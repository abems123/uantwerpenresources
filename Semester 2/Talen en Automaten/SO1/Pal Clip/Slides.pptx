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theme/theme2.xml" ContentType="application/vnd.openxmlformats-officedocument.theme+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702" r:id="rId1"/>
    <p:sldMasterId id="2147483703" r:id="rId2"/>
    <p:sldMasterId id="2147483704" r:id="rId3"/>
  </p:sldMasterIdLst>
  <p:notesMasterIdLst>
    <p:notesMasterId r:id="rId112"/>
  </p:notesMasterIdLst>
  <p:sldIdLst>
    <p:sldId id="368" r:id="rId4"/>
    <p:sldId id="259" r:id="rId5"/>
    <p:sldId id="263" r:id="rId6"/>
    <p:sldId id="261" r:id="rId7"/>
    <p:sldId id="349" r:id="rId8"/>
    <p:sldId id="350" r:id="rId9"/>
    <p:sldId id="352" r:id="rId10"/>
    <p:sldId id="351" r:id="rId11"/>
    <p:sldId id="360" r:id="rId12"/>
    <p:sldId id="353" r:id="rId13"/>
    <p:sldId id="354" r:id="rId14"/>
    <p:sldId id="355" r:id="rId15"/>
    <p:sldId id="357" r:id="rId16"/>
    <p:sldId id="358" r:id="rId17"/>
    <p:sldId id="359" r:id="rId18"/>
    <p:sldId id="361" r:id="rId19"/>
    <p:sldId id="362" r:id="rId20"/>
    <p:sldId id="363" r:id="rId21"/>
    <p:sldId id="364" r:id="rId22"/>
    <p:sldId id="365" r:id="rId23"/>
    <p:sldId id="366" r:id="rId24"/>
    <p:sldId id="367" r:id="rId25"/>
    <p:sldId id="258" r:id="rId26"/>
    <p:sldId id="348" r:id="rId27"/>
    <p:sldId id="262" r:id="rId28"/>
    <p:sldId id="265" r:id="rId29"/>
    <p:sldId id="266" r:id="rId30"/>
    <p:sldId id="267" r:id="rId31"/>
    <p:sldId id="268" r:id="rId32"/>
    <p:sldId id="269" r:id="rId33"/>
    <p:sldId id="270" r:id="rId34"/>
    <p:sldId id="271" r:id="rId35"/>
    <p:sldId id="272" r:id="rId36"/>
    <p:sldId id="273" r:id="rId37"/>
    <p:sldId id="274" r:id="rId38"/>
    <p:sldId id="275" r:id="rId39"/>
    <p:sldId id="276" r:id="rId40"/>
    <p:sldId id="277" r:id="rId41"/>
    <p:sldId id="278" r:id="rId42"/>
    <p:sldId id="279" r:id="rId43"/>
    <p:sldId id="280" r:id="rId44"/>
    <p:sldId id="281" r:id="rId45"/>
    <p:sldId id="282" r:id="rId46"/>
    <p:sldId id="283" r:id="rId47"/>
    <p:sldId id="284" r:id="rId48"/>
    <p:sldId id="285" r:id="rId49"/>
    <p:sldId id="286" r:id="rId50"/>
    <p:sldId id="287" r:id="rId51"/>
    <p:sldId id="288" r:id="rId52"/>
    <p:sldId id="289" r:id="rId53"/>
    <p:sldId id="290" r:id="rId54"/>
    <p:sldId id="291" r:id="rId55"/>
    <p:sldId id="292" r:id="rId56"/>
    <p:sldId id="293" r:id="rId57"/>
    <p:sldId id="294" r:id="rId58"/>
    <p:sldId id="295" r:id="rId59"/>
    <p:sldId id="296" r:id="rId60"/>
    <p:sldId id="297" r:id="rId61"/>
    <p:sldId id="298" r:id="rId62"/>
    <p:sldId id="299" r:id="rId63"/>
    <p:sldId id="300" r:id="rId64"/>
    <p:sldId id="301" r:id="rId65"/>
    <p:sldId id="302" r:id="rId66"/>
    <p:sldId id="303" r:id="rId67"/>
    <p:sldId id="304" r:id="rId68"/>
    <p:sldId id="305" r:id="rId69"/>
    <p:sldId id="306" r:id="rId70"/>
    <p:sldId id="307" r:id="rId71"/>
    <p:sldId id="308" r:id="rId72"/>
    <p:sldId id="309" r:id="rId73"/>
    <p:sldId id="310" r:id="rId74"/>
    <p:sldId id="311" r:id="rId75"/>
    <p:sldId id="312" r:id="rId76"/>
    <p:sldId id="313" r:id="rId77"/>
    <p:sldId id="314" r:id="rId78"/>
    <p:sldId id="315" r:id="rId79"/>
    <p:sldId id="316" r:id="rId80"/>
    <p:sldId id="317" r:id="rId81"/>
    <p:sldId id="318" r:id="rId82"/>
    <p:sldId id="319" r:id="rId83"/>
    <p:sldId id="320" r:id="rId84"/>
    <p:sldId id="321" r:id="rId85"/>
    <p:sldId id="322" r:id="rId86"/>
    <p:sldId id="323" r:id="rId87"/>
    <p:sldId id="324" r:id="rId88"/>
    <p:sldId id="325" r:id="rId89"/>
    <p:sldId id="326" r:id="rId90"/>
    <p:sldId id="327" r:id="rId91"/>
    <p:sldId id="328" r:id="rId92"/>
    <p:sldId id="329" r:id="rId93"/>
    <p:sldId id="330" r:id="rId94"/>
    <p:sldId id="331" r:id="rId95"/>
    <p:sldId id="332" r:id="rId96"/>
    <p:sldId id="333" r:id="rId97"/>
    <p:sldId id="334" r:id="rId98"/>
    <p:sldId id="335" r:id="rId99"/>
    <p:sldId id="336" r:id="rId100"/>
    <p:sldId id="337" r:id="rId101"/>
    <p:sldId id="338" r:id="rId102"/>
    <p:sldId id="339" r:id="rId103"/>
    <p:sldId id="340" r:id="rId104"/>
    <p:sldId id="341" r:id="rId105"/>
    <p:sldId id="342" r:id="rId106"/>
    <p:sldId id="343" r:id="rId107"/>
    <p:sldId id="344" r:id="rId108"/>
    <p:sldId id="345" r:id="rId109"/>
    <p:sldId id="346" r:id="rId110"/>
    <p:sldId id="347" r:id="rId111"/>
  </p:sldIdLst>
  <p:sldSz cx="9144000" cy="5143500" type="screen16x9"/>
  <p:notesSz cx="6858000" cy="9144000"/>
  <p:embeddedFontLst>
    <p:embeddedFont>
      <p:font typeface="Aldrich" panose="020B0604020202020204" charset="0"/>
      <p:regular r:id="rId113"/>
    </p:embeddedFont>
    <p:embeddedFont>
      <p:font typeface="Amatic SC" panose="00000500000000000000" pitchFamily="2" charset="-79"/>
      <p:regular r:id="rId114"/>
      <p:bold r:id="rId115"/>
    </p:embeddedFont>
    <p:embeddedFont>
      <p:font typeface="Cambria Math" panose="02040503050406030204" pitchFamily="18" charset="0"/>
      <p:regular r:id="rId116"/>
    </p:embeddedFont>
    <p:embeddedFont>
      <p:font typeface="Didact Gothic" panose="00000500000000000000" pitchFamily="2" charset="0"/>
      <p:regular r:id="rId117"/>
    </p:embeddedFont>
    <p:embeddedFont>
      <p:font typeface="DM Sans" pitchFamily="2" charset="0"/>
      <p:regular r:id="rId118"/>
      <p:bold r:id="rId119"/>
      <p:italic r:id="rId120"/>
      <p:boldItalic r:id="rId121"/>
    </p:embeddedFont>
    <p:embeddedFont>
      <p:font typeface="Lato" panose="020F0502020204030203" pitchFamily="34" charset="0"/>
      <p:regular r:id="rId122"/>
      <p:bold r:id="rId123"/>
      <p:italic r:id="rId124"/>
      <p:boldItalic r:id="rId125"/>
    </p:embeddedFont>
    <p:embeddedFont>
      <p:font typeface="Proxima Nova" panose="020B0604020202020204" charset="0"/>
      <p:regular r:id="rId126"/>
      <p:bold r:id="rId127"/>
      <p:italic r:id="rId128"/>
      <p:boldItalic r:id="rId129"/>
    </p:embeddedFont>
    <p:embeddedFont>
      <p:font typeface="Proxima Nova Semibold" panose="020B0604020202020204" charset="0"/>
      <p:regular r:id="rId130"/>
      <p:bold r:id="rId131"/>
      <p:boldItalic r:id="rId132"/>
    </p:embeddedFont>
    <p:embeddedFont>
      <p:font typeface="PT Sans" panose="020B0503020203020204" pitchFamily="34" charset="0"/>
      <p:regular r:id="rId133"/>
      <p:bold r:id="rId134"/>
      <p:italic r:id="rId135"/>
      <p:boldItalic r:id="rId136"/>
    </p:embeddedFont>
    <p:embeddedFont>
      <p:font typeface="Roboto Medium" panose="02000000000000000000" pitchFamily="2" charset="0"/>
      <p:regular r:id="rId137"/>
      <p:bold r:id="rId138"/>
      <p:italic r:id="rId139"/>
      <p:boldItalic r:id="rId140"/>
    </p:embeddedFont>
    <p:embeddedFont>
      <p:font typeface="Ubuntu" panose="020B0504030602030204" pitchFamily="34" charset="0"/>
      <p:regular r:id="rId141"/>
      <p:bold r:id="rId142"/>
      <p:italic r:id="rId143"/>
      <p:boldItalic r:id="rId144"/>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2F5F5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2829158E-518A-43E2-9EA4-46D35B15BF13}">
  <a:tblStyle styleId="{2829158E-518A-43E2-9EA4-46D35B15BF13}"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4972" autoAdjust="0"/>
    <p:restoredTop sz="94660"/>
  </p:normalViewPr>
  <p:slideViewPr>
    <p:cSldViewPr snapToGrid="0">
      <p:cViewPr varScale="1">
        <p:scale>
          <a:sx n="111" d="100"/>
          <a:sy n="111" d="100"/>
        </p:scale>
        <p:origin x="662" y="8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font" Target="fonts/font5.fntdata"/><Relationship Id="rId21" Type="http://schemas.openxmlformats.org/officeDocument/2006/relationships/slide" Target="slides/slide18.xml"/><Relationship Id="rId42" Type="http://schemas.openxmlformats.org/officeDocument/2006/relationships/slide" Target="slides/slide39.xml"/><Relationship Id="rId63" Type="http://schemas.openxmlformats.org/officeDocument/2006/relationships/slide" Target="slides/slide60.xml"/><Relationship Id="rId84" Type="http://schemas.openxmlformats.org/officeDocument/2006/relationships/slide" Target="slides/slide81.xml"/><Relationship Id="rId138" Type="http://schemas.openxmlformats.org/officeDocument/2006/relationships/font" Target="fonts/font26.fntdata"/><Relationship Id="rId107" Type="http://schemas.openxmlformats.org/officeDocument/2006/relationships/slide" Target="slides/slide104.xml"/><Relationship Id="rId11" Type="http://schemas.openxmlformats.org/officeDocument/2006/relationships/slide" Target="slides/slide8.xml"/><Relationship Id="rId32" Type="http://schemas.openxmlformats.org/officeDocument/2006/relationships/slide" Target="slides/slide29.xml"/><Relationship Id="rId53" Type="http://schemas.openxmlformats.org/officeDocument/2006/relationships/slide" Target="slides/slide50.xml"/><Relationship Id="rId74" Type="http://schemas.openxmlformats.org/officeDocument/2006/relationships/slide" Target="slides/slide71.xml"/><Relationship Id="rId128" Type="http://schemas.openxmlformats.org/officeDocument/2006/relationships/font" Target="fonts/font16.fntdata"/><Relationship Id="rId5" Type="http://schemas.openxmlformats.org/officeDocument/2006/relationships/slide" Target="slides/slide2.xml"/><Relationship Id="rId90" Type="http://schemas.openxmlformats.org/officeDocument/2006/relationships/slide" Target="slides/slide87.xml"/><Relationship Id="rId95" Type="http://schemas.openxmlformats.org/officeDocument/2006/relationships/slide" Target="slides/slide92.xml"/><Relationship Id="rId22" Type="http://schemas.openxmlformats.org/officeDocument/2006/relationships/slide" Target="slides/slide19.xml"/><Relationship Id="rId27" Type="http://schemas.openxmlformats.org/officeDocument/2006/relationships/slide" Target="slides/slide24.xml"/><Relationship Id="rId43" Type="http://schemas.openxmlformats.org/officeDocument/2006/relationships/slide" Target="slides/slide40.xml"/><Relationship Id="rId48" Type="http://schemas.openxmlformats.org/officeDocument/2006/relationships/slide" Target="slides/slide45.xml"/><Relationship Id="rId64" Type="http://schemas.openxmlformats.org/officeDocument/2006/relationships/slide" Target="slides/slide61.xml"/><Relationship Id="rId69" Type="http://schemas.openxmlformats.org/officeDocument/2006/relationships/slide" Target="slides/slide66.xml"/><Relationship Id="rId113" Type="http://schemas.openxmlformats.org/officeDocument/2006/relationships/font" Target="fonts/font1.fntdata"/><Relationship Id="rId118" Type="http://schemas.openxmlformats.org/officeDocument/2006/relationships/font" Target="fonts/font6.fntdata"/><Relationship Id="rId134" Type="http://schemas.openxmlformats.org/officeDocument/2006/relationships/font" Target="fonts/font22.fntdata"/><Relationship Id="rId139" Type="http://schemas.openxmlformats.org/officeDocument/2006/relationships/font" Target="fonts/font27.fntdata"/><Relationship Id="rId80" Type="http://schemas.openxmlformats.org/officeDocument/2006/relationships/slide" Target="slides/slide77.xml"/><Relationship Id="rId85" Type="http://schemas.openxmlformats.org/officeDocument/2006/relationships/slide" Target="slides/slide82.xml"/><Relationship Id="rId12" Type="http://schemas.openxmlformats.org/officeDocument/2006/relationships/slide" Target="slides/slide9.xml"/><Relationship Id="rId17" Type="http://schemas.openxmlformats.org/officeDocument/2006/relationships/slide" Target="slides/slide14.xml"/><Relationship Id="rId33" Type="http://schemas.openxmlformats.org/officeDocument/2006/relationships/slide" Target="slides/slide30.xml"/><Relationship Id="rId38" Type="http://schemas.openxmlformats.org/officeDocument/2006/relationships/slide" Target="slides/slide35.xml"/><Relationship Id="rId59" Type="http://schemas.openxmlformats.org/officeDocument/2006/relationships/slide" Target="slides/slide56.xml"/><Relationship Id="rId103" Type="http://schemas.openxmlformats.org/officeDocument/2006/relationships/slide" Target="slides/slide100.xml"/><Relationship Id="rId108" Type="http://schemas.openxmlformats.org/officeDocument/2006/relationships/slide" Target="slides/slide105.xml"/><Relationship Id="rId124" Type="http://schemas.openxmlformats.org/officeDocument/2006/relationships/font" Target="fonts/font12.fntdata"/><Relationship Id="rId129" Type="http://schemas.openxmlformats.org/officeDocument/2006/relationships/font" Target="fonts/font17.fntdata"/><Relationship Id="rId54" Type="http://schemas.openxmlformats.org/officeDocument/2006/relationships/slide" Target="slides/slide51.xml"/><Relationship Id="rId70" Type="http://schemas.openxmlformats.org/officeDocument/2006/relationships/slide" Target="slides/slide67.xml"/><Relationship Id="rId75" Type="http://schemas.openxmlformats.org/officeDocument/2006/relationships/slide" Target="slides/slide72.xml"/><Relationship Id="rId91" Type="http://schemas.openxmlformats.org/officeDocument/2006/relationships/slide" Target="slides/slide88.xml"/><Relationship Id="rId96" Type="http://schemas.openxmlformats.org/officeDocument/2006/relationships/slide" Target="slides/slide93.xml"/><Relationship Id="rId140" Type="http://schemas.openxmlformats.org/officeDocument/2006/relationships/font" Target="fonts/font28.fntdata"/><Relationship Id="rId145"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3.xml"/><Relationship Id="rId23" Type="http://schemas.openxmlformats.org/officeDocument/2006/relationships/slide" Target="slides/slide20.xml"/><Relationship Id="rId28" Type="http://schemas.openxmlformats.org/officeDocument/2006/relationships/slide" Target="slides/slide25.xml"/><Relationship Id="rId49" Type="http://schemas.openxmlformats.org/officeDocument/2006/relationships/slide" Target="slides/slide46.xml"/><Relationship Id="rId114" Type="http://schemas.openxmlformats.org/officeDocument/2006/relationships/font" Target="fonts/font2.fntdata"/><Relationship Id="rId119" Type="http://schemas.openxmlformats.org/officeDocument/2006/relationships/font" Target="fonts/font7.fntdata"/><Relationship Id="rId44" Type="http://schemas.openxmlformats.org/officeDocument/2006/relationships/slide" Target="slides/slide41.xml"/><Relationship Id="rId60" Type="http://schemas.openxmlformats.org/officeDocument/2006/relationships/slide" Target="slides/slide57.xml"/><Relationship Id="rId65" Type="http://schemas.openxmlformats.org/officeDocument/2006/relationships/slide" Target="slides/slide62.xml"/><Relationship Id="rId81" Type="http://schemas.openxmlformats.org/officeDocument/2006/relationships/slide" Target="slides/slide78.xml"/><Relationship Id="rId86" Type="http://schemas.openxmlformats.org/officeDocument/2006/relationships/slide" Target="slides/slide83.xml"/><Relationship Id="rId130" Type="http://schemas.openxmlformats.org/officeDocument/2006/relationships/font" Target="fonts/font18.fntdata"/><Relationship Id="rId135" Type="http://schemas.openxmlformats.org/officeDocument/2006/relationships/font" Target="fonts/font23.fntdata"/><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109" Type="http://schemas.openxmlformats.org/officeDocument/2006/relationships/slide" Target="slides/slide10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6" Type="http://schemas.openxmlformats.org/officeDocument/2006/relationships/slide" Target="slides/slide73.xml"/><Relationship Id="rId97" Type="http://schemas.openxmlformats.org/officeDocument/2006/relationships/slide" Target="slides/slide94.xml"/><Relationship Id="rId104" Type="http://schemas.openxmlformats.org/officeDocument/2006/relationships/slide" Target="slides/slide101.xml"/><Relationship Id="rId120" Type="http://schemas.openxmlformats.org/officeDocument/2006/relationships/font" Target="fonts/font8.fntdata"/><Relationship Id="rId125" Type="http://schemas.openxmlformats.org/officeDocument/2006/relationships/font" Target="fonts/font13.fntdata"/><Relationship Id="rId141" Type="http://schemas.openxmlformats.org/officeDocument/2006/relationships/font" Target="fonts/font29.fntdata"/><Relationship Id="rId146" Type="http://schemas.openxmlformats.org/officeDocument/2006/relationships/viewProps" Target="viewProps.xml"/><Relationship Id="rId7" Type="http://schemas.openxmlformats.org/officeDocument/2006/relationships/slide" Target="slides/slide4.xml"/><Relationship Id="rId71" Type="http://schemas.openxmlformats.org/officeDocument/2006/relationships/slide" Target="slides/slide68.xml"/><Relationship Id="rId92" Type="http://schemas.openxmlformats.org/officeDocument/2006/relationships/slide" Target="slides/slide89.xml"/><Relationship Id="rId2" Type="http://schemas.openxmlformats.org/officeDocument/2006/relationships/slideMaster" Target="slideMasters/slideMaster2.xml"/><Relationship Id="rId29" Type="http://schemas.openxmlformats.org/officeDocument/2006/relationships/slide" Target="slides/slide26.xml"/><Relationship Id="rId24" Type="http://schemas.openxmlformats.org/officeDocument/2006/relationships/slide" Target="slides/slide21.xml"/><Relationship Id="rId40" Type="http://schemas.openxmlformats.org/officeDocument/2006/relationships/slide" Target="slides/slide37.xml"/><Relationship Id="rId45" Type="http://schemas.openxmlformats.org/officeDocument/2006/relationships/slide" Target="slides/slide42.xml"/><Relationship Id="rId66" Type="http://schemas.openxmlformats.org/officeDocument/2006/relationships/slide" Target="slides/slide63.xml"/><Relationship Id="rId87" Type="http://schemas.openxmlformats.org/officeDocument/2006/relationships/slide" Target="slides/slide84.xml"/><Relationship Id="rId110" Type="http://schemas.openxmlformats.org/officeDocument/2006/relationships/slide" Target="slides/slide107.xml"/><Relationship Id="rId115" Type="http://schemas.openxmlformats.org/officeDocument/2006/relationships/font" Target="fonts/font3.fntdata"/><Relationship Id="rId131" Type="http://schemas.openxmlformats.org/officeDocument/2006/relationships/font" Target="fonts/font19.fntdata"/><Relationship Id="rId136" Type="http://schemas.openxmlformats.org/officeDocument/2006/relationships/font" Target="fonts/font24.fntdata"/><Relationship Id="rId61" Type="http://schemas.openxmlformats.org/officeDocument/2006/relationships/slide" Target="slides/slide58.xml"/><Relationship Id="rId82" Type="http://schemas.openxmlformats.org/officeDocument/2006/relationships/slide" Target="slides/slide79.xml"/><Relationship Id="rId19" Type="http://schemas.openxmlformats.org/officeDocument/2006/relationships/slide" Target="slides/slide16.xml"/><Relationship Id="rId14" Type="http://schemas.openxmlformats.org/officeDocument/2006/relationships/slide" Target="slides/slide11.xml"/><Relationship Id="rId30" Type="http://schemas.openxmlformats.org/officeDocument/2006/relationships/slide" Target="slides/slide27.xml"/><Relationship Id="rId35" Type="http://schemas.openxmlformats.org/officeDocument/2006/relationships/slide" Target="slides/slide32.xml"/><Relationship Id="rId56" Type="http://schemas.openxmlformats.org/officeDocument/2006/relationships/slide" Target="slides/slide53.xml"/><Relationship Id="rId77" Type="http://schemas.openxmlformats.org/officeDocument/2006/relationships/slide" Target="slides/slide74.xml"/><Relationship Id="rId100" Type="http://schemas.openxmlformats.org/officeDocument/2006/relationships/slide" Target="slides/slide97.xml"/><Relationship Id="rId105" Type="http://schemas.openxmlformats.org/officeDocument/2006/relationships/slide" Target="slides/slide102.xml"/><Relationship Id="rId126" Type="http://schemas.openxmlformats.org/officeDocument/2006/relationships/font" Target="fonts/font14.fntdata"/><Relationship Id="rId147" Type="http://schemas.openxmlformats.org/officeDocument/2006/relationships/theme" Target="theme/theme1.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93" Type="http://schemas.openxmlformats.org/officeDocument/2006/relationships/slide" Target="slides/slide90.xml"/><Relationship Id="rId98" Type="http://schemas.openxmlformats.org/officeDocument/2006/relationships/slide" Target="slides/slide95.xml"/><Relationship Id="rId121" Type="http://schemas.openxmlformats.org/officeDocument/2006/relationships/font" Target="fonts/font9.fntdata"/><Relationship Id="rId142" Type="http://schemas.openxmlformats.org/officeDocument/2006/relationships/font" Target="fonts/font30.fntdata"/><Relationship Id="rId3" Type="http://schemas.openxmlformats.org/officeDocument/2006/relationships/slideMaster" Target="slideMasters/slideMaster3.xml"/><Relationship Id="rId25" Type="http://schemas.openxmlformats.org/officeDocument/2006/relationships/slide" Target="slides/slide22.xml"/><Relationship Id="rId46" Type="http://schemas.openxmlformats.org/officeDocument/2006/relationships/slide" Target="slides/slide43.xml"/><Relationship Id="rId67" Type="http://schemas.openxmlformats.org/officeDocument/2006/relationships/slide" Target="slides/slide64.xml"/><Relationship Id="rId116" Type="http://schemas.openxmlformats.org/officeDocument/2006/relationships/font" Target="fonts/font4.fntdata"/><Relationship Id="rId137" Type="http://schemas.openxmlformats.org/officeDocument/2006/relationships/font" Target="fonts/font25.fntdata"/><Relationship Id="rId20" Type="http://schemas.openxmlformats.org/officeDocument/2006/relationships/slide" Target="slides/slide17.xml"/><Relationship Id="rId41" Type="http://schemas.openxmlformats.org/officeDocument/2006/relationships/slide" Target="slides/slide38.xml"/><Relationship Id="rId62" Type="http://schemas.openxmlformats.org/officeDocument/2006/relationships/slide" Target="slides/slide59.xml"/><Relationship Id="rId83" Type="http://schemas.openxmlformats.org/officeDocument/2006/relationships/slide" Target="slides/slide80.xml"/><Relationship Id="rId88" Type="http://schemas.openxmlformats.org/officeDocument/2006/relationships/slide" Target="slides/slide85.xml"/><Relationship Id="rId111" Type="http://schemas.openxmlformats.org/officeDocument/2006/relationships/slide" Target="slides/slide108.xml"/><Relationship Id="rId132" Type="http://schemas.openxmlformats.org/officeDocument/2006/relationships/font" Target="fonts/font20.fntdata"/><Relationship Id="rId15" Type="http://schemas.openxmlformats.org/officeDocument/2006/relationships/slide" Target="slides/slide12.xml"/><Relationship Id="rId36" Type="http://schemas.openxmlformats.org/officeDocument/2006/relationships/slide" Target="slides/slide33.xml"/><Relationship Id="rId57" Type="http://schemas.openxmlformats.org/officeDocument/2006/relationships/slide" Target="slides/slide54.xml"/><Relationship Id="rId106" Type="http://schemas.openxmlformats.org/officeDocument/2006/relationships/slide" Target="slides/slide103.xml"/><Relationship Id="rId127" Type="http://schemas.openxmlformats.org/officeDocument/2006/relationships/font" Target="fonts/font15.fntdata"/><Relationship Id="rId10" Type="http://schemas.openxmlformats.org/officeDocument/2006/relationships/slide" Target="slides/slide7.xml"/><Relationship Id="rId31" Type="http://schemas.openxmlformats.org/officeDocument/2006/relationships/slide" Target="slides/slide28.xml"/><Relationship Id="rId52" Type="http://schemas.openxmlformats.org/officeDocument/2006/relationships/slide" Target="slides/slide49.xml"/><Relationship Id="rId73" Type="http://schemas.openxmlformats.org/officeDocument/2006/relationships/slide" Target="slides/slide70.xml"/><Relationship Id="rId78" Type="http://schemas.openxmlformats.org/officeDocument/2006/relationships/slide" Target="slides/slide75.xml"/><Relationship Id="rId94" Type="http://schemas.openxmlformats.org/officeDocument/2006/relationships/slide" Target="slides/slide91.xml"/><Relationship Id="rId99" Type="http://schemas.openxmlformats.org/officeDocument/2006/relationships/slide" Target="slides/slide96.xml"/><Relationship Id="rId101" Type="http://schemas.openxmlformats.org/officeDocument/2006/relationships/slide" Target="slides/slide98.xml"/><Relationship Id="rId122" Type="http://schemas.openxmlformats.org/officeDocument/2006/relationships/font" Target="fonts/font10.fntdata"/><Relationship Id="rId143" Type="http://schemas.openxmlformats.org/officeDocument/2006/relationships/font" Target="fonts/font31.fntdata"/><Relationship Id="rId148" Type="http://schemas.openxmlformats.org/officeDocument/2006/relationships/tableStyles" Target="tableStyles.xml"/><Relationship Id="rId4" Type="http://schemas.openxmlformats.org/officeDocument/2006/relationships/slide" Target="slides/slide1.xml"/><Relationship Id="rId9" Type="http://schemas.openxmlformats.org/officeDocument/2006/relationships/slide" Target="slides/slide6.xml"/><Relationship Id="rId26" Type="http://schemas.openxmlformats.org/officeDocument/2006/relationships/slide" Target="slides/slide23.xml"/><Relationship Id="rId47" Type="http://schemas.openxmlformats.org/officeDocument/2006/relationships/slide" Target="slides/slide44.xml"/><Relationship Id="rId68" Type="http://schemas.openxmlformats.org/officeDocument/2006/relationships/slide" Target="slides/slide65.xml"/><Relationship Id="rId89" Type="http://schemas.openxmlformats.org/officeDocument/2006/relationships/slide" Target="slides/slide86.xml"/><Relationship Id="rId112" Type="http://schemas.openxmlformats.org/officeDocument/2006/relationships/notesMaster" Target="notesMasters/notesMaster1.xml"/><Relationship Id="rId133" Type="http://schemas.openxmlformats.org/officeDocument/2006/relationships/font" Target="fonts/font21.fntdata"/><Relationship Id="rId16" Type="http://schemas.openxmlformats.org/officeDocument/2006/relationships/slide" Target="slides/slide13.xml"/><Relationship Id="rId37" Type="http://schemas.openxmlformats.org/officeDocument/2006/relationships/slide" Target="slides/slide34.xml"/><Relationship Id="rId58" Type="http://schemas.openxmlformats.org/officeDocument/2006/relationships/slide" Target="slides/slide55.xml"/><Relationship Id="rId79" Type="http://schemas.openxmlformats.org/officeDocument/2006/relationships/slide" Target="slides/slide76.xml"/><Relationship Id="rId102" Type="http://schemas.openxmlformats.org/officeDocument/2006/relationships/slide" Target="slides/slide99.xml"/><Relationship Id="rId123" Type="http://schemas.openxmlformats.org/officeDocument/2006/relationships/font" Target="fonts/font11.fntdata"/><Relationship Id="rId144" Type="http://schemas.openxmlformats.org/officeDocument/2006/relationships/font" Target="fonts/font32.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6"/>
        <p:cNvGrpSpPr/>
        <p:nvPr/>
      </p:nvGrpSpPr>
      <p:grpSpPr>
        <a:xfrm>
          <a:off x="0" y="0"/>
          <a:ext cx="0" cy="0"/>
          <a:chOff x="0" y="0"/>
          <a:chExt cx="0" cy="0"/>
        </a:xfrm>
      </p:grpSpPr>
      <p:sp>
        <p:nvSpPr>
          <p:cNvPr id="987" name="Google Shape;987;g53de5052a6_0_5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8" name="Google Shape;988;g53de5052a6_0_5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0"/>
        <p:cNvGrpSpPr/>
        <p:nvPr/>
      </p:nvGrpSpPr>
      <p:grpSpPr>
        <a:xfrm>
          <a:off x="0" y="0"/>
          <a:ext cx="0" cy="0"/>
          <a:chOff x="0" y="0"/>
          <a:chExt cx="0" cy="0"/>
        </a:xfrm>
      </p:grpSpPr>
      <p:sp>
        <p:nvSpPr>
          <p:cNvPr id="1061" name="Google Shape;1061;g10cd8a10ccc_0_1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2" name="Google Shape;1062;g10cd8a10ccc_0_1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8"/>
        <p:cNvGrpSpPr/>
        <p:nvPr/>
      </p:nvGrpSpPr>
      <p:grpSpPr>
        <a:xfrm>
          <a:off x="0" y="0"/>
          <a:ext cx="0" cy="0"/>
          <a:chOff x="0" y="0"/>
          <a:chExt cx="0" cy="0"/>
        </a:xfrm>
      </p:grpSpPr>
      <p:sp>
        <p:nvSpPr>
          <p:cNvPr id="1349" name="Google Shape;1349;ga745d1862b_0_8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0" name="Google Shape;1350;ga745d1862b_0_8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2"/>
        <p:cNvGrpSpPr/>
        <p:nvPr/>
      </p:nvGrpSpPr>
      <p:grpSpPr>
        <a:xfrm>
          <a:off x="0" y="0"/>
          <a:ext cx="0" cy="0"/>
          <a:chOff x="0" y="0"/>
          <a:chExt cx="0" cy="0"/>
        </a:xfrm>
      </p:grpSpPr>
      <p:sp>
        <p:nvSpPr>
          <p:cNvPr id="1113" name="Google Shape;1113;g9fa85cf4fd_0_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 name="Google Shape;1114;g9fa85cf4fd_0_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2">
          <a:extLst>
            <a:ext uri="{FF2B5EF4-FFF2-40B4-BE49-F238E27FC236}">
              <a16:creationId xmlns:a16="http://schemas.microsoft.com/office/drawing/2014/main" id="{00878DC3-395E-C00F-2040-4B0875276EDE}"/>
            </a:ext>
          </a:extLst>
        </p:cNvPr>
        <p:cNvGrpSpPr/>
        <p:nvPr/>
      </p:nvGrpSpPr>
      <p:grpSpPr>
        <a:xfrm>
          <a:off x="0" y="0"/>
          <a:ext cx="0" cy="0"/>
          <a:chOff x="0" y="0"/>
          <a:chExt cx="0" cy="0"/>
        </a:xfrm>
      </p:grpSpPr>
      <p:sp>
        <p:nvSpPr>
          <p:cNvPr id="1113" name="Google Shape;1113;g9fa85cf4fd_0_3:notes">
            <a:extLst>
              <a:ext uri="{FF2B5EF4-FFF2-40B4-BE49-F238E27FC236}">
                <a16:creationId xmlns:a16="http://schemas.microsoft.com/office/drawing/2014/main" id="{F10AB799-841B-7C3F-6F6D-14F211B46DD8}"/>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 name="Google Shape;1114;g9fa85cf4fd_0_3:notes">
            <a:extLst>
              <a:ext uri="{FF2B5EF4-FFF2-40B4-BE49-F238E27FC236}">
                <a16:creationId xmlns:a16="http://schemas.microsoft.com/office/drawing/2014/main" id="{3FFBB063-656D-C720-72C2-4D2AD5BA055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44894783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2">
          <a:extLst>
            <a:ext uri="{FF2B5EF4-FFF2-40B4-BE49-F238E27FC236}">
              <a16:creationId xmlns:a16="http://schemas.microsoft.com/office/drawing/2014/main" id="{C25356B0-C974-15FB-F267-8601167817AB}"/>
            </a:ext>
          </a:extLst>
        </p:cNvPr>
        <p:cNvGrpSpPr/>
        <p:nvPr/>
      </p:nvGrpSpPr>
      <p:grpSpPr>
        <a:xfrm>
          <a:off x="0" y="0"/>
          <a:ext cx="0" cy="0"/>
          <a:chOff x="0" y="0"/>
          <a:chExt cx="0" cy="0"/>
        </a:xfrm>
      </p:grpSpPr>
      <p:sp>
        <p:nvSpPr>
          <p:cNvPr id="1113" name="Google Shape;1113;g9fa85cf4fd_0_3:notes">
            <a:extLst>
              <a:ext uri="{FF2B5EF4-FFF2-40B4-BE49-F238E27FC236}">
                <a16:creationId xmlns:a16="http://schemas.microsoft.com/office/drawing/2014/main" id="{EFE437F8-876A-C83A-BB03-FA16564EC94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 name="Google Shape;1114;g9fa85cf4fd_0_3:notes">
            <a:extLst>
              <a:ext uri="{FF2B5EF4-FFF2-40B4-BE49-F238E27FC236}">
                <a16:creationId xmlns:a16="http://schemas.microsoft.com/office/drawing/2014/main" id="{18E57203-C21D-006D-1799-42A83B69B8E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1803048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2">
          <a:extLst>
            <a:ext uri="{FF2B5EF4-FFF2-40B4-BE49-F238E27FC236}">
              <a16:creationId xmlns:a16="http://schemas.microsoft.com/office/drawing/2014/main" id="{0119560E-0615-8999-E7A9-12CE9709A571}"/>
            </a:ext>
          </a:extLst>
        </p:cNvPr>
        <p:cNvGrpSpPr/>
        <p:nvPr/>
      </p:nvGrpSpPr>
      <p:grpSpPr>
        <a:xfrm>
          <a:off x="0" y="0"/>
          <a:ext cx="0" cy="0"/>
          <a:chOff x="0" y="0"/>
          <a:chExt cx="0" cy="0"/>
        </a:xfrm>
      </p:grpSpPr>
      <p:sp>
        <p:nvSpPr>
          <p:cNvPr id="1113" name="Google Shape;1113;g9fa85cf4fd_0_3:notes">
            <a:extLst>
              <a:ext uri="{FF2B5EF4-FFF2-40B4-BE49-F238E27FC236}">
                <a16:creationId xmlns:a16="http://schemas.microsoft.com/office/drawing/2014/main" id="{67F88D94-B3B6-28BC-944F-B2CDAFDAF61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 name="Google Shape;1114;g9fa85cf4fd_0_3:notes">
            <a:extLst>
              <a:ext uri="{FF2B5EF4-FFF2-40B4-BE49-F238E27FC236}">
                <a16:creationId xmlns:a16="http://schemas.microsoft.com/office/drawing/2014/main" id="{F8D5BA1A-E9DF-8D09-0C04-801211CF09CB}"/>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0631347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2">
          <a:extLst>
            <a:ext uri="{FF2B5EF4-FFF2-40B4-BE49-F238E27FC236}">
              <a16:creationId xmlns:a16="http://schemas.microsoft.com/office/drawing/2014/main" id="{7365254C-EBA5-1235-61DB-DDF82225A0AD}"/>
            </a:ext>
          </a:extLst>
        </p:cNvPr>
        <p:cNvGrpSpPr/>
        <p:nvPr/>
      </p:nvGrpSpPr>
      <p:grpSpPr>
        <a:xfrm>
          <a:off x="0" y="0"/>
          <a:ext cx="0" cy="0"/>
          <a:chOff x="0" y="0"/>
          <a:chExt cx="0" cy="0"/>
        </a:xfrm>
      </p:grpSpPr>
      <p:sp>
        <p:nvSpPr>
          <p:cNvPr id="1113" name="Google Shape;1113;g9fa85cf4fd_0_3:notes">
            <a:extLst>
              <a:ext uri="{FF2B5EF4-FFF2-40B4-BE49-F238E27FC236}">
                <a16:creationId xmlns:a16="http://schemas.microsoft.com/office/drawing/2014/main" id="{1B49D7E2-A2EA-E823-8B55-CE00CEBD830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 name="Google Shape;1114;g9fa85cf4fd_0_3:notes">
            <a:extLst>
              <a:ext uri="{FF2B5EF4-FFF2-40B4-BE49-F238E27FC236}">
                <a16:creationId xmlns:a16="http://schemas.microsoft.com/office/drawing/2014/main" id="{594F3E4D-12FA-49C6-9A61-55FA5E9E221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8050456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2">
          <a:extLst>
            <a:ext uri="{FF2B5EF4-FFF2-40B4-BE49-F238E27FC236}">
              <a16:creationId xmlns:a16="http://schemas.microsoft.com/office/drawing/2014/main" id="{DB89B271-DA09-D5F6-C0FA-569A978154EA}"/>
            </a:ext>
          </a:extLst>
        </p:cNvPr>
        <p:cNvGrpSpPr/>
        <p:nvPr/>
      </p:nvGrpSpPr>
      <p:grpSpPr>
        <a:xfrm>
          <a:off x="0" y="0"/>
          <a:ext cx="0" cy="0"/>
          <a:chOff x="0" y="0"/>
          <a:chExt cx="0" cy="0"/>
        </a:xfrm>
      </p:grpSpPr>
      <p:sp>
        <p:nvSpPr>
          <p:cNvPr id="1113" name="Google Shape;1113;g9fa85cf4fd_0_3:notes">
            <a:extLst>
              <a:ext uri="{FF2B5EF4-FFF2-40B4-BE49-F238E27FC236}">
                <a16:creationId xmlns:a16="http://schemas.microsoft.com/office/drawing/2014/main" id="{FCF417F8-DD31-0D22-D2C0-29A61321E0A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 name="Google Shape;1114;g9fa85cf4fd_0_3:notes">
            <a:extLst>
              <a:ext uri="{FF2B5EF4-FFF2-40B4-BE49-F238E27FC236}">
                <a16:creationId xmlns:a16="http://schemas.microsoft.com/office/drawing/2014/main" id="{6C620854-7693-85E0-3BB4-1E49C67B397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2624074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8">
          <a:extLst>
            <a:ext uri="{FF2B5EF4-FFF2-40B4-BE49-F238E27FC236}">
              <a16:creationId xmlns:a16="http://schemas.microsoft.com/office/drawing/2014/main" id="{EA61B37D-BB29-AC9D-4ED0-776235DBE92E}"/>
            </a:ext>
          </a:extLst>
        </p:cNvPr>
        <p:cNvGrpSpPr/>
        <p:nvPr/>
      </p:nvGrpSpPr>
      <p:grpSpPr>
        <a:xfrm>
          <a:off x="0" y="0"/>
          <a:ext cx="0" cy="0"/>
          <a:chOff x="0" y="0"/>
          <a:chExt cx="0" cy="0"/>
        </a:xfrm>
      </p:grpSpPr>
      <p:sp>
        <p:nvSpPr>
          <p:cNvPr id="1349" name="Google Shape;1349;ga745d1862b_0_846:notes">
            <a:extLst>
              <a:ext uri="{FF2B5EF4-FFF2-40B4-BE49-F238E27FC236}">
                <a16:creationId xmlns:a16="http://schemas.microsoft.com/office/drawing/2014/main" id="{F88DEC9A-60EB-8D11-112A-9C1A32E68B71}"/>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0" name="Google Shape;1350;ga745d1862b_0_846:notes">
            <a:extLst>
              <a:ext uri="{FF2B5EF4-FFF2-40B4-BE49-F238E27FC236}">
                <a16:creationId xmlns:a16="http://schemas.microsoft.com/office/drawing/2014/main" id="{E1E69E9B-A8BD-55E1-5692-D410551A4B9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6428293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2">
          <a:extLst>
            <a:ext uri="{FF2B5EF4-FFF2-40B4-BE49-F238E27FC236}">
              <a16:creationId xmlns:a16="http://schemas.microsoft.com/office/drawing/2014/main" id="{E54CB6D1-92F8-4C73-6FB7-1AA96B644C78}"/>
            </a:ext>
          </a:extLst>
        </p:cNvPr>
        <p:cNvGrpSpPr/>
        <p:nvPr/>
      </p:nvGrpSpPr>
      <p:grpSpPr>
        <a:xfrm>
          <a:off x="0" y="0"/>
          <a:ext cx="0" cy="0"/>
          <a:chOff x="0" y="0"/>
          <a:chExt cx="0" cy="0"/>
        </a:xfrm>
      </p:grpSpPr>
      <p:sp>
        <p:nvSpPr>
          <p:cNvPr id="1113" name="Google Shape;1113;g9fa85cf4fd_0_3:notes">
            <a:extLst>
              <a:ext uri="{FF2B5EF4-FFF2-40B4-BE49-F238E27FC236}">
                <a16:creationId xmlns:a16="http://schemas.microsoft.com/office/drawing/2014/main" id="{042A671C-1232-D302-C4BA-FC6EC0AEAD3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 name="Google Shape;1114;g9fa85cf4fd_0_3:notes">
            <a:extLst>
              <a:ext uri="{FF2B5EF4-FFF2-40B4-BE49-F238E27FC236}">
                <a16:creationId xmlns:a16="http://schemas.microsoft.com/office/drawing/2014/main" id="{749701DA-0E7A-0415-E4C0-26DB2D5C33D3}"/>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2800172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2">
          <a:extLst>
            <a:ext uri="{FF2B5EF4-FFF2-40B4-BE49-F238E27FC236}">
              <a16:creationId xmlns:a16="http://schemas.microsoft.com/office/drawing/2014/main" id="{A47F1C37-3C31-B781-FC30-02110A4DF0C9}"/>
            </a:ext>
          </a:extLst>
        </p:cNvPr>
        <p:cNvGrpSpPr/>
        <p:nvPr/>
      </p:nvGrpSpPr>
      <p:grpSpPr>
        <a:xfrm>
          <a:off x="0" y="0"/>
          <a:ext cx="0" cy="0"/>
          <a:chOff x="0" y="0"/>
          <a:chExt cx="0" cy="0"/>
        </a:xfrm>
      </p:grpSpPr>
      <p:sp>
        <p:nvSpPr>
          <p:cNvPr id="1113" name="Google Shape;1113;g9fa85cf4fd_0_3:notes">
            <a:extLst>
              <a:ext uri="{FF2B5EF4-FFF2-40B4-BE49-F238E27FC236}">
                <a16:creationId xmlns:a16="http://schemas.microsoft.com/office/drawing/2014/main" id="{C3BA3BE9-A1EC-660A-B100-510B11F38B21}"/>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 name="Google Shape;1114;g9fa85cf4fd_0_3:notes">
            <a:extLst>
              <a:ext uri="{FF2B5EF4-FFF2-40B4-BE49-F238E27FC236}">
                <a16:creationId xmlns:a16="http://schemas.microsoft.com/office/drawing/2014/main" id="{5EE59B7A-9C3F-FD6E-D41F-C0CBB3BB89C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6321154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2">
          <a:extLst>
            <a:ext uri="{FF2B5EF4-FFF2-40B4-BE49-F238E27FC236}">
              <a16:creationId xmlns:a16="http://schemas.microsoft.com/office/drawing/2014/main" id="{CC642F74-C49F-7A4D-7714-7503D8237386}"/>
            </a:ext>
          </a:extLst>
        </p:cNvPr>
        <p:cNvGrpSpPr/>
        <p:nvPr/>
      </p:nvGrpSpPr>
      <p:grpSpPr>
        <a:xfrm>
          <a:off x="0" y="0"/>
          <a:ext cx="0" cy="0"/>
          <a:chOff x="0" y="0"/>
          <a:chExt cx="0" cy="0"/>
        </a:xfrm>
      </p:grpSpPr>
      <p:sp>
        <p:nvSpPr>
          <p:cNvPr id="1113" name="Google Shape;1113;g9fa85cf4fd_0_3:notes">
            <a:extLst>
              <a:ext uri="{FF2B5EF4-FFF2-40B4-BE49-F238E27FC236}">
                <a16:creationId xmlns:a16="http://schemas.microsoft.com/office/drawing/2014/main" id="{BA73F9FC-D84B-99F6-333F-058F2E524C8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 name="Google Shape;1114;g9fa85cf4fd_0_3:notes">
            <a:extLst>
              <a:ext uri="{FF2B5EF4-FFF2-40B4-BE49-F238E27FC236}">
                <a16:creationId xmlns:a16="http://schemas.microsoft.com/office/drawing/2014/main" id="{65937F62-DC29-DB4E-F2EE-B6F309638422}"/>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9354515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2">
          <a:extLst>
            <a:ext uri="{FF2B5EF4-FFF2-40B4-BE49-F238E27FC236}">
              <a16:creationId xmlns:a16="http://schemas.microsoft.com/office/drawing/2014/main" id="{5B6D532A-A2B5-8ED9-63A3-B763744994F4}"/>
            </a:ext>
          </a:extLst>
        </p:cNvPr>
        <p:cNvGrpSpPr/>
        <p:nvPr/>
      </p:nvGrpSpPr>
      <p:grpSpPr>
        <a:xfrm>
          <a:off x="0" y="0"/>
          <a:ext cx="0" cy="0"/>
          <a:chOff x="0" y="0"/>
          <a:chExt cx="0" cy="0"/>
        </a:xfrm>
      </p:grpSpPr>
      <p:sp>
        <p:nvSpPr>
          <p:cNvPr id="1113" name="Google Shape;1113;g9fa85cf4fd_0_3:notes">
            <a:extLst>
              <a:ext uri="{FF2B5EF4-FFF2-40B4-BE49-F238E27FC236}">
                <a16:creationId xmlns:a16="http://schemas.microsoft.com/office/drawing/2014/main" id="{54364C71-286B-73DD-74EF-38FD8E3862F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 name="Google Shape;1114;g9fa85cf4fd_0_3:notes">
            <a:extLst>
              <a:ext uri="{FF2B5EF4-FFF2-40B4-BE49-F238E27FC236}">
                <a16:creationId xmlns:a16="http://schemas.microsoft.com/office/drawing/2014/main" id="{6E8CE602-7714-74B0-5804-62063E22DB23}"/>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9799394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2">
          <a:extLst>
            <a:ext uri="{FF2B5EF4-FFF2-40B4-BE49-F238E27FC236}">
              <a16:creationId xmlns:a16="http://schemas.microsoft.com/office/drawing/2014/main" id="{714D2A7A-E0E6-5D98-3DC3-387B522A810C}"/>
            </a:ext>
          </a:extLst>
        </p:cNvPr>
        <p:cNvGrpSpPr/>
        <p:nvPr/>
      </p:nvGrpSpPr>
      <p:grpSpPr>
        <a:xfrm>
          <a:off x="0" y="0"/>
          <a:ext cx="0" cy="0"/>
          <a:chOff x="0" y="0"/>
          <a:chExt cx="0" cy="0"/>
        </a:xfrm>
      </p:grpSpPr>
      <p:sp>
        <p:nvSpPr>
          <p:cNvPr id="1113" name="Google Shape;1113;g9fa85cf4fd_0_3:notes">
            <a:extLst>
              <a:ext uri="{FF2B5EF4-FFF2-40B4-BE49-F238E27FC236}">
                <a16:creationId xmlns:a16="http://schemas.microsoft.com/office/drawing/2014/main" id="{AD8CF286-8000-FD63-A041-49F769CAB36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 name="Google Shape;1114;g9fa85cf4fd_0_3:notes">
            <a:extLst>
              <a:ext uri="{FF2B5EF4-FFF2-40B4-BE49-F238E27FC236}">
                <a16:creationId xmlns:a16="http://schemas.microsoft.com/office/drawing/2014/main" id="{4E1981F8-8177-2FFA-C1A8-56F7647178A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8032346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2">
          <a:extLst>
            <a:ext uri="{FF2B5EF4-FFF2-40B4-BE49-F238E27FC236}">
              <a16:creationId xmlns:a16="http://schemas.microsoft.com/office/drawing/2014/main" id="{6ED2634D-97AB-F5F9-EF9A-F074CAA6ECD7}"/>
            </a:ext>
          </a:extLst>
        </p:cNvPr>
        <p:cNvGrpSpPr/>
        <p:nvPr/>
      </p:nvGrpSpPr>
      <p:grpSpPr>
        <a:xfrm>
          <a:off x="0" y="0"/>
          <a:ext cx="0" cy="0"/>
          <a:chOff x="0" y="0"/>
          <a:chExt cx="0" cy="0"/>
        </a:xfrm>
      </p:grpSpPr>
      <p:sp>
        <p:nvSpPr>
          <p:cNvPr id="1113" name="Google Shape;1113;g9fa85cf4fd_0_3:notes">
            <a:extLst>
              <a:ext uri="{FF2B5EF4-FFF2-40B4-BE49-F238E27FC236}">
                <a16:creationId xmlns:a16="http://schemas.microsoft.com/office/drawing/2014/main" id="{A67B0A5B-F08B-7FD0-F02C-A982E6A623C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 name="Google Shape;1114;g9fa85cf4fd_0_3:notes">
            <a:extLst>
              <a:ext uri="{FF2B5EF4-FFF2-40B4-BE49-F238E27FC236}">
                <a16:creationId xmlns:a16="http://schemas.microsoft.com/office/drawing/2014/main" id="{40FC5E5C-689B-A233-7DE0-06A4C7E95D8F}"/>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8849370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8">
          <a:extLst>
            <a:ext uri="{FF2B5EF4-FFF2-40B4-BE49-F238E27FC236}">
              <a16:creationId xmlns:a16="http://schemas.microsoft.com/office/drawing/2014/main" id="{CE00BA98-9F5A-7E1D-BDC3-8D2F3CCBCA8D}"/>
            </a:ext>
          </a:extLst>
        </p:cNvPr>
        <p:cNvGrpSpPr/>
        <p:nvPr/>
      </p:nvGrpSpPr>
      <p:grpSpPr>
        <a:xfrm>
          <a:off x="0" y="0"/>
          <a:ext cx="0" cy="0"/>
          <a:chOff x="0" y="0"/>
          <a:chExt cx="0" cy="0"/>
        </a:xfrm>
      </p:grpSpPr>
      <p:sp>
        <p:nvSpPr>
          <p:cNvPr id="1349" name="Google Shape;1349;ga745d1862b_0_846:notes">
            <a:extLst>
              <a:ext uri="{FF2B5EF4-FFF2-40B4-BE49-F238E27FC236}">
                <a16:creationId xmlns:a16="http://schemas.microsoft.com/office/drawing/2014/main" id="{8AE17711-5FE9-7BF7-8A38-A5F92F11EEC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0" name="Google Shape;1350;ga745d1862b_0_846:notes">
            <a:extLst>
              <a:ext uri="{FF2B5EF4-FFF2-40B4-BE49-F238E27FC236}">
                <a16:creationId xmlns:a16="http://schemas.microsoft.com/office/drawing/2014/main" id="{D97226D4-ACA7-B2FF-8C85-A3E2EE544F5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6655291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8">
          <a:extLst>
            <a:ext uri="{FF2B5EF4-FFF2-40B4-BE49-F238E27FC236}">
              <a16:creationId xmlns:a16="http://schemas.microsoft.com/office/drawing/2014/main" id="{44856319-D0E1-9AAA-95C3-1BDDDB741682}"/>
            </a:ext>
          </a:extLst>
        </p:cNvPr>
        <p:cNvGrpSpPr/>
        <p:nvPr/>
      </p:nvGrpSpPr>
      <p:grpSpPr>
        <a:xfrm>
          <a:off x="0" y="0"/>
          <a:ext cx="0" cy="0"/>
          <a:chOff x="0" y="0"/>
          <a:chExt cx="0" cy="0"/>
        </a:xfrm>
      </p:grpSpPr>
      <p:sp>
        <p:nvSpPr>
          <p:cNvPr id="1349" name="Google Shape;1349;ga745d1862b_0_846:notes">
            <a:extLst>
              <a:ext uri="{FF2B5EF4-FFF2-40B4-BE49-F238E27FC236}">
                <a16:creationId xmlns:a16="http://schemas.microsoft.com/office/drawing/2014/main" id="{A9382626-EE0E-FF75-665C-2FCDE3D7023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0" name="Google Shape;1350;ga745d1862b_0_846:notes">
            <a:extLst>
              <a:ext uri="{FF2B5EF4-FFF2-40B4-BE49-F238E27FC236}">
                <a16:creationId xmlns:a16="http://schemas.microsoft.com/office/drawing/2014/main" id="{0E7BC27E-D925-8152-F8B4-5884CE8BB79B}"/>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156223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8">
          <a:extLst>
            <a:ext uri="{FF2B5EF4-FFF2-40B4-BE49-F238E27FC236}">
              <a16:creationId xmlns:a16="http://schemas.microsoft.com/office/drawing/2014/main" id="{86E6AD79-A571-0E85-CB73-FEAB6C9B401D}"/>
            </a:ext>
          </a:extLst>
        </p:cNvPr>
        <p:cNvGrpSpPr/>
        <p:nvPr/>
      </p:nvGrpSpPr>
      <p:grpSpPr>
        <a:xfrm>
          <a:off x="0" y="0"/>
          <a:ext cx="0" cy="0"/>
          <a:chOff x="0" y="0"/>
          <a:chExt cx="0" cy="0"/>
        </a:xfrm>
      </p:grpSpPr>
      <p:sp>
        <p:nvSpPr>
          <p:cNvPr id="1349" name="Google Shape;1349;ga745d1862b_0_846:notes">
            <a:extLst>
              <a:ext uri="{FF2B5EF4-FFF2-40B4-BE49-F238E27FC236}">
                <a16:creationId xmlns:a16="http://schemas.microsoft.com/office/drawing/2014/main" id="{73547ACF-4F22-A871-72B0-CDF6CCA7281F}"/>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0" name="Google Shape;1350;ga745d1862b_0_846:notes">
            <a:extLst>
              <a:ext uri="{FF2B5EF4-FFF2-40B4-BE49-F238E27FC236}">
                <a16:creationId xmlns:a16="http://schemas.microsoft.com/office/drawing/2014/main" id="{F463B76C-C17F-B9AD-43C0-CF9D766B96A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4445743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8">
          <a:extLst>
            <a:ext uri="{FF2B5EF4-FFF2-40B4-BE49-F238E27FC236}">
              <a16:creationId xmlns:a16="http://schemas.microsoft.com/office/drawing/2014/main" id="{DEFBF862-7839-18CB-E54D-F2E06BAECBF7}"/>
            </a:ext>
          </a:extLst>
        </p:cNvPr>
        <p:cNvGrpSpPr/>
        <p:nvPr/>
      </p:nvGrpSpPr>
      <p:grpSpPr>
        <a:xfrm>
          <a:off x="0" y="0"/>
          <a:ext cx="0" cy="0"/>
          <a:chOff x="0" y="0"/>
          <a:chExt cx="0" cy="0"/>
        </a:xfrm>
      </p:grpSpPr>
      <p:sp>
        <p:nvSpPr>
          <p:cNvPr id="1349" name="Google Shape;1349;ga745d1862b_0_846:notes">
            <a:extLst>
              <a:ext uri="{FF2B5EF4-FFF2-40B4-BE49-F238E27FC236}">
                <a16:creationId xmlns:a16="http://schemas.microsoft.com/office/drawing/2014/main" id="{83B1F1F9-7531-F505-C0DC-6C16CA038BE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0" name="Google Shape;1350;ga745d1862b_0_846:notes">
            <a:extLst>
              <a:ext uri="{FF2B5EF4-FFF2-40B4-BE49-F238E27FC236}">
                <a16:creationId xmlns:a16="http://schemas.microsoft.com/office/drawing/2014/main" id="{455D075E-0CAE-DFBE-C4C0-9365E2DBB85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5703030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8">
          <a:extLst>
            <a:ext uri="{FF2B5EF4-FFF2-40B4-BE49-F238E27FC236}">
              <a16:creationId xmlns:a16="http://schemas.microsoft.com/office/drawing/2014/main" id="{56FAC066-845A-62BF-8BBD-94BBE0DD3FBD}"/>
            </a:ext>
          </a:extLst>
        </p:cNvPr>
        <p:cNvGrpSpPr/>
        <p:nvPr/>
      </p:nvGrpSpPr>
      <p:grpSpPr>
        <a:xfrm>
          <a:off x="0" y="0"/>
          <a:ext cx="0" cy="0"/>
          <a:chOff x="0" y="0"/>
          <a:chExt cx="0" cy="0"/>
        </a:xfrm>
      </p:grpSpPr>
      <p:sp>
        <p:nvSpPr>
          <p:cNvPr id="1349" name="Google Shape;1349;ga745d1862b_0_846:notes">
            <a:extLst>
              <a:ext uri="{FF2B5EF4-FFF2-40B4-BE49-F238E27FC236}">
                <a16:creationId xmlns:a16="http://schemas.microsoft.com/office/drawing/2014/main" id="{ED6585FB-977C-9AC0-D2BE-6EABAF3A109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0" name="Google Shape;1350;ga745d1862b_0_846:notes">
            <a:extLst>
              <a:ext uri="{FF2B5EF4-FFF2-40B4-BE49-F238E27FC236}">
                <a16:creationId xmlns:a16="http://schemas.microsoft.com/office/drawing/2014/main" id="{5110C0EE-1CAE-E9C9-5B21-157581FBD5D8}"/>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555627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8">
          <a:extLst>
            <a:ext uri="{FF2B5EF4-FFF2-40B4-BE49-F238E27FC236}">
              <a16:creationId xmlns:a16="http://schemas.microsoft.com/office/drawing/2014/main" id="{95688C6B-4C0A-0242-204D-BAE51EEE203E}"/>
            </a:ext>
          </a:extLst>
        </p:cNvPr>
        <p:cNvGrpSpPr/>
        <p:nvPr/>
      </p:nvGrpSpPr>
      <p:grpSpPr>
        <a:xfrm>
          <a:off x="0" y="0"/>
          <a:ext cx="0" cy="0"/>
          <a:chOff x="0" y="0"/>
          <a:chExt cx="0" cy="0"/>
        </a:xfrm>
      </p:grpSpPr>
      <p:sp>
        <p:nvSpPr>
          <p:cNvPr id="1349" name="Google Shape;1349;ga745d1862b_0_846:notes">
            <a:extLst>
              <a:ext uri="{FF2B5EF4-FFF2-40B4-BE49-F238E27FC236}">
                <a16:creationId xmlns:a16="http://schemas.microsoft.com/office/drawing/2014/main" id="{84A14CDE-2EBF-76C1-BDC1-D4F570496C5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0" name="Google Shape;1350;ga745d1862b_0_846:notes">
            <a:extLst>
              <a:ext uri="{FF2B5EF4-FFF2-40B4-BE49-F238E27FC236}">
                <a16:creationId xmlns:a16="http://schemas.microsoft.com/office/drawing/2014/main" id="{45B8F146-63EA-DB9E-3986-A558AC694022}"/>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1551001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1"/>
        <p:cNvGrpSpPr/>
        <p:nvPr/>
      </p:nvGrpSpPr>
      <p:grpSpPr>
        <a:xfrm>
          <a:off x="0" y="0"/>
          <a:ext cx="0" cy="0"/>
          <a:chOff x="0" y="0"/>
          <a:chExt cx="0" cy="0"/>
        </a:xfrm>
      </p:grpSpPr>
      <p:sp>
        <p:nvSpPr>
          <p:cNvPr id="1042" name="Google Shape;1042;ga71291a826_0_1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3" name="Google Shape;1043;ga71291a826_0_1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2">
          <a:extLst>
            <a:ext uri="{FF2B5EF4-FFF2-40B4-BE49-F238E27FC236}">
              <a16:creationId xmlns:a16="http://schemas.microsoft.com/office/drawing/2014/main" id="{BBD941DE-32D9-DDBC-3B59-16ED29B426EF}"/>
            </a:ext>
          </a:extLst>
        </p:cNvPr>
        <p:cNvGrpSpPr/>
        <p:nvPr/>
      </p:nvGrpSpPr>
      <p:grpSpPr>
        <a:xfrm>
          <a:off x="0" y="0"/>
          <a:ext cx="0" cy="0"/>
          <a:chOff x="0" y="0"/>
          <a:chExt cx="0" cy="0"/>
        </a:xfrm>
      </p:grpSpPr>
      <p:sp>
        <p:nvSpPr>
          <p:cNvPr id="1113" name="Google Shape;1113;g9fa85cf4fd_0_3:notes">
            <a:extLst>
              <a:ext uri="{FF2B5EF4-FFF2-40B4-BE49-F238E27FC236}">
                <a16:creationId xmlns:a16="http://schemas.microsoft.com/office/drawing/2014/main" id="{0CF93CE2-DCCE-1047-AA3B-250B7742ED8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 name="Google Shape;1114;g9fa85cf4fd_0_3:notes">
            <a:extLst>
              <a:ext uri="{FF2B5EF4-FFF2-40B4-BE49-F238E27FC236}">
                <a16:creationId xmlns:a16="http://schemas.microsoft.com/office/drawing/2014/main" id="{D8DC5EA5-CF5E-A734-AF6D-1475DE43405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5950537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13"/>
        <p:cNvGrpSpPr/>
        <p:nvPr/>
      </p:nvGrpSpPr>
      <p:grpSpPr>
        <a:xfrm>
          <a:off x="0" y="0"/>
          <a:ext cx="0" cy="0"/>
          <a:chOff x="0" y="0"/>
          <a:chExt cx="0" cy="0"/>
        </a:xfrm>
      </p:grpSpPr>
      <p:sp>
        <p:nvSpPr>
          <p:cNvPr id="1214" name="Google Shape;1214;g10cd8a10ccc_0_1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15" name="Google Shape;1215;g10cd8a10ccc_0_1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5"/>
        <p:cNvGrpSpPr/>
        <p:nvPr/>
      </p:nvGrpSpPr>
      <p:grpSpPr>
        <a:xfrm>
          <a:off x="0" y="0"/>
          <a:ext cx="0" cy="0"/>
          <a:chOff x="0" y="0"/>
          <a:chExt cx="0" cy="0"/>
        </a:xfrm>
      </p:grpSpPr>
      <p:sp>
        <p:nvSpPr>
          <p:cNvPr id="1386" name="Google Shape;1386;ga745d1862b_0_4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7" name="Google Shape;1387;ga745d1862b_0_4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1"/>
        <p:cNvGrpSpPr/>
        <p:nvPr/>
      </p:nvGrpSpPr>
      <p:grpSpPr>
        <a:xfrm>
          <a:off x="0" y="0"/>
          <a:ext cx="0" cy="0"/>
          <a:chOff x="0" y="0"/>
          <a:chExt cx="0" cy="0"/>
        </a:xfrm>
      </p:grpSpPr>
      <p:sp>
        <p:nvSpPr>
          <p:cNvPr id="1422" name="Google Shape;1422;g9fa85cf4fd_0_44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3" name="Google Shape;1423;g9fa85cf4fd_0_44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1"/>
        <p:cNvGrpSpPr/>
        <p:nvPr/>
      </p:nvGrpSpPr>
      <p:grpSpPr>
        <a:xfrm>
          <a:off x="0" y="0"/>
          <a:ext cx="0" cy="0"/>
          <a:chOff x="0" y="0"/>
          <a:chExt cx="0" cy="0"/>
        </a:xfrm>
      </p:grpSpPr>
      <p:sp>
        <p:nvSpPr>
          <p:cNvPr id="1492" name="Google Shape;1492;g10d21cc094a_0_18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3" name="Google Shape;1493;g10d21cc094a_0_1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01"/>
        <p:cNvGrpSpPr/>
        <p:nvPr/>
      </p:nvGrpSpPr>
      <p:grpSpPr>
        <a:xfrm>
          <a:off x="0" y="0"/>
          <a:ext cx="0" cy="0"/>
          <a:chOff x="0" y="0"/>
          <a:chExt cx="0" cy="0"/>
        </a:xfrm>
      </p:grpSpPr>
      <p:sp>
        <p:nvSpPr>
          <p:cNvPr id="1602" name="Google Shape;1602;g10d21cc094a_0_12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03" name="Google Shape;1603;g10d21cc094a_0_12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29"/>
        <p:cNvGrpSpPr/>
        <p:nvPr/>
      </p:nvGrpSpPr>
      <p:grpSpPr>
        <a:xfrm>
          <a:off x="0" y="0"/>
          <a:ext cx="0" cy="0"/>
          <a:chOff x="0" y="0"/>
          <a:chExt cx="0" cy="0"/>
        </a:xfrm>
      </p:grpSpPr>
      <p:sp>
        <p:nvSpPr>
          <p:cNvPr id="1730" name="Google Shape;1730;g9fa85cf4fd_0_48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1" name="Google Shape;1731;g9fa85cf4fd_0_48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56"/>
        <p:cNvGrpSpPr/>
        <p:nvPr/>
      </p:nvGrpSpPr>
      <p:grpSpPr>
        <a:xfrm>
          <a:off x="0" y="0"/>
          <a:ext cx="0" cy="0"/>
          <a:chOff x="0" y="0"/>
          <a:chExt cx="0" cy="0"/>
        </a:xfrm>
      </p:grpSpPr>
      <p:sp>
        <p:nvSpPr>
          <p:cNvPr id="1757" name="Google Shape;1757;g10cd8a10ccc_0_2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58" name="Google Shape;1758;g10cd8a10ccc_0_2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63"/>
        <p:cNvGrpSpPr/>
        <p:nvPr/>
      </p:nvGrpSpPr>
      <p:grpSpPr>
        <a:xfrm>
          <a:off x="0" y="0"/>
          <a:ext cx="0" cy="0"/>
          <a:chOff x="0" y="0"/>
          <a:chExt cx="0" cy="0"/>
        </a:xfrm>
      </p:grpSpPr>
      <p:sp>
        <p:nvSpPr>
          <p:cNvPr id="1964" name="Google Shape;1964;g10d21cc094a_0_18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65" name="Google Shape;1965;g10d21cc094a_0_18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85"/>
        <p:cNvGrpSpPr/>
        <p:nvPr/>
      </p:nvGrpSpPr>
      <p:grpSpPr>
        <a:xfrm>
          <a:off x="0" y="0"/>
          <a:ext cx="0" cy="0"/>
          <a:chOff x="0" y="0"/>
          <a:chExt cx="0" cy="0"/>
        </a:xfrm>
      </p:grpSpPr>
      <p:sp>
        <p:nvSpPr>
          <p:cNvPr id="1986" name="Google Shape;1986;g10d21cc094a_0_3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87" name="Google Shape;1987;g10d21cc094a_0_3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06"/>
        <p:cNvGrpSpPr/>
        <p:nvPr/>
      </p:nvGrpSpPr>
      <p:grpSpPr>
        <a:xfrm>
          <a:off x="0" y="0"/>
          <a:ext cx="0" cy="0"/>
          <a:chOff x="0" y="0"/>
          <a:chExt cx="0" cy="0"/>
        </a:xfrm>
      </p:grpSpPr>
      <p:sp>
        <p:nvSpPr>
          <p:cNvPr id="2007" name="Google Shape;2007;g10d21cc094a_0_3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08" name="Google Shape;2008;g10d21cc094a_0_3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3"/>
        <p:cNvGrpSpPr/>
        <p:nvPr/>
      </p:nvGrpSpPr>
      <p:grpSpPr>
        <a:xfrm>
          <a:off x="0" y="0"/>
          <a:ext cx="0" cy="0"/>
          <a:chOff x="0" y="0"/>
          <a:chExt cx="0" cy="0"/>
        </a:xfrm>
      </p:grpSpPr>
      <p:sp>
        <p:nvSpPr>
          <p:cNvPr id="2144" name="Google Shape;2144;g10cd8a10ccc_0_1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5" name="Google Shape;2145;g10cd8a10ccc_0_1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62"/>
        <p:cNvGrpSpPr/>
        <p:nvPr/>
      </p:nvGrpSpPr>
      <p:grpSpPr>
        <a:xfrm>
          <a:off x="0" y="0"/>
          <a:ext cx="0" cy="0"/>
          <a:chOff x="0" y="0"/>
          <a:chExt cx="0" cy="0"/>
        </a:xfrm>
      </p:grpSpPr>
      <p:sp>
        <p:nvSpPr>
          <p:cNvPr id="2163" name="Google Shape;2163;ga71291a826_0_6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64" name="Google Shape;2164;ga71291a826_0_6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4"/>
        <p:cNvGrpSpPr/>
        <p:nvPr/>
      </p:nvGrpSpPr>
      <p:grpSpPr>
        <a:xfrm>
          <a:off x="0" y="0"/>
          <a:ext cx="0" cy="0"/>
          <a:chOff x="0" y="0"/>
          <a:chExt cx="0" cy="0"/>
        </a:xfrm>
      </p:grpSpPr>
      <p:sp>
        <p:nvSpPr>
          <p:cNvPr id="2185" name="Google Shape;2185;g10cd8a10ccc_0_3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86" name="Google Shape;2186;g10cd8a10ccc_0_3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31"/>
        <p:cNvGrpSpPr/>
        <p:nvPr/>
      </p:nvGrpSpPr>
      <p:grpSpPr>
        <a:xfrm>
          <a:off x="0" y="0"/>
          <a:ext cx="0" cy="0"/>
          <a:chOff x="0" y="0"/>
          <a:chExt cx="0" cy="0"/>
        </a:xfrm>
      </p:grpSpPr>
      <p:sp>
        <p:nvSpPr>
          <p:cNvPr id="2232" name="Google Shape;2232;ga71291a826_0_7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33" name="Google Shape;2233;ga71291a826_0_7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49"/>
        <p:cNvGrpSpPr/>
        <p:nvPr/>
      </p:nvGrpSpPr>
      <p:grpSpPr>
        <a:xfrm>
          <a:off x="0" y="0"/>
          <a:ext cx="0" cy="0"/>
          <a:chOff x="0" y="0"/>
          <a:chExt cx="0" cy="0"/>
        </a:xfrm>
      </p:grpSpPr>
      <p:sp>
        <p:nvSpPr>
          <p:cNvPr id="2250" name="Google Shape;2250;g10cd8a10ccc_0_3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51" name="Google Shape;2251;g10cd8a10ccc_0_3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68"/>
        <p:cNvGrpSpPr/>
        <p:nvPr/>
      </p:nvGrpSpPr>
      <p:grpSpPr>
        <a:xfrm>
          <a:off x="0" y="0"/>
          <a:ext cx="0" cy="0"/>
          <a:chOff x="0" y="0"/>
          <a:chExt cx="0" cy="0"/>
        </a:xfrm>
      </p:grpSpPr>
      <p:sp>
        <p:nvSpPr>
          <p:cNvPr id="2269" name="Google Shape;2269;ga71291a826_0_6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70" name="Google Shape;2270;ga71291a826_0_6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30"/>
        <p:cNvGrpSpPr/>
        <p:nvPr/>
      </p:nvGrpSpPr>
      <p:grpSpPr>
        <a:xfrm>
          <a:off x="0" y="0"/>
          <a:ext cx="0" cy="0"/>
          <a:chOff x="0" y="0"/>
          <a:chExt cx="0" cy="0"/>
        </a:xfrm>
      </p:grpSpPr>
      <p:sp>
        <p:nvSpPr>
          <p:cNvPr id="2331" name="Google Shape;2331;g10d21cc094a_0_2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32" name="Google Shape;2332;g10d21cc094a_0_2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63"/>
        <p:cNvGrpSpPr/>
        <p:nvPr/>
      </p:nvGrpSpPr>
      <p:grpSpPr>
        <a:xfrm>
          <a:off x="0" y="0"/>
          <a:ext cx="0" cy="0"/>
          <a:chOff x="0" y="0"/>
          <a:chExt cx="0" cy="0"/>
        </a:xfrm>
      </p:grpSpPr>
      <p:sp>
        <p:nvSpPr>
          <p:cNvPr id="2464" name="Google Shape;2464;ga71291a826_0_7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65" name="Google Shape;2465;ga71291a826_0_7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05"/>
        <p:cNvGrpSpPr/>
        <p:nvPr/>
      </p:nvGrpSpPr>
      <p:grpSpPr>
        <a:xfrm>
          <a:off x="0" y="0"/>
          <a:ext cx="0" cy="0"/>
          <a:chOff x="0" y="0"/>
          <a:chExt cx="0" cy="0"/>
        </a:xfrm>
      </p:grpSpPr>
      <p:sp>
        <p:nvSpPr>
          <p:cNvPr id="2506" name="Google Shape;2506;ga745d1862b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07" name="Google Shape;2507;ga745d1862b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84"/>
        <p:cNvGrpSpPr/>
        <p:nvPr/>
      </p:nvGrpSpPr>
      <p:grpSpPr>
        <a:xfrm>
          <a:off x="0" y="0"/>
          <a:ext cx="0" cy="0"/>
          <a:chOff x="0" y="0"/>
          <a:chExt cx="0" cy="0"/>
        </a:xfrm>
      </p:grpSpPr>
      <p:sp>
        <p:nvSpPr>
          <p:cNvPr id="2585" name="Google Shape;2585;g10d21cc094a_0_5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86" name="Google Shape;2586;g10d21cc094a_0_5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94"/>
        <p:cNvGrpSpPr/>
        <p:nvPr/>
      </p:nvGrpSpPr>
      <p:grpSpPr>
        <a:xfrm>
          <a:off x="0" y="0"/>
          <a:ext cx="0" cy="0"/>
          <a:chOff x="0" y="0"/>
          <a:chExt cx="0" cy="0"/>
        </a:xfrm>
      </p:grpSpPr>
      <p:sp>
        <p:nvSpPr>
          <p:cNvPr id="2695" name="Google Shape;2695;g9fa85cf4fd_0_44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96" name="Google Shape;2696;g9fa85cf4fd_0_44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44"/>
        <p:cNvGrpSpPr/>
        <p:nvPr/>
      </p:nvGrpSpPr>
      <p:grpSpPr>
        <a:xfrm>
          <a:off x="0" y="0"/>
          <a:ext cx="0" cy="0"/>
          <a:chOff x="0" y="0"/>
          <a:chExt cx="0" cy="0"/>
        </a:xfrm>
      </p:grpSpPr>
      <p:sp>
        <p:nvSpPr>
          <p:cNvPr id="2745" name="Google Shape;2745;g10cd8a10ccc_0_3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46" name="Google Shape;2746;g10cd8a10ccc_0_3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82"/>
        <p:cNvGrpSpPr/>
        <p:nvPr/>
      </p:nvGrpSpPr>
      <p:grpSpPr>
        <a:xfrm>
          <a:off x="0" y="0"/>
          <a:ext cx="0" cy="0"/>
          <a:chOff x="0" y="0"/>
          <a:chExt cx="0" cy="0"/>
        </a:xfrm>
      </p:grpSpPr>
      <p:sp>
        <p:nvSpPr>
          <p:cNvPr id="2783" name="Google Shape;2783;ga745d1862b_0_16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84" name="Google Shape;2784;ga745d1862b_0_1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03"/>
        <p:cNvGrpSpPr/>
        <p:nvPr/>
      </p:nvGrpSpPr>
      <p:grpSpPr>
        <a:xfrm>
          <a:off x="0" y="0"/>
          <a:ext cx="0" cy="0"/>
          <a:chOff x="0" y="0"/>
          <a:chExt cx="0" cy="0"/>
        </a:xfrm>
      </p:grpSpPr>
      <p:sp>
        <p:nvSpPr>
          <p:cNvPr id="2804" name="Google Shape;2804;g10cd8a10ccc_0_4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05" name="Google Shape;2805;g10cd8a10ccc_0_4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19"/>
        <p:cNvGrpSpPr/>
        <p:nvPr/>
      </p:nvGrpSpPr>
      <p:grpSpPr>
        <a:xfrm>
          <a:off x="0" y="0"/>
          <a:ext cx="0" cy="0"/>
          <a:chOff x="0" y="0"/>
          <a:chExt cx="0" cy="0"/>
        </a:xfrm>
      </p:grpSpPr>
      <p:sp>
        <p:nvSpPr>
          <p:cNvPr id="2820" name="Google Shape;2820;ga745d1862b_0_4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21" name="Google Shape;2821;ga745d1862b_0_4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84"/>
        <p:cNvGrpSpPr/>
        <p:nvPr/>
      </p:nvGrpSpPr>
      <p:grpSpPr>
        <a:xfrm>
          <a:off x="0" y="0"/>
          <a:ext cx="0" cy="0"/>
          <a:chOff x="0" y="0"/>
          <a:chExt cx="0" cy="0"/>
        </a:xfrm>
      </p:grpSpPr>
      <p:sp>
        <p:nvSpPr>
          <p:cNvPr id="2885" name="Google Shape;2885;g10cd8a10ccc_0_3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86" name="Google Shape;2886;g10cd8a10ccc_0_3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06"/>
        <p:cNvGrpSpPr/>
        <p:nvPr/>
      </p:nvGrpSpPr>
      <p:grpSpPr>
        <a:xfrm>
          <a:off x="0" y="0"/>
          <a:ext cx="0" cy="0"/>
          <a:chOff x="0" y="0"/>
          <a:chExt cx="0" cy="0"/>
        </a:xfrm>
      </p:grpSpPr>
      <p:sp>
        <p:nvSpPr>
          <p:cNvPr id="2907" name="Google Shape;2907;ga745d1862b_0_7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08" name="Google Shape;2908;ga745d1862b_0_7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27"/>
        <p:cNvGrpSpPr/>
        <p:nvPr/>
      </p:nvGrpSpPr>
      <p:grpSpPr>
        <a:xfrm>
          <a:off x="0" y="0"/>
          <a:ext cx="0" cy="0"/>
          <a:chOff x="0" y="0"/>
          <a:chExt cx="0" cy="0"/>
        </a:xfrm>
      </p:grpSpPr>
      <p:sp>
        <p:nvSpPr>
          <p:cNvPr id="2928" name="Google Shape;2928;g10d21cc094a_0_2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29" name="Google Shape;2929;g10d21cc094a_0_2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82"/>
        <p:cNvGrpSpPr/>
        <p:nvPr/>
      </p:nvGrpSpPr>
      <p:grpSpPr>
        <a:xfrm>
          <a:off x="0" y="0"/>
          <a:ext cx="0" cy="0"/>
          <a:chOff x="0" y="0"/>
          <a:chExt cx="0" cy="0"/>
        </a:xfrm>
      </p:grpSpPr>
      <p:sp>
        <p:nvSpPr>
          <p:cNvPr id="2983" name="Google Shape;2983;g10cd8a10ccc_0_19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84" name="Google Shape;2984;g10cd8a10ccc_0_1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01"/>
        <p:cNvGrpSpPr/>
        <p:nvPr/>
      </p:nvGrpSpPr>
      <p:grpSpPr>
        <a:xfrm>
          <a:off x="0" y="0"/>
          <a:ext cx="0" cy="0"/>
          <a:chOff x="0" y="0"/>
          <a:chExt cx="0" cy="0"/>
        </a:xfrm>
      </p:grpSpPr>
      <p:sp>
        <p:nvSpPr>
          <p:cNvPr id="3002" name="Google Shape;3002;g10d21cc094a_0_3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03" name="Google Shape;3003;g10d21cc094a_0_3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40"/>
        <p:cNvGrpSpPr/>
        <p:nvPr/>
      </p:nvGrpSpPr>
      <p:grpSpPr>
        <a:xfrm>
          <a:off x="0" y="0"/>
          <a:ext cx="0" cy="0"/>
          <a:chOff x="0" y="0"/>
          <a:chExt cx="0" cy="0"/>
        </a:xfrm>
      </p:grpSpPr>
      <p:sp>
        <p:nvSpPr>
          <p:cNvPr id="3041" name="Google Shape;3041;ga745d1862b_0_26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42" name="Google Shape;3042;ga745d1862b_0_2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58"/>
        <p:cNvGrpSpPr/>
        <p:nvPr/>
      </p:nvGrpSpPr>
      <p:grpSpPr>
        <a:xfrm>
          <a:off x="0" y="0"/>
          <a:ext cx="0" cy="0"/>
          <a:chOff x="0" y="0"/>
          <a:chExt cx="0" cy="0"/>
        </a:xfrm>
      </p:grpSpPr>
      <p:sp>
        <p:nvSpPr>
          <p:cNvPr id="3059" name="Google Shape;3059;g10cd8a10ccc_0_4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60" name="Google Shape;3060;g10cd8a10ccc_0_4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93"/>
        <p:cNvGrpSpPr/>
        <p:nvPr/>
      </p:nvGrpSpPr>
      <p:grpSpPr>
        <a:xfrm>
          <a:off x="0" y="0"/>
          <a:ext cx="0" cy="0"/>
          <a:chOff x="0" y="0"/>
          <a:chExt cx="0" cy="0"/>
        </a:xfrm>
      </p:grpSpPr>
      <p:sp>
        <p:nvSpPr>
          <p:cNvPr id="3094" name="Google Shape;3094;ga745d1862b_0_8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95" name="Google Shape;3095;ga745d1862b_0_8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20"/>
        <p:cNvGrpSpPr/>
        <p:nvPr/>
      </p:nvGrpSpPr>
      <p:grpSpPr>
        <a:xfrm>
          <a:off x="0" y="0"/>
          <a:ext cx="0" cy="0"/>
          <a:chOff x="0" y="0"/>
          <a:chExt cx="0" cy="0"/>
        </a:xfrm>
      </p:grpSpPr>
      <p:sp>
        <p:nvSpPr>
          <p:cNvPr id="3121" name="Google Shape;3121;g10cd8a10ccc_0_3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22" name="Google Shape;3122;g10cd8a10ccc_0_3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33"/>
        <p:cNvGrpSpPr/>
        <p:nvPr/>
      </p:nvGrpSpPr>
      <p:grpSpPr>
        <a:xfrm>
          <a:off x="0" y="0"/>
          <a:ext cx="0" cy="0"/>
          <a:chOff x="0" y="0"/>
          <a:chExt cx="0" cy="0"/>
        </a:xfrm>
      </p:grpSpPr>
      <p:sp>
        <p:nvSpPr>
          <p:cNvPr id="3134" name="Google Shape;3134;g10d21cc094a_0_2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35" name="Google Shape;3135;g10d21cc094a_0_2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43"/>
        <p:cNvGrpSpPr/>
        <p:nvPr/>
      </p:nvGrpSpPr>
      <p:grpSpPr>
        <a:xfrm>
          <a:off x="0" y="0"/>
          <a:ext cx="0" cy="0"/>
          <a:chOff x="0" y="0"/>
          <a:chExt cx="0" cy="0"/>
        </a:xfrm>
      </p:grpSpPr>
      <p:sp>
        <p:nvSpPr>
          <p:cNvPr id="3144" name="Google Shape;3144;ga745d1862b_0_8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45" name="Google Shape;3145;ga745d1862b_0_8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57"/>
        <p:cNvGrpSpPr/>
        <p:nvPr/>
      </p:nvGrpSpPr>
      <p:grpSpPr>
        <a:xfrm>
          <a:off x="0" y="0"/>
          <a:ext cx="0" cy="0"/>
          <a:chOff x="0" y="0"/>
          <a:chExt cx="0" cy="0"/>
        </a:xfrm>
      </p:grpSpPr>
      <p:sp>
        <p:nvSpPr>
          <p:cNvPr id="3158" name="Google Shape;3158;ga745d1862b_0_9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59" name="Google Shape;3159;ga745d1862b_0_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86"/>
        <p:cNvGrpSpPr/>
        <p:nvPr/>
      </p:nvGrpSpPr>
      <p:grpSpPr>
        <a:xfrm>
          <a:off x="0" y="0"/>
          <a:ext cx="0" cy="0"/>
          <a:chOff x="0" y="0"/>
          <a:chExt cx="0" cy="0"/>
        </a:xfrm>
      </p:grpSpPr>
      <p:sp>
        <p:nvSpPr>
          <p:cNvPr id="3187" name="Google Shape;3187;g10d21cc094a_0_66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88" name="Google Shape;3188;g10d21cc094a_0_6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30"/>
        <p:cNvGrpSpPr/>
        <p:nvPr/>
      </p:nvGrpSpPr>
      <p:grpSpPr>
        <a:xfrm>
          <a:off x="0" y="0"/>
          <a:ext cx="0" cy="0"/>
          <a:chOff x="0" y="0"/>
          <a:chExt cx="0" cy="0"/>
        </a:xfrm>
      </p:grpSpPr>
      <p:sp>
        <p:nvSpPr>
          <p:cNvPr id="3231" name="Google Shape;3231;ga745d1862b_0_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32" name="Google Shape;3232;ga745d1862b_0_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39"/>
        <p:cNvGrpSpPr/>
        <p:nvPr/>
      </p:nvGrpSpPr>
      <p:grpSpPr>
        <a:xfrm>
          <a:off x="0" y="0"/>
          <a:ext cx="0" cy="0"/>
          <a:chOff x="0" y="0"/>
          <a:chExt cx="0" cy="0"/>
        </a:xfrm>
      </p:grpSpPr>
      <p:sp>
        <p:nvSpPr>
          <p:cNvPr id="3240" name="Google Shape;3240;g10cd8a10ccc_0_2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41" name="Google Shape;3241;g10cd8a10ccc_0_2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56"/>
        <p:cNvGrpSpPr/>
        <p:nvPr/>
      </p:nvGrpSpPr>
      <p:grpSpPr>
        <a:xfrm>
          <a:off x="0" y="0"/>
          <a:ext cx="0" cy="0"/>
          <a:chOff x="0" y="0"/>
          <a:chExt cx="0" cy="0"/>
        </a:xfrm>
      </p:grpSpPr>
      <p:sp>
        <p:nvSpPr>
          <p:cNvPr id="3257" name="Google Shape;3257;g10cd8a10ccc_0_8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58" name="Google Shape;3258;g10cd8a10ccc_0_8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40"/>
        <p:cNvGrpSpPr/>
        <p:nvPr/>
      </p:nvGrpSpPr>
      <p:grpSpPr>
        <a:xfrm>
          <a:off x="0" y="0"/>
          <a:ext cx="0" cy="0"/>
          <a:chOff x="0" y="0"/>
          <a:chExt cx="0" cy="0"/>
        </a:xfrm>
      </p:grpSpPr>
      <p:sp>
        <p:nvSpPr>
          <p:cNvPr id="3441" name="Google Shape;3441;g10cd8a10ccc_0_6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42" name="Google Shape;3442;g10cd8a10ccc_0_6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65"/>
        <p:cNvGrpSpPr/>
        <p:nvPr/>
      </p:nvGrpSpPr>
      <p:grpSpPr>
        <a:xfrm>
          <a:off x="0" y="0"/>
          <a:ext cx="0" cy="0"/>
          <a:chOff x="0" y="0"/>
          <a:chExt cx="0" cy="0"/>
        </a:xfrm>
      </p:grpSpPr>
      <p:sp>
        <p:nvSpPr>
          <p:cNvPr id="3466" name="Google Shape;3466;g10cd8a10ccc_0_7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67" name="Google Shape;3467;g10cd8a10ccc_0_7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97"/>
        <p:cNvGrpSpPr/>
        <p:nvPr/>
      </p:nvGrpSpPr>
      <p:grpSpPr>
        <a:xfrm>
          <a:off x="0" y="0"/>
          <a:ext cx="0" cy="0"/>
          <a:chOff x="0" y="0"/>
          <a:chExt cx="0" cy="0"/>
        </a:xfrm>
      </p:grpSpPr>
      <p:sp>
        <p:nvSpPr>
          <p:cNvPr id="3498" name="Google Shape;3498;g10d21cc094a_0_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99" name="Google Shape;3499;g10d21cc094a_0_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9"/>
        <p:cNvGrpSpPr/>
        <p:nvPr/>
      </p:nvGrpSpPr>
      <p:grpSpPr>
        <a:xfrm>
          <a:off x="0" y="0"/>
          <a:ext cx="0" cy="0"/>
          <a:chOff x="0" y="0"/>
          <a:chExt cx="0" cy="0"/>
        </a:xfrm>
      </p:grpSpPr>
      <p:sp>
        <p:nvSpPr>
          <p:cNvPr id="3610" name="Google Shape;3610;g10d21cc094a_0_1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11" name="Google Shape;3611;g10d21cc094a_0_1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53"/>
        <p:cNvGrpSpPr/>
        <p:nvPr/>
      </p:nvGrpSpPr>
      <p:grpSpPr>
        <a:xfrm>
          <a:off x="0" y="0"/>
          <a:ext cx="0" cy="0"/>
          <a:chOff x="0" y="0"/>
          <a:chExt cx="0" cy="0"/>
        </a:xfrm>
      </p:grpSpPr>
      <p:sp>
        <p:nvSpPr>
          <p:cNvPr id="3654" name="Google Shape;3654;g10d21cc094a_0_2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55" name="Google Shape;3655;g10d21cc094a_0_2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10"/>
        <p:cNvGrpSpPr/>
        <p:nvPr/>
      </p:nvGrpSpPr>
      <p:grpSpPr>
        <a:xfrm>
          <a:off x="0" y="0"/>
          <a:ext cx="0" cy="0"/>
          <a:chOff x="0" y="0"/>
          <a:chExt cx="0" cy="0"/>
        </a:xfrm>
      </p:grpSpPr>
      <p:sp>
        <p:nvSpPr>
          <p:cNvPr id="3711" name="Google Shape;3711;g10d21cc094a_0_2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12" name="Google Shape;3712;g10d21cc094a_0_2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72"/>
        <p:cNvGrpSpPr/>
        <p:nvPr/>
      </p:nvGrpSpPr>
      <p:grpSpPr>
        <a:xfrm>
          <a:off x="0" y="0"/>
          <a:ext cx="0" cy="0"/>
          <a:chOff x="0" y="0"/>
          <a:chExt cx="0" cy="0"/>
        </a:xfrm>
      </p:grpSpPr>
      <p:sp>
        <p:nvSpPr>
          <p:cNvPr id="3773" name="Google Shape;3773;g10d21cc094a_0_2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74" name="Google Shape;3774;g10d21cc094a_0_2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30"/>
        <p:cNvGrpSpPr/>
        <p:nvPr/>
      </p:nvGrpSpPr>
      <p:grpSpPr>
        <a:xfrm>
          <a:off x="0" y="0"/>
          <a:ext cx="0" cy="0"/>
          <a:chOff x="0" y="0"/>
          <a:chExt cx="0" cy="0"/>
        </a:xfrm>
      </p:grpSpPr>
      <p:sp>
        <p:nvSpPr>
          <p:cNvPr id="3831" name="Google Shape;3831;g10d21cc094a_0_5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32" name="Google Shape;3832;g10d21cc094a_0_5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47"/>
        <p:cNvGrpSpPr/>
        <p:nvPr/>
      </p:nvGrpSpPr>
      <p:grpSpPr>
        <a:xfrm>
          <a:off x="0" y="0"/>
          <a:ext cx="0" cy="0"/>
          <a:chOff x="0" y="0"/>
          <a:chExt cx="0" cy="0"/>
        </a:xfrm>
      </p:grpSpPr>
      <p:sp>
        <p:nvSpPr>
          <p:cNvPr id="3848" name="Google Shape;3848;g10d21cc094a_0_7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49" name="Google Shape;3849;g10d21cc094a_0_7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70"/>
        <p:cNvGrpSpPr/>
        <p:nvPr/>
      </p:nvGrpSpPr>
      <p:grpSpPr>
        <a:xfrm>
          <a:off x="0" y="0"/>
          <a:ext cx="0" cy="0"/>
          <a:chOff x="0" y="0"/>
          <a:chExt cx="0" cy="0"/>
        </a:xfrm>
      </p:grpSpPr>
      <p:sp>
        <p:nvSpPr>
          <p:cNvPr id="3871" name="Google Shape;3871;g10d21cc094a_0_4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72" name="Google Shape;3872;g10d21cc094a_0_4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51"/>
        <p:cNvGrpSpPr/>
        <p:nvPr/>
      </p:nvGrpSpPr>
      <p:grpSpPr>
        <a:xfrm>
          <a:off x="0" y="0"/>
          <a:ext cx="0" cy="0"/>
          <a:chOff x="0" y="0"/>
          <a:chExt cx="0" cy="0"/>
        </a:xfrm>
      </p:grpSpPr>
      <p:sp>
        <p:nvSpPr>
          <p:cNvPr id="4052" name="Google Shape;4052;g9fa85cf4fd_0_40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53" name="Google Shape;4053;g9fa85cf4fd_0_40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91"/>
        <p:cNvGrpSpPr/>
        <p:nvPr/>
      </p:nvGrpSpPr>
      <p:grpSpPr>
        <a:xfrm>
          <a:off x="0" y="0"/>
          <a:ext cx="0" cy="0"/>
          <a:chOff x="0" y="0"/>
          <a:chExt cx="0" cy="0"/>
        </a:xfrm>
      </p:grpSpPr>
      <p:sp>
        <p:nvSpPr>
          <p:cNvPr id="4192" name="Google Shape;4192;ga745d1862b_0_10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93" name="Google Shape;4193;ga745d1862b_0_10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75"/>
        <p:cNvGrpSpPr/>
        <p:nvPr/>
      </p:nvGrpSpPr>
      <p:grpSpPr>
        <a:xfrm>
          <a:off x="0" y="0"/>
          <a:ext cx="0" cy="0"/>
          <a:chOff x="0" y="0"/>
          <a:chExt cx="0" cy="0"/>
        </a:xfrm>
      </p:grpSpPr>
      <p:sp>
        <p:nvSpPr>
          <p:cNvPr id="5076" name="Google Shape;5076;g10cd8a10ccc_0_8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77" name="Google Shape;5077;g10cd8a10ccc_0_8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79"/>
        <p:cNvGrpSpPr/>
        <p:nvPr/>
      </p:nvGrpSpPr>
      <p:grpSpPr>
        <a:xfrm>
          <a:off x="0" y="0"/>
          <a:ext cx="0" cy="0"/>
          <a:chOff x="0" y="0"/>
          <a:chExt cx="0" cy="0"/>
        </a:xfrm>
      </p:grpSpPr>
      <p:sp>
        <p:nvSpPr>
          <p:cNvPr id="6180" name="Google Shape;6180;ga77613c805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81" name="Google Shape;6181;ga77613c805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28"/>
        <p:cNvGrpSpPr/>
        <p:nvPr/>
      </p:nvGrpSpPr>
      <p:grpSpPr>
        <a:xfrm>
          <a:off x="0" y="0"/>
          <a:ext cx="0" cy="0"/>
          <a:chOff x="0" y="0"/>
          <a:chExt cx="0" cy="0"/>
        </a:xfrm>
      </p:grpSpPr>
      <p:sp>
        <p:nvSpPr>
          <p:cNvPr id="6429" name="Google Shape;6429;g108f19475f7_0_7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30" name="Google Shape;6430;g108f19475f7_0_7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36"/>
        <p:cNvGrpSpPr/>
        <p:nvPr/>
      </p:nvGrpSpPr>
      <p:grpSpPr>
        <a:xfrm>
          <a:off x="0" y="0"/>
          <a:ext cx="0" cy="0"/>
          <a:chOff x="0" y="0"/>
          <a:chExt cx="0" cy="0"/>
        </a:xfrm>
      </p:grpSpPr>
      <p:sp>
        <p:nvSpPr>
          <p:cNvPr id="6637" name="Google Shape;6637;g108f19475f7_0_10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38" name="Google Shape;6638;g108f19475f7_0_10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75"/>
        <p:cNvGrpSpPr/>
        <p:nvPr/>
      </p:nvGrpSpPr>
      <p:grpSpPr>
        <a:xfrm>
          <a:off x="0" y="0"/>
          <a:ext cx="0" cy="0"/>
          <a:chOff x="0" y="0"/>
          <a:chExt cx="0" cy="0"/>
        </a:xfrm>
      </p:grpSpPr>
      <p:sp>
        <p:nvSpPr>
          <p:cNvPr id="6676" name="Google Shape;6676;g108f19475f7_0_11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77" name="Google Shape;6677;g108f19475f7_0_11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27"/>
        <p:cNvGrpSpPr/>
        <p:nvPr/>
      </p:nvGrpSpPr>
      <p:grpSpPr>
        <a:xfrm>
          <a:off x="0" y="0"/>
          <a:ext cx="0" cy="0"/>
          <a:chOff x="0" y="0"/>
          <a:chExt cx="0" cy="0"/>
        </a:xfrm>
      </p:grpSpPr>
      <p:sp>
        <p:nvSpPr>
          <p:cNvPr id="6728" name="Google Shape;6728;ga77613c805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29" name="Google Shape;6729;ga77613c805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35"/>
        <p:cNvGrpSpPr/>
        <p:nvPr/>
      </p:nvGrpSpPr>
      <p:grpSpPr>
        <a:xfrm>
          <a:off x="0" y="0"/>
          <a:ext cx="0" cy="0"/>
          <a:chOff x="0" y="0"/>
          <a:chExt cx="0" cy="0"/>
        </a:xfrm>
      </p:grpSpPr>
      <p:sp>
        <p:nvSpPr>
          <p:cNvPr id="6736" name="Google Shape;6736;g108f19475f7_0_119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37" name="Google Shape;6737;g108f19475f7_0_11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4"/>
        <p:cNvGrpSpPr/>
        <p:nvPr/>
      </p:nvGrpSpPr>
      <p:grpSpPr>
        <a:xfrm>
          <a:off x="0" y="0"/>
          <a:ext cx="0" cy="0"/>
          <a:chOff x="0" y="0"/>
          <a:chExt cx="0" cy="0"/>
        </a:xfrm>
      </p:grpSpPr>
      <p:sp>
        <p:nvSpPr>
          <p:cNvPr id="6745" name="Google Shape;6745;SLIDES_API346583955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46" name="Google Shape;6746;SLIDES_API346583955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51"/>
        <p:cNvGrpSpPr/>
        <p:nvPr/>
      </p:nvGrpSpPr>
      <p:grpSpPr>
        <a:xfrm>
          <a:off x="0" y="0"/>
          <a:ext cx="0" cy="0"/>
          <a:chOff x="0" y="0"/>
          <a:chExt cx="0" cy="0"/>
        </a:xfrm>
      </p:grpSpPr>
      <p:sp>
        <p:nvSpPr>
          <p:cNvPr id="6752" name="Google Shape;6752;ga77613c805_0_1534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53" name="Google Shape;6753;ga77613c805_0_153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73"/>
        <p:cNvGrpSpPr/>
        <p:nvPr/>
      </p:nvGrpSpPr>
      <p:grpSpPr>
        <a:xfrm>
          <a:off x="0" y="0"/>
          <a:ext cx="0" cy="0"/>
          <a:chOff x="0" y="0"/>
          <a:chExt cx="0" cy="0"/>
        </a:xfrm>
      </p:grpSpPr>
      <p:sp>
        <p:nvSpPr>
          <p:cNvPr id="6774" name="Google Shape;6774;ga77613c805_0_1536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75" name="Google Shape;6775;ga77613c805_0_153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89"/>
        <p:cNvGrpSpPr/>
        <p:nvPr/>
      </p:nvGrpSpPr>
      <p:grpSpPr>
        <a:xfrm>
          <a:off x="0" y="0"/>
          <a:ext cx="0" cy="0"/>
          <a:chOff x="0" y="0"/>
          <a:chExt cx="0" cy="0"/>
        </a:xfrm>
      </p:grpSpPr>
      <p:sp>
        <p:nvSpPr>
          <p:cNvPr id="6790" name="Google Shape;6790;ga77613c805_0_1537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91" name="Google Shape;6791;ga77613c805_0_153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26"/>
        <p:cNvGrpSpPr/>
        <p:nvPr/>
      </p:nvGrpSpPr>
      <p:grpSpPr>
        <a:xfrm>
          <a:off x="0" y="0"/>
          <a:ext cx="0" cy="0"/>
          <a:chOff x="0" y="0"/>
          <a:chExt cx="0" cy="0"/>
        </a:xfrm>
      </p:grpSpPr>
      <p:sp>
        <p:nvSpPr>
          <p:cNvPr id="7127" name="Google Shape;7127;ga77613c805_0_1571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28" name="Google Shape;7128;ga77613c805_0_157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13"/>
        <p:cNvGrpSpPr/>
        <p:nvPr/>
      </p:nvGrpSpPr>
      <p:grpSpPr>
        <a:xfrm>
          <a:off x="0" y="0"/>
          <a:ext cx="0" cy="0"/>
          <a:chOff x="0" y="0"/>
          <a:chExt cx="0" cy="0"/>
        </a:xfrm>
      </p:grpSpPr>
      <p:sp>
        <p:nvSpPr>
          <p:cNvPr id="9914" name="Google Shape;9914;ga77613c805_0_1849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15" name="Google Shape;9915;ga77613c805_0_184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32"/>
        <p:cNvGrpSpPr/>
        <p:nvPr/>
      </p:nvGrpSpPr>
      <p:grpSpPr>
        <a:xfrm>
          <a:off x="0" y="0"/>
          <a:ext cx="0" cy="0"/>
          <a:chOff x="0" y="0"/>
          <a:chExt cx="0" cy="0"/>
        </a:xfrm>
      </p:grpSpPr>
      <p:sp>
        <p:nvSpPr>
          <p:cNvPr id="10333" name="Google Shape;10333;ga77613c805_0_189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34" name="Google Shape;10334;ga77613c805_0_189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02"/>
        <p:cNvGrpSpPr/>
        <p:nvPr/>
      </p:nvGrpSpPr>
      <p:grpSpPr>
        <a:xfrm>
          <a:off x="0" y="0"/>
          <a:ext cx="0" cy="0"/>
          <a:chOff x="0" y="0"/>
          <a:chExt cx="0" cy="0"/>
        </a:xfrm>
      </p:grpSpPr>
      <p:sp>
        <p:nvSpPr>
          <p:cNvPr id="10503" name="Google Shape;10503;ga77613c805_0_190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04" name="Google Shape;10504;ga77613c805_0_190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07"/>
        <p:cNvGrpSpPr/>
        <p:nvPr/>
      </p:nvGrpSpPr>
      <p:grpSpPr>
        <a:xfrm>
          <a:off x="0" y="0"/>
          <a:ext cx="0" cy="0"/>
          <a:chOff x="0" y="0"/>
          <a:chExt cx="0" cy="0"/>
        </a:xfrm>
      </p:grpSpPr>
      <p:sp>
        <p:nvSpPr>
          <p:cNvPr id="10908" name="Google Shape;10908;ga77613c805_0_194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09" name="Google Shape;10909;ga77613c805_0_194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87"/>
        <p:cNvGrpSpPr/>
        <p:nvPr/>
      </p:nvGrpSpPr>
      <p:grpSpPr>
        <a:xfrm>
          <a:off x="0" y="0"/>
          <a:ext cx="0" cy="0"/>
          <a:chOff x="0" y="0"/>
          <a:chExt cx="0" cy="0"/>
        </a:xfrm>
      </p:grpSpPr>
      <p:sp>
        <p:nvSpPr>
          <p:cNvPr id="11288" name="Google Shape;11288;ga77613c805_0_1986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89" name="Google Shape;11289;ga77613c805_0_198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55"/>
        <p:cNvGrpSpPr/>
        <p:nvPr/>
      </p:nvGrpSpPr>
      <p:grpSpPr>
        <a:xfrm>
          <a:off x="0" y="0"/>
          <a:ext cx="0" cy="0"/>
          <a:chOff x="0" y="0"/>
          <a:chExt cx="0" cy="0"/>
        </a:xfrm>
      </p:grpSpPr>
      <p:sp>
        <p:nvSpPr>
          <p:cNvPr id="12056" name="Google Shape;12056;ga77613c805_0_2063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57" name="Google Shape;12057;ga77613c805_0_20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62"/>
        <p:cNvGrpSpPr/>
        <p:nvPr/>
      </p:nvGrpSpPr>
      <p:grpSpPr>
        <a:xfrm>
          <a:off x="0" y="0"/>
          <a:ext cx="0" cy="0"/>
          <a:chOff x="0" y="0"/>
          <a:chExt cx="0" cy="0"/>
        </a:xfrm>
      </p:grpSpPr>
      <p:sp>
        <p:nvSpPr>
          <p:cNvPr id="13463" name="Google Shape;13463;ga77613c805_0_2204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64" name="Google Shape;13464;ga77613c805_0_220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856"/>
        <p:cNvGrpSpPr/>
        <p:nvPr/>
      </p:nvGrpSpPr>
      <p:grpSpPr>
        <a:xfrm>
          <a:off x="0" y="0"/>
          <a:ext cx="0" cy="0"/>
          <a:chOff x="0" y="0"/>
          <a:chExt cx="0" cy="0"/>
        </a:xfrm>
      </p:grpSpPr>
      <p:sp>
        <p:nvSpPr>
          <p:cNvPr id="15857" name="Google Shape;15857;ga77613c805_0_244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858" name="Google Shape;15858;ga77613c805_0_244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870"/>
        <p:cNvGrpSpPr/>
        <p:nvPr/>
      </p:nvGrpSpPr>
      <p:grpSpPr>
        <a:xfrm>
          <a:off x="0" y="0"/>
          <a:ext cx="0" cy="0"/>
          <a:chOff x="0" y="0"/>
          <a:chExt cx="0" cy="0"/>
        </a:xfrm>
      </p:grpSpPr>
      <p:sp>
        <p:nvSpPr>
          <p:cNvPr id="17871" name="Google Shape;17871;ga77613c805_0_2644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872" name="Google Shape;17872;ga77613c805_0_264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506"/>
        <p:cNvGrpSpPr/>
        <p:nvPr/>
      </p:nvGrpSpPr>
      <p:grpSpPr>
        <a:xfrm>
          <a:off x="0" y="0"/>
          <a:ext cx="0" cy="0"/>
          <a:chOff x="0" y="0"/>
          <a:chExt cx="0" cy="0"/>
        </a:xfrm>
      </p:grpSpPr>
      <p:sp>
        <p:nvSpPr>
          <p:cNvPr id="19507" name="Google Shape;19507;ga77613c805_0_2808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508" name="Google Shape;19508;ga77613c805_0_280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48"/>
        <p:cNvGrpSpPr/>
        <p:nvPr/>
      </p:nvGrpSpPr>
      <p:grpSpPr>
        <a:xfrm>
          <a:off x="0" y="0"/>
          <a:ext cx="0" cy="0"/>
          <a:chOff x="0" y="0"/>
          <a:chExt cx="0" cy="0"/>
        </a:xfrm>
      </p:grpSpPr>
      <p:sp>
        <p:nvSpPr>
          <p:cNvPr id="20549" name="Google Shape;20549;ga77613c805_0_291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550" name="Google Shape;20550;ga77613c805_0_291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091"/>
        <p:cNvGrpSpPr/>
        <p:nvPr/>
      </p:nvGrpSpPr>
      <p:grpSpPr>
        <a:xfrm>
          <a:off x="0" y="0"/>
          <a:ext cx="0" cy="0"/>
          <a:chOff x="0" y="0"/>
          <a:chExt cx="0" cy="0"/>
        </a:xfrm>
      </p:grpSpPr>
      <p:sp>
        <p:nvSpPr>
          <p:cNvPr id="22092" name="Google Shape;22092;g116eae5a504_0_397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093" name="Google Shape;22093;g116eae5a504_0_39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244"/>
        <p:cNvGrpSpPr/>
        <p:nvPr/>
      </p:nvGrpSpPr>
      <p:grpSpPr>
        <a:xfrm>
          <a:off x="0" y="0"/>
          <a:ext cx="0" cy="0"/>
          <a:chOff x="0" y="0"/>
          <a:chExt cx="0" cy="0"/>
        </a:xfrm>
      </p:grpSpPr>
      <p:sp>
        <p:nvSpPr>
          <p:cNvPr id="22245" name="Google Shape;22245;g116eae5a504_0_41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246" name="Google Shape;22246;g116eae5a504_0_41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287"/>
        <p:cNvGrpSpPr/>
        <p:nvPr/>
      </p:nvGrpSpPr>
      <p:grpSpPr>
        <a:xfrm>
          <a:off x="0" y="0"/>
          <a:ext cx="0" cy="0"/>
          <a:chOff x="0" y="0"/>
          <a:chExt cx="0" cy="0"/>
        </a:xfrm>
      </p:grpSpPr>
      <p:sp>
        <p:nvSpPr>
          <p:cNvPr id="22288" name="Google Shape;22288;g116eae5a504_0_416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289" name="Google Shape;22289;g116eae5a504_0_41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869"/>
        <p:cNvGrpSpPr/>
        <p:nvPr/>
      </p:nvGrpSpPr>
      <p:grpSpPr>
        <a:xfrm>
          <a:off x="0" y="0"/>
          <a:ext cx="0" cy="0"/>
          <a:chOff x="0" y="0"/>
          <a:chExt cx="0" cy="0"/>
        </a:xfrm>
      </p:grpSpPr>
      <p:sp>
        <p:nvSpPr>
          <p:cNvPr id="22870" name="Google Shape;22870;g116eae5a504_0_474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871" name="Google Shape;22871;g116eae5a504_0_47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833"/>
        <p:cNvGrpSpPr/>
        <p:nvPr/>
      </p:nvGrpSpPr>
      <p:grpSpPr>
        <a:xfrm>
          <a:off x="0" y="0"/>
          <a:ext cx="0" cy="0"/>
          <a:chOff x="0" y="0"/>
          <a:chExt cx="0" cy="0"/>
        </a:xfrm>
      </p:grpSpPr>
      <p:sp>
        <p:nvSpPr>
          <p:cNvPr id="23834" name="Google Shape;23834;g116eae5a504_0_571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835" name="Google Shape;23835;g116eae5a504_0_57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485"/>
        <p:cNvGrpSpPr/>
        <p:nvPr/>
      </p:nvGrpSpPr>
      <p:grpSpPr>
        <a:xfrm>
          <a:off x="0" y="0"/>
          <a:ext cx="0" cy="0"/>
          <a:chOff x="0" y="0"/>
          <a:chExt cx="0" cy="0"/>
        </a:xfrm>
      </p:grpSpPr>
      <p:sp>
        <p:nvSpPr>
          <p:cNvPr id="24486" name="Google Shape;24486;g116eae5a504_0_636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487" name="Google Shape;24487;g116eae5a504_0_63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305"/>
        <p:cNvGrpSpPr/>
        <p:nvPr/>
      </p:nvGrpSpPr>
      <p:grpSpPr>
        <a:xfrm>
          <a:off x="0" y="0"/>
          <a:ext cx="0" cy="0"/>
          <a:chOff x="0" y="0"/>
          <a:chExt cx="0" cy="0"/>
        </a:xfrm>
      </p:grpSpPr>
      <p:sp>
        <p:nvSpPr>
          <p:cNvPr id="25306" name="Google Shape;25306;g116eae5a504_0_718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307" name="Google Shape;25307;g116eae5a504_0_71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064"/>
        <p:cNvGrpSpPr/>
        <p:nvPr/>
      </p:nvGrpSpPr>
      <p:grpSpPr>
        <a:xfrm>
          <a:off x="0" y="0"/>
          <a:ext cx="0" cy="0"/>
          <a:chOff x="0" y="0"/>
          <a:chExt cx="0" cy="0"/>
        </a:xfrm>
      </p:grpSpPr>
      <p:sp>
        <p:nvSpPr>
          <p:cNvPr id="26065" name="Google Shape;26065;ga77613c805_0_3065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066" name="Google Shape;26066;ga77613c805_0_306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chemeClr val="accent2"/>
        </a:solidFill>
        <a:effectLst/>
      </p:bgPr>
    </p:bg>
    <p:spTree>
      <p:nvGrpSpPr>
        <p:cNvPr id="1" name="Shape 99"/>
        <p:cNvGrpSpPr/>
        <p:nvPr/>
      </p:nvGrpSpPr>
      <p:grpSpPr>
        <a:xfrm>
          <a:off x="0" y="0"/>
          <a:ext cx="0" cy="0"/>
          <a:chOff x="0" y="0"/>
          <a:chExt cx="0" cy="0"/>
        </a:xfrm>
      </p:grpSpPr>
      <p:grpSp>
        <p:nvGrpSpPr>
          <p:cNvPr id="100" name="Google Shape;100;p3"/>
          <p:cNvGrpSpPr/>
          <p:nvPr/>
        </p:nvGrpSpPr>
        <p:grpSpPr>
          <a:xfrm>
            <a:off x="319043" y="283350"/>
            <a:ext cx="8505900" cy="4576800"/>
            <a:chOff x="319043" y="283350"/>
            <a:chExt cx="8505900" cy="4576800"/>
          </a:xfrm>
        </p:grpSpPr>
        <p:sp>
          <p:nvSpPr>
            <p:cNvPr id="101" name="Google Shape;101;p3"/>
            <p:cNvSpPr/>
            <p:nvPr/>
          </p:nvSpPr>
          <p:spPr>
            <a:xfrm flipH="1">
              <a:off x="319043" y="283350"/>
              <a:ext cx="8505900" cy="4576800"/>
            </a:xfrm>
            <a:prstGeom prst="roundRect">
              <a:avLst>
                <a:gd name="adj" fmla="val 3396"/>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3"/>
            <p:cNvSpPr/>
            <p:nvPr/>
          </p:nvSpPr>
          <p:spPr>
            <a:xfrm rot="10800000" flipH="1">
              <a:off x="694692" y="580875"/>
              <a:ext cx="7754700" cy="39816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3"/>
            <p:cNvSpPr/>
            <p:nvPr/>
          </p:nvSpPr>
          <p:spPr>
            <a:xfrm flipH="1">
              <a:off x="1289186" y="298550"/>
              <a:ext cx="1611114" cy="1202094"/>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3"/>
            <p:cNvSpPr/>
            <p:nvPr/>
          </p:nvSpPr>
          <p:spPr>
            <a:xfrm flipH="1">
              <a:off x="2162181" y="298550"/>
              <a:ext cx="1348069" cy="995345"/>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 name="Google Shape;105;p3"/>
          <p:cNvGrpSpPr/>
          <p:nvPr/>
        </p:nvGrpSpPr>
        <p:grpSpPr>
          <a:xfrm>
            <a:off x="4281415" y="375214"/>
            <a:ext cx="581170" cy="125403"/>
            <a:chOff x="4685288" y="186288"/>
            <a:chExt cx="419375" cy="90485"/>
          </a:xfrm>
        </p:grpSpPr>
        <p:sp>
          <p:nvSpPr>
            <p:cNvPr id="106" name="Google Shape;106;p3"/>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 name="Google Shape;107;p3"/>
            <p:cNvGrpSpPr/>
            <p:nvPr/>
          </p:nvGrpSpPr>
          <p:grpSpPr>
            <a:xfrm>
              <a:off x="4685288" y="186300"/>
              <a:ext cx="419375" cy="90473"/>
              <a:chOff x="4390000" y="182175"/>
              <a:chExt cx="419375" cy="90473"/>
            </a:xfrm>
          </p:grpSpPr>
          <p:sp>
            <p:nvSpPr>
              <p:cNvPr id="108" name="Google Shape;108;p3"/>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3"/>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0" name="Google Shape;110;p3"/>
          <p:cNvSpPr txBox="1">
            <a:spLocks noGrp="1"/>
          </p:cNvSpPr>
          <p:nvPr>
            <p:ph type="ctrTitle"/>
          </p:nvPr>
        </p:nvSpPr>
        <p:spPr>
          <a:xfrm>
            <a:off x="2492100" y="2123475"/>
            <a:ext cx="4159800" cy="1124400"/>
          </a:xfrm>
          <a:prstGeom prst="rect">
            <a:avLst/>
          </a:prstGeom>
        </p:spPr>
        <p:txBody>
          <a:bodyPr spcFirstLastPara="1" wrap="square" lIns="0" tIns="0" rIns="0" bIns="0" anchor="b" anchorCtr="0">
            <a:noAutofit/>
          </a:bodyPr>
          <a:lstStyle>
            <a:lvl1pPr lvl="0" algn="ctr" rtl="0">
              <a:spcBef>
                <a:spcPts val="0"/>
              </a:spcBef>
              <a:spcAft>
                <a:spcPts val="0"/>
              </a:spcAft>
              <a:buSzPts val="8000"/>
              <a:buNone/>
              <a:defRPr sz="5000"/>
            </a:lvl1pPr>
            <a:lvl2pPr lvl="1" algn="ctr" rtl="0">
              <a:spcBef>
                <a:spcPts val="0"/>
              </a:spcBef>
              <a:spcAft>
                <a:spcPts val="0"/>
              </a:spcAft>
              <a:buSzPts val="3200"/>
              <a:buNone/>
              <a:defRPr sz="3200"/>
            </a:lvl2pPr>
            <a:lvl3pPr lvl="2" algn="ctr" rtl="0">
              <a:spcBef>
                <a:spcPts val="0"/>
              </a:spcBef>
              <a:spcAft>
                <a:spcPts val="0"/>
              </a:spcAft>
              <a:buSzPts val="3200"/>
              <a:buNone/>
              <a:defRPr sz="3200"/>
            </a:lvl3pPr>
            <a:lvl4pPr lvl="3" algn="ctr" rtl="0">
              <a:spcBef>
                <a:spcPts val="0"/>
              </a:spcBef>
              <a:spcAft>
                <a:spcPts val="0"/>
              </a:spcAft>
              <a:buSzPts val="3200"/>
              <a:buNone/>
              <a:defRPr sz="3200"/>
            </a:lvl4pPr>
            <a:lvl5pPr lvl="4" algn="ctr" rtl="0">
              <a:spcBef>
                <a:spcPts val="0"/>
              </a:spcBef>
              <a:spcAft>
                <a:spcPts val="0"/>
              </a:spcAft>
              <a:buSzPts val="3200"/>
              <a:buNone/>
              <a:defRPr sz="3200"/>
            </a:lvl5pPr>
            <a:lvl6pPr lvl="5" algn="ctr" rtl="0">
              <a:spcBef>
                <a:spcPts val="0"/>
              </a:spcBef>
              <a:spcAft>
                <a:spcPts val="0"/>
              </a:spcAft>
              <a:buSzPts val="3200"/>
              <a:buNone/>
              <a:defRPr sz="3200"/>
            </a:lvl6pPr>
            <a:lvl7pPr lvl="6" algn="ctr" rtl="0">
              <a:spcBef>
                <a:spcPts val="0"/>
              </a:spcBef>
              <a:spcAft>
                <a:spcPts val="0"/>
              </a:spcAft>
              <a:buSzPts val="3200"/>
              <a:buNone/>
              <a:defRPr sz="3200"/>
            </a:lvl7pPr>
            <a:lvl8pPr lvl="7" algn="ctr" rtl="0">
              <a:spcBef>
                <a:spcPts val="0"/>
              </a:spcBef>
              <a:spcAft>
                <a:spcPts val="0"/>
              </a:spcAft>
              <a:buSzPts val="3200"/>
              <a:buNone/>
              <a:defRPr sz="3200"/>
            </a:lvl8pPr>
            <a:lvl9pPr lvl="8" algn="ctr" rtl="0">
              <a:spcBef>
                <a:spcPts val="0"/>
              </a:spcBef>
              <a:spcAft>
                <a:spcPts val="0"/>
              </a:spcAft>
              <a:buSzPts val="3200"/>
              <a:buNone/>
              <a:defRPr sz="3200"/>
            </a:lvl9pPr>
          </a:lstStyle>
          <a:p>
            <a:endParaRPr/>
          </a:p>
        </p:txBody>
      </p:sp>
      <p:sp>
        <p:nvSpPr>
          <p:cNvPr id="111" name="Google Shape;111;p3"/>
          <p:cNvSpPr txBox="1">
            <a:spLocks noGrp="1"/>
          </p:cNvSpPr>
          <p:nvPr>
            <p:ph type="subTitle" idx="1"/>
          </p:nvPr>
        </p:nvSpPr>
        <p:spPr>
          <a:xfrm>
            <a:off x="2492100" y="3323814"/>
            <a:ext cx="4159800" cy="3363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12" name="Google Shape;112;p3"/>
          <p:cNvSpPr txBox="1">
            <a:spLocks noGrp="1"/>
          </p:cNvSpPr>
          <p:nvPr>
            <p:ph type="title" idx="2" hasCustomPrompt="1"/>
          </p:nvPr>
        </p:nvSpPr>
        <p:spPr>
          <a:xfrm>
            <a:off x="2492100" y="1483386"/>
            <a:ext cx="4159800" cy="704700"/>
          </a:xfrm>
          <a:prstGeom prst="rect">
            <a:avLst/>
          </a:prstGeom>
        </p:spPr>
        <p:txBody>
          <a:bodyPr spcFirstLastPara="1" wrap="square" lIns="0" tIns="0" rIns="0" bIns="0" anchor="ctr" anchorCtr="0">
            <a:noAutofit/>
          </a:bodyPr>
          <a:lstStyle>
            <a:lvl1pPr lvl="0" algn="ctr" rtl="0">
              <a:spcBef>
                <a:spcPts val="0"/>
              </a:spcBef>
              <a:spcAft>
                <a:spcPts val="0"/>
              </a:spcAft>
              <a:buClr>
                <a:schemeClr val="accent2"/>
              </a:buClr>
              <a:buSzPts val="5000"/>
              <a:buNone/>
              <a:defRPr sz="7000">
                <a:solidFill>
                  <a:schemeClr val="accent3"/>
                </a:solidFill>
              </a:defRPr>
            </a:lvl1pPr>
            <a:lvl2pPr lvl="1" algn="ctr" rtl="0">
              <a:spcBef>
                <a:spcPts val="0"/>
              </a:spcBef>
              <a:spcAft>
                <a:spcPts val="0"/>
              </a:spcAft>
              <a:buSzPts val="10000"/>
              <a:buNone/>
              <a:defRPr sz="10000"/>
            </a:lvl2pPr>
            <a:lvl3pPr lvl="2" algn="ctr" rtl="0">
              <a:spcBef>
                <a:spcPts val="0"/>
              </a:spcBef>
              <a:spcAft>
                <a:spcPts val="0"/>
              </a:spcAft>
              <a:buSzPts val="10000"/>
              <a:buNone/>
              <a:defRPr sz="10000"/>
            </a:lvl3pPr>
            <a:lvl4pPr lvl="3" algn="ctr" rtl="0">
              <a:spcBef>
                <a:spcPts val="0"/>
              </a:spcBef>
              <a:spcAft>
                <a:spcPts val="0"/>
              </a:spcAft>
              <a:buSzPts val="10000"/>
              <a:buNone/>
              <a:defRPr sz="10000"/>
            </a:lvl4pPr>
            <a:lvl5pPr lvl="4" algn="ctr" rtl="0">
              <a:spcBef>
                <a:spcPts val="0"/>
              </a:spcBef>
              <a:spcAft>
                <a:spcPts val="0"/>
              </a:spcAft>
              <a:buSzPts val="10000"/>
              <a:buNone/>
              <a:defRPr sz="10000"/>
            </a:lvl5pPr>
            <a:lvl6pPr lvl="5" algn="ctr" rtl="0">
              <a:spcBef>
                <a:spcPts val="0"/>
              </a:spcBef>
              <a:spcAft>
                <a:spcPts val="0"/>
              </a:spcAft>
              <a:buSzPts val="10000"/>
              <a:buNone/>
              <a:defRPr sz="10000"/>
            </a:lvl6pPr>
            <a:lvl7pPr lvl="6" algn="ctr" rtl="0">
              <a:spcBef>
                <a:spcPts val="0"/>
              </a:spcBef>
              <a:spcAft>
                <a:spcPts val="0"/>
              </a:spcAft>
              <a:buSzPts val="10000"/>
              <a:buNone/>
              <a:defRPr sz="10000"/>
            </a:lvl7pPr>
            <a:lvl8pPr lvl="7" algn="ctr" rtl="0">
              <a:spcBef>
                <a:spcPts val="0"/>
              </a:spcBef>
              <a:spcAft>
                <a:spcPts val="0"/>
              </a:spcAft>
              <a:buSzPts val="10000"/>
              <a:buNone/>
              <a:defRPr sz="10000"/>
            </a:lvl8pPr>
            <a:lvl9pPr lvl="8" algn="ctr" rtl="0">
              <a:spcBef>
                <a:spcPts val="0"/>
              </a:spcBef>
              <a:spcAft>
                <a:spcPts val="0"/>
              </a:spcAft>
              <a:buSzPts val="10000"/>
              <a:buNone/>
              <a:defRPr sz="10000"/>
            </a:lvl9pPr>
          </a:lstStyle>
          <a:p>
            <a:r>
              <a:t>xx%</a:t>
            </a: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and body" type="tx">
  <p:cSld name="TITLE_AND_BODY">
    <p:bg>
      <p:bgPr>
        <a:solidFill>
          <a:schemeClr val="accent2"/>
        </a:solidFill>
        <a:effectLst/>
      </p:bgPr>
    </p:bg>
    <p:spTree>
      <p:nvGrpSpPr>
        <p:cNvPr id="1" name="Shape 113"/>
        <p:cNvGrpSpPr/>
        <p:nvPr/>
      </p:nvGrpSpPr>
      <p:grpSpPr>
        <a:xfrm>
          <a:off x="0" y="0"/>
          <a:ext cx="0" cy="0"/>
          <a:chOff x="0" y="0"/>
          <a:chExt cx="0" cy="0"/>
        </a:xfrm>
      </p:grpSpPr>
      <p:sp>
        <p:nvSpPr>
          <p:cNvPr id="114" name="Google Shape;114;p4"/>
          <p:cNvSpPr txBox="1">
            <a:spLocks noGrp="1"/>
          </p:cNvSpPr>
          <p:nvPr>
            <p:ph type="body" idx="1"/>
          </p:nvPr>
        </p:nvSpPr>
        <p:spPr>
          <a:xfrm>
            <a:off x="722375" y="1104850"/>
            <a:ext cx="7699200" cy="3498900"/>
          </a:xfrm>
          <a:prstGeom prst="rect">
            <a:avLst/>
          </a:prstGeom>
        </p:spPr>
        <p:txBody>
          <a:bodyPr spcFirstLastPara="1" wrap="square" lIns="91425" tIns="91425" rIns="91425" bIns="91425" anchor="t" anchorCtr="0">
            <a:noAutofit/>
          </a:bodyPr>
          <a:lstStyle>
            <a:lvl1pPr marL="457200" lvl="0" indent="-368300">
              <a:lnSpc>
                <a:spcPct val="100000"/>
              </a:lnSpc>
              <a:spcBef>
                <a:spcPts val="0"/>
              </a:spcBef>
              <a:spcAft>
                <a:spcPts val="0"/>
              </a:spcAft>
              <a:buSzPts val="2200"/>
              <a:buChar char="●"/>
              <a:defRPr/>
            </a:lvl1pPr>
            <a:lvl2pPr marL="914400" lvl="1" indent="-317500">
              <a:spcBef>
                <a:spcPts val="1600"/>
              </a:spcBef>
              <a:spcAft>
                <a:spcPts val="0"/>
              </a:spcAft>
              <a:buSzPts val="1400"/>
              <a:buChar char="○"/>
              <a:defRPr/>
            </a:lvl2pPr>
            <a:lvl3pPr marL="1371600" lvl="2" indent="-317500">
              <a:spcBef>
                <a:spcPts val="1600"/>
              </a:spcBef>
              <a:spcAft>
                <a:spcPts val="0"/>
              </a:spcAft>
              <a:buSzPts val="1400"/>
              <a:buChar char="■"/>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
        <p:nvSpPr>
          <p:cNvPr id="115" name="Google Shape;115;p4"/>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solidFill>
                  <a:schemeClr val="accent5"/>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116" name="Google Shape;116;p4"/>
          <p:cNvGrpSpPr/>
          <p:nvPr/>
        </p:nvGrpSpPr>
        <p:grpSpPr>
          <a:xfrm>
            <a:off x="8264864" y="2136847"/>
            <a:ext cx="1179753" cy="2854241"/>
            <a:chOff x="7907551" y="-114309"/>
            <a:chExt cx="1908059" cy="4616272"/>
          </a:xfrm>
        </p:grpSpPr>
        <p:sp>
          <p:nvSpPr>
            <p:cNvPr id="117" name="Google Shape;117;p4"/>
            <p:cNvSpPr/>
            <p:nvPr/>
          </p:nvSpPr>
          <p:spPr>
            <a:xfrm>
              <a:off x="8606186" y="3608365"/>
              <a:ext cx="39" cy="483371"/>
            </a:xfrm>
            <a:custGeom>
              <a:avLst/>
              <a:gdLst/>
              <a:ahLst/>
              <a:cxnLst/>
              <a:rect l="l" t="t" r="r" b="b"/>
              <a:pathLst>
                <a:path w="1" h="12426" extrusionOk="0">
                  <a:moveTo>
                    <a:pt x="1" y="0"/>
                  </a:moveTo>
                  <a:lnTo>
                    <a:pt x="1" y="12426"/>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4"/>
            <p:cNvSpPr/>
            <p:nvPr/>
          </p:nvSpPr>
          <p:spPr>
            <a:xfrm>
              <a:off x="8566430" y="3568608"/>
              <a:ext cx="79551" cy="562883"/>
            </a:xfrm>
            <a:custGeom>
              <a:avLst/>
              <a:gdLst/>
              <a:ahLst/>
              <a:cxnLst/>
              <a:rect l="l" t="t" r="r" b="b"/>
              <a:pathLst>
                <a:path w="2045" h="14470" extrusionOk="0">
                  <a:moveTo>
                    <a:pt x="1023" y="0"/>
                  </a:moveTo>
                  <a:cubicBezTo>
                    <a:pt x="369" y="0"/>
                    <a:pt x="1" y="327"/>
                    <a:pt x="1" y="1022"/>
                  </a:cubicBezTo>
                  <a:lnTo>
                    <a:pt x="1" y="13448"/>
                  </a:lnTo>
                  <a:cubicBezTo>
                    <a:pt x="1" y="13979"/>
                    <a:pt x="369" y="14470"/>
                    <a:pt x="1023" y="14470"/>
                  </a:cubicBezTo>
                  <a:cubicBezTo>
                    <a:pt x="1554" y="14470"/>
                    <a:pt x="2044" y="13979"/>
                    <a:pt x="2044" y="13448"/>
                  </a:cubicBezTo>
                  <a:lnTo>
                    <a:pt x="2044" y="1022"/>
                  </a:lnTo>
                  <a:cubicBezTo>
                    <a:pt x="2044" y="327"/>
                    <a:pt x="1554" y="0"/>
                    <a:pt x="1023" y="0"/>
                  </a:cubicBezTo>
                  <a:close/>
                </a:path>
              </a:pathLst>
            </a:custGeom>
            <a:solidFill>
              <a:schemeClr val="accent1">
                <a:alpha val="122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4"/>
            <p:cNvSpPr/>
            <p:nvPr/>
          </p:nvSpPr>
          <p:spPr>
            <a:xfrm>
              <a:off x="8798589" y="3873900"/>
              <a:ext cx="39" cy="483371"/>
            </a:xfrm>
            <a:custGeom>
              <a:avLst/>
              <a:gdLst/>
              <a:ahLst/>
              <a:cxnLst/>
              <a:rect l="l" t="t" r="r" b="b"/>
              <a:pathLst>
                <a:path w="1" h="12426" extrusionOk="0">
                  <a:moveTo>
                    <a:pt x="0" y="0"/>
                  </a:moveTo>
                  <a:lnTo>
                    <a:pt x="0" y="12426"/>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4"/>
            <p:cNvSpPr/>
            <p:nvPr/>
          </p:nvSpPr>
          <p:spPr>
            <a:xfrm>
              <a:off x="8758832" y="3834144"/>
              <a:ext cx="79551" cy="562883"/>
            </a:xfrm>
            <a:custGeom>
              <a:avLst/>
              <a:gdLst/>
              <a:ahLst/>
              <a:cxnLst/>
              <a:rect l="l" t="t" r="r" b="b"/>
              <a:pathLst>
                <a:path w="2045" h="14470" extrusionOk="0">
                  <a:moveTo>
                    <a:pt x="1022" y="0"/>
                  </a:moveTo>
                  <a:cubicBezTo>
                    <a:pt x="532" y="0"/>
                    <a:pt x="0" y="491"/>
                    <a:pt x="0" y="1022"/>
                  </a:cubicBezTo>
                  <a:lnTo>
                    <a:pt x="0" y="13448"/>
                  </a:lnTo>
                  <a:cubicBezTo>
                    <a:pt x="0" y="14102"/>
                    <a:pt x="532" y="14470"/>
                    <a:pt x="1022" y="14470"/>
                  </a:cubicBezTo>
                  <a:cubicBezTo>
                    <a:pt x="1554" y="14470"/>
                    <a:pt x="2044" y="14102"/>
                    <a:pt x="2044" y="13448"/>
                  </a:cubicBezTo>
                  <a:lnTo>
                    <a:pt x="2044" y="1022"/>
                  </a:lnTo>
                  <a:cubicBezTo>
                    <a:pt x="2044" y="491"/>
                    <a:pt x="1554" y="0"/>
                    <a:pt x="1022" y="0"/>
                  </a:cubicBezTo>
                  <a:close/>
                </a:path>
              </a:pathLst>
            </a:custGeom>
            <a:solidFill>
              <a:schemeClr val="accent1">
                <a:alpha val="122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4"/>
            <p:cNvSpPr/>
            <p:nvPr/>
          </p:nvSpPr>
          <p:spPr>
            <a:xfrm>
              <a:off x="7907551" y="-114309"/>
              <a:ext cx="1238654" cy="3139619"/>
            </a:xfrm>
            <a:custGeom>
              <a:avLst/>
              <a:gdLst/>
              <a:ahLst/>
              <a:cxnLst/>
              <a:rect l="l" t="t" r="r" b="b"/>
              <a:pathLst>
                <a:path w="31842" h="80710" extrusionOk="0">
                  <a:moveTo>
                    <a:pt x="3210" y="0"/>
                  </a:moveTo>
                  <a:cubicBezTo>
                    <a:pt x="2252" y="0"/>
                    <a:pt x="1348" y="293"/>
                    <a:pt x="818" y="992"/>
                  </a:cubicBezTo>
                  <a:cubicBezTo>
                    <a:pt x="164" y="1851"/>
                    <a:pt x="1" y="2873"/>
                    <a:pt x="1" y="3894"/>
                  </a:cubicBezTo>
                  <a:cubicBezTo>
                    <a:pt x="1" y="8677"/>
                    <a:pt x="4088" y="12928"/>
                    <a:pt x="3557" y="17710"/>
                  </a:cubicBezTo>
                  <a:cubicBezTo>
                    <a:pt x="3393" y="20408"/>
                    <a:pt x="1513" y="22983"/>
                    <a:pt x="1513" y="25680"/>
                  </a:cubicBezTo>
                  <a:cubicBezTo>
                    <a:pt x="1513" y="29768"/>
                    <a:pt x="5437" y="33038"/>
                    <a:pt x="6295" y="36921"/>
                  </a:cubicBezTo>
                  <a:cubicBezTo>
                    <a:pt x="7481" y="43420"/>
                    <a:pt x="655" y="50736"/>
                    <a:pt x="4579" y="56009"/>
                  </a:cubicBezTo>
                  <a:cubicBezTo>
                    <a:pt x="6295" y="58584"/>
                    <a:pt x="10219" y="59933"/>
                    <a:pt x="10383" y="62998"/>
                  </a:cubicBezTo>
                  <a:cubicBezTo>
                    <a:pt x="10546" y="65369"/>
                    <a:pt x="7971" y="67086"/>
                    <a:pt x="6786" y="69293"/>
                  </a:cubicBezTo>
                  <a:cubicBezTo>
                    <a:pt x="5273" y="71663"/>
                    <a:pt x="5437" y="74729"/>
                    <a:pt x="6786" y="77141"/>
                  </a:cubicBezTo>
                  <a:cubicBezTo>
                    <a:pt x="8254" y="79382"/>
                    <a:pt x="10929" y="80710"/>
                    <a:pt x="13496" y="80710"/>
                  </a:cubicBezTo>
                  <a:cubicBezTo>
                    <a:pt x="13644" y="80710"/>
                    <a:pt x="13792" y="80706"/>
                    <a:pt x="13939" y="80697"/>
                  </a:cubicBezTo>
                  <a:lnTo>
                    <a:pt x="22645" y="79838"/>
                  </a:lnTo>
                  <a:cubicBezTo>
                    <a:pt x="28245" y="79511"/>
                    <a:pt x="31842" y="71663"/>
                    <a:pt x="28245" y="67249"/>
                  </a:cubicBezTo>
                  <a:cubicBezTo>
                    <a:pt x="26569" y="65042"/>
                    <a:pt x="23503" y="63489"/>
                    <a:pt x="22645" y="60791"/>
                  </a:cubicBezTo>
                  <a:cubicBezTo>
                    <a:pt x="21623" y="56540"/>
                    <a:pt x="26732" y="52248"/>
                    <a:pt x="25016" y="48161"/>
                  </a:cubicBezTo>
                  <a:cubicBezTo>
                    <a:pt x="24321" y="46322"/>
                    <a:pt x="22277" y="45300"/>
                    <a:pt x="21092" y="43583"/>
                  </a:cubicBezTo>
                  <a:cubicBezTo>
                    <a:pt x="17863" y="39169"/>
                    <a:pt x="21787" y="32670"/>
                    <a:pt x="20601" y="27397"/>
                  </a:cubicBezTo>
                  <a:cubicBezTo>
                    <a:pt x="19743" y="22615"/>
                    <a:pt x="15124" y="19549"/>
                    <a:pt x="12917" y="15298"/>
                  </a:cubicBezTo>
                  <a:cubicBezTo>
                    <a:pt x="10383" y="10353"/>
                    <a:pt x="10546" y="3404"/>
                    <a:pt x="5764" y="665"/>
                  </a:cubicBezTo>
                  <a:cubicBezTo>
                    <a:pt x="5036" y="252"/>
                    <a:pt x="4100" y="0"/>
                    <a:pt x="3210"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4"/>
            <p:cNvSpPr/>
            <p:nvPr/>
          </p:nvSpPr>
          <p:spPr>
            <a:xfrm>
              <a:off x="8119015" y="89647"/>
              <a:ext cx="596298" cy="2776176"/>
            </a:xfrm>
            <a:custGeom>
              <a:avLst/>
              <a:gdLst/>
              <a:ahLst/>
              <a:cxnLst/>
              <a:rect l="l" t="t" r="r" b="b"/>
              <a:pathLst>
                <a:path w="15329" h="71367" extrusionOk="0">
                  <a:moveTo>
                    <a:pt x="328" y="0"/>
                  </a:moveTo>
                  <a:cubicBezTo>
                    <a:pt x="164" y="0"/>
                    <a:pt x="1" y="205"/>
                    <a:pt x="1" y="368"/>
                  </a:cubicBezTo>
                  <a:cubicBezTo>
                    <a:pt x="164" y="695"/>
                    <a:pt x="5805" y="23339"/>
                    <a:pt x="10219" y="43776"/>
                  </a:cubicBezTo>
                  <a:lnTo>
                    <a:pt x="10219" y="43776"/>
                  </a:lnTo>
                  <a:lnTo>
                    <a:pt x="4252" y="39525"/>
                  </a:lnTo>
                  <a:cubicBezTo>
                    <a:pt x="4252" y="39362"/>
                    <a:pt x="4088" y="39362"/>
                    <a:pt x="4088" y="39362"/>
                  </a:cubicBezTo>
                  <a:cubicBezTo>
                    <a:pt x="3925" y="39362"/>
                    <a:pt x="3925" y="39362"/>
                    <a:pt x="3925" y="39525"/>
                  </a:cubicBezTo>
                  <a:cubicBezTo>
                    <a:pt x="3761" y="39689"/>
                    <a:pt x="3761" y="39852"/>
                    <a:pt x="3925" y="40057"/>
                  </a:cubicBezTo>
                  <a:lnTo>
                    <a:pt x="10056" y="44471"/>
                  </a:lnTo>
                  <a:lnTo>
                    <a:pt x="10219" y="44635"/>
                  </a:lnTo>
                  <a:lnTo>
                    <a:pt x="10383" y="44635"/>
                  </a:lnTo>
                  <a:cubicBezTo>
                    <a:pt x="11568" y="50929"/>
                    <a:pt x="12754" y="57060"/>
                    <a:pt x="13612" y="62170"/>
                  </a:cubicBezTo>
                  <a:lnTo>
                    <a:pt x="8666" y="57060"/>
                  </a:lnTo>
                  <a:cubicBezTo>
                    <a:pt x="8666" y="56897"/>
                    <a:pt x="8503" y="56897"/>
                    <a:pt x="8503" y="56897"/>
                  </a:cubicBezTo>
                  <a:cubicBezTo>
                    <a:pt x="8339" y="56897"/>
                    <a:pt x="8339" y="56897"/>
                    <a:pt x="8176" y="57060"/>
                  </a:cubicBezTo>
                  <a:lnTo>
                    <a:pt x="8176" y="57428"/>
                  </a:lnTo>
                  <a:lnTo>
                    <a:pt x="13775" y="63355"/>
                  </a:lnTo>
                  <a:cubicBezTo>
                    <a:pt x="14307" y="66420"/>
                    <a:pt x="14634" y="69159"/>
                    <a:pt x="14797" y="71366"/>
                  </a:cubicBezTo>
                  <a:lnTo>
                    <a:pt x="15329" y="71366"/>
                  </a:lnTo>
                  <a:cubicBezTo>
                    <a:pt x="15329" y="69322"/>
                    <a:pt x="15002" y="66788"/>
                    <a:pt x="14470" y="64050"/>
                  </a:cubicBezTo>
                  <a:lnTo>
                    <a:pt x="14634" y="64050"/>
                  </a:lnTo>
                  <a:cubicBezTo>
                    <a:pt x="14634" y="64050"/>
                    <a:pt x="14797" y="64050"/>
                    <a:pt x="14797" y="63886"/>
                  </a:cubicBezTo>
                  <a:cubicBezTo>
                    <a:pt x="15002" y="63886"/>
                    <a:pt x="15002" y="63559"/>
                    <a:pt x="14797" y="63559"/>
                  </a:cubicBezTo>
                  <a:lnTo>
                    <a:pt x="14470" y="63028"/>
                  </a:lnTo>
                  <a:cubicBezTo>
                    <a:pt x="11078" y="41406"/>
                    <a:pt x="859" y="695"/>
                    <a:pt x="696" y="205"/>
                  </a:cubicBezTo>
                  <a:cubicBezTo>
                    <a:pt x="696" y="0"/>
                    <a:pt x="491" y="0"/>
                    <a:pt x="328"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4"/>
            <p:cNvSpPr/>
            <p:nvPr/>
          </p:nvSpPr>
          <p:spPr>
            <a:xfrm>
              <a:off x="8424307" y="938692"/>
              <a:ext cx="111332" cy="318046"/>
            </a:xfrm>
            <a:custGeom>
              <a:avLst/>
              <a:gdLst/>
              <a:ahLst/>
              <a:cxnLst/>
              <a:rect l="l" t="t" r="r" b="b"/>
              <a:pathLst>
                <a:path w="2862" h="8176" extrusionOk="0">
                  <a:moveTo>
                    <a:pt x="2535" y="1"/>
                  </a:moveTo>
                  <a:cubicBezTo>
                    <a:pt x="2371" y="1"/>
                    <a:pt x="2208" y="164"/>
                    <a:pt x="2208" y="328"/>
                  </a:cubicBezTo>
                  <a:lnTo>
                    <a:pt x="1" y="7808"/>
                  </a:lnTo>
                  <a:cubicBezTo>
                    <a:pt x="1" y="8012"/>
                    <a:pt x="1" y="8176"/>
                    <a:pt x="164" y="8176"/>
                  </a:cubicBezTo>
                  <a:lnTo>
                    <a:pt x="328" y="8176"/>
                  </a:lnTo>
                  <a:cubicBezTo>
                    <a:pt x="491" y="8176"/>
                    <a:pt x="491" y="8176"/>
                    <a:pt x="655" y="8012"/>
                  </a:cubicBezTo>
                  <a:lnTo>
                    <a:pt x="2862" y="491"/>
                  </a:lnTo>
                  <a:cubicBezTo>
                    <a:pt x="2862" y="328"/>
                    <a:pt x="2698" y="164"/>
                    <a:pt x="2535" y="1"/>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4"/>
            <p:cNvSpPr/>
            <p:nvPr/>
          </p:nvSpPr>
          <p:spPr>
            <a:xfrm>
              <a:off x="8788417" y="298310"/>
              <a:ext cx="1027193" cy="2682583"/>
            </a:xfrm>
            <a:custGeom>
              <a:avLst/>
              <a:gdLst/>
              <a:ahLst/>
              <a:cxnLst/>
              <a:rect l="l" t="t" r="r" b="b"/>
              <a:pathLst>
                <a:path w="26406" h="68961" extrusionOk="0">
                  <a:moveTo>
                    <a:pt x="18871" y="0"/>
                  </a:moveTo>
                  <a:cubicBezTo>
                    <a:pt x="18467" y="0"/>
                    <a:pt x="18069" y="86"/>
                    <a:pt x="17699" y="277"/>
                  </a:cubicBezTo>
                  <a:cubicBezTo>
                    <a:pt x="17004" y="604"/>
                    <a:pt x="16514" y="1462"/>
                    <a:pt x="16187" y="2321"/>
                  </a:cubicBezTo>
                  <a:cubicBezTo>
                    <a:pt x="14961" y="6081"/>
                    <a:pt x="16841" y="10495"/>
                    <a:pt x="15165" y="14256"/>
                  </a:cubicBezTo>
                  <a:cubicBezTo>
                    <a:pt x="14143" y="16299"/>
                    <a:pt x="12100" y="17648"/>
                    <a:pt x="11241" y="19856"/>
                  </a:cubicBezTo>
                  <a:cubicBezTo>
                    <a:pt x="10056" y="23085"/>
                    <a:pt x="12263" y="26845"/>
                    <a:pt x="11568" y="30237"/>
                  </a:cubicBezTo>
                  <a:cubicBezTo>
                    <a:pt x="10710" y="35715"/>
                    <a:pt x="3230" y="39434"/>
                    <a:pt x="4742" y="44707"/>
                  </a:cubicBezTo>
                  <a:cubicBezTo>
                    <a:pt x="5437" y="47282"/>
                    <a:pt x="8176" y="49326"/>
                    <a:pt x="7317" y="51696"/>
                  </a:cubicBezTo>
                  <a:cubicBezTo>
                    <a:pt x="6786" y="53740"/>
                    <a:pt x="4415" y="54435"/>
                    <a:pt x="2699" y="55784"/>
                  </a:cubicBezTo>
                  <a:cubicBezTo>
                    <a:pt x="859" y="57173"/>
                    <a:pt x="1" y="59708"/>
                    <a:pt x="491" y="62078"/>
                  </a:cubicBezTo>
                  <a:cubicBezTo>
                    <a:pt x="1023" y="64326"/>
                    <a:pt x="2903" y="66166"/>
                    <a:pt x="5110" y="66861"/>
                  </a:cubicBezTo>
                  <a:lnTo>
                    <a:pt x="12263" y="68741"/>
                  </a:lnTo>
                  <a:cubicBezTo>
                    <a:pt x="12754" y="68891"/>
                    <a:pt x="13251" y="68961"/>
                    <a:pt x="13745" y="68961"/>
                  </a:cubicBezTo>
                  <a:cubicBezTo>
                    <a:pt x="17699" y="68961"/>
                    <a:pt x="21473" y="64472"/>
                    <a:pt x="20274" y="60402"/>
                  </a:cubicBezTo>
                  <a:cubicBezTo>
                    <a:pt x="19580" y="58195"/>
                    <a:pt x="17536" y="56152"/>
                    <a:pt x="17699" y="53577"/>
                  </a:cubicBezTo>
                  <a:cubicBezTo>
                    <a:pt x="18026" y="50020"/>
                    <a:pt x="23340" y="48140"/>
                    <a:pt x="23136" y="44380"/>
                  </a:cubicBezTo>
                  <a:cubicBezTo>
                    <a:pt x="23136" y="42663"/>
                    <a:pt x="21787" y="41314"/>
                    <a:pt x="21460" y="39598"/>
                  </a:cubicBezTo>
                  <a:cubicBezTo>
                    <a:pt x="20070" y="35183"/>
                    <a:pt x="25016" y="31259"/>
                    <a:pt x="25711" y="26681"/>
                  </a:cubicBezTo>
                  <a:cubicBezTo>
                    <a:pt x="26406" y="22758"/>
                    <a:pt x="23667" y="18997"/>
                    <a:pt x="23340" y="14910"/>
                  </a:cubicBezTo>
                  <a:cubicBezTo>
                    <a:pt x="22645" y="10332"/>
                    <a:pt x="24852" y="4855"/>
                    <a:pt x="21787" y="1462"/>
                  </a:cubicBezTo>
                  <a:cubicBezTo>
                    <a:pt x="21045" y="602"/>
                    <a:pt x="19938" y="0"/>
                    <a:pt x="18871"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4"/>
            <p:cNvSpPr/>
            <p:nvPr/>
          </p:nvSpPr>
          <p:spPr>
            <a:xfrm>
              <a:off x="9179562" y="495109"/>
              <a:ext cx="410278" cy="2370722"/>
            </a:xfrm>
            <a:custGeom>
              <a:avLst/>
              <a:gdLst/>
              <a:ahLst/>
              <a:cxnLst/>
              <a:rect l="l" t="t" r="r" b="b"/>
              <a:pathLst>
                <a:path w="10547" h="60944" extrusionOk="0">
                  <a:moveTo>
                    <a:pt x="10383" y="0"/>
                  </a:moveTo>
                  <a:cubicBezTo>
                    <a:pt x="10219" y="0"/>
                    <a:pt x="10015" y="0"/>
                    <a:pt x="10015" y="164"/>
                  </a:cubicBezTo>
                  <a:cubicBezTo>
                    <a:pt x="10015" y="491"/>
                    <a:pt x="7971" y="19906"/>
                    <a:pt x="5437" y="37277"/>
                  </a:cubicBezTo>
                  <a:lnTo>
                    <a:pt x="2045" y="32168"/>
                  </a:lnTo>
                  <a:cubicBezTo>
                    <a:pt x="2045" y="32168"/>
                    <a:pt x="2045" y="32004"/>
                    <a:pt x="1840" y="32004"/>
                  </a:cubicBezTo>
                  <a:lnTo>
                    <a:pt x="1677" y="32168"/>
                  </a:lnTo>
                  <a:cubicBezTo>
                    <a:pt x="1677" y="32168"/>
                    <a:pt x="1513" y="32331"/>
                    <a:pt x="1677" y="32495"/>
                  </a:cubicBezTo>
                  <a:lnTo>
                    <a:pt x="5274" y="37972"/>
                  </a:lnTo>
                  <a:lnTo>
                    <a:pt x="5437" y="37972"/>
                  </a:lnTo>
                  <a:cubicBezTo>
                    <a:pt x="4579" y="43408"/>
                    <a:pt x="3720" y="48518"/>
                    <a:pt x="2862" y="52768"/>
                  </a:cubicBezTo>
                  <a:lnTo>
                    <a:pt x="491" y="47332"/>
                  </a:lnTo>
                  <a:cubicBezTo>
                    <a:pt x="491" y="47169"/>
                    <a:pt x="328" y="47169"/>
                    <a:pt x="328" y="47169"/>
                  </a:cubicBezTo>
                  <a:lnTo>
                    <a:pt x="164" y="47169"/>
                  </a:lnTo>
                  <a:cubicBezTo>
                    <a:pt x="1" y="47169"/>
                    <a:pt x="1" y="47332"/>
                    <a:pt x="1" y="47496"/>
                  </a:cubicBezTo>
                  <a:lnTo>
                    <a:pt x="2699" y="53790"/>
                  </a:lnTo>
                  <a:cubicBezTo>
                    <a:pt x="2208" y="56692"/>
                    <a:pt x="1513" y="59063"/>
                    <a:pt x="1023" y="60943"/>
                  </a:cubicBezTo>
                  <a:lnTo>
                    <a:pt x="1513" y="60943"/>
                  </a:lnTo>
                  <a:cubicBezTo>
                    <a:pt x="2045" y="59267"/>
                    <a:pt x="2535" y="57019"/>
                    <a:pt x="3066" y="54485"/>
                  </a:cubicBezTo>
                  <a:lnTo>
                    <a:pt x="3393" y="54485"/>
                  </a:lnTo>
                  <a:cubicBezTo>
                    <a:pt x="3393" y="54485"/>
                    <a:pt x="3557" y="54322"/>
                    <a:pt x="3393" y="54158"/>
                  </a:cubicBezTo>
                  <a:lnTo>
                    <a:pt x="3230" y="53627"/>
                  </a:lnTo>
                  <a:cubicBezTo>
                    <a:pt x="6786" y="35560"/>
                    <a:pt x="10546" y="654"/>
                    <a:pt x="10546" y="164"/>
                  </a:cubicBezTo>
                  <a:cubicBezTo>
                    <a:pt x="10546" y="164"/>
                    <a:pt x="10546" y="0"/>
                    <a:pt x="10383"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4"/>
            <p:cNvSpPr/>
            <p:nvPr/>
          </p:nvSpPr>
          <p:spPr>
            <a:xfrm>
              <a:off x="9476919" y="1275805"/>
              <a:ext cx="179718" cy="225815"/>
            </a:xfrm>
            <a:custGeom>
              <a:avLst/>
              <a:gdLst/>
              <a:ahLst/>
              <a:cxnLst/>
              <a:rect l="l" t="t" r="r" b="b"/>
              <a:pathLst>
                <a:path w="4620" h="5805" extrusionOk="0">
                  <a:moveTo>
                    <a:pt x="4251" y="0"/>
                  </a:moveTo>
                  <a:cubicBezTo>
                    <a:pt x="4088" y="0"/>
                    <a:pt x="4088" y="0"/>
                    <a:pt x="4088" y="164"/>
                  </a:cubicBezTo>
                  <a:lnTo>
                    <a:pt x="0" y="5477"/>
                  </a:lnTo>
                  <a:cubicBezTo>
                    <a:pt x="0" y="5477"/>
                    <a:pt x="0" y="5641"/>
                    <a:pt x="164" y="5804"/>
                  </a:cubicBezTo>
                  <a:lnTo>
                    <a:pt x="532" y="5804"/>
                  </a:lnTo>
                  <a:lnTo>
                    <a:pt x="4415" y="368"/>
                  </a:lnTo>
                  <a:cubicBezTo>
                    <a:pt x="4619" y="368"/>
                    <a:pt x="4415" y="164"/>
                    <a:pt x="4415"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4"/>
            <p:cNvSpPr/>
            <p:nvPr/>
          </p:nvSpPr>
          <p:spPr>
            <a:xfrm>
              <a:off x="8106294" y="2865830"/>
              <a:ext cx="1510565" cy="1636134"/>
            </a:xfrm>
            <a:custGeom>
              <a:avLst/>
              <a:gdLst/>
              <a:ahLst/>
              <a:cxnLst/>
              <a:rect l="l" t="t" r="r" b="b"/>
              <a:pathLst>
                <a:path w="38832" h="42060" extrusionOk="0">
                  <a:moveTo>
                    <a:pt x="1" y="0"/>
                  </a:moveTo>
                  <a:lnTo>
                    <a:pt x="5437" y="42059"/>
                  </a:lnTo>
                  <a:lnTo>
                    <a:pt x="34744" y="42059"/>
                  </a:lnTo>
                  <a:lnTo>
                    <a:pt x="38831" y="0"/>
                  </a:lnTo>
                  <a:close/>
                </a:path>
              </a:pathLst>
            </a:cu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4"/>
            <p:cNvSpPr/>
            <p:nvPr/>
          </p:nvSpPr>
          <p:spPr>
            <a:xfrm>
              <a:off x="8522881" y="3144086"/>
              <a:ext cx="39" cy="483371"/>
            </a:xfrm>
            <a:custGeom>
              <a:avLst/>
              <a:gdLst/>
              <a:ahLst/>
              <a:cxnLst/>
              <a:rect l="l" t="t" r="r" b="b"/>
              <a:pathLst>
                <a:path w="1" h="12426" extrusionOk="0">
                  <a:moveTo>
                    <a:pt x="1" y="0"/>
                  </a:moveTo>
                  <a:lnTo>
                    <a:pt x="1" y="12426"/>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4"/>
            <p:cNvSpPr/>
            <p:nvPr/>
          </p:nvSpPr>
          <p:spPr>
            <a:xfrm>
              <a:off x="8483163" y="3104329"/>
              <a:ext cx="79512" cy="562883"/>
            </a:xfrm>
            <a:custGeom>
              <a:avLst/>
              <a:gdLst/>
              <a:ahLst/>
              <a:cxnLst/>
              <a:rect l="l" t="t" r="r" b="b"/>
              <a:pathLst>
                <a:path w="2044" h="14470" extrusionOk="0">
                  <a:moveTo>
                    <a:pt x="1022" y="0"/>
                  </a:moveTo>
                  <a:cubicBezTo>
                    <a:pt x="327" y="0"/>
                    <a:pt x="0" y="368"/>
                    <a:pt x="0" y="1022"/>
                  </a:cubicBezTo>
                  <a:lnTo>
                    <a:pt x="0" y="13448"/>
                  </a:lnTo>
                  <a:cubicBezTo>
                    <a:pt x="0" y="13979"/>
                    <a:pt x="327" y="14470"/>
                    <a:pt x="1022" y="14470"/>
                  </a:cubicBezTo>
                  <a:cubicBezTo>
                    <a:pt x="1553" y="14470"/>
                    <a:pt x="2044" y="13979"/>
                    <a:pt x="2044" y="13448"/>
                  </a:cubicBezTo>
                  <a:lnTo>
                    <a:pt x="2044" y="1022"/>
                  </a:lnTo>
                  <a:cubicBezTo>
                    <a:pt x="2044" y="368"/>
                    <a:pt x="1553" y="0"/>
                    <a:pt x="10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4"/>
            <p:cNvSpPr/>
            <p:nvPr/>
          </p:nvSpPr>
          <p:spPr>
            <a:xfrm>
              <a:off x="9139845" y="3031196"/>
              <a:ext cx="79512" cy="564478"/>
            </a:xfrm>
            <a:custGeom>
              <a:avLst/>
              <a:gdLst/>
              <a:ahLst/>
              <a:cxnLst/>
              <a:rect l="l" t="t" r="r" b="b"/>
              <a:pathLst>
                <a:path w="2044" h="14511" extrusionOk="0">
                  <a:moveTo>
                    <a:pt x="1022" y="0"/>
                  </a:moveTo>
                  <a:cubicBezTo>
                    <a:pt x="491" y="0"/>
                    <a:pt x="0" y="368"/>
                    <a:pt x="0" y="1022"/>
                  </a:cubicBezTo>
                  <a:lnTo>
                    <a:pt x="0" y="13488"/>
                  </a:lnTo>
                  <a:cubicBezTo>
                    <a:pt x="0" y="13979"/>
                    <a:pt x="491" y="14510"/>
                    <a:pt x="1022" y="14510"/>
                  </a:cubicBezTo>
                  <a:cubicBezTo>
                    <a:pt x="1512" y="14510"/>
                    <a:pt x="2044" y="13979"/>
                    <a:pt x="2044" y="13488"/>
                  </a:cubicBezTo>
                  <a:lnTo>
                    <a:pt x="2044" y="1022"/>
                  </a:lnTo>
                  <a:cubicBezTo>
                    <a:pt x="2044" y="368"/>
                    <a:pt x="1512" y="0"/>
                    <a:pt x="10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4"/>
            <p:cNvSpPr/>
            <p:nvPr/>
          </p:nvSpPr>
          <p:spPr>
            <a:xfrm>
              <a:off x="8993540" y="3323729"/>
              <a:ext cx="79551" cy="562922"/>
            </a:xfrm>
            <a:custGeom>
              <a:avLst/>
              <a:gdLst/>
              <a:ahLst/>
              <a:cxnLst/>
              <a:rect l="l" t="t" r="r" b="b"/>
              <a:pathLst>
                <a:path w="2045" h="14471" extrusionOk="0">
                  <a:moveTo>
                    <a:pt x="1022" y="1"/>
                  </a:moveTo>
                  <a:cubicBezTo>
                    <a:pt x="491" y="1"/>
                    <a:pt x="1" y="328"/>
                    <a:pt x="1" y="1023"/>
                  </a:cubicBezTo>
                  <a:lnTo>
                    <a:pt x="1" y="13448"/>
                  </a:lnTo>
                  <a:cubicBezTo>
                    <a:pt x="1" y="14143"/>
                    <a:pt x="491" y="14470"/>
                    <a:pt x="1022" y="14470"/>
                  </a:cubicBezTo>
                  <a:cubicBezTo>
                    <a:pt x="1513" y="14470"/>
                    <a:pt x="2044" y="14143"/>
                    <a:pt x="2044" y="13448"/>
                  </a:cubicBezTo>
                  <a:lnTo>
                    <a:pt x="2044" y="1023"/>
                  </a:lnTo>
                  <a:cubicBezTo>
                    <a:pt x="2044" y="328"/>
                    <a:pt x="1513" y="1"/>
                    <a:pt x="10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4"/>
            <p:cNvSpPr/>
            <p:nvPr/>
          </p:nvSpPr>
          <p:spPr>
            <a:xfrm>
              <a:off x="9165286" y="3733975"/>
              <a:ext cx="79512" cy="569263"/>
            </a:xfrm>
            <a:custGeom>
              <a:avLst/>
              <a:gdLst/>
              <a:ahLst/>
              <a:cxnLst/>
              <a:rect l="l" t="t" r="r" b="b"/>
              <a:pathLst>
                <a:path w="2044" h="14634" extrusionOk="0">
                  <a:moveTo>
                    <a:pt x="1022" y="0"/>
                  </a:moveTo>
                  <a:cubicBezTo>
                    <a:pt x="368" y="0"/>
                    <a:pt x="0" y="532"/>
                    <a:pt x="0" y="1022"/>
                  </a:cubicBezTo>
                  <a:lnTo>
                    <a:pt x="0" y="13611"/>
                  </a:lnTo>
                  <a:cubicBezTo>
                    <a:pt x="0" y="14143"/>
                    <a:pt x="368" y="14633"/>
                    <a:pt x="1022" y="14633"/>
                  </a:cubicBezTo>
                  <a:cubicBezTo>
                    <a:pt x="1553" y="14633"/>
                    <a:pt x="2044" y="14143"/>
                    <a:pt x="2044" y="13611"/>
                  </a:cubicBezTo>
                  <a:lnTo>
                    <a:pt x="2044" y="1022"/>
                  </a:lnTo>
                  <a:cubicBezTo>
                    <a:pt x="2044" y="532"/>
                    <a:pt x="1553" y="0"/>
                    <a:pt x="10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 name="Google Shape;133;p4"/>
          <p:cNvSpPr/>
          <p:nvPr/>
        </p:nvSpPr>
        <p:spPr>
          <a:xfrm>
            <a:off x="806725" y="4675051"/>
            <a:ext cx="1832405" cy="244805"/>
          </a:xfrm>
          <a:custGeom>
            <a:avLst/>
            <a:gdLst/>
            <a:ahLst/>
            <a:cxnLst/>
            <a:rect l="l" t="t" r="r" b="b"/>
            <a:pathLst>
              <a:path w="55866" h="7463" extrusionOk="0">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4" name="Google Shape;134;p4"/>
          <p:cNvCxnSpPr/>
          <p:nvPr/>
        </p:nvCxnSpPr>
        <p:spPr>
          <a:xfrm rot="10800000">
            <a:off x="7381950" y="4895850"/>
            <a:ext cx="1133400" cy="0"/>
          </a:xfrm>
          <a:prstGeom prst="straightConnector1">
            <a:avLst/>
          </a:prstGeom>
          <a:noFill/>
          <a:ln w="28575" cap="flat" cmpd="sng">
            <a:solidFill>
              <a:schemeClr val="accent5"/>
            </a:solidFill>
            <a:prstDash val="solid"/>
            <a:round/>
            <a:headEnd type="none" w="med" len="med"/>
            <a:tailEnd type="none" w="med" len="med"/>
          </a:ln>
        </p:spPr>
      </p:cxn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bg>
      <p:bgPr>
        <a:solidFill>
          <a:schemeClr val="accent2"/>
        </a:solidFill>
        <a:effectLst/>
      </p:bgPr>
    </p:bg>
    <p:spTree>
      <p:nvGrpSpPr>
        <p:cNvPr id="1" name="Shape 135"/>
        <p:cNvGrpSpPr/>
        <p:nvPr/>
      </p:nvGrpSpPr>
      <p:grpSpPr>
        <a:xfrm>
          <a:off x="0" y="0"/>
          <a:ext cx="0" cy="0"/>
          <a:chOff x="0" y="0"/>
          <a:chExt cx="0" cy="0"/>
        </a:xfrm>
      </p:grpSpPr>
      <p:sp>
        <p:nvSpPr>
          <p:cNvPr id="136" name="Google Shape;136;p5"/>
          <p:cNvSpPr/>
          <p:nvPr/>
        </p:nvSpPr>
        <p:spPr>
          <a:xfrm flipH="1">
            <a:off x="319043" y="283350"/>
            <a:ext cx="8505900" cy="4576800"/>
          </a:xfrm>
          <a:prstGeom prst="roundRect">
            <a:avLst>
              <a:gd name="adj" fmla="val 3396"/>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5"/>
          <p:cNvSpPr/>
          <p:nvPr/>
        </p:nvSpPr>
        <p:spPr>
          <a:xfrm rot="10800000" flipH="1">
            <a:off x="4675100" y="579312"/>
            <a:ext cx="3804000" cy="39834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 name="Google Shape;138;p5"/>
          <p:cNvGrpSpPr/>
          <p:nvPr/>
        </p:nvGrpSpPr>
        <p:grpSpPr>
          <a:xfrm>
            <a:off x="6659628" y="3464137"/>
            <a:ext cx="1805174" cy="1083810"/>
            <a:chOff x="6659628" y="3464137"/>
            <a:chExt cx="1805174" cy="1083810"/>
          </a:xfrm>
        </p:grpSpPr>
        <p:sp>
          <p:nvSpPr>
            <p:cNvPr id="139" name="Google Shape;139;p5"/>
            <p:cNvSpPr/>
            <p:nvPr/>
          </p:nvSpPr>
          <p:spPr>
            <a:xfrm flipH="1">
              <a:off x="6659628" y="3545595"/>
              <a:ext cx="1262868" cy="1002352"/>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5"/>
            <p:cNvSpPr/>
            <p:nvPr/>
          </p:nvSpPr>
          <p:spPr>
            <a:xfrm rot="10800000" flipH="1">
              <a:off x="7611614" y="3464137"/>
              <a:ext cx="853189" cy="845690"/>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 name="Google Shape;141;p5"/>
          <p:cNvSpPr/>
          <p:nvPr/>
        </p:nvSpPr>
        <p:spPr>
          <a:xfrm rot="10800000" flipH="1">
            <a:off x="661175" y="576012"/>
            <a:ext cx="3807600" cy="39867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5"/>
          <p:cNvSpPr/>
          <p:nvPr/>
        </p:nvSpPr>
        <p:spPr>
          <a:xfrm flipH="1">
            <a:off x="947000" y="591709"/>
            <a:ext cx="1028800" cy="820648"/>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5"/>
          <p:cNvSpPr/>
          <p:nvPr/>
        </p:nvSpPr>
        <p:spPr>
          <a:xfrm flipH="1">
            <a:off x="1535518" y="590653"/>
            <a:ext cx="804131" cy="641399"/>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5"/>
          <p:cNvSpPr/>
          <p:nvPr/>
        </p:nvSpPr>
        <p:spPr>
          <a:xfrm flipH="1">
            <a:off x="674764" y="1598807"/>
            <a:ext cx="768932" cy="729508"/>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 name="Google Shape;145;p5"/>
          <p:cNvGrpSpPr/>
          <p:nvPr/>
        </p:nvGrpSpPr>
        <p:grpSpPr>
          <a:xfrm>
            <a:off x="4281415" y="375214"/>
            <a:ext cx="581170" cy="125403"/>
            <a:chOff x="4685288" y="186288"/>
            <a:chExt cx="419375" cy="90485"/>
          </a:xfrm>
        </p:grpSpPr>
        <p:sp>
          <p:nvSpPr>
            <p:cNvPr id="146" name="Google Shape;146;p5"/>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147;p5"/>
            <p:cNvGrpSpPr/>
            <p:nvPr/>
          </p:nvGrpSpPr>
          <p:grpSpPr>
            <a:xfrm>
              <a:off x="4685288" y="186300"/>
              <a:ext cx="419375" cy="90473"/>
              <a:chOff x="4390000" y="182175"/>
              <a:chExt cx="419375" cy="90473"/>
            </a:xfrm>
          </p:grpSpPr>
          <p:sp>
            <p:nvSpPr>
              <p:cNvPr id="148" name="Google Shape;148;p5"/>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5"/>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 name="Google Shape;150;p5"/>
          <p:cNvGrpSpPr/>
          <p:nvPr/>
        </p:nvGrpSpPr>
        <p:grpSpPr>
          <a:xfrm rot="-10283466" flipH="1">
            <a:off x="223212" y="142930"/>
            <a:ext cx="541137" cy="2225321"/>
            <a:chOff x="871338" y="1945155"/>
            <a:chExt cx="247109" cy="1016148"/>
          </a:xfrm>
        </p:grpSpPr>
        <p:sp>
          <p:nvSpPr>
            <p:cNvPr id="151" name="Google Shape;151;p5"/>
            <p:cNvSpPr/>
            <p:nvPr/>
          </p:nvSpPr>
          <p:spPr>
            <a:xfrm>
              <a:off x="1017893" y="2858365"/>
              <a:ext cx="100554" cy="102938"/>
            </a:xfrm>
            <a:custGeom>
              <a:avLst/>
              <a:gdLst/>
              <a:ahLst/>
              <a:cxnLst/>
              <a:rect l="l" t="t" r="r" b="b"/>
              <a:pathLst>
                <a:path w="5314" h="5440" extrusionOk="0">
                  <a:moveTo>
                    <a:pt x="2707" y="0"/>
                  </a:moveTo>
                  <a:cubicBezTo>
                    <a:pt x="1253" y="0"/>
                    <a:pt x="0" y="1254"/>
                    <a:pt x="0" y="2707"/>
                  </a:cubicBezTo>
                  <a:cubicBezTo>
                    <a:pt x="0" y="4186"/>
                    <a:pt x="1253" y="5439"/>
                    <a:pt x="2707" y="5439"/>
                  </a:cubicBezTo>
                  <a:cubicBezTo>
                    <a:pt x="4161" y="5439"/>
                    <a:pt x="5314" y="4186"/>
                    <a:pt x="5314" y="2707"/>
                  </a:cubicBezTo>
                  <a:cubicBezTo>
                    <a:pt x="5314" y="1254"/>
                    <a:pt x="4161" y="0"/>
                    <a:pt x="27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5"/>
            <p:cNvSpPr/>
            <p:nvPr/>
          </p:nvSpPr>
          <p:spPr>
            <a:xfrm>
              <a:off x="871338" y="2075844"/>
              <a:ext cx="215338" cy="853670"/>
            </a:xfrm>
            <a:custGeom>
              <a:avLst/>
              <a:gdLst/>
              <a:ahLst/>
              <a:cxnLst/>
              <a:rect l="l" t="t" r="r" b="b"/>
              <a:pathLst>
                <a:path w="11380" h="45114" extrusionOk="0">
                  <a:moveTo>
                    <a:pt x="6066" y="1"/>
                  </a:moveTo>
                  <a:cubicBezTo>
                    <a:pt x="2206" y="5640"/>
                    <a:pt x="1" y="12332"/>
                    <a:pt x="1" y="19625"/>
                  </a:cubicBezTo>
                  <a:cubicBezTo>
                    <a:pt x="1" y="29650"/>
                    <a:pt x="4287" y="38748"/>
                    <a:pt x="11079" y="45114"/>
                  </a:cubicBezTo>
                  <a:lnTo>
                    <a:pt x="11379" y="44813"/>
                  </a:lnTo>
                  <a:cubicBezTo>
                    <a:pt x="4612" y="38547"/>
                    <a:pt x="427" y="29550"/>
                    <a:pt x="427" y="19625"/>
                  </a:cubicBezTo>
                  <a:cubicBezTo>
                    <a:pt x="427" y="12432"/>
                    <a:pt x="2607" y="5740"/>
                    <a:pt x="6367" y="201"/>
                  </a:cubicBezTo>
                  <a:lnTo>
                    <a:pt x="606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5"/>
            <p:cNvSpPr/>
            <p:nvPr/>
          </p:nvSpPr>
          <p:spPr>
            <a:xfrm>
              <a:off x="1051083" y="1945155"/>
              <a:ext cx="67364" cy="51242"/>
            </a:xfrm>
            <a:custGeom>
              <a:avLst/>
              <a:gdLst/>
              <a:ahLst/>
              <a:cxnLst/>
              <a:rect l="l" t="t" r="r" b="b"/>
              <a:pathLst>
                <a:path w="3560" h="2708" extrusionOk="0">
                  <a:moveTo>
                    <a:pt x="1780" y="1"/>
                  </a:moveTo>
                  <a:cubicBezTo>
                    <a:pt x="1" y="1"/>
                    <a:pt x="1" y="2708"/>
                    <a:pt x="1780" y="2708"/>
                  </a:cubicBezTo>
                  <a:cubicBezTo>
                    <a:pt x="3459" y="2708"/>
                    <a:pt x="3560" y="1"/>
                    <a:pt x="17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 name="Google Shape;154;p5"/>
          <p:cNvGrpSpPr/>
          <p:nvPr/>
        </p:nvGrpSpPr>
        <p:grpSpPr>
          <a:xfrm rot="-1025565">
            <a:off x="7915709" y="165251"/>
            <a:ext cx="961174" cy="1962025"/>
            <a:chOff x="3789888" y="1403830"/>
            <a:chExt cx="569113" cy="1161936"/>
          </a:xfrm>
        </p:grpSpPr>
        <p:sp>
          <p:nvSpPr>
            <p:cNvPr id="155" name="Google Shape;155;p5"/>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5"/>
            <p:cNvSpPr/>
            <p:nvPr/>
          </p:nvSpPr>
          <p:spPr>
            <a:xfrm>
              <a:off x="3789888" y="1403830"/>
              <a:ext cx="81102" cy="79229"/>
            </a:xfrm>
            <a:custGeom>
              <a:avLst/>
              <a:gdLst/>
              <a:ahLst/>
              <a:cxnLst/>
              <a:rect l="l" t="t" r="r" b="b"/>
              <a:pathLst>
                <a:path w="4286" h="4187" extrusionOk="0">
                  <a:moveTo>
                    <a:pt x="2206" y="1"/>
                  </a:moveTo>
                  <a:cubicBezTo>
                    <a:pt x="1053" y="1"/>
                    <a:pt x="0" y="953"/>
                    <a:pt x="126" y="2106"/>
                  </a:cubicBezTo>
                  <a:cubicBezTo>
                    <a:pt x="126" y="3259"/>
                    <a:pt x="1053" y="4186"/>
                    <a:pt x="2206" y="4186"/>
                  </a:cubicBezTo>
                  <a:cubicBezTo>
                    <a:pt x="3258" y="4186"/>
                    <a:pt x="4286" y="3259"/>
                    <a:pt x="4286" y="2106"/>
                  </a:cubicBezTo>
                  <a:cubicBezTo>
                    <a:pt x="4186" y="953"/>
                    <a:pt x="3359" y="1"/>
                    <a:pt x="22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5"/>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 name="Google Shape;158;p5"/>
          <p:cNvSpPr txBox="1">
            <a:spLocks noGrp="1"/>
          </p:cNvSpPr>
          <p:nvPr>
            <p:ph type="subTitle" idx="1"/>
          </p:nvPr>
        </p:nvSpPr>
        <p:spPr>
          <a:xfrm>
            <a:off x="1379075" y="3084605"/>
            <a:ext cx="2371800" cy="7719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159" name="Google Shape;159;p5"/>
          <p:cNvSpPr txBox="1">
            <a:spLocks noGrp="1"/>
          </p:cNvSpPr>
          <p:nvPr>
            <p:ph type="subTitle" idx="2"/>
          </p:nvPr>
        </p:nvSpPr>
        <p:spPr>
          <a:xfrm>
            <a:off x="5391200" y="3084606"/>
            <a:ext cx="2371800" cy="7719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160" name="Google Shape;160;p5"/>
          <p:cNvSpPr/>
          <p:nvPr/>
        </p:nvSpPr>
        <p:spPr>
          <a:xfrm>
            <a:off x="3757049" y="4494946"/>
            <a:ext cx="1629891" cy="217696"/>
          </a:xfrm>
          <a:custGeom>
            <a:avLst/>
            <a:gdLst/>
            <a:ahLst/>
            <a:cxnLst/>
            <a:rect l="l" t="t" r="r" b="b"/>
            <a:pathLst>
              <a:path w="55866" h="7463" extrusionOk="0">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5"/>
          <p:cNvSpPr txBox="1">
            <a:spLocks noGrp="1"/>
          </p:cNvSpPr>
          <p:nvPr>
            <p:ph type="title"/>
          </p:nvPr>
        </p:nvSpPr>
        <p:spPr>
          <a:xfrm>
            <a:off x="1276350" y="2638425"/>
            <a:ext cx="2581200" cy="420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800"/>
              <a:buNone/>
              <a:defRPr sz="1800" b="1"/>
            </a:lvl1pPr>
            <a:lvl2pPr lvl="1" rtl="0">
              <a:spcBef>
                <a:spcPts val="0"/>
              </a:spcBef>
              <a:spcAft>
                <a:spcPts val="0"/>
              </a:spcAft>
              <a:buSzPts val="2800"/>
              <a:buNone/>
              <a:defRPr>
                <a:latin typeface="Didact Gothic"/>
                <a:ea typeface="Didact Gothic"/>
                <a:cs typeface="Didact Gothic"/>
                <a:sym typeface="Didact Gothic"/>
              </a:defRPr>
            </a:lvl2pPr>
            <a:lvl3pPr lvl="2" rtl="0">
              <a:spcBef>
                <a:spcPts val="0"/>
              </a:spcBef>
              <a:spcAft>
                <a:spcPts val="0"/>
              </a:spcAft>
              <a:buSzPts val="2800"/>
              <a:buNone/>
              <a:defRPr>
                <a:latin typeface="Didact Gothic"/>
                <a:ea typeface="Didact Gothic"/>
                <a:cs typeface="Didact Gothic"/>
                <a:sym typeface="Didact Gothic"/>
              </a:defRPr>
            </a:lvl3pPr>
            <a:lvl4pPr lvl="3" rtl="0">
              <a:spcBef>
                <a:spcPts val="0"/>
              </a:spcBef>
              <a:spcAft>
                <a:spcPts val="0"/>
              </a:spcAft>
              <a:buSzPts val="2800"/>
              <a:buNone/>
              <a:defRPr>
                <a:latin typeface="Didact Gothic"/>
                <a:ea typeface="Didact Gothic"/>
                <a:cs typeface="Didact Gothic"/>
                <a:sym typeface="Didact Gothic"/>
              </a:defRPr>
            </a:lvl4pPr>
            <a:lvl5pPr lvl="4" rtl="0">
              <a:spcBef>
                <a:spcPts val="0"/>
              </a:spcBef>
              <a:spcAft>
                <a:spcPts val="0"/>
              </a:spcAft>
              <a:buSzPts val="2800"/>
              <a:buNone/>
              <a:defRPr>
                <a:latin typeface="Didact Gothic"/>
                <a:ea typeface="Didact Gothic"/>
                <a:cs typeface="Didact Gothic"/>
                <a:sym typeface="Didact Gothic"/>
              </a:defRPr>
            </a:lvl5pPr>
            <a:lvl6pPr lvl="5" rtl="0">
              <a:spcBef>
                <a:spcPts val="0"/>
              </a:spcBef>
              <a:spcAft>
                <a:spcPts val="0"/>
              </a:spcAft>
              <a:buSzPts val="2800"/>
              <a:buNone/>
              <a:defRPr>
                <a:latin typeface="Didact Gothic"/>
                <a:ea typeface="Didact Gothic"/>
                <a:cs typeface="Didact Gothic"/>
                <a:sym typeface="Didact Gothic"/>
              </a:defRPr>
            </a:lvl6pPr>
            <a:lvl7pPr lvl="6" rtl="0">
              <a:spcBef>
                <a:spcPts val="0"/>
              </a:spcBef>
              <a:spcAft>
                <a:spcPts val="0"/>
              </a:spcAft>
              <a:buSzPts val="2800"/>
              <a:buNone/>
              <a:defRPr>
                <a:latin typeface="Didact Gothic"/>
                <a:ea typeface="Didact Gothic"/>
                <a:cs typeface="Didact Gothic"/>
                <a:sym typeface="Didact Gothic"/>
              </a:defRPr>
            </a:lvl7pPr>
            <a:lvl8pPr lvl="7" rtl="0">
              <a:spcBef>
                <a:spcPts val="0"/>
              </a:spcBef>
              <a:spcAft>
                <a:spcPts val="0"/>
              </a:spcAft>
              <a:buSzPts val="2800"/>
              <a:buNone/>
              <a:defRPr>
                <a:latin typeface="Didact Gothic"/>
                <a:ea typeface="Didact Gothic"/>
                <a:cs typeface="Didact Gothic"/>
                <a:sym typeface="Didact Gothic"/>
              </a:defRPr>
            </a:lvl8pPr>
            <a:lvl9pPr lvl="8" rtl="0">
              <a:spcBef>
                <a:spcPts val="0"/>
              </a:spcBef>
              <a:spcAft>
                <a:spcPts val="0"/>
              </a:spcAft>
              <a:buSzPts val="2800"/>
              <a:buNone/>
              <a:defRPr>
                <a:latin typeface="Didact Gothic"/>
                <a:ea typeface="Didact Gothic"/>
                <a:cs typeface="Didact Gothic"/>
                <a:sym typeface="Didact Gothic"/>
              </a:defRPr>
            </a:lvl9pPr>
          </a:lstStyle>
          <a:p>
            <a:endParaRPr/>
          </a:p>
        </p:txBody>
      </p:sp>
      <p:sp>
        <p:nvSpPr>
          <p:cNvPr id="162" name="Google Shape;162;p5"/>
          <p:cNvSpPr txBox="1">
            <a:spLocks noGrp="1"/>
          </p:cNvSpPr>
          <p:nvPr>
            <p:ph type="title" idx="3"/>
          </p:nvPr>
        </p:nvSpPr>
        <p:spPr>
          <a:xfrm>
            <a:off x="5286375" y="2638425"/>
            <a:ext cx="2581200" cy="420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800"/>
              <a:buNone/>
              <a:defRPr sz="1800" b="1"/>
            </a:lvl1pPr>
            <a:lvl2pPr lvl="1" rtl="0">
              <a:spcBef>
                <a:spcPts val="0"/>
              </a:spcBef>
              <a:spcAft>
                <a:spcPts val="0"/>
              </a:spcAft>
              <a:buSzPts val="2800"/>
              <a:buNone/>
              <a:defRPr>
                <a:latin typeface="Didact Gothic"/>
                <a:ea typeface="Didact Gothic"/>
                <a:cs typeface="Didact Gothic"/>
                <a:sym typeface="Didact Gothic"/>
              </a:defRPr>
            </a:lvl2pPr>
            <a:lvl3pPr lvl="2" rtl="0">
              <a:spcBef>
                <a:spcPts val="0"/>
              </a:spcBef>
              <a:spcAft>
                <a:spcPts val="0"/>
              </a:spcAft>
              <a:buSzPts val="2800"/>
              <a:buNone/>
              <a:defRPr>
                <a:latin typeface="Didact Gothic"/>
                <a:ea typeface="Didact Gothic"/>
                <a:cs typeface="Didact Gothic"/>
                <a:sym typeface="Didact Gothic"/>
              </a:defRPr>
            </a:lvl3pPr>
            <a:lvl4pPr lvl="3" rtl="0">
              <a:spcBef>
                <a:spcPts val="0"/>
              </a:spcBef>
              <a:spcAft>
                <a:spcPts val="0"/>
              </a:spcAft>
              <a:buSzPts val="2800"/>
              <a:buNone/>
              <a:defRPr>
                <a:latin typeface="Didact Gothic"/>
                <a:ea typeface="Didact Gothic"/>
                <a:cs typeface="Didact Gothic"/>
                <a:sym typeface="Didact Gothic"/>
              </a:defRPr>
            </a:lvl4pPr>
            <a:lvl5pPr lvl="4" rtl="0">
              <a:spcBef>
                <a:spcPts val="0"/>
              </a:spcBef>
              <a:spcAft>
                <a:spcPts val="0"/>
              </a:spcAft>
              <a:buSzPts val="2800"/>
              <a:buNone/>
              <a:defRPr>
                <a:latin typeface="Didact Gothic"/>
                <a:ea typeface="Didact Gothic"/>
                <a:cs typeface="Didact Gothic"/>
                <a:sym typeface="Didact Gothic"/>
              </a:defRPr>
            </a:lvl5pPr>
            <a:lvl6pPr lvl="5" rtl="0">
              <a:spcBef>
                <a:spcPts val="0"/>
              </a:spcBef>
              <a:spcAft>
                <a:spcPts val="0"/>
              </a:spcAft>
              <a:buSzPts val="2800"/>
              <a:buNone/>
              <a:defRPr>
                <a:latin typeface="Didact Gothic"/>
                <a:ea typeface="Didact Gothic"/>
                <a:cs typeface="Didact Gothic"/>
                <a:sym typeface="Didact Gothic"/>
              </a:defRPr>
            </a:lvl6pPr>
            <a:lvl7pPr lvl="6" rtl="0">
              <a:spcBef>
                <a:spcPts val="0"/>
              </a:spcBef>
              <a:spcAft>
                <a:spcPts val="0"/>
              </a:spcAft>
              <a:buSzPts val="2800"/>
              <a:buNone/>
              <a:defRPr>
                <a:latin typeface="Didact Gothic"/>
                <a:ea typeface="Didact Gothic"/>
                <a:cs typeface="Didact Gothic"/>
                <a:sym typeface="Didact Gothic"/>
              </a:defRPr>
            </a:lvl7pPr>
            <a:lvl8pPr lvl="7" rtl="0">
              <a:spcBef>
                <a:spcPts val="0"/>
              </a:spcBef>
              <a:spcAft>
                <a:spcPts val="0"/>
              </a:spcAft>
              <a:buSzPts val="2800"/>
              <a:buNone/>
              <a:defRPr>
                <a:latin typeface="Didact Gothic"/>
                <a:ea typeface="Didact Gothic"/>
                <a:cs typeface="Didact Gothic"/>
                <a:sym typeface="Didact Gothic"/>
              </a:defRPr>
            </a:lvl8pPr>
            <a:lvl9pPr lvl="8" rtl="0">
              <a:spcBef>
                <a:spcPts val="0"/>
              </a:spcBef>
              <a:spcAft>
                <a:spcPts val="0"/>
              </a:spcAft>
              <a:buSzPts val="2800"/>
              <a:buNone/>
              <a:defRPr>
                <a:latin typeface="Didact Gothic"/>
                <a:ea typeface="Didact Gothic"/>
                <a:cs typeface="Didact Gothic"/>
                <a:sym typeface="Didact Gothic"/>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163"/>
        <p:cNvGrpSpPr/>
        <p:nvPr/>
      </p:nvGrpSpPr>
      <p:grpSpPr>
        <a:xfrm>
          <a:off x="0" y="0"/>
          <a:ext cx="0" cy="0"/>
          <a:chOff x="0" y="0"/>
          <a:chExt cx="0" cy="0"/>
        </a:xfrm>
      </p:grpSpPr>
      <p:sp>
        <p:nvSpPr>
          <p:cNvPr id="164" name="Google Shape;164;p6"/>
          <p:cNvSpPr/>
          <p:nvPr/>
        </p:nvSpPr>
        <p:spPr>
          <a:xfrm>
            <a:off x="319050" y="283350"/>
            <a:ext cx="8505900" cy="45768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 name="Google Shape;165;p6"/>
          <p:cNvGrpSpPr/>
          <p:nvPr/>
        </p:nvGrpSpPr>
        <p:grpSpPr>
          <a:xfrm>
            <a:off x="4281415" y="75177"/>
            <a:ext cx="581170" cy="125403"/>
            <a:chOff x="4685288" y="186288"/>
            <a:chExt cx="419375" cy="90485"/>
          </a:xfrm>
        </p:grpSpPr>
        <p:sp>
          <p:nvSpPr>
            <p:cNvPr id="166" name="Google Shape;166;p6"/>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7" name="Google Shape;167;p6"/>
            <p:cNvGrpSpPr/>
            <p:nvPr/>
          </p:nvGrpSpPr>
          <p:grpSpPr>
            <a:xfrm>
              <a:off x="4685288" y="186300"/>
              <a:ext cx="419375" cy="90473"/>
              <a:chOff x="4390000" y="182175"/>
              <a:chExt cx="419375" cy="90473"/>
            </a:xfrm>
          </p:grpSpPr>
          <p:sp>
            <p:nvSpPr>
              <p:cNvPr id="168" name="Google Shape;168;p6"/>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6"/>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70" name="Google Shape;170;p6"/>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solidFill>
                  <a:schemeClr val="accent5"/>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171" name="Google Shape;171;p6"/>
          <p:cNvGrpSpPr/>
          <p:nvPr/>
        </p:nvGrpSpPr>
        <p:grpSpPr>
          <a:xfrm rot="-9602805" flipH="1">
            <a:off x="29343" y="129067"/>
            <a:ext cx="1386120" cy="2705624"/>
            <a:chOff x="409722" y="228600"/>
            <a:chExt cx="1385931" cy="2705253"/>
          </a:xfrm>
        </p:grpSpPr>
        <p:grpSp>
          <p:nvGrpSpPr>
            <p:cNvPr id="172" name="Google Shape;172;p6"/>
            <p:cNvGrpSpPr/>
            <p:nvPr/>
          </p:nvGrpSpPr>
          <p:grpSpPr>
            <a:xfrm rot="-617154" flipH="1">
              <a:off x="575967" y="402323"/>
              <a:ext cx="1053440" cy="2450002"/>
              <a:chOff x="3817855" y="1437512"/>
              <a:chExt cx="541146" cy="1128254"/>
            </a:xfrm>
          </p:grpSpPr>
          <p:sp>
            <p:nvSpPr>
              <p:cNvPr id="173" name="Google Shape;173;p6"/>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6"/>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5" name="Google Shape;175;p6"/>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 name="Google Shape;176;p6"/>
          <p:cNvGrpSpPr/>
          <p:nvPr/>
        </p:nvGrpSpPr>
        <p:grpSpPr>
          <a:xfrm>
            <a:off x="-9513" y="2"/>
            <a:ext cx="9177947" cy="4737094"/>
            <a:chOff x="-9513" y="2"/>
            <a:chExt cx="9177947" cy="4737094"/>
          </a:xfrm>
        </p:grpSpPr>
        <p:sp>
          <p:nvSpPr>
            <p:cNvPr id="177" name="Google Shape;177;p6"/>
            <p:cNvSpPr/>
            <p:nvPr/>
          </p:nvSpPr>
          <p:spPr>
            <a:xfrm>
              <a:off x="7132742" y="2"/>
              <a:ext cx="1612254" cy="1208486"/>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6"/>
            <p:cNvSpPr/>
            <p:nvPr/>
          </p:nvSpPr>
          <p:spPr>
            <a:xfrm rot="10800000">
              <a:off x="-9513" y="3652041"/>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6"/>
            <p:cNvSpPr/>
            <p:nvPr/>
          </p:nvSpPr>
          <p:spPr>
            <a:xfrm>
              <a:off x="7972352" y="1381124"/>
              <a:ext cx="1196082" cy="113470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bg>
      <p:bgPr>
        <a:solidFill>
          <a:schemeClr val="accent2"/>
        </a:solidFill>
        <a:effectLst/>
      </p:bgPr>
    </p:bg>
    <p:spTree>
      <p:nvGrpSpPr>
        <p:cNvPr id="1" name="Shape 180"/>
        <p:cNvGrpSpPr/>
        <p:nvPr/>
      </p:nvGrpSpPr>
      <p:grpSpPr>
        <a:xfrm>
          <a:off x="0" y="0"/>
          <a:ext cx="0" cy="0"/>
          <a:chOff x="0" y="0"/>
          <a:chExt cx="0" cy="0"/>
        </a:xfrm>
      </p:grpSpPr>
      <p:sp>
        <p:nvSpPr>
          <p:cNvPr id="181" name="Google Shape;181;p7"/>
          <p:cNvSpPr txBox="1">
            <a:spLocks noGrp="1"/>
          </p:cNvSpPr>
          <p:nvPr>
            <p:ph type="title"/>
          </p:nvPr>
        </p:nvSpPr>
        <p:spPr>
          <a:xfrm>
            <a:off x="992071" y="1521350"/>
            <a:ext cx="26496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solidFill>
                  <a:schemeClr val="accent5"/>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82" name="Google Shape;182;p7"/>
          <p:cNvSpPr txBox="1">
            <a:spLocks noGrp="1"/>
          </p:cNvSpPr>
          <p:nvPr>
            <p:ph type="subTitle" idx="1"/>
          </p:nvPr>
        </p:nvSpPr>
        <p:spPr>
          <a:xfrm>
            <a:off x="949500" y="2215050"/>
            <a:ext cx="2907600" cy="1133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600"/>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bg>
      <p:bgPr>
        <a:solidFill>
          <a:schemeClr val="accent2"/>
        </a:solidFill>
        <a:effectLst/>
      </p:bgPr>
    </p:bg>
    <p:spTree>
      <p:nvGrpSpPr>
        <p:cNvPr id="1" name="Shape 183"/>
        <p:cNvGrpSpPr/>
        <p:nvPr/>
      </p:nvGrpSpPr>
      <p:grpSpPr>
        <a:xfrm>
          <a:off x="0" y="0"/>
          <a:ext cx="0" cy="0"/>
          <a:chOff x="0" y="0"/>
          <a:chExt cx="0" cy="0"/>
        </a:xfrm>
      </p:grpSpPr>
      <p:grpSp>
        <p:nvGrpSpPr>
          <p:cNvPr id="184" name="Google Shape;184;p8"/>
          <p:cNvGrpSpPr/>
          <p:nvPr/>
        </p:nvGrpSpPr>
        <p:grpSpPr>
          <a:xfrm>
            <a:off x="319043" y="283350"/>
            <a:ext cx="8505900" cy="4576800"/>
            <a:chOff x="319043" y="283350"/>
            <a:chExt cx="8505900" cy="4576800"/>
          </a:xfrm>
        </p:grpSpPr>
        <p:sp>
          <p:nvSpPr>
            <p:cNvPr id="185" name="Google Shape;185;p8"/>
            <p:cNvSpPr/>
            <p:nvPr/>
          </p:nvSpPr>
          <p:spPr>
            <a:xfrm flipH="1">
              <a:off x="319043" y="283350"/>
              <a:ext cx="8505900" cy="4576800"/>
            </a:xfrm>
            <a:prstGeom prst="roundRect">
              <a:avLst>
                <a:gd name="adj" fmla="val 3396"/>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8"/>
            <p:cNvSpPr/>
            <p:nvPr/>
          </p:nvSpPr>
          <p:spPr>
            <a:xfrm rot="10800000" flipH="1">
              <a:off x="694692" y="580875"/>
              <a:ext cx="7754700" cy="39816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8"/>
            <p:cNvSpPr/>
            <p:nvPr/>
          </p:nvSpPr>
          <p:spPr>
            <a:xfrm flipH="1">
              <a:off x="1289186" y="298550"/>
              <a:ext cx="1611114" cy="1202094"/>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8"/>
            <p:cNvSpPr/>
            <p:nvPr/>
          </p:nvSpPr>
          <p:spPr>
            <a:xfrm flipH="1">
              <a:off x="2162181" y="298550"/>
              <a:ext cx="1348069" cy="995345"/>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 name="Google Shape;189;p8"/>
          <p:cNvGrpSpPr/>
          <p:nvPr/>
        </p:nvGrpSpPr>
        <p:grpSpPr>
          <a:xfrm>
            <a:off x="4281415" y="375214"/>
            <a:ext cx="581170" cy="125403"/>
            <a:chOff x="4685288" y="186288"/>
            <a:chExt cx="419375" cy="90485"/>
          </a:xfrm>
        </p:grpSpPr>
        <p:sp>
          <p:nvSpPr>
            <p:cNvPr id="190" name="Google Shape;190;p8"/>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 name="Google Shape;191;p8"/>
            <p:cNvGrpSpPr/>
            <p:nvPr/>
          </p:nvGrpSpPr>
          <p:grpSpPr>
            <a:xfrm>
              <a:off x="4685288" y="186300"/>
              <a:ext cx="419375" cy="90473"/>
              <a:chOff x="4390000" y="182175"/>
              <a:chExt cx="419375" cy="90473"/>
            </a:xfrm>
          </p:grpSpPr>
          <p:sp>
            <p:nvSpPr>
              <p:cNvPr id="192" name="Google Shape;192;p8"/>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8"/>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4" name="Google Shape;194;p8"/>
          <p:cNvSpPr txBox="1">
            <a:spLocks noGrp="1"/>
          </p:cNvSpPr>
          <p:nvPr>
            <p:ph type="title"/>
          </p:nvPr>
        </p:nvSpPr>
        <p:spPr>
          <a:xfrm>
            <a:off x="2046600" y="1414500"/>
            <a:ext cx="5050800" cy="23145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95"/>
        <p:cNvGrpSpPr/>
        <p:nvPr/>
      </p:nvGrpSpPr>
      <p:grpSpPr>
        <a:xfrm>
          <a:off x="0" y="0"/>
          <a:ext cx="0" cy="0"/>
          <a:chOff x="0" y="0"/>
          <a:chExt cx="0" cy="0"/>
        </a:xfrm>
      </p:grpSpPr>
      <p:grpSp>
        <p:nvGrpSpPr>
          <p:cNvPr id="196" name="Google Shape;196;p9"/>
          <p:cNvGrpSpPr/>
          <p:nvPr/>
        </p:nvGrpSpPr>
        <p:grpSpPr>
          <a:xfrm>
            <a:off x="-9513" y="-6"/>
            <a:ext cx="9177947" cy="5143519"/>
            <a:chOff x="-9513" y="-6"/>
            <a:chExt cx="9177947" cy="5143519"/>
          </a:xfrm>
        </p:grpSpPr>
        <p:sp>
          <p:nvSpPr>
            <p:cNvPr id="197" name="Google Shape;197;p9"/>
            <p:cNvSpPr/>
            <p:nvPr/>
          </p:nvSpPr>
          <p:spPr>
            <a:xfrm>
              <a:off x="319050" y="283350"/>
              <a:ext cx="8505900" cy="45768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9"/>
            <p:cNvSpPr/>
            <p:nvPr/>
          </p:nvSpPr>
          <p:spPr>
            <a:xfrm>
              <a:off x="7132742" y="2"/>
              <a:ext cx="1612254" cy="1208486"/>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9"/>
            <p:cNvSpPr/>
            <p:nvPr/>
          </p:nvSpPr>
          <p:spPr>
            <a:xfrm>
              <a:off x="6426313" y="-6"/>
              <a:ext cx="1250789" cy="937634"/>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9"/>
            <p:cNvSpPr/>
            <p:nvPr/>
          </p:nvSpPr>
          <p:spPr>
            <a:xfrm>
              <a:off x="743298" y="3878776"/>
              <a:ext cx="1664900" cy="1264737"/>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9"/>
            <p:cNvSpPr/>
            <p:nvPr/>
          </p:nvSpPr>
          <p:spPr>
            <a:xfrm rot="10800000">
              <a:off x="-9513" y="3652041"/>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9"/>
            <p:cNvSpPr/>
            <p:nvPr/>
          </p:nvSpPr>
          <p:spPr>
            <a:xfrm rot="10800000">
              <a:off x="-9513" y="2774418"/>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9"/>
            <p:cNvSpPr/>
            <p:nvPr/>
          </p:nvSpPr>
          <p:spPr>
            <a:xfrm>
              <a:off x="7972352" y="1381124"/>
              <a:ext cx="1196082" cy="113470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4" name="Google Shape;204;p9"/>
          <p:cNvSpPr txBox="1">
            <a:spLocks noGrp="1"/>
          </p:cNvSpPr>
          <p:nvPr>
            <p:ph type="ctrTitle"/>
          </p:nvPr>
        </p:nvSpPr>
        <p:spPr>
          <a:xfrm>
            <a:off x="4969070" y="1686150"/>
            <a:ext cx="3441000" cy="426900"/>
          </a:xfrm>
          <a:prstGeom prst="rect">
            <a:avLst/>
          </a:prstGeom>
        </p:spPr>
        <p:txBody>
          <a:bodyPr spcFirstLastPara="1" wrap="square" lIns="0" tIns="0" rIns="0" bIns="0" anchor="b" anchorCtr="0">
            <a:noAutofit/>
          </a:bodyPr>
          <a:lstStyle>
            <a:lvl1pPr lvl="0" rtl="0">
              <a:spcBef>
                <a:spcPts val="0"/>
              </a:spcBef>
              <a:spcAft>
                <a:spcPts val="0"/>
              </a:spcAft>
              <a:buSzPts val="3000"/>
              <a:buNone/>
              <a:defRPr sz="3000"/>
            </a:lvl1pPr>
            <a:lvl2pPr lvl="1" rtl="0">
              <a:spcBef>
                <a:spcPts val="0"/>
              </a:spcBef>
              <a:spcAft>
                <a:spcPts val="0"/>
              </a:spcAft>
              <a:buSzPts val="3200"/>
              <a:buNone/>
              <a:defRPr sz="3200"/>
            </a:lvl2pPr>
            <a:lvl3pPr lvl="2" rtl="0">
              <a:spcBef>
                <a:spcPts val="0"/>
              </a:spcBef>
              <a:spcAft>
                <a:spcPts val="0"/>
              </a:spcAft>
              <a:buSzPts val="3200"/>
              <a:buNone/>
              <a:defRPr sz="3200"/>
            </a:lvl3pPr>
            <a:lvl4pPr lvl="3" rtl="0">
              <a:spcBef>
                <a:spcPts val="0"/>
              </a:spcBef>
              <a:spcAft>
                <a:spcPts val="0"/>
              </a:spcAft>
              <a:buSzPts val="3200"/>
              <a:buNone/>
              <a:defRPr sz="3200"/>
            </a:lvl4pPr>
            <a:lvl5pPr lvl="4" rtl="0">
              <a:spcBef>
                <a:spcPts val="0"/>
              </a:spcBef>
              <a:spcAft>
                <a:spcPts val="0"/>
              </a:spcAft>
              <a:buSzPts val="3200"/>
              <a:buNone/>
              <a:defRPr sz="3200"/>
            </a:lvl5pPr>
            <a:lvl6pPr lvl="5" rtl="0">
              <a:spcBef>
                <a:spcPts val="0"/>
              </a:spcBef>
              <a:spcAft>
                <a:spcPts val="0"/>
              </a:spcAft>
              <a:buSzPts val="3200"/>
              <a:buNone/>
              <a:defRPr sz="3200"/>
            </a:lvl6pPr>
            <a:lvl7pPr lvl="6" rtl="0">
              <a:spcBef>
                <a:spcPts val="0"/>
              </a:spcBef>
              <a:spcAft>
                <a:spcPts val="0"/>
              </a:spcAft>
              <a:buSzPts val="3200"/>
              <a:buNone/>
              <a:defRPr sz="3200"/>
            </a:lvl7pPr>
            <a:lvl8pPr lvl="7" rtl="0">
              <a:spcBef>
                <a:spcPts val="0"/>
              </a:spcBef>
              <a:spcAft>
                <a:spcPts val="0"/>
              </a:spcAft>
              <a:buSzPts val="3200"/>
              <a:buNone/>
              <a:defRPr sz="3200"/>
            </a:lvl8pPr>
            <a:lvl9pPr lvl="8" rtl="0">
              <a:spcBef>
                <a:spcPts val="0"/>
              </a:spcBef>
              <a:spcAft>
                <a:spcPts val="0"/>
              </a:spcAft>
              <a:buSzPts val="3200"/>
              <a:buNone/>
              <a:defRPr sz="3200"/>
            </a:lvl9pPr>
          </a:lstStyle>
          <a:p>
            <a:endParaRPr/>
          </a:p>
        </p:txBody>
      </p:sp>
      <p:grpSp>
        <p:nvGrpSpPr>
          <p:cNvPr id="205" name="Google Shape;205;p9"/>
          <p:cNvGrpSpPr/>
          <p:nvPr/>
        </p:nvGrpSpPr>
        <p:grpSpPr>
          <a:xfrm>
            <a:off x="4281415" y="75177"/>
            <a:ext cx="581170" cy="125403"/>
            <a:chOff x="4685288" y="186288"/>
            <a:chExt cx="419375" cy="90485"/>
          </a:xfrm>
        </p:grpSpPr>
        <p:sp>
          <p:nvSpPr>
            <p:cNvPr id="206" name="Google Shape;206;p9"/>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7" name="Google Shape;207;p9"/>
            <p:cNvGrpSpPr/>
            <p:nvPr/>
          </p:nvGrpSpPr>
          <p:grpSpPr>
            <a:xfrm>
              <a:off x="4685288" y="186300"/>
              <a:ext cx="419375" cy="90473"/>
              <a:chOff x="4390000" y="182175"/>
              <a:chExt cx="419375" cy="90473"/>
            </a:xfrm>
          </p:grpSpPr>
          <p:sp>
            <p:nvSpPr>
              <p:cNvPr id="208" name="Google Shape;208;p9"/>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9"/>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0" name="Google Shape;210;p9"/>
          <p:cNvSpPr txBox="1">
            <a:spLocks noGrp="1"/>
          </p:cNvSpPr>
          <p:nvPr>
            <p:ph type="subTitle" idx="1"/>
          </p:nvPr>
        </p:nvSpPr>
        <p:spPr>
          <a:xfrm>
            <a:off x="4876800" y="2313025"/>
            <a:ext cx="3029100" cy="1220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solidFill>
                  <a:schemeClr val="accent5"/>
                </a:solidFill>
              </a:defRPr>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211"/>
        <p:cNvGrpSpPr/>
        <p:nvPr/>
      </p:nvGrpSpPr>
      <p:grpSpPr>
        <a:xfrm>
          <a:off x="0" y="0"/>
          <a:ext cx="0" cy="0"/>
          <a:chOff x="0" y="0"/>
          <a:chExt cx="0" cy="0"/>
        </a:xfrm>
      </p:grpSpPr>
      <p:sp>
        <p:nvSpPr>
          <p:cNvPr id="212" name="Google Shape;212;p10"/>
          <p:cNvSpPr txBox="1">
            <a:spLocks noGrp="1"/>
          </p:cNvSpPr>
          <p:nvPr>
            <p:ph type="ctrTitle"/>
          </p:nvPr>
        </p:nvSpPr>
        <p:spPr>
          <a:xfrm>
            <a:off x="712850" y="539500"/>
            <a:ext cx="4278300" cy="1173600"/>
          </a:xfrm>
          <a:prstGeom prst="rect">
            <a:avLst/>
          </a:prstGeom>
        </p:spPr>
        <p:txBody>
          <a:bodyPr spcFirstLastPara="1" wrap="square" lIns="0" tIns="0" rIns="0" bIns="0" anchor="b" anchorCtr="0">
            <a:noAutofit/>
          </a:bodyPr>
          <a:lstStyle>
            <a:lvl1pPr lvl="0" rtl="0">
              <a:spcBef>
                <a:spcPts val="0"/>
              </a:spcBef>
              <a:spcAft>
                <a:spcPts val="0"/>
              </a:spcAft>
              <a:buSzPts val="3000"/>
              <a:buNone/>
              <a:defRPr sz="2400">
                <a:solidFill>
                  <a:schemeClr val="accent5"/>
                </a:solidFill>
              </a:defRPr>
            </a:lvl1pPr>
            <a:lvl2pPr lvl="1" rtl="0">
              <a:spcBef>
                <a:spcPts val="0"/>
              </a:spcBef>
              <a:spcAft>
                <a:spcPts val="0"/>
              </a:spcAft>
              <a:buSzPts val="3200"/>
              <a:buNone/>
              <a:defRPr sz="3200"/>
            </a:lvl2pPr>
            <a:lvl3pPr lvl="2" rtl="0">
              <a:spcBef>
                <a:spcPts val="0"/>
              </a:spcBef>
              <a:spcAft>
                <a:spcPts val="0"/>
              </a:spcAft>
              <a:buSzPts val="3200"/>
              <a:buNone/>
              <a:defRPr sz="3200"/>
            </a:lvl3pPr>
            <a:lvl4pPr lvl="3" rtl="0">
              <a:spcBef>
                <a:spcPts val="0"/>
              </a:spcBef>
              <a:spcAft>
                <a:spcPts val="0"/>
              </a:spcAft>
              <a:buSzPts val="3200"/>
              <a:buNone/>
              <a:defRPr sz="3200"/>
            </a:lvl4pPr>
            <a:lvl5pPr lvl="4" rtl="0">
              <a:spcBef>
                <a:spcPts val="0"/>
              </a:spcBef>
              <a:spcAft>
                <a:spcPts val="0"/>
              </a:spcAft>
              <a:buSzPts val="3200"/>
              <a:buNone/>
              <a:defRPr sz="3200"/>
            </a:lvl5pPr>
            <a:lvl6pPr lvl="5" rtl="0">
              <a:spcBef>
                <a:spcPts val="0"/>
              </a:spcBef>
              <a:spcAft>
                <a:spcPts val="0"/>
              </a:spcAft>
              <a:buSzPts val="3200"/>
              <a:buNone/>
              <a:defRPr sz="3200"/>
            </a:lvl6pPr>
            <a:lvl7pPr lvl="6" rtl="0">
              <a:spcBef>
                <a:spcPts val="0"/>
              </a:spcBef>
              <a:spcAft>
                <a:spcPts val="0"/>
              </a:spcAft>
              <a:buSzPts val="3200"/>
              <a:buNone/>
              <a:defRPr sz="3200"/>
            </a:lvl7pPr>
            <a:lvl8pPr lvl="7" rtl="0">
              <a:spcBef>
                <a:spcPts val="0"/>
              </a:spcBef>
              <a:spcAft>
                <a:spcPts val="0"/>
              </a:spcAft>
              <a:buSzPts val="3200"/>
              <a:buNone/>
              <a:defRPr sz="3200"/>
            </a:lvl8pPr>
            <a:lvl9pPr lvl="8" rtl="0">
              <a:spcBef>
                <a:spcPts val="0"/>
              </a:spcBef>
              <a:spcAft>
                <a:spcPts val="0"/>
              </a:spcAft>
              <a:buSzPts val="3200"/>
              <a:buNone/>
              <a:defRPr sz="3200"/>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ig number">
  <p:cSld name="BIG_NUMBER">
    <p:bg>
      <p:bgPr>
        <a:solidFill>
          <a:schemeClr val="accent2"/>
        </a:solidFill>
        <a:effectLst/>
      </p:bgPr>
    </p:bg>
    <p:spTree>
      <p:nvGrpSpPr>
        <p:cNvPr id="1" name="Shape 213"/>
        <p:cNvGrpSpPr/>
        <p:nvPr/>
      </p:nvGrpSpPr>
      <p:grpSpPr>
        <a:xfrm>
          <a:off x="0" y="0"/>
          <a:ext cx="0" cy="0"/>
          <a:chOff x="0" y="0"/>
          <a:chExt cx="0" cy="0"/>
        </a:xfrm>
      </p:grpSpPr>
      <p:grpSp>
        <p:nvGrpSpPr>
          <p:cNvPr id="214" name="Google Shape;214;p11"/>
          <p:cNvGrpSpPr/>
          <p:nvPr/>
        </p:nvGrpSpPr>
        <p:grpSpPr>
          <a:xfrm>
            <a:off x="319043" y="283350"/>
            <a:ext cx="8505900" cy="4576800"/>
            <a:chOff x="319043" y="283350"/>
            <a:chExt cx="8505900" cy="4576800"/>
          </a:xfrm>
        </p:grpSpPr>
        <p:sp>
          <p:nvSpPr>
            <p:cNvPr id="215" name="Google Shape;215;p11"/>
            <p:cNvSpPr/>
            <p:nvPr/>
          </p:nvSpPr>
          <p:spPr>
            <a:xfrm flipH="1">
              <a:off x="319043" y="283350"/>
              <a:ext cx="8505900" cy="4576800"/>
            </a:xfrm>
            <a:prstGeom prst="roundRect">
              <a:avLst>
                <a:gd name="adj" fmla="val 3396"/>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11"/>
            <p:cNvSpPr/>
            <p:nvPr/>
          </p:nvSpPr>
          <p:spPr>
            <a:xfrm rot="10800000" flipH="1">
              <a:off x="694692" y="580875"/>
              <a:ext cx="7754700" cy="39816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11"/>
            <p:cNvSpPr/>
            <p:nvPr/>
          </p:nvSpPr>
          <p:spPr>
            <a:xfrm flipH="1">
              <a:off x="1289186" y="298550"/>
              <a:ext cx="1611114" cy="1202094"/>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11"/>
            <p:cNvSpPr/>
            <p:nvPr/>
          </p:nvSpPr>
          <p:spPr>
            <a:xfrm flipH="1">
              <a:off x="2162181" y="298550"/>
              <a:ext cx="1348069" cy="995345"/>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 name="Google Shape;219;p11"/>
          <p:cNvGrpSpPr/>
          <p:nvPr/>
        </p:nvGrpSpPr>
        <p:grpSpPr>
          <a:xfrm>
            <a:off x="4281415" y="375214"/>
            <a:ext cx="581170" cy="125403"/>
            <a:chOff x="4685288" y="186288"/>
            <a:chExt cx="419375" cy="90485"/>
          </a:xfrm>
        </p:grpSpPr>
        <p:sp>
          <p:nvSpPr>
            <p:cNvPr id="220" name="Google Shape;220;p11"/>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21;p11"/>
            <p:cNvGrpSpPr/>
            <p:nvPr/>
          </p:nvGrpSpPr>
          <p:grpSpPr>
            <a:xfrm>
              <a:off x="4685288" y="186300"/>
              <a:ext cx="419375" cy="90473"/>
              <a:chOff x="4390000" y="182175"/>
              <a:chExt cx="419375" cy="90473"/>
            </a:xfrm>
          </p:grpSpPr>
          <p:sp>
            <p:nvSpPr>
              <p:cNvPr id="222" name="Google Shape;222;p11"/>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11"/>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4" name="Google Shape;224;p11"/>
          <p:cNvSpPr/>
          <p:nvPr/>
        </p:nvSpPr>
        <p:spPr>
          <a:xfrm rot="10800000" flipH="1">
            <a:off x="6388800" y="3636168"/>
            <a:ext cx="1611114" cy="1209957"/>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11"/>
          <p:cNvSpPr/>
          <p:nvPr/>
        </p:nvSpPr>
        <p:spPr>
          <a:xfrm rot="10800000" flipH="1">
            <a:off x="5778850" y="3842942"/>
            <a:ext cx="1348069" cy="1004358"/>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11"/>
          <p:cNvSpPr txBox="1">
            <a:spLocks noGrp="1"/>
          </p:cNvSpPr>
          <p:nvPr>
            <p:ph type="title" hasCustomPrompt="1"/>
          </p:nvPr>
        </p:nvSpPr>
        <p:spPr>
          <a:xfrm>
            <a:off x="1057200" y="1106125"/>
            <a:ext cx="7029600" cy="1963500"/>
          </a:xfrm>
          <a:prstGeom prst="rect">
            <a:avLst/>
          </a:prstGeom>
        </p:spPr>
        <p:txBody>
          <a:bodyPr spcFirstLastPara="1" wrap="square" lIns="91425" tIns="91425" rIns="91425" bIns="91425" anchor="b" anchorCtr="0">
            <a:noAutofit/>
          </a:bodyPr>
          <a:lstStyle>
            <a:lvl1pPr lvl="0" algn="ctr">
              <a:spcBef>
                <a:spcPts val="0"/>
              </a:spcBef>
              <a:spcAft>
                <a:spcPts val="0"/>
              </a:spcAft>
              <a:buSzPts val="12000"/>
              <a:buNone/>
              <a:defRPr sz="8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227" name="Google Shape;227;p11"/>
          <p:cNvSpPr txBox="1">
            <a:spLocks noGrp="1"/>
          </p:cNvSpPr>
          <p:nvPr>
            <p:ph type="subTitle" idx="1"/>
          </p:nvPr>
        </p:nvSpPr>
        <p:spPr>
          <a:xfrm>
            <a:off x="1284000" y="3069625"/>
            <a:ext cx="6576000" cy="713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160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228"/>
        <p:cNvGrpSpPr/>
        <p:nvPr/>
      </p:nvGrpSpPr>
      <p:grpSpPr>
        <a:xfrm>
          <a:off x="0" y="0"/>
          <a:ext cx="0" cy="0"/>
          <a:chOff x="0" y="0"/>
          <a:chExt cx="0" cy="0"/>
        </a:xfrm>
      </p:grpSpPr>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able of contents">
  <p:cSld name="CUSTOM_3">
    <p:spTree>
      <p:nvGrpSpPr>
        <p:cNvPr id="1" name="Shape 229"/>
        <p:cNvGrpSpPr/>
        <p:nvPr/>
      </p:nvGrpSpPr>
      <p:grpSpPr>
        <a:xfrm>
          <a:off x="0" y="0"/>
          <a:ext cx="0" cy="0"/>
          <a:chOff x="0" y="0"/>
          <a:chExt cx="0" cy="0"/>
        </a:xfrm>
      </p:grpSpPr>
      <p:grpSp>
        <p:nvGrpSpPr>
          <p:cNvPr id="230" name="Google Shape;230;p13"/>
          <p:cNvGrpSpPr/>
          <p:nvPr/>
        </p:nvGrpSpPr>
        <p:grpSpPr>
          <a:xfrm>
            <a:off x="-9513" y="-6"/>
            <a:ext cx="9177947" cy="5143519"/>
            <a:chOff x="-9513" y="-6"/>
            <a:chExt cx="9177947" cy="5143519"/>
          </a:xfrm>
        </p:grpSpPr>
        <p:sp>
          <p:nvSpPr>
            <p:cNvPr id="231" name="Google Shape;231;p13"/>
            <p:cNvSpPr/>
            <p:nvPr/>
          </p:nvSpPr>
          <p:spPr>
            <a:xfrm>
              <a:off x="319050" y="283350"/>
              <a:ext cx="8505900" cy="45768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13"/>
            <p:cNvSpPr/>
            <p:nvPr/>
          </p:nvSpPr>
          <p:spPr>
            <a:xfrm flipH="1">
              <a:off x="109125" y="2"/>
              <a:ext cx="1612254" cy="1208486"/>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13"/>
            <p:cNvSpPr/>
            <p:nvPr/>
          </p:nvSpPr>
          <p:spPr>
            <a:xfrm flipH="1">
              <a:off x="1100819" y="-6"/>
              <a:ext cx="1250789" cy="937634"/>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13"/>
            <p:cNvSpPr/>
            <p:nvPr/>
          </p:nvSpPr>
          <p:spPr>
            <a:xfrm flipH="1">
              <a:off x="6750722" y="3878776"/>
              <a:ext cx="1664900" cy="1264737"/>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13"/>
            <p:cNvSpPr/>
            <p:nvPr/>
          </p:nvSpPr>
          <p:spPr>
            <a:xfrm rot="10800000" flipH="1">
              <a:off x="8024650" y="2432841"/>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13"/>
            <p:cNvSpPr/>
            <p:nvPr/>
          </p:nvSpPr>
          <p:spPr>
            <a:xfrm rot="10800000" flipH="1">
              <a:off x="8024650" y="259818"/>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13"/>
            <p:cNvSpPr/>
            <p:nvPr/>
          </p:nvSpPr>
          <p:spPr>
            <a:xfrm flipH="1">
              <a:off x="-9513" y="2600324"/>
              <a:ext cx="1196082" cy="113470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 name="Google Shape;238;p13"/>
          <p:cNvGrpSpPr/>
          <p:nvPr/>
        </p:nvGrpSpPr>
        <p:grpSpPr>
          <a:xfrm>
            <a:off x="4281415" y="75177"/>
            <a:ext cx="581170" cy="125403"/>
            <a:chOff x="4685288" y="186288"/>
            <a:chExt cx="419375" cy="90485"/>
          </a:xfrm>
        </p:grpSpPr>
        <p:sp>
          <p:nvSpPr>
            <p:cNvPr id="239" name="Google Shape;239;p13"/>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0" name="Google Shape;240;p13"/>
            <p:cNvGrpSpPr/>
            <p:nvPr/>
          </p:nvGrpSpPr>
          <p:grpSpPr>
            <a:xfrm>
              <a:off x="4685288" y="186300"/>
              <a:ext cx="419375" cy="90473"/>
              <a:chOff x="4390000" y="182175"/>
              <a:chExt cx="419375" cy="90473"/>
            </a:xfrm>
          </p:grpSpPr>
          <p:sp>
            <p:nvSpPr>
              <p:cNvPr id="241" name="Google Shape;241;p13"/>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13"/>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43" name="Google Shape;243;p13"/>
          <p:cNvSpPr txBox="1">
            <a:spLocks noGrp="1"/>
          </p:cNvSpPr>
          <p:nvPr>
            <p:ph type="subTitle" idx="1"/>
          </p:nvPr>
        </p:nvSpPr>
        <p:spPr>
          <a:xfrm>
            <a:off x="1454213" y="2117745"/>
            <a:ext cx="2367600" cy="572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1600">
                <a:solidFill>
                  <a:schemeClr val="accent5"/>
                </a:solidFill>
              </a:defRPr>
            </a:lvl1pPr>
            <a:lvl2pPr lvl="1" algn="ctr" rtl="0">
              <a:lnSpc>
                <a:spcPct val="100000"/>
              </a:lnSpc>
              <a:spcBef>
                <a:spcPts val="0"/>
              </a:spcBef>
              <a:spcAft>
                <a:spcPts val="0"/>
              </a:spcAft>
              <a:buNone/>
              <a:defRPr sz="1600">
                <a:solidFill>
                  <a:schemeClr val="accent5"/>
                </a:solidFill>
              </a:defRPr>
            </a:lvl2pPr>
            <a:lvl3pPr lvl="2" algn="ctr" rtl="0">
              <a:lnSpc>
                <a:spcPct val="100000"/>
              </a:lnSpc>
              <a:spcBef>
                <a:spcPts val="0"/>
              </a:spcBef>
              <a:spcAft>
                <a:spcPts val="0"/>
              </a:spcAft>
              <a:buNone/>
              <a:defRPr sz="1600">
                <a:solidFill>
                  <a:schemeClr val="accent5"/>
                </a:solidFill>
              </a:defRPr>
            </a:lvl3pPr>
            <a:lvl4pPr lvl="3" algn="ctr" rtl="0">
              <a:lnSpc>
                <a:spcPct val="100000"/>
              </a:lnSpc>
              <a:spcBef>
                <a:spcPts val="0"/>
              </a:spcBef>
              <a:spcAft>
                <a:spcPts val="0"/>
              </a:spcAft>
              <a:buNone/>
              <a:defRPr sz="1600">
                <a:solidFill>
                  <a:schemeClr val="accent5"/>
                </a:solidFill>
              </a:defRPr>
            </a:lvl4pPr>
            <a:lvl5pPr lvl="4" algn="ctr" rtl="0">
              <a:lnSpc>
                <a:spcPct val="100000"/>
              </a:lnSpc>
              <a:spcBef>
                <a:spcPts val="0"/>
              </a:spcBef>
              <a:spcAft>
                <a:spcPts val="0"/>
              </a:spcAft>
              <a:buNone/>
              <a:defRPr sz="1600">
                <a:solidFill>
                  <a:schemeClr val="accent5"/>
                </a:solidFill>
              </a:defRPr>
            </a:lvl5pPr>
            <a:lvl6pPr lvl="5" algn="ctr" rtl="0">
              <a:lnSpc>
                <a:spcPct val="100000"/>
              </a:lnSpc>
              <a:spcBef>
                <a:spcPts val="0"/>
              </a:spcBef>
              <a:spcAft>
                <a:spcPts val="0"/>
              </a:spcAft>
              <a:buNone/>
              <a:defRPr sz="1600">
                <a:solidFill>
                  <a:schemeClr val="accent5"/>
                </a:solidFill>
              </a:defRPr>
            </a:lvl6pPr>
            <a:lvl7pPr lvl="6" algn="ctr" rtl="0">
              <a:lnSpc>
                <a:spcPct val="100000"/>
              </a:lnSpc>
              <a:spcBef>
                <a:spcPts val="0"/>
              </a:spcBef>
              <a:spcAft>
                <a:spcPts val="0"/>
              </a:spcAft>
              <a:buNone/>
              <a:defRPr sz="1600">
                <a:solidFill>
                  <a:schemeClr val="accent5"/>
                </a:solidFill>
              </a:defRPr>
            </a:lvl7pPr>
            <a:lvl8pPr lvl="7" algn="ctr" rtl="0">
              <a:lnSpc>
                <a:spcPct val="100000"/>
              </a:lnSpc>
              <a:spcBef>
                <a:spcPts val="0"/>
              </a:spcBef>
              <a:spcAft>
                <a:spcPts val="0"/>
              </a:spcAft>
              <a:buNone/>
              <a:defRPr sz="1600">
                <a:solidFill>
                  <a:schemeClr val="accent5"/>
                </a:solidFill>
              </a:defRPr>
            </a:lvl8pPr>
            <a:lvl9pPr lvl="8" algn="ctr" rtl="0">
              <a:lnSpc>
                <a:spcPct val="100000"/>
              </a:lnSpc>
              <a:spcBef>
                <a:spcPts val="0"/>
              </a:spcBef>
              <a:spcAft>
                <a:spcPts val="0"/>
              </a:spcAft>
              <a:buNone/>
              <a:defRPr sz="1600">
                <a:solidFill>
                  <a:schemeClr val="accent5"/>
                </a:solidFill>
              </a:defRPr>
            </a:lvl9pPr>
          </a:lstStyle>
          <a:p>
            <a:endParaRPr/>
          </a:p>
        </p:txBody>
      </p:sp>
      <p:sp>
        <p:nvSpPr>
          <p:cNvPr id="244" name="Google Shape;244;p13"/>
          <p:cNvSpPr txBox="1">
            <a:spLocks noGrp="1"/>
          </p:cNvSpPr>
          <p:nvPr>
            <p:ph type="subTitle" idx="2"/>
          </p:nvPr>
        </p:nvSpPr>
        <p:spPr>
          <a:xfrm>
            <a:off x="5322225" y="2127834"/>
            <a:ext cx="2367600" cy="572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1600">
                <a:solidFill>
                  <a:schemeClr val="accent5"/>
                </a:solidFill>
              </a:defRPr>
            </a:lvl1pPr>
            <a:lvl2pPr lvl="1" algn="ctr" rtl="0">
              <a:lnSpc>
                <a:spcPct val="100000"/>
              </a:lnSpc>
              <a:spcBef>
                <a:spcPts val="0"/>
              </a:spcBef>
              <a:spcAft>
                <a:spcPts val="0"/>
              </a:spcAft>
              <a:buNone/>
              <a:defRPr sz="1600">
                <a:solidFill>
                  <a:schemeClr val="accent5"/>
                </a:solidFill>
              </a:defRPr>
            </a:lvl2pPr>
            <a:lvl3pPr lvl="2" algn="ctr" rtl="0">
              <a:lnSpc>
                <a:spcPct val="100000"/>
              </a:lnSpc>
              <a:spcBef>
                <a:spcPts val="0"/>
              </a:spcBef>
              <a:spcAft>
                <a:spcPts val="0"/>
              </a:spcAft>
              <a:buNone/>
              <a:defRPr sz="1600">
                <a:solidFill>
                  <a:schemeClr val="accent5"/>
                </a:solidFill>
              </a:defRPr>
            </a:lvl3pPr>
            <a:lvl4pPr lvl="3" algn="ctr" rtl="0">
              <a:lnSpc>
                <a:spcPct val="100000"/>
              </a:lnSpc>
              <a:spcBef>
                <a:spcPts val="0"/>
              </a:spcBef>
              <a:spcAft>
                <a:spcPts val="0"/>
              </a:spcAft>
              <a:buNone/>
              <a:defRPr sz="1600">
                <a:solidFill>
                  <a:schemeClr val="accent5"/>
                </a:solidFill>
              </a:defRPr>
            </a:lvl4pPr>
            <a:lvl5pPr lvl="4" algn="ctr" rtl="0">
              <a:lnSpc>
                <a:spcPct val="100000"/>
              </a:lnSpc>
              <a:spcBef>
                <a:spcPts val="0"/>
              </a:spcBef>
              <a:spcAft>
                <a:spcPts val="0"/>
              </a:spcAft>
              <a:buNone/>
              <a:defRPr sz="1600">
                <a:solidFill>
                  <a:schemeClr val="accent5"/>
                </a:solidFill>
              </a:defRPr>
            </a:lvl5pPr>
            <a:lvl6pPr lvl="5" algn="ctr" rtl="0">
              <a:lnSpc>
                <a:spcPct val="100000"/>
              </a:lnSpc>
              <a:spcBef>
                <a:spcPts val="0"/>
              </a:spcBef>
              <a:spcAft>
                <a:spcPts val="0"/>
              </a:spcAft>
              <a:buNone/>
              <a:defRPr sz="1600">
                <a:solidFill>
                  <a:schemeClr val="accent5"/>
                </a:solidFill>
              </a:defRPr>
            </a:lvl6pPr>
            <a:lvl7pPr lvl="6" algn="ctr" rtl="0">
              <a:lnSpc>
                <a:spcPct val="100000"/>
              </a:lnSpc>
              <a:spcBef>
                <a:spcPts val="0"/>
              </a:spcBef>
              <a:spcAft>
                <a:spcPts val="0"/>
              </a:spcAft>
              <a:buNone/>
              <a:defRPr sz="1600">
                <a:solidFill>
                  <a:schemeClr val="accent5"/>
                </a:solidFill>
              </a:defRPr>
            </a:lvl7pPr>
            <a:lvl8pPr lvl="7" algn="ctr" rtl="0">
              <a:lnSpc>
                <a:spcPct val="100000"/>
              </a:lnSpc>
              <a:spcBef>
                <a:spcPts val="0"/>
              </a:spcBef>
              <a:spcAft>
                <a:spcPts val="0"/>
              </a:spcAft>
              <a:buNone/>
              <a:defRPr sz="1600">
                <a:solidFill>
                  <a:schemeClr val="accent5"/>
                </a:solidFill>
              </a:defRPr>
            </a:lvl8pPr>
            <a:lvl9pPr lvl="8" algn="ctr" rtl="0">
              <a:lnSpc>
                <a:spcPct val="100000"/>
              </a:lnSpc>
              <a:spcBef>
                <a:spcPts val="0"/>
              </a:spcBef>
              <a:spcAft>
                <a:spcPts val="0"/>
              </a:spcAft>
              <a:buNone/>
              <a:defRPr sz="1600">
                <a:solidFill>
                  <a:schemeClr val="accent5"/>
                </a:solidFill>
              </a:defRPr>
            </a:lvl9pPr>
          </a:lstStyle>
          <a:p>
            <a:endParaRPr/>
          </a:p>
        </p:txBody>
      </p:sp>
      <p:sp>
        <p:nvSpPr>
          <p:cNvPr id="245" name="Google Shape;245;p13"/>
          <p:cNvSpPr txBox="1">
            <a:spLocks noGrp="1"/>
          </p:cNvSpPr>
          <p:nvPr>
            <p:ph type="title" hasCustomPrompt="1"/>
          </p:nvPr>
        </p:nvSpPr>
        <p:spPr>
          <a:xfrm>
            <a:off x="2270363" y="1392503"/>
            <a:ext cx="735300" cy="3879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lt1"/>
              </a:buClr>
              <a:buSzPts val="2800"/>
              <a:buNone/>
              <a:defRPr sz="3000">
                <a:solidFill>
                  <a:schemeClr val="accent3"/>
                </a:solidFill>
              </a:defRPr>
            </a:lvl1pPr>
            <a:lvl2pPr lvl="1" algn="ctr" rtl="0">
              <a:spcBef>
                <a:spcPts val="0"/>
              </a:spcBef>
              <a:spcAft>
                <a:spcPts val="0"/>
              </a:spcAft>
              <a:buClr>
                <a:schemeClr val="lt1"/>
              </a:buClr>
              <a:buSzPts val="2800"/>
              <a:buNone/>
              <a:defRPr>
                <a:solidFill>
                  <a:schemeClr val="lt1"/>
                </a:solidFill>
              </a:defRPr>
            </a:lvl2pPr>
            <a:lvl3pPr lvl="2" algn="ctr" rtl="0">
              <a:spcBef>
                <a:spcPts val="0"/>
              </a:spcBef>
              <a:spcAft>
                <a:spcPts val="0"/>
              </a:spcAft>
              <a:buClr>
                <a:schemeClr val="lt1"/>
              </a:buClr>
              <a:buSzPts val="2800"/>
              <a:buNone/>
              <a:defRPr>
                <a:solidFill>
                  <a:schemeClr val="lt1"/>
                </a:solidFill>
              </a:defRPr>
            </a:lvl3pPr>
            <a:lvl4pPr lvl="3" algn="ctr" rtl="0">
              <a:spcBef>
                <a:spcPts val="0"/>
              </a:spcBef>
              <a:spcAft>
                <a:spcPts val="0"/>
              </a:spcAft>
              <a:buClr>
                <a:schemeClr val="lt1"/>
              </a:buClr>
              <a:buSzPts val="2800"/>
              <a:buNone/>
              <a:defRPr>
                <a:solidFill>
                  <a:schemeClr val="lt1"/>
                </a:solidFill>
              </a:defRPr>
            </a:lvl4pPr>
            <a:lvl5pPr lvl="4" algn="ctr" rtl="0">
              <a:spcBef>
                <a:spcPts val="0"/>
              </a:spcBef>
              <a:spcAft>
                <a:spcPts val="0"/>
              </a:spcAft>
              <a:buClr>
                <a:schemeClr val="lt1"/>
              </a:buClr>
              <a:buSzPts val="2800"/>
              <a:buNone/>
              <a:defRPr>
                <a:solidFill>
                  <a:schemeClr val="lt1"/>
                </a:solidFill>
              </a:defRPr>
            </a:lvl5pPr>
            <a:lvl6pPr lvl="5" algn="ctr" rtl="0">
              <a:spcBef>
                <a:spcPts val="0"/>
              </a:spcBef>
              <a:spcAft>
                <a:spcPts val="0"/>
              </a:spcAft>
              <a:buClr>
                <a:schemeClr val="lt1"/>
              </a:buClr>
              <a:buSzPts val="2800"/>
              <a:buNone/>
              <a:defRPr>
                <a:solidFill>
                  <a:schemeClr val="lt1"/>
                </a:solidFill>
              </a:defRPr>
            </a:lvl6pPr>
            <a:lvl7pPr lvl="6" algn="ctr" rtl="0">
              <a:spcBef>
                <a:spcPts val="0"/>
              </a:spcBef>
              <a:spcAft>
                <a:spcPts val="0"/>
              </a:spcAft>
              <a:buClr>
                <a:schemeClr val="lt1"/>
              </a:buClr>
              <a:buSzPts val="2800"/>
              <a:buNone/>
              <a:defRPr>
                <a:solidFill>
                  <a:schemeClr val="lt1"/>
                </a:solidFill>
              </a:defRPr>
            </a:lvl7pPr>
            <a:lvl8pPr lvl="7" algn="ctr" rtl="0">
              <a:spcBef>
                <a:spcPts val="0"/>
              </a:spcBef>
              <a:spcAft>
                <a:spcPts val="0"/>
              </a:spcAft>
              <a:buClr>
                <a:schemeClr val="lt1"/>
              </a:buClr>
              <a:buSzPts val="2800"/>
              <a:buNone/>
              <a:defRPr>
                <a:solidFill>
                  <a:schemeClr val="lt1"/>
                </a:solidFill>
              </a:defRPr>
            </a:lvl8pPr>
            <a:lvl9pPr lvl="8" algn="ctr" rtl="0">
              <a:spcBef>
                <a:spcPts val="0"/>
              </a:spcBef>
              <a:spcAft>
                <a:spcPts val="0"/>
              </a:spcAft>
              <a:buClr>
                <a:schemeClr val="lt1"/>
              </a:buClr>
              <a:buSzPts val="2800"/>
              <a:buNone/>
              <a:defRPr>
                <a:solidFill>
                  <a:schemeClr val="lt1"/>
                </a:solidFill>
              </a:defRPr>
            </a:lvl9pPr>
          </a:lstStyle>
          <a:p>
            <a:r>
              <a:t>xx%</a:t>
            </a:r>
          </a:p>
        </p:txBody>
      </p:sp>
      <p:sp>
        <p:nvSpPr>
          <p:cNvPr id="246" name="Google Shape;246;p13"/>
          <p:cNvSpPr txBox="1">
            <a:spLocks noGrp="1"/>
          </p:cNvSpPr>
          <p:nvPr>
            <p:ph type="title" idx="3" hasCustomPrompt="1"/>
          </p:nvPr>
        </p:nvSpPr>
        <p:spPr>
          <a:xfrm>
            <a:off x="6130262" y="1393328"/>
            <a:ext cx="735300" cy="3879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lt1"/>
              </a:buClr>
              <a:buSzPts val="2800"/>
              <a:buNone/>
              <a:defRPr sz="3000">
                <a:solidFill>
                  <a:schemeClr val="accent3"/>
                </a:solidFill>
              </a:defRPr>
            </a:lvl1pPr>
            <a:lvl2pPr lvl="1" algn="ctr" rtl="0">
              <a:spcBef>
                <a:spcPts val="0"/>
              </a:spcBef>
              <a:spcAft>
                <a:spcPts val="0"/>
              </a:spcAft>
              <a:buClr>
                <a:schemeClr val="lt1"/>
              </a:buClr>
              <a:buSzPts val="2800"/>
              <a:buNone/>
              <a:defRPr>
                <a:solidFill>
                  <a:schemeClr val="lt1"/>
                </a:solidFill>
              </a:defRPr>
            </a:lvl2pPr>
            <a:lvl3pPr lvl="2" algn="ctr" rtl="0">
              <a:spcBef>
                <a:spcPts val="0"/>
              </a:spcBef>
              <a:spcAft>
                <a:spcPts val="0"/>
              </a:spcAft>
              <a:buClr>
                <a:schemeClr val="lt1"/>
              </a:buClr>
              <a:buSzPts val="2800"/>
              <a:buNone/>
              <a:defRPr>
                <a:solidFill>
                  <a:schemeClr val="lt1"/>
                </a:solidFill>
              </a:defRPr>
            </a:lvl3pPr>
            <a:lvl4pPr lvl="3" algn="ctr" rtl="0">
              <a:spcBef>
                <a:spcPts val="0"/>
              </a:spcBef>
              <a:spcAft>
                <a:spcPts val="0"/>
              </a:spcAft>
              <a:buClr>
                <a:schemeClr val="lt1"/>
              </a:buClr>
              <a:buSzPts val="2800"/>
              <a:buNone/>
              <a:defRPr>
                <a:solidFill>
                  <a:schemeClr val="lt1"/>
                </a:solidFill>
              </a:defRPr>
            </a:lvl4pPr>
            <a:lvl5pPr lvl="4" algn="ctr" rtl="0">
              <a:spcBef>
                <a:spcPts val="0"/>
              </a:spcBef>
              <a:spcAft>
                <a:spcPts val="0"/>
              </a:spcAft>
              <a:buClr>
                <a:schemeClr val="lt1"/>
              </a:buClr>
              <a:buSzPts val="2800"/>
              <a:buNone/>
              <a:defRPr>
                <a:solidFill>
                  <a:schemeClr val="lt1"/>
                </a:solidFill>
              </a:defRPr>
            </a:lvl5pPr>
            <a:lvl6pPr lvl="5" algn="ctr" rtl="0">
              <a:spcBef>
                <a:spcPts val="0"/>
              </a:spcBef>
              <a:spcAft>
                <a:spcPts val="0"/>
              </a:spcAft>
              <a:buClr>
                <a:schemeClr val="lt1"/>
              </a:buClr>
              <a:buSzPts val="2800"/>
              <a:buNone/>
              <a:defRPr>
                <a:solidFill>
                  <a:schemeClr val="lt1"/>
                </a:solidFill>
              </a:defRPr>
            </a:lvl6pPr>
            <a:lvl7pPr lvl="6" algn="ctr" rtl="0">
              <a:spcBef>
                <a:spcPts val="0"/>
              </a:spcBef>
              <a:spcAft>
                <a:spcPts val="0"/>
              </a:spcAft>
              <a:buClr>
                <a:schemeClr val="lt1"/>
              </a:buClr>
              <a:buSzPts val="2800"/>
              <a:buNone/>
              <a:defRPr>
                <a:solidFill>
                  <a:schemeClr val="lt1"/>
                </a:solidFill>
              </a:defRPr>
            </a:lvl7pPr>
            <a:lvl8pPr lvl="7" algn="ctr" rtl="0">
              <a:spcBef>
                <a:spcPts val="0"/>
              </a:spcBef>
              <a:spcAft>
                <a:spcPts val="0"/>
              </a:spcAft>
              <a:buClr>
                <a:schemeClr val="lt1"/>
              </a:buClr>
              <a:buSzPts val="2800"/>
              <a:buNone/>
              <a:defRPr>
                <a:solidFill>
                  <a:schemeClr val="lt1"/>
                </a:solidFill>
              </a:defRPr>
            </a:lvl8pPr>
            <a:lvl9pPr lvl="8" algn="ctr" rtl="0">
              <a:spcBef>
                <a:spcPts val="0"/>
              </a:spcBef>
              <a:spcAft>
                <a:spcPts val="0"/>
              </a:spcAft>
              <a:buClr>
                <a:schemeClr val="lt1"/>
              </a:buClr>
              <a:buSzPts val="2800"/>
              <a:buNone/>
              <a:defRPr>
                <a:solidFill>
                  <a:schemeClr val="lt1"/>
                </a:solidFill>
              </a:defRPr>
            </a:lvl9pPr>
          </a:lstStyle>
          <a:p>
            <a:r>
              <a:t>xx%</a:t>
            </a:r>
          </a:p>
        </p:txBody>
      </p:sp>
      <p:sp>
        <p:nvSpPr>
          <p:cNvPr id="247" name="Google Shape;247;p13"/>
          <p:cNvSpPr txBox="1">
            <a:spLocks noGrp="1"/>
          </p:cNvSpPr>
          <p:nvPr>
            <p:ph type="subTitle" idx="4"/>
          </p:nvPr>
        </p:nvSpPr>
        <p:spPr>
          <a:xfrm>
            <a:off x="1009425" y="1809973"/>
            <a:ext cx="3257100" cy="388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1800" b="1">
                <a:solidFill>
                  <a:schemeClr val="accent5"/>
                </a:solidFill>
                <a:latin typeface="Aldrich"/>
                <a:ea typeface="Aldrich"/>
                <a:cs typeface="Aldrich"/>
                <a:sym typeface="Aldrich"/>
              </a:defRPr>
            </a:lvl1pPr>
            <a:lvl2pPr lvl="1" algn="ctr" rtl="0">
              <a:lnSpc>
                <a:spcPct val="100000"/>
              </a:lnSpc>
              <a:spcBef>
                <a:spcPts val="0"/>
              </a:spcBef>
              <a:spcAft>
                <a:spcPts val="0"/>
              </a:spcAft>
              <a:buNone/>
              <a:defRPr sz="1800" b="1">
                <a:solidFill>
                  <a:schemeClr val="accent5"/>
                </a:solidFill>
                <a:latin typeface="Aldrich"/>
                <a:ea typeface="Aldrich"/>
                <a:cs typeface="Aldrich"/>
                <a:sym typeface="Aldrich"/>
              </a:defRPr>
            </a:lvl2pPr>
            <a:lvl3pPr lvl="2" algn="ctr" rtl="0">
              <a:lnSpc>
                <a:spcPct val="100000"/>
              </a:lnSpc>
              <a:spcBef>
                <a:spcPts val="0"/>
              </a:spcBef>
              <a:spcAft>
                <a:spcPts val="0"/>
              </a:spcAft>
              <a:buNone/>
              <a:defRPr sz="1800" b="1">
                <a:solidFill>
                  <a:schemeClr val="accent5"/>
                </a:solidFill>
                <a:latin typeface="Aldrich"/>
                <a:ea typeface="Aldrich"/>
                <a:cs typeface="Aldrich"/>
                <a:sym typeface="Aldrich"/>
              </a:defRPr>
            </a:lvl3pPr>
            <a:lvl4pPr lvl="3" algn="ctr" rtl="0">
              <a:lnSpc>
                <a:spcPct val="100000"/>
              </a:lnSpc>
              <a:spcBef>
                <a:spcPts val="0"/>
              </a:spcBef>
              <a:spcAft>
                <a:spcPts val="0"/>
              </a:spcAft>
              <a:buNone/>
              <a:defRPr sz="1800" b="1">
                <a:solidFill>
                  <a:schemeClr val="accent5"/>
                </a:solidFill>
                <a:latin typeface="Aldrich"/>
                <a:ea typeface="Aldrich"/>
                <a:cs typeface="Aldrich"/>
                <a:sym typeface="Aldrich"/>
              </a:defRPr>
            </a:lvl4pPr>
            <a:lvl5pPr lvl="4" algn="ctr" rtl="0">
              <a:lnSpc>
                <a:spcPct val="100000"/>
              </a:lnSpc>
              <a:spcBef>
                <a:spcPts val="0"/>
              </a:spcBef>
              <a:spcAft>
                <a:spcPts val="0"/>
              </a:spcAft>
              <a:buNone/>
              <a:defRPr sz="1800" b="1">
                <a:solidFill>
                  <a:schemeClr val="accent5"/>
                </a:solidFill>
                <a:latin typeface="Aldrich"/>
                <a:ea typeface="Aldrich"/>
                <a:cs typeface="Aldrich"/>
                <a:sym typeface="Aldrich"/>
              </a:defRPr>
            </a:lvl5pPr>
            <a:lvl6pPr lvl="5" algn="ctr" rtl="0">
              <a:lnSpc>
                <a:spcPct val="100000"/>
              </a:lnSpc>
              <a:spcBef>
                <a:spcPts val="0"/>
              </a:spcBef>
              <a:spcAft>
                <a:spcPts val="0"/>
              </a:spcAft>
              <a:buNone/>
              <a:defRPr sz="1800" b="1">
                <a:solidFill>
                  <a:schemeClr val="accent5"/>
                </a:solidFill>
                <a:latin typeface="Aldrich"/>
                <a:ea typeface="Aldrich"/>
                <a:cs typeface="Aldrich"/>
                <a:sym typeface="Aldrich"/>
              </a:defRPr>
            </a:lvl6pPr>
            <a:lvl7pPr lvl="6" algn="ctr" rtl="0">
              <a:lnSpc>
                <a:spcPct val="100000"/>
              </a:lnSpc>
              <a:spcBef>
                <a:spcPts val="0"/>
              </a:spcBef>
              <a:spcAft>
                <a:spcPts val="0"/>
              </a:spcAft>
              <a:buNone/>
              <a:defRPr sz="1800" b="1">
                <a:solidFill>
                  <a:schemeClr val="accent5"/>
                </a:solidFill>
                <a:latin typeface="Aldrich"/>
                <a:ea typeface="Aldrich"/>
                <a:cs typeface="Aldrich"/>
                <a:sym typeface="Aldrich"/>
              </a:defRPr>
            </a:lvl7pPr>
            <a:lvl8pPr lvl="7" algn="ctr" rtl="0">
              <a:lnSpc>
                <a:spcPct val="100000"/>
              </a:lnSpc>
              <a:spcBef>
                <a:spcPts val="0"/>
              </a:spcBef>
              <a:spcAft>
                <a:spcPts val="0"/>
              </a:spcAft>
              <a:buNone/>
              <a:defRPr sz="1800" b="1">
                <a:solidFill>
                  <a:schemeClr val="accent5"/>
                </a:solidFill>
                <a:latin typeface="Aldrich"/>
                <a:ea typeface="Aldrich"/>
                <a:cs typeface="Aldrich"/>
                <a:sym typeface="Aldrich"/>
              </a:defRPr>
            </a:lvl8pPr>
            <a:lvl9pPr lvl="8" algn="ctr" rtl="0">
              <a:lnSpc>
                <a:spcPct val="100000"/>
              </a:lnSpc>
              <a:spcBef>
                <a:spcPts val="0"/>
              </a:spcBef>
              <a:spcAft>
                <a:spcPts val="0"/>
              </a:spcAft>
              <a:buNone/>
              <a:defRPr sz="1800" b="1">
                <a:solidFill>
                  <a:schemeClr val="accent5"/>
                </a:solidFill>
                <a:latin typeface="Aldrich"/>
                <a:ea typeface="Aldrich"/>
                <a:cs typeface="Aldrich"/>
                <a:sym typeface="Aldrich"/>
              </a:defRPr>
            </a:lvl9pPr>
          </a:lstStyle>
          <a:p>
            <a:endParaRPr/>
          </a:p>
        </p:txBody>
      </p:sp>
      <p:sp>
        <p:nvSpPr>
          <p:cNvPr id="248" name="Google Shape;248;p13"/>
          <p:cNvSpPr txBox="1">
            <a:spLocks noGrp="1"/>
          </p:cNvSpPr>
          <p:nvPr>
            <p:ph type="subTitle" idx="5"/>
          </p:nvPr>
        </p:nvSpPr>
        <p:spPr>
          <a:xfrm>
            <a:off x="4877475" y="1820073"/>
            <a:ext cx="3257100" cy="388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1800" b="1">
                <a:solidFill>
                  <a:schemeClr val="accent5"/>
                </a:solidFill>
                <a:latin typeface="Aldrich"/>
                <a:ea typeface="Aldrich"/>
                <a:cs typeface="Aldrich"/>
                <a:sym typeface="Aldrich"/>
              </a:defRPr>
            </a:lvl1pPr>
            <a:lvl2pPr lvl="1" algn="ctr" rtl="0">
              <a:lnSpc>
                <a:spcPct val="100000"/>
              </a:lnSpc>
              <a:spcBef>
                <a:spcPts val="0"/>
              </a:spcBef>
              <a:spcAft>
                <a:spcPts val="0"/>
              </a:spcAft>
              <a:buNone/>
              <a:defRPr sz="1800" b="1">
                <a:solidFill>
                  <a:schemeClr val="accent5"/>
                </a:solidFill>
                <a:latin typeface="Aldrich"/>
                <a:ea typeface="Aldrich"/>
                <a:cs typeface="Aldrich"/>
                <a:sym typeface="Aldrich"/>
              </a:defRPr>
            </a:lvl2pPr>
            <a:lvl3pPr lvl="2" algn="ctr" rtl="0">
              <a:lnSpc>
                <a:spcPct val="100000"/>
              </a:lnSpc>
              <a:spcBef>
                <a:spcPts val="0"/>
              </a:spcBef>
              <a:spcAft>
                <a:spcPts val="0"/>
              </a:spcAft>
              <a:buNone/>
              <a:defRPr sz="1800" b="1">
                <a:solidFill>
                  <a:schemeClr val="accent5"/>
                </a:solidFill>
                <a:latin typeface="Aldrich"/>
                <a:ea typeface="Aldrich"/>
                <a:cs typeface="Aldrich"/>
                <a:sym typeface="Aldrich"/>
              </a:defRPr>
            </a:lvl3pPr>
            <a:lvl4pPr lvl="3" algn="ctr" rtl="0">
              <a:lnSpc>
                <a:spcPct val="100000"/>
              </a:lnSpc>
              <a:spcBef>
                <a:spcPts val="0"/>
              </a:spcBef>
              <a:spcAft>
                <a:spcPts val="0"/>
              </a:spcAft>
              <a:buNone/>
              <a:defRPr sz="1800" b="1">
                <a:solidFill>
                  <a:schemeClr val="accent5"/>
                </a:solidFill>
                <a:latin typeface="Aldrich"/>
                <a:ea typeface="Aldrich"/>
                <a:cs typeface="Aldrich"/>
                <a:sym typeface="Aldrich"/>
              </a:defRPr>
            </a:lvl4pPr>
            <a:lvl5pPr lvl="4" algn="ctr" rtl="0">
              <a:lnSpc>
                <a:spcPct val="100000"/>
              </a:lnSpc>
              <a:spcBef>
                <a:spcPts val="0"/>
              </a:spcBef>
              <a:spcAft>
                <a:spcPts val="0"/>
              </a:spcAft>
              <a:buNone/>
              <a:defRPr sz="1800" b="1">
                <a:solidFill>
                  <a:schemeClr val="accent5"/>
                </a:solidFill>
                <a:latin typeface="Aldrich"/>
                <a:ea typeface="Aldrich"/>
                <a:cs typeface="Aldrich"/>
                <a:sym typeface="Aldrich"/>
              </a:defRPr>
            </a:lvl5pPr>
            <a:lvl6pPr lvl="5" algn="ctr" rtl="0">
              <a:lnSpc>
                <a:spcPct val="100000"/>
              </a:lnSpc>
              <a:spcBef>
                <a:spcPts val="0"/>
              </a:spcBef>
              <a:spcAft>
                <a:spcPts val="0"/>
              </a:spcAft>
              <a:buNone/>
              <a:defRPr sz="1800" b="1">
                <a:solidFill>
                  <a:schemeClr val="accent5"/>
                </a:solidFill>
                <a:latin typeface="Aldrich"/>
                <a:ea typeface="Aldrich"/>
                <a:cs typeface="Aldrich"/>
                <a:sym typeface="Aldrich"/>
              </a:defRPr>
            </a:lvl6pPr>
            <a:lvl7pPr lvl="6" algn="ctr" rtl="0">
              <a:lnSpc>
                <a:spcPct val="100000"/>
              </a:lnSpc>
              <a:spcBef>
                <a:spcPts val="0"/>
              </a:spcBef>
              <a:spcAft>
                <a:spcPts val="0"/>
              </a:spcAft>
              <a:buNone/>
              <a:defRPr sz="1800" b="1">
                <a:solidFill>
                  <a:schemeClr val="accent5"/>
                </a:solidFill>
                <a:latin typeface="Aldrich"/>
                <a:ea typeface="Aldrich"/>
                <a:cs typeface="Aldrich"/>
                <a:sym typeface="Aldrich"/>
              </a:defRPr>
            </a:lvl7pPr>
            <a:lvl8pPr lvl="7" algn="ctr" rtl="0">
              <a:lnSpc>
                <a:spcPct val="100000"/>
              </a:lnSpc>
              <a:spcBef>
                <a:spcPts val="0"/>
              </a:spcBef>
              <a:spcAft>
                <a:spcPts val="0"/>
              </a:spcAft>
              <a:buNone/>
              <a:defRPr sz="1800" b="1">
                <a:solidFill>
                  <a:schemeClr val="accent5"/>
                </a:solidFill>
                <a:latin typeface="Aldrich"/>
                <a:ea typeface="Aldrich"/>
                <a:cs typeface="Aldrich"/>
                <a:sym typeface="Aldrich"/>
              </a:defRPr>
            </a:lvl8pPr>
            <a:lvl9pPr lvl="8" algn="ctr" rtl="0">
              <a:lnSpc>
                <a:spcPct val="100000"/>
              </a:lnSpc>
              <a:spcBef>
                <a:spcPts val="0"/>
              </a:spcBef>
              <a:spcAft>
                <a:spcPts val="0"/>
              </a:spcAft>
              <a:buNone/>
              <a:defRPr sz="1800" b="1">
                <a:solidFill>
                  <a:schemeClr val="accent5"/>
                </a:solidFill>
                <a:latin typeface="Aldrich"/>
                <a:ea typeface="Aldrich"/>
                <a:cs typeface="Aldrich"/>
                <a:sym typeface="Aldrich"/>
              </a:defRPr>
            </a:lvl9pPr>
          </a:lstStyle>
          <a:p>
            <a:endParaRPr/>
          </a:p>
        </p:txBody>
      </p:sp>
      <p:sp>
        <p:nvSpPr>
          <p:cNvPr id="249" name="Google Shape;249;p13"/>
          <p:cNvSpPr txBox="1">
            <a:spLocks noGrp="1"/>
          </p:cNvSpPr>
          <p:nvPr>
            <p:ph type="title" idx="6"/>
          </p:nvPr>
        </p:nvSpPr>
        <p:spPr>
          <a:xfrm>
            <a:off x="722375" y="530750"/>
            <a:ext cx="7699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50" name="Google Shape;250;p13"/>
          <p:cNvSpPr txBox="1">
            <a:spLocks noGrp="1"/>
          </p:cNvSpPr>
          <p:nvPr>
            <p:ph type="subTitle" idx="7"/>
          </p:nvPr>
        </p:nvSpPr>
        <p:spPr>
          <a:xfrm>
            <a:off x="1454213" y="3738095"/>
            <a:ext cx="2367600" cy="572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1600">
                <a:solidFill>
                  <a:schemeClr val="accent5"/>
                </a:solidFill>
              </a:defRPr>
            </a:lvl1pPr>
            <a:lvl2pPr lvl="1" algn="ctr" rtl="0">
              <a:lnSpc>
                <a:spcPct val="100000"/>
              </a:lnSpc>
              <a:spcBef>
                <a:spcPts val="0"/>
              </a:spcBef>
              <a:spcAft>
                <a:spcPts val="0"/>
              </a:spcAft>
              <a:buNone/>
              <a:defRPr sz="1600">
                <a:solidFill>
                  <a:schemeClr val="accent5"/>
                </a:solidFill>
              </a:defRPr>
            </a:lvl2pPr>
            <a:lvl3pPr lvl="2" algn="ctr" rtl="0">
              <a:lnSpc>
                <a:spcPct val="100000"/>
              </a:lnSpc>
              <a:spcBef>
                <a:spcPts val="0"/>
              </a:spcBef>
              <a:spcAft>
                <a:spcPts val="0"/>
              </a:spcAft>
              <a:buNone/>
              <a:defRPr sz="1600">
                <a:solidFill>
                  <a:schemeClr val="accent5"/>
                </a:solidFill>
              </a:defRPr>
            </a:lvl3pPr>
            <a:lvl4pPr lvl="3" algn="ctr" rtl="0">
              <a:lnSpc>
                <a:spcPct val="100000"/>
              </a:lnSpc>
              <a:spcBef>
                <a:spcPts val="0"/>
              </a:spcBef>
              <a:spcAft>
                <a:spcPts val="0"/>
              </a:spcAft>
              <a:buNone/>
              <a:defRPr sz="1600">
                <a:solidFill>
                  <a:schemeClr val="accent5"/>
                </a:solidFill>
              </a:defRPr>
            </a:lvl4pPr>
            <a:lvl5pPr lvl="4" algn="ctr" rtl="0">
              <a:lnSpc>
                <a:spcPct val="100000"/>
              </a:lnSpc>
              <a:spcBef>
                <a:spcPts val="0"/>
              </a:spcBef>
              <a:spcAft>
                <a:spcPts val="0"/>
              </a:spcAft>
              <a:buNone/>
              <a:defRPr sz="1600">
                <a:solidFill>
                  <a:schemeClr val="accent5"/>
                </a:solidFill>
              </a:defRPr>
            </a:lvl5pPr>
            <a:lvl6pPr lvl="5" algn="ctr" rtl="0">
              <a:lnSpc>
                <a:spcPct val="100000"/>
              </a:lnSpc>
              <a:spcBef>
                <a:spcPts val="0"/>
              </a:spcBef>
              <a:spcAft>
                <a:spcPts val="0"/>
              </a:spcAft>
              <a:buNone/>
              <a:defRPr sz="1600">
                <a:solidFill>
                  <a:schemeClr val="accent5"/>
                </a:solidFill>
              </a:defRPr>
            </a:lvl6pPr>
            <a:lvl7pPr lvl="6" algn="ctr" rtl="0">
              <a:lnSpc>
                <a:spcPct val="100000"/>
              </a:lnSpc>
              <a:spcBef>
                <a:spcPts val="0"/>
              </a:spcBef>
              <a:spcAft>
                <a:spcPts val="0"/>
              </a:spcAft>
              <a:buNone/>
              <a:defRPr sz="1600">
                <a:solidFill>
                  <a:schemeClr val="accent5"/>
                </a:solidFill>
              </a:defRPr>
            </a:lvl7pPr>
            <a:lvl8pPr lvl="7" algn="ctr" rtl="0">
              <a:lnSpc>
                <a:spcPct val="100000"/>
              </a:lnSpc>
              <a:spcBef>
                <a:spcPts val="0"/>
              </a:spcBef>
              <a:spcAft>
                <a:spcPts val="0"/>
              </a:spcAft>
              <a:buNone/>
              <a:defRPr sz="1600">
                <a:solidFill>
                  <a:schemeClr val="accent5"/>
                </a:solidFill>
              </a:defRPr>
            </a:lvl8pPr>
            <a:lvl9pPr lvl="8" algn="ctr" rtl="0">
              <a:lnSpc>
                <a:spcPct val="100000"/>
              </a:lnSpc>
              <a:spcBef>
                <a:spcPts val="0"/>
              </a:spcBef>
              <a:spcAft>
                <a:spcPts val="0"/>
              </a:spcAft>
              <a:buNone/>
              <a:defRPr sz="1600">
                <a:solidFill>
                  <a:schemeClr val="accent5"/>
                </a:solidFill>
              </a:defRPr>
            </a:lvl9pPr>
          </a:lstStyle>
          <a:p>
            <a:endParaRPr/>
          </a:p>
        </p:txBody>
      </p:sp>
      <p:sp>
        <p:nvSpPr>
          <p:cNvPr id="251" name="Google Shape;251;p13"/>
          <p:cNvSpPr txBox="1">
            <a:spLocks noGrp="1"/>
          </p:cNvSpPr>
          <p:nvPr>
            <p:ph type="subTitle" idx="8"/>
          </p:nvPr>
        </p:nvSpPr>
        <p:spPr>
          <a:xfrm>
            <a:off x="5322225" y="3748184"/>
            <a:ext cx="2367600" cy="572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1600">
                <a:solidFill>
                  <a:schemeClr val="accent5"/>
                </a:solidFill>
              </a:defRPr>
            </a:lvl1pPr>
            <a:lvl2pPr lvl="1" algn="ctr" rtl="0">
              <a:lnSpc>
                <a:spcPct val="100000"/>
              </a:lnSpc>
              <a:spcBef>
                <a:spcPts val="0"/>
              </a:spcBef>
              <a:spcAft>
                <a:spcPts val="0"/>
              </a:spcAft>
              <a:buNone/>
              <a:defRPr sz="1600">
                <a:solidFill>
                  <a:schemeClr val="accent5"/>
                </a:solidFill>
              </a:defRPr>
            </a:lvl2pPr>
            <a:lvl3pPr lvl="2" algn="ctr" rtl="0">
              <a:lnSpc>
                <a:spcPct val="100000"/>
              </a:lnSpc>
              <a:spcBef>
                <a:spcPts val="0"/>
              </a:spcBef>
              <a:spcAft>
                <a:spcPts val="0"/>
              </a:spcAft>
              <a:buNone/>
              <a:defRPr sz="1600">
                <a:solidFill>
                  <a:schemeClr val="accent5"/>
                </a:solidFill>
              </a:defRPr>
            </a:lvl3pPr>
            <a:lvl4pPr lvl="3" algn="ctr" rtl="0">
              <a:lnSpc>
                <a:spcPct val="100000"/>
              </a:lnSpc>
              <a:spcBef>
                <a:spcPts val="0"/>
              </a:spcBef>
              <a:spcAft>
                <a:spcPts val="0"/>
              </a:spcAft>
              <a:buNone/>
              <a:defRPr sz="1600">
                <a:solidFill>
                  <a:schemeClr val="accent5"/>
                </a:solidFill>
              </a:defRPr>
            </a:lvl4pPr>
            <a:lvl5pPr lvl="4" algn="ctr" rtl="0">
              <a:lnSpc>
                <a:spcPct val="100000"/>
              </a:lnSpc>
              <a:spcBef>
                <a:spcPts val="0"/>
              </a:spcBef>
              <a:spcAft>
                <a:spcPts val="0"/>
              </a:spcAft>
              <a:buNone/>
              <a:defRPr sz="1600">
                <a:solidFill>
                  <a:schemeClr val="accent5"/>
                </a:solidFill>
              </a:defRPr>
            </a:lvl5pPr>
            <a:lvl6pPr lvl="5" algn="ctr" rtl="0">
              <a:lnSpc>
                <a:spcPct val="100000"/>
              </a:lnSpc>
              <a:spcBef>
                <a:spcPts val="0"/>
              </a:spcBef>
              <a:spcAft>
                <a:spcPts val="0"/>
              </a:spcAft>
              <a:buNone/>
              <a:defRPr sz="1600">
                <a:solidFill>
                  <a:schemeClr val="accent5"/>
                </a:solidFill>
              </a:defRPr>
            </a:lvl6pPr>
            <a:lvl7pPr lvl="6" algn="ctr" rtl="0">
              <a:lnSpc>
                <a:spcPct val="100000"/>
              </a:lnSpc>
              <a:spcBef>
                <a:spcPts val="0"/>
              </a:spcBef>
              <a:spcAft>
                <a:spcPts val="0"/>
              </a:spcAft>
              <a:buNone/>
              <a:defRPr sz="1600">
                <a:solidFill>
                  <a:schemeClr val="accent5"/>
                </a:solidFill>
              </a:defRPr>
            </a:lvl7pPr>
            <a:lvl8pPr lvl="7" algn="ctr" rtl="0">
              <a:lnSpc>
                <a:spcPct val="100000"/>
              </a:lnSpc>
              <a:spcBef>
                <a:spcPts val="0"/>
              </a:spcBef>
              <a:spcAft>
                <a:spcPts val="0"/>
              </a:spcAft>
              <a:buNone/>
              <a:defRPr sz="1600">
                <a:solidFill>
                  <a:schemeClr val="accent5"/>
                </a:solidFill>
              </a:defRPr>
            </a:lvl8pPr>
            <a:lvl9pPr lvl="8" algn="ctr" rtl="0">
              <a:lnSpc>
                <a:spcPct val="100000"/>
              </a:lnSpc>
              <a:spcBef>
                <a:spcPts val="0"/>
              </a:spcBef>
              <a:spcAft>
                <a:spcPts val="0"/>
              </a:spcAft>
              <a:buNone/>
              <a:defRPr sz="1600">
                <a:solidFill>
                  <a:schemeClr val="accent5"/>
                </a:solidFill>
              </a:defRPr>
            </a:lvl9pPr>
          </a:lstStyle>
          <a:p>
            <a:endParaRPr/>
          </a:p>
        </p:txBody>
      </p:sp>
      <p:sp>
        <p:nvSpPr>
          <p:cNvPr id="252" name="Google Shape;252;p13"/>
          <p:cNvSpPr txBox="1">
            <a:spLocks noGrp="1"/>
          </p:cNvSpPr>
          <p:nvPr>
            <p:ph type="title" idx="9" hasCustomPrompt="1"/>
          </p:nvPr>
        </p:nvSpPr>
        <p:spPr>
          <a:xfrm>
            <a:off x="2270363" y="3012853"/>
            <a:ext cx="735300" cy="3879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lt1"/>
              </a:buClr>
              <a:buSzPts val="2800"/>
              <a:buNone/>
              <a:defRPr sz="3000">
                <a:solidFill>
                  <a:schemeClr val="accent3"/>
                </a:solidFill>
              </a:defRPr>
            </a:lvl1pPr>
            <a:lvl2pPr lvl="1" algn="ctr" rtl="0">
              <a:spcBef>
                <a:spcPts val="0"/>
              </a:spcBef>
              <a:spcAft>
                <a:spcPts val="0"/>
              </a:spcAft>
              <a:buClr>
                <a:schemeClr val="lt1"/>
              </a:buClr>
              <a:buSzPts val="2800"/>
              <a:buNone/>
              <a:defRPr>
                <a:solidFill>
                  <a:schemeClr val="lt1"/>
                </a:solidFill>
              </a:defRPr>
            </a:lvl2pPr>
            <a:lvl3pPr lvl="2" algn="ctr" rtl="0">
              <a:spcBef>
                <a:spcPts val="0"/>
              </a:spcBef>
              <a:spcAft>
                <a:spcPts val="0"/>
              </a:spcAft>
              <a:buClr>
                <a:schemeClr val="lt1"/>
              </a:buClr>
              <a:buSzPts val="2800"/>
              <a:buNone/>
              <a:defRPr>
                <a:solidFill>
                  <a:schemeClr val="lt1"/>
                </a:solidFill>
              </a:defRPr>
            </a:lvl3pPr>
            <a:lvl4pPr lvl="3" algn="ctr" rtl="0">
              <a:spcBef>
                <a:spcPts val="0"/>
              </a:spcBef>
              <a:spcAft>
                <a:spcPts val="0"/>
              </a:spcAft>
              <a:buClr>
                <a:schemeClr val="lt1"/>
              </a:buClr>
              <a:buSzPts val="2800"/>
              <a:buNone/>
              <a:defRPr>
                <a:solidFill>
                  <a:schemeClr val="lt1"/>
                </a:solidFill>
              </a:defRPr>
            </a:lvl4pPr>
            <a:lvl5pPr lvl="4" algn="ctr" rtl="0">
              <a:spcBef>
                <a:spcPts val="0"/>
              </a:spcBef>
              <a:spcAft>
                <a:spcPts val="0"/>
              </a:spcAft>
              <a:buClr>
                <a:schemeClr val="lt1"/>
              </a:buClr>
              <a:buSzPts val="2800"/>
              <a:buNone/>
              <a:defRPr>
                <a:solidFill>
                  <a:schemeClr val="lt1"/>
                </a:solidFill>
              </a:defRPr>
            </a:lvl5pPr>
            <a:lvl6pPr lvl="5" algn="ctr" rtl="0">
              <a:spcBef>
                <a:spcPts val="0"/>
              </a:spcBef>
              <a:spcAft>
                <a:spcPts val="0"/>
              </a:spcAft>
              <a:buClr>
                <a:schemeClr val="lt1"/>
              </a:buClr>
              <a:buSzPts val="2800"/>
              <a:buNone/>
              <a:defRPr>
                <a:solidFill>
                  <a:schemeClr val="lt1"/>
                </a:solidFill>
              </a:defRPr>
            </a:lvl6pPr>
            <a:lvl7pPr lvl="6" algn="ctr" rtl="0">
              <a:spcBef>
                <a:spcPts val="0"/>
              </a:spcBef>
              <a:spcAft>
                <a:spcPts val="0"/>
              </a:spcAft>
              <a:buClr>
                <a:schemeClr val="lt1"/>
              </a:buClr>
              <a:buSzPts val="2800"/>
              <a:buNone/>
              <a:defRPr>
                <a:solidFill>
                  <a:schemeClr val="lt1"/>
                </a:solidFill>
              </a:defRPr>
            </a:lvl7pPr>
            <a:lvl8pPr lvl="7" algn="ctr" rtl="0">
              <a:spcBef>
                <a:spcPts val="0"/>
              </a:spcBef>
              <a:spcAft>
                <a:spcPts val="0"/>
              </a:spcAft>
              <a:buClr>
                <a:schemeClr val="lt1"/>
              </a:buClr>
              <a:buSzPts val="2800"/>
              <a:buNone/>
              <a:defRPr>
                <a:solidFill>
                  <a:schemeClr val="lt1"/>
                </a:solidFill>
              </a:defRPr>
            </a:lvl8pPr>
            <a:lvl9pPr lvl="8" algn="ctr" rtl="0">
              <a:spcBef>
                <a:spcPts val="0"/>
              </a:spcBef>
              <a:spcAft>
                <a:spcPts val="0"/>
              </a:spcAft>
              <a:buClr>
                <a:schemeClr val="lt1"/>
              </a:buClr>
              <a:buSzPts val="2800"/>
              <a:buNone/>
              <a:defRPr>
                <a:solidFill>
                  <a:schemeClr val="lt1"/>
                </a:solidFill>
              </a:defRPr>
            </a:lvl9pPr>
          </a:lstStyle>
          <a:p>
            <a:r>
              <a:t>xx%</a:t>
            </a:r>
          </a:p>
        </p:txBody>
      </p:sp>
      <p:sp>
        <p:nvSpPr>
          <p:cNvPr id="253" name="Google Shape;253;p13"/>
          <p:cNvSpPr txBox="1">
            <a:spLocks noGrp="1"/>
          </p:cNvSpPr>
          <p:nvPr>
            <p:ph type="title" idx="13" hasCustomPrompt="1"/>
          </p:nvPr>
        </p:nvSpPr>
        <p:spPr>
          <a:xfrm>
            <a:off x="6130262" y="3013678"/>
            <a:ext cx="735300" cy="3879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lt1"/>
              </a:buClr>
              <a:buSzPts val="2800"/>
              <a:buNone/>
              <a:defRPr sz="3000">
                <a:solidFill>
                  <a:schemeClr val="accent3"/>
                </a:solidFill>
              </a:defRPr>
            </a:lvl1pPr>
            <a:lvl2pPr lvl="1" algn="ctr" rtl="0">
              <a:spcBef>
                <a:spcPts val="0"/>
              </a:spcBef>
              <a:spcAft>
                <a:spcPts val="0"/>
              </a:spcAft>
              <a:buClr>
                <a:schemeClr val="lt1"/>
              </a:buClr>
              <a:buSzPts val="2800"/>
              <a:buNone/>
              <a:defRPr>
                <a:solidFill>
                  <a:schemeClr val="lt1"/>
                </a:solidFill>
              </a:defRPr>
            </a:lvl2pPr>
            <a:lvl3pPr lvl="2" algn="ctr" rtl="0">
              <a:spcBef>
                <a:spcPts val="0"/>
              </a:spcBef>
              <a:spcAft>
                <a:spcPts val="0"/>
              </a:spcAft>
              <a:buClr>
                <a:schemeClr val="lt1"/>
              </a:buClr>
              <a:buSzPts val="2800"/>
              <a:buNone/>
              <a:defRPr>
                <a:solidFill>
                  <a:schemeClr val="lt1"/>
                </a:solidFill>
              </a:defRPr>
            </a:lvl3pPr>
            <a:lvl4pPr lvl="3" algn="ctr" rtl="0">
              <a:spcBef>
                <a:spcPts val="0"/>
              </a:spcBef>
              <a:spcAft>
                <a:spcPts val="0"/>
              </a:spcAft>
              <a:buClr>
                <a:schemeClr val="lt1"/>
              </a:buClr>
              <a:buSzPts val="2800"/>
              <a:buNone/>
              <a:defRPr>
                <a:solidFill>
                  <a:schemeClr val="lt1"/>
                </a:solidFill>
              </a:defRPr>
            </a:lvl4pPr>
            <a:lvl5pPr lvl="4" algn="ctr" rtl="0">
              <a:spcBef>
                <a:spcPts val="0"/>
              </a:spcBef>
              <a:spcAft>
                <a:spcPts val="0"/>
              </a:spcAft>
              <a:buClr>
                <a:schemeClr val="lt1"/>
              </a:buClr>
              <a:buSzPts val="2800"/>
              <a:buNone/>
              <a:defRPr>
                <a:solidFill>
                  <a:schemeClr val="lt1"/>
                </a:solidFill>
              </a:defRPr>
            </a:lvl5pPr>
            <a:lvl6pPr lvl="5" algn="ctr" rtl="0">
              <a:spcBef>
                <a:spcPts val="0"/>
              </a:spcBef>
              <a:spcAft>
                <a:spcPts val="0"/>
              </a:spcAft>
              <a:buClr>
                <a:schemeClr val="lt1"/>
              </a:buClr>
              <a:buSzPts val="2800"/>
              <a:buNone/>
              <a:defRPr>
                <a:solidFill>
                  <a:schemeClr val="lt1"/>
                </a:solidFill>
              </a:defRPr>
            </a:lvl6pPr>
            <a:lvl7pPr lvl="6" algn="ctr" rtl="0">
              <a:spcBef>
                <a:spcPts val="0"/>
              </a:spcBef>
              <a:spcAft>
                <a:spcPts val="0"/>
              </a:spcAft>
              <a:buClr>
                <a:schemeClr val="lt1"/>
              </a:buClr>
              <a:buSzPts val="2800"/>
              <a:buNone/>
              <a:defRPr>
                <a:solidFill>
                  <a:schemeClr val="lt1"/>
                </a:solidFill>
              </a:defRPr>
            </a:lvl7pPr>
            <a:lvl8pPr lvl="7" algn="ctr" rtl="0">
              <a:spcBef>
                <a:spcPts val="0"/>
              </a:spcBef>
              <a:spcAft>
                <a:spcPts val="0"/>
              </a:spcAft>
              <a:buClr>
                <a:schemeClr val="lt1"/>
              </a:buClr>
              <a:buSzPts val="2800"/>
              <a:buNone/>
              <a:defRPr>
                <a:solidFill>
                  <a:schemeClr val="lt1"/>
                </a:solidFill>
              </a:defRPr>
            </a:lvl8pPr>
            <a:lvl9pPr lvl="8" algn="ctr" rtl="0">
              <a:spcBef>
                <a:spcPts val="0"/>
              </a:spcBef>
              <a:spcAft>
                <a:spcPts val="0"/>
              </a:spcAft>
              <a:buClr>
                <a:schemeClr val="lt1"/>
              </a:buClr>
              <a:buSzPts val="2800"/>
              <a:buNone/>
              <a:defRPr>
                <a:solidFill>
                  <a:schemeClr val="lt1"/>
                </a:solidFill>
              </a:defRPr>
            </a:lvl9pPr>
          </a:lstStyle>
          <a:p>
            <a:r>
              <a:t>xx%</a:t>
            </a:r>
          </a:p>
        </p:txBody>
      </p:sp>
      <p:sp>
        <p:nvSpPr>
          <p:cNvPr id="254" name="Google Shape;254;p13"/>
          <p:cNvSpPr txBox="1">
            <a:spLocks noGrp="1"/>
          </p:cNvSpPr>
          <p:nvPr>
            <p:ph type="subTitle" idx="14"/>
          </p:nvPr>
        </p:nvSpPr>
        <p:spPr>
          <a:xfrm>
            <a:off x="1009425" y="3430323"/>
            <a:ext cx="3257100" cy="388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1800" b="1">
                <a:solidFill>
                  <a:schemeClr val="accent5"/>
                </a:solidFill>
                <a:latin typeface="Aldrich"/>
                <a:ea typeface="Aldrich"/>
                <a:cs typeface="Aldrich"/>
                <a:sym typeface="Aldrich"/>
              </a:defRPr>
            </a:lvl1pPr>
            <a:lvl2pPr lvl="1" algn="ctr" rtl="0">
              <a:lnSpc>
                <a:spcPct val="100000"/>
              </a:lnSpc>
              <a:spcBef>
                <a:spcPts val="0"/>
              </a:spcBef>
              <a:spcAft>
                <a:spcPts val="0"/>
              </a:spcAft>
              <a:buNone/>
              <a:defRPr sz="1800" b="1">
                <a:solidFill>
                  <a:schemeClr val="accent5"/>
                </a:solidFill>
                <a:latin typeface="Aldrich"/>
                <a:ea typeface="Aldrich"/>
                <a:cs typeface="Aldrich"/>
                <a:sym typeface="Aldrich"/>
              </a:defRPr>
            </a:lvl2pPr>
            <a:lvl3pPr lvl="2" algn="ctr" rtl="0">
              <a:lnSpc>
                <a:spcPct val="100000"/>
              </a:lnSpc>
              <a:spcBef>
                <a:spcPts val="0"/>
              </a:spcBef>
              <a:spcAft>
                <a:spcPts val="0"/>
              </a:spcAft>
              <a:buNone/>
              <a:defRPr sz="1800" b="1">
                <a:solidFill>
                  <a:schemeClr val="accent5"/>
                </a:solidFill>
                <a:latin typeface="Aldrich"/>
                <a:ea typeface="Aldrich"/>
                <a:cs typeface="Aldrich"/>
                <a:sym typeface="Aldrich"/>
              </a:defRPr>
            </a:lvl3pPr>
            <a:lvl4pPr lvl="3" algn="ctr" rtl="0">
              <a:lnSpc>
                <a:spcPct val="100000"/>
              </a:lnSpc>
              <a:spcBef>
                <a:spcPts val="0"/>
              </a:spcBef>
              <a:spcAft>
                <a:spcPts val="0"/>
              </a:spcAft>
              <a:buNone/>
              <a:defRPr sz="1800" b="1">
                <a:solidFill>
                  <a:schemeClr val="accent5"/>
                </a:solidFill>
                <a:latin typeface="Aldrich"/>
                <a:ea typeface="Aldrich"/>
                <a:cs typeface="Aldrich"/>
                <a:sym typeface="Aldrich"/>
              </a:defRPr>
            </a:lvl4pPr>
            <a:lvl5pPr lvl="4" algn="ctr" rtl="0">
              <a:lnSpc>
                <a:spcPct val="100000"/>
              </a:lnSpc>
              <a:spcBef>
                <a:spcPts val="0"/>
              </a:spcBef>
              <a:spcAft>
                <a:spcPts val="0"/>
              </a:spcAft>
              <a:buNone/>
              <a:defRPr sz="1800" b="1">
                <a:solidFill>
                  <a:schemeClr val="accent5"/>
                </a:solidFill>
                <a:latin typeface="Aldrich"/>
                <a:ea typeface="Aldrich"/>
                <a:cs typeface="Aldrich"/>
                <a:sym typeface="Aldrich"/>
              </a:defRPr>
            </a:lvl5pPr>
            <a:lvl6pPr lvl="5" algn="ctr" rtl="0">
              <a:lnSpc>
                <a:spcPct val="100000"/>
              </a:lnSpc>
              <a:spcBef>
                <a:spcPts val="0"/>
              </a:spcBef>
              <a:spcAft>
                <a:spcPts val="0"/>
              </a:spcAft>
              <a:buNone/>
              <a:defRPr sz="1800" b="1">
                <a:solidFill>
                  <a:schemeClr val="accent5"/>
                </a:solidFill>
                <a:latin typeface="Aldrich"/>
                <a:ea typeface="Aldrich"/>
                <a:cs typeface="Aldrich"/>
                <a:sym typeface="Aldrich"/>
              </a:defRPr>
            </a:lvl6pPr>
            <a:lvl7pPr lvl="6" algn="ctr" rtl="0">
              <a:lnSpc>
                <a:spcPct val="100000"/>
              </a:lnSpc>
              <a:spcBef>
                <a:spcPts val="0"/>
              </a:spcBef>
              <a:spcAft>
                <a:spcPts val="0"/>
              </a:spcAft>
              <a:buNone/>
              <a:defRPr sz="1800" b="1">
                <a:solidFill>
                  <a:schemeClr val="accent5"/>
                </a:solidFill>
                <a:latin typeface="Aldrich"/>
                <a:ea typeface="Aldrich"/>
                <a:cs typeface="Aldrich"/>
                <a:sym typeface="Aldrich"/>
              </a:defRPr>
            </a:lvl7pPr>
            <a:lvl8pPr lvl="7" algn="ctr" rtl="0">
              <a:lnSpc>
                <a:spcPct val="100000"/>
              </a:lnSpc>
              <a:spcBef>
                <a:spcPts val="0"/>
              </a:spcBef>
              <a:spcAft>
                <a:spcPts val="0"/>
              </a:spcAft>
              <a:buNone/>
              <a:defRPr sz="1800" b="1">
                <a:solidFill>
                  <a:schemeClr val="accent5"/>
                </a:solidFill>
                <a:latin typeface="Aldrich"/>
                <a:ea typeface="Aldrich"/>
                <a:cs typeface="Aldrich"/>
                <a:sym typeface="Aldrich"/>
              </a:defRPr>
            </a:lvl8pPr>
            <a:lvl9pPr lvl="8" algn="ctr" rtl="0">
              <a:lnSpc>
                <a:spcPct val="100000"/>
              </a:lnSpc>
              <a:spcBef>
                <a:spcPts val="0"/>
              </a:spcBef>
              <a:spcAft>
                <a:spcPts val="0"/>
              </a:spcAft>
              <a:buNone/>
              <a:defRPr sz="1800" b="1">
                <a:solidFill>
                  <a:schemeClr val="accent5"/>
                </a:solidFill>
                <a:latin typeface="Aldrich"/>
                <a:ea typeface="Aldrich"/>
                <a:cs typeface="Aldrich"/>
                <a:sym typeface="Aldrich"/>
              </a:defRPr>
            </a:lvl9pPr>
          </a:lstStyle>
          <a:p>
            <a:endParaRPr/>
          </a:p>
        </p:txBody>
      </p:sp>
      <p:sp>
        <p:nvSpPr>
          <p:cNvPr id="255" name="Google Shape;255;p13"/>
          <p:cNvSpPr txBox="1">
            <a:spLocks noGrp="1"/>
          </p:cNvSpPr>
          <p:nvPr>
            <p:ph type="subTitle" idx="15"/>
          </p:nvPr>
        </p:nvSpPr>
        <p:spPr>
          <a:xfrm>
            <a:off x="4877475" y="3440423"/>
            <a:ext cx="3257100" cy="388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1800" b="1">
                <a:solidFill>
                  <a:schemeClr val="accent5"/>
                </a:solidFill>
                <a:latin typeface="Aldrich"/>
                <a:ea typeface="Aldrich"/>
                <a:cs typeface="Aldrich"/>
                <a:sym typeface="Aldrich"/>
              </a:defRPr>
            </a:lvl1pPr>
            <a:lvl2pPr lvl="1" algn="ctr" rtl="0">
              <a:lnSpc>
                <a:spcPct val="100000"/>
              </a:lnSpc>
              <a:spcBef>
                <a:spcPts val="0"/>
              </a:spcBef>
              <a:spcAft>
                <a:spcPts val="0"/>
              </a:spcAft>
              <a:buNone/>
              <a:defRPr sz="1800" b="1">
                <a:solidFill>
                  <a:schemeClr val="accent5"/>
                </a:solidFill>
                <a:latin typeface="Aldrich"/>
                <a:ea typeface="Aldrich"/>
                <a:cs typeface="Aldrich"/>
                <a:sym typeface="Aldrich"/>
              </a:defRPr>
            </a:lvl2pPr>
            <a:lvl3pPr lvl="2" algn="ctr" rtl="0">
              <a:lnSpc>
                <a:spcPct val="100000"/>
              </a:lnSpc>
              <a:spcBef>
                <a:spcPts val="0"/>
              </a:spcBef>
              <a:spcAft>
                <a:spcPts val="0"/>
              </a:spcAft>
              <a:buNone/>
              <a:defRPr sz="1800" b="1">
                <a:solidFill>
                  <a:schemeClr val="accent5"/>
                </a:solidFill>
                <a:latin typeface="Aldrich"/>
                <a:ea typeface="Aldrich"/>
                <a:cs typeface="Aldrich"/>
                <a:sym typeface="Aldrich"/>
              </a:defRPr>
            </a:lvl3pPr>
            <a:lvl4pPr lvl="3" algn="ctr" rtl="0">
              <a:lnSpc>
                <a:spcPct val="100000"/>
              </a:lnSpc>
              <a:spcBef>
                <a:spcPts val="0"/>
              </a:spcBef>
              <a:spcAft>
                <a:spcPts val="0"/>
              </a:spcAft>
              <a:buNone/>
              <a:defRPr sz="1800" b="1">
                <a:solidFill>
                  <a:schemeClr val="accent5"/>
                </a:solidFill>
                <a:latin typeface="Aldrich"/>
                <a:ea typeface="Aldrich"/>
                <a:cs typeface="Aldrich"/>
                <a:sym typeface="Aldrich"/>
              </a:defRPr>
            </a:lvl4pPr>
            <a:lvl5pPr lvl="4" algn="ctr" rtl="0">
              <a:lnSpc>
                <a:spcPct val="100000"/>
              </a:lnSpc>
              <a:spcBef>
                <a:spcPts val="0"/>
              </a:spcBef>
              <a:spcAft>
                <a:spcPts val="0"/>
              </a:spcAft>
              <a:buNone/>
              <a:defRPr sz="1800" b="1">
                <a:solidFill>
                  <a:schemeClr val="accent5"/>
                </a:solidFill>
                <a:latin typeface="Aldrich"/>
                <a:ea typeface="Aldrich"/>
                <a:cs typeface="Aldrich"/>
                <a:sym typeface="Aldrich"/>
              </a:defRPr>
            </a:lvl5pPr>
            <a:lvl6pPr lvl="5" algn="ctr" rtl="0">
              <a:lnSpc>
                <a:spcPct val="100000"/>
              </a:lnSpc>
              <a:spcBef>
                <a:spcPts val="0"/>
              </a:spcBef>
              <a:spcAft>
                <a:spcPts val="0"/>
              </a:spcAft>
              <a:buNone/>
              <a:defRPr sz="1800" b="1">
                <a:solidFill>
                  <a:schemeClr val="accent5"/>
                </a:solidFill>
                <a:latin typeface="Aldrich"/>
                <a:ea typeface="Aldrich"/>
                <a:cs typeface="Aldrich"/>
                <a:sym typeface="Aldrich"/>
              </a:defRPr>
            </a:lvl6pPr>
            <a:lvl7pPr lvl="6" algn="ctr" rtl="0">
              <a:lnSpc>
                <a:spcPct val="100000"/>
              </a:lnSpc>
              <a:spcBef>
                <a:spcPts val="0"/>
              </a:spcBef>
              <a:spcAft>
                <a:spcPts val="0"/>
              </a:spcAft>
              <a:buNone/>
              <a:defRPr sz="1800" b="1">
                <a:solidFill>
                  <a:schemeClr val="accent5"/>
                </a:solidFill>
                <a:latin typeface="Aldrich"/>
                <a:ea typeface="Aldrich"/>
                <a:cs typeface="Aldrich"/>
                <a:sym typeface="Aldrich"/>
              </a:defRPr>
            </a:lvl7pPr>
            <a:lvl8pPr lvl="7" algn="ctr" rtl="0">
              <a:lnSpc>
                <a:spcPct val="100000"/>
              </a:lnSpc>
              <a:spcBef>
                <a:spcPts val="0"/>
              </a:spcBef>
              <a:spcAft>
                <a:spcPts val="0"/>
              </a:spcAft>
              <a:buNone/>
              <a:defRPr sz="1800" b="1">
                <a:solidFill>
                  <a:schemeClr val="accent5"/>
                </a:solidFill>
                <a:latin typeface="Aldrich"/>
                <a:ea typeface="Aldrich"/>
                <a:cs typeface="Aldrich"/>
                <a:sym typeface="Aldrich"/>
              </a:defRPr>
            </a:lvl8pPr>
            <a:lvl9pPr lvl="8" algn="ctr" rtl="0">
              <a:lnSpc>
                <a:spcPct val="100000"/>
              </a:lnSpc>
              <a:spcBef>
                <a:spcPts val="0"/>
              </a:spcBef>
              <a:spcAft>
                <a:spcPts val="0"/>
              </a:spcAft>
              <a:buNone/>
              <a:defRPr sz="1800" b="1">
                <a:solidFill>
                  <a:schemeClr val="accent5"/>
                </a:solidFill>
                <a:latin typeface="Aldrich"/>
                <a:ea typeface="Aldrich"/>
                <a:cs typeface="Aldrich"/>
                <a:sym typeface="Aldrich"/>
              </a:defRPr>
            </a:lvl9pPr>
          </a:lstStyle>
          <a:p>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1">
  <p:cSld name="CUSTOM_3_1">
    <p:spTree>
      <p:nvGrpSpPr>
        <p:cNvPr id="1" name="Shape 256"/>
        <p:cNvGrpSpPr/>
        <p:nvPr/>
      </p:nvGrpSpPr>
      <p:grpSpPr>
        <a:xfrm>
          <a:off x="0" y="0"/>
          <a:ext cx="0" cy="0"/>
          <a:chOff x="0" y="0"/>
          <a:chExt cx="0" cy="0"/>
        </a:xfrm>
      </p:grpSpPr>
      <p:sp>
        <p:nvSpPr>
          <p:cNvPr id="257" name="Google Shape;257;p14"/>
          <p:cNvSpPr/>
          <p:nvPr/>
        </p:nvSpPr>
        <p:spPr>
          <a:xfrm flipH="1">
            <a:off x="333971" y="283350"/>
            <a:ext cx="8505900" cy="45768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8" name="Google Shape;258;p14"/>
          <p:cNvGrpSpPr/>
          <p:nvPr/>
        </p:nvGrpSpPr>
        <p:grpSpPr>
          <a:xfrm flipH="1">
            <a:off x="-9513" y="-6"/>
            <a:ext cx="9177947" cy="5143519"/>
            <a:chOff x="-9513" y="-6"/>
            <a:chExt cx="9177947" cy="5143519"/>
          </a:xfrm>
        </p:grpSpPr>
        <p:sp>
          <p:nvSpPr>
            <p:cNvPr id="259" name="Google Shape;259;p14"/>
            <p:cNvSpPr/>
            <p:nvPr/>
          </p:nvSpPr>
          <p:spPr>
            <a:xfrm flipH="1">
              <a:off x="109125" y="2"/>
              <a:ext cx="1612254" cy="1208486"/>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14"/>
            <p:cNvSpPr/>
            <p:nvPr/>
          </p:nvSpPr>
          <p:spPr>
            <a:xfrm flipH="1">
              <a:off x="1100819" y="-6"/>
              <a:ext cx="1250789" cy="937634"/>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14"/>
            <p:cNvSpPr/>
            <p:nvPr/>
          </p:nvSpPr>
          <p:spPr>
            <a:xfrm flipH="1">
              <a:off x="7055522" y="3878776"/>
              <a:ext cx="1664900" cy="1264737"/>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14"/>
            <p:cNvSpPr/>
            <p:nvPr/>
          </p:nvSpPr>
          <p:spPr>
            <a:xfrm rot="10800000" flipH="1">
              <a:off x="8024650" y="259818"/>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14"/>
            <p:cNvSpPr/>
            <p:nvPr/>
          </p:nvSpPr>
          <p:spPr>
            <a:xfrm flipH="1">
              <a:off x="-9513" y="1762124"/>
              <a:ext cx="1196082" cy="113470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 name="Google Shape;264;p14"/>
          <p:cNvGrpSpPr/>
          <p:nvPr/>
        </p:nvGrpSpPr>
        <p:grpSpPr>
          <a:xfrm>
            <a:off x="4281415" y="75177"/>
            <a:ext cx="581170" cy="125403"/>
            <a:chOff x="4685288" y="186288"/>
            <a:chExt cx="419375" cy="90485"/>
          </a:xfrm>
        </p:grpSpPr>
        <p:sp>
          <p:nvSpPr>
            <p:cNvPr id="265" name="Google Shape;265;p14"/>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 name="Google Shape;266;p14"/>
            <p:cNvGrpSpPr/>
            <p:nvPr/>
          </p:nvGrpSpPr>
          <p:grpSpPr>
            <a:xfrm>
              <a:off x="4685288" y="186300"/>
              <a:ext cx="419375" cy="90473"/>
              <a:chOff x="4390000" y="182175"/>
              <a:chExt cx="419375" cy="90473"/>
            </a:xfrm>
          </p:grpSpPr>
          <p:sp>
            <p:nvSpPr>
              <p:cNvPr id="267" name="Google Shape;267;p14"/>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14"/>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69" name="Google Shape;269;p14"/>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0" name="Google Shape;270;p14"/>
          <p:cNvSpPr txBox="1">
            <a:spLocks noGrp="1"/>
          </p:cNvSpPr>
          <p:nvPr>
            <p:ph type="title" idx="2"/>
          </p:nvPr>
        </p:nvSpPr>
        <p:spPr>
          <a:xfrm>
            <a:off x="716613" y="2772869"/>
            <a:ext cx="1929300" cy="592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1800" b="1"/>
            </a:lvl1pPr>
            <a:lvl2pPr lvl="1" rtl="0">
              <a:spcBef>
                <a:spcPts val="0"/>
              </a:spcBef>
              <a:spcAft>
                <a:spcPts val="0"/>
              </a:spcAft>
              <a:buClr>
                <a:schemeClr val="accent5"/>
              </a:buClr>
              <a:buSzPts val="1800"/>
              <a:buNone/>
              <a:defRPr sz="1800">
                <a:solidFill>
                  <a:schemeClr val="accent5"/>
                </a:solidFill>
              </a:defRPr>
            </a:lvl2pPr>
            <a:lvl3pPr lvl="2" rtl="0">
              <a:spcBef>
                <a:spcPts val="0"/>
              </a:spcBef>
              <a:spcAft>
                <a:spcPts val="0"/>
              </a:spcAft>
              <a:buClr>
                <a:schemeClr val="accent5"/>
              </a:buClr>
              <a:buSzPts val="1800"/>
              <a:buNone/>
              <a:defRPr sz="1800">
                <a:solidFill>
                  <a:schemeClr val="accent5"/>
                </a:solidFill>
              </a:defRPr>
            </a:lvl3pPr>
            <a:lvl4pPr lvl="3" rtl="0">
              <a:spcBef>
                <a:spcPts val="0"/>
              </a:spcBef>
              <a:spcAft>
                <a:spcPts val="0"/>
              </a:spcAft>
              <a:buClr>
                <a:schemeClr val="accent5"/>
              </a:buClr>
              <a:buSzPts val="1800"/>
              <a:buNone/>
              <a:defRPr sz="1800">
                <a:solidFill>
                  <a:schemeClr val="accent5"/>
                </a:solidFill>
              </a:defRPr>
            </a:lvl4pPr>
            <a:lvl5pPr lvl="4" rtl="0">
              <a:spcBef>
                <a:spcPts val="0"/>
              </a:spcBef>
              <a:spcAft>
                <a:spcPts val="0"/>
              </a:spcAft>
              <a:buClr>
                <a:schemeClr val="accent5"/>
              </a:buClr>
              <a:buSzPts val="1800"/>
              <a:buNone/>
              <a:defRPr sz="1800">
                <a:solidFill>
                  <a:schemeClr val="accent5"/>
                </a:solidFill>
              </a:defRPr>
            </a:lvl5pPr>
            <a:lvl6pPr lvl="5" rtl="0">
              <a:spcBef>
                <a:spcPts val="0"/>
              </a:spcBef>
              <a:spcAft>
                <a:spcPts val="0"/>
              </a:spcAft>
              <a:buClr>
                <a:schemeClr val="accent5"/>
              </a:buClr>
              <a:buSzPts val="1800"/>
              <a:buNone/>
              <a:defRPr sz="1800">
                <a:solidFill>
                  <a:schemeClr val="accent5"/>
                </a:solidFill>
              </a:defRPr>
            </a:lvl6pPr>
            <a:lvl7pPr lvl="6" rtl="0">
              <a:spcBef>
                <a:spcPts val="0"/>
              </a:spcBef>
              <a:spcAft>
                <a:spcPts val="0"/>
              </a:spcAft>
              <a:buClr>
                <a:schemeClr val="accent5"/>
              </a:buClr>
              <a:buSzPts val="1800"/>
              <a:buNone/>
              <a:defRPr sz="1800">
                <a:solidFill>
                  <a:schemeClr val="accent5"/>
                </a:solidFill>
              </a:defRPr>
            </a:lvl7pPr>
            <a:lvl8pPr lvl="7" rtl="0">
              <a:spcBef>
                <a:spcPts val="0"/>
              </a:spcBef>
              <a:spcAft>
                <a:spcPts val="0"/>
              </a:spcAft>
              <a:buClr>
                <a:schemeClr val="accent5"/>
              </a:buClr>
              <a:buSzPts val="1800"/>
              <a:buNone/>
              <a:defRPr sz="1800">
                <a:solidFill>
                  <a:schemeClr val="accent5"/>
                </a:solidFill>
              </a:defRPr>
            </a:lvl8pPr>
            <a:lvl9pPr lvl="8" rtl="0">
              <a:spcBef>
                <a:spcPts val="0"/>
              </a:spcBef>
              <a:spcAft>
                <a:spcPts val="0"/>
              </a:spcAft>
              <a:buClr>
                <a:schemeClr val="accent5"/>
              </a:buClr>
              <a:buSzPts val="1800"/>
              <a:buNone/>
              <a:defRPr sz="1800">
                <a:solidFill>
                  <a:schemeClr val="accent5"/>
                </a:solidFill>
              </a:defRPr>
            </a:lvl9pPr>
          </a:lstStyle>
          <a:p>
            <a:endParaRPr/>
          </a:p>
        </p:txBody>
      </p:sp>
      <p:sp>
        <p:nvSpPr>
          <p:cNvPr id="271" name="Google Shape;271;p14"/>
          <p:cNvSpPr txBox="1">
            <a:spLocks noGrp="1"/>
          </p:cNvSpPr>
          <p:nvPr>
            <p:ph type="subTitle" idx="1"/>
          </p:nvPr>
        </p:nvSpPr>
        <p:spPr>
          <a:xfrm>
            <a:off x="717288" y="3505638"/>
            <a:ext cx="1929300" cy="729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6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a:endParaRPr/>
          </a:p>
        </p:txBody>
      </p:sp>
      <p:sp>
        <p:nvSpPr>
          <p:cNvPr id="272" name="Google Shape;272;p14"/>
          <p:cNvSpPr txBox="1">
            <a:spLocks noGrp="1"/>
          </p:cNvSpPr>
          <p:nvPr>
            <p:ph type="title" idx="3"/>
          </p:nvPr>
        </p:nvSpPr>
        <p:spPr>
          <a:xfrm>
            <a:off x="2644521" y="2772869"/>
            <a:ext cx="1929300" cy="592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1800" b="1"/>
            </a:lvl1pPr>
            <a:lvl2pPr lvl="1" rtl="0">
              <a:spcBef>
                <a:spcPts val="0"/>
              </a:spcBef>
              <a:spcAft>
                <a:spcPts val="0"/>
              </a:spcAft>
              <a:buClr>
                <a:schemeClr val="accent5"/>
              </a:buClr>
              <a:buSzPts val="1800"/>
              <a:buNone/>
              <a:defRPr sz="1800">
                <a:solidFill>
                  <a:schemeClr val="accent5"/>
                </a:solidFill>
              </a:defRPr>
            </a:lvl2pPr>
            <a:lvl3pPr lvl="2" rtl="0">
              <a:spcBef>
                <a:spcPts val="0"/>
              </a:spcBef>
              <a:spcAft>
                <a:spcPts val="0"/>
              </a:spcAft>
              <a:buClr>
                <a:schemeClr val="accent5"/>
              </a:buClr>
              <a:buSzPts val="1800"/>
              <a:buNone/>
              <a:defRPr sz="1800">
                <a:solidFill>
                  <a:schemeClr val="accent5"/>
                </a:solidFill>
              </a:defRPr>
            </a:lvl3pPr>
            <a:lvl4pPr lvl="3" rtl="0">
              <a:spcBef>
                <a:spcPts val="0"/>
              </a:spcBef>
              <a:spcAft>
                <a:spcPts val="0"/>
              </a:spcAft>
              <a:buClr>
                <a:schemeClr val="accent5"/>
              </a:buClr>
              <a:buSzPts val="1800"/>
              <a:buNone/>
              <a:defRPr sz="1800">
                <a:solidFill>
                  <a:schemeClr val="accent5"/>
                </a:solidFill>
              </a:defRPr>
            </a:lvl4pPr>
            <a:lvl5pPr lvl="4" rtl="0">
              <a:spcBef>
                <a:spcPts val="0"/>
              </a:spcBef>
              <a:spcAft>
                <a:spcPts val="0"/>
              </a:spcAft>
              <a:buClr>
                <a:schemeClr val="accent5"/>
              </a:buClr>
              <a:buSzPts val="1800"/>
              <a:buNone/>
              <a:defRPr sz="1800">
                <a:solidFill>
                  <a:schemeClr val="accent5"/>
                </a:solidFill>
              </a:defRPr>
            </a:lvl5pPr>
            <a:lvl6pPr lvl="5" rtl="0">
              <a:spcBef>
                <a:spcPts val="0"/>
              </a:spcBef>
              <a:spcAft>
                <a:spcPts val="0"/>
              </a:spcAft>
              <a:buClr>
                <a:schemeClr val="accent5"/>
              </a:buClr>
              <a:buSzPts val="1800"/>
              <a:buNone/>
              <a:defRPr sz="1800">
                <a:solidFill>
                  <a:schemeClr val="accent5"/>
                </a:solidFill>
              </a:defRPr>
            </a:lvl6pPr>
            <a:lvl7pPr lvl="6" rtl="0">
              <a:spcBef>
                <a:spcPts val="0"/>
              </a:spcBef>
              <a:spcAft>
                <a:spcPts val="0"/>
              </a:spcAft>
              <a:buClr>
                <a:schemeClr val="accent5"/>
              </a:buClr>
              <a:buSzPts val="1800"/>
              <a:buNone/>
              <a:defRPr sz="1800">
                <a:solidFill>
                  <a:schemeClr val="accent5"/>
                </a:solidFill>
              </a:defRPr>
            </a:lvl7pPr>
            <a:lvl8pPr lvl="7" rtl="0">
              <a:spcBef>
                <a:spcPts val="0"/>
              </a:spcBef>
              <a:spcAft>
                <a:spcPts val="0"/>
              </a:spcAft>
              <a:buClr>
                <a:schemeClr val="accent5"/>
              </a:buClr>
              <a:buSzPts val="1800"/>
              <a:buNone/>
              <a:defRPr sz="1800">
                <a:solidFill>
                  <a:schemeClr val="accent5"/>
                </a:solidFill>
              </a:defRPr>
            </a:lvl8pPr>
            <a:lvl9pPr lvl="8" rtl="0">
              <a:spcBef>
                <a:spcPts val="0"/>
              </a:spcBef>
              <a:spcAft>
                <a:spcPts val="0"/>
              </a:spcAft>
              <a:buClr>
                <a:schemeClr val="accent5"/>
              </a:buClr>
              <a:buSzPts val="1800"/>
              <a:buNone/>
              <a:defRPr sz="1800">
                <a:solidFill>
                  <a:schemeClr val="accent5"/>
                </a:solidFill>
              </a:defRPr>
            </a:lvl9pPr>
          </a:lstStyle>
          <a:p>
            <a:endParaRPr/>
          </a:p>
        </p:txBody>
      </p:sp>
      <p:sp>
        <p:nvSpPr>
          <p:cNvPr id="273" name="Google Shape;273;p14"/>
          <p:cNvSpPr txBox="1">
            <a:spLocks noGrp="1"/>
          </p:cNvSpPr>
          <p:nvPr>
            <p:ph type="subTitle" idx="4"/>
          </p:nvPr>
        </p:nvSpPr>
        <p:spPr>
          <a:xfrm>
            <a:off x="2645196" y="3505638"/>
            <a:ext cx="1929300" cy="729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6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a:endParaRPr/>
          </a:p>
        </p:txBody>
      </p:sp>
      <p:sp>
        <p:nvSpPr>
          <p:cNvPr id="274" name="Google Shape;274;p14"/>
          <p:cNvSpPr txBox="1">
            <a:spLocks noGrp="1"/>
          </p:cNvSpPr>
          <p:nvPr>
            <p:ph type="title" idx="5"/>
          </p:nvPr>
        </p:nvSpPr>
        <p:spPr>
          <a:xfrm>
            <a:off x="4572429" y="2772869"/>
            <a:ext cx="1929300" cy="592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1800" b="1"/>
            </a:lvl1pPr>
            <a:lvl2pPr lvl="1" rtl="0">
              <a:spcBef>
                <a:spcPts val="0"/>
              </a:spcBef>
              <a:spcAft>
                <a:spcPts val="0"/>
              </a:spcAft>
              <a:buClr>
                <a:schemeClr val="accent5"/>
              </a:buClr>
              <a:buSzPts val="1800"/>
              <a:buNone/>
              <a:defRPr sz="1800">
                <a:solidFill>
                  <a:schemeClr val="accent5"/>
                </a:solidFill>
              </a:defRPr>
            </a:lvl2pPr>
            <a:lvl3pPr lvl="2" rtl="0">
              <a:spcBef>
                <a:spcPts val="0"/>
              </a:spcBef>
              <a:spcAft>
                <a:spcPts val="0"/>
              </a:spcAft>
              <a:buClr>
                <a:schemeClr val="accent5"/>
              </a:buClr>
              <a:buSzPts val="1800"/>
              <a:buNone/>
              <a:defRPr sz="1800">
                <a:solidFill>
                  <a:schemeClr val="accent5"/>
                </a:solidFill>
              </a:defRPr>
            </a:lvl3pPr>
            <a:lvl4pPr lvl="3" rtl="0">
              <a:spcBef>
                <a:spcPts val="0"/>
              </a:spcBef>
              <a:spcAft>
                <a:spcPts val="0"/>
              </a:spcAft>
              <a:buClr>
                <a:schemeClr val="accent5"/>
              </a:buClr>
              <a:buSzPts val="1800"/>
              <a:buNone/>
              <a:defRPr sz="1800">
                <a:solidFill>
                  <a:schemeClr val="accent5"/>
                </a:solidFill>
              </a:defRPr>
            </a:lvl4pPr>
            <a:lvl5pPr lvl="4" rtl="0">
              <a:spcBef>
                <a:spcPts val="0"/>
              </a:spcBef>
              <a:spcAft>
                <a:spcPts val="0"/>
              </a:spcAft>
              <a:buClr>
                <a:schemeClr val="accent5"/>
              </a:buClr>
              <a:buSzPts val="1800"/>
              <a:buNone/>
              <a:defRPr sz="1800">
                <a:solidFill>
                  <a:schemeClr val="accent5"/>
                </a:solidFill>
              </a:defRPr>
            </a:lvl5pPr>
            <a:lvl6pPr lvl="5" rtl="0">
              <a:spcBef>
                <a:spcPts val="0"/>
              </a:spcBef>
              <a:spcAft>
                <a:spcPts val="0"/>
              </a:spcAft>
              <a:buClr>
                <a:schemeClr val="accent5"/>
              </a:buClr>
              <a:buSzPts val="1800"/>
              <a:buNone/>
              <a:defRPr sz="1800">
                <a:solidFill>
                  <a:schemeClr val="accent5"/>
                </a:solidFill>
              </a:defRPr>
            </a:lvl6pPr>
            <a:lvl7pPr lvl="6" rtl="0">
              <a:spcBef>
                <a:spcPts val="0"/>
              </a:spcBef>
              <a:spcAft>
                <a:spcPts val="0"/>
              </a:spcAft>
              <a:buClr>
                <a:schemeClr val="accent5"/>
              </a:buClr>
              <a:buSzPts val="1800"/>
              <a:buNone/>
              <a:defRPr sz="1800">
                <a:solidFill>
                  <a:schemeClr val="accent5"/>
                </a:solidFill>
              </a:defRPr>
            </a:lvl7pPr>
            <a:lvl8pPr lvl="7" rtl="0">
              <a:spcBef>
                <a:spcPts val="0"/>
              </a:spcBef>
              <a:spcAft>
                <a:spcPts val="0"/>
              </a:spcAft>
              <a:buClr>
                <a:schemeClr val="accent5"/>
              </a:buClr>
              <a:buSzPts val="1800"/>
              <a:buNone/>
              <a:defRPr sz="1800">
                <a:solidFill>
                  <a:schemeClr val="accent5"/>
                </a:solidFill>
              </a:defRPr>
            </a:lvl8pPr>
            <a:lvl9pPr lvl="8" rtl="0">
              <a:spcBef>
                <a:spcPts val="0"/>
              </a:spcBef>
              <a:spcAft>
                <a:spcPts val="0"/>
              </a:spcAft>
              <a:buClr>
                <a:schemeClr val="accent5"/>
              </a:buClr>
              <a:buSzPts val="1800"/>
              <a:buNone/>
              <a:defRPr sz="1800">
                <a:solidFill>
                  <a:schemeClr val="accent5"/>
                </a:solidFill>
              </a:defRPr>
            </a:lvl9pPr>
          </a:lstStyle>
          <a:p>
            <a:endParaRPr/>
          </a:p>
        </p:txBody>
      </p:sp>
      <p:sp>
        <p:nvSpPr>
          <p:cNvPr id="275" name="Google Shape;275;p14"/>
          <p:cNvSpPr txBox="1">
            <a:spLocks noGrp="1"/>
          </p:cNvSpPr>
          <p:nvPr>
            <p:ph type="subTitle" idx="6"/>
          </p:nvPr>
        </p:nvSpPr>
        <p:spPr>
          <a:xfrm>
            <a:off x="4573104" y="3505638"/>
            <a:ext cx="1929300" cy="729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6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a:endParaRPr/>
          </a:p>
        </p:txBody>
      </p:sp>
      <p:sp>
        <p:nvSpPr>
          <p:cNvPr id="276" name="Google Shape;276;p14"/>
          <p:cNvSpPr txBox="1">
            <a:spLocks noGrp="1"/>
          </p:cNvSpPr>
          <p:nvPr>
            <p:ph type="title" idx="7"/>
          </p:nvPr>
        </p:nvSpPr>
        <p:spPr>
          <a:xfrm>
            <a:off x="6500337" y="2772869"/>
            <a:ext cx="1925700" cy="592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1800" b="1"/>
            </a:lvl1pPr>
            <a:lvl2pPr lvl="1" rtl="0">
              <a:spcBef>
                <a:spcPts val="0"/>
              </a:spcBef>
              <a:spcAft>
                <a:spcPts val="0"/>
              </a:spcAft>
              <a:buClr>
                <a:schemeClr val="accent5"/>
              </a:buClr>
              <a:buSzPts val="1800"/>
              <a:buNone/>
              <a:defRPr sz="1800">
                <a:solidFill>
                  <a:schemeClr val="accent5"/>
                </a:solidFill>
              </a:defRPr>
            </a:lvl2pPr>
            <a:lvl3pPr lvl="2" rtl="0">
              <a:spcBef>
                <a:spcPts val="0"/>
              </a:spcBef>
              <a:spcAft>
                <a:spcPts val="0"/>
              </a:spcAft>
              <a:buClr>
                <a:schemeClr val="accent5"/>
              </a:buClr>
              <a:buSzPts val="1800"/>
              <a:buNone/>
              <a:defRPr sz="1800">
                <a:solidFill>
                  <a:schemeClr val="accent5"/>
                </a:solidFill>
              </a:defRPr>
            </a:lvl3pPr>
            <a:lvl4pPr lvl="3" rtl="0">
              <a:spcBef>
                <a:spcPts val="0"/>
              </a:spcBef>
              <a:spcAft>
                <a:spcPts val="0"/>
              </a:spcAft>
              <a:buClr>
                <a:schemeClr val="accent5"/>
              </a:buClr>
              <a:buSzPts val="1800"/>
              <a:buNone/>
              <a:defRPr sz="1800">
                <a:solidFill>
                  <a:schemeClr val="accent5"/>
                </a:solidFill>
              </a:defRPr>
            </a:lvl4pPr>
            <a:lvl5pPr lvl="4" rtl="0">
              <a:spcBef>
                <a:spcPts val="0"/>
              </a:spcBef>
              <a:spcAft>
                <a:spcPts val="0"/>
              </a:spcAft>
              <a:buClr>
                <a:schemeClr val="accent5"/>
              </a:buClr>
              <a:buSzPts val="1800"/>
              <a:buNone/>
              <a:defRPr sz="1800">
                <a:solidFill>
                  <a:schemeClr val="accent5"/>
                </a:solidFill>
              </a:defRPr>
            </a:lvl5pPr>
            <a:lvl6pPr lvl="5" rtl="0">
              <a:spcBef>
                <a:spcPts val="0"/>
              </a:spcBef>
              <a:spcAft>
                <a:spcPts val="0"/>
              </a:spcAft>
              <a:buClr>
                <a:schemeClr val="accent5"/>
              </a:buClr>
              <a:buSzPts val="1800"/>
              <a:buNone/>
              <a:defRPr sz="1800">
                <a:solidFill>
                  <a:schemeClr val="accent5"/>
                </a:solidFill>
              </a:defRPr>
            </a:lvl6pPr>
            <a:lvl7pPr lvl="6" rtl="0">
              <a:spcBef>
                <a:spcPts val="0"/>
              </a:spcBef>
              <a:spcAft>
                <a:spcPts val="0"/>
              </a:spcAft>
              <a:buClr>
                <a:schemeClr val="accent5"/>
              </a:buClr>
              <a:buSzPts val="1800"/>
              <a:buNone/>
              <a:defRPr sz="1800">
                <a:solidFill>
                  <a:schemeClr val="accent5"/>
                </a:solidFill>
              </a:defRPr>
            </a:lvl7pPr>
            <a:lvl8pPr lvl="7" rtl="0">
              <a:spcBef>
                <a:spcPts val="0"/>
              </a:spcBef>
              <a:spcAft>
                <a:spcPts val="0"/>
              </a:spcAft>
              <a:buClr>
                <a:schemeClr val="accent5"/>
              </a:buClr>
              <a:buSzPts val="1800"/>
              <a:buNone/>
              <a:defRPr sz="1800">
                <a:solidFill>
                  <a:schemeClr val="accent5"/>
                </a:solidFill>
              </a:defRPr>
            </a:lvl8pPr>
            <a:lvl9pPr lvl="8" rtl="0">
              <a:spcBef>
                <a:spcPts val="0"/>
              </a:spcBef>
              <a:spcAft>
                <a:spcPts val="0"/>
              </a:spcAft>
              <a:buClr>
                <a:schemeClr val="accent5"/>
              </a:buClr>
              <a:buSzPts val="1800"/>
              <a:buNone/>
              <a:defRPr sz="1800">
                <a:solidFill>
                  <a:schemeClr val="accent5"/>
                </a:solidFill>
              </a:defRPr>
            </a:lvl9pPr>
          </a:lstStyle>
          <a:p>
            <a:endParaRPr/>
          </a:p>
        </p:txBody>
      </p:sp>
      <p:sp>
        <p:nvSpPr>
          <p:cNvPr id="277" name="Google Shape;277;p14"/>
          <p:cNvSpPr txBox="1">
            <a:spLocks noGrp="1"/>
          </p:cNvSpPr>
          <p:nvPr>
            <p:ph type="subTitle" idx="8"/>
          </p:nvPr>
        </p:nvSpPr>
        <p:spPr>
          <a:xfrm>
            <a:off x="6501012" y="3505638"/>
            <a:ext cx="1925700" cy="729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6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a:endParaRPr/>
          </a:p>
        </p:txBody>
      </p:sp>
      <p:sp>
        <p:nvSpPr>
          <p:cNvPr id="278" name="Google Shape;278;p14"/>
          <p:cNvSpPr txBox="1">
            <a:spLocks noGrp="1"/>
          </p:cNvSpPr>
          <p:nvPr>
            <p:ph type="title" idx="9" hasCustomPrompt="1"/>
          </p:nvPr>
        </p:nvSpPr>
        <p:spPr>
          <a:xfrm>
            <a:off x="716388" y="1685550"/>
            <a:ext cx="1929300" cy="593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4000">
                <a:solidFill>
                  <a:schemeClr val="accent3"/>
                </a:solidFill>
              </a:defRPr>
            </a:lvl1pPr>
            <a:lvl2pPr lvl="1" rtl="0">
              <a:spcBef>
                <a:spcPts val="0"/>
              </a:spcBef>
              <a:spcAft>
                <a:spcPts val="0"/>
              </a:spcAft>
              <a:buClr>
                <a:schemeClr val="accent5"/>
              </a:buClr>
              <a:buSzPts val="3000"/>
              <a:buNone/>
              <a:defRPr sz="3000">
                <a:solidFill>
                  <a:schemeClr val="accent5"/>
                </a:solidFill>
              </a:defRPr>
            </a:lvl2pPr>
            <a:lvl3pPr lvl="2" rtl="0">
              <a:spcBef>
                <a:spcPts val="0"/>
              </a:spcBef>
              <a:spcAft>
                <a:spcPts val="0"/>
              </a:spcAft>
              <a:buClr>
                <a:schemeClr val="accent5"/>
              </a:buClr>
              <a:buSzPts val="3000"/>
              <a:buNone/>
              <a:defRPr sz="3000">
                <a:solidFill>
                  <a:schemeClr val="accent5"/>
                </a:solidFill>
              </a:defRPr>
            </a:lvl3pPr>
            <a:lvl4pPr lvl="3" rtl="0">
              <a:spcBef>
                <a:spcPts val="0"/>
              </a:spcBef>
              <a:spcAft>
                <a:spcPts val="0"/>
              </a:spcAft>
              <a:buClr>
                <a:schemeClr val="accent5"/>
              </a:buClr>
              <a:buSzPts val="3000"/>
              <a:buNone/>
              <a:defRPr sz="3000">
                <a:solidFill>
                  <a:schemeClr val="accent5"/>
                </a:solidFill>
              </a:defRPr>
            </a:lvl4pPr>
            <a:lvl5pPr lvl="4" rtl="0">
              <a:spcBef>
                <a:spcPts val="0"/>
              </a:spcBef>
              <a:spcAft>
                <a:spcPts val="0"/>
              </a:spcAft>
              <a:buClr>
                <a:schemeClr val="accent5"/>
              </a:buClr>
              <a:buSzPts val="3000"/>
              <a:buNone/>
              <a:defRPr sz="3000">
                <a:solidFill>
                  <a:schemeClr val="accent5"/>
                </a:solidFill>
              </a:defRPr>
            </a:lvl5pPr>
            <a:lvl6pPr lvl="5" rtl="0">
              <a:spcBef>
                <a:spcPts val="0"/>
              </a:spcBef>
              <a:spcAft>
                <a:spcPts val="0"/>
              </a:spcAft>
              <a:buClr>
                <a:schemeClr val="accent5"/>
              </a:buClr>
              <a:buSzPts val="3000"/>
              <a:buNone/>
              <a:defRPr sz="3000">
                <a:solidFill>
                  <a:schemeClr val="accent5"/>
                </a:solidFill>
              </a:defRPr>
            </a:lvl6pPr>
            <a:lvl7pPr lvl="6" rtl="0">
              <a:spcBef>
                <a:spcPts val="0"/>
              </a:spcBef>
              <a:spcAft>
                <a:spcPts val="0"/>
              </a:spcAft>
              <a:buClr>
                <a:schemeClr val="accent5"/>
              </a:buClr>
              <a:buSzPts val="3000"/>
              <a:buNone/>
              <a:defRPr sz="3000">
                <a:solidFill>
                  <a:schemeClr val="accent5"/>
                </a:solidFill>
              </a:defRPr>
            </a:lvl7pPr>
            <a:lvl8pPr lvl="7" rtl="0">
              <a:spcBef>
                <a:spcPts val="0"/>
              </a:spcBef>
              <a:spcAft>
                <a:spcPts val="0"/>
              </a:spcAft>
              <a:buClr>
                <a:schemeClr val="accent5"/>
              </a:buClr>
              <a:buSzPts val="3000"/>
              <a:buNone/>
              <a:defRPr sz="3000">
                <a:solidFill>
                  <a:schemeClr val="accent5"/>
                </a:solidFill>
              </a:defRPr>
            </a:lvl8pPr>
            <a:lvl9pPr lvl="8" rtl="0">
              <a:spcBef>
                <a:spcPts val="0"/>
              </a:spcBef>
              <a:spcAft>
                <a:spcPts val="0"/>
              </a:spcAft>
              <a:buClr>
                <a:schemeClr val="accent5"/>
              </a:buClr>
              <a:buSzPts val="3000"/>
              <a:buNone/>
              <a:defRPr sz="3000">
                <a:solidFill>
                  <a:schemeClr val="accent5"/>
                </a:solidFill>
              </a:defRPr>
            </a:lvl9pPr>
          </a:lstStyle>
          <a:p>
            <a:r>
              <a:t>xx%</a:t>
            </a:r>
          </a:p>
        </p:txBody>
      </p:sp>
      <p:sp>
        <p:nvSpPr>
          <p:cNvPr id="279" name="Google Shape;279;p14"/>
          <p:cNvSpPr txBox="1">
            <a:spLocks noGrp="1"/>
          </p:cNvSpPr>
          <p:nvPr>
            <p:ph type="title" idx="13" hasCustomPrompt="1"/>
          </p:nvPr>
        </p:nvSpPr>
        <p:spPr>
          <a:xfrm>
            <a:off x="2643696" y="1685550"/>
            <a:ext cx="1929300" cy="593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4000">
                <a:solidFill>
                  <a:schemeClr val="accent3"/>
                </a:solidFill>
              </a:defRPr>
            </a:lvl1pPr>
            <a:lvl2pPr lvl="1" rtl="0">
              <a:spcBef>
                <a:spcPts val="0"/>
              </a:spcBef>
              <a:spcAft>
                <a:spcPts val="0"/>
              </a:spcAft>
              <a:buClr>
                <a:schemeClr val="accent5"/>
              </a:buClr>
              <a:buSzPts val="3000"/>
              <a:buNone/>
              <a:defRPr sz="3000">
                <a:solidFill>
                  <a:schemeClr val="accent5"/>
                </a:solidFill>
              </a:defRPr>
            </a:lvl2pPr>
            <a:lvl3pPr lvl="2" rtl="0">
              <a:spcBef>
                <a:spcPts val="0"/>
              </a:spcBef>
              <a:spcAft>
                <a:spcPts val="0"/>
              </a:spcAft>
              <a:buClr>
                <a:schemeClr val="accent5"/>
              </a:buClr>
              <a:buSzPts val="3000"/>
              <a:buNone/>
              <a:defRPr sz="3000">
                <a:solidFill>
                  <a:schemeClr val="accent5"/>
                </a:solidFill>
              </a:defRPr>
            </a:lvl3pPr>
            <a:lvl4pPr lvl="3" rtl="0">
              <a:spcBef>
                <a:spcPts val="0"/>
              </a:spcBef>
              <a:spcAft>
                <a:spcPts val="0"/>
              </a:spcAft>
              <a:buClr>
                <a:schemeClr val="accent5"/>
              </a:buClr>
              <a:buSzPts val="3000"/>
              <a:buNone/>
              <a:defRPr sz="3000">
                <a:solidFill>
                  <a:schemeClr val="accent5"/>
                </a:solidFill>
              </a:defRPr>
            </a:lvl4pPr>
            <a:lvl5pPr lvl="4" rtl="0">
              <a:spcBef>
                <a:spcPts val="0"/>
              </a:spcBef>
              <a:spcAft>
                <a:spcPts val="0"/>
              </a:spcAft>
              <a:buClr>
                <a:schemeClr val="accent5"/>
              </a:buClr>
              <a:buSzPts val="3000"/>
              <a:buNone/>
              <a:defRPr sz="3000">
                <a:solidFill>
                  <a:schemeClr val="accent5"/>
                </a:solidFill>
              </a:defRPr>
            </a:lvl5pPr>
            <a:lvl6pPr lvl="5" rtl="0">
              <a:spcBef>
                <a:spcPts val="0"/>
              </a:spcBef>
              <a:spcAft>
                <a:spcPts val="0"/>
              </a:spcAft>
              <a:buClr>
                <a:schemeClr val="accent5"/>
              </a:buClr>
              <a:buSzPts val="3000"/>
              <a:buNone/>
              <a:defRPr sz="3000">
                <a:solidFill>
                  <a:schemeClr val="accent5"/>
                </a:solidFill>
              </a:defRPr>
            </a:lvl6pPr>
            <a:lvl7pPr lvl="6" rtl="0">
              <a:spcBef>
                <a:spcPts val="0"/>
              </a:spcBef>
              <a:spcAft>
                <a:spcPts val="0"/>
              </a:spcAft>
              <a:buClr>
                <a:schemeClr val="accent5"/>
              </a:buClr>
              <a:buSzPts val="3000"/>
              <a:buNone/>
              <a:defRPr sz="3000">
                <a:solidFill>
                  <a:schemeClr val="accent5"/>
                </a:solidFill>
              </a:defRPr>
            </a:lvl7pPr>
            <a:lvl8pPr lvl="7" rtl="0">
              <a:spcBef>
                <a:spcPts val="0"/>
              </a:spcBef>
              <a:spcAft>
                <a:spcPts val="0"/>
              </a:spcAft>
              <a:buClr>
                <a:schemeClr val="accent5"/>
              </a:buClr>
              <a:buSzPts val="3000"/>
              <a:buNone/>
              <a:defRPr sz="3000">
                <a:solidFill>
                  <a:schemeClr val="accent5"/>
                </a:solidFill>
              </a:defRPr>
            </a:lvl8pPr>
            <a:lvl9pPr lvl="8" rtl="0">
              <a:spcBef>
                <a:spcPts val="0"/>
              </a:spcBef>
              <a:spcAft>
                <a:spcPts val="0"/>
              </a:spcAft>
              <a:buClr>
                <a:schemeClr val="accent5"/>
              </a:buClr>
              <a:buSzPts val="3000"/>
              <a:buNone/>
              <a:defRPr sz="3000">
                <a:solidFill>
                  <a:schemeClr val="accent5"/>
                </a:solidFill>
              </a:defRPr>
            </a:lvl9pPr>
          </a:lstStyle>
          <a:p>
            <a:r>
              <a:t>xx%</a:t>
            </a:r>
          </a:p>
        </p:txBody>
      </p:sp>
      <p:sp>
        <p:nvSpPr>
          <p:cNvPr id="280" name="Google Shape;280;p14"/>
          <p:cNvSpPr txBox="1">
            <a:spLocks noGrp="1"/>
          </p:cNvSpPr>
          <p:nvPr>
            <p:ph type="title" idx="14" hasCustomPrompt="1"/>
          </p:nvPr>
        </p:nvSpPr>
        <p:spPr>
          <a:xfrm>
            <a:off x="4571004" y="1685550"/>
            <a:ext cx="1929300" cy="593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4000">
                <a:solidFill>
                  <a:schemeClr val="accent3"/>
                </a:solidFill>
              </a:defRPr>
            </a:lvl1pPr>
            <a:lvl2pPr lvl="1" rtl="0">
              <a:spcBef>
                <a:spcPts val="0"/>
              </a:spcBef>
              <a:spcAft>
                <a:spcPts val="0"/>
              </a:spcAft>
              <a:buClr>
                <a:schemeClr val="accent5"/>
              </a:buClr>
              <a:buSzPts val="3000"/>
              <a:buNone/>
              <a:defRPr sz="3000">
                <a:solidFill>
                  <a:schemeClr val="accent5"/>
                </a:solidFill>
              </a:defRPr>
            </a:lvl2pPr>
            <a:lvl3pPr lvl="2" rtl="0">
              <a:spcBef>
                <a:spcPts val="0"/>
              </a:spcBef>
              <a:spcAft>
                <a:spcPts val="0"/>
              </a:spcAft>
              <a:buClr>
                <a:schemeClr val="accent5"/>
              </a:buClr>
              <a:buSzPts val="3000"/>
              <a:buNone/>
              <a:defRPr sz="3000">
                <a:solidFill>
                  <a:schemeClr val="accent5"/>
                </a:solidFill>
              </a:defRPr>
            </a:lvl3pPr>
            <a:lvl4pPr lvl="3" rtl="0">
              <a:spcBef>
                <a:spcPts val="0"/>
              </a:spcBef>
              <a:spcAft>
                <a:spcPts val="0"/>
              </a:spcAft>
              <a:buClr>
                <a:schemeClr val="accent5"/>
              </a:buClr>
              <a:buSzPts val="3000"/>
              <a:buNone/>
              <a:defRPr sz="3000">
                <a:solidFill>
                  <a:schemeClr val="accent5"/>
                </a:solidFill>
              </a:defRPr>
            </a:lvl4pPr>
            <a:lvl5pPr lvl="4" rtl="0">
              <a:spcBef>
                <a:spcPts val="0"/>
              </a:spcBef>
              <a:spcAft>
                <a:spcPts val="0"/>
              </a:spcAft>
              <a:buClr>
                <a:schemeClr val="accent5"/>
              </a:buClr>
              <a:buSzPts val="3000"/>
              <a:buNone/>
              <a:defRPr sz="3000">
                <a:solidFill>
                  <a:schemeClr val="accent5"/>
                </a:solidFill>
              </a:defRPr>
            </a:lvl5pPr>
            <a:lvl6pPr lvl="5" rtl="0">
              <a:spcBef>
                <a:spcPts val="0"/>
              </a:spcBef>
              <a:spcAft>
                <a:spcPts val="0"/>
              </a:spcAft>
              <a:buClr>
                <a:schemeClr val="accent5"/>
              </a:buClr>
              <a:buSzPts val="3000"/>
              <a:buNone/>
              <a:defRPr sz="3000">
                <a:solidFill>
                  <a:schemeClr val="accent5"/>
                </a:solidFill>
              </a:defRPr>
            </a:lvl6pPr>
            <a:lvl7pPr lvl="6" rtl="0">
              <a:spcBef>
                <a:spcPts val="0"/>
              </a:spcBef>
              <a:spcAft>
                <a:spcPts val="0"/>
              </a:spcAft>
              <a:buClr>
                <a:schemeClr val="accent5"/>
              </a:buClr>
              <a:buSzPts val="3000"/>
              <a:buNone/>
              <a:defRPr sz="3000">
                <a:solidFill>
                  <a:schemeClr val="accent5"/>
                </a:solidFill>
              </a:defRPr>
            </a:lvl7pPr>
            <a:lvl8pPr lvl="7" rtl="0">
              <a:spcBef>
                <a:spcPts val="0"/>
              </a:spcBef>
              <a:spcAft>
                <a:spcPts val="0"/>
              </a:spcAft>
              <a:buClr>
                <a:schemeClr val="accent5"/>
              </a:buClr>
              <a:buSzPts val="3000"/>
              <a:buNone/>
              <a:defRPr sz="3000">
                <a:solidFill>
                  <a:schemeClr val="accent5"/>
                </a:solidFill>
              </a:defRPr>
            </a:lvl8pPr>
            <a:lvl9pPr lvl="8" rtl="0">
              <a:spcBef>
                <a:spcPts val="0"/>
              </a:spcBef>
              <a:spcAft>
                <a:spcPts val="0"/>
              </a:spcAft>
              <a:buClr>
                <a:schemeClr val="accent5"/>
              </a:buClr>
              <a:buSzPts val="3000"/>
              <a:buNone/>
              <a:defRPr sz="3000">
                <a:solidFill>
                  <a:schemeClr val="accent5"/>
                </a:solidFill>
              </a:defRPr>
            </a:lvl9pPr>
          </a:lstStyle>
          <a:p>
            <a:r>
              <a:t>xx%</a:t>
            </a:r>
          </a:p>
        </p:txBody>
      </p:sp>
      <p:sp>
        <p:nvSpPr>
          <p:cNvPr id="281" name="Google Shape;281;p14"/>
          <p:cNvSpPr txBox="1">
            <a:spLocks noGrp="1"/>
          </p:cNvSpPr>
          <p:nvPr>
            <p:ph type="title" idx="15" hasCustomPrompt="1"/>
          </p:nvPr>
        </p:nvSpPr>
        <p:spPr>
          <a:xfrm>
            <a:off x="6498312" y="1685550"/>
            <a:ext cx="1929300" cy="593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4000">
                <a:solidFill>
                  <a:schemeClr val="accent3"/>
                </a:solidFill>
              </a:defRPr>
            </a:lvl1pPr>
            <a:lvl2pPr lvl="1" rtl="0">
              <a:spcBef>
                <a:spcPts val="0"/>
              </a:spcBef>
              <a:spcAft>
                <a:spcPts val="0"/>
              </a:spcAft>
              <a:buClr>
                <a:schemeClr val="accent5"/>
              </a:buClr>
              <a:buSzPts val="3000"/>
              <a:buNone/>
              <a:defRPr sz="3000">
                <a:solidFill>
                  <a:schemeClr val="accent5"/>
                </a:solidFill>
              </a:defRPr>
            </a:lvl2pPr>
            <a:lvl3pPr lvl="2" rtl="0">
              <a:spcBef>
                <a:spcPts val="0"/>
              </a:spcBef>
              <a:spcAft>
                <a:spcPts val="0"/>
              </a:spcAft>
              <a:buClr>
                <a:schemeClr val="accent5"/>
              </a:buClr>
              <a:buSzPts val="3000"/>
              <a:buNone/>
              <a:defRPr sz="3000">
                <a:solidFill>
                  <a:schemeClr val="accent5"/>
                </a:solidFill>
              </a:defRPr>
            </a:lvl3pPr>
            <a:lvl4pPr lvl="3" rtl="0">
              <a:spcBef>
                <a:spcPts val="0"/>
              </a:spcBef>
              <a:spcAft>
                <a:spcPts val="0"/>
              </a:spcAft>
              <a:buClr>
                <a:schemeClr val="accent5"/>
              </a:buClr>
              <a:buSzPts val="3000"/>
              <a:buNone/>
              <a:defRPr sz="3000">
                <a:solidFill>
                  <a:schemeClr val="accent5"/>
                </a:solidFill>
              </a:defRPr>
            </a:lvl4pPr>
            <a:lvl5pPr lvl="4" rtl="0">
              <a:spcBef>
                <a:spcPts val="0"/>
              </a:spcBef>
              <a:spcAft>
                <a:spcPts val="0"/>
              </a:spcAft>
              <a:buClr>
                <a:schemeClr val="accent5"/>
              </a:buClr>
              <a:buSzPts val="3000"/>
              <a:buNone/>
              <a:defRPr sz="3000">
                <a:solidFill>
                  <a:schemeClr val="accent5"/>
                </a:solidFill>
              </a:defRPr>
            </a:lvl5pPr>
            <a:lvl6pPr lvl="5" rtl="0">
              <a:spcBef>
                <a:spcPts val="0"/>
              </a:spcBef>
              <a:spcAft>
                <a:spcPts val="0"/>
              </a:spcAft>
              <a:buClr>
                <a:schemeClr val="accent5"/>
              </a:buClr>
              <a:buSzPts val="3000"/>
              <a:buNone/>
              <a:defRPr sz="3000">
                <a:solidFill>
                  <a:schemeClr val="accent5"/>
                </a:solidFill>
              </a:defRPr>
            </a:lvl6pPr>
            <a:lvl7pPr lvl="6" rtl="0">
              <a:spcBef>
                <a:spcPts val="0"/>
              </a:spcBef>
              <a:spcAft>
                <a:spcPts val="0"/>
              </a:spcAft>
              <a:buClr>
                <a:schemeClr val="accent5"/>
              </a:buClr>
              <a:buSzPts val="3000"/>
              <a:buNone/>
              <a:defRPr sz="3000">
                <a:solidFill>
                  <a:schemeClr val="accent5"/>
                </a:solidFill>
              </a:defRPr>
            </a:lvl7pPr>
            <a:lvl8pPr lvl="7" rtl="0">
              <a:spcBef>
                <a:spcPts val="0"/>
              </a:spcBef>
              <a:spcAft>
                <a:spcPts val="0"/>
              </a:spcAft>
              <a:buClr>
                <a:schemeClr val="accent5"/>
              </a:buClr>
              <a:buSzPts val="3000"/>
              <a:buNone/>
              <a:defRPr sz="3000">
                <a:solidFill>
                  <a:schemeClr val="accent5"/>
                </a:solidFill>
              </a:defRPr>
            </a:lvl8pPr>
            <a:lvl9pPr lvl="8" rtl="0">
              <a:spcBef>
                <a:spcPts val="0"/>
              </a:spcBef>
              <a:spcAft>
                <a:spcPts val="0"/>
              </a:spcAft>
              <a:buClr>
                <a:schemeClr val="accent5"/>
              </a:buClr>
              <a:buSzPts val="3000"/>
              <a:buNone/>
              <a:defRPr sz="3000">
                <a:solidFill>
                  <a:schemeClr val="accent5"/>
                </a:solidFill>
              </a:defRPr>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Caption 1">
  <p:cSld name="CUSTOM_15">
    <p:spTree>
      <p:nvGrpSpPr>
        <p:cNvPr id="1" name="Shape 282"/>
        <p:cNvGrpSpPr/>
        <p:nvPr/>
      </p:nvGrpSpPr>
      <p:grpSpPr>
        <a:xfrm>
          <a:off x="0" y="0"/>
          <a:ext cx="0" cy="0"/>
          <a:chOff x="0" y="0"/>
          <a:chExt cx="0" cy="0"/>
        </a:xfrm>
      </p:grpSpPr>
      <p:grpSp>
        <p:nvGrpSpPr>
          <p:cNvPr id="283" name="Google Shape;283;p15"/>
          <p:cNvGrpSpPr/>
          <p:nvPr/>
        </p:nvGrpSpPr>
        <p:grpSpPr>
          <a:xfrm rot="10800000" flipH="1">
            <a:off x="-28563" y="-28573"/>
            <a:ext cx="9216047" cy="5191135"/>
            <a:chOff x="-28563" y="-28573"/>
            <a:chExt cx="9216047" cy="5191135"/>
          </a:xfrm>
        </p:grpSpPr>
        <p:sp>
          <p:nvSpPr>
            <p:cNvPr id="284" name="Google Shape;284;p15"/>
            <p:cNvSpPr/>
            <p:nvPr/>
          </p:nvSpPr>
          <p:spPr>
            <a:xfrm>
              <a:off x="319050" y="283350"/>
              <a:ext cx="8505900" cy="4576800"/>
            </a:xfrm>
            <a:prstGeom prst="roundRect">
              <a:avLst>
                <a:gd name="adj" fmla="val 3396"/>
              </a:avLst>
            </a:prstGeom>
            <a:no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15"/>
            <p:cNvSpPr/>
            <p:nvPr/>
          </p:nvSpPr>
          <p:spPr>
            <a:xfrm>
              <a:off x="7132742" y="-28573"/>
              <a:ext cx="1612254" cy="1208486"/>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15"/>
            <p:cNvSpPr/>
            <p:nvPr/>
          </p:nvSpPr>
          <p:spPr>
            <a:xfrm>
              <a:off x="6426313" y="-19056"/>
              <a:ext cx="1250789" cy="937634"/>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15"/>
            <p:cNvSpPr/>
            <p:nvPr/>
          </p:nvSpPr>
          <p:spPr>
            <a:xfrm>
              <a:off x="743298" y="3897826"/>
              <a:ext cx="1664900" cy="1264737"/>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15"/>
            <p:cNvSpPr/>
            <p:nvPr/>
          </p:nvSpPr>
          <p:spPr>
            <a:xfrm rot="10800000">
              <a:off x="-28563" y="3652041"/>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15"/>
            <p:cNvSpPr/>
            <p:nvPr/>
          </p:nvSpPr>
          <p:spPr>
            <a:xfrm rot="10800000">
              <a:off x="-19038" y="2774418"/>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15"/>
            <p:cNvSpPr/>
            <p:nvPr/>
          </p:nvSpPr>
          <p:spPr>
            <a:xfrm>
              <a:off x="7991402" y="1381124"/>
              <a:ext cx="1196082" cy="113470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 name="Google Shape;291;p15"/>
          <p:cNvGrpSpPr/>
          <p:nvPr/>
        </p:nvGrpSpPr>
        <p:grpSpPr>
          <a:xfrm>
            <a:off x="4281415" y="75177"/>
            <a:ext cx="581170" cy="125403"/>
            <a:chOff x="4685288" y="186288"/>
            <a:chExt cx="419375" cy="90485"/>
          </a:xfrm>
        </p:grpSpPr>
        <p:sp>
          <p:nvSpPr>
            <p:cNvPr id="292" name="Google Shape;292;p15"/>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3" name="Google Shape;293;p15"/>
            <p:cNvGrpSpPr/>
            <p:nvPr/>
          </p:nvGrpSpPr>
          <p:grpSpPr>
            <a:xfrm>
              <a:off x="4685288" y="186300"/>
              <a:ext cx="419375" cy="90473"/>
              <a:chOff x="4390000" y="182175"/>
              <a:chExt cx="419375" cy="90473"/>
            </a:xfrm>
          </p:grpSpPr>
          <p:sp>
            <p:nvSpPr>
              <p:cNvPr id="294" name="Google Shape;294;p15"/>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15"/>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96" name="Google Shape;296;p15"/>
          <p:cNvSpPr txBox="1">
            <a:spLocks noGrp="1"/>
          </p:cNvSpPr>
          <p:nvPr>
            <p:ph type="title"/>
          </p:nvPr>
        </p:nvSpPr>
        <p:spPr>
          <a:xfrm>
            <a:off x="3888375" y="906650"/>
            <a:ext cx="4320000" cy="1031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Main point 1">
  <p:cSld name="CUSTOM_14">
    <p:bg>
      <p:bgPr>
        <a:solidFill>
          <a:schemeClr val="accent4"/>
        </a:solidFill>
        <a:effectLst/>
      </p:bgPr>
    </p:bg>
    <p:spTree>
      <p:nvGrpSpPr>
        <p:cNvPr id="1" name="Shape 297"/>
        <p:cNvGrpSpPr/>
        <p:nvPr/>
      </p:nvGrpSpPr>
      <p:grpSpPr>
        <a:xfrm>
          <a:off x="0" y="0"/>
          <a:ext cx="0" cy="0"/>
          <a:chOff x="0" y="0"/>
          <a:chExt cx="0" cy="0"/>
        </a:xfrm>
      </p:grpSpPr>
      <p:sp>
        <p:nvSpPr>
          <p:cNvPr id="298" name="Google Shape;298;p16"/>
          <p:cNvSpPr txBox="1">
            <a:spLocks noGrp="1"/>
          </p:cNvSpPr>
          <p:nvPr>
            <p:ph type="title"/>
          </p:nvPr>
        </p:nvSpPr>
        <p:spPr>
          <a:xfrm rot="359553">
            <a:off x="3429351" y="733198"/>
            <a:ext cx="3773018" cy="2314565"/>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48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grpSp>
        <p:nvGrpSpPr>
          <p:cNvPr id="299" name="Google Shape;299;p16"/>
          <p:cNvGrpSpPr/>
          <p:nvPr/>
        </p:nvGrpSpPr>
        <p:grpSpPr>
          <a:xfrm>
            <a:off x="0" y="-95400"/>
            <a:ext cx="9144000" cy="5277000"/>
            <a:chOff x="0" y="-95400"/>
            <a:chExt cx="9144000" cy="5277000"/>
          </a:xfrm>
        </p:grpSpPr>
        <p:sp>
          <p:nvSpPr>
            <p:cNvPr id="300" name="Google Shape;300;p16"/>
            <p:cNvSpPr/>
            <p:nvPr/>
          </p:nvSpPr>
          <p:spPr>
            <a:xfrm>
              <a:off x="151475" y="85200"/>
              <a:ext cx="8868795" cy="4973079"/>
            </a:xfrm>
            <a:custGeom>
              <a:avLst/>
              <a:gdLst/>
              <a:ahLst/>
              <a:cxnLst/>
              <a:rect l="l" t="t" r="r" b="b"/>
              <a:pathLst>
                <a:path w="284644" h="160112" extrusionOk="0">
                  <a:moveTo>
                    <a:pt x="273218" y="5812"/>
                  </a:moveTo>
                  <a:cubicBezTo>
                    <a:pt x="276045" y="5812"/>
                    <a:pt x="278338" y="8105"/>
                    <a:pt x="278358" y="10932"/>
                  </a:cubicBezTo>
                  <a:lnTo>
                    <a:pt x="278358" y="149180"/>
                  </a:lnTo>
                  <a:cubicBezTo>
                    <a:pt x="278338" y="152007"/>
                    <a:pt x="276045" y="154300"/>
                    <a:pt x="273218" y="154320"/>
                  </a:cubicBezTo>
                  <a:lnTo>
                    <a:pt x="11426" y="154320"/>
                  </a:lnTo>
                  <a:cubicBezTo>
                    <a:pt x="8599" y="154300"/>
                    <a:pt x="6306" y="152007"/>
                    <a:pt x="6306" y="149180"/>
                  </a:cubicBezTo>
                  <a:lnTo>
                    <a:pt x="6306" y="10932"/>
                  </a:lnTo>
                  <a:cubicBezTo>
                    <a:pt x="6306" y="8105"/>
                    <a:pt x="8599" y="5812"/>
                    <a:pt x="11426" y="5812"/>
                  </a:cubicBezTo>
                  <a:close/>
                  <a:moveTo>
                    <a:pt x="1" y="1"/>
                  </a:moveTo>
                  <a:lnTo>
                    <a:pt x="1" y="160111"/>
                  </a:lnTo>
                  <a:lnTo>
                    <a:pt x="284644" y="160111"/>
                  </a:lnTo>
                  <a:lnTo>
                    <a:pt x="284644" y="1"/>
                  </a:lnTo>
                  <a:close/>
                </a:path>
              </a:pathLst>
            </a:custGeom>
            <a:solidFill>
              <a:schemeClr val="accent1"/>
            </a:solidFill>
            <a:ln w="28575" cap="flat" cmpd="sng">
              <a:solidFill>
                <a:schemeClr val="accent5"/>
              </a:solidFill>
              <a:prstDash val="solid"/>
              <a:miter lim="197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16"/>
            <p:cNvSpPr/>
            <p:nvPr/>
          </p:nvSpPr>
          <p:spPr>
            <a:xfrm>
              <a:off x="0" y="-95400"/>
              <a:ext cx="9144000" cy="5277000"/>
            </a:xfrm>
            <a:prstGeom prst="frame">
              <a:avLst>
                <a:gd name="adj1" fmla="val 4225"/>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 name="Google Shape;302;p16"/>
          <p:cNvGrpSpPr/>
          <p:nvPr/>
        </p:nvGrpSpPr>
        <p:grpSpPr>
          <a:xfrm>
            <a:off x="-36024" y="-23818"/>
            <a:ext cx="9216047" cy="5191135"/>
            <a:chOff x="-28563" y="-28573"/>
            <a:chExt cx="9216047" cy="5191135"/>
          </a:xfrm>
        </p:grpSpPr>
        <p:sp>
          <p:nvSpPr>
            <p:cNvPr id="303" name="Google Shape;303;p16"/>
            <p:cNvSpPr/>
            <p:nvPr/>
          </p:nvSpPr>
          <p:spPr>
            <a:xfrm>
              <a:off x="7132742" y="-28573"/>
              <a:ext cx="1612254" cy="1208486"/>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16"/>
            <p:cNvSpPr/>
            <p:nvPr/>
          </p:nvSpPr>
          <p:spPr>
            <a:xfrm>
              <a:off x="6426313" y="-19056"/>
              <a:ext cx="1250789" cy="937634"/>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16"/>
            <p:cNvSpPr/>
            <p:nvPr/>
          </p:nvSpPr>
          <p:spPr>
            <a:xfrm>
              <a:off x="743298" y="3897826"/>
              <a:ext cx="1664900" cy="1264737"/>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16"/>
            <p:cNvSpPr/>
            <p:nvPr/>
          </p:nvSpPr>
          <p:spPr>
            <a:xfrm rot="10800000">
              <a:off x="-28563" y="3652041"/>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16"/>
            <p:cNvSpPr/>
            <p:nvPr/>
          </p:nvSpPr>
          <p:spPr>
            <a:xfrm rot="10800000">
              <a:off x="-19038" y="2774418"/>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16"/>
            <p:cNvSpPr/>
            <p:nvPr/>
          </p:nvSpPr>
          <p:spPr>
            <a:xfrm>
              <a:off x="7991402" y="1381124"/>
              <a:ext cx="1196082" cy="113470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 name="Google Shape;309;p16"/>
          <p:cNvGrpSpPr/>
          <p:nvPr/>
        </p:nvGrpSpPr>
        <p:grpSpPr>
          <a:xfrm>
            <a:off x="4281415" y="75177"/>
            <a:ext cx="581170" cy="125403"/>
            <a:chOff x="4685288" y="186288"/>
            <a:chExt cx="419375" cy="90485"/>
          </a:xfrm>
        </p:grpSpPr>
        <p:sp>
          <p:nvSpPr>
            <p:cNvPr id="310" name="Google Shape;310;p16"/>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1" name="Google Shape;311;p16"/>
            <p:cNvGrpSpPr/>
            <p:nvPr/>
          </p:nvGrpSpPr>
          <p:grpSpPr>
            <a:xfrm>
              <a:off x="4685288" y="186300"/>
              <a:ext cx="419375" cy="90473"/>
              <a:chOff x="4390000" y="182175"/>
              <a:chExt cx="419375" cy="90473"/>
            </a:xfrm>
          </p:grpSpPr>
          <p:sp>
            <p:nvSpPr>
              <p:cNvPr id="312" name="Google Shape;312;p16"/>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16"/>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Section header 1">
  <p:cSld name="CUSTOM_12">
    <p:bg>
      <p:bgPr>
        <a:solidFill>
          <a:schemeClr val="accent2"/>
        </a:solidFill>
        <a:effectLst/>
      </p:bgPr>
    </p:bg>
    <p:spTree>
      <p:nvGrpSpPr>
        <p:cNvPr id="1" name="Shape 314"/>
        <p:cNvGrpSpPr/>
        <p:nvPr/>
      </p:nvGrpSpPr>
      <p:grpSpPr>
        <a:xfrm>
          <a:off x="0" y="0"/>
          <a:ext cx="0" cy="0"/>
          <a:chOff x="0" y="0"/>
          <a:chExt cx="0" cy="0"/>
        </a:xfrm>
      </p:grpSpPr>
      <p:grpSp>
        <p:nvGrpSpPr>
          <p:cNvPr id="315" name="Google Shape;315;p17"/>
          <p:cNvGrpSpPr/>
          <p:nvPr/>
        </p:nvGrpSpPr>
        <p:grpSpPr>
          <a:xfrm>
            <a:off x="319043" y="283350"/>
            <a:ext cx="8505900" cy="4576800"/>
            <a:chOff x="319043" y="283350"/>
            <a:chExt cx="8505900" cy="4576800"/>
          </a:xfrm>
        </p:grpSpPr>
        <p:sp>
          <p:nvSpPr>
            <p:cNvPr id="316" name="Google Shape;316;p17"/>
            <p:cNvSpPr/>
            <p:nvPr/>
          </p:nvSpPr>
          <p:spPr>
            <a:xfrm flipH="1">
              <a:off x="319043" y="283350"/>
              <a:ext cx="8505900" cy="4576800"/>
            </a:xfrm>
            <a:prstGeom prst="roundRect">
              <a:avLst>
                <a:gd name="adj" fmla="val 3396"/>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17"/>
            <p:cNvSpPr/>
            <p:nvPr/>
          </p:nvSpPr>
          <p:spPr>
            <a:xfrm rot="10800000" flipH="1">
              <a:off x="694692" y="580875"/>
              <a:ext cx="7754700" cy="39816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 name="Google Shape;318;p17"/>
          <p:cNvGrpSpPr/>
          <p:nvPr/>
        </p:nvGrpSpPr>
        <p:grpSpPr>
          <a:xfrm rot="10800000" flipH="1">
            <a:off x="304801" y="269300"/>
            <a:ext cx="8534303" cy="4605119"/>
            <a:chOff x="-9513" y="284925"/>
            <a:chExt cx="9036746" cy="4876238"/>
          </a:xfrm>
        </p:grpSpPr>
        <p:sp>
          <p:nvSpPr>
            <p:cNvPr id="319" name="Google Shape;319;p17"/>
            <p:cNvSpPr/>
            <p:nvPr/>
          </p:nvSpPr>
          <p:spPr>
            <a:xfrm>
              <a:off x="6729311" y="284925"/>
              <a:ext cx="1612254" cy="1208486"/>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17"/>
            <p:cNvSpPr/>
            <p:nvPr/>
          </p:nvSpPr>
          <p:spPr>
            <a:xfrm>
              <a:off x="743298" y="3896426"/>
              <a:ext cx="1664900" cy="1264737"/>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17"/>
            <p:cNvSpPr/>
            <p:nvPr/>
          </p:nvSpPr>
          <p:spPr>
            <a:xfrm rot="10800000">
              <a:off x="-9513" y="3652041"/>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17"/>
            <p:cNvSpPr/>
            <p:nvPr/>
          </p:nvSpPr>
          <p:spPr>
            <a:xfrm rot="10800000">
              <a:off x="-9513" y="999323"/>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17"/>
            <p:cNvSpPr/>
            <p:nvPr/>
          </p:nvSpPr>
          <p:spPr>
            <a:xfrm>
              <a:off x="7831151" y="2833475"/>
              <a:ext cx="1196082" cy="113470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 name="Google Shape;324;p17"/>
          <p:cNvGrpSpPr/>
          <p:nvPr/>
        </p:nvGrpSpPr>
        <p:grpSpPr>
          <a:xfrm>
            <a:off x="4281415" y="375214"/>
            <a:ext cx="581170" cy="125403"/>
            <a:chOff x="4685288" y="186288"/>
            <a:chExt cx="419375" cy="90485"/>
          </a:xfrm>
        </p:grpSpPr>
        <p:sp>
          <p:nvSpPr>
            <p:cNvPr id="325" name="Google Shape;325;p17"/>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6" name="Google Shape;326;p17"/>
            <p:cNvGrpSpPr/>
            <p:nvPr/>
          </p:nvGrpSpPr>
          <p:grpSpPr>
            <a:xfrm>
              <a:off x="4685288" y="186300"/>
              <a:ext cx="419375" cy="90473"/>
              <a:chOff x="4390000" y="182175"/>
              <a:chExt cx="419375" cy="90473"/>
            </a:xfrm>
          </p:grpSpPr>
          <p:sp>
            <p:nvSpPr>
              <p:cNvPr id="327" name="Google Shape;327;p17"/>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17"/>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29" name="Google Shape;329;p17"/>
          <p:cNvSpPr txBox="1">
            <a:spLocks noGrp="1"/>
          </p:cNvSpPr>
          <p:nvPr>
            <p:ph type="ctrTitle"/>
          </p:nvPr>
        </p:nvSpPr>
        <p:spPr>
          <a:xfrm>
            <a:off x="3624263" y="1714500"/>
            <a:ext cx="4229100" cy="1289400"/>
          </a:xfrm>
          <a:prstGeom prst="rect">
            <a:avLst/>
          </a:prstGeom>
        </p:spPr>
        <p:txBody>
          <a:bodyPr spcFirstLastPara="1" wrap="square" lIns="0" tIns="0" rIns="0" bIns="0" anchor="b" anchorCtr="0">
            <a:noAutofit/>
          </a:bodyPr>
          <a:lstStyle>
            <a:lvl1pPr lvl="0" rtl="0">
              <a:spcBef>
                <a:spcPts val="0"/>
              </a:spcBef>
              <a:spcAft>
                <a:spcPts val="0"/>
              </a:spcAft>
              <a:buSzPts val="8000"/>
              <a:buNone/>
              <a:defRPr sz="3400"/>
            </a:lvl1pPr>
            <a:lvl2pPr lvl="1" algn="ctr" rtl="0">
              <a:spcBef>
                <a:spcPts val="0"/>
              </a:spcBef>
              <a:spcAft>
                <a:spcPts val="0"/>
              </a:spcAft>
              <a:buSzPts val="3200"/>
              <a:buNone/>
              <a:defRPr sz="3200"/>
            </a:lvl2pPr>
            <a:lvl3pPr lvl="2" algn="ctr" rtl="0">
              <a:spcBef>
                <a:spcPts val="0"/>
              </a:spcBef>
              <a:spcAft>
                <a:spcPts val="0"/>
              </a:spcAft>
              <a:buSzPts val="3200"/>
              <a:buNone/>
              <a:defRPr sz="3200"/>
            </a:lvl3pPr>
            <a:lvl4pPr lvl="3" algn="ctr" rtl="0">
              <a:spcBef>
                <a:spcPts val="0"/>
              </a:spcBef>
              <a:spcAft>
                <a:spcPts val="0"/>
              </a:spcAft>
              <a:buSzPts val="3200"/>
              <a:buNone/>
              <a:defRPr sz="3200"/>
            </a:lvl4pPr>
            <a:lvl5pPr lvl="4" algn="ctr" rtl="0">
              <a:spcBef>
                <a:spcPts val="0"/>
              </a:spcBef>
              <a:spcAft>
                <a:spcPts val="0"/>
              </a:spcAft>
              <a:buSzPts val="3200"/>
              <a:buNone/>
              <a:defRPr sz="3200"/>
            </a:lvl5pPr>
            <a:lvl6pPr lvl="5" algn="ctr" rtl="0">
              <a:spcBef>
                <a:spcPts val="0"/>
              </a:spcBef>
              <a:spcAft>
                <a:spcPts val="0"/>
              </a:spcAft>
              <a:buSzPts val="3200"/>
              <a:buNone/>
              <a:defRPr sz="3200"/>
            </a:lvl6pPr>
            <a:lvl7pPr lvl="6" algn="ctr" rtl="0">
              <a:spcBef>
                <a:spcPts val="0"/>
              </a:spcBef>
              <a:spcAft>
                <a:spcPts val="0"/>
              </a:spcAft>
              <a:buSzPts val="3200"/>
              <a:buNone/>
              <a:defRPr sz="3200"/>
            </a:lvl7pPr>
            <a:lvl8pPr lvl="7" algn="ctr" rtl="0">
              <a:spcBef>
                <a:spcPts val="0"/>
              </a:spcBef>
              <a:spcAft>
                <a:spcPts val="0"/>
              </a:spcAft>
              <a:buSzPts val="3200"/>
              <a:buNone/>
              <a:defRPr sz="3200"/>
            </a:lvl8pPr>
            <a:lvl9pPr lvl="8" algn="ctr" rtl="0">
              <a:spcBef>
                <a:spcPts val="0"/>
              </a:spcBef>
              <a:spcAft>
                <a:spcPts val="0"/>
              </a:spcAft>
              <a:buSzPts val="3200"/>
              <a:buNone/>
              <a:defRPr sz="3200"/>
            </a:lvl9pPr>
          </a:lstStyle>
          <a:p>
            <a:endParaRPr/>
          </a:p>
        </p:txBody>
      </p:sp>
      <p:sp>
        <p:nvSpPr>
          <p:cNvPr id="330" name="Google Shape;330;p17"/>
          <p:cNvSpPr txBox="1">
            <a:spLocks noGrp="1"/>
          </p:cNvSpPr>
          <p:nvPr>
            <p:ph type="subTitle" idx="1"/>
          </p:nvPr>
        </p:nvSpPr>
        <p:spPr>
          <a:xfrm>
            <a:off x="3624263" y="3095225"/>
            <a:ext cx="4229100" cy="3363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800"/>
              <a:buNone/>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331" name="Google Shape;331;p17">
            <a:hlinkClick r:id="rId2" action="ppaction://hlinksldjump"/>
          </p:cNvPr>
          <p:cNvSpPr txBox="1">
            <a:spLocks noGrp="1"/>
          </p:cNvSpPr>
          <p:nvPr>
            <p:ph type="title" idx="2" hasCustomPrompt="1"/>
          </p:nvPr>
        </p:nvSpPr>
        <p:spPr>
          <a:xfrm>
            <a:off x="1145775" y="1714500"/>
            <a:ext cx="2204400" cy="1285800"/>
          </a:xfrm>
          <a:prstGeom prst="rect">
            <a:avLst/>
          </a:prstGeom>
        </p:spPr>
        <p:txBody>
          <a:bodyPr spcFirstLastPara="1" wrap="square" lIns="0" tIns="0" rIns="0" bIns="0" anchor="ctr" anchorCtr="0">
            <a:noAutofit/>
          </a:bodyPr>
          <a:lstStyle>
            <a:lvl1pPr lvl="0" algn="ctr" rtl="0">
              <a:spcBef>
                <a:spcPts val="0"/>
              </a:spcBef>
              <a:spcAft>
                <a:spcPts val="0"/>
              </a:spcAft>
              <a:buClr>
                <a:schemeClr val="accent2"/>
              </a:buClr>
              <a:buSzPts val="5000"/>
              <a:buNone/>
              <a:defRPr sz="9600">
                <a:solidFill>
                  <a:schemeClr val="accent3"/>
                </a:solidFill>
              </a:defRPr>
            </a:lvl1pPr>
            <a:lvl2pPr lvl="1" algn="ctr" rtl="0">
              <a:spcBef>
                <a:spcPts val="0"/>
              </a:spcBef>
              <a:spcAft>
                <a:spcPts val="0"/>
              </a:spcAft>
              <a:buSzPts val="10000"/>
              <a:buNone/>
              <a:defRPr sz="10000"/>
            </a:lvl2pPr>
            <a:lvl3pPr lvl="2" algn="ctr" rtl="0">
              <a:spcBef>
                <a:spcPts val="0"/>
              </a:spcBef>
              <a:spcAft>
                <a:spcPts val="0"/>
              </a:spcAft>
              <a:buSzPts val="10000"/>
              <a:buNone/>
              <a:defRPr sz="10000"/>
            </a:lvl3pPr>
            <a:lvl4pPr lvl="3" algn="ctr" rtl="0">
              <a:spcBef>
                <a:spcPts val="0"/>
              </a:spcBef>
              <a:spcAft>
                <a:spcPts val="0"/>
              </a:spcAft>
              <a:buSzPts val="10000"/>
              <a:buNone/>
              <a:defRPr sz="10000"/>
            </a:lvl4pPr>
            <a:lvl5pPr lvl="4" algn="ctr" rtl="0">
              <a:spcBef>
                <a:spcPts val="0"/>
              </a:spcBef>
              <a:spcAft>
                <a:spcPts val="0"/>
              </a:spcAft>
              <a:buSzPts val="10000"/>
              <a:buNone/>
              <a:defRPr sz="10000"/>
            </a:lvl5pPr>
            <a:lvl6pPr lvl="5" algn="ctr" rtl="0">
              <a:spcBef>
                <a:spcPts val="0"/>
              </a:spcBef>
              <a:spcAft>
                <a:spcPts val="0"/>
              </a:spcAft>
              <a:buSzPts val="10000"/>
              <a:buNone/>
              <a:defRPr sz="10000"/>
            </a:lvl6pPr>
            <a:lvl7pPr lvl="6" algn="ctr" rtl="0">
              <a:spcBef>
                <a:spcPts val="0"/>
              </a:spcBef>
              <a:spcAft>
                <a:spcPts val="0"/>
              </a:spcAft>
              <a:buSzPts val="10000"/>
              <a:buNone/>
              <a:defRPr sz="10000"/>
            </a:lvl7pPr>
            <a:lvl8pPr lvl="7" algn="ctr" rtl="0">
              <a:spcBef>
                <a:spcPts val="0"/>
              </a:spcBef>
              <a:spcAft>
                <a:spcPts val="0"/>
              </a:spcAft>
              <a:buSzPts val="10000"/>
              <a:buNone/>
              <a:defRPr sz="10000"/>
            </a:lvl8pPr>
            <a:lvl9pPr lvl="8" algn="ctr" rtl="0">
              <a:spcBef>
                <a:spcPts val="0"/>
              </a:spcBef>
              <a:spcAft>
                <a:spcPts val="0"/>
              </a:spcAft>
              <a:buSzPts val="10000"/>
              <a:buNone/>
              <a:defRPr sz="10000"/>
            </a:lvl9pPr>
          </a:lstStyle>
          <a:p>
            <a:r>
              <a:t>xx%</a:t>
            </a: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Section header 2">
  <p:cSld name="CUSTOM_12_1">
    <p:bg>
      <p:bgPr>
        <a:solidFill>
          <a:schemeClr val="accent2"/>
        </a:solidFill>
        <a:effectLst/>
      </p:bgPr>
    </p:bg>
    <p:spTree>
      <p:nvGrpSpPr>
        <p:cNvPr id="1" name="Shape 332"/>
        <p:cNvGrpSpPr/>
        <p:nvPr/>
      </p:nvGrpSpPr>
      <p:grpSpPr>
        <a:xfrm>
          <a:off x="0" y="0"/>
          <a:ext cx="0" cy="0"/>
          <a:chOff x="0" y="0"/>
          <a:chExt cx="0" cy="0"/>
        </a:xfrm>
      </p:grpSpPr>
      <p:grpSp>
        <p:nvGrpSpPr>
          <p:cNvPr id="333" name="Google Shape;333;p18"/>
          <p:cNvGrpSpPr/>
          <p:nvPr/>
        </p:nvGrpSpPr>
        <p:grpSpPr>
          <a:xfrm>
            <a:off x="319043" y="283350"/>
            <a:ext cx="8505900" cy="4576800"/>
            <a:chOff x="319043" y="283350"/>
            <a:chExt cx="8505900" cy="4576800"/>
          </a:xfrm>
        </p:grpSpPr>
        <p:sp>
          <p:nvSpPr>
            <p:cNvPr id="334" name="Google Shape;334;p18"/>
            <p:cNvSpPr/>
            <p:nvPr/>
          </p:nvSpPr>
          <p:spPr>
            <a:xfrm flipH="1">
              <a:off x="319043" y="283350"/>
              <a:ext cx="8505900" cy="4576800"/>
            </a:xfrm>
            <a:prstGeom prst="roundRect">
              <a:avLst>
                <a:gd name="adj" fmla="val 3396"/>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18"/>
            <p:cNvSpPr/>
            <p:nvPr/>
          </p:nvSpPr>
          <p:spPr>
            <a:xfrm rot="10800000" flipH="1">
              <a:off x="694692" y="580875"/>
              <a:ext cx="7754700" cy="39816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 name="Google Shape;336;p18"/>
          <p:cNvGrpSpPr/>
          <p:nvPr/>
        </p:nvGrpSpPr>
        <p:grpSpPr>
          <a:xfrm rot="10800000">
            <a:off x="304801" y="269300"/>
            <a:ext cx="8534303" cy="4605119"/>
            <a:chOff x="-9513" y="284925"/>
            <a:chExt cx="9036746" cy="4876238"/>
          </a:xfrm>
        </p:grpSpPr>
        <p:sp>
          <p:nvSpPr>
            <p:cNvPr id="337" name="Google Shape;337;p18"/>
            <p:cNvSpPr/>
            <p:nvPr/>
          </p:nvSpPr>
          <p:spPr>
            <a:xfrm>
              <a:off x="6729311" y="284925"/>
              <a:ext cx="1612254" cy="1208486"/>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18"/>
            <p:cNvSpPr/>
            <p:nvPr/>
          </p:nvSpPr>
          <p:spPr>
            <a:xfrm>
              <a:off x="743298" y="3896426"/>
              <a:ext cx="1664900" cy="1264737"/>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18"/>
            <p:cNvSpPr/>
            <p:nvPr/>
          </p:nvSpPr>
          <p:spPr>
            <a:xfrm rot="10800000">
              <a:off x="-9513" y="3652041"/>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18"/>
            <p:cNvSpPr/>
            <p:nvPr/>
          </p:nvSpPr>
          <p:spPr>
            <a:xfrm rot="10800000">
              <a:off x="-9513" y="999323"/>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18"/>
            <p:cNvSpPr/>
            <p:nvPr/>
          </p:nvSpPr>
          <p:spPr>
            <a:xfrm>
              <a:off x="7831151" y="2833475"/>
              <a:ext cx="1196082" cy="113470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 name="Google Shape;342;p18"/>
          <p:cNvGrpSpPr/>
          <p:nvPr/>
        </p:nvGrpSpPr>
        <p:grpSpPr>
          <a:xfrm>
            <a:off x="4281415" y="375214"/>
            <a:ext cx="581170" cy="125403"/>
            <a:chOff x="4685288" y="186288"/>
            <a:chExt cx="419375" cy="90485"/>
          </a:xfrm>
        </p:grpSpPr>
        <p:sp>
          <p:nvSpPr>
            <p:cNvPr id="343" name="Google Shape;343;p18"/>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4" name="Google Shape;344;p18"/>
            <p:cNvGrpSpPr/>
            <p:nvPr/>
          </p:nvGrpSpPr>
          <p:grpSpPr>
            <a:xfrm>
              <a:off x="4685288" y="186300"/>
              <a:ext cx="419375" cy="90473"/>
              <a:chOff x="4390000" y="182175"/>
              <a:chExt cx="419375" cy="90473"/>
            </a:xfrm>
          </p:grpSpPr>
          <p:sp>
            <p:nvSpPr>
              <p:cNvPr id="345" name="Google Shape;345;p18"/>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18"/>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47" name="Google Shape;347;p18"/>
          <p:cNvSpPr txBox="1">
            <a:spLocks noGrp="1"/>
          </p:cNvSpPr>
          <p:nvPr>
            <p:ph type="ctrTitle"/>
          </p:nvPr>
        </p:nvSpPr>
        <p:spPr>
          <a:xfrm flipH="1">
            <a:off x="1290638" y="1714500"/>
            <a:ext cx="4229100" cy="1289400"/>
          </a:xfrm>
          <a:prstGeom prst="rect">
            <a:avLst/>
          </a:prstGeom>
        </p:spPr>
        <p:txBody>
          <a:bodyPr spcFirstLastPara="1" wrap="square" lIns="0" tIns="0" rIns="0" bIns="0" anchor="b" anchorCtr="0">
            <a:noAutofit/>
          </a:bodyPr>
          <a:lstStyle>
            <a:lvl1pPr lvl="0" rtl="0">
              <a:spcBef>
                <a:spcPts val="0"/>
              </a:spcBef>
              <a:spcAft>
                <a:spcPts val="0"/>
              </a:spcAft>
              <a:buSzPts val="8000"/>
              <a:buNone/>
              <a:defRPr sz="3400"/>
            </a:lvl1pPr>
            <a:lvl2pPr lvl="1" algn="ctr" rtl="0">
              <a:spcBef>
                <a:spcPts val="0"/>
              </a:spcBef>
              <a:spcAft>
                <a:spcPts val="0"/>
              </a:spcAft>
              <a:buSzPts val="3200"/>
              <a:buNone/>
              <a:defRPr sz="3200"/>
            </a:lvl2pPr>
            <a:lvl3pPr lvl="2" algn="ctr" rtl="0">
              <a:spcBef>
                <a:spcPts val="0"/>
              </a:spcBef>
              <a:spcAft>
                <a:spcPts val="0"/>
              </a:spcAft>
              <a:buSzPts val="3200"/>
              <a:buNone/>
              <a:defRPr sz="3200"/>
            </a:lvl3pPr>
            <a:lvl4pPr lvl="3" algn="ctr" rtl="0">
              <a:spcBef>
                <a:spcPts val="0"/>
              </a:spcBef>
              <a:spcAft>
                <a:spcPts val="0"/>
              </a:spcAft>
              <a:buSzPts val="3200"/>
              <a:buNone/>
              <a:defRPr sz="3200"/>
            </a:lvl4pPr>
            <a:lvl5pPr lvl="4" algn="ctr" rtl="0">
              <a:spcBef>
                <a:spcPts val="0"/>
              </a:spcBef>
              <a:spcAft>
                <a:spcPts val="0"/>
              </a:spcAft>
              <a:buSzPts val="3200"/>
              <a:buNone/>
              <a:defRPr sz="3200"/>
            </a:lvl5pPr>
            <a:lvl6pPr lvl="5" algn="ctr" rtl="0">
              <a:spcBef>
                <a:spcPts val="0"/>
              </a:spcBef>
              <a:spcAft>
                <a:spcPts val="0"/>
              </a:spcAft>
              <a:buSzPts val="3200"/>
              <a:buNone/>
              <a:defRPr sz="3200"/>
            </a:lvl6pPr>
            <a:lvl7pPr lvl="6" algn="ctr" rtl="0">
              <a:spcBef>
                <a:spcPts val="0"/>
              </a:spcBef>
              <a:spcAft>
                <a:spcPts val="0"/>
              </a:spcAft>
              <a:buSzPts val="3200"/>
              <a:buNone/>
              <a:defRPr sz="3200"/>
            </a:lvl7pPr>
            <a:lvl8pPr lvl="7" algn="ctr" rtl="0">
              <a:spcBef>
                <a:spcPts val="0"/>
              </a:spcBef>
              <a:spcAft>
                <a:spcPts val="0"/>
              </a:spcAft>
              <a:buSzPts val="3200"/>
              <a:buNone/>
              <a:defRPr sz="3200"/>
            </a:lvl8pPr>
            <a:lvl9pPr lvl="8" algn="ctr" rtl="0">
              <a:spcBef>
                <a:spcPts val="0"/>
              </a:spcBef>
              <a:spcAft>
                <a:spcPts val="0"/>
              </a:spcAft>
              <a:buSzPts val="3200"/>
              <a:buNone/>
              <a:defRPr sz="3200"/>
            </a:lvl9pPr>
          </a:lstStyle>
          <a:p>
            <a:endParaRPr/>
          </a:p>
        </p:txBody>
      </p:sp>
      <p:sp>
        <p:nvSpPr>
          <p:cNvPr id="348" name="Google Shape;348;p18"/>
          <p:cNvSpPr txBox="1">
            <a:spLocks noGrp="1"/>
          </p:cNvSpPr>
          <p:nvPr>
            <p:ph type="subTitle" idx="1"/>
          </p:nvPr>
        </p:nvSpPr>
        <p:spPr>
          <a:xfrm flipH="1">
            <a:off x="1290638" y="3095225"/>
            <a:ext cx="4229100" cy="3363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800"/>
              <a:buNone/>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349" name="Google Shape;349;p18"/>
          <p:cNvSpPr txBox="1">
            <a:spLocks noGrp="1"/>
          </p:cNvSpPr>
          <p:nvPr>
            <p:ph type="title" idx="2" hasCustomPrompt="1"/>
          </p:nvPr>
        </p:nvSpPr>
        <p:spPr>
          <a:xfrm flipH="1">
            <a:off x="5938763" y="1714500"/>
            <a:ext cx="1914600" cy="1285800"/>
          </a:xfrm>
          <a:prstGeom prst="rect">
            <a:avLst/>
          </a:prstGeom>
        </p:spPr>
        <p:txBody>
          <a:bodyPr spcFirstLastPara="1" wrap="square" lIns="0" tIns="0" rIns="0" bIns="0" anchor="ctr" anchorCtr="0">
            <a:noAutofit/>
          </a:bodyPr>
          <a:lstStyle>
            <a:lvl1pPr lvl="0" algn="ctr" rtl="0">
              <a:spcBef>
                <a:spcPts val="0"/>
              </a:spcBef>
              <a:spcAft>
                <a:spcPts val="0"/>
              </a:spcAft>
              <a:buClr>
                <a:schemeClr val="accent2"/>
              </a:buClr>
              <a:buSzPts val="5000"/>
              <a:buNone/>
              <a:defRPr sz="9600">
                <a:solidFill>
                  <a:schemeClr val="accent3"/>
                </a:solidFill>
              </a:defRPr>
            </a:lvl1pPr>
            <a:lvl2pPr lvl="1" algn="ctr" rtl="0">
              <a:spcBef>
                <a:spcPts val="0"/>
              </a:spcBef>
              <a:spcAft>
                <a:spcPts val="0"/>
              </a:spcAft>
              <a:buSzPts val="10000"/>
              <a:buNone/>
              <a:defRPr sz="10000"/>
            </a:lvl2pPr>
            <a:lvl3pPr lvl="2" algn="ctr" rtl="0">
              <a:spcBef>
                <a:spcPts val="0"/>
              </a:spcBef>
              <a:spcAft>
                <a:spcPts val="0"/>
              </a:spcAft>
              <a:buSzPts val="10000"/>
              <a:buNone/>
              <a:defRPr sz="10000"/>
            </a:lvl3pPr>
            <a:lvl4pPr lvl="3" algn="ctr" rtl="0">
              <a:spcBef>
                <a:spcPts val="0"/>
              </a:spcBef>
              <a:spcAft>
                <a:spcPts val="0"/>
              </a:spcAft>
              <a:buSzPts val="10000"/>
              <a:buNone/>
              <a:defRPr sz="10000"/>
            </a:lvl4pPr>
            <a:lvl5pPr lvl="4" algn="ctr" rtl="0">
              <a:spcBef>
                <a:spcPts val="0"/>
              </a:spcBef>
              <a:spcAft>
                <a:spcPts val="0"/>
              </a:spcAft>
              <a:buSzPts val="10000"/>
              <a:buNone/>
              <a:defRPr sz="10000"/>
            </a:lvl5pPr>
            <a:lvl6pPr lvl="5" algn="ctr" rtl="0">
              <a:spcBef>
                <a:spcPts val="0"/>
              </a:spcBef>
              <a:spcAft>
                <a:spcPts val="0"/>
              </a:spcAft>
              <a:buSzPts val="10000"/>
              <a:buNone/>
              <a:defRPr sz="10000"/>
            </a:lvl6pPr>
            <a:lvl7pPr lvl="6" algn="ctr" rtl="0">
              <a:spcBef>
                <a:spcPts val="0"/>
              </a:spcBef>
              <a:spcAft>
                <a:spcPts val="0"/>
              </a:spcAft>
              <a:buSzPts val="10000"/>
              <a:buNone/>
              <a:defRPr sz="10000"/>
            </a:lvl7pPr>
            <a:lvl8pPr lvl="7" algn="ctr" rtl="0">
              <a:spcBef>
                <a:spcPts val="0"/>
              </a:spcBef>
              <a:spcAft>
                <a:spcPts val="0"/>
              </a:spcAft>
              <a:buSzPts val="10000"/>
              <a:buNone/>
              <a:defRPr sz="10000"/>
            </a:lvl8pPr>
            <a:lvl9pPr lvl="8" algn="ctr" rtl="0">
              <a:spcBef>
                <a:spcPts val="0"/>
              </a:spcBef>
              <a:spcAft>
                <a:spcPts val="0"/>
              </a:spcAft>
              <a:buSzPts val="10000"/>
              <a:buNone/>
              <a:defRPr sz="10000"/>
            </a:lvl9pPr>
          </a:lstStyle>
          <a:p>
            <a:r>
              <a:t>xx%</a:t>
            </a: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Section header 3">
  <p:cSld name="CUSTOM_12_1_1">
    <p:bg>
      <p:bgPr>
        <a:solidFill>
          <a:schemeClr val="accent2"/>
        </a:solidFill>
        <a:effectLst/>
      </p:bgPr>
    </p:bg>
    <p:spTree>
      <p:nvGrpSpPr>
        <p:cNvPr id="1" name="Shape 350"/>
        <p:cNvGrpSpPr/>
        <p:nvPr/>
      </p:nvGrpSpPr>
      <p:grpSpPr>
        <a:xfrm>
          <a:off x="0" y="0"/>
          <a:ext cx="0" cy="0"/>
          <a:chOff x="0" y="0"/>
          <a:chExt cx="0" cy="0"/>
        </a:xfrm>
      </p:grpSpPr>
      <p:sp>
        <p:nvSpPr>
          <p:cNvPr id="351" name="Google Shape;351;p19"/>
          <p:cNvSpPr/>
          <p:nvPr/>
        </p:nvSpPr>
        <p:spPr>
          <a:xfrm flipH="1">
            <a:off x="319043" y="283350"/>
            <a:ext cx="8505900" cy="4576800"/>
          </a:xfrm>
          <a:prstGeom prst="roundRect">
            <a:avLst>
              <a:gd name="adj" fmla="val 3396"/>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19"/>
          <p:cNvSpPr/>
          <p:nvPr/>
        </p:nvSpPr>
        <p:spPr>
          <a:xfrm rot="10800000" flipH="1">
            <a:off x="3486150" y="579300"/>
            <a:ext cx="4992900" cy="39834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3" name="Google Shape;353;p19"/>
          <p:cNvGrpSpPr/>
          <p:nvPr/>
        </p:nvGrpSpPr>
        <p:grpSpPr>
          <a:xfrm>
            <a:off x="6659628" y="3464137"/>
            <a:ext cx="1805174" cy="1083810"/>
            <a:chOff x="6659628" y="3464137"/>
            <a:chExt cx="1805174" cy="1083810"/>
          </a:xfrm>
        </p:grpSpPr>
        <p:sp>
          <p:nvSpPr>
            <p:cNvPr id="354" name="Google Shape;354;p19"/>
            <p:cNvSpPr/>
            <p:nvPr/>
          </p:nvSpPr>
          <p:spPr>
            <a:xfrm flipH="1">
              <a:off x="6659628" y="3545595"/>
              <a:ext cx="1262868" cy="1002352"/>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19"/>
            <p:cNvSpPr/>
            <p:nvPr/>
          </p:nvSpPr>
          <p:spPr>
            <a:xfrm rot="10800000" flipH="1">
              <a:off x="7611614" y="3464137"/>
              <a:ext cx="853189" cy="845690"/>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6" name="Google Shape;356;p19"/>
          <p:cNvSpPr/>
          <p:nvPr/>
        </p:nvSpPr>
        <p:spPr>
          <a:xfrm rot="10800000" flipH="1">
            <a:off x="661175" y="576000"/>
            <a:ext cx="2682000" cy="3986700"/>
          </a:xfrm>
          <a:prstGeom prst="roundRect">
            <a:avLst>
              <a:gd name="adj" fmla="val 6245"/>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19"/>
          <p:cNvSpPr/>
          <p:nvPr/>
        </p:nvSpPr>
        <p:spPr>
          <a:xfrm flipH="1">
            <a:off x="947000" y="591709"/>
            <a:ext cx="1028800" cy="820648"/>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19"/>
          <p:cNvSpPr/>
          <p:nvPr/>
        </p:nvSpPr>
        <p:spPr>
          <a:xfrm flipH="1">
            <a:off x="1535518" y="590653"/>
            <a:ext cx="804131" cy="641399"/>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9" name="Google Shape;359;p19"/>
          <p:cNvGrpSpPr/>
          <p:nvPr/>
        </p:nvGrpSpPr>
        <p:grpSpPr>
          <a:xfrm>
            <a:off x="4281415" y="375214"/>
            <a:ext cx="581170" cy="125403"/>
            <a:chOff x="4685288" y="186288"/>
            <a:chExt cx="419375" cy="90485"/>
          </a:xfrm>
        </p:grpSpPr>
        <p:sp>
          <p:nvSpPr>
            <p:cNvPr id="360" name="Google Shape;360;p19"/>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 name="Google Shape;361;p19"/>
            <p:cNvGrpSpPr/>
            <p:nvPr/>
          </p:nvGrpSpPr>
          <p:grpSpPr>
            <a:xfrm>
              <a:off x="4685288" y="186300"/>
              <a:ext cx="419375" cy="90473"/>
              <a:chOff x="4390000" y="182175"/>
              <a:chExt cx="419375" cy="90473"/>
            </a:xfrm>
          </p:grpSpPr>
          <p:sp>
            <p:nvSpPr>
              <p:cNvPr id="362" name="Google Shape;362;p19"/>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19"/>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64" name="Google Shape;364;p19"/>
          <p:cNvSpPr txBox="1">
            <a:spLocks noGrp="1"/>
          </p:cNvSpPr>
          <p:nvPr>
            <p:ph type="ctrTitle"/>
          </p:nvPr>
        </p:nvSpPr>
        <p:spPr>
          <a:xfrm>
            <a:off x="4302700" y="1714500"/>
            <a:ext cx="3374100" cy="1289400"/>
          </a:xfrm>
          <a:prstGeom prst="rect">
            <a:avLst/>
          </a:prstGeom>
        </p:spPr>
        <p:txBody>
          <a:bodyPr spcFirstLastPara="1" wrap="square" lIns="0" tIns="0" rIns="0" bIns="0" anchor="ctr" anchorCtr="0">
            <a:noAutofit/>
          </a:bodyPr>
          <a:lstStyle>
            <a:lvl1pPr lvl="0" rtl="0">
              <a:spcBef>
                <a:spcPts val="0"/>
              </a:spcBef>
              <a:spcAft>
                <a:spcPts val="0"/>
              </a:spcAft>
              <a:buSzPts val="8000"/>
              <a:buNone/>
              <a:defRPr sz="3400"/>
            </a:lvl1pPr>
            <a:lvl2pPr lvl="1" algn="ctr" rtl="0">
              <a:spcBef>
                <a:spcPts val="0"/>
              </a:spcBef>
              <a:spcAft>
                <a:spcPts val="0"/>
              </a:spcAft>
              <a:buSzPts val="3200"/>
              <a:buNone/>
              <a:defRPr sz="3200"/>
            </a:lvl2pPr>
            <a:lvl3pPr lvl="2" algn="ctr" rtl="0">
              <a:spcBef>
                <a:spcPts val="0"/>
              </a:spcBef>
              <a:spcAft>
                <a:spcPts val="0"/>
              </a:spcAft>
              <a:buSzPts val="3200"/>
              <a:buNone/>
              <a:defRPr sz="3200"/>
            </a:lvl3pPr>
            <a:lvl4pPr lvl="3" algn="ctr" rtl="0">
              <a:spcBef>
                <a:spcPts val="0"/>
              </a:spcBef>
              <a:spcAft>
                <a:spcPts val="0"/>
              </a:spcAft>
              <a:buSzPts val="3200"/>
              <a:buNone/>
              <a:defRPr sz="3200"/>
            </a:lvl4pPr>
            <a:lvl5pPr lvl="4" algn="ctr" rtl="0">
              <a:spcBef>
                <a:spcPts val="0"/>
              </a:spcBef>
              <a:spcAft>
                <a:spcPts val="0"/>
              </a:spcAft>
              <a:buSzPts val="3200"/>
              <a:buNone/>
              <a:defRPr sz="3200"/>
            </a:lvl5pPr>
            <a:lvl6pPr lvl="5" algn="ctr" rtl="0">
              <a:spcBef>
                <a:spcPts val="0"/>
              </a:spcBef>
              <a:spcAft>
                <a:spcPts val="0"/>
              </a:spcAft>
              <a:buSzPts val="3200"/>
              <a:buNone/>
              <a:defRPr sz="3200"/>
            </a:lvl6pPr>
            <a:lvl7pPr lvl="6" algn="ctr" rtl="0">
              <a:spcBef>
                <a:spcPts val="0"/>
              </a:spcBef>
              <a:spcAft>
                <a:spcPts val="0"/>
              </a:spcAft>
              <a:buSzPts val="3200"/>
              <a:buNone/>
              <a:defRPr sz="3200"/>
            </a:lvl7pPr>
            <a:lvl8pPr lvl="7" algn="ctr" rtl="0">
              <a:spcBef>
                <a:spcPts val="0"/>
              </a:spcBef>
              <a:spcAft>
                <a:spcPts val="0"/>
              </a:spcAft>
              <a:buSzPts val="3200"/>
              <a:buNone/>
              <a:defRPr sz="3200"/>
            </a:lvl8pPr>
            <a:lvl9pPr lvl="8" algn="ctr" rtl="0">
              <a:spcBef>
                <a:spcPts val="0"/>
              </a:spcBef>
              <a:spcAft>
                <a:spcPts val="0"/>
              </a:spcAft>
              <a:buSzPts val="3200"/>
              <a:buNone/>
              <a:defRPr sz="3200"/>
            </a:lvl9pPr>
          </a:lstStyle>
          <a:p>
            <a:endParaRPr/>
          </a:p>
        </p:txBody>
      </p:sp>
      <p:sp>
        <p:nvSpPr>
          <p:cNvPr id="365" name="Google Shape;365;p19"/>
          <p:cNvSpPr txBox="1">
            <a:spLocks noGrp="1"/>
          </p:cNvSpPr>
          <p:nvPr>
            <p:ph type="subTitle" idx="1"/>
          </p:nvPr>
        </p:nvSpPr>
        <p:spPr>
          <a:xfrm>
            <a:off x="4302700" y="3095225"/>
            <a:ext cx="2862000" cy="5853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800"/>
              <a:buNone/>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366" name="Google Shape;366;p19"/>
          <p:cNvSpPr txBox="1">
            <a:spLocks noGrp="1"/>
          </p:cNvSpPr>
          <p:nvPr>
            <p:ph type="title" idx="2" hasCustomPrompt="1"/>
          </p:nvPr>
        </p:nvSpPr>
        <p:spPr>
          <a:xfrm>
            <a:off x="1044875" y="1714500"/>
            <a:ext cx="1914600" cy="1285800"/>
          </a:xfrm>
          <a:prstGeom prst="rect">
            <a:avLst/>
          </a:prstGeom>
        </p:spPr>
        <p:txBody>
          <a:bodyPr spcFirstLastPara="1" wrap="square" lIns="0" tIns="0" rIns="0" bIns="0" anchor="ctr" anchorCtr="0">
            <a:noAutofit/>
          </a:bodyPr>
          <a:lstStyle>
            <a:lvl1pPr lvl="0" algn="ctr" rtl="0">
              <a:spcBef>
                <a:spcPts val="0"/>
              </a:spcBef>
              <a:spcAft>
                <a:spcPts val="0"/>
              </a:spcAft>
              <a:buClr>
                <a:schemeClr val="accent2"/>
              </a:buClr>
              <a:buSzPts val="5000"/>
              <a:buNone/>
              <a:defRPr sz="9600">
                <a:solidFill>
                  <a:schemeClr val="accent3"/>
                </a:solidFill>
              </a:defRPr>
            </a:lvl1pPr>
            <a:lvl2pPr lvl="1" algn="ctr" rtl="0">
              <a:spcBef>
                <a:spcPts val="0"/>
              </a:spcBef>
              <a:spcAft>
                <a:spcPts val="0"/>
              </a:spcAft>
              <a:buSzPts val="10000"/>
              <a:buNone/>
              <a:defRPr sz="10000"/>
            </a:lvl2pPr>
            <a:lvl3pPr lvl="2" algn="ctr" rtl="0">
              <a:spcBef>
                <a:spcPts val="0"/>
              </a:spcBef>
              <a:spcAft>
                <a:spcPts val="0"/>
              </a:spcAft>
              <a:buSzPts val="10000"/>
              <a:buNone/>
              <a:defRPr sz="10000"/>
            </a:lvl3pPr>
            <a:lvl4pPr lvl="3" algn="ctr" rtl="0">
              <a:spcBef>
                <a:spcPts val="0"/>
              </a:spcBef>
              <a:spcAft>
                <a:spcPts val="0"/>
              </a:spcAft>
              <a:buSzPts val="10000"/>
              <a:buNone/>
              <a:defRPr sz="10000"/>
            </a:lvl4pPr>
            <a:lvl5pPr lvl="4" algn="ctr" rtl="0">
              <a:spcBef>
                <a:spcPts val="0"/>
              </a:spcBef>
              <a:spcAft>
                <a:spcPts val="0"/>
              </a:spcAft>
              <a:buSzPts val="10000"/>
              <a:buNone/>
              <a:defRPr sz="10000"/>
            </a:lvl5pPr>
            <a:lvl6pPr lvl="5" algn="ctr" rtl="0">
              <a:spcBef>
                <a:spcPts val="0"/>
              </a:spcBef>
              <a:spcAft>
                <a:spcPts val="0"/>
              </a:spcAft>
              <a:buSzPts val="10000"/>
              <a:buNone/>
              <a:defRPr sz="10000"/>
            </a:lvl6pPr>
            <a:lvl7pPr lvl="6" algn="ctr" rtl="0">
              <a:spcBef>
                <a:spcPts val="0"/>
              </a:spcBef>
              <a:spcAft>
                <a:spcPts val="0"/>
              </a:spcAft>
              <a:buSzPts val="10000"/>
              <a:buNone/>
              <a:defRPr sz="10000"/>
            </a:lvl7pPr>
            <a:lvl8pPr lvl="7" algn="ctr" rtl="0">
              <a:spcBef>
                <a:spcPts val="0"/>
              </a:spcBef>
              <a:spcAft>
                <a:spcPts val="0"/>
              </a:spcAft>
              <a:buSzPts val="10000"/>
              <a:buNone/>
              <a:defRPr sz="10000"/>
            </a:lvl8pPr>
            <a:lvl9pPr lvl="8" algn="ctr" rtl="0">
              <a:spcBef>
                <a:spcPts val="0"/>
              </a:spcBef>
              <a:spcAft>
                <a:spcPts val="0"/>
              </a:spcAft>
              <a:buSzPts val="10000"/>
              <a:buNone/>
              <a:defRPr sz="10000"/>
            </a:lvl9pPr>
          </a:lstStyle>
          <a:p>
            <a:r>
              <a:t>xx%</a:t>
            </a: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only 1">
  <p:cSld name="CUSTOM_9">
    <p:spTree>
      <p:nvGrpSpPr>
        <p:cNvPr id="1" name="Shape 383"/>
        <p:cNvGrpSpPr/>
        <p:nvPr/>
      </p:nvGrpSpPr>
      <p:grpSpPr>
        <a:xfrm>
          <a:off x="0" y="0"/>
          <a:ext cx="0" cy="0"/>
          <a:chOff x="0" y="0"/>
          <a:chExt cx="0" cy="0"/>
        </a:xfrm>
      </p:grpSpPr>
      <p:sp>
        <p:nvSpPr>
          <p:cNvPr id="384" name="Google Shape;384;p21"/>
          <p:cNvSpPr/>
          <p:nvPr/>
        </p:nvSpPr>
        <p:spPr>
          <a:xfrm rot="10800000" flipH="1">
            <a:off x="319050" y="283356"/>
            <a:ext cx="8505900" cy="45768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21"/>
          <p:cNvSpPr/>
          <p:nvPr/>
        </p:nvSpPr>
        <p:spPr>
          <a:xfrm rot="10800000" flipH="1">
            <a:off x="7132742" y="3935018"/>
            <a:ext cx="1612254" cy="1208486"/>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21"/>
          <p:cNvSpPr/>
          <p:nvPr/>
        </p:nvSpPr>
        <p:spPr>
          <a:xfrm rot="10800000" flipH="1">
            <a:off x="6426313" y="4205878"/>
            <a:ext cx="1250789" cy="937634"/>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21"/>
          <p:cNvSpPr/>
          <p:nvPr/>
        </p:nvSpPr>
        <p:spPr>
          <a:xfrm rot="10800000" flipH="1">
            <a:off x="743298" y="-6"/>
            <a:ext cx="1664900" cy="1264737"/>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21"/>
          <p:cNvSpPr/>
          <p:nvPr/>
        </p:nvSpPr>
        <p:spPr>
          <a:xfrm flipH="1">
            <a:off x="-9513" y="406410"/>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21"/>
          <p:cNvSpPr/>
          <p:nvPr/>
        </p:nvSpPr>
        <p:spPr>
          <a:xfrm flipH="1">
            <a:off x="-9513" y="1284033"/>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21"/>
          <p:cNvSpPr/>
          <p:nvPr/>
        </p:nvSpPr>
        <p:spPr>
          <a:xfrm rot="10800000" flipH="1">
            <a:off x="7972352" y="2627673"/>
            <a:ext cx="1196082" cy="113470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1" name="Google Shape;391;p21"/>
          <p:cNvGrpSpPr/>
          <p:nvPr/>
        </p:nvGrpSpPr>
        <p:grpSpPr>
          <a:xfrm>
            <a:off x="4281415" y="75177"/>
            <a:ext cx="581170" cy="125403"/>
            <a:chOff x="4685288" y="186288"/>
            <a:chExt cx="419375" cy="90485"/>
          </a:xfrm>
        </p:grpSpPr>
        <p:sp>
          <p:nvSpPr>
            <p:cNvPr id="392" name="Google Shape;392;p21"/>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3" name="Google Shape;393;p21"/>
            <p:cNvGrpSpPr/>
            <p:nvPr/>
          </p:nvGrpSpPr>
          <p:grpSpPr>
            <a:xfrm>
              <a:off x="4685288" y="186300"/>
              <a:ext cx="419375" cy="90473"/>
              <a:chOff x="4390000" y="182175"/>
              <a:chExt cx="419375" cy="90473"/>
            </a:xfrm>
          </p:grpSpPr>
          <p:sp>
            <p:nvSpPr>
              <p:cNvPr id="394" name="Google Shape;394;p21"/>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21"/>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96" name="Google Shape;396;p21"/>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solidFill>
                  <a:schemeClr val="accent5"/>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397" name="Google Shape;397;p21"/>
          <p:cNvGrpSpPr/>
          <p:nvPr/>
        </p:nvGrpSpPr>
        <p:grpSpPr>
          <a:xfrm rot="-338429" flipH="1">
            <a:off x="7728496" y="462641"/>
            <a:ext cx="1386128" cy="2705639"/>
            <a:chOff x="409722" y="228600"/>
            <a:chExt cx="1385931" cy="2705253"/>
          </a:xfrm>
        </p:grpSpPr>
        <p:grpSp>
          <p:nvGrpSpPr>
            <p:cNvPr id="398" name="Google Shape;398;p21"/>
            <p:cNvGrpSpPr/>
            <p:nvPr/>
          </p:nvGrpSpPr>
          <p:grpSpPr>
            <a:xfrm rot="-617154" flipH="1">
              <a:off x="575967" y="402323"/>
              <a:ext cx="1053440" cy="2450002"/>
              <a:chOff x="3817855" y="1437512"/>
              <a:chExt cx="541146" cy="1128254"/>
            </a:xfrm>
          </p:grpSpPr>
          <p:sp>
            <p:nvSpPr>
              <p:cNvPr id="399" name="Google Shape;399;p21"/>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21"/>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1" name="Google Shape;401;p21"/>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only 2">
  <p:cSld name="CUSTOM_9_1">
    <p:spTree>
      <p:nvGrpSpPr>
        <p:cNvPr id="1" name="Shape 402"/>
        <p:cNvGrpSpPr/>
        <p:nvPr/>
      </p:nvGrpSpPr>
      <p:grpSpPr>
        <a:xfrm>
          <a:off x="0" y="0"/>
          <a:ext cx="0" cy="0"/>
          <a:chOff x="0" y="0"/>
          <a:chExt cx="0" cy="0"/>
        </a:xfrm>
      </p:grpSpPr>
      <p:grpSp>
        <p:nvGrpSpPr>
          <p:cNvPr id="403" name="Google Shape;403;p22"/>
          <p:cNvGrpSpPr/>
          <p:nvPr/>
        </p:nvGrpSpPr>
        <p:grpSpPr>
          <a:xfrm>
            <a:off x="4281415" y="75177"/>
            <a:ext cx="581170" cy="125403"/>
            <a:chOff x="4685288" y="186288"/>
            <a:chExt cx="419375" cy="90485"/>
          </a:xfrm>
        </p:grpSpPr>
        <p:sp>
          <p:nvSpPr>
            <p:cNvPr id="404" name="Google Shape;404;p22"/>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5" name="Google Shape;405;p22"/>
            <p:cNvGrpSpPr/>
            <p:nvPr/>
          </p:nvGrpSpPr>
          <p:grpSpPr>
            <a:xfrm>
              <a:off x="4685288" y="186300"/>
              <a:ext cx="419375" cy="90473"/>
              <a:chOff x="4390000" y="182175"/>
              <a:chExt cx="419375" cy="90473"/>
            </a:xfrm>
          </p:grpSpPr>
          <p:sp>
            <p:nvSpPr>
              <p:cNvPr id="406" name="Google Shape;406;p22"/>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22"/>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08" name="Google Shape;408;p22"/>
          <p:cNvSpPr/>
          <p:nvPr/>
        </p:nvSpPr>
        <p:spPr>
          <a:xfrm rot="10800000" flipH="1">
            <a:off x="319050" y="283356"/>
            <a:ext cx="8505900" cy="45768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22"/>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solidFill>
                  <a:schemeClr val="accent5"/>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410" name="Google Shape;410;p22"/>
          <p:cNvGrpSpPr/>
          <p:nvPr/>
        </p:nvGrpSpPr>
        <p:grpSpPr>
          <a:xfrm rot="-1197195">
            <a:off x="29343" y="2304796"/>
            <a:ext cx="1386120" cy="2705624"/>
            <a:chOff x="409722" y="228600"/>
            <a:chExt cx="1385931" cy="2705253"/>
          </a:xfrm>
        </p:grpSpPr>
        <p:grpSp>
          <p:nvGrpSpPr>
            <p:cNvPr id="411" name="Google Shape;411;p22"/>
            <p:cNvGrpSpPr/>
            <p:nvPr/>
          </p:nvGrpSpPr>
          <p:grpSpPr>
            <a:xfrm rot="-617154" flipH="1">
              <a:off x="575967" y="402323"/>
              <a:ext cx="1053440" cy="2450002"/>
              <a:chOff x="3817855" y="1437512"/>
              <a:chExt cx="541146" cy="1128254"/>
            </a:xfrm>
          </p:grpSpPr>
          <p:sp>
            <p:nvSpPr>
              <p:cNvPr id="412" name="Google Shape;412;p22"/>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22"/>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4" name="Google Shape;414;p22"/>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 name="Google Shape;415;p22"/>
          <p:cNvGrpSpPr/>
          <p:nvPr/>
        </p:nvGrpSpPr>
        <p:grpSpPr>
          <a:xfrm rot="10800000" flipH="1">
            <a:off x="-9513" y="402390"/>
            <a:ext cx="9177947" cy="4737094"/>
            <a:chOff x="-9513" y="2"/>
            <a:chExt cx="9177947" cy="4737094"/>
          </a:xfrm>
        </p:grpSpPr>
        <p:sp>
          <p:nvSpPr>
            <p:cNvPr id="416" name="Google Shape;416;p22"/>
            <p:cNvSpPr/>
            <p:nvPr/>
          </p:nvSpPr>
          <p:spPr>
            <a:xfrm>
              <a:off x="7132742" y="2"/>
              <a:ext cx="1612254" cy="1208486"/>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22"/>
            <p:cNvSpPr/>
            <p:nvPr/>
          </p:nvSpPr>
          <p:spPr>
            <a:xfrm rot="10800000">
              <a:off x="-9513" y="3652041"/>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2"/>
            <p:cNvSpPr/>
            <p:nvPr/>
          </p:nvSpPr>
          <p:spPr>
            <a:xfrm>
              <a:off x="7972352" y="1381124"/>
              <a:ext cx="1196082" cy="113470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only 3">
  <p:cSld name="CUSTOM_18">
    <p:spTree>
      <p:nvGrpSpPr>
        <p:cNvPr id="1" name="Shape 419"/>
        <p:cNvGrpSpPr/>
        <p:nvPr/>
      </p:nvGrpSpPr>
      <p:grpSpPr>
        <a:xfrm>
          <a:off x="0" y="0"/>
          <a:ext cx="0" cy="0"/>
          <a:chOff x="0" y="0"/>
          <a:chExt cx="0" cy="0"/>
        </a:xfrm>
      </p:grpSpPr>
      <p:grpSp>
        <p:nvGrpSpPr>
          <p:cNvPr id="420" name="Google Shape;420;p23"/>
          <p:cNvGrpSpPr/>
          <p:nvPr/>
        </p:nvGrpSpPr>
        <p:grpSpPr>
          <a:xfrm>
            <a:off x="4281415" y="75177"/>
            <a:ext cx="581170" cy="125403"/>
            <a:chOff x="4685288" y="186288"/>
            <a:chExt cx="419375" cy="90485"/>
          </a:xfrm>
        </p:grpSpPr>
        <p:sp>
          <p:nvSpPr>
            <p:cNvPr id="421" name="Google Shape;421;p23"/>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2" name="Google Shape;422;p23"/>
            <p:cNvGrpSpPr/>
            <p:nvPr/>
          </p:nvGrpSpPr>
          <p:grpSpPr>
            <a:xfrm>
              <a:off x="4685288" y="186300"/>
              <a:ext cx="419375" cy="90473"/>
              <a:chOff x="4390000" y="182175"/>
              <a:chExt cx="419375" cy="90473"/>
            </a:xfrm>
          </p:grpSpPr>
          <p:sp>
            <p:nvSpPr>
              <p:cNvPr id="423" name="Google Shape;423;p23"/>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23"/>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25" name="Google Shape;425;p23"/>
          <p:cNvSpPr/>
          <p:nvPr/>
        </p:nvSpPr>
        <p:spPr>
          <a:xfrm rot="10800000" flipH="1">
            <a:off x="319050" y="283356"/>
            <a:ext cx="8505900" cy="45768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23"/>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solidFill>
                  <a:schemeClr val="accent5"/>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27" name="Google Shape;427;p23"/>
          <p:cNvSpPr/>
          <p:nvPr/>
        </p:nvSpPr>
        <p:spPr>
          <a:xfrm>
            <a:off x="7132742" y="2"/>
            <a:ext cx="1612254" cy="1208486"/>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23"/>
          <p:cNvSpPr/>
          <p:nvPr/>
        </p:nvSpPr>
        <p:spPr>
          <a:xfrm>
            <a:off x="6426313" y="-6"/>
            <a:ext cx="1250789" cy="937634"/>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23"/>
          <p:cNvSpPr/>
          <p:nvPr/>
        </p:nvSpPr>
        <p:spPr>
          <a:xfrm>
            <a:off x="743298" y="3878776"/>
            <a:ext cx="1664900" cy="1264737"/>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23"/>
          <p:cNvSpPr/>
          <p:nvPr/>
        </p:nvSpPr>
        <p:spPr>
          <a:xfrm rot="10800000">
            <a:off x="-9513" y="3652041"/>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23"/>
          <p:cNvSpPr/>
          <p:nvPr/>
        </p:nvSpPr>
        <p:spPr>
          <a:xfrm rot="10800000">
            <a:off x="-9513" y="2774418"/>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23"/>
          <p:cNvSpPr/>
          <p:nvPr/>
        </p:nvSpPr>
        <p:spPr>
          <a:xfrm>
            <a:off x="7972352" y="1381124"/>
            <a:ext cx="1196082" cy="113470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3" name="Google Shape;433;p23"/>
          <p:cNvGrpSpPr/>
          <p:nvPr/>
        </p:nvGrpSpPr>
        <p:grpSpPr>
          <a:xfrm rot="-10461571">
            <a:off x="7728496" y="1975226"/>
            <a:ext cx="1386128" cy="2705639"/>
            <a:chOff x="409722" y="228600"/>
            <a:chExt cx="1385931" cy="2705253"/>
          </a:xfrm>
        </p:grpSpPr>
        <p:grpSp>
          <p:nvGrpSpPr>
            <p:cNvPr id="434" name="Google Shape;434;p23"/>
            <p:cNvGrpSpPr/>
            <p:nvPr/>
          </p:nvGrpSpPr>
          <p:grpSpPr>
            <a:xfrm rot="-617154" flipH="1">
              <a:off x="575967" y="402323"/>
              <a:ext cx="1053440" cy="2450002"/>
              <a:chOff x="3817855" y="1437512"/>
              <a:chExt cx="541146" cy="1128254"/>
            </a:xfrm>
          </p:grpSpPr>
          <p:sp>
            <p:nvSpPr>
              <p:cNvPr id="435" name="Google Shape;435;p23"/>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3"/>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7" name="Google Shape;437;p23"/>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body 1">
  <p:cSld name="CUSTOM_4">
    <p:bg>
      <p:bgPr>
        <a:solidFill>
          <a:schemeClr val="accent2"/>
        </a:solidFill>
        <a:effectLst/>
      </p:bgPr>
    </p:bg>
    <p:spTree>
      <p:nvGrpSpPr>
        <p:cNvPr id="1" name="Shape 438"/>
        <p:cNvGrpSpPr/>
        <p:nvPr/>
      </p:nvGrpSpPr>
      <p:grpSpPr>
        <a:xfrm>
          <a:off x="0" y="0"/>
          <a:ext cx="0" cy="0"/>
          <a:chOff x="0" y="0"/>
          <a:chExt cx="0" cy="0"/>
        </a:xfrm>
      </p:grpSpPr>
      <p:sp>
        <p:nvSpPr>
          <p:cNvPr id="439" name="Google Shape;439;p24"/>
          <p:cNvSpPr txBox="1">
            <a:spLocks noGrp="1"/>
          </p:cNvSpPr>
          <p:nvPr>
            <p:ph type="body" idx="1"/>
          </p:nvPr>
        </p:nvSpPr>
        <p:spPr>
          <a:xfrm>
            <a:off x="5205225" y="1366325"/>
            <a:ext cx="2984700" cy="3120300"/>
          </a:xfrm>
          <a:prstGeom prst="rect">
            <a:avLst/>
          </a:prstGeom>
        </p:spPr>
        <p:txBody>
          <a:bodyPr spcFirstLastPara="1" wrap="square" lIns="91425" tIns="91425" rIns="91425" bIns="91425" anchor="ctr" anchorCtr="0">
            <a:noAutofit/>
          </a:bodyPr>
          <a:lstStyle>
            <a:lvl1pPr marL="457200" lvl="0" indent="-342900" rtl="0">
              <a:lnSpc>
                <a:spcPct val="100000"/>
              </a:lnSpc>
              <a:spcBef>
                <a:spcPts val="1000"/>
              </a:spcBef>
              <a:spcAft>
                <a:spcPts val="0"/>
              </a:spcAft>
              <a:buClr>
                <a:schemeClr val="accent3"/>
              </a:buClr>
              <a:buSzPts val="1800"/>
              <a:buChar char="●"/>
              <a:defRPr sz="1600">
                <a:solidFill>
                  <a:schemeClr val="accent3"/>
                </a:solidFill>
              </a:defRPr>
            </a:lvl1pPr>
            <a:lvl2pPr marL="914400" lvl="1" indent="-342900" rtl="0">
              <a:spcBef>
                <a:spcPts val="1600"/>
              </a:spcBef>
              <a:spcAft>
                <a:spcPts val="0"/>
              </a:spcAft>
              <a:buClr>
                <a:schemeClr val="accent3"/>
              </a:buClr>
              <a:buSzPts val="1800"/>
              <a:buChar char="○"/>
              <a:defRPr sz="1800">
                <a:solidFill>
                  <a:schemeClr val="accent3"/>
                </a:solidFill>
              </a:defRPr>
            </a:lvl2pPr>
            <a:lvl3pPr marL="1371600" lvl="2" indent="-342900" rtl="0">
              <a:spcBef>
                <a:spcPts val="1600"/>
              </a:spcBef>
              <a:spcAft>
                <a:spcPts val="0"/>
              </a:spcAft>
              <a:buClr>
                <a:schemeClr val="accent3"/>
              </a:buClr>
              <a:buSzPts val="1800"/>
              <a:buChar char="■"/>
              <a:defRPr sz="1800">
                <a:solidFill>
                  <a:schemeClr val="accent3"/>
                </a:solidFill>
              </a:defRPr>
            </a:lvl3pPr>
            <a:lvl4pPr marL="1828800" lvl="3" indent="-342900" rtl="0">
              <a:spcBef>
                <a:spcPts val="1600"/>
              </a:spcBef>
              <a:spcAft>
                <a:spcPts val="0"/>
              </a:spcAft>
              <a:buClr>
                <a:schemeClr val="accent3"/>
              </a:buClr>
              <a:buSzPts val="1800"/>
              <a:buChar char="●"/>
              <a:defRPr sz="1800">
                <a:solidFill>
                  <a:schemeClr val="accent3"/>
                </a:solidFill>
              </a:defRPr>
            </a:lvl4pPr>
            <a:lvl5pPr marL="2286000" lvl="4" indent="-342900" rtl="0">
              <a:spcBef>
                <a:spcPts val="1600"/>
              </a:spcBef>
              <a:spcAft>
                <a:spcPts val="0"/>
              </a:spcAft>
              <a:buClr>
                <a:schemeClr val="accent3"/>
              </a:buClr>
              <a:buSzPts val="1800"/>
              <a:buChar char="○"/>
              <a:defRPr sz="1800">
                <a:solidFill>
                  <a:schemeClr val="accent3"/>
                </a:solidFill>
              </a:defRPr>
            </a:lvl5pPr>
            <a:lvl6pPr marL="2743200" lvl="5" indent="-342900" rtl="0">
              <a:spcBef>
                <a:spcPts val="1600"/>
              </a:spcBef>
              <a:spcAft>
                <a:spcPts val="0"/>
              </a:spcAft>
              <a:buClr>
                <a:schemeClr val="accent3"/>
              </a:buClr>
              <a:buSzPts val="1800"/>
              <a:buChar char="■"/>
              <a:defRPr sz="1800">
                <a:solidFill>
                  <a:schemeClr val="accent3"/>
                </a:solidFill>
              </a:defRPr>
            </a:lvl6pPr>
            <a:lvl7pPr marL="3200400" lvl="6" indent="-342900" rtl="0">
              <a:spcBef>
                <a:spcPts val="1600"/>
              </a:spcBef>
              <a:spcAft>
                <a:spcPts val="0"/>
              </a:spcAft>
              <a:buClr>
                <a:schemeClr val="accent3"/>
              </a:buClr>
              <a:buSzPts val="1800"/>
              <a:buChar char="●"/>
              <a:defRPr sz="1800">
                <a:solidFill>
                  <a:schemeClr val="accent3"/>
                </a:solidFill>
              </a:defRPr>
            </a:lvl7pPr>
            <a:lvl8pPr marL="3657600" lvl="7" indent="-342900" rtl="0">
              <a:spcBef>
                <a:spcPts val="1600"/>
              </a:spcBef>
              <a:spcAft>
                <a:spcPts val="0"/>
              </a:spcAft>
              <a:buClr>
                <a:schemeClr val="accent3"/>
              </a:buClr>
              <a:buSzPts val="1800"/>
              <a:buChar char="○"/>
              <a:defRPr sz="1800">
                <a:solidFill>
                  <a:schemeClr val="accent3"/>
                </a:solidFill>
              </a:defRPr>
            </a:lvl8pPr>
            <a:lvl9pPr marL="4114800" lvl="8" indent="-342900" rtl="0">
              <a:spcBef>
                <a:spcPts val="1600"/>
              </a:spcBef>
              <a:spcAft>
                <a:spcPts val="1600"/>
              </a:spcAft>
              <a:buClr>
                <a:schemeClr val="accent3"/>
              </a:buClr>
              <a:buSzPts val="1800"/>
              <a:buChar char="■"/>
              <a:defRPr sz="1800">
                <a:solidFill>
                  <a:schemeClr val="accent3"/>
                </a:solidFill>
              </a:defRPr>
            </a:lvl9pPr>
          </a:lstStyle>
          <a:p>
            <a:endParaRPr/>
          </a:p>
        </p:txBody>
      </p:sp>
      <p:sp>
        <p:nvSpPr>
          <p:cNvPr id="440" name="Google Shape;440;p24"/>
          <p:cNvSpPr txBox="1">
            <a:spLocks noGrp="1"/>
          </p:cNvSpPr>
          <p:nvPr>
            <p:ph type="title"/>
          </p:nvPr>
        </p:nvSpPr>
        <p:spPr>
          <a:xfrm>
            <a:off x="722375" y="530750"/>
            <a:ext cx="79278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441" name="Google Shape;441;p24"/>
          <p:cNvGrpSpPr/>
          <p:nvPr/>
        </p:nvGrpSpPr>
        <p:grpSpPr>
          <a:xfrm flipH="1">
            <a:off x="-447600" y="2065597"/>
            <a:ext cx="1179753" cy="2854241"/>
            <a:chOff x="7907551" y="-114309"/>
            <a:chExt cx="1908059" cy="4616272"/>
          </a:xfrm>
        </p:grpSpPr>
        <p:sp>
          <p:nvSpPr>
            <p:cNvPr id="442" name="Google Shape;442;p24"/>
            <p:cNvSpPr/>
            <p:nvPr/>
          </p:nvSpPr>
          <p:spPr>
            <a:xfrm>
              <a:off x="8606186" y="3608365"/>
              <a:ext cx="39" cy="483371"/>
            </a:xfrm>
            <a:custGeom>
              <a:avLst/>
              <a:gdLst/>
              <a:ahLst/>
              <a:cxnLst/>
              <a:rect l="l" t="t" r="r" b="b"/>
              <a:pathLst>
                <a:path w="1" h="12426" extrusionOk="0">
                  <a:moveTo>
                    <a:pt x="1" y="0"/>
                  </a:moveTo>
                  <a:lnTo>
                    <a:pt x="1" y="12426"/>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24"/>
            <p:cNvSpPr/>
            <p:nvPr/>
          </p:nvSpPr>
          <p:spPr>
            <a:xfrm>
              <a:off x="8566430" y="3568608"/>
              <a:ext cx="79551" cy="562883"/>
            </a:xfrm>
            <a:custGeom>
              <a:avLst/>
              <a:gdLst/>
              <a:ahLst/>
              <a:cxnLst/>
              <a:rect l="l" t="t" r="r" b="b"/>
              <a:pathLst>
                <a:path w="2045" h="14470" extrusionOk="0">
                  <a:moveTo>
                    <a:pt x="1023" y="0"/>
                  </a:moveTo>
                  <a:cubicBezTo>
                    <a:pt x="369" y="0"/>
                    <a:pt x="1" y="327"/>
                    <a:pt x="1" y="1022"/>
                  </a:cubicBezTo>
                  <a:lnTo>
                    <a:pt x="1" y="13448"/>
                  </a:lnTo>
                  <a:cubicBezTo>
                    <a:pt x="1" y="13979"/>
                    <a:pt x="369" y="14470"/>
                    <a:pt x="1023" y="14470"/>
                  </a:cubicBezTo>
                  <a:cubicBezTo>
                    <a:pt x="1554" y="14470"/>
                    <a:pt x="2044" y="13979"/>
                    <a:pt x="2044" y="13448"/>
                  </a:cubicBezTo>
                  <a:lnTo>
                    <a:pt x="2044" y="1022"/>
                  </a:lnTo>
                  <a:cubicBezTo>
                    <a:pt x="2044" y="327"/>
                    <a:pt x="1554" y="0"/>
                    <a:pt x="1023" y="0"/>
                  </a:cubicBezTo>
                  <a:close/>
                </a:path>
              </a:pathLst>
            </a:custGeom>
            <a:solidFill>
              <a:schemeClr val="accent1">
                <a:alpha val="122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24"/>
            <p:cNvSpPr/>
            <p:nvPr/>
          </p:nvSpPr>
          <p:spPr>
            <a:xfrm>
              <a:off x="8798589" y="3873900"/>
              <a:ext cx="39" cy="483371"/>
            </a:xfrm>
            <a:custGeom>
              <a:avLst/>
              <a:gdLst/>
              <a:ahLst/>
              <a:cxnLst/>
              <a:rect l="l" t="t" r="r" b="b"/>
              <a:pathLst>
                <a:path w="1" h="12426" extrusionOk="0">
                  <a:moveTo>
                    <a:pt x="0" y="0"/>
                  </a:moveTo>
                  <a:lnTo>
                    <a:pt x="0" y="12426"/>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24"/>
            <p:cNvSpPr/>
            <p:nvPr/>
          </p:nvSpPr>
          <p:spPr>
            <a:xfrm>
              <a:off x="8758832" y="3834144"/>
              <a:ext cx="79551" cy="562883"/>
            </a:xfrm>
            <a:custGeom>
              <a:avLst/>
              <a:gdLst/>
              <a:ahLst/>
              <a:cxnLst/>
              <a:rect l="l" t="t" r="r" b="b"/>
              <a:pathLst>
                <a:path w="2045" h="14470" extrusionOk="0">
                  <a:moveTo>
                    <a:pt x="1022" y="0"/>
                  </a:moveTo>
                  <a:cubicBezTo>
                    <a:pt x="532" y="0"/>
                    <a:pt x="0" y="491"/>
                    <a:pt x="0" y="1022"/>
                  </a:cubicBezTo>
                  <a:lnTo>
                    <a:pt x="0" y="13448"/>
                  </a:lnTo>
                  <a:cubicBezTo>
                    <a:pt x="0" y="14102"/>
                    <a:pt x="532" y="14470"/>
                    <a:pt x="1022" y="14470"/>
                  </a:cubicBezTo>
                  <a:cubicBezTo>
                    <a:pt x="1554" y="14470"/>
                    <a:pt x="2044" y="14102"/>
                    <a:pt x="2044" y="13448"/>
                  </a:cubicBezTo>
                  <a:lnTo>
                    <a:pt x="2044" y="1022"/>
                  </a:lnTo>
                  <a:cubicBezTo>
                    <a:pt x="2044" y="491"/>
                    <a:pt x="1554" y="0"/>
                    <a:pt x="1022" y="0"/>
                  </a:cubicBezTo>
                  <a:close/>
                </a:path>
              </a:pathLst>
            </a:custGeom>
            <a:solidFill>
              <a:schemeClr val="accent1">
                <a:alpha val="122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24"/>
            <p:cNvSpPr/>
            <p:nvPr/>
          </p:nvSpPr>
          <p:spPr>
            <a:xfrm>
              <a:off x="7907551" y="-114309"/>
              <a:ext cx="1238654" cy="3139619"/>
            </a:xfrm>
            <a:custGeom>
              <a:avLst/>
              <a:gdLst/>
              <a:ahLst/>
              <a:cxnLst/>
              <a:rect l="l" t="t" r="r" b="b"/>
              <a:pathLst>
                <a:path w="31842" h="80710" extrusionOk="0">
                  <a:moveTo>
                    <a:pt x="3210" y="0"/>
                  </a:moveTo>
                  <a:cubicBezTo>
                    <a:pt x="2252" y="0"/>
                    <a:pt x="1348" y="293"/>
                    <a:pt x="818" y="992"/>
                  </a:cubicBezTo>
                  <a:cubicBezTo>
                    <a:pt x="164" y="1851"/>
                    <a:pt x="1" y="2873"/>
                    <a:pt x="1" y="3894"/>
                  </a:cubicBezTo>
                  <a:cubicBezTo>
                    <a:pt x="1" y="8677"/>
                    <a:pt x="4088" y="12928"/>
                    <a:pt x="3557" y="17710"/>
                  </a:cubicBezTo>
                  <a:cubicBezTo>
                    <a:pt x="3393" y="20408"/>
                    <a:pt x="1513" y="22983"/>
                    <a:pt x="1513" y="25680"/>
                  </a:cubicBezTo>
                  <a:cubicBezTo>
                    <a:pt x="1513" y="29768"/>
                    <a:pt x="5437" y="33038"/>
                    <a:pt x="6295" y="36921"/>
                  </a:cubicBezTo>
                  <a:cubicBezTo>
                    <a:pt x="7481" y="43420"/>
                    <a:pt x="655" y="50736"/>
                    <a:pt x="4579" y="56009"/>
                  </a:cubicBezTo>
                  <a:cubicBezTo>
                    <a:pt x="6295" y="58584"/>
                    <a:pt x="10219" y="59933"/>
                    <a:pt x="10383" y="62998"/>
                  </a:cubicBezTo>
                  <a:cubicBezTo>
                    <a:pt x="10546" y="65369"/>
                    <a:pt x="7971" y="67086"/>
                    <a:pt x="6786" y="69293"/>
                  </a:cubicBezTo>
                  <a:cubicBezTo>
                    <a:pt x="5273" y="71663"/>
                    <a:pt x="5437" y="74729"/>
                    <a:pt x="6786" y="77141"/>
                  </a:cubicBezTo>
                  <a:cubicBezTo>
                    <a:pt x="8254" y="79382"/>
                    <a:pt x="10929" y="80710"/>
                    <a:pt x="13496" y="80710"/>
                  </a:cubicBezTo>
                  <a:cubicBezTo>
                    <a:pt x="13644" y="80710"/>
                    <a:pt x="13792" y="80706"/>
                    <a:pt x="13939" y="80697"/>
                  </a:cubicBezTo>
                  <a:lnTo>
                    <a:pt x="22645" y="79838"/>
                  </a:lnTo>
                  <a:cubicBezTo>
                    <a:pt x="28245" y="79511"/>
                    <a:pt x="31842" y="71663"/>
                    <a:pt x="28245" y="67249"/>
                  </a:cubicBezTo>
                  <a:cubicBezTo>
                    <a:pt x="26569" y="65042"/>
                    <a:pt x="23503" y="63489"/>
                    <a:pt x="22645" y="60791"/>
                  </a:cubicBezTo>
                  <a:cubicBezTo>
                    <a:pt x="21623" y="56540"/>
                    <a:pt x="26732" y="52248"/>
                    <a:pt x="25016" y="48161"/>
                  </a:cubicBezTo>
                  <a:cubicBezTo>
                    <a:pt x="24321" y="46322"/>
                    <a:pt x="22277" y="45300"/>
                    <a:pt x="21092" y="43583"/>
                  </a:cubicBezTo>
                  <a:cubicBezTo>
                    <a:pt x="17863" y="39169"/>
                    <a:pt x="21787" y="32670"/>
                    <a:pt x="20601" y="27397"/>
                  </a:cubicBezTo>
                  <a:cubicBezTo>
                    <a:pt x="19743" y="22615"/>
                    <a:pt x="15124" y="19549"/>
                    <a:pt x="12917" y="15298"/>
                  </a:cubicBezTo>
                  <a:cubicBezTo>
                    <a:pt x="10383" y="10353"/>
                    <a:pt x="10546" y="3404"/>
                    <a:pt x="5764" y="665"/>
                  </a:cubicBezTo>
                  <a:cubicBezTo>
                    <a:pt x="5036" y="252"/>
                    <a:pt x="4100" y="0"/>
                    <a:pt x="3210" y="0"/>
                  </a:cubicBezTo>
                  <a:close/>
                </a:path>
              </a:pathLst>
            </a:cu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24"/>
            <p:cNvSpPr/>
            <p:nvPr/>
          </p:nvSpPr>
          <p:spPr>
            <a:xfrm>
              <a:off x="8119015" y="89647"/>
              <a:ext cx="596298" cy="2776176"/>
            </a:xfrm>
            <a:custGeom>
              <a:avLst/>
              <a:gdLst/>
              <a:ahLst/>
              <a:cxnLst/>
              <a:rect l="l" t="t" r="r" b="b"/>
              <a:pathLst>
                <a:path w="15329" h="71367" extrusionOk="0">
                  <a:moveTo>
                    <a:pt x="328" y="0"/>
                  </a:moveTo>
                  <a:cubicBezTo>
                    <a:pt x="164" y="0"/>
                    <a:pt x="1" y="205"/>
                    <a:pt x="1" y="368"/>
                  </a:cubicBezTo>
                  <a:cubicBezTo>
                    <a:pt x="164" y="695"/>
                    <a:pt x="5805" y="23339"/>
                    <a:pt x="10219" y="43776"/>
                  </a:cubicBezTo>
                  <a:lnTo>
                    <a:pt x="10219" y="43776"/>
                  </a:lnTo>
                  <a:lnTo>
                    <a:pt x="4252" y="39525"/>
                  </a:lnTo>
                  <a:cubicBezTo>
                    <a:pt x="4252" y="39362"/>
                    <a:pt x="4088" y="39362"/>
                    <a:pt x="4088" y="39362"/>
                  </a:cubicBezTo>
                  <a:cubicBezTo>
                    <a:pt x="3925" y="39362"/>
                    <a:pt x="3925" y="39362"/>
                    <a:pt x="3925" y="39525"/>
                  </a:cubicBezTo>
                  <a:cubicBezTo>
                    <a:pt x="3761" y="39689"/>
                    <a:pt x="3761" y="39852"/>
                    <a:pt x="3925" y="40057"/>
                  </a:cubicBezTo>
                  <a:lnTo>
                    <a:pt x="10056" y="44471"/>
                  </a:lnTo>
                  <a:lnTo>
                    <a:pt x="10219" y="44635"/>
                  </a:lnTo>
                  <a:lnTo>
                    <a:pt x="10383" y="44635"/>
                  </a:lnTo>
                  <a:cubicBezTo>
                    <a:pt x="11568" y="50929"/>
                    <a:pt x="12754" y="57060"/>
                    <a:pt x="13612" y="62170"/>
                  </a:cubicBezTo>
                  <a:lnTo>
                    <a:pt x="8666" y="57060"/>
                  </a:lnTo>
                  <a:cubicBezTo>
                    <a:pt x="8666" y="56897"/>
                    <a:pt x="8503" y="56897"/>
                    <a:pt x="8503" y="56897"/>
                  </a:cubicBezTo>
                  <a:cubicBezTo>
                    <a:pt x="8339" y="56897"/>
                    <a:pt x="8339" y="56897"/>
                    <a:pt x="8176" y="57060"/>
                  </a:cubicBezTo>
                  <a:lnTo>
                    <a:pt x="8176" y="57428"/>
                  </a:lnTo>
                  <a:lnTo>
                    <a:pt x="13775" y="63355"/>
                  </a:lnTo>
                  <a:cubicBezTo>
                    <a:pt x="14307" y="66420"/>
                    <a:pt x="14634" y="69159"/>
                    <a:pt x="14797" y="71366"/>
                  </a:cubicBezTo>
                  <a:lnTo>
                    <a:pt x="15329" y="71366"/>
                  </a:lnTo>
                  <a:cubicBezTo>
                    <a:pt x="15329" y="69322"/>
                    <a:pt x="15002" y="66788"/>
                    <a:pt x="14470" y="64050"/>
                  </a:cubicBezTo>
                  <a:lnTo>
                    <a:pt x="14634" y="64050"/>
                  </a:lnTo>
                  <a:cubicBezTo>
                    <a:pt x="14634" y="64050"/>
                    <a:pt x="14797" y="64050"/>
                    <a:pt x="14797" y="63886"/>
                  </a:cubicBezTo>
                  <a:cubicBezTo>
                    <a:pt x="15002" y="63886"/>
                    <a:pt x="15002" y="63559"/>
                    <a:pt x="14797" y="63559"/>
                  </a:cubicBezTo>
                  <a:lnTo>
                    <a:pt x="14470" y="63028"/>
                  </a:lnTo>
                  <a:cubicBezTo>
                    <a:pt x="11078" y="41406"/>
                    <a:pt x="859" y="695"/>
                    <a:pt x="696" y="205"/>
                  </a:cubicBezTo>
                  <a:cubicBezTo>
                    <a:pt x="696" y="0"/>
                    <a:pt x="491" y="0"/>
                    <a:pt x="328"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24"/>
            <p:cNvSpPr/>
            <p:nvPr/>
          </p:nvSpPr>
          <p:spPr>
            <a:xfrm>
              <a:off x="8424307" y="938692"/>
              <a:ext cx="111332" cy="318046"/>
            </a:xfrm>
            <a:custGeom>
              <a:avLst/>
              <a:gdLst/>
              <a:ahLst/>
              <a:cxnLst/>
              <a:rect l="l" t="t" r="r" b="b"/>
              <a:pathLst>
                <a:path w="2862" h="8176" extrusionOk="0">
                  <a:moveTo>
                    <a:pt x="2535" y="1"/>
                  </a:moveTo>
                  <a:cubicBezTo>
                    <a:pt x="2371" y="1"/>
                    <a:pt x="2208" y="164"/>
                    <a:pt x="2208" y="328"/>
                  </a:cubicBezTo>
                  <a:lnTo>
                    <a:pt x="1" y="7808"/>
                  </a:lnTo>
                  <a:cubicBezTo>
                    <a:pt x="1" y="8012"/>
                    <a:pt x="1" y="8176"/>
                    <a:pt x="164" y="8176"/>
                  </a:cubicBezTo>
                  <a:lnTo>
                    <a:pt x="328" y="8176"/>
                  </a:lnTo>
                  <a:cubicBezTo>
                    <a:pt x="491" y="8176"/>
                    <a:pt x="491" y="8176"/>
                    <a:pt x="655" y="8012"/>
                  </a:cubicBezTo>
                  <a:lnTo>
                    <a:pt x="2862" y="491"/>
                  </a:lnTo>
                  <a:cubicBezTo>
                    <a:pt x="2862" y="328"/>
                    <a:pt x="2698" y="164"/>
                    <a:pt x="2535" y="1"/>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24"/>
            <p:cNvSpPr/>
            <p:nvPr/>
          </p:nvSpPr>
          <p:spPr>
            <a:xfrm>
              <a:off x="8788417" y="298310"/>
              <a:ext cx="1027193" cy="2682583"/>
            </a:xfrm>
            <a:custGeom>
              <a:avLst/>
              <a:gdLst/>
              <a:ahLst/>
              <a:cxnLst/>
              <a:rect l="l" t="t" r="r" b="b"/>
              <a:pathLst>
                <a:path w="26406" h="68961" extrusionOk="0">
                  <a:moveTo>
                    <a:pt x="18871" y="0"/>
                  </a:moveTo>
                  <a:cubicBezTo>
                    <a:pt x="18467" y="0"/>
                    <a:pt x="18069" y="86"/>
                    <a:pt x="17699" y="277"/>
                  </a:cubicBezTo>
                  <a:cubicBezTo>
                    <a:pt x="17004" y="604"/>
                    <a:pt x="16514" y="1462"/>
                    <a:pt x="16187" y="2321"/>
                  </a:cubicBezTo>
                  <a:cubicBezTo>
                    <a:pt x="14961" y="6081"/>
                    <a:pt x="16841" y="10495"/>
                    <a:pt x="15165" y="14256"/>
                  </a:cubicBezTo>
                  <a:cubicBezTo>
                    <a:pt x="14143" y="16299"/>
                    <a:pt x="12100" y="17648"/>
                    <a:pt x="11241" y="19856"/>
                  </a:cubicBezTo>
                  <a:cubicBezTo>
                    <a:pt x="10056" y="23085"/>
                    <a:pt x="12263" y="26845"/>
                    <a:pt x="11568" y="30237"/>
                  </a:cubicBezTo>
                  <a:cubicBezTo>
                    <a:pt x="10710" y="35715"/>
                    <a:pt x="3230" y="39434"/>
                    <a:pt x="4742" y="44707"/>
                  </a:cubicBezTo>
                  <a:cubicBezTo>
                    <a:pt x="5437" y="47282"/>
                    <a:pt x="8176" y="49326"/>
                    <a:pt x="7317" y="51696"/>
                  </a:cubicBezTo>
                  <a:cubicBezTo>
                    <a:pt x="6786" y="53740"/>
                    <a:pt x="4415" y="54435"/>
                    <a:pt x="2699" y="55784"/>
                  </a:cubicBezTo>
                  <a:cubicBezTo>
                    <a:pt x="859" y="57173"/>
                    <a:pt x="1" y="59708"/>
                    <a:pt x="491" y="62078"/>
                  </a:cubicBezTo>
                  <a:cubicBezTo>
                    <a:pt x="1023" y="64326"/>
                    <a:pt x="2903" y="66166"/>
                    <a:pt x="5110" y="66861"/>
                  </a:cubicBezTo>
                  <a:lnTo>
                    <a:pt x="12263" y="68741"/>
                  </a:lnTo>
                  <a:cubicBezTo>
                    <a:pt x="12754" y="68891"/>
                    <a:pt x="13251" y="68961"/>
                    <a:pt x="13745" y="68961"/>
                  </a:cubicBezTo>
                  <a:cubicBezTo>
                    <a:pt x="17699" y="68961"/>
                    <a:pt x="21473" y="64472"/>
                    <a:pt x="20274" y="60402"/>
                  </a:cubicBezTo>
                  <a:cubicBezTo>
                    <a:pt x="19580" y="58195"/>
                    <a:pt x="17536" y="56152"/>
                    <a:pt x="17699" y="53577"/>
                  </a:cubicBezTo>
                  <a:cubicBezTo>
                    <a:pt x="18026" y="50020"/>
                    <a:pt x="23340" y="48140"/>
                    <a:pt x="23136" y="44380"/>
                  </a:cubicBezTo>
                  <a:cubicBezTo>
                    <a:pt x="23136" y="42663"/>
                    <a:pt x="21787" y="41314"/>
                    <a:pt x="21460" y="39598"/>
                  </a:cubicBezTo>
                  <a:cubicBezTo>
                    <a:pt x="20070" y="35183"/>
                    <a:pt x="25016" y="31259"/>
                    <a:pt x="25711" y="26681"/>
                  </a:cubicBezTo>
                  <a:cubicBezTo>
                    <a:pt x="26406" y="22758"/>
                    <a:pt x="23667" y="18997"/>
                    <a:pt x="23340" y="14910"/>
                  </a:cubicBezTo>
                  <a:cubicBezTo>
                    <a:pt x="22645" y="10332"/>
                    <a:pt x="24852" y="4855"/>
                    <a:pt x="21787" y="1462"/>
                  </a:cubicBezTo>
                  <a:cubicBezTo>
                    <a:pt x="21045" y="602"/>
                    <a:pt x="19938" y="0"/>
                    <a:pt x="18871" y="0"/>
                  </a:cubicBezTo>
                  <a:close/>
                </a:path>
              </a:pathLst>
            </a:cu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24"/>
            <p:cNvSpPr/>
            <p:nvPr/>
          </p:nvSpPr>
          <p:spPr>
            <a:xfrm>
              <a:off x="9179562" y="495109"/>
              <a:ext cx="410278" cy="2370722"/>
            </a:xfrm>
            <a:custGeom>
              <a:avLst/>
              <a:gdLst/>
              <a:ahLst/>
              <a:cxnLst/>
              <a:rect l="l" t="t" r="r" b="b"/>
              <a:pathLst>
                <a:path w="10547" h="60944" extrusionOk="0">
                  <a:moveTo>
                    <a:pt x="10383" y="0"/>
                  </a:moveTo>
                  <a:cubicBezTo>
                    <a:pt x="10219" y="0"/>
                    <a:pt x="10015" y="0"/>
                    <a:pt x="10015" y="164"/>
                  </a:cubicBezTo>
                  <a:cubicBezTo>
                    <a:pt x="10015" y="491"/>
                    <a:pt x="7971" y="19906"/>
                    <a:pt x="5437" y="37277"/>
                  </a:cubicBezTo>
                  <a:lnTo>
                    <a:pt x="2045" y="32168"/>
                  </a:lnTo>
                  <a:cubicBezTo>
                    <a:pt x="2045" y="32168"/>
                    <a:pt x="2045" y="32004"/>
                    <a:pt x="1840" y="32004"/>
                  </a:cubicBezTo>
                  <a:lnTo>
                    <a:pt x="1677" y="32168"/>
                  </a:lnTo>
                  <a:cubicBezTo>
                    <a:pt x="1677" y="32168"/>
                    <a:pt x="1513" y="32331"/>
                    <a:pt x="1677" y="32495"/>
                  </a:cubicBezTo>
                  <a:lnTo>
                    <a:pt x="5274" y="37972"/>
                  </a:lnTo>
                  <a:lnTo>
                    <a:pt x="5437" y="37972"/>
                  </a:lnTo>
                  <a:cubicBezTo>
                    <a:pt x="4579" y="43408"/>
                    <a:pt x="3720" y="48518"/>
                    <a:pt x="2862" y="52768"/>
                  </a:cubicBezTo>
                  <a:lnTo>
                    <a:pt x="491" y="47332"/>
                  </a:lnTo>
                  <a:cubicBezTo>
                    <a:pt x="491" y="47169"/>
                    <a:pt x="328" y="47169"/>
                    <a:pt x="328" y="47169"/>
                  </a:cubicBezTo>
                  <a:lnTo>
                    <a:pt x="164" y="47169"/>
                  </a:lnTo>
                  <a:cubicBezTo>
                    <a:pt x="1" y="47169"/>
                    <a:pt x="1" y="47332"/>
                    <a:pt x="1" y="47496"/>
                  </a:cubicBezTo>
                  <a:lnTo>
                    <a:pt x="2699" y="53790"/>
                  </a:lnTo>
                  <a:cubicBezTo>
                    <a:pt x="2208" y="56692"/>
                    <a:pt x="1513" y="59063"/>
                    <a:pt x="1023" y="60943"/>
                  </a:cubicBezTo>
                  <a:lnTo>
                    <a:pt x="1513" y="60943"/>
                  </a:lnTo>
                  <a:cubicBezTo>
                    <a:pt x="2045" y="59267"/>
                    <a:pt x="2535" y="57019"/>
                    <a:pt x="3066" y="54485"/>
                  </a:cubicBezTo>
                  <a:lnTo>
                    <a:pt x="3393" y="54485"/>
                  </a:lnTo>
                  <a:cubicBezTo>
                    <a:pt x="3393" y="54485"/>
                    <a:pt x="3557" y="54322"/>
                    <a:pt x="3393" y="54158"/>
                  </a:cubicBezTo>
                  <a:lnTo>
                    <a:pt x="3230" y="53627"/>
                  </a:lnTo>
                  <a:cubicBezTo>
                    <a:pt x="6786" y="35560"/>
                    <a:pt x="10546" y="654"/>
                    <a:pt x="10546" y="164"/>
                  </a:cubicBezTo>
                  <a:cubicBezTo>
                    <a:pt x="10546" y="164"/>
                    <a:pt x="10546" y="0"/>
                    <a:pt x="10383"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24"/>
            <p:cNvSpPr/>
            <p:nvPr/>
          </p:nvSpPr>
          <p:spPr>
            <a:xfrm>
              <a:off x="9476919" y="1275805"/>
              <a:ext cx="179718" cy="225815"/>
            </a:xfrm>
            <a:custGeom>
              <a:avLst/>
              <a:gdLst/>
              <a:ahLst/>
              <a:cxnLst/>
              <a:rect l="l" t="t" r="r" b="b"/>
              <a:pathLst>
                <a:path w="4620" h="5805" extrusionOk="0">
                  <a:moveTo>
                    <a:pt x="4251" y="0"/>
                  </a:moveTo>
                  <a:cubicBezTo>
                    <a:pt x="4088" y="0"/>
                    <a:pt x="4088" y="0"/>
                    <a:pt x="4088" y="164"/>
                  </a:cubicBezTo>
                  <a:lnTo>
                    <a:pt x="0" y="5477"/>
                  </a:lnTo>
                  <a:cubicBezTo>
                    <a:pt x="0" y="5477"/>
                    <a:pt x="0" y="5641"/>
                    <a:pt x="164" y="5804"/>
                  </a:cubicBezTo>
                  <a:lnTo>
                    <a:pt x="532" y="5804"/>
                  </a:lnTo>
                  <a:lnTo>
                    <a:pt x="4415" y="368"/>
                  </a:lnTo>
                  <a:cubicBezTo>
                    <a:pt x="4619" y="368"/>
                    <a:pt x="4415" y="164"/>
                    <a:pt x="4415"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24"/>
            <p:cNvSpPr/>
            <p:nvPr/>
          </p:nvSpPr>
          <p:spPr>
            <a:xfrm>
              <a:off x="8106294" y="2865830"/>
              <a:ext cx="1510565" cy="1636134"/>
            </a:xfrm>
            <a:custGeom>
              <a:avLst/>
              <a:gdLst/>
              <a:ahLst/>
              <a:cxnLst/>
              <a:rect l="l" t="t" r="r" b="b"/>
              <a:pathLst>
                <a:path w="38832" h="42060" extrusionOk="0">
                  <a:moveTo>
                    <a:pt x="1" y="0"/>
                  </a:moveTo>
                  <a:lnTo>
                    <a:pt x="5437" y="42059"/>
                  </a:lnTo>
                  <a:lnTo>
                    <a:pt x="34744" y="42059"/>
                  </a:lnTo>
                  <a:lnTo>
                    <a:pt x="38831" y="0"/>
                  </a:ln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24"/>
            <p:cNvSpPr/>
            <p:nvPr/>
          </p:nvSpPr>
          <p:spPr>
            <a:xfrm>
              <a:off x="8522881" y="3144086"/>
              <a:ext cx="39" cy="483371"/>
            </a:xfrm>
            <a:custGeom>
              <a:avLst/>
              <a:gdLst/>
              <a:ahLst/>
              <a:cxnLst/>
              <a:rect l="l" t="t" r="r" b="b"/>
              <a:pathLst>
                <a:path w="1" h="12426" extrusionOk="0">
                  <a:moveTo>
                    <a:pt x="1" y="0"/>
                  </a:moveTo>
                  <a:lnTo>
                    <a:pt x="1" y="12426"/>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24"/>
            <p:cNvSpPr/>
            <p:nvPr/>
          </p:nvSpPr>
          <p:spPr>
            <a:xfrm>
              <a:off x="8483163" y="3104329"/>
              <a:ext cx="79512" cy="562883"/>
            </a:xfrm>
            <a:custGeom>
              <a:avLst/>
              <a:gdLst/>
              <a:ahLst/>
              <a:cxnLst/>
              <a:rect l="l" t="t" r="r" b="b"/>
              <a:pathLst>
                <a:path w="2044" h="14470" extrusionOk="0">
                  <a:moveTo>
                    <a:pt x="1022" y="0"/>
                  </a:moveTo>
                  <a:cubicBezTo>
                    <a:pt x="327" y="0"/>
                    <a:pt x="0" y="368"/>
                    <a:pt x="0" y="1022"/>
                  </a:cubicBezTo>
                  <a:lnTo>
                    <a:pt x="0" y="13448"/>
                  </a:lnTo>
                  <a:cubicBezTo>
                    <a:pt x="0" y="13979"/>
                    <a:pt x="327" y="14470"/>
                    <a:pt x="1022" y="14470"/>
                  </a:cubicBezTo>
                  <a:cubicBezTo>
                    <a:pt x="1553" y="14470"/>
                    <a:pt x="2044" y="13979"/>
                    <a:pt x="2044" y="13448"/>
                  </a:cubicBezTo>
                  <a:lnTo>
                    <a:pt x="2044" y="1022"/>
                  </a:lnTo>
                  <a:cubicBezTo>
                    <a:pt x="2044" y="368"/>
                    <a:pt x="1553" y="0"/>
                    <a:pt x="10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24"/>
            <p:cNvSpPr/>
            <p:nvPr/>
          </p:nvSpPr>
          <p:spPr>
            <a:xfrm>
              <a:off x="9139845" y="3031196"/>
              <a:ext cx="79512" cy="564478"/>
            </a:xfrm>
            <a:custGeom>
              <a:avLst/>
              <a:gdLst/>
              <a:ahLst/>
              <a:cxnLst/>
              <a:rect l="l" t="t" r="r" b="b"/>
              <a:pathLst>
                <a:path w="2044" h="14511" extrusionOk="0">
                  <a:moveTo>
                    <a:pt x="1022" y="0"/>
                  </a:moveTo>
                  <a:cubicBezTo>
                    <a:pt x="491" y="0"/>
                    <a:pt x="0" y="368"/>
                    <a:pt x="0" y="1022"/>
                  </a:cubicBezTo>
                  <a:lnTo>
                    <a:pt x="0" y="13488"/>
                  </a:lnTo>
                  <a:cubicBezTo>
                    <a:pt x="0" y="13979"/>
                    <a:pt x="491" y="14510"/>
                    <a:pt x="1022" y="14510"/>
                  </a:cubicBezTo>
                  <a:cubicBezTo>
                    <a:pt x="1512" y="14510"/>
                    <a:pt x="2044" y="13979"/>
                    <a:pt x="2044" y="13488"/>
                  </a:cubicBezTo>
                  <a:lnTo>
                    <a:pt x="2044" y="1022"/>
                  </a:lnTo>
                  <a:cubicBezTo>
                    <a:pt x="2044" y="368"/>
                    <a:pt x="1512" y="0"/>
                    <a:pt x="10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24"/>
            <p:cNvSpPr/>
            <p:nvPr/>
          </p:nvSpPr>
          <p:spPr>
            <a:xfrm>
              <a:off x="8993540" y="3323729"/>
              <a:ext cx="79551" cy="562922"/>
            </a:xfrm>
            <a:custGeom>
              <a:avLst/>
              <a:gdLst/>
              <a:ahLst/>
              <a:cxnLst/>
              <a:rect l="l" t="t" r="r" b="b"/>
              <a:pathLst>
                <a:path w="2045" h="14471" extrusionOk="0">
                  <a:moveTo>
                    <a:pt x="1022" y="1"/>
                  </a:moveTo>
                  <a:cubicBezTo>
                    <a:pt x="491" y="1"/>
                    <a:pt x="1" y="328"/>
                    <a:pt x="1" y="1023"/>
                  </a:cubicBezTo>
                  <a:lnTo>
                    <a:pt x="1" y="13448"/>
                  </a:lnTo>
                  <a:cubicBezTo>
                    <a:pt x="1" y="14143"/>
                    <a:pt x="491" y="14470"/>
                    <a:pt x="1022" y="14470"/>
                  </a:cubicBezTo>
                  <a:cubicBezTo>
                    <a:pt x="1513" y="14470"/>
                    <a:pt x="2044" y="14143"/>
                    <a:pt x="2044" y="13448"/>
                  </a:cubicBezTo>
                  <a:lnTo>
                    <a:pt x="2044" y="1023"/>
                  </a:lnTo>
                  <a:cubicBezTo>
                    <a:pt x="2044" y="328"/>
                    <a:pt x="1513" y="1"/>
                    <a:pt x="10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24"/>
            <p:cNvSpPr/>
            <p:nvPr/>
          </p:nvSpPr>
          <p:spPr>
            <a:xfrm>
              <a:off x="9165286" y="3733975"/>
              <a:ext cx="79512" cy="569263"/>
            </a:xfrm>
            <a:custGeom>
              <a:avLst/>
              <a:gdLst/>
              <a:ahLst/>
              <a:cxnLst/>
              <a:rect l="l" t="t" r="r" b="b"/>
              <a:pathLst>
                <a:path w="2044" h="14634" extrusionOk="0">
                  <a:moveTo>
                    <a:pt x="1022" y="0"/>
                  </a:moveTo>
                  <a:cubicBezTo>
                    <a:pt x="368" y="0"/>
                    <a:pt x="0" y="532"/>
                    <a:pt x="0" y="1022"/>
                  </a:cubicBezTo>
                  <a:lnTo>
                    <a:pt x="0" y="13611"/>
                  </a:lnTo>
                  <a:cubicBezTo>
                    <a:pt x="0" y="14143"/>
                    <a:pt x="368" y="14633"/>
                    <a:pt x="1022" y="14633"/>
                  </a:cubicBezTo>
                  <a:cubicBezTo>
                    <a:pt x="1553" y="14633"/>
                    <a:pt x="2044" y="14143"/>
                    <a:pt x="2044" y="13611"/>
                  </a:cubicBezTo>
                  <a:lnTo>
                    <a:pt x="2044" y="1022"/>
                  </a:lnTo>
                  <a:cubicBezTo>
                    <a:pt x="2044" y="532"/>
                    <a:pt x="1553" y="0"/>
                    <a:pt x="10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 name="Google Shape;458;p24"/>
          <p:cNvGrpSpPr/>
          <p:nvPr/>
        </p:nvGrpSpPr>
        <p:grpSpPr>
          <a:xfrm flipH="1">
            <a:off x="7839222" y="781050"/>
            <a:ext cx="1385931" cy="2705253"/>
            <a:chOff x="409722" y="228600"/>
            <a:chExt cx="1385931" cy="2705253"/>
          </a:xfrm>
        </p:grpSpPr>
        <p:grpSp>
          <p:nvGrpSpPr>
            <p:cNvPr id="459" name="Google Shape;459;p24"/>
            <p:cNvGrpSpPr/>
            <p:nvPr/>
          </p:nvGrpSpPr>
          <p:grpSpPr>
            <a:xfrm rot="-617154" flipH="1">
              <a:off x="575967" y="402323"/>
              <a:ext cx="1053440" cy="2450002"/>
              <a:chOff x="3817855" y="1437512"/>
              <a:chExt cx="541146" cy="1128254"/>
            </a:xfrm>
          </p:grpSpPr>
          <p:sp>
            <p:nvSpPr>
              <p:cNvPr id="460" name="Google Shape;460;p24"/>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4"/>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2" name="Google Shape;462;p24"/>
            <p:cNvSpPr/>
            <p:nvPr/>
          </p:nvSpPr>
          <p:spPr>
            <a:xfrm>
              <a:off x="1419225" y="228600"/>
              <a:ext cx="142800" cy="142800"/>
            </a:xfrm>
            <a:prstGeom prst="ellipse">
              <a:avLst/>
            </a:pr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63" name="Google Shape;463;p24"/>
          <p:cNvCxnSpPr/>
          <p:nvPr/>
        </p:nvCxnSpPr>
        <p:spPr>
          <a:xfrm>
            <a:off x="481667" y="4824600"/>
            <a:ext cx="1133400" cy="0"/>
          </a:xfrm>
          <a:prstGeom prst="straightConnector1">
            <a:avLst/>
          </a:prstGeom>
          <a:noFill/>
          <a:ln w="19050" cap="flat" cmpd="sng">
            <a:solidFill>
              <a:schemeClr val="accent5"/>
            </a:solidFill>
            <a:prstDash val="solid"/>
            <a:round/>
            <a:headEnd type="none" w="med" len="med"/>
            <a:tailEnd type="none" w="med" len="med"/>
          </a:ln>
        </p:spPr>
      </p:cxn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ext 1">
  <p:cSld name="CUSTOM_11_1">
    <p:spTree>
      <p:nvGrpSpPr>
        <p:cNvPr id="1" name="Shape 480"/>
        <p:cNvGrpSpPr/>
        <p:nvPr/>
      </p:nvGrpSpPr>
      <p:grpSpPr>
        <a:xfrm>
          <a:off x="0" y="0"/>
          <a:ext cx="0" cy="0"/>
          <a:chOff x="0" y="0"/>
          <a:chExt cx="0" cy="0"/>
        </a:xfrm>
      </p:grpSpPr>
      <p:grpSp>
        <p:nvGrpSpPr>
          <p:cNvPr id="481" name="Google Shape;481;p26"/>
          <p:cNvGrpSpPr/>
          <p:nvPr/>
        </p:nvGrpSpPr>
        <p:grpSpPr>
          <a:xfrm flipH="1">
            <a:off x="-9513" y="-6"/>
            <a:ext cx="9177947" cy="5143519"/>
            <a:chOff x="-9513" y="-6"/>
            <a:chExt cx="9177947" cy="5143519"/>
          </a:xfrm>
        </p:grpSpPr>
        <p:sp>
          <p:nvSpPr>
            <p:cNvPr id="482" name="Google Shape;482;p26"/>
            <p:cNvSpPr/>
            <p:nvPr/>
          </p:nvSpPr>
          <p:spPr>
            <a:xfrm>
              <a:off x="319050" y="283350"/>
              <a:ext cx="8505900" cy="45768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26"/>
            <p:cNvSpPr/>
            <p:nvPr/>
          </p:nvSpPr>
          <p:spPr>
            <a:xfrm>
              <a:off x="7132742" y="2"/>
              <a:ext cx="1612254" cy="1208486"/>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26"/>
            <p:cNvSpPr/>
            <p:nvPr/>
          </p:nvSpPr>
          <p:spPr>
            <a:xfrm>
              <a:off x="6426313" y="-6"/>
              <a:ext cx="1250789" cy="937634"/>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26"/>
            <p:cNvSpPr/>
            <p:nvPr/>
          </p:nvSpPr>
          <p:spPr>
            <a:xfrm>
              <a:off x="743298" y="3878776"/>
              <a:ext cx="1664900" cy="1264737"/>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26"/>
            <p:cNvSpPr/>
            <p:nvPr/>
          </p:nvSpPr>
          <p:spPr>
            <a:xfrm rot="10800000">
              <a:off x="-9513" y="3652041"/>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26"/>
            <p:cNvSpPr/>
            <p:nvPr/>
          </p:nvSpPr>
          <p:spPr>
            <a:xfrm rot="10800000">
              <a:off x="-9513" y="2774418"/>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26"/>
            <p:cNvSpPr/>
            <p:nvPr/>
          </p:nvSpPr>
          <p:spPr>
            <a:xfrm>
              <a:off x="7972352" y="1381124"/>
              <a:ext cx="1196082" cy="113470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 name="Google Shape;489;p26"/>
          <p:cNvGrpSpPr/>
          <p:nvPr/>
        </p:nvGrpSpPr>
        <p:grpSpPr>
          <a:xfrm flipH="1">
            <a:off x="4296335" y="75177"/>
            <a:ext cx="581170" cy="125403"/>
            <a:chOff x="4685288" y="186288"/>
            <a:chExt cx="419375" cy="90485"/>
          </a:xfrm>
        </p:grpSpPr>
        <p:sp>
          <p:nvSpPr>
            <p:cNvPr id="490" name="Google Shape;490;p26"/>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1" name="Google Shape;491;p26"/>
            <p:cNvGrpSpPr/>
            <p:nvPr/>
          </p:nvGrpSpPr>
          <p:grpSpPr>
            <a:xfrm>
              <a:off x="4685288" y="186300"/>
              <a:ext cx="419375" cy="90473"/>
              <a:chOff x="4390000" y="182175"/>
              <a:chExt cx="419375" cy="90473"/>
            </a:xfrm>
          </p:grpSpPr>
          <p:sp>
            <p:nvSpPr>
              <p:cNvPr id="492" name="Google Shape;492;p26"/>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26"/>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94" name="Google Shape;494;p26"/>
          <p:cNvSpPr txBox="1">
            <a:spLocks noGrp="1"/>
          </p:cNvSpPr>
          <p:nvPr>
            <p:ph type="title"/>
          </p:nvPr>
        </p:nvSpPr>
        <p:spPr>
          <a:xfrm>
            <a:off x="2724150" y="1291488"/>
            <a:ext cx="3695700" cy="693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34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495" name="Google Shape;495;p26"/>
          <p:cNvSpPr txBox="1">
            <a:spLocks noGrp="1"/>
          </p:cNvSpPr>
          <p:nvPr>
            <p:ph type="subTitle" idx="1"/>
          </p:nvPr>
        </p:nvSpPr>
        <p:spPr>
          <a:xfrm>
            <a:off x="2724150" y="2042113"/>
            <a:ext cx="3695700" cy="1809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ext 2">
  <p:cSld name="CUSTOM_11_1_1">
    <p:bg>
      <p:bgPr>
        <a:solidFill>
          <a:schemeClr val="accent2"/>
        </a:solidFill>
        <a:effectLst/>
      </p:bgPr>
    </p:bg>
    <p:spTree>
      <p:nvGrpSpPr>
        <p:cNvPr id="1" name="Shape 496"/>
        <p:cNvGrpSpPr/>
        <p:nvPr/>
      </p:nvGrpSpPr>
      <p:grpSpPr>
        <a:xfrm>
          <a:off x="0" y="0"/>
          <a:ext cx="0" cy="0"/>
          <a:chOff x="0" y="0"/>
          <a:chExt cx="0" cy="0"/>
        </a:xfrm>
      </p:grpSpPr>
      <p:sp>
        <p:nvSpPr>
          <p:cNvPr id="497" name="Google Shape;497;p27"/>
          <p:cNvSpPr txBox="1">
            <a:spLocks noGrp="1"/>
          </p:cNvSpPr>
          <p:nvPr>
            <p:ph type="body" idx="1"/>
          </p:nvPr>
        </p:nvSpPr>
        <p:spPr>
          <a:xfrm>
            <a:off x="720000" y="1157450"/>
            <a:ext cx="4090200" cy="2616600"/>
          </a:xfrm>
          <a:prstGeom prst="rect">
            <a:avLst/>
          </a:prstGeom>
        </p:spPr>
        <p:txBody>
          <a:bodyPr spcFirstLastPara="1" wrap="square" lIns="91425" tIns="91425" rIns="91425" bIns="91425" anchor="ctr" anchorCtr="0">
            <a:noAutofit/>
          </a:bodyPr>
          <a:lstStyle>
            <a:lvl1pPr marL="457200" lvl="0" indent="-292100" rtl="0">
              <a:lnSpc>
                <a:spcPct val="100000"/>
              </a:lnSpc>
              <a:spcBef>
                <a:spcPts val="0"/>
              </a:spcBef>
              <a:spcAft>
                <a:spcPts val="0"/>
              </a:spcAft>
              <a:buSzPts val="1000"/>
              <a:buChar char="●"/>
              <a:defRPr sz="1600">
                <a:solidFill>
                  <a:srgbClr val="434343"/>
                </a:solidFill>
              </a:defRPr>
            </a:lvl1pPr>
            <a:lvl2pPr marL="914400" lvl="1" indent="-317500" rtl="0">
              <a:lnSpc>
                <a:spcPct val="115000"/>
              </a:lnSpc>
              <a:spcBef>
                <a:spcPts val="0"/>
              </a:spcBef>
              <a:spcAft>
                <a:spcPts val="0"/>
              </a:spcAft>
              <a:buSzPts val="1400"/>
              <a:buChar char="○"/>
              <a:defRPr>
                <a:solidFill>
                  <a:srgbClr val="434343"/>
                </a:solidFill>
              </a:defRPr>
            </a:lvl2pPr>
            <a:lvl3pPr marL="1371600" lvl="2" indent="-317500" rtl="0">
              <a:lnSpc>
                <a:spcPct val="115000"/>
              </a:lnSpc>
              <a:spcBef>
                <a:spcPts val="1600"/>
              </a:spcBef>
              <a:spcAft>
                <a:spcPts val="0"/>
              </a:spcAft>
              <a:buSzPts val="1400"/>
              <a:buChar char="■"/>
              <a:defRPr>
                <a:solidFill>
                  <a:srgbClr val="434343"/>
                </a:solidFill>
              </a:defRPr>
            </a:lvl3pPr>
            <a:lvl4pPr marL="1828800" lvl="3" indent="-317500" rtl="0">
              <a:lnSpc>
                <a:spcPct val="115000"/>
              </a:lnSpc>
              <a:spcBef>
                <a:spcPts val="1600"/>
              </a:spcBef>
              <a:spcAft>
                <a:spcPts val="0"/>
              </a:spcAft>
              <a:buSzPts val="1400"/>
              <a:buChar char="●"/>
              <a:defRPr>
                <a:solidFill>
                  <a:srgbClr val="434343"/>
                </a:solidFill>
              </a:defRPr>
            </a:lvl4pPr>
            <a:lvl5pPr marL="2286000" lvl="4" indent="-317500" rtl="0">
              <a:lnSpc>
                <a:spcPct val="115000"/>
              </a:lnSpc>
              <a:spcBef>
                <a:spcPts val="1600"/>
              </a:spcBef>
              <a:spcAft>
                <a:spcPts val="0"/>
              </a:spcAft>
              <a:buSzPts val="1400"/>
              <a:buChar char="○"/>
              <a:defRPr>
                <a:solidFill>
                  <a:srgbClr val="434343"/>
                </a:solidFill>
              </a:defRPr>
            </a:lvl5pPr>
            <a:lvl6pPr marL="2743200" lvl="5" indent="-317500" rtl="0">
              <a:lnSpc>
                <a:spcPct val="115000"/>
              </a:lnSpc>
              <a:spcBef>
                <a:spcPts val="1600"/>
              </a:spcBef>
              <a:spcAft>
                <a:spcPts val="0"/>
              </a:spcAft>
              <a:buSzPts val="1400"/>
              <a:buChar char="■"/>
              <a:defRPr>
                <a:solidFill>
                  <a:srgbClr val="434343"/>
                </a:solidFill>
              </a:defRPr>
            </a:lvl6pPr>
            <a:lvl7pPr marL="3200400" lvl="6" indent="-317500" rtl="0">
              <a:lnSpc>
                <a:spcPct val="115000"/>
              </a:lnSpc>
              <a:spcBef>
                <a:spcPts val="1600"/>
              </a:spcBef>
              <a:spcAft>
                <a:spcPts val="0"/>
              </a:spcAft>
              <a:buSzPts val="1400"/>
              <a:buChar char="●"/>
              <a:defRPr>
                <a:solidFill>
                  <a:srgbClr val="434343"/>
                </a:solidFill>
              </a:defRPr>
            </a:lvl7pPr>
            <a:lvl8pPr marL="3657600" lvl="7" indent="-317500" rtl="0">
              <a:lnSpc>
                <a:spcPct val="115000"/>
              </a:lnSpc>
              <a:spcBef>
                <a:spcPts val="1600"/>
              </a:spcBef>
              <a:spcAft>
                <a:spcPts val="0"/>
              </a:spcAft>
              <a:buSzPts val="1400"/>
              <a:buChar char="○"/>
              <a:defRPr>
                <a:solidFill>
                  <a:srgbClr val="434343"/>
                </a:solidFill>
              </a:defRPr>
            </a:lvl8pPr>
            <a:lvl9pPr marL="4114800" lvl="8" indent="-317500" rtl="0">
              <a:lnSpc>
                <a:spcPct val="115000"/>
              </a:lnSpc>
              <a:spcBef>
                <a:spcPts val="1600"/>
              </a:spcBef>
              <a:spcAft>
                <a:spcPts val="1600"/>
              </a:spcAft>
              <a:buSzPts val="1400"/>
              <a:buChar char="■"/>
              <a:defRPr>
                <a:solidFill>
                  <a:srgbClr val="434343"/>
                </a:solidFill>
              </a:defRPr>
            </a:lvl9pPr>
          </a:lstStyle>
          <a:p>
            <a:endParaRPr/>
          </a:p>
        </p:txBody>
      </p:sp>
      <p:sp>
        <p:nvSpPr>
          <p:cNvPr id="498" name="Google Shape;498;p27"/>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ext 3">
  <p:cSld name="CUSTOM_17">
    <p:bg>
      <p:bgPr>
        <a:solidFill>
          <a:schemeClr val="accent2"/>
        </a:solidFill>
        <a:effectLst/>
      </p:bgPr>
    </p:bg>
    <p:spTree>
      <p:nvGrpSpPr>
        <p:cNvPr id="1" name="Shape 499"/>
        <p:cNvGrpSpPr/>
        <p:nvPr/>
      </p:nvGrpSpPr>
      <p:grpSpPr>
        <a:xfrm>
          <a:off x="0" y="0"/>
          <a:ext cx="0" cy="0"/>
          <a:chOff x="0" y="0"/>
          <a:chExt cx="0" cy="0"/>
        </a:xfrm>
      </p:grpSpPr>
      <p:sp>
        <p:nvSpPr>
          <p:cNvPr id="500" name="Google Shape;500;p28"/>
          <p:cNvSpPr txBox="1">
            <a:spLocks noGrp="1"/>
          </p:cNvSpPr>
          <p:nvPr>
            <p:ph type="title"/>
          </p:nvPr>
        </p:nvSpPr>
        <p:spPr>
          <a:xfrm>
            <a:off x="708175" y="982950"/>
            <a:ext cx="3309000" cy="18681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501" name="Google Shape;501;p28"/>
          <p:cNvSpPr txBox="1">
            <a:spLocks noGrp="1"/>
          </p:cNvSpPr>
          <p:nvPr>
            <p:ph type="subTitle" idx="1"/>
          </p:nvPr>
        </p:nvSpPr>
        <p:spPr>
          <a:xfrm>
            <a:off x="708175" y="3155850"/>
            <a:ext cx="3309000" cy="1004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text 4">
  <p:cSld name="CUSTOM_17_1">
    <p:bg>
      <p:bgPr>
        <a:solidFill>
          <a:schemeClr val="accent2"/>
        </a:solidFill>
        <a:effectLst/>
      </p:bgPr>
    </p:bg>
    <p:spTree>
      <p:nvGrpSpPr>
        <p:cNvPr id="1" name="Shape 502"/>
        <p:cNvGrpSpPr/>
        <p:nvPr/>
      </p:nvGrpSpPr>
      <p:grpSpPr>
        <a:xfrm>
          <a:off x="0" y="0"/>
          <a:ext cx="0" cy="0"/>
          <a:chOff x="0" y="0"/>
          <a:chExt cx="0" cy="0"/>
        </a:xfrm>
      </p:grpSpPr>
      <p:sp>
        <p:nvSpPr>
          <p:cNvPr id="503" name="Google Shape;503;p29"/>
          <p:cNvSpPr txBox="1">
            <a:spLocks noGrp="1"/>
          </p:cNvSpPr>
          <p:nvPr>
            <p:ph type="title"/>
          </p:nvPr>
        </p:nvSpPr>
        <p:spPr>
          <a:xfrm>
            <a:off x="720892" y="1507738"/>
            <a:ext cx="3079800" cy="1004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504" name="Google Shape;504;p29"/>
          <p:cNvSpPr txBox="1">
            <a:spLocks noGrp="1"/>
          </p:cNvSpPr>
          <p:nvPr>
            <p:ph type="subTitle" idx="1"/>
          </p:nvPr>
        </p:nvSpPr>
        <p:spPr>
          <a:xfrm>
            <a:off x="720892" y="2631063"/>
            <a:ext cx="3079800" cy="1004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grpSp>
        <p:nvGrpSpPr>
          <p:cNvPr id="505" name="Google Shape;505;p29"/>
          <p:cNvGrpSpPr/>
          <p:nvPr/>
        </p:nvGrpSpPr>
        <p:grpSpPr>
          <a:xfrm rot="5270711">
            <a:off x="1420376" y="-554645"/>
            <a:ext cx="1385941" cy="2705273"/>
            <a:chOff x="409722" y="228600"/>
            <a:chExt cx="1385931" cy="2705253"/>
          </a:xfrm>
        </p:grpSpPr>
        <p:grpSp>
          <p:nvGrpSpPr>
            <p:cNvPr id="506" name="Google Shape;506;p29"/>
            <p:cNvGrpSpPr/>
            <p:nvPr/>
          </p:nvGrpSpPr>
          <p:grpSpPr>
            <a:xfrm rot="-617154" flipH="1">
              <a:off x="575967" y="402323"/>
              <a:ext cx="1053440" cy="2450002"/>
              <a:chOff x="3817855" y="1437512"/>
              <a:chExt cx="541146" cy="1128254"/>
            </a:xfrm>
          </p:grpSpPr>
          <p:sp>
            <p:nvSpPr>
              <p:cNvPr id="507" name="Google Shape;507;p29"/>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29"/>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9" name="Google Shape;509;p29"/>
            <p:cNvSpPr/>
            <p:nvPr/>
          </p:nvSpPr>
          <p:spPr>
            <a:xfrm>
              <a:off x="1419225" y="228600"/>
              <a:ext cx="142800" cy="142800"/>
            </a:xfrm>
            <a:prstGeom prst="ellipse">
              <a:avLst/>
            </a:pr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text 5">
  <p:cSld name="CUSTOM_17_1_1">
    <p:bg>
      <p:bgPr>
        <a:solidFill>
          <a:schemeClr val="accent2"/>
        </a:solidFill>
        <a:effectLst/>
      </p:bgPr>
    </p:bg>
    <p:spTree>
      <p:nvGrpSpPr>
        <p:cNvPr id="1" name="Shape 510"/>
        <p:cNvGrpSpPr/>
        <p:nvPr/>
      </p:nvGrpSpPr>
      <p:grpSpPr>
        <a:xfrm>
          <a:off x="0" y="0"/>
          <a:ext cx="0" cy="0"/>
          <a:chOff x="0" y="0"/>
          <a:chExt cx="0" cy="0"/>
        </a:xfrm>
      </p:grpSpPr>
      <p:sp>
        <p:nvSpPr>
          <p:cNvPr id="511" name="Google Shape;511;p30"/>
          <p:cNvSpPr txBox="1">
            <a:spLocks noGrp="1"/>
          </p:cNvSpPr>
          <p:nvPr>
            <p:ph type="title"/>
          </p:nvPr>
        </p:nvSpPr>
        <p:spPr>
          <a:xfrm>
            <a:off x="4590700" y="1502321"/>
            <a:ext cx="2042100" cy="9420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512" name="Google Shape;512;p30"/>
          <p:cNvSpPr txBox="1">
            <a:spLocks noGrp="1"/>
          </p:cNvSpPr>
          <p:nvPr>
            <p:ph type="subTitle" idx="1"/>
          </p:nvPr>
        </p:nvSpPr>
        <p:spPr>
          <a:xfrm>
            <a:off x="4590692" y="2636479"/>
            <a:ext cx="3081600" cy="1004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grpSp>
        <p:nvGrpSpPr>
          <p:cNvPr id="513" name="Google Shape;513;p30"/>
          <p:cNvGrpSpPr/>
          <p:nvPr/>
        </p:nvGrpSpPr>
        <p:grpSpPr>
          <a:xfrm flipH="1">
            <a:off x="7293739" y="564591"/>
            <a:ext cx="1385931" cy="2705253"/>
            <a:chOff x="409722" y="228600"/>
            <a:chExt cx="1385931" cy="2705253"/>
          </a:xfrm>
        </p:grpSpPr>
        <p:grpSp>
          <p:nvGrpSpPr>
            <p:cNvPr id="514" name="Google Shape;514;p30"/>
            <p:cNvGrpSpPr/>
            <p:nvPr/>
          </p:nvGrpSpPr>
          <p:grpSpPr>
            <a:xfrm rot="-617154" flipH="1">
              <a:off x="575967" y="402323"/>
              <a:ext cx="1053440" cy="2450002"/>
              <a:chOff x="3817855" y="1437512"/>
              <a:chExt cx="541146" cy="1128254"/>
            </a:xfrm>
          </p:grpSpPr>
          <p:sp>
            <p:nvSpPr>
              <p:cNvPr id="515" name="Google Shape;515;p30"/>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30"/>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7" name="Google Shape;517;p30"/>
            <p:cNvSpPr/>
            <p:nvPr/>
          </p:nvSpPr>
          <p:spPr>
            <a:xfrm>
              <a:off x="1419225" y="228600"/>
              <a:ext cx="142800" cy="142800"/>
            </a:xfrm>
            <a:prstGeom prst="ellipse">
              <a:avLst/>
            </a:pr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and text 6">
  <p:cSld name="CUSTOM_17_1_1_1">
    <p:bg>
      <p:bgPr>
        <a:solidFill>
          <a:schemeClr val="accent2"/>
        </a:solidFill>
        <a:effectLst/>
      </p:bgPr>
    </p:bg>
    <p:spTree>
      <p:nvGrpSpPr>
        <p:cNvPr id="1" name="Shape 518"/>
        <p:cNvGrpSpPr/>
        <p:nvPr/>
      </p:nvGrpSpPr>
      <p:grpSpPr>
        <a:xfrm>
          <a:off x="0" y="0"/>
          <a:ext cx="0" cy="0"/>
          <a:chOff x="0" y="0"/>
          <a:chExt cx="0" cy="0"/>
        </a:xfrm>
      </p:grpSpPr>
      <p:sp>
        <p:nvSpPr>
          <p:cNvPr id="519" name="Google Shape;519;p31"/>
          <p:cNvSpPr txBox="1">
            <a:spLocks noGrp="1"/>
          </p:cNvSpPr>
          <p:nvPr>
            <p:ph type="subTitle" idx="1"/>
          </p:nvPr>
        </p:nvSpPr>
        <p:spPr>
          <a:xfrm>
            <a:off x="1576350" y="4171950"/>
            <a:ext cx="5991300" cy="414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520" name="Google Shape;520;p31"/>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521" name="Google Shape;521;p31"/>
          <p:cNvGrpSpPr/>
          <p:nvPr/>
        </p:nvGrpSpPr>
        <p:grpSpPr>
          <a:xfrm rot="10670711">
            <a:off x="7293742" y="564593"/>
            <a:ext cx="1385941" cy="2705273"/>
            <a:chOff x="409722" y="228600"/>
            <a:chExt cx="1385931" cy="2705253"/>
          </a:xfrm>
        </p:grpSpPr>
        <p:grpSp>
          <p:nvGrpSpPr>
            <p:cNvPr id="522" name="Google Shape;522;p31"/>
            <p:cNvGrpSpPr/>
            <p:nvPr/>
          </p:nvGrpSpPr>
          <p:grpSpPr>
            <a:xfrm rot="-617154" flipH="1">
              <a:off x="575967" y="402323"/>
              <a:ext cx="1053440" cy="2450002"/>
              <a:chOff x="3817855" y="1437512"/>
              <a:chExt cx="541146" cy="1128254"/>
            </a:xfrm>
          </p:grpSpPr>
          <p:sp>
            <p:nvSpPr>
              <p:cNvPr id="523" name="Google Shape;523;p31"/>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31"/>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5" name="Google Shape;525;p31"/>
            <p:cNvSpPr/>
            <p:nvPr/>
          </p:nvSpPr>
          <p:spPr>
            <a:xfrm>
              <a:off x="1419225" y="228600"/>
              <a:ext cx="142800" cy="142800"/>
            </a:xfrm>
            <a:prstGeom prst="ellipse">
              <a:avLst/>
            </a:pr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 name="Google Shape;526;p31"/>
          <p:cNvGrpSpPr/>
          <p:nvPr/>
        </p:nvGrpSpPr>
        <p:grpSpPr>
          <a:xfrm rot="-129289">
            <a:off x="464317" y="1717068"/>
            <a:ext cx="1385941" cy="2705273"/>
            <a:chOff x="409722" y="228600"/>
            <a:chExt cx="1385931" cy="2705253"/>
          </a:xfrm>
        </p:grpSpPr>
        <p:grpSp>
          <p:nvGrpSpPr>
            <p:cNvPr id="527" name="Google Shape;527;p31"/>
            <p:cNvGrpSpPr/>
            <p:nvPr/>
          </p:nvGrpSpPr>
          <p:grpSpPr>
            <a:xfrm rot="-617154" flipH="1">
              <a:off x="575967" y="402323"/>
              <a:ext cx="1053440" cy="2450002"/>
              <a:chOff x="3817855" y="1437512"/>
              <a:chExt cx="541146" cy="1128254"/>
            </a:xfrm>
          </p:grpSpPr>
          <p:sp>
            <p:nvSpPr>
              <p:cNvPr id="528" name="Google Shape;528;p31"/>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31"/>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0" name="Google Shape;530;p31"/>
            <p:cNvSpPr/>
            <p:nvPr/>
          </p:nvSpPr>
          <p:spPr>
            <a:xfrm>
              <a:off x="1419225" y="228600"/>
              <a:ext cx="142800" cy="142800"/>
            </a:xfrm>
            <a:prstGeom prst="ellipse">
              <a:avLst/>
            </a:pr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and text 7">
  <p:cSld name="CUSTOM_17_1_1_1_2">
    <p:bg>
      <p:bgPr>
        <a:solidFill>
          <a:schemeClr val="accent2"/>
        </a:solidFill>
        <a:effectLst/>
      </p:bgPr>
    </p:bg>
    <p:spTree>
      <p:nvGrpSpPr>
        <p:cNvPr id="1" name="Shape 531"/>
        <p:cNvGrpSpPr/>
        <p:nvPr/>
      </p:nvGrpSpPr>
      <p:grpSpPr>
        <a:xfrm>
          <a:off x="0" y="0"/>
          <a:ext cx="0" cy="0"/>
          <a:chOff x="0" y="0"/>
          <a:chExt cx="0" cy="0"/>
        </a:xfrm>
      </p:grpSpPr>
      <p:cxnSp>
        <p:nvCxnSpPr>
          <p:cNvPr id="532" name="Google Shape;532;p32"/>
          <p:cNvCxnSpPr/>
          <p:nvPr/>
        </p:nvCxnSpPr>
        <p:spPr>
          <a:xfrm rot="10800000">
            <a:off x="-123825" y="4171950"/>
            <a:ext cx="5791200" cy="0"/>
          </a:xfrm>
          <a:prstGeom prst="straightConnector1">
            <a:avLst/>
          </a:prstGeom>
          <a:noFill/>
          <a:ln w="28575" cap="flat" cmpd="sng">
            <a:solidFill>
              <a:schemeClr val="accent5"/>
            </a:solidFill>
            <a:prstDash val="solid"/>
            <a:round/>
            <a:headEnd type="none" w="med" len="med"/>
            <a:tailEnd type="none" w="med" len="med"/>
          </a:ln>
        </p:spPr>
      </p:cxnSp>
      <p:sp>
        <p:nvSpPr>
          <p:cNvPr id="533" name="Google Shape;533;p32"/>
          <p:cNvSpPr txBox="1">
            <a:spLocks noGrp="1"/>
          </p:cNvSpPr>
          <p:nvPr>
            <p:ph type="subTitle" idx="1"/>
          </p:nvPr>
        </p:nvSpPr>
        <p:spPr>
          <a:xfrm>
            <a:off x="5302455" y="2342755"/>
            <a:ext cx="2995200" cy="1279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534" name="Google Shape;534;p32"/>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535" name="Google Shape;535;p32"/>
          <p:cNvGrpSpPr/>
          <p:nvPr/>
        </p:nvGrpSpPr>
        <p:grpSpPr>
          <a:xfrm>
            <a:off x="185862" y="2971418"/>
            <a:ext cx="898624" cy="1399943"/>
            <a:chOff x="1029350" y="2586825"/>
            <a:chExt cx="1127225" cy="1756075"/>
          </a:xfrm>
        </p:grpSpPr>
        <p:sp>
          <p:nvSpPr>
            <p:cNvPr id="536" name="Google Shape;536;p32"/>
            <p:cNvSpPr/>
            <p:nvPr/>
          </p:nvSpPr>
          <p:spPr>
            <a:xfrm>
              <a:off x="1293025" y="2586825"/>
              <a:ext cx="608900" cy="818625"/>
            </a:xfrm>
            <a:custGeom>
              <a:avLst/>
              <a:gdLst/>
              <a:ahLst/>
              <a:cxnLst/>
              <a:rect l="l" t="t" r="r" b="b"/>
              <a:pathLst>
                <a:path w="24356" h="32745" extrusionOk="0">
                  <a:moveTo>
                    <a:pt x="12925" y="0"/>
                  </a:moveTo>
                  <a:cubicBezTo>
                    <a:pt x="6916" y="0"/>
                    <a:pt x="1600" y="6659"/>
                    <a:pt x="816" y="15331"/>
                  </a:cubicBezTo>
                  <a:cubicBezTo>
                    <a:pt x="1" y="24385"/>
                    <a:pt x="4437" y="32126"/>
                    <a:pt x="10730" y="32715"/>
                  </a:cubicBezTo>
                  <a:cubicBezTo>
                    <a:pt x="10961" y="32735"/>
                    <a:pt x="11192" y="32745"/>
                    <a:pt x="11422" y="32745"/>
                  </a:cubicBezTo>
                  <a:cubicBezTo>
                    <a:pt x="17396" y="32745"/>
                    <a:pt x="22756" y="26043"/>
                    <a:pt x="23541" y="17368"/>
                  </a:cubicBezTo>
                  <a:cubicBezTo>
                    <a:pt x="24356" y="8360"/>
                    <a:pt x="19919" y="574"/>
                    <a:pt x="13627" y="30"/>
                  </a:cubicBezTo>
                  <a:cubicBezTo>
                    <a:pt x="13392" y="10"/>
                    <a:pt x="13158" y="0"/>
                    <a:pt x="12925" y="0"/>
                  </a:cubicBezTo>
                  <a:close/>
                </a:path>
              </a:pathLst>
            </a:cu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32"/>
            <p:cNvSpPr/>
            <p:nvPr/>
          </p:nvSpPr>
          <p:spPr>
            <a:xfrm>
              <a:off x="1484300" y="2596625"/>
              <a:ext cx="267100" cy="817125"/>
            </a:xfrm>
            <a:custGeom>
              <a:avLst/>
              <a:gdLst/>
              <a:ahLst/>
              <a:cxnLst/>
              <a:rect l="l" t="t" r="r" b="b"/>
              <a:pathLst>
                <a:path w="10684" h="32685" extrusionOk="0">
                  <a:moveTo>
                    <a:pt x="5931" y="1"/>
                  </a:moveTo>
                  <a:lnTo>
                    <a:pt x="4256" y="18742"/>
                  </a:lnTo>
                  <a:lnTo>
                    <a:pt x="408" y="12133"/>
                  </a:lnTo>
                  <a:lnTo>
                    <a:pt x="0" y="12585"/>
                  </a:lnTo>
                  <a:lnTo>
                    <a:pt x="4165" y="19783"/>
                  </a:lnTo>
                  <a:lnTo>
                    <a:pt x="3033" y="32639"/>
                  </a:lnTo>
                  <a:lnTo>
                    <a:pt x="3577" y="32685"/>
                  </a:lnTo>
                  <a:lnTo>
                    <a:pt x="4165" y="26121"/>
                  </a:lnTo>
                  <a:lnTo>
                    <a:pt x="4301" y="26302"/>
                  </a:lnTo>
                  <a:lnTo>
                    <a:pt x="10684" y="19285"/>
                  </a:lnTo>
                  <a:lnTo>
                    <a:pt x="10367" y="18742"/>
                  </a:lnTo>
                  <a:lnTo>
                    <a:pt x="4210" y="25442"/>
                  </a:lnTo>
                  <a:lnTo>
                    <a:pt x="4708" y="19964"/>
                  </a:lnTo>
                  <a:lnTo>
                    <a:pt x="4889" y="19783"/>
                  </a:lnTo>
                  <a:lnTo>
                    <a:pt x="4754" y="19557"/>
                  </a:lnTo>
                  <a:lnTo>
                    <a:pt x="6474" y="46"/>
                  </a:lnTo>
                  <a:lnTo>
                    <a:pt x="5931" y="1"/>
                  </a:lnTo>
                  <a:close/>
                </a:path>
              </a:pathLst>
            </a:custGeom>
            <a:solidFill>
              <a:schemeClr val="accent5"/>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32"/>
            <p:cNvSpPr/>
            <p:nvPr/>
          </p:nvSpPr>
          <p:spPr>
            <a:xfrm>
              <a:off x="1089325" y="3411475"/>
              <a:ext cx="1067250" cy="931425"/>
            </a:xfrm>
            <a:custGeom>
              <a:avLst/>
              <a:gdLst/>
              <a:ahLst/>
              <a:cxnLst/>
              <a:rect l="l" t="t" r="r" b="b"/>
              <a:pathLst>
                <a:path w="42690" h="37257" extrusionOk="0">
                  <a:moveTo>
                    <a:pt x="21367" y="0"/>
                  </a:moveTo>
                  <a:cubicBezTo>
                    <a:pt x="9552" y="0"/>
                    <a:pt x="1" y="8330"/>
                    <a:pt x="1" y="18606"/>
                  </a:cubicBezTo>
                  <a:cubicBezTo>
                    <a:pt x="1" y="28882"/>
                    <a:pt x="9552" y="37257"/>
                    <a:pt x="21367" y="37257"/>
                  </a:cubicBezTo>
                  <a:cubicBezTo>
                    <a:pt x="33137" y="37257"/>
                    <a:pt x="42689" y="28882"/>
                    <a:pt x="42689" y="18606"/>
                  </a:cubicBezTo>
                  <a:cubicBezTo>
                    <a:pt x="42689" y="8330"/>
                    <a:pt x="33137" y="0"/>
                    <a:pt x="21367"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32"/>
            <p:cNvSpPr/>
            <p:nvPr/>
          </p:nvSpPr>
          <p:spPr>
            <a:xfrm>
              <a:off x="1316800" y="3456725"/>
              <a:ext cx="613425" cy="363325"/>
            </a:xfrm>
            <a:custGeom>
              <a:avLst/>
              <a:gdLst/>
              <a:ahLst/>
              <a:cxnLst/>
              <a:rect l="l" t="t" r="r" b="b"/>
              <a:pathLst>
                <a:path w="24537" h="14533" extrusionOk="0">
                  <a:moveTo>
                    <a:pt x="12268" y="1"/>
                  </a:moveTo>
                  <a:cubicBezTo>
                    <a:pt x="5478" y="1"/>
                    <a:pt x="1" y="3260"/>
                    <a:pt x="1" y="7289"/>
                  </a:cubicBezTo>
                  <a:cubicBezTo>
                    <a:pt x="1" y="11273"/>
                    <a:pt x="5478" y="14532"/>
                    <a:pt x="12268" y="14532"/>
                  </a:cubicBezTo>
                  <a:cubicBezTo>
                    <a:pt x="19014" y="14532"/>
                    <a:pt x="24536" y="11273"/>
                    <a:pt x="24536" y="7289"/>
                  </a:cubicBezTo>
                  <a:cubicBezTo>
                    <a:pt x="24536" y="3260"/>
                    <a:pt x="19014" y="1"/>
                    <a:pt x="12268" y="1"/>
                  </a:cubicBezTo>
                  <a:close/>
                </a:path>
              </a:pathLst>
            </a:cu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32"/>
            <p:cNvSpPr/>
            <p:nvPr/>
          </p:nvSpPr>
          <p:spPr>
            <a:xfrm>
              <a:off x="1029350" y="2977250"/>
              <a:ext cx="720925" cy="764525"/>
            </a:xfrm>
            <a:custGeom>
              <a:avLst/>
              <a:gdLst/>
              <a:ahLst/>
              <a:cxnLst/>
              <a:rect l="l" t="t" r="r" b="b"/>
              <a:pathLst>
                <a:path w="28837" h="30581" extrusionOk="0">
                  <a:moveTo>
                    <a:pt x="10477" y="0"/>
                  </a:moveTo>
                  <a:cubicBezTo>
                    <a:pt x="8956" y="0"/>
                    <a:pt x="7502" y="359"/>
                    <a:pt x="6202" y="1118"/>
                  </a:cubicBezTo>
                  <a:cubicBezTo>
                    <a:pt x="725" y="4286"/>
                    <a:pt x="0" y="13204"/>
                    <a:pt x="4572" y="21036"/>
                  </a:cubicBezTo>
                  <a:cubicBezTo>
                    <a:pt x="8010" y="26983"/>
                    <a:pt x="13509" y="30580"/>
                    <a:pt x="18335" y="30580"/>
                  </a:cubicBezTo>
                  <a:cubicBezTo>
                    <a:pt x="19865" y="30580"/>
                    <a:pt x="21327" y="30219"/>
                    <a:pt x="22635" y="29456"/>
                  </a:cubicBezTo>
                  <a:cubicBezTo>
                    <a:pt x="28112" y="26332"/>
                    <a:pt x="28837" y="17414"/>
                    <a:pt x="24310" y="9583"/>
                  </a:cubicBezTo>
                  <a:cubicBezTo>
                    <a:pt x="20832" y="3626"/>
                    <a:pt x="15311" y="0"/>
                    <a:pt x="10477" y="0"/>
                  </a:cubicBezTo>
                  <a:close/>
                </a:path>
              </a:pathLst>
            </a:cu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32"/>
            <p:cNvSpPr/>
            <p:nvPr/>
          </p:nvSpPr>
          <p:spPr>
            <a:xfrm>
              <a:off x="1188925" y="3006300"/>
              <a:ext cx="423275" cy="715275"/>
            </a:xfrm>
            <a:custGeom>
              <a:avLst/>
              <a:gdLst/>
              <a:ahLst/>
              <a:cxnLst/>
              <a:rect l="l" t="t" r="r" b="b"/>
              <a:pathLst>
                <a:path w="16931" h="28611" extrusionOk="0">
                  <a:moveTo>
                    <a:pt x="453" y="1"/>
                  </a:moveTo>
                  <a:lnTo>
                    <a:pt x="0" y="272"/>
                  </a:lnTo>
                  <a:lnTo>
                    <a:pt x="9461" y="16569"/>
                  </a:lnTo>
                  <a:lnTo>
                    <a:pt x="2490" y="13355"/>
                  </a:lnTo>
                  <a:lnTo>
                    <a:pt x="2399" y="13989"/>
                  </a:lnTo>
                  <a:lnTo>
                    <a:pt x="10005" y="17475"/>
                  </a:lnTo>
                  <a:lnTo>
                    <a:pt x="16478" y="28611"/>
                  </a:lnTo>
                  <a:lnTo>
                    <a:pt x="16931" y="28339"/>
                  </a:lnTo>
                  <a:lnTo>
                    <a:pt x="13626" y="22635"/>
                  </a:lnTo>
                  <a:lnTo>
                    <a:pt x="13807" y="22726"/>
                  </a:lnTo>
                  <a:lnTo>
                    <a:pt x="14984" y="13265"/>
                  </a:lnTo>
                  <a:lnTo>
                    <a:pt x="14396" y="13038"/>
                  </a:lnTo>
                  <a:lnTo>
                    <a:pt x="13264" y="22047"/>
                  </a:lnTo>
                  <a:lnTo>
                    <a:pt x="10503" y="17294"/>
                  </a:lnTo>
                  <a:lnTo>
                    <a:pt x="10548" y="17067"/>
                  </a:lnTo>
                  <a:lnTo>
                    <a:pt x="10322" y="16931"/>
                  </a:lnTo>
                  <a:lnTo>
                    <a:pt x="453" y="1"/>
                  </a:lnTo>
                  <a:close/>
                </a:path>
              </a:pathLst>
            </a:custGeom>
            <a:solidFill>
              <a:schemeClr val="accent5"/>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32"/>
            <p:cNvSpPr/>
            <p:nvPr/>
          </p:nvSpPr>
          <p:spPr>
            <a:xfrm>
              <a:off x="1497875" y="2904700"/>
              <a:ext cx="607775" cy="817750"/>
            </a:xfrm>
            <a:custGeom>
              <a:avLst/>
              <a:gdLst/>
              <a:ahLst/>
              <a:cxnLst/>
              <a:rect l="l" t="t" r="r" b="b"/>
              <a:pathLst>
                <a:path w="24311" h="32710" extrusionOk="0">
                  <a:moveTo>
                    <a:pt x="12875" y="1"/>
                  </a:moveTo>
                  <a:cubicBezTo>
                    <a:pt x="6883" y="1"/>
                    <a:pt x="1552" y="6688"/>
                    <a:pt x="770" y="15337"/>
                  </a:cubicBezTo>
                  <a:cubicBezTo>
                    <a:pt x="1" y="24345"/>
                    <a:pt x="4437" y="32132"/>
                    <a:pt x="10684" y="32675"/>
                  </a:cubicBezTo>
                  <a:cubicBezTo>
                    <a:pt x="10936" y="32698"/>
                    <a:pt x="11186" y="32710"/>
                    <a:pt x="11436" y="32710"/>
                  </a:cubicBezTo>
                  <a:cubicBezTo>
                    <a:pt x="17428" y="32710"/>
                    <a:pt x="22756" y="26022"/>
                    <a:pt x="23495" y="17374"/>
                  </a:cubicBezTo>
                  <a:cubicBezTo>
                    <a:pt x="24310" y="8365"/>
                    <a:pt x="19874" y="579"/>
                    <a:pt x="13627" y="36"/>
                  </a:cubicBezTo>
                  <a:cubicBezTo>
                    <a:pt x="13375" y="12"/>
                    <a:pt x="13124" y="1"/>
                    <a:pt x="12875" y="1"/>
                  </a:cubicBezTo>
                  <a:close/>
                </a:path>
              </a:pathLst>
            </a:cu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32"/>
            <p:cNvSpPr/>
            <p:nvPr/>
          </p:nvSpPr>
          <p:spPr>
            <a:xfrm>
              <a:off x="1688000" y="2913500"/>
              <a:ext cx="268250" cy="818275"/>
            </a:xfrm>
            <a:custGeom>
              <a:avLst/>
              <a:gdLst/>
              <a:ahLst/>
              <a:cxnLst/>
              <a:rect l="l" t="t" r="r" b="b"/>
              <a:pathLst>
                <a:path w="10730" h="32731" extrusionOk="0">
                  <a:moveTo>
                    <a:pt x="5976" y="1"/>
                  </a:moveTo>
                  <a:lnTo>
                    <a:pt x="4301" y="18787"/>
                  </a:lnTo>
                  <a:lnTo>
                    <a:pt x="453" y="12178"/>
                  </a:lnTo>
                  <a:lnTo>
                    <a:pt x="1" y="12631"/>
                  </a:lnTo>
                  <a:lnTo>
                    <a:pt x="4211" y="19829"/>
                  </a:lnTo>
                  <a:lnTo>
                    <a:pt x="3034" y="32685"/>
                  </a:lnTo>
                  <a:lnTo>
                    <a:pt x="3577" y="32730"/>
                  </a:lnTo>
                  <a:lnTo>
                    <a:pt x="4166" y="26121"/>
                  </a:lnTo>
                  <a:lnTo>
                    <a:pt x="4301" y="26347"/>
                  </a:lnTo>
                  <a:lnTo>
                    <a:pt x="10730" y="19285"/>
                  </a:lnTo>
                  <a:lnTo>
                    <a:pt x="10367" y="18787"/>
                  </a:lnTo>
                  <a:lnTo>
                    <a:pt x="4256" y="25487"/>
                  </a:lnTo>
                  <a:lnTo>
                    <a:pt x="4754" y="20010"/>
                  </a:lnTo>
                  <a:lnTo>
                    <a:pt x="4890" y="19829"/>
                  </a:lnTo>
                  <a:lnTo>
                    <a:pt x="4754" y="19602"/>
                  </a:lnTo>
                  <a:lnTo>
                    <a:pt x="6520" y="91"/>
                  </a:lnTo>
                  <a:lnTo>
                    <a:pt x="5976" y="1"/>
                  </a:lnTo>
                  <a:close/>
                </a:path>
              </a:pathLst>
            </a:custGeom>
            <a:solidFill>
              <a:schemeClr val="accent5"/>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 name="Google Shape;544;p32"/>
          <p:cNvGrpSpPr/>
          <p:nvPr/>
        </p:nvGrpSpPr>
        <p:grpSpPr>
          <a:xfrm rot="4339236" flipH="1">
            <a:off x="6871105" y="3057801"/>
            <a:ext cx="1385973" cy="2705337"/>
            <a:chOff x="409722" y="228600"/>
            <a:chExt cx="1385931" cy="2705253"/>
          </a:xfrm>
        </p:grpSpPr>
        <p:grpSp>
          <p:nvGrpSpPr>
            <p:cNvPr id="545" name="Google Shape;545;p32"/>
            <p:cNvGrpSpPr/>
            <p:nvPr/>
          </p:nvGrpSpPr>
          <p:grpSpPr>
            <a:xfrm rot="-617154" flipH="1">
              <a:off x="575967" y="402323"/>
              <a:ext cx="1053440" cy="2450002"/>
              <a:chOff x="3817855" y="1437512"/>
              <a:chExt cx="541146" cy="1128254"/>
            </a:xfrm>
          </p:grpSpPr>
          <p:sp>
            <p:nvSpPr>
              <p:cNvPr id="546" name="Google Shape;546;p32"/>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32"/>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8" name="Google Shape;548;p32"/>
            <p:cNvSpPr/>
            <p:nvPr/>
          </p:nvSpPr>
          <p:spPr>
            <a:xfrm>
              <a:off x="1419225" y="228600"/>
              <a:ext cx="142800" cy="142800"/>
            </a:xfrm>
            <a:prstGeom prst="ellipse">
              <a:avLst/>
            </a:pr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and text 8">
  <p:cSld name="CUSTOM_17_1_1_1_1">
    <p:bg>
      <p:bgPr>
        <a:solidFill>
          <a:schemeClr val="accent1"/>
        </a:solidFill>
        <a:effectLst/>
      </p:bgPr>
    </p:bg>
    <p:spTree>
      <p:nvGrpSpPr>
        <p:cNvPr id="1" name="Shape 549"/>
        <p:cNvGrpSpPr/>
        <p:nvPr/>
      </p:nvGrpSpPr>
      <p:grpSpPr>
        <a:xfrm>
          <a:off x="0" y="0"/>
          <a:ext cx="0" cy="0"/>
          <a:chOff x="0" y="0"/>
          <a:chExt cx="0" cy="0"/>
        </a:xfrm>
      </p:grpSpPr>
      <p:grpSp>
        <p:nvGrpSpPr>
          <p:cNvPr id="550" name="Google Shape;550;p33"/>
          <p:cNvGrpSpPr/>
          <p:nvPr/>
        </p:nvGrpSpPr>
        <p:grpSpPr>
          <a:xfrm>
            <a:off x="4281415" y="75177"/>
            <a:ext cx="581170" cy="125403"/>
            <a:chOff x="4685288" y="186288"/>
            <a:chExt cx="419375" cy="90485"/>
          </a:xfrm>
        </p:grpSpPr>
        <p:sp>
          <p:nvSpPr>
            <p:cNvPr id="551" name="Google Shape;551;p33"/>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2" name="Google Shape;552;p33"/>
            <p:cNvGrpSpPr/>
            <p:nvPr/>
          </p:nvGrpSpPr>
          <p:grpSpPr>
            <a:xfrm>
              <a:off x="4685288" y="186300"/>
              <a:ext cx="419375" cy="90473"/>
              <a:chOff x="4390000" y="182175"/>
              <a:chExt cx="419375" cy="90473"/>
            </a:xfrm>
          </p:grpSpPr>
          <p:sp>
            <p:nvSpPr>
              <p:cNvPr id="553" name="Google Shape;553;p33"/>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33"/>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55" name="Google Shape;555;p33"/>
          <p:cNvSpPr/>
          <p:nvPr/>
        </p:nvSpPr>
        <p:spPr>
          <a:xfrm rot="10800000" flipH="1">
            <a:off x="319050" y="283356"/>
            <a:ext cx="8505900" cy="45768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33"/>
          <p:cNvSpPr/>
          <p:nvPr/>
        </p:nvSpPr>
        <p:spPr>
          <a:xfrm>
            <a:off x="7132742" y="-24296"/>
            <a:ext cx="1612254" cy="1208486"/>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33"/>
          <p:cNvSpPr/>
          <p:nvPr/>
        </p:nvSpPr>
        <p:spPr>
          <a:xfrm flipH="1">
            <a:off x="-9513" y="402390"/>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33"/>
          <p:cNvSpPr/>
          <p:nvPr/>
        </p:nvSpPr>
        <p:spPr>
          <a:xfrm>
            <a:off x="7972352" y="1356826"/>
            <a:ext cx="1196082" cy="113470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33"/>
          <p:cNvSpPr txBox="1">
            <a:spLocks noGrp="1"/>
          </p:cNvSpPr>
          <p:nvPr>
            <p:ph type="title"/>
          </p:nvPr>
        </p:nvSpPr>
        <p:spPr>
          <a:xfrm>
            <a:off x="713163" y="3265075"/>
            <a:ext cx="7709100" cy="555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560" name="Google Shape;560;p33"/>
          <p:cNvSpPr txBox="1">
            <a:spLocks noGrp="1"/>
          </p:cNvSpPr>
          <p:nvPr>
            <p:ph type="subTitle" idx="1"/>
          </p:nvPr>
        </p:nvSpPr>
        <p:spPr>
          <a:xfrm>
            <a:off x="713163" y="3877750"/>
            <a:ext cx="7709100" cy="555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6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and two columns 1">
  <p:cSld name="CUSTOM_13">
    <p:bg>
      <p:bgPr>
        <a:solidFill>
          <a:schemeClr val="accent2"/>
        </a:solidFill>
        <a:effectLst/>
      </p:bgPr>
    </p:bg>
    <p:spTree>
      <p:nvGrpSpPr>
        <p:cNvPr id="1" name="Shape 561"/>
        <p:cNvGrpSpPr/>
        <p:nvPr/>
      </p:nvGrpSpPr>
      <p:grpSpPr>
        <a:xfrm>
          <a:off x="0" y="0"/>
          <a:ext cx="0" cy="0"/>
          <a:chOff x="0" y="0"/>
          <a:chExt cx="0" cy="0"/>
        </a:xfrm>
      </p:grpSpPr>
      <p:sp>
        <p:nvSpPr>
          <p:cNvPr id="562" name="Google Shape;562;p34"/>
          <p:cNvSpPr/>
          <p:nvPr/>
        </p:nvSpPr>
        <p:spPr>
          <a:xfrm flipH="1">
            <a:off x="319043" y="283350"/>
            <a:ext cx="8505900" cy="4576800"/>
          </a:xfrm>
          <a:prstGeom prst="roundRect">
            <a:avLst>
              <a:gd name="adj" fmla="val 3396"/>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34"/>
          <p:cNvSpPr/>
          <p:nvPr/>
        </p:nvSpPr>
        <p:spPr>
          <a:xfrm rot="10800000" flipH="1">
            <a:off x="4671500" y="576000"/>
            <a:ext cx="3807600" cy="19005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4"/>
          <p:cNvSpPr/>
          <p:nvPr/>
        </p:nvSpPr>
        <p:spPr>
          <a:xfrm rot="10800000" flipH="1">
            <a:off x="4671500" y="2667000"/>
            <a:ext cx="3807600" cy="18957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4"/>
          <p:cNvSpPr/>
          <p:nvPr/>
        </p:nvSpPr>
        <p:spPr>
          <a:xfrm rot="10800000" flipH="1">
            <a:off x="661175" y="576000"/>
            <a:ext cx="3807600" cy="39867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6" name="Google Shape;566;p34"/>
          <p:cNvGrpSpPr/>
          <p:nvPr/>
        </p:nvGrpSpPr>
        <p:grpSpPr>
          <a:xfrm>
            <a:off x="648492" y="562303"/>
            <a:ext cx="1664885" cy="1737662"/>
            <a:chOff x="674764" y="590653"/>
            <a:chExt cx="1664885" cy="1737662"/>
          </a:xfrm>
        </p:grpSpPr>
        <p:sp>
          <p:nvSpPr>
            <p:cNvPr id="567" name="Google Shape;567;p34"/>
            <p:cNvSpPr/>
            <p:nvPr/>
          </p:nvSpPr>
          <p:spPr>
            <a:xfrm flipH="1">
              <a:off x="947000" y="591709"/>
              <a:ext cx="1028800" cy="820648"/>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4"/>
            <p:cNvSpPr/>
            <p:nvPr/>
          </p:nvSpPr>
          <p:spPr>
            <a:xfrm flipH="1">
              <a:off x="1535518" y="590653"/>
              <a:ext cx="804131" cy="641399"/>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4"/>
            <p:cNvSpPr/>
            <p:nvPr/>
          </p:nvSpPr>
          <p:spPr>
            <a:xfrm flipH="1">
              <a:off x="674764" y="1598807"/>
              <a:ext cx="768932" cy="729508"/>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 name="Google Shape;570;p34"/>
          <p:cNvGrpSpPr/>
          <p:nvPr/>
        </p:nvGrpSpPr>
        <p:grpSpPr>
          <a:xfrm rot="10800000" flipH="1">
            <a:off x="6688203" y="2649749"/>
            <a:ext cx="1805174" cy="1083810"/>
            <a:chOff x="6659628" y="3464137"/>
            <a:chExt cx="1805174" cy="1083810"/>
          </a:xfrm>
        </p:grpSpPr>
        <p:sp>
          <p:nvSpPr>
            <p:cNvPr id="571" name="Google Shape;571;p34"/>
            <p:cNvSpPr/>
            <p:nvPr/>
          </p:nvSpPr>
          <p:spPr>
            <a:xfrm flipH="1">
              <a:off x="6659628" y="3545595"/>
              <a:ext cx="1262868" cy="1002352"/>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4"/>
            <p:cNvSpPr/>
            <p:nvPr/>
          </p:nvSpPr>
          <p:spPr>
            <a:xfrm rot="10800000" flipH="1">
              <a:off x="7611614" y="3464137"/>
              <a:ext cx="853189" cy="845690"/>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 name="Google Shape;573;p34"/>
          <p:cNvGrpSpPr/>
          <p:nvPr/>
        </p:nvGrpSpPr>
        <p:grpSpPr>
          <a:xfrm rot="10800000" flipH="1">
            <a:off x="6688203" y="559012"/>
            <a:ext cx="1805174" cy="1083810"/>
            <a:chOff x="6659628" y="3464137"/>
            <a:chExt cx="1805174" cy="1083810"/>
          </a:xfrm>
        </p:grpSpPr>
        <p:sp>
          <p:nvSpPr>
            <p:cNvPr id="574" name="Google Shape;574;p34"/>
            <p:cNvSpPr/>
            <p:nvPr/>
          </p:nvSpPr>
          <p:spPr>
            <a:xfrm flipH="1">
              <a:off x="6659628" y="3545595"/>
              <a:ext cx="1262868" cy="1002352"/>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4"/>
            <p:cNvSpPr/>
            <p:nvPr/>
          </p:nvSpPr>
          <p:spPr>
            <a:xfrm rot="10800000" flipH="1">
              <a:off x="7611614" y="3464137"/>
              <a:ext cx="853189" cy="845690"/>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 name="Google Shape;576;p34"/>
          <p:cNvGrpSpPr/>
          <p:nvPr/>
        </p:nvGrpSpPr>
        <p:grpSpPr>
          <a:xfrm rot="10800000">
            <a:off x="2817889" y="2836934"/>
            <a:ext cx="1664885" cy="1737662"/>
            <a:chOff x="674764" y="590653"/>
            <a:chExt cx="1664885" cy="1737662"/>
          </a:xfrm>
        </p:grpSpPr>
        <p:sp>
          <p:nvSpPr>
            <p:cNvPr id="577" name="Google Shape;577;p34"/>
            <p:cNvSpPr/>
            <p:nvPr/>
          </p:nvSpPr>
          <p:spPr>
            <a:xfrm flipH="1">
              <a:off x="947000" y="591709"/>
              <a:ext cx="1028800" cy="820648"/>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4"/>
            <p:cNvSpPr/>
            <p:nvPr/>
          </p:nvSpPr>
          <p:spPr>
            <a:xfrm flipH="1">
              <a:off x="1535518" y="590653"/>
              <a:ext cx="804131" cy="641399"/>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4"/>
            <p:cNvSpPr/>
            <p:nvPr/>
          </p:nvSpPr>
          <p:spPr>
            <a:xfrm flipH="1">
              <a:off x="674764" y="1598807"/>
              <a:ext cx="768932" cy="729508"/>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0" name="Google Shape;580;p34"/>
          <p:cNvSpPr txBox="1">
            <a:spLocks noGrp="1"/>
          </p:cNvSpPr>
          <p:nvPr>
            <p:ph type="title"/>
          </p:nvPr>
        </p:nvSpPr>
        <p:spPr>
          <a:xfrm>
            <a:off x="1256775" y="1958850"/>
            <a:ext cx="2610900" cy="12258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581" name="Google Shape;581;p34"/>
          <p:cNvSpPr txBox="1">
            <a:spLocks noGrp="1"/>
          </p:cNvSpPr>
          <p:nvPr>
            <p:ph type="title" idx="2"/>
          </p:nvPr>
        </p:nvSpPr>
        <p:spPr>
          <a:xfrm>
            <a:off x="4895850" y="2893326"/>
            <a:ext cx="33147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1800" b="1"/>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582" name="Google Shape;582;p34"/>
          <p:cNvSpPr txBox="1">
            <a:spLocks noGrp="1"/>
          </p:cNvSpPr>
          <p:nvPr>
            <p:ph type="subTitle" idx="1"/>
          </p:nvPr>
        </p:nvSpPr>
        <p:spPr>
          <a:xfrm>
            <a:off x="4895850" y="3409216"/>
            <a:ext cx="3314700" cy="960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6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583" name="Google Shape;583;p34"/>
          <p:cNvSpPr txBox="1">
            <a:spLocks noGrp="1"/>
          </p:cNvSpPr>
          <p:nvPr>
            <p:ph type="title" idx="3"/>
          </p:nvPr>
        </p:nvSpPr>
        <p:spPr>
          <a:xfrm>
            <a:off x="4895850" y="774284"/>
            <a:ext cx="33147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1800" b="1"/>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584" name="Google Shape;584;p34"/>
          <p:cNvSpPr txBox="1">
            <a:spLocks noGrp="1"/>
          </p:cNvSpPr>
          <p:nvPr>
            <p:ph type="subTitle" idx="4"/>
          </p:nvPr>
        </p:nvSpPr>
        <p:spPr>
          <a:xfrm>
            <a:off x="4895850" y="1292608"/>
            <a:ext cx="3314700" cy="956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6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grpSp>
        <p:nvGrpSpPr>
          <p:cNvPr id="585" name="Google Shape;585;p34"/>
          <p:cNvGrpSpPr/>
          <p:nvPr/>
        </p:nvGrpSpPr>
        <p:grpSpPr>
          <a:xfrm>
            <a:off x="4281415" y="375214"/>
            <a:ext cx="581170" cy="125403"/>
            <a:chOff x="4685288" y="186288"/>
            <a:chExt cx="419375" cy="90485"/>
          </a:xfrm>
        </p:grpSpPr>
        <p:sp>
          <p:nvSpPr>
            <p:cNvPr id="586" name="Google Shape;586;p34"/>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7" name="Google Shape;587;p34"/>
            <p:cNvGrpSpPr/>
            <p:nvPr/>
          </p:nvGrpSpPr>
          <p:grpSpPr>
            <a:xfrm>
              <a:off x="4685288" y="186300"/>
              <a:ext cx="419375" cy="90473"/>
              <a:chOff x="4390000" y="182175"/>
              <a:chExt cx="419375" cy="90473"/>
            </a:xfrm>
          </p:grpSpPr>
          <p:sp>
            <p:nvSpPr>
              <p:cNvPr id="588" name="Google Shape;588;p34"/>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4"/>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and two columns 2">
  <p:cSld name="CUSTOM_13_1">
    <p:spTree>
      <p:nvGrpSpPr>
        <p:cNvPr id="1" name="Shape 590"/>
        <p:cNvGrpSpPr/>
        <p:nvPr/>
      </p:nvGrpSpPr>
      <p:grpSpPr>
        <a:xfrm>
          <a:off x="0" y="0"/>
          <a:ext cx="0" cy="0"/>
          <a:chOff x="0" y="0"/>
          <a:chExt cx="0" cy="0"/>
        </a:xfrm>
      </p:grpSpPr>
      <p:sp>
        <p:nvSpPr>
          <p:cNvPr id="591" name="Google Shape;591;p35"/>
          <p:cNvSpPr/>
          <p:nvPr/>
        </p:nvSpPr>
        <p:spPr>
          <a:xfrm rot="10800000" flipH="1">
            <a:off x="319050" y="283356"/>
            <a:ext cx="8505900" cy="45768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5"/>
          <p:cNvSpPr/>
          <p:nvPr/>
        </p:nvSpPr>
        <p:spPr>
          <a:xfrm rot="10800000">
            <a:off x="413925" y="3935018"/>
            <a:ext cx="1612254" cy="1208486"/>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5"/>
          <p:cNvSpPr/>
          <p:nvPr/>
        </p:nvSpPr>
        <p:spPr>
          <a:xfrm rot="10800000">
            <a:off x="1481819" y="4205878"/>
            <a:ext cx="1250789" cy="937634"/>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5"/>
          <p:cNvSpPr/>
          <p:nvPr/>
        </p:nvSpPr>
        <p:spPr>
          <a:xfrm rot="10800000">
            <a:off x="6750722" y="-6"/>
            <a:ext cx="1664900" cy="1264737"/>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5"/>
          <p:cNvSpPr/>
          <p:nvPr/>
        </p:nvSpPr>
        <p:spPr>
          <a:xfrm>
            <a:off x="8024650" y="406410"/>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5"/>
          <p:cNvSpPr/>
          <p:nvPr/>
        </p:nvSpPr>
        <p:spPr>
          <a:xfrm>
            <a:off x="8024650" y="1284033"/>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5"/>
          <p:cNvSpPr/>
          <p:nvPr/>
        </p:nvSpPr>
        <p:spPr>
          <a:xfrm rot="10800000">
            <a:off x="-9513" y="2627673"/>
            <a:ext cx="1196082" cy="113470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8" name="Google Shape;598;p35"/>
          <p:cNvGrpSpPr/>
          <p:nvPr/>
        </p:nvGrpSpPr>
        <p:grpSpPr>
          <a:xfrm>
            <a:off x="4281415" y="75177"/>
            <a:ext cx="581170" cy="125403"/>
            <a:chOff x="4685288" y="186288"/>
            <a:chExt cx="419375" cy="90485"/>
          </a:xfrm>
        </p:grpSpPr>
        <p:sp>
          <p:nvSpPr>
            <p:cNvPr id="599" name="Google Shape;599;p35"/>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0" name="Google Shape;600;p35"/>
            <p:cNvGrpSpPr/>
            <p:nvPr/>
          </p:nvGrpSpPr>
          <p:grpSpPr>
            <a:xfrm>
              <a:off x="4685288" y="186300"/>
              <a:ext cx="419375" cy="90473"/>
              <a:chOff x="4390000" y="182175"/>
              <a:chExt cx="419375" cy="90473"/>
            </a:xfrm>
          </p:grpSpPr>
          <p:sp>
            <p:nvSpPr>
              <p:cNvPr id="601" name="Google Shape;601;p35"/>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5"/>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03" name="Google Shape;603;p35"/>
          <p:cNvSpPr txBox="1">
            <a:spLocks noGrp="1"/>
          </p:cNvSpPr>
          <p:nvPr>
            <p:ph type="body" idx="1"/>
          </p:nvPr>
        </p:nvSpPr>
        <p:spPr>
          <a:xfrm>
            <a:off x="1465050" y="1915549"/>
            <a:ext cx="2708700" cy="2389800"/>
          </a:xfrm>
          <a:prstGeom prst="rect">
            <a:avLst/>
          </a:prstGeom>
        </p:spPr>
        <p:txBody>
          <a:bodyPr spcFirstLastPara="1" wrap="square" lIns="91425" tIns="91425" rIns="91425" bIns="91425" anchor="t" anchorCtr="0">
            <a:noAutofit/>
          </a:bodyPr>
          <a:lstStyle>
            <a:lvl1pPr marL="457200" lvl="0" indent="-330200" rtl="0">
              <a:lnSpc>
                <a:spcPct val="100000"/>
              </a:lnSpc>
              <a:spcBef>
                <a:spcPts val="1000"/>
              </a:spcBef>
              <a:spcAft>
                <a:spcPts val="0"/>
              </a:spcAft>
              <a:buSzPts val="1600"/>
              <a:buChar char="●"/>
              <a:defRPr sz="1600"/>
            </a:lvl1pPr>
            <a:lvl2pPr marL="914400" lvl="1" indent="-330200" rtl="0">
              <a:spcBef>
                <a:spcPts val="0"/>
              </a:spcBef>
              <a:spcAft>
                <a:spcPts val="0"/>
              </a:spcAft>
              <a:buSzPts val="1600"/>
              <a:buChar char="○"/>
              <a:defRPr sz="1600"/>
            </a:lvl2pPr>
            <a:lvl3pPr marL="1371600" lvl="2" indent="-330200" rtl="0">
              <a:spcBef>
                <a:spcPts val="1600"/>
              </a:spcBef>
              <a:spcAft>
                <a:spcPts val="0"/>
              </a:spcAft>
              <a:buSzPts val="1600"/>
              <a:buChar char="■"/>
              <a:defRPr sz="1600"/>
            </a:lvl3pPr>
            <a:lvl4pPr marL="1828800" lvl="3" indent="-330200" rtl="0">
              <a:spcBef>
                <a:spcPts val="1600"/>
              </a:spcBef>
              <a:spcAft>
                <a:spcPts val="0"/>
              </a:spcAft>
              <a:buSzPts val="1600"/>
              <a:buChar char="●"/>
              <a:defRPr sz="1600"/>
            </a:lvl4pPr>
            <a:lvl5pPr marL="2286000" lvl="4" indent="-330200" rtl="0">
              <a:spcBef>
                <a:spcPts val="1600"/>
              </a:spcBef>
              <a:spcAft>
                <a:spcPts val="0"/>
              </a:spcAft>
              <a:buSzPts val="1600"/>
              <a:buChar char="○"/>
              <a:defRPr sz="1600"/>
            </a:lvl5pPr>
            <a:lvl6pPr marL="2743200" lvl="5" indent="-330200" rtl="0">
              <a:spcBef>
                <a:spcPts val="1600"/>
              </a:spcBef>
              <a:spcAft>
                <a:spcPts val="0"/>
              </a:spcAft>
              <a:buSzPts val="1600"/>
              <a:buChar char="■"/>
              <a:defRPr sz="1600"/>
            </a:lvl6pPr>
            <a:lvl7pPr marL="3200400" lvl="6" indent="-330200" rtl="0">
              <a:spcBef>
                <a:spcPts val="1600"/>
              </a:spcBef>
              <a:spcAft>
                <a:spcPts val="0"/>
              </a:spcAft>
              <a:buSzPts val="1600"/>
              <a:buChar char="●"/>
              <a:defRPr sz="1600"/>
            </a:lvl7pPr>
            <a:lvl8pPr marL="3657600" lvl="7" indent="-330200" rtl="0">
              <a:spcBef>
                <a:spcPts val="1600"/>
              </a:spcBef>
              <a:spcAft>
                <a:spcPts val="0"/>
              </a:spcAft>
              <a:buSzPts val="1600"/>
              <a:buChar char="○"/>
              <a:defRPr sz="1600"/>
            </a:lvl8pPr>
            <a:lvl9pPr marL="4114800" lvl="8" indent="-330200" rtl="0">
              <a:spcBef>
                <a:spcPts val="1600"/>
              </a:spcBef>
              <a:spcAft>
                <a:spcPts val="1600"/>
              </a:spcAft>
              <a:buSzPts val="1600"/>
              <a:buChar char="■"/>
              <a:defRPr sz="1600"/>
            </a:lvl9pPr>
          </a:lstStyle>
          <a:p>
            <a:endParaRPr/>
          </a:p>
        </p:txBody>
      </p:sp>
      <p:sp>
        <p:nvSpPr>
          <p:cNvPr id="604" name="Google Shape;604;p35"/>
          <p:cNvSpPr txBox="1">
            <a:spLocks noGrp="1"/>
          </p:cNvSpPr>
          <p:nvPr>
            <p:ph type="title"/>
          </p:nvPr>
        </p:nvSpPr>
        <p:spPr>
          <a:xfrm>
            <a:off x="1465050" y="1507375"/>
            <a:ext cx="2708700" cy="426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800"/>
              <a:buNone/>
              <a:defRPr sz="1800" b="1"/>
            </a:lvl1pPr>
            <a:lvl2pPr lvl="1" rtl="0">
              <a:spcBef>
                <a:spcPts val="0"/>
              </a:spcBef>
              <a:spcAft>
                <a:spcPts val="0"/>
              </a:spcAft>
              <a:buClr>
                <a:schemeClr val="accent5"/>
              </a:buClr>
              <a:buSzPts val="1800"/>
              <a:buNone/>
              <a:defRPr sz="1800" b="1">
                <a:solidFill>
                  <a:schemeClr val="accent5"/>
                </a:solidFill>
              </a:defRPr>
            </a:lvl2pPr>
            <a:lvl3pPr lvl="2" rtl="0">
              <a:spcBef>
                <a:spcPts val="0"/>
              </a:spcBef>
              <a:spcAft>
                <a:spcPts val="0"/>
              </a:spcAft>
              <a:buClr>
                <a:schemeClr val="accent5"/>
              </a:buClr>
              <a:buSzPts val="1800"/>
              <a:buNone/>
              <a:defRPr sz="1800" b="1">
                <a:solidFill>
                  <a:schemeClr val="accent5"/>
                </a:solidFill>
              </a:defRPr>
            </a:lvl3pPr>
            <a:lvl4pPr lvl="3" rtl="0">
              <a:spcBef>
                <a:spcPts val="0"/>
              </a:spcBef>
              <a:spcAft>
                <a:spcPts val="0"/>
              </a:spcAft>
              <a:buClr>
                <a:schemeClr val="accent5"/>
              </a:buClr>
              <a:buSzPts val="1800"/>
              <a:buNone/>
              <a:defRPr sz="1800" b="1">
                <a:solidFill>
                  <a:schemeClr val="accent5"/>
                </a:solidFill>
              </a:defRPr>
            </a:lvl4pPr>
            <a:lvl5pPr lvl="4" rtl="0">
              <a:spcBef>
                <a:spcPts val="0"/>
              </a:spcBef>
              <a:spcAft>
                <a:spcPts val="0"/>
              </a:spcAft>
              <a:buClr>
                <a:schemeClr val="accent5"/>
              </a:buClr>
              <a:buSzPts val="1800"/>
              <a:buNone/>
              <a:defRPr sz="1800" b="1">
                <a:solidFill>
                  <a:schemeClr val="accent5"/>
                </a:solidFill>
              </a:defRPr>
            </a:lvl5pPr>
            <a:lvl6pPr lvl="5" rtl="0">
              <a:spcBef>
                <a:spcPts val="0"/>
              </a:spcBef>
              <a:spcAft>
                <a:spcPts val="0"/>
              </a:spcAft>
              <a:buClr>
                <a:schemeClr val="accent5"/>
              </a:buClr>
              <a:buSzPts val="1800"/>
              <a:buNone/>
              <a:defRPr sz="1800" b="1">
                <a:solidFill>
                  <a:schemeClr val="accent5"/>
                </a:solidFill>
              </a:defRPr>
            </a:lvl6pPr>
            <a:lvl7pPr lvl="6" rtl="0">
              <a:spcBef>
                <a:spcPts val="0"/>
              </a:spcBef>
              <a:spcAft>
                <a:spcPts val="0"/>
              </a:spcAft>
              <a:buClr>
                <a:schemeClr val="accent5"/>
              </a:buClr>
              <a:buSzPts val="1800"/>
              <a:buNone/>
              <a:defRPr sz="1800" b="1">
                <a:solidFill>
                  <a:schemeClr val="accent5"/>
                </a:solidFill>
              </a:defRPr>
            </a:lvl7pPr>
            <a:lvl8pPr lvl="7" rtl="0">
              <a:spcBef>
                <a:spcPts val="0"/>
              </a:spcBef>
              <a:spcAft>
                <a:spcPts val="0"/>
              </a:spcAft>
              <a:buClr>
                <a:schemeClr val="accent5"/>
              </a:buClr>
              <a:buSzPts val="1800"/>
              <a:buNone/>
              <a:defRPr sz="1800" b="1">
                <a:solidFill>
                  <a:schemeClr val="accent5"/>
                </a:solidFill>
              </a:defRPr>
            </a:lvl8pPr>
            <a:lvl9pPr lvl="8" rtl="0">
              <a:spcBef>
                <a:spcPts val="0"/>
              </a:spcBef>
              <a:spcAft>
                <a:spcPts val="0"/>
              </a:spcAft>
              <a:buClr>
                <a:schemeClr val="accent5"/>
              </a:buClr>
              <a:buSzPts val="1800"/>
              <a:buNone/>
              <a:defRPr sz="1800" b="1">
                <a:solidFill>
                  <a:schemeClr val="accent5"/>
                </a:solidFill>
              </a:defRPr>
            </a:lvl9pPr>
          </a:lstStyle>
          <a:p>
            <a:endParaRPr/>
          </a:p>
        </p:txBody>
      </p:sp>
      <p:sp>
        <p:nvSpPr>
          <p:cNvPr id="605" name="Google Shape;605;p35"/>
          <p:cNvSpPr txBox="1">
            <a:spLocks noGrp="1"/>
          </p:cNvSpPr>
          <p:nvPr>
            <p:ph type="body" idx="2"/>
          </p:nvPr>
        </p:nvSpPr>
        <p:spPr>
          <a:xfrm>
            <a:off x="4970251" y="1915549"/>
            <a:ext cx="2708700" cy="2389800"/>
          </a:xfrm>
          <a:prstGeom prst="rect">
            <a:avLst/>
          </a:prstGeom>
        </p:spPr>
        <p:txBody>
          <a:bodyPr spcFirstLastPara="1" wrap="square" lIns="91425" tIns="91425" rIns="91425" bIns="91425" anchor="t" anchorCtr="0">
            <a:noAutofit/>
          </a:bodyPr>
          <a:lstStyle>
            <a:lvl1pPr marL="457200" lvl="0" indent="-330200" rtl="0">
              <a:lnSpc>
                <a:spcPct val="100000"/>
              </a:lnSpc>
              <a:spcBef>
                <a:spcPts val="1000"/>
              </a:spcBef>
              <a:spcAft>
                <a:spcPts val="0"/>
              </a:spcAft>
              <a:buSzPts val="1600"/>
              <a:buChar char="●"/>
              <a:defRPr sz="1600"/>
            </a:lvl1pPr>
            <a:lvl2pPr marL="914400" lvl="1" indent="-330200" rtl="0">
              <a:spcBef>
                <a:spcPts val="0"/>
              </a:spcBef>
              <a:spcAft>
                <a:spcPts val="0"/>
              </a:spcAft>
              <a:buSzPts val="1600"/>
              <a:buChar char="○"/>
              <a:defRPr sz="1600"/>
            </a:lvl2pPr>
            <a:lvl3pPr marL="1371600" lvl="2" indent="-330200" rtl="0">
              <a:spcBef>
                <a:spcPts val="1600"/>
              </a:spcBef>
              <a:spcAft>
                <a:spcPts val="0"/>
              </a:spcAft>
              <a:buSzPts val="1600"/>
              <a:buChar char="■"/>
              <a:defRPr sz="1600"/>
            </a:lvl3pPr>
            <a:lvl4pPr marL="1828800" lvl="3" indent="-330200" rtl="0">
              <a:spcBef>
                <a:spcPts val="1600"/>
              </a:spcBef>
              <a:spcAft>
                <a:spcPts val="0"/>
              </a:spcAft>
              <a:buSzPts val="1600"/>
              <a:buChar char="●"/>
              <a:defRPr sz="1600"/>
            </a:lvl4pPr>
            <a:lvl5pPr marL="2286000" lvl="4" indent="-330200" rtl="0">
              <a:spcBef>
                <a:spcPts val="1600"/>
              </a:spcBef>
              <a:spcAft>
                <a:spcPts val="0"/>
              </a:spcAft>
              <a:buSzPts val="1600"/>
              <a:buChar char="○"/>
              <a:defRPr sz="1600"/>
            </a:lvl5pPr>
            <a:lvl6pPr marL="2743200" lvl="5" indent="-330200" rtl="0">
              <a:spcBef>
                <a:spcPts val="1600"/>
              </a:spcBef>
              <a:spcAft>
                <a:spcPts val="0"/>
              </a:spcAft>
              <a:buSzPts val="1600"/>
              <a:buChar char="■"/>
              <a:defRPr sz="1600"/>
            </a:lvl6pPr>
            <a:lvl7pPr marL="3200400" lvl="6" indent="-330200" rtl="0">
              <a:spcBef>
                <a:spcPts val="1600"/>
              </a:spcBef>
              <a:spcAft>
                <a:spcPts val="0"/>
              </a:spcAft>
              <a:buSzPts val="1600"/>
              <a:buChar char="●"/>
              <a:defRPr sz="1600"/>
            </a:lvl7pPr>
            <a:lvl8pPr marL="3657600" lvl="7" indent="-330200" rtl="0">
              <a:spcBef>
                <a:spcPts val="1600"/>
              </a:spcBef>
              <a:spcAft>
                <a:spcPts val="0"/>
              </a:spcAft>
              <a:buSzPts val="1600"/>
              <a:buChar char="○"/>
              <a:defRPr sz="1600"/>
            </a:lvl8pPr>
            <a:lvl9pPr marL="4114800" lvl="8" indent="-330200" rtl="0">
              <a:spcBef>
                <a:spcPts val="1600"/>
              </a:spcBef>
              <a:spcAft>
                <a:spcPts val="1600"/>
              </a:spcAft>
              <a:buSzPts val="1600"/>
              <a:buChar char="■"/>
              <a:defRPr sz="1600"/>
            </a:lvl9pPr>
          </a:lstStyle>
          <a:p>
            <a:endParaRPr/>
          </a:p>
        </p:txBody>
      </p:sp>
      <p:sp>
        <p:nvSpPr>
          <p:cNvPr id="606" name="Google Shape;606;p35"/>
          <p:cNvSpPr txBox="1">
            <a:spLocks noGrp="1"/>
          </p:cNvSpPr>
          <p:nvPr>
            <p:ph type="title" idx="3"/>
          </p:nvPr>
        </p:nvSpPr>
        <p:spPr>
          <a:xfrm>
            <a:off x="4970250" y="1507375"/>
            <a:ext cx="2708700" cy="426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800"/>
              <a:buNone/>
              <a:defRPr sz="1800" b="1"/>
            </a:lvl1pPr>
            <a:lvl2pPr lvl="1" rtl="0">
              <a:spcBef>
                <a:spcPts val="0"/>
              </a:spcBef>
              <a:spcAft>
                <a:spcPts val="0"/>
              </a:spcAft>
              <a:buClr>
                <a:schemeClr val="accent5"/>
              </a:buClr>
              <a:buSzPts val="1800"/>
              <a:buNone/>
              <a:defRPr sz="1800" b="1">
                <a:solidFill>
                  <a:schemeClr val="accent5"/>
                </a:solidFill>
              </a:defRPr>
            </a:lvl2pPr>
            <a:lvl3pPr lvl="2" rtl="0">
              <a:spcBef>
                <a:spcPts val="0"/>
              </a:spcBef>
              <a:spcAft>
                <a:spcPts val="0"/>
              </a:spcAft>
              <a:buClr>
                <a:schemeClr val="accent5"/>
              </a:buClr>
              <a:buSzPts val="1800"/>
              <a:buNone/>
              <a:defRPr sz="1800" b="1">
                <a:solidFill>
                  <a:schemeClr val="accent5"/>
                </a:solidFill>
              </a:defRPr>
            </a:lvl3pPr>
            <a:lvl4pPr lvl="3" rtl="0">
              <a:spcBef>
                <a:spcPts val="0"/>
              </a:spcBef>
              <a:spcAft>
                <a:spcPts val="0"/>
              </a:spcAft>
              <a:buClr>
                <a:schemeClr val="accent5"/>
              </a:buClr>
              <a:buSzPts val="1800"/>
              <a:buNone/>
              <a:defRPr sz="1800" b="1">
                <a:solidFill>
                  <a:schemeClr val="accent5"/>
                </a:solidFill>
              </a:defRPr>
            </a:lvl4pPr>
            <a:lvl5pPr lvl="4" rtl="0">
              <a:spcBef>
                <a:spcPts val="0"/>
              </a:spcBef>
              <a:spcAft>
                <a:spcPts val="0"/>
              </a:spcAft>
              <a:buClr>
                <a:schemeClr val="accent5"/>
              </a:buClr>
              <a:buSzPts val="1800"/>
              <a:buNone/>
              <a:defRPr sz="1800" b="1">
                <a:solidFill>
                  <a:schemeClr val="accent5"/>
                </a:solidFill>
              </a:defRPr>
            </a:lvl5pPr>
            <a:lvl6pPr lvl="5" rtl="0">
              <a:spcBef>
                <a:spcPts val="0"/>
              </a:spcBef>
              <a:spcAft>
                <a:spcPts val="0"/>
              </a:spcAft>
              <a:buClr>
                <a:schemeClr val="accent5"/>
              </a:buClr>
              <a:buSzPts val="1800"/>
              <a:buNone/>
              <a:defRPr sz="1800" b="1">
                <a:solidFill>
                  <a:schemeClr val="accent5"/>
                </a:solidFill>
              </a:defRPr>
            </a:lvl6pPr>
            <a:lvl7pPr lvl="6" rtl="0">
              <a:spcBef>
                <a:spcPts val="0"/>
              </a:spcBef>
              <a:spcAft>
                <a:spcPts val="0"/>
              </a:spcAft>
              <a:buClr>
                <a:schemeClr val="accent5"/>
              </a:buClr>
              <a:buSzPts val="1800"/>
              <a:buNone/>
              <a:defRPr sz="1800" b="1">
                <a:solidFill>
                  <a:schemeClr val="accent5"/>
                </a:solidFill>
              </a:defRPr>
            </a:lvl7pPr>
            <a:lvl8pPr lvl="7" rtl="0">
              <a:spcBef>
                <a:spcPts val="0"/>
              </a:spcBef>
              <a:spcAft>
                <a:spcPts val="0"/>
              </a:spcAft>
              <a:buClr>
                <a:schemeClr val="accent5"/>
              </a:buClr>
              <a:buSzPts val="1800"/>
              <a:buNone/>
              <a:defRPr sz="1800" b="1">
                <a:solidFill>
                  <a:schemeClr val="accent5"/>
                </a:solidFill>
              </a:defRPr>
            </a:lvl8pPr>
            <a:lvl9pPr lvl="8" rtl="0">
              <a:spcBef>
                <a:spcPts val="0"/>
              </a:spcBef>
              <a:spcAft>
                <a:spcPts val="0"/>
              </a:spcAft>
              <a:buClr>
                <a:schemeClr val="accent5"/>
              </a:buClr>
              <a:buSzPts val="1800"/>
              <a:buNone/>
              <a:defRPr sz="1800" b="1">
                <a:solidFill>
                  <a:schemeClr val="accent5"/>
                </a:solidFill>
              </a:defRPr>
            </a:lvl9pPr>
          </a:lstStyle>
          <a:p>
            <a:endParaRPr/>
          </a:p>
        </p:txBody>
      </p:sp>
      <p:sp>
        <p:nvSpPr>
          <p:cNvPr id="607" name="Google Shape;607;p35"/>
          <p:cNvSpPr txBox="1">
            <a:spLocks noGrp="1"/>
          </p:cNvSpPr>
          <p:nvPr>
            <p:ph type="title" idx="4"/>
          </p:nvPr>
        </p:nvSpPr>
        <p:spPr>
          <a:xfrm>
            <a:off x="722375" y="530750"/>
            <a:ext cx="76992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and two columns 3">
  <p:cSld name="CUSTOM_19">
    <p:bg>
      <p:bgPr>
        <a:solidFill>
          <a:schemeClr val="accent2"/>
        </a:solidFill>
        <a:effectLst/>
      </p:bgPr>
    </p:bg>
    <p:spTree>
      <p:nvGrpSpPr>
        <p:cNvPr id="1" name="Shape 608"/>
        <p:cNvGrpSpPr/>
        <p:nvPr/>
      </p:nvGrpSpPr>
      <p:grpSpPr>
        <a:xfrm>
          <a:off x="0" y="0"/>
          <a:ext cx="0" cy="0"/>
          <a:chOff x="0" y="0"/>
          <a:chExt cx="0" cy="0"/>
        </a:xfrm>
      </p:grpSpPr>
      <p:grpSp>
        <p:nvGrpSpPr>
          <p:cNvPr id="609" name="Google Shape;609;p36"/>
          <p:cNvGrpSpPr/>
          <p:nvPr/>
        </p:nvGrpSpPr>
        <p:grpSpPr>
          <a:xfrm flipH="1">
            <a:off x="-449238" y="1854311"/>
            <a:ext cx="1628818" cy="3133826"/>
            <a:chOff x="1801099" y="1658647"/>
            <a:chExt cx="720652" cy="1386465"/>
          </a:xfrm>
        </p:grpSpPr>
        <p:sp>
          <p:nvSpPr>
            <p:cNvPr id="610" name="Google Shape;610;p36"/>
            <p:cNvSpPr/>
            <p:nvPr/>
          </p:nvSpPr>
          <p:spPr>
            <a:xfrm>
              <a:off x="1801099" y="3002886"/>
              <a:ext cx="720652" cy="17"/>
            </a:xfrm>
            <a:custGeom>
              <a:avLst/>
              <a:gdLst/>
              <a:ahLst/>
              <a:cxnLst/>
              <a:rect l="l" t="t" r="r" b="b"/>
              <a:pathLst>
                <a:path w="43224" h="1" fill="none" extrusionOk="0">
                  <a:moveTo>
                    <a:pt x="1" y="1"/>
                  </a:moveTo>
                  <a:lnTo>
                    <a:pt x="43223" y="1"/>
                  </a:ln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6"/>
            <p:cNvSpPr/>
            <p:nvPr/>
          </p:nvSpPr>
          <p:spPr>
            <a:xfrm>
              <a:off x="2012001" y="2361972"/>
              <a:ext cx="451541" cy="683139"/>
            </a:xfrm>
            <a:custGeom>
              <a:avLst/>
              <a:gdLst/>
              <a:ahLst/>
              <a:cxnLst/>
              <a:rect l="l" t="t" r="r" b="b"/>
              <a:pathLst>
                <a:path w="27083" h="40974" extrusionOk="0">
                  <a:moveTo>
                    <a:pt x="4408" y="0"/>
                  </a:moveTo>
                  <a:cubicBezTo>
                    <a:pt x="4408" y="0"/>
                    <a:pt x="0" y="5928"/>
                    <a:pt x="0" y="15107"/>
                  </a:cubicBezTo>
                  <a:cubicBezTo>
                    <a:pt x="0" y="23983"/>
                    <a:pt x="6566" y="36475"/>
                    <a:pt x="8086" y="40974"/>
                  </a:cubicBezTo>
                  <a:lnTo>
                    <a:pt x="18998" y="40974"/>
                  </a:lnTo>
                  <a:cubicBezTo>
                    <a:pt x="19514" y="39484"/>
                    <a:pt x="20548" y="37113"/>
                    <a:pt x="21733" y="34317"/>
                  </a:cubicBezTo>
                  <a:cubicBezTo>
                    <a:pt x="24135" y="28603"/>
                    <a:pt x="27083" y="21065"/>
                    <a:pt x="27083" y="15107"/>
                  </a:cubicBezTo>
                  <a:cubicBezTo>
                    <a:pt x="27083" y="5897"/>
                    <a:pt x="22676" y="0"/>
                    <a:pt x="22676"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6"/>
            <p:cNvSpPr/>
            <p:nvPr/>
          </p:nvSpPr>
          <p:spPr>
            <a:xfrm>
              <a:off x="2222249" y="2499054"/>
              <a:ext cx="240217" cy="539722"/>
            </a:xfrm>
            <a:custGeom>
              <a:avLst/>
              <a:gdLst/>
              <a:ahLst/>
              <a:cxnLst/>
              <a:rect l="l" t="t" r="r" b="b"/>
              <a:pathLst>
                <a:path w="14408" h="32372" extrusionOk="0">
                  <a:moveTo>
                    <a:pt x="13648" y="0"/>
                  </a:moveTo>
                  <a:lnTo>
                    <a:pt x="13648" y="0"/>
                  </a:lnTo>
                  <a:cubicBezTo>
                    <a:pt x="14043" y="3192"/>
                    <a:pt x="13861" y="6444"/>
                    <a:pt x="13162" y="9605"/>
                  </a:cubicBezTo>
                  <a:cubicBezTo>
                    <a:pt x="11855" y="15411"/>
                    <a:pt x="7295" y="22159"/>
                    <a:pt x="3709" y="27174"/>
                  </a:cubicBezTo>
                  <a:cubicBezTo>
                    <a:pt x="2219" y="29271"/>
                    <a:pt x="882" y="31065"/>
                    <a:pt x="0" y="32372"/>
                  </a:cubicBezTo>
                  <a:lnTo>
                    <a:pt x="6323" y="32372"/>
                  </a:lnTo>
                  <a:cubicBezTo>
                    <a:pt x="6839" y="30882"/>
                    <a:pt x="7873" y="28511"/>
                    <a:pt x="9058" y="25715"/>
                  </a:cubicBezTo>
                  <a:cubicBezTo>
                    <a:pt x="11460" y="20001"/>
                    <a:pt x="14408" y="12463"/>
                    <a:pt x="14408" y="6505"/>
                  </a:cubicBezTo>
                  <a:cubicBezTo>
                    <a:pt x="14408" y="4286"/>
                    <a:pt x="14165" y="2128"/>
                    <a:pt x="136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6"/>
            <p:cNvSpPr/>
            <p:nvPr/>
          </p:nvSpPr>
          <p:spPr>
            <a:xfrm>
              <a:off x="2085986" y="2295589"/>
              <a:ext cx="304073" cy="96817"/>
            </a:xfrm>
            <a:custGeom>
              <a:avLst/>
              <a:gdLst/>
              <a:ahLst/>
              <a:cxnLst/>
              <a:rect l="l" t="t" r="r" b="b"/>
              <a:pathLst>
                <a:path w="18238" h="5807" extrusionOk="0">
                  <a:moveTo>
                    <a:pt x="0" y="1"/>
                  </a:moveTo>
                  <a:lnTo>
                    <a:pt x="0" y="4013"/>
                  </a:lnTo>
                  <a:cubicBezTo>
                    <a:pt x="0" y="4985"/>
                    <a:pt x="4073" y="5806"/>
                    <a:pt x="9119" y="5806"/>
                  </a:cubicBezTo>
                  <a:cubicBezTo>
                    <a:pt x="14134" y="5806"/>
                    <a:pt x="18238" y="4985"/>
                    <a:pt x="18238" y="4013"/>
                  </a:cubicBezTo>
                  <a:lnTo>
                    <a:pt x="18238" y="1"/>
                  </a:lnTo>
                  <a:close/>
                </a:path>
              </a:pathLst>
            </a:custGeom>
            <a:solidFill>
              <a:schemeClr val="accent1"/>
            </a:solid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6"/>
            <p:cNvSpPr/>
            <p:nvPr/>
          </p:nvSpPr>
          <p:spPr>
            <a:xfrm>
              <a:off x="2085469" y="2265182"/>
              <a:ext cx="304590" cy="60321"/>
            </a:xfrm>
            <a:custGeom>
              <a:avLst/>
              <a:gdLst/>
              <a:ahLst/>
              <a:cxnLst/>
              <a:rect l="l" t="t" r="r" b="b"/>
              <a:pathLst>
                <a:path w="18269" h="3618" extrusionOk="0">
                  <a:moveTo>
                    <a:pt x="9119" y="1"/>
                  </a:moveTo>
                  <a:cubicBezTo>
                    <a:pt x="4074" y="1"/>
                    <a:pt x="1" y="822"/>
                    <a:pt x="1" y="1825"/>
                  </a:cubicBezTo>
                  <a:cubicBezTo>
                    <a:pt x="1" y="2828"/>
                    <a:pt x="4074" y="3618"/>
                    <a:pt x="9119" y="3618"/>
                  </a:cubicBezTo>
                  <a:cubicBezTo>
                    <a:pt x="14165" y="3618"/>
                    <a:pt x="18269" y="2828"/>
                    <a:pt x="18269" y="1825"/>
                  </a:cubicBezTo>
                  <a:cubicBezTo>
                    <a:pt x="18269" y="822"/>
                    <a:pt x="14165" y="1"/>
                    <a:pt x="9119" y="1"/>
                  </a:cubicBezTo>
                  <a:close/>
                </a:path>
              </a:pathLst>
            </a:custGeom>
            <a:solidFill>
              <a:schemeClr val="accent6"/>
            </a:solid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6"/>
            <p:cNvSpPr/>
            <p:nvPr/>
          </p:nvSpPr>
          <p:spPr>
            <a:xfrm>
              <a:off x="2106758" y="2273800"/>
              <a:ext cx="261508" cy="40564"/>
            </a:xfrm>
            <a:custGeom>
              <a:avLst/>
              <a:gdLst/>
              <a:ahLst/>
              <a:cxnLst/>
              <a:rect l="l" t="t" r="r" b="b"/>
              <a:pathLst>
                <a:path w="15685" h="2433" extrusionOk="0">
                  <a:moveTo>
                    <a:pt x="7842" y="1"/>
                  </a:moveTo>
                  <a:cubicBezTo>
                    <a:pt x="3526" y="1"/>
                    <a:pt x="0" y="578"/>
                    <a:pt x="0" y="1308"/>
                  </a:cubicBezTo>
                  <a:cubicBezTo>
                    <a:pt x="0" y="2037"/>
                    <a:pt x="3526" y="2432"/>
                    <a:pt x="7842" y="2432"/>
                  </a:cubicBezTo>
                  <a:cubicBezTo>
                    <a:pt x="12189" y="2432"/>
                    <a:pt x="15685" y="2037"/>
                    <a:pt x="15685" y="1308"/>
                  </a:cubicBezTo>
                  <a:cubicBezTo>
                    <a:pt x="15685" y="578"/>
                    <a:pt x="12189" y="1"/>
                    <a:pt x="784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6"/>
            <p:cNvSpPr/>
            <p:nvPr/>
          </p:nvSpPr>
          <p:spPr>
            <a:xfrm>
              <a:off x="2085469" y="1852212"/>
              <a:ext cx="117091" cy="458644"/>
            </a:xfrm>
            <a:custGeom>
              <a:avLst/>
              <a:gdLst/>
              <a:ahLst/>
              <a:cxnLst/>
              <a:rect l="l" t="t" r="r" b="b"/>
              <a:pathLst>
                <a:path w="7023" h="27509" fill="none" extrusionOk="0">
                  <a:moveTo>
                    <a:pt x="1" y="0"/>
                  </a:moveTo>
                  <a:cubicBezTo>
                    <a:pt x="1" y="0"/>
                    <a:pt x="5958" y="12767"/>
                    <a:pt x="7022" y="27508"/>
                  </a:cubicBez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6"/>
            <p:cNvSpPr/>
            <p:nvPr/>
          </p:nvSpPr>
          <p:spPr>
            <a:xfrm>
              <a:off x="2114860" y="2133949"/>
              <a:ext cx="70975" cy="46133"/>
            </a:xfrm>
            <a:custGeom>
              <a:avLst/>
              <a:gdLst/>
              <a:ahLst/>
              <a:cxnLst/>
              <a:rect l="l" t="t" r="r" b="b"/>
              <a:pathLst>
                <a:path w="4257" h="2767" fill="none" extrusionOk="0">
                  <a:moveTo>
                    <a:pt x="1" y="0"/>
                  </a:moveTo>
                  <a:lnTo>
                    <a:pt x="4256" y="2766"/>
                  </a:ln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6"/>
            <p:cNvSpPr/>
            <p:nvPr/>
          </p:nvSpPr>
          <p:spPr>
            <a:xfrm>
              <a:off x="2099656" y="2119245"/>
              <a:ext cx="30427" cy="29927"/>
            </a:xfrm>
            <a:custGeom>
              <a:avLst/>
              <a:gdLst/>
              <a:ahLst/>
              <a:cxnLst/>
              <a:rect l="l" t="t" r="r" b="b"/>
              <a:pathLst>
                <a:path w="1825" h="1795" extrusionOk="0">
                  <a:moveTo>
                    <a:pt x="913" y="1"/>
                  </a:moveTo>
                  <a:cubicBezTo>
                    <a:pt x="396" y="1"/>
                    <a:pt x="1" y="396"/>
                    <a:pt x="1" y="882"/>
                  </a:cubicBezTo>
                  <a:cubicBezTo>
                    <a:pt x="1" y="1399"/>
                    <a:pt x="396" y="1794"/>
                    <a:pt x="913" y="1794"/>
                  </a:cubicBezTo>
                  <a:cubicBezTo>
                    <a:pt x="1399" y="1794"/>
                    <a:pt x="1825" y="1399"/>
                    <a:pt x="1825" y="882"/>
                  </a:cubicBezTo>
                  <a:cubicBezTo>
                    <a:pt x="1825" y="396"/>
                    <a:pt x="1399" y="1"/>
                    <a:pt x="913" y="1"/>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6"/>
            <p:cNvSpPr/>
            <p:nvPr/>
          </p:nvSpPr>
          <p:spPr>
            <a:xfrm>
              <a:off x="2091554" y="2176510"/>
              <a:ext cx="73492" cy="131279"/>
            </a:xfrm>
            <a:custGeom>
              <a:avLst/>
              <a:gdLst/>
              <a:ahLst/>
              <a:cxnLst/>
              <a:rect l="l" t="t" r="r" b="b"/>
              <a:pathLst>
                <a:path w="4408" h="7874" fill="none" extrusionOk="0">
                  <a:moveTo>
                    <a:pt x="0" y="1"/>
                  </a:moveTo>
                  <a:cubicBezTo>
                    <a:pt x="0" y="1"/>
                    <a:pt x="3162" y="4864"/>
                    <a:pt x="4408" y="7873"/>
                  </a:cubicBez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6"/>
            <p:cNvSpPr/>
            <p:nvPr/>
          </p:nvSpPr>
          <p:spPr>
            <a:xfrm>
              <a:off x="2039358" y="2206400"/>
              <a:ext cx="94283" cy="39547"/>
            </a:xfrm>
            <a:custGeom>
              <a:avLst/>
              <a:gdLst/>
              <a:ahLst/>
              <a:cxnLst/>
              <a:rect l="l" t="t" r="r" b="b"/>
              <a:pathLst>
                <a:path w="5655" h="2372" fill="none" extrusionOk="0">
                  <a:moveTo>
                    <a:pt x="1" y="1"/>
                  </a:moveTo>
                  <a:cubicBezTo>
                    <a:pt x="1" y="1"/>
                    <a:pt x="3891" y="1490"/>
                    <a:pt x="5654" y="2372"/>
                  </a:cubicBez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6"/>
            <p:cNvSpPr/>
            <p:nvPr/>
          </p:nvSpPr>
          <p:spPr>
            <a:xfrm>
              <a:off x="2080918" y="2165874"/>
              <a:ext cx="21808" cy="21291"/>
            </a:xfrm>
            <a:custGeom>
              <a:avLst/>
              <a:gdLst/>
              <a:ahLst/>
              <a:cxnLst/>
              <a:rect l="l" t="t" r="r" b="b"/>
              <a:pathLst>
                <a:path w="1308" h="1277" extrusionOk="0">
                  <a:moveTo>
                    <a:pt x="638" y="0"/>
                  </a:moveTo>
                  <a:cubicBezTo>
                    <a:pt x="274" y="0"/>
                    <a:pt x="0" y="274"/>
                    <a:pt x="0" y="639"/>
                  </a:cubicBezTo>
                  <a:cubicBezTo>
                    <a:pt x="0" y="1003"/>
                    <a:pt x="274" y="1277"/>
                    <a:pt x="638" y="1277"/>
                  </a:cubicBezTo>
                  <a:cubicBezTo>
                    <a:pt x="1003" y="1277"/>
                    <a:pt x="1307" y="1003"/>
                    <a:pt x="1307" y="639"/>
                  </a:cubicBezTo>
                  <a:cubicBezTo>
                    <a:pt x="1307" y="274"/>
                    <a:pt x="1003" y="0"/>
                    <a:pt x="638"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6"/>
            <p:cNvSpPr/>
            <p:nvPr/>
          </p:nvSpPr>
          <p:spPr>
            <a:xfrm>
              <a:off x="2027205" y="2194247"/>
              <a:ext cx="24342" cy="24342"/>
            </a:xfrm>
            <a:custGeom>
              <a:avLst/>
              <a:gdLst/>
              <a:ahLst/>
              <a:cxnLst/>
              <a:rect l="l" t="t" r="r" b="b"/>
              <a:pathLst>
                <a:path w="1460" h="1460" extrusionOk="0">
                  <a:moveTo>
                    <a:pt x="730" y="0"/>
                  </a:moveTo>
                  <a:cubicBezTo>
                    <a:pt x="335" y="0"/>
                    <a:pt x="0" y="335"/>
                    <a:pt x="0" y="730"/>
                  </a:cubicBezTo>
                  <a:cubicBezTo>
                    <a:pt x="0" y="1155"/>
                    <a:pt x="335" y="1459"/>
                    <a:pt x="730" y="1459"/>
                  </a:cubicBezTo>
                  <a:cubicBezTo>
                    <a:pt x="1125" y="1459"/>
                    <a:pt x="1459" y="1155"/>
                    <a:pt x="1459" y="730"/>
                  </a:cubicBezTo>
                  <a:cubicBezTo>
                    <a:pt x="1459" y="335"/>
                    <a:pt x="1125" y="0"/>
                    <a:pt x="730"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36"/>
            <p:cNvSpPr/>
            <p:nvPr/>
          </p:nvSpPr>
          <p:spPr>
            <a:xfrm>
              <a:off x="2255727" y="1670300"/>
              <a:ext cx="44616" cy="641074"/>
            </a:xfrm>
            <a:custGeom>
              <a:avLst/>
              <a:gdLst/>
              <a:ahLst/>
              <a:cxnLst/>
              <a:rect l="l" t="t" r="r" b="b"/>
              <a:pathLst>
                <a:path w="2676" h="38451" fill="none" extrusionOk="0">
                  <a:moveTo>
                    <a:pt x="2675" y="0"/>
                  </a:moveTo>
                  <a:cubicBezTo>
                    <a:pt x="2675" y="0"/>
                    <a:pt x="669" y="24590"/>
                    <a:pt x="1" y="38451"/>
                  </a:cubicBez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36"/>
            <p:cNvSpPr/>
            <p:nvPr/>
          </p:nvSpPr>
          <p:spPr>
            <a:xfrm>
              <a:off x="2286635" y="1768091"/>
              <a:ext cx="63372" cy="72492"/>
            </a:xfrm>
            <a:custGeom>
              <a:avLst/>
              <a:gdLst/>
              <a:ahLst/>
              <a:cxnLst/>
              <a:rect l="l" t="t" r="r" b="b"/>
              <a:pathLst>
                <a:path w="3801" h="4348" fill="none" extrusionOk="0">
                  <a:moveTo>
                    <a:pt x="3800" y="1"/>
                  </a:moveTo>
                  <a:cubicBezTo>
                    <a:pt x="3800" y="1"/>
                    <a:pt x="1581" y="2463"/>
                    <a:pt x="1" y="4347"/>
                  </a:cubicBez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36"/>
            <p:cNvSpPr/>
            <p:nvPr/>
          </p:nvSpPr>
          <p:spPr>
            <a:xfrm>
              <a:off x="2226337" y="1712360"/>
              <a:ext cx="63872" cy="85146"/>
            </a:xfrm>
            <a:custGeom>
              <a:avLst/>
              <a:gdLst/>
              <a:ahLst/>
              <a:cxnLst/>
              <a:rect l="l" t="t" r="r" b="b"/>
              <a:pathLst>
                <a:path w="3831" h="5107" fill="none" extrusionOk="0">
                  <a:moveTo>
                    <a:pt x="1" y="0"/>
                  </a:moveTo>
                  <a:cubicBezTo>
                    <a:pt x="1" y="0"/>
                    <a:pt x="2584" y="3465"/>
                    <a:pt x="3831" y="5107"/>
                  </a:cubicBez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36"/>
            <p:cNvSpPr/>
            <p:nvPr/>
          </p:nvSpPr>
          <p:spPr>
            <a:xfrm>
              <a:off x="2276499" y="1863865"/>
              <a:ext cx="89715" cy="121142"/>
            </a:xfrm>
            <a:custGeom>
              <a:avLst/>
              <a:gdLst/>
              <a:ahLst/>
              <a:cxnLst/>
              <a:rect l="l" t="t" r="r" b="b"/>
              <a:pathLst>
                <a:path w="5381" h="7266" fill="none" extrusionOk="0">
                  <a:moveTo>
                    <a:pt x="5381" y="1"/>
                  </a:moveTo>
                  <a:cubicBezTo>
                    <a:pt x="5381" y="1"/>
                    <a:pt x="2220" y="4499"/>
                    <a:pt x="1" y="7265"/>
                  </a:cubicBez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36"/>
            <p:cNvSpPr/>
            <p:nvPr/>
          </p:nvSpPr>
          <p:spPr>
            <a:xfrm>
              <a:off x="2217718" y="1984978"/>
              <a:ext cx="53735" cy="72992"/>
            </a:xfrm>
            <a:custGeom>
              <a:avLst/>
              <a:gdLst/>
              <a:ahLst/>
              <a:cxnLst/>
              <a:rect l="l" t="t" r="r" b="b"/>
              <a:pathLst>
                <a:path w="3223" h="4378" fill="none" extrusionOk="0">
                  <a:moveTo>
                    <a:pt x="1" y="0"/>
                  </a:moveTo>
                  <a:cubicBezTo>
                    <a:pt x="974" y="1550"/>
                    <a:pt x="2038" y="2979"/>
                    <a:pt x="3223" y="4377"/>
                  </a:cubicBez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36"/>
            <p:cNvSpPr/>
            <p:nvPr/>
          </p:nvSpPr>
          <p:spPr>
            <a:xfrm>
              <a:off x="2263329" y="2135966"/>
              <a:ext cx="49167" cy="47150"/>
            </a:xfrm>
            <a:custGeom>
              <a:avLst/>
              <a:gdLst/>
              <a:ahLst/>
              <a:cxnLst/>
              <a:rect l="l" t="t" r="r" b="b"/>
              <a:pathLst>
                <a:path w="2949" h="2828" fill="none" extrusionOk="0">
                  <a:moveTo>
                    <a:pt x="2949" y="1"/>
                  </a:moveTo>
                  <a:cubicBezTo>
                    <a:pt x="2949" y="1"/>
                    <a:pt x="1004" y="1855"/>
                    <a:pt x="1" y="2828"/>
                  </a:cubicBez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36"/>
            <p:cNvSpPr/>
            <p:nvPr/>
          </p:nvSpPr>
          <p:spPr>
            <a:xfrm>
              <a:off x="2304890" y="2115711"/>
              <a:ext cx="26359" cy="26359"/>
            </a:xfrm>
            <a:custGeom>
              <a:avLst/>
              <a:gdLst/>
              <a:ahLst/>
              <a:cxnLst/>
              <a:rect l="l" t="t" r="r" b="b"/>
              <a:pathLst>
                <a:path w="1581" h="1581" extrusionOk="0">
                  <a:moveTo>
                    <a:pt x="790" y="0"/>
                  </a:moveTo>
                  <a:cubicBezTo>
                    <a:pt x="365" y="0"/>
                    <a:pt x="0" y="335"/>
                    <a:pt x="0" y="790"/>
                  </a:cubicBezTo>
                  <a:cubicBezTo>
                    <a:pt x="0" y="1216"/>
                    <a:pt x="365" y="1581"/>
                    <a:pt x="790" y="1581"/>
                  </a:cubicBezTo>
                  <a:cubicBezTo>
                    <a:pt x="1216" y="1581"/>
                    <a:pt x="1581" y="1216"/>
                    <a:pt x="1581" y="790"/>
                  </a:cubicBezTo>
                  <a:cubicBezTo>
                    <a:pt x="1581" y="335"/>
                    <a:pt x="1216" y="0"/>
                    <a:pt x="790"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36"/>
            <p:cNvSpPr/>
            <p:nvPr/>
          </p:nvSpPr>
          <p:spPr>
            <a:xfrm>
              <a:off x="2204048" y="1971792"/>
              <a:ext cx="26876" cy="26376"/>
            </a:xfrm>
            <a:custGeom>
              <a:avLst/>
              <a:gdLst/>
              <a:ahLst/>
              <a:cxnLst/>
              <a:rect l="l" t="t" r="r" b="b"/>
              <a:pathLst>
                <a:path w="1612" h="1582" extrusionOk="0">
                  <a:moveTo>
                    <a:pt x="821" y="1"/>
                  </a:moveTo>
                  <a:cubicBezTo>
                    <a:pt x="365" y="1"/>
                    <a:pt x="0" y="366"/>
                    <a:pt x="0" y="791"/>
                  </a:cubicBezTo>
                  <a:cubicBezTo>
                    <a:pt x="0" y="1247"/>
                    <a:pt x="365" y="1581"/>
                    <a:pt x="821" y="1581"/>
                  </a:cubicBezTo>
                  <a:cubicBezTo>
                    <a:pt x="1247" y="1581"/>
                    <a:pt x="1611" y="1247"/>
                    <a:pt x="1611" y="791"/>
                  </a:cubicBezTo>
                  <a:cubicBezTo>
                    <a:pt x="1611" y="366"/>
                    <a:pt x="1247" y="1"/>
                    <a:pt x="821" y="1"/>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36"/>
            <p:cNvSpPr/>
            <p:nvPr/>
          </p:nvSpPr>
          <p:spPr>
            <a:xfrm>
              <a:off x="2288669" y="1658647"/>
              <a:ext cx="23325" cy="23325"/>
            </a:xfrm>
            <a:custGeom>
              <a:avLst/>
              <a:gdLst/>
              <a:ahLst/>
              <a:cxnLst/>
              <a:rect l="l" t="t" r="r" b="b"/>
              <a:pathLst>
                <a:path w="1399" h="1399" extrusionOk="0">
                  <a:moveTo>
                    <a:pt x="699" y="0"/>
                  </a:moveTo>
                  <a:cubicBezTo>
                    <a:pt x="304" y="0"/>
                    <a:pt x="0" y="304"/>
                    <a:pt x="0" y="699"/>
                  </a:cubicBezTo>
                  <a:cubicBezTo>
                    <a:pt x="0" y="1095"/>
                    <a:pt x="304" y="1399"/>
                    <a:pt x="699" y="1399"/>
                  </a:cubicBezTo>
                  <a:cubicBezTo>
                    <a:pt x="1095" y="1399"/>
                    <a:pt x="1399" y="1095"/>
                    <a:pt x="1399" y="699"/>
                  </a:cubicBezTo>
                  <a:cubicBezTo>
                    <a:pt x="1399" y="304"/>
                    <a:pt x="1095" y="0"/>
                    <a:pt x="699"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36"/>
            <p:cNvSpPr/>
            <p:nvPr/>
          </p:nvSpPr>
          <p:spPr>
            <a:xfrm>
              <a:off x="2214684" y="1700707"/>
              <a:ext cx="22825" cy="22808"/>
            </a:xfrm>
            <a:custGeom>
              <a:avLst/>
              <a:gdLst/>
              <a:ahLst/>
              <a:cxnLst/>
              <a:rect l="l" t="t" r="r" b="b"/>
              <a:pathLst>
                <a:path w="1369" h="1368" extrusionOk="0">
                  <a:moveTo>
                    <a:pt x="700" y="0"/>
                  </a:moveTo>
                  <a:cubicBezTo>
                    <a:pt x="305" y="0"/>
                    <a:pt x="1" y="304"/>
                    <a:pt x="1" y="699"/>
                  </a:cubicBezTo>
                  <a:cubicBezTo>
                    <a:pt x="1" y="1064"/>
                    <a:pt x="305" y="1368"/>
                    <a:pt x="700" y="1368"/>
                  </a:cubicBezTo>
                  <a:cubicBezTo>
                    <a:pt x="1064" y="1368"/>
                    <a:pt x="1368" y="1064"/>
                    <a:pt x="1368" y="699"/>
                  </a:cubicBezTo>
                  <a:cubicBezTo>
                    <a:pt x="1368" y="304"/>
                    <a:pt x="1064" y="0"/>
                    <a:pt x="700"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36"/>
            <p:cNvSpPr/>
            <p:nvPr/>
          </p:nvSpPr>
          <p:spPr>
            <a:xfrm>
              <a:off x="2300322" y="2124313"/>
              <a:ext cx="136331" cy="183481"/>
            </a:xfrm>
            <a:custGeom>
              <a:avLst/>
              <a:gdLst/>
              <a:ahLst/>
              <a:cxnLst/>
              <a:rect l="l" t="t" r="r" b="b"/>
              <a:pathLst>
                <a:path w="8177" h="11005" fill="none" extrusionOk="0">
                  <a:moveTo>
                    <a:pt x="0" y="11004"/>
                  </a:moveTo>
                  <a:cubicBezTo>
                    <a:pt x="0" y="11004"/>
                    <a:pt x="4377" y="3466"/>
                    <a:pt x="8177" y="1"/>
                  </a:cubicBez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36"/>
            <p:cNvSpPr/>
            <p:nvPr/>
          </p:nvSpPr>
          <p:spPr>
            <a:xfrm>
              <a:off x="2342882" y="2169925"/>
              <a:ext cx="8636" cy="58287"/>
            </a:xfrm>
            <a:custGeom>
              <a:avLst/>
              <a:gdLst/>
              <a:ahLst/>
              <a:cxnLst/>
              <a:rect l="l" t="t" r="r" b="b"/>
              <a:pathLst>
                <a:path w="518" h="3496" fill="none" extrusionOk="0">
                  <a:moveTo>
                    <a:pt x="1" y="0"/>
                  </a:moveTo>
                  <a:cubicBezTo>
                    <a:pt x="335" y="1125"/>
                    <a:pt x="517" y="2311"/>
                    <a:pt x="517" y="3496"/>
                  </a:cubicBez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36"/>
            <p:cNvSpPr/>
            <p:nvPr/>
          </p:nvSpPr>
          <p:spPr>
            <a:xfrm>
              <a:off x="2380892" y="2171442"/>
              <a:ext cx="63356" cy="15722"/>
            </a:xfrm>
            <a:custGeom>
              <a:avLst/>
              <a:gdLst/>
              <a:ahLst/>
              <a:cxnLst/>
              <a:rect l="l" t="t" r="r" b="b"/>
              <a:pathLst>
                <a:path w="3800" h="943" fill="none" extrusionOk="0">
                  <a:moveTo>
                    <a:pt x="0" y="943"/>
                  </a:moveTo>
                  <a:cubicBezTo>
                    <a:pt x="0" y="943"/>
                    <a:pt x="2402" y="122"/>
                    <a:pt x="3800" y="1"/>
                  </a:cubicBez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36"/>
            <p:cNvSpPr/>
            <p:nvPr/>
          </p:nvSpPr>
          <p:spPr>
            <a:xfrm>
              <a:off x="2329712" y="2148136"/>
              <a:ext cx="26876" cy="26876"/>
            </a:xfrm>
            <a:custGeom>
              <a:avLst/>
              <a:gdLst/>
              <a:ahLst/>
              <a:cxnLst/>
              <a:rect l="l" t="t" r="r" b="b"/>
              <a:pathLst>
                <a:path w="1612" h="1612" extrusionOk="0">
                  <a:moveTo>
                    <a:pt x="791" y="0"/>
                  </a:moveTo>
                  <a:cubicBezTo>
                    <a:pt x="365" y="0"/>
                    <a:pt x="0" y="365"/>
                    <a:pt x="0" y="821"/>
                  </a:cubicBezTo>
                  <a:cubicBezTo>
                    <a:pt x="0" y="1247"/>
                    <a:pt x="365" y="1611"/>
                    <a:pt x="791" y="1611"/>
                  </a:cubicBezTo>
                  <a:cubicBezTo>
                    <a:pt x="1247" y="1611"/>
                    <a:pt x="1611" y="1247"/>
                    <a:pt x="1611" y="821"/>
                  </a:cubicBezTo>
                  <a:cubicBezTo>
                    <a:pt x="1611" y="365"/>
                    <a:pt x="1247" y="0"/>
                    <a:pt x="791"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36"/>
            <p:cNvSpPr/>
            <p:nvPr/>
          </p:nvSpPr>
          <p:spPr>
            <a:xfrm>
              <a:off x="2440690" y="2158272"/>
              <a:ext cx="26359" cy="26359"/>
            </a:xfrm>
            <a:custGeom>
              <a:avLst/>
              <a:gdLst/>
              <a:ahLst/>
              <a:cxnLst/>
              <a:rect l="l" t="t" r="r" b="b"/>
              <a:pathLst>
                <a:path w="1581" h="1581" extrusionOk="0">
                  <a:moveTo>
                    <a:pt x="790" y="0"/>
                  </a:moveTo>
                  <a:cubicBezTo>
                    <a:pt x="334" y="0"/>
                    <a:pt x="0" y="365"/>
                    <a:pt x="0" y="791"/>
                  </a:cubicBezTo>
                  <a:cubicBezTo>
                    <a:pt x="0" y="1247"/>
                    <a:pt x="334" y="1581"/>
                    <a:pt x="790" y="1581"/>
                  </a:cubicBezTo>
                  <a:cubicBezTo>
                    <a:pt x="1216" y="1581"/>
                    <a:pt x="1581" y="1247"/>
                    <a:pt x="1581" y="791"/>
                  </a:cubicBezTo>
                  <a:cubicBezTo>
                    <a:pt x="1581" y="365"/>
                    <a:pt x="1216" y="0"/>
                    <a:pt x="790"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36"/>
            <p:cNvSpPr/>
            <p:nvPr/>
          </p:nvSpPr>
          <p:spPr>
            <a:xfrm>
              <a:off x="2433088" y="2102024"/>
              <a:ext cx="26359" cy="26876"/>
            </a:xfrm>
            <a:custGeom>
              <a:avLst/>
              <a:gdLst/>
              <a:ahLst/>
              <a:cxnLst/>
              <a:rect l="l" t="t" r="r" b="b"/>
              <a:pathLst>
                <a:path w="1581" h="1612" extrusionOk="0">
                  <a:moveTo>
                    <a:pt x="790" y="0"/>
                  </a:moveTo>
                  <a:cubicBezTo>
                    <a:pt x="335" y="0"/>
                    <a:pt x="0" y="365"/>
                    <a:pt x="0" y="791"/>
                  </a:cubicBezTo>
                  <a:cubicBezTo>
                    <a:pt x="0" y="1247"/>
                    <a:pt x="335" y="1611"/>
                    <a:pt x="790" y="1611"/>
                  </a:cubicBezTo>
                  <a:cubicBezTo>
                    <a:pt x="1216" y="1611"/>
                    <a:pt x="1581" y="1247"/>
                    <a:pt x="1581" y="791"/>
                  </a:cubicBezTo>
                  <a:cubicBezTo>
                    <a:pt x="1581" y="365"/>
                    <a:pt x="1216" y="0"/>
                    <a:pt x="790"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9" name="Google Shape;639;p36"/>
          <p:cNvSpPr/>
          <p:nvPr/>
        </p:nvSpPr>
        <p:spPr>
          <a:xfrm>
            <a:off x="6593100" y="236401"/>
            <a:ext cx="1832405" cy="244805"/>
          </a:xfrm>
          <a:custGeom>
            <a:avLst/>
            <a:gdLst/>
            <a:ahLst/>
            <a:cxnLst/>
            <a:rect l="l" t="t" r="r" b="b"/>
            <a:pathLst>
              <a:path w="55866" h="7463" extrusionOk="0">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0" name="Google Shape;640;p36"/>
          <p:cNvGrpSpPr/>
          <p:nvPr/>
        </p:nvGrpSpPr>
        <p:grpSpPr>
          <a:xfrm rot="3718461" flipH="1">
            <a:off x="7128169" y="2914922"/>
            <a:ext cx="1386029" cy="2705445"/>
            <a:chOff x="409722" y="228600"/>
            <a:chExt cx="1385931" cy="2705253"/>
          </a:xfrm>
        </p:grpSpPr>
        <p:grpSp>
          <p:nvGrpSpPr>
            <p:cNvPr id="641" name="Google Shape;641;p36"/>
            <p:cNvGrpSpPr/>
            <p:nvPr/>
          </p:nvGrpSpPr>
          <p:grpSpPr>
            <a:xfrm rot="-617154" flipH="1">
              <a:off x="575967" y="402323"/>
              <a:ext cx="1053440" cy="2450002"/>
              <a:chOff x="3817855" y="1437512"/>
              <a:chExt cx="541146" cy="1128254"/>
            </a:xfrm>
          </p:grpSpPr>
          <p:sp>
            <p:nvSpPr>
              <p:cNvPr id="642" name="Google Shape;642;p36"/>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36"/>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4" name="Google Shape;644;p36"/>
            <p:cNvSpPr/>
            <p:nvPr/>
          </p:nvSpPr>
          <p:spPr>
            <a:xfrm>
              <a:off x="1419225" y="228600"/>
              <a:ext cx="142800" cy="142800"/>
            </a:xfrm>
            <a:prstGeom prst="ellipse">
              <a:avLst/>
            </a:pr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5" name="Google Shape;645;p36"/>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46" name="Google Shape;646;p36"/>
          <p:cNvSpPr txBox="1">
            <a:spLocks noGrp="1"/>
          </p:cNvSpPr>
          <p:nvPr>
            <p:ph type="body" idx="1"/>
          </p:nvPr>
        </p:nvSpPr>
        <p:spPr>
          <a:xfrm>
            <a:off x="4566600" y="1285977"/>
            <a:ext cx="3858900" cy="3244500"/>
          </a:xfrm>
          <a:prstGeom prst="rect">
            <a:avLst/>
          </a:prstGeom>
        </p:spPr>
        <p:txBody>
          <a:bodyPr spcFirstLastPara="1" wrap="square" lIns="91425" tIns="91425" rIns="91425" bIns="91425" anchor="t" anchorCtr="0">
            <a:noAutofit/>
          </a:bodyPr>
          <a:lstStyle>
            <a:lvl1pPr marL="457200" lvl="0" indent="-342900" rtl="0">
              <a:lnSpc>
                <a:spcPct val="100000"/>
              </a:lnSpc>
              <a:spcBef>
                <a:spcPts val="0"/>
              </a:spcBef>
              <a:spcAft>
                <a:spcPts val="0"/>
              </a:spcAft>
              <a:buSzPts val="1800"/>
              <a:buChar char="●"/>
              <a:defRPr sz="1200"/>
            </a:lvl1pPr>
            <a:lvl2pPr marL="914400" lvl="1" indent="-317500" rtl="0">
              <a:spcBef>
                <a:spcPts val="1600"/>
              </a:spcBef>
              <a:spcAft>
                <a:spcPts val="0"/>
              </a:spcAft>
              <a:buSzPts val="1400"/>
              <a:buChar char="○"/>
              <a:defRPr/>
            </a:lvl2pPr>
            <a:lvl3pPr marL="1371600" lvl="2" indent="-317500" rtl="0">
              <a:spcBef>
                <a:spcPts val="1600"/>
              </a:spcBef>
              <a:spcAft>
                <a:spcPts val="0"/>
              </a:spcAft>
              <a:buSzPts val="1400"/>
              <a:buChar char="■"/>
              <a:defRPr/>
            </a:lvl3pPr>
            <a:lvl4pPr marL="1828800" lvl="3" indent="-317500" rtl="0">
              <a:spcBef>
                <a:spcPts val="1600"/>
              </a:spcBef>
              <a:spcAft>
                <a:spcPts val="0"/>
              </a:spcAft>
              <a:buSzPts val="1400"/>
              <a:buChar char="●"/>
              <a:defRPr/>
            </a:lvl4pPr>
            <a:lvl5pPr marL="2286000" lvl="4" indent="-317500" rtl="0">
              <a:spcBef>
                <a:spcPts val="1600"/>
              </a:spcBef>
              <a:spcAft>
                <a:spcPts val="0"/>
              </a:spcAft>
              <a:buSzPts val="1400"/>
              <a:buChar char="○"/>
              <a:defRPr/>
            </a:lvl5pPr>
            <a:lvl6pPr marL="2743200" lvl="5" indent="-317500" rtl="0">
              <a:spcBef>
                <a:spcPts val="1600"/>
              </a:spcBef>
              <a:spcAft>
                <a:spcPts val="0"/>
              </a:spcAft>
              <a:buSzPts val="1400"/>
              <a:buChar char="■"/>
              <a:defRPr/>
            </a:lvl6pPr>
            <a:lvl7pPr marL="3200400" lvl="6" indent="-317500" rtl="0">
              <a:spcBef>
                <a:spcPts val="1600"/>
              </a:spcBef>
              <a:spcAft>
                <a:spcPts val="0"/>
              </a:spcAft>
              <a:buSzPts val="1400"/>
              <a:buChar char="●"/>
              <a:defRPr/>
            </a:lvl7pPr>
            <a:lvl8pPr marL="3657600" lvl="7" indent="-317500" rtl="0">
              <a:spcBef>
                <a:spcPts val="1600"/>
              </a:spcBef>
              <a:spcAft>
                <a:spcPts val="0"/>
              </a:spcAft>
              <a:buSzPts val="1400"/>
              <a:buChar char="○"/>
              <a:defRPr/>
            </a:lvl8pPr>
            <a:lvl9pPr marL="4114800" lvl="8" indent="-317500" rtl="0">
              <a:spcBef>
                <a:spcPts val="1600"/>
              </a:spcBef>
              <a:spcAft>
                <a:spcPts val="1600"/>
              </a:spcAft>
              <a:buSzPts val="1400"/>
              <a:buChar char="■"/>
              <a:defRPr/>
            </a:lvl9pPr>
          </a:lstStyle>
          <a:p>
            <a:endParaRPr/>
          </a:p>
        </p:txBody>
      </p:sp>
      <p:sp>
        <p:nvSpPr>
          <p:cNvPr id="647" name="Google Shape;647;p36"/>
          <p:cNvSpPr txBox="1">
            <a:spLocks noGrp="1"/>
          </p:cNvSpPr>
          <p:nvPr>
            <p:ph type="body" idx="2"/>
          </p:nvPr>
        </p:nvSpPr>
        <p:spPr>
          <a:xfrm>
            <a:off x="718500" y="1285877"/>
            <a:ext cx="3840000" cy="3244500"/>
          </a:xfrm>
          <a:prstGeom prst="rect">
            <a:avLst/>
          </a:prstGeom>
        </p:spPr>
        <p:txBody>
          <a:bodyPr spcFirstLastPara="1" wrap="square" lIns="91425" tIns="91425" rIns="91425" bIns="91425" anchor="t" anchorCtr="0">
            <a:noAutofit/>
          </a:bodyPr>
          <a:lstStyle>
            <a:lvl1pPr marL="457200" lvl="0" indent="-342900" rtl="0">
              <a:lnSpc>
                <a:spcPct val="100000"/>
              </a:lnSpc>
              <a:spcBef>
                <a:spcPts val="0"/>
              </a:spcBef>
              <a:spcAft>
                <a:spcPts val="0"/>
              </a:spcAft>
              <a:buSzPts val="1800"/>
              <a:buChar char="●"/>
              <a:defRPr sz="1200"/>
            </a:lvl1pPr>
            <a:lvl2pPr marL="914400" lvl="1" indent="-317500" rtl="0">
              <a:spcBef>
                <a:spcPts val="1600"/>
              </a:spcBef>
              <a:spcAft>
                <a:spcPts val="0"/>
              </a:spcAft>
              <a:buSzPts val="1400"/>
              <a:buChar char="○"/>
              <a:defRPr/>
            </a:lvl2pPr>
            <a:lvl3pPr marL="1371600" lvl="2" indent="-317500" rtl="0">
              <a:spcBef>
                <a:spcPts val="1600"/>
              </a:spcBef>
              <a:spcAft>
                <a:spcPts val="0"/>
              </a:spcAft>
              <a:buSzPts val="1400"/>
              <a:buChar char="■"/>
              <a:defRPr/>
            </a:lvl3pPr>
            <a:lvl4pPr marL="1828800" lvl="3" indent="-317500" rtl="0">
              <a:spcBef>
                <a:spcPts val="1600"/>
              </a:spcBef>
              <a:spcAft>
                <a:spcPts val="0"/>
              </a:spcAft>
              <a:buSzPts val="1400"/>
              <a:buChar char="●"/>
              <a:defRPr/>
            </a:lvl4pPr>
            <a:lvl5pPr marL="2286000" lvl="4" indent="-317500" rtl="0">
              <a:spcBef>
                <a:spcPts val="1600"/>
              </a:spcBef>
              <a:spcAft>
                <a:spcPts val="0"/>
              </a:spcAft>
              <a:buSzPts val="1400"/>
              <a:buChar char="○"/>
              <a:defRPr/>
            </a:lvl5pPr>
            <a:lvl6pPr marL="2743200" lvl="5" indent="-317500" rtl="0">
              <a:spcBef>
                <a:spcPts val="1600"/>
              </a:spcBef>
              <a:spcAft>
                <a:spcPts val="0"/>
              </a:spcAft>
              <a:buSzPts val="1400"/>
              <a:buChar char="■"/>
              <a:defRPr/>
            </a:lvl6pPr>
            <a:lvl7pPr marL="3200400" lvl="6" indent="-317500" rtl="0">
              <a:spcBef>
                <a:spcPts val="1600"/>
              </a:spcBef>
              <a:spcAft>
                <a:spcPts val="0"/>
              </a:spcAft>
              <a:buSzPts val="1400"/>
              <a:buChar char="●"/>
              <a:defRPr/>
            </a:lvl7pPr>
            <a:lvl8pPr marL="3657600" lvl="7" indent="-317500" rtl="0">
              <a:spcBef>
                <a:spcPts val="1600"/>
              </a:spcBef>
              <a:spcAft>
                <a:spcPts val="0"/>
              </a:spcAft>
              <a:buSzPts val="1400"/>
              <a:buChar char="○"/>
              <a:defRPr/>
            </a:lvl8pPr>
            <a:lvl9pPr marL="4114800" lvl="8" indent="-317500" rtl="0">
              <a:spcBef>
                <a:spcPts val="1600"/>
              </a:spcBef>
              <a:spcAft>
                <a:spcPts val="1600"/>
              </a:spcAft>
              <a:buSzPts val="1400"/>
              <a:buChar char="■"/>
              <a:defRPr/>
            </a:lvl9pPr>
          </a:lstStyle>
          <a:p>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and three columns">
  <p:cSld name="CUSTOM_1">
    <p:spTree>
      <p:nvGrpSpPr>
        <p:cNvPr id="1" name="Shape 648"/>
        <p:cNvGrpSpPr/>
        <p:nvPr/>
      </p:nvGrpSpPr>
      <p:grpSpPr>
        <a:xfrm>
          <a:off x="0" y="0"/>
          <a:ext cx="0" cy="0"/>
          <a:chOff x="0" y="0"/>
          <a:chExt cx="0" cy="0"/>
        </a:xfrm>
      </p:grpSpPr>
      <p:grpSp>
        <p:nvGrpSpPr>
          <p:cNvPr id="649" name="Google Shape;649;p37"/>
          <p:cNvGrpSpPr/>
          <p:nvPr/>
        </p:nvGrpSpPr>
        <p:grpSpPr>
          <a:xfrm>
            <a:off x="-97582" y="-6"/>
            <a:ext cx="9411247" cy="5153383"/>
            <a:chOff x="-97582" y="-6"/>
            <a:chExt cx="9411247" cy="5153383"/>
          </a:xfrm>
        </p:grpSpPr>
        <p:sp>
          <p:nvSpPr>
            <p:cNvPr id="650" name="Google Shape;650;p37"/>
            <p:cNvSpPr/>
            <p:nvPr/>
          </p:nvSpPr>
          <p:spPr>
            <a:xfrm>
              <a:off x="319050" y="283350"/>
              <a:ext cx="8505900" cy="45768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37"/>
            <p:cNvSpPr/>
            <p:nvPr/>
          </p:nvSpPr>
          <p:spPr>
            <a:xfrm flipH="1">
              <a:off x="399046" y="0"/>
              <a:ext cx="1600279" cy="1208486"/>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37"/>
            <p:cNvSpPr/>
            <p:nvPr/>
          </p:nvSpPr>
          <p:spPr>
            <a:xfrm flipH="1">
              <a:off x="1314444" y="-6"/>
              <a:ext cx="1250846" cy="937634"/>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37"/>
            <p:cNvSpPr/>
            <p:nvPr/>
          </p:nvSpPr>
          <p:spPr>
            <a:xfrm flipH="1">
              <a:off x="6735804" y="3878776"/>
              <a:ext cx="1664900" cy="1264737"/>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37"/>
            <p:cNvSpPr/>
            <p:nvPr/>
          </p:nvSpPr>
          <p:spPr>
            <a:xfrm rot="10800000" flipH="1">
              <a:off x="8009700" y="3670093"/>
              <a:ext cx="1135497" cy="1067007"/>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37"/>
            <p:cNvSpPr/>
            <p:nvPr/>
          </p:nvSpPr>
          <p:spPr>
            <a:xfrm flipH="1">
              <a:off x="-24431" y="1228724"/>
              <a:ext cx="1196082" cy="113470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6" name="Google Shape;656;p37"/>
            <p:cNvGrpSpPr/>
            <p:nvPr/>
          </p:nvGrpSpPr>
          <p:grpSpPr>
            <a:xfrm>
              <a:off x="4281415" y="75177"/>
              <a:ext cx="581170" cy="125403"/>
              <a:chOff x="4685288" y="186288"/>
              <a:chExt cx="419375" cy="90485"/>
            </a:xfrm>
          </p:grpSpPr>
          <p:sp>
            <p:nvSpPr>
              <p:cNvPr id="657" name="Google Shape;657;p37"/>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8" name="Google Shape;658;p37"/>
              <p:cNvGrpSpPr/>
              <p:nvPr/>
            </p:nvGrpSpPr>
            <p:grpSpPr>
              <a:xfrm>
                <a:off x="4685288" y="186300"/>
                <a:ext cx="419375" cy="90473"/>
                <a:chOff x="4390000" y="182175"/>
                <a:chExt cx="419375" cy="90473"/>
              </a:xfrm>
            </p:grpSpPr>
            <p:sp>
              <p:nvSpPr>
                <p:cNvPr id="659" name="Google Shape;659;p37"/>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37"/>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1" name="Google Shape;661;p37"/>
            <p:cNvGrpSpPr/>
            <p:nvPr/>
          </p:nvGrpSpPr>
          <p:grpSpPr>
            <a:xfrm rot="-1102275">
              <a:off x="239301" y="2899434"/>
              <a:ext cx="541146" cy="2225370"/>
              <a:chOff x="871338" y="1945155"/>
              <a:chExt cx="247109" cy="1016148"/>
            </a:xfrm>
          </p:grpSpPr>
          <p:sp>
            <p:nvSpPr>
              <p:cNvPr id="662" name="Google Shape;662;p37"/>
              <p:cNvSpPr/>
              <p:nvPr/>
            </p:nvSpPr>
            <p:spPr>
              <a:xfrm>
                <a:off x="1017893" y="2858365"/>
                <a:ext cx="100554" cy="102938"/>
              </a:xfrm>
              <a:custGeom>
                <a:avLst/>
                <a:gdLst/>
                <a:ahLst/>
                <a:cxnLst/>
                <a:rect l="l" t="t" r="r" b="b"/>
                <a:pathLst>
                  <a:path w="5314" h="5440" extrusionOk="0">
                    <a:moveTo>
                      <a:pt x="2707" y="0"/>
                    </a:moveTo>
                    <a:cubicBezTo>
                      <a:pt x="1253" y="0"/>
                      <a:pt x="0" y="1254"/>
                      <a:pt x="0" y="2707"/>
                    </a:cubicBezTo>
                    <a:cubicBezTo>
                      <a:pt x="0" y="4186"/>
                      <a:pt x="1253" y="5439"/>
                      <a:pt x="2707" y="5439"/>
                    </a:cubicBezTo>
                    <a:cubicBezTo>
                      <a:pt x="4161" y="5439"/>
                      <a:pt x="5314" y="4186"/>
                      <a:pt x="5314" y="2707"/>
                    </a:cubicBezTo>
                    <a:cubicBezTo>
                      <a:pt x="5314" y="1254"/>
                      <a:pt x="4161" y="0"/>
                      <a:pt x="27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37"/>
              <p:cNvSpPr/>
              <p:nvPr/>
            </p:nvSpPr>
            <p:spPr>
              <a:xfrm>
                <a:off x="871338" y="2075844"/>
                <a:ext cx="215338" cy="853670"/>
              </a:xfrm>
              <a:custGeom>
                <a:avLst/>
                <a:gdLst/>
                <a:ahLst/>
                <a:cxnLst/>
                <a:rect l="l" t="t" r="r" b="b"/>
                <a:pathLst>
                  <a:path w="11380" h="45114" extrusionOk="0">
                    <a:moveTo>
                      <a:pt x="6066" y="1"/>
                    </a:moveTo>
                    <a:cubicBezTo>
                      <a:pt x="2206" y="5640"/>
                      <a:pt x="1" y="12332"/>
                      <a:pt x="1" y="19625"/>
                    </a:cubicBezTo>
                    <a:cubicBezTo>
                      <a:pt x="1" y="29650"/>
                      <a:pt x="4287" y="38748"/>
                      <a:pt x="11079" y="45114"/>
                    </a:cubicBezTo>
                    <a:lnTo>
                      <a:pt x="11379" y="44813"/>
                    </a:lnTo>
                    <a:cubicBezTo>
                      <a:pt x="4612" y="38547"/>
                      <a:pt x="427" y="29550"/>
                      <a:pt x="427" y="19625"/>
                    </a:cubicBezTo>
                    <a:cubicBezTo>
                      <a:pt x="427" y="12432"/>
                      <a:pt x="2607" y="5740"/>
                      <a:pt x="6367" y="201"/>
                    </a:cubicBezTo>
                    <a:lnTo>
                      <a:pt x="606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37"/>
              <p:cNvSpPr/>
              <p:nvPr/>
            </p:nvSpPr>
            <p:spPr>
              <a:xfrm>
                <a:off x="1051083" y="1945155"/>
                <a:ext cx="67364" cy="51242"/>
              </a:xfrm>
              <a:custGeom>
                <a:avLst/>
                <a:gdLst/>
                <a:ahLst/>
                <a:cxnLst/>
                <a:rect l="l" t="t" r="r" b="b"/>
                <a:pathLst>
                  <a:path w="3560" h="2708" extrusionOk="0">
                    <a:moveTo>
                      <a:pt x="1780" y="1"/>
                    </a:moveTo>
                    <a:cubicBezTo>
                      <a:pt x="1" y="1"/>
                      <a:pt x="1" y="2708"/>
                      <a:pt x="1780" y="2708"/>
                    </a:cubicBezTo>
                    <a:cubicBezTo>
                      <a:pt x="3459" y="2708"/>
                      <a:pt x="3560" y="1"/>
                      <a:pt x="17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5" name="Google Shape;665;p37"/>
            <p:cNvSpPr/>
            <p:nvPr/>
          </p:nvSpPr>
          <p:spPr>
            <a:xfrm>
              <a:off x="7683774" y="926546"/>
              <a:ext cx="1629891" cy="217696"/>
            </a:xfrm>
            <a:custGeom>
              <a:avLst/>
              <a:gdLst/>
              <a:ahLst/>
              <a:cxnLst/>
              <a:rect l="l" t="t" r="r" b="b"/>
              <a:pathLst>
                <a:path w="55866" h="7463" extrusionOk="0">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6" name="Google Shape;666;p37"/>
          <p:cNvSpPr txBox="1">
            <a:spLocks noGrp="1"/>
          </p:cNvSpPr>
          <p:nvPr>
            <p:ph type="subTitle" idx="1"/>
          </p:nvPr>
        </p:nvSpPr>
        <p:spPr>
          <a:xfrm>
            <a:off x="6450420" y="2989131"/>
            <a:ext cx="1517100" cy="314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1800" b="1">
                <a:latin typeface="Aldrich"/>
                <a:ea typeface="Aldrich"/>
                <a:cs typeface="Aldrich"/>
                <a:sym typeface="Aldrich"/>
              </a:defRPr>
            </a:lvl1pPr>
            <a:lvl2pPr lvl="1" algn="ctr" rtl="0">
              <a:lnSpc>
                <a:spcPct val="100000"/>
              </a:lnSpc>
              <a:spcBef>
                <a:spcPts val="0"/>
              </a:spcBef>
              <a:spcAft>
                <a:spcPts val="0"/>
              </a:spcAft>
              <a:buNone/>
              <a:defRPr b="1">
                <a:latin typeface="Aldrich"/>
                <a:ea typeface="Aldrich"/>
                <a:cs typeface="Aldrich"/>
                <a:sym typeface="Aldrich"/>
              </a:defRPr>
            </a:lvl2pPr>
            <a:lvl3pPr lvl="2" algn="ctr" rtl="0">
              <a:lnSpc>
                <a:spcPct val="100000"/>
              </a:lnSpc>
              <a:spcBef>
                <a:spcPts val="0"/>
              </a:spcBef>
              <a:spcAft>
                <a:spcPts val="0"/>
              </a:spcAft>
              <a:buNone/>
              <a:defRPr b="1">
                <a:latin typeface="Aldrich"/>
                <a:ea typeface="Aldrich"/>
                <a:cs typeface="Aldrich"/>
                <a:sym typeface="Aldrich"/>
              </a:defRPr>
            </a:lvl3pPr>
            <a:lvl4pPr lvl="3" algn="ctr" rtl="0">
              <a:lnSpc>
                <a:spcPct val="100000"/>
              </a:lnSpc>
              <a:spcBef>
                <a:spcPts val="0"/>
              </a:spcBef>
              <a:spcAft>
                <a:spcPts val="0"/>
              </a:spcAft>
              <a:buNone/>
              <a:defRPr b="1">
                <a:latin typeface="Aldrich"/>
                <a:ea typeface="Aldrich"/>
                <a:cs typeface="Aldrich"/>
                <a:sym typeface="Aldrich"/>
              </a:defRPr>
            </a:lvl4pPr>
            <a:lvl5pPr lvl="4" algn="ctr" rtl="0">
              <a:lnSpc>
                <a:spcPct val="100000"/>
              </a:lnSpc>
              <a:spcBef>
                <a:spcPts val="0"/>
              </a:spcBef>
              <a:spcAft>
                <a:spcPts val="0"/>
              </a:spcAft>
              <a:buNone/>
              <a:defRPr b="1">
                <a:latin typeface="Aldrich"/>
                <a:ea typeface="Aldrich"/>
                <a:cs typeface="Aldrich"/>
                <a:sym typeface="Aldrich"/>
              </a:defRPr>
            </a:lvl5pPr>
            <a:lvl6pPr lvl="5" algn="ctr" rtl="0">
              <a:lnSpc>
                <a:spcPct val="100000"/>
              </a:lnSpc>
              <a:spcBef>
                <a:spcPts val="0"/>
              </a:spcBef>
              <a:spcAft>
                <a:spcPts val="0"/>
              </a:spcAft>
              <a:buNone/>
              <a:defRPr b="1">
                <a:latin typeface="Aldrich"/>
                <a:ea typeface="Aldrich"/>
                <a:cs typeface="Aldrich"/>
                <a:sym typeface="Aldrich"/>
              </a:defRPr>
            </a:lvl6pPr>
            <a:lvl7pPr lvl="6" algn="ctr" rtl="0">
              <a:lnSpc>
                <a:spcPct val="100000"/>
              </a:lnSpc>
              <a:spcBef>
                <a:spcPts val="0"/>
              </a:spcBef>
              <a:spcAft>
                <a:spcPts val="0"/>
              </a:spcAft>
              <a:buNone/>
              <a:defRPr b="1">
                <a:latin typeface="Aldrich"/>
                <a:ea typeface="Aldrich"/>
                <a:cs typeface="Aldrich"/>
                <a:sym typeface="Aldrich"/>
              </a:defRPr>
            </a:lvl7pPr>
            <a:lvl8pPr lvl="7" algn="ctr" rtl="0">
              <a:lnSpc>
                <a:spcPct val="100000"/>
              </a:lnSpc>
              <a:spcBef>
                <a:spcPts val="0"/>
              </a:spcBef>
              <a:spcAft>
                <a:spcPts val="0"/>
              </a:spcAft>
              <a:buNone/>
              <a:defRPr b="1">
                <a:latin typeface="Aldrich"/>
                <a:ea typeface="Aldrich"/>
                <a:cs typeface="Aldrich"/>
                <a:sym typeface="Aldrich"/>
              </a:defRPr>
            </a:lvl8pPr>
            <a:lvl9pPr lvl="8" algn="ctr" rtl="0">
              <a:lnSpc>
                <a:spcPct val="100000"/>
              </a:lnSpc>
              <a:spcBef>
                <a:spcPts val="0"/>
              </a:spcBef>
              <a:spcAft>
                <a:spcPts val="0"/>
              </a:spcAft>
              <a:buNone/>
              <a:defRPr b="1">
                <a:latin typeface="Aldrich"/>
                <a:ea typeface="Aldrich"/>
                <a:cs typeface="Aldrich"/>
                <a:sym typeface="Aldrich"/>
              </a:defRPr>
            </a:lvl9pPr>
          </a:lstStyle>
          <a:p>
            <a:endParaRPr/>
          </a:p>
        </p:txBody>
      </p:sp>
      <p:sp>
        <p:nvSpPr>
          <p:cNvPr id="667" name="Google Shape;667;p37"/>
          <p:cNvSpPr txBox="1">
            <a:spLocks noGrp="1"/>
          </p:cNvSpPr>
          <p:nvPr>
            <p:ph type="subTitle" idx="2"/>
          </p:nvPr>
        </p:nvSpPr>
        <p:spPr>
          <a:xfrm>
            <a:off x="5997120" y="3373105"/>
            <a:ext cx="2423700" cy="545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1600"/>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sp>
        <p:nvSpPr>
          <p:cNvPr id="668" name="Google Shape;668;p37"/>
          <p:cNvSpPr txBox="1">
            <a:spLocks noGrp="1"/>
          </p:cNvSpPr>
          <p:nvPr>
            <p:ph type="subTitle" idx="3"/>
          </p:nvPr>
        </p:nvSpPr>
        <p:spPr>
          <a:xfrm>
            <a:off x="3813450" y="2989131"/>
            <a:ext cx="1517100" cy="314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1800" b="1">
                <a:latin typeface="Aldrich"/>
                <a:ea typeface="Aldrich"/>
                <a:cs typeface="Aldrich"/>
                <a:sym typeface="Aldrich"/>
              </a:defRPr>
            </a:lvl1pPr>
            <a:lvl2pPr lvl="1" algn="ctr" rtl="0">
              <a:lnSpc>
                <a:spcPct val="100000"/>
              </a:lnSpc>
              <a:spcBef>
                <a:spcPts val="0"/>
              </a:spcBef>
              <a:spcAft>
                <a:spcPts val="0"/>
              </a:spcAft>
              <a:buNone/>
              <a:defRPr b="1">
                <a:latin typeface="Aldrich"/>
                <a:ea typeface="Aldrich"/>
                <a:cs typeface="Aldrich"/>
                <a:sym typeface="Aldrich"/>
              </a:defRPr>
            </a:lvl2pPr>
            <a:lvl3pPr lvl="2" algn="ctr" rtl="0">
              <a:lnSpc>
                <a:spcPct val="100000"/>
              </a:lnSpc>
              <a:spcBef>
                <a:spcPts val="0"/>
              </a:spcBef>
              <a:spcAft>
                <a:spcPts val="0"/>
              </a:spcAft>
              <a:buNone/>
              <a:defRPr b="1">
                <a:latin typeface="Aldrich"/>
                <a:ea typeface="Aldrich"/>
                <a:cs typeface="Aldrich"/>
                <a:sym typeface="Aldrich"/>
              </a:defRPr>
            </a:lvl3pPr>
            <a:lvl4pPr lvl="3" algn="ctr" rtl="0">
              <a:lnSpc>
                <a:spcPct val="100000"/>
              </a:lnSpc>
              <a:spcBef>
                <a:spcPts val="0"/>
              </a:spcBef>
              <a:spcAft>
                <a:spcPts val="0"/>
              </a:spcAft>
              <a:buNone/>
              <a:defRPr b="1">
                <a:latin typeface="Aldrich"/>
                <a:ea typeface="Aldrich"/>
                <a:cs typeface="Aldrich"/>
                <a:sym typeface="Aldrich"/>
              </a:defRPr>
            </a:lvl4pPr>
            <a:lvl5pPr lvl="4" algn="ctr" rtl="0">
              <a:lnSpc>
                <a:spcPct val="100000"/>
              </a:lnSpc>
              <a:spcBef>
                <a:spcPts val="0"/>
              </a:spcBef>
              <a:spcAft>
                <a:spcPts val="0"/>
              </a:spcAft>
              <a:buNone/>
              <a:defRPr b="1">
                <a:latin typeface="Aldrich"/>
                <a:ea typeface="Aldrich"/>
                <a:cs typeface="Aldrich"/>
                <a:sym typeface="Aldrich"/>
              </a:defRPr>
            </a:lvl5pPr>
            <a:lvl6pPr lvl="5" algn="ctr" rtl="0">
              <a:lnSpc>
                <a:spcPct val="100000"/>
              </a:lnSpc>
              <a:spcBef>
                <a:spcPts val="0"/>
              </a:spcBef>
              <a:spcAft>
                <a:spcPts val="0"/>
              </a:spcAft>
              <a:buNone/>
              <a:defRPr b="1">
                <a:latin typeface="Aldrich"/>
                <a:ea typeface="Aldrich"/>
                <a:cs typeface="Aldrich"/>
                <a:sym typeface="Aldrich"/>
              </a:defRPr>
            </a:lvl6pPr>
            <a:lvl7pPr lvl="6" algn="ctr" rtl="0">
              <a:lnSpc>
                <a:spcPct val="100000"/>
              </a:lnSpc>
              <a:spcBef>
                <a:spcPts val="0"/>
              </a:spcBef>
              <a:spcAft>
                <a:spcPts val="0"/>
              </a:spcAft>
              <a:buNone/>
              <a:defRPr b="1">
                <a:latin typeface="Aldrich"/>
                <a:ea typeface="Aldrich"/>
                <a:cs typeface="Aldrich"/>
                <a:sym typeface="Aldrich"/>
              </a:defRPr>
            </a:lvl7pPr>
            <a:lvl8pPr lvl="7" algn="ctr" rtl="0">
              <a:lnSpc>
                <a:spcPct val="100000"/>
              </a:lnSpc>
              <a:spcBef>
                <a:spcPts val="0"/>
              </a:spcBef>
              <a:spcAft>
                <a:spcPts val="0"/>
              </a:spcAft>
              <a:buNone/>
              <a:defRPr b="1">
                <a:latin typeface="Aldrich"/>
                <a:ea typeface="Aldrich"/>
                <a:cs typeface="Aldrich"/>
                <a:sym typeface="Aldrich"/>
              </a:defRPr>
            </a:lvl8pPr>
            <a:lvl9pPr lvl="8" algn="ctr" rtl="0">
              <a:lnSpc>
                <a:spcPct val="100000"/>
              </a:lnSpc>
              <a:spcBef>
                <a:spcPts val="0"/>
              </a:spcBef>
              <a:spcAft>
                <a:spcPts val="0"/>
              </a:spcAft>
              <a:buNone/>
              <a:defRPr b="1">
                <a:latin typeface="Aldrich"/>
                <a:ea typeface="Aldrich"/>
                <a:cs typeface="Aldrich"/>
                <a:sym typeface="Aldrich"/>
              </a:defRPr>
            </a:lvl9pPr>
          </a:lstStyle>
          <a:p>
            <a:endParaRPr/>
          </a:p>
        </p:txBody>
      </p:sp>
      <p:sp>
        <p:nvSpPr>
          <p:cNvPr id="669" name="Google Shape;669;p37"/>
          <p:cNvSpPr txBox="1">
            <a:spLocks noGrp="1"/>
          </p:cNvSpPr>
          <p:nvPr>
            <p:ph type="subTitle" idx="4"/>
          </p:nvPr>
        </p:nvSpPr>
        <p:spPr>
          <a:xfrm>
            <a:off x="3360150" y="3373105"/>
            <a:ext cx="2423700" cy="545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1600"/>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sp>
        <p:nvSpPr>
          <p:cNvPr id="670" name="Google Shape;670;p37"/>
          <p:cNvSpPr txBox="1">
            <a:spLocks noGrp="1"/>
          </p:cNvSpPr>
          <p:nvPr>
            <p:ph type="subTitle" idx="5"/>
          </p:nvPr>
        </p:nvSpPr>
        <p:spPr>
          <a:xfrm>
            <a:off x="1176480" y="2989131"/>
            <a:ext cx="1517100" cy="314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1800" b="1">
                <a:latin typeface="Aldrich"/>
                <a:ea typeface="Aldrich"/>
                <a:cs typeface="Aldrich"/>
                <a:sym typeface="Aldrich"/>
              </a:defRPr>
            </a:lvl1pPr>
            <a:lvl2pPr lvl="1" algn="ctr" rtl="0">
              <a:lnSpc>
                <a:spcPct val="100000"/>
              </a:lnSpc>
              <a:spcBef>
                <a:spcPts val="0"/>
              </a:spcBef>
              <a:spcAft>
                <a:spcPts val="0"/>
              </a:spcAft>
              <a:buNone/>
              <a:defRPr b="1">
                <a:latin typeface="Aldrich"/>
                <a:ea typeface="Aldrich"/>
                <a:cs typeface="Aldrich"/>
                <a:sym typeface="Aldrich"/>
              </a:defRPr>
            </a:lvl2pPr>
            <a:lvl3pPr lvl="2" algn="ctr" rtl="0">
              <a:lnSpc>
                <a:spcPct val="100000"/>
              </a:lnSpc>
              <a:spcBef>
                <a:spcPts val="0"/>
              </a:spcBef>
              <a:spcAft>
                <a:spcPts val="0"/>
              </a:spcAft>
              <a:buNone/>
              <a:defRPr b="1">
                <a:latin typeface="Aldrich"/>
                <a:ea typeface="Aldrich"/>
                <a:cs typeface="Aldrich"/>
                <a:sym typeface="Aldrich"/>
              </a:defRPr>
            </a:lvl3pPr>
            <a:lvl4pPr lvl="3" algn="ctr" rtl="0">
              <a:lnSpc>
                <a:spcPct val="100000"/>
              </a:lnSpc>
              <a:spcBef>
                <a:spcPts val="0"/>
              </a:spcBef>
              <a:spcAft>
                <a:spcPts val="0"/>
              </a:spcAft>
              <a:buNone/>
              <a:defRPr b="1">
                <a:latin typeface="Aldrich"/>
                <a:ea typeface="Aldrich"/>
                <a:cs typeface="Aldrich"/>
                <a:sym typeface="Aldrich"/>
              </a:defRPr>
            </a:lvl4pPr>
            <a:lvl5pPr lvl="4" algn="ctr" rtl="0">
              <a:lnSpc>
                <a:spcPct val="100000"/>
              </a:lnSpc>
              <a:spcBef>
                <a:spcPts val="0"/>
              </a:spcBef>
              <a:spcAft>
                <a:spcPts val="0"/>
              </a:spcAft>
              <a:buNone/>
              <a:defRPr b="1">
                <a:latin typeface="Aldrich"/>
                <a:ea typeface="Aldrich"/>
                <a:cs typeface="Aldrich"/>
                <a:sym typeface="Aldrich"/>
              </a:defRPr>
            </a:lvl5pPr>
            <a:lvl6pPr lvl="5" algn="ctr" rtl="0">
              <a:lnSpc>
                <a:spcPct val="100000"/>
              </a:lnSpc>
              <a:spcBef>
                <a:spcPts val="0"/>
              </a:spcBef>
              <a:spcAft>
                <a:spcPts val="0"/>
              </a:spcAft>
              <a:buNone/>
              <a:defRPr b="1">
                <a:latin typeface="Aldrich"/>
                <a:ea typeface="Aldrich"/>
                <a:cs typeface="Aldrich"/>
                <a:sym typeface="Aldrich"/>
              </a:defRPr>
            </a:lvl6pPr>
            <a:lvl7pPr lvl="6" algn="ctr" rtl="0">
              <a:lnSpc>
                <a:spcPct val="100000"/>
              </a:lnSpc>
              <a:spcBef>
                <a:spcPts val="0"/>
              </a:spcBef>
              <a:spcAft>
                <a:spcPts val="0"/>
              </a:spcAft>
              <a:buNone/>
              <a:defRPr b="1">
                <a:latin typeface="Aldrich"/>
                <a:ea typeface="Aldrich"/>
                <a:cs typeface="Aldrich"/>
                <a:sym typeface="Aldrich"/>
              </a:defRPr>
            </a:lvl7pPr>
            <a:lvl8pPr lvl="7" algn="ctr" rtl="0">
              <a:lnSpc>
                <a:spcPct val="100000"/>
              </a:lnSpc>
              <a:spcBef>
                <a:spcPts val="0"/>
              </a:spcBef>
              <a:spcAft>
                <a:spcPts val="0"/>
              </a:spcAft>
              <a:buNone/>
              <a:defRPr b="1">
                <a:latin typeface="Aldrich"/>
                <a:ea typeface="Aldrich"/>
                <a:cs typeface="Aldrich"/>
                <a:sym typeface="Aldrich"/>
              </a:defRPr>
            </a:lvl8pPr>
            <a:lvl9pPr lvl="8" algn="ctr" rtl="0">
              <a:lnSpc>
                <a:spcPct val="100000"/>
              </a:lnSpc>
              <a:spcBef>
                <a:spcPts val="0"/>
              </a:spcBef>
              <a:spcAft>
                <a:spcPts val="0"/>
              </a:spcAft>
              <a:buNone/>
              <a:defRPr b="1">
                <a:latin typeface="Aldrich"/>
                <a:ea typeface="Aldrich"/>
                <a:cs typeface="Aldrich"/>
                <a:sym typeface="Aldrich"/>
              </a:defRPr>
            </a:lvl9pPr>
          </a:lstStyle>
          <a:p>
            <a:endParaRPr/>
          </a:p>
        </p:txBody>
      </p:sp>
      <p:sp>
        <p:nvSpPr>
          <p:cNvPr id="671" name="Google Shape;671;p37"/>
          <p:cNvSpPr txBox="1">
            <a:spLocks noGrp="1"/>
          </p:cNvSpPr>
          <p:nvPr>
            <p:ph type="subTitle" idx="6"/>
          </p:nvPr>
        </p:nvSpPr>
        <p:spPr>
          <a:xfrm>
            <a:off x="723180" y="3373105"/>
            <a:ext cx="2423700" cy="545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1600"/>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sp>
        <p:nvSpPr>
          <p:cNvPr id="672" name="Google Shape;672;p37"/>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and three columns 1">
  <p:cSld name="CUSTOM_1_2">
    <p:spTree>
      <p:nvGrpSpPr>
        <p:cNvPr id="1" name="Shape 673"/>
        <p:cNvGrpSpPr/>
        <p:nvPr/>
      </p:nvGrpSpPr>
      <p:grpSpPr>
        <a:xfrm>
          <a:off x="0" y="0"/>
          <a:ext cx="0" cy="0"/>
          <a:chOff x="0" y="0"/>
          <a:chExt cx="0" cy="0"/>
        </a:xfrm>
      </p:grpSpPr>
      <p:grpSp>
        <p:nvGrpSpPr>
          <p:cNvPr id="674" name="Google Shape;674;p38"/>
          <p:cNvGrpSpPr/>
          <p:nvPr/>
        </p:nvGrpSpPr>
        <p:grpSpPr>
          <a:xfrm>
            <a:off x="-97582" y="-6"/>
            <a:ext cx="9411247" cy="5153383"/>
            <a:chOff x="-97582" y="-6"/>
            <a:chExt cx="9411247" cy="5153383"/>
          </a:xfrm>
        </p:grpSpPr>
        <p:sp>
          <p:nvSpPr>
            <p:cNvPr id="675" name="Google Shape;675;p38"/>
            <p:cNvSpPr/>
            <p:nvPr/>
          </p:nvSpPr>
          <p:spPr>
            <a:xfrm>
              <a:off x="319050" y="283350"/>
              <a:ext cx="8505900" cy="45768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38"/>
            <p:cNvSpPr/>
            <p:nvPr/>
          </p:nvSpPr>
          <p:spPr>
            <a:xfrm flipH="1">
              <a:off x="399046" y="0"/>
              <a:ext cx="1600279" cy="1208486"/>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38"/>
            <p:cNvSpPr/>
            <p:nvPr/>
          </p:nvSpPr>
          <p:spPr>
            <a:xfrm flipH="1">
              <a:off x="1314444" y="-6"/>
              <a:ext cx="1250846" cy="937634"/>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38"/>
            <p:cNvSpPr/>
            <p:nvPr/>
          </p:nvSpPr>
          <p:spPr>
            <a:xfrm flipH="1">
              <a:off x="6735804" y="3878776"/>
              <a:ext cx="1664900" cy="1264737"/>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38"/>
            <p:cNvSpPr/>
            <p:nvPr/>
          </p:nvSpPr>
          <p:spPr>
            <a:xfrm rot="10800000" flipH="1">
              <a:off x="8009700" y="3670093"/>
              <a:ext cx="1135497" cy="1067007"/>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0" name="Google Shape;680;p38"/>
            <p:cNvGrpSpPr/>
            <p:nvPr/>
          </p:nvGrpSpPr>
          <p:grpSpPr>
            <a:xfrm>
              <a:off x="4281415" y="75177"/>
              <a:ext cx="581170" cy="125403"/>
              <a:chOff x="4685288" y="186288"/>
              <a:chExt cx="419375" cy="90485"/>
            </a:xfrm>
          </p:grpSpPr>
          <p:sp>
            <p:nvSpPr>
              <p:cNvPr id="681" name="Google Shape;681;p38"/>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2" name="Google Shape;682;p38"/>
              <p:cNvGrpSpPr/>
              <p:nvPr/>
            </p:nvGrpSpPr>
            <p:grpSpPr>
              <a:xfrm>
                <a:off x="4685288" y="186300"/>
                <a:ext cx="419375" cy="90473"/>
                <a:chOff x="4390000" y="182175"/>
                <a:chExt cx="419375" cy="90473"/>
              </a:xfrm>
            </p:grpSpPr>
            <p:sp>
              <p:nvSpPr>
                <p:cNvPr id="683" name="Google Shape;683;p38"/>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38"/>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5" name="Google Shape;685;p38"/>
            <p:cNvGrpSpPr/>
            <p:nvPr/>
          </p:nvGrpSpPr>
          <p:grpSpPr>
            <a:xfrm rot="-1102275">
              <a:off x="239301" y="2899434"/>
              <a:ext cx="541146" cy="2225370"/>
              <a:chOff x="871338" y="1945155"/>
              <a:chExt cx="247109" cy="1016148"/>
            </a:xfrm>
          </p:grpSpPr>
          <p:sp>
            <p:nvSpPr>
              <p:cNvPr id="686" name="Google Shape;686;p38"/>
              <p:cNvSpPr/>
              <p:nvPr/>
            </p:nvSpPr>
            <p:spPr>
              <a:xfrm>
                <a:off x="1017893" y="2858365"/>
                <a:ext cx="100554" cy="102938"/>
              </a:xfrm>
              <a:custGeom>
                <a:avLst/>
                <a:gdLst/>
                <a:ahLst/>
                <a:cxnLst/>
                <a:rect l="l" t="t" r="r" b="b"/>
                <a:pathLst>
                  <a:path w="5314" h="5440" extrusionOk="0">
                    <a:moveTo>
                      <a:pt x="2707" y="0"/>
                    </a:moveTo>
                    <a:cubicBezTo>
                      <a:pt x="1253" y="0"/>
                      <a:pt x="0" y="1254"/>
                      <a:pt x="0" y="2707"/>
                    </a:cubicBezTo>
                    <a:cubicBezTo>
                      <a:pt x="0" y="4186"/>
                      <a:pt x="1253" y="5439"/>
                      <a:pt x="2707" y="5439"/>
                    </a:cubicBezTo>
                    <a:cubicBezTo>
                      <a:pt x="4161" y="5439"/>
                      <a:pt x="5314" y="4186"/>
                      <a:pt x="5314" y="2707"/>
                    </a:cubicBezTo>
                    <a:cubicBezTo>
                      <a:pt x="5314" y="1254"/>
                      <a:pt x="4161" y="0"/>
                      <a:pt x="27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38"/>
              <p:cNvSpPr/>
              <p:nvPr/>
            </p:nvSpPr>
            <p:spPr>
              <a:xfrm>
                <a:off x="871338" y="2075844"/>
                <a:ext cx="215338" cy="853670"/>
              </a:xfrm>
              <a:custGeom>
                <a:avLst/>
                <a:gdLst/>
                <a:ahLst/>
                <a:cxnLst/>
                <a:rect l="l" t="t" r="r" b="b"/>
                <a:pathLst>
                  <a:path w="11380" h="45114" extrusionOk="0">
                    <a:moveTo>
                      <a:pt x="6066" y="1"/>
                    </a:moveTo>
                    <a:cubicBezTo>
                      <a:pt x="2206" y="5640"/>
                      <a:pt x="1" y="12332"/>
                      <a:pt x="1" y="19625"/>
                    </a:cubicBezTo>
                    <a:cubicBezTo>
                      <a:pt x="1" y="29650"/>
                      <a:pt x="4287" y="38748"/>
                      <a:pt x="11079" y="45114"/>
                    </a:cubicBezTo>
                    <a:lnTo>
                      <a:pt x="11379" y="44813"/>
                    </a:lnTo>
                    <a:cubicBezTo>
                      <a:pt x="4612" y="38547"/>
                      <a:pt x="427" y="29550"/>
                      <a:pt x="427" y="19625"/>
                    </a:cubicBezTo>
                    <a:cubicBezTo>
                      <a:pt x="427" y="12432"/>
                      <a:pt x="2607" y="5740"/>
                      <a:pt x="6367" y="201"/>
                    </a:cubicBezTo>
                    <a:lnTo>
                      <a:pt x="606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38"/>
              <p:cNvSpPr/>
              <p:nvPr/>
            </p:nvSpPr>
            <p:spPr>
              <a:xfrm>
                <a:off x="1051083" y="1945155"/>
                <a:ext cx="67364" cy="51242"/>
              </a:xfrm>
              <a:custGeom>
                <a:avLst/>
                <a:gdLst/>
                <a:ahLst/>
                <a:cxnLst/>
                <a:rect l="l" t="t" r="r" b="b"/>
                <a:pathLst>
                  <a:path w="3560" h="2708" extrusionOk="0">
                    <a:moveTo>
                      <a:pt x="1780" y="1"/>
                    </a:moveTo>
                    <a:cubicBezTo>
                      <a:pt x="1" y="1"/>
                      <a:pt x="1" y="2708"/>
                      <a:pt x="1780" y="2708"/>
                    </a:cubicBezTo>
                    <a:cubicBezTo>
                      <a:pt x="3459" y="2708"/>
                      <a:pt x="3560" y="1"/>
                      <a:pt x="17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9" name="Google Shape;689;p38"/>
            <p:cNvSpPr/>
            <p:nvPr/>
          </p:nvSpPr>
          <p:spPr>
            <a:xfrm>
              <a:off x="7683774" y="926546"/>
              <a:ext cx="1629891" cy="217696"/>
            </a:xfrm>
            <a:custGeom>
              <a:avLst/>
              <a:gdLst/>
              <a:ahLst/>
              <a:cxnLst/>
              <a:rect l="l" t="t" r="r" b="b"/>
              <a:pathLst>
                <a:path w="55866" h="7463" extrusionOk="0">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0" name="Google Shape;690;p38"/>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91" name="Google Shape;691;p38"/>
          <p:cNvSpPr txBox="1">
            <a:spLocks noGrp="1"/>
          </p:cNvSpPr>
          <p:nvPr>
            <p:ph type="title" idx="2"/>
          </p:nvPr>
        </p:nvSpPr>
        <p:spPr>
          <a:xfrm>
            <a:off x="956140" y="2476038"/>
            <a:ext cx="2896500" cy="4341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1800" b="1"/>
            </a:lvl1pPr>
            <a:lvl2pPr lvl="1" algn="ctr" rtl="0">
              <a:spcBef>
                <a:spcPts val="0"/>
              </a:spcBef>
              <a:spcAft>
                <a:spcPts val="0"/>
              </a:spcAft>
              <a:buSzPts val="1800"/>
              <a:buNone/>
              <a:defRPr sz="1800" b="1"/>
            </a:lvl2pPr>
            <a:lvl3pPr lvl="2" algn="ctr" rtl="0">
              <a:spcBef>
                <a:spcPts val="0"/>
              </a:spcBef>
              <a:spcAft>
                <a:spcPts val="0"/>
              </a:spcAft>
              <a:buSzPts val="1800"/>
              <a:buNone/>
              <a:defRPr sz="1800" b="1"/>
            </a:lvl3pPr>
            <a:lvl4pPr lvl="3" algn="ctr" rtl="0">
              <a:spcBef>
                <a:spcPts val="0"/>
              </a:spcBef>
              <a:spcAft>
                <a:spcPts val="0"/>
              </a:spcAft>
              <a:buSzPts val="1800"/>
              <a:buNone/>
              <a:defRPr sz="1800" b="1"/>
            </a:lvl4pPr>
            <a:lvl5pPr lvl="4" algn="ctr" rtl="0">
              <a:spcBef>
                <a:spcPts val="0"/>
              </a:spcBef>
              <a:spcAft>
                <a:spcPts val="0"/>
              </a:spcAft>
              <a:buSzPts val="1800"/>
              <a:buNone/>
              <a:defRPr sz="1800" b="1"/>
            </a:lvl5pPr>
            <a:lvl6pPr lvl="5" algn="ctr" rtl="0">
              <a:spcBef>
                <a:spcPts val="0"/>
              </a:spcBef>
              <a:spcAft>
                <a:spcPts val="0"/>
              </a:spcAft>
              <a:buSzPts val="1800"/>
              <a:buNone/>
              <a:defRPr sz="1800" b="1"/>
            </a:lvl6pPr>
            <a:lvl7pPr lvl="6" algn="ctr" rtl="0">
              <a:spcBef>
                <a:spcPts val="0"/>
              </a:spcBef>
              <a:spcAft>
                <a:spcPts val="0"/>
              </a:spcAft>
              <a:buSzPts val="1800"/>
              <a:buNone/>
              <a:defRPr sz="1800" b="1"/>
            </a:lvl7pPr>
            <a:lvl8pPr lvl="7" algn="ctr" rtl="0">
              <a:spcBef>
                <a:spcPts val="0"/>
              </a:spcBef>
              <a:spcAft>
                <a:spcPts val="0"/>
              </a:spcAft>
              <a:buSzPts val="1800"/>
              <a:buNone/>
              <a:defRPr sz="1800" b="1"/>
            </a:lvl8pPr>
            <a:lvl9pPr lvl="8" algn="ctr" rtl="0">
              <a:spcBef>
                <a:spcPts val="0"/>
              </a:spcBef>
              <a:spcAft>
                <a:spcPts val="0"/>
              </a:spcAft>
              <a:buSzPts val="1800"/>
              <a:buNone/>
              <a:defRPr sz="1800" b="1"/>
            </a:lvl9pPr>
          </a:lstStyle>
          <a:p>
            <a:endParaRPr/>
          </a:p>
        </p:txBody>
      </p:sp>
      <p:sp>
        <p:nvSpPr>
          <p:cNvPr id="692" name="Google Shape;692;p38"/>
          <p:cNvSpPr txBox="1">
            <a:spLocks noGrp="1"/>
          </p:cNvSpPr>
          <p:nvPr>
            <p:ph type="subTitle" idx="1"/>
          </p:nvPr>
        </p:nvSpPr>
        <p:spPr>
          <a:xfrm>
            <a:off x="956140" y="2871987"/>
            <a:ext cx="28965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600"/>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693" name="Google Shape;693;p38"/>
          <p:cNvSpPr txBox="1">
            <a:spLocks noGrp="1"/>
          </p:cNvSpPr>
          <p:nvPr>
            <p:ph type="title" idx="3"/>
          </p:nvPr>
        </p:nvSpPr>
        <p:spPr>
          <a:xfrm>
            <a:off x="956140" y="1340825"/>
            <a:ext cx="2896500" cy="4341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1800" b="1"/>
            </a:lvl1pPr>
            <a:lvl2pPr lvl="1" algn="ctr" rtl="0">
              <a:spcBef>
                <a:spcPts val="0"/>
              </a:spcBef>
              <a:spcAft>
                <a:spcPts val="0"/>
              </a:spcAft>
              <a:buSzPts val="1800"/>
              <a:buNone/>
              <a:defRPr sz="1800" b="1"/>
            </a:lvl2pPr>
            <a:lvl3pPr lvl="2" algn="ctr" rtl="0">
              <a:spcBef>
                <a:spcPts val="0"/>
              </a:spcBef>
              <a:spcAft>
                <a:spcPts val="0"/>
              </a:spcAft>
              <a:buSzPts val="1800"/>
              <a:buNone/>
              <a:defRPr sz="1800" b="1"/>
            </a:lvl3pPr>
            <a:lvl4pPr lvl="3" algn="ctr" rtl="0">
              <a:spcBef>
                <a:spcPts val="0"/>
              </a:spcBef>
              <a:spcAft>
                <a:spcPts val="0"/>
              </a:spcAft>
              <a:buSzPts val="1800"/>
              <a:buNone/>
              <a:defRPr sz="1800" b="1"/>
            </a:lvl4pPr>
            <a:lvl5pPr lvl="4" algn="ctr" rtl="0">
              <a:spcBef>
                <a:spcPts val="0"/>
              </a:spcBef>
              <a:spcAft>
                <a:spcPts val="0"/>
              </a:spcAft>
              <a:buSzPts val="1800"/>
              <a:buNone/>
              <a:defRPr sz="1800" b="1"/>
            </a:lvl5pPr>
            <a:lvl6pPr lvl="5" algn="ctr" rtl="0">
              <a:spcBef>
                <a:spcPts val="0"/>
              </a:spcBef>
              <a:spcAft>
                <a:spcPts val="0"/>
              </a:spcAft>
              <a:buSzPts val="1800"/>
              <a:buNone/>
              <a:defRPr sz="1800" b="1"/>
            </a:lvl6pPr>
            <a:lvl7pPr lvl="6" algn="ctr" rtl="0">
              <a:spcBef>
                <a:spcPts val="0"/>
              </a:spcBef>
              <a:spcAft>
                <a:spcPts val="0"/>
              </a:spcAft>
              <a:buSzPts val="1800"/>
              <a:buNone/>
              <a:defRPr sz="1800" b="1"/>
            </a:lvl7pPr>
            <a:lvl8pPr lvl="7" algn="ctr" rtl="0">
              <a:spcBef>
                <a:spcPts val="0"/>
              </a:spcBef>
              <a:spcAft>
                <a:spcPts val="0"/>
              </a:spcAft>
              <a:buSzPts val="1800"/>
              <a:buNone/>
              <a:defRPr sz="1800" b="1"/>
            </a:lvl8pPr>
            <a:lvl9pPr lvl="8" algn="ctr" rtl="0">
              <a:spcBef>
                <a:spcPts val="0"/>
              </a:spcBef>
              <a:spcAft>
                <a:spcPts val="0"/>
              </a:spcAft>
              <a:buSzPts val="1800"/>
              <a:buNone/>
              <a:defRPr sz="1800" b="1"/>
            </a:lvl9pPr>
          </a:lstStyle>
          <a:p>
            <a:endParaRPr/>
          </a:p>
        </p:txBody>
      </p:sp>
      <p:sp>
        <p:nvSpPr>
          <p:cNvPr id="694" name="Google Shape;694;p38"/>
          <p:cNvSpPr txBox="1">
            <a:spLocks noGrp="1"/>
          </p:cNvSpPr>
          <p:nvPr>
            <p:ph type="subTitle" idx="4"/>
          </p:nvPr>
        </p:nvSpPr>
        <p:spPr>
          <a:xfrm>
            <a:off x="956140" y="1736725"/>
            <a:ext cx="28965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600"/>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695" name="Google Shape;695;p38"/>
          <p:cNvSpPr txBox="1">
            <a:spLocks noGrp="1"/>
          </p:cNvSpPr>
          <p:nvPr>
            <p:ph type="title" idx="5"/>
          </p:nvPr>
        </p:nvSpPr>
        <p:spPr>
          <a:xfrm>
            <a:off x="956140" y="3611250"/>
            <a:ext cx="2896500" cy="4341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1800" b="1"/>
            </a:lvl1pPr>
            <a:lvl2pPr lvl="1" algn="ctr" rtl="0">
              <a:spcBef>
                <a:spcPts val="0"/>
              </a:spcBef>
              <a:spcAft>
                <a:spcPts val="0"/>
              </a:spcAft>
              <a:buSzPts val="1800"/>
              <a:buNone/>
              <a:defRPr sz="1800" b="1"/>
            </a:lvl2pPr>
            <a:lvl3pPr lvl="2" algn="ctr" rtl="0">
              <a:spcBef>
                <a:spcPts val="0"/>
              </a:spcBef>
              <a:spcAft>
                <a:spcPts val="0"/>
              </a:spcAft>
              <a:buSzPts val="1800"/>
              <a:buNone/>
              <a:defRPr sz="1800" b="1"/>
            </a:lvl3pPr>
            <a:lvl4pPr lvl="3" algn="ctr" rtl="0">
              <a:spcBef>
                <a:spcPts val="0"/>
              </a:spcBef>
              <a:spcAft>
                <a:spcPts val="0"/>
              </a:spcAft>
              <a:buSzPts val="1800"/>
              <a:buNone/>
              <a:defRPr sz="1800" b="1"/>
            </a:lvl4pPr>
            <a:lvl5pPr lvl="4" algn="ctr" rtl="0">
              <a:spcBef>
                <a:spcPts val="0"/>
              </a:spcBef>
              <a:spcAft>
                <a:spcPts val="0"/>
              </a:spcAft>
              <a:buSzPts val="1800"/>
              <a:buNone/>
              <a:defRPr sz="1800" b="1"/>
            </a:lvl5pPr>
            <a:lvl6pPr lvl="5" algn="ctr" rtl="0">
              <a:spcBef>
                <a:spcPts val="0"/>
              </a:spcBef>
              <a:spcAft>
                <a:spcPts val="0"/>
              </a:spcAft>
              <a:buSzPts val="1800"/>
              <a:buNone/>
              <a:defRPr sz="1800" b="1"/>
            </a:lvl6pPr>
            <a:lvl7pPr lvl="6" algn="ctr" rtl="0">
              <a:spcBef>
                <a:spcPts val="0"/>
              </a:spcBef>
              <a:spcAft>
                <a:spcPts val="0"/>
              </a:spcAft>
              <a:buSzPts val="1800"/>
              <a:buNone/>
              <a:defRPr sz="1800" b="1"/>
            </a:lvl7pPr>
            <a:lvl8pPr lvl="7" algn="ctr" rtl="0">
              <a:spcBef>
                <a:spcPts val="0"/>
              </a:spcBef>
              <a:spcAft>
                <a:spcPts val="0"/>
              </a:spcAft>
              <a:buSzPts val="1800"/>
              <a:buNone/>
              <a:defRPr sz="1800" b="1"/>
            </a:lvl8pPr>
            <a:lvl9pPr lvl="8" algn="ctr" rtl="0">
              <a:spcBef>
                <a:spcPts val="0"/>
              </a:spcBef>
              <a:spcAft>
                <a:spcPts val="0"/>
              </a:spcAft>
              <a:buSzPts val="1800"/>
              <a:buNone/>
              <a:defRPr sz="1800" b="1"/>
            </a:lvl9pPr>
          </a:lstStyle>
          <a:p>
            <a:endParaRPr/>
          </a:p>
        </p:txBody>
      </p:sp>
      <p:sp>
        <p:nvSpPr>
          <p:cNvPr id="696" name="Google Shape;696;p38"/>
          <p:cNvSpPr txBox="1">
            <a:spLocks noGrp="1"/>
          </p:cNvSpPr>
          <p:nvPr>
            <p:ph type="subTitle" idx="6"/>
          </p:nvPr>
        </p:nvSpPr>
        <p:spPr>
          <a:xfrm>
            <a:off x="956140" y="4007250"/>
            <a:ext cx="28965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600"/>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697"/>
        <p:cNvGrpSpPr/>
        <p:nvPr/>
      </p:nvGrpSpPr>
      <p:grpSpPr>
        <a:xfrm>
          <a:off x="0" y="0"/>
          <a:ext cx="0" cy="0"/>
          <a:chOff x="0" y="0"/>
          <a:chExt cx="0" cy="0"/>
        </a:xfrm>
      </p:grpSpPr>
      <p:grpSp>
        <p:nvGrpSpPr>
          <p:cNvPr id="698" name="Google Shape;698;p39"/>
          <p:cNvGrpSpPr/>
          <p:nvPr/>
        </p:nvGrpSpPr>
        <p:grpSpPr>
          <a:xfrm>
            <a:off x="-9513" y="2"/>
            <a:ext cx="9177947" cy="5143510"/>
            <a:chOff x="-9513" y="2"/>
            <a:chExt cx="9177947" cy="5143510"/>
          </a:xfrm>
        </p:grpSpPr>
        <p:sp>
          <p:nvSpPr>
            <p:cNvPr id="699" name="Google Shape;699;p39"/>
            <p:cNvSpPr/>
            <p:nvPr/>
          </p:nvSpPr>
          <p:spPr>
            <a:xfrm>
              <a:off x="319050" y="283350"/>
              <a:ext cx="8505900" cy="45768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39"/>
            <p:cNvSpPr/>
            <p:nvPr/>
          </p:nvSpPr>
          <p:spPr>
            <a:xfrm>
              <a:off x="7132742" y="2"/>
              <a:ext cx="1612254" cy="1208486"/>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39"/>
            <p:cNvSpPr/>
            <p:nvPr/>
          </p:nvSpPr>
          <p:spPr>
            <a:xfrm>
              <a:off x="743298" y="3878776"/>
              <a:ext cx="1664900" cy="1264737"/>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39"/>
            <p:cNvSpPr/>
            <p:nvPr/>
          </p:nvSpPr>
          <p:spPr>
            <a:xfrm rot="10800000">
              <a:off x="-9513" y="3652041"/>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39"/>
            <p:cNvSpPr/>
            <p:nvPr/>
          </p:nvSpPr>
          <p:spPr>
            <a:xfrm>
              <a:off x="7972352" y="1381124"/>
              <a:ext cx="1196082" cy="113470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 name="Google Shape;704;p39"/>
          <p:cNvGrpSpPr/>
          <p:nvPr/>
        </p:nvGrpSpPr>
        <p:grpSpPr>
          <a:xfrm>
            <a:off x="4281415" y="75177"/>
            <a:ext cx="581170" cy="125403"/>
            <a:chOff x="4685288" y="186288"/>
            <a:chExt cx="419375" cy="90485"/>
          </a:xfrm>
        </p:grpSpPr>
        <p:sp>
          <p:nvSpPr>
            <p:cNvPr id="705" name="Google Shape;705;p39"/>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6" name="Google Shape;706;p39"/>
            <p:cNvGrpSpPr/>
            <p:nvPr/>
          </p:nvGrpSpPr>
          <p:grpSpPr>
            <a:xfrm>
              <a:off x="4685288" y="186300"/>
              <a:ext cx="419375" cy="90473"/>
              <a:chOff x="4390000" y="182175"/>
              <a:chExt cx="419375" cy="90473"/>
            </a:xfrm>
          </p:grpSpPr>
          <p:sp>
            <p:nvSpPr>
              <p:cNvPr id="707" name="Google Shape;707;p39"/>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39"/>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09" name="Google Shape;709;p39"/>
          <p:cNvSpPr txBox="1">
            <a:spLocks noGrp="1"/>
          </p:cNvSpPr>
          <p:nvPr>
            <p:ph type="subTitle" idx="1"/>
          </p:nvPr>
        </p:nvSpPr>
        <p:spPr>
          <a:xfrm>
            <a:off x="2117765" y="3228984"/>
            <a:ext cx="1398600" cy="4056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None/>
              <a:defRPr sz="1800" b="1">
                <a:solidFill>
                  <a:schemeClr val="accent5"/>
                </a:solidFill>
                <a:latin typeface="Aldrich"/>
                <a:ea typeface="Aldrich"/>
                <a:cs typeface="Aldrich"/>
                <a:sym typeface="Aldrich"/>
              </a:defRPr>
            </a:lvl1pPr>
            <a:lvl2pPr lvl="1" algn="r" rtl="0">
              <a:lnSpc>
                <a:spcPct val="100000"/>
              </a:lnSpc>
              <a:spcBef>
                <a:spcPts val="0"/>
              </a:spcBef>
              <a:spcAft>
                <a:spcPts val="0"/>
              </a:spcAft>
              <a:buNone/>
              <a:defRPr b="1">
                <a:solidFill>
                  <a:schemeClr val="accent5"/>
                </a:solidFill>
                <a:latin typeface="Aldrich"/>
                <a:ea typeface="Aldrich"/>
                <a:cs typeface="Aldrich"/>
                <a:sym typeface="Aldrich"/>
              </a:defRPr>
            </a:lvl2pPr>
            <a:lvl3pPr lvl="2" algn="r" rtl="0">
              <a:lnSpc>
                <a:spcPct val="100000"/>
              </a:lnSpc>
              <a:spcBef>
                <a:spcPts val="0"/>
              </a:spcBef>
              <a:spcAft>
                <a:spcPts val="0"/>
              </a:spcAft>
              <a:buNone/>
              <a:defRPr b="1">
                <a:solidFill>
                  <a:schemeClr val="accent5"/>
                </a:solidFill>
                <a:latin typeface="Aldrich"/>
                <a:ea typeface="Aldrich"/>
                <a:cs typeface="Aldrich"/>
                <a:sym typeface="Aldrich"/>
              </a:defRPr>
            </a:lvl3pPr>
            <a:lvl4pPr lvl="3" algn="r" rtl="0">
              <a:lnSpc>
                <a:spcPct val="100000"/>
              </a:lnSpc>
              <a:spcBef>
                <a:spcPts val="0"/>
              </a:spcBef>
              <a:spcAft>
                <a:spcPts val="0"/>
              </a:spcAft>
              <a:buNone/>
              <a:defRPr b="1">
                <a:solidFill>
                  <a:schemeClr val="accent5"/>
                </a:solidFill>
                <a:latin typeface="Aldrich"/>
                <a:ea typeface="Aldrich"/>
                <a:cs typeface="Aldrich"/>
                <a:sym typeface="Aldrich"/>
              </a:defRPr>
            </a:lvl4pPr>
            <a:lvl5pPr lvl="4" algn="r" rtl="0">
              <a:lnSpc>
                <a:spcPct val="100000"/>
              </a:lnSpc>
              <a:spcBef>
                <a:spcPts val="0"/>
              </a:spcBef>
              <a:spcAft>
                <a:spcPts val="0"/>
              </a:spcAft>
              <a:buNone/>
              <a:defRPr b="1">
                <a:solidFill>
                  <a:schemeClr val="accent5"/>
                </a:solidFill>
                <a:latin typeface="Aldrich"/>
                <a:ea typeface="Aldrich"/>
                <a:cs typeface="Aldrich"/>
                <a:sym typeface="Aldrich"/>
              </a:defRPr>
            </a:lvl5pPr>
            <a:lvl6pPr lvl="5" algn="r" rtl="0">
              <a:lnSpc>
                <a:spcPct val="100000"/>
              </a:lnSpc>
              <a:spcBef>
                <a:spcPts val="0"/>
              </a:spcBef>
              <a:spcAft>
                <a:spcPts val="0"/>
              </a:spcAft>
              <a:buNone/>
              <a:defRPr b="1">
                <a:solidFill>
                  <a:schemeClr val="accent5"/>
                </a:solidFill>
                <a:latin typeface="Aldrich"/>
                <a:ea typeface="Aldrich"/>
                <a:cs typeface="Aldrich"/>
                <a:sym typeface="Aldrich"/>
              </a:defRPr>
            </a:lvl6pPr>
            <a:lvl7pPr lvl="6" algn="r" rtl="0">
              <a:lnSpc>
                <a:spcPct val="100000"/>
              </a:lnSpc>
              <a:spcBef>
                <a:spcPts val="0"/>
              </a:spcBef>
              <a:spcAft>
                <a:spcPts val="0"/>
              </a:spcAft>
              <a:buNone/>
              <a:defRPr b="1">
                <a:solidFill>
                  <a:schemeClr val="accent5"/>
                </a:solidFill>
                <a:latin typeface="Aldrich"/>
                <a:ea typeface="Aldrich"/>
                <a:cs typeface="Aldrich"/>
                <a:sym typeface="Aldrich"/>
              </a:defRPr>
            </a:lvl7pPr>
            <a:lvl8pPr lvl="7" algn="r" rtl="0">
              <a:lnSpc>
                <a:spcPct val="100000"/>
              </a:lnSpc>
              <a:spcBef>
                <a:spcPts val="0"/>
              </a:spcBef>
              <a:spcAft>
                <a:spcPts val="0"/>
              </a:spcAft>
              <a:buNone/>
              <a:defRPr b="1">
                <a:solidFill>
                  <a:schemeClr val="accent5"/>
                </a:solidFill>
                <a:latin typeface="Aldrich"/>
                <a:ea typeface="Aldrich"/>
                <a:cs typeface="Aldrich"/>
                <a:sym typeface="Aldrich"/>
              </a:defRPr>
            </a:lvl8pPr>
            <a:lvl9pPr lvl="8" algn="r" rtl="0">
              <a:lnSpc>
                <a:spcPct val="100000"/>
              </a:lnSpc>
              <a:spcBef>
                <a:spcPts val="0"/>
              </a:spcBef>
              <a:spcAft>
                <a:spcPts val="0"/>
              </a:spcAft>
              <a:buNone/>
              <a:defRPr b="1">
                <a:solidFill>
                  <a:schemeClr val="accent5"/>
                </a:solidFill>
                <a:latin typeface="Aldrich"/>
                <a:ea typeface="Aldrich"/>
                <a:cs typeface="Aldrich"/>
                <a:sym typeface="Aldrich"/>
              </a:defRPr>
            </a:lvl9pPr>
          </a:lstStyle>
          <a:p>
            <a:endParaRPr/>
          </a:p>
        </p:txBody>
      </p:sp>
      <p:sp>
        <p:nvSpPr>
          <p:cNvPr id="710" name="Google Shape;710;p39"/>
          <p:cNvSpPr txBox="1">
            <a:spLocks noGrp="1"/>
          </p:cNvSpPr>
          <p:nvPr>
            <p:ph type="subTitle" idx="2"/>
          </p:nvPr>
        </p:nvSpPr>
        <p:spPr>
          <a:xfrm>
            <a:off x="5627635" y="3228984"/>
            <a:ext cx="1398600" cy="405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800" b="1">
                <a:solidFill>
                  <a:schemeClr val="accent5"/>
                </a:solidFill>
                <a:latin typeface="Aldrich"/>
                <a:ea typeface="Aldrich"/>
                <a:cs typeface="Aldrich"/>
                <a:sym typeface="Aldrich"/>
              </a:defRPr>
            </a:lvl1pPr>
            <a:lvl2pPr lvl="1" rtl="0">
              <a:lnSpc>
                <a:spcPct val="100000"/>
              </a:lnSpc>
              <a:spcBef>
                <a:spcPts val="0"/>
              </a:spcBef>
              <a:spcAft>
                <a:spcPts val="0"/>
              </a:spcAft>
              <a:buNone/>
              <a:defRPr b="1">
                <a:solidFill>
                  <a:schemeClr val="accent5"/>
                </a:solidFill>
                <a:latin typeface="Aldrich"/>
                <a:ea typeface="Aldrich"/>
                <a:cs typeface="Aldrich"/>
                <a:sym typeface="Aldrich"/>
              </a:defRPr>
            </a:lvl2pPr>
            <a:lvl3pPr lvl="2" rtl="0">
              <a:lnSpc>
                <a:spcPct val="100000"/>
              </a:lnSpc>
              <a:spcBef>
                <a:spcPts val="0"/>
              </a:spcBef>
              <a:spcAft>
                <a:spcPts val="0"/>
              </a:spcAft>
              <a:buNone/>
              <a:defRPr b="1">
                <a:solidFill>
                  <a:schemeClr val="accent5"/>
                </a:solidFill>
                <a:latin typeface="Aldrich"/>
                <a:ea typeface="Aldrich"/>
                <a:cs typeface="Aldrich"/>
                <a:sym typeface="Aldrich"/>
              </a:defRPr>
            </a:lvl3pPr>
            <a:lvl4pPr lvl="3" rtl="0">
              <a:lnSpc>
                <a:spcPct val="100000"/>
              </a:lnSpc>
              <a:spcBef>
                <a:spcPts val="0"/>
              </a:spcBef>
              <a:spcAft>
                <a:spcPts val="0"/>
              </a:spcAft>
              <a:buNone/>
              <a:defRPr b="1">
                <a:solidFill>
                  <a:schemeClr val="accent5"/>
                </a:solidFill>
                <a:latin typeface="Aldrich"/>
                <a:ea typeface="Aldrich"/>
                <a:cs typeface="Aldrich"/>
                <a:sym typeface="Aldrich"/>
              </a:defRPr>
            </a:lvl4pPr>
            <a:lvl5pPr lvl="4" rtl="0">
              <a:lnSpc>
                <a:spcPct val="100000"/>
              </a:lnSpc>
              <a:spcBef>
                <a:spcPts val="0"/>
              </a:spcBef>
              <a:spcAft>
                <a:spcPts val="0"/>
              </a:spcAft>
              <a:buNone/>
              <a:defRPr b="1">
                <a:solidFill>
                  <a:schemeClr val="accent5"/>
                </a:solidFill>
                <a:latin typeface="Aldrich"/>
                <a:ea typeface="Aldrich"/>
                <a:cs typeface="Aldrich"/>
                <a:sym typeface="Aldrich"/>
              </a:defRPr>
            </a:lvl5pPr>
            <a:lvl6pPr lvl="5" rtl="0">
              <a:lnSpc>
                <a:spcPct val="100000"/>
              </a:lnSpc>
              <a:spcBef>
                <a:spcPts val="0"/>
              </a:spcBef>
              <a:spcAft>
                <a:spcPts val="0"/>
              </a:spcAft>
              <a:buNone/>
              <a:defRPr b="1">
                <a:solidFill>
                  <a:schemeClr val="accent5"/>
                </a:solidFill>
                <a:latin typeface="Aldrich"/>
                <a:ea typeface="Aldrich"/>
                <a:cs typeface="Aldrich"/>
                <a:sym typeface="Aldrich"/>
              </a:defRPr>
            </a:lvl6pPr>
            <a:lvl7pPr lvl="6" rtl="0">
              <a:lnSpc>
                <a:spcPct val="100000"/>
              </a:lnSpc>
              <a:spcBef>
                <a:spcPts val="0"/>
              </a:spcBef>
              <a:spcAft>
                <a:spcPts val="0"/>
              </a:spcAft>
              <a:buNone/>
              <a:defRPr b="1">
                <a:solidFill>
                  <a:schemeClr val="accent5"/>
                </a:solidFill>
                <a:latin typeface="Aldrich"/>
                <a:ea typeface="Aldrich"/>
                <a:cs typeface="Aldrich"/>
                <a:sym typeface="Aldrich"/>
              </a:defRPr>
            </a:lvl7pPr>
            <a:lvl8pPr lvl="7" rtl="0">
              <a:lnSpc>
                <a:spcPct val="100000"/>
              </a:lnSpc>
              <a:spcBef>
                <a:spcPts val="0"/>
              </a:spcBef>
              <a:spcAft>
                <a:spcPts val="0"/>
              </a:spcAft>
              <a:buNone/>
              <a:defRPr b="1">
                <a:solidFill>
                  <a:schemeClr val="accent5"/>
                </a:solidFill>
                <a:latin typeface="Aldrich"/>
                <a:ea typeface="Aldrich"/>
                <a:cs typeface="Aldrich"/>
                <a:sym typeface="Aldrich"/>
              </a:defRPr>
            </a:lvl8pPr>
            <a:lvl9pPr lvl="8" rtl="0">
              <a:lnSpc>
                <a:spcPct val="100000"/>
              </a:lnSpc>
              <a:spcBef>
                <a:spcPts val="0"/>
              </a:spcBef>
              <a:spcAft>
                <a:spcPts val="0"/>
              </a:spcAft>
              <a:buNone/>
              <a:defRPr b="1">
                <a:solidFill>
                  <a:schemeClr val="accent5"/>
                </a:solidFill>
                <a:latin typeface="Aldrich"/>
                <a:ea typeface="Aldrich"/>
                <a:cs typeface="Aldrich"/>
                <a:sym typeface="Aldrich"/>
              </a:defRPr>
            </a:lvl9pPr>
          </a:lstStyle>
          <a:p>
            <a:endParaRPr/>
          </a:p>
        </p:txBody>
      </p:sp>
      <p:sp>
        <p:nvSpPr>
          <p:cNvPr id="711" name="Google Shape;711;p39"/>
          <p:cNvSpPr txBox="1">
            <a:spLocks noGrp="1"/>
          </p:cNvSpPr>
          <p:nvPr>
            <p:ph type="subTitle" idx="3"/>
          </p:nvPr>
        </p:nvSpPr>
        <p:spPr>
          <a:xfrm>
            <a:off x="1297865" y="3645247"/>
            <a:ext cx="2218500" cy="4596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Clr>
                <a:schemeClr val="accent5"/>
              </a:buClr>
              <a:buSzPts val="1600"/>
              <a:buNone/>
              <a:defRPr sz="1600">
                <a:solidFill>
                  <a:schemeClr val="accent5"/>
                </a:solidFill>
              </a:defRPr>
            </a:lvl1pPr>
            <a:lvl2pPr lvl="1" rtl="0">
              <a:spcBef>
                <a:spcPts val="0"/>
              </a:spcBef>
              <a:spcAft>
                <a:spcPts val="0"/>
              </a:spcAft>
              <a:buClr>
                <a:schemeClr val="accent5"/>
              </a:buClr>
              <a:buSzPts val="1400"/>
              <a:buNone/>
              <a:defRPr>
                <a:solidFill>
                  <a:schemeClr val="accent5"/>
                </a:solidFill>
              </a:defRPr>
            </a:lvl2pPr>
            <a:lvl3pPr lvl="2" rtl="0">
              <a:spcBef>
                <a:spcPts val="1600"/>
              </a:spcBef>
              <a:spcAft>
                <a:spcPts val="0"/>
              </a:spcAft>
              <a:buClr>
                <a:schemeClr val="accent5"/>
              </a:buClr>
              <a:buSzPts val="1400"/>
              <a:buNone/>
              <a:defRPr>
                <a:solidFill>
                  <a:schemeClr val="accent5"/>
                </a:solidFill>
              </a:defRPr>
            </a:lvl3pPr>
            <a:lvl4pPr lvl="3" rtl="0">
              <a:spcBef>
                <a:spcPts val="1600"/>
              </a:spcBef>
              <a:spcAft>
                <a:spcPts val="0"/>
              </a:spcAft>
              <a:buClr>
                <a:schemeClr val="accent5"/>
              </a:buClr>
              <a:buSzPts val="1400"/>
              <a:buNone/>
              <a:defRPr>
                <a:solidFill>
                  <a:schemeClr val="accent5"/>
                </a:solidFill>
              </a:defRPr>
            </a:lvl4pPr>
            <a:lvl5pPr lvl="4" rtl="0">
              <a:spcBef>
                <a:spcPts val="1600"/>
              </a:spcBef>
              <a:spcAft>
                <a:spcPts val="0"/>
              </a:spcAft>
              <a:buClr>
                <a:schemeClr val="accent5"/>
              </a:buClr>
              <a:buSzPts val="1400"/>
              <a:buNone/>
              <a:defRPr>
                <a:solidFill>
                  <a:schemeClr val="accent5"/>
                </a:solidFill>
              </a:defRPr>
            </a:lvl5pPr>
            <a:lvl6pPr lvl="5" rtl="0">
              <a:spcBef>
                <a:spcPts val="1600"/>
              </a:spcBef>
              <a:spcAft>
                <a:spcPts val="0"/>
              </a:spcAft>
              <a:buClr>
                <a:schemeClr val="accent5"/>
              </a:buClr>
              <a:buSzPts val="1400"/>
              <a:buNone/>
              <a:defRPr>
                <a:solidFill>
                  <a:schemeClr val="accent5"/>
                </a:solidFill>
              </a:defRPr>
            </a:lvl6pPr>
            <a:lvl7pPr lvl="6" rtl="0">
              <a:spcBef>
                <a:spcPts val="1600"/>
              </a:spcBef>
              <a:spcAft>
                <a:spcPts val="0"/>
              </a:spcAft>
              <a:buClr>
                <a:schemeClr val="accent5"/>
              </a:buClr>
              <a:buSzPts val="1400"/>
              <a:buNone/>
              <a:defRPr>
                <a:solidFill>
                  <a:schemeClr val="accent5"/>
                </a:solidFill>
              </a:defRPr>
            </a:lvl7pPr>
            <a:lvl8pPr lvl="7" rtl="0">
              <a:spcBef>
                <a:spcPts val="1600"/>
              </a:spcBef>
              <a:spcAft>
                <a:spcPts val="0"/>
              </a:spcAft>
              <a:buClr>
                <a:schemeClr val="accent5"/>
              </a:buClr>
              <a:buSzPts val="1400"/>
              <a:buNone/>
              <a:defRPr>
                <a:solidFill>
                  <a:schemeClr val="accent5"/>
                </a:solidFill>
              </a:defRPr>
            </a:lvl8pPr>
            <a:lvl9pPr lvl="8" rtl="0">
              <a:spcBef>
                <a:spcPts val="1600"/>
              </a:spcBef>
              <a:spcAft>
                <a:spcPts val="1600"/>
              </a:spcAft>
              <a:buClr>
                <a:schemeClr val="accent5"/>
              </a:buClr>
              <a:buSzPts val="1400"/>
              <a:buNone/>
              <a:defRPr>
                <a:solidFill>
                  <a:schemeClr val="accent5"/>
                </a:solidFill>
              </a:defRPr>
            </a:lvl9pPr>
          </a:lstStyle>
          <a:p>
            <a:endParaRPr/>
          </a:p>
        </p:txBody>
      </p:sp>
      <p:sp>
        <p:nvSpPr>
          <p:cNvPr id="712" name="Google Shape;712;p39"/>
          <p:cNvSpPr txBox="1">
            <a:spLocks noGrp="1"/>
          </p:cNvSpPr>
          <p:nvPr>
            <p:ph type="subTitle" idx="4"/>
          </p:nvPr>
        </p:nvSpPr>
        <p:spPr>
          <a:xfrm>
            <a:off x="5627635" y="3645247"/>
            <a:ext cx="2218500" cy="45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5"/>
              </a:buClr>
              <a:buSzPts val="1600"/>
              <a:buNone/>
              <a:defRPr sz="1600">
                <a:solidFill>
                  <a:schemeClr val="accent5"/>
                </a:solidFill>
              </a:defRPr>
            </a:lvl1pPr>
            <a:lvl2pPr lvl="1" rtl="0">
              <a:spcBef>
                <a:spcPts val="0"/>
              </a:spcBef>
              <a:spcAft>
                <a:spcPts val="0"/>
              </a:spcAft>
              <a:buClr>
                <a:schemeClr val="accent5"/>
              </a:buClr>
              <a:buSzPts val="1400"/>
              <a:buNone/>
              <a:defRPr>
                <a:solidFill>
                  <a:schemeClr val="accent5"/>
                </a:solidFill>
              </a:defRPr>
            </a:lvl2pPr>
            <a:lvl3pPr lvl="2" rtl="0">
              <a:spcBef>
                <a:spcPts val="1600"/>
              </a:spcBef>
              <a:spcAft>
                <a:spcPts val="0"/>
              </a:spcAft>
              <a:buClr>
                <a:schemeClr val="accent5"/>
              </a:buClr>
              <a:buSzPts val="1400"/>
              <a:buNone/>
              <a:defRPr>
                <a:solidFill>
                  <a:schemeClr val="accent5"/>
                </a:solidFill>
              </a:defRPr>
            </a:lvl3pPr>
            <a:lvl4pPr lvl="3" rtl="0">
              <a:spcBef>
                <a:spcPts val="1600"/>
              </a:spcBef>
              <a:spcAft>
                <a:spcPts val="0"/>
              </a:spcAft>
              <a:buClr>
                <a:schemeClr val="accent5"/>
              </a:buClr>
              <a:buSzPts val="1400"/>
              <a:buNone/>
              <a:defRPr>
                <a:solidFill>
                  <a:schemeClr val="accent5"/>
                </a:solidFill>
              </a:defRPr>
            </a:lvl4pPr>
            <a:lvl5pPr lvl="4" rtl="0">
              <a:spcBef>
                <a:spcPts val="1600"/>
              </a:spcBef>
              <a:spcAft>
                <a:spcPts val="0"/>
              </a:spcAft>
              <a:buClr>
                <a:schemeClr val="accent5"/>
              </a:buClr>
              <a:buSzPts val="1400"/>
              <a:buNone/>
              <a:defRPr>
                <a:solidFill>
                  <a:schemeClr val="accent5"/>
                </a:solidFill>
              </a:defRPr>
            </a:lvl5pPr>
            <a:lvl6pPr lvl="5" rtl="0">
              <a:spcBef>
                <a:spcPts val="1600"/>
              </a:spcBef>
              <a:spcAft>
                <a:spcPts val="0"/>
              </a:spcAft>
              <a:buClr>
                <a:schemeClr val="accent5"/>
              </a:buClr>
              <a:buSzPts val="1400"/>
              <a:buNone/>
              <a:defRPr>
                <a:solidFill>
                  <a:schemeClr val="accent5"/>
                </a:solidFill>
              </a:defRPr>
            </a:lvl6pPr>
            <a:lvl7pPr lvl="6" rtl="0">
              <a:spcBef>
                <a:spcPts val="1600"/>
              </a:spcBef>
              <a:spcAft>
                <a:spcPts val="0"/>
              </a:spcAft>
              <a:buClr>
                <a:schemeClr val="accent5"/>
              </a:buClr>
              <a:buSzPts val="1400"/>
              <a:buNone/>
              <a:defRPr>
                <a:solidFill>
                  <a:schemeClr val="accent5"/>
                </a:solidFill>
              </a:defRPr>
            </a:lvl7pPr>
            <a:lvl8pPr lvl="7" rtl="0">
              <a:spcBef>
                <a:spcPts val="1600"/>
              </a:spcBef>
              <a:spcAft>
                <a:spcPts val="0"/>
              </a:spcAft>
              <a:buClr>
                <a:schemeClr val="accent5"/>
              </a:buClr>
              <a:buSzPts val="1400"/>
              <a:buNone/>
              <a:defRPr>
                <a:solidFill>
                  <a:schemeClr val="accent5"/>
                </a:solidFill>
              </a:defRPr>
            </a:lvl8pPr>
            <a:lvl9pPr lvl="8" rtl="0">
              <a:spcBef>
                <a:spcPts val="1600"/>
              </a:spcBef>
              <a:spcAft>
                <a:spcPts val="1600"/>
              </a:spcAft>
              <a:buClr>
                <a:schemeClr val="accent5"/>
              </a:buClr>
              <a:buSzPts val="1400"/>
              <a:buNone/>
              <a:defRPr>
                <a:solidFill>
                  <a:schemeClr val="accent5"/>
                </a:solidFill>
              </a:defRPr>
            </a:lvl9pPr>
          </a:lstStyle>
          <a:p>
            <a:endParaRPr/>
          </a:p>
        </p:txBody>
      </p:sp>
      <p:sp>
        <p:nvSpPr>
          <p:cNvPr id="713" name="Google Shape;713;p39"/>
          <p:cNvSpPr txBox="1">
            <a:spLocks noGrp="1"/>
          </p:cNvSpPr>
          <p:nvPr>
            <p:ph type="subTitle" idx="5"/>
          </p:nvPr>
        </p:nvSpPr>
        <p:spPr>
          <a:xfrm>
            <a:off x="2117765" y="1709641"/>
            <a:ext cx="1398600" cy="4056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None/>
              <a:defRPr sz="1800" b="1">
                <a:solidFill>
                  <a:schemeClr val="accent5"/>
                </a:solidFill>
                <a:latin typeface="Aldrich"/>
                <a:ea typeface="Aldrich"/>
                <a:cs typeface="Aldrich"/>
                <a:sym typeface="Aldrich"/>
              </a:defRPr>
            </a:lvl1pPr>
            <a:lvl2pPr lvl="1" algn="r" rtl="0">
              <a:lnSpc>
                <a:spcPct val="100000"/>
              </a:lnSpc>
              <a:spcBef>
                <a:spcPts val="0"/>
              </a:spcBef>
              <a:spcAft>
                <a:spcPts val="0"/>
              </a:spcAft>
              <a:buNone/>
              <a:defRPr b="1">
                <a:solidFill>
                  <a:schemeClr val="accent5"/>
                </a:solidFill>
                <a:latin typeface="Aldrich"/>
                <a:ea typeface="Aldrich"/>
                <a:cs typeface="Aldrich"/>
                <a:sym typeface="Aldrich"/>
              </a:defRPr>
            </a:lvl2pPr>
            <a:lvl3pPr lvl="2" algn="r" rtl="0">
              <a:lnSpc>
                <a:spcPct val="100000"/>
              </a:lnSpc>
              <a:spcBef>
                <a:spcPts val="0"/>
              </a:spcBef>
              <a:spcAft>
                <a:spcPts val="0"/>
              </a:spcAft>
              <a:buNone/>
              <a:defRPr b="1">
                <a:solidFill>
                  <a:schemeClr val="accent5"/>
                </a:solidFill>
                <a:latin typeface="Aldrich"/>
                <a:ea typeface="Aldrich"/>
                <a:cs typeface="Aldrich"/>
                <a:sym typeface="Aldrich"/>
              </a:defRPr>
            </a:lvl3pPr>
            <a:lvl4pPr lvl="3" algn="r" rtl="0">
              <a:lnSpc>
                <a:spcPct val="100000"/>
              </a:lnSpc>
              <a:spcBef>
                <a:spcPts val="0"/>
              </a:spcBef>
              <a:spcAft>
                <a:spcPts val="0"/>
              </a:spcAft>
              <a:buNone/>
              <a:defRPr b="1">
                <a:solidFill>
                  <a:schemeClr val="accent5"/>
                </a:solidFill>
                <a:latin typeface="Aldrich"/>
                <a:ea typeface="Aldrich"/>
                <a:cs typeface="Aldrich"/>
                <a:sym typeface="Aldrich"/>
              </a:defRPr>
            </a:lvl4pPr>
            <a:lvl5pPr lvl="4" algn="r" rtl="0">
              <a:lnSpc>
                <a:spcPct val="100000"/>
              </a:lnSpc>
              <a:spcBef>
                <a:spcPts val="0"/>
              </a:spcBef>
              <a:spcAft>
                <a:spcPts val="0"/>
              </a:spcAft>
              <a:buNone/>
              <a:defRPr b="1">
                <a:solidFill>
                  <a:schemeClr val="accent5"/>
                </a:solidFill>
                <a:latin typeface="Aldrich"/>
                <a:ea typeface="Aldrich"/>
                <a:cs typeface="Aldrich"/>
                <a:sym typeface="Aldrich"/>
              </a:defRPr>
            </a:lvl5pPr>
            <a:lvl6pPr lvl="5" algn="r" rtl="0">
              <a:lnSpc>
                <a:spcPct val="100000"/>
              </a:lnSpc>
              <a:spcBef>
                <a:spcPts val="0"/>
              </a:spcBef>
              <a:spcAft>
                <a:spcPts val="0"/>
              </a:spcAft>
              <a:buNone/>
              <a:defRPr b="1">
                <a:solidFill>
                  <a:schemeClr val="accent5"/>
                </a:solidFill>
                <a:latin typeface="Aldrich"/>
                <a:ea typeface="Aldrich"/>
                <a:cs typeface="Aldrich"/>
                <a:sym typeface="Aldrich"/>
              </a:defRPr>
            </a:lvl6pPr>
            <a:lvl7pPr lvl="6" algn="r" rtl="0">
              <a:lnSpc>
                <a:spcPct val="100000"/>
              </a:lnSpc>
              <a:spcBef>
                <a:spcPts val="0"/>
              </a:spcBef>
              <a:spcAft>
                <a:spcPts val="0"/>
              </a:spcAft>
              <a:buNone/>
              <a:defRPr b="1">
                <a:solidFill>
                  <a:schemeClr val="accent5"/>
                </a:solidFill>
                <a:latin typeface="Aldrich"/>
                <a:ea typeface="Aldrich"/>
                <a:cs typeface="Aldrich"/>
                <a:sym typeface="Aldrich"/>
              </a:defRPr>
            </a:lvl7pPr>
            <a:lvl8pPr lvl="7" algn="r" rtl="0">
              <a:lnSpc>
                <a:spcPct val="100000"/>
              </a:lnSpc>
              <a:spcBef>
                <a:spcPts val="0"/>
              </a:spcBef>
              <a:spcAft>
                <a:spcPts val="0"/>
              </a:spcAft>
              <a:buNone/>
              <a:defRPr b="1">
                <a:solidFill>
                  <a:schemeClr val="accent5"/>
                </a:solidFill>
                <a:latin typeface="Aldrich"/>
                <a:ea typeface="Aldrich"/>
                <a:cs typeface="Aldrich"/>
                <a:sym typeface="Aldrich"/>
              </a:defRPr>
            </a:lvl8pPr>
            <a:lvl9pPr lvl="8" algn="r" rtl="0">
              <a:lnSpc>
                <a:spcPct val="100000"/>
              </a:lnSpc>
              <a:spcBef>
                <a:spcPts val="0"/>
              </a:spcBef>
              <a:spcAft>
                <a:spcPts val="0"/>
              </a:spcAft>
              <a:buNone/>
              <a:defRPr b="1">
                <a:solidFill>
                  <a:schemeClr val="accent5"/>
                </a:solidFill>
                <a:latin typeface="Aldrich"/>
                <a:ea typeface="Aldrich"/>
                <a:cs typeface="Aldrich"/>
                <a:sym typeface="Aldrich"/>
              </a:defRPr>
            </a:lvl9pPr>
          </a:lstStyle>
          <a:p>
            <a:endParaRPr/>
          </a:p>
        </p:txBody>
      </p:sp>
      <p:sp>
        <p:nvSpPr>
          <p:cNvPr id="714" name="Google Shape;714;p39"/>
          <p:cNvSpPr txBox="1">
            <a:spLocks noGrp="1"/>
          </p:cNvSpPr>
          <p:nvPr>
            <p:ph type="subTitle" idx="6"/>
          </p:nvPr>
        </p:nvSpPr>
        <p:spPr>
          <a:xfrm>
            <a:off x="5627635" y="1709641"/>
            <a:ext cx="1398600" cy="405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800" b="1">
                <a:solidFill>
                  <a:schemeClr val="accent5"/>
                </a:solidFill>
                <a:latin typeface="Aldrich"/>
                <a:ea typeface="Aldrich"/>
                <a:cs typeface="Aldrich"/>
                <a:sym typeface="Aldrich"/>
              </a:defRPr>
            </a:lvl1pPr>
            <a:lvl2pPr lvl="1" rtl="0">
              <a:lnSpc>
                <a:spcPct val="100000"/>
              </a:lnSpc>
              <a:spcBef>
                <a:spcPts val="0"/>
              </a:spcBef>
              <a:spcAft>
                <a:spcPts val="0"/>
              </a:spcAft>
              <a:buNone/>
              <a:defRPr b="1">
                <a:solidFill>
                  <a:schemeClr val="accent5"/>
                </a:solidFill>
                <a:latin typeface="Aldrich"/>
                <a:ea typeface="Aldrich"/>
                <a:cs typeface="Aldrich"/>
                <a:sym typeface="Aldrich"/>
              </a:defRPr>
            </a:lvl2pPr>
            <a:lvl3pPr lvl="2" rtl="0">
              <a:lnSpc>
                <a:spcPct val="100000"/>
              </a:lnSpc>
              <a:spcBef>
                <a:spcPts val="0"/>
              </a:spcBef>
              <a:spcAft>
                <a:spcPts val="0"/>
              </a:spcAft>
              <a:buNone/>
              <a:defRPr b="1">
                <a:solidFill>
                  <a:schemeClr val="accent5"/>
                </a:solidFill>
                <a:latin typeface="Aldrich"/>
                <a:ea typeface="Aldrich"/>
                <a:cs typeface="Aldrich"/>
                <a:sym typeface="Aldrich"/>
              </a:defRPr>
            </a:lvl3pPr>
            <a:lvl4pPr lvl="3" rtl="0">
              <a:lnSpc>
                <a:spcPct val="100000"/>
              </a:lnSpc>
              <a:spcBef>
                <a:spcPts val="0"/>
              </a:spcBef>
              <a:spcAft>
                <a:spcPts val="0"/>
              </a:spcAft>
              <a:buNone/>
              <a:defRPr b="1">
                <a:solidFill>
                  <a:schemeClr val="accent5"/>
                </a:solidFill>
                <a:latin typeface="Aldrich"/>
                <a:ea typeface="Aldrich"/>
                <a:cs typeface="Aldrich"/>
                <a:sym typeface="Aldrich"/>
              </a:defRPr>
            </a:lvl4pPr>
            <a:lvl5pPr lvl="4" rtl="0">
              <a:lnSpc>
                <a:spcPct val="100000"/>
              </a:lnSpc>
              <a:spcBef>
                <a:spcPts val="0"/>
              </a:spcBef>
              <a:spcAft>
                <a:spcPts val="0"/>
              </a:spcAft>
              <a:buNone/>
              <a:defRPr b="1">
                <a:solidFill>
                  <a:schemeClr val="accent5"/>
                </a:solidFill>
                <a:latin typeface="Aldrich"/>
                <a:ea typeface="Aldrich"/>
                <a:cs typeface="Aldrich"/>
                <a:sym typeface="Aldrich"/>
              </a:defRPr>
            </a:lvl5pPr>
            <a:lvl6pPr lvl="5" rtl="0">
              <a:lnSpc>
                <a:spcPct val="100000"/>
              </a:lnSpc>
              <a:spcBef>
                <a:spcPts val="0"/>
              </a:spcBef>
              <a:spcAft>
                <a:spcPts val="0"/>
              </a:spcAft>
              <a:buNone/>
              <a:defRPr b="1">
                <a:solidFill>
                  <a:schemeClr val="accent5"/>
                </a:solidFill>
                <a:latin typeface="Aldrich"/>
                <a:ea typeface="Aldrich"/>
                <a:cs typeface="Aldrich"/>
                <a:sym typeface="Aldrich"/>
              </a:defRPr>
            </a:lvl6pPr>
            <a:lvl7pPr lvl="6" rtl="0">
              <a:lnSpc>
                <a:spcPct val="100000"/>
              </a:lnSpc>
              <a:spcBef>
                <a:spcPts val="0"/>
              </a:spcBef>
              <a:spcAft>
                <a:spcPts val="0"/>
              </a:spcAft>
              <a:buNone/>
              <a:defRPr b="1">
                <a:solidFill>
                  <a:schemeClr val="accent5"/>
                </a:solidFill>
                <a:latin typeface="Aldrich"/>
                <a:ea typeface="Aldrich"/>
                <a:cs typeface="Aldrich"/>
                <a:sym typeface="Aldrich"/>
              </a:defRPr>
            </a:lvl7pPr>
            <a:lvl8pPr lvl="7" rtl="0">
              <a:lnSpc>
                <a:spcPct val="100000"/>
              </a:lnSpc>
              <a:spcBef>
                <a:spcPts val="0"/>
              </a:spcBef>
              <a:spcAft>
                <a:spcPts val="0"/>
              </a:spcAft>
              <a:buNone/>
              <a:defRPr b="1">
                <a:solidFill>
                  <a:schemeClr val="accent5"/>
                </a:solidFill>
                <a:latin typeface="Aldrich"/>
                <a:ea typeface="Aldrich"/>
                <a:cs typeface="Aldrich"/>
                <a:sym typeface="Aldrich"/>
              </a:defRPr>
            </a:lvl8pPr>
            <a:lvl9pPr lvl="8" rtl="0">
              <a:lnSpc>
                <a:spcPct val="100000"/>
              </a:lnSpc>
              <a:spcBef>
                <a:spcPts val="0"/>
              </a:spcBef>
              <a:spcAft>
                <a:spcPts val="0"/>
              </a:spcAft>
              <a:buNone/>
              <a:defRPr b="1">
                <a:solidFill>
                  <a:schemeClr val="accent5"/>
                </a:solidFill>
                <a:latin typeface="Aldrich"/>
                <a:ea typeface="Aldrich"/>
                <a:cs typeface="Aldrich"/>
                <a:sym typeface="Aldrich"/>
              </a:defRPr>
            </a:lvl9pPr>
          </a:lstStyle>
          <a:p>
            <a:endParaRPr/>
          </a:p>
        </p:txBody>
      </p:sp>
      <p:sp>
        <p:nvSpPr>
          <p:cNvPr id="715" name="Google Shape;715;p39"/>
          <p:cNvSpPr txBox="1">
            <a:spLocks noGrp="1"/>
          </p:cNvSpPr>
          <p:nvPr>
            <p:ph type="subTitle" idx="7"/>
          </p:nvPr>
        </p:nvSpPr>
        <p:spPr>
          <a:xfrm>
            <a:off x="1297865" y="2125989"/>
            <a:ext cx="2218500" cy="4596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Clr>
                <a:schemeClr val="accent5"/>
              </a:buClr>
              <a:buSzPts val="1600"/>
              <a:buNone/>
              <a:defRPr sz="1600">
                <a:solidFill>
                  <a:schemeClr val="accent5"/>
                </a:solidFill>
              </a:defRPr>
            </a:lvl1pPr>
            <a:lvl2pPr lvl="1" rtl="0">
              <a:spcBef>
                <a:spcPts val="0"/>
              </a:spcBef>
              <a:spcAft>
                <a:spcPts val="0"/>
              </a:spcAft>
              <a:buClr>
                <a:schemeClr val="accent5"/>
              </a:buClr>
              <a:buSzPts val="1400"/>
              <a:buNone/>
              <a:defRPr>
                <a:solidFill>
                  <a:schemeClr val="accent5"/>
                </a:solidFill>
              </a:defRPr>
            </a:lvl2pPr>
            <a:lvl3pPr lvl="2" rtl="0">
              <a:spcBef>
                <a:spcPts val="1600"/>
              </a:spcBef>
              <a:spcAft>
                <a:spcPts val="0"/>
              </a:spcAft>
              <a:buClr>
                <a:schemeClr val="accent5"/>
              </a:buClr>
              <a:buSzPts val="1400"/>
              <a:buNone/>
              <a:defRPr>
                <a:solidFill>
                  <a:schemeClr val="accent5"/>
                </a:solidFill>
              </a:defRPr>
            </a:lvl3pPr>
            <a:lvl4pPr lvl="3" rtl="0">
              <a:spcBef>
                <a:spcPts val="1600"/>
              </a:spcBef>
              <a:spcAft>
                <a:spcPts val="0"/>
              </a:spcAft>
              <a:buClr>
                <a:schemeClr val="accent5"/>
              </a:buClr>
              <a:buSzPts val="1400"/>
              <a:buNone/>
              <a:defRPr>
                <a:solidFill>
                  <a:schemeClr val="accent5"/>
                </a:solidFill>
              </a:defRPr>
            </a:lvl4pPr>
            <a:lvl5pPr lvl="4" rtl="0">
              <a:spcBef>
                <a:spcPts val="1600"/>
              </a:spcBef>
              <a:spcAft>
                <a:spcPts val="0"/>
              </a:spcAft>
              <a:buClr>
                <a:schemeClr val="accent5"/>
              </a:buClr>
              <a:buSzPts val="1400"/>
              <a:buNone/>
              <a:defRPr>
                <a:solidFill>
                  <a:schemeClr val="accent5"/>
                </a:solidFill>
              </a:defRPr>
            </a:lvl5pPr>
            <a:lvl6pPr lvl="5" rtl="0">
              <a:spcBef>
                <a:spcPts val="1600"/>
              </a:spcBef>
              <a:spcAft>
                <a:spcPts val="0"/>
              </a:spcAft>
              <a:buClr>
                <a:schemeClr val="accent5"/>
              </a:buClr>
              <a:buSzPts val="1400"/>
              <a:buNone/>
              <a:defRPr>
                <a:solidFill>
                  <a:schemeClr val="accent5"/>
                </a:solidFill>
              </a:defRPr>
            </a:lvl6pPr>
            <a:lvl7pPr lvl="6" rtl="0">
              <a:spcBef>
                <a:spcPts val="1600"/>
              </a:spcBef>
              <a:spcAft>
                <a:spcPts val="0"/>
              </a:spcAft>
              <a:buClr>
                <a:schemeClr val="accent5"/>
              </a:buClr>
              <a:buSzPts val="1400"/>
              <a:buNone/>
              <a:defRPr>
                <a:solidFill>
                  <a:schemeClr val="accent5"/>
                </a:solidFill>
              </a:defRPr>
            </a:lvl7pPr>
            <a:lvl8pPr lvl="7" rtl="0">
              <a:spcBef>
                <a:spcPts val="1600"/>
              </a:spcBef>
              <a:spcAft>
                <a:spcPts val="0"/>
              </a:spcAft>
              <a:buClr>
                <a:schemeClr val="accent5"/>
              </a:buClr>
              <a:buSzPts val="1400"/>
              <a:buNone/>
              <a:defRPr>
                <a:solidFill>
                  <a:schemeClr val="accent5"/>
                </a:solidFill>
              </a:defRPr>
            </a:lvl8pPr>
            <a:lvl9pPr lvl="8" rtl="0">
              <a:spcBef>
                <a:spcPts val="1600"/>
              </a:spcBef>
              <a:spcAft>
                <a:spcPts val="1600"/>
              </a:spcAft>
              <a:buClr>
                <a:schemeClr val="accent5"/>
              </a:buClr>
              <a:buSzPts val="1400"/>
              <a:buNone/>
              <a:defRPr>
                <a:solidFill>
                  <a:schemeClr val="accent5"/>
                </a:solidFill>
              </a:defRPr>
            </a:lvl9pPr>
          </a:lstStyle>
          <a:p>
            <a:endParaRPr/>
          </a:p>
        </p:txBody>
      </p:sp>
      <p:sp>
        <p:nvSpPr>
          <p:cNvPr id="716" name="Google Shape;716;p39"/>
          <p:cNvSpPr txBox="1">
            <a:spLocks noGrp="1"/>
          </p:cNvSpPr>
          <p:nvPr>
            <p:ph type="subTitle" idx="8"/>
          </p:nvPr>
        </p:nvSpPr>
        <p:spPr>
          <a:xfrm>
            <a:off x="5627635" y="2125989"/>
            <a:ext cx="2218500" cy="45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5"/>
              </a:buClr>
              <a:buSzPts val="1600"/>
              <a:buNone/>
              <a:defRPr sz="1600">
                <a:solidFill>
                  <a:schemeClr val="accent5"/>
                </a:solidFill>
              </a:defRPr>
            </a:lvl1pPr>
            <a:lvl2pPr lvl="1" rtl="0">
              <a:spcBef>
                <a:spcPts val="0"/>
              </a:spcBef>
              <a:spcAft>
                <a:spcPts val="0"/>
              </a:spcAft>
              <a:buClr>
                <a:schemeClr val="accent5"/>
              </a:buClr>
              <a:buSzPts val="1400"/>
              <a:buNone/>
              <a:defRPr>
                <a:solidFill>
                  <a:schemeClr val="accent5"/>
                </a:solidFill>
              </a:defRPr>
            </a:lvl2pPr>
            <a:lvl3pPr lvl="2" rtl="0">
              <a:spcBef>
                <a:spcPts val="1600"/>
              </a:spcBef>
              <a:spcAft>
                <a:spcPts val="0"/>
              </a:spcAft>
              <a:buClr>
                <a:schemeClr val="accent5"/>
              </a:buClr>
              <a:buSzPts val="1400"/>
              <a:buNone/>
              <a:defRPr>
                <a:solidFill>
                  <a:schemeClr val="accent5"/>
                </a:solidFill>
              </a:defRPr>
            </a:lvl3pPr>
            <a:lvl4pPr lvl="3" rtl="0">
              <a:spcBef>
                <a:spcPts val="1600"/>
              </a:spcBef>
              <a:spcAft>
                <a:spcPts val="0"/>
              </a:spcAft>
              <a:buClr>
                <a:schemeClr val="accent5"/>
              </a:buClr>
              <a:buSzPts val="1400"/>
              <a:buNone/>
              <a:defRPr>
                <a:solidFill>
                  <a:schemeClr val="accent5"/>
                </a:solidFill>
              </a:defRPr>
            </a:lvl4pPr>
            <a:lvl5pPr lvl="4" rtl="0">
              <a:spcBef>
                <a:spcPts val="1600"/>
              </a:spcBef>
              <a:spcAft>
                <a:spcPts val="0"/>
              </a:spcAft>
              <a:buClr>
                <a:schemeClr val="accent5"/>
              </a:buClr>
              <a:buSzPts val="1400"/>
              <a:buNone/>
              <a:defRPr>
                <a:solidFill>
                  <a:schemeClr val="accent5"/>
                </a:solidFill>
              </a:defRPr>
            </a:lvl5pPr>
            <a:lvl6pPr lvl="5" rtl="0">
              <a:spcBef>
                <a:spcPts val="1600"/>
              </a:spcBef>
              <a:spcAft>
                <a:spcPts val="0"/>
              </a:spcAft>
              <a:buClr>
                <a:schemeClr val="accent5"/>
              </a:buClr>
              <a:buSzPts val="1400"/>
              <a:buNone/>
              <a:defRPr>
                <a:solidFill>
                  <a:schemeClr val="accent5"/>
                </a:solidFill>
              </a:defRPr>
            </a:lvl6pPr>
            <a:lvl7pPr lvl="6" rtl="0">
              <a:spcBef>
                <a:spcPts val="1600"/>
              </a:spcBef>
              <a:spcAft>
                <a:spcPts val="0"/>
              </a:spcAft>
              <a:buClr>
                <a:schemeClr val="accent5"/>
              </a:buClr>
              <a:buSzPts val="1400"/>
              <a:buNone/>
              <a:defRPr>
                <a:solidFill>
                  <a:schemeClr val="accent5"/>
                </a:solidFill>
              </a:defRPr>
            </a:lvl7pPr>
            <a:lvl8pPr lvl="7" rtl="0">
              <a:spcBef>
                <a:spcPts val="1600"/>
              </a:spcBef>
              <a:spcAft>
                <a:spcPts val="0"/>
              </a:spcAft>
              <a:buClr>
                <a:schemeClr val="accent5"/>
              </a:buClr>
              <a:buSzPts val="1400"/>
              <a:buNone/>
              <a:defRPr>
                <a:solidFill>
                  <a:schemeClr val="accent5"/>
                </a:solidFill>
              </a:defRPr>
            </a:lvl8pPr>
            <a:lvl9pPr lvl="8" rtl="0">
              <a:spcBef>
                <a:spcPts val="1600"/>
              </a:spcBef>
              <a:spcAft>
                <a:spcPts val="1600"/>
              </a:spcAft>
              <a:buClr>
                <a:schemeClr val="accent5"/>
              </a:buClr>
              <a:buSzPts val="1400"/>
              <a:buNone/>
              <a:defRPr>
                <a:solidFill>
                  <a:schemeClr val="accent5"/>
                </a:solidFill>
              </a:defRPr>
            </a:lvl9pPr>
          </a:lstStyle>
          <a:p>
            <a:endParaRPr/>
          </a:p>
        </p:txBody>
      </p:sp>
      <p:sp>
        <p:nvSpPr>
          <p:cNvPr id="717" name="Google Shape;717;p39"/>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718" name="Google Shape;718;p39"/>
          <p:cNvGrpSpPr/>
          <p:nvPr/>
        </p:nvGrpSpPr>
        <p:grpSpPr>
          <a:xfrm rot="10308110">
            <a:off x="7728626" y="741469"/>
            <a:ext cx="1385958" cy="2705306"/>
            <a:chOff x="409722" y="228600"/>
            <a:chExt cx="1385931" cy="2705253"/>
          </a:xfrm>
        </p:grpSpPr>
        <p:grpSp>
          <p:nvGrpSpPr>
            <p:cNvPr id="719" name="Google Shape;719;p39"/>
            <p:cNvGrpSpPr/>
            <p:nvPr/>
          </p:nvGrpSpPr>
          <p:grpSpPr>
            <a:xfrm rot="-617154" flipH="1">
              <a:off x="575967" y="402323"/>
              <a:ext cx="1053440" cy="2450002"/>
              <a:chOff x="3817855" y="1437512"/>
              <a:chExt cx="541146" cy="1128254"/>
            </a:xfrm>
          </p:grpSpPr>
          <p:sp>
            <p:nvSpPr>
              <p:cNvPr id="720" name="Google Shape;720;p39"/>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39"/>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2" name="Google Shape;722;p39"/>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 name="Google Shape;723;p39"/>
          <p:cNvGrpSpPr/>
          <p:nvPr/>
        </p:nvGrpSpPr>
        <p:grpSpPr>
          <a:xfrm rot="-2972274">
            <a:off x="538275" y="2810662"/>
            <a:ext cx="1386048" cy="2705483"/>
            <a:chOff x="409722" y="228600"/>
            <a:chExt cx="1385931" cy="2705253"/>
          </a:xfrm>
        </p:grpSpPr>
        <p:grpSp>
          <p:nvGrpSpPr>
            <p:cNvPr id="724" name="Google Shape;724;p39"/>
            <p:cNvGrpSpPr/>
            <p:nvPr/>
          </p:nvGrpSpPr>
          <p:grpSpPr>
            <a:xfrm rot="-617154" flipH="1">
              <a:off x="575967" y="402323"/>
              <a:ext cx="1053440" cy="2450002"/>
              <a:chOff x="3817855" y="1437512"/>
              <a:chExt cx="541146" cy="1128254"/>
            </a:xfrm>
          </p:grpSpPr>
          <p:sp>
            <p:nvSpPr>
              <p:cNvPr id="725" name="Google Shape;725;p39"/>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39"/>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7" name="Google Shape;727;p39"/>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itle and four columns 1">
  <p:cSld name="CUSTOM_16">
    <p:spTree>
      <p:nvGrpSpPr>
        <p:cNvPr id="1" name="Shape 728"/>
        <p:cNvGrpSpPr/>
        <p:nvPr/>
      </p:nvGrpSpPr>
      <p:grpSpPr>
        <a:xfrm>
          <a:off x="0" y="0"/>
          <a:ext cx="0" cy="0"/>
          <a:chOff x="0" y="0"/>
          <a:chExt cx="0" cy="0"/>
        </a:xfrm>
      </p:grpSpPr>
      <p:grpSp>
        <p:nvGrpSpPr>
          <p:cNvPr id="729" name="Google Shape;729;p40"/>
          <p:cNvGrpSpPr/>
          <p:nvPr/>
        </p:nvGrpSpPr>
        <p:grpSpPr>
          <a:xfrm flipH="1">
            <a:off x="-9513" y="-6"/>
            <a:ext cx="9177947" cy="5143519"/>
            <a:chOff x="-9513" y="-6"/>
            <a:chExt cx="9177947" cy="5143519"/>
          </a:xfrm>
        </p:grpSpPr>
        <p:sp>
          <p:nvSpPr>
            <p:cNvPr id="730" name="Google Shape;730;p40"/>
            <p:cNvSpPr/>
            <p:nvPr/>
          </p:nvSpPr>
          <p:spPr>
            <a:xfrm>
              <a:off x="319050" y="283350"/>
              <a:ext cx="8505900" cy="45768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0"/>
            <p:cNvSpPr/>
            <p:nvPr/>
          </p:nvSpPr>
          <p:spPr>
            <a:xfrm flipH="1">
              <a:off x="109125" y="2"/>
              <a:ext cx="1612254" cy="1208486"/>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0"/>
            <p:cNvSpPr/>
            <p:nvPr/>
          </p:nvSpPr>
          <p:spPr>
            <a:xfrm flipH="1">
              <a:off x="1100819" y="-6"/>
              <a:ext cx="1250789" cy="937634"/>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0"/>
            <p:cNvSpPr/>
            <p:nvPr/>
          </p:nvSpPr>
          <p:spPr>
            <a:xfrm flipH="1">
              <a:off x="6750722" y="3878776"/>
              <a:ext cx="1664900" cy="1264737"/>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0"/>
            <p:cNvSpPr/>
            <p:nvPr/>
          </p:nvSpPr>
          <p:spPr>
            <a:xfrm rot="10800000" flipH="1">
              <a:off x="8024650" y="2432841"/>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0"/>
            <p:cNvSpPr/>
            <p:nvPr/>
          </p:nvSpPr>
          <p:spPr>
            <a:xfrm rot="10800000" flipH="1">
              <a:off x="8024650" y="259818"/>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0"/>
            <p:cNvSpPr/>
            <p:nvPr/>
          </p:nvSpPr>
          <p:spPr>
            <a:xfrm flipH="1">
              <a:off x="-9513" y="2600324"/>
              <a:ext cx="1196082" cy="113470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 name="Google Shape;737;p40"/>
          <p:cNvGrpSpPr/>
          <p:nvPr/>
        </p:nvGrpSpPr>
        <p:grpSpPr>
          <a:xfrm>
            <a:off x="4281415" y="75177"/>
            <a:ext cx="581170" cy="125403"/>
            <a:chOff x="4685288" y="186288"/>
            <a:chExt cx="419375" cy="90485"/>
          </a:xfrm>
        </p:grpSpPr>
        <p:sp>
          <p:nvSpPr>
            <p:cNvPr id="738" name="Google Shape;738;p40"/>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9" name="Google Shape;739;p40"/>
            <p:cNvGrpSpPr/>
            <p:nvPr/>
          </p:nvGrpSpPr>
          <p:grpSpPr>
            <a:xfrm>
              <a:off x="4685288" y="186300"/>
              <a:ext cx="419375" cy="90473"/>
              <a:chOff x="4390000" y="182175"/>
              <a:chExt cx="419375" cy="90473"/>
            </a:xfrm>
          </p:grpSpPr>
          <p:sp>
            <p:nvSpPr>
              <p:cNvPr id="740" name="Google Shape;740;p40"/>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0"/>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42" name="Google Shape;742;p40"/>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43" name="Google Shape;743;p40"/>
          <p:cNvSpPr txBox="1">
            <a:spLocks noGrp="1"/>
          </p:cNvSpPr>
          <p:nvPr>
            <p:ph type="title" idx="2"/>
          </p:nvPr>
        </p:nvSpPr>
        <p:spPr>
          <a:xfrm>
            <a:off x="712511" y="1629449"/>
            <a:ext cx="1929300" cy="592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1800" b="1"/>
            </a:lvl1pPr>
            <a:lvl2pPr lvl="1" rtl="0">
              <a:spcBef>
                <a:spcPts val="0"/>
              </a:spcBef>
              <a:spcAft>
                <a:spcPts val="0"/>
              </a:spcAft>
              <a:buClr>
                <a:schemeClr val="accent5"/>
              </a:buClr>
              <a:buSzPts val="1800"/>
              <a:buNone/>
              <a:defRPr sz="1800">
                <a:solidFill>
                  <a:schemeClr val="accent5"/>
                </a:solidFill>
              </a:defRPr>
            </a:lvl2pPr>
            <a:lvl3pPr lvl="2" rtl="0">
              <a:spcBef>
                <a:spcPts val="0"/>
              </a:spcBef>
              <a:spcAft>
                <a:spcPts val="0"/>
              </a:spcAft>
              <a:buClr>
                <a:schemeClr val="accent5"/>
              </a:buClr>
              <a:buSzPts val="1800"/>
              <a:buNone/>
              <a:defRPr sz="1800">
                <a:solidFill>
                  <a:schemeClr val="accent5"/>
                </a:solidFill>
              </a:defRPr>
            </a:lvl3pPr>
            <a:lvl4pPr lvl="3" rtl="0">
              <a:spcBef>
                <a:spcPts val="0"/>
              </a:spcBef>
              <a:spcAft>
                <a:spcPts val="0"/>
              </a:spcAft>
              <a:buClr>
                <a:schemeClr val="accent5"/>
              </a:buClr>
              <a:buSzPts val="1800"/>
              <a:buNone/>
              <a:defRPr sz="1800">
                <a:solidFill>
                  <a:schemeClr val="accent5"/>
                </a:solidFill>
              </a:defRPr>
            </a:lvl4pPr>
            <a:lvl5pPr lvl="4" rtl="0">
              <a:spcBef>
                <a:spcPts val="0"/>
              </a:spcBef>
              <a:spcAft>
                <a:spcPts val="0"/>
              </a:spcAft>
              <a:buClr>
                <a:schemeClr val="accent5"/>
              </a:buClr>
              <a:buSzPts val="1800"/>
              <a:buNone/>
              <a:defRPr sz="1800">
                <a:solidFill>
                  <a:schemeClr val="accent5"/>
                </a:solidFill>
              </a:defRPr>
            </a:lvl5pPr>
            <a:lvl6pPr lvl="5" rtl="0">
              <a:spcBef>
                <a:spcPts val="0"/>
              </a:spcBef>
              <a:spcAft>
                <a:spcPts val="0"/>
              </a:spcAft>
              <a:buClr>
                <a:schemeClr val="accent5"/>
              </a:buClr>
              <a:buSzPts val="1800"/>
              <a:buNone/>
              <a:defRPr sz="1800">
                <a:solidFill>
                  <a:schemeClr val="accent5"/>
                </a:solidFill>
              </a:defRPr>
            </a:lvl6pPr>
            <a:lvl7pPr lvl="6" rtl="0">
              <a:spcBef>
                <a:spcPts val="0"/>
              </a:spcBef>
              <a:spcAft>
                <a:spcPts val="0"/>
              </a:spcAft>
              <a:buClr>
                <a:schemeClr val="accent5"/>
              </a:buClr>
              <a:buSzPts val="1800"/>
              <a:buNone/>
              <a:defRPr sz="1800">
                <a:solidFill>
                  <a:schemeClr val="accent5"/>
                </a:solidFill>
              </a:defRPr>
            </a:lvl7pPr>
            <a:lvl8pPr lvl="7" rtl="0">
              <a:spcBef>
                <a:spcPts val="0"/>
              </a:spcBef>
              <a:spcAft>
                <a:spcPts val="0"/>
              </a:spcAft>
              <a:buClr>
                <a:schemeClr val="accent5"/>
              </a:buClr>
              <a:buSzPts val="1800"/>
              <a:buNone/>
              <a:defRPr sz="1800">
                <a:solidFill>
                  <a:schemeClr val="accent5"/>
                </a:solidFill>
              </a:defRPr>
            </a:lvl8pPr>
            <a:lvl9pPr lvl="8" rtl="0">
              <a:spcBef>
                <a:spcPts val="0"/>
              </a:spcBef>
              <a:spcAft>
                <a:spcPts val="0"/>
              </a:spcAft>
              <a:buClr>
                <a:schemeClr val="accent5"/>
              </a:buClr>
              <a:buSzPts val="1800"/>
              <a:buNone/>
              <a:defRPr sz="1800">
                <a:solidFill>
                  <a:schemeClr val="accent5"/>
                </a:solidFill>
              </a:defRPr>
            </a:lvl9pPr>
          </a:lstStyle>
          <a:p>
            <a:endParaRPr/>
          </a:p>
        </p:txBody>
      </p:sp>
      <p:sp>
        <p:nvSpPr>
          <p:cNvPr id="744" name="Google Shape;744;p40"/>
          <p:cNvSpPr txBox="1">
            <a:spLocks noGrp="1"/>
          </p:cNvSpPr>
          <p:nvPr>
            <p:ph type="subTitle" idx="1"/>
          </p:nvPr>
        </p:nvSpPr>
        <p:spPr>
          <a:xfrm>
            <a:off x="712511" y="3429438"/>
            <a:ext cx="1929300" cy="729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6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a:endParaRPr/>
          </a:p>
        </p:txBody>
      </p:sp>
      <p:sp>
        <p:nvSpPr>
          <p:cNvPr id="745" name="Google Shape;745;p40"/>
          <p:cNvSpPr txBox="1">
            <a:spLocks noGrp="1"/>
          </p:cNvSpPr>
          <p:nvPr>
            <p:ph type="title" idx="3"/>
          </p:nvPr>
        </p:nvSpPr>
        <p:spPr>
          <a:xfrm>
            <a:off x="2640569" y="1630277"/>
            <a:ext cx="1929300" cy="592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1800" b="1"/>
            </a:lvl1pPr>
            <a:lvl2pPr lvl="1" rtl="0">
              <a:spcBef>
                <a:spcPts val="0"/>
              </a:spcBef>
              <a:spcAft>
                <a:spcPts val="0"/>
              </a:spcAft>
              <a:buClr>
                <a:schemeClr val="accent5"/>
              </a:buClr>
              <a:buSzPts val="1800"/>
              <a:buNone/>
              <a:defRPr sz="1800">
                <a:solidFill>
                  <a:schemeClr val="accent5"/>
                </a:solidFill>
              </a:defRPr>
            </a:lvl2pPr>
            <a:lvl3pPr lvl="2" rtl="0">
              <a:spcBef>
                <a:spcPts val="0"/>
              </a:spcBef>
              <a:spcAft>
                <a:spcPts val="0"/>
              </a:spcAft>
              <a:buClr>
                <a:schemeClr val="accent5"/>
              </a:buClr>
              <a:buSzPts val="1800"/>
              <a:buNone/>
              <a:defRPr sz="1800">
                <a:solidFill>
                  <a:schemeClr val="accent5"/>
                </a:solidFill>
              </a:defRPr>
            </a:lvl3pPr>
            <a:lvl4pPr lvl="3" rtl="0">
              <a:spcBef>
                <a:spcPts val="0"/>
              </a:spcBef>
              <a:spcAft>
                <a:spcPts val="0"/>
              </a:spcAft>
              <a:buClr>
                <a:schemeClr val="accent5"/>
              </a:buClr>
              <a:buSzPts val="1800"/>
              <a:buNone/>
              <a:defRPr sz="1800">
                <a:solidFill>
                  <a:schemeClr val="accent5"/>
                </a:solidFill>
              </a:defRPr>
            </a:lvl4pPr>
            <a:lvl5pPr lvl="4" rtl="0">
              <a:spcBef>
                <a:spcPts val="0"/>
              </a:spcBef>
              <a:spcAft>
                <a:spcPts val="0"/>
              </a:spcAft>
              <a:buClr>
                <a:schemeClr val="accent5"/>
              </a:buClr>
              <a:buSzPts val="1800"/>
              <a:buNone/>
              <a:defRPr sz="1800">
                <a:solidFill>
                  <a:schemeClr val="accent5"/>
                </a:solidFill>
              </a:defRPr>
            </a:lvl5pPr>
            <a:lvl6pPr lvl="5" rtl="0">
              <a:spcBef>
                <a:spcPts val="0"/>
              </a:spcBef>
              <a:spcAft>
                <a:spcPts val="0"/>
              </a:spcAft>
              <a:buClr>
                <a:schemeClr val="accent5"/>
              </a:buClr>
              <a:buSzPts val="1800"/>
              <a:buNone/>
              <a:defRPr sz="1800">
                <a:solidFill>
                  <a:schemeClr val="accent5"/>
                </a:solidFill>
              </a:defRPr>
            </a:lvl6pPr>
            <a:lvl7pPr lvl="6" rtl="0">
              <a:spcBef>
                <a:spcPts val="0"/>
              </a:spcBef>
              <a:spcAft>
                <a:spcPts val="0"/>
              </a:spcAft>
              <a:buClr>
                <a:schemeClr val="accent5"/>
              </a:buClr>
              <a:buSzPts val="1800"/>
              <a:buNone/>
              <a:defRPr sz="1800">
                <a:solidFill>
                  <a:schemeClr val="accent5"/>
                </a:solidFill>
              </a:defRPr>
            </a:lvl7pPr>
            <a:lvl8pPr lvl="7" rtl="0">
              <a:spcBef>
                <a:spcPts val="0"/>
              </a:spcBef>
              <a:spcAft>
                <a:spcPts val="0"/>
              </a:spcAft>
              <a:buClr>
                <a:schemeClr val="accent5"/>
              </a:buClr>
              <a:buSzPts val="1800"/>
              <a:buNone/>
              <a:defRPr sz="1800">
                <a:solidFill>
                  <a:schemeClr val="accent5"/>
                </a:solidFill>
              </a:defRPr>
            </a:lvl8pPr>
            <a:lvl9pPr lvl="8" rtl="0">
              <a:spcBef>
                <a:spcPts val="0"/>
              </a:spcBef>
              <a:spcAft>
                <a:spcPts val="0"/>
              </a:spcAft>
              <a:buClr>
                <a:schemeClr val="accent5"/>
              </a:buClr>
              <a:buSzPts val="1800"/>
              <a:buNone/>
              <a:defRPr sz="1800">
                <a:solidFill>
                  <a:schemeClr val="accent5"/>
                </a:solidFill>
              </a:defRPr>
            </a:lvl9pPr>
          </a:lstStyle>
          <a:p>
            <a:endParaRPr/>
          </a:p>
        </p:txBody>
      </p:sp>
      <p:sp>
        <p:nvSpPr>
          <p:cNvPr id="746" name="Google Shape;746;p40"/>
          <p:cNvSpPr txBox="1">
            <a:spLocks noGrp="1"/>
          </p:cNvSpPr>
          <p:nvPr>
            <p:ph type="subTitle" idx="4"/>
          </p:nvPr>
        </p:nvSpPr>
        <p:spPr>
          <a:xfrm>
            <a:off x="2640569" y="3430175"/>
            <a:ext cx="1929300" cy="729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6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a:endParaRPr/>
          </a:p>
        </p:txBody>
      </p:sp>
      <p:sp>
        <p:nvSpPr>
          <p:cNvPr id="747" name="Google Shape;747;p40"/>
          <p:cNvSpPr txBox="1">
            <a:spLocks noGrp="1"/>
          </p:cNvSpPr>
          <p:nvPr>
            <p:ph type="title" idx="5"/>
          </p:nvPr>
        </p:nvSpPr>
        <p:spPr>
          <a:xfrm>
            <a:off x="4568627" y="1629463"/>
            <a:ext cx="1929300" cy="592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1800" b="1"/>
            </a:lvl1pPr>
            <a:lvl2pPr lvl="1" rtl="0">
              <a:spcBef>
                <a:spcPts val="0"/>
              </a:spcBef>
              <a:spcAft>
                <a:spcPts val="0"/>
              </a:spcAft>
              <a:buClr>
                <a:schemeClr val="accent5"/>
              </a:buClr>
              <a:buSzPts val="1800"/>
              <a:buNone/>
              <a:defRPr sz="1800">
                <a:solidFill>
                  <a:schemeClr val="accent5"/>
                </a:solidFill>
              </a:defRPr>
            </a:lvl2pPr>
            <a:lvl3pPr lvl="2" rtl="0">
              <a:spcBef>
                <a:spcPts val="0"/>
              </a:spcBef>
              <a:spcAft>
                <a:spcPts val="0"/>
              </a:spcAft>
              <a:buClr>
                <a:schemeClr val="accent5"/>
              </a:buClr>
              <a:buSzPts val="1800"/>
              <a:buNone/>
              <a:defRPr sz="1800">
                <a:solidFill>
                  <a:schemeClr val="accent5"/>
                </a:solidFill>
              </a:defRPr>
            </a:lvl3pPr>
            <a:lvl4pPr lvl="3" rtl="0">
              <a:spcBef>
                <a:spcPts val="0"/>
              </a:spcBef>
              <a:spcAft>
                <a:spcPts val="0"/>
              </a:spcAft>
              <a:buClr>
                <a:schemeClr val="accent5"/>
              </a:buClr>
              <a:buSzPts val="1800"/>
              <a:buNone/>
              <a:defRPr sz="1800">
                <a:solidFill>
                  <a:schemeClr val="accent5"/>
                </a:solidFill>
              </a:defRPr>
            </a:lvl4pPr>
            <a:lvl5pPr lvl="4" rtl="0">
              <a:spcBef>
                <a:spcPts val="0"/>
              </a:spcBef>
              <a:spcAft>
                <a:spcPts val="0"/>
              </a:spcAft>
              <a:buClr>
                <a:schemeClr val="accent5"/>
              </a:buClr>
              <a:buSzPts val="1800"/>
              <a:buNone/>
              <a:defRPr sz="1800">
                <a:solidFill>
                  <a:schemeClr val="accent5"/>
                </a:solidFill>
              </a:defRPr>
            </a:lvl5pPr>
            <a:lvl6pPr lvl="5" rtl="0">
              <a:spcBef>
                <a:spcPts val="0"/>
              </a:spcBef>
              <a:spcAft>
                <a:spcPts val="0"/>
              </a:spcAft>
              <a:buClr>
                <a:schemeClr val="accent5"/>
              </a:buClr>
              <a:buSzPts val="1800"/>
              <a:buNone/>
              <a:defRPr sz="1800">
                <a:solidFill>
                  <a:schemeClr val="accent5"/>
                </a:solidFill>
              </a:defRPr>
            </a:lvl6pPr>
            <a:lvl7pPr lvl="6" rtl="0">
              <a:spcBef>
                <a:spcPts val="0"/>
              </a:spcBef>
              <a:spcAft>
                <a:spcPts val="0"/>
              </a:spcAft>
              <a:buClr>
                <a:schemeClr val="accent5"/>
              </a:buClr>
              <a:buSzPts val="1800"/>
              <a:buNone/>
              <a:defRPr sz="1800">
                <a:solidFill>
                  <a:schemeClr val="accent5"/>
                </a:solidFill>
              </a:defRPr>
            </a:lvl7pPr>
            <a:lvl8pPr lvl="7" rtl="0">
              <a:spcBef>
                <a:spcPts val="0"/>
              </a:spcBef>
              <a:spcAft>
                <a:spcPts val="0"/>
              </a:spcAft>
              <a:buClr>
                <a:schemeClr val="accent5"/>
              </a:buClr>
              <a:buSzPts val="1800"/>
              <a:buNone/>
              <a:defRPr sz="1800">
                <a:solidFill>
                  <a:schemeClr val="accent5"/>
                </a:solidFill>
              </a:defRPr>
            </a:lvl8pPr>
            <a:lvl9pPr lvl="8" rtl="0">
              <a:spcBef>
                <a:spcPts val="0"/>
              </a:spcBef>
              <a:spcAft>
                <a:spcPts val="0"/>
              </a:spcAft>
              <a:buClr>
                <a:schemeClr val="accent5"/>
              </a:buClr>
              <a:buSzPts val="1800"/>
              <a:buNone/>
              <a:defRPr sz="1800">
                <a:solidFill>
                  <a:schemeClr val="accent5"/>
                </a:solidFill>
              </a:defRPr>
            </a:lvl9pPr>
          </a:lstStyle>
          <a:p>
            <a:endParaRPr/>
          </a:p>
        </p:txBody>
      </p:sp>
      <p:sp>
        <p:nvSpPr>
          <p:cNvPr id="748" name="Google Shape;748;p40"/>
          <p:cNvSpPr txBox="1">
            <a:spLocks noGrp="1"/>
          </p:cNvSpPr>
          <p:nvPr>
            <p:ph type="subTitle" idx="6"/>
          </p:nvPr>
        </p:nvSpPr>
        <p:spPr>
          <a:xfrm>
            <a:off x="4568627" y="3429450"/>
            <a:ext cx="1929300" cy="729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6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a:endParaRPr/>
          </a:p>
        </p:txBody>
      </p:sp>
      <p:sp>
        <p:nvSpPr>
          <p:cNvPr id="749" name="Google Shape;749;p40"/>
          <p:cNvSpPr txBox="1">
            <a:spLocks noGrp="1"/>
          </p:cNvSpPr>
          <p:nvPr>
            <p:ph type="title" idx="7"/>
          </p:nvPr>
        </p:nvSpPr>
        <p:spPr>
          <a:xfrm>
            <a:off x="6505789" y="1630290"/>
            <a:ext cx="1925700" cy="592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1800" b="1"/>
            </a:lvl1pPr>
            <a:lvl2pPr lvl="1" rtl="0">
              <a:spcBef>
                <a:spcPts val="0"/>
              </a:spcBef>
              <a:spcAft>
                <a:spcPts val="0"/>
              </a:spcAft>
              <a:buClr>
                <a:schemeClr val="accent5"/>
              </a:buClr>
              <a:buSzPts val="1800"/>
              <a:buNone/>
              <a:defRPr sz="1800">
                <a:solidFill>
                  <a:schemeClr val="accent5"/>
                </a:solidFill>
              </a:defRPr>
            </a:lvl2pPr>
            <a:lvl3pPr lvl="2" rtl="0">
              <a:spcBef>
                <a:spcPts val="0"/>
              </a:spcBef>
              <a:spcAft>
                <a:spcPts val="0"/>
              </a:spcAft>
              <a:buClr>
                <a:schemeClr val="accent5"/>
              </a:buClr>
              <a:buSzPts val="1800"/>
              <a:buNone/>
              <a:defRPr sz="1800">
                <a:solidFill>
                  <a:schemeClr val="accent5"/>
                </a:solidFill>
              </a:defRPr>
            </a:lvl3pPr>
            <a:lvl4pPr lvl="3" rtl="0">
              <a:spcBef>
                <a:spcPts val="0"/>
              </a:spcBef>
              <a:spcAft>
                <a:spcPts val="0"/>
              </a:spcAft>
              <a:buClr>
                <a:schemeClr val="accent5"/>
              </a:buClr>
              <a:buSzPts val="1800"/>
              <a:buNone/>
              <a:defRPr sz="1800">
                <a:solidFill>
                  <a:schemeClr val="accent5"/>
                </a:solidFill>
              </a:defRPr>
            </a:lvl4pPr>
            <a:lvl5pPr lvl="4" rtl="0">
              <a:spcBef>
                <a:spcPts val="0"/>
              </a:spcBef>
              <a:spcAft>
                <a:spcPts val="0"/>
              </a:spcAft>
              <a:buClr>
                <a:schemeClr val="accent5"/>
              </a:buClr>
              <a:buSzPts val="1800"/>
              <a:buNone/>
              <a:defRPr sz="1800">
                <a:solidFill>
                  <a:schemeClr val="accent5"/>
                </a:solidFill>
              </a:defRPr>
            </a:lvl5pPr>
            <a:lvl6pPr lvl="5" rtl="0">
              <a:spcBef>
                <a:spcPts val="0"/>
              </a:spcBef>
              <a:spcAft>
                <a:spcPts val="0"/>
              </a:spcAft>
              <a:buClr>
                <a:schemeClr val="accent5"/>
              </a:buClr>
              <a:buSzPts val="1800"/>
              <a:buNone/>
              <a:defRPr sz="1800">
                <a:solidFill>
                  <a:schemeClr val="accent5"/>
                </a:solidFill>
              </a:defRPr>
            </a:lvl6pPr>
            <a:lvl7pPr lvl="6" rtl="0">
              <a:spcBef>
                <a:spcPts val="0"/>
              </a:spcBef>
              <a:spcAft>
                <a:spcPts val="0"/>
              </a:spcAft>
              <a:buClr>
                <a:schemeClr val="accent5"/>
              </a:buClr>
              <a:buSzPts val="1800"/>
              <a:buNone/>
              <a:defRPr sz="1800">
                <a:solidFill>
                  <a:schemeClr val="accent5"/>
                </a:solidFill>
              </a:defRPr>
            </a:lvl7pPr>
            <a:lvl8pPr lvl="7" rtl="0">
              <a:spcBef>
                <a:spcPts val="0"/>
              </a:spcBef>
              <a:spcAft>
                <a:spcPts val="0"/>
              </a:spcAft>
              <a:buClr>
                <a:schemeClr val="accent5"/>
              </a:buClr>
              <a:buSzPts val="1800"/>
              <a:buNone/>
              <a:defRPr sz="1800">
                <a:solidFill>
                  <a:schemeClr val="accent5"/>
                </a:solidFill>
              </a:defRPr>
            </a:lvl8pPr>
            <a:lvl9pPr lvl="8" rtl="0">
              <a:spcBef>
                <a:spcPts val="0"/>
              </a:spcBef>
              <a:spcAft>
                <a:spcPts val="0"/>
              </a:spcAft>
              <a:buClr>
                <a:schemeClr val="accent5"/>
              </a:buClr>
              <a:buSzPts val="1800"/>
              <a:buNone/>
              <a:defRPr sz="1800">
                <a:solidFill>
                  <a:schemeClr val="accent5"/>
                </a:solidFill>
              </a:defRPr>
            </a:lvl9pPr>
          </a:lstStyle>
          <a:p>
            <a:endParaRPr/>
          </a:p>
        </p:txBody>
      </p:sp>
      <p:sp>
        <p:nvSpPr>
          <p:cNvPr id="750" name="Google Shape;750;p40"/>
          <p:cNvSpPr txBox="1">
            <a:spLocks noGrp="1"/>
          </p:cNvSpPr>
          <p:nvPr>
            <p:ph type="subTitle" idx="8"/>
          </p:nvPr>
        </p:nvSpPr>
        <p:spPr>
          <a:xfrm>
            <a:off x="6505789" y="3430179"/>
            <a:ext cx="1925700" cy="729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6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751"/>
        <p:cNvGrpSpPr/>
        <p:nvPr/>
      </p:nvGrpSpPr>
      <p:grpSpPr>
        <a:xfrm>
          <a:off x="0" y="0"/>
          <a:ext cx="0" cy="0"/>
          <a:chOff x="0" y="0"/>
          <a:chExt cx="0" cy="0"/>
        </a:xfrm>
      </p:grpSpPr>
      <p:grpSp>
        <p:nvGrpSpPr>
          <p:cNvPr id="752" name="Google Shape;752;p41"/>
          <p:cNvGrpSpPr/>
          <p:nvPr/>
        </p:nvGrpSpPr>
        <p:grpSpPr>
          <a:xfrm flipH="1">
            <a:off x="-24431" y="-29154"/>
            <a:ext cx="9177970" cy="5191717"/>
            <a:chOff x="-9546" y="-29154"/>
            <a:chExt cx="9177970" cy="5191717"/>
          </a:xfrm>
        </p:grpSpPr>
        <p:sp>
          <p:nvSpPr>
            <p:cNvPr id="753" name="Google Shape;753;p41"/>
            <p:cNvSpPr/>
            <p:nvPr/>
          </p:nvSpPr>
          <p:spPr>
            <a:xfrm>
              <a:off x="319050" y="283350"/>
              <a:ext cx="8505900" cy="45768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1"/>
            <p:cNvSpPr/>
            <p:nvPr/>
          </p:nvSpPr>
          <p:spPr>
            <a:xfrm>
              <a:off x="7068464" y="-29154"/>
              <a:ext cx="1600279" cy="1199565"/>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1"/>
            <p:cNvSpPr/>
            <p:nvPr/>
          </p:nvSpPr>
          <p:spPr>
            <a:xfrm>
              <a:off x="6578703" y="-6"/>
              <a:ext cx="1250846" cy="937634"/>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1"/>
            <p:cNvSpPr/>
            <p:nvPr/>
          </p:nvSpPr>
          <p:spPr>
            <a:xfrm>
              <a:off x="743289" y="3897826"/>
              <a:ext cx="1664900" cy="1264737"/>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1"/>
            <p:cNvSpPr/>
            <p:nvPr/>
          </p:nvSpPr>
          <p:spPr>
            <a:xfrm rot="10800000">
              <a:off x="-9546" y="3670090"/>
              <a:ext cx="1124791" cy="1067007"/>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1"/>
            <p:cNvSpPr/>
            <p:nvPr/>
          </p:nvSpPr>
          <p:spPr>
            <a:xfrm>
              <a:off x="7972342" y="1228724"/>
              <a:ext cx="1196082" cy="113470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 name="Google Shape;759;p41"/>
          <p:cNvGrpSpPr/>
          <p:nvPr/>
        </p:nvGrpSpPr>
        <p:grpSpPr>
          <a:xfrm>
            <a:off x="4281415" y="75177"/>
            <a:ext cx="581170" cy="125403"/>
            <a:chOff x="4685288" y="186288"/>
            <a:chExt cx="419375" cy="90485"/>
          </a:xfrm>
        </p:grpSpPr>
        <p:sp>
          <p:nvSpPr>
            <p:cNvPr id="760" name="Google Shape;760;p41"/>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1" name="Google Shape;761;p41"/>
            <p:cNvGrpSpPr/>
            <p:nvPr/>
          </p:nvGrpSpPr>
          <p:grpSpPr>
            <a:xfrm>
              <a:off x="4685288" y="186300"/>
              <a:ext cx="419375" cy="90473"/>
              <a:chOff x="4390000" y="182175"/>
              <a:chExt cx="419375" cy="90473"/>
            </a:xfrm>
          </p:grpSpPr>
          <p:sp>
            <p:nvSpPr>
              <p:cNvPr id="762" name="Google Shape;762;p41"/>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1"/>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64" name="Google Shape;764;p41"/>
          <p:cNvSpPr txBox="1">
            <a:spLocks noGrp="1"/>
          </p:cNvSpPr>
          <p:nvPr>
            <p:ph type="subTitle" idx="1"/>
          </p:nvPr>
        </p:nvSpPr>
        <p:spPr>
          <a:xfrm>
            <a:off x="6169696" y="2166691"/>
            <a:ext cx="2263800" cy="4461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4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765" name="Google Shape;765;p41"/>
          <p:cNvSpPr txBox="1">
            <a:spLocks noGrp="1"/>
          </p:cNvSpPr>
          <p:nvPr>
            <p:ph type="subTitle" idx="2"/>
          </p:nvPr>
        </p:nvSpPr>
        <p:spPr>
          <a:xfrm>
            <a:off x="3845886" y="1860635"/>
            <a:ext cx="1452600" cy="252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Font typeface="Aldrich"/>
              <a:buNone/>
              <a:defRPr b="1">
                <a:latin typeface="Aldrich"/>
                <a:ea typeface="Aldrich"/>
                <a:cs typeface="Aldrich"/>
                <a:sym typeface="Aldrich"/>
              </a:defRPr>
            </a:lvl1pPr>
            <a:lvl2pPr lvl="1" algn="ctr" rtl="0">
              <a:lnSpc>
                <a:spcPct val="100000"/>
              </a:lnSpc>
              <a:spcBef>
                <a:spcPts val="0"/>
              </a:spcBef>
              <a:spcAft>
                <a:spcPts val="0"/>
              </a:spcAft>
              <a:buSzPts val="1600"/>
              <a:buFont typeface="Aldrich"/>
              <a:buNone/>
              <a:defRPr sz="1600">
                <a:latin typeface="Aldrich"/>
                <a:ea typeface="Aldrich"/>
                <a:cs typeface="Aldrich"/>
                <a:sym typeface="Aldrich"/>
              </a:defRPr>
            </a:lvl2pPr>
            <a:lvl3pPr lvl="2" algn="ctr" rtl="0">
              <a:lnSpc>
                <a:spcPct val="100000"/>
              </a:lnSpc>
              <a:spcBef>
                <a:spcPts val="0"/>
              </a:spcBef>
              <a:spcAft>
                <a:spcPts val="0"/>
              </a:spcAft>
              <a:buSzPts val="1600"/>
              <a:buFont typeface="Aldrich"/>
              <a:buNone/>
              <a:defRPr sz="1600">
                <a:latin typeface="Aldrich"/>
                <a:ea typeface="Aldrich"/>
                <a:cs typeface="Aldrich"/>
                <a:sym typeface="Aldrich"/>
              </a:defRPr>
            </a:lvl3pPr>
            <a:lvl4pPr lvl="3" algn="ctr" rtl="0">
              <a:lnSpc>
                <a:spcPct val="100000"/>
              </a:lnSpc>
              <a:spcBef>
                <a:spcPts val="0"/>
              </a:spcBef>
              <a:spcAft>
                <a:spcPts val="0"/>
              </a:spcAft>
              <a:buSzPts val="1600"/>
              <a:buFont typeface="Aldrich"/>
              <a:buNone/>
              <a:defRPr sz="1600">
                <a:latin typeface="Aldrich"/>
                <a:ea typeface="Aldrich"/>
                <a:cs typeface="Aldrich"/>
                <a:sym typeface="Aldrich"/>
              </a:defRPr>
            </a:lvl4pPr>
            <a:lvl5pPr lvl="4" algn="ctr" rtl="0">
              <a:lnSpc>
                <a:spcPct val="100000"/>
              </a:lnSpc>
              <a:spcBef>
                <a:spcPts val="0"/>
              </a:spcBef>
              <a:spcAft>
                <a:spcPts val="0"/>
              </a:spcAft>
              <a:buSzPts val="1600"/>
              <a:buFont typeface="Aldrich"/>
              <a:buNone/>
              <a:defRPr sz="1600">
                <a:latin typeface="Aldrich"/>
                <a:ea typeface="Aldrich"/>
                <a:cs typeface="Aldrich"/>
                <a:sym typeface="Aldrich"/>
              </a:defRPr>
            </a:lvl5pPr>
            <a:lvl6pPr lvl="5" algn="ctr" rtl="0">
              <a:lnSpc>
                <a:spcPct val="100000"/>
              </a:lnSpc>
              <a:spcBef>
                <a:spcPts val="0"/>
              </a:spcBef>
              <a:spcAft>
                <a:spcPts val="0"/>
              </a:spcAft>
              <a:buSzPts val="1600"/>
              <a:buFont typeface="Aldrich"/>
              <a:buNone/>
              <a:defRPr sz="1600">
                <a:latin typeface="Aldrich"/>
                <a:ea typeface="Aldrich"/>
                <a:cs typeface="Aldrich"/>
                <a:sym typeface="Aldrich"/>
              </a:defRPr>
            </a:lvl6pPr>
            <a:lvl7pPr lvl="6" algn="ctr" rtl="0">
              <a:lnSpc>
                <a:spcPct val="100000"/>
              </a:lnSpc>
              <a:spcBef>
                <a:spcPts val="0"/>
              </a:spcBef>
              <a:spcAft>
                <a:spcPts val="0"/>
              </a:spcAft>
              <a:buSzPts val="1600"/>
              <a:buFont typeface="Aldrich"/>
              <a:buNone/>
              <a:defRPr sz="1600">
                <a:latin typeface="Aldrich"/>
                <a:ea typeface="Aldrich"/>
                <a:cs typeface="Aldrich"/>
                <a:sym typeface="Aldrich"/>
              </a:defRPr>
            </a:lvl7pPr>
            <a:lvl8pPr lvl="7" algn="ctr" rtl="0">
              <a:lnSpc>
                <a:spcPct val="100000"/>
              </a:lnSpc>
              <a:spcBef>
                <a:spcPts val="0"/>
              </a:spcBef>
              <a:spcAft>
                <a:spcPts val="0"/>
              </a:spcAft>
              <a:buSzPts val="1600"/>
              <a:buFont typeface="Aldrich"/>
              <a:buNone/>
              <a:defRPr sz="1600">
                <a:latin typeface="Aldrich"/>
                <a:ea typeface="Aldrich"/>
                <a:cs typeface="Aldrich"/>
                <a:sym typeface="Aldrich"/>
              </a:defRPr>
            </a:lvl8pPr>
            <a:lvl9pPr lvl="8" algn="ctr" rtl="0">
              <a:lnSpc>
                <a:spcPct val="100000"/>
              </a:lnSpc>
              <a:spcBef>
                <a:spcPts val="0"/>
              </a:spcBef>
              <a:spcAft>
                <a:spcPts val="0"/>
              </a:spcAft>
              <a:buSzPts val="1600"/>
              <a:buFont typeface="Aldrich"/>
              <a:buNone/>
              <a:defRPr sz="1600">
                <a:latin typeface="Aldrich"/>
                <a:ea typeface="Aldrich"/>
                <a:cs typeface="Aldrich"/>
                <a:sym typeface="Aldrich"/>
              </a:defRPr>
            </a:lvl9pPr>
          </a:lstStyle>
          <a:p>
            <a:endParaRPr/>
          </a:p>
        </p:txBody>
      </p:sp>
      <p:sp>
        <p:nvSpPr>
          <p:cNvPr id="766" name="Google Shape;766;p41"/>
          <p:cNvSpPr txBox="1">
            <a:spLocks noGrp="1"/>
          </p:cNvSpPr>
          <p:nvPr>
            <p:ph type="subTitle" idx="3"/>
          </p:nvPr>
        </p:nvSpPr>
        <p:spPr>
          <a:xfrm>
            <a:off x="3438336" y="2165641"/>
            <a:ext cx="2267700" cy="448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4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767" name="Google Shape;767;p41"/>
          <p:cNvSpPr txBox="1">
            <a:spLocks noGrp="1"/>
          </p:cNvSpPr>
          <p:nvPr>
            <p:ph type="subTitle" idx="4"/>
          </p:nvPr>
        </p:nvSpPr>
        <p:spPr>
          <a:xfrm>
            <a:off x="1116125" y="1858985"/>
            <a:ext cx="1452600" cy="255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Font typeface="Aldrich"/>
              <a:buNone/>
              <a:defRPr b="1">
                <a:latin typeface="Aldrich"/>
                <a:ea typeface="Aldrich"/>
                <a:cs typeface="Aldrich"/>
                <a:sym typeface="Aldrich"/>
              </a:defRPr>
            </a:lvl1pPr>
            <a:lvl2pPr lvl="1" algn="ctr" rtl="0">
              <a:lnSpc>
                <a:spcPct val="100000"/>
              </a:lnSpc>
              <a:spcBef>
                <a:spcPts val="0"/>
              </a:spcBef>
              <a:spcAft>
                <a:spcPts val="0"/>
              </a:spcAft>
              <a:buSzPts val="1600"/>
              <a:buFont typeface="Aldrich"/>
              <a:buNone/>
              <a:defRPr sz="1600">
                <a:latin typeface="Aldrich"/>
                <a:ea typeface="Aldrich"/>
                <a:cs typeface="Aldrich"/>
                <a:sym typeface="Aldrich"/>
              </a:defRPr>
            </a:lvl2pPr>
            <a:lvl3pPr lvl="2" algn="ctr" rtl="0">
              <a:lnSpc>
                <a:spcPct val="100000"/>
              </a:lnSpc>
              <a:spcBef>
                <a:spcPts val="0"/>
              </a:spcBef>
              <a:spcAft>
                <a:spcPts val="0"/>
              </a:spcAft>
              <a:buSzPts val="1600"/>
              <a:buFont typeface="Aldrich"/>
              <a:buNone/>
              <a:defRPr sz="1600">
                <a:latin typeface="Aldrich"/>
                <a:ea typeface="Aldrich"/>
                <a:cs typeface="Aldrich"/>
                <a:sym typeface="Aldrich"/>
              </a:defRPr>
            </a:lvl3pPr>
            <a:lvl4pPr lvl="3" algn="ctr" rtl="0">
              <a:lnSpc>
                <a:spcPct val="100000"/>
              </a:lnSpc>
              <a:spcBef>
                <a:spcPts val="0"/>
              </a:spcBef>
              <a:spcAft>
                <a:spcPts val="0"/>
              </a:spcAft>
              <a:buSzPts val="1600"/>
              <a:buFont typeface="Aldrich"/>
              <a:buNone/>
              <a:defRPr sz="1600">
                <a:latin typeface="Aldrich"/>
                <a:ea typeface="Aldrich"/>
                <a:cs typeface="Aldrich"/>
                <a:sym typeface="Aldrich"/>
              </a:defRPr>
            </a:lvl4pPr>
            <a:lvl5pPr lvl="4" algn="ctr" rtl="0">
              <a:lnSpc>
                <a:spcPct val="100000"/>
              </a:lnSpc>
              <a:spcBef>
                <a:spcPts val="0"/>
              </a:spcBef>
              <a:spcAft>
                <a:spcPts val="0"/>
              </a:spcAft>
              <a:buSzPts val="1600"/>
              <a:buFont typeface="Aldrich"/>
              <a:buNone/>
              <a:defRPr sz="1600">
                <a:latin typeface="Aldrich"/>
                <a:ea typeface="Aldrich"/>
                <a:cs typeface="Aldrich"/>
                <a:sym typeface="Aldrich"/>
              </a:defRPr>
            </a:lvl5pPr>
            <a:lvl6pPr lvl="5" algn="ctr" rtl="0">
              <a:lnSpc>
                <a:spcPct val="100000"/>
              </a:lnSpc>
              <a:spcBef>
                <a:spcPts val="0"/>
              </a:spcBef>
              <a:spcAft>
                <a:spcPts val="0"/>
              </a:spcAft>
              <a:buSzPts val="1600"/>
              <a:buFont typeface="Aldrich"/>
              <a:buNone/>
              <a:defRPr sz="1600">
                <a:latin typeface="Aldrich"/>
                <a:ea typeface="Aldrich"/>
                <a:cs typeface="Aldrich"/>
                <a:sym typeface="Aldrich"/>
              </a:defRPr>
            </a:lvl6pPr>
            <a:lvl7pPr lvl="6" algn="ctr" rtl="0">
              <a:lnSpc>
                <a:spcPct val="100000"/>
              </a:lnSpc>
              <a:spcBef>
                <a:spcPts val="0"/>
              </a:spcBef>
              <a:spcAft>
                <a:spcPts val="0"/>
              </a:spcAft>
              <a:buSzPts val="1600"/>
              <a:buFont typeface="Aldrich"/>
              <a:buNone/>
              <a:defRPr sz="1600">
                <a:latin typeface="Aldrich"/>
                <a:ea typeface="Aldrich"/>
                <a:cs typeface="Aldrich"/>
                <a:sym typeface="Aldrich"/>
              </a:defRPr>
            </a:lvl7pPr>
            <a:lvl8pPr lvl="7" algn="ctr" rtl="0">
              <a:lnSpc>
                <a:spcPct val="100000"/>
              </a:lnSpc>
              <a:spcBef>
                <a:spcPts val="0"/>
              </a:spcBef>
              <a:spcAft>
                <a:spcPts val="0"/>
              </a:spcAft>
              <a:buSzPts val="1600"/>
              <a:buFont typeface="Aldrich"/>
              <a:buNone/>
              <a:defRPr sz="1600">
                <a:latin typeface="Aldrich"/>
                <a:ea typeface="Aldrich"/>
                <a:cs typeface="Aldrich"/>
                <a:sym typeface="Aldrich"/>
              </a:defRPr>
            </a:lvl8pPr>
            <a:lvl9pPr lvl="8" algn="ctr" rtl="0">
              <a:lnSpc>
                <a:spcPct val="100000"/>
              </a:lnSpc>
              <a:spcBef>
                <a:spcPts val="0"/>
              </a:spcBef>
              <a:spcAft>
                <a:spcPts val="0"/>
              </a:spcAft>
              <a:buSzPts val="1600"/>
              <a:buFont typeface="Aldrich"/>
              <a:buNone/>
              <a:defRPr sz="1600">
                <a:latin typeface="Aldrich"/>
                <a:ea typeface="Aldrich"/>
                <a:cs typeface="Aldrich"/>
                <a:sym typeface="Aldrich"/>
              </a:defRPr>
            </a:lvl9pPr>
          </a:lstStyle>
          <a:p>
            <a:endParaRPr/>
          </a:p>
        </p:txBody>
      </p:sp>
      <p:sp>
        <p:nvSpPr>
          <p:cNvPr id="768" name="Google Shape;768;p41"/>
          <p:cNvSpPr txBox="1">
            <a:spLocks noGrp="1"/>
          </p:cNvSpPr>
          <p:nvPr>
            <p:ph type="subTitle" idx="5"/>
          </p:nvPr>
        </p:nvSpPr>
        <p:spPr>
          <a:xfrm>
            <a:off x="710525" y="2166691"/>
            <a:ext cx="2263800" cy="4461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4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769" name="Google Shape;769;p41"/>
          <p:cNvSpPr txBox="1">
            <a:spLocks noGrp="1"/>
          </p:cNvSpPr>
          <p:nvPr>
            <p:ph type="subTitle" idx="6"/>
          </p:nvPr>
        </p:nvSpPr>
        <p:spPr>
          <a:xfrm>
            <a:off x="6575296" y="1860635"/>
            <a:ext cx="1452600" cy="252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Font typeface="Aldrich"/>
              <a:buNone/>
              <a:defRPr b="1">
                <a:latin typeface="Aldrich"/>
                <a:ea typeface="Aldrich"/>
                <a:cs typeface="Aldrich"/>
                <a:sym typeface="Aldrich"/>
              </a:defRPr>
            </a:lvl1pPr>
            <a:lvl2pPr lvl="1" algn="ctr" rtl="0">
              <a:lnSpc>
                <a:spcPct val="100000"/>
              </a:lnSpc>
              <a:spcBef>
                <a:spcPts val="0"/>
              </a:spcBef>
              <a:spcAft>
                <a:spcPts val="0"/>
              </a:spcAft>
              <a:buSzPts val="1600"/>
              <a:buFont typeface="Aldrich"/>
              <a:buNone/>
              <a:defRPr sz="1600">
                <a:latin typeface="Aldrich"/>
                <a:ea typeface="Aldrich"/>
                <a:cs typeface="Aldrich"/>
                <a:sym typeface="Aldrich"/>
              </a:defRPr>
            </a:lvl2pPr>
            <a:lvl3pPr lvl="2" algn="ctr" rtl="0">
              <a:lnSpc>
                <a:spcPct val="100000"/>
              </a:lnSpc>
              <a:spcBef>
                <a:spcPts val="0"/>
              </a:spcBef>
              <a:spcAft>
                <a:spcPts val="0"/>
              </a:spcAft>
              <a:buSzPts val="1600"/>
              <a:buFont typeface="Aldrich"/>
              <a:buNone/>
              <a:defRPr sz="1600">
                <a:latin typeface="Aldrich"/>
                <a:ea typeface="Aldrich"/>
                <a:cs typeface="Aldrich"/>
                <a:sym typeface="Aldrich"/>
              </a:defRPr>
            </a:lvl3pPr>
            <a:lvl4pPr lvl="3" algn="ctr" rtl="0">
              <a:lnSpc>
                <a:spcPct val="100000"/>
              </a:lnSpc>
              <a:spcBef>
                <a:spcPts val="0"/>
              </a:spcBef>
              <a:spcAft>
                <a:spcPts val="0"/>
              </a:spcAft>
              <a:buSzPts val="1600"/>
              <a:buFont typeface="Aldrich"/>
              <a:buNone/>
              <a:defRPr sz="1600">
                <a:latin typeface="Aldrich"/>
                <a:ea typeface="Aldrich"/>
                <a:cs typeface="Aldrich"/>
                <a:sym typeface="Aldrich"/>
              </a:defRPr>
            </a:lvl4pPr>
            <a:lvl5pPr lvl="4" algn="ctr" rtl="0">
              <a:lnSpc>
                <a:spcPct val="100000"/>
              </a:lnSpc>
              <a:spcBef>
                <a:spcPts val="0"/>
              </a:spcBef>
              <a:spcAft>
                <a:spcPts val="0"/>
              </a:spcAft>
              <a:buSzPts val="1600"/>
              <a:buFont typeface="Aldrich"/>
              <a:buNone/>
              <a:defRPr sz="1600">
                <a:latin typeface="Aldrich"/>
                <a:ea typeface="Aldrich"/>
                <a:cs typeface="Aldrich"/>
                <a:sym typeface="Aldrich"/>
              </a:defRPr>
            </a:lvl5pPr>
            <a:lvl6pPr lvl="5" algn="ctr" rtl="0">
              <a:lnSpc>
                <a:spcPct val="100000"/>
              </a:lnSpc>
              <a:spcBef>
                <a:spcPts val="0"/>
              </a:spcBef>
              <a:spcAft>
                <a:spcPts val="0"/>
              </a:spcAft>
              <a:buSzPts val="1600"/>
              <a:buFont typeface="Aldrich"/>
              <a:buNone/>
              <a:defRPr sz="1600">
                <a:latin typeface="Aldrich"/>
                <a:ea typeface="Aldrich"/>
                <a:cs typeface="Aldrich"/>
                <a:sym typeface="Aldrich"/>
              </a:defRPr>
            </a:lvl6pPr>
            <a:lvl7pPr lvl="6" algn="ctr" rtl="0">
              <a:lnSpc>
                <a:spcPct val="100000"/>
              </a:lnSpc>
              <a:spcBef>
                <a:spcPts val="0"/>
              </a:spcBef>
              <a:spcAft>
                <a:spcPts val="0"/>
              </a:spcAft>
              <a:buSzPts val="1600"/>
              <a:buFont typeface="Aldrich"/>
              <a:buNone/>
              <a:defRPr sz="1600">
                <a:latin typeface="Aldrich"/>
                <a:ea typeface="Aldrich"/>
                <a:cs typeface="Aldrich"/>
                <a:sym typeface="Aldrich"/>
              </a:defRPr>
            </a:lvl7pPr>
            <a:lvl8pPr lvl="7" algn="ctr" rtl="0">
              <a:lnSpc>
                <a:spcPct val="100000"/>
              </a:lnSpc>
              <a:spcBef>
                <a:spcPts val="0"/>
              </a:spcBef>
              <a:spcAft>
                <a:spcPts val="0"/>
              </a:spcAft>
              <a:buSzPts val="1600"/>
              <a:buFont typeface="Aldrich"/>
              <a:buNone/>
              <a:defRPr sz="1600">
                <a:latin typeface="Aldrich"/>
                <a:ea typeface="Aldrich"/>
                <a:cs typeface="Aldrich"/>
                <a:sym typeface="Aldrich"/>
              </a:defRPr>
            </a:lvl8pPr>
            <a:lvl9pPr lvl="8" algn="ctr" rtl="0">
              <a:lnSpc>
                <a:spcPct val="100000"/>
              </a:lnSpc>
              <a:spcBef>
                <a:spcPts val="0"/>
              </a:spcBef>
              <a:spcAft>
                <a:spcPts val="0"/>
              </a:spcAft>
              <a:buSzPts val="1600"/>
              <a:buFont typeface="Aldrich"/>
              <a:buNone/>
              <a:defRPr sz="1600">
                <a:latin typeface="Aldrich"/>
                <a:ea typeface="Aldrich"/>
                <a:cs typeface="Aldrich"/>
                <a:sym typeface="Aldrich"/>
              </a:defRPr>
            </a:lvl9pPr>
          </a:lstStyle>
          <a:p>
            <a:endParaRPr/>
          </a:p>
        </p:txBody>
      </p:sp>
      <p:sp>
        <p:nvSpPr>
          <p:cNvPr id="770" name="Google Shape;770;p41"/>
          <p:cNvSpPr txBox="1">
            <a:spLocks noGrp="1"/>
          </p:cNvSpPr>
          <p:nvPr>
            <p:ph type="subTitle" idx="7"/>
          </p:nvPr>
        </p:nvSpPr>
        <p:spPr>
          <a:xfrm>
            <a:off x="6169696" y="3896075"/>
            <a:ext cx="2263800" cy="4461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4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771" name="Google Shape;771;p41"/>
          <p:cNvSpPr txBox="1">
            <a:spLocks noGrp="1"/>
          </p:cNvSpPr>
          <p:nvPr>
            <p:ph type="subTitle" idx="8"/>
          </p:nvPr>
        </p:nvSpPr>
        <p:spPr>
          <a:xfrm>
            <a:off x="3440110" y="3896075"/>
            <a:ext cx="2263800" cy="4461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4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772" name="Google Shape;772;p41"/>
          <p:cNvSpPr txBox="1">
            <a:spLocks noGrp="1"/>
          </p:cNvSpPr>
          <p:nvPr>
            <p:ph type="subTitle" idx="9"/>
          </p:nvPr>
        </p:nvSpPr>
        <p:spPr>
          <a:xfrm>
            <a:off x="710525" y="3896075"/>
            <a:ext cx="2263800" cy="4461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4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773" name="Google Shape;773;p41"/>
          <p:cNvSpPr txBox="1">
            <a:spLocks noGrp="1"/>
          </p:cNvSpPr>
          <p:nvPr>
            <p:ph type="subTitle" idx="13"/>
          </p:nvPr>
        </p:nvSpPr>
        <p:spPr>
          <a:xfrm>
            <a:off x="3845886" y="3589521"/>
            <a:ext cx="1452600" cy="252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Font typeface="Aldrich"/>
              <a:buNone/>
              <a:defRPr b="1">
                <a:latin typeface="Aldrich"/>
                <a:ea typeface="Aldrich"/>
                <a:cs typeface="Aldrich"/>
                <a:sym typeface="Aldrich"/>
              </a:defRPr>
            </a:lvl1pPr>
            <a:lvl2pPr lvl="1" algn="ctr" rtl="0">
              <a:lnSpc>
                <a:spcPct val="100000"/>
              </a:lnSpc>
              <a:spcBef>
                <a:spcPts val="0"/>
              </a:spcBef>
              <a:spcAft>
                <a:spcPts val="0"/>
              </a:spcAft>
              <a:buSzPts val="1600"/>
              <a:buFont typeface="Aldrich"/>
              <a:buNone/>
              <a:defRPr sz="1600">
                <a:latin typeface="Aldrich"/>
                <a:ea typeface="Aldrich"/>
                <a:cs typeface="Aldrich"/>
                <a:sym typeface="Aldrich"/>
              </a:defRPr>
            </a:lvl2pPr>
            <a:lvl3pPr lvl="2" algn="ctr" rtl="0">
              <a:lnSpc>
                <a:spcPct val="100000"/>
              </a:lnSpc>
              <a:spcBef>
                <a:spcPts val="0"/>
              </a:spcBef>
              <a:spcAft>
                <a:spcPts val="0"/>
              </a:spcAft>
              <a:buSzPts val="1600"/>
              <a:buFont typeface="Aldrich"/>
              <a:buNone/>
              <a:defRPr sz="1600">
                <a:latin typeface="Aldrich"/>
                <a:ea typeface="Aldrich"/>
                <a:cs typeface="Aldrich"/>
                <a:sym typeface="Aldrich"/>
              </a:defRPr>
            </a:lvl3pPr>
            <a:lvl4pPr lvl="3" algn="ctr" rtl="0">
              <a:lnSpc>
                <a:spcPct val="100000"/>
              </a:lnSpc>
              <a:spcBef>
                <a:spcPts val="0"/>
              </a:spcBef>
              <a:spcAft>
                <a:spcPts val="0"/>
              </a:spcAft>
              <a:buSzPts val="1600"/>
              <a:buFont typeface="Aldrich"/>
              <a:buNone/>
              <a:defRPr sz="1600">
                <a:latin typeface="Aldrich"/>
                <a:ea typeface="Aldrich"/>
                <a:cs typeface="Aldrich"/>
                <a:sym typeface="Aldrich"/>
              </a:defRPr>
            </a:lvl4pPr>
            <a:lvl5pPr lvl="4" algn="ctr" rtl="0">
              <a:lnSpc>
                <a:spcPct val="100000"/>
              </a:lnSpc>
              <a:spcBef>
                <a:spcPts val="0"/>
              </a:spcBef>
              <a:spcAft>
                <a:spcPts val="0"/>
              </a:spcAft>
              <a:buSzPts val="1600"/>
              <a:buFont typeface="Aldrich"/>
              <a:buNone/>
              <a:defRPr sz="1600">
                <a:latin typeface="Aldrich"/>
                <a:ea typeface="Aldrich"/>
                <a:cs typeface="Aldrich"/>
                <a:sym typeface="Aldrich"/>
              </a:defRPr>
            </a:lvl5pPr>
            <a:lvl6pPr lvl="5" algn="ctr" rtl="0">
              <a:lnSpc>
                <a:spcPct val="100000"/>
              </a:lnSpc>
              <a:spcBef>
                <a:spcPts val="0"/>
              </a:spcBef>
              <a:spcAft>
                <a:spcPts val="0"/>
              </a:spcAft>
              <a:buSzPts val="1600"/>
              <a:buFont typeface="Aldrich"/>
              <a:buNone/>
              <a:defRPr sz="1600">
                <a:latin typeface="Aldrich"/>
                <a:ea typeface="Aldrich"/>
                <a:cs typeface="Aldrich"/>
                <a:sym typeface="Aldrich"/>
              </a:defRPr>
            </a:lvl6pPr>
            <a:lvl7pPr lvl="6" algn="ctr" rtl="0">
              <a:lnSpc>
                <a:spcPct val="100000"/>
              </a:lnSpc>
              <a:spcBef>
                <a:spcPts val="0"/>
              </a:spcBef>
              <a:spcAft>
                <a:spcPts val="0"/>
              </a:spcAft>
              <a:buSzPts val="1600"/>
              <a:buFont typeface="Aldrich"/>
              <a:buNone/>
              <a:defRPr sz="1600">
                <a:latin typeface="Aldrich"/>
                <a:ea typeface="Aldrich"/>
                <a:cs typeface="Aldrich"/>
                <a:sym typeface="Aldrich"/>
              </a:defRPr>
            </a:lvl7pPr>
            <a:lvl8pPr lvl="7" algn="ctr" rtl="0">
              <a:lnSpc>
                <a:spcPct val="100000"/>
              </a:lnSpc>
              <a:spcBef>
                <a:spcPts val="0"/>
              </a:spcBef>
              <a:spcAft>
                <a:spcPts val="0"/>
              </a:spcAft>
              <a:buSzPts val="1600"/>
              <a:buFont typeface="Aldrich"/>
              <a:buNone/>
              <a:defRPr sz="1600">
                <a:latin typeface="Aldrich"/>
                <a:ea typeface="Aldrich"/>
                <a:cs typeface="Aldrich"/>
                <a:sym typeface="Aldrich"/>
              </a:defRPr>
            </a:lvl8pPr>
            <a:lvl9pPr lvl="8" algn="ctr" rtl="0">
              <a:lnSpc>
                <a:spcPct val="100000"/>
              </a:lnSpc>
              <a:spcBef>
                <a:spcPts val="0"/>
              </a:spcBef>
              <a:spcAft>
                <a:spcPts val="0"/>
              </a:spcAft>
              <a:buSzPts val="1600"/>
              <a:buFont typeface="Aldrich"/>
              <a:buNone/>
              <a:defRPr sz="1600">
                <a:latin typeface="Aldrich"/>
                <a:ea typeface="Aldrich"/>
                <a:cs typeface="Aldrich"/>
                <a:sym typeface="Aldrich"/>
              </a:defRPr>
            </a:lvl9pPr>
          </a:lstStyle>
          <a:p>
            <a:endParaRPr/>
          </a:p>
        </p:txBody>
      </p:sp>
      <p:sp>
        <p:nvSpPr>
          <p:cNvPr id="774" name="Google Shape;774;p41"/>
          <p:cNvSpPr txBox="1">
            <a:spLocks noGrp="1"/>
          </p:cNvSpPr>
          <p:nvPr>
            <p:ph type="subTitle" idx="14"/>
          </p:nvPr>
        </p:nvSpPr>
        <p:spPr>
          <a:xfrm>
            <a:off x="1116125" y="3589521"/>
            <a:ext cx="1452600" cy="252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Font typeface="Aldrich"/>
              <a:buNone/>
              <a:defRPr b="1">
                <a:latin typeface="Aldrich"/>
                <a:ea typeface="Aldrich"/>
                <a:cs typeface="Aldrich"/>
                <a:sym typeface="Aldrich"/>
              </a:defRPr>
            </a:lvl1pPr>
            <a:lvl2pPr lvl="1" algn="ctr" rtl="0">
              <a:lnSpc>
                <a:spcPct val="100000"/>
              </a:lnSpc>
              <a:spcBef>
                <a:spcPts val="0"/>
              </a:spcBef>
              <a:spcAft>
                <a:spcPts val="0"/>
              </a:spcAft>
              <a:buSzPts val="1600"/>
              <a:buFont typeface="Aldrich"/>
              <a:buNone/>
              <a:defRPr sz="1600">
                <a:latin typeface="Aldrich"/>
                <a:ea typeface="Aldrich"/>
                <a:cs typeface="Aldrich"/>
                <a:sym typeface="Aldrich"/>
              </a:defRPr>
            </a:lvl2pPr>
            <a:lvl3pPr lvl="2" algn="ctr" rtl="0">
              <a:lnSpc>
                <a:spcPct val="100000"/>
              </a:lnSpc>
              <a:spcBef>
                <a:spcPts val="0"/>
              </a:spcBef>
              <a:spcAft>
                <a:spcPts val="0"/>
              </a:spcAft>
              <a:buSzPts val="1600"/>
              <a:buFont typeface="Aldrich"/>
              <a:buNone/>
              <a:defRPr sz="1600">
                <a:latin typeface="Aldrich"/>
                <a:ea typeface="Aldrich"/>
                <a:cs typeface="Aldrich"/>
                <a:sym typeface="Aldrich"/>
              </a:defRPr>
            </a:lvl3pPr>
            <a:lvl4pPr lvl="3" algn="ctr" rtl="0">
              <a:lnSpc>
                <a:spcPct val="100000"/>
              </a:lnSpc>
              <a:spcBef>
                <a:spcPts val="0"/>
              </a:spcBef>
              <a:spcAft>
                <a:spcPts val="0"/>
              </a:spcAft>
              <a:buSzPts val="1600"/>
              <a:buFont typeface="Aldrich"/>
              <a:buNone/>
              <a:defRPr sz="1600">
                <a:latin typeface="Aldrich"/>
                <a:ea typeface="Aldrich"/>
                <a:cs typeface="Aldrich"/>
                <a:sym typeface="Aldrich"/>
              </a:defRPr>
            </a:lvl4pPr>
            <a:lvl5pPr lvl="4" algn="ctr" rtl="0">
              <a:lnSpc>
                <a:spcPct val="100000"/>
              </a:lnSpc>
              <a:spcBef>
                <a:spcPts val="0"/>
              </a:spcBef>
              <a:spcAft>
                <a:spcPts val="0"/>
              </a:spcAft>
              <a:buSzPts val="1600"/>
              <a:buFont typeface="Aldrich"/>
              <a:buNone/>
              <a:defRPr sz="1600">
                <a:latin typeface="Aldrich"/>
                <a:ea typeface="Aldrich"/>
                <a:cs typeface="Aldrich"/>
                <a:sym typeface="Aldrich"/>
              </a:defRPr>
            </a:lvl5pPr>
            <a:lvl6pPr lvl="5" algn="ctr" rtl="0">
              <a:lnSpc>
                <a:spcPct val="100000"/>
              </a:lnSpc>
              <a:spcBef>
                <a:spcPts val="0"/>
              </a:spcBef>
              <a:spcAft>
                <a:spcPts val="0"/>
              </a:spcAft>
              <a:buSzPts val="1600"/>
              <a:buFont typeface="Aldrich"/>
              <a:buNone/>
              <a:defRPr sz="1600">
                <a:latin typeface="Aldrich"/>
                <a:ea typeface="Aldrich"/>
                <a:cs typeface="Aldrich"/>
                <a:sym typeface="Aldrich"/>
              </a:defRPr>
            </a:lvl6pPr>
            <a:lvl7pPr lvl="6" algn="ctr" rtl="0">
              <a:lnSpc>
                <a:spcPct val="100000"/>
              </a:lnSpc>
              <a:spcBef>
                <a:spcPts val="0"/>
              </a:spcBef>
              <a:spcAft>
                <a:spcPts val="0"/>
              </a:spcAft>
              <a:buSzPts val="1600"/>
              <a:buFont typeface="Aldrich"/>
              <a:buNone/>
              <a:defRPr sz="1600">
                <a:latin typeface="Aldrich"/>
                <a:ea typeface="Aldrich"/>
                <a:cs typeface="Aldrich"/>
                <a:sym typeface="Aldrich"/>
              </a:defRPr>
            </a:lvl7pPr>
            <a:lvl8pPr lvl="7" algn="ctr" rtl="0">
              <a:lnSpc>
                <a:spcPct val="100000"/>
              </a:lnSpc>
              <a:spcBef>
                <a:spcPts val="0"/>
              </a:spcBef>
              <a:spcAft>
                <a:spcPts val="0"/>
              </a:spcAft>
              <a:buSzPts val="1600"/>
              <a:buFont typeface="Aldrich"/>
              <a:buNone/>
              <a:defRPr sz="1600">
                <a:latin typeface="Aldrich"/>
                <a:ea typeface="Aldrich"/>
                <a:cs typeface="Aldrich"/>
                <a:sym typeface="Aldrich"/>
              </a:defRPr>
            </a:lvl8pPr>
            <a:lvl9pPr lvl="8" algn="ctr" rtl="0">
              <a:lnSpc>
                <a:spcPct val="100000"/>
              </a:lnSpc>
              <a:spcBef>
                <a:spcPts val="0"/>
              </a:spcBef>
              <a:spcAft>
                <a:spcPts val="0"/>
              </a:spcAft>
              <a:buSzPts val="1600"/>
              <a:buFont typeface="Aldrich"/>
              <a:buNone/>
              <a:defRPr sz="1600">
                <a:latin typeface="Aldrich"/>
                <a:ea typeface="Aldrich"/>
                <a:cs typeface="Aldrich"/>
                <a:sym typeface="Aldrich"/>
              </a:defRPr>
            </a:lvl9pPr>
          </a:lstStyle>
          <a:p>
            <a:endParaRPr/>
          </a:p>
        </p:txBody>
      </p:sp>
      <p:sp>
        <p:nvSpPr>
          <p:cNvPr id="775" name="Google Shape;775;p41"/>
          <p:cNvSpPr txBox="1">
            <a:spLocks noGrp="1"/>
          </p:cNvSpPr>
          <p:nvPr>
            <p:ph type="subTitle" idx="15"/>
          </p:nvPr>
        </p:nvSpPr>
        <p:spPr>
          <a:xfrm>
            <a:off x="6575296" y="3589521"/>
            <a:ext cx="1452600" cy="252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Font typeface="Aldrich"/>
              <a:buNone/>
              <a:defRPr b="1">
                <a:latin typeface="Aldrich"/>
                <a:ea typeface="Aldrich"/>
                <a:cs typeface="Aldrich"/>
                <a:sym typeface="Aldrich"/>
              </a:defRPr>
            </a:lvl1pPr>
            <a:lvl2pPr lvl="1" algn="ctr" rtl="0">
              <a:lnSpc>
                <a:spcPct val="100000"/>
              </a:lnSpc>
              <a:spcBef>
                <a:spcPts val="0"/>
              </a:spcBef>
              <a:spcAft>
                <a:spcPts val="0"/>
              </a:spcAft>
              <a:buSzPts val="1600"/>
              <a:buFont typeface="Aldrich"/>
              <a:buNone/>
              <a:defRPr sz="1600">
                <a:latin typeface="Aldrich"/>
                <a:ea typeface="Aldrich"/>
                <a:cs typeface="Aldrich"/>
                <a:sym typeface="Aldrich"/>
              </a:defRPr>
            </a:lvl2pPr>
            <a:lvl3pPr lvl="2" algn="ctr" rtl="0">
              <a:lnSpc>
                <a:spcPct val="100000"/>
              </a:lnSpc>
              <a:spcBef>
                <a:spcPts val="0"/>
              </a:spcBef>
              <a:spcAft>
                <a:spcPts val="0"/>
              </a:spcAft>
              <a:buSzPts val="1600"/>
              <a:buFont typeface="Aldrich"/>
              <a:buNone/>
              <a:defRPr sz="1600">
                <a:latin typeface="Aldrich"/>
                <a:ea typeface="Aldrich"/>
                <a:cs typeface="Aldrich"/>
                <a:sym typeface="Aldrich"/>
              </a:defRPr>
            </a:lvl3pPr>
            <a:lvl4pPr lvl="3" algn="ctr" rtl="0">
              <a:lnSpc>
                <a:spcPct val="100000"/>
              </a:lnSpc>
              <a:spcBef>
                <a:spcPts val="0"/>
              </a:spcBef>
              <a:spcAft>
                <a:spcPts val="0"/>
              </a:spcAft>
              <a:buSzPts val="1600"/>
              <a:buFont typeface="Aldrich"/>
              <a:buNone/>
              <a:defRPr sz="1600">
                <a:latin typeface="Aldrich"/>
                <a:ea typeface="Aldrich"/>
                <a:cs typeface="Aldrich"/>
                <a:sym typeface="Aldrich"/>
              </a:defRPr>
            </a:lvl4pPr>
            <a:lvl5pPr lvl="4" algn="ctr" rtl="0">
              <a:lnSpc>
                <a:spcPct val="100000"/>
              </a:lnSpc>
              <a:spcBef>
                <a:spcPts val="0"/>
              </a:spcBef>
              <a:spcAft>
                <a:spcPts val="0"/>
              </a:spcAft>
              <a:buSzPts val="1600"/>
              <a:buFont typeface="Aldrich"/>
              <a:buNone/>
              <a:defRPr sz="1600">
                <a:latin typeface="Aldrich"/>
                <a:ea typeface="Aldrich"/>
                <a:cs typeface="Aldrich"/>
                <a:sym typeface="Aldrich"/>
              </a:defRPr>
            </a:lvl5pPr>
            <a:lvl6pPr lvl="5" algn="ctr" rtl="0">
              <a:lnSpc>
                <a:spcPct val="100000"/>
              </a:lnSpc>
              <a:spcBef>
                <a:spcPts val="0"/>
              </a:spcBef>
              <a:spcAft>
                <a:spcPts val="0"/>
              </a:spcAft>
              <a:buSzPts val="1600"/>
              <a:buFont typeface="Aldrich"/>
              <a:buNone/>
              <a:defRPr sz="1600">
                <a:latin typeface="Aldrich"/>
                <a:ea typeface="Aldrich"/>
                <a:cs typeface="Aldrich"/>
                <a:sym typeface="Aldrich"/>
              </a:defRPr>
            </a:lvl6pPr>
            <a:lvl7pPr lvl="6" algn="ctr" rtl="0">
              <a:lnSpc>
                <a:spcPct val="100000"/>
              </a:lnSpc>
              <a:spcBef>
                <a:spcPts val="0"/>
              </a:spcBef>
              <a:spcAft>
                <a:spcPts val="0"/>
              </a:spcAft>
              <a:buSzPts val="1600"/>
              <a:buFont typeface="Aldrich"/>
              <a:buNone/>
              <a:defRPr sz="1600">
                <a:latin typeface="Aldrich"/>
                <a:ea typeface="Aldrich"/>
                <a:cs typeface="Aldrich"/>
                <a:sym typeface="Aldrich"/>
              </a:defRPr>
            </a:lvl7pPr>
            <a:lvl8pPr lvl="7" algn="ctr" rtl="0">
              <a:lnSpc>
                <a:spcPct val="100000"/>
              </a:lnSpc>
              <a:spcBef>
                <a:spcPts val="0"/>
              </a:spcBef>
              <a:spcAft>
                <a:spcPts val="0"/>
              </a:spcAft>
              <a:buSzPts val="1600"/>
              <a:buFont typeface="Aldrich"/>
              <a:buNone/>
              <a:defRPr sz="1600">
                <a:latin typeface="Aldrich"/>
                <a:ea typeface="Aldrich"/>
                <a:cs typeface="Aldrich"/>
                <a:sym typeface="Aldrich"/>
              </a:defRPr>
            </a:lvl8pPr>
            <a:lvl9pPr lvl="8" algn="ctr" rtl="0">
              <a:lnSpc>
                <a:spcPct val="100000"/>
              </a:lnSpc>
              <a:spcBef>
                <a:spcPts val="0"/>
              </a:spcBef>
              <a:spcAft>
                <a:spcPts val="0"/>
              </a:spcAft>
              <a:buSzPts val="1600"/>
              <a:buFont typeface="Aldrich"/>
              <a:buNone/>
              <a:defRPr sz="1600">
                <a:latin typeface="Aldrich"/>
                <a:ea typeface="Aldrich"/>
                <a:cs typeface="Aldrich"/>
                <a:sym typeface="Aldrich"/>
              </a:defRPr>
            </a:lvl9pPr>
          </a:lstStyle>
          <a:p>
            <a:endParaRPr/>
          </a:p>
        </p:txBody>
      </p:sp>
      <p:sp>
        <p:nvSpPr>
          <p:cNvPr id="776" name="Google Shape;776;p41"/>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777" name="Google Shape;777;p41"/>
          <p:cNvGrpSpPr/>
          <p:nvPr/>
        </p:nvGrpSpPr>
        <p:grpSpPr>
          <a:xfrm rot="1877870">
            <a:off x="-80880" y="163153"/>
            <a:ext cx="1385966" cy="2705322"/>
            <a:chOff x="409722" y="228600"/>
            <a:chExt cx="1385931" cy="2705253"/>
          </a:xfrm>
        </p:grpSpPr>
        <p:grpSp>
          <p:nvGrpSpPr>
            <p:cNvPr id="778" name="Google Shape;778;p41"/>
            <p:cNvGrpSpPr/>
            <p:nvPr/>
          </p:nvGrpSpPr>
          <p:grpSpPr>
            <a:xfrm rot="-617154" flipH="1">
              <a:off x="575967" y="402323"/>
              <a:ext cx="1053440" cy="2450002"/>
              <a:chOff x="3817855" y="1437512"/>
              <a:chExt cx="541146" cy="1128254"/>
            </a:xfrm>
          </p:grpSpPr>
          <p:sp>
            <p:nvSpPr>
              <p:cNvPr id="779" name="Google Shape;779;p41"/>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1"/>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1" name="Google Shape;781;p41"/>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 name="Google Shape;782;p41"/>
          <p:cNvGrpSpPr/>
          <p:nvPr/>
        </p:nvGrpSpPr>
        <p:grpSpPr>
          <a:xfrm rot="128945" flipH="1">
            <a:off x="8148859" y="1763418"/>
            <a:ext cx="1385935" cy="2705263"/>
            <a:chOff x="409722" y="228600"/>
            <a:chExt cx="1385931" cy="2705253"/>
          </a:xfrm>
        </p:grpSpPr>
        <p:grpSp>
          <p:nvGrpSpPr>
            <p:cNvPr id="783" name="Google Shape;783;p41"/>
            <p:cNvGrpSpPr/>
            <p:nvPr/>
          </p:nvGrpSpPr>
          <p:grpSpPr>
            <a:xfrm rot="-617154" flipH="1">
              <a:off x="575967" y="402323"/>
              <a:ext cx="1053440" cy="2450002"/>
              <a:chOff x="3817855" y="1437512"/>
              <a:chExt cx="541146" cy="1128254"/>
            </a:xfrm>
          </p:grpSpPr>
          <p:sp>
            <p:nvSpPr>
              <p:cNvPr id="784" name="Google Shape;784;p41"/>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1"/>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6" name="Google Shape;786;p41"/>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Numbers and text">
  <p:cSld name="CUSTOM_6">
    <p:spTree>
      <p:nvGrpSpPr>
        <p:cNvPr id="1" name="Shape 787"/>
        <p:cNvGrpSpPr/>
        <p:nvPr/>
      </p:nvGrpSpPr>
      <p:grpSpPr>
        <a:xfrm>
          <a:off x="0" y="0"/>
          <a:ext cx="0" cy="0"/>
          <a:chOff x="0" y="0"/>
          <a:chExt cx="0" cy="0"/>
        </a:xfrm>
      </p:grpSpPr>
      <p:grpSp>
        <p:nvGrpSpPr>
          <p:cNvPr id="788" name="Google Shape;788;p42"/>
          <p:cNvGrpSpPr/>
          <p:nvPr/>
        </p:nvGrpSpPr>
        <p:grpSpPr>
          <a:xfrm>
            <a:off x="-9513" y="-6"/>
            <a:ext cx="9177947" cy="5143519"/>
            <a:chOff x="-9513" y="-6"/>
            <a:chExt cx="9177947" cy="5143519"/>
          </a:xfrm>
        </p:grpSpPr>
        <p:sp>
          <p:nvSpPr>
            <p:cNvPr id="789" name="Google Shape;789;p42"/>
            <p:cNvSpPr/>
            <p:nvPr/>
          </p:nvSpPr>
          <p:spPr>
            <a:xfrm>
              <a:off x="319050" y="283350"/>
              <a:ext cx="8505900" cy="45768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2"/>
            <p:cNvSpPr/>
            <p:nvPr/>
          </p:nvSpPr>
          <p:spPr>
            <a:xfrm>
              <a:off x="7132742" y="2"/>
              <a:ext cx="1612254" cy="1208486"/>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2"/>
            <p:cNvSpPr/>
            <p:nvPr/>
          </p:nvSpPr>
          <p:spPr>
            <a:xfrm>
              <a:off x="6426313" y="-6"/>
              <a:ext cx="1250789" cy="937634"/>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2"/>
            <p:cNvSpPr/>
            <p:nvPr/>
          </p:nvSpPr>
          <p:spPr>
            <a:xfrm>
              <a:off x="743298" y="3878776"/>
              <a:ext cx="1664900" cy="1264737"/>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2"/>
            <p:cNvSpPr/>
            <p:nvPr/>
          </p:nvSpPr>
          <p:spPr>
            <a:xfrm rot="10800000">
              <a:off x="-9513" y="3652041"/>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2"/>
            <p:cNvSpPr/>
            <p:nvPr/>
          </p:nvSpPr>
          <p:spPr>
            <a:xfrm rot="10800000">
              <a:off x="-9513" y="2774418"/>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2"/>
            <p:cNvSpPr/>
            <p:nvPr/>
          </p:nvSpPr>
          <p:spPr>
            <a:xfrm>
              <a:off x="7972352" y="1381124"/>
              <a:ext cx="1196082" cy="113470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 name="Google Shape;796;p42"/>
          <p:cNvGrpSpPr/>
          <p:nvPr/>
        </p:nvGrpSpPr>
        <p:grpSpPr>
          <a:xfrm>
            <a:off x="4281415" y="75177"/>
            <a:ext cx="581170" cy="125403"/>
            <a:chOff x="4685288" y="186288"/>
            <a:chExt cx="419375" cy="90485"/>
          </a:xfrm>
        </p:grpSpPr>
        <p:sp>
          <p:nvSpPr>
            <p:cNvPr id="797" name="Google Shape;797;p42"/>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8" name="Google Shape;798;p42"/>
            <p:cNvGrpSpPr/>
            <p:nvPr/>
          </p:nvGrpSpPr>
          <p:grpSpPr>
            <a:xfrm>
              <a:off x="4685288" y="186300"/>
              <a:ext cx="419375" cy="90473"/>
              <a:chOff x="4390000" y="182175"/>
              <a:chExt cx="419375" cy="90473"/>
            </a:xfrm>
          </p:grpSpPr>
          <p:sp>
            <p:nvSpPr>
              <p:cNvPr id="799" name="Google Shape;799;p42"/>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2"/>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01" name="Google Shape;801;p42"/>
          <p:cNvSpPr txBox="1">
            <a:spLocks noGrp="1"/>
          </p:cNvSpPr>
          <p:nvPr>
            <p:ph type="title" hasCustomPrompt="1"/>
          </p:nvPr>
        </p:nvSpPr>
        <p:spPr>
          <a:xfrm>
            <a:off x="2518494" y="2069467"/>
            <a:ext cx="4107000" cy="581100"/>
          </a:xfrm>
          <a:prstGeom prst="rect">
            <a:avLst/>
          </a:prstGeom>
        </p:spPr>
        <p:txBody>
          <a:bodyPr spcFirstLastPara="1" wrap="square" lIns="91425" tIns="0" rIns="91425" bIns="0" anchor="ctr" anchorCtr="0">
            <a:noAutofit/>
          </a:bodyPr>
          <a:lstStyle>
            <a:lvl1pPr lvl="0" algn="ctr" rtl="0">
              <a:spcBef>
                <a:spcPts val="0"/>
              </a:spcBef>
              <a:spcAft>
                <a:spcPts val="0"/>
              </a:spcAft>
              <a:buSzPts val="12000"/>
              <a:buNone/>
              <a:defRPr sz="4800" b="1"/>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sp>
        <p:nvSpPr>
          <p:cNvPr id="802" name="Google Shape;802;p42"/>
          <p:cNvSpPr txBox="1">
            <a:spLocks noGrp="1"/>
          </p:cNvSpPr>
          <p:nvPr>
            <p:ph type="title" idx="2" hasCustomPrompt="1"/>
          </p:nvPr>
        </p:nvSpPr>
        <p:spPr>
          <a:xfrm>
            <a:off x="2268900" y="716920"/>
            <a:ext cx="4606200" cy="581100"/>
          </a:xfrm>
          <a:prstGeom prst="rect">
            <a:avLst/>
          </a:prstGeom>
        </p:spPr>
        <p:txBody>
          <a:bodyPr spcFirstLastPara="1" wrap="square" lIns="91425" tIns="0" rIns="91425" bIns="0" anchor="ctr" anchorCtr="0">
            <a:noAutofit/>
          </a:bodyPr>
          <a:lstStyle>
            <a:lvl1pPr lvl="0" algn="ctr" rtl="0">
              <a:spcBef>
                <a:spcPts val="0"/>
              </a:spcBef>
              <a:spcAft>
                <a:spcPts val="0"/>
              </a:spcAft>
              <a:buSzPts val="12000"/>
              <a:buNone/>
              <a:defRPr sz="4800" b="1"/>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sp>
        <p:nvSpPr>
          <p:cNvPr id="803" name="Google Shape;803;p42"/>
          <p:cNvSpPr txBox="1">
            <a:spLocks noGrp="1"/>
          </p:cNvSpPr>
          <p:nvPr>
            <p:ph type="title" idx="3" hasCustomPrompt="1"/>
          </p:nvPr>
        </p:nvSpPr>
        <p:spPr>
          <a:xfrm>
            <a:off x="2518494" y="3422642"/>
            <a:ext cx="4107000" cy="581100"/>
          </a:xfrm>
          <a:prstGeom prst="rect">
            <a:avLst/>
          </a:prstGeom>
        </p:spPr>
        <p:txBody>
          <a:bodyPr spcFirstLastPara="1" wrap="square" lIns="91425" tIns="0" rIns="91425" bIns="0" anchor="ctr" anchorCtr="0">
            <a:noAutofit/>
          </a:bodyPr>
          <a:lstStyle>
            <a:lvl1pPr lvl="0" algn="ctr" rtl="0">
              <a:spcBef>
                <a:spcPts val="0"/>
              </a:spcBef>
              <a:spcAft>
                <a:spcPts val="0"/>
              </a:spcAft>
              <a:buSzPts val="12000"/>
              <a:buNone/>
              <a:defRPr sz="4800" b="1"/>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sp>
        <p:nvSpPr>
          <p:cNvPr id="804" name="Google Shape;804;p42"/>
          <p:cNvSpPr txBox="1">
            <a:spLocks noGrp="1"/>
          </p:cNvSpPr>
          <p:nvPr>
            <p:ph type="subTitle" idx="1"/>
          </p:nvPr>
        </p:nvSpPr>
        <p:spPr>
          <a:xfrm>
            <a:off x="2518507" y="2718654"/>
            <a:ext cx="4107000" cy="472500"/>
          </a:xfrm>
          <a:prstGeom prst="rect">
            <a:avLst/>
          </a:prstGeom>
        </p:spPr>
        <p:txBody>
          <a:bodyPr spcFirstLastPara="1" wrap="square" lIns="91425" tIns="0" rIns="91425" bIns="0" anchor="t" anchorCtr="0">
            <a:noAutofit/>
          </a:bodyPr>
          <a:lstStyle>
            <a:lvl1pPr lvl="0" algn="ctr" rtl="0">
              <a:lnSpc>
                <a:spcPct val="100000"/>
              </a:lnSpc>
              <a:spcBef>
                <a:spcPts val="0"/>
              </a:spcBef>
              <a:spcAft>
                <a:spcPts val="0"/>
              </a:spcAft>
              <a:buSzPts val="1800"/>
              <a:buNone/>
              <a:defRPr/>
            </a:lvl1pPr>
            <a:lvl2pPr lvl="1" rtl="0">
              <a:lnSpc>
                <a:spcPct val="100000"/>
              </a:lnSpc>
              <a:spcBef>
                <a:spcPts val="0"/>
              </a:spcBef>
              <a:spcAft>
                <a:spcPts val="0"/>
              </a:spcAft>
              <a:buSzPts val="1800"/>
              <a:buNone/>
              <a:defRPr sz="1800"/>
            </a:lvl2pPr>
            <a:lvl3pPr lvl="2" rtl="0">
              <a:lnSpc>
                <a:spcPct val="100000"/>
              </a:lnSpc>
              <a:spcBef>
                <a:spcPts val="0"/>
              </a:spcBef>
              <a:spcAft>
                <a:spcPts val="0"/>
              </a:spcAft>
              <a:buSzPts val="1800"/>
              <a:buNone/>
              <a:defRPr sz="1800"/>
            </a:lvl3pPr>
            <a:lvl4pPr lvl="3" rtl="0">
              <a:lnSpc>
                <a:spcPct val="100000"/>
              </a:lnSpc>
              <a:spcBef>
                <a:spcPts val="0"/>
              </a:spcBef>
              <a:spcAft>
                <a:spcPts val="0"/>
              </a:spcAft>
              <a:buSzPts val="1800"/>
              <a:buNone/>
              <a:defRPr sz="1800"/>
            </a:lvl4pPr>
            <a:lvl5pPr lvl="4" rtl="0">
              <a:lnSpc>
                <a:spcPct val="100000"/>
              </a:lnSpc>
              <a:spcBef>
                <a:spcPts val="0"/>
              </a:spcBef>
              <a:spcAft>
                <a:spcPts val="0"/>
              </a:spcAft>
              <a:buSzPts val="1800"/>
              <a:buNone/>
              <a:defRPr sz="1800"/>
            </a:lvl5pPr>
            <a:lvl6pPr lvl="5" rtl="0">
              <a:lnSpc>
                <a:spcPct val="100000"/>
              </a:lnSpc>
              <a:spcBef>
                <a:spcPts val="0"/>
              </a:spcBef>
              <a:spcAft>
                <a:spcPts val="0"/>
              </a:spcAft>
              <a:buSzPts val="1800"/>
              <a:buNone/>
              <a:defRPr sz="1800"/>
            </a:lvl6pPr>
            <a:lvl7pPr lvl="6" rtl="0">
              <a:lnSpc>
                <a:spcPct val="100000"/>
              </a:lnSpc>
              <a:spcBef>
                <a:spcPts val="0"/>
              </a:spcBef>
              <a:spcAft>
                <a:spcPts val="0"/>
              </a:spcAft>
              <a:buSzPts val="1800"/>
              <a:buNone/>
              <a:defRPr sz="1800"/>
            </a:lvl7pPr>
            <a:lvl8pPr lvl="7" rtl="0">
              <a:lnSpc>
                <a:spcPct val="100000"/>
              </a:lnSpc>
              <a:spcBef>
                <a:spcPts val="0"/>
              </a:spcBef>
              <a:spcAft>
                <a:spcPts val="0"/>
              </a:spcAft>
              <a:buSzPts val="1800"/>
              <a:buNone/>
              <a:defRPr sz="1800"/>
            </a:lvl8pPr>
            <a:lvl9pPr lvl="8" rtl="0">
              <a:lnSpc>
                <a:spcPct val="100000"/>
              </a:lnSpc>
              <a:spcBef>
                <a:spcPts val="0"/>
              </a:spcBef>
              <a:spcAft>
                <a:spcPts val="0"/>
              </a:spcAft>
              <a:buSzPts val="1800"/>
              <a:buNone/>
              <a:defRPr sz="1800"/>
            </a:lvl9pPr>
          </a:lstStyle>
          <a:p>
            <a:endParaRPr/>
          </a:p>
        </p:txBody>
      </p:sp>
      <p:sp>
        <p:nvSpPr>
          <p:cNvPr id="805" name="Google Shape;805;p42"/>
          <p:cNvSpPr txBox="1">
            <a:spLocks noGrp="1"/>
          </p:cNvSpPr>
          <p:nvPr>
            <p:ph type="subTitle" idx="4"/>
          </p:nvPr>
        </p:nvSpPr>
        <p:spPr>
          <a:xfrm>
            <a:off x="2518507" y="1366104"/>
            <a:ext cx="4107000" cy="472500"/>
          </a:xfrm>
          <a:prstGeom prst="rect">
            <a:avLst/>
          </a:prstGeom>
        </p:spPr>
        <p:txBody>
          <a:bodyPr spcFirstLastPara="1" wrap="square" lIns="91425" tIns="0" rIns="91425" bIns="0" anchor="t" anchorCtr="0">
            <a:noAutofit/>
          </a:bodyPr>
          <a:lstStyle>
            <a:lvl1pPr lvl="0" algn="ctr" rtl="0">
              <a:lnSpc>
                <a:spcPct val="100000"/>
              </a:lnSpc>
              <a:spcBef>
                <a:spcPts val="0"/>
              </a:spcBef>
              <a:spcAft>
                <a:spcPts val="0"/>
              </a:spcAft>
              <a:buSzPts val="1800"/>
              <a:buNone/>
              <a:defRPr/>
            </a:lvl1pPr>
            <a:lvl2pPr lvl="1" rtl="0">
              <a:lnSpc>
                <a:spcPct val="100000"/>
              </a:lnSpc>
              <a:spcBef>
                <a:spcPts val="0"/>
              </a:spcBef>
              <a:spcAft>
                <a:spcPts val="0"/>
              </a:spcAft>
              <a:buSzPts val="1800"/>
              <a:buNone/>
              <a:defRPr sz="1800"/>
            </a:lvl2pPr>
            <a:lvl3pPr lvl="2" rtl="0">
              <a:lnSpc>
                <a:spcPct val="100000"/>
              </a:lnSpc>
              <a:spcBef>
                <a:spcPts val="0"/>
              </a:spcBef>
              <a:spcAft>
                <a:spcPts val="0"/>
              </a:spcAft>
              <a:buSzPts val="1800"/>
              <a:buNone/>
              <a:defRPr sz="1800"/>
            </a:lvl3pPr>
            <a:lvl4pPr lvl="3" rtl="0">
              <a:lnSpc>
                <a:spcPct val="100000"/>
              </a:lnSpc>
              <a:spcBef>
                <a:spcPts val="0"/>
              </a:spcBef>
              <a:spcAft>
                <a:spcPts val="0"/>
              </a:spcAft>
              <a:buSzPts val="1800"/>
              <a:buNone/>
              <a:defRPr sz="1800"/>
            </a:lvl4pPr>
            <a:lvl5pPr lvl="4" rtl="0">
              <a:lnSpc>
                <a:spcPct val="100000"/>
              </a:lnSpc>
              <a:spcBef>
                <a:spcPts val="0"/>
              </a:spcBef>
              <a:spcAft>
                <a:spcPts val="0"/>
              </a:spcAft>
              <a:buSzPts val="1800"/>
              <a:buNone/>
              <a:defRPr sz="1800"/>
            </a:lvl5pPr>
            <a:lvl6pPr lvl="5" rtl="0">
              <a:lnSpc>
                <a:spcPct val="100000"/>
              </a:lnSpc>
              <a:spcBef>
                <a:spcPts val="0"/>
              </a:spcBef>
              <a:spcAft>
                <a:spcPts val="0"/>
              </a:spcAft>
              <a:buSzPts val="1800"/>
              <a:buNone/>
              <a:defRPr sz="1800"/>
            </a:lvl6pPr>
            <a:lvl7pPr lvl="6" rtl="0">
              <a:lnSpc>
                <a:spcPct val="100000"/>
              </a:lnSpc>
              <a:spcBef>
                <a:spcPts val="0"/>
              </a:spcBef>
              <a:spcAft>
                <a:spcPts val="0"/>
              </a:spcAft>
              <a:buSzPts val="1800"/>
              <a:buNone/>
              <a:defRPr sz="1800"/>
            </a:lvl7pPr>
            <a:lvl8pPr lvl="7" rtl="0">
              <a:lnSpc>
                <a:spcPct val="100000"/>
              </a:lnSpc>
              <a:spcBef>
                <a:spcPts val="0"/>
              </a:spcBef>
              <a:spcAft>
                <a:spcPts val="0"/>
              </a:spcAft>
              <a:buSzPts val="1800"/>
              <a:buNone/>
              <a:defRPr sz="1800"/>
            </a:lvl8pPr>
            <a:lvl9pPr lvl="8" rtl="0">
              <a:lnSpc>
                <a:spcPct val="100000"/>
              </a:lnSpc>
              <a:spcBef>
                <a:spcPts val="0"/>
              </a:spcBef>
              <a:spcAft>
                <a:spcPts val="0"/>
              </a:spcAft>
              <a:buSzPts val="1800"/>
              <a:buNone/>
              <a:defRPr sz="1800"/>
            </a:lvl9pPr>
          </a:lstStyle>
          <a:p>
            <a:endParaRPr/>
          </a:p>
        </p:txBody>
      </p:sp>
      <p:sp>
        <p:nvSpPr>
          <p:cNvPr id="806" name="Google Shape;806;p42"/>
          <p:cNvSpPr txBox="1">
            <a:spLocks noGrp="1"/>
          </p:cNvSpPr>
          <p:nvPr>
            <p:ph type="subTitle" idx="5"/>
          </p:nvPr>
        </p:nvSpPr>
        <p:spPr>
          <a:xfrm>
            <a:off x="2518493" y="4087430"/>
            <a:ext cx="4107000" cy="472500"/>
          </a:xfrm>
          <a:prstGeom prst="rect">
            <a:avLst/>
          </a:prstGeom>
        </p:spPr>
        <p:txBody>
          <a:bodyPr spcFirstLastPara="1" wrap="square" lIns="91425" tIns="0" rIns="91425" bIns="0" anchor="t" anchorCtr="0">
            <a:noAutofit/>
          </a:bodyPr>
          <a:lstStyle>
            <a:lvl1pPr lvl="0" algn="ctr" rtl="0">
              <a:lnSpc>
                <a:spcPct val="100000"/>
              </a:lnSpc>
              <a:spcBef>
                <a:spcPts val="0"/>
              </a:spcBef>
              <a:spcAft>
                <a:spcPts val="0"/>
              </a:spcAft>
              <a:buSzPts val="1800"/>
              <a:buNone/>
              <a:defRPr/>
            </a:lvl1pPr>
            <a:lvl2pPr lvl="1" rtl="0">
              <a:lnSpc>
                <a:spcPct val="100000"/>
              </a:lnSpc>
              <a:spcBef>
                <a:spcPts val="0"/>
              </a:spcBef>
              <a:spcAft>
                <a:spcPts val="0"/>
              </a:spcAft>
              <a:buSzPts val="1800"/>
              <a:buNone/>
              <a:defRPr sz="1800"/>
            </a:lvl2pPr>
            <a:lvl3pPr lvl="2" rtl="0">
              <a:lnSpc>
                <a:spcPct val="100000"/>
              </a:lnSpc>
              <a:spcBef>
                <a:spcPts val="0"/>
              </a:spcBef>
              <a:spcAft>
                <a:spcPts val="0"/>
              </a:spcAft>
              <a:buSzPts val="1800"/>
              <a:buNone/>
              <a:defRPr sz="1800"/>
            </a:lvl3pPr>
            <a:lvl4pPr lvl="3" rtl="0">
              <a:lnSpc>
                <a:spcPct val="100000"/>
              </a:lnSpc>
              <a:spcBef>
                <a:spcPts val="0"/>
              </a:spcBef>
              <a:spcAft>
                <a:spcPts val="0"/>
              </a:spcAft>
              <a:buSzPts val="1800"/>
              <a:buNone/>
              <a:defRPr sz="1800"/>
            </a:lvl4pPr>
            <a:lvl5pPr lvl="4" rtl="0">
              <a:lnSpc>
                <a:spcPct val="100000"/>
              </a:lnSpc>
              <a:spcBef>
                <a:spcPts val="0"/>
              </a:spcBef>
              <a:spcAft>
                <a:spcPts val="0"/>
              </a:spcAft>
              <a:buSzPts val="1800"/>
              <a:buNone/>
              <a:defRPr sz="1800"/>
            </a:lvl5pPr>
            <a:lvl6pPr lvl="5" rtl="0">
              <a:lnSpc>
                <a:spcPct val="100000"/>
              </a:lnSpc>
              <a:spcBef>
                <a:spcPts val="0"/>
              </a:spcBef>
              <a:spcAft>
                <a:spcPts val="0"/>
              </a:spcAft>
              <a:buSzPts val="1800"/>
              <a:buNone/>
              <a:defRPr sz="1800"/>
            </a:lvl6pPr>
            <a:lvl7pPr lvl="6" rtl="0">
              <a:lnSpc>
                <a:spcPct val="100000"/>
              </a:lnSpc>
              <a:spcBef>
                <a:spcPts val="0"/>
              </a:spcBef>
              <a:spcAft>
                <a:spcPts val="0"/>
              </a:spcAft>
              <a:buSzPts val="1800"/>
              <a:buNone/>
              <a:defRPr sz="1800"/>
            </a:lvl7pPr>
            <a:lvl8pPr lvl="7" rtl="0">
              <a:lnSpc>
                <a:spcPct val="100000"/>
              </a:lnSpc>
              <a:spcBef>
                <a:spcPts val="0"/>
              </a:spcBef>
              <a:spcAft>
                <a:spcPts val="0"/>
              </a:spcAft>
              <a:buSzPts val="1800"/>
              <a:buNone/>
              <a:defRPr sz="1800"/>
            </a:lvl8pPr>
            <a:lvl9pPr lvl="8" rtl="0">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Numbers and text 1">
  <p:cSld name="CUSTOM_6_1">
    <p:spTree>
      <p:nvGrpSpPr>
        <p:cNvPr id="1" name="Shape 807"/>
        <p:cNvGrpSpPr/>
        <p:nvPr/>
      </p:nvGrpSpPr>
      <p:grpSpPr>
        <a:xfrm>
          <a:off x="0" y="0"/>
          <a:ext cx="0" cy="0"/>
          <a:chOff x="0" y="0"/>
          <a:chExt cx="0" cy="0"/>
        </a:xfrm>
      </p:grpSpPr>
      <p:sp>
        <p:nvSpPr>
          <p:cNvPr id="808" name="Google Shape;808;p43"/>
          <p:cNvSpPr/>
          <p:nvPr/>
        </p:nvSpPr>
        <p:spPr>
          <a:xfrm>
            <a:off x="319050" y="283350"/>
            <a:ext cx="8505900" cy="45768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9" name="Google Shape;809;p43"/>
          <p:cNvGrpSpPr/>
          <p:nvPr/>
        </p:nvGrpSpPr>
        <p:grpSpPr>
          <a:xfrm flipH="1">
            <a:off x="348" y="-6"/>
            <a:ext cx="8806136" cy="5143519"/>
            <a:chOff x="362298" y="-6"/>
            <a:chExt cx="8806136" cy="5143519"/>
          </a:xfrm>
        </p:grpSpPr>
        <p:sp>
          <p:nvSpPr>
            <p:cNvPr id="810" name="Google Shape;810;p43"/>
            <p:cNvSpPr/>
            <p:nvPr/>
          </p:nvSpPr>
          <p:spPr>
            <a:xfrm>
              <a:off x="7132742" y="2"/>
              <a:ext cx="1612254" cy="1208486"/>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43"/>
            <p:cNvSpPr/>
            <p:nvPr/>
          </p:nvSpPr>
          <p:spPr>
            <a:xfrm>
              <a:off x="6426313" y="-6"/>
              <a:ext cx="1250789" cy="937634"/>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43"/>
            <p:cNvSpPr/>
            <p:nvPr/>
          </p:nvSpPr>
          <p:spPr>
            <a:xfrm>
              <a:off x="362298" y="3878776"/>
              <a:ext cx="1664900" cy="1264737"/>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43"/>
            <p:cNvSpPr/>
            <p:nvPr/>
          </p:nvSpPr>
          <p:spPr>
            <a:xfrm>
              <a:off x="7972352" y="1076324"/>
              <a:ext cx="1196082" cy="113470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4" name="Google Shape;814;p43"/>
          <p:cNvSpPr/>
          <p:nvPr/>
        </p:nvSpPr>
        <p:spPr>
          <a:xfrm rot="10800000" flipH="1">
            <a:off x="7953723" y="1952624"/>
            <a:ext cx="1196082" cy="113470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5" name="Google Shape;815;p43"/>
          <p:cNvGrpSpPr/>
          <p:nvPr/>
        </p:nvGrpSpPr>
        <p:grpSpPr>
          <a:xfrm>
            <a:off x="4281415" y="75177"/>
            <a:ext cx="581170" cy="125403"/>
            <a:chOff x="4685288" y="186288"/>
            <a:chExt cx="419375" cy="90485"/>
          </a:xfrm>
        </p:grpSpPr>
        <p:sp>
          <p:nvSpPr>
            <p:cNvPr id="816" name="Google Shape;816;p43"/>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7" name="Google Shape;817;p43"/>
            <p:cNvGrpSpPr/>
            <p:nvPr/>
          </p:nvGrpSpPr>
          <p:grpSpPr>
            <a:xfrm>
              <a:off x="4685288" y="186300"/>
              <a:ext cx="419375" cy="90473"/>
              <a:chOff x="4390000" y="182175"/>
              <a:chExt cx="419375" cy="90473"/>
            </a:xfrm>
          </p:grpSpPr>
          <p:sp>
            <p:nvSpPr>
              <p:cNvPr id="818" name="Google Shape;818;p43"/>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43"/>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20" name="Google Shape;820;p43"/>
          <p:cNvSpPr txBox="1">
            <a:spLocks noGrp="1"/>
          </p:cNvSpPr>
          <p:nvPr>
            <p:ph type="subTitle" idx="1"/>
          </p:nvPr>
        </p:nvSpPr>
        <p:spPr>
          <a:xfrm>
            <a:off x="1047800" y="3840600"/>
            <a:ext cx="3277500" cy="577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21" name="Google Shape;821;p43"/>
          <p:cNvSpPr txBox="1">
            <a:spLocks noGrp="1"/>
          </p:cNvSpPr>
          <p:nvPr>
            <p:ph type="subTitle" idx="2"/>
          </p:nvPr>
        </p:nvSpPr>
        <p:spPr>
          <a:xfrm>
            <a:off x="4818700" y="3840600"/>
            <a:ext cx="3277500" cy="577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22" name="Google Shape;822;p43"/>
          <p:cNvSpPr txBox="1">
            <a:spLocks noGrp="1"/>
          </p:cNvSpPr>
          <p:nvPr>
            <p:ph type="title" hasCustomPrompt="1"/>
          </p:nvPr>
        </p:nvSpPr>
        <p:spPr>
          <a:xfrm>
            <a:off x="4818700" y="3302925"/>
            <a:ext cx="3277500" cy="3867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600"/>
              <a:buNone/>
              <a:defRPr sz="3000" b="1"/>
            </a:lvl1pPr>
            <a:lvl2pPr lvl="1"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2pPr>
            <a:lvl3pPr lvl="2"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3pPr>
            <a:lvl4pPr lvl="3"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4pPr>
            <a:lvl5pPr lvl="4"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5pPr>
            <a:lvl6pPr lvl="5"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6pPr>
            <a:lvl7pPr lvl="6"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7pPr>
            <a:lvl8pPr lvl="7"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8pPr>
            <a:lvl9pPr lvl="8"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9pPr>
          </a:lstStyle>
          <a:p>
            <a:r>
              <a:t>xx%</a:t>
            </a:r>
          </a:p>
        </p:txBody>
      </p:sp>
      <p:sp>
        <p:nvSpPr>
          <p:cNvPr id="823" name="Google Shape;823;p43"/>
          <p:cNvSpPr txBox="1">
            <a:spLocks noGrp="1"/>
          </p:cNvSpPr>
          <p:nvPr>
            <p:ph type="title" idx="3" hasCustomPrompt="1"/>
          </p:nvPr>
        </p:nvSpPr>
        <p:spPr>
          <a:xfrm>
            <a:off x="1047800" y="3302925"/>
            <a:ext cx="3277500" cy="3867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600"/>
              <a:buNone/>
              <a:defRPr sz="3000" b="1"/>
            </a:lvl1pPr>
            <a:lvl2pPr lvl="1"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2pPr>
            <a:lvl3pPr lvl="2"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3pPr>
            <a:lvl4pPr lvl="3"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4pPr>
            <a:lvl5pPr lvl="4"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5pPr>
            <a:lvl6pPr lvl="5"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6pPr>
            <a:lvl7pPr lvl="6"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7pPr>
            <a:lvl8pPr lvl="7"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8pPr>
            <a:lvl9pPr lvl="8"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9pPr>
          </a:lstStyle>
          <a:p>
            <a:r>
              <a:t>xx%</a:t>
            </a:r>
          </a:p>
        </p:txBody>
      </p:sp>
      <p:sp>
        <p:nvSpPr>
          <p:cNvPr id="824" name="Google Shape;824;p43"/>
          <p:cNvSpPr txBox="1">
            <a:spLocks noGrp="1"/>
          </p:cNvSpPr>
          <p:nvPr>
            <p:ph type="subTitle" idx="4"/>
          </p:nvPr>
        </p:nvSpPr>
        <p:spPr>
          <a:xfrm>
            <a:off x="1047800" y="2169250"/>
            <a:ext cx="3277500" cy="577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25" name="Google Shape;825;p43"/>
          <p:cNvSpPr txBox="1">
            <a:spLocks noGrp="1"/>
          </p:cNvSpPr>
          <p:nvPr>
            <p:ph type="subTitle" idx="5"/>
          </p:nvPr>
        </p:nvSpPr>
        <p:spPr>
          <a:xfrm>
            <a:off x="4818700" y="2169250"/>
            <a:ext cx="3277500" cy="577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26" name="Google Shape;826;p43"/>
          <p:cNvSpPr txBox="1">
            <a:spLocks noGrp="1"/>
          </p:cNvSpPr>
          <p:nvPr>
            <p:ph type="title" idx="6" hasCustomPrompt="1"/>
          </p:nvPr>
        </p:nvSpPr>
        <p:spPr>
          <a:xfrm>
            <a:off x="4818700" y="1636050"/>
            <a:ext cx="3277500" cy="3867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600"/>
              <a:buNone/>
              <a:defRPr sz="3000" b="1"/>
            </a:lvl1pPr>
            <a:lvl2pPr lvl="1"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2pPr>
            <a:lvl3pPr lvl="2"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3pPr>
            <a:lvl4pPr lvl="3"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4pPr>
            <a:lvl5pPr lvl="4"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5pPr>
            <a:lvl6pPr lvl="5"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6pPr>
            <a:lvl7pPr lvl="6"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7pPr>
            <a:lvl8pPr lvl="7"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8pPr>
            <a:lvl9pPr lvl="8"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9pPr>
          </a:lstStyle>
          <a:p>
            <a:r>
              <a:t>xx%</a:t>
            </a:r>
          </a:p>
        </p:txBody>
      </p:sp>
      <p:sp>
        <p:nvSpPr>
          <p:cNvPr id="827" name="Google Shape;827;p43"/>
          <p:cNvSpPr txBox="1">
            <a:spLocks noGrp="1"/>
          </p:cNvSpPr>
          <p:nvPr>
            <p:ph type="title" idx="7" hasCustomPrompt="1"/>
          </p:nvPr>
        </p:nvSpPr>
        <p:spPr>
          <a:xfrm>
            <a:off x="1047800" y="1636050"/>
            <a:ext cx="3277500" cy="3867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600"/>
              <a:buNone/>
              <a:defRPr sz="3000" b="1"/>
            </a:lvl1pPr>
            <a:lvl2pPr lvl="1"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2pPr>
            <a:lvl3pPr lvl="2"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3pPr>
            <a:lvl4pPr lvl="3"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4pPr>
            <a:lvl5pPr lvl="4"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5pPr>
            <a:lvl6pPr lvl="5"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6pPr>
            <a:lvl7pPr lvl="6"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7pPr>
            <a:lvl8pPr lvl="7"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8pPr>
            <a:lvl9pPr lvl="8" algn="ctr" rtl="0">
              <a:spcBef>
                <a:spcPts val="0"/>
              </a:spcBef>
              <a:spcAft>
                <a:spcPts val="0"/>
              </a:spcAft>
              <a:buClr>
                <a:schemeClr val="accent5"/>
              </a:buClr>
              <a:buSzPts val="3600"/>
              <a:buFont typeface="DM Sans"/>
              <a:buNone/>
              <a:defRPr sz="3600">
                <a:solidFill>
                  <a:schemeClr val="accent5"/>
                </a:solidFill>
                <a:latin typeface="DM Sans"/>
                <a:ea typeface="DM Sans"/>
                <a:cs typeface="DM Sans"/>
                <a:sym typeface="DM Sans"/>
              </a:defRPr>
            </a:lvl9pPr>
          </a:lstStyle>
          <a:p>
            <a:r>
              <a:t>xx%</a:t>
            </a:r>
          </a:p>
        </p:txBody>
      </p:sp>
      <p:sp>
        <p:nvSpPr>
          <p:cNvPr id="828" name="Google Shape;828;p43"/>
          <p:cNvSpPr txBox="1">
            <a:spLocks noGrp="1"/>
          </p:cNvSpPr>
          <p:nvPr>
            <p:ph type="title" idx="8"/>
          </p:nvPr>
        </p:nvSpPr>
        <p:spPr>
          <a:xfrm>
            <a:off x="722375" y="530750"/>
            <a:ext cx="76992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Numbers and text 2">
  <p:cSld name="CUSTOM_6_1_1">
    <p:spTree>
      <p:nvGrpSpPr>
        <p:cNvPr id="1" name="Shape 829"/>
        <p:cNvGrpSpPr/>
        <p:nvPr/>
      </p:nvGrpSpPr>
      <p:grpSpPr>
        <a:xfrm>
          <a:off x="0" y="0"/>
          <a:ext cx="0" cy="0"/>
          <a:chOff x="0" y="0"/>
          <a:chExt cx="0" cy="0"/>
        </a:xfrm>
      </p:grpSpPr>
      <p:sp>
        <p:nvSpPr>
          <p:cNvPr id="830" name="Google Shape;830;p44"/>
          <p:cNvSpPr/>
          <p:nvPr/>
        </p:nvSpPr>
        <p:spPr>
          <a:xfrm>
            <a:off x="319050" y="283350"/>
            <a:ext cx="8505900" cy="45768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44"/>
          <p:cNvSpPr/>
          <p:nvPr/>
        </p:nvSpPr>
        <p:spPr>
          <a:xfrm rot="10800000" flipH="1">
            <a:off x="7132742" y="3935018"/>
            <a:ext cx="1612254" cy="1208486"/>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44"/>
          <p:cNvSpPr/>
          <p:nvPr/>
        </p:nvSpPr>
        <p:spPr>
          <a:xfrm rot="10800000" flipH="1">
            <a:off x="743298" y="-6"/>
            <a:ext cx="1664900" cy="1264737"/>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44"/>
          <p:cNvSpPr/>
          <p:nvPr/>
        </p:nvSpPr>
        <p:spPr>
          <a:xfrm flipH="1">
            <a:off x="-9513" y="406410"/>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44"/>
          <p:cNvSpPr/>
          <p:nvPr/>
        </p:nvSpPr>
        <p:spPr>
          <a:xfrm flipH="1">
            <a:off x="-9513" y="1284033"/>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5" name="Google Shape;835;p44"/>
          <p:cNvGrpSpPr/>
          <p:nvPr/>
        </p:nvGrpSpPr>
        <p:grpSpPr>
          <a:xfrm>
            <a:off x="4281415" y="75177"/>
            <a:ext cx="581170" cy="125403"/>
            <a:chOff x="4685288" y="186288"/>
            <a:chExt cx="419375" cy="90485"/>
          </a:xfrm>
        </p:grpSpPr>
        <p:sp>
          <p:nvSpPr>
            <p:cNvPr id="836" name="Google Shape;836;p44"/>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7" name="Google Shape;837;p44"/>
            <p:cNvGrpSpPr/>
            <p:nvPr/>
          </p:nvGrpSpPr>
          <p:grpSpPr>
            <a:xfrm>
              <a:off x="4685288" y="186300"/>
              <a:ext cx="419375" cy="90473"/>
              <a:chOff x="4390000" y="182175"/>
              <a:chExt cx="419375" cy="90473"/>
            </a:xfrm>
          </p:grpSpPr>
          <p:sp>
            <p:nvSpPr>
              <p:cNvPr id="838" name="Google Shape;838;p44"/>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44"/>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40" name="Google Shape;840;p44"/>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841" name="Google Shape;841;p44"/>
          <p:cNvSpPr txBox="1">
            <a:spLocks noGrp="1"/>
          </p:cNvSpPr>
          <p:nvPr>
            <p:ph type="title" idx="2"/>
          </p:nvPr>
        </p:nvSpPr>
        <p:spPr>
          <a:xfrm>
            <a:off x="720000" y="3247722"/>
            <a:ext cx="2336400" cy="408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000"/>
              <a:buNone/>
              <a:defRPr sz="1800" b="1"/>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842" name="Google Shape;842;p44"/>
          <p:cNvSpPr txBox="1">
            <a:spLocks noGrp="1"/>
          </p:cNvSpPr>
          <p:nvPr>
            <p:ph type="subTitle" idx="1"/>
          </p:nvPr>
        </p:nvSpPr>
        <p:spPr>
          <a:xfrm>
            <a:off x="720000" y="3638507"/>
            <a:ext cx="2336400" cy="762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43" name="Google Shape;843;p44"/>
          <p:cNvSpPr txBox="1">
            <a:spLocks noGrp="1"/>
          </p:cNvSpPr>
          <p:nvPr>
            <p:ph type="title" idx="3"/>
          </p:nvPr>
        </p:nvSpPr>
        <p:spPr>
          <a:xfrm flipH="1">
            <a:off x="3403800" y="2193497"/>
            <a:ext cx="2336400" cy="408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000"/>
              <a:buNone/>
              <a:defRPr sz="1800" b="1"/>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844" name="Google Shape;844;p44"/>
          <p:cNvSpPr txBox="1">
            <a:spLocks noGrp="1"/>
          </p:cNvSpPr>
          <p:nvPr>
            <p:ph type="subTitle" idx="4"/>
          </p:nvPr>
        </p:nvSpPr>
        <p:spPr>
          <a:xfrm flipH="1">
            <a:off x="3403800" y="1405563"/>
            <a:ext cx="2336400" cy="762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45" name="Google Shape;845;p44"/>
          <p:cNvSpPr txBox="1">
            <a:spLocks noGrp="1"/>
          </p:cNvSpPr>
          <p:nvPr>
            <p:ph type="title" idx="5"/>
          </p:nvPr>
        </p:nvSpPr>
        <p:spPr>
          <a:xfrm>
            <a:off x="6087600" y="3247722"/>
            <a:ext cx="2336400" cy="408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000"/>
              <a:buNone/>
              <a:defRPr sz="1800" b="1"/>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846" name="Google Shape;846;p44"/>
          <p:cNvSpPr txBox="1">
            <a:spLocks noGrp="1"/>
          </p:cNvSpPr>
          <p:nvPr>
            <p:ph type="subTitle" idx="6"/>
          </p:nvPr>
        </p:nvSpPr>
        <p:spPr>
          <a:xfrm>
            <a:off x="6087600" y="3638507"/>
            <a:ext cx="2336400" cy="762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47" name="Google Shape;847;p44"/>
          <p:cNvSpPr txBox="1">
            <a:spLocks noGrp="1"/>
          </p:cNvSpPr>
          <p:nvPr>
            <p:ph type="title" idx="7" hasCustomPrompt="1"/>
          </p:nvPr>
        </p:nvSpPr>
        <p:spPr>
          <a:xfrm>
            <a:off x="1328550" y="1877400"/>
            <a:ext cx="1119300" cy="614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800"/>
              <a:buNone/>
              <a:defRPr sz="2500" b="1"/>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r>
              <a:t>xx%</a:t>
            </a:r>
          </a:p>
        </p:txBody>
      </p:sp>
      <p:sp>
        <p:nvSpPr>
          <p:cNvPr id="848" name="Google Shape;848;p44"/>
          <p:cNvSpPr txBox="1">
            <a:spLocks noGrp="1"/>
          </p:cNvSpPr>
          <p:nvPr>
            <p:ph type="title" idx="8" hasCustomPrompt="1"/>
          </p:nvPr>
        </p:nvSpPr>
        <p:spPr>
          <a:xfrm flipH="1">
            <a:off x="4014650" y="3363244"/>
            <a:ext cx="1119300" cy="614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800"/>
              <a:buNone/>
              <a:defRPr sz="2500" b="1"/>
            </a:lvl1pPr>
            <a:lvl2pPr lvl="1" algn="ctr" rtl="0">
              <a:spcBef>
                <a:spcPts val="0"/>
              </a:spcBef>
              <a:spcAft>
                <a:spcPts val="0"/>
              </a:spcAft>
              <a:buClr>
                <a:schemeClr val="accent2"/>
              </a:buClr>
              <a:buSzPts val="4800"/>
              <a:buNone/>
              <a:defRPr sz="4800">
                <a:solidFill>
                  <a:schemeClr val="accent2"/>
                </a:solidFill>
              </a:defRPr>
            </a:lvl2pPr>
            <a:lvl3pPr lvl="2" algn="ctr" rtl="0">
              <a:spcBef>
                <a:spcPts val="0"/>
              </a:spcBef>
              <a:spcAft>
                <a:spcPts val="0"/>
              </a:spcAft>
              <a:buClr>
                <a:schemeClr val="accent2"/>
              </a:buClr>
              <a:buSzPts val="4800"/>
              <a:buNone/>
              <a:defRPr sz="4800">
                <a:solidFill>
                  <a:schemeClr val="accent2"/>
                </a:solidFill>
              </a:defRPr>
            </a:lvl3pPr>
            <a:lvl4pPr lvl="3" algn="ctr" rtl="0">
              <a:spcBef>
                <a:spcPts val="0"/>
              </a:spcBef>
              <a:spcAft>
                <a:spcPts val="0"/>
              </a:spcAft>
              <a:buClr>
                <a:schemeClr val="accent2"/>
              </a:buClr>
              <a:buSzPts val="4800"/>
              <a:buNone/>
              <a:defRPr sz="4800">
                <a:solidFill>
                  <a:schemeClr val="accent2"/>
                </a:solidFill>
              </a:defRPr>
            </a:lvl4pPr>
            <a:lvl5pPr lvl="4" algn="ctr" rtl="0">
              <a:spcBef>
                <a:spcPts val="0"/>
              </a:spcBef>
              <a:spcAft>
                <a:spcPts val="0"/>
              </a:spcAft>
              <a:buClr>
                <a:schemeClr val="accent2"/>
              </a:buClr>
              <a:buSzPts val="4800"/>
              <a:buNone/>
              <a:defRPr sz="4800">
                <a:solidFill>
                  <a:schemeClr val="accent2"/>
                </a:solidFill>
              </a:defRPr>
            </a:lvl5pPr>
            <a:lvl6pPr lvl="5" algn="ctr" rtl="0">
              <a:spcBef>
                <a:spcPts val="0"/>
              </a:spcBef>
              <a:spcAft>
                <a:spcPts val="0"/>
              </a:spcAft>
              <a:buClr>
                <a:schemeClr val="accent2"/>
              </a:buClr>
              <a:buSzPts val="4800"/>
              <a:buNone/>
              <a:defRPr sz="4800">
                <a:solidFill>
                  <a:schemeClr val="accent2"/>
                </a:solidFill>
              </a:defRPr>
            </a:lvl6pPr>
            <a:lvl7pPr lvl="6" algn="ctr" rtl="0">
              <a:spcBef>
                <a:spcPts val="0"/>
              </a:spcBef>
              <a:spcAft>
                <a:spcPts val="0"/>
              </a:spcAft>
              <a:buClr>
                <a:schemeClr val="accent2"/>
              </a:buClr>
              <a:buSzPts val="4800"/>
              <a:buNone/>
              <a:defRPr sz="4800">
                <a:solidFill>
                  <a:schemeClr val="accent2"/>
                </a:solidFill>
              </a:defRPr>
            </a:lvl7pPr>
            <a:lvl8pPr lvl="7" algn="ctr" rtl="0">
              <a:spcBef>
                <a:spcPts val="0"/>
              </a:spcBef>
              <a:spcAft>
                <a:spcPts val="0"/>
              </a:spcAft>
              <a:buClr>
                <a:schemeClr val="accent2"/>
              </a:buClr>
              <a:buSzPts val="4800"/>
              <a:buNone/>
              <a:defRPr sz="4800">
                <a:solidFill>
                  <a:schemeClr val="accent2"/>
                </a:solidFill>
              </a:defRPr>
            </a:lvl8pPr>
            <a:lvl9pPr lvl="8" algn="ctr" rtl="0">
              <a:spcBef>
                <a:spcPts val="0"/>
              </a:spcBef>
              <a:spcAft>
                <a:spcPts val="0"/>
              </a:spcAft>
              <a:buClr>
                <a:schemeClr val="accent2"/>
              </a:buClr>
              <a:buSzPts val="4800"/>
              <a:buNone/>
              <a:defRPr sz="4800">
                <a:solidFill>
                  <a:schemeClr val="accent2"/>
                </a:solidFill>
              </a:defRPr>
            </a:lvl9pPr>
          </a:lstStyle>
          <a:p>
            <a:r>
              <a:t>xx%</a:t>
            </a:r>
          </a:p>
        </p:txBody>
      </p:sp>
      <p:sp>
        <p:nvSpPr>
          <p:cNvPr id="849" name="Google Shape;849;p44"/>
          <p:cNvSpPr txBox="1">
            <a:spLocks noGrp="1"/>
          </p:cNvSpPr>
          <p:nvPr>
            <p:ph type="title" idx="9" hasCustomPrompt="1"/>
          </p:nvPr>
        </p:nvSpPr>
        <p:spPr>
          <a:xfrm>
            <a:off x="6711300" y="1877400"/>
            <a:ext cx="1089000" cy="614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800"/>
              <a:buNone/>
              <a:defRPr sz="2500" b="1"/>
            </a:lvl1pPr>
            <a:lvl2pPr lvl="1" algn="ctr" rtl="0">
              <a:spcBef>
                <a:spcPts val="0"/>
              </a:spcBef>
              <a:spcAft>
                <a:spcPts val="0"/>
              </a:spcAft>
              <a:buClr>
                <a:schemeClr val="accent2"/>
              </a:buClr>
              <a:buSzPts val="4800"/>
              <a:buNone/>
              <a:defRPr sz="4800">
                <a:solidFill>
                  <a:schemeClr val="accent2"/>
                </a:solidFill>
              </a:defRPr>
            </a:lvl2pPr>
            <a:lvl3pPr lvl="2" algn="ctr" rtl="0">
              <a:spcBef>
                <a:spcPts val="0"/>
              </a:spcBef>
              <a:spcAft>
                <a:spcPts val="0"/>
              </a:spcAft>
              <a:buClr>
                <a:schemeClr val="accent2"/>
              </a:buClr>
              <a:buSzPts val="4800"/>
              <a:buNone/>
              <a:defRPr sz="4800">
                <a:solidFill>
                  <a:schemeClr val="accent2"/>
                </a:solidFill>
              </a:defRPr>
            </a:lvl3pPr>
            <a:lvl4pPr lvl="3" algn="ctr" rtl="0">
              <a:spcBef>
                <a:spcPts val="0"/>
              </a:spcBef>
              <a:spcAft>
                <a:spcPts val="0"/>
              </a:spcAft>
              <a:buClr>
                <a:schemeClr val="accent2"/>
              </a:buClr>
              <a:buSzPts val="4800"/>
              <a:buNone/>
              <a:defRPr sz="4800">
                <a:solidFill>
                  <a:schemeClr val="accent2"/>
                </a:solidFill>
              </a:defRPr>
            </a:lvl4pPr>
            <a:lvl5pPr lvl="4" algn="ctr" rtl="0">
              <a:spcBef>
                <a:spcPts val="0"/>
              </a:spcBef>
              <a:spcAft>
                <a:spcPts val="0"/>
              </a:spcAft>
              <a:buClr>
                <a:schemeClr val="accent2"/>
              </a:buClr>
              <a:buSzPts val="4800"/>
              <a:buNone/>
              <a:defRPr sz="4800">
                <a:solidFill>
                  <a:schemeClr val="accent2"/>
                </a:solidFill>
              </a:defRPr>
            </a:lvl5pPr>
            <a:lvl6pPr lvl="5" algn="ctr" rtl="0">
              <a:spcBef>
                <a:spcPts val="0"/>
              </a:spcBef>
              <a:spcAft>
                <a:spcPts val="0"/>
              </a:spcAft>
              <a:buClr>
                <a:schemeClr val="accent2"/>
              </a:buClr>
              <a:buSzPts val="4800"/>
              <a:buNone/>
              <a:defRPr sz="4800">
                <a:solidFill>
                  <a:schemeClr val="accent2"/>
                </a:solidFill>
              </a:defRPr>
            </a:lvl6pPr>
            <a:lvl7pPr lvl="6" algn="ctr" rtl="0">
              <a:spcBef>
                <a:spcPts val="0"/>
              </a:spcBef>
              <a:spcAft>
                <a:spcPts val="0"/>
              </a:spcAft>
              <a:buClr>
                <a:schemeClr val="accent2"/>
              </a:buClr>
              <a:buSzPts val="4800"/>
              <a:buNone/>
              <a:defRPr sz="4800">
                <a:solidFill>
                  <a:schemeClr val="accent2"/>
                </a:solidFill>
              </a:defRPr>
            </a:lvl7pPr>
            <a:lvl8pPr lvl="7" algn="ctr" rtl="0">
              <a:spcBef>
                <a:spcPts val="0"/>
              </a:spcBef>
              <a:spcAft>
                <a:spcPts val="0"/>
              </a:spcAft>
              <a:buClr>
                <a:schemeClr val="accent2"/>
              </a:buClr>
              <a:buSzPts val="4800"/>
              <a:buNone/>
              <a:defRPr sz="4800">
                <a:solidFill>
                  <a:schemeClr val="accent2"/>
                </a:solidFill>
              </a:defRPr>
            </a:lvl8pPr>
            <a:lvl9pPr lvl="8" algn="ctr" rtl="0">
              <a:spcBef>
                <a:spcPts val="0"/>
              </a:spcBef>
              <a:spcAft>
                <a:spcPts val="0"/>
              </a:spcAft>
              <a:buClr>
                <a:schemeClr val="accent2"/>
              </a:buClr>
              <a:buSzPts val="4800"/>
              <a:buNone/>
              <a:defRPr sz="4800">
                <a:solidFill>
                  <a:schemeClr val="accent2"/>
                </a:solidFill>
              </a:defRPr>
            </a:lvl9pPr>
          </a:lstStyle>
          <a:p>
            <a:r>
              <a:t>xx%</a:t>
            </a: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Numbers and text 3">
  <p:cSld name="CUSTOM_6_1_1_1">
    <p:spTree>
      <p:nvGrpSpPr>
        <p:cNvPr id="1" name="Shape 850"/>
        <p:cNvGrpSpPr/>
        <p:nvPr/>
      </p:nvGrpSpPr>
      <p:grpSpPr>
        <a:xfrm>
          <a:off x="0" y="0"/>
          <a:ext cx="0" cy="0"/>
          <a:chOff x="0" y="0"/>
          <a:chExt cx="0" cy="0"/>
        </a:xfrm>
      </p:grpSpPr>
      <p:sp>
        <p:nvSpPr>
          <p:cNvPr id="851" name="Google Shape;851;p45"/>
          <p:cNvSpPr/>
          <p:nvPr/>
        </p:nvSpPr>
        <p:spPr>
          <a:xfrm>
            <a:off x="319050" y="283350"/>
            <a:ext cx="8505900" cy="45768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2" name="Google Shape;852;p45"/>
          <p:cNvGrpSpPr/>
          <p:nvPr/>
        </p:nvGrpSpPr>
        <p:grpSpPr>
          <a:xfrm>
            <a:off x="4281415" y="75177"/>
            <a:ext cx="581170" cy="125403"/>
            <a:chOff x="4685288" y="186288"/>
            <a:chExt cx="419375" cy="90485"/>
          </a:xfrm>
        </p:grpSpPr>
        <p:sp>
          <p:nvSpPr>
            <p:cNvPr id="853" name="Google Shape;853;p45"/>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4" name="Google Shape;854;p45"/>
            <p:cNvGrpSpPr/>
            <p:nvPr/>
          </p:nvGrpSpPr>
          <p:grpSpPr>
            <a:xfrm>
              <a:off x="4685288" y="186300"/>
              <a:ext cx="419375" cy="90473"/>
              <a:chOff x="4390000" y="182175"/>
              <a:chExt cx="419375" cy="90473"/>
            </a:xfrm>
          </p:grpSpPr>
          <p:sp>
            <p:nvSpPr>
              <p:cNvPr id="855" name="Google Shape;855;p45"/>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45"/>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7" name="Google Shape;857;p45"/>
          <p:cNvGrpSpPr/>
          <p:nvPr/>
        </p:nvGrpSpPr>
        <p:grpSpPr>
          <a:xfrm rot="10800000" flipH="1">
            <a:off x="-9513" y="-6"/>
            <a:ext cx="9177947" cy="5143510"/>
            <a:chOff x="-9513" y="2"/>
            <a:chExt cx="9177947" cy="5143510"/>
          </a:xfrm>
        </p:grpSpPr>
        <p:sp>
          <p:nvSpPr>
            <p:cNvPr id="858" name="Google Shape;858;p45"/>
            <p:cNvSpPr/>
            <p:nvPr/>
          </p:nvSpPr>
          <p:spPr>
            <a:xfrm>
              <a:off x="7132742" y="2"/>
              <a:ext cx="1612254" cy="1208486"/>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45"/>
            <p:cNvSpPr/>
            <p:nvPr/>
          </p:nvSpPr>
          <p:spPr>
            <a:xfrm>
              <a:off x="743298" y="3878776"/>
              <a:ext cx="1664900" cy="1264737"/>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45"/>
            <p:cNvSpPr/>
            <p:nvPr/>
          </p:nvSpPr>
          <p:spPr>
            <a:xfrm rot="10800000">
              <a:off x="-9513" y="3652041"/>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45"/>
            <p:cNvSpPr/>
            <p:nvPr/>
          </p:nvSpPr>
          <p:spPr>
            <a:xfrm rot="10800000">
              <a:off x="-9513" y="2774418"/>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45"/>
            <p:cNvSpPr/>
            <p:nvPr/>
          </p:nvSpPr>
          <p:spPr>
            <a:xfrm>
              <a:off x="7972352" y="1381124"/>
              <a:ext cx="1196082" cy="113470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3" name="Google Shape;863;p45"/>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864" name="Google Shape;864;p45"/>
          <p:cNvSpPr txBox="1">
            <a:spLocks noGrp="1"/>
          </p:cNvSpPr>
          <p:nvPr>
            <p:ph type="title" idx="2" hasCustomPrompt="1"/>
          </p:nvPr>
        </p:nvSpPr>
        <p:spPr>
          <a:xfrm>
            <a:off x="7326200" y="1624450"/>
            <a:ext cx="1096500" cy="497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6000"/>
              <a:buNone/>
              <a:defRPr sz="2500" b="1"/>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865" name="Google Shape;865;p45"/>
          <p:cNvSpPr txBox="1">
            <a:spLocks noGrp="1"/>
          </p:cNvSpPr>
          <p:nvPr>
            <p:ph type="title" idx="3" hasCustomPrompt="1"/>
          </p:nvPr>
        </p:nvSpPr>
        <p:spPr>
          <a:xfrm>
            <a:off x="7326200" y="2728561"/>
            <a:ext cx="1096500" cy="497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6000"/>
              <a:buNone/>
              <a:defRPr sz="2500" b="1"/>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866" name="Google Shape;866;p45"/>
          <p:cNvSpPr txBox="1">
            <a:spLocks noGrp="1"/>
          </p:cNvSpPr>
          <p:nvPr>
            <p:ph type="title" idx="4" hasCustomPrompt="1"/>
          </p:nvPr>
        </p:nvSpPr>
        <p:spPr>
          <a:xfrm>
            <a:off x="7326200" y="3834746"/>
            <a:ext cx="1096500" cy="497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6000"/>
              <a:buNone/>
              <a:defRPr sz="2500" b="1"/>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867" name="Google Shape;867;p45"/>
          <p:cNvSpPr txBox="1">
            <a:spLocks noGrp="1"/>
          </p:cNvSpPr>
          <p:nvPr>
            <p:ph type="subTitle" idx="1"/>
          </p:nvPr>
        </p:nvSpPr>
        <p:spPr>
          <a:xfrm>
            <a:off x="721244" y="1626412"/>
            <a:ext cx="3019500" cy="4938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2400"/>
              <a:buNone/>
              <a:defRPr sz="16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868" name="Google Shape;868;p45"/>
          <p:cNvSpPr txBox="1">
            <a:spLocks noGrp="1"/>
          </p:cNvSpPr>
          <p:nvPr>
            <p:ph type="subTitle" idx="5"/>
          </p:nvPr>
        </p:nvSpPr>
        <p:spPr>
          <a:xfrm>
            <a:off x="721244" y="2729600"/>
            <a:ext cx="3019500" cy="4977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2400"/>
              <a:buNone/>
              <a:defRPr sz="16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869" name="Google Shape;869;p45"/>
          <p:cNvSpPr txBox="1">
            <a:spLocks noGrp="1"/>
          </p:cNvSpPr>
          <p:nvPr>
            <p:ph type="subTitle" idx="6"/>
          </p:nvPr>
        </p:nvSpPr>
        <p:spPr>
          <a:xfrm>
            <a:off x="721244" y="3836688"/>
            <a:ext cx="3019500" cy="4938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2400"/>
              <a:buNone/>
              <a:defRPr sz="16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870" name="Google Shape;870;p45"/>
          <p:cNvSpPr txBox="1">
            <a:spLocks noGrp="1"/>
          </p:cNvSpPr>
          <p:nvPr>
            <p:ph type="title" idx="7"/>
          </p:nvPr>
        </p:nvSpPr>
        <p:spPr>
          <a:xfrm>
            <a:off x="3886200" y="1242375"/>
            <a:ext cx="3019500" cy="386400"/>
          </a:xfrm>
          <a:prstGeom prst="rect">
            <a:avLst/>
          </a:prstGeom>
          <a:noFill/>
          <a:ln>
            <a:noFill/>
          </a:ln>
        </p:spPr>
        <p:txBody>
          <a:bodyPr spcFirstLastPara="1" wrap="square" lIns="91425" tIns="91425" rIns="91425" bIns="91425" anchor="ctr" anchorCtr="0">
            <a:noAutofit/>
          </a:bodyPr>
          <a:lstStyle>
            <a:lvl1pPr lvl="0" rtl="0">
              <a:spcBef>
                <a:spcPts val="0"/>
              </a:spcBef>
              <a:spcAft>
                <a:spcPts val="0"/>
              </a:spcAft>
              <a:buSzPts val="2500"/>
              <a:buNone/>
              <a:defRPr sz="1800" b="1"/>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871" name="Google Shape;871;p45"/>
          <p:cNvSpPr txBox="1">
            <a:spLocks noGrp="1"/>
          </p:cNvSpPr>
          <p:nvPr>
            <p:ph type="title" idx="8"/>
          </p:nvPr>
        </p:nvSpPr>
        <p:spPr>
          <a:xfrm>
            <a:off x="3886200" y="2351275"/>
            <a:ext cx="3014100" cy="386400"/>
          </a:xfrm>
          <a:prstGeom prst="rect">
            <a:avLst/>
          </a:prstGeom>
          <a:noFill/>
          <a:ln>
            <a:noFill/>
          </a:ln>
        </p:spPr>
        <p:txBody>
          <a:bodyPr spcFirstLastPara="1" wrap="square" lIns="91425" tIns="91425" rIns="91425" bIns="91425" anchor="ctr" anchorCtr="0">
            <a:noAutofit/>
          </a:bodyPr>
          <a:lstStyle>
            <a:lvl1pPr lvl="0" rtl="0">
              <a:spcBef>
                <a:spcPts val="0"/>
              </a:spcBef>
              <a:spcAft>
                <a:spcPts val="0"/>
              </a:spcAft>
              <a:buSzPts val="2500"/>
              <a:buNone/>
              <a:defRPr sz="1800" b="1"/>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872" name="Google Shape;872;p45"/>
          <p:cNvSpPr txBox="1">
            <a:spLocks noGrp="1"/>
          </p:cNvSpPr>
          <p:nvPr>
            <p:ph type="title" idx="9"/>
          </p:nvPr>
        </p:nvSpPr>
        <p:spPr>
          <a:xfrm>
            <a:off x="3886200" y="3460175"/>
            <a:ext cx="3014100" cy="386400"/>
          </a:xfrm>
          <a:prstGeom prst="rect">
            <a:avLst/>
          </a:prstGeom>
          <a:noFill/>
          <a:ln>
            <a:noFill/>
          </a:ln>
        </p:spPr>
        <p:txBody>
          <a:bodyPr spcFirstLastPara="1" wrap="square" lIns="91425" tIns="91425" rIns="91425" bIns="91425" anchor="ctr" anchorCtr="0">
            <a:noAutofit/>
          </a:bodyPr>
          <a:lstStyle>
            <a:lvl1pPr lvl="0" rtl="0">
              <a:spcBef>
                <a:spcPts val="0"/>
              </a:spcBef>
              <a:spcAft>
                <a:spcPts val="0"/>
              </a:spcAft>
              <a:buSzPts val="2500"/>
              <a:buNone/>
              <a:defRPr sz="1800" b="1"/>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Numbers and text 4">
  <p:cSld name="CUSTOM_6_1_1_1_1">
    <p:spTree>
      <p:nvGrpSpPr>
        <p:cNvPr id="1" name="Shape 873"/>
        <p:cNvGrpSpPr/>
        <p:nvPr/>
      </p:nvGrpSpPr>
      <p:grpSpPr>
        <a:xfrm>
          <a:off x="0" y="0"/>
          <a:ext cx="0" cy="0"/>
          <a:chOff x="0" y="0"/>
          <a:chExt cx="0" cy="0"/>
        </a:xfrm>
      </p:grpSpPr>
      <p:sp>
        <p:nvSpPr>
          <p:cNvPr id="874" name="Google Shape;874;p46"/>
          <p:cNvSpPr/>
          <p:nvPr/>
        </p:nvSpPr>
        <p:spPr>
          <a:xfrm>
            <a:off x="319050" y="283350"/>
            <a:ext cx="8505900" cy="45768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5" name="Google Shape;875;p46"/>
          <p:cNvGrpSpPr/>
          <p:nvPr/>
        </p:nvGrpSpPr>
        <p:grpSpPr>
          <a:xfrm>
            <a:off x="-9513" y="1381124"/>
            <a:ext cx="9177947" cy="3762388"/>
            <a:chOff x="-9513" y="1381124"/>
            <a:chExt cx="9177947" cy="3762388"/>
          </a:xfrm>
        </p:grpSpPr>
        <p:sp>
          <p:nvSpPr>
            <p:cNvPr id="876" name="Google Shape;876;p46"/>
            <p:cNvSpPr/>
            <p:nvPr/>
          </p:nvSpPr>
          <p:spPr>
            <a:xfrm>
              <a:off x="743298" y="3878776"/>
              <a:ext cx="1664900" cy="1264737"/>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6"/>
            <p:cNvSpPr/>
            <p:nvPr/>
          </p:nvSpPr>
          <p:spPr>
            <a:xfrm rot="10800000">
              <a:off x="-9513" y="3652041"/>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46"/>
            <p:cNvSpPr/>
            <p:nvPr/>
          </p:nvSpPr>
          <p:spPr>
            <a:xfrm>
              <a:off x="7972352" y="1381124"/>
              <a:ext cx="1196082" cy="113470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 name="Google Shape;879;p46"/>
          <p:cNvGrpSpPr/>
          <p:nvPr/>
        </p:nvGrpSpPr>
        <p:grpSpPr>
          <a:xfrm>
            <a:off x="4281415" y="75177"/>
            <a:ext cx="581170" cy="125403"/>
            <a:chOff x="4685288" y="186288"/>
            <a:chExt cx="419375" cy="90485"/>
          </a:xfrm>
        </p:grpSpPr>
        <p:sp>
          <p:nvSpPr>
            <p:cNvPr id="880" name="Google Shape;880;p46"/>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1" name="Google Shape;881;p46"/>
            <p:cNvGrpSpPr/>
            <p:nvPr/>
          </p:nvGrpSpPr>
          <p:grpSpPr>
            <a:xfrm>
              <a:off x="4685288" y="186300"/>
              <a:ext cx="419375" cy="90473"/>
              <a:chOff x="4390000" y="182175"/>
              <a:chExt cx="419375" cy="90473"/>
            </a:xfrm>
          </p:grpSpPr>
          <p:sp>
            <p:nvSpPr>
              <p:cNvPr id="882" name="Google Shape;882;p46"/>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46"/>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84" name="Google Shape;884;p46"/>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885" name="Google Shape;885;p46"/>
          <p:cNvSpPr txBox="1">
            <a:spLocks noGrp="1"/>
          </p:cNvSpPr>
          <p:nvPr>
            <p:ph type="title" idx="2" hasCustomPrompt="1"/>
          </p:nvPr>
        </p:nvSpPr>
        <p:spPr>
          <a:xfrm>
            <a:off x="1525659" y="2772538"/>
            <a:ext cx="912600" cy="390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1800" b="1"/>
            </a:lvl1pPr>
            <a:lvl2pPr lvl="1" algn="ctr" rtl="0">
              <a:spcBef>
                <a:spcPts val="0"/>
              </a:spcBef>
              <a:spcAft>
                <a:spcPts val="0"/>
              </a:spcAft>
              <a:buClr>
                <a:schemeClr val="accent5"/>
              </a:buClr>
              <a:buSzPts val="12000"/>
              <a:buNone/>
              <a:defRPr sz="12000" b="1">
                <a:solidFill>
                  <a:schemeClr val="accent5"/>
                </a:solidFill>
              </a:defRPr>
            </a:lvl2pPr>
            <a:lvl3pPr lvl="2" algn="ctr" rtl="0">
              <a:spcBef>
                <a:spcPts val="0"/>
              </a:spcBef>
              <a:spcAft>
                <a:spcPts val="0"/>
              </a:spcAft>
              <a:buClr>
                <a:schemeClr val="accent5"/>
              </a:buClr>
              <a:buSzPts val="12000"/>
              <a:buNone/>
              <a:defRPr sz="12000" b="1">
                <a:solidFill>
                  <a:schemeClr val="accent5"/>
                </a:solidFill>
              </a:defRPr>
            </a:lvl3pPr>
            <a:lvl4pPr lvl="3" algn="ctr" rtl="0">
              <a:spcBef>
                <a:spcPts val="0"/>
              </a:spcBef>
              <a:spcAft>
                <a:spcPts val="0"/>
              </a:spcAft>
              <a:buClr>
                <a:schemeClr val="accent5"/>
              </a:buClr>
              <a:buSzPts val="12000"/>
              <a:buNone/>
              <a:defRPr sz="12000" b="1">
                <a:solidFill>
                  <a:schemeClr val="accent5"/>
                </a:solidFill>
              </a:defRPr>
            </a:lvl4pPr>
            <a:lvl5pPr lvl="4" algn="ctr" rtl="0">
              <a:spcBef>
                <a:spcPts val="0"/>
              </a:spcBef>
              <a:spcAft>
                <a:spcPts val="0"/>
              </a:spcAft>
              <a:buClr>
                <a:schemeClr val="accent5"/>
              </a:buClr>
              <a:buSzPts val="12000"/>
              <a:buNone/>
              <a:defRPr sz="12000" b="1">
                <a:solidFill>
                  <a:schemeClr val="accent5"/>
                </a:solidFill>
              </a:defRPr>
            </a:lvl5pPr>
            <a:lvl6pPr lvl="5" algn="ctr" rtl="0">
              <a:spcBef>
                <a:spcPts val="0"/>
              </a:spcBef>
              <a:spcAft>
                <a:spcPts val="0"/>
              </a:spcAft>
              <a:buClr>
                <a:schemeClr val="accent5"/>
              </a:buClr>
              <a:buSzPts val="12000"/>
              <a:buNone/>
              <a:defRPr sz="12000" b="1">
                <a:solidFill>
                  <a:schemeClr val="accent5"/>
                </a:solidFill>
              </a:defRPr>
            </a:lvl6pPr>
            <a:lvl7pPr lvl="6" algn="ctr" rtl="0">
              <a:spcBef>
                <a:spcPts val="0"/>
              </a:spcBef>
              <a:spcAft>
                <a:spcPts val="0"/>
              </a:spcAft>
              <a:buClr>
                <a:schemeClr val="accent5"/>
              </a:buClr>
              <a:buSzPts val="12000"/>
              <a:buNone/>
              <a:defRPr sz="12000" b="1">
                <a:solidFill>
                  <a:schemeClr val="accent5"/>
                </a:solidFill>
              </a:defRPr>
            </a:lvl7pPr>
            <a:lvl8pPr lvl="7" algn="ctr" rtl="0">
              <a:spcBef>
                <a:spcPts val="0"/>
              </a:spcBef>
              <a:spcAft>
                <a:spcPts val="0"/>
              </a:spcAft>
              <a:buClr>
                <a:schemeClr val="accent5"/>
              </a:buClr>
              <a:buSzPts val="12000"/>
              <a:buNone/>
              <a:defRPr sz="12000" b="1">
                <a:solidFill>
                  <a:schemeClr val="accent5"/>
                </a:solidFill>
              </a:defRPr>
            </a:lvl8pPr>
            <a:lvl9pPr lvl="8" algn="ctr" rtl="0">
              <a:spcBef>
                <a:spcPts val="0"/>
              </a:spcBef>
              <a:spcAft>
                <a:spcPts val="0"/>
              </a:spcAft>
              <a:buClr>
                <a:schemeClr val="accent5"/>
              </a:buClr>
              <a:buSzPts val="12000"/>
              <a:buNone/>
              <a:defRPr sz="12000" b="1">
                <a:solidFill>
                  <a:schemeClr val="accent5"/>
                </a:solidFill>
              </a:defRPr>
            </a:lvl9pPr>
          </a:lstStyle>
          <a:p>
            <a:r>
              <a:t>xx%</a:t>
            </a:r>
          </a:p>
        </p:txBody>
      </p:sp>
      <p:sp>
        <p:nvSpPr>
          <p:cNvPr id="886" name="Google Shape;886;p46"/>
          <p:cNvSpPr txBox="1">
            <a:spLocks noGrp="1"/>
          </p:cNvSpPr>
          <p:nvPr>
            <p:ph type="title" idx="3"/>
          </p:nvPr>
        </p:nvSpPr>
        <p:spPr>
          <a:xfrm>
            <a:off x="992859" y="1841025"/>
            <a:ext cx="1978200" cy="390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1800" b="1"/>
            </a:lvl1pPr>
            <a:lvl2pPr lvl="1" algn="ctr" rtl="0">
              <a:spcBef>
                <a:spcPts val="0"/>
              </a:spcBef>
              <a:spcAft>
                <a:spcPts val="0"/>
              </a:spcAft>
              <a:buClr>
                <a:schemeClr val="accent5"/>
              </a:buClr>
              <a:buSzPts val="1800"/>
              <a:buNone/>
              <a:defRPr sz="1800" b="1">
                <a:solidFill>
                  <a:schemeClr val="accent5"/>
                </a:solidFill>
              </a:defRPr>
            </a:lvl2pPr>
            <a:lvl3pPr lvl="2" algn="ctr" rtl="0">
              <a:spcBef>
                <a:spcPts val="0"/>
              </a:spcBef>
              <a:spcAft>
                <a:spcPts val="0"/>
              </a:spcAft>
              <a:buClr>
                <a:schemeClr val="accent5"/>
              </a:buClr>
              <a:buSzPts val="1800"/>
              <a:buNone/>
              <a:defRPr sz="1800" b="1">
                <a:solidFill>
                  <a:schemeClr val="accent5"/>
                </a:solidFill>
              </a:defRPr>
            </a:lvl3pPr>
            <a:lvl4pPr lvl="3" algn="ctr" rtl="0">
              <a:spcBef>
                <a:spcPts val="0"/>
              </a:spcBef>
              <a:spcAft>
                <a:spcPts val="0"/>
              </a:spcAft>
              <a:buClr>
                <a:schemeClr val="accent5"/>
              </a:buClr>
              <a:buSzPts val="1800"/>
              <a:buNone/>
              <a:defRPr sz="1800" b="1">
                <a:solidFill>
                  <a:schemeClr val="accent5"/>
                </a:solidFill>
              </a:defRPr>
            </a:lvl4pPr>
            <a:lvl5pPr lvl="4" algn="ctr" rtl="0">
              <a:spcBef>
                <a:spcPts val="0"/>
              </a:spcBef>
              <a:spcAft>
                <a:spcPts val="0"/>
              </a:spcAft>
              <a:buClr>
                <a:schemeClr val="accent5"/>
              </a:buClr>
              <a:buSzPts val="1800"/>
              <a:buNone/>
              <a:defRPr sz="1800" b="1">
                <a:solidFill>
                  <a:schemeClr val="accent5"/>
                </a:solidFill>
              </a:defRPr>
            </a:lvl5pPr>
            <a:lvl6pPr lvl="5" algn="ctr" rtl="0">
              <a:spcBef>
                <a:spcPts val="0"/>
              </a:spcBef>
              <a:spcAft>
                <a:spcPts val="0"/>
              </a:spcAft>
              <a:buClr>
                <a:schemeClr val="accent5"/>
              </a:buClr>
              <a:buSzPts val="1800"/>
              <a:buNone/>
              <a:defRPr sz="1800" b="1">
                <a:solidFill>
                  <a:schemeClr val="accent5"/>
                </a:solidFill>
              </a:defRPr>
            </a:lvl6pPr>
            <a:lvl7pPr lvl="6" algn="ctr" rtl="0">
              <a:spcBef>
                <a:spcPts val="0"/>
              </a:spcBef>
              <a:spcAft>
                <a:spcPts val="0"/>
              </a:spcAft>
              <a:buClr>
                <a:schemeClr val="accent5"/>
              </a:buClr>
              <a:buSzPts val="1800"/>
              <a:buNone/>
              <a:defRPr sz="1800" b="1">
                <a:solidFill>
                  <a:schemeClr val="accent5"/>
                </a:solidFill>
              </a:defRPr>
            </a:lvl7pPr>
            <a:lvl8pPr lvl="7" algn="ctr" rtl="0">
              <a:spcBef>
                <a:spcPts val="0"/>
              </a:spcBef>
              <a:spcAft>
                <a:spcPts val="0"/>
              </a:spcAft>
              <a:buClr>
                <a:schemeClr val="accent5"/>
              </a:buClr>
              <a:buSzPts val="1800"/>
              <a:buNone/>
              <a:defRPr sz="1800" b="1">
                <a:solidFill>
                  <a:schemeClr val="accent5"/>
                </a:solidFill>
              </a:defRPr>
            </a:lvl8pPr>
            <a:lvl9pPr lvl="8" algn="ctr" rtl="0">
              <a:spcBef>
                <a:spcPts val="0"/>
              </a:spcBef>
              <a:spcAft>
                <a:spcPts val="0"/>
              </a:spcAft>
              <a:buClr>
                <a:schemeClr val="accent5"/>
              </a:buClr>
              <a:buSzPts val="1800"/>
              <a:buNone/>
              <a:defRPr sz="1800" b="1">
                <a:solidFill>
                  <a:schemeClr val="accent5"/>
                </a:solidFill>
              </a:defRPr>
            </a:lvl9pPr>
          </a:lstStyle>
          <a:p>
            <a:endParaRPr/>
          </a:p>
        </p:txBody>
      </p:sp>
      <p:sp>
        <p:nvSpPr>
          <p:cNvPr id="887" name="Google Shape;887;p46"/>
          <p:cNvSpPr txBox="1">
            <a:spLocks noGrp="1"/>
          </p:cNvSpPr>
          <p:nvPr>
            <p:ph type="subTitle" idx="1"/>
          </p:nvPr>
        </p:nvSpPr>
        <p:spPr>
          <a:xfrm>
            <a:off x="992859" y="1265259"/>
            <a:ext cx="1978200" cy="527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sp>
        <p:nvSpPr>
          <p:cNvPr id="888" name="Google Shape;888;p46"/>
          <p:cNvSpPr txBox="1">
            <a:spLocks noGrp="1"/>
          </p:cNvSpPr>
          <p:nvPr>
            <p:ph type="title" idx="4" hasCustomPrompt="1"/>
          </p:nvPr>
        </p:nvSpPr>
        <p:spPr>
          <a:xfrm>
            <a:off x="3294130" y="2771188"/>
            <a:ext cx="912600" cy="393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1800" b="1"/>
            </a:lvl1pPr>
            <a:lvl2pPr lvl="1" algn="ctr" rtl="0">
              <a:spcBef>
                <a:spcPts val="0"/>
              </a:spcBef>
              <a:spcAft>
                <a:spcPts val="0"/>
              </a:spcAft>
              <a:buClr>
                <a:schemeClr val="accent5"/>
              </a:buClr>
              <a:buSzPts val="12000"/>
              <a:buNone/>
              <a:defRPr sz="12000" b="1">
                <a:solidFill>
                  <a:schemeClr val="accent5"/>
                </a:solidFill>
              </a:defRPr>
            </a:lvl2pPr>
            <a:lvl3pPr lvl="2" algn="ctr" rtl="0">
              <a:spcBef>
                <a:spcPts val="0"/>
              </a:spcBef>
              <a:spcAft>
                <a:spcPts val="0"/>
              </a:spcAft>
              <a:buClr>
                <a:schemeClr val="accent5"/>
              </a:buClr>
              <a:buSzPts val="12000"/>
              <a:buNone/>
              <a:defRPr sz="12000" b="1">
                <a:solidFill>
                  <a:schemeClr val="accent5"/>
                </a:solidFill>
              </a:defRPr>
            </a:lvl3pPr>
            <a:lvl4pPr lvl="3" algn="ctr" rtl="0">
              <a:spcBef>
                <a:spcPts val="0"/>
              </a:spcBef>
              <a:spcAft>
                <a:spcPts val="0"/>
              </a:spcAft>
              <a:buClr>
                <a:schemeClr val="accent5"/>
              </a:buClr>
              <a:buSzPts val="12000"/>
              <a:buNone/>
              <a:defRPr sz="12000" b="1">
                <a:solidFill>
                  <a:schemeClr val="accent5"/>
                </a:solidFill>
              </a:defRPr>
            </a:lvl4pPr>
            <a:lvl5pPr lvl="4" algn="ctr" rtl="0">
              <a:spcBef>
                <a:spcPts val="0"/>
              </a:spcBef>
              <a:spcAft>
                <a:spcPts val="0"/>
              </a:spcAft>
              <a:buClr>
                <a:schemeClr val="accent5"/>
              </a:buClr>
              <a:buSzPts val="12000"/>
              <a:buNone/>
              <a:defRPr sz="12000" b="1">
                <a:solidFill>
                  <a:schemeClr val="accent5"/>
                </a:solidFill>
              </a:defRPr>
            </a:lvl5pPr>
            <a:lvl6pPr lvl="5" algn="ctr" rtl="0">
              <a:spcBef>
                <a:spcPts val="0"/>
              </a:spcBef>
              <a:spcAft>
                <a:spcPts val="0"/>
              </a:spcAft>
              <a:buClr>
                <a:schemeClr val="accent5"/>
              </a:buClr>
              <a:buSzPts val="12000"/>
              <a:buNone/>
              <a:defRPr sz="12000" b="1">
                <a:solidFill>
                  <a:schemeClr val="accent5"/>
                </a:solidFill>
              </a:defRPr>
            </a:lvl6pPr>
            <a:lvl7pPr lvl="6" algn="ctr" rtl="0">
              <a:spcBef>
                <a:spcPts val="0"/>
              </a:spcBef>
              <a:spcAft>
                <a:spcPts val="0"/>
              </a:spcAft>
              <a:buClr>
                <a:schemeClr val="accent5"/>
              </a:buClr>
              <a:buSzPts val="12000"/>
              <a:buNone/>
              <a:defRPr sz="12000" b="1">
                <a:solidFill>
                  <a:schemeClr val="accent5"/>
                </a:solidFill>
              </a:defRPr>
            </a:lvl7pPr>
            <a:lvl8pPr lvl="7" algn="ctr" rtl="0">
              <a:spcBef>
                <a:spcPts val="0"/>
              </a:spcBef>
              <a:spcAft>
                <a:spcPts val="0"/>
              </a:spcAft>
              <a:buClr>
                <a:schemeClr val="accent5"/>
              </a:buClr>
              <a:buSzPts val="12000"/>
              <a:buNone/>
              <a:defRPr sz="12000" b="1">
                <a:solidFill>
                  <a:schemeClr val="accent5"/>
                </a:solidFill>
              </a:defRPr>
            </a:lvl8pPr>
            <a:lvl9pPr lvl="8" algn="ctr" rtl="0">
              <a:spcBef>
                <a:spcPts val="0"/>
              </a:spcBef>
              <a:spcAft>
                <a:spcPts val="0"/>
              </a:spcAft>
              <a:buClr>
                <a:schemeClr val="accent5"/>
              </a:buClr>
              <a:buSzPts val="12000"/>
              <a:buNone/>
              <a:defRPr sz="12000" b="1">
                <a:solidFill>
                  <a:schemeClr val="accent5"/>
                </a:solidFill>
              </a:defRPr>
            </a:lvl9pPr>
          </a:lstStyle>
          <a:p>
            <a:r>
              <a:t>xx%</a:t>
            </a:r>
          </a:p>
        </p:txBody>
      </p:sp>
      <p:sp>
        <p:nvSpPr>
          <p:cNvPr id="889" name="Google Shape;889;p46"/>
          <p:cNvSpPr txBox="1">
            <a:spLocks noGrp="1"/>
          </p:cNvSpPr>
          <p:nvPr>
            <p:ph type="title" idx="5"/>
          </p:nvPr>
        </p:nvSpPr>
        <p:spPr>
          <a:xfrm>
            <a:off x="2761330" y="3699500"/>
            <a:ext cx="1978200" cy="393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1800" b="1"/>
            </a:lvl1pPr>
            <a:lvl2pPr lvl="1" algn="ctr" rtl="0">
              <a:spcBef>
                <a:spcPts val="0"/>
              </a:spcBef>
              <a:spcAft>
                <a:spcPts val="0"/>
              </a:spcAft>
              <a:buClr>
                <a:schemeClr val="accent5"/>
              </a:buClr>
              <a:buSzPts val="1800"/>
              <a:buNone/>
              <a:defRPr sz="1800" b="1">
                <a:solidFill>
                  <a:schemeClr val="accent5"/>
                </a:solidFill>
              </a:defRPr>
            </a:lvl2pPr>
            <a:lvl3pPr lvl="2" algn="ctr" rtl="0">
              <a:spcBef>
                <a:spcPts val="0"/>
              </a:spcBef>
              <a:spcAft>
                <a:spcPts val="0"/>
              </a:spcAft>
              <a:buClr>
                <a:schemeClr val="accent5"/>
              </a:buClr>
              <a:buSzPts val="1800"/>
              <a:buNone/>
              <a:defRPr sz="1800" b="1">
                <a:solidFill>
                  <a:schemeClr val="accent5"/>
                </a:solidFill>
              </a:defRPr>
            </a:lvl3pPr>
            <a:lvl4pPr lvl="3" algn="ctr" rtl="0">
              <a:spcBef>
                <a:spcPts val="0"/>
              </a:spcBef>
              <a:spcAft>
                <a:spcPts val="0"/>
              </a:spcAft>
              <a:buClr>
                <a:schemeClr val="accent5"/>
              </a:buClr>
              <a:buSzPts val="1800"/>
              <a:buNone/>
              <a:defRPr sz="1800" b="1">
                <a:solidFill>
                  <a:schemeClr val="accent5"/>
                </a:solidFill>
              </a:defRPr>
            </a:lvl4pPr>
            <a:lvl5pPr lvl="4" algn="ctr" rtl="0">
              <a:spcBef>
                <a:spcPts val="0"/>
              </a:spcBef>
              <a:spcAft>
                <a:spcPts val="0"/>
              </a:spcAft>
              <a:buClr>
                <a:schemeClr val="accent5"/>
              </a:buClr>
              <a:buSzPts val="1800"/>
              <a:buNone/>
              <a:defRPr sz="1800" b="1">
                <a:solidFill>
                  <a:schemeClr val="accent5"/>
                </a:solidFill>
              </a:defRPr>
            </a:lvl5pPr>
            <a:lvl6pPr lvl="5" algn="ctr" rtl="0">
              <a:spcBef>
                <a:spcPts val="0"/>
              </a:spcBef>
              <a:spcAft>
                <a:spcPts val="0"/>
              </a:spcAft>
              <a:buClr>
                <a:schemeClr val="accent5"/>
              </a:buClr>
              <a:buSzPts val="1800"/>
              <a:buNone/>
              <a:defRPr sz="1800" b="1">
                <a:solidFill>
                  <a:schemeClr val="accent5"/>
                </a:solidFill>
              </a:defRPr>
            </a:lvl6pPr>
            <a:lvl7pPr lvl="6" algn="ctr" rtl="0">
              <a:spcBef>
                <a:spcPts val="0"/>
              </a:spcBef>
              <a:spcAft>
                <a:spcPts val="0"/>
              </a:spcAft>
              <a:buClr>
                <a:schemeClr val="accent5"/>
              </a:buClr>
              <a:buSzPts val="1800"/>
              <a:buNone/>
              <a:defRPr sz="1800" b="1">
                <a:solidFill>
                  <a:schemeClr val="accent5"/>
                </a:solidFill>
              </a:defRPr>
            </a:lvl7pPr>
            <a:lvl8pPr lvl="7" algn="ctr" rtl="0">
              <a:spcBef>
                <a:spcPts val="0"/>
              </a:spcBef>
              <a:spcAft>
                <a:spcPts val="0"/>
              </a:spcAft>
              <a:buClr>
                <a:schemeClr val="accent5"/>
              </a:buClr>
              <a:buSzPts val="1800"/>
              <a:buNone/>
              <a:defRPr sz="1800" b="1">
                <a:solidFill>
                  <a:schemeClr val="accent5"/>
                </a:solidFill>
              </a:defRPr>
            </a:lvl8pPr>
            <a:lvl9pPr lvl="8" algn="ctr" rtl="0">
              <a:spcBef>
                <a:spcPts val="0"/>
              </a:spcBef>
              <a:spcAft>
                <a:spcPts val="0"/>
              </a:spcAft>
              <a:buClr>
                <a:schemeClr val="accent5"/>
              </a:buClr>
              <a:buSzPts val="1800"/>
              <a:buNone/>
              <a:defRPr sz="1800" b="1">
                <a:solidFill>
                  <a:schemeClr val="accent5"/>
                </a:solidFill>
              </a:defRPr>
            </a:lvl9pPr>
          </a:lstStyle>
          <a:p>
            <a:endParaRPr/>
          </a:p>
        </p:txBody>
      </p:sp>
      <p:sp>
        <p:nvSpPr>
          <p:cNvPr id="890" name="Google Shape;890;p46"/>
          <p:cNvSpPr txBox="1">
            <a:spLocks noGrp="1"/>
          </p:cNvSpPr>
          <p:nvPr>
            <p:ph type="subTitle" idx="6"/>
          </p:nvPr>
        </p:nvSpPr>
        <p:spPr>
          <a:xfrm>
            <a:off x="2761330" y="4092825"/>
            <a:ext cx="1978200" cy="527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sp>
        <p:nvSpPr>
          <p:cNvPr id="891" name="Google Shape;891;p46"/>
          <p:cNvSpPr txBox="1">
            <a:spLocks noGrp="1"/>
          </p:cNvSpPr>
          <p:nvPr>
            <p:ph type="title" idx="7" hasCustomPrompt="1"/>
          </p:nvPr>
        </p:nvSpPr>
        <p:spPr>
          <a:xfrm>
            <a:off x="5062601" y="2771188"/>
            <a:ext cx="912600" cy="393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1800" b="1"/>
            </a:lvl1pPr>
            <a:lvl2pPr lvl="1" algn="ctr" rtl="0">
              <a:spcBef>
                <a:spcPts val="0"/>
              </a:spcBef>
              <a:spcAft>
                <a:spcPts val="0"/>
              </a:spcAft>
              <a:buClr>
                <a:schemeClr val="accent5"/>
              </a:buClr>
              <a:buSzPts val="12000"/>
              <a:buNone/>
              <a:defRPr sz="12000" b="1">
                <a:solidFill>
                  <a:schemeClr val="accent5"/>
                </a:solidFill>
              </a:defRPr>
            </a:lvl2pPr>
            <a:lvl3pPr lvl="2" algn="ctr" rtl="0">
              <a:spcBef>
                <a:spcPts val="0"/>
              </a:spcBef>
              <a:spcAft>
                <a:spcPts val="0"/>
              </a:spcAft>
              <a:buClr>
                <a:schemeClr val="accent5"/>
              </a:buClr>
              <a:buSzPts val="12000"/>
              <a:buNone/>
              <a:defRPr sz="12000" b="1">
                <a:solidFill>
                  <a:schemeClr val="accent5"/>
                </a:solidFill>
              </a:defRPr>
            </a:lvl3pPr>
            <a:lvl4pPr lvl="3" algn="ctr" rtl="0">
              <a:spcBef>
                <a:spcPts val="0"/>
              </a:spcBef>
              <a:spcAft>
                <a:spcPts val="0"/>
              </a:spcAft>
              <a:buClr>
                <a:schemeClr val="accent5"/>
              </a:buClr>
              <a:buSzPts val="12000"/>
              <a:buNone/>
              <a:defRPr sz="12000" b="1">
                <a:solidFill>
                  <a:schemeClr val="accent5"/>
                </a:solidFill>
              </a:defRPr>
            </a:lvl4pPr>
            <a:lvl5pPr lvl="4" algn="ctr" rtl="0">
              <a:spcBef>
                <a:spcPts val="0"/>
              </a:spcBef>
              <a:spcAft>
                <a:spcPts val="0"/>
              </a:spcAft>
              <a:buClr>
                <a:schemeClr val="accent5"/>
              </a:buClr>
              <a:buSzPts val="12000"/>
              <a:buNone/>
              <a:defRPr sz="12000" b="1">
                <a:solidFill>
                  <a:schemeClr val="accent5"/>
                </a:solidFill>
              </a:defRPr>
            </a:lvl5pPr>
            <a:lvl6pPr lvl="5" algn="ctr" rtl="0">
              <a:spcBef>
                <a:spcPts val="0"/>
              </a:spcBef>
              <a:spcAft>
                <a:spcPts val="0"/>
              </a:spcAft>
              <a:buClr>
                <a:schemeClr val="accent5"/>
              </a:buClr>
              <a:buSzPts val="12000"/>
              <a:buNone/>
              <a:defRPr sz="12000" b="1">
                <a:solidFill>
                  <a:schemeClr val="accent5"/>
                </a:solidFill>
              </a:defRPr>
            </a:lvl6pPr>
            <a:lvl7pPr lvl="6" algn="ctr" rtl="0">
              <a:spcBef>
                <a:spcPts val="0"/>
              </a:spcBef>
              <a:spcAft>
                <a:spcPts val="0"/>
              </a:spcAft>
              <a:buClr>
                <a:schemeClr val="accent5"/>
              </a:buClr>
              <a:buSzPts val="12000"/>
              <a:buNone/>
              <a:defRPr sz="12000" b="1">
                <a:solidFill>
                  <a:schemeClr val="accent5"/>
                </a:solidFill>
              </a:defRPr>
            </a:lvl7pPr>
            <a:lvl8pPr lvl="7" algn="ctr" rtl="0">
              <a:spcBef>
                <a:spcPts val="0"/>
              </a:spcBef>
              <a:spcAft>
                <a:spcPts val="0"/>
              </a:spcAft>
              <a:buClr>
                <a:schemeClr val="accent5"/>
              </a:buClr>
              <a:buSzPts val="12000"/>
              <a:buNone/>
              <a:defRPr sz="12000" b="1">
                <a:solidFill>
                  <a:schemeClr val="accent5"/>
                </a:solidFill>
              </a:defRPr>
            </a:lvl8pPr>
            <a:lvl9pPr lvl="8" algn="ctr" rtl="0">
              <a:spcBef>
                <a:spcPts val="0"/>
              </a:spcBef>
              <a:spcAft>
                <a:spcPts val="0"/>
              </a:spcAft>
              <a:buClr>
                <a:schemeClr val="accent5"/>
              </a:buClr>
              <a:buSzPts val="12000"/>
              <a:buNone/>
              <a:defRPr sz="12000" b="1">
                <a:solidFill>
                  <a:schemeClr val="accent5"/>
                </a:solidFill>
              </a:defRPr>
            </a:lvl9pPr>
          </a:lstStyle>
          <a:p>
            <a:r>
              <a:t>xx%</a:t>
            </a:r>
          </a:p>
        </p:txBody>
      </p:sp>
      <p:sp>
        <p:nvSpPr>
          <p:cNvPr id="892" name="Google Shape;892;p46"/>
          <p:cNvSpPr txBox="1">
            <a:spLocks noGrp="1"/>
          </p:cNvSpPr>
          <p:nvPr>
            <p:ph type="title" idx="8"/>
          </p:nvPr>
        </p:nvSpPr>
        <p:spPr>
          <a:xfrm>
            <a:off x="4529801" y="1833350"/>
            <a:ext cx="1978200" cy="390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1800" b="1"/>
            </a:lvl1pPr>
            <a:lvl2pPr lvl="1" algn="ctr" rtl="0">
              <a:spcBef>
                <a:spcPts val="0"/>
              </a:spcBef>
              <a:spcAft>
                <a:spcPts val="0"/>
              </a:spcAft>
              <a:buClr>
                <a:schemeClr val="accent5"/>
              </a:buClr>
              <a:buSzPts val="1800"/>
              <a:buNone/>
              <a:defRPr sz="1800" b="1">
                <a:solidFill>
                  <a:schemeClr val="accent5"/>
                </a:solidFill>
              </a:defRPr>
            </a:lvl2pPr>
            <a:lvl3pPr lvl="2" algn="ctr" rtl="0">
              <a:spcBef>
                <a:spcPts val="0"/>
              </a:spcBef>
              <a:spcAft>
                <a:spcPts val="0"/>
              </a:spcAft>
              <a:buClr>
                <a:schemeClr val="accent5"/>
              </a:buClr>
              <a:buSzPts val="1800"/>
              <a:buNone/>
              <a:defRPr sz="1800" b="1">
                <a:solidFill>
                  <a:schemeClr val="accent5"/>
                </a:solidFill>
              </a:defRPr>
            </a:lvl3pPr>
            <a:lvl4pPr lvl="3" algn="ctr" rtl="0">
              <a:spcBef>
                <a:spcPts val="0"/>
              </a:spcBef>
              <a:spcAft>
                <a:spcPts val="0"/>
              </a:spcAft>
              <a:buClr>
                <a:schemeClr val="accent5"/>
              </a:buClr>
              <a:buSzPts val="1800"/>
              <a:buNone/>
              <a:defRPr sz="1800" b="1">
                <a:solidFill>
                  <a:schemeClr val="accent5"/>
                </a:solidFill>
              </a:defRPr>
            </a:lvl4pPr>
            <a:lvl5pPr lvl="4" algn="ctr" rtl="0">
              <a:spcBef>
                <a:spcPts val="0"/>
              </a:spcBef>
              <a:spcAft>
                <a:spcPts val="0"/>
              </a:spcAft>
              <a:buClr>
                <a:schemeClr val="accent5"/>
              </a:buClr>
              <a:buSzPts val="1800"/>
              <a:buNone/>
              <a:defRPr sz="1800" b="1">
                <a:solidFill>
                  <a:schemeClr val="accent5"/>
                </a:solidFill>
              </a:defRPr>
            </a:lvl5pPr>
            <a:lvl6pPr lvl="5" algn="ctr" rtl="0">
              <a:spcBef>
                <a:spcPts val="0"/>
              </a:spcBef>
              <a:spcAft>
                <a:spcPts val="0"/>
              </a:spcAft>
              <a:buClr>
                <a:schemeClr val="accent5"/>
              </a:buClr>
              <a:buSzPts val="1800"/>
              <a:buNone/>
              <a:defRPr sz="1800" b="1">
                <a:solidFill>
                  <a:schemeClr val="accent5"/>
                </a:solidFill>
              </a:defRPr>
            </a:lvl6pPr>
            <a:lvl7pPr lvl="6" algn="ctr" rtl="0">
              <a:spcBef>
                <a:spcPts val="0"/>
              </a:spcBef>
              <a:spcAft>
                <a:spcPts val="0"/>
              </a:spcAft>
              <a:buClr>
                <a:schemeClr val="accent5"/>
              </a:buClr>
              <a:buSzPts val="1800"/>
              <a:buNone/>
              <a:defRPr sz="1800" b="1">
                <a:solidFill>
                  <a:schemeClr val="accent5"/>
                </a:solidFill>
              </a:defRPr>
            </a:lvl7pPr>
            <a:lvl8pPr lvl="7" algn="ctr" rtl="0">
              <a:spcBef>
                <a:spcPts val="0"/>
              </a:spcBef>
              <a:spcAft>
                <a:spcPts val="0"/>
              </a:spcAft>
              <a:buClr>
                <a:schemeClr val="accent5"/>
              </a:buClr>
              <a:buSzPts val="1800"/>
              <a:buNone/>
              <a:defRPr sz="1800" b="1">
                <a:solidFill>
                  <a:schemeClr val="accent5"/>
                </a:solidFill>
              </a:defRPr>
            </a:lvl8pPr>
            <a:lvl9pPr lvl="8" algn="ctr" rtl="0">
              <a:spcBef>
                <a:spcPts val="0"/>
              </a:spcBef>
              <a:spcAft>
                <a:spcPts val="0"/>
              </a:spcAft>
              <a:buClr>
                <a:schemeClr val="accent5"/>
              </a:buClr>
              <a:buSzPts val="1800"/>
              <a:buNone/>
              <a:defRPr sz="1800" b="1">
                <a:solidFill>
                  <a:schemeClr val="accent5"/>
                </a:solidFill>
              </a:defRPr>
            </a:lvl9pPr>
          </a:lstStyle>
          <a:p>
            <a:endParaRPr/>
          </a:p>
        </p:txBody>
      </p:sp>
      <p:sp>
        <p:nvSpPr>
          <p:cNvPr id="893" name="Google Shape;893;p46"/>
          <p:cNvSpPr txBox="1">
            <a:spLocks noGrp="1"/>
          </p:cNvSpPr>
          <p:nvPr>
            <p:ph type="subTitle" idx="9"/>
          </p:nvPr>
        </p:nvSpPr>
        <p:spPr>
          <a:xfrm>
            <a:off x="4529801" y="1265259"/>
            <a:ext cx="1978200" cy="527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sp>
        <p:nvSpPr>
          <p:cNvPr id="894" name="Google Shape;894;p46"/>
          <p:cNvSpPr txBox="1">
            <a:spLocks noGrp="1"/>
          </p:cNvSpPr>
          <p:nvPr>
            <p:ph type="title" idx="13" hasCustomPrompt="1"/>
          </p:nvPr>
        </p:nvSpPr>
        <p:spPr>
          <a:xfrm>
            <a:off x="6831071" y="2771188"/>
            <a:ext cx="912600" cy="393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1800" b="1"/>
            </a:lvl1pPr>
            <a:lvl2pPr lvl="1" algn="ctr" rtl="0">
              <a:spcBef>
                <a:spcPts val="0"/>
              </a:spcBef>
              <a:spcAft>
                <a:spcPts val="0"/>
              </a:spcAft>
              <a:buClr>
                <a:schemeClr val="accent5"/>
              </a:buClr>
              <a:buSzPts val="12000"/>
              <a:buNone/>
              <a:defRPr sz="12000" b="1">
                <a:solidFill>
                  <a:schemeClr val="accent5"/>
                </a:solidFill>
              </a:defRPr>
            </a:lvl2pPr>
            <a:lvl3pPr lvl="2" algn="ctr" rtl="0">
              <a:spcBef>
                <a:spcPts val="0"/>
              </a:spcBef>
              <a:spcAft>
                <a:spcPts val="0"/>
              </a:spcAft>
              <a:buClr>
                <a:schemeClr val="accent5"/>
              </a:buClr>
              <a:buSzPts val="12000"/>
              <a:buNone/>
              <a:defRPr sz="12000" b="1">
                <a:solidFill>
                  <a:schemeClr val="accent5"/>
                </a:solidFill>
              </a:defRPr>
            </a:lvl3pPr>
            <a:lvl4pPr lvl="3" algn="ctr" rtl="0">
              <a:spcBef>
                <a:spcPts val="0"/>
              </a:spcBef>
              <a:spcAft>
                <a:spcPts val="0"/>
              </a:spcAft>
              <a:buClr>
                <a:schemeClr val="accent5"/>
              </a:buClr>
              <a:buSzPts val="12000"/>
              <a:buNone/>
              <a:defRPr sz="12000" b="1">
                <a:solidFill>
                  <a:schemeClr val="accent5"/>
                </a:solidFill>
              </a:defRPr>
            </a:lvl4pPr>
            <a:lvl5pPr lvl="4" algn="ctr" rtl="0">
              <a:spcBef>
                <a:spcPts val="0"/>
              </a:spcBef>
              <a:spcAft>
                <a:spcPts val="0"/>
              </a:spcAft>
              <a:buClr>
                <a:schemeClr val="accent5"/>
              </a:buClr>
              <a:buSzPts val="12000"/>
              <a:buNone/>
              <a:defRPr sz="12000" b="1">
                <a:solidFill>
                  <a:schemeClr val="accent5"/>
                </a:solidFill>
              </a:defRPr>
            </a:lvl5pPr>
            <a:lvl6pPr lvl="5" algn="ctr" rtl="0">
              <a:spcBef>
                <a:spcPts val="0"/>
              </a:spcBef>
              <a:spcAft>
                <a:spcPts val="0"/>
              </a:spcAft>
              <a:buClr>
                <a:schemeClr val="accent5"/>
              </a:buClr>
              <a:buSzPts val="12000"/>
              <a:buNone/>
              <a:defRPr sz="12000" b="1">
                <a:solidFill>
                  <a:schemeClr val="accent5"/>
                </a:solidFill>
              </a:defRPr>
            </a:lvl6pPr>
            <a:lvl7pPr lvl="6" algn="ctr" rtl="0">
              <a:spcBef>
                <a:spcPts val="0"/>
              </a:spcBef>
              <a:spcAft>
                <a:spcPts val="0"/>
              </a:spcAft>
              <a:buClr>
                <a:schemeClr val="accent5"/>
              </a:buClr>
              <a:buSzPts val="12000"/>
              <a:buNone/>
              <a:defRPr sz="12000" b="1">
                <a:solidFill>
                  <a:schemeClr val="accent5"/>
                </a:solidFill>
              </a:defRPr>
            </a:lvl7pPr>
            <a:lvl8pPr lvl="7" algn="ctr" rtl="0">
              <a:spcBef>
                <a:spcPts val="0"/>
              </a:spcBef>
              <a:spcAft>
                <a:spcPts val="0"/>
              </a:spcAft>
              <a:buClr>
                <a:schemeClr val="accent5"/>
              </a:buClr>
              <a:buSzPts val="12000"/>
              <a:buNone/>
              <a:defRPr sz="12000" b="1">
                <a:solidFill>
                  <a:schemeClr val="accent5"/>
                </a:solidFill>
              </a:defRPr>
            </a:lvl8pPr>
            <a:lvl9pPr lvl="8" algn="ctr" rtl="0">
              <a:spcBef>
                <a:spcPts val="0"/>
              </a:spcBef>
              <a:spcAft>
                <a:spcPts val="0"/>
              </a:spcAft>
              <a:buClr>
                <a:schemeClr val="accent5"/>
              </a:buClr>
              <a:buSzPts val="12000"/>
              <a:buNone/>
              <a:defRPr sz="12000" b="1">
                <a:solidFill>
                  <a:schemeClr val="accent5"/>
                </a:solidFill>
              </a:defRPr>
            </a:lvl9pPr>
          </a:lstStyle>
          <a:p>
            <a:r>
              <a:t>xx%</a:t>
            </a:r>
          </a:p>
        </p:txBody>
      </p:sp>
      <p:sp>
        <p:nvSpPr>
          <p:cNvPr id="895" name="Google Shape;895;p46"/>
          <p:cNvSpPr txBox="1">
            <a:spLocks noGrp="1"/>
          </p:cNvSpPr>
          <p:nvPr>
            <p:ph type="title" idx="14"/>
          </p:nvPr>
        </p:nvSpPr>
        <p:spPr>
          <a:xfrm>
            <a:off x="6298271" y="3699500"/>
            <a:ext cx="1978200" cy="393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1800" b="1"/>
            </a:lvl1pPr>
            <a:lvl2pPr lvl="1" algn="ctr" rtl="0">
              <a:spcBef>
                <a:spcPts val="0"/>
              </a:spcBef>
              <a:spcAft>
                <a:spcPts val="0"/>
              </a:spcAft>
              <a:buClr>
                <a:schemeClr val="accent5"/>
              </a:buClr>
              <a:buSzPts val="1800"/>
              <a:buNone/>
              <a:defRPr sz="1800" b="1">
                <a:solidFill>
                  <a:schemeClr val="accent5"/>
                </a:solidFill>
              </a:defRPr>
            </a:lvl2pPr>
            <a:lvl3pPr lvl="2" algn="ctr" rtl="0">
              <a:spcBef>
                <a:spcPts val="0"/>
              </a:spcBef>
              <a:spcAft>
                <a:spcPts val="0"/>
              </a:spcAft>
              <a:buClr>
                <a:schemeClr val="accent5"/>
              </a:buClr>
              <a:buSzPts val="1800"/>
              <a:buNone/>
              <a:defRPr sz="1800" b="1">
                <a:solidFill>
                  <a:schemeClr val="accent5"/>
                </a:solidFill>
              </a:defRPr>
            </a:lvl3pPr>
            <a:lvl4pPr lvl="3" algn="ctr" rtl="0">
              <a:spcBef>
                <a:spcPts val="0"/>
              </a:spcBef>
              <a:spcAft>
                <a:spcPts val="0"/>
              </a:spcAft>
              <a:buClr>
                <a:schemeClr val="accent5"/>
              </a:buClr>
              <a:buSzPts val="1800"/>
              <a:buNone/>
              <a:defRPr sz="1800" b="1">
                <a:solidFill>
                  <a:schemeClr val="accent5"/>
                </a:solidFill>
              </a:defRPr>
            </a:lvl4pPr>
            <a:lvl5pPr lvl="4" algn="ctr" rtl="0">
              <a:spcBef>
                <a:spcPts val="0"/>
              </a:spcBef>
              <a:spcAft>
                <a:spcPts val="0"/>
              </a:spcAft>
              <a:buClr>
                <a:schemeClr val="accent5"/>
              </a:buClr>
              <a:buSzPts val="1800"/>
              <a:buNone/>
              <a:defRPr sz="1800" b="1">
                <a:solidFill>
                  <a:schemeClr val="accent5"/>
                </a:solidFill>
              </a:defRPr>
            </a:lvl5pPr>
            <a:lvl6pPr lvl="5" algn="ctr" rtl="0">
              <a:spcBef>
                <a:spcPts val="0"/>
              </a:spcBef>
              <a:spcAft>
                <a:spcPts val="0"/>
              </a:spcAft>
              <a:buClr>
                <a:schemeClr val="accent5"/>
              </a:buClr>
              <a:buSzPts val="1800"/>
              <a:buNone/>
              <a:defRPr sz="1800" b="1">
                <a:solidFill>
                  <a:schemeClr val="accent5"/>
                </a:solidFill>
              </a:defRPr>
            </a:lvl6pPr>
            <a:lvl7pPr lvl="6" algn="ctr" rtl="0">
              <a:spcBef>
                <a:spcPts val="0"/>
              </a:spcBef>
              <a:spcAft>
                <a:spcPts val="0"/>
              </a:spcAft>
              <a:buClr>
                <a:schemeClr val="accent5"/>
              </a:buClr>
              <a:buSzPts val="1800"/>
              <a:buNone/>
              <a:defRPr sz="1800" b="1">
                <a:solidFill>
                  <a:schemeClr val="accent5"/>
                </a:solidFill>
              </a:defRPr>
            </a:lvl7pPr>
            <a:lvl8pPr lvl="7" algn="ctr" rtl="0">
              <a:spcBef>
                <a:spcPts val="0"/>
              </a:spcBef>
              <a:spcAft>
                <a:spcPts val="0"/>
              </a:spcAft>
              <a:buClr>
                <a:schemeClr val="accent5"/>
              </a:buClr>
              <a:buSzPts val="1800"/>
              <a:buNone/>
              <a:defRPr sz="1800" b="1">
                <a:solidFill>
                  <a:schemeClr val="accent5"/>
                </a:solidFill>
              </a:defRPr>
            </a:lvl8pPr>
            <a:lvl9pPr lvl="8" algn="ctr" rtl="0">
              <a:spcBef>
                <a:spcPts val="0"/>
              </a:spcBef>
              <a:spcAft>
                <a:spcPts val="0"/>
              </a:spcAft>
              <a:buClr>
                <a:schemeClr val="accent5"/>
              </a:buClr>
              <a:buSzPts val="1800"/>
              <a:buNone/>
              <a:defRPr sz="1800" b="1">
                <a:solidFill>
                  <a:schemeClr val="accent5"/>
                </a:solidFill>
              </a:defRPr>
            </a:lvl9pPr>
          </a:lstStyle>
          <a:p>
            <a:endParaRPr/>
          </a:p>
        </p:txBody>
      </p:sp>
      <p:sp>
        <p:nvSpPr>
          <p:cNvPr id="896" name="Google Shape;896;p46"/>
          <p:cNvSpPr txBox="1">
            <a:spLocks noGrp="1"/>
          </p:cNvSpPr>
          <p:nvPr>
            <p:ph type="subTitle" idx="15"/>
          </p:nvPr>
        </p:nvSpPr>
        <p:spPr>
          <a:xfrm>
            <a:off x="6298271" y="4092825"/>
            <a:ext cx="1978200" cy="527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Quote">
  <p:cSld name="CUSTOM_2">
    <p:spTree>
      <p:nvGrpSpPr>
        <p:cNvPr id="1" name="Shape 897"/>
        <p:cNvGrpSpPr/>
        <p:nvPr/>
      </p:nvGrpSpPr>
      <p:grpSpPr>
        <a:xfrm>
          <a:off x="0" y="0"/>
          <a:ext cx="0" cy="0"/>
          <a:chOff x="0" y="0"/>
          <a:chExt cx="0" cy="0"/>
        </a:xfrm>
      </p:grpSpPr>
      <p:grpSp>
        <p:nvGrpSpPr>
          <p:cNvPr id="898" name="Google Shape;898;p47"/>
          <p:cNvGrpSpPr/>
          <p:nvPr/>
        </p:nvGrpSpPr>
        <p:grpSpPr>
          <a:xfrm>
            <a:off x="-9513" y="-6"/>
            <a:ext cx="9177947" cy="5143519"/>
            <a:chOff x="-9513" y="-6"/>
            <a:chExt cx="9177947" cy="5143519"/>
          </a:xfrm>
        </p:grpSpPr>
        <p:sp>
          <p:nvSpPr>
            <p:cNvPr id="899" name="Google Shape;899;p47"/>
            <p:cNvSpPr/>
            <p:nvPr/>
          </p:nvSpPr>
          <p:spPr>
            <a:xfrm>
              <a:off x="319050" y="283350"/>
              <a:ext cx="8505900" cy="45768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47"/>
            <p:cNvSpPr/>
            <p:nvPr/>
          </p:nvSpPr>
          <p:spPr>
            <a:xfrm>
              <a:off x="7132742" y="2"/>
              <a:ext cx="1612254" cy="1208486"/>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47"/>
            <p:cNvSpPr/>
            <p:nvPr/>
          </p:nvSpPr>
          <p:spPr>
            <a:xfrm>
              <a:off x="6426313" y="-6"/>
              <a:ext cx="1250789" cy="937634"/>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47"/>
            <p:cNvSpPr/>
            <p:nvPr/>
          </p:nvSpPr>
          <p:spPr>
            <a:xfrm>
              <a:off x="743298" y="3878776"/>
              <a:ext cx="1664900" cy="1264737"/>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47"/>
            <p:cNvSpPr/>
            <p:nvPr/>
          </p:nvSpPr>
          <p:spPr>
            <a:xfrm rot="10800000">
              <a:off x="-9513" y="3652041"/>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47"/>
            <p:cNvSpPr/>
            <p:nvPr/>
          </p:nvSpPr>
          <p:spPr>
            <a:xfrm rot="10800000">
              <a:off x="-9513" y="2774418"/>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47"/>
            <p:cNvSpPr/>
            <p:nvPr/>
          </p:nvSpPr>
          <p:spPr>
            <a:xfrm>
              <a:off x="7972352" y="1381124"/>
              <a:ext cx="1196082" cy="113470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 name="Google Shape;906;p47"/>
          <p:cNvGrpSpPr/>
          <p:nvPr/>
        </p:nvGrpSpPr>
        <p:grpSpPr>
          <a:xfrm>
            <a:off x="4281415" y="75177"/>
            <a:ext cx="581170" cy="125403"/>
            <a:chOff x="4685288" y="186288"/>
            <a:chExt cx="419375" cy="90485"/>
          </a:xfrm>
        </p:grpSpPr>
        <p:sp>
          <p:nvSpPr>
            <p:cNvPr id="907" name="Google Shape;907;p47"/>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8" name="Google Shape;908;p47"/>
            <p:cNvGrpSpPr/>
            <p:nvPr/>
          </p:nvGrpSpPr>
          <p:grpSpPr>
            <a:xfrm>
              <a:off x="4685288" y="186300"/>
              <a:ext cx="419375" cy="90473"/>
              <a:chOff x="4390000" y="182175"/>
              <a:chExt cx="419375" cy="90473"/>
            </a:xfrm>
          </p:grpSpPr>
          <p:sp>
            <p:nvSpPr>
              <p:cNvPr id="909" name="Google Shape;909;p47"/>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47"/>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11" name="Google Shape;911;p47"/>
          <p:cNvSpPr txBox="1">
            <a:spLocks noGrp="1"/>
          </p:cNvSpPr>
          <p:nvPr>
            <p:ph type="subTitle" idx="1"/>
          </p:nvPr>
        </p:nvSpPr>
        <p:spPr>
          <a:xfrm>
            <a:off x="1909800" y="1549776"/>
            <a:ext cx="5324400" cy="1308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2400"/>
            </a:lvl1pPr>
            <a:lvl2pPr lvl="1" algn="ctr" rtl="0">
              <a:lnSpc>
                <a:spcPct val="100000"/>
              </a:lnSpc>
              <a:spcBef>
                <a:spcPts val="0"/>
              </a:spcBef>
              <a:spcAft>
                <a:spcPts val="0"/>
              </a:spcAft>
              <a:buNone/>
              <a:defRPr sz="2400"/>
            </a:lvl2pPr>
            <a:lvl3pPr lvl="2" algn="ctr" rtl="0">
              <a:lnSpc>
                <a:spcPct val="100000"/>
              </a:lnSpc>
              <a:spcBef>
                <a:spcPts val="0"/>
              </a:spcBef>
              <a:spcAft>
                <a:spcPts val="0"/>
              </a:spcAft>
              <a:buNone/>
              <a:defRPr sz="2400"/>
            </a:lvl3pPr>
            <a:lvl4pPr lvl="3" algn="ctr" rtl="0">
              <a:lnSpc>
                <a:spcPct val="100000"/>
              </a:lnSpc>
              <a:spcBef>
                <a:spcPts val="0"/>
              </a:spcBef>
              <a:spcAft>
                <a:spcPts val="0"/>
              </a:spcAft>
              <a:buNone/>
              <a:defRPr sz="2400"/>
            </a:lvl4pPr>
            <a:lvl5pPr lvl="4" algn="ctr" rtl="0">
              <a:lnSpc>
                <a:spcPct val="100000"/>
              </a:lnSpc>
              <a:spcBef>
                <a:spcPts val="0"/>
              </a:spcBef>
              <a:spcAft>
                <a:spcPts val="0"/>
              </a:spcAft>
              <a:buNone/>
              <a:defRPr sz="2400"/>
            </a:lvl5pPr>
            <a:lvl6pPr lvl="5" algn="ctr" rtl="0">
              <a:lnSpc>
                <a:spcPct val="100000"/>
              </a:lnSpc>
              <a:spcBef>
                <a:spcPts val="0"/>
              </a:spcBef>
              <a:spcAft>
                <a:spcPts val="0"/>
              </a:spcAft>
              <a:buNone/>
              <a:defRPr sz="2400"/>
            </a:lvl6pPr>
            <a:lvl7pPr lvl="6" algn="ctr" rtl="0">
              <a:lnSpc>
                <a:spcPct val="100000"/>
              </a:lnSpc>
              <a:spcBef>
                <a:spcPts val="0"/>
              </a:spcBef>
              <a:spcAft>
                <a:spcPts val="0"/>
              </a:spcAft>
              <a:buNone/>
              <a:defRPr sz="2400"/>
            </a:lvl7pPr>
            <a:lvl8pPr lvl="7" algn="ctr" rtl="0">
              <a:lnSpc>
                <a:spcPct val="100000"/>
              </a:lnSpc>
              <a:spcBef>
                <a:spcPts val="0"/>
              </a:spcBef>
              <a:spcAft>
                <a:spcPts val="0"/>
              </a:spcAft>
              <a:buNone/>
              <a:defRPr sz="2400"/>
            </a:lvl8pPr>
            <a:lvl9pPr lvl="8" algn="ctr" rtl="0">
              <a:lnSpc>
                <a:spcPct val="100000"/>
              </a:lnSpc>
              <a:spcBef>
                <a:spcPts val="0"/>
              </a:spcBef>
              <a:spcAft>
                <a:spcPts val="0"/>
              </a:spcAft>
              <a:buNone/>
              <a:defRPr sz="2400"/>
            </a:lvl9pPr>
          </a:lstStyle>
          <a:p>
            <a:endParaRPr/>
          </a:p>
        </p:txBody>
      </p:sp>
      <p:sp>
        <p:nvSpPr>
          <p:cNvPr id="912" name="Google Shape;912;p47"/>
          <p:cNvSpPr txBox="1">
            <a:spLocks noGrp="1"/>
          </p:cNvSpPr>
          <p:nvPr>
            <p:ph type="title"/>
          </p:nvPr>
        </p:nvSpPr>
        <p:spPr>
          <a:xfrm>
            <a:off x="3327000" y="3134828"/>
            <a:ext cx="2490000" cy="314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1600" b="1"/>
            </a:lvl1pPr>
            <a:lvl2pPr lvl="1" rtl="0">
              <a:spcBef>
                <a:spcPts val="0"/>
              </a:spcBef>
              <a:spcAft>
                <a:spcPts val="0"/>
              </a:spcAft>
              <a:buClr>
                <a:schemeClr val="accent5"/>
              </a:buClr>
              <a:buSzPts val="2800"/>
              <a:buNone/>
              <a:defRPr>
                <a:solidFill>
                  <a:schemeClr val="accent5"/>
                </a:solidFill>
                <a:latin typeface="PT Sans"/>
                <a:ea typeface="PT Sans"/>
                <a:cs typeface="PT Sans"/>
                <a:sym typeface="PT Sans"/>
              </a:defRPr>
            </a:lvl2pPr>
            <a:lvl3pPr lvl="2" rtl="0">
              <a:spcBef>
                <a:spcPts val="0"/>
              </a:spcBef>
              <a:spcAft>
                <a:spcPts val="0"/>
              </a:spcAft>
              <a:buClr>
                <a:schemeClr val="accent5"/>
              </a:buClr>
              <a:buSzPts val="2800"/>
              <a:buNone/>
              <a:defRPr>
                <a:solidFill>
                  <a:schemeClr val="accent5"/>
                </a:solidFill>
                <a:latin typeface="PT Sans"/>
                <a:ea typeface="PT Sans"/>
                <a:cs typeface="PT Sans"/>
                <a:sym typeface="PT Sans"/>
              </a:defRPr>
            </a:lvl3pPr>
            <a:lvl4pPr lvl="3" rtl="0">
              <a:spcBef>
                <a:spcPts val="0"/>
              </a:spcBef>
              <a:spcAft>
                <a:spcPts val="0"/>
              </a:spcAft>
              <a:buClr>
                <a:schemeClr val="accent5"/>
              </a:buClr>
              <a:buSzPts val="2800"/>
              <a:buNone/>
              <a:defRPr>
                <a:solidFill>
                  <a:schemeClr val="accent5"/>
                </a:solidFill>
                <a:latin typeface="PT Sans"/>
                <a:ea typeface="PT Sans"/>
                <a:cs typeface="PT Sans"/>
                <a:sym typeface="PT Sans"/>
              </a:defRPr>
            </a:lvl4pPr>
            <a:lvl5pPr lvl="4" rtl="0">
              <a:spcBef>
                <a:spcPts val="0"/>
              </a:spcBef>
              <a:spcAft>
                <a:spcPts val="0"/>
              </a:spcAft>
              <a:buClr>
                <a:schemeClr val="accent5"/>
              </a:buClr>
              <a:buSzPts val="2800"/>
              <a:buNone/>
              <a:defRPr>
                <a:solidFill>
                  <a:schemeClr val="accent5"/>
                </a:solidFill>
                <a:latin typeface="PT Sans"/>
                <a:ea typeface="PT Sans"/>
                <a:cs typeface="PT Sans"/>
                <a:sym typeface="PT Sans"/>
              </a:defRPr>
            </a:lvl5pPr>
            <a:lvl6pPr lvl="5" rtl="0">
              <a:spcBef>
                <a:spcPts val="0"/>
              </a:spcBef>
              <a:spcAft>
                <a:spcPts val="0"/>
              </a:spcAft>
              <a:buClr>
                <a:schemeClr val="accent5"/>
              </a:buClr>
              <a:buSzPts val="2800"/>
              <a:buNone/>
              <a:defRPr>
                <a:solidFill>
                  <a:schemeClr val="accent5"/>
                </a:solidFill>
                <a:latin typeface="PT Sans"/>
                <a:ea typeface="PT Sans"/>
                <a:cs typeface="PT Sans"/>
                <a:sym typeface="PT Sans"/>
              </a:defRPr>
            </a:lvl6pPr>
            <a:lvl7pPr lvl="6" rtl="0">
              <a:spcBef>
                <a:spcPts val="0"/>
              </a:spcBef>
              <a:spcAft>
                <a:spcPts val="0"/>
              </a:spcAft>
              <a:buClr>
                <a:schemeClr val="accent5"/>
              </a:buClr>
              <a:buSzPts val="2800"/>
              <a:buNone/>
              <a:defRPr>
                <a:solidFill>
                  <a:schemeClr val="accent5"/>
                </a:solidFill>
                <a:latin typeface="PT Sans"/>
                <a:ea typeface="PT Sans"/>
                <a:cs typeface="PT Sans"/>
                <a:sym typeface="PT Sans"/>
              </a:defRPr>
            </a:lvl7pPr>
            <a:lvl8pPr lvl="7" rtl="0">
              <a:spcBef>
                <a:spcPts val="0"/>
              </a:spcBef>
              <a:spcAft>
                <a:spcPts val="0"/>
              </a:spcAft>
              <a:buClr>
                <a:schemeClr val="accent5"/>
              </a:buClr>
              <a:buSzPts val="2800"/>
              <a:buNone/>
              <a:defRPr>
                <a:solidFill>
                  <a:schemeClr val="accent5"/>
                </a:solidFill>
                <a:latin typeface="PT Sans"/>
                <a:ea typeface="PT Sans"/>
                <a:cs typeface="PT Sans"/>
                <a:sym typeface="PT Sans"/>
              </a:defRPr>
            </a:lvl8pPr>
            <a:lvl9pPr lvl="8" rtl="0">
              <a:spcBef>
                <a:spcPts val="0"/>
              </a:spcBef>
              <a:spcAft>
                <a:spcPts val="0"/>
              </a:spcAft>
              <a:buClr>
                <a:schemeClr val="accent5"/>
              </a:buClr>
              <a:buSzPts val="2800"/>
              <a:buNone/>
              <a:defRPr>
                <a:solidFill>
                  <a:schemeClr val="accent5"/>
                </a:solidFill>
                <a:latin typeface="PT Sans"/>
                <a:ea typeface="PT Sans"/>
                <a:cs typeface="PT Sans"/>
                <a:sym typeface="PT Sans"/>
              </a:defRPr>
            </a:lvl9pPr>
          </a:lstStyle>
          <a:p>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Quote 1">
  <p:cSld name="CUSTOM_2_1">
    <p:bg>
      <p:bgPr>
        <a:solidFill>
          <a:schemeClr val="accent2"/>
        </a:solidFill>
        <a:effectLst/>
      </p:bgPr>
    </p:bg>
    <p:spTree>
      <p:nvGrpSpPr>
        <p:cNvPr id="1" name="Shape 913"/>
        <p:cNvGrpSpPr/>
        <p:nvPr/>
      </p:nvGrpSpPr>
      <p:grpSpPr>
        <a:xfrm>
          <a:off x="0" y="0"/>
          <a:ext cx="0" cy="0"/>
          <a:chOff x="0" y="0"/>
          <a:chExt cx="0" cy="0"/>
        </a:xfrm>
      </p:grpSpPr>
      <p:sp>
        <p:nvSpPr>
          <p:cNvPr id="914" name="Google Shape;914;p48"/>
          <p:cNvSpPr txBox="1">
            <a:spLocks noGrp="1"/>
          </p:cNvSpPr>
          <p:nvPr>
            <p:ph type="subTitle" idx="1"/>
          </p:nvPr>
        </p:nvSpPr>
        <p:spPr>
          <a:xfrm>
            <a:off x="4857750" y="1213625"/>
            <a:ext cx="3586200" cy="21585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None/>
              <a:defRPr sz="2600"/>
            </a:lvl1pPr>
            <a:lvl2pPr lvl="1" algn="r" rtl="0">
              <a:lnSpc>
                <a:spcPct val="100000"/>
              </a:lnSpc>
              <a:spcBef>
                <a:spcPts val="0"/>
              </a:spcBef>
              <a:spcAft>
                <a:spcPts val="0"/>
              </a:spcAft>
              <a:buNone/>
              <a:defRPr sz="2600"/>
            </a:lvl2pPr>
            <a:lvl3pPr lvl="2" algn="r" rtl="0">
              <a:lnSpc>
                <a:spcPct val="100000"/>
              </a:lnSpc>
              <a:spcBef>
                <a:spcPts val="0"/>
              </a:spcBef>
              <a:spcAft>
                <a:spcPts val="0"/>
              </a:spcAft>
              <a:buNone/>
              <a:defRPr sz="2600"/>
            </a:lvl3pPr>
            <a:lvl4pPr lvl="3" algn="r" rtl="0">
              <a:lnSpc>
                <a:spcPct val="100000"/>
              </a:lnSpc>
              <a:spcBef>
                <a:spcPts val="0"/>
              </a:spcBef>
              <a:spcAft>
                <a:spcPts val="0"/>
              </a:spcAft>
              <a:buNone/>
              <a:defRPr sz="2600"/>
            </a:lvl4pPr>
            <a:lvl5pPr lvl="4" algn="r" rtl="0">
              <a:lnSpc>
                <a:spcPct val="100000"/>
              </a:lnSpc>
              <a:spcBef>
                <a:spcPts val="0"/>
              </a:spcBef>
              <a:spcAft>
                <a:spcPts val="0"/>
              </a:spcAft>
              <a:buNone/>
              <a:defRPr sz="2600"/>
            </a:lvl5pPr>
            <a:lvl6pPr lvl="5" algn="r" rtl="0">
              <a:lnSpc>
                <a:spcPct val="100000"/>
              </a:lnSpc>
              <a:spcBef>
                <a:spcPts val="0"/>
              </a:spcBef>
              <a:spcAft>
                <a:spcPts val="0"/>
              </a:spcAft>
              <a:buNone/>
              <a:defRPr sz="2600"/>
            </a:lvl6pPr>
            <a:lvl7pPr lvl="6" algn="r" rtl="0">
              <a:lnSpc>
                <a:spcPct val="100000"/>
              </a:lnSpc>
              <a:spcBef>
                <a:spcPts val="0"/>
              </a:spcBef>
              <a:spcAft>
                <a:spcPts val="0"/>
              </a:spcAft>
              <a:buNone/>
              <a:defRPr sz="2600"/>
            </a:lvl7pPr>
            <a:lvl8pPr lvl="7" algn="r" rtl="0">
              <a:lnSpc>
                <a:spcPct val="100000"/>
              </a:lnSpc>
              <a:spcBef>
                <a:spcPts val="0"/>
              </a:spcBef>
              <a:spcAft>
                <a:spcPts val="0"/>
              </a:spcAft>
              <a:buNone/>
              <a:defRPr sz="2600"/>
            </a:lvl8pPr>
            <a:lvl9pPr lvl="8" algn="r" rtl="0">
              <a:lnSpc>
                <a:spcPct val="100000"/>
              </a:lnSpc>
              <a:spcBef>
                <a:spcPts val="0"/>
              </a:spcBef>
              <a:spcAft>
                <a:spcPts val="0"/>
              </a:spcAft>
              <a:buNone/>
              <a:defRPr sz="2600"/>
            </a:lvl9pPr>
          </a:lstStyle>
          <a:p>
            <a:endParaRPr/>
          </a:p>
        </p:txBody>
      </p:sp>
      <p:sp>
        <p:nvSpPr>
          <p:cNvPr id="915" name="Google Shape;915;p48"/>
          <p:cNvSpPr txBox="1">
            <a:spLocks noGrp="1"/>
          </p:cNvSpPr>
          <p:nvPr>
            <p:ph type="title"/>
          </p:nvPr>
        </p:nvSpPr>
        <p:spPr>
          <a:xfrm>
            <a:off x="5476875" y="3649175"/>
            <a:ext cx="2967000" cy="3141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1200"/>
              <a:buNone/>
              <a:defRPr sz="1800" b="1"/>
            </a:lvl1pPr>
            <a:lvl2pPr lvl="1" algn="r" rtl="0">
              <a:spcBef>
                <a:spcPts val="0"/>
              </a:spcBef>
              <a:spcAft>
                <a:spcPts val="0"/>
              </a:spcAft>
              <a:buClr>
                <a:schemeClr val="accent5"/>
              </a:buClr>
              <a:buSzPts val="2800"/>
              <a:buNone/>
              <a:defRPr>
                <a:solidFill>
                  <a:schemeClr val="accent5"/>
                </a:solidFill>
                <a:latin typeface="PT Sans"/>
                <a:ea typeface="PT Sans"/>
                <a:cs typeface="PT Sans"/>
                <a:sym typeface="PT Sans"/>
              </a:defRPr>
            </a:lvl2pPr>
            <a:lvl3pPr lvl="2" algn="r" rtl="0">
              <a:spcBef>
                <a:spcPts val="0"/>
              </a:spcBef>
              <a:spcAft>
                <a:spcPts val="0"/>
              </a:spcAft>
              <a:buClr>
                <a:schemeClr val="accent5"/>
              </a:buClr>
              <a:buSzPts val="2800"/>
              <a:buNone/>
              <a:defRPr>
                <a:solidFill>
                  <a:schemeClr val="accent5"/>
                </a:solidFill>
                <a:latin typeface="PT Sans"/>
                <a:ea typeface="PT Sans"/>
                <a:cs typeface="PT Sans"/>
                <a:sym typeface="PT Sans"/>
              </a:defRPr>
            </a:lvl3pPr>
            <a:lvl4pPr lvl="3" algn="r" rtl="0">
              <a:spcBef>
                <a:spcPts val="0"/>
              </a:spcBef>
              <a:spcAft>
                <a:spcPts val="0"/>
              </a:spcAft>
              <a:buClr>
                <a:schemeClr val="accent5"/>
              </a:buClr>
              <a:buSzPts val="2800"/>
              <a:buNone/>
              <a:defRPr>
                <a:solidFill>
                  <a:schemeClr val="accent5"/>
                </a:solidFill>
                <a:latin typeface="PT Sans"/>
                <a:ea typeface="PT Sans"/>
                <a:cs typeface="PT Sans"/>
                <a:sym typeface="PT Sans"/>
              </a:defRPr>
            </a:lvl4pPr>
            <a:lvl5pPr lvl="4" algn="r" rtl="0">
              <a:spcBef>
                <a:spcPts val="0"/>
              </a:spcBef>
              <a:spcAft>
                <a:spcPts val="0"/>
              </a:spcAft>
              <a:buClr>
                <a:schemeClr val="accent5"/>
              </a:buClr>
              <a:buSzPts val="2800"/>
              <a:buNone/>
              <a:defRPr>
                <a:solidFill>
                  <a:schemeClr val="accent5"/>
                </a:solidFill>
                <a:latin typeface="PT Sans"/>
                <a:ea typeface="PT Sans"/>
                <a:cs typeface="PT Sans"/>
                <a:sym typeface="PT Sans"/>
              </a:defRPr>
            </a:lvl5pPr>
            <a:lvl6pPr lvl="5" algn="r" rtl="0">
              <a:spcBef>
                <a:spcPts val="0"/>
              </a:spcBef>
              <a:spcAft>
                <a:spcPts val="0"/>
              </a:spcAft>
              <a:buClr>
                <a:schemeClr val="accent5"/>
              </a:buClr>
              <a:buSzPts val="2800"/>
              <a:buNone/>
              <a:defRPr>
                <a:solidFill>
                  <a:schemeClr val="accent5"/>
                </a:solidFill>
                <a:latin typeface="PT Sans"/>
                <a:ea typeface="PT Sans"/>
                <a:cs typeface="PT Sans"/>
                <a:sym typeface="PT Sans"/>
              </a:defRPr>
            </a:lvl6pPr>
            <a:lvl7pPr lvl="6" algn="r" rtl="0">
              <a:spcBef>
                <a:spcPts val="0"/>
              </a:spcBef>
              <a:spcAft>
                <a:spcPts val="0"/>
              </a:spcAft>
              <a:buClr>
                <a:schemeClr val="accent5"/>
              </a:buClr>
              <a:buSzPts val="2800"/>
              <a:buNone/>
              <a:defRPr>
                <a:solidFill>
                  <a:schemeClr val="accent5"/>
                </a:solidFill>
                <a:latin typeface="PT Sans"/>
                <a:ea typeface="PT Sans"/>
                <a:cs typeface="PT Sans"/>
                <a:sym typeface="PT Sans"/>
              </a:defRPr>
            </a:lvl7pPr>
            <a:lvl8pPr lvl="7" algn="r" rtl="0">
              <a:spcBef>
                <a:spcPts val="0"/>
              </a:spcBef>
              <a:spcAft>
                <a:spcPts val="0"/>
              </a:spcAft>
              <a:buClr>
                <a:schemeClr val="accent5"/>
              </a:buClr>
              <a:buSzPts val="2800"/>
              <a:buNone/>
              <a:defRPr>
                <a:solidFill>
                  <a:schemeClr val="accent5"/>
                </a:solidFill>
                <a:latin typeface="PT Sans"/>
                <a:ea typeface="PT Sans"/>
                <a:cs typeface="PT Sans"/>
                <a:sym typeface="PT Sans"/>
              </a:defRPr>
            </a:lvl8pPr>
            <a:lvl9pPr lvl="8" algn="r" rtl="0">
              <a:spcBef>
                <a:spcPts val="0"/>
              </a:spcBef>
              <a:spcAft>
                <a:spcPts val="0"/>
              </a:spcAft>
              <a:buClr>
                <a:schemeClr val="accent5"/>
              </a:buClr>
              <a:buSzPts val="2800"/>
              <a:buNone/>
              <a:defRPr>
                <a:solidFill>
                  <a:schemeClr val="accent5"/>
                </a:solidFill>
                <a:latin typeface="PT Sans"/>
                <a:ea typeface="PT Sans"/>
                <a:cs typeface="PT Sans"/>
                <a:sym typeface="PT Sans"/>
              </a:defRPr>
            </a:lvl9pPr>
          </a:lstStyle>
          <a:p>
            <a:endParaRP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Thanks">
  <p:cSld name="CUSTOM">
    <p:bg>
      <p:bgPr>
        <a:solidFill>
          <a:schemeClr val="accent2"/>
        </a:solidFill>
        <a:effectLst/>
      </p:bgPr>
    </p:bg>
    <p:spTree>
      <p:nvGrpSpPr>
        <p:cNvPr id="1" name="Shape 916"/>
        <p:cNvGrpSpPr/>
        <p:nvPr/>
      </p:nvGrpSpPr>
      <p:grpSpPr>
        <a:xfrm>
          <a:off x="0" y="0"/>
          <a:ext cx="0" cy="0"/>
          <a:chOff x="0" y="0"/>
          <a:chExt cx="0" cy="0"/>
        </a:xfrm>
      </p:grpSpPr>
      <p:sp>
        <p:nvSpPr>
          <p:cNvPr id="917" name="Google Shape;917;p49"/>
          <p:cNvSpPr txBox="1">
            <a:spLocks noGrp="1"/>
          </p:cNvSpPr>
          <p:nvPr>
            <p:ph type="ctrTitle"/>
          </p:nvPr>
        </p:nvSpPr>
        <p:spPr>
          <a:xfrm>
            <a:off x="722350" y="685800"/>
            <a:ext cx="3702600" cy="1006500"/>
          </a:xfrm>
          <a:prstGeom prst="rect">
            <a:avLst/>
          </a:prstGeom>
        </p:spPr>
        <p:txBody>
          <a:bodyPr spcFirstLastPara="1" wrap="square" lIns="91425" tIns="91425" rIns="91425" bIns="91425" anchor="b" anchorCtr="0">
            <a:noAutofit/>
          </a:bodyPr>
          <a:lstStyle>
            <a:lvl1pPr lvl="0" rtl="0">
              <a:spcBef>
                <a:spcPts val="0"/>
              </a:spcBef>
              <a:spcAft>
                <a:spcPts val="0"/>
              </a:spcAft>
              <a:buSzPts val="5200"/>
              <a:buNone/>
              <a:defRPr sz="5500">
                <a:solidFill>
                  <a:schemeClr val="accent5"/>
                </a:solidFill>
                <a:latin typeface="Aldrich"/>
                <a:ea typeface="Aldrich"/>
                <a:cs typeface="Aldrich"/>
                <a:sym typeface="Aldrich"/>
              </a:defRPr>
            </a:lvl1pPr>
            <a:lvl2pPr lvl="1" rtl="0">
              <a:spcBef>
                <a:spcPts val="0"/>
              </a:spcBef>
              <a:spcAft>
                <a:spcPts val="0"/>
              </a:spcAft>
              <a:buSzPts val="5200"/>
              <a:buNone/>
              <a:defRPr sz="5200"/>
            </a:lvl2pPr>
            <a:lvl3pPr lvl="2" rtl="0">
              <a:spcBef>
                <a:spcPts val="0"/>
              </a:spcBef>
              <a:spcAft>
                <a:spcPts val="0"/>
              </a:spcAft>
              <a:buSzPts val="5200"/>
              <a:buNone/>
              <a:defRPr sz="5200"/>
            </a:lvl3pPr>
            <a:lvl4pPr lvl="3" rtl="0">
              <a:spcBef>
                <a:spcPts val="0"/>
              </a:spcBef>
              <a:spcAft>
                <a:spcPts val="0"/>
              </a:spcAft>
              <a:buSzPts val="5200"/>
              <a:buNone/>
              <a:defRPr sz="5200"/>
            </a:lvl4pPr>
            <a:lvl5pPr lvl="4" rtl="0">
              <a:spcBef>
                <a:spcPts val="0"/>
              </a:spcBef>
              <a:spcAft>
                <a:spcPts val="0"/>
              </a:spcAft>
              <a:buSzPts val="5200"/>
              <a:buNone/>
              <a:defRPr sz="5200"/>
            </a:lvl5pPr>
            <a:lvl6pPr lvl="5" rtl="0">
              <a:spcBef>
                <a:spcPts val="0"/>
              </a:spcBef>
              <a:spcAft>
                <a:spcPts val="0"/>
              </a:spcAft>
              <a:buSzPts val="5200"/>
              <a:buNone/>
              <a:defRPr sz="5200"/>
            </a:lvl6pPr>
            <a:lvl7pPr lvl="6" rtl="0">
              <a:spcBef>
                <a:spcPts val="0"/>
              </a:spcBef>
              <a:spcAft>
                <a:spcPts val="0"/>
              </a:spcAft>
              <a:buSzPts val="5200"/>
              <a:buNone/>
              <a:defRPr sz="5200"/>
            </a:lvl7pPr>
            <a:lvl8pPr lvl="7" rtl="0">
              <a:spcBef>
                <a:spcPts val="0"/>
              </a:spcBef>
              <a:spcAft>
                <a:spcPts val="0"/>
              </a:spcAft>
              <a:buSzPts val="5200"/>
              <a:buNone/>
              <a:defRPr sz="5200"/>
            </a:lvl8pPr>
            <a:lvl9pPr lvl="8" rtl="0">
              <a:spcBef>
                <a:spcPts val="0"/>
              </a:spcBef>
              <a:spcAft>
                <a:spcPts val="0"/>
              </a:spcAft>
              <a:buSzPts val="5200"/>
              <a:buNone/>
              <a:defRPr sz="5200"/>
            </a:lvl9pPr>
          </a:lstStyle>
          <a:p>
            <a:endParaRPr/>
          </a:p>
        </p:txBody>
      </p:sp>
      <p:sp>
        <p:nvSpPr>
          <p:cNvPr id="918" name="Google Shape;918;p49"/>
          <p:cNvSpPr txBox="1">
            <a:spLocks noGrp="1"/>
          </p:cNvSpPr>
          <p:nvPr>
            <p:ph type="subTitle" idx="1"/>
          </p:nvPr>
        </p:nvSpPr>
        <p:spPr>
          <a:xfrm>
            <a:off x="722350" y="1653025"/>
            <a:ext cx="3702600" cy="1389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accent5"/>
              </a:buClr>
              <a:buSzPts val="2800"/>
              <a:buNone/>
              <a:defRPr>
                <a:solidFill>
                  <a:schemeClr val="accent5"/>
                </a:solidFill>
              </a:defRPr>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a:endParaRPr/>
          </a:p>
        </p:txBody>
      </p:sp>
      <p:sp>
        <p:nvSpPr>
          <p:cNvPr id="919" name="Google Shape;919;p49"/>
          <p:cNvSpPr txBox="1"/>
          <p:nvPr/>
        </p:nvSpPr>
        <p:spPr>
          <a:xfrm>
            <a:off x="722350" y="2991025"/>
            <a:ext cx="3148500" cy="9150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200">
                <a:solidFill>
                  <a:schemeClr val="accent5"/>
                </a:solidFill>
                <a:latin typeface="Didact Gothic"/>
                <a:ea typeface="Didact Gothic"/>
                <a:cs typeface="Didact Gothic"/>
                <a:sym typeface="Didact Gothic"/>
              </a:rPr>
              <a:t>CREDITS: This presentation template was created by </a:t>
            </a:r>
            <a:r>
              <a:rPr lang="en" sz="1200" b="1">
                <a:solidFill>
                  <a:schemeClr val="accent5"/>
                </a:solidFill>
                <a:uFill>
                  <a:noFill/>
                </a:uFill>
                <a:latin typeface="Didact Gothic"/>
                <a:ea typeface="Didact Gothic"/>
                <a:cs typeface="Didact Gothic"/>
                <a:sym typeface="Didact Gothic"/>
                <a:hlinkClick r:id="rId2">
                  <a:extLst>
                    <a:ext uri="{A12FA001-AC4F-418D-AE19-62706E023703}">
                      <ahyp:hlinkClr xmlns:ahyp="http://schemas.microsoft.com/office/drawing/2018/hyperlinkcolor" val="tx"/>
                    </a:ext>
                  </a:extLst>
                </a:hlinkClick>
              </a:rPr>
              <a:t>Slidesgo</a:t>
            </a:r>
            <a:r>
              <a:rPr lang="en" sz="1200">
                <a:solidFill>
                  <a:schemeClr val="accent5"/>
                </a:solidFill>
                <a:latin typeface="Didact Gothic"/>
                <a:ea typeface="Didact Gothic"/>
                <a:cs typeface="Didact Gothic"/>
                <a:sym typeface="Didact Gothic"/>
              </a:rPr>
              <a:t>, including icons by </a:t>
            </a:r>
            <a:r>
              <a:rPr lang="en" sz="1200" b="1">
                <a:solidFill>
                  <a:schemeClr val="accent5"/>
                </a:solidFill>
                <a:uFill>
                  <a:noFill/>
                </a:uFill>
                <a:latin typeface="Didact Gothic"/>
                <a:ea typeface="Didact Gothic"/>
                <a:cs typeface="Didact Gothic"/>
                <a:sym typeface="Didact Gothic"/>
                <a:hlinkClick r:id="rId3">
                  <a:extLst>
                    <a:ext uri="{A12FA001-AC4F-418D-AE19-62706E023703}">
                      <ahyp:hlinkClr xmlns:ahyp="http://schemas.microsoft.com/office/drawing/2018/hyperlinkcolor" val="tx"/>
                    </a:ext>
                  </a:extLst>
                </a:hlinkClick>
              </a:rPr>
              <a:t>Flaticon</a:t>
            </a:r>
            <a:r>
              <a:rPr lang="en" sz="1200">
                <a:solidFill>
                  <a:schemeClr val="accent5"/>
                </a:solidFill>
                <a:latin typeface="Didact Gothic"/>
                <a:ea typeface="Didact Gothic"/>
                <a:cs typeface="Didact Gothic"/>
                <a:sym typeface="Didact Gothic"/>
              </a:rPr>
              <a:t>, infographics &amp; images by </a:t>
            </a:r>
            <a:r>
              <a:rPr lang="en" sz="1200" b="1">
                <a:solidFill>
                  <a:schemeClr val="accent5"/>
                </a:solidFill>
                <a:uFill>
                  <a:noFill/>
                </a:uFill>
                <a:latin typeface="Didact Gothic"/>
                <a:ea typeface="Didact Gothic"/>
                <a:cs typeface="Didact Gothic"/>
                <a:sym typeface="Didact Gothic"/>
                <a:hlinkClick r:id="rId4">
                  <a:extLst>
                    <a:ext uri="{A12FA001-AC4F-418D-AE19-62706E023703}">
                      <ahyp:hlinkClr xmlns:ahyp="http://schemas.microsoft.com/office/drawing/2018/hyperlinkcolor" val="tx"/>
                    </a:ext>
                  </a:extLst>
                </a:hlinkClick>
              </a:rPr>
              <a:t>Freepik</a:t>
            </a:r>
            <a:r>
              <a:rPr lang="en" sz="1200">
                <a:solidFill>
                  <a:schemeClr val="accent5"/>
                </a:solidFill>
                <a:latin typeface="Didact Gothic"/>
                <a:ea typeface="Didact Gothic"/>
                <a:cs typeface="Didact Gothic"/>
                <a:sym typeface="Didact Gothic"/>
              </a:rPr>
              <a:t> </a:t>
            </a:r>
            <a:endParaRPr sz="1200" b="1">
              <a:solidFill>
                <a:schemeClr val="accent5"/>
              </a:solidFill>
              <a:latin typeface="Didact Gothic"/>
              <a:ea typeface="Didact Gothic"/>
              <a:cs typeface="Didact Gothic"/>
              <a:sym typeface="Didact Gothic"/>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Background">
  <p:cSld name="CUSTOM_10">
    <p:bg>
      <p:bgPr>
        <a:solidFill>
          <a:schemeClr val="accent2"/>
        </a:solidFill>
        <a:effectLst/>
      </p:bgPr>
    </p:bg>
    <p:spTree>
      <p:nvGrpSpPr>
        <p:cNvPr id="1" name="Shape 920"/>
        <p:cNvGrpSpPr/>
        <p:nvPr/>
      </p:nvGrpSpPr>
      <p:grpSpPr>
        <a:xfrm>
          <a:off x="0" y="0"/>
          <a:ext cx="0" cy="0"/>
          <a:chOff x="0" y="0"/>
          <a:chExt cx="0" cy="0"/>
        </a:xfrm>
      </p:grpSpPr>
      <p:cxnSp>
        <p:nvCxnSpPr>
          <p:cNvPr id="921" name="Google Shape;921;p50"/>
          <p:cNvCxnSpPr/>
          <p:nvPr/>
        </p:nvCxnSpPr>
        <p:spPr>
          <a:xfrm rot="10800000">
            <a:off x="447750" y="4895850"/>
            <a:ext cx="1133400" cy="0"/>
          </a:xfrm>
          <a:prstGeom prst="straightConnector1">
            <a:avLst/>
          </a:prstGeom>
          <a:noFill/>
          <a:ln w="19050" cap="flat" cmpd="sng">
            <a:solidFill>
              <a:schemeClr val="accent5"/>
            </a:solidFill>
            <a:prstDash val="solid"/>
            <a:round/>
            <a:headEnd type="none" w="med" len="med"/>
            <a:tailEnd type="none" w="med" len="med"/>
          </a:ln>
        </p:spPr>
      </p:cxnSp>
      <p:grpSp>
        <p:nvGrpSpPr>
          <p:cNvPr id="922" name="Google Shape;922;p50"/>
          <p:cNvGrpSpPr/>
          <p:nvPr/>
        </p:nvGrpSpPr>
        <p:grpSpPr>
          <a:xfrm flipH="1">
            <a:off x="-47478" y="2136847"/>
            <a:ext cx="1179753" cy="2854241"/>
            <a:chOff x="7907551" y="-114309"/>
            <a:chExt cx="1908059" cy="4616272"/>
          </a:xfrm>
        </p:grpSpPr>
        <p:sp>
          <p:nvSpPr>
            <p:cNvPr id="923" name="Google Shape;923;p50"/>
            <p:cNvSpPr/>
            <p:nvPr/>
          </p:nvSpPr>
          <p:spPr>
            <a:xfrm>
              <a:off x="8606186" y="3608365"/>
              <a:ext cx="39" cy="483371"/>
            </a:xfrm>
            <a:custGeom>
              <a:avLst/>
              <a:gdLst/>
              <a:ahLst/>
              <a:cxnLst/>
              <a:rect l="l" t="t" r="r" b="b"/>
              <a:pathLst>
                <a:path w="1" h="12426" extrusionOk="0">
                  <a:moveTo>
                    <a:pt x="1" y="0"/>
                  </a:moveTo>
                  <a:lnTo>
                    <a:pt x="1" y="12426"/>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50"/>
            <p:cNvSpPr/>
            <p:nvPr/>
          </p:nvSpPr>
          <p:spPr>
            <a:xfrm>
              <a:off x="8566430" y="3568608"/>
              <a:ext cx="79551" cy="562883"/>
            </a:xfrm>
            <a:custGeom>
              <a:avLst/>
              <a:gdLst/>
              <a:ahLst/>
              <a:cxnLst/>
              <a:rect l="l" t="t" r="r" b="b"/>
              <a:pathLst>
                <a:path w="2045" h="14470" extrusionOk="0">
                  <a:moveTo>
                    <a:pt x="1023" y="0"/>
                  </a:moveTo>
                  <a:cubicBezTo>
                    <a:pt x="369" y="0"/>
                    <a:pt x="1" y="327"/>
                    <a:pt x="1" y="1022"/>
                  </a:cubicBezTo>
                  <a:lnTo>
                    <a:pt x="1" y="13448"/>
                  </a:lnTo>
                  <a:cubicBezTo>
                    <a:pt x="1" y="13979"/>
                    <a:pt x="369" y="14470"/>
                    <a:pt x="1023" y="14470"/>
                  </a:cubicBezTo>
                  <a:cubicBezTo>
                    <a:pt x="1554" y="14470"/>
                    <a:pt x="2044" y="13979"/>
                    <a:pt x="2044" y="13448"/>
                  </a:cubicBezTo>
                  <a:lnTo>
                    <a:pt x="2044" y="1022"/>
                  </a:lnTo>
                  <a:cubicBezTo>
                    <a:pt x="2044" y="327"/>
                    <a:pt x="1554" y="0"/>
                    <a:pt x="1023" y="0"/>
                  </a:cubicBezTo>
                  <a:close/>
                </a:path>
              </a:pathLst>
            </a:custGeom>
            <a:solidFill>
              <a:schemeClr val="accent1">
                <a:alpha val="122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50"/>
            <p:cNvSpPr/>
            <p:nvPr/>
          </p:nvSpPr>
          <p:spPr>
            <a:xfrm>
              <a:off x="8798589" y="3873900"/>
              <a:ext cx="39" cy="483371"/>
            </a:xfrm>
            <a:custGeom>
              <a:avLst/>
              <a:gdLst/>
              <a:ahLst/>
              <a:cxnLst/>
              <a:rect l="l" t="t" r="r" b="b"/>
              <a:pathLst>
                <a:path w="1" h="12426" extrusionOk="0">
                  <a:moveTo>
                    <a:pt x="0" y="0"/>
                  </a:moveTo>
                  <a:lnTo>
                    <a:pt x="0" y="12426"/>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50"/>
            <p:cNvSpPr/>
            <p:nvPr/>
          </p:nvSpPr>
          <p:spPr>
            <a:xfrm>
              <a:off x="8758832" y="3834144"/>
              <a:ext cx="79551" cy="562883"/>
            </a:xfrm>
            <a:custGeom>
              <a:avLst/>
              <a:gdLst/>
              <a:ahLst/>
              <a:cxnLst/>
              <a:rect l="l" t="t" r="r" b="b"/>
              <a:pathLst>
                <a:path w="2045" h="14470" extrusionOk="0">
                  <a:moveTo>
                    <a:pt x="1022" y="0"/>
                  </a:moveTo>
                  <a:cubicBezTo>
                    <a:pt x="532" y="0"/>
                    <a:pt x="0" y="491"/>
                    <a:pt x="0" y="1022"/>
                  </a:cubicBezTo>
                  <a:lnTo>
                    <a:pt x="0" y="13448"/>
                  </a:lnTo>
                  <a:cubicBezTo>
                    <a:pt x="0" y="14102"/>
                    <a:pt x="532" y="14470"/>
                    <a:pt x="1022" y="14470"/>
                  </a:cubicBezTo>
                  <a:cubicBezTo>
                    <a:pt x="1554" y="14470"/>
                    <a:pt x="2044" y="14102"/>
                    <a:pt x="2044" y="13448"/>
                  </a:cubicBezTo>
                  <a:lnTo>
                    <a:pt x="2044" y="1022"/>
                  </a:lnTo>
                  <a:cubicBezTo>
                    <a:pt x="2044" y="491"/>
                    <a:pt x="1554" y="0"/>
                    <a:pt x="1022" y="0"/>
                  </a:cubicBezTo>
                  <a:close/>
                </a:path>
              </a:pathLst>
            </a:custGeom>
            <a:solidFill>
              <a:schemeClr val="accent1">
                <a:alpha val="122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50"/>
            <p:cNvSpPr/>
            <p:nvPr/>
          </p:nvSpPr>
          <p:spPr>
            <a:xfrm>
              <a:off x="7907551" y="-114309"/>
              <a:ext cx="1238654" cy="3139619"/>
            </a:xfrm>
            <a:custGeom>
              <a:avLst/>
              <a:gdLst/>
              <a:ahLst/>
              <a:cxnLst/>
              <a:rect l="l" t="t" r="r" b="b"/>
              <a:pathLst>
                <a:path w="31842" h="80710" extrusionOk="0">
                  <a:moveTo>
                    <a:pt x="3210" y="0"/>
                  </a:moveTo>
                  <a:cubicBezTo>
                    <a:pt x="2252" y="0"/>
                    <a:pt x="1348" y="293"/>
                    <a:pt x="818" y="992"/>
                  </a:cubicBezTo>
                  <a:cubicBezTo>
                    <a:pt x="164" y="1851"/>
                    <a:pt x="1" y="2873"/>
                    <a:pt x="1" y="3894"/>
                  </a:cubicBezTo>
                  <a:cubicBezTo>
                    <a:pt x="1" y="8677"/>
                    <a:pt x="4088" y="12928"/>
                    <a:pt x="3557" y="17710"/>
                  </a:cubicBezTo>
                  <a:cubicBezTo>
                    <a:pt x="3393" y="20408"/>
                    <a:pt x="1513" y="22983"/>
                    <a:pt x="1513" y="25680"/>
                  </a:cubicBezTo>
                  <a:cubicBezTo>
                    <a:pt x="1513" y="29768"/>
                    <a:pt x="5437" y="33038"/>
                    <a:pt x="6295" y="36921"/>
                  </a:cubicBezTo>
                  <a:cubicBezTo>
                    <a:pt x="7481" y="43420"/>
                    <a:pt x="655" y="50736"/>
                    <a:pt x="4579" y="56009"/>
                  </a:cubicBezTo>
                  <a:cubicBezTo>
                    <a:pt x="6295" y="58584"/>
                    <a:pt x="10219" y="59933"/>
                    <a:pt x="10383" y="62998"/>
                  </a:cubicBezTo>
                  <a:cubicBezTo>
                    <a:pt x="10546" y="65369"/>
                    <a:pt x="7971" y="67086"/>
                    <a:pt x="6786" y="69293"/>
                  </a:cubicBezTo>
                  <a:cubicBezTo>
                    <a:pt x="5273" y="71663"/>
                    <a:pt x="5437" y="74729"/>
                    <a:pt x="6786" y="77141"/>
                  </a:cubicBezTo>
                  <a:cubicBezTo>
                    <a:pt x="8254" y="79382"/>
                    <a:pt x="10929" y="80710"/>
                    <a:pt x="13496" y="80710"/>
                  </a:cubicBezTo>
                  <a:cubicBezTo>
                    <a:pt x="13644" y="80710"/>
                    <a:pt x="13792" y="80706"/>
                    <a:pt x="13939" y="80697"/>
                  </a:cubicBezTo>
                  <a:lnTo>
                    <a:pt x="22645" y="79838"/>
                  </a:lnTo>
                  <a:cubicBezTo>
                    <a:pt x="28245" y="79511"/>
                    <a:pt x="31842" y="71663"/>
                    <a:pt x="28245" y="67249"/>
                  </a:cubicBezTo>
                  <a:cubicBezTo>
                    <a:pt x="26569" y="65042"/>
                    <a:pt x="23503" y="63489"/>
                    <a:pt x="22645" y="60791"/>
                  </a:cubicBezTo>
                  <a:cubicBezTo>
                    <a:pt x="21623" y="56540"/>
                    <a:pt x="26732" y="52248"/>
                    <a:pt x="25016" y="48161"/>
                  </a:cubicBezTo>
                  <a:cubicBezTo>
                    <a:pt x="24321" y="46322"/>
                    <a:pt x="22277" y="45300"/>
                    <a:pt x="21092" y="43583"/>
                  </a:cubicBezTo>
                  <a:cubicBezTo>
                    <a:pt x="17863" y="39169"/>
                    <a:pt x="21787" y="32670"/>
                    <a:pt x="20601" y="27397"/>
                  </a:cubicBezTo>
                  <a:cubicBezTo>
                    <a:pt x="19743" y="22615"/>
                    <a:pt x="15124" y="19549"/>
                    <a:pt x="12917" y="15298"/>
                  </a:cubicBezTo>
                  <a:cubicBezTo>
                    <a:pt x="10383" y="10353"/>
                    <a:pt x="10546" y="3404"/>
                    <a:pt x="5764" y="665"/>
                  </a:cubicBezTo>
                  <a:cubicBezTo>
                    <a:pt x="5036" y="252"/>
                    <a:pt x="4100" y="0"/>
                    <a:pt x="3210"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50"/>
            <p:cNvSpPr/>
            <p:nvPr/>
          </p:nvSpPr>
          <p:spPr>
            <a:xfrm>
              <a:off x="8119015" y="89647"/>
              <a:ext cx="596298" cy="2776176"/>
            </a:xfrm>
            <a:custGeom>
              <a:avLst/>
              <a:gdLst/>
              <a:ahLst/>
              <a:cxnLst/>
              <a:rect l="l" t="t" r="r" b="b"/>
              <a:pathLst>
                <a:path w="15329" h="71367" extrusionOk="0">
                  <a:moveTo>
                    <a:pt x="328" y="0"/>
                  </a:moveTo>
                  <a:cubicBezTo>
                    <a:pt x="164" y="0"/>
                    <a:pt x="1" y="205"/>
                    <a:pt x="1" y="368"/>
                  </a:cubicBezTo>
                  <a:cubicBezTo>
                    <a:pt x="164" y="695"/>
                    <a:pt x="5805" y="23339"/>
                    <a:pt x="10219" y="43776"/>
                  </a:cubicBezTo>
                  <a:lnTo>
                    <a:pt x="10219" y="43776"/>
                  </a:lnTo>
                  <a:lnTo>
                    <a:pt x="4252" y="39525"/>
                  </a:lnTo>
                  <a:cubicBezTo>
                    <a:pt x="4252" y="39362"/>
                    <a:pt x="4088" y="39362"/>
                    <a:pt x="4088" y="39362"/>
                  </a:cubicBezTo>
                  <a:cubicBezTo>
                    <a:pt x="3925" y="39362"/>
                    <a:pt x="3925" y="39362"/>
                    <a:pt x="3925" y="39525"/>
                  </a:cubicBezTo>
                  <a:cubicBezTo>
                    <a:pt x="3761" y="39689"/>
                    <a:pt x="3761" y="39852"/>
                    <a:pt x="3925" y="40057"/>
                  </a:cubicBezTo>
                  <a:lnTo>
                    <a:pt x="10056" y="44471"/>
                  </a:lnTo>
                  <a:lnTo>
                    <a:pt x="10219" y="44635"/>
                  </a:lnTo>
                  <a:lnTo>
                    <a:pt x="10383" y="44635"/>
                  </a:lnTo>
                  <a:cubicBezTo>
                    <a:pt x="11568" y="50929"/>
                    <a:pt x="12754" y="57060"/>
                    <a:pt x="13612" y="62170"/>
                  </a:cubicBezTo>
                  <a:lnTo>
                    <a:pt x="8666" y="57060"/>
                  </a:lnTo>
                  <a:cubicBezTo>
                    <a:pt x="8666" y="56897"/>
                    <a:pt x="8503" y="56897"/>
                    <a:pt x="8503" y="56897"/>
                  </a:cubicBezTo>
                  <a:cubicBezTo>
                    <a:pt x="8339" y="56897"/>
                    <a:pt x="8339" y="56897"/>
                    <a:pt x="8176" y="57060"/>
                  </a:cubicBezTo>
                  <a:lnTo>
                    <a:pt x="8176" y="57428"/>
                  </a:lnTo>
                  <a:lnTo>
                    <a:pt x="13775" y="63355"/>
                  </a:lnTo>
                  <a:cubicBezTo>
                    <a:pt x="14307" y="66420"/>
                    <a:pt x="14634" y="69159"/>
                    <a:pt x="14797" y="71366"/>
                  </a:cubicBezTo>
                  <a:lnTo>
                    <a:pt x="15329" y="71366"/>
                  </a:lnTo>
                  <a:cubicBezTo>
                    <a:pt x="15329" y="69322"/>
                    <a:pt x="15002" y="66788"/>
                    <a:pt x="14470" y="64050"/>
                  </a:cubicBezTo>
                  <a:lnTo>
                    <a:pt x="14634" y="64050"/>
                  </a:lnTo>
                  <a:cubicBezTo>
                    <a:pt x="14634" y="64050"/>
                    <a:pt x="14797" y="64050"/>
                    <a:pt x="14797" y="63886"/>
                  </a:cubicBezTo>
                  <a:cubicBezTo>
                    <a:pt x="15002" y="63886"/>
                    <a:pt x="15002" y="63559"/>
                    <a:pt x="14797" y="63559"/>
                  </a:cubicBezTo>
                  <a:lnTo>
                    <a:pt x="14470" y="63028"/>
                  </a:lnTo>
                  <a:cubicBezTo>
                    <a:pt x="11078" y="41406"/>
                    <a:pt x="859" y="695"/>
                    <a:pt x="696" y="205"/>
                  </a:cubicBezTo>
                  <a:cubicBezTo>
                    <a:pt x="696" y="0"/>
                    <a:pt x="491" y="0"/>
                    <a:pt x="328"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50"/>
            <p:cNvSpPr/>
            <p:nvPr/>
          </p:nvSpPr>
          <p:spPr>
            <a:xfrm>
              <a:off x="8424307" y="938692"/>
              <a:ext cx="111332" cy="318046"/>
            </a:xfrm>
            <a:custGeom>
              <a:avLst/>
              <a:gdLst/>
              <a:ahLst/>
              <a:cxnLst/>
              <a:rect l="l" t="t" r="r" b="b"/>
              <a:pathLst>
                <a:path w="2862" h="8176" extrusionOk="0">
                  <a:moveTo>
                    <a:pt x="2535" y="1"/>
                  </a:moveTo>
                  <a:cubicBezTo>
                    <a:pt x="2371" y="1"/>
                    <a:pt x="2208" y="164"/>
                    <a:pt x="2208" y="328"/>
                  </a:cubicBezTo>
                  <a:lnTo>
                    <a:pt x="1" y="7808"/>
                  </a:lnTo>
                  <a:cubicBezTo>
                    <a:pt x="1" y="8012"/>
                    <a:pt x="1" y="8176"/>
                    <a:pt x="164" y="8176"/>
                  </a:cubicBezTo>
                  <a:lnTo>
                    <a:pt x="328" y="8176"/>
                  </a:lnTo>
                  <a:cubicBezTo>
                    <a:pt x="491" y="8176"/>
                    <a:pt x="491" y="8176"/>
                    <a:pt x="655" y="8012"/>
                  </a:cubicBezTo>
                  <a:lnTo>
                    <a:pt x="2862" y="491"/>
                  </a:lnTo>
                  <a:cubicBezTo>
                    <a:pt x="2862" y="328"/>
                    <a:pt x="2698" y="164"/>
                    <a:pt x="2535" y="1"/>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50"/>
            <p:cNvSpPr/>
            <p:nvPr/>
          </p:nvSpPr>
          <p:spPr>
            <a:xfrm>
              <a:off x="8788417" y="298310"/>
              <a:ext cx="1027193" cy="2682583"/>
            </a:xfrm>
            <a:custGeom>
              <a:avLst/>
              <a:gdLst/>
              <a:ahLst/>
              <a:cxnLst/>
              <a:rect l="l" t="t" r="r" b="b"/>
              <a:pathLst>
                <a:path w="26406" h="68961" extrusionOk="0">
                  <a:moveTo>
                    <a:pt x="18871" y="0"/>
                  </a:moveTo>
                  <a:cubicBezTo>
                    <a:pt x="18467" y="0"/>
                    <a:pt x="18069" y="86"/>
                    <a:pt x="17699" y="277"/>
                  </a:cubicBezTo>
                  <a:cubicBezTo>
                    <a:pt x="17004" y="604"/>
                    <a:pt x="16514" y="1462"/>
                    <a:pt x="16187" y="2321"/>
                  </a:cubicBezTo>
                  <a:cubicBezTo>
                    <a:pt x="14961" y="6081"/>
                    <a:pt x="16841" y="10495"/>
                    <a:pt x="15165" y="14256"/>
                  </a:cubicBezTo>
                  <a:cubicBezTo>
                    <a:pt x="14143" y="16299"/>
                    <a:pt x="12100" y="17648"/>
                    <a:pt x="11241" y="19856"/>
                  </a:cubicBezTo>
                  <a:cubicBezTo>
                    <a:pt x="10056" y="23085"/>
                    <a:pt x="12263" y="26845"/>
                    <a:pt x="11568" y="30237"/>
                  </a:cubicBezTo>
                  <a:cubicBezTo>
                    <a:pt x="10710" y="35715"/>
                    <a:pt x="3230" y="39434"/>
                    <a:pt x="4742" y="44707"/>
                  </a:cubicBezTo>
                  <a:cubicBezTo>
                    <a:pt x="5437" y="47282"/>
                    <a:pt x="8176" y="49326"/>
                    <a:pt x="7317" y="51696"/>
                  </a:cubicBezTo>
                  <a:cubicBezTo>
                    <a:pt x="6786" y="53740"/>
                    <a:pt x="4415" y="54435"/>
                    <a:pt x="2699" y="55784"/>
                  </a:cubicBezTo>
                  <a:cubicBezTo>
                    <a:pt x="859" y="57173"/>
                    <a:pt x="1" y="59708"/>
                    <a:pt x="491" y="62078"/>
                  </a:cubicBezTo>
                  <a:cubicBezTo>
                    <a:pt x="1023" y="64326"/>
                    <a:pt x="2903" y="66166"/>
                    <a:pt x="5110" y="66861"/>
                  </a:cubicBezTo>
                  <a:lnTo>
                    <a:pt x="12263" y="68741"/>
                  </a:lnTo>
                  <a:cubicBezTo>
                    <a:pt x="12754" y="68891"/>
                    <a:pt x="13251" y="68961"/>
                    <a:pt x="13745" y="68961"/>
                  </a:cubicBezTo>
                  <a:cubicBezTo>
                    <a:pt x="17699" y="68961"/>
                    <a:pt x="21473" y="64472"/>
                    <a:pt x="20274" y="60402"/>
                  </a:cubicBezTo>
                  <a:cubicBezTo>
                    <a:pt x="19580" y="58195"/>
                    <a:pt x="17536" y="56152"/>
                    <a:pt x="17699" y="53577"/>
                  </a:cubicBezTo>
                  <a:cubicBezTo>
                    <a:pt x="18026" y="50020"/>
                    <a:pt x="23340" y="48140"/>
                    <a:pt x="23136" y="44380"/>
                  </a:cubicBezTo>
                  <a:cubicBezTo>
                    <a:pt x="23136" y="42663"/>
                    <a:pt x="21787" y="41314"/>
                    <a:pt x="21460" y="39598"/>
                  </a:cubicBezTo>
                  <a:cubicBezTo>
                    <a:pt x="20070" y="35183"/>
                    <a:pt x="25016" y="31259"/>
                    <a:pt x="25711" y="26681"/>
                  </a:cubicBezTo>
                  <a:cubicBezTo>
                    <a:pt x="26406" y="22758"/>
                    <a:pt x="23667" y="18997"/>
                    <a:pt x="23340" y="14910"/>
                  </a:cubicBezTo>
                  <a:cubicBezTo>
                    <a:pt x="22645" y="10332"/>
                    <a:pt x="24852" y="4855"/>
                    <a:pt x="21787" y="1462"/>
                  </a:cubicBezTo>
                  <a:cubicBezTo>
                    <a:pt x="21045" y="602"/>
                    <a:pt x="19938" y="0"/>
                    <a:pt x="18871"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50"/>
            <p:cNvSpPr/>
            <p:nvPr/>
          </p:nvSpPr>
          <p:spPr>
            <a:xfrm>
              <a:off x="9179562" y="495109"/>
              <a:ext cx="410278" cy="2370722"/>
            </a:xfrm>
            <a:custGeom>
              <a:avLst/>
              <a:gdLst/>
              <a:ahLst/>
              <a:cxnLst/>
              <a:rect l="l" t="t" r="r" b="b"/>
              <a:pathLst>
                <a:path w="10547" h="60944" extrusionOk="0">
                  <a:moveTo>
                    <a:pt x="10383" y="0"/>
                  </a:moveTo>
                  <a:cubicBezTo>
                    <a:pt x="10219" y="0"/>
                    <a:pt x="10015" y="0"/>
                    <a:pt x="10015" y="164"/>
                  </a:cubicBezTo>
                  <a:cubicBezTo>
                    <a:pt x="10015" y="491"/>
                    <a:pt x="7971" y="19906"/>
                    <a:pt x="5437" y="37277"/>
                  </a:cubicBezTo>
                  <a:lnTo>
                    <a:pt x="2045" y="32168"/>
                  </a:lnTo>
                  <a:cubicBezTo>
                    <a:pt x="2045" y="32168"/>
                    <a:pt x="2045" y="32004"/>
                    <a:pt x="1840" y="32004"/>
                  </a:cubicBezTo>
                  <a:lnTo>
                    <a:pt x="1677" y="32168"/>
                  </a:lnTo>
                  <a:cubicBezTo>
                    <a:pt x="1677" y="32168"/>
                    <a:pt x="1513" y="32331"/>
                    <a:pt x="1677" y="32495"/>
                  </a:cubicBezTo>
                  <a:lnTo>
                    <a:pt x="5274" y="37972"/>
                  </a:lnTo>
                  <a:lnTo>
                    <a:pt x="5437" y="37972"/>
                  </a:lnTo>
                  <a:cubicBezTo>
                    <a:pt x="4579" y="43408"/>
                    <a:pt x="3720" y="48518"/>
                    <a:pt x="2862" y="52768"/>
                  </a:cubicBezTo>
                  <a:lnTo>
                    <a:pt x="491" y="47332"/>
                  </a:lnTo>
                  <a:cubicBezTo>
                    <a:pt x="491" y="47169"/>
                    <a:pt x="328" y="47169"/>
                    <a:pt x="328" y="47169"/>
                  </a:cubicBezTo>
                  <a:lnTo>
                    <a:pt x="164" y="47169"/>
                  </a:lnTo>
                  <a:cubicBezTo>
                    <a:pt x="1" y="47169"/>
                    <a:pt x="1" y="47332"/>
                    <a:pt x="1" y="47496"/>
                  </a:cubicBezTo>
                  <a:lnTo>
                    <a:pt x="2699" y="53790"/>
                  </a:lnTo>
                  <a:cubicBezTo>
                    <a:pt x="2208" y="56692"/>
                    <a:pt x="1513" y="59063"/>
                    <a:pt x="1023" y="60943"/>
                  </a:cubicBezTo>
                  <a:lnTo>
                    <a:pt x="1513" y="60943"/>
                  </a:lnTo>
                  <a:cubicBezTo>
                    <a:pt x="2045" y="59267"/>
                    <a:pt x="2535" y="57019"/>
                    <a:pt x="3066" y="54485"/>
                  </a:cubicBezTo>
                  <a:lnTo>
                    <a:pt x="3393" y="54485"/>
                  </a:lnTo>
                  <a:cubicBezTo>
                    <a:pt x="3393" y="54485"/>
                    <a:pt x="3557" y="54322"/>
                    <a:pt x="3393" y="54158"/>
                  </a:cubicBezTo>
                  <a:lnTo>
                    <a:pt x="3230" y="53627"/>
                  </a:lnTo>
                  <a:cubicBezTo>
                    <a:pt x="6786" y="35560"/>
                    <a:pt x="10546" y="654"/>
                    <a:pt x="10546" y="164"/>
                  </a:cubicBezTo>
                  <a:cubicBezTo>
                    <a:pt x="10546" y="164"/>
                    <a:pt x="10546" y="0"/>
                    <a:pt x="10383"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50"/>
            <p:cNvSpPr/>
            <p:nvPr/>
          </p:nvSpPr>
          <p:spPr>
            <a:xfrm>
              <a:off x="9476919" y="1275805"/>
              <a:ext cx="179718" cy="225815"/>
            </a:xfrm>
            <a:custGeom>
              <a:avLst/>
              <a:gdLst/>
              <a:ahLst/>
              <a:cxnLst/>
              <a:rect l="l" t="t" r="r" b="b"/>
              <a:pathLst>
                <a:path w="4620" h="5805" extrusionOk="0">
                  <a:moveTo>
                    <a:pt x="4251" y="0"/>
                  </a:moveTo>
                  <a:cubicBezTo>
                    <a:pt x="4088" y="0"/>
                    <a:pt x="4088" y="0"/>
                    <a:pt x="4088" y="164"/>
                  </a:cubicBezTo>
                  <a:lnTo>
                    <a:pt x="0" y="5477"/>
                  </a:lnTo>
                  <a:cubicBezTo>
                    <a:pt x="0" y="5477"/>
                    <a:pt x="0" y="5641"/>
                    <a:pt x="164" y="5804"/>
                  </a:cubicBezTo>
                  <a:lnTo>
                    <a:pt x="532" y="5804"/>
                  </a:lnTo>
                  <a:lnTo>
                    <a:pt x="4415" y="368"/>
                  </a:lnTo>
                  <a:cubicBezTo>
                    <a:pt x="4619" y="368"/>
                    <a:pt x="4415" y="164"/>
                    <a:pt x="4415"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50"/>
            <p:cNvSpPr/>
            <p:nvPr/>
          </p:nvSpPr>
          <p:spPr>
            <a:xfrm>
              <a:off x="8106294" y="2865830"/>
              <a:ext cx="1510565" cy="1636134"/>
            </a:xfrm>
            <a:custGeom>
              <a:avLst/>
              <a:gdLst/>
              <a:ahLst/>
              <a:cxnLst/>
              <a:rect l="l" t="t" r="r" b="b"/>
              <a:pathLst>
                <a:path w="38832" h="42060" extrusionOk="0">
                  <a:moveTo>
                    <a:pt x="1" y="0"/>
                  </a:moveTo>
                  <a:lnTo>
                    <a:pt x="5437" y="42059"/>
                  </a:lnTo>
                  <a:lnTo>
                    <a:pt x="34744" y="42059"/>
                  </a:lnTo>
                  <a:lnTo>
                    <a:pt x="38831" y="0"/>
                  </a:lnTo>
                  <a:close/>
                </a:path>
              </a:pathLst>
            </a:cu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50"/>
            <p:cNvSpPr/>
            <p:nvPr/>
          </p:nvSpPr>
          <p:spPr>
            <a:xfrm>
              <a:off x="8522881" y="3144086"/>
              <a:ext cx="39" cy="483371"/>
            </a:xfrm>
            <a:custGeom>
              <a:avLst/>
              <a:gdLst/>
              <a:ahLst/>
              <a:cxnLst/>
              <a:rect l="l" t="t" r="r" b="b"/>
              <a:pathLst>
                <a:path w="1" h="12426" extrusionOk="0">
                  <a:moveTo>
                    <a:pt x="1" y="0"/>
                  </a:moveTo>
                  <a:lnTo>
                    <a:pt x="1" y="12426"/>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50"/>
            <p:cNvSpPr/>
            <p:nvPr/>
          </p:nvSpPr>
          <p:spPr>
            <a:xfrm>
              <a:off x="8483163" y="3104329"/>
              <a:ext cx="79512" cy="562883"/>
            </a:xfrm>
            <a:custGeom>
              <a:avLst/>
              <a:gdLst/>
              <a:ahLst/>
              <a:cxnLst/>
              <a:rect l="l" t="t" r="r" b="b"/>
              <a:pathLst>
                <a:path w="2044" h="14470" extrusionOk="0">
                  <a:moveTo>
                    <a:pt x="1022" y="0"/>
                  </a:moveTo>
                  <a:cubicBezTo>
                    <a:pt x="327" y="0"/>
                    <a:pt x="0" y="368"/>
                    <a:pt x="0" y="1022"/>
                  </a:cubicBezTo>
                  <a:lnTo>
                    <a:pt x="0" y="13448"/>
                  </a:lnTo>
                  <a:cubicBezTo>
                    <a:pt x="0" y="13979"/>
                    <a:pt x="327" y="14470"/>
                    <a:pt x="1022" y="14470"/>
                  </a:cubicBezTo>
                  <a:cubicBezTo>
                    <a:pt x="1553" y="14470"/>
                    <a:pt x="2044" y="13979"/>
                    <a:pt x="2044" y="13448"/>
                  </a:cubicBezTo>
                  <a:lnTo>
                    <a:pt x="2044" y="1022"/>
                  </a:lnTo>
                  <a:cubicBezTo>
                    <a:pt x="2044" y="368"/>
                    <a:pt x="1553" y="0"/>
                    <a:pt x="10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50"/>
            <p:cNvSpPr/>
            <p:nvPr/>
          </p:nvSpPr>
          <p:spPr>
            <a:xfrm>
              <a:off x="9139845" y="3031196"/>
              <a:ext cx="79512" cy="564478"/>
            </a:xfrm>
            <a:custGeom>
              <a:avLst/>
              <a:gdLst/>
              <a:ahLst/>
              <a:cxnLst/>
              <a:rect l="l" t="t" r="r" b="b"/>
              <a:pathLst>
                <a:path w="2044" h="14511" extrusionOk="0">
                  <a:moveTo>
                    <a:pt x="1022" y="0"/>
                  </a:moveTo>
                  <a:cubicBezTo>
                    <a:pt x="491" y="0"/>
                    <a:pt x="0" y="368"/>
                    <a:pt x="0" y="1022"/>
                  </a:cubicBezTo>
                  <a:lnTo>
                    <a:pt x="0" y="13488"/>
                  </a:lnTo>
                  <a:cubicBezTo>
                    <a:pt x="0" y="13979"/>
                    <a:pt x="491" y="14510"/>
                    <a:pt x="1022" y="14510"/>
                  </a:cubicBezTo>
                  <a:cubicBezTo>
                    <a:pt x="1512" y="14510"/>
                    <a:pt x="2044" y="13979"/>
                    <a:pt x="2044" y="13488"/>
                  </a:cubicBezTo>
                  <a:lnTo>
                    <a:pt x="2044" y="1022"/>
                  </a:lnTo>
                  <a:cubicBezTo>
                    <a:pt x="2044" y="368"/>
                    <a:pt x="1512" y="0"/>
                    <a:pt x="10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50"/>
            <p:cNvSpPr/>
            <p:nvPr/>
          </p:nvSpPr>
          <p:spPr>
            <a:xfrm>
              <a:off x="8993540" y="3323729"/>
              <a:ext cx="79551" cy="562922"/>
            </a:xfrm>
            <a:custGeom>
              <a:avLst/>
              <a:gdLst/>
              <a:ahLst/>
              <a:cxnLst/>
              <a:rect l="l" t="t" r="r" b="b"/>
              <a:pathLst>
                <a:path w="2045" h="14471" extrusionOk="0">
                  <a:moveTo>
                    <a:pt x="1022" y="1"/>
                  </a:moveTo>
                  <a:cubicBezTo>
                    <a:pt x="491" y="1"/>
                    <a:pt x="1" y="328"/>
                    <a:pt x="1" y="1023"/>
                  </a:cubicBezTo>
                  <a:lnTo>
                    <a:pt x="1" y="13448"/>
                  </a:lnTo>
                  <a:cubicBezTo>
                    <a:pt x="1" y="14143"/>
                    <a:pt x="491" y="14470"/>
                    <a:pt x="1022" y="14470"/>
                  </a:cubicBezTo>
                  <a:cubicBezTo>
                    <a:pt x="1513" y="14470"/>
                    <a:pt x="2044" y="14143"/>
                    <a:pt x="2044" y="13448"/>
                  </a:cubicBezTo>
                  <a:lnTo>
                    <a:pt x="2044" y="1023"/>
                  </a:lnTo>
                  <a:cubicBezTo>
                    <a:pt x="2044" y="328"/>
                    <a:pt x="1513" y="1"/>
                    <a:pt x="10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50"/>
            <p:cNvSpPr/>
            <p:nvPr/>
          </p:nvSpPr>
          <p:spPr>
            <a:xfrm>
              <a:off x="9165286" y="3733975"/>
              <a:ext cx="79512" cy="569263"/>
            </a:xfrm>
            <a:custGeom>
              <a:avLst/>
              <a:gdLst/>
              <a:ahLst/>
              <a:cxnLst/>
              <a:rect l="l" t="t" r="r" b="b"/>
              <a:pathLst>
                <a:path w="2044" h="14634" extrusionOk="0">
                  <a:moveTo>
                    <a:pt x="1022" y="0"/>
                  </a:moveTo>
                  <a:cubicBezTo>
                    <a:pt x="368" y="0"/>
                    <a:pt x="0" y="532"/>
                    <a:pt x="0" y="1022"/>
                  </a:cubicBezTo>
                  <a:lnTo>
                    <a:pt x="0" y="13611"/>
                  </a:lnTo>
                  <a:cubicBezTo>
                    <a:pt x="0" y="14143"/>
                    <a:pt x="368" y="14633"/>
                    <a:pt x="1022" y="14633"/>
                  </a:cubicBezTo>
                  <a:cubicBezTo>
                    <a:pt x="1553" y="14633"/>
                    <a:pt x="2044" y="14143"/>
                    <a:pt x="2044" y="13611"/>
                  </a:cubicBezTo>
                  <a:lnTo>
                    <a:pt x="2044" y="1022"/>
                  </a:lnTo>
                  <a:cubicBezTo>
                    <a:pt x="2044" y="532"/>
                    <a:pt x="1553" y="0"/>
                    <a:pt x="10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9" name="Google Shape;939;p50"/>
          <p:cNvSpPr/>
          <p:nvPr/>
        </p:nvSpPr>
        <p:spPr>
          <a:xfrm flipH="1">
            <a:off x="6758010" y="4675051"/>
            <a:ext cx="1832405" cy="244805"/>
          </a:xfrm>
          <a:custGeom>
            <a:avLst/>
            <a:gdLst/>
            <a:ahLst/>
            <a:cxnLst/>
            <a:rect l="l" t="t" r="r" b="b"/>
            <a:pathLst>
              <a:path w="55866" h="7463" extrusionOk="0">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0" name="Google Shape;940;p50"/>
          <p:cNvGrpSpPr/>
          <p:nvPr/>
        </p:nvGrpSpPr>
        <p:grpSpPr>
          <a:xfrm flipH="1">
            <a:off x="8058686" y="457200"/>
            <a:ext cx="1385931" cy="2705253"/>
            <a:chOff x="409722" y="228600"/>
            <a:chExt cx="1385931" cy="2705253"/>
          </a:xfrm>
        </p:grpSpPr>
        <p:grpSp>
          <p:nvGrpSpPr>
            <p:cNvPr id="941" name="Google Shape;941;p50"/>
            <p:cNvGrpSpPr/>
            <p:nvPr/>
          </p:nvGrpSpPr>
          <p:grpSpPr>
            <a:xfrm rot="-617154" flipH="1">
              <a:off x="575967" y="402323"/>
              <a:ext cx="1053440" cy="2450002"/>
              <a:chOff x="3817855" y="1437512"/>
              <a:chExt cx="541146" cy="1128254"/>
            </a:xfrm>
          </p:grpSpPr>
          <p:sp>
            <p:nvSpPr>
              <p:cNvPr id="942" name="Google Shape;942;p50"/>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50"/>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4" name="Google Shape;944;p50"/>
            <p:cNvSpPr/>
            <p:nvPr/>
          </p:nvSpPr>
          <p:spPr>
            <a:xfrm>
              <a:off x="1419225" y="228600"/>
              <a:ext cx="142800" cy="142800"/>
            </a:xfrm>
            <a:prstGeom prst="ellipse">
              <a:avLst/>
            </a:pr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Background 1">
  <p:cSld name="CUSTOM_1_1">
    <p:spTree>
      <p:nvGrpSpPr>
        <p:cNvPr id="1" name="Shape 945"/>
        <p:cNvGrpSpPr/>
        <p:nvPr/>
      </p:nvGrpSpPr>
      <p:grpSpPr>
        <a:xfrm>
          <a:off x="0" y="0"/>
          <a:ext cx="0" cy="0"/>
          <a:chOff x="0" y="0"/>
          <a:chExt cx="0" cy="0"/>
        </a:xfrm>
      </p:grpSpPr>
      <p:grpSp>
        <p:nvGrpSpPr>
          <p:cNvPr id="946" name="Google Shape;946;p51"/>
          <p:cNvGrpSpPr/>
          <p:nvPr/>
        </p:nvGrpSpPr>
        <p:grpSpPr>
          <a:xfrm flipH="1">
            <a:off x="-24431" y="-6"/>
            <a:ext cx="9169628" cy="5143518"/>
            <a:chOff x="-1204" y="-6"/>
            <a:chExt cx="9169628" cy="5143518"/>
          </a:xfrm>
        </p:grpSpPr>
        <p:sp>
          <p:nvSpPr>
            <p:cNvPr id="947" name="Google Shape;947;p51"/>
            <p:cNvSpPr/>
            <p:nvPr/>
          </p:nvSpPr>
          <p:spPr>
            <a:xfrm>
              <a:off x="319050" y="283350"/>
              <a:ext cx="8505900" cy="45768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51"/>
            <p:cNvSpPr/>
            <p:nvPr/>
          </p:nvSpPr>
          <p:spPr>
            <a:xfrm>
              <a:off x="7144668" y="0"/>
              <a:ext cx="1600279" cy="1208486"/>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51"/>
            <p:cNvSpPr/>
            <p:nvPr/>
          </p:nvSpPr>
          <p:spPr>
            <a:xfrm>
              <a:off x="6578703" y="-6"/>
              <a:ext cx="1250846" cy="937634"/>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51"/>
            <p:cNvSpPr/>
            <p:nvPr/>
          </p:nvSpPr>
          <p:spPr>
            <a:xfrm>
              <a:off x="743289" y="3878776"/>
              <a:ext cx="1664900" cy="1264737"/>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51"/>
            <p:cNvSpPr/>
            <p:nvPr/>
          </p:nvSpPr>
          <p:spPr>
            <a:xfrm rot="10800000">
              <a:off x="-1204" y="3670093"/>
              <a:ext cx="1135497" cy="1067007"/>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51"/>
            <p:cNvSpPr/>
            <p:nvPr/>
          </p:nvSpPr>
          <p:spPr>
            <a:xfrm>
              <a:off x="7972342" y="1228724"/>
              <a:ext cx="1196082" cy="113470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 name="Google Shape;953;p51"/>
          <p:cNvGrpSpPr/>
          <p:nvPr/>
        </p:nvGrpSpPr>
        <p:grpSpPr>
          <a:xfrm>
            <a:off x="4281415" y="75177"/>
            <a:ext cx="581170" cy="125403"/>
            <a:chOff x="4685288" y="186288"/>
            <a:chExt cx="419375" cy="90485"/>
          </a:xfrm>
        </p:grpSpPr>
        <p:sp>
          <p:nvSpPr>
            <p:cNvPr id="954" name="Google Shape;954;p51"/>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5" name="Google Shape;955;p51"/>
            <p:cNvGrpSpPr/>
            <p:nvPr/>
          </p:nvGrpSpPr>
          <p:grpSpPr>
            <a:xfrm>
              <a:off x="4685288" y="186300"/>
              <a:ext cx="419375" cy="90473"/>
              <a:chOff x="4390000" y="182175"/>
              <a:chExt cx="419375" cy="90473"/>
            </a:xfrm>
          </p:grpSpPr>
          <p:sp>
            <p:nvSpPr>
              <p:cNvPr id="956" name="Google Shape;956;p51"/>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51"/>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8" name="Google Shape;958;p51"/>
          <p:cNvGrpSpPr/>
          <p:nvPr/>
        </p:nvGrpSpPr>
        <p:grpSpPr>
          <a:xfrm rot="-1102275">
            <a:off x="239301" y="2899434"/>
            <a:ext cx="541146" cy="2225370"/>
            <a:chOff x="871338" y="1945155"/>
            <a:chExt cx="247109" cy="1016148"/>
          </a:xfrm>
        </p:grpSpPr>
        <p:sp>
          <p:nvSpPr>
            <p:cNvPr id="959" name="Google Shape;959;p51"/>
            <p:cNvSpPr/>
            <p:nvPr/>
          </p:nvSpPr>
          <p:spPr>
            <a:xfrm>
              <a:off x="1017893" y="2858365"/>
              <a:ext cx="100554" cy="102938"/>
            </a:xfrm>
            <a:custGeom>
              <a:avLst/>
              <a:gdLst/>
              <a:ahLst/>
              <a:cxnLst/>
              <a:rect l="l" t="t" r="r" b="b"/>
              <a:pathLst>
                <a:path w="5314" h="5440" extrusionOk="0">
                  <a:moveTo>
                    <a:pt x="2707" y="0"/>
                  </a:moveTo>
                  <a:cubicBezTo>
                    <a:pt x="1253" y="0"/>
                    <a:pt x="0" y="1254"/>
                    <a:pt x="0" y="2707"/>
                  </a:cubicBezTo>
                  <a:cubicBezTo>
                    <a:pt x="0" y="4186"/>
                    <a:pt x="1253" y="5439"/>
                    <a:pt x="2707" y="5439"/>
                  </a:cubicBezTo>
                  <a:cubicBezTo>
                    <a:pt x="4161" y="5439"/>
                    <a:pt x="5314" y="4186"/>
                    <a:pt x="5314" y="2707"/>
                  </a:cubicBezTo>
                  <a:cubicBezTo>
                    <a:pt x="5314" y="1254"/>
                    <a:pt x="4161" y="0"/>
                    <a:pt x="27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51"/>
            <p:cNvSpPr/>
            <p:nvPr/>
          </p:nvSpPr>
          <p:spPr>
            <a:xfrm>
              <a:off x="871338" y="2075844"/>
              <a:ext cx="215338" cy="853670"/>
            </a:xfrm>
            <a:custGeom>
              <a:avLst/>
              <a:gdLst/>
              <a:ahLst/>
              <a:cxnLst/>
              <a:rect l="l" t="t" r="r" b="b"/>
              <a:pathLst>
                <a:path w="11380" h="45114" extrusionOk="0">
                  <a:moveTo>
                    <a:pt x="6066" y="1"/>
                  </a:moveTo>
                  <a:cubicBezTo>
                    <a:pt x="2206" y="5640"/>
                    <a:pt x="1" y="12332"/>
                    <a:pt x="1" y="19625"/>
                  </a:cubicBezTo>
                  <a:cubicBezTo>
                    <a:pt x="1" y="29650"/>
                    <a:pt x="4287" y="38748"/>
                    <a:pt x="11079" y="45114"/>
                  </a:cubicBezTo>
                  <a:lnTo>
                    <a:pt x="11379" y="44813"/>
                  </a:lnTo>
                  <a:cubicBezTo>
                    <a:pt x="4612" y="38547"/>
                    <a:pt x="427" y="29550"/>
                    <a:pt x="427" y="19625"/>
                  </a:cubicBezTo>
                  <a:cubicBezTo>
                    <a:pt x="427" y="12432"/>
                    <a:pt x="2607" y="5740"/>
                    <a:pt x="6367" y="201"/>
                  </a:cubicBezTo>
                  <a:lnTo>
                    <a:pt x="606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51"/>
            <p:cNvSpPr/>
            <p:nvPr/>
          </p:nvSpPr>
          <p:spPr>
            <a:xfrm>
              <a:off x="1051083" y="1945155"/>
              <a:ext cx="67364" cy="51242"/>
            </a:xfrm>
            <a:custGeom>
              <a:avLst/>
              <a:gdLst/>
              <a:ahLst/>
              <a:cxnLst/>
              <a:rect l="l" t="t" r="r" b="b"/>
              <a:pathLst>
                <a:path w="3560" h="2708" extrusionOk="0">
                  <a:moveTo>
                    <a:pt x="1780" y="1"/>
                  </a:moveTo>
                  <a:cubicBezTo>
                    <a:pt x="1" y="1"/>
                    <a:pt x="1" y="2708"/>
                    <a:pt x="1780" y="2708"/>
                  </a:cubicBezTo>
                  <a:cubicBezTo>
                    <a:pt x="3459" y="2708"/>
                    <a:pt x="3560" y="1"/>
                    <a:pt x="17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2" name="Google Shape;962;p51"/>
          <p:cNvSpPr/>
          <p:nvPr/>
        </p:nvSpPr>
        <p:spPr>
          <a:xfrm>
            <a:off x="7683774" y="926546"/>
            <a:ext cx="1629891" cy="217696"/>
          </a:xfrm>
          <a:custGeom>
            <a:avLst/>
            <a:gdLst/>
            <a:ahLst/>
            <a:cxnLst/>
            <a:rect l="l" t="t" r="r" b="b"/>
            <a:pathLst>
              <a:path w="55866" h="7463" extrusionOk="0">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Background 2">
  <p:cSld name="MAIN_POINT_1">
    <p:bg>
      <p:bgPr>
        <a:solidFill>
          <a:schemeClr val="accent2"/>
        </a:solidFill>
        <a:effectLst/>
      </p:bgPr>
    </p:bg>
    <p:spTree>
      <p:nvGrpSpPr>
        <p:cNvPr id="1" name="Shape 963"/>
        <p:cNvGrpSpPr/>
        <p:nvPr/>
      </p:nvGrpSpPr>
      <p:grpSpPr>
        <a:xfrm>
          <a:off x="0" y="0"/>
          <a:ext cx="0" cy="0"/>
          <a:chOff x="0" y="0"/>
          <a:chExt cx="0" cy="0"/>
        </a:xfrm>
      </p:grpSpPr>
      <p:grpSp>
        <p:nvGrpSpPr>
          <p:cNvPr id="964" name="Google Shape;964;p52"/>
          <p:cNvGrpSpPr/>
          <p:nvPr/>
        </p:nvGrpSpPr>
        <p:grpSpPr>
          <a:xfrm>
            <a:off x="319043" y="283350"/>
            <a:ext cx="8505900" cy="4576800"/>
            <a:chOff x="319043" y="283350"/>
            <a:chExt cx="8505900" cy="4576800"/>
          </a:xfrm>
        </p:grpSpPr>
        <p:sp>
          <p:nvSpPr>
            <p:cNvPr id="965" name="Google Shape;965;p52"/>
            <p:cNvSpPr/>
            <p:nvPr/>
          </p:nvSpPr>
          <p:spPr>
            <a:xfrm flipH="1">
              <a:off x="319043" y="283350"/>
              <a:ext cx="8505900" cy="4576800"/>
            </a:xfrm>
            <a:prstGeom prst="roundRect">
              <a:avLst>
                <a:gd name="adj" fmla="val 3396"/>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52"/>
            <p:cNvSpPr/>
            <p:nvPr/>
          </p:nvSpPr>
          <p:spPr>
            <a:xfrm rot="10800000" flipH="1">
              <a:off x="694692" y="580875"/>
              <a:ext cx="7754700" cy="3981600"/>
            </a:xfrm>
            <a:prstGeom prst="roundRect">
              <a:avLst>
                <a:gd name="adj" fmla="val 3396"/>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52"/>
            <p:cNvSpPr/>
            <p:nvPr/>
          </p:nvSpPr>
          <p:spPr>
            <a:xfrm flipH="1">
              <a:off x="1289186" y="298550"/>
              <a:ext cx="1611114" cy="1202094"/>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52"/>
            <p:cNvSpPr/>
            <p:nvPr/>
          </p:nvSpPr>
          <p:spPr>
            <a:xfrm flipH="1">
              <a:off x="2162181" y="298550"/>
              <a:ext cx="1348069" cy="995345"/>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52"/>
            <p:cNvSpPr/>
            <p:nvPr/>
          </p:nvSpPr>
          <p:spPr>
            <a:xfrm rot="10800000">
              <a:off x="5767286" y="3636168"/>
              <a:ext cx="1611114" cy="1209957"/>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52"/>
            <p:cNvSpPr/>
            <p:nvPr/>
          </p:nvSpPr>
          <p:spPr>
            <a:xfrm rot="10800000">
              <a:off x="6640281" y="3842942"/>
              <a:ext cx="1348069" cy="1004358"/>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 name="Google Shape;971;p52"/>
          <p:cNvGrpSpPr/>
          <p:nvPr/>
        </p:nvGrpSpPr>
        <p:grpSpPr>
          <a:xfrm>
            <a:off x="4281415" y="375214"/>
            <a:ext cx="581170" cy="125403"/>
            <a:chOff x="4685288" y="186288"/>
            <a:chExt cx="419375" cy="90485"/>
          </a:xfrm>
        </p:grpSpPr>
        <p:sp>
          <p:nvSpPr>
            <p:cNvPr id="972" name="Google Shape;972;p52"/>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3" name="Google Shape;973;p52"/>
            <p:cNvGrpSpPr/>
            <p:nvPr/>
          </p:nvGrpSpPr>
          <p:grpSpPr>
            <a:xfrm>
              <a:off x="4685288" y="186300"/>
              <a:ext cx="419375" cy="90473"/>
              <a:chOff x="4390000" y="182175"/>
              <a:chExt cx="419375" cy="90473"/>
            </a:xfrm>
          </p:grpSpPr>
          <p:sp>
            <p:nvSpPr>
              <p:cNvPr id="974" name="Google Shape;974;p52"/>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52"/>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979"/>
        <p:cNvGrpSpPr/>
        <p:nvPr/>
      </p:nvGrpSpPr>
      <p:grpSpPr>
        <a:xfrm>
          <a:off x="0" y="0"/>
          <a:ext cx="0" cy="0"/>
          <a:chOff x="0" y="0"/>
          <a:chExt cx="0" cy="0"/>
        </a:xfrm>
      </p:grpSpPr>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983"/>
        <p:cNvGrpSpPr/>
        <p:nvPr/>
      </p:nvGrpSpPr>
      <p:grpSpPr>
        <a:xfrm>
          <a:off x="0" y="0"/>
          <a:ext cx="0" cy="0"/>
          <a:chOff x="0" y="0"/>
          <a:chExt cx="0" cy="0"/>
        </a:xfrm>
      </p:grpSpPr>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984"/>
        <p:cNvGrpSpPr/>
        <p:nvPr/>
      </p:nvGrpSpPr>
      <p:grpSpPr>
        <a:xfrm>
          <a:off x="0" y="0"/>
          <a:ext cx="0" cy="0"/>
          <a:chOff x="0" y="0"/>
          <a:chExt cx="0" cy="0"/>
        </a:xfrm>
      </p:grpSpPr>
      <p:sp>
        <p:nvSpPr>
          <p:cNvPr id="985" name="Google Shape;985;p57"/>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1" Type="http://schemas.openxmlformats.org/officeDocument/2006/relationships/slideLayout" Target="../slideLayouts/slideLayout1.xml"/><Relationship Id="rId6" Type="http://schemas.openxmlformats.org/officeDocument/2006/relationships/slideLayout" Target="../slideLayouts/slideLayout6.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49.xml"/></Relationships>
</file>

<file path=ppt/slideMasters/_rels/slideMaster3.xml.rels><?xml version="1.0" encoding="UTF-8" standalone="yes"?>
<Relationships xmlns="http://schemas.openxmlformats.org/package/2006/relationships"><Relationship Id="rId3" Type="http://schemas.openxmlformats.org/officeDocument/2006/relationships/theme" Target="../theme/theme3.xml"/><Relationship Id="rId2" Type="http://schemas.openxmlformats.org/officeDocument/2006/relationships/slideLayout" Target="../slideLayouts/slideLayout51.xml"/><Relationship Id="rId1" Type="http://schemas.openxmlformats.org/officeDocument/2006/relationships/slideLayout" Target="../slideLayouts/slideLayout5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accent5"/>
              </a:buClr>
              <a:buSzPts val="2800"/>
              <a:buFont typeface="Aldrich"/>
              <a:buNone/>
              <a:defRPr sz="2800">
                <a:solidFill>
                  <a:schemeClr val="accent5"/>
                </a:solidFill>
                <a:latin typeface="Aldrich"/>
                <a:ea typeface="Aldrich"/>
                <a:cs typeface="Aldrich"/>
                <a:sym typeface="Aldrich"/>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42900">
              <a:lnSpc>
                <a:spcPct val="115000"/>
              </a:lnSpc>
              <a:spcBef>
                <a:spcPts val="0"/>
              </a:spcBef>
              <a:spcAft>
                <a:spcPts val="0"/>
              </a:spcAft>
              <a:buClr>
                <a:schemeClr val="accent5"/>
              </a:buClr>
              <a:buSzPts val="1800"/>
              <a:buFont typeface="Didact Gothic"/>
              <a:buChar char="●"/>
              <a:defRPr sz="1800">
                <a:solidFill>
                  <a:schemeClr val="accent5"/>
                </a:solidFill>
                <a:latin typeface="Didact Gothic"/>
                <a:ea typeface="Didact Gothic"/>
                <a:cs typeface="Didact Gothic"/>
                <a:sym typeface="Didact Gothic"/>
              </a:defRPr>
            </a:lvl1pPr>
            <a:lvl2pPr marL="914400" lvl="1" indent="-317500">
              <a:lnSpc>
                <a:spcPct val="115000"/>
              </a:lnSpc>
              <a:spcBef>
                <a:spcPts val="1600"/>
              </a:spcBef>
              <a:spcAft>
                <a:spcPts val="0"/>
              </a:spcAft>
              <a:buClr>
                <a:schemeClr val="accent5"/>
              </a:buClr>
              <a:buSzPts val="1400"/>
              <a:buFont typeface="Didact Gothic"/>
              <a:buChar char="○"/>
              <a:defRPr>
                <a:solidFill>
                  <a:schemeClr val="accent5"/>
                </a:solidFill>
                <a:latin typeface="Didact Gothic"/>
                <a:ea typeface="Didact Gothic"/>
                <a:cs typeface="Didact Gothic"/>
                <a:sym typeface="Didact Gothic"/>
              </a:defRPr>
            </a:lvl2pPr>
            <a:lvl3pPr marL="1371600" lvl="2" indent="-317500">
              <a:lnSpc>
                <a:spcPct val="115000"/>
              </a:lnSpc>
              <a:spcBef>
                <a:spcPts val="1600"/>
              </a:spcBef>
              <a:spcAft>
                <a:spcPts val="0"/>
              </a:spcAft>
              <a:buClr>
                <a:schemeClr val="accent5"/>
              </a:buClr>
              <a:buSzPts val="1400"/>
              <a:buFont typeface="Didact Gothic"/>
              <a:buChar char="■"/>
              <a:defRPr>
                <a:solidFill>
                  <a:schemeClr val="accent5"/>
                </a:solidFill>
                <a:latin typeface="Didact Gothic"/>
                <a:ea typeface="Didact Gothic"/>
                <a:cs typeface="Didact Gothic"/>
                <a:sym typeface="Didact Gothic"/>
              </a:defRPr>
            </a:lvl3pPr>
            <a:lvl4pPr marL="1828800" lvl="3" indent="-317500">
              <a:lnSpc>
                <a:spcPct val="115000"/>
              </a:lnSpc>
              <a:spcBef>
                <a:spcPts val="1600"/>
              </a:spcBef>
              <a:spcAft>
                <a:spcPts val="0"/>
              </a:spcAft>
              <a:buClr>
                <a:schemeClr val="accent5"/>
              </a:buClr>
              <a:buSzPts val="1400"/>
              <a:buFont typeface="Didact Gothic"/>
              <a:buChar char="●"/>
              <a:defRPr>
                <a:solidFill>
                  <a:schemeClr val="accent5"/>
                </a:solidFill>
                <a:latin typeface="Didact Gothic"/>
                <a:ea typeface="Didact Gothic"/>
                <a:cs typeface="Didact Gothic"/>
                <a:sym typeface="Didact Gothic"/>
              </a:defRPr>
            </a:lvl4pPr>
            <a:lvl5pPr marL="2286000" lvl="4" indent="-317500">
              <a:lnSpc>
                <a:spcPct val="115000"/>
              </a:lnSpc>
              <a:spcBef>
                <a:spcPts val="1600"/>
              </a:spcBef>
              <a:spcAft>
                <a:spcPts val="0"/>
              </a:spcAft>
              <a:buClr>
                <a:schemeClr val="accent5"/>
              </a:buClr>
              <a:buSzPts val="1400"/>
              <a:buFont typeface="Didact Gothic"/>
              <a:buChar char="○"/>
              <a:defRPr>
                <a:solidFill>
                  <a:schemeClr val="accent5"/>
                </a:solidFill>
                <a:latin typeface="Didact Gothic"/>
                <a:ea typeface="Didact Gothic"/>
                <a:cs typeface="Didact Gothic"/>
                <a:sym typeface="Didact Gothic"/>
              </a:defRPr>
            </a:lvl5pPr>
            <a:lvl6pPr marL="2743200" lvl="5" indent="-317500">
              <a:lnSpc>
                <a:spcPct val="115000"/>
              </a:lnSpc>
              <a:spcBef>
                <a:spcPts val="1600"/>
              </a:spcBef>
              <a:spcAft>
                <a:spcPts val="0"/>
              </a:spcAft>
              <a:buClr>
                <a:schemeClr val="accent5"/>
              </a:buClr>
              <a:buSzPts val="1400"/>
              <a:buFont typeface="Didact Gothic"/>
              <a:buChar char="■"/>
              <a:defRPr>
                <a:solidFill>
                  <a:schemeClr val="accent5"/>
                </a:solidFill>
                <a:latin typeface="Didact Gothic"/>
                <a:ea typeface="Didact Gothic"/>
                <a:cs typeface="Didact Gothic"/>
                <a:sym typeface="Didact Gothic"/>
              </a:defRPr>
            </a:lvl6pPr>
            <a:lvl7pPr marL="3200400" lvl="6" indent="-317500">
              <a:lnSpc>
                <a:spcPct val="115000"/>
              </a:lnSpc>
              <a:spcBef>
                <a:spcPts val="1600"/>
              </a:spcBef>
              <a:spcAft>
                <a:spcPts val="0"/>
              </a:spcAft>
              <a:buClr>
                <a:schemeClr val="accent5"/>
              </a:buClr>
              <a:buSzPts val="1400"/>
              <a:buFont typeface="Didact Gothic"/>
              <a:buChar char="●"/>
              <a:defRPr>
                <a:solidFill>
                  <a:schemeClr val="accent5"/>
                </a:solidFill>
                <a:latin typeface="Didact Gothic"/>
                <a:ea typeface="Didact Gothic"/>
                <a:cs typeface="Didact Gothic"/>
                <a:sym typeface="Didact Gothic"/>
              </a:defRPr>
            </a:lvl7pPr>
            <a:lvl8pPr marL="3657600" lvl="7" indent="-317500">
              <a:lnSpc>
                <a:spcPct val="115000"/>
              </a:lnSpc>
              <a:spcBef>
                <a:spcPts val="1600"/>
              </a:spcBef>
              <a:spcAft>
                <a:spcPts val="0"/>
              </a:spcAft>
              <a:buClr>
                <a:schemeClr val="accent5"/>
              </a:buClr>
              <a:buSzPts val="1400"/>
              <a:buFont typeface="Didact Gothic"/>
              <a:buChar char="○"/>
              <a:defRPr>
                <a:solidFill>
                  <a:schemeClr val="accent5"/>
                </a:solidFill>
                <a:latin typeface="Didact Gothic"/>
                <a:ea typeface="Didact Gothic"/>
                <a:cs typeface="Didact Gothic"/>
                <a:sym typeface="Didact Gothic"/>
              </a:defRPr>
            </a:lvl8pPr>
            <a:lvl9pPr marL="4114800" lvl="8" indent="-317500">
              <a:lnSpc>
                <a:spcPct val="115000"/>
              </a:lnSpc>
              <a:spcBef>
                <a:spcPts val="1600"/>
              </a:spcBef>
              <a:spcAft>
                <a:spcPts val="1600"/>
              </a:spcAft>
              <a:buClr>
                <a:schemeClr val="accent5"/>
              </a:buClr>
              <a:buSzPts val="1400"/>
              <a:buFont typeface="Didact Gothic"/>
              <a:buChar char="■"/>
              <a:defRPr>
                <a:solidFill>
                  <a:schemeClr val="accent5"/>
                </a:solidFill>
                <a:latin typeface="Didact Gothic"/>
                <a:ea typeface="Didact Gothic"/>
                <a:cs typeface="Didact Gothic"/>
                <a:sym typeface="Didact Gothic"/>
              </a:defRPr>
            </a:lvl9pPr>
          </a:lstStyle>
          <a:p>
            <a:endParaRPr/>
          </a:p>
        </p:txBody>
      </p:sp>
    </p:spTree>
  </p:cSld>
  <p:clrMap bg1="lt1" tx1="dk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7" r:id="rId18"/>
    <p:sldLayoutId id="2147483668" r:id="rId19"/>
    <p:sldLayoutId id="2147483669" r:id="rId20"/>
    <p:sldLayoutId id="2147483670" r:id="rId21"/>
    <p:sldLayoutId id="2147483672" r:id="rId22"/>
    <p:sldLayoutId id="2147483673" r:id="rId23"/>
    <p:sldLayoutId id="2147483674" r:id="rId24"/>
    <p:sldLayoutId id="2147483675" r:id="rId25"/>
    <p:sldLayoutId id="2147483676" r:id="rId26"/>
    <p:sldLayoutId id="2147483677" r:id="rId27"/>
    <p:sldLayoutId id="2147483678" r:id="rId28"/>
    <p:sldLayoutId id="2147483679" r:id="rId29"/>
    <p:sldLayoutId id="2147483680" r:id="rId30"/>
    <p:sldLayoutId id="2147483681" r:id="rId31"/>
    <p:sldLayoutId id="2147483682" r:id="rId32"/>
    <p:sldLayoutId id="2147483683" r:id="rId33"/>
    <p:sldLayoutId id="2147483684" r:id="rId34"/>
    <p:sldLayoutId id="2147483685" r:id="rId35"/>
    <p:sldLayoutId id="2147483686" r:id="rId36"/>
    <p:sldLayoutId id="2147483687" r:id="rId37"/>
    <p:sldLayoutId id="2147483688" r:id="rId38"/>
    <p:sldLayoutId id="2147483689" r:id="rId39"/>
    <p:sldLayoutId id="2147483690" r:id="rId40"/>
    <p:sldLayoutId id="2147483691" r:id="rId41"/>
    <p:sldLayoutId id="2147483692" r:id="rId42"/>
    <p:sldLayoutId id="2147483693" r:id="rId43"/>
    <p:sldLayoutId id="2147483694" r:id="rId44"/>
    <p:sldLayoutId id="2147483695" r:id="rId45"/>
    <p:sldLayoutId id="2147483696" r:id="rId46"/>
    <p:sldLayoutId id="2147483697" r:id="rId47"/>
    <p:sldLayoutId id="2147483698" r:id="rId48"/>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976"/>
        <p:cNvGrpSpPr/>
        <p:nvPr/>
      </p:nvGrpSpPr>
      <p:grpSpPr>
        <a:xfrm>
          <a:off x="0" y="0"/>
          <a:ext cx="0" cy="0"/>
          <a:chOff x="0" y="0"/>
          <a:chExt cx="0" cy="0"/>
        </a:xfrm>
      </p:grpSpPr>
      <p:sp>
        <p:nvSpPr>
          <p:cNvPr id="977" name="Google Shape;977;p53"/>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978" name="Google Shape;978;p53"/>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99"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980"/>
        <p:cNvGrpSpPr/>
        <p:nvPr/>
      </p:nvGrpSpPr>
      <p:grpSpPr>
        <a:xfrm>
          <a:off x="0" y="0"/>
          <a:ext cx="0" cy="0"/>
          <a:chOff x="0" y="0"/>
          <a:chExt cx="0" cy="0"/>
        </a:xfrm>
      </p:grpSpPr>
      <p:sp>
        <p:nvSpPr>
          <p:cNvPr id="981" name="Google Shape;981;p5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982" name="Google Shape;982;p5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700" r:id="rId1"/>
    <p:sldLayoutId id="2147483701" r:id="rId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image" Target="../media/image2.jpg"/></Relationships>
</file>

<file path=ppt/slides/_rels/slide2.xml.rels><?xml version="1.0" encoding="UTF-8" standalone="yes"?>
<Relationships xmlns="http://schemas.openxmlformats.org/package/2006/relationships"><Relationship Id="rId3" Type="http://schemas.openxmlformats.org/officeDocument/2006/relationships/slide" Target="slide9.xml"/><Relationship Id="rId2" Type="http://schemas.openxmlformats.org/officeDocument/2006/relationships/notesSlide" Target="../notesSlides/notesSlide2.xml"/><Relationship Id="rId1" Type="http://schemas.openxmlformats.org/officeDocument/2006/relationships/slideLayout" Target="../slideLayouts/slideLayout12.xml"/><Relationship Id="rId6" Type="http://schemas.openxmlformats.org/officeDocument/2006/relationships/slide" Target="slide64.xml"/><Relationship Id="rId5" Type="http://schemas.openxmlformats.org/officeDocument/2006/relationships/slide" Target="slide53.xml"/><Relationship Id="rId4" Type="http://schemas.openxmlformats.org/officeDocument/2006/relationships/slide" Target="slide35.xml"/></Relationships>
</file>

<file path=ppt/slides/_rels/slide3.xml.rels><?xml version="1.0" encoding="UTF-8" standalone="yes"?>
<Relationships xmlns="http://schemas.openxmlformats.org/package/2006/relationships"><Relationship Id="rId3" Type="http://schemas.openxmlformats.org/officeDocument/2006/relationships/slide" Target="slide23.xml"/><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7.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47.xml"/></Relationships>
</file>

<file path=ppt/slides/_rels/slide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xml"/><Relationship Id="rId1" Type="http://schemas.openxmlformats.org/officeDocument/2006/relationships/slideLayout" Target="../slideLayouts/slideLayout47.xml"/><Relationship Id="rId4" Type="http://schemas.openxmlformats.org/officeDocument/2006/relationships/image" Target="../media/image3.png"/></Relationships>
</file>

<file path=ppt/slides/_rels/slide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7.xml"/><Relationship Id="rId1" Type="http://schemas.openxmlformats.org/officeDocument/2006/relationships/slideLayout" Target="../slideLayouts/slideLayout47.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7.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7.xml"/></Relationships>
</file>

<file path=ppt/slides/_rels/slide10.xml.rels><?xml version="1.0" encoding="UTF-8" standalone="yes"?>
<Relationships xmlns="http://schemas.openxmlformats.org/package/2006/relationships"><Relationship Id="rId3" Type="http://schemas.openxmlformats.org/officeDocument/2006/relationships/slide" Target="slide23.xml"/><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47.xml"/></Relationships>
</file>

<file path=ppt/slides/_rels/slide1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2.xml"/><Relationship Id="rId1" Type="http://schemas.openxmlformats.org/officeDocument/2006/relationships/slideLayout" Target="../slideLayouts/slideLayout47.xml"/></Relationships>
</file>

<file path=ppt/slides/_rels/slide13.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13.xml"/><Relationship Id="rId1" Type="http://schemas.openxmlformats.org/officeDocument/2006/relationships/slideLayout" Target="../slideLayouts/slideLayout47.xml"/><Relationship Id="rId4" Type="http://schemas.openxmlformats.org/officeDocument/2006/relationships/image" Target="../media/image6.png"/></Relationships>
</file>

<file path=ppt/slides/_rels/slide1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4.xml"/><Relationship Id="rId1" Type="http://schemas.openxmlformats.org/officeDocument/2006/relationships/slideLayout" Target="../slideLayouts/slideLayout47.xml"/></Relationships>
</file>

<file path=ppt/slides/_rels/slide15.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15.xml"/><Relationship Id="rId1" Type="http://schemas.openxmlformats.org/officeDocument/2006/relationships/slideLayout" Target="../slideLayouts/slideLayout47.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47.xml"/></Relationships>
</file>

<file path=ppt/slides/_rels/slide17.xml.rels><?xml version="1.0" encoding="UTF-8" standalone="yes"?>
<Relationships xmlns="http://schemas.openxmlformats.org/package/2006/relationships"><Relationship Id="rId3" Type="http://schemas.openxmlformats.org/officeDocument/2006/relationships/slide" Target="slide23.xml"/><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47.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47.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47.xml"/></Relationships>
</file>

<file path=ppt/slides/_rels/slide2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21.xml"/><Relationship Id="rId1" Type="http://schemas.openxmlformats.org/officeDocument/2006/relationships/slideLayout" Target="../slideLayouts/slideLayout47.xml"/></Relationships>
</file>

<file path=ppt/slides/_rels/slide22.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notesSlide" Target="../notesSlides/notesSlide22.xml"/><Relationship Id="rId1" Type="http://schemas.openxmlformats.org/officeDocument/2006/relationships/slideLayout" Target="../slideLayouts/slideLayout47.xml"/></Relationships>
</file>

<file path=ppt/slides/_rels/slide23.xml.rels><?xml version="1.0" encoding="UTF-8" standalone="yes"?>
<Relationships xmlns="http://schemas.openxmlformats.org/package/2006/relationships"><Relationship Id="rId3" Type="http://schemas.openxmlformats.org/officeDocument/2006/relationships/slide" Target="slide9.xml"/><Relationship Id="rId2" Type="http://schemas.openxmlformats.org/officeDocument/2006/relationships/notesSlide" Target="../notesSlides/notesSlide23.xml"/><Relationship Id="rId1" Type="http://schemas.openxmlformats.org/officeDocument/2006/relationships/slideLayout" Target="../slideLayouts/slideLayout11.xml"/><Relationship Id="rId6" Type="http://schemas.openxmlformats.org/officeDocument/2006/relationships/slide" Target="slide64.xml"/><Relationship Id="rId5" Type="http://schemas.openxmlformats.org/officeDocument/2006/relationships/slide" Target="slide35.xml"/><Relationship Id="rId4" Type="http://schemas.openxmlformats.org/officeDocument/2006/relationships/slide" Target="slide5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3.xml"/></Relationships>
</file>

<file path=ppt/slides/_rels/slide28.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28.xml"/><Relationship Id="rId1" Type="http://schemas.openxmlformats.org/officeDocument/2006/relationships/slideLayout" Target="../slideLayouts/slideLayout24.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9.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4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44.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41.xml"/></Relationships>
</file>

<file path=ppt/slides/_rels/slide33.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33.xml"/><Relationship Id="rId1" Type="http://schemas.openxmlformats.org/officeDocument/2006/relationships/slideLayout" Target="../slideLayouts/slideLayout19.xml"/><Relationship Id="rId5" Type="http://schemas.openxmlformats.org/officeDocument/2006/relationships/image" Target="../media/image10.png"/><Relationship Id="rId4" Type="http://schemas.openxmlformats.org/officeDocument/2006/relationships/hyperlink" Target="https://docs.google.com/spreadsheets/d/1gwJGQ-qI77me9AsoHOSXsPvarOT5kZ6EBa76H0ZtM_Y/copy#gid=1913411841" TargetMode="Externa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0.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5.xml"/></Relationships>
</file>

<file path=ppt/slides/_rels/slide36.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notesSlide" Target="../notesSlides/notesSlide36.xml"/><Relationship Id="rId1" Type="http://schemas.openxmlformats.org/officeDocument/2006/relationships/slideLayout" Target="../slideLayouts/slideLayout21.xml"/><Relationship Id="rId4" Type="http://schemas.openxmlformats.org/officeDocument/2006/relationships/image" Target="../media/image12.png"/></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9.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38.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9.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5.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8.xml"/></Relationships>
</file>

<file path=ppt/slides/_rels/slide42.xml.rels><?xml version="1.0" encoding="UTF-8" standalone="yes"?>
<Relationships xmlns="http://schemas.openxmlformats.org/package/2006/relationships"><Relationship Id="rId3" Type="http://schemas.openxmlformats.org/officeDocument/2006/relationships/image" Target="../media/image13.jpg"/><Relationship Id="rId2" Type="http://schemas.openxmlformats.org/officeDocument/2006/relationships/notesSlide" Target="../notesSlides/notesSlide42.xml"/><Relationship Id="rId1" Type="http://schemas.openxmlformats.org/officeDocument/2006/relationships/slideLayout" Target="../slideLayouts/slideLayout5.xml"/><Relationship Id="rId4" Type="http://schemas.openxmlformats.org/officeDocument/2006/relationships/image" Target="../media/image14.png"/></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7.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0.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0.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3" Type="http://schemas.openxmlformats.org/officeDocument/2006/relationships/hyperlink" Target="https://docs.google.com/spreadsheets/d/1gwJGQ-qI77me9AsoHOSXsPvarOT5kZ6EBa76H0ZtM_Y/copy#gid=875631908" TargetMode="External"/><Relationship Id="rId2" Type="http://schemas.openxmlformats.org/officeDocument/2006/relationships/notesSlide" Target="../notesSlides/notesSlide48.xml"/><Relationship Id="rId1" Type="http://schemas.openxmlformats.org/officeDocument/2006/relationships/slideLayout" Target="../slideLayouts/slideLayout4.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15.png"/></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6.xml"/></Relationships>
</file>

<file path=ppt/slides/_rels/slide50.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notesSlide" Target="../notesSlides/notesSlide50.xml"/><Relationship Id="rId1" Type="http://schemas.openxmlformats.org/officeDocument/2006/relationships/slideLayout" Target="../slideLayouts/slideLayout14.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18.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18.xml"/></Relationships>
</file>

<file path=ppt/slides/_rels/slide53.xml.rels><?xml version="1.0" encoding="UTF-8" standalone="yes"?>
<Relationships xmlns="http://schemas.openxmlformats.org/package/2006/relationships"><Relationship Id="rId3" Type="http://schemas.openxmlformats.org/officeDocument/2006/relationships/slide" Target="slide23.xml"/><Relationship Id="rId2" Type="http://schemas.openxmlformats.org/officeDocument/2006/relationships/notesSlide" Target="../notesSlides/notesSlide53.xml"/><Relationship Id="rId1" Type="http://schemas.openxmlformats.org/officeDocument/2006/relationships/slideLayout" Target="../slideLayouts/slideLayout16.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0.xml"/></Relationships>
</file>

<file path=ppt/slides/_rels/slide55.xml.rels><?xml version="1.0" encoding="UTF-8" standalone="yes"?>
<Relationships xmlns="http://schemas.openxmlformats.org/package/2006/relationships"><Relationship Id="rId3" Type="http://schemas.openxmlformats.org/officeDocument/2006/relationships/hyperlink" Target="https://docs.google.com/spreadsheets/d/1gwJGQ-qI77me9AsoHOSXsPvarOT5kZ6EBa76H0ZtM_Y/copy#gid=0" TargetMode="External"/><Relationship Id="rId2" Type="http://schemas.openxmlformats.org/officeDocument/2006/relationships/notesSlide" Target="../notesSlides/notesSlide55.xml"/><Relationship Id="rId1" Type="http://schemas.openxmlformats.org/officeDocument/2006/relationships/slideLayout" Target="../slideLayouts/slideLayout4.xml"/><Relationship Id="rId4" Type="http://schemas.openxmlformats.org/officeDocument/2006/relationships/image" Target="../media/image17.png"/></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0.xml"/></Relationships>
</file>

<file path=ppt/slides/_rels/slide57.xml.rels><?xml version="1.0" encoding="UTF-8" standalone="yes"?>
<Relationships xmlns="http://schemas.openxmlformats.org/package/2006/relationships"><Relationship Id="rId3" Type="http://schemas.openxmlformats.org/officeDocument/2006/relationships/image" Target="../media/image18.jpg"/><Relationship Id="rId2" Type="http://schemas.openxmlformats.org/officeDocument/2006/relationships/notesSlide" Target="../notesSlides/notesSlide57.xml"/><Relationship Id="rId1" Type="http://schemas.openxmlformats.org/officeDocument/2006/relationships/slideLayout" Target="../slideLayouts/slideLayout8.xml"/><Relationship Id="rId4" Type="http://schemas.openxmlformats.org/officeDocument/2006/relationships/image" Target="../media/image19.png"/></Relationships>
</file>

<file path=ppt/slides/_rels/slide58.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58.xml"/><Relationship Id="rId1" Type="http://schemas.openxmlformats.org/officeDocument/2006/relationships/slideLayout" Target="../slideLayouts/slideLayout1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18.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9.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4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18.xml"/></Relationships>
</file>

<file path=ppt/slides/_rels/slide64.xml.rels><?xml version="1.0" encoding="UTF-8" standalone="yes"?>
<Relationships xmlns="http://schemas.openxmlformats.org/package/2006/relationships"><Relationship Id="rId3" Type="http://schemas.openxmlformats.org/officeDocument/2006/relationships/slide" Target="slide23.xml"/><Relationship Id="rId2" Type="http://schemas.openxmlformats.org/officeDocument/2006/relationships/notesSlide" Target="../notesSlides/notesSlide64.xml"/><Relationship Id="rId1" Type="http://schemas.openxmlformats.org/officeDocument/2006/relationships/slideLayout" Target="../slideLayouts/slideLayout17.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3.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40.xml"/></Relationships>
</file>

<file path=ppt/slides/_rels/slide67.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67.xml"/><Relationship Id="rId1" Type="http://schemas.openxmlformats.org/officeDocument/2006/relationships/slideLayout" Target="../slideLayouts/slideLayout34.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36.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19.xml"/></Relationships>
</file>

<file path=ppt/slides/_rels/slide70.xml.rels><?xml version="1.0" encoding="UTF-8" standalone="yes"?>
<Relationships xmlns="http://schemas.openxmlformats.org/package/2006/relationships"><Relationship Id="rId3" Type="http://schemas.openxmlformats.org/officeDocument/2006/relationships/image" Target="../media/image22.jpg"/><Relationship Id="rId2" Type="http://schemas.openxmlformats.org/officeDocument/2006/relationships/notesSlide" Target="../notesSlides/notesSlide70.xml"/><Relationship Id="rId1" Type="http://schemas.openxmlformats.org/officeDocument/2006/relationships/slideLayout" Target="../slideLayouts/slideLayout25.xml"/></Relationships>
</file>

<file path=ppt/slides/_rels/slide71.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notesSlide" Target="../notesSlides/notesSlide71.xml"/><Relationship Id="rId1" Type="http://schemas.openxmlformats.org/officeDocument/2006/relationships/slideLayout" Target="../slideLayouts/slideLayout27.xml"/></Relationships>
</file>

<file path=ppt/slides/_rels/slide72.xml.rels><?xml version="1.0" encoding="UTF-8" standalone="yes"?>
<Relationships xmlns="http://schemas.openxmlformats.org/package/2006/relationships"><Relationship Id="rId3" Type="http://schemas.openxmlformats.org/officeDocument/2006/relationships/image" Target="../media/image24.jpg"/><Relationship Id="rId2" Type="http://schemas.openxmlformats.org/officeDocument/2006/relationships/notesSlide" Target="../notesSlides/notesSlide72.xml"/><Relationship Id="rId1" Type="http://schemas.openxmlformats.org/officeDocument/2006/relationships/slideLayout" Target="../slideLayouts/slideLayout26.xml"/></Relationships>
</file>

<file path=ppt/slides/_rels/slide73.xml.rels><?xml version="1.0" encoding="UTF-8" standalone="yes"?>
<Relationships xmlns="http://schemas.openxmlformats.org/package/2006/relationships"><Relationship Id="rId3" Type="http://schemas.openxmlformats.org/officeDocument/2006/relationships/image" Target="../media/image25.jpg"/><Relationship Id="rId2" Type="http://schemas.openxmlformats.org/officeDocument/2006/relationships/notesSlide" Target="../notesSlides/notesSlide73.xml"/><Relationship Id="rId1" Type="http://schemas.openxmlformats.org/officeDocument/2006/relationships/slideLayout" Target="../slideLayouts/slideLayout28.xml"/><Relationship Id="rId4" Type="http://schemas.openxmlformats.org/officeDocument/2006/relationships/image" Target="../media/image26.png"/></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31.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29.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45.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4.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19.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18.xml"/></Relationships>
</file>

<file path=ppt/slides/_rels/slide80.xml.rels><?xml version="1.0" encoding="UTF-8" standalone="yes"?>
<Relationships xmlns="http://schemas.openxmlformats.org/package/2006/relationships"><Relationship Id="rId3" Type="http://schemas.openxmlformats.org/officeDocument/2006/relationships/hyperlink" Target="https://www.freepik.com/premium-vector/illustration-online-certification-computer-screen_8695498.htm/?utm_source=slidesgo_template&amp;utm_medium=referral-link&amp;utm_campaign=sg_resources&amp;utm_content=freepik" TargetMode="External"/><Relationship Id="rId2" Type="http://schemas.openxmlformats.org/officeDocument/2006/relationships/notesSlide" Target="../notesSlides/notesSlide80.xml"/><Relationship Id="rId1" Type="http://schemas.openxmlformats.org/officeDocument/2006/relationships/slideLayout" Target="../slideLayouts/slideLayout20.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19.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0.xml"/></Relationships>
</file>

<file path=ppt/slides/_rels/slide83.xml.rels><?xml version="1.0" encoding="UTF-8" standalone="yes"?>
<Relationships xmlns="http://schemas.openxmlformats.org/package/2006/relationships"><Relationship Id="rId8" Type="http://schemas.openxmlformats.org/officeDocument/2006/relationships/hyperlink" Target="https://www.freepik.com/free-vector/online-certification-concept_8725126.htm/?utm_source=slidesgo_template&amp;utm_medium=referral-link&amp;utm_campaign=sg_resources&amp;utm_content=freepik" TargetMode="External"/><Relationship Id="rId3" Type="http://schemas.openxmlformats.org/officeDocument/2006/relationships/hyperlink" Target="https://www.freepik.com/free-photo/globe-books-near-laptop_1969221.htm/?utm_source=slidesgo_template&amp;utm_medium=referral-link&amp;utm_campaign=sg_resources&amp;utm_content=freepik" TargetMode="External"/><Relationship Id="rId7" Type="http://schemas.openxmlformats.org/officeDocument/2006/relationships/hyperlink" Target="https://www.freepik.com/free-vector/online-certification-concept_8725125.htm/?utm_source=slidesgo_template&amp;utm_medium=referral-link&amp;utm_campaign=sg_resources&amp;utm_content=freepik" TargetMode="External"/><Relationship Id="rId2" Type="http://schemas.openxmlformats.org/officeDocument/2006/relationships/notesSlide" Target="../notesSlides/notesSlide83.xml"/><Relationship Id="rId1" Type="http://schemas.openxmlformats.org/officeDocument/2006/relationships/slideLayout" Target="../slideLayouts/slideLayout2.xml"/><Relationship Id="rId6" Type="http://schemas.openxmlformats.org/officeDocument/2006/relationships/hyperlink" Target="https://www.freepik.com/free-vector/online-certification-with-laptop_8664220.htm/?utm_source=slidesgo_template&amp;utm_medium=referral-link&amp;utm_campaign=sg_resources&amp;utm_content=freepik" TargetMode="External"/><Relationship Id="rId5" Type="http://schemas.openxmlformats.org/officeDocument/2006/relationships/hyperlink" Target="https://www.freepik.com/free-photo/happy-teenager-making-notes-near-laptop_1365733.htm/?utm_source=slidesgo_template&amp;utm_medium=referral-link&amp;utm_campaign=sg_resources&amp;utm_content=freepik" TargetMode="External"/><Relationship Id="rId10" Type="http://schemas.openxmlformats.org/officeDocument/2006/relationships/hyperlink" Target="https://www.flaticon.com/packs/education-1-7?k=1604646037578/?utm_source=slidesgo_template&amp;utm_medium=referral-link&amp;utm_campaign=sg_resources&amp;utm_content=flaticon" TargetMode="External"/><Relationship Id="rId4" Type="http://schemas.openxmlformats.org/officeDocument/2006/relationships/hyperlink" Target="https://www.freepik.com/free-photo/kids-teacher-posing-while-wearing-medical-mask_10141311.htm/?utm_source=slidesgo_template&amp;utm_medium=referral-link&amp;utm_campaign=sg_resources&amp;utm_content=freepik" TargetMode="External"/><Relationship Id="rId9" Type="http://schemas.openxmlformats.org/officeDocument/2006/relationships/hyperlink" Target="https://www.freepik.com/free-vector/online-certification-college-graduates_8695524.htm/?utm_source=slidesgo_template&amp;utm_medium=referral-link&amp;utm_campaign=sg_resources&amp;utm_content=freepik" TargetMode="External"/></Relationships>
</file>

<file path=ppt/slides/_rels/slide84.xml.rels><?xml version="1.0" encoding="UTF-8" standalone="yes"?>
<Relationships xmlns="http://schemas.openxmlformats.org/package/2006/relationships"><Relationship Id="rId8" Type="http://schemas.openxmlformats.org/officeDocument/2006/relationships/hyperlink" Target="https://www.freepik.com/premium-photo/teenagers-using-laptop_1363850.htm/?utm_source=slidesgo_template&amp;utm_medium=referral-link&amp;utm_campaign=sg_resources&amp;utm_content=freepik" TargetMode="External"/><Relationship Id="rId13" Type="http://schemas.openxmlformats.org/officeDocument/2006/relationships/hyperlink" Target="https://www.freepik.com/free-photo/woman-with-graduation-diploma_13561209.htm/?utm_source=slidesgo_template&amp;utm_medium=referral-link&amp;utm_campaign=sg_resources&amp;utm_content=freepik" TargetMode="External"/><Relationship Id="rId3" Type="http://schemas.openxmlformats.org/officeDocument/2006/relationships/hyperlink" Target="https://www.freepik.com/free-vector/illustrated-graduates-wearing-medical-masks-their-ceremony_8695507.htm/?utm_source=slidesgo_template&amp;utm_medium=referral-link&amp;utm_campaign=sg_resources&amp;utm_content=freepik" TargetMode="External"/><Relationship Id="rId7" Type="http://schemas.openxmlformats.org/officeDocument/2006/relationships/hyperlink" Target="https://www.flaticon.com/packs/teacher-14/?utm_source=slidesgo_template&amp;utm_medium=referral-link&amp;utm_campaign=sg_resources&amp;utm_content=flaticon" TargetMode="External"/><Relationship Id="rId12" Type="http://schemas.openxmlformats.org/officeDocument/2006/relationships/hyperlink" Target="https://www.freepik.com/free-photo/people-looking-tablet_3408488.htm/?utm_source=slidesgo_template&amp;utm_medium=referral-link&amp;utm_campaign=sg_resources&amp;utm_content=freepik" TargetMode="External"/><Relationship Id="rId2" Type="http://schemas.openxmlformats.org/officeDocument/2006/relationships/notesSlide" Target="../notesSlides/notesSlide84.xml"/><Relationship Id="rId1" Type="http://schemas.openxmlformats.org/officeDocument/2006/relationships/slideLayout" Target="../slideLayouts/slideLayout32.xml"/><Relationship Id="rId6" Type="http://schemas.openxmlformats.org/officeDocument/2006/relationships/hyperlink" Target="https://www.freepik.com/free-vector/illustration-graduates-wearing-medical-masks-their-ceremony_8695522.htm/?utm_source=slidesgo_template&amp;utm_medium=referral-link&amp;utm_campaign=sg_resources&amp;utm_content=freepik" TargetMode="External"/><Relationship Id="rId11" Type="http://schemas.openxmlformats.org/officeDocument/2006/relationships/hyperlink" Target="https://www.freepik.com/premium-photo/people-working-together-startup-company_18843699.htm/?utm_source=slidesgo_template&amp;utm_medium=referral-link&amp;utm_campaign=sg_resources&amp;utm_content=freepik" TargetMode="External"/><Relationship Id="rId5" Type="http://schemas.openxmlformats.org/officeDocument/2006/relationships/hyperlink" Target="https://www.freepik.com/free-vector/online-certification-with-tablet_8664219.htm/?utm_source=slidesgo_template&amp;utm_medium=referral-link&amp;utm_campaign=sg_resources&amp;utm_content=freepik" TargetMode="External"/><Relationship Id="rId15" Type="http://schemas.openxmlformats.org/officeDocument/2006/relationships/hyperlink" Target="https://www.freepik.com/premium-photo/copy-space-woman-with-graduation-diploma_13561230.htm/?utm_source=slidesgo_template&amp;utm_medium=referral-link&amp;utm_campaign=sg_resources&amp;utm_content=freepik" TargetMode="External"/><Relationship Id="rId10" Type="http://schemas.openxmlformats.org/officeDocument/2006/relationships/hyperlink" Target="https://www.freepik.com/premium-photo/man-holding-his-laptop-looking-camera_5514667.htm/?utm_source=slidesgo_template&amp;utm_medium=referral-link&amp;utm_campaign=sg_resources&amp;utm_content=freepik" TargetMode="External"/><Relationship Id="rId4" Type="http://schemas.openxmlformats.org/officeDocument/2006/relationships/hyperlink" Target="https://www.freepik.com/free-vector/illustration-graduation-ceremony-online-platform_8695501.htm/?utm_source=slidesgo_template&amp;utm_medium=referral-link&amp;utm_campaign=sg_resources&amp;utm_content=freepik" TargetMode="External"/><Relationship Id="rId9" Type="http://schemas.openxmlformats.org/officeDocument/2006/relationships/hyperlink" Target="https://www.freepik.com/premium-photo/guy-using-his-laptop-shoulder-view_5514680.htm/?utm_source=slidesgo_template&amp;utm_medium=referral-link&amp;utm_campaign=sg_resources&amp;utm_content=freepik" TargetMode="External"/><Relationship Id="rId14" Type="http://schemas.openxmlformats.org/officeDocument/2006/relationships/hyperlink" Target="https://www.freepik.com/premium-photo/smiley-female-teacher-using-laptop-from-home-hold-online-class_10226700.htm/?utm_source=slidesgo_template&amp;utm_medium=referral-link&amp;utm_campaign=sg_resources&amp;utm_content=freepik" TargetMode="External"/></Relationships>
</file>

<file path=ppt/slides/_rels/slide85.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85.xml"/><Relationship Id="rId1" Type="http://schemas.openxmlformats.org/officeDocument/2006/relationships/slideLayout" Target="../slideLayouts/slideLayout49.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86.xml.rels><?xml version="1.0" encoding="UTF-8" standalone="yes"?>
<Relationships xmlns="http://schemas.openxmlformats.org/package/2006/relationships"><Relationship Id="rId3" Type="http://schemas.openxmlformats.org/officeDocument/2006/relationships/hyperlink" Target="https://fonts.google.com/specimen/Aldrich" TargetMode="External"/><Relationship Id="rId2" Type="http://schemas.openxmlformats.org/officeDocument/2006/relationships/notesSlide" Target="../notesSlides/notesSlide86.xml"/><Relationship Id="rId1" Type="http://schemas.openxmlformats.org/officeDocument/2006/relationships/slideLayout" Target="../slideLayouts/slideLayout49.xml"/><Relationship Id="rId4" Type="http://schemas.openxmlformats.org/officeDocument/2006/relationships/hyperlink" Target="https://fonts.google.com/specimen/Didact+Gothic" TargetMode="External"/></Relationships>
</file>

<file path=ppt/slides/_rels/slide87.xml.rels><?xml version="1.0" encoding="UTF-8" standalone="yes"?>
<Relationships xmlns="http://schemas.openxmlformats.org/package/2006/relationships"><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3" Type="http://schemas.openxmlformats.org/officeDocument/2006/relationships/hyperlink" Target="https://stories.freepik.com/cuate?utm_source=slidesgo_template&amp;utm_medium=referral-link&amp;utm_campaign=slidesgo_final_slides&amp;utm_term=cuate&amp;utm_content=stories" TargetMode="External"/><Relationship Id="rId3"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12" Type="http://schemas.openxmlformats.org/officeDocument/2006/relationships/image" Target="../media/image31.gif"/><Relationship Id="rId2" Type="http://schemas.openxmlformats.org/officeDocument/2006/relationships/notesSlide" Target="../notesSlides/notesSlide87.xml"/><Relationship Id="rId1" Type="http://schemas.openxmlformats.org/officeDocument/2006/relationships/slideLayout" Target="../slideLayouts/slideLayout49.xm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11" Type="http://schemas.openxmlformats.org/officeDocument/2006/relationships/image" Target="../media/image30.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10" Type="http://schemas.openxmlformats.org/officeDocument/2006/relationships/image" Target="../media/image29.gif"/><Relationship Id="rId4" Type="http://schemas.openxmlformats.org/officeDocument/2006/relationships/image" Target="../media/image27.gif"/><Relationship Id="rId9" Type="http://schemas.openxmlformats.org/officeDocument/2006/relationships/image" Target="../media/image28.gif"/></Relationships>
</file>

<file path=ppt/slides/_rels/slide88.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88.xml"/><Relationship Id="rId1" Type="http://schemas.openxmlformats.org/officeDocument/2006/relationships/slideLayout" Target="../slideLayouts/slideLayout49.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49.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49.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49.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49.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49.xml"/></Relationships>
</file>

<file path=ppt/slides/_rels/slide94.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94.xml"/><Relationship Id="rId1" Type="http://schemas.openxmlformats.org/officeDocument/2006/relationships/slideLayout" Target="../slideLayouts/slideLayout49.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49.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49.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49.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49.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49.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49.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51.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51.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50.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50.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50.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50.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50.xml"/></Relationships>
</file>

<file path=ppt/slides/_rels/slide108.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108.xml"/><Relationship Id="rId1" Type="http://schemas.openxmlformats.org/officeDocument/2006/relationships/slideLayout" Target="../slideLayouts/slideLayout49.xml"/><Relationship Id="rId4" Type="http://schemas.openxmlformats.org/officeDocument/2006/relationships/image" Target="../media/image32.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989"/>
        <p:cNvGrpSpPr/>
        <p:nvPr/>
      </p:nvGrpSpPr>
      <p:grpSpPr>
        <a:xfrm>
          <a:off x="0" y="0"/>
          <a:ext cx="0" cy="0"/>
          <a:chOff x="0" y="0"/>
          <a:chExt cx="0" cy="0"/>
        </a:xfrm>
      </p:grpSpPr>
      <p:sp>
        <p:nvSpPr>
          <p:cNvPr id="991" name="Google Shape;991;p58"/>
          <p:cNvSpPr txBox="1">
            <a:spLocks noGrp="1"/>
          </p:cNvSpPr>
          <p:nvPr>
            <p:ph type="ctrTitle"/>
          </p:nvPr>
        </p:nvSpPr>
        <p:spPr>
          <a:xfrm>
            <a:off x="2492100" y="404678"/>
            <a:ext cx="4159800" cy="1124400"/>
          </a:xfrm>
          <a:prstGeom prst="rect">
            <a:avLst/>
          </a:prstGeom>
        </p:spPr>
        <p:txBody>
          <a:bodyPr spcFirstLastPara="1" wrap="square" lIns="91425" tIns="91425" rIns="91425" bIns="91425" anchor="b" anchorCtr="0">
            <a:noAutofit/>
          </a:bodyPr>
          <a:lstStyle/>
          <a:p>
            <a:pPr lvl="0"/>
            <a:r>
              <a:rPr lang="nl-NL" dirty="0"/>
              <a:t>Titelblad</a:t>
            </a:r>
            <a:endParaRPr dirty="0"/>
          </a:p>
        </p:txBody>
      </p:sp>
      <p:sp>
        <p:nvSpPr>
          <p:cNvPr id="990" name="Google Shape;990;p58"/>
          <p:cNvSpPr txBox="1">
            <a:spLocks noGrp="1"/>
          </p:cNvSpPr>
          <p:nvPr>
            <p:ph type="subTitle" idx="1"/>
          </p:nvPr>
        </p:nvSpPr>
        <p:spPr>
          <a:xfrm>
            <a:off x="1261364" y="1735463"/>
            <a:ext cx="1584886" cy="336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latin typeface="Aldrich" panose="020B0604020202020204" charset="0"/>
              </a:rPr>
              <a:t>Coach</a:t>
            </a:r>
            <a:endParaRPr dirty="0">
              <a:latin typeface="Aldrich" panose="020B0604020202020204" charset="0"/>
            </a:endParaRPr>
          </a:p>
        </p:txBody>
      </p:sp>
      <p:sp>
        <p:nvSpPr>
          <p:cNvPr id="3" name="Google Shape;990;p58">
            <a:extLst>
              <a:ext uri="{FF2B5EF4-FFF2-40B4-BE49-F238E27FC236}">
                <a16:creationId xmlns:a16="http://schemas.microsoft.com/office/drawing/2014/main" id="{53EA2984-8857-222F-1D3B-9A52601E5763}"/>
              </a:ext>
            </a:extLst>
          </p:cNvPr>
          <p:cNvSpPr txBox="1">
            <a:spLocks/>
          </p:cNvSpPr>
          <p:nvPr/>
        </p:nvSpPr>
        <p:spPr>
          <a:xfrm>
            <a:off x="6150844" y="1689777"/>
            <a:ext cx="1584886" cy="3363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9pPr>
          </a:lstStyle>
          <a:p>
            <a:pPr marL="0" indent="0"/>
            <a:r>
              <a:rPr lang="nl-NL" dirty="0">
                <a:latin typeface="Aldrich" panose="020B0604020202020204" charset="0"/>
              </a:rPr>
              <a:t>Expert</a:t>
            </a:r>
          </a:p>
        </p:txBody>
      </p:sp>
      <p:sp>
        <p:nvSpPr>
          <p:cNvPr id="4" name="Google Shape;990;p58">
            <a:extLst>
              <a:ext uri="{FF2B5EF4-FFF2-40B4-BE49-F238E27FC236}">
                <a16:creationId xmlns:a16="http://schemas.microsoft.com/office/drawing/2014/main" id="{AFB1A644-DA09-0367-14DA-C76861B10441}"/>
              </a:ext>
            </a:extLst>
          </p:cNvPr>
          <p:cNvSpPr txBox="1">
            <a:spLocks/>
          </p:cNvSpPr>
          <p:nvPr/>
        </p:nvSpPr>
        <p:spPr>
          <a:xfrm>
            <a:off x="639160" y="2075960"/>
            <a:ext cx="2829295" cy="3363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9pPr>
          </a:lstStyle>
          <a:p>
            <a:pPr marL="0" indent="0"/>
            <a:r>
              <a:rPr lang="nl-NL" dirty="0" err="1"/>
              <a:t>Yaman</a:t>
            </a:r>
            <a:r>
              <a:rPr lang="nl-NL" dirty="0"/>
              <a:t> </a:t>
            </a:r>
            <a:r>
              <a:rPr lang="nl-NL" dirty="0" err="1"/>
              <a:t>Haj</a:t>
            </a:r>
            <a:r>
              <a:rPr lang="nl-NL" dirty="0"/>
              <a:t> </a:t>
            </a:r>
            <a:r>
              <a:rPr lang="nl-NL" dirty="0" err="1"/>
              <a:t>Ahmad</a:t>
            </a:r>
            <a:endParaRPr lang="nl-NL" dirty="0"/>
          </a:p>
        </p:txBody>
      </p:sp>
      <p:sp>
        <p:nvSpPr>
          <p:cNvPr id="5" name="Google Shape;990;p58">
            <a:extLst>
              <a:ext uri="{FF2B5EF4-FFF2-40B4-BE49-F238E27FC236}">
                <a16:creationId xmlns:a16="http://schemas.microsoft.com/office/drawing/2014/main" id="{31315332-2234-E1FA-F2FA-668536D13614}"/>
              </a:ext>
            </a:extLst>
          </p:cNvPr>
          <p:cNvSpPr txBox="1">
            <a:spLocks/>
          </p:cNvSpPr>
          <p:nvPr/>
        </p:nvSpPr>
        <p:spPr>
          <a:xfrm>
            <a:off x="5528640" y="2030274"/>
            <a:ext cx="2829295" cy="3363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9pPr>
          </a:lstStyle>
          <a:p>
            <a:pPr marL="0" indent="0"/>
            <a:r>
              <a:rPr lang="nl-NL" dirty="0"/>
              <a:t>Abdellah El Moussaoui</a:t>
            </a:r>
          </a:p>
        </p:txBody>
      </p:sp>
      <p:pic>
        <p:nvPicPr>
          <p:cNvPr id="7" name="Picture 6" descr="A close-up of a person's id card&#10;&#10;AI-generated content may be incorrect.">
            <a:extLst>
              <a:ext uri="{FF2B5EF4-FFF2-40B4-BE49-F238E27FC236}">
                <a16:creationId xmlns:a16="http://schemas.microsoft.com/office/drawing/2014/main" id="{127D4015-63DE-AAB3-A94A-FAF0CC4B9710}"/>
              </a:ext>
            </a:extLst>
          </p:cNvPr>
          <p:cNvPicPr>
            <a:picLocks noChangeAspect="1"/>
          </p:cNvPicPr>
          <p:nvPr/>
        </p:nvPicPr>
        <p:blipFill>
          <a:blip r:embed="rId3"/>
          <a:stretch>
            <a:fillRect/>
          </a:stretch>
        </p:blipFill>
        <p:spPr>
          <a:xfrm>
            <a:off x="5539412" y="2408063"/>
            <a:ext cx="2818523" cy="1812691"/>
          </a:xfrm>
          <a:prstGeom prst="rect">
            <a:avLst/>
          </a:prstGeom>
        </p:spPr>
      </p:pic>
      <p:sp>
        <p:nvSpPr>
          <p:cNvPr id="9" name="Google Shape;990;p58">
            <a:extLst>
              <a:ext uri="{FF2B5EF4-FFF2-40B4-BE49-F238E27FC236}">
                <a16:creationId xmlns:a16="http://schemas.microsoft.com/office/drawing/2014/main" id="{116459CC-06B6-EDC9-CA9A-C1FF792008C0}"/>
              </a:ext>
            </a:extLst>
          </p:cNvPr>
          <p:cNvSpPr txBox="1">
            <a:spLocks/>
          </p:cNvSpPr>
          <p:nvPr/>
        </p:nvSpPr>
        <p:spPr>
          <a:xfrm>
            <a:off x="3779557" y="1781149"/>
            <a:ext cx="1584886" cy="3363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9pPr>
          </a:lstStyle>
          <a:p>
            <a:pPr marL="0" indent="0"/>
            <a:r>
              <a:rPr lang="nl-NL" dirty="0">
                <a:latin typeface="Aldrich" panose="020B0604020202020204" charset="0"/>
              </a:rPr>
              <a:t>Doelgroep</a:t>
            </a:r>
          </a:p>
        </p:txBody>
      </p:sp>
      <p:sp>
        <p:nvSpPr>
          <p:cNvPr id="10" name="Google Shape;990;p58">
            <a:extLst>
              <a:ext uri="{FF2B5EF4-FFF2-40B4-BE49-F238E27FC236}">
                <a16:creationId xmlns:a16="http://schemas.microsoft.com/office/drawing/2014/main" id="{F458BED9-147C-00E4-3A7F-1C278D7198FC}"/>
              </a:ext>
            </a:extLst>
          </p:cNvPr>
          <p:cNvSpPr txBox="1">
            <a:spLocks/>
          </p:cNvSpPr>
          <p:nvPr/>
        </p:nvSpPr>
        <p:spPr>
          <a:xfrm>
            <a:off x="3157352" y="2117449"/>
            <a:ext cx="2829295" cy="3363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0"/>
              </a:spcBef>
              <a:spcAft>
                <a:spcPts val="0"/>
              </a:spcAft>
              <a:buClr>
                <a:schemeClr val="accent5"/>
              </a:buClr>
              <a:buSzPts val="2800"/>
              <a:buFont typeface="Didact Gothic"/>
              <a:buNone/>
              <a:defRPr sz="2800" b="0" i="0" u="none" strike="noStrike" cap="none">
                <a:solidFill>
                  <a:schemeClr val="accent5"/>
                </a:solidFill>
                <a:latin typeface="Didact Gothic"/>
                <a:ea typeface="Didact Gothic"/>
                <a:cs typeface="Didact Gothic"/>
                <a:sym typeface="Didact Gothic"/>
              </a:defRPr>
            </a:lvl9pPr>
          </a:lstStyle>
          <a:p>
            <a:pPr marL="0" indent="0"/>
            <a:r>
              <a:rPr lang="nl-NL" dirty="0"/>
              <a:t>Medestudenten</a:t>
            </a:r>
          </a:p>
        </p:txBody>
      </p:sp>
      <p:pic>
        <p:nvPicPr>
          <p:cNvPr id="6" name="Picture 5" descr="A close-up of a person's id card&#10;&#10;AI-generated content may be incorrect.">
            <a:extLst>
              <a:ext uri="{FF2B5EF4-FFF2-40B4-BE49-F238E27FC236}">
                <a16:creationId xmlns:a16="http://schemas.microsoft.com/office/drawing/2014/main" id="{7D29AA69-32AF-7449-F21D-22A0B3A50C86}"/>
              </a:ext>
            </a:extLst>
          </p:cNvPr>
          <p:cNvPicPr>
            <a:picLocks noChangeAspect="1"/>
          </p:cNvPicPr>
          <p:nvPr/>
        </p:nvPicPr>
        <p:blipFill>
          <a:blip r:embed="rId4"/>
          <a:stretch>
            <a:fillRect/>
          </a:stretch>
        </p:blipFill>
        <p:spPr>
          <a:xfrm>
            <a:off x="925164" y="2453749"/>
            <a:ext cx="2854393" cy="1767005"/>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991"/>
                                        </p:tgtEl>
                                        <p:attrNameLst>
                                          <p:attrName>style.visibility</p:attrName>
                                        </p:attrNameLst>
                                      </p:cBhvr>
                                      <p:to>
                                        <p:strVal val="visible"/>
                                      </p:to>
                                    </p:set>
                                    <p:anim calcmode="lin" valueType="num">
                                      <p:cBhvr additive="base">
                                        <p:cTn id="7" dur="1000"/>
                                        <p:tgtEl>
                                          <p:spTgt spid="991"/>
                                        </p:tgtEl>
                                        <p:attrNameLst>
                                          <p:attrName>ppt_w</p:attrName>
                                        </p:attrNameLst>
                                      </p:cBhvr>
                                      <p:tavLst>
                                        <p:tav tm="0">
                                          <p:val>
                                            <p:strVal val="0"/>
                                          </p:val>
                                        </p:tav>
                                        <p:tav tm="100000">
                                          <p:val>
                                            <p:strVal val="#ppt_w"/>
                                          </p:val>
                                        </p:tav>
                                      </p:tavLst>
                                    </p:anim>
                                    <p:anim calcmode="lin" valueType="num">
                                      <p:cBhvr additive="base">
                                        <p:cTn id="8" dur="1000"/>
                                        <p:tgtEl>
                                          <p:spTgt spid="991"/>
                                        </p:tgtEl>
                                        <p:attrNameLst>
                                          <p:attrName>ppt_h</p:attrName>
                                        </p:attrNameLst>
                                      </p:cBhvr>
                                      <p:tavLst>
                                        <p:tav tm="0">
                                          <p:val>
                                            <p:str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063"/>
        <p:cNvGrpSpPr/>
        <p:nvPr/>
      </p:nvGrpSpPr>
      <p:grpSpPr>
        <a:xfrm>
          <a:off x="0" y="0"/>
          <a:ext cx="0" cy="0"/>
          <a:chOff x="0" y="0"/>
          <a:chExt cx="0" cy="0"/>
        </a:xfrm>
      </p:grpSpPr>
      <p:sp>
        <p:nvSpPr>
          <p:cNvPr id="1064" name="Google Shape;1064;p61"/>
          <p:cNvSpPr txBox="1">
            <a:spLocks noGrp="1"/>
          </p:cNvSpPr>
          <p:nvPr>
            <p:ph type="subTitle" idx="1"/>
          </p:nvPr>
        </p:nvSpPr>
        <p:spPr>
          <a:xfrm>
            <a:off x="717288" y="3505638"/>
            <a:ext cx="1929300" cy="729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nl-NL" dirty="0"/>
              <a:t>a , b , c , 1 , 2 , 3</a:t>
            </a:r>
            <a:endParaRPr dirty="0"/>
          </a:p>
        </p:txBody>
      </p:sp>
      <p:sp>
        <p:nvSpPr>
          <p:cNvPr id="1065" name="Google Shape;1065;p61"/>
          <p:cNvSpPr txBox="1">
            <a:spLocks noGrp="1"/>
          </p:cNvSpPr>
          <p:nvPr>
            <p:ph type="title" idx="3"/>
          </p:nvPr>
        </p:nvSpPr>
        <p:spPr>
          <a:xfrm>
            <a:off x="2644521" y="2772869"/>
            <a:ext cx="1929300" cy="592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EEN</a:t>
            </a:r>
            <a:br>
              <a:rPr lang="en" dirty="0"/>
            </a:br>
            <a:r>
              <a:rPr lang="en" dirty="0"/>
              <a:t>ALFABET</a:t>
            </a:r>
            <a:endParaRPr dirty="0"/>
          </a:p>
        </p:txBody>
      </p:sp>
      <p:sp>
        <p:nvSpPr>
          <p:cNvPr id="1066" name="Google Shape;1066;p61"/>
          <p:cNvSpPr txBox="1">
            <a:spLocks noGrp="1"/>
          </p:cNvSpPr>
          <p:nvPr>
            <p:ph type="title"/>
          </p:nvPr>
        </p:nvSpPr>
        <p:spPr>
          <a:xfrm>
            <a:off x="716388" y="396124"/>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nl-NL" dirty="0"/>
              <a:t>Alfabet, Strings en een Taal over een gegeven alfabet</a:t>
            </a:r>
            <a:endParaRPr dirty="0"/>
          </a:p>
        </p:txBody>
      </p:sp>
      <p:sp>
        <p:nvSpPr>
          <p:cNvPr id="1067" name="Google Shape;1067;p61"/>
          <p:cNvSpPr txBox="1">
            <a:spLocks noGrp="1"/>
          </p:cNvSpPr>
          <p:nvPr>
            <p:ph type="title" idx="5"/>
          </p:nvPr>
        </p:nvSpPr>
        <p:spPr>
          <a:xfrm>
            <a:off x="4572429" y="2772869"/>
            <a:ext cx="1929300" cy="592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EEN</a:t>
            </a:r>
            <a:br>
              <a:rPr lang="en" dirty="0"/>
            </a:br>
            <a:r>
              <a:rPr lang="en" dirty="0"/>
              <a:t>STRING</a:t>
            </a:r>
            <a:endParaRPr dirty="0"/>
          </a:p>
        </p:txBody>
      </p:sp>
      <p:sp>
        <p:nvSpPr>
          <p:cNvPr id="1068" name="Google Shape;1068;p61"/>
          <p:cNvSpPr txBox="1">
            <a:spLocks noGrp="1"/>
          </p:cNvSpPr>
          <p:nvPr>
            <p:ph type="subTitle" idx="8"/>
          </p:nvPr>
        </p:nvSpPr>
        <p:spPr>
          <a:xfrm>
            <a:off x="6501012" y="3505638"/>
            <a:ext cx="2003596" cy="729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nl-NL" dirty="0"/>
              <a:t>een set van strings {</a:t>
            </a:r>
            <a:r>
              <a:rPr lang="nl-NL" dirty="0" err="1"/>
              <a:t>aa</a:t>
            </a:r>
            <a:r>
              <a:rPr lang="nl-NL" dirty="0"/>
              <a:t>, </a:t>
            </a:r>
            <a:r>
              <a:rPr lang="nl-NL" dirty="0" err="1"/>
              <a:t>ab</a:t>
            </a:r>
            <a:r>
              <a:rPr lang="nl-NL" dirty="0"/>
              <a:t>, </a:t>
            </a:r>
            <a:r>
              <a:rPr lang="nl-NL" dirty="0" err="1"/>
              <a:t>ac</a:t>
            </a:r>
            <a:r>
              <a:rPr lang="nl-NL" dirty="0"/>
              <a:t>, </a:t>
            </a:r>
            <a:r>
              <a:rPr lang="nl-NL" dirty="0" err="1"/>
              <a:t>bc</a:t>
            </a:r>
            <a:r>
              <a:rPr lang="nl-NL" dirty="0"/>
              <a:t>, </a:t>
            </a:r>
            <a:r>
              <a:rPr lang="nl-NL" dirty="0" err="1"/>
              <a:t>ba</a:t>
            </a:r>
            <a:r>
              <a:rPr lang="nl-NL" dirty="0"/>
              <a:t>, …}</a:t>
            </a:r>
            <a:endParaRPr dirty="0"/>
          </a:p>
        </p:txBody>
      </p:sp>
      <p:sp>
        <p:nvSpPr>
          <p:cNvPr id="1069" name="Google Shape;1069;p61"/>
          <p:cNvSpPr txBox="1">
            <a:spLocks noGrp="1"/>
          </p:cNvSpPr>
          <p:nvPr>
            <p:ph type="title" idx="2"/>
          </p:nvPr>
        </p:nvSpPr>
        <p:spPr>
          <a:xfrm>
            <a:off x="716613" y="2772869"/>
            <a:ext cx="1929300" cy="592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EEN</a:t>
            </a:r>
            <a:br>
              <a:rPr lang="en" dirty="0"/>
            </a:br>
            <a:r>
              <a:rPr lang="en" dirty="0"/>
              <a:t>SYMBOL</a:t>
            </a:r>
            <a:endParaRPr dirty="0"/>
          </a:p>
        </p:txBody>
      </p:sp>
      <p:sp>
        <p:nvSpPr>
          <p:cNvPr id="1070" name="Google Shape;1070;p61"/>
          <p:cNvSpPr txBox="1">
            <a:spLocks noGrp="1"/>
          </p:cNvSpPr>
          <p:nvPr>
            <p:ph type="subTitle" idx="4"/>
          </p:nvPr>
        </p:nvSpPr>
        <p:spPr>
          <a:xfrm>
            <a:off x="2645196" y="3505638"/>
            <a:ext cx="1929300" cy="729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nl-NL" dirty="0"/>
              <a:t>c</a:t>
            </a:r>
            <a:r>
              <a:rPr lang="en" dirty="0"/>
              <a:t>ollectie symbolen {a,b,c} , {1,2,3,a} , …</a:t>
            </a:r>
            <a:endParaRPr dirty="0"/>
          </a:p>
        </p:txBody>
      </p:sp>
      <p:sp>
        <p:nvSpPr>
          <p:cNvPr id="1071" name="Google Shape;1071;p61"/>
          <p:cNvSpPr txBox="1">
            <a:spLocks noGrp="1"/>
          </p:cNvSpPr>
          <p:nvPr>
            <p:ph type="subTitle" idx="6"/>
          </p:nvPr>
        </p:nvSpPr>
        <p:spPr>
          <a:xfrm>
            <a:off x="4573104" y="3505638"/>
            <a:ext cx="1929300" cy="729600"/>
          </a:xfrm>
          <a:prstGeom prst="rect">
            <a:avLst/>
          </a:prstGeom>
        </p:spPr>
        <p:txBody>
          <a:bodyPr spcFirstLastPara="1" wrap="square" lIns="91425" tIns="91425" rIns="91425" bIns="91425" anchor="ctr" anchorCtr="0">
            <a:noAutofit/>
          </a:bodyPr>
          <a:lstStyle/>
          <a:p>
            <a:pPr marL="0" lvl="0" indent="0">
              <a:buClr>
                <a:schemeClr val="dk1"/>
              </a:buClr>
              <a:buSzPts val="1100"/>
            </a:pPr>
            <a:r>
              <a:rPr lang="nl-NL" dirty="0"/>
              <a:t>reeks symbolen</a:t>
            </a:r>
            <a:r>
              <a:rPr lang="en" dirty="0"/>
              <a:t> </a:t>
            </a:r>
          </a:p>
          <a:p>
            <a:pPr marL="0" lvl="0" indent="0">
              <a:buClr>
                <a:schemeClr val="dk1"/>
              </a:buClr>
              <a:buSzPts val="1100"/>
            </a:pPr>
            <a:r>
              <a:rPr lang="el-GR" dirty="0"/>
              <a:t>ϵ</a:t>
            </a:r>
            <a:r>
              <a:rPr lang="en-US" dirty="0"/>
              <a:t>,</a:t>
            </a:r>
            <a:r>
              <a:rPr lang="el-GR" dirty="0"/>
              <a:t> </a:t>
            </a:r>
            <a:r>
              <a:rPr lang="en" dirty="0"/>
              <a:t>0, 1, a, b, aa, aba..</a:t>
            </a:r>
            <a:endParaRPr dirty="0"/>
          </a:p>
        </p:txBody>
      </p:sp>
      <p:sp>
        <p:nvSpPr>
          <p:cNvPr id="1072" name="Google Shape;1072;p61"/>
          <p:cNvSpPr txBox="1">
            <a:spLocks noGrp="1"/>
          </p:cNvSpPr>
          <p:nvPr>
            <p:ph type="title" idx="7"/>
          </p:nvPr>
        </p:nvSpPr>
        <p:spPr>
          <a:xfrm>
            <a:off x="6500337" y="2772869"/>
            <a:ext cx="1925700" cy="592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EEN</a:t>
            </a:r>
            <a:br>
              <a:rPr lang="en" dirty="0"/>
            </a:br>
            <a:r>
              <a:rPr lang="en" dirty="0"/>
              <a:t>TAAL</a:t>
            </a:r>
            <a:endParaRPr dirty="0"/>
          </a:p>
        </p:txBody>
      </p:sp>
      <p:sp>
        <p:nvSpPr>
          <p:cNvPr id="1073" name="Google Shape;1073;p61">
            <a:hlinkClick r:id="rId3" action="ppaction://hlinksldjump"/>
          </p:cNvPr>
          <p:cNvSpPr txBox="1">
            <a:spLocks noGrp="1"/>
          </p:cNvSpPr>
          <p:nvPr>
            <p:ph type="title" idx="9"/>
          </p:nvPr>
        </p:nvSpPr>
        <p:spPr>
          <a:xfrm>
            <a:off x="716388" y="1685550"/>
            <a:ext cx="1929300" cy="59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01</a:t>
            </a:r>
            <a:endParaRPr dirty="0"/>
          </a:p>
        </p:txBody>
      </p:sp>
      <p:sp>
        <p:nvSpPr>
          <p:cNvPr id="1074" name="Google Shape;1074;p61">
            <a:hlinkClick r:id="rId4" action="ppaction://hlinksldjump"/>
          </p:cNvPr>
          <p:cNvSpPr txBox="1">
            <a:spLocks noGrp="1"/>
          </p:cNvSpPr>
          <p:nvPr>
            <p:ph type="title" idx="13"/>
          </p:nvPr>
        </p:nvSpPr>
        <p:spPr>
          <a:xfrm>
            <a:off x="2643696" y="1685550"/>
            <a:ext cx="1929300" cy="59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1075" name="Google Shape;1075;p61">
            <a:hlinkClick r:id="rId5" action="ppaction://hlinksldjump"/>
          </p:cNvPr>
          <p:cNvSpPr txBox="1">
            <a:spLocks noGrp="1"/>
          </p:cNvSpPr>
          <p:nvPr>
            <p:ph type="title" idx="14"/>
          </p:nvPr>
        </p:nvSpPr>
        <p:spPr>
          <a:xfrm>
            <a:off x="4571004" y="1685550"/>
            <a:ext cx="1929300" cy="59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1076" name="Google Shape;1076;p61">
            <a:hlinkClick r:id="rId6" action="ppaction://hlinksldjump"/>
          </p:cNvPr>
          <p:cNvSpPr txBox="1">
            <a:spLocks noGrp="1"/>
          </p:cNvSpPr>
          <p:nvPr>
            <p:ph type="title" idx="15"/>
          </p:nvPr>
        </p:nvSpPr>
        <p:spPr>
          <a:xfrm>
            <a:off x="6498312" y="1685550"/>
            <a:ext cx="1929300" cy="59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grpSp>
        <p:nvGrpSpPr>
          <p:cNvPr id="1077" name="Google Shape;1077;p61"/>
          <p:cNvGrpSpPr/>
          <p:nvPr/>
        </p:nvGrpSpPr>
        <p:grpSpPr>
          <a:xfrm rot="-10569284" flipH="1">
            <a:off x="270909" y="356654"/>
            <a:ext cx="1134582" cy="2214637"/>
            <a:chOff x="409722" y="228600"/>
            <a:chExt cx="1385931" cy="2705253"/>
          </a:xfrm>
        </p:grpSpPr>
        <p:grpSp>
          <p:nvGrpSpPr>
            <p:cNvPr id="1078" name="Google Shape;1078;p61"/>
            <p:cNvGrpSpPr/>
            <p:nvPr/>
          </p:nvGrpSpPr>
          <p:grpSpPr>
            <a:xfrm rot="-617154" flipH="1">
              <a:off x="575967" y="402323"/>
              <a:ext cx="1053440" cy="2450002"/>
              <a:chOff x="3817855" y="1437512"/>
              <a:chExt cx="541146" cy="1128254"/>
            </a:xfrm>
          </p:grpSpPr>
          <p:sp>
            <p:nvSpPr>
              <p:cNvPr id="1079" name="Google Shape;1079;p61"/>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61"/>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1" name="Google Shape;1081;p61"/>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2" name="Google Shape;1082;p61"/>
          <p:cNvSpPr/>
          <p:nvPr/>
        </p:nvSpPr>
        <p:spPr>
          <a:xfrm>
            <a:off x="1290969" y="2332984"/>
            <a:ext cx="780588" cy="104277"/>
          </a:xfrm>
          <a:custGeom>
            <a:avLst/>
            <a:gdLst/>
            <a:ahLst/>
            <a:cxnLst/>
            <a:rect l="l" t="t" r="r" b="b"/>
            <a:pathLst>
              <a:path w="55866" h="7463" extrusionOk="0">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61"/>
          <p:cNvSpPr/>
          <p:nvPr/>
        </p:nvSpPr>
        <p:spPr>
          <a:xfrm>
            <a:off x="3218727" y="2332984"/>
            <a:ext cx="780588" cy="104277"/>
          </a:xfrm>
          <a:custGeom>
            <a:avLst/>
            <a:gdLst/>
            <a:ahLst/>
            <a:cxnLst/>
            <a:rect l="l" t="t" r="r" b="b"/>
            <a:pathLst>
              <a:path w="55866" h="7463" extrusionOk="0">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61"/>
          <p:cNvSpPr/>
          <p:nvPr/>
        </p:nvSpPr>
        <p:spPr>
          <a:xfrm>
            <a:off x="5146485" y="2332984"/>
            <a:ext cx="780588" cy="104277"/>
          </a:xfrm>
          <a:custGeom>
            <a:avLst/>
            <a:gdLst/>
            <a:ahLst/>
            <a:cxnLst/>
            <a:rect l="l" t="t" r="r" b="b"/>
            <a:pathLst>
              <a:path w="55866" h="7463" extrusionOk="0">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61"/>
          <p:cNvSpPr/>
          <p:nvPr/>
        </p:nvSpPr>
        <p:spPr>
          <a:xfrm>
            <a:off x="7072893" y="2332984"/>
            <a:ext cx="780588" cy="104277"/>
          </a:xfrm>
          <a:custGeom>
            <a:avLst/>
            <a:gdLst/>
            <a:ahLst/>
            <a:cxnLst/>
            <a:rect l="l" t="t" r="r" b="b"/>
            <a:pathLst>
              <a:path w="55866" h="7463" extrusionOk="0">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6" name="Google Shape;1086;p61"/>
          <p:cNvGrpSpPr/>
          <p:nvPr/>
        </p:nvGrpSpPr>
        <p:grpSpPr>
          <a:xfrm rot="10569284">
            <a:off x="7738509" y="356654"/>
            <a:ext cx="1134582" cy="2214637"/>
            <a:chOff x="409722" y="228600"/>
            <a:chExt cx="1385931" cy="2705253"/>
          </a:xfrm>
        </p:grpSpPr>
        <p:grpSp>
          <p:nvGrpSpPr>
            <p:cNvPr id="1087" name="Google Shape;1087;p61"/>
            <p:cNvGrpSpPr/>
            <p:nvPr/>
          </p:nvGrpSpPr>
          <p:grpSpPr>
            <a:xfrm rot="-617154" flipH="1">
              <a:off x="575967" y="402323"/>
              <a:ext cx="1053440" cy="2450002"/>
              <a:chOff x="3817855" y="1437512"/>
              <a:chExt cx="541146" cy="1128254"/>
            </a:xfrm>
          </p:grpSpPr>
          <p:sp>
            <p:nvSpPr>
              <p:cNvPr id="1088" name="Google Shape;1088;p61"/>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61"/>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0" name="Google Shape;1090;p61"/>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 name="Google Shape;1091;p61">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61">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073"/>
                                        </p:tgtEl>
                                        <p:attrNameLst>
                                          <p:attrName>style.visibility</p:attrName>
                                        </p:attrNameLst>
                                      </p:cBhvr>
                                      <p:to>
                                        <p:strVal val="visible"/>
                                      </p:to>
                                    </p:set>
                                    <p:animEffect transition="in" filter="fade">
                                      <p:cBhvr>
                                        <p:cTn id="7" dur="1000"/>
                                        <p:tgtEl>
                                          <p:spTgt spid="1073"/>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1074"/>
                                        </p:tgtEl>
                                        <p:attrNameLst>
                                          <p:attrName>style.visibility</p:attrName>
                                        </p:attrNameLst>
                                      </p:cBhvr>
                                      <p:to>
                                        <p:strVal val="visible"/>
                                      </p:to>
                                    </p:set>
                                    <p:animEffect transition="in" filter="fade">
                                      <p:cBhvr>
                                        <p:cTn id="11" dur="1000"/>
                                        <p:tgtEl>
                                          <p:spTgt spid="1074"/>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1075"/>
                                        </p:tgtEl>
                                        <p:attrNameLst>
                                          <p:attrName>style.visibility</p:attrName>
                                        </p:attrNameLst>
                                      </p:cBhvr>
                                      <p:to>
                                        <p:strVal val="visible"/>
                                      </p:to>
                                    </p:set>
                                    <p:animEffect transition="in" filter="fade">
                                      <p:cBhvr>
                                        <p:cTn id="15" dur="1000"/>
                                        <p:tgtEl>
                                          <p:spTgt spid="1075"/>
                                        </p:tgtEl>
                                      </p:cBhvr>
                                    </p:animEffect>
                                  </p:childTnLst>
                                </p:cTn>
                              </p:par>
                            </p:childTnLst>
                          </p:cTn>
                        </p:par>
                        <p:par>
                          <p:cTn id="16" fill="hold">
                            <p:stCondLst>
                              <p:cond delay="3000"/>
                            </p:stCondLst>
                            <p:childTnLst>
                              <p:par>
                                <p:cTn id="17" presetID="10" presetClass="entr" presetSubtype="0" fill="hold" nodeType="afterEffect">
                                  <p:stCondLst>
                                    <p:cond delay="0"/>
                                  </p:stCondLst>
                                  <p:childTnLst>
                                    <p:set>
                                      <p:cBhvr>
                                        <p:cTn id="18" dur="1" fill="hold">
                                          <p:stCondLst>
                                            <p:cond delay="0"/>
                                          </p:stCondLst>
                                        </p:cTn>
                                        <p:tgtEl>
                                          <p:spTgt spid="1076"/>
                                        </p:tgtEl>
                                        <p:attrNameLst>
                                          <p:attrName>style.visibility</p:attrName>
                                        </p:attrNameLst>
                                      </p:cBhvr>
                                      <p:to>
                                        <p:strVal val="visible"/>
                                      </p:to>
                                    </p:set>
                                    <p:animEffect transition="in" filter="fade">
                                      <p:cBhvr>
                                        <p:cTn id="19" dur="1000"/>
                                        <p:tgtEl>
                                          <p:spTgt spid="1076"/>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069"/>
                                        </p:tgtEl>
                                        <p:attrNameLst>
                                          <p:attrName>style.visibility</p:attrName>
                                        </p:attrNameLst>
                                      </p:cBhvr>
                                      <p:to>
                                        <p:strVal val="visible"/>
                                      </p:to>
                                    </p:set>
                                    <p:animEffect transition="in" filter="fade">
                                      <p:cBhvr>
                                        <p:cTn id="24" dur="500"/>
                                        <p:tgtEl>
                                          <p:spTgt spid="1069"/>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064">
                                            <p:txEl>
                                              <p:pRg st="0" end="0"/>
                                            </p:txEl>
                                          </p:spTgt>
                                        </p:tgtEl>
                                        <p:attrNameLst>
                                          <p:attrName>style.visibility</p:attrName>
                                        </p:attrNameLst>
                                      </p:cBhvr>
                                      <p:to>
                                        <p:strVal val="visible"/>
                                      </p:to>
                                    </p:set>
                                    <p:animEffect transition="in" filter="fade">
                                      <p:cBhvr>
                                        <p:cTn id="27" dur="500"/>
                                        <p:tgtEl>
                                          <p:spTgt spid="1064">
                                            <p:txEl>
                                              <p:pRg st="0" end="0"/>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70">
                                            <p:txEl>
                                              <p:pRg st="0" end="0"/>
                                            </p:txEl>
                                          </p:spTgt>
                                        </p:tgtEl>
                                        <p:attrNameLst>
                                          <p:attrName>style.visibility</p:attrName>
                                        </p:attrNameLst>
                                      </p:cBhvr>
                                      <p:to>
                                        <p:strVal val="visible"/>
                                      </p:to>
                                    </p:set>
                                    <p:animEffect transition="in" filter="fade">
                                      <p:cBhvr>
                                        <p:cTn id="32" dur="500"/>
                                        <p:tgtEl>
                                          <p:spTgt spid="1070">
                                            <p:txEl>
                                              <p:pRg st="0" end="0"/>
                                            </p:txEl>
                                          </p:spTgt>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065"/>
                                        </p:tgtEl>
                                        <p:attrNameLst>
                                          <p:attrName>style.visibility</p:attrName>
                                        </p:attrNameLst>
                                      </p:cBhvr>
                                      <p:to>
                                        <p:strVal val="visible"/>
                                      </p:to>
                                    </p:set>
                                    <p:animEffect transition="in" filter="fade">
                                      <p:cBhvr>
                                        <p:cTn id="35" dur="500"/>
                                        <p:tgtEl>
                                          <p:spTgt spid="1065"/>
                                        </p:tgtEl>
                                      </p:cBhvr>
                                    </p:animEffect>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1067"/>
                                        </p:tgtEl>
                                        <p:attrNameLst>
                                          <p:attrName>style.visibility</p:attrName>
                                        </p:attrNameLst>
                                      </p:cBhvr>
                                      <p:to>
                                        <p:strVal val="visible"/>
                                      </p:to>
                                    </p:set>
                                    <p:animEffect transition="in" filter="fade">
                                      <p:cBhvr>
                                        <p:cTn id="40" dur="1000"/>
                                        <p:tgtEl>
                                          <p:spTgt spid="1067"/>
                                        </p:tgtEl>
                                      </p:cBhvr>
                                    </p:animEffect>
                                    <p:anim calcmode="lin" valueType="num">
                                      <p:cBhvr>
                                        <p:cTn id="41" dur="1000" fill="hold"/>
                                        <p:tgtEl>
                                          <p:spTgt spid="1067"/>
                                        </p:tgtEl>
                                        <p:attrNameLst>
                                          <p:attrName>ppt_x</p:attrName>
                                        </p:attrNameLst>
                                      </p:cBhvr>
                                      <p:tavLst>
                                        <p:tav tm="0">
                                          <p:val>
                                            <p:strVal val="#ppt_x"/>
                                          </p:val>
                                        </p:tav>
                                        <p:tav tm="100000">
                                          <p:val>
                                            <p:strVal val="#ppt_x"/>
                                          </p:val>
                                        </p:tav>
                                      </p:tavLst>
                                    </p:anim>
                                    <p:anim calcmode="lin" valueType="num">
                                      <p:cBhvr>
                                        <p:cTn id="42" dur="1000" fill="hold"/>
                                        <p:tgtEl>
                                          <p:spTgt spid="1067"/>
                                        </p:tgtEl>
                                        <p:attrNameLst>
                                          <p:attrName>ppt_y</p:attrName>
                                        </p:attrNameLst>
                                      </p:cBhvr>
                                      <p:tavLst>
                                        <p:tav tm="0">
                                          <p:val>
                                            <p:strVal val="#ppt_y+.1"/>
                                          </p:val>
                                        </p:tav>
                                        <p:tav tm="100000">
                                          <p:val>
                                            <p:strVal val="#ppt_y"/>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1071">
                                            <p:txEl>
                                              <p:pRg st="1" end="1"/>
                                            </p:txEl>
                                          </p:spTgt>
                                        </p:tgtEl>
                                        <p:attrNameLst>
                                          <p:attrName>style.visibility</p:attrName>
                                        </p:attrNameLst>
                                      </p:cBhvr>
                                      <p:to>
                                        <p:strVal val="visible"/>
                                      </p:to>
                                    </p:set>
                                    <p:animEffect transition="in" filter="fade">
                                      <p:cBhvr>
                                        <p:cTn id="45" dur="1000"/>
                                        <p:tgtEl>
                                          <p:spTgt spid="1071">
                                            <p:txEl>
                                              <p:pRg st="1" end="1"/>
                                            </p:txEl>
                                          </p:spTgt>
                                        </p:tgtEl>
                                      </p:cBhvr>
                                    </p:animEffect>
                                    <p:anim calcmode="lin" valueType="num">
                                      <p:cBhvr>
                                        <p:cTn id="46" dur="1000" fill="hold"/>
                                        <p:tgtEl>
                                          <p:spTgt spid="1071">
                                            <p:txEl>
                                              <p:pRg st="1" end="1"/>
                                            </p:txEl>
                                          </p:spTgt>
                                        </p:tgtEl>
                                        <p:attrNameLst>
                                          <p:attrName>ppt_x</p:attrName>
                                        </p:attrNameLst>
                                      </p:cBhvr>
                                      <p:tavLst>
                                        <p:tav tm="0">
                                          <p:val>
                                            <p:strVal val="#ppt_x"/>
                                          </p:val>
                                        </p:tav>
                                        <p:tav tm="100000">
                                          <p:val>
                                            <p:strVal val="#ppt_x"/>
                                          </p:val>
                                        </p:tav>
                                      </p:tavLst>
                                    </p:anim>
                                    <p:anim calcmode="lin" valueType="num">
                                      <p:cBhvr>
                                        <p:cTn id="47" dur="1000" fill="hold"/>
                                        <p:tgtEl>
                                          <p:spTgt spid="1071">
                                            <p:txEl>
                                              <p:pRg st="1" end="1"/>
                                            </p:txEl>
                                          </p:spTgt>
                                        </p:tgtEl>
                                        <p:attrNameLst>
                                          <p:attrName>ppt_y</p:attrName>
                                        </p:attrNameLst>
                                      </p:cBhvr>
                                      <p:tavLst>
                                        <p:tav tm="0">
                                          <p:val>
                                            <p:strVal val="#ppt_y+.1"/>
                                          </p:val>
                                        </p:tav>
                                        <p:tav tm="100000">
                                          <p:val>
                                            <p:strVal val="#ppt_y"/>
                                          </p:val>
                                        </p:tav>
                                      </p:tavLst>
                                    </p:anim>
                                  </p:childTnLst>
                                </p:cTn>
                              </p:par>
                              <p:par>
                                <p:cTn id="48" presetID="42" presetClass="entr" presetSubtype="0" fill="hold" grpId="0" nodeType="withEffect">
                                  <p:stCondLst>
                                    <p:cond delay="0"/>
                                  </p:stCondLst>
                                  <p:childTnLst>
                                    <p:set>
                                      <p:cBhvr>
                                        <p:cTn id="49" dur="1" fill="hold">
                                          <p:stCondLst>
                                            <p:cond delay="0"/>
                                          </p:stCondLst>
                                        </p:cTn>
                                        <p:tgtEl>
                                          <p:spTgt spid="1071">
                                            <p:txEl>
                                              <p:pRg st="0" end="0"/>
                                            </p:txEl>
                                          </p:spTgt>
                                        </p:tgtEl>
                                        <p:attrNameLst>
                                          <p:attrName>style.visibility</p:attrName>
                                        </p:attrNameLst>
                                      </p:cBhvr>
                                      <p:to>
                                        <p:strVal val="visible"/>
                                      </p:to>
                                    </p:set>
                                    <p:animEffect transition="in" filter="fade">
                                      <p:cBhvr>
                                        <p:cTn id="50" dur="1000"/>
                                        <p:tgtEl>
                                          <p:spTgt spid="1071">
                                            <p:txEl>
                                              <p:pRg st="0" end="0"/>
                                            </p:txEl>
                                          </p:spTgt>
                                        </p:tgtEl>
                                      </p:cBhvr>
                                    </p:animEffect>
                                    <p:anim calcmode="lin" valueType="num">
                                      <p:cBhvr>
                                        <p:cTn id="51" dur="1000" fill="hold"/>
                                        <p:tgtEl>
                                          <p:spTgt spid="1071">
                                            <p:txEl>
                                              <p:pRg st="0" end="0"/>
                                            </p:txEl>
                                          </p:spTgt>
                                        </p:tgtEl>
                                        <p:attrNameLst>
                                          <p:attrName>ppt_x</p:attrName>
                                        </p:attrNameLst>
                                      </p:cBhvr>
                                      <p:tavLst>
                                        <p:tav tm="0">
                                          <p:val>
                                            <p:strVal val="#ppt_x"/>
                                          </p:val>
                                        </p:tav>
                                        <p:tav tm="100000">
                                          <p:val>
                                            <p:strVal val="#ppt_x"/>
                                          </p:val>
                                        </p:tav>
                                      </p:tavLst>
                                    </p:anim>
                                    <p:anim calcmode="lin" valueType="num">
                                      <p:cBhvr>
                                        <p:cTn id="52" dur="1000" fill="hold"/>
                                        <p:tgtEl>
                                          <p:spTgt spid="1071">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42" presetClass="entr" presetSubtype="0" fill="hold" grpId="0" nodeType="clickEffect">
                                  <p:stCondLst>
                                    <p:cond delay="0"/>
                                  </p:stCondLst>
                                  <p:childTnLst>
                                    <p:set>
                                      <p:cBhvr>
                                        <p:cTn id="56" dur="1" fill="hold">
                                          <p:stCondLst>
                                            <p:cond delay="0"/>
                                          </p:stCondLst>
                                        </p:cTn>
                                        <p:tgtEl>
                                          <p:spTgt spid="1072"/>
                                        </p:tgtEl>
                                        <p:attrNameLst>
                                          <p:attrName>style.visibility</p:attrName>
                                        </p:attrNameLst>
                                      </p:cBhvr>
                                      <p:to>
                                        <p:strVal val="visible"/>
                                      </p:to>
                                    </p:set>
                                    <p:animEffect transition="in" filter="fade">
                                      <p:cBhvr>
                                        <p:cTn id="57" dur="1000"/>
                                        <p:tgtEl>
                                          <p:spTgt spid="1072"/>
                                        </p:tgtEl>
                                      </p:cBhvr>
                                    </p:animEffect>
                                    <p:anim calcmode="lin" valueType="num">
                                      <p:cBhvr>
                                        <p:cTn id="58" dur="1000" fill="hold"/>
                                        <p:tgtEl>
                                          <p:spTgt spid="1072"/>
                                        </p:tgtEl>
                                        <p:attrNameLst>
                                          <p:attrName>ppt_x</p:attrName>
                                        </p:attrNameLst>
                                      </p:cBhvr>
                                      <p:tavLst>
                                        <p:tav tm="0">
                                          <p:val>
                                            <p:strVal val="#ppt_x"/>
                                          </p:val>
                                        </p:tav>
                                        <p:tav tm="100000">
                                          <p:val>
                                            <p:strVal val="#ppt_x"/>
                                          </p:val>
                                        </p:tav>
                                      </p:tavLst>
                                    </p:anim>
                                    <p:anim calcmode="lin" valueType="num">
                                      <p:cBhvr>
                                        <p:cTn id="59" dur="1000" fill="hold"/>
                                        <p:tgtEl>
                                          <p:spTgt spid="1072"/>
                                        </p:tgtEl>
                                        <p:attrNameLst>
                                          <p:attrName>ppt_y</p:attrName>
                                        </p:attrNameLst>
                                      </p:cBhvr>
                                      <p:tavLst>
                                        <p:tav tm="0">
                                          <p:val>
                                            <p:strVal val="#ppt_y+.1"/>
                                          </p:val>
                                        </p:tav>
                                        <p:tav tm="100000">
                                          <p:val>
                                            <p:strVal val="#ppt_y"/>
                                          </p:val>
                                        </p:tav>
                                      </p:tavLst>
                                    </p:anim>
                                  </p:childTnLst>
                                </p:cTn>
                              </p:par>
                              <p:par>
                                <p:cTn id="60" presetID="42" presetClass="entr" presetSubtype="0" fill="hold" nodeType="withEffect">
                                  <p:stCondLst>
                                    <p:cond delay="0"/>
                                  </p:stCondLst>
                                  <p:childTnLst>
                                    <p:set>
                                      <p:cBhvr>
                                        <p:cTn id="61" dur="1" fill="hold">
                                          <p:stCondLst>
                                            <p:cond delay="0"/>
                                          </p:stCondLst>
                                        </p:cTn>
                                        <p:tgtEl>
                                          <p:spTgt spid="1068">
                                            <p:txEl>
                                              <p:pRg st="0" end="0"/>
                                            </p:txEl>
                                          </p:spTgt>
                                        </p:tgtEl>
                                        <p:attrNameLst>
                                          <p:attrName>style.visibility</p:attrName>
                                        </p:attrNameLst>
                                      </p:cBhvr>
                                      <p:to>
                                        <p:strVal val="visible"/>
                                      </p:to>
                                    </p:set>
                                    <p:animEffect transition="in" filter="fade">
                                      <p:cBhvr>
                                        <p:cTn id="62" dur="1000"/>
                                        <p:tgtEl>
                                          <p:spTgt spid="1068">
                                            <p:txEl>
                                              <p:pRg st="0" end="0"/>
                                            </p:txEl>
                                          </p:spTgt>
                                        </p:tgtEl>
                                      </p:cBhvr>
                                    </p:animEffect>
                                    <p:anim calcmode="lin" valueType="num">
                                      <p:cBhvr>
                                        <p:cTn id="63" dur="1000" fill="hold"/>
                                        <p:tgtEl>
                                          <p:spTgt spid="1068">
                                            <p:txEl>
                                              <p:pRg st="0" end="0"/>
                                            </p:txEl>
                                          </p:spTgt>
                                        </p:tgtEl>
                                        <p:attrNameLst>
                                          <p:attrName>ppt_x</p:attrName>
                                        </p:attrNameLst>
                                      </p:cBhvr>
                                      <p:tavLst>
                                        <p:tav tm="0">
                                          <p:val>
                                            <p:strVal val="#ppt_x"/>
                                          </p:val>
                                        </p:tav>
                                        <p:tav tm="100000">
                                          <p:val>
                                            <p:strVal val="#ppt_x"/>
                                          </p:val>
                                        </p:tav>
                                      </p:tavLst>
                                    </p:anim>
                                    <p:anim calcmode="lin" valueType="num">
                                      <p:cBhvr>
                                        <p:cTn id="64" dur="1000" fill="hold"/>
                                        <p:tgtEl>
                                          <p:spTgt spid="106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4" grpId="0" build="p"/>
      <p:bldP spid="1065" grpId="0"/>
      <p:bldP spid="1067" grpId="0"/>
      <p:bldP spid="1069" grpId="0"/>
      <p:bldP spid="1070" grpId="0" build="p"/>
      <p:bldP spid="1071" grpId="0" uiExpand="1" build="p"/>
      <p:bldP spid="1072"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351"/>
        <p:cNvGrpSpPr/>
        <p:nvPr/>
      </p:nvGrpSpPr>
      <p:grpSpPr>
        <a:xfrm>
          <a:off x="0" y="0"/>
          <a:ext cx="0" cy="0"/>
          <a:chOff x="0" y="0"/>
          <a:chExt cx="0" cy="0"/>
        </a:xfrm>
      </p:grpSpPr>
      <p:sp>
        <p:nvSpPr>
          <p:cNvPr id="1352" name="Google Shape;1352;p65"/>
          <p:cNvSpPr txBox="1">
            <a:spLocks noGrp="1"/>
          </p:cNvSpPr>
          <p:nvPr>
            <p:ph type="ctrTitle"/>
          </p:nvPr>
        </p:nvSpPr>
        <p:spPr>
          <a:xfrm>
            <a:off x="1569161" y="2707300"/>
            <a:ext cx="6005677" cy="11244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US" dirty="0"/>
              <a:t>Deterministic Finite Automata</a:t>
            </a:r>
          </a:p>
        </p:txBody>
      </p:sp>
      <p:sp>
        <p:nvSpPr>
          <p:cNvPr id="1354" name="Google Shape;1354;p65">
            <a:hlinkClick r:id="rId3" action="ppaction://hlinksldjump"/>
          </p:cNvPr>
          <p:cNvSpPr txBox="1">
            <a:spLocks noGrp="1"/>
          </p:cNvSpPr>
          <p:nvPr>
            <p:ph type="title" idx="2"/>
          </p:nvPr>
        </p:nvSpPr>
        <p:spPr>
          <a:xfrm>
            <a:off x="2492100" y="1483386"/>
            <a:ext cx="4159800" cy="7047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01</a:t>
            </a:r>
            <a:endParaRPr dirty="0"/>
          </a:p>
        </p:txBody>
      </p:sp>
      <p:sp>
        <p:nvSpPr>
          <p:cNvPr id="1355" name="Google Shape;1355;p65"/>
          <p:cNvSpPr/>
          <p:nvPr/>
        </p:nvSpPr>
        <p:spPr>
          <a:xfrm>
            <a:off x="3655800" y="3866701"/>
            <a:ext cx="1832405" cy="244805"/>
          </a:xfrm>
          <a:custGeom>
            <a:avLst/>
            <a:gdLst/>
            <a:ahLst/>
            <a:cxnLst/>
            <a:rect l="l" t="t" r="r" b="b"/>
            <a:pathLst>
              <a:path w="55866" h="7463" extrusionOk="0">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6" name="Google Shape;1356;p65"/>
          <p:cNvGrpSpPr/>
          <p:nvPr/>
        </p:nvGrpSpPr>
        <p:grpSpPr>
          <a:xfrm rot="10667963">
            <a:off x="7458206" y="1380526"/>
            <a:ext cx="1385983" cy="2705355"/>
            <a:chOff x="409722" y="228600"/>
            <a:chExt cx="1385931" cy="2705253"/>
          </a:xfrm>
        </p:grpSpPr>
        <p:grpSp>
          <p:nvGrpSpPr>
            <p:cNvPr id="1357" name="Google Shape;1357;p65"/>
            <p:cNvGrpSpPr/>
            <p:nvPr/>
          </p:nvGrpSpPr>
          <p:grpSpPr>
            <a:xfrm rot="-617154" flipH="1">
              <a:off x="575967" y="402323"/>
              <a:ext cx="1053440" cy="2450002"/>
              <a:chOff x="3817855" y="1437512"/>
              <a:chExt cx="541146" cy="1128254"/>
            </a:xfrm>
          </p:grpSpPr>
          <p:sp>
            <p:nvSpPr>
              <p:cNvPr id="1358" name="Google Shape;1358;p65"/>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65"/>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0" name="Google Shape;1360;p65"/>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 name="Google Shape;1361;p65"/>
          <p:cNvGrpSpPr/>
          <p:nvPr/>
        </p:nvGrpSpPr>
        <p:grpSpPr>
          <a:xfrm rot="-230834">
            <a:off x="262018" y="1063686"/>
            <a:ext cx="1386005" cy="2705399"/>
            <a:chOff x="409722" y="228600"/>
            <a:chExt cx="1385931" cy="2705253"/>
          </a:xfrm>
        </p:grpSpPr>
        <p:grpSp>
          <p:nvGrpSpPr>
            <p:cNvPr id="1362" name="Google Shape;1362;p65"/>
            <p:cNvGrpSpPr/>
            <p:nvPr/>
          </p:nvGrpSpPr>
          <p:grpSpPr>
            <a:xfrm rot="-617154" flipH="1">
              <a:off x="575967" y="402323"/>
              <a:ext cx="1053440" cy="2450002"/>
              <a:chOff x="3817855" y="1437512"/>
              <a:chExt cx="541146" cy="1128254"/>
            </a:xfrm>
          </p:grpSpPr>
          <p:sp>
            <p:nvSpPr>
              <p:cNvPr id="1363" name="Google Shape;1363;p65"/>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65"/>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5" name="Google Shape;1365;p65"/>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6" name="Google Shape;1366;p65">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65">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push dir="r"/>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1354"/>
                                        </p:tgtEl>
                                        <p:attrNameLst>
                                          <p:attrName>style.visibility</p:attrName>
                                        </p:attrNameLst>
                                      </p:cBhvr>
                                      <p:to>
                                        <p:strVal val="visible"/>
                                      </p:to>
                                    </p:set>
                                    <p:anim calcmode="lin" valueType="num">
                                      <p:cBhvr additive="base">
                                        <p:cTn id="7" dur="1000"/>
                                        <p:tgtEl>
                                          <p:spTgt spid="1354"/>
                                        </p:tgtEl>
                                        <p:attrNameLst>
                                          <p:attrName>ppt_w</p:attrName>
                                        </p:attrNameLst>
                                      </p:cBhvr>
                                      <p:tavLst>
                                        <p:tav tm="0">
                                          <p:val>
                                            <p:strVal val="0"/>
                                          </p:val>
                                        </p:tav>
                                        <p:tav tm="100000">
                                          <p:val>
                                            <p:strVal val="#ppt_w"/>
                                          </p:val>
                                        </p:tav>
                                      </p:tavLst>
                                    </p:anim>
                                    <p:anim calcmode="lin" valueType="num">
                                      <p:cBhvr additive="base">
                                        <p:cTn id="8" dur="1000"/>
                                        <p:tgtEl>
                                          <p:spTgt spid="1354"/>
                                        </p:tgtEl>
                                        <p:attrNameLst>
                                          <p:attrName>ppt_h</p:attrName>
                                        </p:attrNameLst>
                                      </p:cBhvr>
                                      <p:tavLst>
                                        <p:tav tm="0">
                                          <p:val>
                                            <p:strVal val="0"/>
                                          </p:val>
                                        </p:tav>
                                        <p:tav tm="100000">
                                          <p:val>
                                            <p:strVal val="#ppt_h"/>
                                          </p:val>
                                        </p:tav>
                                      </p:tavLst>
                                    </p:anim>
                                  </p:childTnLst>
                                </p:cTn>
                              </p:par>
                            </p:childTnLst>
                          </p:cTn>
                        </p:par>
                        <p:par>
                          <p:cTn id="9" fill="hold">
                            <p:stCondLst>
                              <p:cond delay="1000"/>
                            </p:stCondLst>
                            <p:childTnLst>
                              <p:par>
                                <p:cTn id="10" presetID="2" presetClass="entr" presetSubtype="4" fill="hold" nodeType="afterEffect">
                                  <p:stCondLst>
                                    <p:cond delay="0"/>
                                  </p:stCondLst>
                                  <p:childTnLst>
                                    <p:set>
                                      <p:cBhvr>
                                        <p:cTn id="11" dur="1" fill="hold">
                                          <p:stCondLst>
                                            <p:cond delay="0"/>
                                          </p:stCondLst>
                                        </p:cTn>
                                        <p:tgtEl>
                                          <p:spTgt spid="1355"/>
                                        </p:tgtEl>
                                        <p:attrNameLst>
                                          <p:attrName>style.visibility</p:attrName>
                                        </p:attrNameLst>
                                      </p:cBhvr>
                                      <p:to>
                                        <p:strVal val="visible"/>
                                      </p:to>
                                    </p:set>
                                    <p:anim calcmode="lin" valueType="num">
                                      <p:cBhvr additive="base">
                                        <p:cTn id="12" dur="1000"/>
                                        <p:tgtEl>
                                          <p:spTgt spid="1355"/>
                                        </p:tgtEl>
                                        <p:attrNameLst>
                                          <p:attrName>ppt_y</p:attrName>
                                        </p:attrNameLst>
                                      </p:cBhvr>
                                      <p:tavLst>
                                        <p:tav tm="0">
                                          <p:val>
                                            <p:strVal val="#ppt_y+1"/>
                                          </p:val>
                                        </p:tav>
                                        <p:tav tm="100000">
                                          <p:val>
                                            <p:strVal val="#ppt_y"/>
                                          </p:val>
                                        </p:tav>
                                      </p:tavLst>
                                    </p:anim>
                                  </p:childTnLst>
                                </p:cTn>
                              </p:par>
                            </p:childTnLst>
                          </p:cTn>
                        </p:par>
                        <p:par>
                          <p:cTn id="13" fill="hold">
                            <p:stCondLst>
                              <p:cond delay="2000"/>
                            </p:stCondLst>
                            <p:childTnLst>
                              <p:par>
                                <p:cTn id="14" presetID="2" presetClass="entr" presetSubtype="2" fill="hold" nodeType="afterEffect">
                                  <p:stCondLst>
                                    <p:cond delay="0"/>
                                  </p:stCondLst>
                                  <p:childTnLst>
                                    <p:set>
                                      <p:cBhvr>
                                        <p:cTn id="15" dur="1" fill="hold">
                                          <p:stCondLst>
                                            <p:cond delay="0"/>
                                          </p:stCondLst>
                                        </p:cTn>
                                        <p:tgtEl>
                                          <p:spTgt spid="1356"/>
                                        </p:tgtEl>
                                        <p:attrNameLst>
                                          <p:attrName>style.visibility</p:attrName>
                                        </p:attrNameLst>
                                      </p:cBhvr>
                                      <p:to>
                                        <p:strVal val="visible"/>
                                      </p:to>
                                    </p:set>
                                    <p:anim calcmode="lin" valueType="num">
                                      <p:cBhvr additive="base">
                                        <p:cTn id="16" dur="1000"/>
                                        <p:tgtEl>
                                          <p:spTgt spid="1356"/>
                                        </p:tgtEl>
                                        <p:attrNameLst>
                                          <p:attrName>ppt_x</p:attrName>
                                        </p:attrNameLst>
                                      </p:cBhvr>
                                      <p:tavLst>
                                        <p:tav tm="0">
                                          <p:val>
                                            <p:strVal val="#ppt_x+1"/>
                                          </p:val>
                                        </p:tav>
                                        <p:tav tm="100000">
                                          <p:val>
                                            <p:strVal val="#ppt_x"/>
                                          </p:val>
                                        </p:tav>
                                      </p:tavLst>
                                    </p:anim>
                                  </p:childTnLst>
                                </p:cTn>
                              </p:par>
                              <p:par>
                                <p:cTn id="17" presetID="2" presetClass="entr" presetSubtype="8" fill="hold" nodeType="withEffect">
                                  <p:stCondLst>
                                    <p:cond delay="0"/>
                                  </p:stCondLst>
                                  <p:childTnLst>
                                    <p:set>
                                      <p:cBhvr>
                                        <p:cTn id="18" dur="1" fill="hold">
                                          <p:stCondLst>
                                            <p:cond delay="0"/>
                                          </p:stCondLst>
                                        </p:cTn>
                                        <p:tgtEl>
                                          <p:spTgt spid="1361"/>
                                        </p:tgtEl>
                                        <p:attrNameLst>
                                          <p:attrName>style.visibility</p:attrName>
                                        </p:attrNameLst>
                                      </p:cBhvr>
                                      <p:to>
                                        <p:strVal val="visible"/>
                                      </p:to>
                                    </p:set>
                                    <p:anim calcmode="lin" valueType="num">
                                      <p:cBhvr additive="base">
                                        <p:cTn id="19" dur="1000"/>
                                        <p:tgtEl>
                                          <p:spTgt spid="1361"/>
                                        </p:tgtEl>
                                        <p:attrNameLst>
                                          <p:attrName>ppt_x</p:attrName>
                                        </p:attrNameLst>
                                      </p:cBhvr>
                                      <p:tavLst>
                                        <p:tav tm="0">
                                          <p:val>
                                            <p:strVal val="#ppt_x-1"/>
                                          </p:val>
                                        </p:tav>
                                        <p:tav tm="100000">
                                          <p:val>
                                            <p:strVal val="#ppt_x"/>
                                          </p:val>
                                        </p:tav>
                                      </p:tavLst>
                                    </p:anim>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352"/>
                                        </p:tgtEl>
                                        <p:attrNameLst>
                                          <p:attrName>style.visibility</p:attrName>
                                        </p:attrNameLst>
                                      </p:cBhvr>
                                      <p:to>
                                        <p:strVal val="visible"/>
                                      </p:to>
                                    </p:set>
                                    <p:animEffect transition="in" filter="fade">
                                      <p:cBhvr>
                                        <p:cTn id="24" dur="500"/>
                                        <p:tgtEl>
                                          <p:spTgt spid="13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52" grpId="0"/>
    </p:bldLst>
  </p:timing>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1115"/>
        <p:cNvGrpSpPr/>
        <p:nvPr/>
      </p:nvGrpSpPr>
      <p:grpSpPr>
        <a:xfrm>
          <a:off x="0" y="0"/>
          <a:ext cx="0" cy="0"/>
          <a:chOff x="0" y="0"/>
          <a:chExt cx="0" cy="0"/>
        </a:xfrm>
      </p:grpSpPr>
      <p:sp>
        <p:nvSpPr>
          <p:cNvPr id="1211" name="Google Shape;1211;p63">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63">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1097;p62">
            <a:extLst>
              <a:ext uri="{FF2B5EF4-FFF2-40B4-BE49-F238E27FC236}">
                <a16:creationId xmlns:a16="http://schemas.microsoft.com/office/drawing/2014/main" id="{A55C419B-41B2-6A93-3B35-6C55687909AB}"/>
              </a:ext>
            </a:extLst>
          </p:cNvPr>
          <p:cNvSpPr txBox="1">
            <a:spLocks/>
          </p:cNvSpPr>
          <p:nvPr/>
        </p:nvSpPr>
        <p:spPr>
          <a:xfrm>
            <a:off x="0" y="430750"/>
            <a:ext cx="9144000" cy="1102343"/>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nl-NL" sz="7200" dirty="0">
                <a:latin typeface="Aldrich" panose="020B0604020202020204" charset="0"/>
              </a:rPr>
              <a:t>5-tuple</a:t>
            </a:r>
            <a:endParaRPr lang="nl-NL" sz="1600" dirty="0">
              <a:latin typeface="Aldrich" panose="020B0604020202020204" charset="0"/>
            </a:endParaRPr>
          </a:p>
        </p:txBody>
      </p:sp>
      <p:sp>
        <p:nvSpPr>
          <p:cNvPr id="7" name="Google Shape;1098;p62">
            <a:extLst>
              <a:ext uri="{FF2B5EF4-FFF2-40B4-BE49-F238E27FC236}">
                <a16:creationId xmlns:a16="http://schemas.microsoft.com/office/drawing/2014/main" id="{793620EF-406B-1CD5-6525-F7AC41F6650D}"/>
              </a:ext>
            </a:extLst>
          </p:cNvPr>
          <p:cNvSpPr txBox="1">
            <a:spLocks/>
          </p:cNvSpPr>
          <p:nvPr/>
        </p:nvSpPr>
        <p:spPr>
          <a:xfrm>
            <a:off x="0" y="1770748"/>
            <a:ext cx="9144000" cy="8010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l-GR" sz="3600" dirty="0">
                <a:latin typeface="Didact Gothic" panose="00000500000000000000" pitchFamily="2" charset="0"/>
              </a:rPr>
              <a:t>(Q, Σ, δ, q0, F)</a:t>
            </a:r>
          </a:p>
        </p:txBody>
      </p:sp>
      <p:sp>
        <p:nvSpPr>
          <p:cNvPr id="8" name="Google Shape;1098;p62">
            <a:extLst>
              <a:ext uri="{FF2B5EF4-FFF2-40B4-BE49-F238E27FC236}">
                <a16:creationId xmlns:a16="http://schemas.microsoft.com/office/drawing/2014/main" id="{A8ADE1F1-6730-914E-27FC-465E6ED72417}"/>
              </a:ext>
            </a:extLst>
          </p:cNvPr>
          <p:cNvSpPr txBox="1">
            <a:spLocks/>
          </p:cNvSpPr>
          <p:nvPr/>
        </p:nvSpPr>
        <p:spPr>
          <a:xfrm>
            <a:off x="1773519" y="2765098"/>
            <a:ext cx="5596962" cy="162974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r>
              <a:rPr lang="nl-NL" sz="2000" dirty="0">
                <a:latin typeface="Didact Gothic" panose="00000500000000000000" pitchFamily="2" charset="0"/>
              </a:rPr>
              <a:t>Q: de eindige verzameling staten</a:t>
            </a:r>
          </a:p>
          <a:p>
            <a:pPr marL="0" indent="0"/>
            <a:r>
              <a:rPr lang="el-GR" sz="2000" dirty="0">
                <a:latin typeface="Didact Gothic" panose="00000500000000000000" pitchFamily="2" charset="0"/>
              </a:rPr>
              <a:t>Σ: </a:t>
            </a:r>
            <a:r>
              <a:rPr lang="nl-NL" sz="2000" dirty="0">
                <a:latin typeface="Didact Gothic" panose="00000500000000000000" pitchFamily="2" charset="0"/>
              </a:rPr>
              <a:t>het alfabet (= inputsymbolen)</a:t>
            </a:r>
          </a:p>
          <a:p>
            <a:pPr marL="0" indent="0"/>
            <a:r>
              <a:rPr lang="el-GR" sz="2000" dirty="0">
                <a:latin typeface="Didact Gothic" panose="00000500000000000000" pitchFamily="2" charset="0"/>
              </a:rPr>
              <a:t>δ</a:t>
            </a:r>
            <a:r>
              <a:rPr lang="en-US" sz="2000" dirty="0">
                <a:latin typeface="Didact Gothic" panose="00000500000000000000" pitchFamily="2" charset="0"/>
              </a:rPr>
              <a:t>: </a:t>
            </a:r>
            <a:r>
              <a:rPr lang="en-US" sz="2000" dirty="0" err="1">
                <a:latin typeface="Didact Gothic" panose="00000500000000000000" pitchFamily="2" charset="0"/>
              </a:rPr>
              <a:t>Transitiefunctie</a:t>
            </a:r>
            <a:endParaRPr lang="en-US" sz="2000" dirty="0">
              <a:latin typeface="Didact Gothic" panose="00000500000000000000" pitchFamily="2" charset="0"/>
            </a:endParaRPr>
          </a:p>
          <a:p>
            <a:pPr marL="0" indent="0"/>
            <a:r>
              <a:rPr lang="en-US" sz="2000" dirty="0">
                <a:latin typeface="Didact Gothic" panose="00000500000000000000" pitchFamily="2" charset="0"/>
              </a:rPr>
              <a:t>q0: de </a:t>
            </a:r>
            <a:r>
              <a:rPr lang="en-US" sz="2000" dirty="0" err="1">
                <a:latin typeface="Didact Gothic" panose="00000500000000000000" pitchFamily="2" charset="0"/>
              </a:rPr>
              <a:t>startstaat</a:t>
            </a:r>
            <a:r>
              <a:rPr lang="en-US" sz="2000" dirty="0">
                <a:latin typeface="Didact Gothic" panose="00000500000000000000" pitchFamily="2" charset="0"/>
              </a:rPr>
              <a:t> ∈ Q</a:t>
            </a:r>
          </a:p>
          <a:p>
            <a:pPr marL="0" indent="0"/>
            <a:r>
              <a:rPr lang="en-US" sz="2000" dirty="0">
                <a:latin typeface="Didact Gothic" panose="00000500000000000000" pitchFamily="2" charset="0"/>
              </a:rPr>
              <a:t>F: </a:t>
            </a:r>
            <a:r>
              <a:rPr lang="nl-NL" sz="2000" dirty="0">
                <a:latin typeface="Didact Gothic" panose="00000500000000000000" pitchFamily="2" charset="0"/>
              </a:rPr>
              <a:t>de verzameling eindstaten ⊆ Q</a:t>
            </a:r>
            <a:endParaRPr lang="el-GR" sz="2000" dirty="0">
              <a:latin typeface="Didact Gothic" panose="00000500000000000000" pitchFamily="2"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p:tgtEl>
                                          <p:spTgt spid="6"/>
                                        </p:tgtEl>
                                        <p:attrNameLst>
                                          <p:attrName>ppt_w</p:attrName>
                                        </p:attrNameLst>
                                      </p:cBhvr>
                                      <p:tavLst>
                                        <p:tav tm="0">
                                          <p:val>
                                            <p:strVal val="0"/>
                                          </p:val>
                                        </p:tav>
                                        <p:tav tm="100000">
                                          <p:val>
                                            <p:strVal val="#ppt_w"/>
                                          </p:val>
                                        </p:tav>
                                      </p:tavLst>
                                    </p:anim>
                                    <p:anim calcmode="lin" valueType="num">
                                      <p:cBhvr additive="base">
                                        <p:cTn id="8" dur="1000"/>
                                        <p:tgtEl>
                                          <p:spTgt spid="6"/>
                                        </p:tgtEl>
                                        <p:attrNameLst>
                                          <p:attrName>ppt_h</p:attrName>
                                        </p:attrNameLst>
                                      </p:cBhvr>
                                      <p:tavLst>
                                        <p:tav tm="0">
                                          <p:val>
                                            <p:str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additive="base">
                                        <p:cTn id="13" dur="500" fill="hold"/>
                                        <p:tgtEl>
                                          <p:spTgt spid="7"/>
                                        </p:tgtEl>
                                        <p:attrNameLst>
                                          <p:attrName>ppt_x</p:attrName>
                                        </p:attrNameLst>
                                      </p:cBhvr>
                                      <p:tavLst>
                                        <p:tav tm="0">
                                          <p:val>
                                            <p:strVal val="#ppt_x"/>
                                          </p:val>
                                        </p:tav>
                                        <p:tav tm="100000">
                                          <p:val>
                                            <p:strVal val="#ppt_x"/>
                                          </p:val>
                                        </p:tav>
                                      </p:tavLst>
                                    </p:anim>
                                    <p:anim calcmode="lin" valueType="num">
                                      <p:cBhvr additive="base">
                                        <p:cTn id="14"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8">
                                            <p:txEl>
                                              <p:pRg st="0" end="0"/>
                                            </p:txEl>
                                          </p:spTgt>
                                        </p:tgtEl>
                                        <p:attrNameLst>
                                          <p:attrName>style.visibility</p:attrName>
                                        </p:attrNameLst>
                                      </p:cBhvr>
                                      <p:to>
                                        <p:strVal val="visible"/>
                                      </p:to>
                                    </p:set>
                                    <p:anim calcmode="lin" valueType="num">
                                      <p:cBhvr additive="base">
                                        <p:cTn id="19"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8">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8">
                                            <p:txEl>
                                              <p:pRg st="1" end="1"/>
                                            </p:txEl>
                                          </p:spTgt>
                                        </p:tgtEl>
                                        <p:attrNameLst>
                                          <p:attrName>style.visibility</p:attrName>
                                        </p:attrNameLst>
                                      </p:cBhvr>
                                      <p:to>
                                        <p:strVal val="visible"/>
                                      </p:to>
                                    </p:set>
                                    <p:anim calcmode="lin" valueType="num">
                                      <p:cBhvr additive="base">
                                        <p:cTn id="25" dur="500" fill="hold"/>
                                        <p:tgtEl>
                                          <p:spTgt spid="8">
                                            <p:txEl>
                                              <p:pRg st="1" end="1"/>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8">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8">
                                            <p:txEl>
                                              <p:pRg st="2" end="2"/>
                                            </p:txEl>
                                          </p:spTgt>
                                        </p:tgtEl>
                                        <p:attrNameLst>
                                          <p:attrName>style.visibility</p:attrName>
                                        </p:attrNameLst>
                                      </p:cBhvr>
                                      <p:to>
                                        <p:strVal val="visible"/>
                                      </p:to>
                                    </p:set>
                                    <p:anim calcmode="lin" valueType="num">
                                      <p:cBhvr additive="base">
                                        <p:cTn id="31" dur="500" fill="hold"/>
                                        <p:tgtEl>
                                          <p:spTgt spid="8">
                                            <p:txEl>
                                              <p:pRg st="2" end="2"/>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8">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8">
                                            <p:txEl>
                                              <p:pRg st="3" end="3"/>
                                            </p:txEl>
                                          </p:spTgt>
                                        </p:tgtEl>
                                        <p:attrNameLst>
                                          <p:attrName>style.visibility</p:attrName>
                                        </p:attrNameLst>
                                      </p:cBhvr>
                                      <p:to>
                                        <p:strVal val="visible"/>
                                      </p:to>
                                    </p:set>
                                    <p:anim calcmode="lin" valueType="num">
                                      <p:cBhvr additive="base">
                                        <p:cTn id="37" dur="500" fill="hold"/>
                                        <p:tgtEl>
                                          <p:spTgt spid="8">
                                            <p:txEl>
                                              <p:pRg st="3" end="3"/>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8">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8">
                                            <p:txEl>
                                              <p:pRg st="4" end="4"/>
                                            </p:txEl>
                                          </p:spTgt>
                                        </p:tgtEl>
                                        <p:attrNameLst>
                                          <p:attrName>style.visibility</p:attrName>
                                        </p:attrNameLst>
                                      </p:cBhvr>
                                      <p:to>
                                        <p:strVal val="visible"/>
                                      </p:to>
                                    </p:set>
                                    <p:anim calcmode="lin" valueType="num">
                                      <p:cBhvr additive="base">
                                        <p:cTn id="43" dur="500" fill="hold"/>
                                        <p:tgtEl>
                                          <p:spTgt spid="8">
                                            <p:txEl>
                                              <p:pRg st="4" end="4"/>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8">
                                            <p:txEl>
                                              <p:pRg st="4" end="4"/>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1115">
          <a:extLst>
            <a:ext uri="{FF2B5EF4-FFF2-40B4-BE49-F238E27FC236}">
              <a16:creationId xmlns:a16="http://schemas.microsoft.com/office/drawing/2014/main" id="{60087B69-9294-1FB3-3898-34F9494E4A01}"/>
            </a:ext>
          </a:extLst>
        </p:cNvPr>
        <p:cNvGrpSpPr/>
        <p:nvPr/>
      </p:nvGrpSpPr>
      <p:grpSpPr>
        <a:xfrm>
          <a:off x="0" y="0"/>
          <a:ext cx="0" cy="0"/>
          <a:chOff x="0" y="0"/>
          <a:chExt cx="0" cy="0"/>
        </a:xfrm>
      </p:grpSpPr>
      <p:sp>
        <p:nvSpPr>
          <p:cNvPr id="1211" name="Google Shape;1211;p63">
            <a:hlinkClick r:id="" action="ppaction://hlinkshowjump?jump=previousslide"/>
            <a:extLst>
              <a:ext uri="{FF2B5EF4-FFF2-40B4-BE49-F238E27FC236}">
                <a16:creationId xmlns:a16="http://schemas.microsoft.com/office/drawing/2014/main" id="{A0577653-74BC-5219-2847-52DB0DBE1697}"/>
              </a:ext>
            </a:extLst>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63">
            <a:hlinkClick r:id="" action="ppaction://hlinkshowjump?jump=nextslide"/>
            <a:extLst>
              <a:ext uri="{FF2B5EF4-FFF2-40B4-BE49-F238E27FC236}">
                <a16:creationId xmlns:a16="http://schemas.microsoft.com/office/drawing/2014/main" id="{9A3E49CD-D138-F345-13BF-1AB91A8A4027}"/>
              </a:ext>
            </a:extLst>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1097;p62">
            <a:extLst>
              <a:ext uri="{FF2B5EF4-FFF2-40B4-BE49-F238E27FC236}">
                <a16:creationId xmlns:a16="http://schemas.microsoft.com/office/drawing/2014/main" id="{00A3EC24-B388-606A-2AF5-388218EF0926}"/>
              </a:ext>
            </a:extLst>
          </p:cNvPr>
          <p:cNvSpPr txBox="1">
            <a:spLocks/>
          </p:cNvSpPr>
          <p:nvPr/>
        </p:nvSpPr>
        <p:spPr>
          <a:xfrm>
            <a:off x="0" y="430750"/>
            <a:ext cx="9144000" cy="1102343"/>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nl-NL" sz="6000" dirty="0">
                <a:latin typeface="Aldrich" panose="020B0604020202020204" charset="0"/>
              </a:rPr>
              <a:t>Transitiefunctie</a:t>
            </a:r>
            <a:endParaRPr lang="nl-NL" sz="1200" dirty="0">
              <a:latin typeface="Aldrich" panose="020B0604020202020204" charset="0"/>
            </a:endParaRPr>
          </a:p>
        </p:txBody>
      </p:sp>
      <p:sp>
        <p:nvSpPr>
          <p:cNvPr id="7" name="Google Shape;1098;p62">
            <a:extLst>
              <a:ext uri="{FF2B5EF4-FFF2-40B4-BE49-F238E27FC236}">
                <a16:creationId xmlns:a16="http://schemas.microsoft.com/office/drawing/2014/main" id="{08F40D82-1527-DE0F-8785-A6BA8F901C30}"/>
              </a:ext>
            </a:extLst>
          </p:cNvPr>
          <p:cNvSpPr txBox="1">
            <a:spLocks/>
          </p:cNvSpPr>
          <p:nvPr/>
        </p:nvSpPr>
        <p:spPr>
          <a:xfrm>
            <a:off x="0" y="1268860"/>
            <a:ext cx="9144000" cy="8010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l-GR" sz="3600" dirty="0">
                <a:latin typeface="Didact Gothic" panose="00000500000000000000" pitchFamily="2" charset="0"/>
              </a:rPr>
              <a:t>δ</a:t>
            </a:r>
          </a:p>
        </p:txBody>
      </p:sp>
      <p:sp>
        <p:nvSpPr>
          <p:cNvPr id="8" name="Google Shape;1098;p62">
            <a:extLst>
              <a:ext uri="{FF2B5EF4-FFF2-40B4-BE49-F238E27FC236}">
                <a16:creationId xmlns:a16="http://schemas.microsoft.com/office/drawing/2014/main" id="{BEA1C857-22B2-96CB-EEE5-4DCCEAB3E08C}"/>
              </a:ext>
            </a:extLst>
          </p:cNvPr>
          <p:cNvSpPr txBox="1">
            <a:spLocks/>
          </p:cNvSpPr>
          <p:nvPr/>
        </p:nvSpPr>
        <p:spPr>
          <a:xfrm>
            <a:off x="1773519" y="1872097"/>
            <a:ext cx="5596962" cy="747889"/>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r>
              <a:rPr lang="nl-NL" sz="3600" dirty="0">
                <a:latin typeface="Didact Gothic" panose="00000500000000000000" pitchFamily="2" charset="0"/>
              </a:rPr>
              <a:t>Q × </a:t>
            </a:r>
            <a:r>
              <a:rPr lang="el-GR" sz="3600" dirty="0">
                <a:latin typeface="Didact Gothic" panose="00000500000000000000" pitchFamily="2" charset="0"/>
              </a:rPr>
              <a:t>Σ → </a:t>
            </a:r>
            <a:r>
              <a:rPr lang="nl-NL" sz="3600" dirty="0">
                <a:latin typeface="Didact Gothic" panose="00000500000000000000" pitchFamily="2" charset="0"/>
              </a:rPr>
              <a:t>Q</a:t>
            </a:r>
          </a:p>
          <a:p>
            <a:pPr marL="0" indent="0"/>
            <a:r>
              <a:rPr lang="en-US" sz="3600" dirty="0">
                <a:latin typeface="Didact Gothic" panose="00000500000000000000" pitchFamily="2" charset="0"/>
              </a:rPr>
              <a:t>(q, a) → p</a:t>
            </a:r>
            <a:endParaRPr lang="el-GR" sz="3600" dirty="0">
              <a:latin typeface="Didact Gothic" panose="00000500000000000000" pitchFamily="2" charset="0"/>
            </a:endParaRPr>
          </a:p>
        </p:txBody>
      </p:sp>
      <p:sp>
        <p:nvSpPr>
          <p:cNvPr id="2" name="Google Shape;1098;p62">
            <a:extLst>
              <a:ext uri="{FF2B5EF4-FFF2-40B4-BE49-F238E27FC236}">
                <a16:creationId xmlns:a16="http://schemas.microsoft.com/office/drawing/2014/main" id="{D8C4706B-67D9-73B4-39D3-EABFF6639E13}"/>
              </a:ext>
            </a:extLst>
          </p:cNvPr>
          <p:cNvSpPr txBox="1">
            <a:spLocks/>
          </p:cNvSpPr>
          <p:nvPr/>
        </p:nvSpPr>
        <p:spPr>
          <a:xfrm>
            <a:off x="570672" y="3073636"/>
            <a:ext cx="4413871" cy="151150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lgn="l"/>
            <a:r>
              <a:rPr lang="nl-NL" sz="2400" dirty="0" err="1">
                <a:latin typeface="Didact Gothic" panose="00000500000000000000" pitchFamily="2" charset="0"/>
              </a:rPr>
              <a:t>Bvb</a:t>
            </a:r>
            <a:r>
              <a:rPr lang="nl-NL" sz="2400" dirty="0">
                <a:latin typeface="Didact Gothic" panose="00000500000000000000" pitchFamily="2" charset="0"/>
              </a:rPr>
              <a:t>. </a:t>
            </a:r>
          </a:p>
          <a:p>
            <a:pPr marL="0" indent="0" algn="l"/>
            <a:r>
              <a:rPr lang="el-GR" sz="2400" dirty="0">
                <a:latin typeface="Didact Gothic" panose="00000500000000000000" pitchFamily="2" charset="0"/>
              </a:rPr>
              <a:t>Σ</a:t>
            </a:r>
            <a:r>
              <a:rPr lang="en-US" sz="2400" dirty="0">
                <a:latin typeface="Didact Gothic" panose="00000500000000000000" pitchFamily="2" charset="0"/>
              </a:rPr>
              <a:t> = {0,1}  Q = {q0,q1,q2}</a:t>
            </a:r>
            <a:br>
              <a:rPr lang="nl-NL" sz="2400" dirty="0">
                <a:latin typeface="Didact Gothic" panose="00000500000000000000" pitchFamily="2" charset="0"/>
              </a:rPr>
            </a:br>
            <a:r>
              <a:rPr lang="el-GR" sz="2400" dirty="0">
                <a:latin typeface="Didact Gothic" panose="00000500000000000000" pitchFamily="2" charset="0"/>
              </a:rPr>
              <a:t>δ</a:t>
            </a:r>
            <a:r>
              <a:rPr lang="nl-NL" sz="2400" dirty="0">
                <a:latin typeface="Didact Gothic" panose="00000500000000000000" pitchFamily="2" charset="0"/>
              </a:rPr>
              <a:t>(q0, </a:t>
            </a:r>
            <a:r>
              <a:rPr lang="en-US" sz="2400" dirty="0">
                <a:latin typeface="Didact Gothic" panose="00000500000000000000" pitchFamily="2" charset="0"/>
              </a:rPr>
              <a:t>1)</a:t>
            </a:r>
            <a:r>
              <a:rPr lang="el-GR" sz="2400" dirty="0">
                <a:latin typeface="Didact Gothic" panose="00000500000000000000" pitchFamily="2" charset="0"/>
              </a:rPr>
              <a:t> → </a:t>
            </a:r>
            <a:r>
              <a:rPr lang="nl-NL" sz="2400" dirty="0">
                <a:latin typeface="Didact Gothic" panose="00000500000000000000" pitchFamily="2" charset="0"/>
              </a:rPr>
              <a:t>q1 </a:t>
            </a:r>
          </a:p>
          <a:p>
            <a:pPr marL="0" indent="0" algn="l"/>
            <a:r>
              <a:rPr lang="el-GR" sz="2400" dirty="0">
                <a:latin typeface="Didact Gothic" panose="00000500000000000000" pitchFamily="2" charset="0"/>
              </a:rPr>
              <a:t>δ</a:t>
            </a:r>
            <a:r>
              <a:rPr lang="nl-NL" sz="2400" dirty="0">
                <a:latin typeface="Didact Gothic" panose="00000500000000000000" pitchFamily="2" charset="0"/>
              </a:rPr>
              <a:t>(q0, </a:t>
            </a:r>
            <a:r>
              <a:rPr lang="en-US" sz="2400" dirty="0">
                <a:latin typeface="Didact Gothic" panose="00000500000000000000" pitchFamily="2" charset="0"/>
              </a:rPr>
              <a:t>0)</a:t>
            </a:r>
            <a:r>
              <a:rPr lang="el-GR" sz="2400" dirty="0">
                <a:latin typeface="Didact Gothic" panose="00000500000000000000" pitchFamily="2" charset="0"/>
              </a:rPr>
              <a:t> → </a:t>
            </a:r>
            <a:r>
              <a:rPr lang="nl-NL" sz="2400" dirty="0">
                <a:latin typeface="Didact Gothic" panose="00000500000000000000" pitchFamily="2" charset="0"/>
              </a:rPr>
              <a:t>q0 </a:t>
            </a:r>
            <a:endParaRPr lang="el-GR" sz="2400" dirty="0">
              <a:latin typeface="Didact Gothic" panose="00000500000000000000" pitchFamily="2" charset="0"/>
            </a:endParaRPr>
          </a:p>
        </p:txBody>
      </p:sp>
      <p:graphicFrame>
        <p:nvGraphicFramePr>
          <p:cNvPr id="10" name="Table 9">
            <a:extLst>
              <a:ext uri="{FF2B5EF4-FFF2-40B4-BE49-F238E27FC236}">
                <a16:creationId xmlns:a16="http://schemas.microsoft.com/office/drawing/2014/main" id="{A5239C85-9F29-8506-438B-C92D74998178}"/>
              </a:ext>
            </a:extLst>
          </p:cNvPr>
          <p:cNvGraphicFramePr>
            <a:graphicFrameLocks noGrp="1"/>
          </p:cNvGraphicFramePr>
          <p:nvPr>
            <p:extLst>
              <p:ext uri="{D42A27DB-BD31-4B8C-83A1-F6EECF244321}">
                <p14:modId xmlns:p14="http://schemas.microsoft.com/office/powerpoint/2010/main" val="1955750479"/>
              </p:ext>
            </p:extLst>
          </p:nvPr>
        </p:nvGraphicFramePr>
        <p:xfrm>
          <a:off x="4661375" y="3104102"/>
          <a:ext cx="3940269" cy="1608648"/>
        </p:xfrm>
        <a:graphic>
          <a:graphicData uri="http://schemas.openxmlformats.org/drawingml/2006/table">
            <a:tbl>
              <a:tblPr firstRow="1" bandRow="1">
                <a:tableStyleId>{2829158E-518A-43E2-9EA4-46D35B15BF13}</a:tableStyleId>
              </a:tblPr>
              <a:tblGrid>
                <a:gridCol w="1313423">
                  <a:extLst>
                    <a:ext uri="{9D8B030D-6E8A-4147-A177-3AD203B41FA5}">
                      <a16:colId xmlns:a16="http://schemas.microsoft.com/office/drawing/2014/main" val="967300338"/>
                    </a:ext>
                  </a:extLst>
                </a:gridCol>
                <a:gridCol w="1313423">
                  <a:extLst>
                    <a:ext uri="{9D8B030D-6E8A-4147-A177-3AD203B41FA5}">
                      <a16:colId xmlns:a16="http://schemas.microsoft.com/office/drawing/2014/main" val="306636640"/>
                    </a:ext>
                  </a:extLst>
                </a:gridCol>
                <a:gridCol w="1313423">
                  <a:extLst>
                    <a:ext uri="{9D8B030D-6E8A-4147-A177-3AD203B41FA5}">
                      <a16:colId xmlns:a16="http://schemas.microsoft.com/office/drawing/2014/main" val="1268055254"/>
                    </a:ext>
                  </a:extLst>
                </a:gridCol>
              </a:tblGrid>
              <a:tr h="402162">
                <a:tc>
                  <a:txBody>
                    <a:bodyPr/>
                    <a:lstStyle/>
                    <a:p>
                      <a:r>
                        <a:rPr lang="en-US" dirty="0">
                          <a:latin typeface="Didact Gothic" panose="00000500000000000000" pitchFamily="2" charset="0"/>
                        </a:rPr>
                        <a:t>Current State</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Input 0</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Input 1</a:t>
                      </a:r>
                      <a:endParaRPr lang="nl-NL" dirty="0">
                        <a:latin typeface="Didact Gothic" panose="00000500000000000000" pitchFamily="2" charset="0"/>
                      </a:endParaRPr>
                    </a:p>
                  </a:txBody>
                  <a:tcPr/>
                </a:tc>
                <a:extLst>
                  <a:ext uri="{0D108BD9-81ED-4DB2-BD59-A6C34878D82A}">
                    <a16:rowId xmlns:a16="http://schemas.microsoft.com/office/drawing/2014/main" val="2352285044"/>
                  </a:ext>
                </a:extLst>
              </a:tr>
              <a:tr h="402162">
                <a:tc>
                  <a:txBody>
                    <a:bodyPr/>
                    <a:lstStyle/>
                    <a:p>
                      <a:r>
                        <a:rPr lang="el-GR" sz="1400" dirty="0">
                          <a:latin typeface="Didact Gothic" panose="00000500000000000000" pitchFamily="2" charset="0"/>
                        </a:rPr>
                        <a:t>→</a:t>
                      </a:r>
                      <a:r>
                        <a:rPr lang="en-US" sz="1400" dirty="0">
                          <a:latin typeface="Didact Gothic" panose="00000500000000000000" pitchFamily="2" charset="0"/>
                        </a:rPr>
                        <a:t>q0</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q0</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q1</a:t>
                      </a:r>
                      <a:endParaRPr lang="nl-NL" dirty="0">
                        <a:latin typeface="Didact Gothic" panose="00000500000000000000" pitchFamily="2" charset="0"/>
                      </a:endParaRPr>
                    </a:p>
                  </a:txBody>
                  <a:tcPr/>
                </a:tc>
                <a:extLst>
                  <a:ext uri="{0D108BD9-81ED-4DB2-BD59-A6C34878D82A}">
                    <a16:rowId xmlns:a16="http://schemas.microsoft.com/office/drawing/2014/main" val="3445163868"/>
                  </a:ext>
                </a:extLst>
              </a:tr>
              <a:tr h="402162">
                <a:tc>
                  <a:txBody>
                    <a:bodyPr/>
                    <a:lstStyle/>
                    <a:p>
                      <a:r>
                        <a:rPr lang="en-US" dirty="0">
                          <a:latin typeface="Didact Gothic" panose="00000500000000000000" pitchFamily="2" charset="0"/>
                        </a:rPr>
                        <a:t>q1</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q1</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q2</a:t>
                      </a:r>
                      <a:endParaRPr lang="nl-NL" dirty="0">
                        <a:latin typeface="Didact Gothic" panose="00000500000000000000" pitchFamily="2" charset="0"/>
                      </a:endParaRPr>
                    </a:p>
                  </a:txBody>
                  <a:tcPr/>
                </a:tc>
                <a:extLst>
                  <a:ext uri="{0D108BD9-81ED-4DB2-BD59-A6C34878D82A}">
                    <a16:rowId xmlns:a16="http://schemas.microsoft.com/office/drawing/2014/main" val="2713411047"/>
                  </a:ext>
                </a:extLst>
              </a:tr>
              <a:tr h="402162">
                <a:tc>
                  <a:txBody>
                    <a:bodyPr/>
                    <a:lstStyle/>
                    <a:p>
                      <a:r>
                        <a:rPr lang="en-US" dirty="0">
                          <a:latin typeface="Didact Gothic" panose="00000500000000000000" pitchFamily="2" charset="0"/>
                        </a:rPr>
                        <a:t>*q2</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q1</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q2</a:t>
                      </a:r>
                      <a:endParaRPr lang="nl-NL" dirty="0">
                        <a:latin typeface="Didact Gothic" panose="00000500000000000000" pitchFamily="2" charset="0"/>
                      </a:endParaRPr>
                    </a:p>
                  </a:txBody>
                  <a:tcPr/>
                </a:tc>
                <a:extLst>
                  <a:ext uri="{0D108BD9-81ED-4DB2-BD59-A6C34878D82A}">
                    <a16:rowId xmlns:a16="http://schemas.microsoft.com/office/drawing/2014/main" val="3664992249"/>
                  </a:ext>
                </a:extLst>
              </a:tr>
            </a:tbl>
          </a:graphicData>
        </a:graphic>
      </p:graphicFrame>
    </p:spTree>
    <p:extLst>
      <p:ext uri="{BB962C8B-B14F-4D97-AF65-F5344CB8AC3E}">
        <p14:creationId xmlns:p14="http://schemas.microsoft.com/office/powerpoint/2010/main" val="9488942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p:tgtEl>
                                          <p:spTgt spid="6"/>
                                        </p:tgtEl>
                                        <p:attrNameLst>
                                          <p:attrName>ppt_w</p:attrName>
                                        </p:attrNameLst>
                                      </p:cBhvr>
                                      <p:tavLst>
                                        <p:tav tm="0">
                                          <p:val>
                                            <p:strVal val="0"/>
                                          </p:val>
                                        </p:tav>
                                        <p:tav tm="100000">
                                          <p:val>
                                            <p:strVal val="#ppt_w"/>
                                          </p:val>
                                        </p:tav>
                                      </p:tavLst>
                                    </p:anim>
                                    <p:anim calcmode="lin" valueType="num">
                                      <p:cBhvr additive="base">
                                        <p:cTn id="8" dur="1000"/>
                                        <p:tgtEl>
                                          <p:spTgt spid="6"/>
                                        </p:tgtEl>
                                        <p:attrNameLst>
                                          <p:attrName>ppt_h</p:attrName>
                                        </p:attrNameLst>
                                      </p:cBhvr>
                                      <p:tavLst>
                                        <p:tav tm="0">
                                          <p:val>
                                            <p:str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additive="base">
                                        <p:cTn id="13" dur="500" fill="hold"/>
                                        <p:tgtEl>
                                          <p:spTgt spid="7"/>
                                        </p:tgtEl>
                                        <p:attrNameLst>
                                          <p:attrName>ppt_x</p:attrName>
                                        </p:attrNameLst>
                                      </p:cBhvr>
                                      <p:tavLst>
                                        <p:tav tm="0">
                                          <p:val>
                                            <p:strVal val="#ppt_x"/>
                                          </p:val>
                                        </p:tav>
                                        <p:tav tm="100000">
                                          <p:val>
                                            <p:strVal val="#ppt_x"/>
                                          </p:val>
                                        </p:tav>
                                      </p:tavLst>
                                    </p:anim>
                                    <p:anim calcmode="lin" valueType="num">
                                      <p:cBhvr additive="base">
                                        <p:cTn id="14"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8">
                                            <p:txEl>
                                              <p:pRg st="0" end="0"/>
                                            </p:txEl>
                                          </p:spTgt>
                                        </p:tgtEl>
                                        <p:attrNameLst>
                                          <p:attrName>style.visibility</p:attrName>
                                        </p:attrNameLst>
                                      </p:cBhvr>
                                      <p:to>
                                        <p:strVal val="visible"/>
                                      </p:to>
                                    </p:set>
                                    <p:anim calcmode="lin" valueType="num">
                                      <p:cBhvr additive="base">
                                        <p:cTn id="19"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8">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8">
                                            <p:txEl>
                                              <p:pRg st="1" end="1"/>
                                            </p:txEl>
                                          </p:spTgt>
                                        </p:tgtEl>
                                        <p:attrNameLst>
                                          <p:attrName>style.visibility</p:attrName>
                                        </p:attrNameLst>
                                      </p:cBhvr>
                                      <p:to>
                                        <p:strVal val="visible"/>
                                      </p:to>
                                    </p:set>
                                    <p:anim calcmode="lin" valueType="num">
                                      <p:cBhvr additive="base">
                                        <p:cTn id="25" dur="500" fill="hold"/>
                                        <p:tgtEl>
                                          <p:spTgt spid="8">
                                            <p:txEl>
                                              <p:pRg st="1" end="1"/>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8">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2">
                                            <p:txEl>
                                              <p:pRg st="0" end="0"/>
                                            </p:txEl>
                                          </p:spTgt>
                                        </p:tgtEl>
                                        <p:attrNameLst>
                                          <p:attrName>style.visibility</p:attrName>
                                        </p:attrNameLst>
                                      </p:cBhvr>
                                      <p:to>
                                        <p:strVal val="visible"/>
                                      </p:to>
                                    </p:set>
                                    <p:anim calcmode="lin" valueType="num">
                                      <p:cBhvr additive="base">
                                        <p:cTn id="31" dur="500" fill="hold"/>
                                        <p:tgtEl>
                                          <p:spTgt spid="2">
                                            <p:txEl>
                                              <p:pRg st="0" end="0"/>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2">
                                            <p:txEl>
                                              <p:pRg st="1" end="1"/>
                                            </p:txEl>
                                          </p:spTgt>
                                        </p:tgtEl>
                                        <p:attrNameLst>
                                          <p:attrName>style.visibility</p:attrName>
                                        </p:attrNameLst>
                                      </p:cBhvr>
                                      <p:to>
                                        <p:strVal val="visible"/>
                                      </p:to>
                                    </p:set>
                                    <p:anim calcmode="lin" valueType="num">
                                      <p:cBhvr additive="base">
                                        <p:cTn id="37" dur="500" fill="hold"/>
                                        <p:tgtEl>
                                          <p:spTgt spid="2">
                                            <p:txEl>
                                              <p:pRg st="1" end="1"/>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2">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2">
                                            <p:txEl>
                                              <p:pRg st="2" end="2"/>
                                            </p:txEl>
                                          </p:spTgt>
                                        </p:tgtEl>
                                        <p:attrNameLst>
                                          <p:attrName>style.visibility</p:attrName>
                                        </p:attrNameLst>
                                      </p:cBhvr>
                                      <p:to>
                                        <p:strVal val="visible"/>
                                      </p:to>
                                    </p:set>
                                    <p:anim calcmode="lin" valueType="num">
                                      <p:cBhvr additive="base">
                                        <p:cTn id="43" dur="500" fill="hold"/>
                                        <p:tgtEl>
                                          <p:spTgt spid="2">
                                            <p:txEl>
                                              <p:pRg st="2" end="2"/>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2">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1115">
          <a:extLst>
            <a:ext uri="{FF2B5EF4-FFF2-40B4-BE49-F238E27FC236}">
              <a16:creationId xmlns:a16="http://schemas.microsoft.com/office/drawing/2014/main" id="{7A0B8C00-841B-A007-3168-A39060166719}"/>
            </a:ext>
          </a:extLst>
        </p:cNvPr>
        <p:cNvGrpSpPr/>
        <p:nvPr/>
      </p:nvGrpSpPr>
      <p:grpSpPr>
        <a:xfrm>
          <a:off x="0" y="0"/>
          <a:ext cx="0" cy="0"/>
          <a:chOff x="0" y="0"/>
          <a:chExt cx="0" cy="0"/>
        </a:xfrm>
      </p:grpSpPr>
      <p:sp>
        <p:nvSpPr>
          <p:cNvPr id="1211" name="Google Shape;1211;p63">
            <a:hlinkClick r:id="" action="ppaction://hlinkshowjump?jump=previousslide"/>
            <a:extLst>
              <a:ext uri="{FF2B5EF4-FFF2-40B4-BE49-F238E27FC236}">
                <a16:creationId xmlns:a16="http://schemas.microsoft.com/office/drawing/2014/main" id="{56DFC758-462F-E842-D618-A5E2C1A91975}"/>
              </a:ext>
            </a:extLst>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63">
            <a:hlinkClick r:id="" action="ppaction://hlinkshowjump?jump=nextslide"/>
            <a:extLst>
              <a:ext uri="{FF2B5EF4-FFF2-40B4-BE49-F238E27FC236}">
                <a16:creationId xmlns:a16="http://schemas.microsoft.com/office/drawing/2014/main" id="{174DB2E2-0FED-4B86-1793-BA93461EBBD7}"/>
              </a:ext>
            </a:extLst>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1097;p62">
            <a:extLst>
              <a:ext uri="{FF2B5EF4-FFF2-40B4-BE49-F238E27FC236}">
                <a16:creationId xmlns:a16="http://schemas.microsoft.com/office/drawing/2014/main" id="{428E4906-0E53-1E01-A91A-1C4551170037}"/>
              </a:ext>
            </a:extLst>
          </p:cNvPr>
          <p:cNvSpPr txBox="1">
            <a:spLocks/>
          </p:cNvSpPr>
          <p:nvPr/>
        </p:nvSpPr>
        <p:spPr>
          <a:xfrm>
            <a:off x="0" y="776087"/>
            <a:ext cx="9144000" cy="1102343"/>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nl-NL" sz="6000" dirty="0">
                <a:latin typeface="Aldrich" panose="020B0604020202020204" charset="0"/>
              </a:rPr>
              <a:t>Uitgebreide transitiefunctie</a:t>
            </a:r>
            <a:endParaRPr lang="nl-NL" sz="1200" dirty="0">
              <a:latin typeface="Aldrich" panose="020B0604020202020204" charset="0"/>
            </a:endParaRPr>
          </a:p>
        </p:txBody>
      </p:sp>
      <mc:AlternateContent xmlns:mc="http://schemas.openxmlformats.org/markup-compatibility/2006" xmlns:a14="http://schemas.microsoft.com/office/drawing/2010/main">
        <mc:Choice Requires="a14">
          <p:sp>
            <p:nvSpPr>
              <p:cNvPr id="8" name="Google Shape;1098;p62">
                <a:extLst>
                  <a:ext uri="{FF2B5EF4-FFF2-40B4-BE49-F238E27FC236}">
                    <a16:creationId xmlns:a16="http://schemas.microsoft.com/office/drawing/2014/main" id="{8D62942C-565B-F3D5-C104-F3079796ACBB}"/>
                  </a:ext>
                </a:extLst>
              </p:cNvPr>
              <p:cNvSpPr txBox="1">
                <a:spLocks/>
              </p:cNvSpPr>
              <p:nvPr/>
            </p:nvSpPr>
            <p:spPr>
              <a:xfrm>
                <a:off x="1773519" y="2293257"/>
                <a:ext cx="5596962" cy="747889"/>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14:m>
                  <m:oMath xmlns:m="http://schemas.openxmlformats.org/officeDocument/2006/math">
                    <m:acc>
                      <m:accPr>
                        <m:chr m:val="̂"/>
                        <m:ctrlPr>
                          <a:rPr lang="el-GR" sz="3600" i="1" dirty="0">
                            <a:latin typeface="Cambria Math" panose="02040503050406030204" pitchFamily="18" charset="0"/>
                          </a:rPr>
                        </m:ctrlPr>
                      </m:accPr>
                      <m:e>
                        <m:r>
                          <m:rPr>
                            <m:nor/>
                          </m:rPr>
                          <a:rPr lang="el-GR" sz="3600" dirty="0"/>
                          <m:t>δ</m:t>
                        </m:r>
                      </m:e>
                    </m:acc>
                  </m:oMath>
                </a14:m>
                <a:r>
                  <a:rPr lang="en-US" sz="3600" dirty="0"/>
                  <a:t>: </a:t>
                </a:r>
                <a:r>
                  <a:rPr lang="nl-NL" sz="3600" dirty="0">
                    <a:latin typeface="Didact Gothic" panose="00000500000000000000" pitchFamily="2" charset="0"/>
                  </a:rPr>
                  <a:t>(Q × </a:t>
                </a:r>
                <a:r>
                  <a:rPr lang="el-GR" sz="3600" dirty="0">
                    <a:latin typeface="Didact Gothic" panose="00000500000000000000" pitchFamily="2" charset="0"/>
                  </a:rPr>
                  <a:t>Σ</a:t>
                </a:r>
                <a:r>
                  <a:rPr lang="en-US" sz="3600" dirty="0">
                    <a:latin typeface="Didact Gothic" panose="00000500000000000000" pitchFamily="2" charset="0"/>
                  </a:rPr>
                  <a:t>*</a:t>
                </a:r>
                <a:r>
                  <a:rPr lang="el-GR" sz="3600" dirty="0">
                    <a:latin typeface="Didact Gothic" panose="00000500000000000000" pitchFamily="2" charset="0"/>
                  </a:rPr>
                  <a:t> → </a:t>
                </a:r>
                <a:r>
                  <a:rPr lang="nl-NL" sz="3600" dirty="0">
                    <a:latin typeface="Didact Gothic" panose="00000500000000000000" pitchFamily="2" charset="0"/>
                  </a:rPr>
                  <a:t>Q)</a:t>
                </a:r>
                <a:endParaRPr lang="el-GR" sz="3600" dirty="0">
                  <a:latin typeface="Didact Gothic" panose="00000500000000000000" pitchFamily="2" charset="0"/>
                </a:endParaRPr>
              </a:p>
            </p:txBody>
          </p:sp>
        </mc:Choice>
        <mc:Fallback xmlns="">
          <p:sp>
            <p:nvSpPr>
              <p:cNvPr id="8" name="Google Shape;1098;p62">
                <a:extLst>
                  <a:ext uri="{FF2B5EF4-FFF2-40B4-BE49-F238E27FC236}">
                    <a16:creationId xmlns:a16="http://schemas.microsoft.com/office/drawing/2014/main" id="{8D62942C-565B-F3D5-C104-F3079796ACBB}"/>
                  </a:ext>
                </a:extLst>
              </p:cNvPr>
              <p:cNvSpPr txBox="1">
                <a:spLocks noRot="1" noChangeAspect="1" noMove="1" noResize="1" noEditPoints="1" noAdjustHandles="1" noChangeArrowheads="1" noChangeShapeType="1" noTextEdit="1"/>
              </p:cNvSpPr>
              <p:nvPr/>
            </p:nvSpPr>
            <p:spPr>
              <a:xfrm>
                <a:off x="1773519" y="2293257"/>
                <a:ext cx="5596962" cy="747889"/>
              </a:xfrm>
              <a:prstGeom prst="rect">
                <a:avLst/>
              </a:prstGeom>
              <a:blipFill>
                <a:blip r:embed="rId3"/>
                <a:stretch>
                  <a:fillRect t="-813" b="-29268"/>
                </a:stretch>
              </a:blipFill>
              <a:ln>
                <a:noFill/>
              </a:ln>
            </p:spPr>
            <p:txBody>
              <a:bodyPr/>
              <a:lstStyle/>
              <a:p>
                <a:r>
                  <a:rPr lang="nl-NL">
                    <a:noFill/>
                  </a:rPr>
                  <a:t> </a:t>
                </a:r>
              </a:p>
            </p:txBody>
          </p:sp>
        </mc:Fallback>
      </mc:AlternateContent>
      <mc:AlternateContent xmlns:mc="http://schemas.openxmlformats.org/markup-compatibility/2006">
        <mc:Choice xmlns:a14="http://schemas.microsoft.com/office/drawing/2010/main" Requires="a14">
          <p:sp>
            <p:nvSpPr>
              <p:cNvPr id="2" name="Google Shape;1098;p62">
                <a:extLst>
                  <a:ext uri="{FF2B5EF4-FFF2-40B4-BE49-F238E27FC236}">
                    <a16:creationId xmlns:a16="http://schemas.microsoft.com/office/drawing/2014/main" id="{EDCAC5FD-83C6-6D9D-7D83-C1BF1DBB445A}"/>
                  </a:ext>
                </a:extLst>
              </p:cNvPr>
              <p:cNvSpPr txBox="1">
                <a:spLocks/>
              </p:cNvSpPr>
              <p:nvPr/>
            </p:nvSpPr>
            <p:spPr>
              <a:xfrm>
                <a:off x="811272" y="3046749"/>
                <a:ext cx="8332727" cy="1584724"/>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lgn="l"/>
                <a:r>
                  <a:rPr lang="nl-NL" sz="2800" dirty="0"/>
                  <a:t>Basis: </a:t>
                </a:r>
                <a14:m>
                  <m:oMath xmlns:m="http://schemas.openxmlformats.org/officeDocument/2006/math">
                    <m:acc>
                      <m:accPr>
                        <m:chr m:val="̂"/>
                        <m:ctrlPr>
                          <a:rPr lang="el-GR" sz="2800" i="1" dirty="0">
                            <a:solidFill>
                              <a:schemeClr val="accent6">
                                <a:lumMod val="25000"/>
                              </a:schemeClr>
                            </a:solidFill>
                            <a:latin typeface="Cambria Math" panose="02040503050406030204" pitchFamily="18" charset="0"/>
                          </a:rPr>
                        </m:ctrlPr>
                      </m:accPr>
                      <m:e>
                        <m:r>
                          <m:rPr>
                            <m:nor/>
                          </m:rPr>
                          <a:rPr lang="el-GR" sz="2800" dirty="0">
                            <a:solidFill>
                              <a:schemeClr val="accent6">
                                <a:lumMod val="25000"/>
                              </a:schemeClr>
                            </a:solidFill>
                          </a:rPr>
                          <m:t>δ</m:t>
                        </m:r>
                      </m:e>
                    </m:acc>
                  </m:oMath>
                </a14:m>
                <a:r>
                  <a:rPr lang="el-GR" sz="2800" dirty="0"/>
                  <a:t>(</a:t>
                </a:r>
                <a:r>
                  <a:rPr lang="nl-NL" sz="2800" dirty="0"/>
                  <a:t>q, </a:t>
                </a:r>
                <a:r>
                  <a:rPr lang="el-GR" sz="2800" dirty="0"/>
                  <a:t>ϵ) = </a:t>
                </a:r>
                <a:r>
                  <a:rPr lang="nl-NL" sz="2800" dirty="0"/>
                  <a:t>q met q ∈ Q</a:t>
                </a:r>
              </a:p>
              <a:p>
                <a:pPr marL="0" indent="0" algn="l"/>
                <a:r>
                  <a:rPr lang="nl-NL" sz="2800" dirty="0"/>
                  <a:t>Inductie: </a:t>
                </a:r>
                <a14:m>
                  <m:oMath xmlns:m="http://schemas.openxmlformats.org/officeDocument/2006/math">
                    <m:acc>
                      <m:accPr>
                        <m:chr m:val="̂"/>
                        <m:ctrlPr>
                          <a:rPr lang="el-GR" sz="2800" i="1" dirty="0">
                            <a:solidFill>
                              <a:schemeClr val="accent6">
                                <a:lumMod val="25000"/>
                              </a:schemeClr>
                            </a:solidFill>
                            <a:latin typeface="Cambria Math" panose="02040503050406030204" pitchFamily="18" charset="0"/>
                          </a:rPr>
                        </m:ctrlPr>
                      </m:accPr>
                      <m:e>
                        <m:r>
                          <m:rPr>
                            <m:nor/>
                          </m:rPr>
                          <a:rPr lang="el-GR" sz="2800" dirty="0">
                            <a:solidFill>
                              <a:schemeClr val="accent6">
                                <a:lumMod val="25000"/>
                              </a:schemeClr>
                            </a:solidFill>
                          </a:rPr>
                          <m:t>δ</m:t>
                        </m:r>
                      </m:e>
                    </m:acc>
                  </m:oMath>
                </a14:m>
                <a:r>
                  <a:rPr lang="el-GR" sz="2800" dirty="0"/>
                  <a:t>(</a:t>
                </a:r>
                <a:r>
                  <a:rPr lang="nl-NL" sz="2800" dirty="0"/>
                  <a:t>q, xa) = </a:t>
                </a:r>
                <a:r>
                  <a:rPr lang="el-GR" sz="2800" dirty="0"/>
                  <a:t>δ(</a:t>
                </a:r>
                <a14:m>
                  <m:oMath xmlns:m="http://schemas.openxmlformats.org/officeDocument/2006/math">
                    <m:acc>
                      <m:accPr>
                        <m:chr m:val="̂"/>
                        <m:ctrlPr>
                          <a:rPr lang="el-GR" sz="2800" i="1" dirty="0">
                            <a:solidFill>
                              <a:schemeClr val="accent6">
                                <a:lumMod val="25000"/>
                              </a:schemeClr>
                            </a:solidFill>
                            <a:latin typeface="Cambria Math" panose="02040503050406030204" pitchFamily="18" charset="0"/>
                          </a:rPr>
                        </m:ctrlPr>
                      </m:accPr>
                      <m:e>
                        <m:r>
                          <m:rPr>
                            <m:nor/>
                          </m:rPr>
                          <a:rPr lang="el-GR" sz="2800" dirty="0">
                            <a:solidFill>
                              <a:schemeClr val="accent6">
                                <a:lumMod val="25000"/>
                              </a:schemeClr>
                            </a:solidFill>
                          </a:rPr>
                          <m:t>δ</m:t>
                        </m:r>
                      </m:e>
                    </m:acc>
                  </m:oMath>
                </a14:m>
                <a:r>
                  <a:rPr lang="el-GR" sz="2800" dirty="0"/>
                  <a:t>(</a:t>
                </a:r>
                <a:r>
                  <a:rPr lang="nl-NL" sz="2800" dirty="0"/>
                  <a:t>q, x), a)</a:t>
                </a:r>
              </a:p>
              <a:p>
                <a:pPr marL="0" indent="0" algn="l"/>
                <a:r>
                  <a:rPr lang="nl-NL" sz="2800" dirty="0"/>
                  <a:t> met q ∈ Q, x ∈ </a:t>
                </a:r>
                <a:r>
                  <a:rPr lang="el-GR" sz="2800" dirty="0"/>
                  <a:t>Σ</a:t>
                </a:r>
                <a:r>
                  <a:rPr lang="en-US" sz="2800" dirty="0"/>
                  <a:t>*</a:t>
                </a:r>
                <a:r>
                  <a:rPr lang="el-GR" sz="2800" dirty="0"/>
                  <a:t> </a:t>
                </a:r>
                <a:r>
                  <a:rPr lang="nl-NL" sz="2800" dirty="0"/>
                  <a:t>en a ∈ </a:t>
                </a:r>
                <a:r>
                  <a:rPr lang="el-GR" sz="2800" dirty="0"/>
                  <a:t>Σ</a:t>
                </a:r>
                <a:endParaRPr lang="el-GR" sz="2800" dirty="0">
                  <a:latin typeface="Didact Gothic" panose="00000500000000000000" pitchFamily="2" charset="0"/>
                </a:endParaRPr>
              </a:p>
            </p:txBody>
          </p:sp>
        </mc:Choice>
        <mc:Fallback>
          <p:sp>
            <p:nvSpPr>
              <p:cNvPr id="2" name="Google Shape;1098;p62">
                <a:extLst>
                  <a:ext uri="{FF2B5EF4-FFF2-40B4-BE49-F238E27FC236}">
                    <a16:creationId xmlns:a16="http://schemas.microsoft.com/office/drawing/2014/main" id="{EDCAC5FD-83C6-6D9D-7D83-C1BF1DBB445A}"/>
                  </a:ext>
                </a:extLst>
              </p:cNvPr>
              <p:cNvSpPr txBox="1">
                <a:spLocks noRot="1" noChangeAspect="1" noMove="1" noResize="1" noEditPoints="1" noAdjustHandles="1" noChangeArrowheads="1" noChangeShapeType="1" noTextEdit="1"/>
              </p:cNvSpPr>
              <p:nvPr/>
            </p:nvSpPr>
            <p:spPr>
              <a:xfrm>
                <a:off x="811272" y="3046749"/>
                <a:ext cx="8332727" cy="1584724"/>
              </a:xfrm>
              <a:prstGeom prst="rect">
                <a:avLst/>
              </a:prstGeom>
              <a:blipFill>
                <a:blip r:embed="rId4"/>
                <a:stretch>
                  <a:fillRect l="-1463" b="-5000"/>
                </a:stretch>
              </a:blipFill>
              <a:ln>
                <a:noFill/>
              </a:ln>
            </p:spPr>
            <p:txBody>
              <a:bodyPr/>
              <a:lstStyle/>
              <a:p>
                <a:r>
                  <a:rPr lang="en-US">
                    <a:noFill/>
                  </a:rPr>
                  <a:t> </a:t>
                </a:r>
              </a:p>
            </p:txBody>
          </p:sp>
        </mc:Fallback>
      </mc:AlternateContent>
    </p:spTree>
    <p:extLst>
      <p:ext uri="{BB962C8B-B14F-4D97-AF65-F5344CB8AC3E}">
        <p14:creationId xmlns:p14="http://schemas.microsoft.com/office/powerpoint/2010/main" val="29141911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p:tgtEl>
                                          <p:spTgt spid="6"/>
                                        </p:tgtEl>
                                        <p:attrNameLst>
                                          <p:attrName>ppt_w</p:attrName>
                                        </p:attrNameLst>
                                      </p:cBhvr>
                                      <p:tavLst>
                                        <p:tav tm="0">
                                          <p:val>
                                            <p:strVal val="0"/>
                                          </p:val>
                                        </p:tav>
                                        <p:tav tm="100000">
                                          <p:val>
                                            <p:strVal val="#ppt_w"/>
                                          </p:val>
                                        </p:tav>
                                      </p:tavLst>
                                    </p:anim>
                                    <p:anim calcmode="lin" valueType="num">
                                      <p:cBhvr additive="base">
                                        <p:cTn id="8" dur="1000"/>
                                        <p:tgtEl>
                                          <p:spTgt spid="6"/>
                                        </p:tgtEl>
                                        <p:attrNameLst>
                                          <p:attrName>ppt_h</p:attrName>
                                        </p:attrNameLst>
                                      </p:cBhvr>
                                      <p:tavLst>
                                        <p:tav tm="0">
                                          <p:val>
                                            <p:str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8">
                                            <p:txEl>
                                              <p:pRg st="0" end="0"/>
                                            </p:txEl>
                                          </p:spTgt>
                                        </p:tgtEl>
                                        <p:attrNameLst>
                                          <p:attrName>style.visibility</p:attrName>
                                        </p:attrNameLst>
                                      </p:cBhvr>
                                      <p:to>
                                        <p:strVal val="visible"/>
                                      </p:to>
                                    </p:set>
                                    <p:anim calcmode="lin" valueType="num">
                                      <p:cBhvr additive="base">
                                        <p:cTn id="13"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8">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2">
                                            <p:txEl>
                                              <p:pRg st="0" end="0"/>
                                            </p:txEl>
                                          </p:spTgt>
                                        </p:tgtEl>
                                        <p:attrNameLst>
                                          <p:attrName>style.visibility</p:attrName>
                                        </p:attrNameLst>
                                      </p:cBhvr>
                                      <p:to>
                                        <p:strVal val="visible"/>
                                      </p:to>
                                    </p:set>
                                    <p:anim calcmode="lin" valueType="num">
                                      <p:cBhvr additive="base">
                                        <p:cTn id="19" dur="500" fill="hold"/>
                                        <p:tgtEl>
                                          <p:spTgt spid="2">
                                            <p:txEl>
                                              <p:pRg st="0" end="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2">
                                            <p:txEl>
                                              <p:pRg st="1" end="1"/>
                                            </p:txEl>
                                          </p:spTgt>
                                        </p:tgtEl>
                                        <p:attrNameLst>
                                          <p:attrName>style.visibility</p:attrName>
                                        </p:attrNameLst>
                                      </p:cBhvr>
                                      <p:to>
                                        <p:strVal val="visible"/>
                                      </p:to>
                                    </p:set>
                                    <p:anim calcmode="lin" valueType="num">
                                      <p:cBhvr additive="base">
                                        <p:cTn id="25" dur="500" fill="hold"/>
                                        <p:tgtEl>
                                          <p:spTgt spid="2">
                                            <p:txEl>
                                              <p:pRg st="1" end="1"/>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2">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2">
                                            <p:txEl>
                                              <p:pRg st="2" end="2"/>
                                            </p:txEl>
                                          </p:spTgt>
                                        </p:tgtEl>
                                        <p:attrNameLst>
                                          <p:attrName>style.visibility</p:attrName>
                                        </p:attrNameLst>
                                      </p:cBhvr>
                                      <p:to>
                                        <p:strVal val="visible"/>
                                      </p:to>
                                    </p:set>
                                    <p:anim calcmode="lin" valueType="num">
                                      <p:cBhvr additive="base">
                                        <p:cTn id="31" dur="500" fill="hold"/>
                                        <p:tgtEl>
                                          <p:spTgt spid="2">
                                            <p:txEl>
                                              <p:pRg st="2" end="2"/>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2">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1115">
          <a:extLst>
            <a:ext uri="{FF2B5EF4-FFF2-40B4-BE49-F238E27FC236}">
              <a16:creationId xmlns:a16="http://schemas.microsoft.com/office/drawing/2014/main" id="{96086861-7028-012A-0C2E-B08C802737F7}"/>
            </a:ext>
          </a:extLst>
        </p:cNvPr>
        <p:cNvGrpSpPr/>
        <p:nvPr/>
      </p:nvGrpSpPr>
      <p:grpSpPr>
        <a:xfrm>
          <a:off x="0" y="0"/>
          <a:ext cx="0" cy="0"/>
          <a:chOff x="0" y="0"/>
          <a:chExt cx="0" cy="0"/>
        </a:xfrm>
      </p:grpSpPr>
      <p:sp>
        <p:nvSpPr>
          <p:cNvPr id="1211" name="Google Shape;1211;p63">
            <a:hlinkClick r:id="" action="ppaction://hlinkshowjump?jump=previousslide"/>
            <a:extLst>
              <a:ext uri="{FF2B5EF4-FFF2-40B4-BE49-F238E27FC236}">
                <a16:creationId xmlns:a16="http://schemas.microsoft.com/office/drawing/2014/main" id="{F74F57CF-1988-CB37-D61E-8B63EEAEBF15}"/>
              </a:ext>
            </a:extLst>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63">
            <a:hlinkClick r:id="" action="ppaction://hlinkshowjump?jump=nextslide"/>
            <a:extLst>
              <a:ext uri="{FF2B5EF4-FFF2-40B4-BE49-F238E27FC236}">
                <a16:creationId xmlns:a16="http://schemas.microsoft.com/office/drawing/2014/main" id="{B236915E-0033-2A55-2E0A-8D5298DF58D5}"/>
              </a:ext>
            </a:extLst>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1097;p62">
            <a:extLst>
              <a:ext uri="{FF2B5EF4-FFF2-40B4-BE49-F238E27FC236}">
                <a16:creationId xmlns:a16="http://schemas.microsoft.com/office/drawing/2014/main" id="{8A34DA05-0F07-B811-6BE1-AD388AB2340F}"/>
              </a:ext>
            </a:extLst>
          </p:cNvPr>
          <p:cNvSpPr txBox="1">
            <a:spLocks/>
          </p:cNvSpPr>
          <p:nvPr/>
        </p:nvSpPr>
        <p:spPr>
          <a:xfrm>
            <a:off x="0" y="776087"/>
            <a:ext cx="9144000" cy="1102343"/>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nl-NL" sz="6000" dirty="0">
                <a:latin typeface="Aldrich" panose="020B0604020202020204" charset="0"/>
              </a:rPr>
              <a:t>Taal Aanvaard door DFA</a:t>
            </a:r>
            <a:endParaRPr lang="nl-NL" sz="1200" dirty="0">
              <a:latin typeface="Aldrich" panose="020B0604020202020204" charset="0"/>
            </a:endParaRPr>
          </a:p>
        </p:txBody>
      </p:sp>
      <p:sp>
        <p:nvSpPr>
          <p:cNvPr id="8" name="Google Shape;1098;p62">
            <a:extLst>
              <a:ext uri="{FF2B5EF4-FFF2-40B4-BE49-F238E27FC236}">
                <a16:creationId xmlns:a16="http://schemas.microsoft.com/office/drawing/2014/main" id="{EA64951F-4E9E-3BE2-723F-E64DA2F37DDC}"/>
              </a:ext>
            </a:extLst>
          </p:cNvPr>
          <p:cNvSpPr txBox="1">
            <a:spLocks/>
          </p:cNvSpPr>
          <p:nvPr/>
        </p:nvSpPr>
        <p:spPr>
          <a:xfrm>
            <a:off x="921276" y="2571749"/>
            <a:ext cx="7301448" cy="1175062"/>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r>
              <a:rPr lang="en-US" sz="2800" dirty="0"/>
              <a:t>De </a:t>
            </a:r>
            <a:r>
              <a:rPr lang="en-US" sz="2800" dirty="0" err="1"/>
              <a:t>laatste</a:t>
            </a:r>
            <a:r>
              <a:rPr lang="en-US" sz="2800" dirty="0"/>
              <a:t> </a:t>
            </a:r>
            <a:r>
              <a:rPr lang="en-US" sz="2800" dirty="0" err="1"/>
              <a:t>toestand</a:t>
            </a:r>
            <a:r>
              <a:rPr lang="en-US" sz="2800" dirty="0"/>
              <a:t> is </a:t>
            </a:r>
            <a:r>
              <a:rPr lang="en-US" sz="2800" dirty="0" err="1"/>
              <a:t>een</a:t>
            </a:r>
            <a:r>
              <a:rPr lang="en-US" sz="2800" dirty="0"/>
              <a:t> </a:t>
            </a:r>
            <a:r>
              <a:rPr lang="nl-NL" sz="2800" dirty="0">
                <a:latin typeface="Didact Gothic" panose="00000500000000000000" pitchFamily="2" charset="0"/>
              </a:rPr>
              <a:t>acceptatietoestande /</a:t>
            </a:r>
            <a:r>
              <a:rPr lang="en-US" sz="2800" dirty="0"/>
              <a:t> finale </a:t>
            </a:r>
            <a:r>
              <a:rPr lang="en-US" sz="2800" dirty="0" err="1"/>
              <a:t>toestand</a:t>
            </a:r>
            <a:endParaRPr lang="el-GR" sz="2800" dirty="0">
              <a:latin typeface="Didact Gothic" panose="00000500000000000000" pitchFamily="2" charset="0"/>
            </a:endParaRPr>
          </a:p>
        </p:txBody>
      </p:sp>
      <mc:AlternateContent xmlns:mc="http://schemas.openxmlformats.org/markup-compatibility/2006">
        <mc:Choice xmlns:a14="http://schemas.microsoft.com/office/drawing/2010/main" Requires="a14">
          <p:sp>
            <p:nvSpPr>
              <p:cNvPr id="3" name="TextBox 2">
                <a:extLst>
                  <a:ext uri="{FF2B5EF4-FFF2-40B4-BE49-F238E27FC236}">
                    <a16:creationId xmlns:a16="http://schemas.microsoft.com/office/drawing/2014/main" id="{66F3A1A1-9473-3373-9A00-6DA912FD6057}"/>
                  </a:ext>
                </a:extLst>
              </p:cNvPr>
              <p:cNvSpPr txBox="1"/>
              <p:nvPr/>
            </p:nvSpPr>
            <p:spPr>
              <a:xfrm>
                <a:off x="1315844" y="3746811"/>
                <a:ext cx="6512312" cy="562270"/>
              </a:xfrm>
              <a:prstGeom prst="rect">
                <a:avLst/>
              </a:prstGeom>
              <a:noFill/>
            </p:spPr>
            <p:txBody>
              <a:bodyPr wrap="square">
                <a:spAutoFit/>
              </a:bodyPr>
              <a:lstStyle/>
              <a:p>
                <a:pPr algn="ctr"/>
                <a:r>
                  <a:rPr lang="en-US" sz="2800" b="1" dirty="0">
                    <a:latin typeface="Didact Gothic" panose="00000500000000000000" pitchFamily="2" charset="0"/>
                  </a:rPr>
                  <a:t>L(A) = {w ∈ Σ* : </a:t>
                </a:r>
                <a14:m>
                  <m:oMath xmlns:m="http://schemas.openxmlformats.org/officeDocument/2006/math">
                    <m:acc>
                      <m:accPr>
                        <m:chr m:val="̂"/>
                        <m:ctrlPr>
                          <a:rPr lang="el-GR" sz="2800" b="1" i="1" dirty="0" smtClean="0">
                            <a:latin typeface="Cambria Math" panose="02040503050406030204" pitchFamily="18" charset="0"/>
                          </a:rPr>
                        </m:ctrlPr>
                      </m:accPr>
                      <m:e>
                        <m:r>
                          <m:rPr>
                            <m:nor/>
                          </m:rPr>
                          <a:rPr lang="el-GR" sz="2800" b="1" dirty="0">
                            <a:latin typeface="Didact Gothic" panose="00000500000000000000" pitchFamily="2" charset="0"/>
                          </a:rPr>
                          <m:t>δ</m:t>
                        </m:r>
                      </m:e>
                    </m:acc>
                  </m:oMath>
                </a14:m>
                <a:r>
                  <a:rPr lang="en-US" sz="2800" b="1" dirty="0">
                    <a:latin typeface="Didact Gothic" panose="00000500000000000000" pitchFamily="2" charset="0"/>
                  </a:rPr>
                  <a:t>(q0, w) ∈ F}</a:t>
                </a:r>
              </a:p>
            </p:txBody>
          </p:sp>
        </mc:Choice>
        <mc:Fallback>
          <p:sp>
            <p:nvSpPr>
              <p:cNvPr id="3" name="TextBox 2">
                <a:extLst>
                  <a:ext uri="{FF2B5EF4-FFF2-40B4-BE49-F238E27FC236}">
                    <a16:creationId xmlns:a16="http://schemas.microsoft.com/office/drawing/2014/main" id="{66F3A1A1-9473-3373-9A00-6DA912FD6057}"/>
                  </a:ext>
                </a:extLst>
              </p:cNvPr>
              <p:cNvSpPr txBox="1">
                <a:spLocks noRot="1" noChangeAspect="1" noMove="1" noResize="1" noEditPoints="1" noAdjustHandles="1" noChangeArrowheads="1" noChangeShapeType="1" noTextEdit="1"/>
              </p:cNvSpPr>
              <p:nvPr/>
            </p:nvSpPr>
            <p:spPr>
              <a:xfrm>
                <a:off x="1315844" y="3746811"/>
                <a:ext cx="6512312" cy="562270"/>
              </a:xfrm>
              <a:prstGeom prst="rect">
                <a:avLst/>
              </a:prstGeom>
              <a:blipFill>
                <a:blip r:embed="rId3"/>
                <a:stretch>
                  <a:fillRect t="-5435" b="-30435"/>
                </a:stretch>
              </a:blipFill>
            </p:spPr>
            <p:txBody>
              <a:bodyPr/>
              <a:lstStyle/>
              <a:p>
                <a:r>
                  <a:rPr lang="en-US">
                    <a:noFill/>
                  </a:rPr>
                  <a:t> </a:t>
                </a:r>
              </a:p>
            </p:txBody>
          </p:sp>
        </mc:Fallback>
      </mc:AlternateContent>
    </p:spTree>
    <p:extLst>
      <p:ext uri="{BB962C8B-B14F-4D97-AF65-F5344CB8AC3E}">
        <p14:creationId xmlns:p14="http://schemas.microsoft.com/office/powerpoint/2010/main" val="1276098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p:tgtEl>
                                          <p:spTgt spid="6"/>
                                        </p:tgtEl>
                                        <p:attrNameLst>
                                          <p:attrName>ppt_w</p:attrName>
                                        </p:attrNameLst>
                                      </p:cBhvr>
                                      <p:tavLst>
                                        <p:tav tm="0">
                                          <p:val>
                                            <p:strVal val="0"/>
                                          </p:val>
                                        </p:tav>
                                        <p:tav tm="100000">
                                          <p:val>
                                            <p:strVal val="#ppt_w"/>
                                          </p:val>
                                        </p:tav>
                                      </p:tavLst>
                                    </p:anim>
                                    <p:anim calcmode="lin" valueType="num">
                                      <p:cBhvr additive="base">
                                        <p:cTn id="8" dur="1000"/>
                                        <p:tgtEl>
                                          <p:spTgt spid="6"/>
                                        </p:tgtEl>
                                        <p:attrNameLst>
                                          <p:attrName>ppt_h</p:attrName>
                                        </p:attrNameLst>
                                      </p:cBhvr>
                                      <p:tavLst>
                                        <p:tav tm="0">
                                          <p:val>
                                            <p:str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8">
                                            <p:txEl>
                                              <p:pRg st="0" end="0"/>
                                            </p:txEl>
                                          </p:spTgt>
                                        </p:tgtEl>
                                        <p:attrNameLst>
                                          <p:attrName>style.visibility</p:attrName>
                                        </p:attrNameLst>
                                      </p:cBhvr>
                                      <p:to>
                                        <p:strVal val="visible"/>
                                      </p:to>
                                    </p:set>
                                    <p:anim calcmode="lin" valueType="num">
                                      <p:cBhvr additive="base">
                                        <p:cTn id="13"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8">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1115">
          <a:extLst>
            <a:ext uri="{FF2B5EF4-FFF2-40B4-BE49-F238E27FC236}">
              <a16:creationId xmlns:a16="http://schemas.microsoft.com/office/drawing/2014/main" id="{F0FF292C-5344-46E5-13A9-2CD2CAB90B9D}"/>
            </a:ext>
          </a:extLst>
        </p:cNvPr>
        <p:cNvGrpSpPr/>
        <p:nvPr/>
      </p:nvGrpSpPr>
      <p:grpSpPr>
        <a:xfrm>
          <a:off x="0" y="0"/>
          <a:ext cx="0" cy="0"/>
          <a:chOff x="0" y="0"/>
          <a:chExt cx="0" cy="0"/>
        </a:xfrm>
      </p:grpSpPr>
      <p:sp>
        <p:nvSpPr>
          <p:cNvPr id="1211" name="Google Shape;1211;p63">
            <a:hlinkClick r:id="" action="ppaction://hlinkshowjump?jump=previousslide"/>
            <a:extLst>
              <a:ext uri="{FF2B5EF4-FFF2-40B4-BE49-F238E27FC236}">
                <a16:creationId xmlns:a16="http://schemas.microsoft.com/office/drawing/2014/main" id="{D56EE430-CCE3-602E-23BD-6EFCB342F247}"/>
              </a:ext>
            </a:extLst>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63">
            <a:hlinkClick r:id="" action="ppaction://hlinkshowjump?jump=nextslide"/>
            <a:extLst>
              <a:ext uri="{FF2B5EF4-FFF2-40B4-BE49-F238E27FC236}">
                <a16:creationId xmlns:a16="http://schemas.microsoft.com/office/drawing/2014/main" id="{354C9968-2D47-BC44-D56B-9705A41BBC7E}"/>
              </a:ext>
            </a:extLst>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1098;p62">
            <a:extLst>
              <a:ext uri="{FF2B5EF4-FFF2-40B4-BE49-F238E27FC236}">
                <a16:creationId xmlns:a16="http://schemas.microsoft.com/office/drawing/2014/main" id="{3BC2A1B9-CFDD-F19A-E980-19569359B11C}"/>
              </a:ext>
            </a:extLst>
          </p:cNvPr>
          <p:cNvSpPr txBox="1">
            <a:spLocks/>
          </p:cNvSpPr>
          <p:nvPr/>
        </p:nvSpPr>
        <p:spPr>
          <a:xfrm>
            <a:off x="0" y="1268860"/>
            <a:ext cx="9144000" cy="8010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endParaRPr lang="el-GR" sz="3600" dirty="0">
              <a:latin typeface="Didact Gothic" panose="00000500000000000000" pitchFamily="2" charset="0"/>
            </a:endParaRPr>
          </a:p>
        </p:txBody>
      </p:sp>
      <p:sp>
        <p:nvSpPr>
          <p:cNvPr id="8" name="Google Shape;1098;p62">
            <a:extLst>
              <a:ext uri="{FF2B5EF4-FFF2-40B4-BE49-F238E27FC236}">
                <a16:creationId xmlns:a16="http://schemas.microsoft.com/office/drawing/2014/main" id="{676EE131-4E89-755F-09C8-FF646D820F1F}"/>
              </a:ext>
            </a:extLst>
          </p:cNvPr>
          <p:cNvSpPr txBox="1">
            <a:spLocks/>
          </p:cNvSpPr>
          <p:nvPr/>
        </p:nvSpPr>
        <p:spPr>
          <a:xfrm>
            <a:off x="1115359" y="417772"/>
            <a:ext cx="6913281" cy="747889"/>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r>
              <a:rPr lang="en-US" sz="3600" dirty="0">
                <a:latin typeface="Didact Gothic" panose="00000500000000000000" pitchFamily="2" charset="0"/>
              </a:rPr>
              <a:t>D = { {q0,q1,q2}, {0, 1}, </a:t>
            </a:r>
            <a:r>
              <a:rPr lang="el-GR" sz="3600" dirty="0">
                <a:latin typeface="Didact Gothic" panose="00000500000000000000" pitchFamily="2" charset="0"/>
              </a:rPr>
              <a:t>δ</a:t>
            </a:r>
            <a:r>
              <a:rPr lang="en-US" sz="3600" dirty="0">
                <a:latin typeface="Didact Gothic" panose="00000500000000000000" pitchFamily="2" charset="0"/>
              </a:rPr>
              <a:t>, q0, {q1} }</a:t>
            </a:r>
            <a:endParaRPr lang="el-GR" sz="3600" dirty="0">
              <a:latin typeface="Didact Gothic" panose="00000500000000000000" pitchFamily="2" charset="0"/>
            </a:endParaRPr>
          </a:p>
        </p:txBody>
      </p:sp>
      <p:sp>
        <p:nvSpPr>
          <p:cNvPr id="2" name="Google Shape;1098;p62">
            <a:extLst>
              <a:ext uri="{FF2B5EF4-FFF2-40B4-BE49-F238E27FC236}">
                <a16:creationId xmlns:a16="http://schemas.microsoft.com/office/drawing/2014/main" id="{384A1152-F785-51AB-01F3-F75D6288FFE1}"/>
              </a:ext>
            </a:extLst>
          </p:cNvPr>
          <p:cNvSpPr txBox="1">
            <a:spLocks/>
          </p:cNvSpPr>
          <p:nvPr/>
        </p:nvSpPr>
        <p:spPr>
          <a:xfrm>
            <a:off x="776927" y="1791031"/>
            <a:ext cx="4413871" cy="97406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lgn="l"/>
            <a:r>
              <a:rPr lang="el-GR" sz="2400" dirty="0">
                <a:latin typeface="Didact Gothic" panose="00000500000000000000" pitchFamily="2" charset="0"/>
              </a:rPr>
              <a:t>Σ</a:t>
            </a:r>
            <a:r>
              <a:rPr lang="en-US" sz="2400" dirty="0">
                <a:latin typeface="Didact Gothic" panose="00000500000000000000" pitchFamily="2" charset="0"/>
              </a:rPr>
              <a:t> = {0,1}   Q = {q0,q1,q2}</a:t>
            </a:r>
            <a:endParaRPr lang="el-GR" sz="2400" dirty="0">
              <a:latin typeface="Didact Gothic" panose="00000500000000000000" pitchFamily="2" charset="0"/>
            </a:endParaRPr>
          </a:p>
        </p:txBody>
      </p:sp>
      <p:graphicFrame>
        <p:nvGraphicFramePr>
          <p:cNvPr id="10" name="Table 9">
            <a:extLst>
              <a:ext uri="{FF2B5EF4-FFF2-40B4-BE49-F238E27FC236}">
                <a16:creationId xmlns:a16="http://schemas.microsoft.com/office/drawing/2014/main" id="{E6094EAC-349D-5F86-67E7-541A6D666F74}"/>
              </a:ext>
            </a:extLst>
          </p:cNvPr>
          <p:cNvGraphicFramePr>
            <a:graphicFrameLocks noGrp="1"/>
          </p:cNvGraphicFramePr>
          <p:nvPr>
            <p:extLst>
              <p:ext uri="{D42A27DB-BD31-4B8C-83A1-F6EECF244321}">
                <p14:modId xmlns:p14="http://schemas.microsoft.com/office/powerpoint/2010/main" val="1616305353"/>
              </p:ext>
            </p:extLst>
          </p:nvPr>
        </p:nvGraphicFramePr>
        <p:xfrm>
          <a:off x="4338242" y="2910854"/>
          <a:ext cx="3940269" cy="1608648"/>
        </p:xfrm>
        <a:graphic>
          <a:graphicData uri="http://schemas.openxmlformats.org/drawingml/2006/table">
            <a:tbl>
              <a:tblPr firstRow="1" bandRow="1">
                <a:tableStyleId>{2829158E-518A-43E2-9EA4-46D35B15BF13}</a:tableStyleId>
              </a:tblPr>
              <a:tblGrid>
                <a:gridCol w="1313423">
                  <a:extLst>
                    <a:ext uri="{9D8B030D-6E8A-4147-A177-3AD203B41FA5}">
                      <a16:colId xmlns:a16="http://schemas.microsoft.com/office/drawing/2014/main" val="967300338"/>
                    </a:ext>
                  </a:extLst>
                </a:gridCol>
                <a:gridCol w="1313423">
                  <a:extLst>
                    <a:ext uri="{9D8B030D-6E8A-4147-A177-3AD203B41FA5}">
                      <a16:colId xmlns:a16="http://schemas.microsoft.com/office/drawing/2014/main" val="306636640"/>
                    </a:ext>
                  </a:extLst>
                </a:gridCol>
                <a:gridCol w="1313423">
                  <a:extLst>
                    <a:ext uri="{9D8B030D-6E8A-4147-A177-3AD203B41FA5}">
                      <a16:colId xmlns:a16="http://schemas.microsoft.com/office/drawing/2014/main" val="1268055254"/>
                    </a:ext>
                  </a:extLst>
                </a:gridCol>
              </a:tblGrid>
              <a:tr h="402162">
                <a:tc>
                  <a:txBody>
                    <a:bodyPr/>
                    <a:lstStyle/>
                    <a:p>
                      <a:r>
                        <a:rPr lang="en-US" dirty="0">
                          <a:latin typeface="Didact Gothic" panose="00000500000000000000" pitchFamily="2" charset="0"/>
                        </a:rPr>
                        <a:t>Current State</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Input 0</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Input 1</a:t>
                      </a:r>
                      <a:endParaRPr lang="nl-NL" dirty="0">
                        <a:latin typeface="Didact Gothic" panose="00000500000000000000" pitchFamily="2" charset="0"/>
                      </a:endParaRPr>
                    </a:p>
                  </a:txBody>
                  <a:tcPr/>
                </a:tc>
                <a:extLst>
                  <a:ext uri="{0D108BD9-81ED-4DB2-BD59-A6C34878D82A}">
                    <a16:rowId xmlns:a16="http://schemas.microsoft.com/office/drawing/2014/main" val="2352285044"/>
                  </a:ext>
                </a:extLst>
              </a:tr>
              <a:tr h="402162">
                <a:tc>
                  <a:txBody>
                    <a:bodyPr/>
                    <a:lstStyle/>
                    <a:p>
                      <a:r>
                        <a:rPr lang="el-GR" sz="1400" dirty="0">
                          <a:latin typeface="Didact Gothic" panose="00000500000000000000" pitchFamily="2" charset="0"/>
                        </a:rPr>
                        <a:t>→</a:t>
                      </a:r>
                      <a:r>
                        <a:rPr lang="en-US" sz="1400" dirty="0">
                          <a:latin typeface="Didact Gothic" panose="00000500000000000000" pitchFamily="2" charset="0"/>
                        </a:rPr>
                        <a:t>q0</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q0</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q1</a:t>
                      </a:r>
                      <a:endParaRPr lang="nl-NL" dirty="0">
                        <a:latin typeface="Didact Gothic" panose="00000500000000000000" pitchFamily="2" charset="0"/>
                      </a:endParaRPr>
                    </a:p>
                  </a:txBody>
                  <a:tcPr/>
                </a:tc>
                <a:extLst>
                  <a:ext uri="{0D108BD9-81ED-4DB2-BD59-A6C34878D82A}">
                    <a16:rowId xmlns:a16="http://schemas.microsoft.com/office/drawing/2014/main" val="3445163868"/>
                  </a:ext>
                </a:extLst>
              </a:tr>
              <a:tr h="402162">
                <a:tc>
                  <a:txBody>
                    <a:bodyPr/>
                    <a:lstStyle/>
                    <a:p>
                      <a:r>
                        <a:rPr lang="en-US" dirty="0">
                          <a:latin typeface="Didact Gothic" panose="00000500000000000000" pitchFamily="2" charset="0"/>
                        </a:rPr>
                        <a:t>q1</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q1</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q2</a:t>
                      </a:r>
                      <a:endParaRPr lang="nl-NL" dirty="0">
                        <a:latin typeface="Didact Gothic" panose="00000500000000000000" pitchFamily="2" charset="0"/>
                      </a:endParaRPr>
                    </a:p>
                  </a:txBody>
                  <a:tcPr/>
                </a:tc>
                <a:extLst>
                  <a:ext uri="{0D108BD9-81ED-4DB2-BD59-A6C34878D82A}">
                    <a16:rowId xmlns:a16="http://schemas.microsoft.com/office/drawing/2014/main" val="2713411047"/>
                  </a:ext>
                </a:extLst>
              </a:tr>
              <a:tr h="402162">
                <a:tc>
                  <a:txBody>
                    <a:bodyPr/>
                    <a:lstStyle/>
                    <a:p>
                      <a:r>
                        <a:rPr lang="en-US" dirty="0">
                          <a:latin typeface="Didact Gothic" panose="00000500000000000000" pitchFamily="2" charset="0"/>
                        </a:rPr>
                        <a:t>*q2</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q1</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q2</a:t>
                      </a:r>
                      <a:endParaRPr lang="nl-NL" dirty="0">
                        <a:latin typeface="Didact Gothic" panose="00000500000000000000" pitchFamily="2" charset="0"/>
                      </a:endParaRPr>
                    </a:p>
                  </a:txBody>
                  <a:tcPr/>
                </a:tc>
                <a:extLst>
                  <a:ext uri="{0D108BD9-81ED-4DB2-BD59-A6C34878D82A}">
                    <a16:rowId xmlns:a16="http://schemas.microsoft.com/office/drawing/2014/main" val="3664992249"/>
                  </a:ext>
                </a:extLst>
              </a:tr>
            </a:tbl>
          </a:graphicData>
        </a:graphic>
      </p:graphicFrame>
      <p:sp>
        <p:nvSpPr>
          <p:cNvPr id="3" name="Google Shape;1098;p62">
            <a:extLst>
              <a:ext uri="{FF2B5EF4-FFF2-40B4-BE49-F238E27FC236}">
                <a16:creationId xmlns:a16="http://schemas.microsoft.com/office/drawing/2014/main" id="{C516A7A8-0531-E90D-AA01-3343FFA9C94D}"/>
              </a:ext>
            </a:extLst>
          </p:cNvPr>
          <p:cNvSpPr txBox="1">
            <a:spLocks/>
          </p:cNvSpPr>
          <p:nvPr/>
        </p:nvSpPr>
        <p:spPr>
          <a:xfrm>
            <a:off x="776926" y="1039225"/>
            <a:ext cx="7824718" cy="97406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lgn="l"/>
            <a:r>
              <a:rPr lang="en-US" sz="2400" dirty="0">
                <a:latin typeface="Didact Gothic" panose="00000500000000000000" pitchFamily="2" charset="0"/>
              </a:rPr>
              <a:t>L = </a:t>
            </a:r>
            <a:r>
              <a:rPr lang="en-US" sz="2000" dirty="0" err="1">
                <a:latin typeface="Didact Gothic" panose="00000500000000000000" pitchFamily="2" charset="0"/>
              </a:rPr>
              <a:t>verzameling</a:t>
            </a:r>
            <a:r>
              <a:rPr lang="en-US" sz="2000" dirty="0">
                <a:latin typeface="Didact Gothic" panose="00000500000000000000" pitchFamily="2" charset="0"/>
              </a:rPr>
              <a:t> van alle bitstrings die </a:t>
            </a:r>
            <a:r>
              <a:rPr lang="en-US" sz="2000" dirty="0" err="1">
                <a:latin typeface="Didact Gothic" panose="00000500000000000000" pitchFamily="2" charset="0"/>
              </a:rPr>
              <a:t>endigen</a:t>
            </a:r>
            <a:r>
              <a:rPr lang="en-US" sz="2000" dirty="0">
                <a:latin typeface="Didact Gothic" panose="00000500000000000000" pitchFamily="2" charset="0"/>
              </a:rPr>
              <a:t> met 1 </a:t>
            </a:r>
            <a:r>
              <a:rPr lang="en-US" sz="2000" dirty="0" err="1">
                <a:latin typeface="Didact Gothic" panose="00000500000000000000" pitchFamily="2" charset="0"/>
              </a:rPr>
              <a:t>en</a:t>
            </a:r>
            <a:r>
              <a:rPr lang="en-US" sz="2000" dirty="0">
                <a:latin typeface="Didact Gothic" panose="00000500000000000000" pitchFamily="2" charset="0"/>
              </a:rPr>
              <a:t> </a:t>
            </a:r>
            <a:r>
              <a:rPr lang="en-US" sz="2000" dirty="0" err="1">
                <a:latin typeface="Didact Gothic" panose="00000500000000000000" pitchFamily="2" charset="0"/>
              </a:rPr>
              <a:t>hebben</a:t>
            </a:r>
            <a:r>
              <a:rPr lang="en-US" sz="2000" dirty="0">
                <a:latin typeface="Didact Gothic" panose="00000500000000000000" pitchFamily="2" charset="0"/>
              </a:rPr>
              <a:t> </a:t>
            </a:r>
            <a:r>
              <a:rPr lang="en-US" sz="2000" dirty="0" err="1">
                <a:latin typeface="Didact Gothic" panose="00000500000000000000" pitchFamily="2" charset="0"/>
              </a:rPr>
              <a:t>een</a:t>
            </a:r>
            <a:r>
              <a:rPr lang="en-US" sz="2000" dirty="0">
                <a:latin typeface="Didact Gothic" panose="00000500000000000000" pitchFamily="2" charset="0"/>
              </a:rPr>
              <a:t> </a:t>
            </a:r>
            <a:r>
              <a:rPr lang="en-US" sz="2000" dirty="0" err="1">
                <a:latin typeface="Didact Gothic" panose="00000500000000000000" pitchFamily="2" charset="0"/>
              </a:rPr>
              <a:t>lengte</a:t>
            </a:r>
            <a:r>
              <a:rPr lang="en-US" sz="2000" dirty="0">
                <a:latin typeface="Didact Gothic" panose="00000500000000000000" pitchFamily="2" charset="0"/>
              </a:rPr>
              <a:t> van 2 of </a:t>
            </a:r>
            <a:r>
              <a:rPr lang="en-US" sz="2000" dirty="0" err="1">
                <a:latin typeface="Didact Gothic" panose="00000500000000000000" pitchFamily="2" charset="0"/>
              </a:rPr>
              <a:t>meer</a:t>
            </a:r>
            <a:endParaRPr lang="el-GR" sz="2400" dirty="0">
              <a:latin typeface="Didact Gothic" panose="00000500000000000000" pitchFamily="2" charset="0"/>
            </a:endParaRPr>
          </a:p>
        </p:txBody>
      </p:sp>
      <p:sp>
        <p:nvSpPr>
          <p:cNvPr id="11" name="Google Shape;1098;p62">
            <a:extLst>
              <a:ext uri="{FF2B5EF4-FFF2-40B4-BE49-F238E27FC236}">
                <a16:creationId xmlns:a16="http://schemas.microsoft.com/office/drawing/2014/main" id="{468CDD43-0290-C941-DCF7-5CF6CBD5FA38}"/>
              </a:ext>
            </a:extLst>
          </p:cNvPr>
          <p:cNvSpPr txBox="1">
            <a:spLocks/>
          </p:cNvSpPr>
          <p:nvPr/>
        </p:nvSpPr>
        <p:spPr>
          <a:xfrm>
            <a:off x="5397053" y="2472795"/>
            <a:ext cx="2097464" cy="4430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r>
              <a:rPr lang="en-US" sz="2000" dirty="0" err="1">
                <a:latin typeface="Didact Gothic" panose="00000500000000000000" pitchFamily="2" charset="0"/>
              </a:rPr>
              <a:t>transitietabel</a:t>
            </a:r>
            <a:endParaRPr lang="el-GR" sz="2000" dirty="0">
              <a:latin typeface="Didact Gothic" panose="00000500000000000000" pitchFamily="2" charset="0"/>
            </a:endParaRPr>
          </a:p>
        </p:txBody>
      </p:sp>
      <p:sp>
        <p:nvSpPr>
          <p:cNvPr id="12" name="Oval 11">
            <a:extLst>
              <a:ext uri="{FF2B5EF4-FFF2-40B4-BE49-F238E27FC236}">
                <a16:creationId xmlns:a16="http://schemas.microsoft.com/office/drawing/2014/main" id="{0FDE2DE3-B2F7-ECC9-C9D4-918B8D5F0E07}"/>
              </a:ext>
            </a:extLst>
          </p:cNvPr>
          <p:cNvSpPr/>
          <p:nvPr/>
        </p:nvSpPr>
        <p:spPr>
          <a:xfrm>
            <a:off x="907525" y="3685101"/>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q0</a:t>
            </a:r>
            <a:endParaRPr lang="nl-NL" dirty="0">
              <a:latin typeface="Didact Gothic" panose="00000500000000000000" pitchFamily="2" charset="0"/>
            </a:endParaRPr>
          </a:p>
        </p:txBody>
      </p:sp>
      <p:cxnSp>
        <p:nvCxnSpPr>
          <p:cNvPr id="14" name="Straight Arrow Connector 13">
            <a:extLst>
              <a:ext uri="{FF2B5EF4-FFF2-40B4-BE49-F238E27FC236}">
                <a16:creationId xmlns:a16="http://schemas.microsoft.com/office/drawing/2014/main" id="{410ADBE9-D375-CC02-1738-6EFE1E9D1500}"/>
              </a:ext>
            </a:extLst>
          </p:cNvPr>
          <p:cNvCxnSpPr>
            <a:endCxn id="12" idx="2"/>
          </p:cNvCxnSpPr>
          <p:nvPr/>
        </p:nvCxnSpPr>
        <p:spPr>
          <a:xfrm flipV="1">
            <a:off x="584392" y="3960109"/>
            <a:ext cx="323133" cy="687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194C31B3-5FD4-FFE1-59E2-9C24407C15C1}"/>
              </a:ext>
            </a:extLst>
          </p:cNvPr>
          <p:cNvSpPr/>
          <p:nvPr/>
        </p:nvSpPr>
        <p:spPr>
          <a:xfrm>
            <a:off x="1904442" y="3685100"/>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q1</a:t>
            </a:r>
            <a:endParaRPr lang="nl-NL" dirty="0">
              <a:latin typeface="Didact Gothic" panose="00000500000000000000" pitchFamily="2" charset="0"/>
            </a:endParaRPr>
          </a:p>
        </p:txBody>
      </p:sp>
      <p:cxnSp>
        <p:nvCxnSpPr>
          <p:cNvPr id="16" name="Straight Arrow Connector 15">
            <a:extLst>
              <a:ext uri="{FF2B5EF4-FFF2-40B4-BE49-F238E27FC236}">
                <a16:creationId xmlns:a16="http://schemas.microsoft.com/office/drawing/2014/main" id="{82905AB3-2DF6-F43C-2EC8-1222E0462A98}"/>
              </a:ext>
            </a:extLst>
          </p:cNvPr>
          <p:cNvCxnSpPr>
            <a:cxnSpLocks/>
            <a:endCxn id="15" idx="2"/>
          </p:cNvCxnSpPr>
          <p:nvPr/>
        </p:nvCxnSpPr>
        <p:spPr>
          <a:xfrm flipV="1">
            <a:off x="1450665" y="3960108"/>
            <a:ext cx="453777" cy="1374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34DA85C4-9271-253A-D7F9-50D3206F606B}"/>
              </a:ext>
            </a:extLst>
          </p:cNvPr>
          <p:cNvSpPr txBox="1"/>
          <p:nvPr/>
        </p:nvSpPr>
        <p:spPr>
          <a:xfrm>
            <a:off x="1457540" y="3641181"/>
            <a:ext cx="446902" cy="307777"/>
          </a:xfrm>
          <a:prstGeom prst="rect">
            <a:avLst/>
          </a:prstGeom>
          <a:noFill/>
        </p:spPr>
        <p:txBody>
          <a:bodyPr wrap="square">
            <a:spAutoFit/>
          </a:bodyPr>
          <a:lstStyle/>
          <a:p>
            <a:pPr marL="0" indent="0" algn="l"/>
            <a:r>
              <a:rPr lang="en-US" sz="1400" dirty="0">
                <a:latin typeface="Didact Gothic" panose="00000500000000000000" pitchFamily="2" charset="0"/>
              </a:rPr>
              <a:t>0,1 </a:t>
            </a:r>
          </a:p>
        </p:txBody>
      </p:sp>
      <p:cxnSp>
        <p:nvCxnSpPr>
          <p:cNvPr id="25" name="Connector: Curved 24">
            <a:extLst>
              <a:ext uri="{FF2B5EF4-FFF2-40B4-BE49-F238E27FC236}">
                <a16:creationId xmlns:a16="http://schemas.microsoft.com/office/drawing/2014/main" id="{39FF2381-00CF-CBBA-EDAB-D32614DDFA9B}"/>
              </a:ext>
            </a:extLst>
          </p:cNvPr>
          <p:cNvCxnSpPr>
            <a:cxnSpLocks/>
            <a:stCxn id="15" idx="1"/>
            <a:endCxn id="15" idx="7"/>
          </p:cNvCxnSpPr>
          <p:nvPr/>
        </p:nvCxnSpPr>
        <p:spPr>
          <a:xfrm rot="5400000" flipH="1" flipV="1">
            <a:off x="2179449" y="3571189"/>
            <a:ext cx="12700" cy="388919"/>
          </a:xfrm>
          <a:prstGeom prst="curvedConnector3">
            <a:avLst>
              <a:gd name="adj1" fmla="val 3246268"/>
            </a:avLst>
          </a:prstGeom>
          <a:ln>
            <a:tailEnd type="triangle"/>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833D8672-8679-3964-ED2C-AF9C93D71DBB}"/>
              </a:ext>
            </a:extLst>
          </p:cNvPr>
          <p:cNvSpPr txBox="1"/>
          <p:nvPr/>
        </p:nvSpPr>
        <p:spPr>
          <a:xfrm>
            <a:off x="2044865" y="3071210"/>
            <a:ext cx="281868" cy="307777"/>
          </a:xfrm>
          <a:prstGeom prst="rect">
            <a:avLst/>
          </a:prstGeom>
          <a:noFill/>
        </p:spPr>
        <p:txBody>
          <a:bodyPr wrap="square">
            <a:spAutoFit/>
          </a:bodyPr>
          <a:lstStyle/>
          <a:p>
            <a:pPr marL="0" indent="0" algn="l"/>
            <a:r>
              <a:rPr lang="en-US" sz="1400" dirty="0">
                <a:latin typeface="Didact Gothic" panose="00000500000000000000" pitchFamily="2" charset="0"/>
              </a:rPr>
              <a:t>0</a:t>
            </a:r>
          </a:p>
        </p:txBody>
      </p:sp>
      <p:sp>
        <p:nvSpPr>
          <p:cNvPr id="34" name="Oval 33">
            <a:extLst>
              <a:ext uri="{FF2B5EF4-FFF2-40B4-BE49-F238E27FC236}">
                <a16:creationId xmlns:a16="http://schemas.microsoft.com/office/drawing/2014/main" id="{FCE67D4F-252C-8FF8-989A-B824602F4D97}"/>
              </a:ext>
            </a:extLst>
          </p:cNvPr>
          <p:cNvSpPr/>
          <p:nvPr/>
        </p:nvSpPr>
        <p:spPr>
          <a:xfrm>
            <a:off x="2898400" y="3691974"/>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q2</a:t>
            </a:r>
            <a:endParaRPr lang="nl-NL" dirty="0">
              <a:latin typeface="Didact Gothic" panose="00000500000000000000" pitchFamily="2" charset="0"/>
            </a:endParaRPr>
          </a:p>
        </p:txBody>
      </p:sp>
      <p:sp>
        <p:nvSpPr>
          <p:cNvPr id="35" name="Oval 34">
            <a:extLst>
              <a:ext uri="{FF2B5EF4-FFF2-40B4-BE49-F238E27FC236}">
                <a16:creationId xmlns:a16="http://schemas.microsoft.com/office/drawing/2014/main" id="{86FB494D-5F2D-4859-6038-D7C5141D5D8C}"/>
              </a:ext>
            </a:extLst>
          </p:cNvPr>
          <p:cNvSpPr/>
          <p:nvPr/>
        </p:nvSpPr>
        <p:spPr>
          <a:xfrm>
            <a:off x="2845375" y="3641181"/>
            <a:ext cx="656064" cy="656064"/>
          </a:xfrm>
          <a:prstGeom prst="ellipse">
            <a:avLst/>
          </a:prstGeom>
          <a:noFill/>
        </p:spPr>
        <p:style>
          <a:lnRef idx="2">
            <a:schemeClr val="accent6"/>
          </a:lnRef>
          <a:fillRef idx="1">
            <a:schemeClr val="lt1"/>
          </a:fillRef>
          <a:effectRef idx="0">
            <a:schemeClr val="accent6"/>
          </a:effectRef>
          <a:fontRef idx="minor">
            <a:schemeClr val="dk1"/>
          </a:fontRef>
        </p:style>
        <p:txBody>
          <a:bodyPr rtlCol="0" anchor="ctr"/>
          <a:lstStyle/>
          <a:p>
            <a:pPr algn="ctr"/>
            <a:endParaRPr lang="nl-NL" dirty="0">
              <a:latin typeface="Didact Gothic" panose="00000500000000000000" pitchFamily="2" charset="0"/>
            </a:endParaRPr>
          </a:p>
        </p:txBody>
      </p:sp>
      <p:cxnSp>
        <p:nvCxnSpPr>
          <p:cNvPr id="36" name="Straight Arrow Connector 35">
            <a:extLst>
              <a:ext uri="{FF2B5EF4-FFF2-40B4-BE49-F238E27FC236}">
                <a16:creationId xmlns:a16="http://schemas.microsoft.com/office/drawing/2014/main" id="{84585FEF-723E-50CE-F484-0385F01E7E74}"/>
              </a:ext>
            </a:extLst>
          </p:cNvPr>
          <p:cNvCxnSpPr>
            <a:cxnSpLocks/>
            <a:endCxn id="35" idx="2"/>
          </p:cNvCxnSpPr>
          <p:nvPr/>
        </p:nvCxnSpPr>
        <p:spPr>
          <a:xfrm flipV="1">
            <a:off x="2423028" y="3969213"/>
            <a:ext cx="422347" cy="464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07CF99C1-6585-1EA9-44A2-D152EFB16DCD}"/>
              </a:ext>
            </a:extLst>
          </p:cNvPr>
          <p:cNvSpPr txBox="1"/>
          <p:nvPr/>
        </p:nvSpPr>
        <p:spPr>
          <a:xfrm>
            <a:off x="2493267" y="3679830"/>
            <a:ext cx="281868" cy="307777"/>
          </a:xfrm>
          <a:prstGeom prst="rect">
            <a:avLst/>
          </a:prstGeom>
          <a:noFill/>
        </p:spPr>
        <p:txBody>
          <a:bodyPr wrap="square">
            <a:spAutoFit/>
          </a:bodyPr>
          <a:lstStyle/>
          <a:p>
            <a:pPr marL="0" indent="0" algn="l"/>
            <a:r>
              <a:rPr lang="en-US" dirty="0">
                <a:latin typeface="Didact Gothic" panose="00000500000000000000" pitchFamily="2" charset="0"/>
              </a:rPr>
              <a:t>1</a:t>
            </a:r>
            <a:endParaRPr lang="en-US" sz="1400" dirty="0">
              <a:latin typeface="Didact Gothic" panose="00000500000000000000" pitchFamily="2" charset="0"/>
            </a:endParaRPr>
          </a:p>
        </p:txBody>
      </p:sp>
      <p:cxnSp>
        <p:nvCxnSpPr>
          <p:cNvPr id="39" name="Connector: Curved 38">
            <a:extLst>
              <a:ext uri="{FF2B5EF4-FFF2-40B4-BE49-F238E27FC236}">
                <a16:creationId xmlns:a16="http://schemas.microsoft.com/office/drawing/2014/main" id="{C997FD3F-21F9-3E2C-73BD-90EA98041984}"/>
              </a:ext>
            </a:extLst>
          </p:cNvPr>
          <p:cNvCxnSpPr>
            <a:cxnSpLocks/>
            <a:stCxn id="35" idx="1"/>
            <a:endCxn id="35" idx="7"/>
          </p:cNvCxnSpPr>
          <p:nvPr/>
        </p:nvCxnSpPr>
        <p:spPr>
          <a:xfrm rot="5400000" flipH="1" flipV="1">
            <a:off x="3173407" y="3505305"/>
            <a:ext cx="12700" cy="463908"/>
          </a:xfrm>
          <a:prstGeom prst="curvedConnector3">
            <a:avLst>
              <a:gd name="adj1" fmla="val 2556520"/>
            </a:avLst>
          </a:prstGeom>
          <a:ln>
            <a:tailEnd type="triangle"/>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0597CC20-55C1-D4F2-9E1D-162E89BC81E7}"/>
              </a:ext>
            </a:extLst>
          </p:cNvPr>
          <p:cNvSpPr txBox="1"/>
          <p:nvPr/>
        </p:nvSpPr>
        <p:spPr>
          <a:xfrm>
            <a:off x="3038823" y="3133380"/>
            <a:ext cx="281868" cy="307777"/>
          </a:xfrm>
          <a:prstGeom prst="rect">
            <a:avLst/>
          </a:prstGeom>
          <a:noFill/>
        </p:spPr>
        <p:txBody>
          <a:bodyPr wrap="square">
            <a:spAutoFit/>
          </a:bodyPr>
          <a:lstStyle/>
          <a:p>
            <a:pPr marL="0" indent="0" algn="l"/>
            <a:r>
              <a:rPr lang="en-US" dirty="0">
                <a:latin typeface="Didact Gothic" panose="00000500000000000000" pitchFamily="2" charset="0"/>
              </a:rPr>
              <a:t>1</a:t>
            </a:r>
            <a:endParaRPr lang="en-US" sz="1400" dirty="0">
              <a:latin typeface="Didact Gothic" panose="00000500000000000000" pitchFamily="2" charset="0"/>
            </a:endParaRPr>
          </a:p>
        </p:txBody>
      </p:sp>
      <p:cxnSp>
        <p:nvCxnSpPr>
          <p:cNvPr id="43" name="Connector: Curved 42">
            <a:extLst>
              <a:ext uri="{FF2B5EF4-FFF2-40B4-BE49-F238E27FC236}">
                <a16:creationId xmlns:a16="http://schemas.microsoft.com/office/drawing/2014/main" id="{F2B53F87-F620-2513-FE74-7C02591AFB29}"/>
              </a:ext>
            </a:extLst>
          </p:cNvPr>
          <p:cNvCxnSpPr>
            <a:cxnSpLocks/>
            <a:stCxn id="35" idx="4"/>
            <a:endCxn id="15" idx="4"/>
          </p:cNvCxnSpPr>
          <p:nvPr/>
        </p:nvCxnSpPr>
        <p:spPr>
          <a:xfrm rot="5400000" flipH="1">
            <a:off x="2645364" y="3769202"/>
            <a:ext cx="62130" cy="993957"/>
          </a:xfrm>
          <a:prstGeom prst="curvedConnector3">
            <a:avLst>
              <a:gd name="adj1" fmla="val -268345"/>
            </a:avLst>
          </a:prstGeom>
          <a:ln>
            <a:tailEnd type="triangle"/>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8984174E-01CC-8D28-ED33-768213E046E8}"/>
              </a:ext>
            </a:extLst>
          </p:cNvPr>
          <p:cNvSpPr txBox="1"/>
          <p:nvPr/>
        </p:nvSpPr>
        <p:spPr>
          <a:xfrm>
            <a:off x="2559551" y="4452585"/>
            <a:ext cx="281868" cy="307777"/>
          </a:xfrm>
          <a:prstGeom prst="rect">
            <a:avLst/>
          </a:prstGeom>
          <a:noFill/>
        </p:spPr>
        <p:txBody>
          <a:bodyPr wrap="square">
            <a:spAutoFit/>
          </a:bodyPr>
          <a:lstStyle/>
          <a:p>
            <a:pPr marL="0" indent="0" algn="l"/>
            <a:r>
              <a:rPr lang="en-US" sz="1400" dirty="0">
                <a:latin typeface="Didact Gothic" panose="00000500000000000000" pitchFamily="2" charset="0"/>
              </a:rPr>
              <a:t>0</a:t>
            </a:r>
          </a:p>
        </p:txBody>
      </p:sp>
      <p:sp>
        <p:nvSpPr>
          <p:cNvPr id="48" name="Google Shape;1098;p62">
            <a:extLst>
              <a:ext uri="{FF2B5EF4-FFF2-40B4-BE49-F238E27FC236}">
                <a16:creationId xmlns:a16="http://schemas.microsoft.com/office/drawing/2014/main" id="{860C5A5A-81A2-8882-EBEB-CBE93260E8D7}"/>
              </a:ext>
            </a:extLst>
          </p:cNvPr>
          <p:cNvSpPr txBox="1">
            <a:spLocks/>
          </p:cNvSpPr>
          <p:nvPr/>
        </p:nvSpPr>
        <p:spPr>
          <a:xfrm>
            <a:off x="1065796" y="2562907"/>
            <a:ext cx="2097464" cy="4430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r>
              <a:rPr lang="en-US" sz="2000" dirty="0" err="1">
                <a:latin typeface="Didact Gothic" panose="00000500000000000000" pitchFamily="2" charset="0"/>
              </a:rPr>
              <a:t>transitiediagram</a:t>
            </a:r>
            <a:endParaRPr lang="el-GR" sz="2000" dirty="0">
              <a:latin typeface="Didact Gothic" panose="00000500000000000000" pitchFamily="2" charset="0"/>
            </a:endParaRPr>
          </a:p>
        </p:txBody>
      </p:sp>
    </p:spTree>
    <p:extLst>
      <p:ext uri="{BB962C8B-B14F-4D97-AF65-F5344CB8AC3E}">
        <p14:creationId xmlns:p14="http://schemas.microsoft.com/office/powerpoint/2010/main" val="147042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 calcmode="lin" valueType="num">
                                      <p:cBhvr additive="base">
                                        <p:cTn id="7"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8">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 calcmode="lin" valueType="num">
                                      <p:cBhvr additive="base">
                                        <p:cTn id="13"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2">
                                            <p:txEl>
                                              <p:pRg st="0" end="0"/>
                                            </p:txEl>
                                          </p:spTgt>
                                        </p:tgtEl>
                                        <p:attrNameLst>
                                          <p:attrName>style.visibility</p:attrName>
                                        </p:attrNameLst>
                                      </p:cBhvr>
                                      <p:to>
                                        <p:strVal val="visible"/>
                                      </p:to>
                                    </p:set>
                                    <p:anim calcmode="lin" valueType="num">
                                      <p:cBhvr additive="base">
                                        <p:cTn id="19" dur="500" fill="hold"/>
                                        <p:tgtEl>
                                          <p:spTgt spid="2">
                                            <p:txEl>
                                              <p:pRg st="0" end="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nodePh="1">
                                  <p:stCondLst>
                                    <p:cond delay="0"/>
                                  </p:stCondLst>
                                  <p:endCondLst>
                                    <p:cond evt="begin" delay="0">
                                      <p:tn val="23"/>
                                    </p:cond>
                                  </p:endCondLst>
                                  <p:childTnLst>
                                    <p:set>
                                      <p:cBhvr>
                                        <p:cTn id="24" dur="1" fill="hold">
                                          <p:stCondLst>
                                            <p:cond delay="0"/>
                                          </p:stCondLst>
                                        </p:cTn>
                                        <p:tgtEl>
                                          <p:spTgt spid="7"/>
                                        </p:tgtEl>
                                        <p:attrNameLst>
                                          <p:attrName>style.visibility</p:attrName>
                                        </p:attrNameLst>
                                      </p:cBhvr>
                                      <p:to>
                                        <p:strVal val="visible"/>
                                      </p:to>
                                    </p:set>
                                    <p:anim calcmode="lin" valueType="num">
                                      <p:cBhvr additive="base">
                                        <p:cTn id="25" dur="500" fill="hold"/>
                                        <p:tgtEl>
                                          <p:spTgt spid="7"/>
                                        </p:tgtEl>
                                        <p:attrNameLst>
                                          <p:attrName>ppt_x</p:attrName>
                                        </p:attrNameLst>
                                      </p:cBhvr>
                                      <p:tavLst>
                                        <p:tav tm="0">
                                          <p:val>
                                            <p:strVal val="#ppt_x"/>
                                          </p:val>
                                        </p:tav>
                                        <p:tav tm="100000">
                                          <p:val>
                                            <p:strVal val="#ppt_x"/>
                                          </p:val>
                                        </p:tav>
                                      </p:tavLst>
                                    </p:anim>
                                    <p:anim calcmode="lin" valueType="num">
                                      <p:cBhvr additive="base">
                                        <p:cTn id="26"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11">
                                            <p:txEl>
                                              <p:pRg st="0" end="0"/>
                                            </p:txEl>
                                          </p:spTgt>
                                        </p:tgtEl>
                                        <p:attrNameLst>
                                          <p:attrName>style.visibility</p:attrName>
                                        </p:attrNameLst>
                                      </p:cBhvr>
                                      <p:to>
                                        <p:strVal val="visible"/>
                                      </p:to>
                                    </p:set>
                                    <p:anim calcmode="lin" valueType="num">
                                      <p:cBhvr additive="base">
                                        <p:cTn id="31" dur="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11">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48">
                                            <p:txEl>
                                              <p:pRg st="0" end="0"/>
                                            </p:txEl>
                                          </p:spTgt>
                                        </p:tgtEl>
                                        <p:attrNameLst>
                                          <p:attrName>style.visibility</p:attrName>
                                        </p:attrNameLst>
                                      </p:cBhvr>
                                      <p:to>
                                        <p:strVal val="visible"/>
                                      </p:to>
                                    </p:set>
                                    <p:anim calcmode="lin" valueType="num">
                                      <p:cBhvr additive="base">
                                        <p:cTn id="37" dur="500" fill="hold"/>
                                        <p:tgtEl>
                                          <p:spTgt spid="48">
                                            <p:txEl>
                                              <p:pRg st="0" end="0"/>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48">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1115">
          <a:extLst>
            <a:ext uri="{FF2B5EF4-FFF2-40B4-BE49-F238E27FC236}">
              <a16:creationId xmlns:a16="http://schemas.microsoft.com/office/drawing/2014/main" id="{8C1F5105-E9EF-619F-FBA5-3854A8AE5924}"/>
            </a:ext>
          </a:extLst>
        </p:cNvPr>
        <p:cNvGrpSpPr/>
        <p:nvPr/>
      </p:nvGrpSpPr>
      <p:grpSpPr>
        <a:xfrm>
          <a:off x="0" y="0"/>
          <a:ext cx="0" cy="0"/>
          <a:chOff x="0" y="0"/>
          <a:chExt cx="0" cy="0"/>
        </a:xfrm>
      </p:grpSpPr>
      <p:sp>
        <p:nvSpPr>
          <p:cNvPr id="1211" name="Google Shape;1211;p63">
            <a:hlinkClick r:id="" action="ppaction://hlinkshowjump?jump=previousslide"/>
            <a:extLst>
              <a:ext uri="{FF2B5EF4-FFF2-40B4-BE49-F238E27FC236}">
                <a16:creationId xmlns:a16="http://schemas.microsoft.com/office/drawing/2014/main" id="{FFC461C3-FD8B-9B0B-34C7-1384BD0C4214}"/>
              </a:ext>
            </a:extLst>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63">
            <a:hlinkClick r:id="" action="ppaction://hlinkshowjump?jump=nextslide"/>
            <a:extLst>
              <a:ext uri="{FF2B5EF4-FFF2-40B4-BE49-F238E27FC236}">
                <a16:creationId xmlns:a16="http://schemas.microsoft.com/office/drawing/2014/main" id="{7D495AD6-60E4-4B8E-2407-51591AF7ECF6}"/>
              </a:ext>
            </a:extLst>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1098;p62">
            <a:extLst>
              <a:ext uri="{FF2B5EF4-FFF2-40B4-BE49-F238E27FC236}">
                <a16:creationId xmlns:a16="http://schemas.microsoft.com/office/drawing/2014/main" id="{C615F776-C330-E64D-70EE-73EC8F6F7A9D}"/>
              </a:ext>
            </a:extLst>
          </p:cNvPr>
          <p:cNvSpPr txBox="1">
            <a:spLocks/>
          </p:cNvSpPr>
          <p:nvPr/>
        </p:nvSpPr>
        <p:spPr>
          <a:xfrm>
            <a:off x="0" y="1268860"/>
            <a:ext cx="9144000" cy="8010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endParaRPr lang="el-GR" sz="3600" dirty="0">
              <a:latin typeface="Didact Gothic" panose="00000500000000000000" pitchFamily="2" charset="0"/>
            </a:endParaRPr>
          </a:p>
        </p:txBody>
      </p:sp>
      <p:sp>
        <p:nvSpPr>
          <p:cNvPr id="8" name="Google Shape;1098;p62">
            <a:extLst>
              <a:ext uri="{FF2B5EF4-FFF2-40B4-BE49-F238E27FC236}">
                <a16:creationId xmlns:a16="http://schemas.microsoft.com/office/drawing/2014/main" id="{FBAB3D3B-2D0D-FE00-83EF-C6E91AF218C8}"/>
              </a:ext>
            </a:extLst>
          </p:cNvPr>
          <p:cNvSpPr txBox="1">
            <a:spLocks/>
          </p:cNvSpPr>
          <p:nvPr/>
        </p:nvSpPr>
        <p:spPr>
          <a:xfrm>
            <a:off x="0" y="430750"/>
            <a:ext cx="9144000" cy="747889"/>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r>
              <a:rPr lang="el-GR" sz="3600" dirty="0">
                <a:latin typeface="Didact Gothic" panose="00000500000000000000" pitchFamily="2" charset="0"/>
              </a:rPr>
              <a:t>δ</a:t>
            </a:r>
            <a:r>
              <a:rPr lang="en-US" sz="3600" dirty="0">
                <a:latin typeface="Didact Gothic" panose="00000500000000000000" pitchFamily="2" charset="0"/>
              </a:rPr>
              <a:t>: </a:t>
            </a:r>
            <a:r>
              <a:rPr lang="nl-NL" sz="3600" dirty="0">
                <a:latin typeface="Didact Gothic" panose="00000500000000000000" pitchFamily="2" charset="0"/>
              </a:rPr>
              <a:t>( </a:t>
            </a:r>
            <a:r>
              <a:rPr lang="en-US" sz="3600" dirty="0">
                <a:latin typeface="Didact Gothic" panose="00000500000000000000" pitchFamily="2" charset="0"/>
              </a:rPr>
              <a:t>{q0,q1,q2}</a:t>
            </a:r>
            <a:r>
              <a:rPr lang="nl-NL" sz="3600" dirty="0">
                <a:latin typeface="Didact Gothic" panose="00000500000000000000" pitchFamily="2" charset="0"/>
              </a:rPr>
              <a:t> × </a:t>
            </a:r>
            <a:r>
              <a:rPr lang="en-US" sz="3600" dirty="0">
                <a:latin typeface="Didact Gothic" panose="00000500000000000000" pitchFamily="2" charset="0"/>
              </a:rPr>
              <a:t>{0,1}</a:t>
            </a:r>
            <a:r>
              <a:rPr lang="el-GR" sz="3600" dirty="0">
                <a:latin typeface="Didact Gothic" panose="00000500000000000000" pitchFamily="2" charset="0"/>
              </a:rPr>
              <a:t> → </a:t>
            </a:r>
            <a:r>
              <a:rPr lang="en-US" sz="3600" dirty="0">
                <a:latin typeface="Didact Gothic" panose="00000500000000000000" pitchFamily="2" charset="0"/>
              </a:rPr>
              <a:t>{q0,q1,q2}</a:t>
            </a:r>
            <a:r>
              <a:rPr lang="nl-NL" sz="3600" dirty="0">
                <a:latin typeface="Didact Gothic" panose="00000500000000000000" pitchFamily="2" charset="0"/>
              </a:rPr>
              <a:t> )</a:t>
            </a:r>
            <a:endParaRPr lang="el-GR" sz="3600" dirty="0">
              <a:latin typeface="Didact Gothic" panose="00000500000000000000" pitchFamily="2" charset="0"/>
            </a:endParaRPr>
          </a:p>
        </p:txBody>
      </p:sp>
      <p:sp>
        <p:nvSpPr>
          <p:cNvPr id="3" name="Google Shape;1098;p62">
            <a:extLst>
              <a:ext uri="{FF2B5EF4-FFF2-40B4-BE49-F238E27FC236}">
                <a16:creationId xmlns:a16="http://schemas.microsoft.com/office/drawing/2014/main" id="{8337A1F5-5CE4-7A3D-570D-A91D9E796B87}"/>
              </a:ext>
            </a:extLst>
          </p:cNvPr>
          <p:cNvSpPr txBox="1">
            <a:spLocks/>
          </p:cNvSpPr>
          <p:nvPr/>
        </p:nvSpPr>
        <p:spPr>
          <a:xfrm>
            <a:off x="784015" y="1268860"/>
            <a:ext cx="997356" cy="97406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lgn="l"/>
            <a:r>
              <a:rPr lang="en-US" sz="2400" dirty="0" err="1">
                <a:latin typeface="Didact Gothic" panose="00000500000000000000" pitchFamily="2" charset="0"/>
              </a:rPr>
              <a:t>Bvb</a:t>
            </a:r>
            <a:r>
              <a:rPr lang="en-US" sz="2400" dirty="0">
                <a:latin typeface="Didact Gothic" panose="00000500000000000000" pitchFamily="2" charset="0"/>
              </a:rPr>
              <a:t>.</a:t>
            </a:r>
          </a:p>
          <a:p>
            <a:pPr marL="0" indent="0" algn="l"/>
            <a:r>
              <a:rPr lang="en-US" sz="2400" dirty="0">
                <a:latin typeface="Didact Gothic" panose="00000500000000000000" pitchFamily="2" charset="0"/>
              </a:rPr>
              <a:t>001</a:t>
            </a:r>
            <a:endParaRPr lang="el-GR" sz="2400" dirty="0">
              <a:latin typeface="Didact Gothic" panose="00000500000000000000" pitchFamily="2" charset="0"/>
            </a:endParaRPr>
          </a:p>
        </p:txBody>
      </p:sp>
      <p:sp>
        <p:nvSpPr>
          <p:cNvPr id="4" name="Oval 3">
            <a:extLst>
              <a:ext uri="{FF2B5EF4-FFF2-40B4-BE49-F238E27FC236}">
                <a16:creationId xmlns:a16="http://schemas.microsoft.com/office/drawing/2014/main" id="{31FDF95B-A605-82AA-A6F1-1704BBEC4DA1}"/>
              </a:ext>
            </a:extLst>
          </p:cNvPr>
          <p:cNvSpPr/>
          <p:nvPr/>
        </p:nvSpPr>
        <p:spPr>
          <a:xfrm>
            <a:off x="2234664" y="1627832"/>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q0</a:t>
            </a:r>
            <a:endParaRPr lang="nl-NL" dirty="0">
              <a:latin typeface="Didact Gothic" panose="00000500000000000000" pitchFamily="2" charset="0"/>
            </a:endParaRPr>
          </a:p>
        </p:txBody>
      </p:sp>
      <p:cxnSp>
        <p:nvCxnSpPr>
          <p:cNvPr id="5" name="Straight Arrow Connector 4">
            <a:extLst>
              <a:ext uri="{FF2B5EF4-FFF2-40B4-BE49-F238E27FC236}">
                <a16:creationId xmlns:a16="http://schemas.microsoft.com/office/drawing/2014/main" id="{672F1592-DB6B-76BD-5DC2-0A5E5B5768A7}"/>
              </a:ext>
            </a:extLst>
          </p:cNvPr>
          <p:cNvCxnSpPr>
            <a:cxnSpLocks/>
            <a:endCxn id="4" idx="2"/>
          </p:cNvCxnSpPr>
          <p:nvPr/>
        </p:nvCxnSpPr>
        <p:spPr>
          <a:xfrm flipV="1">
            <a:off x="1911531" y="1902840"/>
            <a:ext cx="323133" cy="687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F37475CA-2718-69AA-F566-D9BA05C69314}"/>
              </a:ext>
            </a:extLst>
          </p:cNvPr>
          <p:cNvSpPr/>
          <p:nvPr/>
        </p:nvSpPr>
        <p:spPr>
          <a:xfrm>
            <a:off x="3247249" y="1634984"/>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q1</a:t>
            </a:r>
            <a:endParaRPr lang="nl-NL" dirty="0">
              <a:latin typeface="Didact Gothic" panose="00000500000000000000" pitchFamily="2" charset="0"/>
            </a:endParaRPr>
          </a:p>
        </p:txBody>
      </p:sp>
      <p:cxnSp>
        <p:nvCxnSpPr>
          <p:cNvPr id="9" name="Straight Arrow Connector 8">
            <a:extLst>
              <a:ext uri="{FF2B5EF4-FFF2-40B4-BE49-F238E27FC236}">
                <a16:creationId xmlns:a16="http://schemas.microsoft.com/office/drawing/2014/main" id="{A81A403C-7F8D-E065-4BE3-E295115C1638}"/>
              </a:ext>
            </a:extLst>
          </p:cNvPr>
          <p:cNvCxnSpPr>
            <a:cxnSpLocks/>
            <a:stCxn id="4" idx="6"/>
            <a:endCxn id="6" idx="2"/>
          </p:cNvCxnSpPr>
          <p:nvPr/>
        </p:nvCxnSpPr>
        <p:spPr>
          <a:xfrm>
            <a:off x="2784679" y="1902840"/>
            <a:ext cx="462570" cy="715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0846D4BA-0896-027F-C7A4-B0FA19970002}"/>
              </a:ext>
            </a:extLst>
          </p:cNvPr>
          <p:cNvSpPr txBox="1"/>
          <p:nvPr/>
        </p:nvSpPr>
        <p:spPr>
          <a:xfrm>
            <a:off x="2887792" y="1648668"/>
            <a:ext cx="220020" cy="307777"/>
          </a:xfrm>
          <a:prstGeom prst="rect">
            <a:avLst/>
          </a:prstGeom>
          <a:noFill/>
        </p:spPr>
        <p:txBody>
          <a:bodyPr wrap="square">
            <a:spAutoFit/>
          </a:bodyPr>
          <a:lstStyle/>
          <a:p>
            <a:pPr marL="0" indent="0" algn="l"/>
            <a:r>
              <a:rPr lang="en-US" sz="1400" dirty="0">
                <a:latin typeface="Didact Gothic" panose="00000500000000000000" pitchFamily="2" charset="0"/>
              </a:rPr>
              <a:t>0 </a:t>
            </a:r>
          </a:p>
        </p:txBody>
      </p:sp>
      <p:sp>
        <p:nvSpPr>
          <p:cNvPr id="20" name="Oval 19">
            <a:extLst>
              <a:ext uri="{FF2B5EF4-FFF2-40B4-BE49-F238E27FC236}">
                <a16:creationId xmlns:a16="http://schemas.microsoft.com/office/drawing/2014/main" id="{3B2DCFE5-239A-368C-4158-6E8EF41AC755}"/>
              </a:ext>
            </a:extLst>
          </p:cNvPr>
          <p:cNvSpPr/>
          <p:nvPr/>
        </p:nvSpPr>
        <p:spPr>
          <a:xfrm>
            <a:off x="4259834" y="1637894"/>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q1</a:t>
            </a:r>
            <a:endParaRPr lang="nl-NL" dirty="0">
              <a:latin typeface="Didact Gothic" panose="00000500000000000000" pitchFamily="2" charset="0"/>
            </a:endParaRPr>
          </a:p>
        </p:txBody>
      </p:sp>
      <p:cxnSp>
        <p:nvCxnSpPr>
          <p:cNvPr id="21" name="Straight Arrow Connector 20">
            <a:extLst>
              <a:ext uri="{FF2B5EF4-FFF2-40B4-BE49-F238E27FC236}">
                <a16:creationId xmlns:a16="http://schemas.microsoft.com/office/drawing/2014/main" id="{9D628CFB-E4B0-2620-863B-2E22D35D1568}"/>
              </a:ext>
            </a:extLst>
          </p:cNvPr>
          <p:cNvCxnSpPr>
            <a:cxnSpLocks/>
            <a:endCxn id="20" idx="2"/>
          </p:cNvCxnSpPr>
          <p:nvPr/>
        </p:nvCxnSpPr>
        <p:spPr>
          <a:xfrm>
            <a:off x="3797264" y="1905750"/>
            <a:ext cx="462570" cy="715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DE6F4939-5472-18A2-306D-FF8CE8FC5BA9}"/>
              </a:ext>
            </a:extLst>
          </p:cNvPr>
          <p:cNvSpPr txBox="1"/>
          <p:nvPr/>
        </p:nvSpPr>
        <p:spPr>
          <a:xfrm>
            <a:off x="3900377" y="1651578"/>
            <a:ext cx="220020" cy="307777"/>
          </a:xfrm>
          <a:prstGeom prst="rect">
            <a:avLst/>
          </a:prstGeom>
          <a:noFill/>
        </p:spPr>
        <p:txBody>
          <a:bodyPr wrap="square">
            <a:spAutoFit/>
          </a:bodyPr>
          <a:lstStyle/>
          <a:p>
            <a:pPr marL="0" indent="0" algn="l"/>
            <a:r>
              <a:rPr lang="en-US" sz="1400" dirty="0">
                <a:latin typeface="Didact Gothic" panose="00000500000000000000" pitchFamily="2" charset="0"/>
              </a:rPr>
              <a:t>0 </a:t>
            </a:r>
          </a:p>
        </p:txBody>
      </p:sp>
      <p:cxnSp>
        <p:nvCxnSpPr>
          <p:cNvPr id="23" name="Straight Arrow Connector 22">
            <a:extLst>
              <a:ext uri="{FF2B5EF4-FFF2-40B4-BE49-F238E27FC236}">
                <a16:creationId xmlns:a16="http://schemas.microsoft.com/office/drawing/2014/main" id="{15531BB7-304B-4622-5CFB-7AE0886E11B3}"/>
              </a:ext>
            </a:extLst>
          </p:cNvPr>
          <p:cNvCxnSpPr>
            <a:cxnSpLocks/>
            <a:stCxn id="20" idx="6"/>
            <a:endCxn id="30" idx="2"/>
          </p:cNvCxnSpPr>
          <p:nvPr/>
        </p:nvCxnSpPr>
        <p:spPr>
          <a:xfrm flipV="1">
            <a:off x="4809849" y="1902840"/>
            <a:ext cx="453293" cy="1006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833EE907-68B2-103F-4A4D-78D6D2A3C8DF}"/>
              </a:ext>
            </a:extLst>
          </p:cNvPr>
          <p:cNvSpPr txBox="1"/>
          <p:nvPr/>
        </p:nvSpPr>
        <p:spPr>
          <a:xfrm>
            <a:off x="4902323" y="1633000"/>
            <a:ext cx="220020" cy="307777"/>
          </a:xfrm>
          <a:prstGeom prst="rect">
            <a:avLst/>
          </a:prstGeom>
          <a:noFill/>
        </p:spPr>
        <p:txBody>
          <a:bodyPr wrap="square">
            <a:spAutoFit/>
          </a:bodyPr>
          <a:lstStyle/>
          <a:p>
            <a:pPr marL="0" indent="0" algn="l"/>
            <a:r>
              <a:rPr lang="en-US" sz="1400" dirty="0">
                <a:latin typeface="Didact Gothic" panose="00000500000000000000" pitchFamily="2" charset="0"/>
              </a:rPr>
              <a:t>1 </a:t>
            </a:r>
          </a:p>
        </p:txBody>
      </p:sp>
      <p:sp>
        <p:nvSpPr>
          <p:cNvPr id="30" name="Oval 29">
            <a:extLst>
              <a:ext uri="{FF2B5EF4-FFF2-40B4-BE49-F238E27FC236}">
                <a16:creationId xmlns:a16="http://schemas.microsoft.com/office/drawing/2014/main" id="{A0C853FA-4A30-CE31-588F-6C6F98B4A95D}"/>
              </a:ext>
            </a:extLst>
          </p:cNvPr>
          <p:cNvSpPr/>
          <p:nvPr/>
        </p:nvSpPr>
        <p:spPr>
          <a:xfrm>
            <a:off x="5263142" y="1627832"/>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q2</a:t>
            </a:r>
            <a:endParaRPr lang="nl-NL" dirty="0">
              <a:latin typeface="Didact Gothic" panose="00000500000000000000" pitchFamily="2" charset="0"/>
            </a:endParaRPr>
          </a:p>
        </p:txBody>
      </p:sp>
      <p:grpSp>
        <p:nvGrpSpPr>
          <p:cNvPr id="37" name="Google Shape;11788;p135">
            <a:extLst>
              <a:ext uri="{FF2B5EF4-FFF2-40B4-BE49-F238E27FC236}">
                <a16:creationId xmlns:a16="http://schemas.microsoft.com/office/drawing/2014/main" id="{3E6329DF-9BA3-35B8-B461-BD042FE02111}"/>
              </a:ext>
            </a:extLst>
          </p:cNvPr>
          <p:cNvGrpSpPr/>
          <p:nvPr/>
        </p:nvGrpSpPr>
        <p:grpSpPr>
          <a:xfrm>
            <a:off x="6423780" y="1617519"/>
            <a:ext cx="658331" cy="551828"/>
            <a:chOff x="5223611" y="3731112"/>
            <a:chExt cx="371782" cy="274285"/>
          </a:xfrm>
        </p:grpSpPr>
        <p:sp>
          <p:nvSpPr>
            <p:cNvPr id="40" name="Google Shape;11789;p135">
              <a:extLst>
                <a:ext uri="{FF2B5EF4-FFF2-40B4-BE49-F238E27FC236}">
                  <a16:creationId xmlns:a16="http://schemas.microsoft.com/office/drawing/2014/main" id="{03FED20F-C0D4-6B8F-A52A-C215E27F9CB0}"/>
                </a:ext>
              </a:extLst>
            </p:cNvPr>
            <p:cNvSpPr/>
            <p:nvPr/>
          </p:nvSpPr>
          <p:spPr>
            <a:xfrm>
              <a:off x="5223611" y="3731112"/>
              <a:ext cx="371782" cy="274285"/>
            </a:xfrm>
            <a:custGeom>
              <a:avLst/>
              <a:gdLst/>
              <a:ahLst/>
              <a:cxnLst/>
              <a:rect l="l" t="t" r="r" b="b"/>
              <a:pathLst>
                <a:path w="14151" h="10440" extrusionOk="0">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ln w="0"/>
                <a:solidFill>
                  <a:schemeClr val="accent1"/>
                </a:solidFill>
                <a:effectLst>
                  <a:outerShdw blurRad="38100" dist="25400" dir="5400000" algn="ctr" rotWithShape="0">
                    <a:srgbClr val="6E747A">
                      <a:alpha val="43000"/>
                    </a:srgbClr>
                  </a:outerShdw>
                </a:effectLst>
              </a:endParaRPr>
            </a:p>
          </p:txBody>
        </p:sp>
        <p:sp>
          <p:nvSpPr>
            <p:cNvPr id="41" name="Google Shape;11790;p135">
              <a:extLst>
                <a:ext uri="{FF2B5EF4-FFF2-40B4-BE49-F238E27FC236}">
                  <a16:creationId xmlns:a16="http://schemas.microsoft.com/office/drawing/2014/main" id="{510D1B53-3F9B-7C11-C67E-ECCE4C8F2048}"/>
                </a:ext>
              </a:extLst>
            </p:cNvPr>
            <p:cNvSpPr/>
            <p:nvPr/>
          </p:nvSpPr>
          <p:spPr>
            <a:xfrm>
              <a:off x="5338236" y="3769391"/>
              <a:ext cx="257155" cy="236006"/>
            </a:xfrm>
            <a:custGeom>
              <a:avLst/>
              <a:gdLst/>
              <a:ahLst/>
              <a:cxnLst/>
              <a:rect l="l" t="t" r="r" b="b"/>
              <a:pathLst>
                <a:path w="9788" h="8983" extrusionOk="0">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2F5F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44" name="Google Shape;1098;p62">
            <a:extLst>
              <a:ext uri="{FF2B5EF4-FFF2-40B4-BE49-F238E27FC236}">
                <a16:creationId xmlns:a16="http://schemas.microsoft.com/office/drawing/2014/main" id="{DBEEBC26-2F4A-D5AD-AC1E-2491AD4198C9}"/>
              </a:ext>
            </a:extLst>
          </p:cNvPr>
          <p:cNvSpPr txBox="1">
            <a:spLocks/>
          </p:cNvSpPr>
          <p:nvPr/>
        </p:nvSpPr>
        <p:spPr>
          <a:xfrm>
            <a:off x="784015" y="2479179"/>
            <a:ext cx="997356" cy="625409"/>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lgn="l"/>
            <a:r>
              <a:rPr lang="en-US" sz="2400" dirty="0">
                <a:latin typeface="Didact Gothic" panose="00000500000000000000" pitchFamily="2" charset="0"/>
              </a:rPr>
              <a:t>00</a:t>
            </a:r>
            <a:endParaRPr lang="el-GR" sz="2400" dirty="0">
              <a:latin typeface="Didact Gothic" panose="00000500000000000000" pitchFamily="2" charset="0"/>
            </a:endParaRPr>
          </a:p>
        </p:txBody>
      </p:sp>
      <p:sp>
        <p:nvSpPr>
          <p:cNvPr id="45" name="Oval 44">
            <a:extLst>
              <a:ext uri="{FF2B5EF4-FFF2-40B4-BE49-F238E27FC236}">
                <a16:creationId xmlns:a16="http://schemas.microsoft.com/office/drawing/2014/main" id="{58D2DA48-EF3F-F243-37C4-CCF9D9CE0283}"/>
              </a:ext>
            </a:extLst>
          </p:cNvPr>
          <p:cNvSpPr/>
          <p:nvPr/>
        </p:nvSpPr>
        <p:spPr>
          <a:xfrm>
            <a:off x="2234664" y="2489493"/>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q0</a:t>
            </a:r>
            <a:endParaRPr lang="nl-NL" dirty="0">
              <a:latin typeface="Didact Gothic" panose="00000500000000000000" pitchFamily="2" charset="0"/>
            </a:endParaRPr>
          </a:p>
        </p:txBody>
      </p:sp>
      <p:cxnSp>
        <p:nvCxnSpPr>
          <p:cNvPr id="46" name="Straight Arrow Connector 45">
            <a:extLst>
              <a:ext uri="{FF2B5EF4-FFF2-40B4-BE49-F238E27FC236}">
                <a16:creationId xmlns:a16="http://schemas.microsoft.com/office/drawing/2014/main" id="{C9ADDFD1-A0CB-F02F-CF47-15A4F2D28E37}"/>
              </a:ext>
            </a:extLst>
          </p:cNvPr>
          <p:cNvCxnSpPr>
            <a:cxnSpLocks/>
            <a:endCxn id="45" idx="2"/>
          </p:cNvCxnSpPr>
          <p:nvPr/>
        </p:nvCxnSpPr>
        <p:spPr>
          <a:xfrm flipV="1">
            <a:off x="1911531" y="2764501"/>
            <a:ext cx="323133" cy="687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49" name="Oval 48">
            <a:extLst>
              <a:ext uri="{FF2B5EF4-FFF2-40B4-BE49-F238E27FC236}">
                <a16:creationId xmlns:a16="http://schemas.microsoft.com/office/drawing/2014/main" id="{90574AA5-42A0-F0E1-E8A1-F0E85F22A95B}"/>
              </a:ext>
            </a:extLst>
          </p:cNvPr>
          <p:cNvSpPr/>
          <p:nvPr/>
        </p:nvSpPr>
        <p:spPr>
          <a:xfrm>
            <a:off x="3247249" y="2496645"/>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q1</a:t>
            </a:r>
            <a:endParaRPr lang="nl-NL" dirty="0">
              <a:latin typeface="Didact Gothic" panose="00000500000000000000" pitchFamily="2" charset="0"/>
            </a:endParaRPr>
          </a:p>
        </p:txBody>
      </p:sp>
      <p:cxnSp>
        <p:nvCxnSpPr>
          <p:cNvPr id="50" name="Straight Arrow Connector 49">
            <a:extLst>
              <a:ext uri="{FF2B5EF4-FFF2-40B4-BE49-F238E27FC236}">
                <a16:creationId xmlns:a16="http://schemas.microsoft.com/office/drawing/2014/main" id="{9BC47446-4FF2-724C-0265-1816E1C6C469}"/>
              </a:ext>
            </a:extLst>
          </p:cNvPr>
          <p:cNvCxnSpPr>
            <a:cxnSpLocks/>
            <a:stCxn id="45" idx="6"/>
            <a:endCxn id="49" idx="2"/>
          </p:cNvCxnSpPr>
          <p:nvPr/>
        </p:nvCxnSpPr>
        <p:spPr>
          <a:xfrm>
            <a:off x="2784679" y="2764501"/>
            <a:ext cx="462570" cy="715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866D0B92-86FE-9566-8209-66EB943F2D0F}"/>
              </a:ext>
            </a:extLst>
          </p:cNvPr>
          <p:cNvSpPr txBox="1"/>
          <p:nvPr/>
        </p:nvSpPr>
        <p:spPr>
          <a:xfrm>
            <a:off x="2887792" y="2510329"/>
            <a:ext cx="220020" cy="307777"/>
          </a:xfrm>
          <a:prstGeom prst="rect">
            <a:avLst/>
          </a:prstGeom>
          <a:noFill/>
        </p:spPr>
        <p:txBody>
          <a:bodyPr wrap="square">
            <a:spAutoFit/>
          </a:bodyPr>
          <a:lstStyle/>
          <a:p>
            <a:pPr marL="0" indent="0" algn="l"/>
            <a:r>
              <a:rPr lang="en-US" sz="1400" dirty="0">
                <a:latin typeface="Didact Gothic" panose="00000500000000000000" pitchFamily="2" charset="0"/>
              </a:rPr>
              <a:t>0 </a:t>
            </a:r>
          </a:p>
        </p:txBody>
      </p:sp>
      <p:sp>
        <p:nvSpPr>
          <p:cNvPr id="52" name="Oval 51">
            <a:extLst>
              <a:ext uri="{FF2B5EF4-FFF2-40B4-BE49-F238E27FC236}">
                <a16:creationId xmlns:a16="http://schemas.microsoft.com/office/drawing/2014/main" id="{07F6985C-3872-F07E-0125-0CCC280E4D54}"/>
              </a:ext>
            </a:extLst>
          </p:cNvPr>
          <p:cNvSpPr/>
          <p:nvPr/>
        </p:nvSpPr>
        <p:spPr>
          <a:xfrm>
            <a:off x="4259834" y="2499555"/>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q1</a:t>
            </a:r>
            <a:endParaRPr lang="nl-NL" dirty="0">
              <a:latin typeface="Didact Gothic" panose="00000500000000000000" pitchFamily="2" charset="0"/>
            </a:endParaRPr>
          </a:p>
        </p:txBody>
      </p:sp>
      <p:cxnSp>
        <p:nvCxnSpPr>
          <p:cNvPr id="53" name="Straight Arrow Connector 52">
            <a:extLst>
              <a:ext uri="{FF2B5EF4-FFF2-40B4-BE49-F238E27FC236}">
                <a16:creationId xmlns:a16="http://schemas.microsoft.com/office/drawing/2014/main" id="{F42D5307-249D-0A75-5448-6257CF031685}"/>
              </a:ext>
            </a:extLst>
          </p:cNvPr>
          <p:cNvCxnSpPr>
            <a:cxnSpLocks/>
            <a:endCxn id="52" idx="2"/>
          </p:cNvCxnSpPr>
          <p:nvPr/>
        </p:nvCxnSpPr>
        <p:spPr>
          <a:xfrm>
            <a:off x="3797264" y="2767411"/>
            <a:ext cx="462570" cy="715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54" name="TextBox 53">
            <a:extLst>
              <a:ext uri="{FF2B5EF4-FFF2-40B4-BE49-F238E27FC236}">
                <a16:creationId xmlns:a16="http://schemas.microsoft.com/office/drawing/2014/main" id="{66B4D829-2428-0CE8-2DBF-EEBB87654C3D}"/>
              </a:ext>
            </a:extLst>
          </p:cNvPr>
          <p:cNvSpPr txBox="1"/>
          <p:nvPr/>
        </p:nvSpPr>
        <p:spPr>
          <a:xfrm>
            <a:off x="3900377" y="2513239"/>
            <a:ext cx="220020" cy="307777"/>
          </a:xfrm>
          <a:prstGeom prst="rect">
            <a:avLst/>
          </a:prstGeom>
          <a:noFill/>
        </p:spPr>
        <p:txBody>
          <a:bodyPr wrap="square">
            <a:spAutoFit/>
          </a:bodyPr>
          <a:lstStyle/>
          <a:p>
            <a:pPr marL="0" indent="0" algn="l"/>
            <a:r>
              <a:rPr lang="en-US" sz="1400" dirty="0">
                <a:latin typeface="Didact Gothic" panose="00000500000000000000" pitchFamily="2" charset="0"/>
              </a:rPr>
              <a:t>0 </a:t>
            </a:r>
          </a:p>
        </p:txBody>
      </p:sp>
      <p:sp>
        <p:nvSpPr>
          <p:cNvPr id="61" name="Google Shape;11791;p135">
            <a:extLst>
              <a:ext uri="{FF2B5EF4-FFF2-40B4-BE49-F238E27FC236}">
                <a16:creationId xmlns:a16="http://schemas.microsoft.com/office/drawing/2014/main" id="{7C9F267D-2580-7B62-8006-A48A233825ED}"/>
              </a:ext>
            </a:extLst>
          </p:cNvPr>
          <p:cNvSpPr/>
          <p:nvPr/>
        </p:nvSpPr>
        <p:spPr>
          <a:xfrm>
            <a:off x="6460515" y="2543371"/>
            <a:ext cx="555564" cy="550015"/>
          </a:xfrm>
          <a:custGeom>
            <a:avLst/>
            <a:gdLst/>
            <a:ahLst/>
            <a:cxnLst/>
            <a:rect l="l" t="t" r="r" b="b"/>
            <a:pathLst>
              <a:path w="11113" h="11002" extrusionOk="0">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FF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 name="Google Shape;1098;p62">
            <a:extLst>
              <a:ext uri="{FF2B5EF4-FFF2-40B4-BE49-F238E27FC236}">
                <a16:creationId xmlns:a16="http://schemas.microsoft.com/office/drawing/2014/main" id="{357E8DAF-64C5-999E-FC2D-C823A8534092}"/>
              </a:ext>
            </a:extLst>
          </p:cNvPr>
          <p:cNvSpPr txBox="1">
            <a:spLocks/>
          </p:cNvSpPr>
          <p:nvPr/>
        </p:nvSpPr>
        <p:spPr>
          <a:xfrm>
            <a:off x="784015" y="3390034"/>
            <a:ext cx="997356" cy="625409"/>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lgn="l"/>
            <a:r>
              <a:rPr lang="en-US" sz="2400" dirty="0">
                <a:latin typeface="Didact Gothic" panose="00000500000000000000" pitchFamily="2" charset="0"/>
              </a:rPr>
              <a:t>111</a:t>
            </a:r>
            <a:endParaRPr lang="el-GR" sz="2400" dirty="0">
              <a:latin typeface="Didact Gothic" panose="00000500000000000000" pitchFamily="2" charset="0"/>
            </a:endParaRPr>
          </a:p>
        </p:txBody>
      </p:sp>
      <p:sp>
        <p:nvSpPr>
          <p:cNvPr id="63" name="Oval 62">
            <a:extLst>
              <a:ext uri="{FF2B5EF4-FFF2-40B4-BE49-F238E27FC236}">
                <a16:creationId xmlns:a16="http://schemas.microsoft.com/office/drawing/2014/main" id="{AE18A1A7-E3AE-702B-B193-785786FA5ABF}"/>
              </a:ext>
            </a:extLst>
          </p:cNvPr>
          <p:cNvSpPr/>
          <p:nvPr/>
        </p:nvSpPr>
        <p:spPr>
          <a:xfrm>
            <a:off x="2234664" y="3455366"/>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q0</a:t>
            </a:r>
            <a:endParaRPr lang="nl-NL" dirty="0">
              <a:latin typeface="Didact Gothic" panose="00000500000000000000" pitchFamily="2" charset="0"/>
            </a:endParaRPr>
          </a:p>
        </p:txBody>
      </p:sp>
      <p:cxnSp>
        <p:nvCxnSpPr>
          <p:cNvPr id="1152" name="Straight Arrow Connector 1151">
            <a:extLst>
              <a:ext uri="{FF2B5EF4-FFF2-40B4-BE49-F238E27FC236}">
                <a16:creationId xmlns:a16="http://schemas.microsoft.com/office/drawing/2014/main" id="{6D3041AC-63E2-0BD1-D2BE-A2CA53FF5775}"/>
              </a:ext>
            </a:extLst>
          </p:cNvPr>
          <p:cNvCxnSpPr>
            <a:cxnSpLocks/>
            <a:endCxn id="63" idx="2"/>
          </p:cNvCxnSpPr>
          <p:nvPr/>
        </p:nvCxnSpPr>
        <p:spPr>
          <a:xfrm flipV="1">
            <a:off x="1911531" y="3730374"/>
            <a:ext cx="323133" cy="687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153" name="Oval 1152">
            <a:extLst>
              <a:ext uri="{FF2B5EF4-FFF2-40B4-BE49-F238E27FC236}">
                <a16:creationId xmlns:a16="http://schemas.microsoft.com/office/drawing/2014/main" id="{1C1CBCF8-1665-70D7-0CAD-892AE4B8CD0B}"/>
              </a:ext>
            </a:extLst>
          </p:cNvPr>
          <p:cNvSpPr/>
          <p:nvPr/>
        </p:nvSpPr>
        <p:spPr>
          <a:xfrm>
            <a:off x="3247249" y="3462518"/>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q1</a:t>
            </a:r>
            <a:endParaRPr lang="nl-NL" dirty="0">
              <a:latin typeface="Didact Gothic" panose="00000500000000000000" pitchFamily="2" charset="0"/>
            </a:endParaRPr>
          </a:p>
        </p:txBody>
      </p:sp>
      <p:cxnSp>
        <p:nvCxnSpPr>
          <p:cNvPr id="1154" name="Straight Arrow Connector 1153">
            <a:extLst>
              <a:ext uri="{FF2B5EF4-FFF2-40B4-BE49-F238E27FC236}">
                <a16:creationId xmlns:a16="http://schemas.microsoft.com/office/drawing/2014/main" id="{4DC1DDA2-A06C-992B-5AC4-BF4A34B0A1AA}"/>
              </a:ext>
            </a:extLst>
          </p:cNvPr>
          <p:cNvCxnSpPr>
            <a:cxnSpLocks/>
            <a:stCxn id="63" idx="6"/>
            <a:endCxn id="1153" idx="2"/>
          </p:cNvCxnSpPr>
          <p:nvPr/>
        </p:nvCxnSpPr>
        <p:spPr>
          <a:xfrm>
            <a:off x="2784679" y="3730374"/>
            <a:ext cx="462570" cy="715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155" name="TextBox 1154">
            <a:extLst>
              <a:ext uri="{FF2B5EF4-FFF2-40B4-BE49-F238E27FC236}">
                <a16:creationId xmlns:a16="http://schemas.microsoft.com/office/drawing/2014/main" id="{D58916F8-47F8-3B36-8F41-67C15C8E78E3}"/>
              </a:ext>
            </a:extLst>
          </p:cNvPr>
          <p:cNvSpPr txBox="1"/>
          <p:nvPr/>
        </p:nvSpPr>
        <p:spPr>
          <a:xfrm>
            <a:off x="2887792" y="3476202"/>
            <a:ext cx="220020" cy="307777"/>
          </a:xfrm>
          <a:prstGeom prst="rect">
            <a:avLst/>
          </a:prstGeom>
          <a:noFill/>
        </p:spPr>
        <p:txBody>
          <a:bodyPr wrap="square">
            <a:spAutoFit/>
          </a:bodyPr>
          <a:lstStyle/>
          <a:p>
            <a:pPr marL="0" indent="0" algn="l"/>
            <a:r>
              <a:rPr lang="en-US" sz="1400" dirty="0">
                <a:latin typeface="Didact Gothic" panose="00000500000000000000" pitchFamily="2" charset="0"/>
              </a:rPr>
              <a:t>1</a:t>
            </a:r>
          </a:p>
        </p:txBody>
      </p:sp>
      <p:sp>
        <p:nvSpPr>
          <p:cNvPr id="1156" name="Oval 1155">
            <a:extLst>
              <a:ext uri="{FF2B5EF4-FFF2-40B4-BE49-F238E27FC236}">
                <a16:creationId xmlns:a16="http://schemas.microsoft.com/office/drawing/2014/main" id="{41EC2F14-CD30-7E10-08D7-995F5AA59BF3}"/>
              </a:ext>
            </a:extLst>
          </p:cNvPr>
          <p:cNvSpPr/>
          <p:nvPr/>
        </p:nvSpPr>
        <p:spPr>
          <a:xfrm>
            <a:off x="4259834" y="3465428"/>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q2</a:t>
            </a:r>
            <a:endParaRPr lang="nl-NL" dirty="0">
              <a:latin typeface="Didact Gothic" panose="00000500000000000000" pitchFamily="2" charset="0"/>
            </a:endParaRPr>
          </a:p>
        </p:txBody>
      </p:sp>
      <p:cxnSp>
        <p:nvCxnSpPr>
          <p:cNvPr id="1157" name="Straight Arrow Connector 1156">
            <a:extLst>
              <a:ext uri="{FF2B5EF4-FFF2-40B4-BE49-F238E27FC236}">
                <a16:creationId xmlns:a16="http://schemas.microsoft.com/office/drawing/2014/main" id="{6595CB65-F4B4-8124-EF54-9A6886A11D4A}"/>
              </a:ext>
            </a:extLst>
          </p:cNvPr>
          <p:cNvCxnSpPr>
            <a:cxnSpLocks/>
            <a:endCxn id="1156" idx="2"/>
          </p:cNvCxnSpPr>
          <p:nvPr/>
        </p:nvCxnSpPr>
        <p:spPr>
          <a:xfrm>
            <a:off x="3797264" y="3733284"/>
            <a:ext cx="462570" cy="715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158" name="TextBox 1157">
            <a:extLst>
              <a:ext uri="{FF2B5EF4-FFF2-40B4-BE49-F238E27FC236}">
                <a16:creationId xmlns:a16="http://schemas.microsoft.com/office/drawing/2014/main" id="{6A61D9CE-CA55-7D45-B481-85201EFB8D54}"/>
              </a:ext>
            </a:extLst>
          </p:cNvPr>
          <p:cNvSpPr txBox="1"/>
          <p:nvPr/>
        </p:nvSpPr>
        <p:spPr>
          <a:xfrm>
            <a:off x="3900377" y="3479112"/>
            <a:ext cx="220020" cy="307777"/>
          </a:xfrm>
          <a:prstGeom prst="rect">
            <a:avLst/>
          </a:prstGeom>
          <a:noFill/>
        </p:spPr>
        <p:txBody>
          <a:bodyPr wrap="square">
            <a:spAutoFit/>
          </a:bodyPr>
          <a:lstStyle/>
          <a:p>
            <a:pPr marL="0" indent="0" algn="l"/>
            <a:r>
              <a:rPr lang="en-US" sz="1400" dirty="0">
                <a:latin typeface="Didact Gothic" panose="00000500000000000000" pitchFamily="2" charset="0"/>
              </a:rPr>
              <a:t>1 </a:t>
            </a:r>
          </a:p>
        </p:txBody>
      </p:sp>
      <p:cxnSp>
        <p:nvCxnSpPr>
          <p:cNvPr id="1159" name="Straight Arrow Connector 1158">
            <a:extLst>
              <a:ext uri="{FF2B5EF4-FFF2-40B4-BE49-F238E27FC236}">
                <a16:creationId xmlns:a16="http://schemas.microsoft.com/office/drawing/2014/main" id="{C1554055-5DBC-E713-C19F-D7F148CC79EC}"/>
              </a:ext>
            </a:extLst>
          </p:cNvPr>
          <p:cNvCxnSpPr>
            <a:cxnSpLocks/>
            <a:stCxn id="1156" idx="6"/>
            <a:endCxn id="1161" idx="2"/>
          </p:cNvCxnSpPr>
          <p:nvPr/>
        </p:nvCxnSpPr>
        <p:spPr>
          <a:xfrm flipV="1">
            <a:off x="4809849" y="3730374"/>
            <a:ext cx="453293" cy="1006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160" name="TextBox 1159">
            <a:extLst>
              <a:ext uri="{FF2B5EF4-FFF2-40B4-BE49-F238E27FC236}">
                <a16:creationId xmlns:a16="http://schemas.microsoft.com/office/drawing/2014/main" id="{FA178A5E-78ED-2400-F833-760577191B72}"/>
              </a:ext>
            </a:extLst>
          </p:cNvPr>
          <p:cNvSpPr txBox="1"/>
          <p:nvPr/>
        </p:nvSpPr>
        <p:spPr>
          <a:xfrm>
            <a:off x="4902323" y="3460534"/>
            <a:ext cx="220020" cy="307777"/>
          </a:xfrm>
          <a:prstGeom prst="rect">
            <a:avLst/>
          </a:prstGeom>
          <a:noFill/>
        </p:spPr>
        <p:txBody>
          <a:bodyPr wrap="square">
            <a:spAutoFit/>
          </a:bodyPr>
          <a:lstStyle/>
          <a:p>
            <a:pPr marL="0" indent="0" algn="l"/>
            <a:r>
              <a:rPr lang="en-US" sz="1400" dirty="0">
                <a:latin typeface="Didact Gothic" panose="00000500000000000000" pitchFamily="2" charset="0"/>
              </a:rPr>
              <a:t>1 </a:t>
            </a:r>
          </a:p>
        </p:txBody>
      </p:sp>
      <p:sp>
        <p:nvSpPr>
          <p:cNvPr id="1161" name="Oval 1160">
            <a:extLst>
              <a:ext uri="{FF2B5EF4-FFF2-40B4-BE49-F238E27FC236}">
                <a16:creationId xmlns:a16="http://schemas.microsoft.com/office/drawing/2014/main" id="{0198697E-EFFD-CC28-47AE-E1E6115B2DB2}"/>
              </a:ext>
            </a:extLst>
          </p:cNvPr>
          <p:cNvSpPr/>
          <p:nvPr/>
        </p:nvSpPr>
        <p:spPr>
          <a:xfrm>
            <a:off x="5263142" y="3455366"/>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q2</a:t>
            </a:r>
            <a:endParaRPr lang="nl-NL" dirty="0">
              <a:latin typeface="Didact Gothic" panose="00000500000000000000" pitchFamily="2" charset="0"/>
            </a:endParaRPr>
          </a:p>
        </p:txBody>
      </p:sp>
      <p:grpSp>
        <p:nvGrpSpPr>
          <p:cNvPr id="1162" name="Google Shape;11788;p135">
            <a:extLst>
              <a:ext uri="{FF2B5EF4-FFF2-40B4-BE49-F238E27FC236}">
                <a16:creationId xmlns:a16="http://schemas.microsoft.com/office/drawing/2014/main" id="{801CB29E-0707-E8B5-F5D7-DB062C92018F}"/>
              </a:ext>
            </a:extLst>
          </p:cNvPr>
          <p:cNvGrpSpPr/>
          <p:nvPr/>
        </p:nvGrpSpPr>
        <p:grpSpPr>
          <a:xfrm>
            <a:off x="6423780" y="3445053"/>
            <a:ext cx="658331" cy="551828"/>
            <a:chOff x="5223611" y="3731112"/>
            <a:chExt cx="371782" cy="274285"/>
          </a:xfrm>
        </p:grpSpPr>
        <p:sp>
          <p:nvSpPr>
            <p:cNvPr id="1163" name="Google Shape;11789;p135">
              <a:extLst>
                <a:ext uri="{FF2B5EF4-FFF2-40B4-BE49-F238E27FC236}">
                  <a16:creationId xmlns:a16="http://schemas.microsoft.com/office/drawing/2014/main" id="{E96BF3B9-5C0B-A3ED-E80B-423E426B217D}"/>
                </a:ext>
              </a:extLst>
            </p:cNvPr>
            <p:cNvSpPr/>
            <p:nvPr/>
          </p:nvSpPr>
          <p:spPr>
            <a:xfrm>
              <a:off x="5223611" y="3731112"/>
              <a:ext cx="371782" cy="274285"/>
            </a:xfrm>
            <a:custGeom>
              <a:avLst/>
              <a:gdLst/>
              <a:ahLst/>
              <a:cxnLst/>
              <a:rect l="l" t="t" r="r" b="b"/>
              <a:pathLst>
                <a:path w="14151" h="10440" extrusionOk="0">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ln w="0"/>
                <a:solidFill>
                  <a:schemeClr val="accent1"/>
                </a:solidFill>
                <a:effectLst>
                  <a:outerShdw blurRad="38100" dist="25400" dir="5400000" algn="ctr" rotWithShape="0">
                    <a:srgbClr val="6E747A">
                      <a:alpha val="43000"/>
                    </a:srgbClr>
                  </a:outerShdw>
                </a:effectLst>
              </a:endParaRPr>
            </a:p>
          </p:txBody>
        </p:sp>
        <p:sp>
          <p:nvSpPr>
            <p:cNvPr id="1164" name="Google Shape;11790;p135">
              <a:extLst>
                <a:ext uri="{FF2B5EF4-FFF2-40B4-BE49-F238E27FC236}">
                  <a16:creationId xmlns:a16="http://schemas.microsoft.com/office/drawing/2014/main" id="{5DC7C586-61A7-9919-E5EB-AAA8169364AB}"/>
                </a:ext>
              </a:extLst>
            </p:cNvPr>
            <p:cNvSpPr/>
            <p:nvPr/>
          </p:nvSpPr>
          <p:spPr>
            <a:xfrm>
              <a:off x="5338236" y="3769391"/>
              <a:ext cx="257155" cy="236006"/>
            </a:xfrm>
            <a:custGeom>
              <a:avLst/>
              <a:gdLst/>
              <a:ahLst/>
              <a:cxnLst/>
              <a:rect l="l" t="t" r="r" b="b"/>
              <a:pathLst>
                <a:path w="9788" h="8983" extrusionOk="0">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2F5F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Tree>
    <p:extLst>
      <p:ext uri="{BB962C8B-B14F-4D97-AF65-F5344CB8AC3E}">
        <p14:creationId xmlns:p14="http://schemas.microsoft.com/office/powerpoint/2010/main" val="30281246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 calcmode="lin" valueType="num">
                                      <p:cBhvr additive="base">
                                        <p:cTn id="7"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8">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fade">
                                      <p:cBhvr>
                                        <p:cTn id="13" dur="1000"/>
                                        <p:tgtEl>
                                          <p:spTgt spid="3"/>
                                        </p:tgtEl>
                                      </p:cBhvr>
                                    </p:animEffect>
                                    <p:anim calcmode="lin" valueType="num">
                                      <p:cBhvr>
                                        <p:cTn id="14" dur="1000" fill="hold"/>
                                        <p:tgtEl>
                                          <p:spTgt spid="3"/>
                                        </p:tgtEl>
                                        <p:attrNameLst>
                                          <p:attrName>ppt_x</p:attrName>
                                        </p:attrNameLst>
                                      </p:cBhvr>
                                      <p:tavLst>
                                        <p:tav tm="0">
                                          <p:val>
                                            <p:strVal val="#ppt_x"/>
                                          </p:val>
                                        </p:tav>
                                        <p:tav tm="100000">
                                          <p:val>
                                            <p:strVal val="#ppt_x"/>
                                          </p:val>
                                        </p:tav>
                                      </p:tavLst>
                                    </p:anim>
                                    <p:anim calcmode="lin" valueType="num">
                                      <p:cBhvr>
                                        <p:cTn id="15" dur="1000" fill="hold"/>
                                        <p:tgtEl>
                                          <p:spTgt spid="3"/>
                                        </p:tgtEl>
                                        <p:attrNameLst>
                                          <p:attrName>ppt_y</p:attrName>
                                        </p:attrNameLst>
                                      </p:cBhvr>
                                      <p:tavLst>
                                        <p:tav tm="0">
                                          <p:val>
                                            <p:strVal val="#ppt_y+.1"/>
                                          </p:val>
                                        </p:tav>
                                        <p:tav tm="100000">
                                          <p:val>
                                            <p:strVal val="#ppt_y"/>
                                          </p:val>
                                        </p:tav>
                                      </p:tavLst>
                                    </p:anim>
                                  </p:childTnLst>
                                </p:cTn>
                              </p:par>
                              <p:par>
                                <p:cTn id="16" presetID="42" presetClass="entr" presetSubtype="0"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fade">
                                      <p:cBhvr>
                                        <p:cTn id="18" dur="1000"/>
                                        <p:tgtEl>
                                          <p:spTgt spid="4"/>
                                        </p:tgtEl>
                                      </p:cBhvr>
                                    </p:animEffect>
                                    <p:anim calcmode="lin" valueType="num">
                                      <p:cBhvr>
                                        <p:cTn id="19" dur="1000" fill="hold"/>
                                        <p:tgtEl>
                                          <p:spTgt spid="4"/>
                                        </p:tgtEl>
                                        <p:attrNameLst>
                                          <p:attrName>ppt_x</p:attrName>
                                        </p:attrNameLst>
                                      </p:cBhvr>
                                      <p:tavLst>
                                        <p:tav tm="0">
                                          <p:val>
                                            <p:strVal val="#ppt_x"/>
                                          </p:val>
                                        </p:tav>
                                        <p:tav tm="100000">
                                          <p:val>
                                            <p:strVal val="#ppt_x"/>
                                          </p:val>
                                        </p:tav>
                                      </p:tavLst>
                                    </p:anim>
                                    <p:anim calcmode="lin" valueType="num">
                                      <p:cBhvr>
                                        <p:cTn id="20" dur="1000" fill="hold"/>
                                        <p:tgtEl>
                                          <p:spTgt spid="4"/>
                                        </p:tgtEl>
                                        <p:attrNameLst>
                                          <p:attrName>ppt_y</p:attrName>
                                        </p:attrNameLst>
                                      </p:cBhvr>
                                      <p:tavLst>
                                        <p:tav tm="0">
                                          <p:val>
                                            <p:strVal val="#ppt_y+.1"/>
                                          </p:val>
                                        </p:tav>
                                        <p:tav tm="100000">
                                          <p:val>
                                            <p:strVal val="#ppt_y"/>
                                          </p:val>
                                        </p:tav>
                                      </p:tavLst>
                                    </p:anim>
                                  </p:childTnLst>
                                </p:cTn>
                              </p:par>
                              <p:par>
                                <p:cTn id="21" presetID="42" presetClass="entr" presetSubtype="0" fill="hold" nodeType="with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1000"/>
                                        <p:tgtEl>
                                          <p:spTgt spid="5"/>
                                        </p:tgtEl>
                                      </p:cBhvr>
                                    </p:animEffect>
                                    <p:anim calcmode="lin" valueType="num">
                                      <p:cBhvr>
                                        <p:cTn id="24" dur="1000" fill="hold"/>
                                        <p:tgtEl>
                                          <p:spTgt spid="5"/>
                                        </p:tgtEl>
                                        <p:attrNameLst>
                                          <p:attrName>ppt_x</p:attrName>
                                        </p:attrNameLst>
                                      </p:cBhvr>
                                      <p:tavLst>
                                        <p:tav tm="0">
                                          <p:val>
                                            <p:strVal val="#ppt_x"/>
                                          </p:val>
                                        </p:tav>
                                        <p:tav tm="100000">
                                          <p:val>
                                            <p:strVal val="#ppt_x"/>
                                          </p:val>
                                        </p:tav>
                                      </p:tavLst>
                                    </p:anim>
                                    <p:anim calcmode="lin" valueType="num">
                                      <p:cBhvr>
                                        <p:cTn id="25" dur="1000" fill="hold"/>
                                        <p:tgtEl>
                                          <p:spTgt spid="5"/>
                                        </p:tgtEl>
                                        <p:attrNameLst>
                                          <p:attrName>ppt_y</p:attrName>
                                        </p:attrNameLst>
                                      </p:cBhvr>
                                      <p:tavLst>
                                        <p:tav tm="0">
                                          <p:val>
                                            <p:strVal val="#ppt_y+.1"/>
                                          </p:val>
                                        </p:tav>
                                        <p:tav tm="100000">
                                          <p:val>
                                            <p:strVal val="#ppt_y"/>
                                          </p:val>
                                        </p:tav>
                                      </p:tavLst>
                                    </p:anim>
                                  </p:childTnLst>
                                </p:cTn>
                              </p:par>
                              <p:par>
                                <p:cTn id="26" presetID="42" presetClass="entr" presetSubtype="0" fill="hold" grpId="0" nodeType="with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par>
                                <p:cTn id="31" presetID="42" presetClass="entr" presetSubtype="0" fill="hold" nodeType="with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fade">
                                      <p:cBhvr>
                                        <p:cTn id="33" dur="1000"/>
                                        <p:tgtEl>
                                          <p:spTgt spid="9"/>
                                        </p:tgtEl>
                                      </p:cBhvr>
                                    </p:animEffect>
                                    <p:anim calcmode="lin" valueType="num">
                                      <p:cBhvr>
                                        <p:cTn id="34" dur="1000" fill="hold"/>
                                        <p:tgtEl>
                                          <p:spTgt spid="9"/>
                                        </p:tgtEl>
                                        <p:attrNameLst>
                                          <p:attrName>ppt_x</p:attrName>
                                        </p:attrNameLst>
                                      </p:cBhvr>
                                      <p:tavLst>
                                        <p:tav tm="0">
                                          <p:val>
                                            <p:strVal val="#ppt_x"/>
                                          </p:val>
                                        </p:tav>
                                        <p:tav tm="100000">
                                          <p:val>
                                            <p:strVal val="#ppt_x"/>
                                          </p:val>
                                        </p:tav>
                                      </p:tavLst>
                                    </p:anim>
                                    <p:anim calcmode="lin" valueType="num">
                                      <p:cBhvr>
                                        <p:cTn id="35" dur="1000" fill="hold"/>
                                        <p:tgtEl>
                                          <p:spTgt spid="9"/>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17"/>
                                        </p:tgtEl>
                                        <p:attrNameLst>
                                          <p:attrName>style.visibility</p:attrName>
                                        </p:attrNameLst>
                                      </p:cBhvr>
                                      <p:to>
                                        <p:strVal val="visible"/>
                                      </p:to>
                                    </p:set>
                                    <p:animEffect transition="in" filter="fade">
                                      <p:cBhvr>
                                        <p:cTn id="38" dur="1000"/>
                                        <p:tgtEl>
                                          <p:spTgt spid="17"/>
                                        </p:tgtEl>
                                      </p:cBhvr>
                                    </p:animEffect>
                                    <p:anim calcmode="lin" valueType="num">
                                      <p:cBhvr>
                                        <p:cTn id="39" dur="1000" fill="hold"/>
                                        <p:tgtEl>
                                          <p:spTgt spid="17"/>
                                        </p:tgtEl>
                                        <p:attrNameLst>
                                          <p:attrName>ppt_x</p:attrName>
                                        </p:attrNameLst>
                                      </p:cBhvr>
                                      <p:tavLst>
                                        <p:tav tm="0">
                                          <p:val>
                                            <p:strVal val="#ppt_x"/>
                                          </p:val>
                                        </p:tav>
                                        <p:tav tm="100000">
                                          <p:val>
                                            <p:strVal val="#ppt_x"/>
                                          </p:val>
                                        </p:tav>
                                      </p:tavLst>
                                    </p:anim>
                                    <p:anim calcmode="lin" valueType="num">
                                      <p:cBhvr>
                                        <p:cTn id="40" dur="1000" fill="hold"/>
                                        <p:tgtEl>
                                          <p:spTgt spid="17"/>
                                        </p:tgtEl>
                                        <p:attrNameLst>
                                          <p:attrName>ppt_y</p:attrName>
                                        </p:attrNameLst>
                                      </p:cBhvr>
                                      <p:tavLst>
                                        <p:tav tm="0">
                                          <p:val>
                                            <p:strVal val="#ppt_y+.1"/>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fade">
                                      <p:cBhvr>
                                        <p:cTn id="43" dur="1000"/>
                                        <p:tgtEl>
                                          <p:spTgt spid="20"/>
                                        </p:tgtEl>
                                      </p:cBhvr>
                                    </p:animEffect>
                                    <p:anim calcmode="lin" valueType="num">
                                      <p:cBhvr>
                                        <p:cTn id="44" dur="1000" fill="hold"/>
                                        <p:tgtEl>
                                          <p:spTgt spid="20"/>
                                        </p:tgtEl>
                                        <p:attrNameLst>
                                          <p:attrName>ppt_x</p:attrName>
                                        </p:attrNameLst>
                                      </p:cBhvr>
                                      <p:tavLst>
                                        <p:tav tm="0">
                                          <p:val>
                                            <p:strVal val="#ppt_x"/>
                                          </p:val>
                                        </p:tav>
                                        <p:tav tm="100000">
                                          <p:val>
                                            <p:strVal val="#ppt_x"/>
                                          </p:val>
                                        </p:tav>
                                      </p:tavLst>
                                    </p:anim>
                                    <p:anim calcmode="lin" valueType="num">
                                      <p:cBhvr>
                                        <p:cTn id="45" dur="1000" fill="hold"/>
                                        <p:tgtEl>
                                          <p:spTgt spid="20"/>
                                        </p:tgtEl>
                                        <p:attrNameLst>
                                          <p:attrName>ppt_y</p:attrName>
                                        </p:attrNameLst>
                                      </p:cBhvr>
                                      <p:tavLst>
                                        <p:tav tm="0">
                                          <p:val>
                                            <p:strVal val="#ppt_y+.1"/>
                                          </p:val>
                                        </p:tav>
                                        <p:tav tm="100000">
                                          <p:val>
                                            <p:strVal val="#ppt_y"/>
                                          </p:val>
                                        </p:tav>
                                      </p:tavLst>
                                    </p:anim>
                                  </p:childTnLst>
                                </p:cTn>
                              </p:par>
                              <p:par>
                                <p:cTn id="46" presetID="42" presetClass="entr" presetSubtype="0" fill="hold" nodeType="withEffect">
                                  <p:stCondLst>
                                    <p:cond delay="0"/>
                                  </p:stCondLst>
                                  <p:childTnLst>
                                    <p:set>
                                      <p:cBhvr>
                                        <p:cTn id="47" dur="1" fill="hold">
                                          <p:stCondLst>
                                            <p:cond delay="0"/>
                                          </p:stCondLst>
                                        </p:cTn>
                                        <p:tgtEl>
                                          <p:spTgt spid="21"/>
                                        </p:tgtEl>
                                        <p:attrNameLst>
                                          <p:attrName>style.visibility</p:attrName>
                                        </p:attrNameLst>
                                      </p:cBhvr>
                                      <p:to>
                                        <p:strVal val="visible"/>
                                      </p:to>
                                    </p:set>
                                    <p:animEffect transition="in" filter="fade">
                                      <p:cBhvr>
                                        <p:cTn id="48" dur="1000"/>
                                        <p:tgtEl>
                                          <p:spTgt spid="21"/>
                                        </p:tgtEl>
                                      </p:cBhvr>
                                    </p:animEffect>
                                    <p:anim calcmode="lin" valueType="num">
                                      <p:cBhvr>
                                        <p:cTn id="49" dur="1000" fill="hold"/>
                                        <p:tgtEl>
                                          <p:spTgt spid="21"/>
                                        </p:tgtEl>
                                        <p:attrNameLst>
                                          <p:attrName>ppt_x</p:attrName>
                                        </p:attrNameLst>
                                      </p:cBhvr>
                                      <p:tavLst>
                                        <p:tav tm="0">
                                          <p:val>
                                            <p:strVal val="#ppt_x"/>
                                          </p:val>
                                        </p:tav>
                                        <p:tav tm="100000">
                                          <p:val>
                                            <p:strVal val="#ppt_x"/>
                                          </p:val>
                                        </p:tav>
                                      </p:tavLst>
                                    </p:anim>
                                    <p:anim calcmode="lin" valueType="num">
                                      <p:cBhvr>
                                        <p:cTn id="50" dur="1000" fill="hold"/>
                                        <p:tgtEl>
                                          <p:spTgt spid="21"/>
                                        </p:tgtEl>
                                        <p:attrNameLst>
                                          <p:attrName>ppt_y</p:attrName>
                                        </p:attrNameLst>
                                      </p:cBhvr>
                                      <p:tavLst>
                                        <p:tav tm="0">
                                          <p:val>
                                            <p:strVal val="#ppt_y+.1"/>
                                          </p:val>
                                        </p:tav>
                                        <p:tav tm="100000">
                                          <p:val>
                                            <p:strVal val="#ppt_y"/>
                                          </p:val>
                                        </p:tav>
                                      </p:tavLst>
                                    </p:anim>
                                  </p:childTnLst>
                                </p:cTn>
                              </p:par>
                              <p:par>
                                <p:cTn id="51" presetID="42" presetClass="entr" presetSubtype="0" fill="hold" grpId="0" nodeType="withEffect">
                                  <p:stCondLst>
                                    <p:cond delay="0"/>
                                  </p:stCondLst>
                                  <p:childTnLst>
                                    <p:set>
                                      <p:cBhvr>
                                        <p:cTn id="52" dur="1" fill="hold">
                                          <p:stCondLst>
                                            <p:cond delay="0"/>
                                          </p:stCondLst>
                                        </p:cTn>
                                        <p:tgtEl>
                                          <p:spTgt spid="22"/>
                                        </p:tgtEl>
                                        <p:attrNameLst>
                                          <p:attrName>style.visibility</p:attrName>
                                        </p:attrNameLst>
                                      </p:cBhvr>
                                      <p:to>
                                        <p:strVal val="visible"/>
                                      </p:to>
                                    </p:set>
                                    <p:animEffect transition="in" filter="fade">
                                      <p:cBhvr>
                                        <p:cTn id="53" dur="1000"/>
                                        <p:tgtEl>
                                          <p:spTgt spid="22"/>
                                        </p:tgtEl>
                                      </p:cBhvr>
                                    </p:animEffect>
                                    <p:anim calcmode="lin" valueType="num">
                                      <p:cBhvr>
                                        <p:cTn id="54" dur="1000" fill="hold"/>
                                        <p:tgtEl>
                                          <p:spTgt spid="22"/>
                                        </p:tgtEl>
                                        <p:attrNameLst>
                                          <p:attrName>ppt_x</p:attrName>
                                        </p:attrNameLst>
                                      </p:cBhvr>
                                      <p:tavLst>
                                        <p:tav tm="0">
                                          <p:val>
                                            <p:strVal val="#ppt_x"/>
                                          </p:val>
                                        </p:tav>
                                        <p:tav tm="100000">
                                          <p:val>
                                            <p:strVal val="#ppt_x"/>
                                          </p:val>
                                        </p:tav>
                                      </p:tavLst>
                                    </p:anim>
                                    <p:anim calcmode="lin" valueType="num">
                                      <p:cBhvr>
                                        <p:cTn id="55" dur="1000" fill="hold"/>
                                        <p:tgtEl>
                                          <p:spTgt spid="22"/>
                                        </p:tgtEl>
                                        <p:attrNameLst>
                                          <p:attrName>ppt_y</p:attrName>
                                        </p:attrNameLst>
                                      </p:cBhvr>
                                      <p:tavLst>
                                        <p:tav tm="0">
                                          <p:val>
                                            <p:strVal val="#ppt_y+.1"/>
                                          </p:val>
                                        </p:tav>
                                        <p:tav tm="100000">
                                          <p:val>
                                            <p:strVal val="#ppt_y"/>
                                          </p:val>
                                        </p:tav>
                                      </p:tavLst>
                                    </p:anim>
                                  </p:childTnLst>
                                </p:cTn>
                              </p:par>
                              <p:par>
                                <p:cTn id="56" presetID="42" presetClass="entr" presetSubtype="0" fill="hold" nodeType="withEffect">
                                  <p:stCondLst>
                                    <p:cond delay="0"/>
                                  </p:stCondLst>
                                  <p:childTnLst>
                                    <p:set>
                                      <p:cBhvr>
                                        <p:cTn id="57" dur="1" fill="hold">
                                          <p:stCondLst>
                                            <p:cond delay="0"/>
                                          </p:stCondLst>
                                        </p:cTn>
                                        <p:tgtEl>
                                          <p:spTgt spid="23"/>
                                        </p:tgtEl>
                                        <p:attrNameLst>
                                          <p:attrName>style.visibility</p:attrName>
                                        </p:attrNameLst>
                                      </p:cBhvr>
                                      <p:to>
                                        <p:strVal val="visible"/>
                                      </p:to>
                                    </p:set>
                                    <p:animEffect transition="in" filter="fade">
                                      <p:cBhvr>
                                        <p:cTn id="58" dur="1000"/>
                                        <p:tgtEl>
                                          <p:spTgt spid="23"/>
                                        </p:tgtEl>
                                      </p:cBhvr>
                                    </p:animEffect>
                                    <p:anim calcmode="lin" valueType="num">
                                      <p:cBhvr>
                                        <p:cTn id="59" dur="1000" fill="hold"/>
                                        <p:tgtEl>
                                          <p:spTgt spid="23"/>
                                        </p:tgtEl>
                                        <p:attrNameLst>
                                          <p:attrName>ppt_x</p:attrName>
                                        </p:attrNameLst>
                                      </p:cBhvr>
                                      <p:tavLst>
                                        <p:tav tm="0">
                                          <p:val>
                                            <p:strVal val="#ppt_x"/>
                                          </p:val>
                                        </p:tav>
                                        <p:tav tm="100000">
                                          <p:val>
                                            <p:strVal val="#ppt_x"/>
                                          </p:val>
                                        </p:tav>
                                      </p:tavLst>
                                    </p:anim>
                                    <p:anim calcmode="lin" valueType="num">
                                      <p:cBhvr>
                                        <p:cTn id="60" dur="1000" fill="hold"/>
                                        <p:tgtEl>
                                          <p:spTgt spid="23"/>
                                        </p:tgtEl>
                                        <p:attrNameLst>
                                          <p:attrName>ppt_y</p:attrName>
                                        </p:attrNameLst>
                                      </p:cBhvr>
                                      <p:tavLst>
                                        <p:tav tm="0">
                                          <p:val>
                                            <p:strVal val="#ppt_y+.1"/>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26"/>
                                        </p:tgtEl>
                                        <p:attrNameLst>
                                          <p:attrName>style.visibility</p:attrName>
                                        </p:attrNameLst>
                                      </p:cBhvr>
                                      <p:to>
                                        <p:strVal val="visible"/>
                                      </p:to>
                                    </p:set>
                                    <p:animEffect transition="in" filter="fade">
                                      <p:cBhvr>
                                        <p:cTn id="63" dur="1000"/>
                                        <p:tgtEl>
                                          <p:spTgt spid="26"/>
                                        </p:tgtEl>
                                      </p:cBhvr>
                                    </p:animEffect>
                                    <p:anim calcmode="lin" valueType="num">
                                      <p:cBhvr>
                                        <p:cTn id="64" dur="1000" fill="hold"/>
                                        <p:tgtEl>
                                          <p:spTgt spid="26"/>
                                        </p:tgtEl>
                                        <p:attrNameLst>
                                          <p:attrName>ppt_x</p:attrName>
                                        </p:attrNameLst>
                                      </p:cBhvr>
                                      <p:tavLst>
                                        <p:tav tm="0">
                                          <p:val>
                                            <p:strVal val="#ppt_x"/>
                                          </p:val>
                                        </p:tav>
                                        <p:tav tm="100000">
                                          <p:val>
                                            <p:strVal val="#ppt_x"/>
                                          </p:val>
                                        </p:tav>
                                      </p:tavLst>
                                    </p:anim>
                                    <p:anim calcmode="lin" valueType="num">
                                      <p:cBhvr>
                                        <p:cTn id="65" dur="1000" fill="hold"/>
                                        <p:tgtEl>
                                          <p:spTgt spid="26"/>
                                        </p:tgtEl>
                                        <p:attrNameLst>
                                          <p:attrName>ppt_y</p:attrName>
                                        </p:attrNameLst>
                                      </p:cBhvr>
                                      <p:tavLst>
                                        <p:tav tm="0">
                                          <p:val>
                                            <p:strVal val="#ppt_y+.1"/>
                                          </p:val>
                                        </p:tav>
                                        <p:tav tm="100000">
                                          <p:val>
                                            <p:strVal val="#ppt_y"/>
                                          </p:val>
                                        </p:tav>
                                      </p:tavLst>
                                    </p:anim>
                                  </p:childTnLst>
                                </p:cTn>
                              </p:par>
                              <p:par>
                                <p:cTn id="66" presetID="42" presetClass="entr" presetSubtype="0" fill="hold" grpId="0" nodeType="withEffect">
                                  <p:stCondLst>
                                    <p:cond delay="0"/>
                                  </p:stCondLst>
                                  <p:childTnLst>
                                    <p:set>
                                      <p:cBhvr>
                                        <p:cTn id="67" dur="1" fill="hold">
                                          <p:stCondLst>
                                            <p:cond delay="0"/>
                                          </p:stCondLst>
                                        </p:cTn>
                                        <p:tgtEl>
                                          <p:spTgt spid="30"/>
                                        </p:tgtEl>
                                        <p:attrNameLst>
                                          <p:attrName>style.visibility</p:attrName>
                                        </p:attrNameLst>
                                      </p:cBhvr>
                                      <p:to>
                                        <p:strVal val="visible"/>
                                      </p:to>
                                    </p:set>
                                    <p:animEffect transition="in" filter="fade">
                                      <p:cBhvr>
                                        <p:cTn id="68" dur="1000"/>
                                        <p:tgtEl>
                                          <p:spTgt spid="30"/>
                                        </p:tgtEl>
                                      </p:cBhvr>
                                    </p:animEffect>
                                    <p:anim calcmode="lin" valueType="num">
                                      <p:cBhvr>
                                        <p:cTn id="69" dur="1000" fill="hold"/>
                                        <p:tgtEl>
                                          <p:spTgt spid="30"/>
                                        </p:tgtEl>
                                        <p:attrNameLst>
                                          <p:attrName>ppt_x</p:attrName>
                                        </p:attrNameLst>
                                      </p:cBhvr>
                                      <p:tavLst>
                                        <p:tav tm="0">
                                          <p:val>
                                            <p:strVal val="#ppt_x"/>
                                          </p:val>
                                        </p:tav>
                                        <p:tav tm="100000">
                                          <p:val>
                                            <p:strVal val="#ppt_x"/>
                                          </p:val>
                                        </p:tav>
                                      </p:tavLst>
                                    </p:anim>
                                    <p:anim calcmode="lin" valueType="num">
                                      <p:cBhvr>
                                        <p:cTn id="70" dur="1000" fill="hold"/>
                                        <p:tgtEl>
                                          <p:spTgt spid="30"/>
                                        </p:tgtEl>
                                        <p:attrNameLst>
                                          <p:attrName>ppt_y</p:attrName>
                                        </p:attrNameLst>
                                      </p:cBhvr>
                                      <p:tavLst>
                                        <p:tav tm="0">
                                          <p:val>
                                            <p:strVal val="#ppt_y+.1"/>
                                          </p:val>
                                        </p:tav>
                                        <p:tav tm="100000">
                                          <p:val>
                                            <p:strVal val="#ppt_y"/>
                                          </p:val>
                                        </p:tav>
                                      </p:tavLst>
                                    </p:anim>
                                  </p:childTnLst>
                                </p:cTn>
                              </p:par>
                              <p:par>
                                <p:cTn id="71" presetID="42" presetClass="entr" presetSubtype="0" fill="hold" nodeType="withEffect">
                                  <p:stCondLst>
                                    <p:cond delay="0"/>
                                  </p:stCondLst>
                                  <p:childTnLst>
                                    <p:set>
                                      <p:cBhvr>
                                        <p:cTn id="72" dur="1" fill="hold">
                                          <p:stCondLst>
                                            <p:cond delay="0"/>
                                          </p:stCondLst>
                                        </p:cTn>
                                        <p:tgtEl>
                                          <p:spTgt spid="37"/>
                                        </p:tgtEl>
                                        <p:attrNameLst>
                                          <p:attrName>style.visibility</p:attrName>
                                        </p:attrNameLst>
                                      </p:cBhvr>
                                      <p:to>
                                        <p:strVal val="visible"/>
                                      </p:to>
                                    </p:set>
                                    <p:animEffect transition="in" filter="fade">
                                      <p:cBhvr>
                                        <p:cTn id="73" dur="1000"/>
                                        <p:tgtEl>
                                          <p:spTgt spid="37"/>
                                        </p:tgtEl>
                                      </p:cBhvr>
                                    </p:animEffect>
                                    <p:anim calcmode="lin" valueType="num">
                                      <p:cBhvr>
                                        <p:cTn id="74" dur="1000" fill="hold"/>
                                        <p:tgtEl>
                                          <p:spTgt spid="37"/>
                                        </p:tgtEl>
                                        <p:attrNameLst>
                                          <p:attrName>ppt_x</p:attrName>
                                        </p:attrNameLst>
                                      </p:cBhvr>
                                      <p:tavLst>
                                        <p:tav tm="0">
                                          <p:val>
                                            <p:strVal val="#ppt_x"/>
                                          </p:val>
                                        </p:tav>
                                        <p:tav tm="100000">
                                          <p:val>
                                            <p:strVal val="#ppt_x"/>
                                          </p:val>
                                        </p:tav>
                                      </p:tavLst>
                                    </p:anim>
                                    <p:anim calcmode="lin" valueType="num">
                                      <p:cBhvr>
                                        <p:cTn id="75" dur="1000" fill="hold"/>
                                        <p:tgtEl>
                                          <p:spTgt spid="37"/>
                                        </p:tgtEl>
                                        <p:attrNameLst>
                                          <p:attrName>ppt_y</p:attrName>
                                        </p:attrNameLst>
                                      </p:cBhvr>
                                      <p:tavLst>
                                        <p:tav tm="0">
                                          <p:val>
                                            <p:strVal val="#ppt_y+.1"/>
                                          </p:val>
                                        </p:tav>
                                        <p:tav tm="100000">
                                          <p:val>
                                            <p:strVal val="#ppt_y"/>
                                          </p:val>
                                        </p:tav>
                                      </p:tavLst>
                                    </p:anim>
                                  </p:childTnLst>
                                </p:cTn>
                              </p:par>
                            </p:childTnLst>
                          </p:cTn>
                        </p:par>
                      </p:childTnLst>
                    </p:cTn>
                  </p:par>
                  <p:par>
                    <p:cTn id="76" fill="hold">
                      <p:stCondLst>
                        <p:cond delay="indefinite"/>
                      </p:stCondLst>
                      <p:childTnLst>
                        <p:par>
                          <p:cTn id="77" fill="hold">
                            <p:stCondLst>
                              <p:cond delay="0"/>
                            </p:stCondLst>
                            <p:childTnLst>
                              <p:par>
                                <p:cTn id="78" presetID="42" presetClass="entr" presetSubtype="0" fill="hold" grpId="0" nodeType="clickEffect">
                                  <p:stCondLst>
                                    <p:cond delay="0"/>
                                  </p:stCondLst>
                                  <p:childTnLst>
                                    <p:set>
                                      <p:cBhvr>
                                        <p:cTn id="79" dur="1" fill="hold">
                                          <p:stCondLst>
                                            <p:cond delay="0"/>
                                          </p:stCondLst>
                                        </p:cTn>
                                        <p:tgtEl>
                                          <p:spTgt spid="44"/>
                                        </p:tgtEl>
                                        <p:attrNameLst>
                                          <p:attrName>style.visibility</p:attrName>
                                        </p:attrNameLst>
                                      </p:cBhvr>
                                      <p:to>
                                        <p:strVal val="visible"/>
                                      </p:to>
                                    </p:set>
                                    <p:animEffect transition="in" filter="fade">
                                      <p:cBhvr>
                                        <p:cTn id="80" dur="1000"/>
                                        <p:tgtEl>
                                          <p:spTgt spid="44"/>
                                        </p:tgtEl>
                                      </p:cBhvr>
                                    </p:animEffect>
                                    <p:anim calcmode="lin" valueType="num">
                                      <p:cBhvr>
                                        <p:cTn id="81" dur="1000" fill="hold"/>
                                        <p:tgtEl>
                                          <p:spTgt spid="44"/>
                                        </p:tgtEl>
                                        <p:attrNameLst>
                                          <p:attrName>ppt_x</p:attrName>
                                        </p:attrNameLst>
                                      </p:cBhvr>
                                      <p:tavLst>
                                        <p:tav tm="0">
                                          <p:val>
                                            <p:strVal val="#ppt_x"/>
                                          </p:val>
                                        </p:tav>
                                        <p:tav tm="100000">
                                          <p:val>
                                            <p:strVal val="#ppt_x"/>
                                          </p:val>
                                        </p:tav>
                                      </p:tavLst>
                                    </p:anim>
                                    <p:anim calcmode="lin" valueType="num">
                                      <p:cBhvr>
                                        <p:cTn id="82" dur="1000" fill="hold"/>
                                        <p:tgtEl>
                                          <p:spTgt spid="44"/>
                                        </p:tgtEl>
                                        <p:attrNameLst>
                                          <p:attrName>ppt_y</p:attrName>
                                        </p:attrNameLst>
                                      </p:cBhvr>
                                      <p:tavLst>
                                        <p:tav tm="0">
                                          <p:val>
                                            <p:strVal val="#ppt_y+.1"/>
                                          </p:val>
                                        </p:tav>
                                        <p:tav tm="100000">
                                          <p:val>
                                            <p:strVal val="#ppt_y"/>
                                          </p:val>
                                        </p:tav>
                                      </p:tavLst>
                                    </p:anim>
                                  </p:childTnLst>
                                </p:cTn>
                              </p:par>
                              <p:par>
                                <p:cTn id="83" presetID="42" presetClass="entr" presetSubtype="0" fill="hold" grpId="0" nodeType="withEffect">
                                  <p:stCondLst>
                                    <p:cond delay="0"/>
                                  </p:stCondLst>
                                  <p:childTnLst>
                                    <p:set>
                                      <p:cBhvr>
                                        <p:cTn id="84" dur="1" fill="hold">
                                          <p:stCondLst>
                                            <p:cond delay="0"/>
                                          </p:stCondLst>
                                        </p:cTn>
                                        <p:tgtEl>
                                          <p:spTgt spid="45"/>
                                        </p:tgtEl>
                                        <p:attrNameLst>
                                          <p:attrName>style.visibility</p:attrName>
                                        </p:attrNameLst>
                                      </p:cBhvr>
                                      <p:to>
                                        <p:strVal val="visible"/>
                                      </p:to>
                                    </p:set>
                                    <p:animEffect transition="in" filter="fade">
                                      <p:cBhvr>
                                        <p:cTn id="85" dur="1000"/>
                                        <p:tgtEl>
                                          <p:spTgt spid="45"/>
                                        </p:tgtEl>
                                      </p:cBhvr>
                                    </p:animEffect>
                                    <p:anim calcmode="lin" valueType="num">
                                      <p:cBhvr>
                                        <p:cTn id="86" dur="1000" fill="hold"/>
                                        <p:tgtEl>
                                          <p:spTgt spid="45"/>
                                        </p:tgtEl>
                                        <p:attrNameLst>
                                          <p:attrName>ppt_x</p:attrName>
                                        </p:attrNameLst>
                                      </p:cBhvr>
                                      <p:tavLst>
                                        <p:tav tm="0">
                                          <p:val>
                                            <p:strVal val="#ppt_x"/>
                                          </p:val>
                                        </p:tav>
                                        <p:tav tm="100000">
                                          <p:val>
                                            <p:strVal val="#ppt_x"/>
                                          </p:val>
                                        </p:tav>
                                      </p:tavLst>
                                    </p:anim>
                                    <p:anim calcmode="lin" valueType="num">
                                      <p:cBhvr>
                                        <p:cTn id="87" dur="1000" fill="hold"/>
                                        <p:tgtEl>
                                          <p:spTgt spid="45"/>
                                        </p:tgtEl>
                                        <p:attrNameLst>
                                          <p:attrName>ppt_y</p:attrName>
                                        </p:attrNameLst>
                                      </p:cBhvr>
                                      <p:tavLst>
                                        <p:tav tm="0">
                                          <p:val>
                                            <p:strVal val="#ppt_y+.1"/>
                                          </p:val>
                                        </p:tav>
                                        <p:tav tm="100000">
                                          <p:val>
                                            <p:strVal val="#ppt_y"/>
                                          </p:val>
                                        </p:tav>
                                      </p:tavLst>
                                    </p:anim>
                                  </p:childTnLst>
                                </p:cTn>
                              </p:par>
                              <p:par>
                                <p:cTn id="88" presetID="42" presetClass="entr" presetSubtype="0" fill="hold" nodeType="withEffect">
                                  <p:stCondLst>
                                    <p:cond delay="0"/>
                                  </p:stCondLst>
                                  <p:childTnLst>
                                    <p:set>
                                      <p:cBhvr>
                                        <p:cTn id="89" dur="1" fill="hold">
                                          <p:stCondLst>
                                            <p:cond delay="0"/>
                                          </p:stCondLst>
                                        </p:cTn>
                                        <p:tgtEl>
                                          <p:spTgt spid="46"/>
                                        </p:tgtEl>
                                        <p:attrNameLst>
                                          <p:attrName>style.visibility</p:attrName>
                                        </p:attrNameLst>
                                      </p:cBhvr>
                                      <p:to>
                                        <p:strVal val="visible"/>
                                      </p:to>
                                    </p:set>
                                    <p:animEffect transition="in" filter="fade">
                                      <p:cBhvr>
                                        <p:cTn id="90" dur="1000"/>
                                        <p:tgtEl>
                                          <p:spTgt spid="46"/>
                                        </p:tgtEl>
                                      </p:cBhvr>
                                    </p:animEffect>
                                    <p:anim calcmode="lin" valueType="num">
                                      <p:cBhvr>
                                        <p:cTn id="91" dur="1000" fill="hold"/>
                                        <p:tgtEl>
                                          <p:spTgt spid="46"/>
                                        </p:tgtEl>
                                        <p:attrNameLst>
                                          <p:attrName>ppt_x</p:attrName>
                                        </p:attrNameLst>
                                      </p:cBhvr>
                                      <p:tavLst>
                                        <p:tav tm="0">
                                          <p:val>
                                            <p:strVal val="#ppt_x"/>
                                          </p:val>
                                        </p:tav>
                                        <p:tav tm="100000">
                                          <p:val>
                                            <p:strVal val="#ppt_x"/>
                                          </p:val>
                                        </p:tav>
                                      </p:tavLst>
                                    </p:anim>
                                    <p:anim calcmode="lin" valueType="num">
                                      <p:cBhvr>
                                        <p:cTn id="92" dur="1000" fill="hold"/>
                                        <p:tgtEl>
                                          <p:spTgt spid="46"/>
                                        </p:tgtEl>
                                        <p:attrNameLst>
                                          <p:attrName>ppt_y</p:attrName>
                                        </p:attrNameLst>
                                      </p:cBhvr>
                                      <p:tavLst>
                                        <p:tav tm="0">
                                          <p:val>
                                            <p:strVal val="#ppt_y+.1"/>
                                          </p:val>
                                        </p:tav>
                                        <p:tav tm="100000">
                                          <p:val>
                                            <p:strVal val="#ppt_y"/>
                                          </p:val>
                                        </p:tav>
                                      </p:tavLst>
                                    </p:anim>
                                  </p:childTnLst>
                                </p:cTn>
                              </p:par>
                              <p:par>
                                <p:cTn id="93" presetID="42" presetClass="entr" presetSubtype="0" fill="hold" grpId="0" nodeType="withEffect">
                                  <p:stCondLst>
                                    <p:cond delay="0"/>
                                  </p:stCondLst>
                                  <p:childTnLst>
                                    <p:set>
                                      <p:cBhvr>
                                        <p:cTn id="94" dur="1" fill="hold">
                                          <p:stCondLst>
                                            <p:cond delay="0"/>
                                          </p:stCondLst>
                                        </p:cTn>
                                        <p:tgtEl>
                                          <p:spTgt spid="49"/>
                                        </p:tgtEl>
                                        <p:attrNameLst>
                                          <p:attrName>style.visibility</p:attrName>
                                        </p:attrNameLst>
                                      </p:cBhvr>
                                      <p:to>
                                        <p:strVal val="visible"/>
                                      </p:to>
                                    </p:set>
                                    <p:animEffect transition="in" filter="fade">
                                      <p:cBhvr>
                                        <p:cTn id="95" dur="1000"/>
                                        <p:tgtEl>
                                          <p:spTgt spid="49"/>
                                        </p:tgtEl>
                                      </p:cBhvr>
                                    </p:animEffect>
                                    <p:anim calcmode="lin" valueType="num">
                                      <p:cBhvr>
                                        <p:cTn id="96" dur="1000" fill="hold"/>
                                        <p:tgtEl>
                                          <p:spTgt spid="49"/>
                                        </p:tgtEl>
                                        <p:attrNameLst>
                                          <p:attrName>ppt_x</p:attrName>
                                        </p:attrNameLst>
                                      </p:cBhvr>
                                      <p:tavLst>
                                        <p:tav tm="0">
                                          <p:val>
                                            <p:strVal val="#ppt_x"/>
                                          </p:val>
                                        </p:tav>
                                        <p:tav tm="100000">
                                          <p:val>
                                            <p:strVal val="#ppt_x"/>
                                          </p:val>
                                        </p:tav>
                                      </p:tavLst>
                                    </p:anim>
                                    <p:anim calcmode="lin" valueType="num">
                                      <p:cBhvr>
                                        <p:cTn id="97" dur="1000" fill="hold"/>
                                        <p:tgtEl>
                                          <p:spTgt spid="49"/>
                                        </p:tgtEl>
                                        <p:attrNameLst>
                                          <p:attrName>ppt_y</p:attrName>
                                        </p:attrNameLst>
                                      </p:cBhvr>
                                      <p:tavLst>
                                        <p:tav tm="0">
                                          <p:val>
                                            <p:strVal val="#ppt_y+.1"/>
                                          </p:val>
                                        </p:tav>
                                        <p:tav tm="100000">
                                          <p:val>
                                            <p:strVal val="#ppt_y"/>
                                          </p:val>
                                        </p:tav>
                                      </p:tavLst>
                                    </p:anim>
                                  </p:childTnLst>
                                </p:cTn>
                              </p:par>
                              <p:par>
                                <p:cTn id="98" presetID="42" presetClass="entr" presetSubtype="0" fill="hold" nodeType="withEffect">
                                  <p:stCondLst>
                                    <p:cond delay="0"/>
                                  </p:stCondLst>
                                  <p:childTnLst>
                                    <p:set>
                                      <p:cBhvr>
                                        <p:cTn id="99" dur="1" fill="hold">
                                          <p:stCondLst>
                                            <p:cond delay="0"/>
                                          </p:stCondLst>
                                        </p:cTn>
                                        <p:tgtEl>
                                          <p:spTgt spid="50"/>
                                        </p:tgtEl>
                                        <p:attrNameLst>
                                          <p:attrName>style.visibility</p:attrName>
                                        </p:attrNameLst>
                                      </p:cBhvr>
                                      <p:to>
                                        <p:strVal val="visible"/>
                                      </p:to>
                                    </p:set>
                                    <p:animEffect transition="in" filter="fade">
                                      <p:cBhvr>
                                        <p:cTn id="100" dur="1000"/>
                                        <p:tgtEl>
                                          <p:spTgt spid="50"/>
                                        </p:tgtEl>
                                      </p:cBhvr>
                                    </p:animEffect>
                                    <p:anim calcmode="lin" valueType="num">
                                      <p:cBhvr>
                                        <p:cTn id="101" dur="1000" fill="hold"/>
                                        <p:tgtEl>
                                          <p:spTgt spid="50"/>
                                        </p:tgtEl>
                                        <p:attrNameLst>
                                          <p:attrName>ppt_x</p:attrName>
                                        </p:attrNameLst>
                                      </p:cBhvr>
                                      <p:tavLst>
                                        <p:tav tm="0">
                                          <p:val>
                                            <p:strVal val="#ppt_x"/>
                                          </p:val>
                                        </p:tav>
                                        <p:tav tm="100000">
                                          <p:val>
                                            <p:strVal val="#ppt_x"/>
                                          </p:val>
                                        </p:tav>
                                      </p:tavLst>
                                    </p:anim>
                                    <p:anim calcmode="lin" valueType="num">
                                      <p:cBhvr>
                                        <p:cTn id="102" dur="1000" fill="hold"/>
                                        <p:tgtEl>
                                          <p:spTgt spid="50"/>
                                        </p:tgtEl>
                                        <p:attrNameLst>
                                          <p:attrName>ppt_y</p:attrName>
                                        </p:attrNameLst>
                                      </p:cBhvr>
                                      <p:tavLst>
                                        <p:tav tm="0">
                                          <p:val>
                                            <p:strVal val="#ppt_y+.1"/>
                                          </p:val>
                                        </p:tav>
                                        <p:tav tm="100000">
                                          <p:val>
                                            <p:strVal val="#ppt_y"/>
                                          </p:val>
                                        </p:tav>
                                      </p:tavLst>
                                    </p:anim>
                                  </p:childTnLst>
                                </p:cTn>
                              </p:par>
                              <p:par>
                                <p:cTn id="103" presetID="42" presetClass="entr" presetSubtype="0" fill="hold" grpId="0" nodeType="withEffect">
                                  <p:stCondLst>
                                    <p:cond delay="0"/>
                                  </p:stCondLst>
                                  <p:childTnLst>
                                    <p:set>
                                      <p:cBhvr>
                                        <p:cTn id="104" dur="1" fill="hold">
                                          <p:stCondLst>
                                            <p:cond delay="0"/>
                                          </p:stCondLst>
                                        </p:cTn>
                                        <p:tgtEl>
                                          <p:spTgt spid="51"/>
                                        </p:tgtEl>
                                        <p:attrNameLst>
                                          <p:attrName>style.visibility</p:attrName>
                                        </p:attrNameLst>
                                      </p:cBhvr>
                                      <p:to>
                                        <p:strVal val="visible"/>
                                      </p:to>
                                    </p:set>
                                    <p:animEffect transition="in" filter="fade">
                                      <p:cBhvr>
                                        <p:cTn id="105" dur="1000"/>
                                        <p:tgtEl>
                                          <p:spTgt spid="51"/>
                                        </p:tgtEl>
                                      </p:cBhvr>
                                    </p:animEffect>
                                    <p:anim calcmode="lin" valueType="num">
                                      <p:cBhvr>
                                        <p:cTn id="106" dur="1000" fill="hold"/>
                                        <p:tgtEl>
                                          <p:spTgt spid="51"/>
                                        </p:tgtEl>
                                        <p:attrNameLst>
                                          <p:attrName>ppt_x</p:attrName>
                                        </p:attrNameLst>
                                      </p:cBhvr>
                                      <p:tavLst>
                                        <p:tav tm="0">
                                          <p:val>
                                            <p:strVal val="#ppt_x"/>
                                          </p:val>
                                        </p:tav>
                                        <p:tav tm="100000">
                                          <p:val>
                                            <p:strVal val="#ppt_x"/>
                                          </p:val>
                                        </p:tav>
                                      </p:tavLst>
                                    </p:anim>
                                    <p:anim calcmode="lin" valueType="num">
                                      <p:cBhvr>
                                        <p:cTn id="107" dur="1000" fill="hold"/>
                                        <p:tgtEl>
                                          <p:spTgt spid="51"/>
                                        </p:tgtEl>
                                        <p:attrNameLst>
                                          <p:attrName>ppt_y</p:attrName>
                                        </p:attrNameLst>
                                      </p:cBhvr>
                                      <p:tavLst>
                                        <p:tav tm="0">
                                          <p:val>
                                            <p:strVal val="#ppt_y+.1"/>
                                          </p:val>
                                        </p:tav>
                                        <p:tav tm="100000">
                                          <p:val>
                                            <p:strVal val="#ppt_y"/>
                                          </p:val>
                                        </p:tav>
                                      </p:tavLst>
                                    </p:anim>
                                  </p:childTnLst>
                                </p:cTn>
                              </p:par>
                              <p:par>
                                <p:cTn id="108" presetID="42" presetClass="entr" presetSubtype="0" fill="hold" grpId="0" nodeType="withEffect">
                                  <p:stCondLst>
                                    <p:cond delay="0"/>
                                  </p:stCondLst>
                                  <p:childTnLst>
                                    <p:set>
                                      <p:cBhvr>
                                        <p:cTn id="109" dur="1" fill="hold">
                                          <p:stCondLst>
                                            <p:cond delay="0"/>
                                          </p:stCondLst>
                                        </p:cTn>
                                        <p:tgtEl>
                                          <p:spTgt spid="52"/>
                                        </p:tgtEl>
                                        <p:attrNameLst>
                                          <p:attrName>style.visibility</p:attrName>
                                        </p:attrNameLst>
                                      </p:cBhvr>
                                      <p:to>
                                        <p:strVal val="visible"/>
                                      </p:to>
                                    </p:set>
                                    <p:animEffect transition="in" filter="fade">
                                      <p:cBhvr>
                                        <p:cTn id="110" dur="1000"/>
                                        <p:tgtEl>
                                          <p:spTgt spid="52"/>
                                        </p:tgtEl>
                                      </p:cBhvr>
                                    </p:animEffect>
                                    <p:anim calcmode="lin" valueType="num">
                                      <p:cBhvr>
                                        <p:cTn id="111" dur="1000" fill="hold"/>
                                        <p:tgtEl>
                                          <p:spTgt spid="52"/>
                                        </p:tgtEl>
                                        <p:attrNameLst>
                                          <p:attrName>ppt_x</p:attrName>
                                        </p:attrNameLst>
                                      </p:cBhvr>
                                      <p:tavLst>
                                        <p:tav tm="0">
                                          <p:val>
                                            <p:strVal val="#ppt_x"/>
                                          </p:val>
                                        </p:tav>
                                        <p:tav tm="100000">
                                          <p:val>
                                            <p:strVal val="#ppt_x"/>
                                          </p:val>
                                        </p:tav>
                                      </p:tavLst>
                                    </p:anim>
                                    <p:anim calcmode="lin" valueType="num">
                                      <p:cBhvr>
                                        <p:cTn id="112" dur="1000" fill="hold"/>
                                        <p:tgtEl>
                                          <p:spTgt spid="52"/>
                                        </p:tgtEl>
                                        <p:attrNameLst>
                                          <p:attrName>ppt_y</p:attrName>
                                        </p:attrNameLst>
                                      </p:cBhvr>
                                      <p:tavLst>
                                        <p:tav tm="0">
                                          <p:val>
                                            <p:strVal val="#ppt_y+.1"/>
                                          </p:val>
                                        </p:tav>
                                        <p:tav tm="100000">
                                          <p:val>
                                            <p:strVal val="#ppt_y"/>
                                          </p:val>
                                        </p:tav>
                                      </p:tavLst>
                                    </p:anim>
                                  </p:childTnLst>
                                </p:cTn>
                              </p:par>
                              <p:par>
                                <p:cTn id="113" presetID="42" presetClass="entr" presetSubtype="0" fill="hold" nodeType="withEffect">
                                  <p:stCondLst>
                                    <p:cond delay="0"/>
                                  </p:stCondLst>
                                  <p:childTnLst>
                                    <p:set>
                                      <p:cBhvr>
                                        <p:cTn id="114" dur="1" fill="hold">
                                          <p:stCondLst>
                                            <p:cond delay="0"/>
                                          </p:stCondLst>
                                        </p:cTn>
                                        <p:tgtEl>
                                          <p:spTgt spid="53"/>
                                        </p:tgtEl>
                                        <p:attrNameLst>
                                          <p:attrName>style.visibility</p:attrName>
                                        </p:attrNameLst>
                                      </p:cBhvr>
                                      <p:to>
                                        <p:strVal val="visible"/>
                                      </p:to>
                                    </p:set>
                                    <p:animEffect transition="in" filter="fade">
                                      <p:cBhvr>
                                        <p:cTn id="115" dur="1000"/>
                                        <p:tgtEl>
                                          <p:spTgt spid="53"/>
                                        </p:tgtEl>
                                      </p:cBhvr>
                                    </p:animEffect>
                                    <p:anim calcmode="lin" valueType="num">
                                      <p:cBhvr>
                                        <p:cTn id="116" dur="1000" fill="hold"/>
                                        <p:tgtEl>
                                          <p:spTgt spid="53"/>
                                        </p:tgtEl>
                                        <p:attrNameLst>
                                          <p:attrName>ppt_x</p:attrName>
                                        </p:attrNameLst>
                                      </p:cBhvr>
                                      <p:tavLst>
                                        <p:tav tm="0">
                                          <p:val>
                                            <p:strVal val="#ppt_x"/>
                                          </p:val>
                                        </p:tav>
                                        <p:tav tm="100000">
                                          <p:val>
                                            <p:strVal val="#ppt_x"/>
                                          </p:val>
                                        </p:tav>
                                      </p:tavLst>
                                    </p:anim>
                                    <p:anim calcmode="lin" valueType="num">
                                      <p:cBhvr>
                                        <p:cTn id="117" dur="1000" fill="hold"/>
                                        <p:tgtEl>
                                          <p:spTgt spid="53"/>
                                        </p:tgtEl>
                                        <p:attrNameLst>
                                          <p:attrName>ppt_y</p:attrName>
                                        </p:attrNameLst>
                                      </p:cBhvr>
                                      <p:tavLst>
                                        <p:tav tm="0">
                                          <p:val>
                                            <p:strVal val="#ppt_y+.1"/>
                                          </p:val>
                                        </p:tav>
                                        <p:tav tm="100000">
                                          <p:val>
                                            <p:strVal val="#ppt_y"/>
                                          </p:val>
                                        </p:tav>
                                      </p:tavLst>
                                    </p:anim>
                                  </p:childTnLst>
                                </p:cTn>
                              </p:par>
                              <p:par>
                                <p:cTn id="118" presetID="42" presetClass="entr" presetSubtype="0" fill="hold" grpId="0" nodeType="withEffect">
                                  <p:stCondLst>
                                    <p:cond delay="0"/>
                                  </p:stCondLst>
                                  <p:childTnLst>
                                    <p:set>
                                      <p:cBhvr>
                                        <p:cTn id="119" dur="1" fill="hold">
                                          <p:stCondLst>
                                            <p:cond delay="0"/>
                                          </p:stCondLst>
                                        </p:cTn>
                                        <p:tgtEl>
                                          <p:spTgt spid="54"/>
                                        </p:tgtEl>
                                        <p:attrNameLst>
                                          <p:attrName>style.visibility</p:attrName>
                                        </p:attrNameLst>
                                      </p:cBhvr>
                                      <p:to>
                                        <p:strVal val="visible"/>
                                      </p:to>
                                    </p:set>
                                    <p:animEffect transition="in" filter="fade">
                                      <p:cBhvr>
                                        <p:cTn id="120" dur="1000"/>
                                        <p:tgtEl>
                                          <p:spTgt spid="54"/>
                                        </p:tgtEl>
                                      </p:cBhvr>
                                    </p:animEffect>
                                    <p:anim calcmode="lin" valueType="num">
                                      <p:cBhvr>
                                        <p:cTn id="121" dur="1000" fill="hold"/>
                                        <p:tgtEl>
                                          <p:spTgt spid="54"/>
                                        </p:tgtEl>
                                        <p:attrNameLst>
                                          <p:attrName>ppt_x</p:attrName>
                                        </p:attrNameLst>
                                      </p:cBhvr>
                                      <p:tavLst>
                                        <p:tav tm="0">
                                          <p:val>
                                            <p:strVal val="#ppt_x"/>
                                          </p:val>
                                        </p:tav>
                                        <p:tav tm="100000">
                                          <p:val>
                                            <p:strVal val="#ppt_x"/>
                                          </p:val>
                                        </p:tav>
                                      </p:tavLst>
                                    </p:anim>
                                    <p:anim calcmode="lin" valueType="num">
                                      <p:cBhvr>
                                        <p:cTn id="122" dur="1000" fill="hold"/>
                                        <p:tgtEl>
                                          <p:spTgt spid="54"/>
                                        </p:tgtEl>
                                        <p:attrNameLst>
                                          <p:attrName>ppt_y</p:attrName>
                                        </p:attrNameLst>
                                      </p:cBhvr>
                                      <p:tavLst>
                                        <p:tav tm="0">
                                          <p:val>
                                            <p:strVal val="#ppt_y+.1"/>
                                          </p:val>
                                        </p:tav>
                                        <p:tav tm="100000">
                                          <p:val>
                                            <p:strVal val="#ppt_y"/>
                                          </p:val>
                                        </p:tav>
                                      </p:tavLst>
                                    </p:anim>
                                  </p:childTnLst>
                                </p:cTn>
                              </p:par>
                              <p:par>
                                <p:cTn id="123" presetID="42" presetClass="entr" presetSubtype="0" fill="hold" grpId="0" nodeType="withEffect">
                                  <p:stCondLst>
                                    <p:cond delay="0"/>
                                  </p:stCondLst>
                                  <p:childTnLst>
                                    <p:set>
                                      <p:cBhvr>
                                        <p:cTn id="124" dur="1" fill="hold">
                                          <p:stCondLst>
                                            <p:cond delay="0"/>
                                          </p:stCondLst>
                                        </p:cTn>
                                        <p:tgtEl>
                                          <p:spTgt spid="61"/>
                                        </p:tgtEl>
                                        <p:attrNameLst>
                                          <p:attrName>style.visibility</p:attrName>
                                        </p:attrNameLst>
                                      </p:cBhvr>
                                      <p:to>
                                        <p:strVal val="visible"/>
                                      </p:to>
                                    </p:set>
                                    <p:animEffect transition="in" filter="fade">
                                      <p:cBhvr>
                                        <p:cTn id="125" dur="1000"/>
                                        <p:tgtEl>
                                          <p:spTgt spid="61"/>
                                        </p:tgtEl>
                                      </p:cBhvr>
                                    </p:animEffect>
                                    <p:anim calcmode="lin" valueType="num">
                                      <p:cBhvr>
                                        <p:cTn id="126" dur="1000" fill="hold"/>
                                        <p:tgtEl>
                                          <p:spTgt spid="61"/>
                                        </p:tgtEl>
                                        <p:attrNameLst>
                                          <p:attrName>ppt_x</p:attrName>
                                        </p:attrNameLst>
                                      </p:cBhvr>
                                      <p:tavLst>
                                        <p:tav tm="0">
                                          <p:val>
                                            <p:strVal val="#ppt_x"/>
                                          </p:val>
                                        </p:tav>
                                        <p:tav tm="100000">
                                          <p:val>
                                            <p:strVal val="#ppt_x"/>
                                          </p:val>
                                        </p:tav>
                                      </p:tavLst>
                                    </p:anim>
                                    <p:anim calcmode="lin" valueType="num">
                                      <p:cBhvr>
                                        <p:cTn id="127" dur="1000" fill="hold"/>
                                        <p:tgtEl>
                                          <p:spTgt spid="61"/>
                                        </p:tgtEl>
                                        <p:attrNameLst>
                                          <p:attrName>ppt_y</p:attrName>
                                        </p:attrNameLst>
                                      </p:cBhvr>
                                      <p:tavLst>
                                        <p:tav tm="0">
                                          <p:val>
                                            <p:strVal val="#ppt_y+.1"/>
                                          </p:val>
                                        </p:tav>
                                        <p:tav tm="100000">
                                          <p:val>
                                            <p:strVal val="#ppt_y"/>
                                          </p:val>
                                        </p:tav>
                                      </p:tavLst>
                                    </p:anim>
                                  </p:childTnLst>
                                </p:cTn>
                              </p:par>
                            </p:childTnLst>
                          </p:cTn>
                        </p:par>
                      </p:childTnLst>
                    </p:cTn>
                  </p:par>
                  <p:par>
                    <p:cTn id="128" fill="hold">
                      <p:stCondLst>
                        <p:cond delay="indefinite"/>
                      </p:stCondLst>
                      <p:childTnLst>
                        <p:par>
                          <p:cTn id="129" fill="hold">
                            <p:stCondLst>
                              <p:cond delay="0"/>
                            </p:stCondLst>
                            <p:childTnLst>
                              <p:par>
                                <p:cTn id="130" presetID="42" presetClass="entr" presetSubtype="0" fill="hold" grpId="0" nodeType="clickEffect">
                                  <p:stCondLst>
                                    <p:cond delay="0"/>
                                  </p:stCondLst>
                                  <p:childTnLst>
                                    <p:set>
                                      <p:cBhvr>
                                        <p:cTn id="131" dur="1" fill="hold">
                                          <p:stCondLst>
                                            <p:cond delay="0"/>
                                          </p:stCondLst>
                                        </p:cTn>
                                        <p:tgtEl>
                                          <p:spTgt spid="62"/>
                                        </p:tgtEl>
                                        <p:attrNameLst>
                                          <p:attrName>style.visibility</p:attrName>
                                        </p:attrNameLst>
                                      </p:cBhvr>
                                      <p:to>
                                        <p:strVal val="visible"/>
                                      </p:to>
                                    </p:set>
                                    <p:animEffect transition="in" filter="fade">
                                      <p:cBhvr>
                                        <p:cTn id="132" dur="1000"/>
                                        <p:tgtEl>
                                          <p:spTgt spid="62"/>
                                        </p:tgtEl>
                                      </p:cBhvr>
                                    </p:animEffect>
                                    <p:anim calcmode="lin" valueType="num">
                                      <p:cBhvr>
                                        <p:cTn id="133" dur="1000" fill="hold"/>
                                        <p:tgtEl>
                                          <p:spTgt spid="62"/>
                                        </p:tgtEl>
                                        <p:attrNameLst>
                                          <p:attrName>ppt_x</p:attrName>
                                        </p:attrNameLst>
                                      </p:cBhvr>
                                      <p:tavLst>
                                        <p:tav tm="0">
                                          <p:val>
                                            <p:strVal val="#ppt_x"/>
                                          </p:val>
                                        </p:tav>
                                        <p:tav tm="100000">
                                          <p:val>
                                            <p:strVal val="#ppt_x"/>
                                          </p:val>
                                        </p:tav>
                                      </p:tavLst>
                                    </p:anim>
                                    <p:anim calcmode="lin" valueType="num">
                                      <p:cBhvr>
                                        <p:cTn id="134" dur="1000" fill="hold"/>
                                        <p:tgtEl>
                                          <p:spTgt spid="62"/>
                                        </p:tgtEl>
                                        <p:attrNameLst>
                                          <p:attrName>ppt_y</p:attrName>
                                        </p:attrNameLst>
                                      </p:cBhvr>
                                      <p:tavLst>
                                        <p:tav tm="0">
                                          <p:val>
                                            <p:strVal val="#ppt_y+.1"/>
                                          </p:val>
                                        </p:tav>
                                        <p:tav tm="100000">
                                          <p:val>
                                            <p:strVal val="#ppt_y"/>
                                          </p:val>
                                        </p:tav>
                                      </p:tavLst>
                                    </p:anim>
                                  </p:childTnLst>
                                </p:cTn>
                              </p:par>
                              <p:par>
                                <p:cTn id="135" presetID="42" presetClass="entr" presetSubtype="0" fill="hold" grpId="0" nodeType="withEffect">
                                  <p:stCondLst>
                                    <p:cond delay="0"/>
                                  </p:stCondLst>
                                  <p:childTnLst>
                                    <p:set>
                                      <p:cBhvr>
                                        <p:cTn id="136" dur="1" fill="hold">
                                          <p:stCondLst>
                                            <p:cond delay="0"/>
                                          </p:stCondLst>
                                        </p:cTn>
                                        <p:tgtEl>
                                          <p:spTgt spid="63"/>
                                        </p:tgtEl>
                                        <p:attrNameLst>
                                          <p:attrName>style.visibility</p:attrName>
                                        </p:attrNameLst>
                                      </p:cBhvr>
                                      <p:to>
                                        <p:strVal val="visible"/>
                                      </p:to>
                                    </p:set>
                                    <p:animEffect transition="in" filter="fade">
                                      <p:cBhvr>
                                        <p:cTn id="137" dur="1000"/>
                                        <p:tgtEl>
                                          <p:spTgt spid="63"/>
                                        </p:tgtEl>
                                      </p:cBhvr>
                                    </p:animEffect>
                                    <p:anim calcmode="lin" valueType="num">
                                      <p:cBhvr>
                                        <p:cTn id="138" dur="1000" fill="hold"/>
                                        <p:tgtEl>
                                          <p:spTgt spid="63"/>
                                        </p:tgtEl>
                                        <p:attrNameLst>
                                          <p:attrName>ppt_x</p:attrName>
                                        </p:attrNameLst>
                                      </p:cBhvr>
                                      <p:tavLst>
                                        <p:tav tm="0">
                                          <p:val>
                                            <p:strVal val="#ppt_x"/>
                                          </p:val>
                                        </p:tav>
                                        <p:tav tm="100000">
                                          <p:val>
                                            <p:strVal val="#ppt_x"/>
                                          </p:val>
                                        </p:tav>
                                      </p:tavLst>
                                    </p:anim>
                                    <p:anim calcmode="lin" valueType="num">
                                      <p:cBhvr>
                                        <p:cTn id="139" dur="1000" fill="hold"/>
                                        <p:tgtEl>
                                          <p:spTgt spid="63"/>
                                        </p:tgtEl>
                                        <p:attrNameLst>
                                          <p:attrName>ppt_y</p:attrName>
                                        </p:attrNameLst>
                                      </p:cBhvr>
                                      <p:tavLst>
                                        <p:tav tm="0">
                                          <p:val>
                                            <p:strVal val="#ppt_y+.1"/>
                                          </p:val>
                                        </p:tav>
                                        <p:tav tm="100000">
                                          <p:val>
                                            <p:strVal val="#ppt_y"/>
                                          </p:val>
                                        </p:tav>
                                      </p:tavLst>
                                    </p:anim>
                                  </p:childTnLst>
                                </p:cTn>
                              </p:par>
                              <p:par>
                                <p:cTn id="140" presetID="42" presetClass="entr" presetSubtype="0" fill="hold" nodeType="withEffect">
                                  <p:stCondLst>
                                    <p:cond delay="0"/>
                                  </p:stCondLst>
                                  <p:childTnLst>
                                    <p:set>
                                      <p:cBhvr>
                                        <p:cTn id="141" dur="1" fill="hold">
                                          <p:stCondLst>
                                            <p:cond delay="0"/>
                                          </p:stCondLst>
                                        </p:cTn>
                                        <p:tgtEl>
                                          <p:spTgt spid="1152"/>
                                        </p:tgtEl>
                                        <p:attrNameLst>
                                          <p:attrName>style.visibility</p:attrName>
                                        </p:attrNameLst>
                                      </p:cBhvr>
                                      <p:to>
                                        <p:strVal val="visible"/>
                                      </p:to>
                                    </p:set>
                                    <p:animEffect transition="in" filter="fade">
                                      <p:cBhvr>
                                        <p:cTn id="142" dur="1000"/>
                                        <p:tgtEl>
                                          <p:spTgt spid="1152"/>
                                        </p:tgtEl>
                                      </p:cBhvr>
                                    </p:animEffect>
                                    <p:anim calcmode="lin" valueType="num">
                                      <p:cBhvr>
                                        <p:cTn id="143" dur="1000" fill="hold"/>
                                        <p:tgtEl>
                                          <p:spTgt spid="1152"/>
                                        </p:tgtEl>
                                        <p:attrNameLst>
                                          <p:attrName>ppt_x</p:attrName>
                                        </p:attrNameLst>
                                      </p:cBhvr>
                                      <p:tavLst>
                                        <p:tav tm="0">
                                          <p:val>
                                            <p:strVal val="#ppt_x"/>
                                          </p:val>
                                        </p:tav>
                                        <p:tav tm="100000">
                                          <p:val>
                                            <p:strVal val="#ppt_x"/>
                                          </p:val>
                                        </p:tav>
                                      </p:tavLst>
                                    </p:anim>
                                    <p:anim calcmode="lin" valueType="num">
                                      <p:cBhvr>
                                        <p:cTn id="144" dur="1000" fill="hold"/>
                                        <p:tgtEl>
                                          <p:spTgt spid="1152"/>
                                        </p:tgtEl>
                                        <p:attrNameLst>
                                          <p:attrName>ppt_y</p:attrName>
                                        </p:attrNameLst>
                                      </p:cBhvr>
                                      <p:tavLst>
                                        <p:tav tm="0">
                                          <p:val>
                                            <p:strVal val="#ppt_y+.1"/>
                                          </p:val>
                                        </p:tav>
                                        <p:tav tm="100000">
                                          <p:val>
                                            <p:strVal val="#ppt_y"/>
                                          </p:val>
                                        </p:tav>
                                      </p:tavLst>
                                    </p:anim>
                                  </p:childTnLst>
                                </p:cTn>
                              </p:par>
                              <p:par>
                                <p:cTn id="145" presetID="42" presetClass="entr" presetSubtype="0" fill="hold" grpId="0" nodeType="withEffect">
                                  <p:stCondLst>
                                    <p:cond delay="0"/>
                                  </p:stCondLst>
                                  <p:childTnLst>
                                    <p:set>
                                      <p:cBhvr>
                                        <p:cTn id="146" dur="1" fill="hold">
                                          <p:stCondLst>
                                            <p:cond delay="0"/>
                                          </p:stCondLst>
                                        </p:cTn>
                                        <p:tgtEl>
                                          <p:spTgt spid="1153"/>
                                        </p:tgtEl>
                                        <p:attrNameLst>
                                          <p:attrName>style.visibility</p:attrName>
                                        </p:attrNameLst>
                                      </p:cBhvr>
                                      <p:to>
                                        <p:strVal val="visible"/>
                                      </p:to>
                                    </p:set>
                                    <p:animEffect transition="in" filter="fade">
                                      <p:cBhvr>
                                        <p:cTn id="147" dur="1000"/>
                                        <p:tgtEl>
                                          <p:spTgt spid="1153"/>
                                        </p:tgtEl>
                                      </p:cBhvr>
                                    </p:animEffect>
                                    <p:anim calcmode="lin" valueType="num">
                                      <p:cBhvr>
                                        <p:cTn id="148" dur="1000" fill="hold"/>
                                        <p:tgtEl>
                                          <p:spTgt spid="1153"/>
                                        </p:tgtEl>
                                        <p:attrNameLst>
                                          <p:attrName>ppt_x</p:attrName>
                                        </p:attrNameLst>
                                      </p:cBhvr>
                                      <p:tavLst>
                                        <p:tav tm="0">
                                          <p:val>
                                            <p:strVal val="#ppt_x"/>
                                          </p:val>
                                        </p:tav>
                                        <p:tav tm="100000">
                                          <p:val>
                                            <p:strVal val="#ppt_x"/>
                                          </p:val>
                                        </p:tav>
                                      </p:tavLst>
                                    </p:anim>
                                    <p:anim calcmode="lin" valueType="num">
                                      <p:cBhvr>
                                        <p:cTn id="149" dur="1000" fill="hold"/>
                                        <p:tgtEl>
                                          <p:spTgt spid="1153"/>
                                        </p:tgtEl>
                                        <p:attrNameLst>
                                          <p:attrName>ppt_y</p:attrName>
                                        </p:attrNameLst>
                                      </p:cBhvr>
                                      <p:tavLst>
                                        <p:tav tm="0">
                                          <p:val>
                                            <p:strVal val="#ppt_y+.1"/>
                                          </p:val>
                                        </p:tav>
                                        <p:tav tm="100000">
                                          <p:val>
                                            <p:strVal val="#ppt_y"/>
                                          </p:val>
                                        </p:tav>
                                      </p:tavLst>
                                    </p:anim>
                                  </p:childTnLst>
                                </p:cTn>
                              </p:par>
                              <p:par>
                                <p:cTn id="150" presetID="42" presetClass="entr" presetSubtype="0" fill="hold" nodeType="withEffect">
                                  <p:stCondLst>
                                    <p:cond delay="0"/>
                                  </p:stCondLst>
                                  <p:childTnLst>
                                    <p:set>
                                      <p:cBhvr>
                                        <p:cTn id="151" dur="1" fill="hold">
                                          <p:stCondLst>
                                            <p:cond delay="0"/>
                                          </p:stCondLst>
                                        </p:cTn>
                                        <p:tgtEl>
                                          <p:spTgt spid="1154"/>
                                        </p:tgtEl>
                                        <p:attrNameLst>
                                          <p:attrName>style.visibility</p:attrName>
                                        </p:attrNameLst>
                                      </p:cBhvr>
                                      <p:to>
                                        <p:strVal val="visible"/>
                                      </p:to>
                                    </p:set>
                                    <p:animEffect transition="in" filter="fade">
                                      <p:cBhvr>
                                        <p:cTn id="152" dur="1000"/>
                                        <p:tgtEl>
                                          <p:spTgt spid="1154"/>
                                        </p:tgtEl>
                                      </p:cBhvr>
                                    </p:animEffect>
                                    <p:anim calcmode="lin" valueType="num">
                                      <p:cBhvr>
                                        <p:cTn id="153" dur="1000" fill="hold"/>
                                        <p:tgtEl>
                                          <p:spTgt spid="1154"/>
                                        </p:tgtEl>
                                        <p:attrNameLst>
                                          <p:attrName>ppt_x</p:attrName>
                                        </p:attrNameLst>
                                      </p:cBhvr>
                                      <p:tavLst>
                                        <p:tav tm="0">
                                          <p:val>
                                            <p:strVal val="#ppt_x"/>
                                          </p:val>
                                        </p:tav>
                                        <p:tav tm="100000">
                                          <p:val>
                                            <p:strVal val="#ppt_x"/>
                                          </p:val>
                                        </p:tav>
                                      </p:tavLst>
                                    </p:anim>
                                    <p:anim calcmode="lin" valueType="num">
                                      <p:cBhvr>
                                        <p:cTn id="154" dur="1000" fill="hold"/>
                                        <p:tgtEl>
                                          <p:spTgt spid="1154"/>
                                        </p:tgtEl>
                                        <p:attrNameLst>
                                          <p:attrName>ppt_y</p:attrName>
                                        </p:attrNameLst>
                                      </p:cBhvr>
                                      <p:tavLst>
                                        <p:tav tm="0">
                                          <p:val>
                                            <p:strVal val="#ppt_y+.1"/>
                                          </p:val>
                                        </p:tav>
                                        <p:tav tm="100000">
                                          <p:val>
                                            <p:strVal val="#ppt_y"/>
                                          </p:val>
                                        </p:tav>
                                      </p:tavLst>
                                    </p:anim>
                                  </p:childTnLst>
                                </p:cTn>
                              </p:par>
                              <p:par>
                                <p:cTn id="155" presetID="42" presetClass="entr" presetSubtype="0" fill="hold" grpId="0" nodeType="withEffect">
                                  <p:stCondLst>
                                    <p:cond delay="0"/>
                                  </p:stCondLst>
                                  <p:childTnLst>
                                    <p:set>
                                      <p:cBhvr>
                                        <p:cTn id="156" dur="1" fill="hold">
                                          <p:stCondLst>
                                            <p:cond delay="0"/>
                                          </p:stCondLst>
                                        </p:cTn>
                                        <p:tgtEl>
                                          <p:spTgt spid="1155"/>
                                        </p:tgtEl>
                                        <p:attrNameLst>
                                          <p:attrName>style.visibility</p:attrName>
                                        </p:attrNameLst>
                                      </p:cBhvr>
                                      <p:to>
                                        <p:strVal val="visible"/>
                                      </p:to>
                                    </p:set>
                                    <p:animEffect transition="in" filter="fade">
                                      <p:cBhvr>
                                        <p:cTn id="157" dur="1000"/>
                                        <p:tgtEl>
                                          <p:spTgt spid="1155"/>
                                        </p:tgtEl>
                                      </p:cBhvr>
                                    </p:animEffect>
                                    <p:anim calcmode="lin" valueType="num">
                                      <p:cBhvr>
                                        <p:cTn id="158" dur="1000" fill="hold"/>
                                        <p:tgtEl>
                                          <p:spTgt spid="1155"/>
                                        </p:tgtEl>
                                        <p:attrNameLst>
                                          <p:attrName>ppt_x</p:attrName>
                                        </p:attrNameLst>
                                      </p:cBhvr>
                                      <p:tavLst>
                                        <p:tav tm="0">
                                          <p:val>
                                            <p:strVal val="#ppt_x"/>
                                          </p:val>
                                        </p:tav>
                                        <p:tav tm="100000">
                                          <p:val>
                                            <p:strVal val="#ppt_x"/>
                                          </p:val>
                                        </p:tav>
                                      </p:tavLst>
                                    </p:anim>
                                    <p:anim calcmode="lin" valueType="num">
                                      <p:cBhvr>
                                        <p:cTn id="159" dur="1000" fill="hold"/>
                                        <p:tgtEl>
                                          <p:spTgt spid="1155"/>
                                        </p:tgtEl>
                                        <p:attrNameLst>
                                          <p:attrName>ppt_y</p:attrName>
                                        </p:attrNameLst>
                                      </p:cBhvr>
                                      <p:tavLst>
                                        <p:tav tm="0">
                                          <p:val>
                                            <p:strVal val="#ppt_y+.1"/>
                                          </p:val>
                                        </p:tav>
                                        <p:tav tm="100000">
                                          <p:val>
                                            <p:strVal val="#ppt_y"/>
                                          </p:val>
                                        </p:tav>
                                      </p:tavLst>
                                    </p:anim>
                                  </p:childTnLst>
                                </p:cTn>
                              </p:par>
                              <p:par>
                                <p:cTn id="160" presetID="42" presetClass="entr" presetSubtype="0" fill="hold" grpId="0" nodeType="withEffect">
                                  <p:stCondLst>
                                    <p:cond delay="0"/>
                                  </p:stCondLst>
                                  <p:childTnLst>
                                    <p:set>
                                      <p:cBhvr>
                                        <p:cTn id="161" dur="1" fill="hold">
                                          <p:stCondLst>
                                            <p:cond delay="0"/>
                                          </p:stCondLst>
                                        </p:cTn>
                                        <p:tgtEl>
                                          <p:spTgt spid="1156"/>
                                        </p:tgtEl>
                                        <p:attrNameLst>
                                          <p:attrName>style.visibility</p:attrName>
                                        </p:attrNameLst>
                                      </p:cBhvr>
                                      <p:to>
                                        <p:strVal val="visible"/>
                                      </p:to>
                                    </p:set>
                                    <p:animEffect transition="in" filter="fade">
                                      <p:cBhvr>
                                        <p:cTn id="162" dur="1000"/>
                                        <p:tgtEl>
                                          <p:spTgt spid="1156"/>
                                        </p:tgtEl>
                                      </p:cBhvr>
                                    </p:animEffect>
                                    <p:anim calcmode="lin" valueType="num">
                                      <p:cBhvr>
                                        <p:cTn id="163" dur="1000" fill="hold"/>
                                        <p:tgtEl>
                                          <p:spTgt spid="1156"/>
                                        </p:tgtEl>
                                        <p:attrNameLst>
                                          <p:attrName>ppt_x</p:attrName>
                                        </p:attrNameLst>
                                      </p:cBhvr>
                                      <p:tavLst>
                                        <p:tav tm="0">
                                          <p:val>
                                            <p:strVal val="#ppt_x"/>
                                          </p:val>
                                        </p:tav>
                                        <p:tav tm="100000">
                                          <p:val>
                                            <p:strVal val="#ppt_x"/>
                                          </p:val>
                                        </p:tav>
                                      </p:tavLst>
                                    </p:anim>
                                    <p:anim calcmode="lin" valueType="num">
                                      <p:cBhvr>
                                        <p:cTn id="164" dur="1000" fill="hold"/>
                                        <p:tgtEl>
                                          <p:spTgt spid="1156"/>
                                        </p:tgtEl>
                                        <p:attrNameLst>
                                          <p:attrName>ppt_y</p:attrName>
                                        </p:attrNameLst>
                                      </p:cBhvr>
                                      <p:tavLst>
                                        <p:tav tm="0">
                                          <p:val>
                                            <p:strVal val="#ppt_y+.1"/>
                                          </p:val>
                                        </p:tav>
                                        <p:tav tm="100000">
                                          <p:val>
                                            <p:strVal val="#ppt_y"/>
                                          </p:val>
                                        </p:tav>
                                      </p:tavLst>
                                    </p:anim>
                                  </p:childTnLst>
                                </p:cTn>
                              </p:par>
                              <p:par>
                                <p:cTn id="165" presetID="42" presetClass="entr" presetSubtype="0" fill="hold" nodeType="withEffect">
                                  <p:stCondLst>
                                    <p:cond delay="0"/>
                                  </p:stCondLst>
                                  <p:childTnLst>
                                    <p:set>
                                      <p:cBhvr>
                                        <p:cTn id="166" dur="1" fill="hold">
                                          <p:stCondLst>
                                            <p:cond delay="0"/>
                                          </p:stCondLst>
                                        </p:cTn>
                                        <p:tgtEl>
                                          <p:spTgt spid="1157"/>
                                        </p:tgtEl>
                                        <p:attrNameLst>
                                          <p:attrName>style.visibility</p:attrName>
                                        </p:attrNameLst>
                                      </p:cBhvr>
                                      <p:to>
                                        <p:strVal val="visible"/>
                                      </p:to>
                                    </p:set>
                                    <p:animEffect transition="in" filter="fade">
                                      <p:cBhvr>
                                        <p:cTn id="167" dur="1000"/>
                                        <p:tgtEl>
                                          <p:spTgt spid="1157"/>
                                        </p:tgtEl>
                                      </p:cBhvr>
                                    </p:animEffect>
                                    <p:anim calcmode="lin" valueType="num">
                                      <p:cBhvr>
                                        <p:cTn id="168" dur="1000" fill="hold"/>
                                        <p:tgtEl>
                                          <p:spTgt spid="1157"/>
                                        </p:tgtEl>
                                        <p:attrNameLst>
                                          <p:attrName>ppt_x</p:attrName>
                                        </p:attrNameLst>
                                      </p:cBhvr>
                                      <p:tavLst>
                                        <p:tav tm="0">
                                          <p:val>
                                            <p:strVal val="#ppt_x"/>
                                          </p:val>
                                        </p:tav>
                                        <p:tav tm="100000">
                                          <p:val>
                                            <p:strVal val="#ppt_x"/>
                                          </p:val>
                                        </p:tav>
                                      </p:tavLst>
                                    </p:anim>
                                    <p:anim calcmode="lin" valueType="num">
                                      <p:cBhvr>
                                        <p:cTn id="169" dur="1000" fill="hold"/>
                                        <p:tgtEl>
                                          <p:spTgt spid="1157"/>
                                        </p:tgtEl>
                                        <p:attrNameLst>
                                          <p:attrName>ppt_y</p:attrName>
                                        </p:attrNameLst>
                                      </p:cBhvr>
                                      <p:tavLst>
                                        <p:tav tm="0">
                                          <p:val>
                                            <p:strVal val="#ppt_y+.1"/>
                                          </p:val>
                                        </p:tav>
                                        <p:tav tm="100000">
                                          <p:val>
                                            <p:strVal val="#ppt_y"/>
                                          </p:val>
                                        </p:tav>
                                      </p:tavLst>
                                    </p:anim>
                                  </p:childTnLst>
                                </p:cTn>
                              </p:par>
                              <p:par>
                                <p:cTn id="170" presetID="42" presetClass="entr" presetSubtype="0" fill="hold" grpId="0" nodeType="withEffect">
                                  <p:stCondLst>
                                    <p:cond delay="0"/>
                                  </p:stCondLst>
                                  <p:childTnLst>
                                    <p:set>
                                      <p:cBhvr>
                                        <p:cTn id="171" dur="1" fill="hold">
                                          <p:stCondLst>
                                            <p:cond delay="0"/>
                                          </p:stCondLst>
                                        </p:cTn>
                                        <p:tgtEl>
                                          <p:spTgt spid="1158"/>
                                        </p:tgtEl>
                                        <p:attrNameLst>
                                          <p:attrName>style.visibility</p:attrName>
                                        </p:attrNameLst>
                                      </p:cBhvr>
                                      <p:to>
                                        <p:strVal val="visible"/>
                                      </p:to>
                                    </p:set>
                                    <p:animEffect transition="in" filter="fade">
                                      <p:cBhvr>
                                        <p:cTn id="172" dur="1000"/>
                                        <p:tgtEl>
                                          <p:spTgt spid="1158"/>
                                        </p:tgtEl>
                                      </p:cBhvr>
                                    </p:animEffect>
                                    <p:anim calcmode="lin" valueType="num">
                                      <p:cBhvr>
                                        <p:cTn id="173" dur="1000" fill="hold"/>
                                        <p:tgtEl>
                                          <p:spTgt spid="1158"/>
                                        </p:tgtEl>
                                        <p:attrNameLst>
                                          <p:attrName>ppt_x</p:attrName>
                                        </p:attrNameLst>
                                      </p:cBhvr>
                                      <p:tavLst>
                                        <p:tav tm="0">
                                          <p:val>
                                            <p:strVal val="#ppt_x"/>
                                          </p:val>
                                        </p:tav>
                                        <p:tav tm="100000">
                                          <p:val>
                                            <p:strVal val="#ppt_x"/>
                                          </p:val>
                                        </p:tav>
                                      </p:tavLst>
                                    </p:anim>
                                    <p:anim calcmode="lin" valueType="num">
                                      <p:cBhvr>
                                        <p:cTn id="174" dur="1000" fill="hold"/>
                                        <p:tgtEl>
                                          <p:spTgt spid="1158"/>
                                        </p:tgtEl>
                                        <p:attrNameLst>
                                          <p:attrName>ppt_y</p:attrName>
                                        </p:attrNameLst>
                                      </p:cBhvr>
                                      <p:tavLst>
                                        <p:tav tm="0">
                                          <p:val>
                                            <p:strVal val="#ppt_y+.1"/>
                                          </p:val>
                                        </p:tav>
                                        <p:tav tm="100000">
                                          <p:val>
                                            <p:strVal val="#ppt_y"/>
                                          </p:val>
                                        </p:tav>
                                      </p:tavLst>
                                    </p:anim>
                                  </p:childTnLst>
                                </p:cTn>
                              </p:par>
                              <p:par>
                                <p:cTn id="175" presetID="42" presetClass="entr" presetSubtype="0" fill="hold" nodeType="withEffect">
                                  <p:stCondLst>
                                    <p:cond delay="0"/>
                                  </p:stCondLst>
                                  <p:childTnLst>
                                    <p:set>
                                      <p:cBhvr>
                                        <p:cTn id="176" dur="1" fill="hold">
                                          <p:stCondLst>
                                            <p:cond delay="0"/>
                                          </p:stCondLst>
                                        </p:cTn>
                                        <p:tgtEl>
                                          <p:spTgt spid="1159"/>
                                        </p:tgtEl>
                                        <p:attrNameLst>
                                          <p:attrName>style.visibility</p:attrName>
                                        </p:attrNameLst>
                                      </p:cBhvr>
                                      <p:to>
                                        <p:strVal val="visible"/>
                                      </p:to>
                                    </p:set>
                                    <p:animEffect transition="in" filter="fade">
                                      <p:cBhvr>
                                        <p:cTn id="177" dur="1000"/>
                                        <p:tgtEl>
                                          <p:spTgt spid="1159"/>
                                        </p:tgtEl>
                                      </p:cBhvr>
                                    </p:animEffect>
                                    <p:anim calcmode="lin" valueType="num">
                                      <p:cBhvr>
                                        <p:cTn id="178" dur="1000" fill="hold"/>
                                        <p:tgtEl>
                                          <p:spTgt spid="1159"/>
                                        </p:tgtEl>
                                        <p:attrNameLst>
                                          <p:attrName>ppt_x</p:attrName>
                                        </p:attrNameLst>
                                      </p:cBhvr>
                                      <p:tavLst>
                                        <p:tav tm="0">
                                          <p:val>
                                            <p:strVal val="#ppt_x"/>
                                          </p:val>
                                        </p:tav>
                                        <p:tav tm="100000">
                                          <p:val>
                                            <p:strVal val="#ppt_x"/>
                                          </p:val>
                                        </p:tav>
                                      </p:tavLst>
                                    </p:anim>
                                    <p:anim calcmode="lin" valueType="num">
                                      <p:cBhvr>
                                        <p:cTn id="179" dur="1000" fill="hold"/>
                                        <p:tgtEl>
                                          <p:spTgt spid="1159"/>
                                        </p:tgtEl>
                                        <p:attrNameLst>
                                          <p:attrName>ppt_y</p:attrName>
                                        </p:attrNameLst>
                                      </p:cBhvr>
                                      <p:tavLst>
                                        <p:tav tm="0">
                                          <p:val>
                                            <p:strVal val="#ppt_y+.1"/>
                                          </p:val>
                                        </p:tav>
                                        <p:tav tm="100000">
                                          <p:val>
                                            <p:strVal val="#ppt_y"/>
                                          </p:val>
                                        </p:tav>
                                      </p:tavLst>
                                    </p:anim>
                                  </p:childTnLst>
                                </p:cTn>
                              </p:par>
                              <p:par>
                                <p:cTn id="180" presetID="42" presetClass="entr" presetSubtype="0" fill="hold" grpId="0" nodeType="withEffect">
                                  <p:stCondLst>
                                    <p:cond delay="0"/>
                                  </p:stCondLst>
                                  <p:childTnLst>
                                    <p:set>
                                      <p:cBhvr>
                                        <p:cTn id="181" dur="1" fill="hold">
                                          <p:stCondLst>
                                            <p:cond delay="0"/>
                                          </p:stCondLst>
                                        </p:cTn>
                                        <p:tgtEl>
                                          <p:spTgt spid="1160"/>
                                        </p:tgtEl>
                                        <p:attrNameLst>
                                          <p:attrName>style.visibility</p:attrName>
                                        </p:attrNameLst>
                                      </p:cBhvr>
                                      <p:to>
                                        <p:strVal val="visible"/>
                                      </p:to>
                                    </p:set>
                                    <p:animEffect transition="in" filter="fade">
                                      <p:cBhvr>
                                        <p:cTn id="182" dur="1000"/>
                                        <p:tgtEl>
                                          <p:spTgt spid="1160"/>
                                        </p:tgtEl>
                                      </p:cBhvr>
                                    </p:animEffect>
                                    <p:anim calcmode="lin" valueType="num">
                                      <p:cBhvr>
                                        <p:cTn id="183" dur="1000" fill="hold"/>
                                        <p:tgtEl>
                                          <p:spTgt spid="1160"/>
                                        </p:tgtEl>
                                        <p:attrNameLst>
                                          <p:attrName>ppt_x</p:attrName>
                                        </p:attrNameLst>
                                      </p:cBhvr>
                                      <p:tavLst>
                                        <p:tav tm="0">
                                          <p:val>
                                            <p:strVal val="#ppt_x"/>
                                          </p:val>
                                        </p:tav>
                                        <p:tav tm="100000">
                                          <p:val>
                                            <p:strVal val="#ppt_x"/>
                                          </p:val>
                                        </p:tav>
                                      </p:tavLst>
                                    </p:anim>
                                    <p:anim calcmode="lin" valueType="num">
                                      <p:cBhvr>
                                        <p:cTn id="184" dur="1000" fill="hold"/>
                                        <p:tgtEl>
                                          <p:spTgt spid="1160"/>
                                        </p:tgtEl>
                                        <p:attrNameLst>
                                          <p:attrName>ppt_y</p:attrName>
                                        </p:attrNameLst>
                                      </p:cBhvr>
                                      <p:tavLst>
                                        <p:tav tm="0">
                                          <p:val>
                                            <p:strVal val="#ppt_y+.1"/>
                                          </p:val>
                                        </p:tav>
                                        <p:tav tm="100000">
                                          <p:val>
                                            <p:strVal val="#ppt_y"/>
                                          </p:val>
                                        </p:tav>
                                      </p:tavLst>
                                    </p:anim>
                                  </p:childTnLst>
                                </p:cTn>
                              </p:par>
                              <p:par>
                                <p:cTn id="185" presetID="42" presetClass="entr" presetSubtype="0" fill="hold" grpId="0" nodeType="withEffect">
                                  <p:stCondLst>
                                    <p:cond delay="0"/>
                                  </p:stCondLst>
                                  <p:childTnLst>
                                    <p:set>
                                      <p:cBhvr>
                                        <p:cTn id="186" dur="1" fill="hold">
                                          <p:stCondLst>
                                            <p:cond delay="0"/>
                                          </p:stCondLst>
                                        </p:cTn>
                                        <p:tgtEl>
                                          <p:spTgt spid="1161"/>
                                        </p:tgtEl>
                                        <p:attrNameLst>
                                          <p:attrName>style.visibility</p:attrName>
                                        </p:attrNameLst>
                                      </p:cBhvr>
                                      <p:to>
                                        <p:strVal val="visible"/>
                                      </p:to>
                                    </p:set>
                                    <p:animEffect transition="in" filter="fade">
                                      <p:cBhvr>
                                        <p:cTn id="187" dur="1000"/>
                                        <p:tgtEl>
                                          <p:spTgt spid="1161"/>
                                        </p:tgtEl>
                                      </p:cBhvr>
                                    </p:animEffect>
                                    <p:anim calcmode="lin" valueType="num">
                                      <p:cBhvr>
                                        <p:cTn id="188" dur="1000" fill="hold"/>
                                        <p:tgtEl>
                                          <p:spTgt spid="1161"/>
                                        </p:tgtEl>
                                        <p:attrNameLst>
                                          <p:attrName>ppt_x</p:attrName>
                                        </p:attrNameLst>
                                      </p:cBhvr>
                                      <p:tavLst>
                                        <p:tav tm="0">
                                          <p:val>
                                            <p:strVal val="#ppt_x"/>
                                          </p:val>
                                        </p:tav>
                                        <p:tav tm="100000">
                                          <p:val>
                                            <p:strVal val="#ppt_x"/>
                                          </p:val>
                                        </p:tav>
                                      </p:tavLst>
                                    </p:anim>
                                    <p:anim calcmode="lin" valueType="num">
                                      <p:cBhvr>
                                        <p:cTn id="189" dur="1000" fill="hold"/>
                                        <p:tgtEl>
                                          <p:spTgt spid="1161"/>
                                        </p:tgtEl>
                                        <p:attrNameLst>
                                          <p:attrName>ppt_y</p:attrName>
                                        </p:attrNameLst>
                                      </p:cBhvr>
                                      <p:tavLst>
                                        <p:tav tm="0">
                                          <p:val>
                                            <p:strVal val="#ppt_y+.1"/>
                                          </p:val>
                                        </p:tav>
                                        <p:tav tm="100000">
                                          <p:val>
                                            <p:strVal val="#ppt_y"/>
                                          </p:val>
                                        </p:tav>
                                      </p:tavLst>
                                    </p:anim>
                                  </p:childTnLst>
                                </p:cTn>
                              </p:par>
                              <p:par>
                                <p:cTn id="190" presetID="42" presetClass="entr" presetSubtype="0" fill="hold" nodeType="withEffect">
                                  <p:stCondLst>
                                    <p:cond delay="0"/>
                                  </p:stCondLst>
                                  <p:childTnLst>
                                    <p:set>
                                      <p:cBhvr>
                                        <p:cTn id="191" dur="1" fill="hold">
                                          <p:stCondLst>
                                            <p:cond delay="0"/>
                                          </p:stCondLst>
                                        </p:cTn>
                                        <p:tgtEl>
                                          <p:spTgt spid="1162"/>
                                        </p:tgtEl>
                                        <p:attrNameLst>
                                          <p:attrName>style.visibility</p:attrName>
                                        </p:attrNameLst>
                                      </p:cBhvr>
                                      <p:to>
                                        <p:strVal val="visible"/>
                                      </p:to>
                                    </p:set>
                                    <p:animEffect transition="in" filter="fade">
                                      <p:cBhvr>
                                        <p:cTn id="192" dur="1000"/>
                                        <p:tgtEl>
                                          <p:spTgt spid="1162"/>
                                        </p:tgtEl>
                                      </p:cBhvr>
                                    </p:animEffect>
                                    <p:anim calcmode="lin" valueType="num">
                                      <p:cBhvr>
                                        <p:cTn id="193" dur="1000" fill="hold"/>
                                        <p:tgtEl>
                                          <p:spTgt spid="1162"/>
                                        </p:tgtEl>
                                        <p:attrNameLst>
                                          <p:attrName>ppt_x</p:attrName>
                                        </p:attrNameLst>
                                      </p:cBhvr>
                                      <p:tavLst>
                                        <p:tav tm="0">
                                          <p:val>
                                            <p:strVal val="#ppt_x"/>
                                          </p:val>
                                        </p:tav>
                                        <p:tav tm="100000">
                                          <p:val>
                                            <p:strVal val="#ppt_x"/>
                                          </p:val>
                                        </p:tav>
                                      </p:tavLst>
                                    </p:anim>
                                    <p:anim calcmode="lin" valueType="num">
                                      <p:cBhvr>
                                        <p:cTn id="194" dur="1000" fill="hold"/>
                                        <p:tgtEl>
                                          <p:spTgt spid="116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6" grpId="0" animBg="1"/>
      <p:bldP spid="17" grpId="0"/>
      <p:bldP spid="20" grpId="0" animBg="1"/>
      <p:bldP spid="22" grpId="0"/>
      <p:bldP spid="26" grpId="0"/>
      <p:bldP spid="30" grpId="0" animBg="1"/>
      <p:bldP spid="44" grpId="0"/>
      <p:bldP spid="45" grpId="0" animBg="1"/>
      <p:bldP spid="49" grpId="0" animBg="1"/>
      <p:bldP spid="51" grpId="0"/>
      <p:bldP spid="52" grpId="0" animBg="1"/>
      <p:bldP spid="54" grpId="0"/>
      <p:bldP spid="61" grpId="0" animBg="1"/>
      <p:bldP spid="62" grpId="0"/>
      <p:bldP spid="63" grpId="0" animBg="1"/>
      <p:bldP spid="1153" grpId="0" animBg="1"/>
      <p:bldP spid="1155" grpId="0"/>
      <p:bldP spid="1156" grpId="0" animBg="1"/>
      <p:bldP spid="1158" grpId="0"/>
      <p:bldP spid="1160" grpId="0"/>
      <p:bldP spid="1161"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351">
          <a:extLst>
            <a:ext uri="{FF2B5EF4-FFF2-40B4-BE49-F238E27FC236}">
              <a16:creationId xmlns:a16="http://schemas.microsoft.com/office/drawing/2014/main" id="{34332AD1-47F4-4812-AE53-ECAC03686F5F}"/>
            </a:ext>
          </a:extLst>
        </p:cNvPr>
        <p:cNvGrpSpPr/>
        <p:nvPr/>
      </p:nvGrpSpPr>
      <p:grpSpPr>
        <a:xfrm>
          <a:off x="0" y="0"/>
          <a:ext cx="0" cy="0"/>
          <a:chOff x="0" y="0"/>
          <a:chExt cx="0" cy="0"/>
        </a:xfrm>
      </p:grpSpPr>
      <p:sp>
        <p:nvSpPr>
          <p:cNvPr id="1352" name="Google Shape;1352;p65">
            <a:extLst>
              <a:ext uri="{FF2B5EF4-FFF2-40B4-BE49-F238E27FC236}">
                <a16:creationId xmlns:a16="http://schemas.microsoft.com/office/drawing/2014/main" id="{8511C5D0-E5F1-339B-5819-6AE4671D0B8F}"/>
              </a:ext>
            </a:extLst>
          </p:cNvPr>
          <p:cNvSpPr txBox="1">
            <a:spLocks noGrp="1"/>
          </p:cNvSpPr>
          <p:nvPr>
            <p:ph type="ctrTitle"/>
          </p:nvPr>
        </p:nvSpPr>
        <p:spPr>
          <a:xfrm>
            <a:off x="1569161" y="2707300"/>
            <a:ext cx="6005677" cy="11244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US" dirty="0"/>
              <a:t>Non Deterministic Finite Automata</a:t>
            </a:r>
          </a:p>
        </p:txBody>
      </p:sp>
      <p:sp>
        <p:nvSpPr>
          <p:cNvPr id="1354" name="Google Shape;1354;p65">
            <a:hlinkClick r:id="rId3" action="ppaction://hlinksldjump"/>
            <a:extLst>
              <a:ext uri="{FF2B5EF4-FFF2-40B4-BE49-F238E27FC236}">
                <a16:creationId xmlns:a16="http://schemas.microsoft.com/office/drawing/2014/main" id="{6033A806-5118-EA33-44D9-1C838C06F934}"/>
              </a:ext>
            </a:extLst>
          </p:cNvPr>
          <p:cNvSpPr txBox="1">
            <a:spLocks noGrp="1"/>
          </p:cNvSpPr>
          <p:nvPr>
            <p:ph type="title" idx="2"/>
          </p:nvPr>
        </p:nvSpPr>
        <p:spPr>
          <a:xfrm>
            <a:off x="2492100" y="1483386"/>
            <a:ext cx="4159800" cy="7047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02</a:t>
            </a:r>
            <a:endParaRPr dirty="0"/>
          </a:p>
        </p:txBody>
      </p:sp>
      <p:sp>
        <p:nvSpPr>
          <p:cNvPr id="1355" name="Google Shape;1355;p65">
            <a:extLst>
              <a:ext uri="{FF2B5EF4-FFF2-40B4-BE49-F238E27FC236}">
                <a16:creationId xmlns:a16="http://schemas.microsoft.com/office/drawing/2014/main" id="{A2FDB520-E505-8161-6E0D-1E18644BBA16}"/>
              </a:ext>
            </a:extLst>
          </p:cNvPr>
          <p:cNvSpPr/>
          <p:nvPr/>
        </p:nvSpPr>
        <p:spPr>
          <a:xfrm>
            <a:off x="3655800" y="3866701"/>
            <a:ext cx="1832405" cy="244805"/>
          </a:xfrm>
          <a:custGeom>
            <a:avLst/>
            <a:gdLst/>
            <a:ahLst/>
            <a:cxnLst/>
            <a:rect l="l" t="t" r="r" b="b"/>
            <a:pathLst>
              <a:path w="55866" h="7463" extrusionOk="0">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6" name="Google Shape;1356;p65">
            <a:extLst>
              <a:ext uri="{FF2B5EF4-FFF2-40B4-BE49-F238E27FC236}">
                <a16:creationId xmlns:a16="http://schemas.microsoft.com/office/drawing/2014/main" id="{E498A856-45A0-89B4-5C6E-D9C129B4DCAC}"/>
              </a:ext>
            </a:extLst>
          </p:cNvPr>
          <p:cNvGrpSpPr/>
          <p:nvPr/>
        </p:nvGrpSpPr>
        <p:grpSpPr>
          <a:xfrm rot="10667963">
            <a:off x="7458206" y="1380526"/>
            <a:ext cx="1385983" cy="2705355"/>
            <a:chOff x="409722" y="228600"/>
            <a:chExt cx="1385931" cy="2705253"/>
          </a:xfrm>
        </p:grpSpPr>
        <p:grpSp>
          <p:nvGrpSpPr>
            <p:cNvPr id="1357" name="Google Shape;1357;p65">
              <a:extLst>
                <a:ext uri="{FF2B5EF4-FFF2-40B4-BE49-F238E27FC236}">
                  <a16:creationId xmlns:a16="http://schemas.microsoft.com/office/drawing/2014/main" id="{FE9A960C-856F-BCF7-A3DF-D0C5A4592829}"/>
                </a:ext>
              </a:extLst>
            </p:cNvPr>
            <p:cNvGrpSpPr/>
            <p:nvPr/>
          </p:nvGrpSpPr>
          <p:grpSpPr>
            <a:xfrm rot="-617154" flipH="1">
              <a:off x="575967" y="402323"/>
              <a:ext cx="1053440" cy="2450002"/>
              <a:chOff x="3817855" y="1437512"/>
              <a:chExt cx="541146" cy="1128254"/>
            </a:xfrm>
          </p:grpSpPr>
          <p:sp>
            <p:nvSpPr>
              <p:cNvPr id="1358" name="Google Shape;1358;p65">
                <a:extLst>
                  <a:ext uri="{FF2B5EF4-FFF2-40B4-BE49-F238E27FC236}">
                    <a16:creationId xmlns:a16="http://schemas.microsoft.com/office/drawing/2014/main" id="{D5FAC3EB-6207-174B-F3E1-5153E87B25B0}"/>
                  </a:ext>
                </a:extLst>
              </p:cNvPr>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65">
                <a:extLst>
                  <a:ext uri="{FF2B5EF4-FFF2-40B4-BE49-F238E27FC236}">
                    <a16:creationId xmlns:a16="http://schemas.microsoft.com/office/drawing/2014/main" id="{9AACB6BE-1ACC-4B25-281B-36AF30CEC80D}"/>
                  </a:ext>
                </a:extLst>
              </p:cNvPr>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0" name="Google Shape;1360;p65">
              <a:extLst>
                <a:ext uri="{FF2B5EF4-FFF2-40B4-BE49-F238E27FC236}">
                  <a16:creationId xmlns:a16="http://schemas.microsoft.com/office/drawing/2014/main" id="{D8004E62-C575-7D1F-35F5-858BD5A35E3C}"/>
                </a:ext>
              </a:extLst>
            </p:cNvPr>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 name="Google Shape;1361;p65">
            <a:extLst>
              <a:ext uri="{FF2B5EF4-FFF2-40B4-BE49-F238E27FC236}">
                <a16:creationId xmlns:a16="http://schemas.microsoft.com/office/drawing/2014/main" id="{CDEE8409-FEB2-2B58-833C-CB456CA0FA29}"/>
              </a:ext>
            </a:extLst>
          </p:cNvPr>
          <p:cNvGrpSpPr/>
          <p:nvPr/>
        </p:nvGrpSpPr>
        <p:grpSpPr>
          <a:xfrm rot="-230834">
            <a:off x="262018" y="1063686"/>
            <a:ext cx="1386005" cy="2705399"/>
            <a:chOff x="409722" y="228600"/>
            <a:chExt cx="1385931" cy="2705253"/>
          </a:xfrm>
        </p:grpSpPr>
        <p:grpSp>
          <p:nvGrpSpPr>
            <p:cNvPr id="1362" name="Google Shape;1362;p65">
              <a:extLst>
                <a:ext uri="{FF2B5EF4-FFF2-40B4-BE49-F238E27FC236}">
                  <a16:creationId xmlns:a16="http://schemas.microsoft.com/office/drawing/2014/main" id="{77D952C6-8AC8-999D-23E1-3ED22FED5634}"/>
                </a:ext>
              </a:extLst>
            </p:cNvPr>
            <p:cNvGrpSpPr/>
            <p:nvPr/>
          </p:nvGrpSpPr>
          <p:grpSpPr>
            <a:xfrm rot="-617154" flipH="1">
              <a:off x="575967" y="402323"/>
              <a:ext cx="1053440" cy="2450002"/>
              <a:chOff x="3817855" y="1437512"/>
              <a:chExt cx="541146" cy="1128254"/>
            </a:xfrm>
          </p:grpSpPr>
          <p:sp>
            <p:nvSpPr>
              <p:cNvPr id="1363" name="Google Shape;1363;p65">
                <a:extLst>
                  <a:ext uri="{FF2B5EF4-FFF2-40B4-BE49-F238E27FC236}">
                    <a16:creationId xmlns:a16="http://schemas.microsoft.com/office/drawing/2014/main" id="{1951966D-20F2-8765-4F47-D260F24E2DFB}"/>
                  </a:ext>
                </a:extLst>
              </p:cNvPr>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65">
                <a:extLst>
                  <a:ext uri="{FF2B5EF4-FFF2-40B4-BE49-F238E27FC236}">
                    <a16:creationId xmlns:a16="http://schemas.microsoft.com/office/drawing/2014/main" id="{291B0C7E-09FF-BC5A-6EE0-437A561D4543}"/>
                  </a:ext>
                </a:extLst>
              </p:cNvPr>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5" name="Google Shape;1365;p65">
              <a:extLst>
                <a:ext uri="{FF2B5EF4-FFF2-40B4-BE49-F238E27FC236}">
                  <a16:creationId xmlns:a16="http://schemas.microsoft.com/office/drawing/2014/main" id="{B1506714-7A2F-1151-5BE0-0089E49847DB}"/>
                </a:ext>
              </a:extLst>
            </p:cNvPr>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6" name="Google Shape;1366;p65">
            <a:hlinkClick r:id="" action="ppaction://hlinkshowjump?jump=previousslide"/>
            <a:extLst>
              <a:ext uri="{FF2B5EF4-FFF2-40B4-BE49-F238E27FC236}">
                <a16:creationId xmlns:a16="http://schemas.microsoft.com/office/drawing/2014/main" id="{CD99E5F0-2432-7A0B-1F91-8860D2EAA61E}"/>
              </a:ext>
            </a:extLst>
          </p:cNvPr>
          <p:cNvSpPr/>
          <p:nvPr/>
        </p:nvSpPr>
        <p:spPr>
          <a:xfrm>
            <a:off x="139872"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65">
            <a:hlinkClick r:id="" action="ppaction://hlinkshowjump?jump=nextslide"/>
            <a:extLst>
              <a:ext uri="{FF2B5EF4-FFF2-40B4-BE49-F238E27FC236}">
                <a16:creationId xmlns:a16="http://schemas.microsoft.com/office/drawing/2014/main" id="{42ACC955-89A3-28E1-06CB-E84BF11381E9}"/>
              </a:ext>
            </a:extLst>
          </p:cNvPr>
          <p:cNvSpPr/>
          <p:nvPr/>
        </p:nvSpPr>
        <p:spPr>
          <a:xfrm flipH="1">
            <a:off x="8601644"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53029561"/>
      </p:ext>
    </p:extLst>
  </p:cSld>
  <p:clrMapOvr>
    <a:masterClrMapping/>
  </p:clrMapOvr>
  <p:transition spd="slow">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1354"/>
                                        </p:tgtEl>
                                        <p:attrNameLst>
                                          <p:attrName>style.visibility</p:attrName>
                                        </p:attrNameLst>
                                      </p:cBhvr>
                                      <p:to>
                                        <p:strVal val="visible"/>
                                      </p:to>
                                    </p:set>
                                    <p:anim calcmode="lin" valueType="num">
                                      <p:cBhvr additive="base">
                                        <p:cTn id="7" dur="1000"/>
                                        <p:tgtEl>
                                          <p:spTgt spid="1354"/>
                                        </p:tgtEl>
                                        <p:attrNameLst>
                                          <p:attrName>ppt_w</p:attrName>
                                        </p:attrNameLst>
                                      </p:cBhvr>
                                      <p:tavLst>
                                        <p:tav tm="0">
                                          <p:val>
                                            <p:strVal val="0"/>
                                          </p:val>
                                        </p:tav>
                                        <p:tav tm="100000">
                                          <p:val>
                                            <p:strVal val="#ppt_w"/>
                                          </p:val>
                                        </p:tav>
                                      </p:tavLst>
                                    </p:anim>
                                    <p:anim calcmode="lin" valueType="num">
                                      <p:cBhvr additive="base">
                                        <p:cTn id="8" dur="1000"/>
                                        <p:tgtEl>
                                          <p:spTgt spid="1354"/>
                                        </p:tgtEl>
                                        <p:attrNameLst>
                                          <p:attrName>ppt_h</p:attrName>
                                        </p:attrNameLst>
                                      </p:cBhvr>
                                      <p:tavLst>
                                        <p:tav tm="0">
                                          <p:val>
                                            <p:strVal val="0"/>
                                          </p:val>
                                        </p:tav>
                                        <p:tav tm="100000">
                                          <p:val>
                                            <p:strVal val="#ppt_h"/>
                                          </p:val>
                                        </p:tav>
                                      </p:tavLst>
                                    </p:anim>
                                  </p:childTnLst>
                                </p:cTn>
                              </p:par>
                            </p:childTnLst>
                          </p:cTn>
                        </p:par>
                        <p:par>
                          <p:cTn id="9" fill="hold">
                            <p:stCondLst>
                              <p:cond delay="1000"/>
                            </p:stCondLst>
                            <p:childTnLst>
                              <p:par>
                                <p:cTn id="10" presetID="2" presetClass="entr" presetSubtype="4" fill="hold" nodeType="afterEffect">
                                  <p:stCondLst>
                                    <p:cond delay="0"/>
                                  </p:stCondLst>
                                  <p:childTnLst>
                                    <p:set>
                                      <p:cBhvr>
                                        <p:cTn id="11" dur="1" fill="hold">
                                          <p:stCondLst>
                                            <p:cond delay="0"/>
                                          </p:stCondLst>
                                        </p:cTn>
                                        <p:tgtEl>
                                          <p:spTgt spid="1355"/>
                                        </p:tgtEl>
                                        <p:attrNameLst>
                                          <p:attrName>style.visibility</p:attrName>
                                        </p:attrNameLst>
                                      </p:cBhvr>
                                      <p:to>
                                        <p:strVal val="visible"/>
                                      </p:to>
                                    </p:set>
                                    <p:anim calcmode="lin" valueType="num">
                                      <p:cBhvr additive="base">
                                        <p:cTn id="12" dur="1000"/>
                                        <p:tgtEl>
                                          <p:spTgt spid="1355"/>
                                        </p:tgtEl>
                                        <p:attrNameLst>
                                          <p:attrName>ppt_y</p:attrName>
                                        </p:attrNameLst>
                                      </p:cBhvr>
                                      <p:tavLst>
                                        <p:tav tm="0">
                                          <p:val>
                                            <p:strVal val="#ppt_y+1"/>
                                          </p:val>
                                        </p:tav>
                                        <p:tav tm="100000">
                                          <p:val>
                                            <p:strVal val="#ppt_y"/>
                                          </p:val>
                                        </p:tav>
                                      </p:tavLst>
                                    </p:anim>
                                  </p:childTnLst>
                                </p:cTn>
                              </p:par>
                            </p:childTnLst>
                          </p:cTn>
                        </p:par>
                        <p:par>
                          <p:cTn id="13" fill="hold">
                            <p:stCondLst>
                              <p:cond delay="2000"/>
                            </p:stCondLst>
                            <p:childTnLst>
                              <p:par>
                                <p:cTn id="14" presetID="2" presetClass="entr" presetSubtype="2" fill="hold" nodeType="afterEffect">
                                  <p:stCondLst>
                                    <p:cond delay="0"/>
                                  </p:stCondLst>
                                  <p:childTnLst>
                                    <p:set>
                                      <p:cBhvr>
                                        <p:cTn id="15" dur="1" fill="hold">
                                          <p:stCondLst>
                                            <p:cond delay="0"/>
                                          </p:stCondLst>
                                        </p:cTn>
                                        <p:tgtEl>
                                          <p:spTgt spid="1356"/>
                                        </p:tgtEl>
                                        <p:attrNameLst>
                                          <p:attrName>style.visibility</p:attrName>
                                        </p:attrNameLst>
                                      </p:cBhvr>
                                      <p:to>
                                        <p:strVal val="visible"/>
                                      </p:to>
                                    </p:set>
                                    <p:anim calcmode="lin" valueType="num">
                                      <p:cBhvr additive="base">
                                        <p:cTn id="16" dur="1000"/>
                                        <p:tgtEl>
                                          <p:spTgt spid="1356"/>
                                        </p:tgtEl>
                                        <p:attrNameLst>
                                          <p:attrName>ppt_x</p:attrName>
                                        </p:attrNameLst>
                                      </p:cBhvr>
                                      <p:tavLst>
                                        <p:tav tm="0">
                                          <p:val>
                                            <p:strVal val="#ppt_x+1"/>
                                          </p:val>
                                        </p:tav>
                                        <p:tav tm="100000">
                                          <p:val>
                                            <p:strVal val="#ppt_x"/>
                                          </p:val>
                                        </p:tav>
                                      </p:tavLst>
                                    </p:anim>
                                  </p:childTnLst>
                                </p:cTn>
                              </p:par>
                              <p:par>
                                <p:cTn id="17" presetID="2" presetClass="entr" presetSubtype="8" fill="hold" nodeType="withEffect">
                                  <p:stCondLst>
                                    <p:cond delay="0"/>
                                  </p:stCondLst>
                                  <p:childTnLst>
                                    <p:set>
                                      <p:cBhvr>
                                        <p:cTn id="18" dur="1" fill="hold">
                                          <p:stCondLst>
                                            <p:cond delay="0"/>
                                          </p:stCondLst>
                                        </p:cTn>
                                        <p:tgtEl>
                                          <p:spTgt spid="1361"/>
                                        </p:tgtEl>
                                        <p:attrNameLst>
                                          <p:attrName>style.visibility</p:attrName>
                                        </p:attrNameLst>
                                      </p:cBhvr>
                                      <p:to>
                                        <p:strVal val="visible"/>
                                      </p:to>
                                    </p:set>
                                    <p:anim calcmode="lin" valueType="num">
                                      <p:cBhvr additive="base">
                                        <p:cTn id="19" dur="1000"/>
                                        <p:tgtEl>
                                          <p:spTgt spid="1361"/>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1115">
          <a:extLst>
            <a:ext uri="{FF2B5EF4-FFF2-40B4-BE49-F238E27FC236}">
              <a16:creationId xmlns:a16="http://schemas.microsoft.com/office/drawing/2014/main" id="{1413522E-A00F-867D-AA11-D02B34B877F5}"/>
            </a:ext>
          </a:extLst>
        </p:cNvPr>
        <p:cNvGrpSpPr/>
        <p:nvPr/>
      </p:nvGrpSpPr>
      <p:grpSpPr>
        <a:xfrm>
          <a:off x="0" y="0"/>
          <a:ext cx="0" cy="0"/>
          <a:chOff x="0" y="0"/>
          <a:chExt cx="0" cy="0"/>
        </a:xfrm>
      </p:grpSpPr>
      <p:sp>
        <p:nvSpPr>
          <p:cNvPr id="1211" name="Google Shape;1211;p63">
            <a:hlinkClick r:id="" action="ppaction://hlinkshowjump?jump=previousslide"/>
            <a:extLst>
              <a:ext uri="{FF2B5EF4-FFF2-40B4-BE49-F238E27FC236}">
                <a16:creationId xmlns:a16="http://schemas.microsoft.com/office/drawing/2014/main" id="{9A52F717-E96B-2F69-B064-429CB7F2F517}"/>
              </a:ext>
            </a:extLst>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63">
            <a:hlinkClick r:id="" action="ppaction://hlinkshowjump?jump=nextslide"/>
            <a:extLst>
              <a:ext uri="{FF2B5EF4-FFF2-40B4-BE49-F238E27FC236}">
                <a16:creationId xmlns:a16="http://schemas.microsoft.com/office/drawing/2014/main" id="{CF6845E3-18BE-1D25-EC4A-7897530B9D29}"/>
              </a:ext>
            </a:extLst>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1097;p62">
            <a:extLst>
              <a:ext uri="{FF2B5EF4-FFF2-40B4-BE49-F238E27FC236}">
                <a16:creationId xmlns:a16="http://schemas.microsoft.com/office/drawing/2014/main" id="{46BD56C3-93C5-B2ED-7311-4176D6DD2A8A}"/>
              </a:ext>
            </a:extLst>
          </p:cNvPr>
          <p:cNvSpPr txBox="1">
            <a:spLocks/>
          </p:cNvSpPr>
          <p:nvPr/>
        </p:nvSpPr>
        <p:spPr>
          <a:xfrm>
            <a:off x="0" y="430750"/>
            <a:ext cx="9144000" cy="1102343"/>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nl-NL" sz="7200" dirty="0">
                <a:latin typeface="Aldrich" panose="020B0604020202020204" charset="0"/>
              </a:rPr>
              <a:t>5-tuple</a:t>
            </a:r>
            <a:endParaRPr lang="nl-NL" sz="1600" dirty="0">
              <a:latin typeface="Aldrich" panose="020B0604020202020204" charset="0"/>
            </a:endParaRPr>
          </a:p>
        </p:txBody>
      </p:sp>
      <p:sp>
        <p:nvSpPr>
          <p:cNvPr id="7" name="Google Shape;1098;p62">
            <a:extLst>
              <a:ext uri="{FF2B5EF4-FFF2-40B4-BE49-F238E27FC236}">
                <a16:creationId xmlns:a16="http://schemas.microsoft.com/office/drawing/2014/main" id="{1EED8E66-92D2-CD51-4854-C86EE89EBDDE}"/>
              </a:ext>
            </a:extLst>
          </p:cNvPr>
          <p:cNvSpPr txBox="1">
            <a:spLocks/>
          </p:cNvSpPr>
          <p:nvPr/>
        </p:nvSpPr>
        <p:spPr>
          <a:xfrm>
            <a:off x="0" y="1770748"/>
            <a:ext cx="9144000" cy="8010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l-GR" sz="3600" dirty="0">
                <a:latin typeface="Didact Gothic" panose="00000500000000000000" pitchFamily="2" charset="0"/>
              </a:rPr>
              <a:t>(Q, Σ, δ, q0, F)</a:t>
            </a:r>
          </a:p>
        </p:txBody>
      </p:sp>
      <p:sp>
        <p:nvSpPr>
          <p:cNvPr id="8" name="Google Shape;1098;p62">
            <a:extLst>
              <a:ext uri="{FF2B5EF4-FFF2-40B4-BE49-F238E27FC236}">
                <a16:creationId xmlns:a16="http://schemas.microsoft.com/office/drawing/2014/main" id="{525BDC65-AF90-7FC1-2A71-F3EBF3C82027}"/>
              </a:ext>
            </a:extLst>
          </p:cNvPr>
          <p:cNvSpPr txBox="1">
            <a:spLocks/>
          </p:cNvSpPr>
          <p:nvPr/>
        </p:nvSpPr>
        <p:spPr>
          <a:xfrm>
            <a:off x="1773519" y="2765098"/>
            <a:ext cx="5596962" cy="162974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r>
              <a:rPr lang="nl-NL" sz="2000" dirty="0">
                <a:latin typeface="Didact Gothic" panose="00000500000000000000" pitchFamily="2" charset="0"/>
              </a:rPr>
              <a:t>Q: de eindige verzameling staten</a:t>
            </a:r>
          </a:p>
          <a:p>
            <a:pPr marL="0" indent="0"/>
            <a:r>
              <a:rPr lang="el-GR" sz="2000" dirty="0">
                <a:latin typeface="Didact Gothic" panose="00000500000000000000" pitchFamily="2" charset="0"/>
              </a:rPr>
              <a:t>Σ: </a:t>
            </a:r>
            <a:r>
              <a:rPr lang="nl-NL" sz="2000" dirty="0">
                <a:latin typeface="Didact Gothic" panose="00000500000000000000" pitchFamily="2" charset="0"/>
              </a:rPr>
              <a:t>het alfabet</a:t>
            </a:r>
          </a:p>
          <a:p>
            <a:pPr marL="0" indent="0"/>
            <a:r>
              <a:rPr lang="el-GR" sz="2000" dirty="0">
                <a:latin typeface="Didact Gothic" panose="00000500000000000000" pitchFamily="2" charset="0"/>
              </a:rPr>
              <a:t>δ</a:t>
            </a:r>
            <a:r>
              <a:rPr lang="en-US" sz="2000" dirty="0">
                <a:latin typeface="Didact Gothic" panose="00000500000000000000" pitchFamily="2" charset="0"/>
              </a:rPr>
              <a:t>: </a:t>
            </a:r>
            <a:r>
              <a:rPr lang="en-US" sz="2000" dirty="0" err="1">
                <a:latin typeface="Didact Gothic" panose="00000500000000000000" pitchFamily="2" charset="0"/>
              </a:rPr>
              <a:t>Transitiefunctie</a:t>
            </a:r>
            <a:endParaRPr lang="en-US" sz="2000" dirty="0">
              <a:latin typeface="Didact Gothic" panose="00000500000000000000" pitchFamily="2" charset="0"/>
            </a:endParaRPr>
          </a:p>
          <a:p>
            <a:pPr marL="0" indent="0"/>
            <a:r>
              <a:rPr lang="en-US" sz="2000" dirty="0">
                <a:latin typeface="Didact Gothic" panose="00000500000000000000" pitchFamily="2" charset="0"/>
              </a:rPr>
              <a:t>q0: de </a:t>
            </a:r>
            <a:r>
              <a:rPr lang="en-US" sz="2000" dirty="0" err="1">
                <a:latin typeface="Didact Gothic" panose="00000500000000000000" pitchFamily="2" charset="0"/>
              </a:rPr>
              <a:t>startstaat</a:t>
            </a:r>
            <a:r>
              <a:rPr lang="en-US" sz="2000" dirty="0">
                <a:latin typeface="Didact Gothic" panose="00000500000000000000" pitchFamily="2" charset="0"/>
              </a:rPr>
              <a:t> ∈ Q</a:t>
            </a:r>
          </a:p>
          <a:p>
            <a:pPr marL="0" indent="0"/>
            <a:r>
              <a:rPr lang="en-US" sz="2000" dirty="0">
                <a:latin typeface="Didact Gothic" panose="00000500000000000000" pitchFamily="2" charset="0"/>
              </a:rPr>
              <a:t>F: </a:t>
            </a:r>
            <a:r>
              <a:rPr lang="nl-NL" sz="2000" dirty="0">
                <a:latin typeface="Didact Gothic" panose="00000500000000000000" pitchFamily="2" charset="0"/>
              </a:rPr>
              <a:t>de verzameling eindstaten ⊆ Q</a:t>
            </a:r>
            <a:endParaRPr lang="el-GR" sz="2000" dirty="0">
              <a:latin typeface="Didact Gothic" panose="00000500000000000000" pitchFamily="2" charset="0"/>
            </a:endParaRPr>
          </a:p>
        </p:txBody>
      </p:sp>
    </p:spTree>
    <p:extLst>
      <p:ext uri="{BB962C8B-B14F-4D97-AF65-F5344CB8AC3E}">
        <p14:creationId xmlns:p14="http://schemas.microsoft.com/office/powerpoint/2010/main" val="16530613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p:tgtEl>
                                          <p:spTgt spid="6"/>
                                        </p:tgtEl>
                                        <p:attrNameLst>
                                          <p:attrName>ppt_w</p:attrName>
                                        </p:attrNameLst>
                                      </p:cBhvr>
                                      <p:tavLst>
                                        <p:tav tm="0">
                                          <p:val>
                                            <p:strVal val="0"/>
                                          </p:val>
                                        </p:tav>
                                        <p:tav tm="100000">
                                          <p:val>
                                            <p:strVal val="#ppt_w"/>
                                          </p:val>
                                        </p:tav>
                                      </p:tavLst>
                                    </p:anim>
                                    <p:anim calcmode="lin" valueType="num">
                                      <p:cBhvr additive="base">
                                        <p:cTn id="8" dur="1000"/>
                                        <p:tgtEl>
                                          <p:spTgt spid="6"/>
                                        </p:tgtEl>
                                        <p:attrNameLst>
                                          <p:attrName>ppt_h</p:attrName>
                                        </p:attrNameLst>
                                      </p:cBhvr>
                                      <p:tavLst>
                                        <p:tav tm="0">
                                          <p:val>
                                            <p:str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additive="base">
                                        <p:cTn id="13" dur="500" fill="hold"/>
                                        <p:tgtEl>
                                          <p:spTgt spid="7"/>
                                        </p:tgtEl>
                                        <p:attrNameLst>
                                          <p:attrName>ppt_x</p:attrName>
                                        </p:attrNameLst>
                                      </p:cBhvr>
                                      <p:tavLst>
                                        <p:tav tm="0">
                                          <p:val>
                                            <p:strVal val="#ppt_x"/>
                                          </p:val>
                                        </p:tav>
                                        <p:tav tm="100000">
                                          <p:val>
                                            <p:strVal val="#ppt_x"/>
                                          </p:val>
                                        </p:tav>
                                      </p:tavLst>
                                    </p:anim>
                                    <p:anim calcmode="lin" valueType="num">
                                      <p:cBhvr additive="base">
                                        <p:cTn id="14"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8">
                                            <p:txEl>
                                              <p:pRg st="0" end="0"/>
                                            </p:txEl>
                                          </p:spTgt>
                                        </p:tgtEl>
                                        <p:attrNameLst>
                                          <p:attrName>style.visibility</p:attrName>
                                        </p:attrNameLst>
                                      </p:cBhvr>
                                      <p:to>
                                        <p:strVal val="visible"/>
                                      </p:to>
                                    </p:set>
                                    <p:anim calcmode="lin" valueType="num">
                                      <p:cBhvr additive="base">
                                        <p:cTn id="19"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8">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8">
                                            <p:txEl>
                                              <p:pRg st="1" end="1"/>
                                            </p:txEl>
                                          </p:spTgt>
                                        </p:tgtEl>
                                        <p:attrNameLst>
                                          <p:attrName>style.visibility</p:attrName>
                                        </p:attrNameLst>
                                      </p:cBhvr>
                                      <p:to>
                                        <p:strVal val="visible"/>
                                      </p:to>
                                    </p:set>
                                    <p:anim calcmode="lin" valueType="num">
                                      <p:cBhvr additive="base">
                                        <p:cTn id="25" dur="500" fill="hold"/>
                                        <p:tgtEl>
                                          <p:spTgt spid="8">
                                            <p:txEl>
                                              <p:pRg st="1" end="1"/>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8">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8">
                                            <p:txEl>
                                              <p:pRg st="2" end="2"/>
                                            </p:txEl>
                                          </p:spTgt>
                                        </p:tgtEl>
                                        <p:attrNameLst>
                                          <p:attrName>style.visibility</p:attrName>
                                        </p:attrNameLst>
                                      </p:cBhvr>
                                      <p:to>
                                        <p:strVal val="visible"/>
                                      </p:to>
                                    </p:set>
                                    <p:anim calcmode="lin" valueType="num">
                                      <p:cBhvr additive="base">
                                        <p:cTn id="31" dur="500" fill="hold"/>
                                        <p:tgtEl>
                                          <p:spTgt spid="8">
                                            <p:txEl>
                                              <p:pRg st="2" end="2"/>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8">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8">
                                            <p:txEl>
                                              <p:pRg st="3" end="3"/>
                                            </p:txEl>
                                          </p:spTgt>
                                        </p:tgtEl>
                                        <p:attrNameLst>
                                          <p:attrName>style.visibility</p:attrName>
                                        </p:attrNameLst>
                                      </p:cBhvr>
                                      <p:to>
                                        <p:strVal val="visible"/>
                                      </p:to>
                                    </p:set>
                                    <p:anim calcmode="lin" valueType="num">
                                      <p:cBhvr additive="base">
                                        <p:cTn id="37" dur="500" fill="hold"/>
                                        <p:tgtEl>
                                          <p:spTgt spid="8">
                                            <p:txEl>
                                              <p:pRg st="3" end="3"/>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8">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8">
                                            <p:txEl>
                                              <p:pRg st="4" end="4"/>
                                            </p:txEl>
                                          </p:spTgt>
                                        </p:tgtEl>
                                        <p:attrNameLst>
                                          <p:attrName>style.visibility</p:attrName>
                                        </p:attrNameLst>
                                      </p:cBhvr>
                                      <p:to>
                                        <p:strVal val="visible"/>
                                      </p:to>
                                    </p:set>
                                    <p:anim calcmode="lin" valueType="num">
                                      <p:cBhvr additive="base">
                                        <p:cTn id="43" dur="500" fill="hold"/>
                                        <p:tgtEl>
                                          <p:spTgt spid="8">
                                            <p:txEl>
                                              <p:pRg st="4" end="4"/>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8">
                                            <p:txEl>
                                              <p:pRg st="4" end="4"/>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1115">
          <a:extLst>
            <a:ext uri="{FF2B5EF4-FFF2-40B4-BE49-F238E27FC236}">
              <a16:creationId xmlns:a16="http://schemas.microsoft.com/office/drawing/2014/main" id="{CBA389D5-A8E9-E7A4-CDFD-758504B9ECC4}"/>
            </a:ext>
          </a:extLst>
        </p:cNvPr>
        <p:cNvGrpSpPr/>
        <p:nvPr/>
      </p:nvGrpSpPr>
      <p:grpSpPr>
        <a:xfrm>
          <a:off x="0" y="0"/>
          <a:ext cx="0" cy="0"/>
          <a:chOff x="0" y="0"/>
          <a:chExt cx="0" cy="0"/>
        </a:xfrm>
      </p:grpSpPr>
      <p:sp>
        <p:nvSpPr>
          <p:cNvPr id="1211" name="Google Shape;1211;p63">
            <a:hlinkClick r:id="" action="ppaction://hlinkshowjump?jump=previousslide"/>
            <a:extLst>
              <a:ext uri="{FF2B5EF4-FFF2-40B4-BE49-F238E27FC236}">
                <a16:creationId xmlns:a16="http://schemas.microsoft.com/office/drawing/2014/main" id="{E9749A1C-8EB9-908D-F1A8-B9C3E637E154}"/>
              </a:ext>
            </a:extLst>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63">
            <a:hlinkClick r:id="" action="ppaction://hlinkshowjump?jump=nextslide"/>
            <a:extLst>
              <a:ext uri="{FF2B5EF4-FFF2-40B4-BE49-F238E27FC236}">
                <a16:creationId xmlns:a16="http://schemas.microsoft.com/office/drawing/2014/main" id="{B047B870-EC14-A583-645B-87AADC869473}"/>
              </a:ext>
            </a:extLst>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1097;p62">
            <a:extLst>
              <a:ext uri="{FF2B5EF4-FFF2-40B4-BE49-F238E27FC236}">
                <a16:creationId xmlns:a16="http://schemas.microsoft.com/office/drawing/2014/main" id="{2C1117E9-04C9-F45E-E3C1-211548E6D2E1}"/>
              </a:ext>
            </a:extLst>
          </p:cNvPr>
          <p:cNvSpPr txBox="1">
            <a:spLocks/>
          </p:cNvSpPr>
          <p:nvPr/>
        </p:nvSpPr>
        <p:spPr>
          <a:xfrm>
            <a:off x="0" y="430750"/>
            <a:ext cx="9144000" cy="1102343"/>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nl-NL" sz="6000" dirty="0">
                <a:latin typeface="Aldrich" panose="020B0604020202020204" charset="0"/>
              </a:rPr>
              <a:t>Transitiefunctie</a:t>
            </a:r>
            <a:endParaRPr lang="nl-NL" sz="1200" dirty="0">
              <a:latin typeface="Aldrich" panose="020B0604020202020204" charset="0"/>
            </a:endParaRPr>
          </a:p>
        </p:txBody>
      </p:sp>
      <p:sp>
        <p:nvSpPr>
          <p:cNvPr id="7" name="Google Shape;1098;p62">
            <a:extLst>
              <a:ext uri="{FF2B5EF4-FFF2-40B4-BE49-F238E27FC236}">
                <a16:creationId xmlns:a16="http://schemas.microsoft.com/office/drawing/2014/main" id="{FDE2B161-117D-1D3E-17CA-335D568BD26E}"/>
              </a:ext>
            </a:extLst>
          </p:cNvPr>
          <p:cNvSpPr txBox="1">
            <a:spLocks/>
          </p:cNvSpPr>
          <p:nvPr/>
        </p:nvSpPr>
        <p:spPr>
          <a:xfrm>
            <a:off x="0" y="1268860"/>
            <a:ext cx="9144000" cy="8010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l-GR" sz="3600" dirty="0">
                <a:latin typeface="Didact Gothic" panose="00000500000000000000" pitchFamily="2" charset="0"/>
              </a:rPr>
              <a:t>δ</a:t>
            </a:r>
          </a:p>
        </p:txBody>
      </p:sp>
      <mc:AlternateContent xmlns:mc="http://schemas.openxmlformats.org/markup-compatibility/2006">
        <mc:Choice xmlns:a14="http://schemas.microsoft.com/office/drawing/2010/main" Requires="a14">
          <p:sp>
            <p:nvSpPr>
              <p:cNvPr id="8" name="Google Shape;1098;p62">
                <a:extLst>
                  <a:ext uri="{FF2B5EF4-FFF2-40B4-BE49-F238E27FC236}">
                    <a16:creationId xmlns:a16="http://schemas.microsoft.com/office/drawing/2014/main" id="{6E33FDA1-53BE-0315-3E73-5A662315C3D3}"/>
                  </a:ext>
                </a:extLst>
              </p:cNvPr>
              <p:cNvSpPr txBox="1">
                <a:spLocks/>
              </p:cNvSpPr>
              <p:nvPr/>
            </p:nvSpPr>
            <p:spPr>
              <a:xfrm>
                <a:off x="1394377" y="1812767"/>
                <a:ext cx="5596962" cy="747889"/>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r>
                  <a:rPr lang="nl-NL" sz="3600" dirty="0">
                    <a:latin typeface="Didact Gothic" panose="00000500000000000000" pitchFamily="2" charset="0"/>
                  </a:rPr>
                  <a:t>Q × </a:t>
                </a:r>
                <a:r>
                  <a:rPr lang="el-GR" sz="3600" dirty="0">
                    <a:latin typeface="Didact Gothic" panose="00000500000000000000" pitchFamily="2" charset="0"/>
                  </a:rPr>
                  <a:t>Σ → </a:t>
                </a:r>
                <a14:m>
                  <m:oMath xmlns:m="http://schemas.openxmlformats.org/officeDocument/2006/math">
                    <m:sSup>
                      <m:sSupPr>
                        <m:ctrlPr>
                          <a:rPr lang="en-US" sz="3600" i="1" smtClean="0">
                            <a:latin typeface="Cambria Math" panose="02040503050406030204" pitchFamily="18" charset="0"/>
                          </a:rPr>
                        </m:ctrlPr>
                      </m:sSupPr>
                      <m:e>
                        <m:r>
                          <a:rPr lang="en-US" sz="3600" b="0" i="0" smtClean="0">
                            <a:latin typeface="Cambria Math" panose="02040503050406030204" pitchFamily="18" charset="0"/>
                          </a:rPr>
                          <m:t>2</m:t>
                        </m:r>
                      </m:e>
                      <m:sup>
                        <m:r>
                          <m:rPr>
                            <m:sty m:val="p"/>
                          </m:rPr>
                          <a:rPr lang="en-US" sz="3600" b="0" i="0" smtClean="0">
                            <a:latin typeface="Cambria Math" panose="02040503050406030204" pitchFamily="18" charset="0"/>
                          </a:rPr>
                          <m:t>Q</m:t>
                        </m:r>
                      </m:sup>
                    </m:sSup>
                  </m:oMath>
                </a14:m>
                <a:r>
                  <a:rPr lang="en-US" sz="3600" dirty="0">
                    <a:latin typeface="Didact Gothic" panose="00000500000000000000" pitchFamily="2" charset="0"/>
                  </a:rPr>
                  <a:t>:</a:t>
                </a:r>
              </a:p>
              <a:p>
                <a:pPr marL="0" indent="0"/>
                <a:r>
                  <a:rPr lang="en-US" sz="3600" dirty="0">
                    <a:latin typeface="Didact Gothic" panose="00000500000000000000" pitchFamily="2" charset="0"/>
                  </a:rPr>
                  <a:t>          (q, a) → P  </a:t>
                </a:r>
                <a:r>
                  <a:rPr lang="en-US" sz="3200" dirty="0">
                    <a:solidFill>
                      <a:schemeClr val="bg2">
                        <a:lumMod val="50000"/>
                      </a:schemeClr>
                    </a:solidFill>
                    <a:latin typeface="Didact Gothic" panose="00000500000000000000" pitchFamily="2" charset="0"/>
                  </a:rPr>
                  <a:t>(P ⊆ Q)</a:t>
                </a:r>
                <a:endParaRPr lang="el-GR" sz="3600" dirty="0">
                  <a:solidFill>
                    <a:schemeClr val="bg2">
                      <a:lumMod val="50000"/>
                    </a:schemeClr>
                  </a:solidFill>
                  <a:latin typeface="Didact Gothic" panose="00000500000000000000" pitchFamily="2" charset="0"/>
                </a:endParaRPr>
              </a:p>
            </p:txBody>
          </p:sp>
        </mc:Choice>
        <mc:Fallback>
          <p:sp>
            <p:nvSpPr>
              <p:cNvPr id="8" name="Google Shape;1098;p62">
                <a:extLst>
                  <a:ext uri="{FF2B5EF4-FFF2-40B4-BE49-F238E27FC236}">
                    <a16:creationId xmlns:a16="http://schemas.microsoft.com/office/drawing/2014/main" id="{6E33FDA1-53BE-0315-3E73-5A662315C3D3}"/>
                  </a:ext>
                </a:extLst>
              </p:cNvPr>
              <p:cNvSpPr txBox="1">
                <a:spLocks noRot="1" noChangeAspect="1" noMove="1" noResize="1" noEditPoints="1" noAdjustHandles="1" noChangeArrowheads="1" noChangeShapeType="1" noTextEdit="1"/>
              </p:cNvSpPr>
              <p:nvPr/>
            </p:nvSpPr>
            <p:spPr>
              <a:xfrm>
                <a:off x="1394377" y="1812767"/>
                <a:ext cx="5596962" cy="747889"/>
              </a:xfrm>
              <a:prstGeom prst="rect">
                <a:avLst/>
              </a:prstGeom>
              <a:blipFill>
                <a:blip r:embed="rId3"/>
                <a:stretch>
                  <a:fillRect t="-5691" b="-97561"/>
                </a:stretch>
              </a:blipFill>
              <a:ln>
                <a:noFill/>
              </a:ln>
            </p:spPr>
            <p:txBody>
              <a:bodyPr/>
              <a:lstStyle/>
              <a:p>
                <a:r>
                  <a:rPr lang="en-US">
                    <a:noFill/>
                  </a:rPr>
                  <a:t> </a:t>
                </a:r>
              </a:p>
            </p:txBody>
          </p:sp>
        </mc:Fallback>
      </mc:AlternateContent>
      <p:sp>
        <p:nvSpPr>
          <p:cNvPr id="2" name="Google Shape;1098;p62">
            <a:extLst>
              <a:ext uri="{FF2B5EF4-FFF2-40B4-BE49-F238E27FC236}">
                <a16:creationId xmlns:a16="http://schemas.microsoft.com/office/drawing/2014/main" id="{AEEA2ADE-E760-5A87-D480-F8D012EA5AB9}"/>
              </a:ext>
            </a:extLst>
          </p:cNvPr>
          <p:cNvSpPr txBox="1">
            <a:spLocks/>
          </p:cNvSpPr>
          <p:nvPr/>
        </p:nvSpPr>
        <p:spPr>
          <a:xfrm>
            <a:off x="570672" y="3073636"/>
            <a:ext cx="4413871" cy="151150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lgn="l"/>
            <a:r>
              <a:rPr lang="nl-NL" sz="2400" dirty="0" err="1">
                <a:latin typeface="Didact Gothic" panose="00000500000000000000" pitchFamily="2" charset="0"/>
              </a:rPr>
              <a:t>Bvb</a:t>
            </a:r>
            <a:r>
              <a:rPr lang="nl-NL" sz="2400" dirty="0">
                <a:latin typeface="Didact Gothic" panose="00000500000000000000" pitchFamily="2" charset="0"/>
              </a:rPr>
              <a:t>. </a:t>
            </a:r>
          </a:p>
          <a:p>
            <a:pPr marL="0" indent="0" algn="l"/>
            <a:r>
              <a:rPr lang="el-GR" sz="2400" dirty="0">
                <a:latin typeface="Didact Gothic" panose="00000500000000000000" pitchFamily="2" charset="0"/>
              </a:rPr>
              <a:t>Σ</a:t>
            </a:r>
            <a:r>
              <a:rPr lang="en-US" sz="2400" dirty="0">
                <a:latin typeface="Didact Gothic" panose="00000500000000000000" pitchFamily="2" charset="0"/>
              </a:rPr>
              <a:t> = {0,1}  Q = {q0,q1,q2}</a:t>
            </a:r>
            <a:br>
              <a:rPr lang="nl-NL" sz="2400" dirty="0">
                <a:latin typeface="Didact Gothic" panose="00000500000000000000" pitchFamily="2" charset="0"/>
              </a:rPr>
            </a:br>
            <a:r>
              <a:rPr lang="el-GR" sz="2400" dirty="0">
                <a:latin typeface="Didact Gothic" panose="00000500000000000000" pitchFamily="2" charset="0"/>
              </a:rPr>
              <a:t>δ</a:t>
            </a:r>
            <a:r>
              <a:rPr lang="nl-NL" sz="2400" dirty="0">
                <a:latin typeface="Didact Gothic" panose="00000500000000000000" pitchFamily="2" charset="0"/>
              </a:rPr>
              <a:t>(q0, </a:t>
            </a:r>
            <a:r>
              <a:rPr lang="en-US" sz="2400" dirty="0">
                <a:latin typeface="Didact Gothic" panose="00000500000000000000" pitchFamily="2" charset="0"/>
              </a:rPr>
              <a:t>1)</a:t>
            </a:r>
            <a:r>
              <a:rPr lang="el-GR" sz="2400" dirty="0">
                <a:latin typeface="Didact Gothic" panose="00000500000000000000" pitchFamily="2" charset="0"/>
              </a:rPr>
              <a:t> → </a:t>
            </a:r>
            <a:r>
              <a:rPr lang="en-US" sz="2400" dirty="0">
                <a:latin typeface="Didact Gothic" panose="00000500000000000000" pitchFamily="2" charset="0"/>
              </a:rPr>
              <a:t>{q0, </a:t>
            </a:r>
            <a:r>
              <a:rPr lang="nl-NL" sz="2400" dirty="0">
                <a:latin typeface="Didact Gothic" panose="00000500000000000000" pitchFamily="2" charset="0"/>
              </a:rPr>
              <a:t>q1} </a:t>
            </a:r>
          </a:p>
          <a:p>
            <a:pPr marL="0" indent="0" algn="l"/>
            <a:r>
              <a:rPr lang="el-GR" sz="2400" dirty="0">
                <a:latin typeface="Didact Gothic" panose="00000500000000000000" pitchFamily="2" charset="0"/>
              </a:rPr>
              <a:t>δ</a:t>
            </a:r>
            <a:r>
              <a:rPr lang="nl-NL" sz="2400" dirty="0">
                <a:latin typeface="Didact Gothic" panose="00000500000000000000" pitchFamily="2" charset="0"/>
              </a:rPr>
              <a:t>(q2, </a:t>
            </a:r>
            <a:r>
              <a:rPr lang="en-US" sz="2400" dirty="0">
                <a:latin typeface="Didact Gothic" panose="00000500000000000000" pitchFamily="2" charset="0"/>
              </a:rPr>
              <a:t>0)</a:t>
            </a:r>
            <a:r>
              <a:rPr lang="el-GR" sz="2400" dirty="0">
                <a:latin typeface="Didact Gothic" panose="00000500000000000000" pitchFamily="2" charset="0"/>
              </a:rPr>
              <a:t> → ∅</a:t>
            </a:r>
          </a:p>
        </p:txBody>
      </p:sp>
      <p:graphicFrame>
        <p:nvGraphicFramePr>
          <p:cNvPr id="10" name="Table 9">
            <a:extLst>
              <a:ext uri="{FF2B5EF4-FFF2-40B4-BE49-F238E27FC236}">
                <a16:creationId xmlns:a16="http://schemas.microsoft.com/office/drawing/2014/main" id="{5F33A724-FC47-3C4A-E801-31DF088E539F}"/>
              </a:ext>
            </a:extLst>
          </p:cNvPr>
          <p:cNvGraphicFramePr>
            <a:graphicFrameLocks noGrp="1"/>
          </p:cNvGraphicFramePr>
          <p:nvPr>
            <p:extLst>
              <p:ext uri="{D42A27DB-BD31-4B8C-83A1-F6EECF244321}">
                <p14:modId xmlns:p14="http://schemas.microsoft.com/office/powerpoint/2010/main" val="4195712779"/>
              </p:ext>
            </p:extLst>
          </p:nvPr>
        </p:nvGraphicFramePr>
        <p:xfrm>
          <a:off x="4661375" y="3104102"/>
          <a:ext cx="3940269" cy="1608648"/>
        </p:xfrm>
        <a:graphic>
          <a:graphicData uri="http://schemas.openxmlformats.org/drawingml/2006/table">
            <a:tbl>
              <a:tblPr firstRow="1" bandRow="1">
                <a:tableStyleId>{2829158E-518A-43E2-9EA4-46D35B15BF13}</a:tableStyleId>
              </a:tblPr>
              <a:tblGrid>
                <a:gridCol w="1313423">
                  <a:extLst>
                    <a:ext uri="{9D8B030D-6E8A-4147-A177-3AD203B41FA5}">
                      <a16:colId xmlns:a16="http://schemas.microsoft.com/office/drawing/2014/main" val="967300338"/>
                    </a:ext>
                  </a:extLst>
                </a:gridCol>
                <a:gridCol w="1313423">
                  <a:extLst>
                    <a:ext uri="{9D8B030D-6E8A-4147-A177-3AD203B41FA5}">
                      <a16:colId xmlns:a16="http://schemas.microsoft.com/office/drawing/2014/main" val="306636640"/>
                    </a:ext>
                  </a:extLst>
                </a:gridCol>
                <a:gridCol w="1313423">
                  <a:extLst>
                    <a:ext uri="{9D8B030D-6E8A-4147-A177-3AD203B41FA5}">
                      <a16:colId xmlns:a16="http://schemas.microsoft.com/office/drawing/2014/main" val="1268055254"/>
                    </a:ext>
                  </a:extLst>
                </a:gridCol>
              </a:tblGrid>
              <a:tr h="402162">
                <a:tc>
                  <a:txBody>
                    <a:bodyPr/>
                    <a:lstStyle/>
                    <a:p>
                      <a:r>
                        <a:rPr lang="en-US" dirty="0">
                          <a:latin typeface="Didact Gothic" panose="00000500000000000000" pitchFamily="2" charset="0"/>
                        </a:rPr>
                        <a:t>Current State</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Input 0</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Input 1</a:t>
                      </a:r>
                      <a:endParaRPr lang="nl-NL" dirty="0">
                        <a:latin typeface="Didact Gothic" panose="00000500000000000000" pitchFamily="2" charset="0"/>
                      </a:endParaRPr>
                    </a:p>
                  </a:txBody>
                  <a:tcPr/>
                </a:tc>
                <a:extLst>
                  <a:ext uri="{0D108BD9-81ED-4DB2-BD59-A6C34878D82A}">
                    <a16:rowId xmlns:a16="http://schemas.microsoft.com/office/drawing/2014/main" val="2352285044"/>
                  </a:ext>
                </a:extLst>
              </a:tr>
              <a:tr h="402162">
                <a:tc>
                  <a:txBody>
                    <a:bodyPr/>
                    <a:lstStyle/>
                    <a:p>
                      <a:r>
                        <a:rPr lang="el-GR" sz="1400" dirty="0">
                          <a:latin typeface="Didact Gothic" panose="00000500000000000000" pitchFamily="2" charset="0"/>
                        </a:rPr>
                        <a:t>→</a:t>
                      </a:r>
                      <a:r>
                        <a:rPr lang="en-US" sz="1400" dirty="0">
                          <a:latin typeface="Didact Gothic" panose="00000500000000000000" pitchFamily="2" charset="0"/>
                        </a:rPr>
                        <a:t>q0</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q0</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{q0, q1}</a:t>
                      </a:r>
                      <a:endParaRPr lang="nl-NL" dirty="0">
                        <a:latin typeface="Didact Gothic" panose="00000500000000000000" pitchFamily="2" charset="0"/>
                      </a:endParaRPr>
                    </a:p>
                  </a:txBody>
                  <a:tcPr/>
                </a:tc>
                <a:extLst>
                  <a:ext uri="{0D108BD9-81ED-4DB2-BD59-A6C34878D82A}">
                    <a16:rowId xmlns:a16="http://schemas.microsoft.com/office/drawing/2014/main" val="3445163868"/>
                  </a:ext>
                </a:extLst>
              </a:tr>
              <a:tr h="402162">
                <a:tc>
                  <a:txBody>
                    <a:bodyPr/>
                    <a:lstStyle/>
                    <a:p>
                      <a:r>
                        <a:rPr lang="en-US" dirty="0">
                          <a:latin typeface="Didact Gothic" panose="00000500000000000000" pitchFamily="2" charset="0"/>
                        </a:rPr>
                        <a:t>q1</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q1</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q2</a:t>
                      </a:r>
                      <a:endParaRPr lang="nl-NL" dirty="0">
                        <a:latin typeface="Didact Gothic" panose="00000500000000000000" pitchFamily="2" charset="0"/>
                      </a:endParaRPr>
                    </a:p>
                  </a:txBody>
                  <a:tcPr/>
                </a:tc>
                <a:extLst>
                  <a:ext uri="{0D108BD9-81ED-4DB2-BD59-A6C34878D82A}">
                    <a16:rowId xmlns:a16="http://schemas.microsoft.com/office/drawing/2014/main" val="2713411047"/>
                  </a:ext>
                </a:extLst>
              </a:tr>
              <a:tr h="402162">
                <a:tc>
                  <a:txBody>
                    <a:bodyPr/>
                    <a:lstStyle/>
                    <a:p>
                      <a:r>
                        <a:rPr lang="en-US" dirty="0">
                          <a:latin typeface="Didact Gothic" panose="00000500000000000000" pitchFamily="2" charset="0"/>
                        </a:rPr>
                        <a:t>*q2</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q2</a:t>
                      </a:r>
                      <a:endParaRPr lang="nl-NL" dirty="0">
                        <a:latin typeface="Didact Gothic" panose="00000500000000000000" pitchFamily="2" charset="0"/>
                      </a:endParaRPr>
                    </a:p>
                  </a:txBody>
                  <a:tcPr/>
                </a:tc>
                <a:extLst>
                  <a:ext uri="{0D108BD9-81ED-4DB2-BD59-A6C34878D82A}">
                    <a16:rowId xmlns:a16="http://schemas.microsoft.com/office/drawing/2014/main" val="3664992249"/>
                  </a:ext>
                </a:extLst>
              </a:tr>
            </a:tbl>
          </a:graphicData>
        </a:graphic>
      </p:graphicFrame>
    </p:spTree>
    <p:extLst>
      <p:ext uri="{BB962C8B-B14F-4D97-AF65-F5344CB8AC3E}">
        <p14:creationId xmlns:p14="http://schemas.microsoft.com/office/powerpoint/2010/main" val="34999784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p:tgtEl>
                                          <p:spTgt spid="6"/>
                                        </p:tgtEl>
                                        <p:attrNameLst>
                                          <p:attrName>ppt_w</p:attrName>
                                        </p:attrNameLst>
                                      </p:cBhvr>
                                      <p:tavLst>
                                        <p:tav tm="0">
                                          <p:val>
                                            <p:strVal val="0"/>
                                          </p:val>
                                        </p:tav>
                                        <p:tav tm="100000">
                                          <p:val>
                                            <p:strVal val="#ppt_w"/>
                                          </p:val>
                                        </p:tav>
                                      </p:tavLst>
                                    </p:anim>
                                    <p:anim calcmode="lin" valueType="num">
                                      <p:cBhvr additive="base">
                                        <p:cTn id="8" dur="1000"/>
                                        <p:tgtEl>
                                          <p:spTgt spid="6"/>
                                        </p:tgtEl>
                                        <p:attrNameLst>
                                          <p:attrName>ppt_h</p:attrName>
                                        </p:attrNameLst>
                                      </p:cBhvr>
                                      <p:tavLst>
                                        <p:tav tm="0">
                                          <p:val>
                                            <p:str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additive="base">
                                        <p:cTn id="13" dur="500" fill="hold"/>
                                        <p:tgtEl>
                                          <p:spTgt spid="7"/>
                                        </p:tgtEl>
                                        <p:attrNameLst>
                                          <p:attrName>ppt_x</p:attrName>
                                        </p:attrNameLst>
                                      </p:cBhvr>
                                      <p:tavLst>
                                        <p:tav tm="0">
                                          <p:val>
                                            <p:strVal val="#ppt_x"/>
                                          </p:val>
                                        </p:tav>
                                        <p:tav tm="100000">
                                          <p:val>
                                            <p:strVal val="#ppt_x"/>
                                          </p:val>
                                        </p:tav>
                                      </p:tavLst>
                                    </p:anim>
                                    <p:anim calcmode="lin" valueType="num">
                                      <p:cBhvr additive="base">
                                        <p:cTn id="14"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8">
                                            <p:txEl>
                                              <p:pRg st="0" end="0"/>
                                            </p:txEl>
                                          </p:spTgt>
                                        </p:tgtEl>
                                        <p:attrNameLst>
                                          <p:attrName>style.visibility</p:attrName>
                                        </p:attrNameLst>
                                      </p:cBhvr>
                                      <p:to>
                                        <p:strVal val="visible"/>
                                      </p:to>
                                    </p:set>
                                    <p:anim calcmode="lin" valueType="num">
                                      <p:cBhvr additive="base">
                                        <p:cTn id="19"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8">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8">
                                            <p:txEl>
                                              <p:pRg st="1" end="1"/>
                                            </p:txEl>
                                          </p:spTgt>
                                        </p:tgtEl>
                                        <p:attrNameLst>
                                          <p:attrName>style.visibility</p:attrName>
                                        </p:attrNameLst>
                                      </p:cBhvr>
                                      <p:to>
                                        <p:strVal val="visible"/>
                                      </p:to>
                                    </p:set>
                                    <p:anim calcmode="lin" valueType="num">
                                      <p:cBhvr additive="base">
                                        <p:cTn id="25" dur="500" fill="hold"/>
                                        <p:tgtEl>
                                          <p:spTgt spid="8">
                                            <p:txEl>
                                              <p:pRg st="1" end="1"/>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8">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2">
                                            <p:txEl>
                                              <p:pRg st="0" end="0"/>
                                            </p:txEl>
                                          </p:spTgt>
                                        </p:tgtEl>
                                        <p:attrNameLst>
                                          <p:attrName>style.visibility</p:attrName>
                                        </p:attrNameLst>
                                      </p:cBhvr>
                                      <p:to>
                                        <p:strVal val="visible"/>
                                      </p:to>
                                    </p:set>
                                    <p:anim calcmode="lin" valueType="num">
                                      <p:cBhvr additive="base">
                                        <p:cTn id="31" dur="500" fill="hold"/>
                                        <p:tgtEl>
                                          <p:spTgt spid="2">
                                            <p:txEl>
                                              <p:pRg st="0" end="0"/>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2">
                                            <p:txEl>
                                              <p:pRg st="1" end="1"/>
                                            </p:txEl>
                                          </p:spTgt>
                                        </p:tgtEl>
                                        <p:attrNameLst>
                                          <p:attrName>style.visibility</p:attrName>
                                        </p:attrNameLst>
                                      </p:cBhvr>
                                      <p:to>
                                        <p:strVal val="visible"/>
                                      </p:to>
                                    </p:set>
                                    <p:anim calcmode="lin" valueType="num">
                                      <p:cBhvr additive="base">
                                        <p:cTn id="37" dur="500" fill="hold"/>
                                        <p:tgtEl>
                                          <p:spTgt spid="2">
                                            <p:txEl>
                                              <p:pRg st="1" end="1"/>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2">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2">
                                            <p:txEl>
                                              <p:pRg st="2" end="2"/>
                                            </p:txEl>
                                          </p:spTgt>
                                        </p:tgtEl>
                                        <p:attrNameLst>
                                          <p:attrName>style.visibility</p:attrName>
                                        </p:attrNameLst>
                                      </p:cBhvr>
                                      <p:to>
                                        <p:strVal val="visible"/>
                                      </p:to>
                                    </p:set>
                                    <p:anim calcmode="lin" valueType="num">
                                      <p:cBhvr additive="base">
                                        <p:cTn id="43" dur="500" fill="hold"/>
                                        <p:tgtEl>
                                          <p:spTgt spid="2">
                                            <p:txEl>
                                              <p:pRg st="2" end="2"/>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2">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1115">
          <a:extLst>
            <a:ext uri="{FF2B5EF4-FFF2-40B4-BE49-F238E27FC236}">
              <a16:creationId xmlns:a16="http://schemas.microsoft.com/office/drawing/2014/main" id="{C8BD1477-FF6D-1532-BDB6-0CF1982C4D52}"/>
            </a:ext>
          </a:extLst>
        </p:cNvPr>
        <p:cNvGrpSpPr/>
        <p:nvPr/>
      </p:nvGrpSpPr>
      <p:grpSpPr>
        <a:xfrm>
          <a:off x="0" y="0"/>
          <a:ext cx="0" cy="0"/>
          <a:chOff x="0" y="0"/>
          <a:chExt cx="0" cy="0"/>
        </a:xfrm>
      </p:grpSpPr>
      <p:sp>
        <p:nvSpPr>
          <p:cNvPr id="1211" name="Google Shape;1211;p63">
            <a:hlinkClick r:id="" action="ppaction://hlinkshowjump?jump=previousslide"/>
            <a:extLst>
              <a:ext uri="{FF2B5EF4-FFF2-40B4-BE49-F238E27FC236}">
                <a16:creationId xmlns:a16="http://schemas.microsoft.com/office/drawing/2014/main" id="{98DCD790-415C-F107-CEC3-E52A207ABC5C}"/>
              </a:ext>
            </a:extLst>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63">
            <a:hlinkClick r:id="" action="ppaction://hlinkshowjump?jump=nextslide"/>
            <a:extLst>
              <a:ext uri="{FF2B5EF4-FFF2-40B4-BE49-F238E27FC236}">
                <a16:creationId xmlns:a16="http://schemas.microsoft.com/office/drawing/2014/main" id="{BF995E27-62DD-09DF-478A-8A9BC7571BAC}"/>
              </a:ext>
            </a:extLst>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1097;p62">
            <a:extLst>
              <a:ext uri="{FF2B5EF4-FFF2-40B4-BE49-F238E27FC236}">
                <a16:creationId xmlns:a16="http://schemas.microsoft.com/office/drawing/2014/main" id="{7E72BBFF-A7D7-2E71-8A15-2843D6B32395}"/>
              </a:ext>
            </a:extLst>
          </p:cNvPr>
          <p:cNvSpPr txBox="1">
            <a:spLocks/>
          </p:cNvSpPr>
          <p:nvPr/>
        </p:nvSpPr>
        <p:spPr>
          <a:xfrm>
            <a:off x="0" y="776087"/>
            <a:ext cx="9144000" cy="1102343"/>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nl-NL" sz="6000" dirty="0">
                <a:latin typeface="Aldrich" panose="020B0604020202020204" charset="0"/>
              </a:rPr>
              <a:t>Uitgebreide transitiefunctie</a:t>
            </a:r>
            <a:endParaRPr lang="nl-NL" sz="1200" dirty="0">
              <a:latin typeface="Aldrich" panose="020B0604020202020204" charset="0"/>
            </a:endParaRPr>
          </a:p>
        </p:txBody>
      </p:sp>
      <mc:AlternateContent xmlns:mc="http://schemas.openxmlformats.org/markup-compatibility/2006" xmlns:a14="http://schemas.microsoft.com/office/drawing/2010/main">
        <mc:Choice Requires="a14">
          <p:sp>
            <p:nvSpPr>
              <p:cNvPr id="8" name="Google Shape;1098;p62">
                <a:extLst>
                  <a:ext uri="{FF2B5EF4-FFF2-40B4-BE49-F238E27FC236}">
                    <a16:creationId xmlns:a16="http://schemas.microsoft.com/office/drawing/2014/main" id="{28B6813F-AC27-CB5E-14ED-98BCB75755F2}"/>
                  </a:ext>
                </a:extLst>
              </p:cNvPr>
              <p:cNvSpPr txBox="1">
                <a:spLocks/>
              </p:cNvSpPr>
              <p:nvPr/>
            </p:nvSpPr>
            <p:spPr>
              <a:xfrm>
                <a:off x="1773519" y="2293257"/>
                <a:ext cx="5596962" cy="747889"/>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14:m>
                  <m:oMath xmlns:m="http://schemas.openxmlformats.org/officeDocument/2006/math">
                    <m:acc>
                      <m:accPr>
                        <m:chr m:val="̂"/>
                        <m:ctrlPr>
                          <a:rPr lang="el-GR" sz="3600" i="1" dirty="0">
                            <a:latin typeface="Cambria Math" panose="02040503050406030204" pitchFamily="18" charset="0"/>
                          </a:rPr>
                        </m:ctrlPr>
                      </m:accPr>
                      <m:e>
                        <m:r>
                          <m:rPr>
                            <m:nor/>
                          </m:rPr>
                          <a:rPr lang="el-GR" sz="3600" dirty="0"/>
                          <m:t>δ</m:t>
                        </m:r>
                      </m:e>
                    </m:acc>
                  </m:oMath>
                </a14:m>
                <a:r>
                  <a:rPr lang="en-US" sz="3600" dirty="0"/>
                  <a:t>: </a:t>
                </a:r>
                <a:r>
                  <a:rPr lang="nl-NL" sz="3600" dirty="0">
                    <a:latin typeface="Didact Gothic" panose="00000500000000000000" pitchFamily="2" charset="0"/>
                  </a:rPr>
                  <a:t>(Q × </a:t>
                </a:r>
                <a:r>
                  <a:rPr lang="el-GR" sz="3600" dirty="0">
                    <a:latin typeface="Didact Gothic" panose="00000500000000000000" pitchFamily="2" charset="0"/>
                  </a:rPr>
                  <a:t>Σ</a:t>
                </a:r>
                <a:r>
                  <a:rPr lang="en-US" sz="3600" dirty="0">
                    <a:latin typeface="Didact Gothic" panose="00000500000000000000" pitchFamily="2" charset="0"/>
                  </a:rPr>
                  <a:t>*</a:t>
                </a:r>
                <a:r>
                  <a:rPr lang="el-GR" sz="3600" dirty="0">
                    <a:latin typeface="Didact Gothic" panose="00000500000000000000" pitchFamily="2" charset="0"/>
                  </a:rPr>
                  <a:t> → </a:t>
                </a:r>
                <a14:m>
                  <m:oMath xmlns:m="http://schemas.openxmlformats.org/officeDocument/2006/math">
                    <m:sSup>
                      <m:sSupPr>
                        <m:ctrlPr>
                          <a:rPr lang="en-US" sz="3600" i="1">
                            <a:latin typeface="Cambria Math" panose="02040503050406030204" pitchFamily="18" charset="0"/>
                            <a:ea typeface="Cambria Math" panose="02040503050406030204" pitchFamily="18" charset="0"/>
                          </a:rPr>
                        </m:ctrlPr>
                      </m:sSupPr>
                      <m:e>
                        <m:r>
                          <a:rPr lang="en-US" sz="3600">
                            <a:latin typeface="Cambria Math" panose="02040503050406030204" pitchFamily="18" charset="0"/>
                            <a:ea typeface="Cambria Math" panose="02040503050406030204" pitchFamily="18" charset="0"/>
                          </a:rPr>
                          <m:t>2</m:t>
                        </m:r>
                      </m:e>
                      <m:sup>
                        <m:r>
                          <m:rPr>
                            <m:sty m:val="p"/>
                          </m:rPr>
                          <a:rPr lang="en-US" sz="3600">
                            <a:latin typeface="Cambria Math" panose="02040503050406030204" pitchFamily="18" charset="0"/>
                            <a:ea typeface="Cambria Math" panose="02040503050406030204" pitchFamily="18" charset="0"/>
                          </a:rPr>
                          <m:t>Q</m:t>
                        </m:r>
                      </m:sup>
                    </m:sSup>
                  </m:oMath>
                </a14:m>
                <a:r>
                  <a:rPr lang="nl-NL" sz="3600" dirty="0">
                    <a:latin typeface="Didact Gothic" panose="00000500000000000000" pitchFamily="2" charset="0"/>
                  </a:rPr>
                  <a:t>)</a:t>
                </a:r>
                <a:endParaRPr lang="el-GR" sz="3600" dirty="0">
                  <a:latin typeface="Didact Gothic" panose="00000500000000000000" pitchFamily="2" charset="0"/>
                </a:endParaRPr>
              </a:p>
            </p:txBody>
          </p:sp>
        </mc:Choice>
        <mc:Fallback xmlns="">
          <p:sp>
            <p:nvSpPr>
              <p:cNvPr id="8" name="Google Shape;1098;p62">
                <a:extLst>
                  <a:ext uri="{FF2B5EF4-FFF2-40B4-BE49-F238E27FC236}">
                    <a16:creationId xmlns:a16="http://schemas.microsoft.com/office/drawing/2014/main" id="{28B6813F-AC27-CB5E-14ED-98BCB75755F2}"/>
                  </a:ext>
                </a:extLst>
              </p:cNvPr>
              <p:cNvSpPr txBox="1">
                <a:spLocks noRot="1" noChangeAspect="1" noMove="1" noResize="1" noEditPoints="1" noAdjustHandles="1" noChangeArrowheads="1" noChangeShapeType="1" noTextEdit="1"/>
              </p:cNvSpPr>
              <p:nvPr/>
            </p:nvSpPr>
            <p:spPr>
              <a:xfrm>
                <a:off x="1773519" y="2293257"/>
                <a:ext cx="5596962" cy="747889"/>
              </a:xfrm>
              <a:prstGeom prst="rect">
                <a:avLst/>
              </a:prstGeom>
              <a:blipFill>
                <a:blip r:embed="rId3"/>
                <a:stretch>
                  <a:fillRect t="-813" b="-29268"/>
                </a:stretch>
              </a:blipFill>
              <a:ln>
                <a:noFill/>
              </a:ln>
            </p:spPr>
            <p:txBody>
              <a:bodyPr/>
              <a:lstStyle/>
              <a:p>
                <a:r>
                  <a:rPr lang="nl-NL">
                    <a:noFill/>
                  </a:rPr>
                  <a:t> </a:t>
                </a:r>
              </a:p>
            </p:txBody>
          </p:sp>
        </mc:Fallback>
      </mc:AlternateContent>
      <mc:AlternateContent xmlns:mc="http://schemas.openxmlformats.org/markup-compatibility/2006">
        <mc:Choice xmlns:a14="http://schemas.microsoft.com/office/drawing/2010/main" Requires="a14">
          <p:sp>
            <p:nvSpPr>
              <p:cNvPr id="2" name="Google Shape;1098;p62">
                <a:extLst>
                  <a:ext uri="{FF2B5EF4-FFF2-40B4-BE49-F238E27FC236}">
                    <a16:creationId xmlns:a16="http://schemas.microsoft.com/office/drawing/2014/main" id="{92D14B98-3A1E-02A0-62EA-1BC4E2E41BBD}"/>
                  </a:ext>
                </a:extLst>
              </p:cNvPr>
              <p:cNvSpPr txBox="1">
                <a:spLocks/>
              </p:cNvSpPr>
              <p:nvPr/>
            </p:nvSpPr>
            <p:spPr>
              <a:xfrm>
                <a:off x="811272" y="3046748"/>
                <a:ext cx="8332727" cy="2357875"/>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lgn="l"/>
                <a:r>
                  <a:rPr lang="nl-NL" sz="2800" dirty="0"/>
                  <a:t>Basis: </a:t>
                </a:r>
                <a14:m>
                  <m:oMath xmlns:m="http://schemas.openxmlformats.org/officeDocument/2006/math">
                    <m:acc>
                      <m:accPr>
                        <m:chr m:val="̂"/>
                        <m:ctrlPr>
                          <a:rPr lang="el-GR" sz="2800" i="1" dirty="0" smtClean="0">
                            <a:solidFill>
                              <a:schemeClr val="tx1"/>
                            </a:solidFill>
                            <a:latin typeface="Cambria Math" panose="02040503050406030204" pitchFamily="18" charset="0"/>
                          </a:rPr>
                        </m:ctrlPr>
                      </m:accPr>
                      <m:e>
                        <m:r>
                          <m:rPr>
                            <m:nor/>
                          </m:rPr>
                          <a:rPr lang="el-GR" sz="2800" dirty="0">
                            <a:solidFill>
                              <a:schemeClr val="tx1"/>
                            </a:solidFill>
                          </a:rPr>
                          <m:t>δ</m:t>
                        </m:r>
                      </m:e>
                    </m:acc>
                  </m:oMath>
                </a14:m>
                <a:r>
                  <a:rPr lang="el-GR" sz="2800" dirty="0"/>
                  <a:t>(</a:t>
                </a:r>
                <a:r>
                  <a:rPr lang="nl-NL" sz="2800" dirty="0"/>
                  <a:t>q, </a:t>
                </a:r>
                <a:r>
                  <a:rPr lang="el-GR" sz="2800" dirty="0"/>
                  <a:t>ϵ) = </a:t>
                </a:r>
                <a:r>
                  <a:rPr lang="nl-NL" sz="2800" dirty="0"/>
                  <a:t>q met q ∈ Q</a:t>
                </a:r>
              </a:p>
              <a:p>
                <a:pPr marL="0" indent="0" algn="l"/>
                <a:r>
                  <a:rPr lang="nl-NL" sz="2800" dirty="0"/>
                  <a:t>Inductie: </a:t>
                </a:r>
                <a14:m>
                  <m:oMath xmlns:m="http://schemas.openxmlformats.org/officeDocument/2006/math">
                    <m:acc>
                      <m:accPr>
                        <m:chr m:val="̂"/>
                        <m:ctrlPr>
                          <a:rPr lang="el-GR" sz="2800" i="1" dirty="0">
                            <a:solidFill>
                              <a:schemeClr val="accent6">
                                <a:lumMod val="25000"/>
                              </a:schemeClr>
                            </a:solidFill>
                            <a:latin typeface="Cambria Math" panose="02040503050406030204" pitchFamily="18" charset="0"/>
                          </a:rPr>
                        </m:ctrlPr>
                      </m:accPr>
                      <m:e>
                        <m:r>
                          <m:rPr>
                            <m:nor/>
                          </m:rPr>
                          <a:rPr lang="el-GR" sz="2800" dirty="0">
                            <a:solidFill>
                              <a:schemeClr val="accent6">
                                <a:lumMod val="25000"/>
                              </a:schemeClr>
                            </a:solidFill>
                          </a:rPr>
                          <m:t>δ</m:t>
                        </m:r>
                      </m:e>
                    </m:acc>
                  </m:oMath>
                </a14:m>
                <a:r>
                  <a:rPr lang="el-GR" sz="2800" dirty="0"/>
                  <a:t>(</a:t>
                </a:r>
                <a:r>
                  <a:rPr lang="nl-NL" sz="2800" dirty="0"/>
                  <a:t>q, xa) = </a:t>
                </a:r>
                <a14:m>
                  <m:oMath xmlns:m="http://schemas.openxmlformats.org/officeDocument/2006/math">
                    <m:nary>
                      <m:naryPr>
                        <m:chr m:val="⋃"/>
                        <m:supHide m:val="on"/>
                        <m:ctrlPr>
                          <a:rPr lang="nl-NL" sz="2800" i="1" smtClean="0">
                            <a:latin typeface="Cambria Math" panose="02040503050406030204" pitchFamily="18" charset="0"/>
                          </a:rPr>
                        </m:ctrlPr>
                      </m:naryPr>
                      <m:sub>
                        <m:r>
                          <m:rPr>
                            <m:brk m:alnAt="7"/>
                          </m:rPr>
                          <a:rPr lang="en-US" sz="2800" b="0" i="1" smtClean="0">
                            <a:latin typeface="Cambria Math" panose="02040503050406030204" pitchFamily="18" charset="0"/>
                          </a:rPr>
                          <m:t>𝑝</m:t>
                        </m:r>
                        <m:r>
                          <a:rPr lang="en-US" sz="2800" b="0" i="1" smtClean="0">
                            <a:latin typeface="Cambria Math" panose="02040503050406030204" pitchFamily="18" charset="0"/>
                            <a:ea typeface="Cambria Math" panose="02040503050406030204" pitchFamily="18" charset="0"/>
                          </a:rPr>
                          <m:t>∈</m:t>
                        </m:r>
                        <m:acc>
                          <m:accPr>
                            <m:chr m:val="̂"/>
                            <m:ctrlPr>
                              <a:rPr lang="el-GR" sz="2800" i="1" dirty="0">
                                <a:solidFill>
                                  <a:schemeClr val="tx1"/>
                                </a:solidFill>
                                <a:latin typeface="Cambria Math" panose="02040503050406030204" pitchFamily="18" charset="0"/>
                              </a:rPr>
                            </m:ctrlPr>
                          </m:accPr>
                          <m:e>
                            <m:r>
                              <m:rPr>
                                <m:nor/>
                              </m:rPr>
                              <a:rPr lang="el-GR" sz="2800" dirty="0">
                                <a:solidFill>
                                  <a:schemeClr val="tx1"/>
                                </a:solidFill>
                              </a:rPr>
                              <m:t>δ</m:t>
                            </m:r>
                          </m:e>
                        </m:acc>
                        <m:r>
                          <a:rPr lang="en-US" sz="2800" b="0" i="1" dirty="0" smtClean="0">
                            <a:solidFill>
                              <a:schemeClr val="tx1"/>
                            </a:solidFill>
                            <a:latin typeface="Cambria Math" panose="02040503050406030204" pitchFamily="18" charset="0"/>
                          </a:rPr>
                          <m:t>(</m:t>
                        </m:r>
                        <m:r>
                          <a:rPr lang="en-US" sz="2800" b="0" i="1" dirty="0" smtClean="0">
                            <a:solidFill>
                              <a:schemeClr val="tx1"/>
                            </a:solidFill>
                            <a:latin typeface="Cambria Math" panose="02040503050406030204" pitchFamily="18" charset="0"/>
                          </a:rPr>
                          <m:t>𝑞</m:t>
                        </m:r>
                        <m:r>
                          <a:rPr lang="en-US" sz="2800" b="0" i="1" dirty="0" smtClean="0">
                            <a:solidFill>
                              <a:schemeClr val="tx1"/>
                            </a:solidFill>
                            <a:latin typeface="Cambria Math" panose="02040503050406030204" pitchFamily="18" charset="0"/>
                          </a:rPr>
                          <m:t>,</m:t>
                        </m:r>
                        <m:r>
                          <a:rPr lang="en-US" sz="2800" b="0" i="1" dirty="0" smtClean="0">
                            <a:solidFill>
                              <a:schemeClr val="tx1"/>
                            </a:solidFill>
                            <a:latin typeface="Cambria Math" panose="02040503050406030204" pitchFamily="18" charset="0"/>
                          </a:rPr>
                          <m:t>𝑥</m:t>
                        </m:r>
                        <m:r>
                          <a:rPr lang="en-US" sz="2800" b="0" i="1" dirty="0" smtClean="0">
                            <a:solidFill>
                              <a:schemeClr val="tx1"/>
                            </a:solidFill>
                            <a:latin typeface="Cambria Math" panose="02040503050406030204" pitchFamily="18" charset="0"/>
                          </a:rPr>
                          <m:t>)</m:t>
                        </m:r>
                      </m:sub>
                      <m:sup/>
                      <m:e>
                        <m:r>
                          <m:rPr>
                            <m:nor/>
                          </m:rPr>
                          <a:rPr lang="el-GR" sz="2800" dirty="0"/>
                          <m:t>δ</m:t>
                        </m:r>
                        <m:r>
                          <m:rPr>
                            <m:nor/>
                          </m:rPr>
                          <a:rPr lang="el-GR" sz="2800" dirty="0"/>
                          <m:t>(</m:t>
                        </m:r>
                        <m:r>
                          <m:rPr>
                            <m:nor/>
                          </m:rPr>
                          <a:rPr lang="en-US" sz="2800" dirty="0"/>
                          <m:t>p</m:t>
                        </m:r>
                        <m:r>
                          <m:rPr>
                            <m:nor/>
                          </m:rPr>
                          <a:rPr lang="en-US" sz="2800" dirty="0"/>
                          <m:t>, </m:t>
                        </m:r>
                        <m:r>
                          <m:rPr>
                            <m:nor/>
                          </m:rPr>
                          <a:rPr lang="en-US" sz="2800" dirty="0"/>
                          <m:t>a</m:t>
                        </m:r>
                        <m:r>
                          <m:rPr>
                            <m:nor/>
                          </m:rPr>
                          <a:rPr lang="en-US" sz="2800" dirty="0"/>
                          <m:t>)</m:t>
                        </m:r>
                      </m:e>
                    </m:nary>
                  </m:oMath>
                </a14:m>
                <a:endParaRPr lang="en-US" sz="2800" dirty="0">
                  <a:latin typeface="Didact Gothic" panose="00000500000000000000" pitchFamily="2" charset="0"/>
                </a:endParaRPr>
              </a:p>
              <a:p>
                <a:pPr marL="0" indent="0" algn="l"/>
                <a:r>
                  <a:rPr lang="en-US" sz="2800" dirty="0">
                    <a:latin typeface="Didact Gothic" panose="00000500000000000000" pitchFamily="2" charset="0"/>
                  </a:rPr>
                  <a:t> met p, q ∈ Q, x ∈ </a:t>
                </a:r>
                <a:r>
                  <a:rPr lang="el-GR" sz="2800" dirty="0">
                    <a:latin typeface="Didact Gothic" panose="00000500000000000000" pitchFamily="2" charset="0"/>
                  </a:rPr>
                  <a:t>Σ∗ </a:t>
                </a:r>
                <a:r>
                  <a:rPr lang="en-US" sz="2800" dirty="0" err="1">
                    <a:latin typeface="Didact Gothic" panose="00000500000000000000" pitchFamily="2" charset="0"/>
                  </a:rPr>
                  <a:t>en</a:t>
                </a:r>
                <a:r>
                  <a:rPr lang="en-US" sz="2800" dirty="0">
                    <a:latin typeface="Didact Gothic" panose="00000500000000000000" pitchFamily="2" charset="0"/>
                  </a:rPr>
                  <a:t> a ∈ </a:t>
                </a:r>
                <a:r>
                  <a:rPr lang="el-GR" sz="2800" dirty="0">
                    <a:latin typeface="Didact Gothic" panose="00000500000000000000" pitchFamily="2" charset="0"/>
                  </a:rPr>
                  <a:t>Σ</a:t>
                </a:r>
              </a:p>
            </p:txBody>
          </p:sp>
        </mc:Choice>
        <mc:Fallback>
          <p:sp>
            <p:nvSpPr>
              <p:cNvPr id="2" name="Google Shape;1098;p62">
                <a:extLst>
                  <a:ext uri="{FF2B5EF4-FFF2-40B4-BE49-F238E27FC236}">
                    <a16:creationId xmlns:a16="http://schemas.microsoft.com/office/drawing/2014/main" id="{92D14B98-3A1E-02A0-62EA-1BC4E2E41BBD}"/>
                  </a:ext>
                </a:extLst>
              </p:cNvPr>
              <p:cNvSpPr txBox="1">
                <a:spLocks noRot="1" noChangeAspect="1" noMove="1" noResize="1" noEditPoints="1" noAdjustHandles="1" noChangeArrowheads="1" noChangeShapeType="1" noTextEdit="1"/>
              </p:cNvSpPr>
              <p:nvPr/>
            </p:nvSpPr>
            <p:spPr>
              <a:xfrm>
                <a:off x="811272" y="3046748"/>
                <a:ext cx="8332727" cy="2357875"/>
              </a:xfrm>
              <a:prstGeom prst="rect">
                <a:avLst/>
              </a:prstGeom>
              <a:blipFill>
                <a:blip r:embed="rId4"/>
                <a:stretch>
                  <a:fillRect l="-1463"/>
                </a:stretch>
              </a:blipFill>
              <a:ln>
                <a:noFill/>
              </a:ln>
            </p:spPr>
            <p:txBody>
              <a:bodyPr/>
              <a:lstStyle/>
              <a:p>
                <a:r>
                  <a:rPr lang="en-US">
                    <a:noFill/>
                  </a:rPr>
                  <a:t> </a:t>
                </a:r>
              </a:p>
            </p:txBody>
          </p:sp>
        </mc:Fallback>
      </mc:AlternateContent>
    </p:spTree>
    <p:extLst>
      <p:ext uri="{BB962C8B-B14F-4D97-AF65-F5344CB8AC3E}">
        <p14:creationId xmlns:p14="http://schemas.microsoft.com/office/powerpoint/2010/main" val="12893934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p:tgtEl>
                                          <p:spTgt spid="6"/>
                                        </p:tgtEl>
                                        <p:attrNameLst>
                                          <p:attrName>ppt_w</p:attrName>
                                        </p:attrNameLst>
                                      </p:cBhvr>
                                      <p:tavLst>
                                        <p:tav tm="0">
                                          <p:val>
                                            <p:strVal val="0"/>
                                          </p:val>
                                        </p:tav>
                                        <p:tav tm="100000">
                                          <p:val>
                                            <p:strVal val="#ppt_w"/>
                                          </p:val>
                                        </p:tav>
                                      </p:tavLst>
                                    </p:anim>
                                    <p:anim calcmode="lin" valueType="num">
                                      <p:cBhvr additive="base">
                                        <p:cTn id="8" dur="1000"/>
                                        <p:tgtEl>
                                          <p:spTgt spid="6"/>
                                        </p:tgtEl>
                                        <p:attrNameLst>
                                          <p:attrName>ppt_h</p:attrName>
                                        </p:attrNameLst>
                                      </p:cBhvr>
                                      <p:tavLst>
                                        <p:tav tm="0">
                                          <p:val>
                                            <p:str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8">
                                            <p:txEl>
                                              <p:pRg st="0" end="0"/>
                                            </p:txEl>
                                          </p:spTgt>
                                        </p:tgtEl>
                                        <p:attrNameLst>
                                          <p:attrName>style.visibility</p:attrName>
                                        </p:attrNameLst>
                                      </p:cBhvr>
                                      <p:to>
                                        <p:strVal val="visible"/>
                                      </p:to>
                                    </p:set>
                                    <p:anim calcmode="lin" valueType="num">
                                      <p:cBhvr additive="base">
                                        <p:cTn id="13"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8">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2">
                                            <p:txEl>
                                              <p:pRg st="0" end="0"/>
                                            </p:txEl>
                                          </p:spTgt>
                                        </p:tgtEl>
                                        <p:attrNameLst>
                                          <p:attrName>style.visibility</p:attrName>
                                        </p:attrNameLst>
                                      </p:cBhvr>
                                      <p:to>
                                        <p:strVal val="visible"/>
                                      </p:to>
                                    </p:set>
                                    <p:anim calcmode="lin" valueType="num">
                                      <p:cBhvr additive="base">
                                        <p:cTn id="19" dur="500" fill="hold"/>
                                        <p:tgtEl>
                                          <p:spTgt spid="2">
                                            <p:txEl>
                                              <p:pRg st="0" end="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2">
                                            <p:txEl>
                                              <p:pRg st="1" end="1"/>
                                            </p:txEl>
                                          </p:spTgt>
                                        </p:tgtEl>
                                        <p:attrNameLst>
                                          <p:attrName>style.visibility</p:attrName>
                                        </p:attrNameLst>
                                      </p:cBhvr>
                                      <p:to>
                                        <p:strVal val="visible"/>
                                      </p:to>
                                    </p:set>
                                    <p:anim calcmode="lin" valueType="num">
                                      <p:cBhvr additive="base">
                                        <p:cTn id="25" dur="500" fill="hold"/>
                                        <p:tgtEl>
                                          <p:spTgt spid="2">
                                            <p:txEl>
                                              <p:pRg st="1" end="1"/>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2">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2">
                                            <p:txEl>
                                              <p:pRg st="2" end="2"/>
                                            </p:txEl>
                                          </p:spTgt>
                                        </p:tgtEl>
                                        <p:attrNameLst>
                                          <p:attrName>style.visibility</p:attrName>
                                        </p:attrNameLst>
                                      </p:cBhvr>
                                      <p:to>
                                        <p:strVal val="visible"/>
                                      </p:to>
                                    </p:set>
                                    <p:anim calcmode="lin" valueType="num">
                                      <p:cBhvr additive="base">
                                        <p:cTn id="31" dur="500" fill="hold"/>
                                        <p:tgtEl>
                                          <p:spTgt spid="2">
                                            <p:txEl>
                                              <p:pRg st="2" end="2"/>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2">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1115">
          <a:extLst>
            <a:ext uri="{FF2B5EF4-FFF2-40B4-BE49-F238E27FC236}">
              <a16:creationId xmlns:a16="http://schemas.microsoft.com/office/drawing/2014/main" id="{43006B94-7C03-518E-1F92-5ACF72B45E83}"/>
            </a:ext>
          </a:extLst>
        </p:cNvPr>
        <p:cNvGrpSpPr/>
        <p:nvPr/>
      </p:nvGrpSpPr>
      <p:grpSpPr>
        <a:xfrm>
          <a:off x="0" y="0"/>
          <a:ext cx="0" cy="0"/>
          <a:chOff x="0" y="0"/>
          <a:chExt cx="0" cy="0"/>
        </a:xfrm>
      </p:grpSpPr>
      <p:sp>
        <p:nvSpPr>
          <p:cNvPr id="1211" name="Google Shape;1211;p63">
            <a:hlinkClick r:id="" action="ppaction://hlinkshowjump?jump=previousslide"/>
            <a:extLst>
              <a:ext uri="{FF2B5EF4-FFF2-40B4-BE49-F238E27FC236}">
                <a16:creationId xmlns:a16="http://schemas.microsoft.com/office/drawing/2014/main" id="{41E3C750-8DD3-B350-A0DB-DAD61D6C038B}"/>
              </a:ext>
            </a:extLst>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63">
            <a:hlinkClick r:id="" action="ppaction://hlinkshowjump?jump=nextslide"/>
            <a:extLst>
              <a:ext uri="{FF2B5EF4-FFF2-40B4-BE49-F238E27FC236}">
                <a16:creationId xmlns:a16="http://schemas.microsoft.com/office/drawing/2014/main" id="{9C64C592-FA7D-E191-8F79-A3EE5605AF6D}"/>
              </a:ext>
            </a:extLst>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1097;p62">
            <a:extLst>
              <a:ext uri="{FF2B5EF4-FFF2-40B4-BE49-F238E27FC236}">
                <a16:creationId xmlns:a16="http://schemas.microsoft.com/office/drawing/2014/main" id="{839072E4-9DF4-E7A2-07FC-BB59C42B08B9}"/>
              </a:ext>
            </a:extLst>
          </p:cNvPr>
          <p:cNvSpPr txBox="1">
            <a:spLocks/>
          </p:cNvSpPr>
          <p:nvPr/>
        </p:nvSpPr>
        <p:spPr>
          <a:xfrm>
            <a:off x="0" y="811527"/>
            <a:ext cx="9144000" cy="1102343"/>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nl-NL" sz="6000" dirty="0">
                <a:latin typeface="Aldrich" panose="020B0604020202020204" charset="0"/>
              </a:rPr>
              <a:t>Taal Aanvaard door NFA</a:t>
            </a:r>
            <a:endParaRPr lang="nl-NL" sz="1200" dirty="0">
              <a:latin typeface="Aldrich" panose="020B0604020202020204" charset="0"/>
            </a:endParaRPr>
          </a:p>
        </p:txBody>
      </p:sp>
      <mc:AlternateContent xmlns:mc="http://schemas.openxmlformats.org/markup-compatibility/2006">
        <mc:Choice xmlns:a14="http://schemas.microsoft.com/office/drawing/2010/main" Requires="a14">
          <p:sp>
            <p:nvSpPr>
              <p:cNvPr id="8" name="Google Shape;1098;p62">
                <a:extLst>
                  <a:ext uri="{FF2B5EF4-FFF2-40B4-BE49-F238E27FC236}">
                    <a16:creationId xmlns:a16="http://schemas.microsoft.com/office/drawing/2014/main" id="{A1ED7D08-F13E-DB30-E29E-A71EB69F4581}"/>
                  </a:ext>
                </a:extLst>
              </p:cNvPr>
              <p:cNvSpPr txBox="1">
                <a:spLocks/>
              </p:cNvSpPr>
              <p:nvPr/>
            </p:nvSpPr>
            <p:spPr>
              <a:xfrm>
                <a:off x="921276" y="2571750"/>
                <a:ext cx="7301448" cy="173560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r>
                  <a:rPr lang="en-US" sz="2800" dirty="0" err="1"/>
                  <a:t>Een</a:t>
                </a:r>
                <a:r>
                  <a:rPr lang="en-US" sz="2800" dirty="0"/>
                  <a:t> van de </a:t>
                </a:r>
                <a:r>
                  <a:rPr lang="en-US" sz="2800" dirty="0" err="1"/>
                  <a:t>laatste</a:t>
                </a:r>
                <a:r>
                  <a:rPr lang="en-US" sz="2800" dirty="0"/>
                  <a:t> </a:t>
                </a:r>
                <a:r>
                  <a:rPr lang="en-US" sz="2800" dirty="0" err="1"/>
                  <a:t>toestanden</a:t>
                </a:r>
                <a:r>
                  <a:rPr lang="en-US" sz="2800" dirty="0"/>
                  <a:t> is </a:t>
                </a:r>
                <a:r>
                  <a:rPr lang="en-US" sz="2800" dirty="0" err="1"/>
                  <a:t>een</a:t>
                </a:r>
                <a:r>
                  <a:rPr lang="en-US" sz="2800" dirty="0"/>
                  <a:t> </a:t>
                </a:r>
                <a:r>
                  <a:rPr lang="nl-NL" sz="2800" dirty="0">
                    <a:latin typeface="Didact Gothic" panose="00000500000000000000" pitchFamily="2" charset="0"/>
                  </a:rPr>
                  <a:t>acceptatietoestanden /</a:t>
                </a:r>
                <a:r>
                  <a:rPr lang="en-US" sz="2800" dirty="0"/>
                  <a:t> finale </a:t>
                </a:r>
                <a:r>
                  <a:rPr lang="en-US" sz="2800" dirty="0" err="1"/>
                  <a:t>toestanden</a:t>
                </a:r>
                <a:endParaRPr lang="en-US" sz="2800" dirty="0"/>
              </a:p>
              <a:p>
                <a:pPr marL="0" indent="0"/>
                <a:endParaRPr lang="en-US" sz="2800" dirty="0"/>
              </a:p>
              <a:p>
                <a:pPr marL="0" indent="0"/>
                <a:r>
                  <a:rPr lang="en-US" sz="3000" dirty="0">
                    <a:latin typeface="Didact Gothic" panose="00000500000000000000" pitchFamily="2" charset="0"/>
                  </a:rPr>
                  <a:t>L(N) = {w ∈ </a:t>
                </a:r>
                <a:r>
                  <a:rPr lang="el-GR" sz="3000" dirty="0">
                    <a:latin typeface="Didact Gothic" panose="00000500000000000000" pitchFamily="2" charset="0"/>
                  </a:rPr>
                  <a:t>Σ∗ : </a:t>
                </a:r>
                <a14:m>
                  <m:oMath xmlns:m="http://schemas.openxmlformats.org/officeDocument/2006/math">
                    <m:acc>
                      <m:accPr>
                        <m:chr m:val="̂"/>
                        <m:ctrlPr>
                          <a:rPr lang="el-GR" sz="3000" i="1" dirty="0">
                            <a:latin typeface="Cambria Math" panose="02040503050406030204" pitchFamily="18" charset="0"/>
                          </a:rPr>
                        </m:ctrlPr>
                      </m:accPr>
                      <m:e>
                        <m:r>
                          <m:rPr>
                            <m:nor/>
                          </m:rPr>
                          <a:rPr lang="el-GR" sz="3000" dirty="0">
                            <a:latin typeface="Didact Gothic" panose="00000500000000000000" pitchFamily="2" charset="0"/>
                          </a:rPr>
                          <m:t>δ</m:t>
                        </m:r>
                      </m:e>
                    </m:acc>
                  </m:oMath>
                </a14:m>
                <a:r>
                  <a:rPr lang="el-GR" sz="3000" dirty="0">
                    <a:latin typeface="Didact Gothic" panose="00000500000000000000" pitchFamily="2" charset="0"/>
                  </a:rPr>
                  <a:t>(</a:t>
                </a:r>
                <a:r>
                  <a:rPr lang="en-US" sz="3000" dirty="0">
                    <a:latin typeface="Didact Gothic" panose="00000500000000000000" pitchFamily="2" charset="0"/>
                  </a:rPr>
                  <a:t>q0, w) </a:t>
                </a:r>
                <a14:m>
                  <m:oMath xmlns:m="http://schemas.openxmlformats.org/officeDocument/2006/math">
                    <m:r>
                      <a:rPr lang="en-US" sz="3000" b="0" i="1" dirty="0" smtClean="0">
                        <a:latin typeface="Cambria Math" panose="02040503050406030204" pitchFamily="18" charset="0"/>
                      </a:rPr>
                      <m:t>∩</m:t>
                    </m:r>
                  </m:oMath>
                </a14:m>
                <a:r>
                  <a:rPr lang="en-US" sz="3000" dirty="0">
                    <a:latin typeface="Didact Gothic" panose="00000500000000000000" pitchFamily="2" charset="0"/>
                  </a:rPr>
                  <a:t> F </a:t>
                </a:r>
                <a14:m>
                  <m:oMath xmlns:m="http://schemas.openxmlformats.org/officeDocument/2006/math">
                    <m:r>
                      <a:rPr lang="en-US" sz="3000" b="0" i="1" dirty="0" smtClean="0">
                        <a:latin typeface="Cambria Math" panose="02040503050406030204" pitchFamily="18" charset="0"/>
                        <a:ea typeface="Cambria Math" panose="02040503050406030204" pitchFamily="18" charset="0"/>
                      </a:rPr>
                      <m:t>≠</m:t>
                    </m:r>
                  </m:oMath>
                </a14:m>
                <a:r>
                  <a:rPr lang="en-US" sz="3000" dirty="0">
                    <a:latin typeface="Didact Gothic" panose="00000500000000000000" pitchFamily="2" charset="0"/>
                  </a:rPr>
                  <a:t> ∅}</a:t>
                </a:r>
                <a:endParaRPr lang="el-GR" sz="3000" dirty="0">
                  <a:latin typeface="Didact Gothic" panose="00000500000000000000" pitchFamily="2" charset="0"/>
                </a:endParaRPr>
              </a:p>
            </p:txBody>
          </p:sp>
        </mc:Choice>
        <mc:Fallback>
          <p:sp>
            <p:nvSpPr>
              <p:cNvPr id="8" name="Google Shape;1098;p62">
                <a:extLst>
                  <a:ext uri="{FF2B5EF4-FFF2-40B4-BE49-F238E27FC236}">
                    <a16:creationId xmlns:a16="http://schemas.microsoft.com/office/drawing/2014/main" id="{A1ED7D08-F13E-DB30-E29E-A71EB69F4581}"/>
                  </a:ext>
                </a:extLst>
              </p:cNvPr>
              <p:cNvSpPr txBox="1">
                <a:spLocks noRot="1" noChangeAspect="1" noMove="1" noResize="1" noEditPoints="1" noAdjustHandles="1" noChangeArrowheads="1" noChangeShapeType="1" noTextEdit="1"/>
              </p:cNvSpPr>
              <p:nvPr/>
            </p:nvSpPr>
            <p:spPr>
              <a:xfrm>
                <a:off x="921276" y="2571750"/>
                <a:ext cx="7301448" cy="1735603"/>
              </a:xfrm>
              <a:prstGeom prst="rect">
                <a:avLst/>
              </a:prstGeom>
              <a:blipFill>
                <a:blip r:embed="rId3"/>
                <a:stretch>
                  <a:fillRect t="-1053" b="-21404"/>
                </a:stretch>
              </a:blipFill>
              <a:ln>
                <a:noFill/>
              </a:ln>
            </p:spPr>
            <p:txBody>
              <a:bodyPr/>
              <a:lstStyle/>
              <a:p>
                <a:r>
                  <a:rPr lang="en-US">
                    <a:noFill/>
                  </a:rPr>
                  <a:t> </a:t>
                </a:r>
              </a:p>
            </p:txBody>
          </p:sp>
        </mc:Fallback>
      </mc:AlternateContent>
    </p:spTree>
    <p:extLst>
      <p:ext uri="{BB962C8B-B14F-4D97-AF65-F5344CB8AC3E}">
        <p14:creationId xmlns:p14="http://schemas.microsoft.com/office/powerpoint/2010/main" val="24080671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p:tgtEl>
                                          <p:spTgt spid="6"/>
                                        </p:tgtEl>
                                        <p:attrNameLst>
                                          <p:attrName>ppt_w</p:attrName>
                                        </p:attrNameLst>
                                      </p:cBhvr>
                                      <p:tavLst>
                                        <p:tav tm="0">
                                          <p:val>
                                            <p:strVal val="0"/>
                                          </p:val>
                                        </p:tav>
                                        <p:tav tm="100000">
                                          <p:val>
                                            <p:strVal val="#ppt_w"/>
                                          </p:val>
                                        </p:tav>
                                      </p:tavLst>
                                    </p:anim>
                                    <p:anim calcmode="lin" valueType="num">
                                      <p:cBhvr additive="base">
                                        <p:cTn id="8" dur="1000"/>
                                        <p:tgtEl>
                                          <p:spTgt spid="6"/>
                                        </p:tgtEl>
                                        <p:attrNameLst>
                                          <p:attrName>ppt_h</p:attrName>
                                        </p:attrNameLst>
                                      </p:cBhvr>
                                      <p:tavLst>
                                        <p:tav tm="0">
                                          <p:val>
                                            <p:str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8">
                                            <p:txEl>
                                              <p:pRg st="0" end="0"/>
                                            </p:txEl>
                                          </p:spTgt>
                                        </p:tgtEl>
                                        <p:attrNameLst>
                                          <p:attrName>style.visibility</p:attrName>
                                        </p:attrNameLst>
                                      </p:cBhvr>
                                      <p:to>
                                        <p:strVal val="visible"/>
                                      </p:to>
                                    </p:set>
                                    <p:anim calcmode="lin" valueType="num">
                                      <p:cBhvr additive="base">
                                        <p:cTn id="13"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8">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8">
                                            <p:txEl>
                                              <p:pRg st="2" end="2"/>
                                            </p:txEl>
                                          </p:spTgt>
                                        </p:tgtEl>
                                        <p:attrNameLst>
                                          <p:attrName>style.visibility</p:attrName>
                                        </p:attrNameLst>
                                      </p:cBhvr>
                                      <p:to>
                                        <p:strVal val="visible"/>
                                      </p:to>
                                    </p:set>
                                    <p:anim calcmode="lin" valueType="num">
                                      <p:cBhvr additive="base">
                                        <p:cTn id="19" dur="500" fill="hold"/>
                                        <p:tgtEl>
                                          <p:spTgt spid="8">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8">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1115">
          <a:extLst>
            <a:ext uri="{FF2B5EF4-FFF2-40B4-BE49-F238E27FC236}">
              <a16:creationId xmlns:a16="http://schemas.microsoft.com/office/drawing/2014/main" id="{108C5575-64EC-0CD3-34DD-40843FD4A691}"/>
            </a:ext>
          </a:extLst>
        </p:cNvPr>
        <p:cNvGrpSpPr/>
        <p:nvPr/>
      </p:nvGrpSpPr>
      <p:grpSpPr>
        <a:xfrm>
          <a:off x="0" y="0"/>
          <a:ext cx="0" cy="0"/>
          <a:chOff x="0" y="0"/>
          <a:chExt cx="0" cy="0"/>
        </a:xfrm>
      </p:grpSpPr>
      <p:sp>
        <p:nvSpPr>
          <p:cNvPr id="1211" name="Google Shape;1211;p63">
            <a:hlinkClick r:id="" action="ppaction://hlinkshowjump?jump=previousslide"/>
            <a:extLst>
              <a:ext uri="{FF2B5EF4-FFF2-40B4-BE49-F238E27FC236}">
                <a16:creationId xmlns:a16="http://schemas.microsoft.com/office/drawing/2014/main" id="{0F4A6F31-92C2-4C04-70DF-2D789F5E9A31}"/>
              </a:ext>
            </a:extLst>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63">
            <a:hlinkClick r:id="" action="ppaction://hlinkshowjump?jump=nextslide"/>
            <a:extLst>
              <a:ext uri="{FF2B5EF4-FFF2-40B4-BE49-F238E27FC236}">
                <a16:creationId xmlns:a16="http://schemas.microsoft.com/office/drawing/2014/main" id="{61137303-F18F-F739-C7C2-F9FAFEB42730}"/>
              </a:ext>
            </a:extLst>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1098;p62">
            <a:extLst>
              <a:ext uri="{FF2B5EF4-FFF2-40B4-BE49-F238E27FC236}">
                <a16:creationId xmlns:a16="http://schemas.microsoft.com/office/drawing/2014/main" id="{FA5C8884-A904-A868-FFF4-8F9C32F26BC0}"/>
              </a:ext>
            </a:extLst>
          </p:cNvPr>
          <p:cNvSpPr txBox="1">
            <a:spLocks/>
          </p:cNvSpPr>
          <p:nvPr/>
        </p:nvSpPr>
        <p:spPr>
          <a:xfrm>
            <a:off x="0" y="1268860"/>
            <a:ext cx="9144000" cy="8010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endParaRPr lang="el-GR" sz="3600" dirty="0">
              <a:latin typeface="Didact Gothic" panose="00000500000000000000" pitchFamily="2" charset="0"/>
            </a:endParaRPr>
          </a:p>
        </p:txBody>
      </p:sp>
      <mc:AlternateContent xmlns:mc="http://schemas.openxmlformats.org/markup-compatibility/2006" xmlns:a14="http://schemas.microsoft.com/office/drawing/2010/main">
        <mc:Choice Requires="a14">
          <p:sp>
            <p:nvSpPr>
              <p:cNvPr id="8" name="Google Shape;1098;p62">
                <a:extLst>
                  <a:ext uri="{FF2B5EF4-FFF2-40B4-BE49-F238E27FC236}">
                    <a16:creationId xmlns:a16="http://schemas.microsoft.com/office/drawing/2014/main" id="{A5ACC732-6597-2C38-5D36-6A9064F50D88}"/>
                  </a:ext>
                </a:extLst>
              </p:cNvPr>
              <p:cNvSpPr txBox="1">
                <a:spLocks/>
              </p:cNvSpPr>
              <p:nvPr/>
            </p:nvSpPr>
            <p:spPr>
              <a:xfrm>
                <a:off x="1773519" y="430750"/>
                <a:ext cx="5596962" cy="747889"/>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r>
                  <a:rPr lang="el-GR" sz="3600" dirty="0">
                    <a:latin typeface="Didact Gothic" panose="00000500000000000000" pitchFamily="2" charset="0"/>
                  </a:rPr>
                  <a:t>δ</a:t>
                </a:r>
                <a:r>
                  <a:rPr lang="en-US" sz="3600" dirty="0">
                    <a:latin typeface="Didact Gothic" panose="00000500000000000000" pitchFamily="2" charset="0"/>
                  </a:rPr>
                  <a:t>: </a:t>
                </a:r>
                <a:r>
                  <a:rPr lang="nl-NL" sz="3600" dirty="0">
                    <a:latin typeface="Didact Gothic" panose="00000500000000000000" pitchFamily="2" charset="0"/>
                  </a:rPr>
                  <a:t>(Q × </a:t>
                </a:r>
                <a:r>
                  <a:rPr lang="el-GR" sz="3600" dirty="0">
                    <a:latin typeface="Didact Gothic" panose="00000500000000000000" pitchFamily="2" charset="0"/>
                  </a:rPr>
                  <a:t>Σ → </a:t>
                </a:r>
                <a14:m>
                  <m:oMath xmlns:m="http://schemas.openxmlformats.org/officeDocument/2006/math">
                    <m:sSup>
                      <m:sSupPr>
                        <m:ctrlPr>
                          <a:rPr lang="nl-NL" sz="3600" i="1" dirty="0" smtClean="0">
                            <a:latin typeface="Cambria Math" panose="02040503050406030204" pitchFamily="18" charset="0"/>
                          </a:rPr>
                        </m:ctrlPr>
                      </m:sSupPr>
                      <m:e>
                        <m:r>
                          <a:rPr lang="en-US" sz="3600" b="0" i="1" dirty="0" smtClean="0">
                            <a:latin typeface="Cambria Math" panose="02040503050406030204" pitchFamily="18" charset="0"/>
                          </a:rPr>
                          <m:t>2</m:t>
                        </m:r>
                      </m:e>
                      <m:sup>
                        <m:r>
                          <m:rPr>
                            <m:sty m:val="p"/>
                          </m:rPr>
                          <a:rPr lang="en-US" sz="3600" b="0" i="0" dirty="0" smtClean="0">
                            <a:latin typeface="Cambria Math" panose="02040503050406030204" pitchFamily="18" charset="0"/>
                          </a:rPr>
                          <m:t>Q</m:t>
                        </m:r>
                      </m:sup>
                    </m:sSup>
                  </m:oMath>
                </a14:m>
                <a:r>
                  <a:rPr lang="nl-NL" sz="3600" dirty="0">
                    <a:latin typeface="Didact Gothic" panose="00000500000000000000" pitchFamily="2" charset="0"/>
                  </a:rPr>
                  <a:t>)</a:t>
                </a:r>
                <a:endParaRPr lang="el-GR" sz="3600" dirty="0">
                  <a:latin typeface="Didact Gothic" panose="00000500000000000000" pitchFamily="2" charset="0"/>
                </a:endParaRPr>
              </a:p>
            </p:txBody>
          </p:sp>
        </mc:Choice>
        <mc:Fallback xmlns="">
          <p:sp>
            <p:nvSpPr>
              <p:cNvPr id="8" name="Google Shape;1098;p62">
                <a:extLst>
                  <a:ext uri="{FF2B5EF4-FFF2-40B4-BE49-F238E27FC236}">
                    <a16:creationId xmlns:a16="http://schemas.microsoft.com/office/drawing/2014/main" id="{A5ACC732-6597-2C38-5D36-6A9064F50D88}"/>
                  </a:ext>
                </a:extLst>
              </p:cNvPr>
              <p:cNvSpPr txBox="1">
                <a:spLocks noRot="1" noChangeAspect="1" noMove="1" noResize="1" noEditPoints="1" noAdjustHandles="1" noChangeArrowheads="1" noChangeShapeType="1" noTextEdit="1"/>
              </p:cNvSpPr>
              <p:nvPr/>
            </p:nvSpPr>
            <p:spPr>
              <a:xfrm>
                <a:off x="1773519" y="430750"/>
                <a:ext cx="5596962" cy="747889"/>
              </a:xfrm>
              <a:prstGeom prst="rect">
                <a:avLst/>
              </a:prstGeom>
              <a:blipFill>
                <a:blip r:embed="rId3"/>
                <a:stretch>
                  <a:fillRect t="-5738" b="-24590"/>
                </a:stretch>
              </a:blipFill>
              <a:ln>
                <a:noFill/>
              </a:ln>
            </p:spPr>
            <p:txBody>
              <a:bodyPr/>
              <a:lstStyle/>
              <a:p>
                <a:r>
                  <a:rPr lang="nl-NL">
                    <a:noFill/>
                  </a:rPr>
                  <a:t> </a:t>
                </a:r>
              </a:p>
            </p:txBody>
          </p:sp>
        </mc:Fallback>
      </mc:AlternateContent>
      <p:sp>
        <p:nvSpPr>
          <p:cNvPr id="2" name="Google Shape;1098;p62">
            <a:extLst>
              <a:ext uri="{FF2B5EF4-FFF2-40B4-BE49-F238E27FC236}">
                <a16:creationId xmlns:a16="http://schemas.microsoft.com/office/drawing/2014/main" id="{FE13C052-4A19-B34D-981E-E1EE618F32DE}"/>
              </a:ext>
            </a:extLst>
          </p:cNvPr>
          <p:cNvSpPr txBox="1">
            <a:spLocks/>
          </p:cNvSpPr>
          <p:nvPr/>
        </p:nvSpPr>
        <p:spPr>
          <a:xfrm>
            <a:off x="776926" y="1646521"/>
            <a:ext cx="4413871" cy="97406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lgn="l"/>
            <a:r>
              <a:rPr lang="el-GR" sz="2400" dirty="0">
                <a:latin typeface="Didact Gothic" panose="00000500000000000000" pitchFamily="2" charset="0"/>
              </a:rPr>
              <a:t>Σ</a:t>
            </a:r>
            <a:r>
              <a:rPr lang="en-US" sz="2400" dirty="0">
                <a:latin typeface="Didact Gothic" panose="00000500000000000000" pitchFamily="2" charset="0"/>
              </a:rPr>
              <a:t> = {0,1}   Q = {q0,q1,q2}</a:t>
            </a:r>
            <a:endParaRPr lang="el-GR" sz="2400" dirty="0">
              <a:latin typeface="Didact Gothic" panose="00000500000000000000" pitchFamily="2" charset="0"/>
            </a:endParaRPr>
          </a:p>
        </p:txBody>
      </p:sp>
      <p:graphicFrame>
        <p:nvGraphicFramePr>
          <p:cNvPr id="10" name="Table 9">
            <a:extLst>
              <a:ext uri="{FF2B5EF4-FFF2-40B4-BE49-F238E27FC236}">
                <a16:creationId xmlns:a16="http://schemas.microsoft.com/office/drawing/2014/main" id="{FEFB8F45-9DD1-5F8F-CFC9-691AA8205FE9}"/>
              </a:ext>
            </a:extLst>
          </p:cNvPr>
          <p:cNvGraphicFramePr>
            <a:graphicFrameLocks noGrp="1"/>
          </p:cNvGraphicFramePr>
          <p:nvPr>
            <p:extLst>
              <p:ext uri="{D42A27DB-BD31-4B8C-83A1-F6EECF244321}">
                <p14:modId xmlns:p14="http://schemas.microsoft.com/office/powerpoint/2010/main" val="2891993771"/>
              </p:ext>
            </p:extLst>
          </p:nvPr>
        </p:nvGraphicFramePr>
        <p:xfrm>
          <a:off x="4338242" y="2910854"/>
          <a:ext cx="3940269" cy="1608648"/>
        </p:xfrm>
        <a:graphic>
          <a:graphicData uri="http://schemas.openxmlformats.org/drawingml/2006/table">
            <a:tbl>
              <a:tblPr firstRow="1" bandRow="1">
                <a:tableStyleId>{2829158E-518A-43E2-9EA4-46D35B15BF13}</a:tableStyleId>
              </a:tblPr>
              <a:tblGrid>
                <a:gridCol w="1313423">
                  <a:extLst>
                    <a:ext uri="{9D8B030D-6E8A-4147-A177-3AD203B41FA5}">
                      <a16:colId xmlns:a16="http://schemas.microsoft.com/office/drawing/2014/main" val="967300338"/>
                    </a:ext>
                  </a:extLst>
                </a:gridCol>
                <a:gridCol w="1313423">
                  <a:extLst>
                    <a:ext uri="{9D8B030D-6E8A-4147-A177-3AD203B41FA5}">
                      <a16:colId xmlns:a16="http://schemas.microsoft.com/office/drawing/2014/main" val="306636640"/>
                    </a:ext>
                  </a:extLst>
                </a:gridCol>
                <a:gridCol w="1313423">
                  <a:extLst>
                    <a:ext uri="{9D8B030D-6E8A-4147-A177-3AD203B41FA5}">
                      <a16:colId xmlns:a16="http://schemas.microsoft.com/office/drawing/2014/main" val="1268055254"/>
                    </a:ext>
                  </a:extLst>
                </a:gridCol>
              </a:tblGrid>
              <a:tr h="402162">
                <a:tc>
                  <a:txBody>
                    <a:bodyPr/>
                    <a:lstStyle/>
                    <a:p>
                      <a:r>
                        <a:rPr lang="en-US">
                          <a:latin typeface="Didact Gothic" panose="00000500000000000000" pitchFamily="2" charset="0"/>
                        </a:rPr>
                        <a:t>Current State</a:t>
                      </a:r>
                      <a:endParaRPr lang="nl-NL" dirty="0">
                        <a:latin typeface="Didact Gothic" panose="00000500000000000000" pitchFamily="2" charset="0"/>
                      </a:endParaRPr>
                    </a:p>
                  </a:txBody>
                  <a:tcPr/>
                </a:tc>
                <a:tc>
                  <a:txBody>
                    <a:bodyPr/>
                    <a:lstStyle/>
                    <a:p>
                      <a:r>
                        <a:rPr lang="en-US">
                          <a:latin typeface="Didact Gothic" panose="00000500000000000000" pitchFamily="2" charset="0"/>
                        </a:rPr>
                        <a:t>Input 0</a:t>
                      </a:r>
                      <a:endParaRPr lang="nl-NL" dirty="0">
                        <a:latin typeface="Didact Gothic" panose="00000500000000000000" pitchFamily="2" charset="0"/>
                      </a:endParaRPr>
                    </a:p>
                  </a:txBody>
                  <a:tcPr/>
                </a:tc>
                <a:tc>
                  <a:txBody>
                    <a:bodyPr/>
                    <a:lstStyle/>
                    <a:p>
                      <a:r>
                        <a:rPr lang="en-US">
                          <a:latin typeface="Didact Gothic" panose="00000500000000000000" pitchFamily="2" charset="0"/>
                        </a:rPr>
                        <a:t>Input 1</a:t>
                      </a:r>
                      <a:endParaRPr lang="nl-NL" dirty="0">
                        <a:latin typeface="Didact Gothic" panose="00000500000000000000" pitchFamily="2" charset="0"/>
                      </a:endParaRPr>
                    </a:p>
                  </a:txBody>
                  <a:tcPr/>
                </a:tc>
                <a:extLst>
                  <a:ext uri="{0D108BD9-81ED-4DB2-BD59-A6C34878D82A}">
                    <a16:rowId xmlns:a16="http://schemas.microsoft.com/office/drawing/2014/main" val="2352285044"/>
                  </a:ext>
                </a:extLst>
              </a:tr>
              <a:tr h="402162">
                <a:tc>
                  <a:txBody>
                    <a:bodyPr/>
                    <a:lstStyle/>
                    <a:p>
                      <a:r>
                        <a:rPr lang="el-GR" sz="1400">
                          <a:latin typeface="Didact Gothic" panose="00000500000000000000" pitchFamily="2" charset="0"/>
                        </a:rPr>
                        <a:t>→</a:t>
                      </a:r>
                      <a:r>
                        <a:rPr lang="en-US" sz="1400">
                          <a:latin typeface="Didact Gothic" panose="00000500000000000000" pitchFamily="2" charset="0"/>
                        </a:rPr>
                        <a:t>q0</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{q1}</a:t>
                      </a:r>
                      <a:endParaRPr lang="nl-NL" dirty="0">
                        <a:latin typeface="Didact Gothic" panose="00000500000000000000" pitchFamily="2" charset="0"/>
                      </a:endParaRPr>
                    </a:p>
                  </a:txBody>
                  <a:tcPr/>
                </a:tc>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dirty="0">
                          <a:latin typeface="Didact Gothic" panose="00000500000000000000" pitchFamily="2" charset="0"/>
                        </a:rPr>
                        <a:t>∅</a:t>
                      </a:r>
                      <a:endParaRPr lang="nl-NL" dirty="0">
                        <a:latin typeface="Didact Gothic" panose="00000500000000000000" pitchFamily="2" charset="0"/>
                      </a:endParaRPr>
                    </a:p>
                  </a:txBody>
                  <a:tcPr/>
                </a:tc>
                <a:extLst>
                  <a:ext uri="{0D108BD9-81ED-4DB2-BD59-A6C34878D82A}">
                    <a16:rowId xmlns:a16="http://schemas.microsoft.com/office/drawing/2014/main" val="3445163868"/>
                  </a:ext>
                </a:extLst>
              </a:tr>
              <a:tr h="402162">
                <a:tc>
                  <a:txBody>
                    <a:bodyPr/>
                    <a:lstStyle/>
                    <a:p>
                      <a:r>
                        <a:rPr lang="en-US">
                          <a:latin typeface="Didact Gothic" panose="00000500000000000000" pitchFamily="2" charset="0"/>
                        </a:rPr>
                        <a:t>q1</a:t>
                      </a:r>
                      <a:endParaRPr lang="nl-NL" dirty="0">
                        <a:latin typeface="Didact Gothic" panose="00000500000000000000" pitchFamily="2" charset="0"/>
                      </a:endParaRPr>
                    </a:p>
                  </a:txBody>
                  <a:tcPr/>
                </a:tc>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dirty="0">
                          <a:latin typeface="Didact Gothic" panose="00000500000000000000" pitchFamily="2" charset="0"/>
                        </a:rPr>
                        <a:t>∅</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{q2}</a:t>
                      </a:r>
                      <a:endParaRPr lang="nl-NL" dirty="0">
                        <a:latin typeface="Didact Gothic" panose="00000500000000000000" pitchFamily="2" charset="0"/>
                      </a:endParaRPr>
                    </a:p>
                  </a:txBody>
                  <a:tcPr/>
                </a:tc>
                <a:extLst>
                  <a:ext uri="{0D108BD9-81ED-4DB2-BD59-A6C34878D82A}">
                    <a16:rowId xmlns:a16="http://schemas.microsoft.com/office/drawing/2014/main" val="2713411047"/>
                  </a:ext>
                </a:extLst>
              </a:tr>
              <a:tr h="402162">
                <a:tc>
                  <a:txBody>
                    <a:bodyPr/>
                    <a:lstStyle/>
                    <a:p>
                      <a:r>
                        <a:rPr lang="en-US" dirty="0">
                          <a:latin typeface="Didact Gothic" panose="00000500000000000000" pitchFamily="2" charset="0"/>
                        </a:rPr>
                        <a:t>*q2</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{q2}</a:t>
                      </a:r>
                      <a:endParaRPr lang="nl-NL" dirty="0">
                        <a:latin typeface="Didact Gothic" panose="00000500000000000000" pitchFamily="2" charset="0"/>
                      </a:endParaRPr>
                    </a:p>
                  </a:txBody>
                  <a:tcPr/>
                </a:tc>
                <a:tc>
                  <a:txBody>
                    <a:bodyPr/>
                    <a:lstStyle/>
                    <a:p>
                      <a:r>
                        <a:rPr lang="en-US" dirty="0">
                          <a:latin typeface="Didact Gothic" panose="00000500000000000000" pitchFamily="2" charset="0"/>
                        </a:rPr>
                        <a:t>{q2}</a:t>
                      </a:r>
                      <a:endParaRPr lang="nl-NL" dirty="0">
                        <a:latin typeface="Didact Gothic" panose="00000500000000000000" pitchFamily="2" charset="0"/>
                      </a:endParaRPr>
                    </a:p>
                  </a:txBody>
                  <a:tcPr/>
                </a:tc>
                <a:extLst>
                  <a:ext uri="{0D108BD9-81ED-4DB2-BD59-A6C34878D82A}">
                    <a16:rowId xmlns:a16="http://schemas.microsoft.com/office/drawing/2014/main" val="3664992249"/>
                  </a:ext>
                </a:extLst>
              </a:tr>
            </a:tbl>
          </a:graphicData>
        </a:graphic>
      </p:graphicFrame>
      <p:sp>
        <p:nvSpPr>
          <p:cNvPr id="3" name="Google Shape;1098;p62">
            <a:extLst>
              <a:ext uri="{FF2B5EF4-FFF2-40B4-BE49-F238E27FC236}">
                <a16:creationId xmlns:a16="http://schemas.microsoft.com/office/drawing/2014/main" id="{61C7835C-3CB0-9DFC-CC39-5428F7ABFBD9}"/>
              </a:ext>
            </a:extLst>
          </p:cNvPr>
          <p:cNvSpPr txBox="1">
            <a:spLocks/>
          </p:cNvSpPr>
          <p:nvPr/>
        </p:nvSpPr>
        <p:spPr>
          <a:xfrm>
            <a:off x="776926" y="1159037"/>
            <a:ext cx="7824718" cy="97406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lgn="l"/>
            <a:r>
              <a:rPr lang="en-US" sz="2400" dirty="0">
                <a:latin typeface="Didact Gothic" panose="00000500000000000000" pitchFamily="2" charset="0"/>
              </a:rPr>
              <a:t>L = </a:t>
            </a:r>
            <a:r>
              <a:rPr lang="en-US" sz="2400" dirty="0" err="1">
                <a:latin typeface="Didact Gothic" panose="00000500000000000000" pitchFamily="2" charset="0"/>
              </a:rPr>
              <a:t>verzameling</a:t>
            </a:r>
            <a:r>
              <a:rPr lang="en-US" sz="2400" dirty="0">
                <a:latin typeface="Didact Gothic" panose="00000500000000000000" pitchFamily="2" charset="0"/>
              </a:rPr>
              <a:t> van alle bitstrings die met 01 </a:t>
            </a:r>
            <a:r>
              <a:rPr lang="en-US" sz="2400" dirty="0" err="1">
                <a:latin typeface="Didact Gothic" panose="00000500000000000000" pitchFamily="2" charset="0"/>
              </a:rPr>
              <a:t>beginnen</a:t>
            </a:r>
            <a:endParaRPr lang="el-GR" sz="2400" dirty="0">
              <a:latin typeface="Didact Gothic" panose="00000500000000000000" pitchFamily="2" charset="0"/>
            </a:endParaRPr>
          </a:p>
        </p:txBody>
      </p:sp>
      <p:sp>
        <p:nvSpPr>
          <p:cNvPr id="11" name="Google Shape;1098;p62">
            <a:extLst>
              <a:ext uri="{FF2B5EF4-FFF2-40B4-BE49-F238E27FC236}">
                <a16:creationId xmlns:a16="http://schemas.microsoft.com/office/drawing/2014/main" id="{62571181-7ECB-7C81-7C90-992F5785D915}"/>
              </a:ext>
            </a:extLst>
          </p:cNvPr>
          <p:cNvSpPr txBox="1">
            <a:spLocks/>
          </p:cNvSpPr>
          <p:nvPr/>
        </p:nvSpPr>
        <p:spPr>
          <a:xfrm>
            <a:off x="5397053" y="2472795"/>
            <a:ext cx="2097464" cy="4430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r>
              <a:rPr lang="en-US" sz="2000" dirty="0" err="1">
                <a:latin typeface="Didact Gothic" panose="00000500000000000000" pitchFamily="2" charset="0"/>
              </a:rPr>
              <a:t>transitietabel</a:t>
            </a:r>
            <a:endParaRPr lang="el-GR" sz="2000" dirty="0">
              <a:latin typeface="Didact Gothic" panose="00000500000000000000" pitchFamily="2" charset="0"/>
            </a:endParaRPr>
          </a:p>
        </p:txBody>
      </p:sp>
      <p:sp>
        <p:nvSpPr>
          <p:cNvPr id="12" name="Oval 11">
            <a:extLst>
              <a:ext uri="{FF2B5EF4-FFF2-40B4-BE49-F238E27FC236}">
                <a16:creationId xmlns:a16="http://schemas.microsoft.com/office/drawing/2014/main" id="{E2C61D2A-9ED7-2963-17D7-A8D9C3B7CC56}"/>
              </a:ext>
            </a:extLst>
          </p:cNvPr>
          <p:cNvSpPr/>
          <p:nvPr/>
        </p:nvSpPr>
        <p:spPr>
          <a:xfrm>
            <a:off x="907525" y="3685101"/>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q0</a:t>
            </a:r>
            <a:endParaRPr lang="nl-NL" dirty="0">
              <a:latin typeface="Didact Gothic" panose="00000500000000000000" pitchFamily="2" charset="0"/>
            </a:endParaRPr>
          </a:p>
        </p:txBody>
      </p:sp>
      <p:cxnSp>
        <p:nvCxnSpPr>
          <p:cNvPr id="14" name="Straight Arrow Connector 13">
            <a:extLst>
              <a:ext uri="{FF2B5EF4-FFF2-40B4-BE49-F238E27FC236}">
                <a16:creationId xmlns:a16="http://schemas.microsoft.com/office/drawing/2014/main" id="{AFAD931A-73EA-4299-FC9E-BC6C135C23E0}"/>
              </a:ext>
            </a:extLst>
          </p:cNvPr>
          <p:cNvCxnSpPr>
            <a:endCxn id="12" idx="2"/>
          </p:cNvCxnSpPr>
          <p:nvPr/>
        </p:nvCxnSpPr>
        <p:spPr>
          <a:xfrm flipV="1">
            <a:off x="584392" y="3960109"/>
            <a:ext cx="323133" cy="687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5DC468F-1D3A-7982-129F-F21C88F2CFD8}"/>
              </a:ext>
            </a:extLst>
          </p:cNvPr>
          <p:cNvSpPr/>
          <p:nvPr/>
        </p:nvSpPr>
        <p:spPr>
          <a:xfrm>
            <a:off x="1904442" y="3685100"/>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q1</a:t>
            </a:r>
            <a:endParaRPr lang="nl-NL" dirty="0">
              <a:latin typeface="Didact Gothic" panose="00000500000000000000" pitchFamily="2" charset="0"/>
            </a:endParaRPr>
          </a:p>
        </p:txBody>
      </p:sp>
      <p:cxnSp>
        <p:nvCxnSpPr>
          <p:cNvPr id="16" name="Straight Arrow Connector 15">
            <a:extLst>
              <a:ext uri="{FF2B5EF4-FFF2-40B4-BE49-F238E27FC236}">
                <a16:creationId xmlns:a16="http://schemas.microsoft.com/office/drawing/2014/main" id="{40167893-E096-3F2E-7188-A29A394B9913}"/>
              </a:ext>
            </a:extLst>
          </p:cNvPr>
          <p:cNvCxnSpPr>
            <a:cxnSpLocks/>
            <a:endCxn id="15" idx="2"/>
          </p:cNvCxnSpPr>
          <p:nvPr/>
        </p:nvCxnSpPr>
        <p:spPr>
          <a:xfrm flipV="1">
            <a:off x="1450665" y="3960108"/>
            <a:ext cx="453777" cy="1374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45662276-AE13-2F6A-B887-90BB116B1AC6}"/>
              </a:ext>
            </a:extLst>
          </p:cNvPr>
          <p:cNvSpPr txBox="1"/>
          <p:nvPr/>
        </p:nvSpPr>
        <p:spPr>
          <a:xfrm>
            <a:off x="1506943" y="3652330"/>
            <a:ext cx="281868" cy="307777"/>
          </a:xfrm>
          <a:prstGeom prst="rect">
            <a:avLst/>
          </a:prstGeom>
          <a:noFill/>
        </p:spPr>
        <p:txBody>
          <a:bodyPr wrap="square">
            <a:spAutoFit/>
          </a:bodyPr>
          <a:lstStyle/>
          <a:p>
            <a:pPr marL="0" indent="0" algn="l"/>
            <a:r>
              <a:rPr lang="en-US" sz="1400" dirty="0">
                <a:latin typeface="Didact Gothic" panose="00000500000000000000" pitchFamily="2" charset="0"/>
              </a:rPr>
              <a:t>0 </a:t>
            </a:r>
          </a:p>
        </p:txBody>
      </p:sp>
      <p:sp>
        <p:nvSpPr>
          <p:cNvPr id="34" name="Oval 33">
            <a:extLst>
              <a:ext uri="{FF2B5EF4-FFF2-40B4-BE49-F238E27FC236}">
                <a16:creationId xmlns:a16="http://schemas.microsoft.com/office/drawing/2014/main" id="{4EAA578C-A449-FF6D-7426-7A517999BA48}"/>
              </a:ext>
            </a:extLst>
          </p:cNvPr>
          <p:cNvSpPr/>
          <p:nvPr/>
        </p:nvSpPr>
        <p:spPr>
          <a:xfrm>
            <a:off x="2898400" y="3691974"/>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q2</a:t>
            </a:r>
            <a:endParaRPr lang="nl-NL" dirty="0">
              <a:latin typeface="Didact Gothic" panose="00000500000000000000" pitchFamily="2" charset="0"/>
            </a:endParaRPr>
          </a:p>
        </p:txBody>
      </p:sp>
      <p:sp>
        <p:nvSpPr>
          <p:cNvPr id="35" name="Oval 34">
            <a:extLst>
              <a:ext uri="{FF2B5EF4-FFF2-40B4-BE49-F238E27FC236}">
                <a16:creationId xmlns:a16="http://schemas.microsoft.com/office/drawing/2014/main" id="{B74AB9D2-CD0E-C421-4F59-8DC234352744}"/>
              </a:ext>
            </a:extLst>
          </p:cNvPr>
          <p:cNvSpPr/>
          <p:nvPr/>
        </p:nvSpPr>
        <p:spPr>
          <a:xfrm>
            <a:off x="2845375" y="3641181"/>
            <a:ext cx="656064" cy="656064"/>
          </a:xfrm>
          <a:prstGeom prst="ellipse">
            <a:avLst/>
          </a:prstGeom>
          <a:noFill/>
        </p:spPr>
        <p:style>
          <a:lnRef idx="2">
            <a:schemeClr val="accent6"/>
          </a:lnRef>
          <a:fillRef idx="1">
            <a:schemeClr val="lt1"/>
          </a:fillRef>
          <a:effectRef idx="0">
            <a:schemeClr val="accent6"/>
          </a:effectRef>
          <a:fontRef idx="minor">
            <a:schemeClr val="dk1"/>
          </a:fontRef>
        </p:style>
        <p:txBody>
          <a:bodyPr rtlCol="0" anchor="ctr"/>
          <a:lstStyle/>
          <a:p>
            <a:pPr algn="ctr"/>
            <a:endParaRPr lang="nl-NL" dirty="0">
              <a:latin typeface="Didact Gothic" panose="00000500000000000000" pitchFamily="2" charset="0"/>
            </a:endParaRPr>
          </a:p>
        </p:txBody>
      </p:sp>
      <p:cxnSp>
        <p:nvCxnSpPr>
          <p:cNvPr id="36" name="Straight Arrow Connector 35">
            <a:extLst>
              <a:ext uri="{FF2B5EF4-FFF2-40B4-BE49-F238E27FC236}">
                <a16:creationId xmlns:a16="http://schemas.microsoft.com/office/drawing/2014/main" id="{05ACA594-F42C-E7ED-B40F-B609F2A6B391}"/>
              </a:ext>
            </a:extLst>
          </p:cNvPr>
          <p:cNvCxnSpPr>
            <a:cxnSpLocks/>
            <a:endCxn id="35" idx="2"/>
          </p:cNvCxnSpPr>
          <p:nvPr/>
        </p:nvCxnSpPr>
        <p:spPr>
          <a:xfrm flipV="1">
            <a:off x="2423028" y="3969213"/>
            <a:ext cx="422347" cy="464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61268892-25FC-2BB6-F0BC-3FE2231B4560}"/>
              </a:ext>
            </a:extLst>
          </p:cNvPr>
          <p:cNvSpPr txBox="1"/>
          <p:nvPr/>
        </p:nvSpPr>
        <p:spPr>
          <a:xfrm>
            <a:off x="2493267" y="3679830"/>
            <a:ext cx="281868" cy="307777"/>
          </a:xfrm>
          <a:prstGeom prst="rect">
            <a:avLst/>
          </a:prstGeom>
          <a:noFill/>
        </p:spPr>
        <p:txBody>
          <a:bodyPr wrap="square">
            <a:spAutoFit/>
          </a:bodyPr>
          <a:lstStyle/>
          <a:p>
            <a:pPr marL="0" indent="0" algn="l"/>
            <a:r>
              <a:rPr lang="en-US" dirty="0">
                <a:latin typeface="Didact Gothic" panose="00000500000000000000" pitchFamily="2" charset="0"/>
              </a:rPr>
              <a:t>1</a:t>
            </a:r>
            <a:endParaRPr lang="en-US" sz="1400" dirty="0">
              <a:latin typeface="Didact Gothic" panose="00000500000000000000" pitchFamily="2" charset="0"/>
            </a:endParaRPr>
          </a:p>
        </p:txBody>
      </p:sp>
      <p:cxnSp>
        <p:nvCxnSpPr>
          <p:cNvPr id="39" name="Connector: Curved 38">
            <a:extLst>
              <a:ext uri="{FF2B5EF4-FFF2-40B4-BE49-F238E27FC236}">
                <a16:creationId xmlns:a16="http://schemas.microsoft.com/office/drawing/2014/main" id="{14966546-542C-C8D0-054F-4035F211B79E}"/>
              </a:ext>
            </a:extLst>
          </p:cNvPr>
          <p:cNvCxnSpPr>
            <a:cxnSpLocks/>
            <a:stCxn id="35" idx="1"/>
            <a:endCxn id="35" idx="7"/>
          </p:cNvCxnSpPr>
          <p:nvPr/>
        </p:nvCxnSpPr>
        <p:spPr>
          <a:xfrm rot="5400000" flipH="1" flipV="1">
            <a:off x="3173407" y="3505305"/>
            <a:ext cx="12700" cy="463908"/>
          </a:xfrm>
          <a:prstGeom prst="curvedConnector3">
            <a:avLst>
              <a:gd name="adj1" fmla="val 2556520"/>
            </a:avLst>
          </a:prstGeom>
          <a:ln>
            <a:tailEnd type="triangle"/>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BA4C65F9-54A5-EF9A-4407-FA6FC2E2D333}"/>
              </a:ext>
            </a:extLst>
          </p:cNvPr>
          <p:cNvSpPr txBox="1"/>
          <p:nvPr/>
        </p:nvSpPr>
        <p:spPr>
          <a:xfrm>
            <a:off x="3038823" y="3133380"/>
            <a:ext cx="532856" cy="307777"/>
          </a:xfrm>
          <a:prstGeom prst="rect">
            <a:avLst/>
          </a:prstGeom>
          <a:noFill/>
        </p:spPr>
        <p:txBody>
          <a:bodyPr wrap="square">
            <a:spAutoFit/>
          </a:bodyPr>
          <a:lstStyle/>
          <a:p>
            <a:pPr marL="0" indent="0" algn="l"/>
            <a:r>
              <a:rPr lang="en-US" dirty="0">
                <a:latin typeface="Didact Gothic" panose="00000500000000000000" pitchFamily="2" charset="0"/>
              </a:rPr>
              <a:t>0, 1</a:t>
            </a:r>
            <a:endParaRPr lang="en-US" sz="1400" dirty="0">
              <a:latin typeface="Didact Gothic" panose="00000500000000000000" pitchFamily="2" charset="0"/>
            </a:endParaRPr>
          </a:p>
        </p:txBody>
      </p:sp>
      <p:sp>
        <p:nvSpPr>
          <p:cNvPr id="48" name="Google Shape;1098;p62">
            <a:extLst>
              <a:ext uri="{FF2B5EF4-FFF2-40B4-BE49-F238E27FC236}">
                <a16:creationId xmlns:a16="http://schemas.microsoft.com/office/drawing/2014/main" id="{D335AA41-8D1E-1161-9A74-498CAD8C47B1}"/>
              </a:ext>
            </a:extLst>
          </p:cNvPr>
          <p:cNvSpPr txBox="1">
            <a:spLocks/>
          </p:cNvSpPr>
          <p:nvPr/>
        </p:nvSpPr>
        <p:spPr>
          <a:xfrm>
            <a:off x="1065796" y="2562907"/>
            <a:ext cx="2097464" cy="4430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r>
              <a:rPr lang="en-US" sz="2000" dirty="0" err="1">
                <a:latin typeface="Didact Gothic" panose="00000500000000000000" pitchFamily="2" charset="0"/>
              </a:rPr>
              <a:t>transitiediagram</a:t>
            </a:r>
            <a:endParaRPr lang="el-GR" sz="2000" dirty="0">
              <a:latin typeface="Didact Gothic" panose="00000500000000000000" pitchFamily="2" charset="0"/>
            </a:endParaRPr>
          </a:p>
        </p:txBody>
      </p:sp>
    </p:spTree>
    <p:extLst>
      <p:ext uri="{BB962C8B-B14F-4D97-AF65-F5344CB8AC3E}">
        <p14:creationId xmlns:p14="http://schemas.microsoft.com/office/powerpoint/2010/main" val="42165358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 calcmode="lin" valueType="num">
                                      <p:cBhvr additive="base">
                                        <p:cTn id="7"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8">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 calcmode="lin" valueType="num">
                                      <p:cBhvr additive="base">
                                        <p:cTn id="13"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2">
                                            <p:txEl>
                                              <p:pRg st="0" end="0"/>
                                            </p:txEl>
                                          </p:spTgt>
                                        </p:tgtEl>
                                        <p:attrNameLst>
                                          <p:attrName>style.visibility</p:attrName>
                                        </p:attrNameLst>
                                      </p:cBhvr>
                                      <p:to>
                                        <p:strVal val="visible"/>
                                      </p:to>
                                    </p:set>
                                    <p:anim calcmode="lin" valueType="num">
                                      <p:cBhvr additive="base">
                                        <p:cTn id="19" dur="500" fill="hold"/>
                                        <p:tgtEl>
                                          <p:spTgt spid="2">
                                            <p:txEl>
                                              <p:pRg st="0" end="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nodePh="1">
                                  <p:stCondLst>
                                    <p:cond delay="0"/>
                                  </p:stCondLst>
                                  <p:endCondLst>
                                    <p:cond evt="begin" delay="0">
                                      <p:tn val="23"/>
                                    </p:cond>
                                  </p:endCondLst>
                                  <p:childTnLst>
                                    <p:set>
                                      <p:cBhvr>
                                        <p:cTn id="24" dur="1" fill="hold">
                                          <p:stCondLst>
                                            <p:cond delay="0"/>
                                          </p:stCondLst>
                                        </p:cTn>
                                        <p:tgtEl>
                                          <p:spTgt spid="7"/>
                                        </p:tgtEl>
                                        <p:attrNameLst>
                                          <p:attrName>style.visibility</p:attrName>
                                        </p:attrNameLst>
                                      </p:cBhvr>
                                      <p:to>
                                        <p:strVal val="visible"/>
                                      </p:to>
                                    </p:set>
                                    <p:anim calcmode="lin" valueType="num">
                                      <p:cBhvr additive="base">
                                        <p:cTn id="25" dur="500" fill="hold"/>
                                        <p:tgtEl>
                                          <p:spTgt spid="7"/>
                                        </p:tgtEl>
                                        <p:attrNameLst>
                                          <p:attrName>ppt_x</p:attrName>
                                        </p:attrNameLst>
                                      </p:cBhvr>
                                      <p:tavLst>
                                        <p:tav tm="0">
                                          <p:val>
                                            <p:strVal val="#ppt_x"/>
                                          </p:val>
                                        </p:tav>
                                        <p:tav tm="100000">
                                          <p:val>
                                            <p:strVal val="#ppt_x"/>
                                          </p:val>
                                        </p:tav>
                                      </p:tavLst>
                                    </p:anim>
                                    <p:anim calcmode="lin" valueType="num">
                                      <p:cBhvr additive="base">
                                        <p:cTn id="26"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11">
                                            <p:txEl>
                                              <p:pRg st="0" end="0"/>
                                            </p:txEl>
                                          </p:spTgt>
                                        </p:tgtEl>
                                        <p:attrNameLst>
                                          <p:attrName>style.visibility</p:attrName>
                                        </p:attrNameLst>
                                      </p:cBhvr>
                                      <p:to>
                                        <p:strVal val="visible"/>
                                      </p:to>
                                    </p:set>
                                    <p:anim calcmode="lin" valueType="num">
                                      <p:cBhvr additive="base">
                                        <p:cTn id="31" dur="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11">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48">
                                            <p:txEl>
                                              <p:pRg st="0" end="0"/>
                                            </p:txEl>
                                          </p:spTgt>
                                        </p:tgtEl>
                                        <p:attrNameLst>
                                          <p:attrName>style.visibility</p:attrName>
                                        </p:attrNameLst>
                                      </p:cBhvr>
                                      <p:to>
                                        <p:strVal val="visible"/>
                                      </p:to>
                                    </p:set>
                                    <p:anim calcmode="lin" valueType="num">
                                      <p:cBhvr additive="base">
                                        <p:cTn id="37" dur="500" fill="hold"/>
                                        <p:tgtEl>
                                          <p:spTgt spid="48">
                                            <p:txEl>
                                              <p:pRg st="0" end="0"/>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48">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1115">
          <a:extLst>
            <a:ext uri="{FF2B5EF4-FFF2-40B4-BE49-F238E27FC236}">
              <a16:creationId xmlns:a16="http://schemas.microsoft.com/office/drawing/2014/main" id="{EA3173FB-0357-77E0-6DBA-506B30B139C4}"/>
            </a:ext>
          </a:extLst>
        </p:cNvPr>
        <p:cNvGrpSpPr/>
        <p:nvPr/>
      </p:nvGrpSpPr>
      <p:grpSpPr>
        <a:xfrm>
          <a:off x="0" y="0"/>
          <a:ext cx="0" cy="0"/>
          <a:chOff x="0" y="0"/>
          <a:chExt cx="0" cy="0"/>
        </a:xfrm>
      </p:grpSpPr>
      <p:sp>
        <p:nvSpPr>
          <p:cNvPr id="1211" name="Google Shape;1211;p63">
            <a:hlinkClick r:id="" action="ppaction://hlinkshowjump?jump=previousslide"/>
            <a:extLst>
              <a:ext uri="{FF2B5EF4-FFF2-40B4-BE49-F238E27FC236}">
                <a16:creationId xmlns:a16="http://schemas.microsoft.com/office/drawing/2014/main" id="{B0B787A8-8FF0-25DC-C574-F876C92943E0}"/>
              </a:ext>
            </a:extLst>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63">
            <a:hlinkClick r:id="" action="ppaction://hlinkshowjump?jump=nextslide"/>
            <a:extLst>
              <a:ext uri="{FF2B5EF4-FFF2-40B4-BE49-F238E27FC236}">
                <a16:creationId xmlns:a16="http://schemas.microsoft.com/office/drawing/2014/main" id="{B7212F53-D1EA-18E6-4F81-041FDA5AA541}"/>
              </a:ext>
            </a:extLst>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1098;p62">
            <a:extLst>
              <a:ext uri="{FF2B5EF4-FFF2-40B4-BE49-F238E27FC236}">
                <a16:creationId xmlns:a16="http://schemas.microsoft.com/office/drawing/2014/main" id="{0A292450-3EA4-208B-E3D9-C866AE9A5C52}"/>
              </a:ext>
            </a:extLst>
          </p:cNvPr>
          <p:cNvSpPr txBox="1">
            <a:spLocks/>
          </p:cNvSpPr>
          <p:nvPr/>
        </p:nvSpPr>
        <p:spPr>
          <a:xfrm>
            <a:off x="0" y="1268860"/>
            <a:ext cx="9144000" cy="8010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endParaRPr lang="el-GR" sz="3600" dirty="0">
              <a:latin typeface="Didact Gothic" panose="00000500000000000000" pitchFamily="2" charset="0"/>
            </a:endParaRPr>
          </a:p>
        </p:txBody>
      </p:sp>
      <p:sp>
        <p:nvSpPr>
          <p:cNvPr id="12" name="Oval 11">
            <a:extLst>
              <a:ext uri="{FF2B5EF4-FFF2-40B4-BE49-F238E27FC236}">
                <a16:creationId xmlns:a16="http://schemas.microsoft.com/office/drawing/2014/main" id="{C7A6CF14-94A6-1C01-D466-85F3A372E82F}"/>
              </a:ext>
            </a:extLst>
          </p:cNvPr>
          <p:cNvSpPr/>
          <p:nvPr/>
        </p:nvSpPr>
        <p:spPr>
          <a:xfrm>
            <a:off x="3169173" y="865280"/>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q0</a:t>
            </a:r>
            <a:endParaRPr lang="nl-NL" dirty="0">
              <a:latin typeface="Didact Gothic" panose="00000500000000000000" pitchFamily="2" charset="0"/>
            </a:endParaRPr>
          </a:p>
        </p:txBody>
      </p:sp>
      <p:cxnSp>
        <p:nvCxnSpPr>
          <p:cNvPr id="14" name="Straight Arrow Connector 13">
            <a:extLst>
              <a:ext uri="{FF2B5EF4-FFF2-40B4-BE49-F238E27FC236}">
                <a16:creationId xmlns:a16="http://schemas.microsoft.com/office/drawing/2014/main" id="{F126DA0F-7453-565F-FE0B-54D535C4DFC8}"/>
              </a:ext>
            </a:extLst>
          </p:cNvPr>
          <p:cNvCxnSpPr>
            <a:endCxn id="12" idx="2"/>
          </p:cNvCxnSpPr>
          <p:nvPr/>
        </p:nvCxnSpPr>
        <p:spPr>
          <a:xfrm flipV="1">
            <a:off x="2846040" y="1140288"/>
            <a:ext cx="323133" cy="687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65953C60-AAAC-3243-7B3F-E87D8D59CB82}"/>
              </a:ext>
            </a:extLst>
          </p:cNvPr>
          <p:cNvSpPr/>
          <p:nvPr/>
        </p:nvSpPr>
        <p:spPr>
          <a:xfrm>
            <a:off x="4166090" y="865279"/>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q1</a:t>
            </a:r>
            <a:endParaRPr lang="nl-NL" dirty="0">
              <a:latin typeface="Didact Gothic" panose="00000500000000000000" pitchFamily="2" charset="0"/>
            </a:endParaRPr>
          </a:p>
        </p:txBody>
      </p:sp>
      <p:cxnSp>
        <p:nvCxnSpPr>
          <p:cNvPr id="16" name="Straight Arrow Connector 15">
            <a:extLst>
              <a:ext uri="{FF2B5EF4-FFF2-40B4-BE49-F238E27FC236}">
                <a16:creationId xmlns:a16="http://schemas.microsoft.com/office/drawing/2014/main" id="{F648C955-B561-9790-641D-AD1A3B94B65F}"/>
              </a:ext>
            </a:extLst>
          </p:cNvPr>
          <p:cNvCxnSpPr>
            <a:cxnSpLocks/>
            <a:endCxn id="15" idx="2"/>
          </p:cNvCxnSpPr>
          <p:nvPr/>
        </p:nvCxnSpPr>
        <p:spPr>
          <a:xfrm flipV="1">
            <a:off x="3712313" y="1140287"/>
            <a:ext cx="453777" cy="1374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A8E32A0D-C423-40DA-87F1-EBA0BD49F060}"/>
              </a:ext>
            </a:extLst>
          </p:cNvPr>
          <p:cNvSpPr txBox="1"/>
          <p:nvPr/>
        </p:nvSpPr>
        <p:spPr>
          <a:xfrm>
            <a:off x="3768591" y="832509"/>
            <a:ext cx="281868" cy="307777"/>
          </a:xfrm>
          <a:prstGeom prst="rect">
            <a:avLst/>
          </a:prstGeom>
          <a:noFill/>
        </p:spPr>
        <p:txBody>
          <a:bodyPr wrap="square">
            <a:spAutoFit/>
          </a:bodyPr>
          <a:lstStyle/>
          <a:p>
            <a:pPr marL="0" indent="0" algn="l"/>
            <a:r>
              <a:rPr lang="en-US" sz="1400" dirty="0">
                <a:latin typeface="Didact Gothic" panose="00000500000000000000" pitchFamily="2" charset="0"/>
              </a:rPr>
              <a:t>0 </a:t>
            </a:r>
          </a:p>
        </p:txBody>
      </p:sp>
      <p:sp>
        <p:nvSpPr>
          <p:cNvPr id="34" name="Oval 33">
            <a:extLst>
              <a:ext uri="{FF2B5EF4-FFF2-40B4-BE49-F238E27FC236}">
                <a16:creationId xmlns:a16="http://schemas.microsoft.com/office/drawing/2014/main" id="{60A1B834-4B6E-3420-D6D0-2E8B6061966A}"/>
              </a:ext>
            </a:extLst>
          </p:cNvPr>
          <p:cNvSpPr/>
          <p:nvPr/>
        </p:nvSpPr>
        <p:spPr>
          <a:xfrm>
            <a:off x="5160048" y="872153"/>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q2</a:t>
            </a:r>
            <a:endParaRPr lang="nl-NL" dirty="0">
              <a:latin typeface="Didact Gothic" panose="00000500000000000000" pitchFamily="2" charset="0"/>
            </a:endParaRPr>
          </a:p>
        </p:txBody>
      </p:sp>
      <p:sp>
        <p:nvSpPr>
          <p:cNvPr id="35" name="Oval 34">
            <a:extLst>
              <a:ext uri="{FF2B5EF4-FFF2-40B4-BE49-F238E27FC236}">
                <a16:creationId xmlns:a16="http://schemas.microsoft.com/office/drawing/2014/main" id="{0500A5BA-964C-FCFB-AC5E-5499D9500A3B}"/>
              </a:ext>
            </a:extLst>
          </p:cNvPr>
          <p:cNvSpPr/>
          <p:nvPr/>
        </p:nvSpPr>
        <p:spPr>
          <a:xfrm>
            <a:off x="5107023" y="821360"/>
            <a:ext cx="656064" cy="656064"/>
          </a:xfrm>
          <a:prstGeom prst="ellipse">
            <a:avLst/>
          </a:prstGeom>
          <a:noFill/>
        </p:spPr>
        <p:style>
          <a:lnRef idx="2">
            <a:schemeClr val="accent6"/>
          </a:lnRef>
          <a:fillRef idx="1">
            <a:schemeClr val="lt1"/>
          </a:fillRef>
          <a:effectRef idx="0">
            <a:schemeClr val="accent6"/>
          </a:effectRef>
          <a:fontRef idx="minor">
            <a:schemeClr val="dk1"/>
          </a:fontRef>
        </p:style>
        <p:txBody>
          <a:bodyPr rtlCol="0" anchor="ctr"/>
          <a:lstStyle/>
          <a:p>
            <a:pPr algn="ctr"/>
            <a:endParaRPr lang="nl-NL" dirty="0">
              <a:latin typeface="Didact Gothic" panose="00000500000000000000" pitchFamily="2" charset="0"/>
            </a:endParaRPr>
          </a:p>
        </p:txBody>
      </p:sp>
      <p:cxnSp>
        <p:nvCxnSpPr>
          <p:cNvPr id="36" name="Straight Arrow Connector 35">
            <a:extLst>
              <a:ext uri="{FF2B5EF4-FFF2-40B4-BE49-F238E27FC236}">
                <a16:creationId xmlns:a16="http://schemas.microsoft.com/office/drawing/2014/main" id="{32750324-22DD-5EED-767E-8EB156DA2B96}"/>
              </a:ext>
            </a:extLst>
          </p:cNvPr>
          <p:cNvCxnSpPr>
            <a:cxnSpLocks/>
            <a:endCxn id="35" idx="2"/>
          </p:cNvCxnSpPr>
          <p:nvPr/>
        </p:nvCxnSpPr>
        <p:spPr>
          <a:xfrm flipV="1">
            <a:off x="4684676" y="1149392"/>
            <a:ext cx="422347" cy="464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9AE5BDB9-F081-91BF-CF60-67DEE1B88860}"/>
              </a:ext>
            </a:extLst>
          </p:cNvPr>
          <p:cNvSpPr txBox="1"/>
          <p:nvPr/>
        </p:nvSpPr>
        <p:spPr>
          <a:xfrm>
            <a:off x="4754915" y="860009"/>
            <a:ext cx="281868" cy="307777"/>
          </a:xfrm>
          <a:prstGeom prst="rect">
            <a:avLst/>
          </a:prstGeom>
          <a:noFill/>
        </p:spPr>
        <p:txBody>
          <a:bodyPr wrap="square">
            <a:spAutoFit/>
          </a:bodyPr>
          <a:lstStyle/>
          <a:p>
            <a:pPr marL="0" indent="0" algn="l"/>
            <a:r>
              <a:rPr lang="en-US" dirty="0">
                <a:latin typeface="Didact Gothic" panose="00000500000000000000" pitchFamily="2" charset="0"/>
              </a:rPr>
              <a:t>1</a:t>
            </a:r>
            <a:endParaRPr lang="en-US" sz="1400" dirty="0">
              <a:latin typeface="Didact Gothic" panose="00000500000000000000" pitchFamily="2" charset="0"/>
            </a:endParaRPr>
          </a:p>
        </p:txBody>
      </p:sp>
      <p:cxnSp>
        <p:nvCxnSpPr>
          <p:cNvPr id="39" name="Connector: Curved 38">
            <a:extLst>
              <a:ext uri="{FF2B5EF4-FFF2-40B4-BE49-F238E27FC236}">
                <a16:creationId xmlns:a16="http://schemas.microsoft.com/office/drawing/2014/main" id="{A978DB3C-2B6B-4E4B-A96D-70085BC37E4D}"/>
              </a:ext>
            </a:extLst>
          </p:cNvPr>
          <p:cNvCxnSpPr>
            <a:cxnSpLocks/>
            <a:stCxn id="35" idx="1"/>
            <a:endCxn id="35" idx="7"/>
          </p:cNvCxnSpPr>
          <p:nvPr/>
        </p:nvCxnSpPr>
        <p:spPr>
          <a:xfrm rot="5400000" flipH="1" flipV="1">
            <a:off x="5435055" y="685484"/>
            <a:ext cx="12700" cy="463908"/>
          </a:xfrm>
          <a:prstGeom prst="curvedConnector3">
            <a:avLst>
              <a:gd name="adj1" fmla="val 2556520"/>
            </a:avLst>
          </a:prstGeom>
          <a:ln>
            <a:tailEnd type="triangle"/>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A4E505AB-A28E-E1DA-987D-353E67E253D9}"/>
              </a:ext>
            </a:extLst>
          </p:cNvPr>
          <p:cNvSpPr txBox="1"/>
          <p:nvPr/>
        </p:nvSpPr>
        <p:spPr>
          <a:xfrm>
            <a:off x="5300471" y="313559"/>
            <a:ext cx="532856" cy="307777"/>
          </a:xfrm>
          <a:prstGeom prst="rect">
            <a:avLst/>
          </a:prstGeom>
          <a:noFill/>
        </p:spPr>
        <p:txBody>
          <a:bodyPr wrap="square">
            <a:spAutoFit/>
          </a:bodyPr>
          <a:lstStyle/>
          <a:p>
            <a:pPr marL="0" indent="0" algn="l"/>
            <a:r>
              <a:rPr lang="en-US" dirty="0">
                <a:latin typeface="Didact Gothic" panose="00000500000000000000" pitchFamily="2" charset="0"/>
              </a:rPr>
              <a:t>0, 1</a:t>
            </a:r>
            <a:endParaRPr lang="en-US" sz="1400" dirty="0">
              <a:latin typeface="Didact Gothic" panose="00000500000000000000" pitchFamily="2" charset="0"/>
            </a:endParaRPr>
          </a:p>
        </p:txBody>
      </p:sp>
      <p:sp>
        <p:nvSpPr>
          <p:cNvPr id="4" name="Google Shape;1098;p62">
            <a:extLst>
              <a:ext uri="{FF2B5EF4-FFF2-40B4-BE49-F238E27FC236}">
                <a16:creationId xmlns:a16="http://schemas.microsoft.com/office/drawing/2014/main" id="{F23665E4-C921-A065-A045-61EF031007BD}"/>
              </a:ext>
            </a:extLst>
          </p:cNvPr>
          <p:cNvSpPr txBox="1">
            <a:spLocks/>
          </p:cNvSpPr>
          <p:nvPr/>
        </p:nvSpPr>
        <p:spPr>
          <a:xfrm>
            <a:off x="784015" y="1519844"/>
            <a:ext cx="997356" cy="55001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lgn="l"/>
            <a:r>
              <a:rPr lang="en-US" sz="2400" dirty="0" err="1">
                <a:latin typeface="Didact Gothic" panose="00000500000000000000" pitchFamily="2" charset="0"/>
              </a:rPr>
              <a:t>Bvb</a:t>
            </a:r>
            <a:r>
              <a:rPr lang="en-US" sz="2400" dirty="0">
                <a:latin typeface="Didact Gothic" panose="00000500000000000000" pitchFamily="2" charset="0"/>
              </a:rPr>
              <a:t>.</a:t>
            </a:r>
          </a:p>
        </p:txBody>
      </p:sp>
      <p:sp>
        <p:nvSpPr>
          <p:cNvPr id="5" name="Oval 4">
            <a:extLst>
              <a:ext uri="{FF2B5EF4-FFF2-40B4-BE49-F238E27FC236}">
                <a16:creationId xmlns:a16="http://schemas.microsoft.com/office/drawing/2014/main" id="{C9FA82B0-8E3D-A4C4-0DB3-C4AF4E7027E7}"/>
              </a:ext>
            </a:extLst>
          </p:cNvPr>
          <p:cNvSpPr/>
          <p:nvPr/>
        </p:nvSpPr>
        <p:spPr>
          <a:xfrm>
            <a:off x="2503527" y="2150135"/>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q0</a:t>
            </a:r>
            <a:endParaRPr lang="nl-NL" dirty="0">
              <a:latin typeface="Didact Gothic" panose="00000500000000000000" pitchFamily="2" charset="0"/>
            </a:endParaRPr>
          </a:p>
        </p:txBody>
      </p:sp>
      <p:cxnSp>
        <p:nvCxnSpPr>
          <p:cNvPr id="6" name="Straight Arrow Connector 5">
            <a:extLst>
              <a:ext uri="{FF2B5EF4-FFF2-40B4-BE49-F238E27FC236}">
                <a16:creationId xmlns:a16="http://schemas.microsoft.com/office/drawing/2014/main" id="{F434AFBF-FC2B-C72D-0A2E-E3001FFBEA92}"/>
              </a:ext>
            </a:extLst>
          </p:cNvPr>
          <p:cNvCxnSpPr>
            <a:endCxn id="5" idx="2"/>
          </p:cNvCxnSpPr>
          <p:nvPr/>
        </p:nvCxnSpPr>
        <p:spPr>
          <a:xfrm flipV="1">
            <a:off x="2180394" y="2425143"/>
            <a:ext cx="323133" cy="687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 name="Oval 8">
            <a:extLst>
              <a:ext uri="{FF2B5EF4-FFF2-40B4-BE49-F238E27FC236}">
                <a16:creationId xmlns:a16="http://schemas.microsoft.com/office/drawing/2014/main" id="{55693F38-FEC1-5825-ABD6-C1F1E7164E25}"/>
              </a:ext>
            </a:extLst>
          </p:cNvPr>
          <p:cNvSpPr/>
          <p:nvPr/>
        </p:nvSpPr>
        <p:spPr>
          <a:xfrm>
            <a:off x="3500444" y="2150134"/>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q1</a:t>
            </a:r>
            <a:endParaRPr lang="nl-NL" dirty="0">
              <a:latin typeface="Didact Gothic" panose="00000500000000000000" pitchFamily="2" charset="0"/>
            </a:endParaRPr>
          </a:p>
        </p:txBody>
      </p:sp>
      <p:cxnSp>
        <p:nvCxnSpPr>
          <p:cNvPr id="13" name="Straight Arrow Connector 12">
            <a:extLst>
              <a:ext uri="{FF2B5EF4-FFF2-40B4-BE49-F238E27FC236}">
                <a16:creationId xmlns:a16="http://schemas.microsoft.com/office/drawing/2014/main" id="{AB2CEA7D-729B-D60E-9CCE-4B3513F5B51D}"/>
              </a:ext>
            </a:extLst>
          </p:cNvPr>
          <p:cNvCxnSpPr>
            <a:cxnSpLocks/>
            <a:endCxn id="9" idx="2"/>
          </p:cNvCxnSpPr>
          <p:nvPr/>
        </p:nvCxnSpPr>
        <p:spPr>
          <a:xfrm flipV="1">
            <a:off x="3046667" y="2425142"/>
            <a:ext cx="453777" cy="1374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E43EBDE6-562D-291F-6D27-91188253BA24}"/>
              </a:ext>
            </a:extLst>
          </p:cNvPr>
          <p:cNvSpPr txBox="1"/>
          <p:nvPr/>
        </p:nvSpPr>
        <p:spPr>
          <a:xfrm>
            <a:off x="3102945" y="2117364"/>
            <a:ext cx="281868" cy="307777"/>
          </a:xfrm>
          <a:prstGeom prst="rect">
            <a:avLst/>
          </a:prstGeom>
          <a:noFill/>
        </p:spPr>
        <p:txBody>
          <a:bodyPr wrap="square">
            <a:spAutoFit/>
          </a:bodyPr>
          <a:lstStyle/>
          <a:p>
            <a:pPr marL="0" indent="0" algn="l"/>
            <a:r>
              <a:rPr lang="en-US" sz="1400" dirty="0">
                <a:latin typeface="Didact Gothic" panose="00000500000000000000" pitchFamily="2" charset="0"/>
              </a:rPr>
              <a:t>0 </a:t>
            </a:r>
          </a:p>
        </p:txBody>
      </p:sp>
      <p:sp>
        <p:nvSpPr>
          <p:cNvPr id="20" name="TextBox 19">
            <a:extLst>
              <a:ext uri="{FF2B5EF4-FFF2-40B4-BE49-F238E27FC236}">
                <a16:creationId xmlns:a16="http://schemas.microsoft.com/office/drawing/2014/main" id="{F1AFC834-F5E6-DDB2-9217-1D46C8B62B2B}"/>
              </a:ext>
            </a:extLst>
          </p:cNvPr>
          <p:cNvSpPr txBox="1"/>
          <p:nvPr/>
        </p:nvSpPr>
        <p:spPr>
          <a:xfrm>
            <a:off x="784015" y="2147565"/>
            <a:ext cx="1154582" cy="461665"/>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RPr/>
            </a:defPPr>
            <a:lvl1pPr marL="0" indent="0">
              <a:buClr>
                <a:schemeClr val="accent5"/>
              </a:buClr>
              <a:buSzPts val="1800"/>
              <a:buFont typeface="Didact Gothic"/>
              <a:buNone/>
              <a:defRPr sz="2400">
                <a:solidFill>
                  <a:schemeClr val="accent5"/>
                </a:solidFill>
                <a:latin typeface="Didact Gothic" panose="00000500000000000000" pitchFamily="2" charset="0"/>
                <a:ea typeface="Didact Gothic"/>
                <a:cs typeface="Didact Gothic"/>
              </a:defRPr>
            </a:lvl1pPr>
            <a:lvl2pPr marL="914400" indent="-317500" algn="ctr">
              <a:buClr>
                <a:schemeClr val="accent5"/>
              </a:buClr>
              <a:buSzPts val="1400"/>
              <a:buFont typeface="Didact Gothic"/>
              <a:buNone/>
              <a:defRPr>
                <a:solidFill>
                  <a:schemeClr val="accent5"/>
                </a:solidFill>
                <a:latin typeface="Didact Gothic"/>
                <a:ea typeface="Didact Gothic"/>
                <a:cs typeface="Didact Gothic"/>
              </a:defRPr>
            </a:lvl2pPr>
            <a:lvl3pPr marL="1371600" indent="-317500" algn="ctr">
              <a:spcBef>
                <a:spcPts val="1600"/>
              </a:spcBef>
              <a:buClr>
                <a:schemeClr val="accent5"/>
              </a:buClr>
              <a:buSzPts val="1400"/>
              <a:buFont typeface="Didact Gothic"/>
              <a:buNone/>
              <a:defRPr>
                <a:solidFill>
                  <a:schemeClr val="accent5"/>
                </a:solidFill>
                <a:latin typeface="Didact Gothic"/>
                <a:ea typeface="Didact Gothic"/>
                <a:cs typeface="Didact Gothic"/>
              </a:defRPr>
            </a:lvl3pPr>
            <a:lvl4pPr marL="1828800" indent="-317500" algn="ctr">
              <a:spcBef>
                <a:spcPts val="1600"/>
              </a:spcBef>
              <a:buClr>
                <a:schemeClr val="accent5"/>
              </a:buClr>
              <a:buSzPts val="1400"/>
              <a:buFont typeface="Didact Gothic"/>
              <a:buNone/>
              <a:defRPr>
                <a:solidFill>
                  <a:schemeClr val="accent5"/>
                </a:solidFill>
                <a:latin typeface="Didact Gothic"/>
                <a:ea typeface="Didact Gothic"/>
                <a:cs typeface="Didact Gothic"/>
              </a:defRPr>
            </a:lvl4pPr>
            <a:lvl5pPr marL="2286000" indent="-317500" algn="ctr">
              <a:spcBef>
                <a:spcPts val="1600"/>
              </a:spcBef>
              <a:buClr>
                <a:schemeClr val="accent5"/>
              </a:buClr>
              <a:buSzPts val="1400"/>
              <a:buFont typeface="Didact Gothic"/>
              <a:buNone/>
              <a:defRPr>
                <a:solidFill>
                  <a:schemeClr val="accent5"/>
                </a:solidFill>
                <a:latin typeface="Didact Gothic"/>
                <a:ea typeface="Didact Gothic"/>
                <a:cs typeface="Didact Gothic"/>
              </a:defRPr>
            </a:lvl5pPr>
            <a:lvl6pPr marL="2743200" indent="-317500" algn="ctr">
              <a:spcBef>
                <a:spcPts val="1600"/>
              </a:spcBef>
              <a:buClr>
                <a:schemeClr val="accent5"/>
              </a:buClr>
              <a:buSzPts val="1400"/>
              <a:buFont typeface="Didact Gothic"/>
              <a:buNone/>
              <a:defRPr>
                <a:solidFill>
                  <a:schemeClr val="accent5"/>
                </a:solidFill>
                <a:latin typeface="Didact Gothic"/>
                <a:ea typeface="Didact Gothic"/>
                <a:cs typeface="Didact Gothic"/>
              </a:defRPr>
            </a:lvl6pPr>
            <a:lvl7pPr marL="3200400" indent="-317500" algn="ctr">
              <a:spcBef>
                <a:spcPts val="1600"/>
              </a:spcBef>
              <a:buClr>
                <a:schemeClr val="accent5"/>
              </a:buClr>
              <a:buSzPts val="1400"/>
              <a:buFont typeface="Didact Gothic"/>
              <a:buNone/>
              <a:defRPr>
                <a:solidFill>
                  <a:schemeClr val="accent5"/>
                </a:solidFill>
                <a:latin typeface="Didact Gothic"/>
                <a:ea typeface="Didact Gothic"/>
                <a:cs typeface="Didact Gothic"/>
              </a:defRPr>
            </a:lvl7pPr>
            <a:lvl8pPr marL="3657600" indent="-317500" algn="ctr">
              <a:spcBef>
                <a:spcPts val="1600"/>
              </a:spcBef>
              <a:buClr>
                <a:schemeClr val="accent5"/>
              </a:buClr>
              <a:buSzPts val="1400"/>
              <a:buFont typeface="Didact Gothic"/>
              <a:buNone/>
              <a:defRPr>
                <a:solidFill>
                  <a:schemeClr val="accent5"/>
                </a:solidFill>
                <a:latin typeface="Didact Gothic"/>
                <a:ea typeface="Didact Gothic"/>
                <a:cs typeface="Didact Gothic"/>
              </a:defRPr>
            </a:lvl8pPr>
            <a:lvl9pPr marL="4114800" indent="-317500" algn="ctr">
              <a:spcBef>
                <a:spcPts val="1600"/>
              </a:spcBef>
              <a:spcAft>
                <a:spcPts val="1600"/>
              </a:spcAft>
              <a:buClr>
                <a:schemeClr val="accent5"/>
              </a:buClr>
              <a:buSzPts val="1400"/>
              <a:buFont typeface="Didact Gothic"/>
              <a:buNone/>
              <a:defRPr>
                <a:solidFill>
                  <a:schemeClr val="accent5"/>
                </a:solidFill>
                <a:latin typeface="Didact Gothic"/>
                <a:ea typeface="Didact Gothic"/>
                <a:cs typeface="Didact Gothic"/>
              </a:defRPr>
            </a:lvl9pPr>
          </a:lstStyle>
          <a:p>
            <a:r>
              <a:rPr lang="en-US" dirty="0"/>
              <a:t>001</a:t>
            </a:r>
            <a:endParaRPr lang="el-GR" dirty="0"/>
          </a:p>
        </p:txBody>
      </p:sp>
      <p:cxnSp>
        <p:nvCxnSpPr>
          <p:cNvPr id="21" name="Straight Arrow Connector 20">
            <a:extLst>
              <a:ext uri="{FF2B5EF4-FFF2-40B4-BE49-F238E27FC236}">
                <a16:creationId xmlns:a16="http://schemas.microsoft.com/office/drawing/2014/main" id="{FDD67FD4-A0A4-D581-AAF5-E3273F4D5A77}"/>
              </a:ext>
            </a:extLst>
          </p:cNvPr>
          <p:cNvCxnSpPr>
            <a:cxnSpLocks/>
            <a:stCxn id="9" idx="6"/>
            <a:endCxn id="26" idx="1"/>
          </p:cNvCxnSpPr>
          <p:nvPr/>
        </p:nvCxnSpPr>
        <p:spPr>
          <a:xfrm flipV="1">
            <a:off x="4050459" y="2424564"/>
            <a:ext cx="446902" cy="57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EBD40C7A-7756-346B-F3CF-0B8198368699}"/>
              </a:ext>
            </a:extLst>
          </p:cNvPr>
          <p:cNvSpPr txBox="1"/>
          <p:nvPr/>
        </p:nvSpPr>
        <p:spPr>
          <a:xfrm>
            <a:off x="4076956" y="2101745"/>
            <a:ext cx="281868" cy="307777"/>
          </a:xfrm>
          <a:prstGeom prst="rect">
            <a:avLst/>
          </a:prstGeom>
          <a:noFill/>
        </p:spPr>
        <p:txBody>
          <a:bodyPr wrap="square">
            <a:spAutoFit/>
          </a:bodyPr>
          <a:lstStyle/>
          <a:p>
            <a:pPr marL="0" indent="0" algn="l"/>
            <a:r>
              <a:rPr lang="en-US" sz="1400" dirty="0">
                <a:latin typeface="Didact Gothic" panose="00000500000000000000" pitchFamily="2" charset="0"/>
              </a:rPr>
              <a:t>0 </a:t>
            </a:r>
          </a:p>
        </p:txBody>
      </p:sp>
      <p:sp>
        <p:nvSpPr>
          <p:cNvPr id="26" name="TextBox 25">
            <a:extLst>
              <a:ext uri="{FF2B5EF4-FFF2-40B4-BE49-F238E27FC236}">
                <a16:creationId xmlns:a16="http://schemas.microsoft.com/office/drawing/2014/main" id="{9E5E17BB-2343-AD4E-8B2B-F8E39DBBE1DB}"/>
              </a:ext>
            </a:extLst>
          </p:cNvPr>
          <p:cNvSpPr txBox="1"/>
          <p:nvPr/>
        </p:nvSpPr>
        <p:spPr>
          <a:xfrm>
            <a:off x="4497361" y="2239898"/>
            <a:ext cx="533458" cy="369332"/>
          </a:xfrm>
          <a:prstGeom prst="rect">
            <a:avLst/>
          </a:prstGeom>
          <a:noFill/>
        </p:spPr>
        <p:txBody>
          <a:bodyPr wrap="square">
            <a:spAutoFit/>
          </a:bodyPr>
          <a:lstStyle/>
          <a:p>
            <a:r>
              <a:rPr lang="en-US" sz="1800" dirty="0">
                <a:latin typeface="Didact Gothic" panose="00000500000000000000" pitchFamily="2" charset="0"/>
              </a:rPr>
              <a:t>∅</a:t>
            </a:r>
            <a:endParaRPr lang="nl-NL" sz="1800" dirty="0">
              <a:latin typeface="Didact Gothic" panose="00000500000000000000" pitchFamily="2" charset="0"/>
            </a:endParaRPr>
          </a:p>
        </p:txBody>
      </p:sp>
      <p:sp>
        <p:nvSpPr>
          <p:cNvPr id="28" name="TextBox 27">
            <a:extLst>
              <a:ext uri="{FF2B5EF4-FFF2-40B4-BE49-F238E27FC236}">
                <a16:creationId xmlns:a16="http://schemas.microsoft.com/office/drawing/2014/main" id="{F23338B0-F95A-EDE4-AA55-A0F8E9C90F6F}"/>
              </a:ext>
            </a:extLst>
          </p:cNvPr>
          <p:cNvSpPr txBox="1"/>
          <p:nvPr/>
        </p:nvSpPr>
        <p:spPr>
          <a:xfrm>
            <a:off x="780856" y="2835847"/>
            <a:ext cx="1154582" cy="461665"/>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RPr/>
            </a:defPPr>
            <a:lvl1pPr marL="0" indent="0">
              <a:buClr>
                <a:schemeClr val="accent5"/>
              </a:buClr>
              <a:buSzPts val="1800"/>
              <a:buFont typeface="Didact Gothic"/>
              <a:buNone/>
              <a:defRPr sz="2400">
                <a:solidFill>
                  <a:schemeClr val="accent5"/>
                </a:solidFill>
                <a:latin typeface="Didact Gothic" panose="00000500000000000000" pitchFamily="2" charset="0"/>
                <a:ea typeface="Didact Gothic"/>
                <a:cs typeface="Didact Gothic"/>
              </a:defRPr>
            </a:lvl1pPr>
            <a:lvl2pPr marL="914400" indent="-317500" algn="ctr">
              <a:buClr>
                <a:schemeClr val="accent5"/>
              </a:buClr>
              <a:buSzPts val="1400"/>
              <a:buFont typeface="Didact Gothic"/>
              <a:buNone/>
              <a:defRPr>
                <a:solidFill>
                  <a:schemeClr val="accent5"/>
                </a:solidFill>
                <a:latin typeface="Didact Gothic"/>
                <a:ea typeface="Didact Gothic"/>
                <a:cs typeface="Didact Gothic"/>
              </a:defRPr>
            </a:lvl2pPr>
            <a:lvl3pPr marL="1371600" indent="-317500" algn="ctr">
              <a:spcBef>
                <a:spcPts val="1600"/>
              </a:spcBef>
              <a:buClr>
                <a:schemeClr val="accent5"/>
              </a:buClr>
              <a:buSzPts val="1400"/>
              <a:buFont typeface="Didact Gothic"/>
              <a:buNone/>
              <a:defRPr>
                <a:solidFill>
                  <a:schemeClr val="accent5"/>
                </a:solidFill>
                <a:latin typeface="Didact Gothic"/>
                <a:ea typeface="Didact Gothic"/>
                <a:cs typeface="Didact Gothic"/>
              </a:defRPr>
            </a:lvl3pPr>
            <a:lvl4pPr marL="1828800" indent="-317500" algn="ctr">
              <a:spcBef>
                <a:spcPts val="1600"/>
              </a:spcBef>
              <a:buClr>
                <a:schemeClr val="accent5"/>
              </a:buClr>
              <a:buSzPts val="1400"/>
              <a:buFont typeface="Didact Gothic"/>
              <a:buNone/>
              <a:defRPr>
                <a:solidFill>
                  <a:schemeClr val="accent5"/>
                </a:solidFill>
                <a:latin typeface="Didact Gothic"/>
                <a:ea typeface="Didact Gothic"/>
                <a:cs typeface="Didact Gothic"/>
              </a:defRPr>
            </a:lvl4pPr>
            <a:lvl5pPr marL="2286000" indent="-317500" algn="ctr">
              <a:spcBef>
                <a:spcPts val="1600"/>
              </a:spcBef>
              <a:buClr>
                <a:schemeClr val="accent5"/>
              </a:buClr>
              <a:buSzPts val="1400"/>
              <a:buFont typeface="Didact Gothic"/>
              <a:buNone/>
              <a:defRPr>
                <a:solidFill>
                  <a:schemeClr val="accent5"/>
                </a:solidFill>
                <a:latin typeface="Didact Gothic"/>
                <a:ea typeface="Didact Gothic"/>
                <a:cs typeface="Didact Gothic"/>
              </a:defRPr>
            </a:lvl5pPr>
            <a:lvl6pPr marL="2743200" indent="-317500" algn="ctr">
              <a:spcBef>
                <a:spcPts val="1600"/>
              </a:spcBef>
              <a:buClr>
                <a:schemeClr val="accent5"/>
              </a:buClr>
              <a:buSzPts val="1400"/>
              <a:buFont typeface="Didact Gothic"/>
              <a:buNone/>
              <a:defRPr>
                <a:solidFill>
                  <a:schemeClr val="accent5"/>
                </a:solidFill>
                <a:latin typeface="Didact Gothic"/>
                <a:ea typeface="Didact Gothic"/>
                <a:cs typeface="Didact Gothic"/>
              </a:defRPr>
            </a:lvl6pPr>
            <a:lvl7pPr marL="3200400" indent="-317500" algn="ctr">
              <a:spcBef>
                <a:spcPts val="1600"/>
              </a:spcBef>
              <a:buClr>
                <a:schemeClr val="accent5"/>
              </a:buClr>
              <a:buSzPts val="1400"/>
              <a:buFont typeface="Didact Gothic"/>
              <a:buNone/>
              <a:defRPr>
                <a:solidFill>
                  <a:schemeClr val="accent5"/>
                </a:solidFill>
                <a:latin typeface="Didact Gothic"/>
                <a:ea typeface="Didact Gothic"/>
                <a:cs typeface="Didact Gothic"/>
              </a:defRPr>
            </a:lvl7pPr>
            <a:lvl8pPr marL="3657600" indent="-317500" algn="ctr">
              <a:spcBef>
                <a:spcPts val="1600"/>
              </a:spcBef>
              <a:buClr>
                <a:schemeClr val="accent5"/>
              </a:buClr>
              <a:buSzPts val="1400"/>
              <a:buFont typeface="Didact Gothic"/>
              <a:buNone/>
              <a:defRPr>
                <a:solidFill>
                  <a:schemeClr val="accent5"/>
                </a:solidFill>
                <a:latin typeface="Didact Gothic"/>
                <a:ea typeface="Didact Gothic"/>
                <a:cs typeface="Didact Gothic"/>
              </a:defRPr>
            </a:lvl8pPr>
            <a:lvl9pPr marL="4114800" indent="-317500" algn="ctr">
              <a:spcBef>
                <a:spcPts val="1600"/>
              </a:spcBef>
              <a:spcAft>
                <a:spcPts val="1600"/>
              </a:spcAft>
              <a:buClr>
                <a:schemeClr val="accent5"/>
              </a:buClr>
              <a:buSzPts val="1400"/>
              <a:buFont typeface="Didact Gothic"/>
              <a:buNone/>
              <a:defRPr>
                <a:solidFill>
                  <a:schemeClr val="accent5"/>
                </a:solidFill>
                <a:latin typeface="Didact Gothic"/>
                <a:ea typeface="Didact Gothic"/>
                <a:cs typeface="Didact Gothic"/>
              </a:defRPr>
            </a:lvl9pPr>
          </a:lstStyle>
          <a:p>
            <a:r>
              <a:rPr lang="en-US" dirty="0"/>
              <a:t>0110</a:t>
            </a:r>
            <a:endParaRPr lang="el-GR" dirty="0"/>
          </a:p>
        </p:txBody>
      </p:sp>
      <p:sp>
        <p:nvSpPr>
          <p:cNvPr id="41" name="Oval 40">
            <a:extLst>
              <a:ext uri="{FF2B5EF4-FFF2-40B4-BE49-F238E27FC236}">
                <a16:creationId xmlns:a16="http://schemas.microsoft.com/office/drawing/2014/main" id="{D00B2FCB-675F-C4AA-3D1F-6425D281E384}"/>
              </a:ext>
            </a:extLst>
          </p:cNvPr>
          <p:cNvSpPr/>
          <p:nvPr/>
        </p:nvSpPr>
        <p:spPr>
          <a:xfrm>
            <a:off x="2503527" y="2877966"/>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q0</a:t>
            </a:r>
            <a:endParaRPr lang="nl-NL" dirty="0">
              <a:latin typeface="Didact Gothic" panose="00000500000000000000" pitchFamily="2" charset="0"/>
            </a:endParaRPr>
          </a:p>
        </p:txBody>
      </p:sp>
      <p:cxnSp>
        <p:nvCxnSpPr>
          <p:cNvPr id="43" name="Straight Arrow Connector 42">
            <a:extLst>
              <a:ext uri="{FF2B5EF4-FFF2-40B4-BE49-F238E27FC236}">
                <a16:creationId xmlns:a16="http://schemas.microsoft.com/office/drawing/2014/main" id="{812744A0-69DE-7785-885A-7C296C8E6F9A}"/>
              </a:ext>
            </a:extLst>
          </p:cNvPr>
          <p:cNvCxnSpPr>
            <a:endCxn id="41" idx="2"/>
          </p:cNvCxnSpPr>
          <p:nvPr/>
        </p:nvCxnSpPr>
        <p:spPr>
          <a:xfrm flipV="1">
            <a:off x="2180394" y="3152974"/>
            <a:ext cx="323133" cy="687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44" name="Oval 43">
            <a:extLst>
              <a:ext uri="{FF2B5EF4-FFF2-40B4-BE49-F238E27FC236}">
                <a16:creationId xmlns:a16="http://schemas.microsoft.com/office/drawing/2014/main" id="{41C80D54-9969-45FD-6A79-B054DDCF5088}"/>
              </a:ext>
            </a:extLst>
          </p:cNvPr>
          <p:cNvSpPr/>
          <p:nvPr/>
        </p:nvSpPr>
        <p:spPr>
          <a:xfrm>
            <a:off x="3500444" y="2877965"/>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q1</a:t>
            </a:r>
            <a:endParaRPr lang="nl-NL" dirty="0">
              <a:latin typeface="Didact Gothic" panose="00000500000000000000" pitchFamily="2" charset="0"/>
            </a:endParaRPr>
          </a:p>
        </p:txBody>
      </p:sp>
      <p:cxnSp>
        <p:nvCxnSpPr>
          <p:cNvPr id="45" name="Straight Arrow Connector 44">
            <a:extLst>
              <a:ext uri="{FF2B5EF4-FFF2-40B4-BE49-F238E27FC236}">
                <a16:creationId xmlns:a16="http://schemas.microsoft.com/office/drawing/2014/main" id="{5306D70C-057C-4721-EA44-BCACAC90EF01}"/>
              </a:ext>
            </a:extLst>
          </p:cNvPr>
          <p:cNvCxnSpPr>
            <a:cxnSpLocks/>
            <a:endCxn id="44" idx="2"/>
          </p:cNvCxnSpPr>
          <p:nvPr/>
        </p:nvCxnSpPr>
        <p:spPr>
          <a:xfrm flipV="1">
            <a:off x="3046667" y="3152973"/>
            <a:ext cx="453777" cy="1374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46" name="TextBox 45">
            <a:extLst>
              <a:ext uri="{FF2B5EF4-FFF2-40B4-BE49-F238E27FC236}">
                <a16:creationId xmlns:a16="http://schemas.microsoft.com/office/drawing/2014/main" id="{897795F3-98D2-DFAA-C517-CE03F56E2341}"/>
              </a:ext>
            </a:extLst>
          </p:cNvPr>
          <p:cNvSpPr txBox="1"/>
          <p:nvPr/>
        </p:nvSpPr>
        <p:spPr>
          <a:xfrm>
            <a:off x="3102945" y="2845195"/>
            <a:ext cx="281868" cy="307777"/>
          </a:xfrm>
          <a:prstGeom prst="rect">
            <a:avLst/>
          </a:prstGeom>
          <a:noFill/>
        </p:spPr>
        <p:txBody>
          <a:bodyPr wrap="square">
            <a:spAutoFit/>
          </a:bodyPr>
          <a:lstStyle/>
          <a:p>
            <a:pPr marL="0" indent="0" algn="l"/>
            <a:r>
              <a:rPr lang="en-US" sz="1400" dirty="0">
                <a:latin typeface="Didact Gothic" panose="00000500000000000000" pitchFamily="2" charset="0"/>
              </a:rPr>
              <a:t>0 </a:t>
            </a:r>
          </a:p>
        </p:txBody>
      </p:sp>
      <p:cxnSp>
        <p:nvCxnSpPr>
          <p:cNvPr id="47" name="Straight Arrow Connector 46">
            <a:extLst>
              <a:ext uri="{FF2B5EF4-FFF2-40B4-BE49-F238E27FC236}">
                <a16:creationId xmlns:a16="http://schemas.microsoft.com/office/drawing/2014/main" id="{E01E4588-AA3A-380C-BD02-4DEC5C85867C}"/>
              </a:ext>
            </a:extLst>
          </p:cNvPr>
          <p:cNvCxnSpPr>
            <a:cxnSpLocks/>
            <a:stCxn id="44" idx="6"/>
            <a:endCxn id="50" idx="2"/>
          </p:cNvCxnSpPr>
          <p:nvPr/>
        </p:nvCxnSpPr>
        <p:spPr>
          <a:xfrm flipV="1">
            <a:off x="4050459" y="3152395"/>
            <a:ext cx="501861" cy="57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49" name="TextBox 48">
            <a:extLst>
              <a:ext uri="{FF2B5EF4-FFF2-40B4-BE49-F238E27FC236}">
                <a16:creationId xmlns:a16="http://schemas.microsoft.com/office/drawing/2014/main" id="{AB2DACA8-3E16-3F3C-363D-215104EDC01E}"/>
              </a:ext>
            </a:extLst>
          </p:cNvPr>
          <p:cNvSpPr txBox="1"/>
          <p:nvPr/>
        </p:nvSpPr>
        <p:spPr>
          <a:xfrm>
            <a:off x="4076956" y="2829576"/>
            <a:ext cx="281868" cy="307777"/>
          </a:xfrm>
          <a:prstGeom prst="rect">
            <a:avLst/>
          </a:prstGeom>
          <a:noFill/>
        </p:spPr>
        <p:txBody>
          <a:bodyPr wrap="square">
            <a:spAutoFit/>
          </a:bodyPr>
          <a:lstStyle/>
          <a:p>
            <a:pPr marL="0" indent="0" algn="l"/>
            <a:r>
              <a:rPr lang="en-US" sz="1400" dirty="0">
                <a:latin typeface="Didact Gothic" panose="00000500000000000000" pitchFamily="2" charset="0"/>
              </a:rPr>
              <a:t>1 </a:t>
            </a:r>
          </a:p>
        </p:txBody>
      </p:sp>
      <p:sp>
        <p:nvSpPr>
          <p:cNvPr id="50" name="Oval 49">
            <a:extLst>
              <a:ext uri="{FF2B5EF4-FFF2-40B4-BE49-F238E27FC236}">
                <a16:creationId xmlns:a16="http://schemas.microsoft.com/office/drawing/2014/main" id="{76D09873-1D44-E778-8FAF-741204399B6F}"/>
              </a:ext>
            </a:extLst>
          </p:cNvPr>
          <p:cNvSpPr/>
          <p:nvPr/>
        </p:nvSpPr>
        <p:spPr>
          <a:xfrm>
            <a:off x="4552320" y="2877387"/>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q2</a:t>
            </a:r>
            <a:endParaRPr lang="nl-NL" dirty="0">
              <a:latin typeface="Didact Gothic" panose="00000500000000000000" pitchFamily="2" charset="0"/>
            </a:endParaRPr>
          </a:p>
        </p:txBody>
      </p:sp>
      <p:cxnSp>
        <p:nvCxnSpPr>
          <p:cNvPr id="52" name="Straight Arrow Connector 51">
            <a:extLst>
              <a:ext uri="{FF2B5EF4-FFF2-40B4-BE49-F238E27FC236}">
                <a16:creationId xmlns:a16="http://schemas.microsoft.com/office/drawing/2014/main" id="{1918EAE2-DDAB-6E71-A5B7-8D691BB2FB84}"/>
              </a:ext>
            </a:extLst>
          </p:cNvPr>
          <p:cNvCxnSpPr>
            <a:cxnSpLocks/>
            <a:stCxn id="50" idx="6"/>
            <a:endCxn id="54" idx="2"/>
          </p:cNvCxnSpPr>
          <p:nvPr/>
        </p:nvCxnSpPr>
        <p:spPr>
          <a:xfrm flipV="1">
            <a:off x="5102335" y="3152001"/>
            <a:ext cx="537246" cy="39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A8F94E8D-6649-9B4D-9F4C-C3C9EF23668D}"/>
              </a:ext>
            </a:extLst>
          </p:cNvPr>
          <p:cNvSpPr txBox="1"/>
          <p:nvPr/>
        </p:nvSpPr>
        <p:spPr>
          <a:xfrm>
            <a:off x="5164217" y="2829182"/>
            <a:ext cx="281868" cy="307777"/>
          </a:xfrm>
          <a:prstGeom prst="rect">
            <a:avLst/>
          </a:prstGeom>
          <a:noFill/>
        </p:spPr>
        <p:txBody>
          <a:bodyPr wrap="square">
            <a:spAutoFit/>
          </a:bodyPr>
          <a:lstStyle/>
          <a:p>
            <a:pPr marL="0" indent="0" algn="l"/>
            <a:r>
              <a:rPr lang="en-US" sz="1400" dirty="0">
                <a:latin typeface="Didact Gothic" panose="00000500000000000000" pitchFamily="2" charset="0"/>
              </a:rPr>
              <a:t>1 </a:t>
            </a:r>
          </a:p>
        </p:txBody>
      </p:sp>
      <p:sp>
        <p:nvSpPr>
          <p:cNvPr id="54" name="Oval 53">
            <a:extLst>
              <a:ext uri="{FF2B5EF4-FFF2-40B4-BE49-F238E27FC236}">
                <a16:creationId xmlns:a16="http://schemas.microsoft.com/office/drawing/2014/main" id="{C6FE105A-3218-2F6D-2F2B-48D3BDD4939E}"/>
              </a:ext>
            </a:extLst>
          </p:cNvPr>
          <p:cNvSpPr/>
          <p:nvPr/>
        </p:nvSpPr>
        <p:spPr>
          <a:xfrm>
            <a:off x="5639581" y="2876993"/>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q2</a:t>
            </a:r>
            <a:endParaRPr lang="nl-NL" dirty="0">
              <a:latin typeface="Didact Gothic" panose="00000500000000000000" pitchFamily="2" charset="0"/>
            </a:endParaRPr>
          </a:p>
        </p:txBody>
      </p:sp>
      <p:cxnSp>
        <p:nvCxnSpPr>
          <p:cNvPr id="56" name="Straight Arrow Connector 55">
            <a:extLst>
              <a:ext uri="{FF2B5EF4-FFF2-40B4-BE49-F238E27FC236}">
                <a16:creationId xmlns:a16="http://schemas.microsoft.com/office/drawing/2014/main" id="{B8DD5DD9-2479-62F2-DD1A-17956CD6407C}"/>
              </a:ext>
            </a:extLst>
          </p:cNvPr>
          <p:cNvCxnSpPr>
            <a:cxnSpLocks/>
            <a:stCxn id="54" idx="6"/>
            <a:endCxn id="58" idx="2"/>
          </p:cNvCxnSpPr>
          <p:nvPr/>
        </p:nvCxnSpPr>
        <p:spPr>
          <a:xfrm>
            <a:off x="6189596" y="3152001"/>
            <a:ext cx="466726" cy="666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57" name="TextBox 56">
            <a:extLst>
              <a:ext uri="{FF2B5EF4-FFF2-40B4-BE49-F238E27FC236}">
                <a16:creationId xmlns:a16="http://schemas.microsoft.com/office/drawing/2014/main" id="{D3BA93CC-6899-AF5F-94CE-4574286CFA59}"/>
              </a:ext>
            </a:extLst>
          </p:cNvPr>
          <p:cNvSpPr txBox="1"/>
          <p:nvPr/>
        </p:nvSpPr>
        <p:spPr>
          <a:xfrm>
            <a:off x="6257760" y="2835847"/>
            <a:ext cx="281868" cy="307777"/>
          </a:xfrm>
          <a:prstGeom prst="rect">
            <a:avLst/>
          </a:prstGeom>
          <a:noFill/>
        </p:spPr>
        <p:txBody>
          <a:bodyPr wrap="square">
            <a:spAutoFit/>
          </a:bodyPr>
          <a:lstStyle/>
          <a:p>
            <a:pPr marL="0" indent="0" algn="l"/>
            <a:r>
              <a:rPr lang="en-US" sz="1400" dirty="0">
                <a:latin typeface="Didact Gothic" panose="00000500000000000000" pitchFamily="2" charset="0"/>
              </a:rPr>
              <a:t>0 </a:t>
            </a:r>
          </a:p>
        </p:txBody>
      </p:sp>
      <p:sp>
        <p:nvSpPr>
          <p:cNvPr id="58" name="Oval 57">
            <a:extLst>
              <a:ext uri="{FF2B5EF4-FFF2-40B4-BE49-F238E27FC236}">
                <a16:creationId xmlns:a16="http://schemas.microsoft.com/office/drawing/2014/main" id="{EACB97E0-CBF1-174F-7533-229AC2C3D077}"/>
              </a:ext>
            </a:extLst>
          </p:cNvPr>
          <p:cNvSpPr/>
          <p:nvPr/>
        </p:nvSpPr>
        <p:spPr>
          <a:xfrm>
            <a:off x="6656322" y="2883658"/>
            <a:ext cx="550015" cy="550015"/>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dirty="0">
                <a:latin typeface="Didact Gothic" panose="00000500000000000000" pitchFamily="2" charset="0"/>
              </a:rPr>
              <a:t>q2</a:t>
            </a:r>
            <a:endParaRPr lang="nl-NL" dirty="0">
              <a:latin typeface="Didact Gothic" panose="00000500000000000000" pitchFamily="2" charset="0"/>
            </a:endParaRPr>
          </a:p>
        </p:txBody>
      </p:sp>
      <p:sp>
        <p:nvSpPr>
          <p:cNvPr id="1162" name="Google Shape;11791;p135">
            <a:extLst>
              <a:ext uri="{FF2B5EF4-FFF2-40B4-BE49-F238E27FC236}">
                <a16:creationId xmlns:a16="http://schemas.microsoft.com/office/drawing/2014/main" id="{E5BD7198-B0B4-56EF-7150-4C3C017A399C}"/>
              </a:ext>
            </a:extLst>
          </p:cNvPr>
          <p:cNvSpPr/>
          <p:nvPr/>
        </p:nvSpPr>
        <p:spPr>
          <a:xfrm>
            <a:off x="7621284" y="2126803"/>
            <a:ext cx="555564" cy="550015"/>
          </a:xfrm>
          <a:custGeom>
            <a:avLst/>
            <a:gdLst/>
            <a:ahLst/>
            <a:cxnLst/>
            <a:rect l="l" t="t" r="r" b="b"/>
            <a:pathLst>
              <a:path w="11113" h="11002" extrusionOk="0">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FF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63" name="Google Shape;11788;p135">
            <a:extLst>
              <a:ext uri="{FF2B5EF4-FFF2-40B4-BE49-F238E27FC236}">
                <a16:creationId xmlns:a16="http://schemas.microsoft.com/office/drawing/2014/main" id="{134C428D-45DD-3C88-4EFF-B27022E6830B}"/>
              </a:ext>
            </a:extLst>
          </p:cNvPr>
          <p:cNvGrpSpPr/>
          <p:nvPr/>
        </p:nvGrpSpPr>
        <p:grpSpPr>
          <a:xfrm>
            <a:off x="7599947" y="2869027"/>
            <a:ext cx="658331" cy="551828"/>
            <a:chOff x="5223611" y="3731112"/>
            <a:chExt cx="371782" cy="274285"/>
          </a:xfrm>
        </p:grpSpPr>
        <p:sp>
          <p:nvSpPr>
            <p:cNvPr id="1164" name="Google Shape;11789;p135">
              <a:extLst>
                <a:ext uri="{FF2B5EF4-FFF2-40B4-BE49-F238E27FC236}">
                  <a16:creationId xmlns:a16="http://schemas.microsoft.com/office/drawing/2014/main" id="{7C44633A-68A1-D26C-A7C6-FCF65A2CBA50}"/>
                </a:ext>
              </a:extLst>
            </p:cNvPr>
            <p:cNvSpPr/>
            <p:nvPr/>
          </p:nvSpPr>
          <p:spPr>
            <a:xfrm>
              <a:off x="5223611" y="3731112"/>
              <a:ext cx="371782" cy="274285"/>
            </a:xfrm>
            <a:custGeom>
              <a:avLst/>
              <a:gdLst/>
              <a:ahLst/>
              <a:cxnLst/>
              <a:rect l="l" t="t" r="r" b="b"/>
              <a:pathLst>
                <a:path w="14151" h="10440" extrusionOk="0">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ln w="0"/>
                <a:solidFill>
                  <a:schemeClr val="accent1"/>
                </a:solidFill>
                <a:effectLst>
                  <a:outerShdw blurRad="38100" dist="25400" dir="5400000" algn="ctr" rotWithShape="0">
                    <a:srgbClr val="6E747A">
                      <a:alpha val="43000"/>
                    </a:srgbClr>
                  </a:outerShdw>
                </a:effectLst>
              </a:endParaRPr>
            </a:p>
          </p:txBody>
        </p:sp>
        <p:sp>
          <p:nvSpPr>
            <p:cNvPr id="1165" name="Google Shape;11790;p135">
              <a:extLst>
                <a:ext uri="{FF2B5EF4-FFF2-40B4-BE49-F238E27FC236}">
                  <a16:creationId xmlns:a16="http://schemas.microsoft.com/office/drawing/2014/main" id="{28AD5D13-A983-CED5-2384-CBE9A89CD59F}"/>
                </a:ext>
              </a:extLst>
            </p:cNvPr>
            <p:cNvSpPr/>
            <p:nvPr/>
          </p:nvSpPr>
          <p:spPr>
            <a:xfrm>
              <a:off x="5338236" y="3769391"/>
              <a:ext cx="257155" cy="236006"/>
            </a:xfrm>
            <a:custGeom>
              <a:avLst/>
              <a:gdLst/>
              <a:ahLst/>
              <a:cxnLst/>
              <a:rect l="l" t="t" r="r" b="b"/>
              <a:pathLst>
                <a:path w="9788" h="8983" extrusionOk="0">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2F5F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Tree>
    <p:extLst>
      <p:ext uri="{BB962C8B-B14F-4D97-AF65-F5344CB8AC3E}">
        <p14:creationId xmlns:p14="http://schemas.microsoft.com/office/powerpoint/2010/main" val="11186865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fade">
                                      <p:cBhvr>
                                        <p:cTn id="12" dur="1000"/>
                                        <p:tgtEl>
                                          <p:spTgt spid="20"/>
                                        </p:tgtEl>
                                      </p:cBhvr>
                                    </p:animEffect>
                                    <p:anim calcmode="lin" valueType="num">
                                      <p:cBhvr>
                                        <p:cTn id="13" dur="1000" fill="hold"/>
                                        <p:tgtEl>
                                          <p:spTgt spid="20"/>
                                        </p:tgtEl>
                                        <p:attrNameLst>
                                          <p:attrName>ppt_x</p:attrName>
                                        </p:attrNameLst>
                                      </p:cBhvr>
                                      <p:tavLst>
                                        <p:tav tm="0">
                                          <p:val>
                                            <p:strVal val="#ppt_x"/>
                                          </p:val>
                                        </p:tav>
                                        <p:tav tm="100000">
                                          <p:val>
                                            <p:strVal val="#ppt_x"/>
                                          </p:val>
                                        </p:tav>
                                      </p:tavLst>
                                    </p:anim>
                                    <p:anim calcmode="lin" valueType="num">
                                      <p:cBhvr>
                                        <p:cTn id="14" dur="1000" fill="hold"/>
                                        <p:tgtEl>
                                          <p:spTgt spid="20"/>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1000"/>
                                        <p:tgtEl>
                                          <p:spTgt spid="5"/>
                                        </p:tgtEl>
                                      </p:cBhvr>
                                    </p:animEffect>
                                    <p:anim calcmode="lin" valueType="num">
                                      <p:cBhvr>
                                        <p:cTn id="18" dur="1000" fill="hold"/>
                                        <p:tgtEl>
                                          <p:spTgt spid="5"/>
                                        </p:tgtEl>
                                        <p:attrNameLst>
                                          <p:attrName>ppt_x</p:attrName>
                                        </p:attrNameLst>
                                      </p:cBhvr>
                                      <p:tavLst>
                                        <p:tav tm="0">
                                          <p:val>
                                            <p:strVal val="#ppt_x"/>
                                          </p:val>
                                        </p:tav>
                                        <p:tav tm="100000">
                                          <p:val>
                                            <p:strVal val="#ppt_x"/>
                                          </p:val>
                                        </p:tav>
                                      </p:tavLst>
                                    </p:anim>
                                    <p:anim calcmode="lin" valueType="num">
                                      <p:cBhvr>
                                        <p:cTn id="19" dur="1000" fill="hold"/>
                                        <p:tgtEl>
                                          <p:spTgt spid="5"/>
                                        </p:tgtEl>
                                        <p:attrNameLst>
                                          <p:attrName>ppt_y</p:attrName>
                                        </p:attrNameLst>
                                      </p:cBhvr>
                                      <p:tavLst>
                                        <p:tav tm="0">
                                          <p:val>
                                            <p:strVal val="#ppt_y+.1"/>
                                          </p:val>
                                        </p:tav>
                                        <p:tav tm="100000">
                                          <p:val>
                                            <p:strVal val="#ppt_y"/>
                                          </p:val>
                                        </p:tav>
                                      </p:tavLst>
                                    </p:anim>
                                  </p:childTnLst>
                                </p:cTn>
                              </p:par>
                              <p:par>
                                <p:cTn id="20" presetID="42" presetClass="entr" presetSubtype="0" fill="hold" nodeType="with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1000"/>
                                        <p:tgtEl>
                                          <p:spTgt spid="6"/>
                                        </p:tgtEl>
                                      </p:cBhvr>
                                    </p:animEffect>
                                    <p:anim calcmode="lin" valueType="num">
                                      <p:cBhvr>
                                        <p:cTn id="23" dur="1000" fill="hold"/>
                                        <p:tgtEl>
                                          <p:spTgt spid="6"/>
                                        </p:tgtEl>
                                        <p:attrNameLst>
                                          <p:attrName>ppt_x</p:attrName>
                                        </p:attrNameLst>
                                      </p:cBhvr>
                                      <p:tavLst>
                                        <p:tav tm="0">
                                          <p:val>
                                            <p:strVal val="#ppt_x"/>
                                          </p:val>
                                        </p:tav>
                                        <p:tav tm="100000">
                                          <p:val>
                                            <p:strVal val="#ppt_x"/>
                                          </p:val>
                                        </p:tav>
                                      </p:tavLst>
                                    </p:anim>
                                    <p:anim calcmode="lin" valueType="num">
                                      <p:cBhvr>
                                        <p:cTn id="24" dur="1000" fill="hold"/>
                                        <p:tgtEl>
                                          <p:spTgt spid="6"/>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1000"/>
                                        <p:tgtEl>
                                          <p:spTgt spid="9"/>
                                        </p:tgtEl>
                                      </p:cBhvr>
                                    </p:animEffect>
                                    <p:anim calcmode="lin" valueType="num">
                                      <p:cBhvr>
                                        <p:cTn id="28" dur="1000" fill="hold"/>
                                        <p:tgtEl>
                                          <p:spTgt spid="9"/>
                                        </p:tgtEl>
                                        <p:attrNameLst>
                                          <p:attrName>ppt_x</p:attrName>
                                        </p:attrNameLst>
                                      </p:cBhvr>
                                      <p:tavLst>
                                        <p:tav tm="0">
                                          <p:val>
                                            <p:strVal val="#ppt_x"/>
                                          </p:val>
                                        </p:tav>
                                        <p:tav tm="100000">
                                          <p:val>
                                            <p:strVal val="#ppt_x"/>
                                          </p:val>
                                        </p:tav>
                                      </p:tavLst>
                                    </p:anim>
                                    <p:anim calcmode="lin" valueType="num">
                                      <p:cBhvr>
                                        <p:cTn id="29" dur="1000" fill="hold"/>
                                        <p:tgtEl>
                                          <p:spTgt spid="9"/>
                                        </p:tgtEl>
                                        <p:attrNameLst>
                                          <p:attrName>ppt_y</p:attrName>
                                        </p:attrNameLst>
                                      </p:cBhvr>
                                      <p:tavLst>
                                        <p:tav tm="0">
                                          <p:val>
                                            <p:strVal val="#ppt_y+.1"/>
                                          </p:val>
                                        </p:tav>
                                        <p:tav tm="100000">
                                          <p:val>
                                            <p:strVal val="#ppt_y"/>
                                          </p:val>
                                        </p:tav>
                                      </p:tavLst>
                                    </p:anim>
                                  </p:childTnLst>
                                </p:cTn>
                              </p:par>
                              <p:par>
                                <p:cTn id="30" presetID="42" presetClass="entr" presetSubtype="0" fill="hold" nodeType="with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1000"/>
                                        <p:tgtEl>
                                          <p:spTgt spid="13"/>
                                        </p:tgtEl>
                                      </p:cBhvr>
                                    </p:animEffect>
                                    <p:anim calcmode="lin" valueType="num">
                                      <p:cBhvr>
                                        <p:cTn id="33" dur="1000" fill="hold"/>
                                        <p:tgtEl>
                                          <p:spTgt spid="13"/>
                                        </p:tgtEl>
                                        <p:attrNameLst>
                                          <p:attrName>ppt_x</p:attrName>
                                        </p:attrNameLst>
                                      </p:cBhvr>
                                      <p:tavLst>
                                        <p:tav tm="0">
                                          <p:val>
                                            <p:strVal val="#ppt_x"/>
                                          </p:val>
                                        </p:tav>
                                        <p:tav tm="100000">
                                          <p:val>
                                            <p:strVal val="#ppt_x"/>
                                          </p:val>
                                        </p:tav>
                                      </p:tavLst>
                                    </p:anim>
                                    <p:anim calcmode="lin" valueType="num">
                                      <p:cBhvr>
                                        <p:cTn id="34" dur="1000" fill="hold"/>
                                        <p:tgtEl>
                                          <p:spTgt spid="13"/>
                                        </p:tgtEl>
                                        <p:attrNameLst>
                                          <p:attrName>ppt_y</p:attrName>
                                        </p:attrNameLst>
                                      </p:cBhvr>
                                      <p:tavLst>
                                        <p:tav tm="0">
                                          <p:val>
                                            <p:strVal val="#ppt_y+.1"/>
                                          </p:val>
                                        </p:tav>
                                        <p:tav tm="100000">
                                          <p:val>
                                            <p:strVal val="#ppt_y"/>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1000"/>
                                        <p:tgtEl>
                                          <p:spTgt spid="17"/>
                                        </p:tgtEl>
                                      </p:cBhvr>
                                    </p:animEffect>
                                    <p:anim calcmode="lin" valueType="num">
                                      <p:cBhvr>
                                        <p:cTn id="38" dur="1000" fill="hold"/>
                                        <p:tgtEl>
                                          <p:spTgt spid="17"/>
                                        </p:tgtEl>
                                        <p:attrNameLst>
                                          <p:attrName>ppt_x</p:attrName>
                                        </p:attrNameLst>
                                      </p:cBhvr>
                                      <p:tavLst>
                                        <p:tav tm="0">
                                          <p:val>
                                            <p:strVal val="#ppt_x"/>
                                          </p:val>
                                        </p:tav>
                                        <p:tav tm="100000">
                                          <p:val>
                                            <p:strVal val="#ppt_x"/>
                                          </p:val>
                                        </p:tav>
                                      </p:tavLst>
                                    </p:anim>
                                    <p:anim calcmode="lin" valueType="num">
                                      <p:cBhvr>
                                        <p:cTn id="39" dur="1000" fill="hold"/>
                                        <p:tgtEl>
                                          <p:spTgt spid="17"/>
                                        </p:tgtEl>
                                        <p:attrNameLst>
                                          <p:attrName>ppt_y</p:attrName>
                                        </p:attrNameLst>
                                      </p:cBhvr>
                                      <p:tavLst>
                                        <p:tav tm="0">
                                          <p:val>
                                            <p:strVal val="#ppt_y+.1"/>
                                          </p:val>
                                        </p:tav>
                                        <p:tav tm="100000">
                                          <p:val>
                                            <p:strVal val="#ppt_y"/>
                                          </p:val>
                                        </p:tav>
                                      </p:tavLst>
                                    </p:anim>
                                  </p:childTnLst>
                                </p:cTn>
                              </p:par>
                              <p:par>
                                <p:cTn id="40" presetID="42" presetClass="entr" presetSubtype="0" fill="hold" nodeType="withEffect">
                                  <p:stCondLst>
                                    <p:cond delay="0"/>
                                  </p:stCondLst>
                                  <p:childTnLst>
                                    <p:set>
                                      <p:cBhvr>
                                        <p:cTn id="41" dur="1" fill="hold">
                                          <p:stCondLst>
                                            <p:cond delay="0"/>
                                          </p:stCondLst>
                                        </p:cTn>
                                        <p:tgtEl>
                                          <p:spTgt spid="21"/>
                                        </p:tgtEl>
                                        <p:attrNameLst>
                                          <p:attrName>style.visibility</p:attrName>
                                        </p:attrNameLst>
                                      </p:cBhvr>
                                      <p:to>
                                        <p:strVal val="visible"/>
                                      </p:to>
                                    </p:set>
                                    <p:animEffect transition="in" filter="fade">
                                      <p:cBhvr>
                                        <p:cTn id="42" dur="1000"/>
                                        <p:tgtEl>
                                          <p:spTgt spid="21"/>
                                        </p:tgtEl>
                                      </p:cBhvr>
                                    </p:animEffect>
                                    <p:anim calcmode="lin" valueType="num">
                                      <p:cBhvr>
                                        <p:cTn id="43" dur="1000" fill="hold"/>
                                        <p:tgtEl>
                                          <p:spTgt spid="21"/>
                                        </p:tgtEl>
                                        <p:attrNameLst>
                                          <p:attrName>ppt_x</p:attrName>
                                        </p:attrNameLst>
                                      </p:cBhvr>
                                      <p:tavLst>
                                        <p:tav tm="0">
                                          <p:val>
                                            <p:strVal val="#ppt_x"/>
                                          </p:val>
                                        </p:tav>
                                        <p:tav tm="100000">
                                          <p:val>
                                            <p:strVal val="#ppt_x"/>
                                          </p:val>
                                        </p:tav>
                                      </p:tavLst>
                                    </p:anim>
                                    <p:anim calcmode="lin" valueType="num">
                                      <p:cBhvr>
                                        <p:cTn id="44" dur="1000" fill="hold"/>
                                        <p:tgtEl>
                                          <p:spTgt spid="21"/>
                                        </p:tgtEl>
                                        <p:attrNameLst>
                                          <p:attrName>ppt_y</p:attrName>
                                        </p:attrNameLst>
                                      </p:cBhvr>
                                      <p:tavLst>
                                        <p:tav tm="0">
                                          <p:val>
                                            <p:strVal val="#ppt_y+.1"/>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fade">
                                      <p:cBhvr>
                                        <p:cTn id="47" dur="1000"/>
                                        <p:tgtEl>
                                          <p:spTgt spid="22"/>
                                        </p:tgtEl>
                                      </p:cBhvr>
                                    </p:animEffect>
                                    <p:anim calcmode="lin" valueType="num">
                                      <p:cBhvr>
                                        <p:cTn id="48" dur="1000" fill="hold"/>
                                        <p:tgtEl>
                                          <p:spTgt spid="22"/>
                                        </p:tgtEl>
                                        <p:attrNameLst>
                                          <p:attrName>ppt_x</p:attrName>
                                        </p:attrNameLst>
                                      </p:cBhvr>
                                      <p:tavLst>
                                        <p:tav tm="0">
                                          <p:val>
                                            <p:strVal val="#ppt_x"/>
                                          </p:val>
                                        </p:tav>
                                        <p:tav tm="100000">
                                          <p:val>
                                            <p:strVal val="#ppt_x"/>
                                          </p:val>
                                        </p:tav>
                                      </p:tavLst>
                                    </p:anim>
                                    <p:anim calcmode="lin" valueType="num">
                                      <p:cBhvr>
                                        <p:cTn id="49" dur="1000" fill="hold"/>
                                        <p:tgtEl>
                                          <p:spTgt spid="22"/>
                                        </p:tgtEl>
                                        <p:attrNameLst>
                                          <p:attrName>ppt_y</p:attrName>
                                        </p:attrNameLst>
                                      </p:cBhvr>
                                      <p:tavLst>
                                        <p:tav tm="0">
                                          <p:val>
                                            <p:strVal val="#ppt_y+.1"/>
                                          </p:val>
                                        </p:tav>
                                        <p:tav tm="100000">
                                          <p:val>
                                            <p:strVal val="#ppt_y"/>
                                          </p:val>
                                        </p:tav>
                                      </p:tavLst>
                                    </p:anim>
                                  </p:childTnLst>
                                </p:cTn>
                              </p:par>
                              <p:par>
                                <p:cTn id="50" presetID="42" presetClass="entr" presetSubtype="0" fill="hold" grpId="0" nodeType="withEffect">
                                  <p:stCondLst>
                                    <p:cond delay="0"/>
                                  </p:stCondLst>
                                  <p:childTnLst>
                                    <p:set>
                                      <p:cBhvr>
                                        <p:cTn id="51" dur="1" fill="hold">
                                          <p:stCondLst>
                                            <p:cond delay="0"/>
                                          </p:stCondLst>
                                        </p:cTn>
                                        <p:tgtEl>
                                          <p:spTgt spid="26"/>
                                        </p:tgtEl>
                                        <p:attrNameLst>
                                          <p:attrName>style.visibility</p:attrName>
                                        </p:attrNameLst>
                                      </p:cBhvr>
                                      <p:to>
                                        <p:strVal val="visible"/>
                                      </p:to>
                                    </p:set>
                                    <p:animEffect transition="in" filter="fade">
                                      <p:cBhvr>
                                        <p:cTn id="52" dur="1000"/>
                                        <p:tgtEl>
                                          <p:spTgt spid="26"/>
                                        </p:tgtEl>
                                      </p:cBhvr>
                                    </p:animEffect>
                                    <p:anim calcmode="lin" valueType="num">
                                      <p:cBhvr>
                                        <p:cTn id="53" dur="1000" fill="hold"/>
                                        <p:tgtEl>
                                          <p:spTgt spid="26"/>
                                        </p:tgtEl>
                                        <p:attrNameLst>
                                          <p:attrName>ppt_x</p:attrName>
                                        </p:attrNameLst>
                                      </p:cBhvr>
                                      <p:tavLst>
                                        <p:tav tm="0">
                                          <p:val>
                                            <p:strVal val="#ppt_x"/>
                                          </p:val>
                                        </p:tav>
                                        <p:tav tm="100000">
                                          <p:val>
                                            <p:strVal val="#ppt_x"/>
                                          </p:val>
                                        </p:tav>
                                      </p:tavLst>
                                    </p:anim>
                                    <p:anim calcmode="lin" valueType="num">
                                      <p:cBhvr>
                                        <p:cTn id="54" dur="1000" fill="hold"/>
                                        <p:tgtEl>
                                          <p:spTgt spid="26"/>
                                        </p:tgtEl>
                                        <p:attrNameLst>
                                          <p:attrName>ppt_y</p:attrName>
                                        </p:attrNameLst>
                                      </p:cBhvr>
                                      <p:tavLst>
                                        <p:tav tm="0">
                                          <p:val>
                                            <p:strVal val="#ppt_y+.1"/>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42" presetClass="entr" presetSubtype="0" fill="hold" grpId="0" nodeType="clickEffect">
                                  <p:stCondLst>
                                    <p:cond delay="0"/>
                                  </p:stCondLst>
                                  <p:childTnLst>
                                    <p:set>
                                      <p:cBhvr>
                                        <p:cTn id="58" dur="1" fill="hold">
                                          <p:stCondLst>
                                            <p:cond delay="0"/>
                                          </p:stCondLst>
                                        </p:cTn>
                                        <p:tgtEl>
                                          <p:spTgt spid="1162"/>
                                        </p:tgtEl>
                                        <p:attrNameLst>
                                          <p:attrName>style.visibility</p:attrName>
                                        </p:attrNameLst>
                                      </p:cBhvr>
                                      <p:to>
                                        <p:strVal val="visible"/>
                                      </p:to>
                                    </p:set>
                                    <p:animEffect transition="in" filter="fade">
                                      <p:cBhvr>
                                        <p:cTn id="59" dur="1000"/>
                                        <p:tgtEl>
                                          <p:spTgt spid="1162"/>
                                        </p:tgtEl>
                                      </p:cBhvr>
                                    </p:animEffect>
                                    <p:anim calcmode="lin" valueType="num">
                                      <p:cBhvr>
                                        <p:cTn id="60" dur="1000" fill="hold"/>
                                        <p:tgtEl>
                                          <p:spTgt spid="1162"/>
                                        </p:tgtEl>
                                        <p:attrNameLst>
                                          <p:attrName>ppt_x</p:attrName>
                                        </p:attrNameLst>
                                      </p:cBhvr>
                                      <p:tavLst>
                                        <p:tav tm="0">
                                          <p:val>
                                            <p:strVal val="#ppt_x"/>
                                          </p:val>
                                        </p:tav>
                                        <p:tav tm="100000">
                                          <p:val>
                                            <p:strVal val="#ppt_x"/>
                                          </p:val>
                                        </p:tav>
                                      </p:tavLst>
                                    </p:anim>
                                    <p:anim calcmode="lin" valueType="num">
                                      <p:cBhvr>
                                        <p:cTn id="61" dur="1000" fill="hold"/>
                                        <p:tgtEl>
                                          <p:spTgt spid="1162"/>
                                        </p:tgtEl>
                                        <p:attrNameLst>
                                          <p:attrName>ppt_y</p:attrName>
                                        </p:attrNameLst>
                                      </p:cBhvr>
                                      <p:tavLst>
                                        <p:tav tm="0">
                                          <p:val>
                                            <p:strVal val="#ppt_y+.1"/>
                                          </p:val>
                                        </p:tav>
                                        <p:tav tm="100000">
                                          <p:val>
                                            <p:strVal val="#ppt_y"/>
                                          </p:val>
                                        </p:tav>
                                      </p:tavLst>
                                    </p:anim>
                                  </p:childTnLst>
                                </p:cTn>
                              </p:par>
                            </p:childTnLst>
                          </p:cTn>
                        </p:par>
                      </p:childTnLst>
                    </p:cTn>
                  </p:par>
                  <p:par>
                    <p:cTn id="62" fill="hold">
                      <p:stCondLst>
                        <p:cond delay="indefinite"/>
                      </p:stCondLst>
                      <p:childTnLst>
                        <p:par>
                          <p:cTn id="63" fill="hold">
                            <p:stCondLst>
                              <p:cond delay="0"/>
                            </p:stCondLst>
                            <p:childTnLst>
                              <p:par>
                                <p:cTn id="64" presetID="2" presetClass="entr" presetSubtype="4" fill="hold" grpId="0" nodeType="clickEffect">
                                  <p:stCondLst>
                                    <p:cond delay="0"/>
                                  </p:stCondLst>
                                  <p:childTnLst>
                                    <p:set>
                                      <p:cBhvr>
                                        <p:cTn id="65" dur="1" fill="hold">
                                          <p:stCondLst>
                                            <p:cond delay="0"/>
                                          </p:stCondLst>
                                        </p:cTn>
                                        <p:tgtEl>
                                          <p:spTgt spid="28"/>
                                        </p:tgtEl>
                                        <p:attrNameLst>
                                          <p:attrName>style.visibility</p:attrName>
                                        </p:attrNameLst>
                                      </p:cBhvr>
                                      <p:to>
                                        <p:strVal val="visible"/>
                                      </p:to>
                                    </p:set>
                                    <p:anim calcmode="lin" valueType="num">
                                      <p:cBhvr additive="base">
                                        <p:cTn id="66" dur="500" fill="hold"/>
                                        <p:tgtEl>
                                          <p:spTgt spid="28"/>
                                        </p:tgtEl>
                                        <p:attrNameLst>
                                          <p:attrName>ppt_x</p:attrName>
                                        </p:attrNameLst>
                                      </p:cBhvr>
                                      <p:tavLst>
                                        <p:tav tm="0">
                                          <p:val>
                                            <p:strVal val="#ppt_x"/>
                                          </p:val>
                                        </p:tav>
                                        <p:tav tm="100000">
                                          <p:val>
                                            <p:strVal val="#ppt_x"/>
                                          </p:val>
                                        </p:tav>
                                      </p:tavLst>
                                    </p:anim>
                                    <p:anim calcmode="lin" valueType="num">
                                      <p:cBhvr additive="base">
                                        <p:cTn id="67" dur="500" fill="hold"/>
                                        <p:tgtEl>
                                          <p:spTgt spid="28"/>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41"/>
                                        </p:tgtEl>
                                        <p:attrNameLst>
                                          <p:attrName>style.visibility</p:attrName>
                                        </p:attrNameLst>
                                      </p:cBhvr>
                                      <p:to>
                                        <p:strVal val="visible"/>
                                      </p:to>
                                    </p:set>
                                    <p:anim calcmode="lin" valueType="num">
                                      <p:cBhvr additive="base">
                                        <p:cTn id="70" dur="500" fill="hold"/>
                                        <p:tgtEl>
                                          <p:spTgt spid="41"/>
                                        </p:tgtEl>
                                        <p:attrNameLst>
                                          <p:attrName>ppt_x</p:attrName>
                                        </p:attrNameLst>
                                      </p:cBhvr>
                                      <p:tavLst>
                                        <p:tav tm="0">
                                          <p:val>
                                            <p:strVal val="#ppt_x"/>
                                          </p:val>
                                        </p:tav>
                                        <p:tav tm="100000">
                                          <p:val>
                                            <p:strVal val="#ppt_x"/>
                                          </p:val>
                                        </p:tav>
                                      </p:tavLst>
                                    </p:anim>
                                    <p:anim calcmode="lin" valueType="num">
                                      <p:cBhvr additive="base">
                                        <p:cTn id="71" dur="500" fill="hold"/>
                                        <p:tgtEl>
                                          <p:spTgt spid="41"/>
                                        </p:tgtEl>
                                        <p:attrNameLst>
                                          <p:attrName>ppt_y</p:attrName>
                                        </p:attrNameLst>
                                      </p:cBhvr>
                                      <p:tavLst>
                                        <p:tav tm="0">
                                          <p:val>
                                            <p:strVal val="1+#ppt_h/2"/>
                                          </p:val>
                                        </p:tav>
                                        <p:tav tm="100000">
                                          <p:val>
                                            <p:strVal val="#ppt_y"/>
                                          </p:val>
                                        </p:tav>
                                      </p:tavLst>
                                    </p:anim>
                                  </p:childTnLst>
                                </p:cTn>
                              </p:par>
                              <p:par>
                                <p:cTn id="72" presetID="2" presetClass="entr" presetSubtype="4" fill="hold" nodeType="withEffect">
                                  <p:stCondLst>
                                    <p:cond delay="0"/>
                                  </p:stCondLst>
                                  <p:childTnLst>
                                    <p:set>
                                      <p:cBhvr>
                                        <p:cTn id="73" dur="1" fill="hold">
                                          <p:stCondLst>
                                            <p:cond delay="0"/>
                                          </p:stCondLst>
                                        </p:cTn>
                                        <p:tgtEl>
                                          <p:spTgt spid="43"/>
                                        </p:tgtEl>
                                        <p:attrNameLst>
                                          <p:attrName>style.visibility</p:attrName>
                                        </p:attrNameLst>
                                      </p:cBhvr>
                                      <p:to>
                                        <p:strVal val="visible"/>
                                      </p:to>
                                    </p:set>
                                    <p:anim calcmode="lin" valueType="num">
                                      <p:cBhvr additive="base">
                                        <p:cTn id="74" dur="500" fill="hold"/>
                                        <p:tgtEl>
                                          <p:spTgt spid="43"/>
                                        </p:tgtEl>
                                        <p:attrNameLst>
                                          <p:attrName>ppt_x</p:attrName>
                                        </p:attrNameLst>
                                      </p:cBhvr>
                                      <p:tavLst>
                                        <p:tav tm="0">
                                          <p:val>
                                            <p:strVal val="#ppt_x"/>
                                          </p:val>
                                        </p:tav>
                                        <p:tav tm="100000">
                                          <p:val>
                                            <p:strVal val="#ppt_x"/>
                                          </p:val>
                                        </p:tav>
                                      </p:tavLst>
                                    </p:anim>
                                    <p:anim calcmode="lin" valueType="num">
                                      <p:cBhvr additive="base">
                                        <p:cTn id="75" dur="500" fill="hold"/>
                                        <p:tgtEl>
                                          <p:spTgt spid="43"/>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44"/>
                                        </p:tgtEl>
                                        <p:attrNameLst>
                                          <p:attrName>style.visibility</p:attrName>
                                        </p:attrNameLst>
                                      </p:cBhvr>
                                      <p:to>
                                        <p:strVal val="visible"/>
                                      </p:to>
                                    </p:set>
                                    <p:anim calcmode="lin" valueType="num">
                                      <p:cBhvr additive="base">
                                        <p:cTn id="78" dur="500" fill="hold"/>
                                        <p:tgtEl>
                                          <p:spTgt spid="44"/>
                                        </p:tgtEl>
                                        <p:attrNameLst>
                                          <p:attrName>ppt_x</p:attrName>
                                        </p:attrNameLst>
                                      </p:cBhvr>
                                      <p:tavLst>
                                        <p:tav tm="0">
                                          <p:val>
                                            <p:strVal val="#ppt_x"/>
                                          </p:val>
                                        </p:tav>
                                        <p:tav tm="100000">
                                          <p:val>
                                            <p:strVal val="#ppt_x"/>
                                          </p:val>
                                        </p:tav>
                                      </p:tavLst>
                                    </p:anim>
                                    <p:anim calcmode="lin" valueType="num">
                                      <p:cBhvr additive="base">
                                        <p:cTn id="79" dur="500" fill="hold"/>
                                        <p:tgtEl>
                                          <p:spTgt spid="44"/>
                                        </p:tgtEl>
                                        <p:attrNameLst>
                                          <p:attrName>ppt_y</p:attrName>
                                        </p:attrNameLst>
                                      </p:cBhvr>
                                      <p:tavLst>
                                        <p:tav tm="0">
                                          <p:val>
                                            <p:strVal val="1+#ppt_h/2"/>
                                          </p:val>
                                        </p:tav>
                                        <p:tav tm="100000">
                                          <p:val>
                                            <p:strVal val="#ppt_y"/>
                                          </p:val>
                                        </p:tav>
                                      </p:tavLst>
                                    </p:anim>
                                  </p:childTnLst>
                                </p:cTn>
                              </p:par>
                              <p:par>
                                <p:cTn id="80" presetID="2" presetClass="entr" presetSubtype="4" fill="hold" nodeType="withEffect">
                                  <p:stCondLst>
                                    <p:cond delay="0"/>
                                  </p:stCondLst>
                                  <p:childTnLst>
                                    <p:set>
                                      <p:cBhvr>
                                        <p:cTn id="81" dur="1" fill="hold">
                                          <p:stCondLst>
                                            <p:cond delay="0"/>
                                          </p:stCondLst>
                                        </p:cTn>
                                        <p:tgtEl>
                                          <p:spTgt spid="45"/>
                                        </p:tgtEl>
                                        <p:attrNameLst>
                                          <p:attrName>style.visibility</p:attrName>
                                        </p:attrNameLst>
                                      </p:cBhvr>
                                      <p:to>
                                        <p:strVal val="visible"/>
                                      </p:to>
                                    </p:set>
                                    <p:anim calcmode="lin" valueType="num">
                                      <p:cBhvr additive="base">
                                        <p:cTn id="82" dur="500" fill="hold"/>
                                        <p:tgtEl>
                                          <p:spTgt spid="45"/>
                                        </p:tgtEl>
                                        <p:attrNameLst>
                                          <p:attrName>ppt_x</p:attrName>
                                        </p:attrNameLst>
                                      </p:cBhvr>
                                      <p:tavLst>
                                        <p:tav tm="0">
                                          <p:val>
                                            <p:strVal val="#ppt_x"/>
                                          </p:val>
                                        </p:tav>
                                        <p:tav tm="100000">
                                          <p:val>
                                            <p:strVal val="#ppt_x"/>
                                          </p:val>
                                        </p:tav>
                                      </p:tavLst>
                                    </p:anim>
                                    <p:anim calcmode="lin" valueType="num">
                                      <p:cBhvr additive="base">
                                        <p:cTn id="83" dur="500" fill="hold"/>
                                        <p:tgtEl>
                                          <p:spTgt spid="45"/>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46"/>
                                        </p:tgtEl>
                                        <p:attrNameLst>
                                          <p:attrName>style.visibility</p:attrName>
                                        </p:attrNameLst>
                                      </p:cBhvr>
                                      <p:to>
                                        <p:strVal val="visible"/>
                                      </p:to>
                                    </p:set>
                                    <p:anim calcmode="lin" valueType="num">
                                      <p:cBhvr additive="base">
                                        <p:cTn id="86" dur="500" fill="hold"/>
                                        <p:tgtEl>
                                          <p:spTgt spid="46"/>
                                        </p:tgtEl>
                                        <p:attrNameLst>
                                          <p:attrName>ppt_x</p:attrName>
                                        </p:attrNameLst>
                                      </p:cBhvr>
                                      <p:tavLst>
                                        <p:tav tm="0">
                                          <p:val>
                                            <p:strVal val="#ppt_x"/>
                                          </p:val>
                                        </p:tav>
                                        <p:tav tm="100000">
                                          <p:val>
                                            <p:strVal val="#ppt_x"/>
                                          </p:val>
                                        </p:tav>
                                      </p:tavLst>
                                    </p:anim>
                                    <p:anim calcmode="lin" valueType="num">
                                      <p:cBhvr additive="base">
                                        <p:cTn id="87" dur="500" fill="hold"/>
                                        <p:tgtEl>
                                          <p:spTgt spid="46"/>
                                        </p:tgtEl>
                                        <p:attrNameLst>
                                          <p:attrName>ppt_y</p:attrName>
                                        </p:attrNameLst>
                                      </p:cBhvr>
                                      <p:tavLst>
                                        <p:tav tm="0">
                                          <p:val>
                                            <p:strVal val="1+#ppt_h/2"/>
                                          </p:val>
                                        </p:tav>
                                        <p:tav tm="100000">
                                          <p:val>
                                            <p:strVal val="#ppt_y"/>
                                          </p:val>
                                        </p:tav>
                                      </p:tavLst>
                                    </p:anim>
                                  </p:childTnLst>
                                </p:cTn>
                              </p:par>
                              <p:par>
                                <p:cTn id="88" presetID="2" presetClass="entr" presetSubtype="4" fill="hold" nodeType="withEffect">
                                  <p:stCondLst>
                                    <p:cond delay="0"/>
                                  </p:stCondLst>
                                  <p:childTnLst>
                                    <p:set>
                                      <p:cBhvr>
                                        <p:cTn id="89" dur="1" fill="hold">
                                          <p:stCondLst>
                                            <p:cond delay="0"/>
                                          </p:stCondLst>
                                        </p:cTn>
                                        <p:tgtEl>
                                          <p:spTgt spid="47"/>
                                        </p:tgtEl>
                                        <p:attrNameLst>
                                          <p:attrName>style.visibility</p:attrName>
                                        </p:attrNameLst>
                                      </p:cBhvr>
                                      <p:to>
                                        <p:strVal val="visible"/>
                                      </p:to>
                                    </p:set>
                                    <p:anim calcmode="lin" valueType="num">
                                      <p:cBhvr additive="base">
                                        <p:cTn id="90" dur="500" fill="hold"/>
                                        <p:tgtEl>
                                          <p:spTgt spid="47"/>
                                        </p:tgtEl>
                                        <p:attrNameLst>
                                          <p:attrName>ppt_x</p:attrName>
                                        </p:attrNameLst>
                                      </p:cBhvr>
                                      <p:tavLst>
                                        <p:tav tm="0">
                                          <p:val>
                                            <p:strVal val="#ppt_x"/>
                                          </p:val>
                                        </p:tav>
                                        <p:tav tm="100000">
                                          <p:val>
                                            <p:strVal val="#ppt_x"/>
                                          </p:val>
                                        </p:tav>
                                      </p:tavLst>
                                    </p:anim>
                                    <p:anim calcmode="lin" valueType="num">
                                      <p:cBhvr additive="base">
                                        <p:cTn id="91" dur="500" fill="hold"/>
                                        <p:tgtEl>
                                          <p:spTgt spid="47"/>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49"/>
                                        </p:tgtEl>
                                        <p:attrNameLst>
                                          <p:attrName>style.visibility</p:attrName>
                                        </p:attrNameLst>
                                      </p:cBhvr>
                                      <p:to>
                                        <p:strVal val="visible"/>
                                      </p:to>
                                    </p:set>
                                    <p:anim calcmode="lin" valueType="num">
                                      <p:cBhvr additive="base">
                                        <p:cTn id="94" dur="500" fill="hold"/>
                                        <p:tgtEl>
                                          <p:spTgt spid="49"/>
                                        </p:tgtEl>
                                        <p:attrNameLst>
                                          <p:attrName>ppt_x</p:attrName>
                                        </p:attrNameLst>
                                      </p:cBhvr>
                                      <p:tavLst>
                                        <p:tav tm="0">
                                          <p:val>
                                            <p:strVal val="#ppt_x"/>
                                          </p:val>
                                        </p:tav>
                                        <p:tav tm="100000">
                                          <p:val>
                                            <p:strVal val="#ppt_x"/>
                                          </p:val>
                                        </p:tav>
                                      </p:tavLst>
                                    </p:anim>
                                    <p:anim calcmode="lin" valueType="num">
                                      <p:cBhvr additive="base">
                                        <p:cTn id="95" dur="500" fill="hold"/>
                                        <p:tgtEl>
                                          <p:spTgt spid="49"/>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50"/>
                                        </p:tgtEl>
                                        <p:attrNameLst>
                                          <p:attrName>style.visibility</p:attrName>
                                        </p:attrNameLst>
                                      </p:cBhvr>
                                      <p:to>
                                        <p:strVal val="visible"/>
                                      </p:to>
                                    </p:set>
                                    <p:anim calcmode="lin" valueType="num">
                                      <p:cBhvr additive="base">
                                        <p:cTn id="98" dur="500" fill="hold"/>
                                        <p:tgtEl>
                                          <p:spTgt spid="50"/>
                                        </p:tgtEl>
                                        <p:attrNameLst>
                                          <p:attrName>ppt_x</p:attrName>
                                        </p:attrNameLst>
                                      </p:cBhvr>
                                      <p:tavLst>
                                        <p:tav tm="0">
                                          <p:val>
                                            <p:strVal val="#ppt_x"/>
                                          </p:val>
                                        </p:tav>
                                        <p:tav tm="100000">
                                          <p:val>
                                            <p:strVal val="#ppt_x"/>
                                          </p:val>
                                        </p:tav>
                                      </p:tavLst>
                                    </p:anim>
                                    <p:anim calcmode="lin" valueType="num">
                                      <p:cBhvr additive="base">
                                        <p:cTn id="99" dur="500" fill="hold"/>
                                        <p:tgtEl>
                                          <p:spTgt spid="50"/>
                                        </p:tgtEl>
                                        <p:attrNameLst>
                                          <p:attrName>ppt_y</p:attrName>
                                        </p:attrNameLst>
                                      </p:cBhvr>
                                      <p:tavLst>
                                        <p:tav tm="0">
                                          <p:val>
                                            <p:strVal val="1+#ppt_h/2"/>
                                          </p:val>
                                        </p:tav>
                                        <p:tav tm="100000">
                                          <p:val>
                                            <p:strVal val="#ppt_y"/>
                                          </p:val>
                                        </p:tav>
                                      </p:tavLst>
                                    </p:anim>
                                  </p:childTnLst>
                                </p:cTn>
                              </p:par>
                              <p:par>
                                <p:cTn id="100" presetID="2" presetClass="entr" presetSubtype="4" fill="hold" nodeType="withEffect">
                                  <p:stCondLst>
                                    <p:cond delay="0"/>
                                  </p:stCondLst>
                                  <p:childTnLst>
                                    <p:set>
                                      <p:cBhvr>
                                        <p:cTn id="101" dur="1" fill="hold">
                                          <p:stCondLst>
                                            <p:cond delay="0"/>
                                          </p:stCondLst>
                                        </p:cTn>
                                        <p:tgtEl>
                                          <p:spTgt spid="52"/>
                                        </p:tgtEl>
                                        <p:attrNameLst>
                                          <p:attrName>style.visibility</p:attrName>
                                        </p:attrNameLst>
                                      </p:cBhvr>
                                      <p:to>
                                        <p:strVal val="visible"/>
                                      </p:to>
                                    </p:set>
                                    <p:anim calcmode="lin" valueType="num">
                                      <p:cBhvr additive="base">
                                        <p:cTn id="102" dur="500" fill="hold"/>
                                        <p:tgtEl>
                                          <p:spTgt spid="52"/>
                                        </p:tgtEl>
                                        <p:attrNameLst>
                                          <p:attrName>ppt_x</p:attrName>
                                        </p:attrNameLst>
                                      </p:cBhvr>
                                      <p:tavLst>
                                        <p:tav tm="0">
                                          <p:val>
                                            <p:strVal val="#ppt_x"/>
                                          </p:val>
                                        </p:tav>
                                        <p:tav tm="100000">
                                          <p:val>
                                            <p:strVal val="#ppt_x"/>
                                          </p:val>
                                        </p:tav>
                                      </p:tavLst>
                                    </p:anim>
                                    <p:anim calcmode="lin" valueType="num">
                                      <p:cBhvr additive="base">
                                        <p:cTn id="103" dur="500" fill="hold"/>
                                        <p:tgtEl>
                                          <p:spTgt spid="52"/>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53"/>
                                        </p:tgtEl>
                                        <p:attrNameLst>
                                          <p:attrName>style.visibility</p:attrName>
                                        </p:attrNameLst>
                                      </p:cBhvr>
                                      <p:to>
                                        <p:strVal val="visible"/>
                                      </p:to>
                                    </p:set>
                                    <p:anim calcmode="lin" valueType="num">
                                      <p:cBhvr additive="base">
                                        <p:cTn id="106" dur="500" fill="hold"/>
                                        <p:tgtEl>
                                          <p:spTgt spid="53"/>
                                        </p:tgtEl>
                                        <p:attrNameLst>
                                          <p:attrName>ppt_x</p:attrName>
                                        </p:attrNameLst>
                                      </p:cBhvr>
                                      <p:tavLst>
                                        <p:tav tm="0">
                                          <p:val>
                                            <p:strVal val="#ppt_x"/>
                                          </p:val>
                                        </p:tav>
                                        <p:tav tm="100000">
                                          <p:val>
                                            <p:strVal val="#ppt_x"/>
                                          </p:val>
                                        </p:tav>
                                      </p:tavLst>
                                    </p:anim>
                                    <p:anim calcmode="lin" valueType="num">
                                      <p:cBhvr additive="base">
                                        <p:cTn id="107" dur="500" fill="hold"/>
                                        <p:tgtEl>
                                          <p:spTgt spid="53"/>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54"/>
                                        </p:tgtEl>
                                        <p:attrNameLst>
                                          <p:attrName>style.visibility</p:attrName>
                                        </p:attrNameLst>
                                      </p:cBhvr>
                                      <p:to>
                                        <p:strVal val="visible"/>
                                      </p:to>
                                    </p:set>
                                    <p:anim calcmode="lin" valueType="num">
                                      <p:cBhvr additive="base">
                                        <p:cTn id="110" dur="500" fill="hold"/>
                                        <p:tgtEl>
                                          <p:spTgt spid="54"/>
                                        </p:tgtEl>
                                        <p:attrNameLst>
                                          <p:attrName>ppt_x</p:attrName>
                                        </p:attrNameLst>
                                      </p:cBhvr>
                                      <p:tavLst>
                                        <p:tav tm="0">
                                          <p:val>
                                            <p:strVal val="#ppt_x"/>
                                          </p:val>
                                        </p:tav>
                                        <p:tav tm="100000">
                                          <p:val>
                                            <p:strVal val="#ppt_x"/>
                                          </p:val>
                                        </p:tav>
                                      </p:tavLst>
                                    </p:anim>
                                    <p:anim calcmode="lin" valueType="num">
                                      <p:cBhvr additive="base">
                                        <p:cTn id="111" dur="500" fill="hold"/>
                                        <p:tgtEl>
                                          <p:spTgt spid="54"/>
                                        </p:tgtEl>
                                        <p:attrNameLst>
                                          <p:attrName>ppt_y</p:attrName>
                                        </p:attrNameLst>
                                      </p:cBhvr>
                                      <p:tavLst>
                                        <p:tav tm="0">
                                          <p:val>
                                            <p:strVal val="1+#ppt_h/2"/>
                                          </p:val>
                                        </p:tav>
                                        <p:tav tm="100000">
                                          <p:val>
                                            <p:strVal val="#ppt_y"/>
                                          </p:val>
                                        </p:tav>
                                      </p:tavLst>
                                    </p:anim>
                                  </p:childTnLst>
                                </p:cTn>
                              </p:par>
                              <p:par>
                                <p:cTn id="112" presetID="2" presetClass="entr" presetSubtype="4" fill="hold" nodeType="withEffect">
                                  <p:stCondLst>
                                    <p:cond delay="0"/>
                                  </p:stCondLst>
                                  <p:childTnLst>
                                    <p:set>
                                      <p:cBhvr>
                                        <p:cTn id="113" dur="1" fill="hold">
                                          <p:stCondLst>
                                            <p:cond delay="0"/>
                                          </p:stCondLst>
                                        </p:cTn>
                                        <p:tgtEl>
                                          <p:spTgt spid="56"/>
                                        </p:tgtEl>
                                        <p:attrNameLst>
                                          <p:attrName>style.visibility</p:attrName>
                                        </p:attrNameLst>
                                      </p:cBhvr>
                                      <p:to>
                                        <p:strVal val="visible"/>
                                      </p:to>
                                    </p:set>
                                    <p:anim calcmode="lin" valueType="num">
                                      <p:cBhvr additive="base">
                                        <p:cTn id="114" dur="500" fill="hold"/>
                                        <p:tgtEl>
                                          <p:spTgt spid="56"/>
                                        </p:tgtEl>
                                        <p:attrNameLst>
                                          <p:attrName>ppt_x</p:attrName>
                                        </p:attrNameLst>
                                      </p:cBhvr>
                                      <p:tavLst>
                                        <p:tav tm="0">
                                          <p:val>
                                            <p:strVal val="#ppt_x"/>
                                          </p:val>
                                        </p:tav>
                                        <p:tav tm="100000">
                                          <p:val>
                                            <p:strVal val="#ppt_x"/>
                                          </p:val>
                                        </p:tav>
                                      </p:tavLst>
                                    </p:anim>
                                    <p:anim calcmode="lin" valueType="num">
                                      <p:cBhvr additive="base">
                                        <p:cTn id="115" dur="500" fill="hold"/>
                                        <p:tgtEl>
                                          <p:spTgt spid="56"/>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57"/>
                                        </p:tgtEl>
                                        <p:attrNameLst>
                                          <p:attrName>style.visibility</p:attrName>
                                        </p:attrNameLst>
                                      </p:cBhvr>
                                      <p:to>
                                        <p:strVal val="visible"/>
                                      </p:to>
                                    </p:set>
                                    <p:anim calcmode="lin" valueType="num">
                                      <p:cBhvr additive="base">
                                        <p:cTn id="118" dur="500" fill="hold"/>
                                        <p:tgtEl>
                                          <p:spTgt spid="57"/>
                                        </p:tgtEl>
                                        <p:attrNameLst>
                                          <p:attrName>ppt_x</p:attrName>
                                        </p:attrNameLst>
                                      </p:cBhvr>
                                      <p:tavLst>
                                        <p:tav tm="0">
                                          <p:val>
                                            <p:strVal val="#ppt_x"/>
                                          </p:val>
                                        </p:tav>
                                        <p:tav tm="100000">
                                          <p:val>
                                            <p:strVal val="#ppt_x"/>
                                          </p:val>
                                        </p:tav>
                                      </p:tavLst>
                                    </p:anim>
                                    <p:anim calcmode="lin" valueType="num">
                                      <p:cBhvr additive="base">
                                        <p:cTn id="119" dur="500" fill="hold"/>
                                        <p:tgtEl>
                                          <p:spTgt spid="57"/>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58"/>
                                        </p:tgtEl>
                                        <p:attrNameLst>
                                          <p:attrName>style.visibility</p:attrName>
                                        </p:attrNameLst>
                                      </p:cBhvr>
                                      <p:to>
                                        <p:strVal val="visible"/>
                                      </p:to>
                                    </p:set>
                                    <p:anim calcmode="lin" valueType="num">
                                      <p:cBhvr additive="base">
                                        <p:cTn id="122" dur="500" fill="hold"/>
                                        <p:tgtEl>
                                          <p:spTgt spid="58"/>
                                        </p:tgtEl>
                                        <p:attrNameLst>
                                          <p:attrName>ppt_x</p:attrName>
                                        </p:attrNameLst>
                                      </p:cBhvr>
                                      <p:tavLst>
                                        <p:tav tm="0">
                                          <p:val>
                                            <p:strVal val="#ppt_x"/>
                                          </p:val>
                                        </p:tav>
                                        <p:tav tm="100000">
                                          <p:val>
                                            <p:strVal val="#ppt_x"/>
                                          </p:val>
                                        </p:tav>
                                      </p:tavLst>
                                    </p:anim>
                                    <p:anim calcmode="lin" valueType="num">
                                      <p:cBhvr additive="base">
                                        <p:cTn id="123" dur="500" fill="hold"/>
                                        <p:tgtEl>
                                          <p:spTgt spid="58"/>
                                        </p:tgtEl>
                                        <p:attrNameLst>
                                          <p:attrName>ppt_y</p:attrName>
                                        </p:attrNameLst>
                                      </p:cBhvr>
                                      <p:tavLst>
                                        <p:tav tm="0">
                                          <p:val>
                                            <p:strVal val="1+#ppt_h/2"/>
                                          </p:val>
                                        </p:tav>
                                        <p:tav tm="100000">
                                          <p:val>
                                            <p:strVal val="#ppt_y"/>
                                          </p:val>
                                        </p:tav>
                                      </p:tavLst>
                                    </p:anim>
                                  </p:childTnLst>
                                </p:cTn>
                              </p:par>
                            </p:childTnLst>
                          </p:cTn>
                        </p:par>
                      </p:childTnLst>
                    </p:cTn>
                  </p:par>
                  <p:par>
                    <p:cTn id="124" fill="hold">
                      <p:stCondLst>
                        <p:cond delay="indefinite"/>
                      </p:stCondLst>
                      <p:childTnLst>
                        <p:par>
                          <p:cTn id="125" fill="hold">
                            <p:stCondLst>
                              <p:cond delay="0"/>
                            </p:stCondLst>
                            <p:childTnLst>
                              <p:par>
                                <p:cTn id="126" presetID="10" presetClass="entr" presetSubtype="0" fill="hold" nodeType="clickEffect">
                                  <p:stCondLst>
                                    <p:cond delay="0"/>
                                  </p:stCondLst>
                                  <p:childTnLst>
                                    <p:set>
                                      <p:cBhvr>
                                        <p:cTn id="127" dur="1" fill="hold">
                                          <p:stCondLst>
                                            <p:cond delay="0"/>
                                          </p:stCondLst>
                                        </p:cTn>
                                        <p:tgtEl>
                                          <p:spTgt spid="1163"/>
                                        </p:tgtEl>
                                        <p:attrNameLst>
                                          <p:attrName>style.visibility</p:attrName>
                                        </p:attrNameLst>
                                      </p:cBhvr>
                                      <p:to>
                                        <p:strVal val="visible"/>
                                      </p:to>
                                    </p:set>
                                    <p:animEffect transition="in" filter="fade">
                                      <p:cBhvr>
                                        <p:cTn id="128" dur="500"/>
                                        <p:tgtEl>
                                          <p:spTgt spid="11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animBg="1"/>
      <p:bldP spid="9" grpId="0" animBg="1"/>
      <p:bldP spid="17" grpId="0"/>
      <p:bldP spid="20" grpId="0"/>
      <p:bldP spid="22" grpId="0"/>
      <p:bldP spid="26" grpId="0"/>
      <p:bldP spid="28" grpId="0"/>
      <p:bldP spid="41" grpId="0" animBg="1"/>
      <p:bldP spid="44" grpId="0" animBg="1"/>
      <p:bldP spid="46" grpId="0"/>
      <p:bldP spid="49" grpId="0"/>
      <p:bldP spid="50" grpId="0" animBg="1"/>
      <p:bldP spid="53" grpId="0"/>
      <p:bldP spid="54" grpId="0" animBg="1"/>
      <p:bldP spid="57" grpId="0"/>
      <p:bldP spid="58" grpId="0" animBg="1"/>
      <p:bldP spid="1162"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351">
          <a:extLst>
            <a:ext uri="{FF2B5EF4-FFF2-40B4-BE49-F238E27FC236}">
              <a16:creationId xmlns:a16="http://schemas.microsoft.com/office/drawing/2014/main" id="{AE949192-1E92-E1CF-359B-EEA7190D4535}"/>
            </a:ext>
          </a:extLst>
        </p:cNvPr>
        <p:cNvGrpSpPr/>
        <p:nvPr/>
      </p:nvGrpSpPr>
      <p:grpSpPr>
        <a:xfrm>
          <a:off x="0" y="0"/>
          <a:ext cx="0" cy="0"/>
          <a:chOff x="0" y="0"/>
          <a:chExt cx="0" cy="0"/>
        </a:xfrm>
      </p:grpSpPr>
      <p:sp>
        <p:nvSpPr>
          <p:cNvPr id="1352" name="Google Shape;1352;p65">
            <a:extLst>
              <a:ext uri="{FF2B5EF4-FFF2-40B4-BE49-F238E27FC236}">
                <a16:creationId xmlns:a16="http://schemas.microsoft.com/office/drawing/2014/main" id="{0A009B3D-7116-D64B-1A55-9E9509E777F5}"/>
              </a:ext>
            </a:extLst>
          </p:cNvPr>
          <p:cNvSpPr txBox="1">
            <a:spLocks noGrp="1"/>
          </p:cNvSpPr>
          <p:nvPr>
            <p:ph type="ctrTitle"/>
          </p:nvPr>
        </p:nvSpPr>
        <p:spPr>
          <a:xfrm>
            <a:off x="1569161" y="2707300"/>
            <a:ext cx="6005677" cy="11244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US" dirty="0"/>
              <a:t>Regular Expressions</a:t>
            </a:r>
          </a:p>
        </p:txBody>
      </p:sp>
      <p:sp>
        <p:nvSpPr>
          <p:cNvPr id="1354" name="Google Shape;1354;p65">
            <a:hlinkClick r:id="rId3" action="ppaction://hlinksldjump"/>
            <a:extLst>
              <a:ext uri="{FF2B5EF4-FFF2-40B4-BE49-F238E27FC236}">
                <a16:creationId xmlns:a16="http://schemas.microsoft.com/office/drawing/2014/main" id="{29508D5A-BD32-4DE9-C283-C68663F082CF}"/>
              </a:ext>
            </a:extLst>
          </p:cNvPr>
          <p:cNvSpPr txBox="1">
            <a:spLocks noGrp="1"/>
          </p:cNvSpPr>
          <p:nvPr>
            <p:ph type="title" idx="2"/>
          </p:nvPr>
        </p:nvSpPr>
        <p:spPr>
          <a:xfrm>
            <a:off x="2492100" y="1483386"/>
            <a:ext cx="4159800" cy="7047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03</a:t>
            </a:r>
            <a:endParaRPr dirty="0"/>
          </a:p>
        </p:txBody>
      </p:sp>
      <p:sp>
        <p:nvSpPr>
          <p:cNvPr id="1355" name="Google Shape;1355;p65">
            <a:extLst>
              <a:ext uri="{FF2B5EF4-FFF2-40B4-BE49-F238E27FC236}">
                <a16:creationId xmlns:a16="http://schemas.microsoft.com/office/drawing/2014/main" id="{DD25AAB9-AEFF-00C2-E94A-EA07BE565FAD}"/>
              </a:ext>
            </a:extLst>
          </p:cNvPr>
          <p:cNvSpPr/>
          <p:nvPr/>
        </p:nvSpPr>
        <p:spPr>
          <a:xfrm>
            <a:off x="3655800" y="3866701"/>
            <a:ext cx="1832405" cy="244805"/>
          </a:xfrm>
          <a:custGeom>
            <a:avLst/>
            <a:gdLst/>
            <a:ahLst/>
            <a:cxnLst/>
            <a:rect l="l" t="t" r="r" b="b"/>
            <a:pathLst>
              <a:path w="55866" h="7463" extrusionOk="0">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6" name="Google Shape;1356;p65">
            <a:extLst>
              <a:ext uri="{FF2B5EF4-FFF2-40B4-BE49-F238E27FC236}">
                <a16:creationId xmlns:a16="http://schemas.microsoft.com/office/drawing/2014/main" id="{4E518C29-E7D9-0992-3637-00923EA05A9E}"/>
              </a:ext>
            </a:extLst>
          </p:cNvPr>
          <p:cNvGrpSpPr/>
          <p:nvPr/>
        </p:nvGrpSpPr>
        <p:grpSpPr>
          <a:xfrm rot="10667963">
            <a:off x="7458206" y="1380526"/>
            <a:ext cx="1385983" cy="2705355"/>
            <a:chOff x="409722" y="228600"/>
            <a:chExt cx="1385931" cy="2705253"/>
          </a:xfrm>
        </p:grpSpPr>
        <p:grpSp>
          <p:nvGrpSpPr>
            <p:cNvPr id="1357" name="Google Shape;1357;p65">
              <a:extLst>
                <a:ext uri="{FF2B5EF4-FFF2-40B4-BE49-F238E27FC236}">
                  <a16:creationId xmlns:a16="http://schemas.microsoft.com/office/drawing/2014/main" id="{448F4006-8CFB-9545-A727-41902C19CB67}"/>
                </a:ext>
              </a:extLst>
            </p:cNvPr>
            <p:cNvGrpSpPr/>
            <p:nvPr/>
          </p:nvGrpSpPr>
          <p:grpSpPr>
            <a:xfrm rot="-617154" flipH="1">
              <a:off x="575967" y="402323"/>
              <a:ext cx="1053440" cy="2450002"/>
              <a:chOff x="3817855" y="1437512"/>
              <a:chExt cx="541146" cy="1128254"/>
            </a:xfrm>
          </p:grpSpPr>
          <p:sp>
            <p:nvSpPr>
              <p:cNvPr id="1358" name="Google Shape;1358;p65">
                <a:extLst>
                  <a:ext uri="{FF2B5EF4-FFF2-40B4-BE49-F238E27FC236}">
                    <a16:creationId xmlns:a16="http://schemas.microsoft.com/office/drawing/2014/main" id="{1276DC86-6143-F929-E50E-A5C9390CAC07}"/>
                  </a:ext>
                </a:extLst>
              </p:cNvPr>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65">
                <a:extLst>
                  <a:ext uri="{FF2B5EF4-FFF2-40B4-BE49-F238E27FC236}">
                    <a16:creationId xmlns:a16="http://schemas.microsoft.com/office/drawing/2014/main" id="{63FAABAF-5C0A-40AD-9983-7B744CAE7FD7}"/>
                  </a:ext>
                </a:extLst>
              </p:cNvPr>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0" name="Google Shape;1360;p65">
              <a:extLst>
                <a:ext uri="{FF2B5EF4-FFF2-40B4-BE49-F238E27FC236}">
                  <a16:creationId xmlns:a16="http://schemas.microsoft.com/office/drawing/2014/main" id="{836F47A6-A716-A3FC-E98D-A52A736F8C2D}"/>
                </a:ext>
              </a:extLst>
            </p:cNvPr>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 name="Google Shape;1361;p65">
            <a:extLst>
              <a:ext uri="{FF2B5EF4-FFF2-40B4-BE49-F238E27FC236}">
                <a16:creationId xmlns:a16="http://schemas.microsoft.com/office/drawing/2014/main" id="{D5871550-9753-8E33-B0F9-028A5329B9A3}"/>
              </a:ext>
            </a:extLst>
          </p:cNvPr>
          <p:cNvGrpSpPr/>
          <p:nvPr/>
        </p:nvGrpSpPr>
        <p:grpSpPr>
          <a:xfrm rot="-230834">
            <a:off x="262018" y="1063686"/>
            <a:ext cx="1386005" cy="2705399"/>
            <a:chOff x="409722" y="228600"/>
            <a:chExt cx="1385931" cy="2705253"/>
          </a:xfrm>
        </p:grpSpPr>
        <p:grpSp>
          <p:nvGrpSpPr>
            <p:cNvPr id="1362" name="Google Shape;1362;p65">
              <a:extLst>
                <a:ext uri="{FF2B5EF4-FFF2-40B4-BE49-F238E27FC236}">
                  <a16:creationId xmlns:a16="http://schemas.microsoft.com/office/drawing/2014/main" id="{99EE3F75-5D14-8843-251B-6F9127A8C7A1}"/>
                </a:ext>
              </a:extLst>
            </p:cNvPr>
            <p:cNvGrpSpPr/>
            <p:nvPr/>
          </p:nvGrpSpPr>
          <p:grpSpPr>
            <a:xfrm rot="-617154" flipH="1">
              <a:off x="575967" y="402323"/>
              <a:ext cx="1053440" cy="2450002"/>
              <a:chOff x="3817855" y="1437512"/>
              <a:chExt cx="541146" cy="1128254"/>
            </a:xfrm>
          </p:grpSpPr>
          <p:sp>
            <p:nvSpPr>
              <p:cNvPr id="1363" name="Google Shape;1363;p65">
                <a:extLst>
                  <a:ext uri="{FF2B5EF4-FFF2-40B4-BE49-F238E27FC236}">
                    <a16:creationId xmlns:a16="http://schemas.microsoft.com/office/drawing/2014/main" id="{87C49CB1-0E52-A272-E30C-D1548A8852B0}"/>
                  </a:ext>
                </a:extLst>
              </p:cNvPr>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65">
                <a:extLst>
                  <a:ext uri="{FF2B5EF4-FFF2-40B4-BE49-F238E27FC236}">
                    <a16:creationId xmlns:a16="http://schemas.microsoft.com/office/drawing/2014/main" id="{BEBDFB4D-0590-F401-E64D-CDB68161CBF7}"/>
                  </a:ext>
                </a:extLst>
              </p:cNvPr>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5" name="Google Shape;1365;p65">
              <a:extLst>
                <a:ext uri="{FF2B5EF4-FFF2-40B4-BE49-F238E27FC236}">
                  <a16:creationId xmlns:a16="http://schemas.microsoft.com/office/drawing/2014/main" id="{D80CEB6F-2A08-B64F-778B-85F317153FB0}"/>
                </a:ext>
              </a:extLst>
            </p:cNvPr>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6" name="Google Shape;1366;p65">
            <a:hlinkClick r:id="" action="ppaction://hlinkshowjump?jump=previousslide"/>
            <a:extLst>
              <a:ext uri="{FF2B5EF4-FFF2-40B4-BE49-F238E27FC236}">
                <a16:creationId xmlns:a16="http://schemas.microsoft.com/office/drawing/2014/main" id="{47005D53-51F6-FC10-3D14-E1EBE89711B6}"/>
              </a:ext>
            </a:extLst>
          </p:cNvPr>
          <p:cNvSpPr/>
          <p:nvPr/>
        </p:nvSpPr>
        <p:spPr>
          <a:xfrm>
            <a:off x="139872"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65">
            <a:hlinkClick r:id="" action="ppaction://hlinkshowjump?jump=nextslide"/>
            <a:extLst>
              <a:ext uri="{FF2B5EF4-FFF2-40B4-BE49-F238E27FC236}">
                <a16:creationId xmlns:a16="http://schemas.microsoft.com/office/drawing/2014/main" id="{FB865D43-E98F-899C-E847-0B27E658E8D6}"/>
              </a:ext>
            </a:extLst>
          </p:cNvPr>
          <p:cNvSpPr/>
          <p:nvPr/>
        </p:nvSpPr>
        <p:spPr>
          <a:xfrm flipH="1">
            <a:off x="8601644"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57226408"/>
      </p:ext>
    </p:extLst>
  </p:cSld>
  <p:clrMapOvr>
    <a:masterClrMapping/>
  </p:clrMapOvr>
  <p:transition spd="slow">
    <p:push dir="r"/>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351">
          <a:extLst>
            <a:ext uri="{FF2B5EF4-FFF2-40B4-BE49-F238E27FC236}">
              <a16:creationId xmlns:a16="http://schemas.microsoft.com/office/drawing/2014/main" id="{6E777410-B5CD-1422-85EA-E1A33CB8FD1D}"/>
            </a:ext>
          </a:extLst>
        </p:cNvPr>
        <p:cNvGrpSpPr/>
        <p:nvPr/>
      </p:nvGrpSpPr>
      <p:grpSpPr>
        <a:xfrm>
          <a:off x="0" y="0"/>
          <a:ext cx="0" cy="0"/>
          <a:chOff x="0" y="0"/>
          <a:chExt cx="0" cy="0"/>
        </a:xfrm>
      </p:grpSpPr>
      <p:sp>
        <p:nvSpPr>
          <p:cNvPr id="1366" name="Google Shape;1366;p65">
            <a:hlinkClick r:id="" action="ppaction://hlinkshowjump?jump=previousslide"/>
            <a:extLst>
              <a:ext uri="{FF2B5EF4-FFF2-40B4-BE49-F238E27FC236}">
                <a16:creationId xmlns:a16="http://schemas.microsoft.com/office/drawing/2014/main" id="{2D94C2E9-3F6B-E744-4A97-F7C055403B07}"/>
              </a:ext>
            </a:extLst>
          </p:cNvPr>
          <p:cNvSpPr/>
          <p:nvPr/>
        </p:nvSpPr>
        <p:spPr>
          <a:xfrm>
            <a:off x="139872"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65">
            <a:hlinkClick r:id="" action="ppaction://hlinkshowjump?jump=nextslide"/>
            <a:extLst>
              <a:ext uri="{FF2B5EF4-FFF2-40B4-BE49-F238E27FC236}">
                <a16:creationId xmlns:a16="http://schemas.microsoft.com/office/drawing/2014/main" id="{766DF946-9BE8-0237-ADBE-EA0DD1345FF7}"/>
              </a:ext>
            </a:extLst>
          </p:cNvPr>
          <p:cNvSpPr/>
          <p:nvPr/>
        </p:nvSpPr>
        <p:spPr>
          <a:xfrm flipH="1">
            <a:off x="8601644"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 name="Google Shape;1098;p62">
            <a:extLst>
              <a:ext uri="{FF2B5EF4-FFF2-40B4-BE49-F238E27FC236}">
                <a16:creationId xmlns:a16="http://schemas.microsoft.com/office/drawing/2014/main" id="{A8E6F2CB-BD5F-C573-AFAE-1EF1A5C4B4D2}"/>
              </a:ext>
            </a:extLst>
          </p:cNvPr>
          <p:cNvSpPr txBox="1">
            <a:spLocks/>
          </p:cNvSpPr>
          <p:nvPr/>
        </p:nvSpPr>
        <p:spPr>
          <a:xfrm>
            <a:off x="391886" y="1086279"/>
            <a:ext cx="8483982" cy="36612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r>
              <a:rPr lang="en-US" sz="3600" dirty="0"/>
              <a:t>Alle </a:t>
            </a:r>
            <a:r>
              <a:rPr lang="en-US" sz="3600" dirty="0" err="1"/>
              <a:t>symbolen</a:t>
            </a:r>
            <a:r>
              <a:rPr lang="en-US" sz="3600" dirty="0"/>
              <a:t> </a:t>
            </a:r>
            <a:r>
              <a:rPr lang="en-US" sz="3600" dirty="0" err="1"/>
              <a:t>zijn</a:t>
            </a:r>
            <a:r>
              <a:rPr lang="en-US" sz="3600" dirty="0"/>
              <a:t> </a:t>
            </a:r>
            <a:r>
              <a:rPr lang="en-US" sz="3600" dirty="0" err="1"/>
              <a:t>reguliere</a:t>
            </a:r>
            <a:r>
              <a:rPr lang="en-US" sz="3600" dirty="0"/>
              <a:t> </a:t>
            </a:r>
            <a:r>
              <a:rPr lang="en-US" sz="3600" dirty="0" err="1"/>
              <a:t>expressies</a:t>
            </a:r>
            <a:endParaRPr lang="en-US" sz="3600" dirty="0"/>
          </a:p>
          <a:p>
            <a:pPr marL="0" indent="0"/>
            <a:endParaRPr lang="en-US" sz="3600" dirty="0">
              <a:latin typeface="Didact Gothic" panose="00000500000000000000" pitchFamily="2" charset="0"/>
            </a:endParaRPr>
          </a:p>
          <a:p>
            <a:pPr marL="0" indent="0"/>
            <a:r>
              <a:rPr lang="el-GR" sz="3600" dirty="0">
                <a:solidFill>
                  <a:schemeClr val="accent6">
                    <a:lumMod val="50000"/>
                  </a:schemeClr>
                </a:solidFill>
                <a:latin typeface="Didact Gothic" panose="00000500000000000000" pitchFamily="2" charset="0"/>
              </a:rPr>
              <a:t>ε</a:t>
            </a:r>
            <a:r>
              <a:rPr lang="en-US" sz="3600" dirty="0">
                <a:solidFill>
                  <a:schemeClr val="accent6">
                    <a:lumMod val="50000"/>
                  </a:schemeClr>
                </a:solidFill>
                <a:latin typeface="Didact Gothic" panose="00000500000000000000" pitchFamily="2" charset="0"/>
              </a:rPr>
              <a:t>  ,  ∅</a:t>
            </a:r>
            <a:r>
              <a:rPr lang="nl-NL" sz="3600" dirty="0">
                <a:solidFill>
                  <a:schemeClr val="accent6">
                    <a:lumMod val="50000"/>
                  </a:schemeClr>
                </a:solidFill>
                <a:latin typeface="Didact Gothic" panose="00000500000000000000" pitchFamily="2" charset="0"/>
              </a:rPr>
              <a:t>  ,  </a:t>
            </a:r>
            <a:r>
              <a:rPr lang="en-US" sz="3600" dirty="0">
                <a:solidFill>
                  <a:schemeClr val="accent6">
                    <a:lumMod val="50000"/>
                  </a:schemeClr>
                </a:solidFill>
                <a:latin typeface="Didact Gothic" panose="00000500000000000000" pitchFamily="2" charset="0"/>
              </a:rPr>
              <a:t>a  ,  b  ,  1  ,  0  ,  c  ,  …</a:t>
            </a:r>
          </a:p>
          <a:p>
            <a:pPr marL="0" indent="0"/>
            <a:endParaRPr lang="en-US" sz="3600" dirty="0">
              <a:latin typeface="Didact Gothic" panose="00000500000000000000" pitchFamily="2" charset="0"/>
            </a:endParaRPr>
          </a:p>
          <a:p>
            <a:pPr marL="0" indent="0"/>
            <a:r>
              <a:rPr lang="en-US" sz="3600" dirty="0" err="1">
                <a:latin typeface="Didact Gothic" panose="00000500000000000000" pitchFamily="2" charset="0"/>
              </a:rPr>
              <a:t>Bvb</a:t>
            </a:r>
            <a:r>
              <a:rPr lang="en-US" sz="3600" dirty="0">
                <a:latin typeface="Didact Gothic" panose="00000500000000000000" pitchFamily="2" charset="0"/>
              </a:rPr>
              <a:t>.  01* + 10*</a:t>
            </a:r>
          </a:p>
          <a:p>
            <a:pPr marL="0" indent="0"/>
            <a:endParaRPr lang="nl-NL" sz="3600" dirty="0">
              <a:latin typeface="Didact Gothic" panose="00000500000000000000" pitchFamily="2" charset="0"/>
            </a:endParaRPr>
          </a:p>
        </p:txBody>
      </p:sp>
    </p:spTree>
    <p:extLst>
      <p:ext uri="{BB962C8B-B14F-4D97-AF65-F5344CB8AC3E}">
        <p14:creationId xmlns:p14="http://schemas.microsoft.com/office/powerpoint/2010/main" val="1456197174"/>
      </p:ext>
    </p:extLst>
  </p:cSld>
  <p:clrMapOvr>
    <a:masterClrMapping/>
  </p:clrMapOvr>
  <p:transition spd="slow">
    <p:push dir="r"/>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351">
          <a:extLst>
            <a:ext uri="{FF2B5EF4-FFF2-40B4-BE49-F238E27FC236}">
              <a16:creationId xmlns:a16="http://schemas.microsoft.com/office/drawing/2014/main" id="{19033115-5509-A082-6D28-018E4B45CDC6}"/>
            </a:ext>
          </a:extLst>
        </p:cNvPr>
        <p:cNvGrpSpPr/>
        <p:nvPr/>
      </p:nvGrpSpPr>
      <p:grpSpPr>
        <a:xfrm>
          <a:off x="0" y="0"/>
          <a:ext cx="0" cy="0"/>
          <a:chOff x="0" y="0"/>
          <a:chExt cx="0" cy="0"/>
        </a:xfrm>
      </p:grpSpPr>
      <p:sp>
        <p:nvSpPr>
          <p:cNvPr id="1366" name="Google Shape;1366;p65">
            <a:hlinkClick r:id="" action="ppaction://hlinkshowjump?jump=previousslide"/>
            <a:extLst>
              <a:ext uri="{FF2B5EF4-FFF2-40B4-BE49-F238E27FC236}">
                <a16:creationId xmlns:a16="http://schemas.microsoft.com/office/drawing/2014/main" id="{8CDC76D3-5C91-922F-6352-1B85554C9E8E}"/>
              </a:ext>
            </a:extLst>
          </p:cNvPr>
          <p:cNvSpPr/>
          <p:nvPr/>
        </p:nvSpPr>
        <p:spPr>
          <a:xfrm>
            <a:off x="139872"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65">
            <a:hlinkClick r:id="" action="ppaction://hlinkshowjump?jump=nextslide"/>
            <a:extLst>
              <a:ext uri="{FF2B5EF4-FFF2-40B4-BE49-F238E27FC236}">
                <a16:creationId xmlns:a16="http://schemas.microsoft.com/office/drawing/2014/main" id="{357DB910-CB4E-ECF4-B6C0-71837A5D7B6B}"/>
              </a:ext>
            </a:extLst>
          </p:cNvPr>
          <p:cNvSpPr/>
          <p:nvPr/>
        </p:nvSpPr>
        <p:spPr>
          <a:xfrm flipH="1">
            <a:off x="8601644"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 name="Google Shape;1098;p62">
            <a:extLst>
              <a:ext uri="{FF2B5EF4-FFF2-40B4-BE49-F238E27FC236}">
                <a16:creationId xmlns:a16="http://schemas.microsoft.com/office/drawing/2014/main" id="{6F33CF1A-953C-4F51-D8FF-DCA476F70DE5}"/>
              </a:ext>
            </a:extLst>
          </p:cNvPr>
          <p:cNvSpPr txBox="1">
            <a:spLocks/>
          </p:cNvSpPr>
          <p:nvPr/>
        </p:nvSpPr>
        <p:spPr>
          <a:xfrm>
            <a:off x="330009" y="385438"/>
            <a:ext cx="8483982" cy="84522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r>
              <a:rPr lang="en-US" sz="4400" dirty="0">
                <a:latin typeface="Aldrich" panose="020B0604020202020204" charset="0"/>
              </a:rPr>
              <a:t>Operations on languages</a:t>
            </a:r>
            <a:endParaRPr lang="nl-NL" sz="4400" dirty="0">
              <a:latin typeface="Aldrich" panose="020B0604020202020204" charset="0"/>
            </a:endParaRPr>
          </a:p>
        </p:txBody>
      </p:sp>
      <p:sp>
        <p:nvSpPr>
          <p:cNvPr id="3" name="Google Shape;1098;p62">
            <a:extLst>
              <a:ext uri="{FF2B5EF4-FFF2-40B4-BE49-F238E27FC236}">
                <a16:creationId xmlns:a16="http://schemas.microsoft.com/office/drawing/2014/main" id="{BCC82F0B-4EFD-F5C8-FAD3-894158E884A6}"/>
              </a:ext>
            </a:extLst>
          </p:cNvPr>
          <p:cNvSpPr txBox="1">
            <a:spLocks/>
          </p:cNvSpPr>
          <p:nvPr/>
        </p:nvSpPr>
        <p:spPr>
          <a:xfrm>
            <a:off x="505734" y="1313160"/>
            <a:ext cx="8160848" cy="435156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buSzPct val="100000"/>
            </a:pPr>
            <a:r>
              <a:rPr lang="en-US" sz="3600" dirty="0" err="1"/>
              <a:t>Unie</a:t>
            </a:r>
            <a:r>
              <a:rPr lang="en-US" sz="3600" dirty="0"/>
              <a:t> </a:t>
            </a:r>
          </a:p>
          <a:p>
            <a:pPr marL="0" indent="0">
              <a:buSzPct val="100000"/>
            </a:pPr>
            <a:r>
              <a:rPr lang="pl-PL" sz="3200" dirty="0"/>
              <a:t>L ∪ M = {w : w ∈ L or w ∈ M}</a:t>
            </a:r>
            <a:endParaRPr lang="en-US" sz="3200" dirty="0"/>
          </a:p>
          <a:p>
            <a:pPr marL="0" indent="0" algn="l">
              <a:buSzPct val="100000"/>
            </a:pPr>
            <a:endParaRPr lang="en-US" sz="3200" dirty="0">
              <a:solidFill>
                <a:schemeClr val="accent6">
                  <a:lumMod val="25000"/>
                </a:schemeClr>
              </a:solidFill>
            </a:endParaRPr>
          </a:p>
          <a:p>
            <a:pPr marL="0" indent="0" algn="l">
              <a:buSzPct val="100000"/>
            </a:pPr>
            <a:r>
              <a:rPr lang="en-US" sz="3200" dirty="0" err="1">
                <a:solidFill>
                  <a:schemeClr val="accent6">
                    <a:lumMod val="25000"/>
                  </a:schemeClr>
                </a:solidFill>
              </a:rPr>
              <a:t>Bvb</a:t>
            </a:r>
            <a:r>
              <a:rPr lang="en-US" sz="3200" dirty="0">
                <a:solidFill>
                  <a:schemeClr val="accent6">
                    <a:lumMod val="25000"/>
                  </a:schemeClr>
                </a:solidFill>
              </a:rPr>
              <a:t>.</a:t>
            </a:r>
          </a:p>
          <a:p>
            <a:pPr marL="0" indent="0" algn="l">
              <a:buSzPct val="100000"/>
            </a:pPr>
            <a:r>
              <a:rPr lang="en-US" sz="3200" dirty="0"/>
              <a:t>Als    </a:t>
            </a:r>
            <a:r>
              <a:rPr lang="en-US" sz="3200" dirty="0">
                <a:solidFill>
                  <a:schemeClr val="tx2">
                    <a:lumMod val="25000"/>
                  </a:schemeClr>
                </a:solidFill>
              </a:rPr>
              <a:t>L = { 01, 10 } </a:t>
            </a:r>
            <a:r>
              <a:rPr lang="en-US" sz="3200" dirty="0" err="1">
                <a:solidFill>
                  <a:schemeClr val="tx2">
                    <a:lumMod val="25000"/>
                  </a:schemeClr>
                </a:solidFill>
              </a:rPr>
              <a:t>en</a:t>
            </a:r>
            <a:r>
              <a:rPr lang="en-US" sz="3200" dirty="0">
                <a:solidFill>
                  <a:schemeClr val="tx2">
                    <a:lumMod val="25000"/>
                  </a:schemeClr>
                </a:solidFill>
              </a:rPr>
              <a:t> M = { 110 }</a:t>
            </a:r>
          </a:p>
          <a:p>
            <a:pPr marL="0" indent="0" algn="l">
              <a:buSzPct val="100000"/>
            </a:pPr>
            <a:r>
              <a:rPr lang="en-US" sz="3200" dirty="0"/>
              <a:t>Dan  </a:t>
            </a:r>
            <a:r>
              <a:rPr lang="en-US" sz="3200" dirty="0">
                <a:solidFill>
                  <a:schemeClr val="tx2">
                    <a:lumMod val="25000"/>
                  </a:schemeClr>
                </a:solidFill>
              </a:rPr>
              <a:t>L + M = 𝐿 ∪ 𝑀 = { 01 , 10 , 110 }</a:t>
            </a:r>
            <a:endParaRPr lang="nl-NL" sz="3200" dirty="0">
              <a:solidFill>
                <a:schemeClr val="tx2">
                  <a:lumMod val="25000"/>
                </a:schemeClr>
              </a:solidFill>
              <a:latin typeface="Didact Gothic" panose="00000500000000000000" pitchFamily="2" charset="0"/>
            </a:endParaRPr>
          </a:p>
        </p:txBody>
      </p:sp>
    </p:spTree>
    <p:extLst>
      <p:ext uri="{BB962C8B-B14F-4D97-AF65-F5344CB8AC3E}">
        <p14:creationId xmlns:p14="http://schemas.microsoft.com/office/powerpoint/2010/main" val="2994072271"/>
      </p:ext>
    </p:extLst>
  </p:cSld>
  <p:clrMapOvr>
    <a:masterClrMapping/>
  </p:clrMapOvr>
  <p:transition spd="slow">
    <p:push dir="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351">
          <a:extLst>
            <a:ext uri="{FF2B5EF4-FFF2-40B4-BE49-F238E27FC236}">
              <a16:creationId xmlns:a16="http://schemas.microsoft.com/office/drawing/2014/main" id="{8F7B8005-A66E-C63D-414B-40BDFBDBC5AF}"/>
            </a:ext>
          </a:extLst>
        </p:cNvPr>
        <p:cNvGrpSpPr/>
        <p:nvPr/>
      </p:nvGrpSpPr>
      <p:grpSpPr>
        <a:xfrm>
          <a:off x="0" y="0"/>
          <a:ext cx="0" cy="0"/>
          <a:chOff x="0" y="0"/>
          <a:chExt cx="0" cy="0"/>
        </a:xfrm>
      </p:grpSpPr>
      <p:sp>
        <p:nvSpPr>
          <p:cNvPr id="1366" name="Google Shape;1366;p65">
            <a:hlinkClick r:id="" action="ppaction://hlinkshowjump?jump=previousslide"/>
            <a:extLst>
              <a:ext uri="{FF2B5EF4-FFF2-40B4-BE49-F238E27FC236}">
                <a16:creationId xmlns:a16="http://schemas.microsoft.com/office/drawing/2014/main" id="{CCD2240B-53F8-FAB0-A3D4-D24AEE72F4AF}"/>
              </a:ext>
            </a:extLst>
          </p:cNvPr>
          <p:cNvSpPr/>
          <p:nvPr/>
        </p:nvSpPr>
        <p:spPr>
          <a:xfrm>
            <a:off x="139872"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65">
            <a:hlinkClick r:id="" action="ppaction://hlinkshowjump?jump=nextslide"/>
            <a:extLst>
              <a:ext uri="{FF2B5EF4-FFF2-40B4-BE49-F238E27FC236}">
                <a16:creationId xmlns:a16="http://schemas.microsoft.com/office/drawing/2014/main" id="{B6CF53B7-79BF-802C-CD1C-401C9AAC99D1}"/>
              </a:ext>
            </a:extLst>
          </p:cNvPr>
          <p:cNvSpPr/>
          <p:nvPr/>
        </p:nvSpPr>
        <p:spPr>
          <a:xfrm flipH="1">
            <a:off x="8601644"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 name="Google Shape;1098;p62">
            <a:extLst>
              <a:ext uri="{FF2B5EF4-FFF2-40B4-BE49-F238E27FC236}">
                <a16:creationId xmlns:a16="http://schemas.microsoft.com/office/drawing/2014/main" id="{8FC9B957-6A39-5EA1-9D28-9FA939FF4C5D}"/>
              </a:ext>
            </a:extLst>
          </p:cNvPr>
          <p:cNvSpPr txBox="1">
            <a:spLocks/>
          </p:cNvSpPr>
          <p:nvPr/>
        </p:nvSpPr>
        <p:spPr>
          <a:xfrm>
            <a:off x="330009" y="385438"/>
            <a:ext cx="8483982" cy="84522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r>
              <a:rPr lang="en-US" sz="4400" dirty="0">
                <a:latin typeface="Aldrich" panose="020B0604020202020204" charset="0"/>
              </a:rPr>
              <a:t>Operations on languages</a:t>
            </a:r>
            <a:endParaRPr lang="nl-NL" sz="4400" dirty="0">
              <a:latin typeface="Aldrich" panose="020B0604020202020204" charset="0"/>
            </a:endParaRPr>
          </a:p>
        </p:txBody>
      </p:sp>
      <p:sp>
        <p:nvSpPr>
          <p:cNvPr id="3" name="Google Shape;1098;p62">
            <a:extLst>
              <a:ext uri="{FF2B5EF4-FFF2-40B4-BE49-F238E27FC236}">
                <a16:creationId xmlns:a16="http://schemas.microsoft.com/office/drawing/2014/main" id="{F44C8361-A935-CCE0-6B4B-0C87837CFD52}"/>
              </a:ext>
            </a:extLst>
          </p:cNvPr>
          <p:cNvSpPr txBox="1">
            <a:spLocks/>
          </p:cNvSpPr>
          <p:nvPr/>
        </p:nvSpPr>
        <p:spPr>
          <a:xfrm>
            <a:off x="505734" y="1313160"/>
            <a:ext cx="8160848" cy="435156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buSzPct val="100000"/>
            </a:pPr>
            <a:r>
              <a:rPr lang="en-US" sz="3600" dirty="0"/>
              <a:t>Concatenation </a:t>
            </a:r>
          </a:p>
          <a:p>
            <a:pPr marL="0" indent="0">
              <a:buSzPct val="100000"/>
            </a:pPr>
            <a:r>
              <a:rPr lang="pl-PL" sz="3200" dirty="0"/>
              <a:t>L.M = {w : w = xy, x ∈ L, y ∈ M}</a:t>
            </a:r>
            <a:endParaRPr lang="en-US" sz="3200" dirty="0"/>
          </a:p>
          <a:p>
            <a:pPr marL="0" indent="0">
              <a:buSzPct val="100000"/>
            </a:pPr>
            <a:endParaRPr lang="en-US" sz="3200" dirty="0">
              <a:solidFill>
                <a:schemeClr val="accent6">
                  <a:lumMod val="25000"/>
                </a:schemeClr>
              </a:solidFill>
            </a:endParaRPr>
          </a:p>
          <a:p>
            <a:pPr marL="0" indent="0" algn="l">
              <a:buSzPct val="100000"/>
            </a:pPr>
            <a:r>
              <a:rPr lang="en-US" sz="3200" dirty="0" err="1">
                <a:solidFill>
                  <a:schemeClr val="accent6">
                    <a:lumMod val="25000"/>
                  </a:schemeClr>
                </a:solidFill>
              </a:rPr>
              <a:t>Bvb</a:t>
            </a:r>
            <a:r>
              <a:rPr lang="en-US" sz="3200" dirty="0">
                <a:solidFill>
                  <a:schemeClr val="accent6">
                    <a:lumMod val="25000"/>
                  </a:schemeClr>
                </a:solidFill>
              </a:rPr>
              <a:t>.</a:t>
            </a:r>
          </a:p>
          <a:p>
            <a:pPr marL="0" indent="0" algn="l">
              <a:buSzPct val="100000"/>
            </a:pPr>
            <a:r>
              <a:rPr lang="en-US" sz="3200" dirty="0"/>
              <a:t>Als    </a:t>
            </a:r>
            <a:r>
              <a:rPr lang="nl-NL" sz="3200" dirty="0">
                <a:solidFill>
                  <a:schemeClr val="tx2">
                    <a:lumMod val="25000"/>
                  </a:schemeClr>
                </a:solidFill>
              </a:rPr>
              <a:t>L = { 01 , 10 } en M = { 1 , 0 } </a:t>
            </a:r>
          </a:p>
          <a:p>
            <a:pPr marL="0" indent="0" algn="l">
              <a:buSzPct val="100000"/>
            </a:pPr>
            <a:r>
              <a:rPr lang="en-US" sz="3200" dirty="0"/>
              <a:t>Dan  </a:t>
            </a:r>
            <a:r>
              <a:rPr lang="nl-NL" sz="3200" dirty="0">
                <a:solidFill>
                  <a:schemeClr val="tx2">
                    <a:lumMod val="25000"/>
                  </a:schemeClr>
                </a:solidFill>
              </a:rPr>
              <a:t>L.M = { 011 , 010 , 101 , 100 }</a:t>
            </a:r>
          </a:p>
        </p:txBody>
      </p:sp>
    </p:spTree>
    <p:extLst>
      <p:ext uri="{BB962C8B-B14F-4D97-AF65-F5344CB8AC3E}">
        <p14:creationId xmlns:p14="http://schemas.microsoft.com/office/powerpoint/2010/main" val="2950848473"/>
      </p:ext>
    </p:extLst>
  </p:cSld>
  <p:clrMapOvr>
    <a:masterClrMapping/>
  </p:clrMapOvr>
  <p:transition spd="slow">
    <p:push dir="r"/>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351">
          <a:extLst>
            <a:ext uri="{FF2B5EF4-FFF2-40B4-BE49-F238E27FC236}">
              <a16:creationId xmlns:a16="http://schemas.microsoft.com/office/drawing/2014/main" id="{B23F9890-96D5-EF3A-BC00-5BB0EE446801}"/>
            </a:ext>
          </a:extLst>
        </p:cNvPr>
        <p:cNvGrpSpPr/>
        <p:nvPr/>
      </p:nvGrpSpPr>
      <p:grpSpPr>
        <a:xfrm>
          <a:off x="0" y="0"/>
          <a:ext cx="0" cy="0"/>
          <a:chOff x="0" y="0"/>
          <a:chExt cx="0" cy="0"/>
        </a:xfrm>
      </p:grpSpPr>
      <p:sp>
        <p:nvSpPr>
          <p:cNvPr id="1366" name="Google Shape;1366;p65">
            <a:hlinkClick r:id="" action="ppaction://hlinkshowjump?jump=previousslide"/>
            <a:extLst>
              <a:ext uri="{FF2B5EF4-FFF2-40B4-BE49-F238E27FC236}">
                <a16:creationId xmlns:a16="http://schemas.microsoft.com/office/drawing/2014/main" id="{648932FB-34F4-BAC2-365D-56D8BCA01A28}"/>
              </a:ext>
            </a:extLst>
          </p:cNvPr>
          <p:cNvSpPr/>
          <p:nvPr/>
        </p:nvSpPr>
        <p:spPr>
          <a:xfrm>
            <a:off x="139872"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65">
            <a:hlinkClick r:id="" action="ppaction://hlinkshowjump?jump=nextslide"/>
            <a:extLst>
              <a:ext uri="{FF2B5EF4-FFF2-40B4-BE49-F238E27FC236}">
                <a16:creationId xmlns:a16="http://schemas.microsoft.com/office/drawing/2014/main" id="{02C4F477-A9DD-680F-27B7-D62D33EAA8BA}"/>
              </a:ext>
            </a:extLst>
          </p:cNvPr>
          <p:cNvSpPr/>
          <p:nvPr/>
        </p:nvSpPr>
        <p:spPr>
          <a:xfrm flipH="1">
            <a:off x="8601644"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 name="Google Shape;1098;p62">
            <a:extLst>
              <a:ext uri="{FF2B5EF4-FFF2-40B4-BE49-F238E27FC236}">
                <a16:creationId xmlns:a16="http://schemas.microsoft.com/office/drawing/2014/main" id="{5555FD41-3406-A783-4827-23334107F197}"/>
              </a:ext>
            </a:extLst>
          </p:cNvPr>
          <p:cNvSpPr txBox="1">
            <a:spLocks/>
          </p:cNvSpPr>
          <p:nvPr/>
        </p:nvSpPr>
        <p:spPr>
          <a:xfrm>
            <a:off x="330009" y="385438"/>
            <a:ext cx="8483982" cy="84522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r>
              <a:rPr lang="en-US" sz="4400" dirty="0">
                <a:latin typeface="Aldrich" panose="020B0604020202020204" charset="0"/>
              </a:rPr>
              <a:t>Operations on languages</a:t>
            </a:r>
            <a:endParaRPr lang="nl-NL" sz="4400" dirty="0">
              <a:latin typeface="Aldrich" panose="020B0604020202020204" charset="0"/>
            </a:endParaRPr>
          </a:p>
        </p:txBody>
      </p:sp>
      <mc:AlternateContent xmlns:mc="http://schemas.openxmlformats.org/markup-compatibility/2006">
        <mc:Choice xmlns:a14="http://schemas.microsoft.com/office/drawing/2010/main" Requires="a14">
          <p:sp>
            <p:nvSpPr>
              <p:cNvPr id="3" name="Google Shape;1098;p62">
                <a:extLst>
                  <a:ext uri="{FF2B5EF4-FFF2-40B4-BE49-F238E27FC236}">
                    <a16:creationId xmlns:a16="http://schemas.microsoft.com/office/drawing/2014/main" id="{841D78E9-5C44-C2CC-F18E-93984F1F0DE7}"/>
                  </a:ext>
                </a:extLst>
              </p:cNvPr>
              <p:cNvSpPr txBox="1">
                <a:spLocks/>
              </p:cNvSpPr>
              <p:nvPr/>
            </p:nvSpPr>
            <p:spPr>
              <a:xfrm>
                <a:off x="505734" y="1313160"/>
                <a:ext cx="8160848" cy="435156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buSzPct val="100000"/>
                </a:pPr>
                <a:r>
                  <a:rPr lang="en-US" sz="3600" dirty="0" err="1"/>
                  <a:t>Machten</a:t>
                </a:r>
                <a:r>
                  <a:rPr lang="en-US" sz="3600" dirty="0"/>
                  <a:t> </a:t>
                </a:r>
              </a:p>
              <a:p>
                <a:pPr marL="0" indent="0">
                  <a:buSzPct val="100000"/>
                </a:pPr>
                <a14:m>
                  <m:oMath xmlns:m="http://schemas.openxmlformats.org/officeDocument/2006/math">
                    <m:sSup>
                      <m:sSupPr>
                        <m:ctrlPr>
                          <a:rPr lang="pl-PL" sz="3200" i="1" smtClean="0">
                            <a:latin typeface="Cambria Math" panose="02040503050406030204" pitchFamily="18" charset="0"/>
                          </a:rPr>
                        </m:ctrlPr>
                      </m:sSupPr>
                      <m:e>
                        <m:r>
                          <m:rPr>
                            <m:sty m:val="p"/>
                          </m:rPr>
                          <a:rPr lang="en-US" sz="3200" b="0" i="0" smtClean="0">
                            <a:latin typeface="Cambria Math" panose="02040503050406030204" pitchFamily="18" charset="0"/>
                          </a:rPr>
                          <m:t>L</m:t>
                        </m:r>
                      </m:e>
                      <m:sup>
                        <m:r>
                          <a:rPr lang="en-US" sz="3200" b="0" i="0" smtClean="0">
                            <a:latin typeface="Cambria Math" panose="02040503050406030204" pitchFamily="18" charset="0"/>
                          </a:rPr>
                          <m:t>0</m:t>
                        </m:r>
                      </m:sup>
                    </m:sSup>
                  </m:oMath>
                </a14:m>
                <a:r>
                  <a:rPr lang="pl-PL" sz="3200" dirty="0"/>
                  <a:t> = {</a:t>
                </a:r>
                <a:r>
                  <a:rPr lang="el-GR" sz="3200" dirty="0"/>
                  <a:t>ϵ}</a:t>
                </a:r>
                <a:r>
                  <a:rPr lang="en-US" sz="3200" dirty="0"/>
                  <a:t>  </a:t>
                </a:r>
                <a:r>
                  <a:rPr lang="el-GR" sz="3200" dirty="0"/>
                  <a:t>,</a:t>
                </a:r>
                <a:r>
                  <a:rPr lang="en-US" sz="3200" dirty="0"/>
                  <a:t> </a:t>
                </a:r>
                <a:r>
                  <a:rPr lang="el-GR" sz="3200" dirty="0"/>
                  <a:t> </a:t>
                </a:r>
                <a14:m>
                  <m:oMath xmlns:m="http://schemas.openxmlformats.org/officeDocument/2006/math">
                    <m:sSup>
                      <m:sSupPr>
                        <m:ctrlPr>
                          <a:rPr lang="pl-PL" sz="3200" i="1" smtClean="0">
                            <a:latin typeface="Cambria Math" panose="02040503050406030204" pitchFamily="18" charset="0"/>
                          </a:rPr>
                        </m:ctrlPr>
                      </m:sSupPr>
                      <m:e>
                        <m:r>
                          <m:rPr>
                            <m:sty m:val="p"/>
                          </m:rPr>
                          <a:rPr lang="en-US" sz="3200">
                            <a:latin typeface="Cambria Math" panose="02040503050406030204" pitchFamily="18" charset="0"/>
                          </a:rPr>
                          <m:t>L</m:t>
                        </m:r>
                      </m:e>
                      <m:sup>
                        <m:r>
                          <a:rPr lang="en-US" sz="3200" b="0" i="0" smtClean="0">
                            <a:latin typeface="Cambria Math" panose="02040503050406030204" pitchFamily="18" charset="0"/>
                          </a:rPr>
                          <m:t>1</m:t>
                        </m:r>
                      </m:sup>
                    </m:sSup>
                  </m:oMath>
                </a14:m>
                <a:r>
                  <a:rPr lang="pl-PL" sz="3200" dirty="0"/>
                  <a:t> = L</a:t>
                </a:r>
                <a:r>
                  <a:rPr lang="en-US" sz="3200" dirty="0"/>
                  <a:t>  </a:t>
                </a:r>
                <a:r>
                  <a:rPr lang="pl-PL" sz="3200" dirty="0"/>
                  <a:t>,</a:t>
                </a:r>
                <a:r>
                  <a:rPr lang="en-US" sz="3200" dirty="0"/>
                  <a:t> </a:t>
                </a:r>
                <a:r>
                  <a:rPr lang="pl-PL" sz="3200" dirty="0"/>
                  <a:t> </a:t>
                </a:r>
                <a14:m>
                  <m:oMath xmlns:m="http://schemas.openxmlformats.org/officeDocument/2006/math">
                    <m:sSup>
                      <m:sSupPr>
                        <m:ctrlPr>
                          <a:rPr lang="pl-PL" sz="3200" i="1">
                            <a:latin typeface="Cambria Math" panose="02040503050406030204" pitchFamily="18" charset="0"/>
                          </a:rPr>
                        </m:ctrlPr>
                      </m:sSupPr>
                      <m:e>
                        <m:r>
                          <m:rPr>
                            <m:sty m:val="p"/>
                          </m:rPr>
                          <a:rPr lang="en-US" sz="3200">
                            <a:latin typeface="Cambria Math" panose="02040503050406030204" pitchFamily="18" charset="0"/>
                          </a:rPr>
                          <m:t>L</m:t>
                        </m:r>
                      </m:e>
                      <m:sup>
                        <m:r>
                          <m:rPr>
                            <m:sty m:val="p"/>
                          </m:rPr>
                          <a:rPr lang="en-US" sz="3200" b="0" i="0" smtClean="0">
                            <a:latin typeface="Cambria Math" panose="02040503050406030204" pitchFamily="18" charset="0"/>
                          </a:rPr>
                          <m:t>k</m:t>
                        </m:r>
                        <m:r>
                          <a:rPr lang="en-US" sz="3200" b="0" i="0" smtClean="0">
                            <a:latin typeface="Cambria Math" panose="02040503050406030204" pitchFamily="18" charset="0"/>
                          </a:rPr>
                          <m:t>+1</m:t>
                        </m:r>
                      </m:sup>
                    </m:sSup>
                  </m:oMath>
                </a14:m>
                <a:r>
                  <a:rPr lang="pl-PL" sz="3200" dirty="0"/>
                  <a:t> = L. </a:t>
                </a:r>
                <a14:m>
                  <m:oMath xmlns:m="http://schemas.openxmlformats.org/officeDocument/2006/math">
                    <m:sSup>
                      <m:sSupPr>
                        <m:ctrlPr>
                          <a:rPr lang="pl-PL" sz="3200" i="1">
                            <a:latin typeface="Cambria Math" panose="02040503050406030204" pitchFamily="18" charset="0"/>
                          </a:rPr>
                        </m:ctrlPr>
                      </m:sSupPr>
                      <m:e>
                        <m:r>
                          <m:rPr>
                            <m:sty m:val="p"/>
                          </m:rPr>
                          <a:rPr lang="en-US" sz="3200">
                            <a:latin typeface="Cambria Math" panose="02040503050406030204" pitchFamily="18" charset="0"/>
                          </a:rPr>
                          <m:t>L</m:t>
                        </m:r>
                      </m:e>
                      <m:sup>
                        <m:r>
                          <m:rPr>
                            <m:sty m:val="p"/>
                          </m:rPr>
                          <a:rPr lang="en-US" sz="3200" b="0" i="0" smtClean="0">
                            <a:latin typeface="Cambria Math" panose="02040503050406030204" pitchFamily="18" charset="0"/>
                          </a:rPr>
                          <m:t>k</m:t>
                        </m:r>
                      </m:sup>
                    </m:sSup>
                  </m:oMath>
                </a14:m>
                <a:endParaRPr lang="en-US" sz="3200" dirty="0"/>
              </a:p>
              <a:p>
                <a:pPr marL="0" indent="0">
                  <a:buSzPct val="100000"/>
                </a:pPr>
                <a:endParaRPr lang="en-US" sz="3200" dirty="0">
                  <a:solidFill>
                    <a:schemeClr val="accent6">
                      <a:lumMod val="25000"/>
                    </a:schemeClr>
                  </a:solidFill>
                </a:endParaRPr>
              </a:p>
              <a:p>
                <a:pPr marL="0" indent="0" algn="l">
                  <a:buSzPct val="100000"/>
                </a:pPr>
                <a:r>
                  <a:rPr lang="en-US" sz="3200" dirty="0" err="1">
                    <a:solidFill>
                      <a:schemeClr val="accent6">
                        <a:lumMod val="25000"/>
                      </a:schemeClr>
                    </a:solidFill>
                  </a:rPr>
                  <a:t>Bvb</a:t>
                </a:r>
                <a:r>
                  <a:rPr lang="en-US" sz="3200" dirty="0">
                    <a:solidFill>
                      <a:schemeClr val="accent6">
                        <a:lumMod val="25000"/>
                      </a:schemeClr>
                    </a:solidFill>
                  </a:rPr>
                  <a:t>.</a:t>
                </a:r>
              </a:p>
              <a:p>
                <a:pPr marL="0" indent="0" algn="l">
                  <a:buSzPct val="100000"/>
                </a:pPr>
                <a:r>
                  <a:rPr lang="en-US" sz="3200" dirty="0"/>
                  <a:t>Als    </a:t>
                </a:r>
                <a:r>
                  <a:rPr lang="nl-NL" sz="3200" dirty="0">
                    <a:solidFill>
                      <a:schemeClr val="tx2">
                        <a:lumMod val="25000"/>
                      </a:schemeClr>
                    </a:solidFill>
                  </a:rPr>
                  <a:t>L = { </a:t>
                </a:r>
                <a:r>
                  <a:rPr lang="nl-NL" sz="3200" dirty="0" err="1">
                    <a:solidFill>
                      <a:schemeClr val="tx2">
                        <a:lumMod val="25000"/>
                      </a:schemeClr>
                    </a:solidFill>
                  </a:rPr>
                  <a:t>ab</a:t>
                </a:r>
                <a:r>
                  <a:rPr lang="nl-NL" sz="3200" dirty="0">
                    <a:solidFill>
                      <a:schemeClr val="tx2">
                        <a:lumMod val="25000"/>
                      </a:schemeClr>
                    </a:solidFill>
                  </a:rPr>
                  <a:t> }</a:t>
                </a:r>
              </a:p>
              <a:p>
                <a:pPr marL="0" indent="0" algn="l">
                  <a:buSzPct val="100000"/>
                </a:pPr>
                <a:r>
                  <a:rPr lang="en-US" sz="3200" dirty="0"/>
                  <a:t>Dan  </a:t>
                </a:r>
                <a14:m>
                  <m:oMath xmlns:m="http://schemas.openxmlformats.org/officeDocument/2006/math">
                    <m:sSup>
                      <m:sSupPr>
                        <m:ctrlPr>
                          <a:rPr lang="pl-PL" sz="3200" i="1">
                            <a:latin typeface="Cambria Math" panose="02040503050406030204" pitchFamily="18" charset="0"/>
                          </a:rPr>
                        </m:ctrlPr>
                      </m:sSupPr>
                      <m:e>
                        <m:r>
                          <m:rPr>
                            <m:sty m:val="p"/>
                          </m:rPr>
                          <a:rPr lang="en-US" sz="3200">
                            <a:latin typeface="Cambria Math" panose="02040503050406030204" pitchFamily="18" charset="0"/>
                          </a:rPr>
                          <m:t>L</m:t>
                        </m:r>
                      </m:e>
                      <m:sup>
                        <m:r>
                          <a:rPr lang="en-US" sz="3200">
                            <a:latin typeface="Cambria Math" panose="02040503050406030204" pitchFamily="18" charset="0"/>
                          </a:rPr>
                          <m:t>0</m:t>
                        </m:r>
                      </m:sup>
                    </m:sSup>
                  </m:oMath>
                </a14:m>
                <a:r>
                  <a:rPr lang="en-US" sz="3200" dirty="0">
                    <a:solidFill>
                      <a:schemeClr val="tx2">
                        <a:lumMod val="25000"/>
                      </a:schemeClr>
                    </a:solidFill>
                  </a:rPr>
                  <a:t>={</a:t>
                </a:r>
                <a:r>
                  <a:rPr lang="el-GR" sz="3200" dirty="0">
                    <a:solidFill>
                      <a:schemeClr val="tx2">
                        <a:lumMod val="25000"/>
                      </a:schemeClr>
                    </a:solidFill>
                  </a:rPr>
                  <a:t>ϵ}</a:t>
                </a:r>
                <a:r>
                  <a:rPr lang="en-US" sz="3200" dirty="0">
                    <a:solidFill>
                      <a:schemeClr val="tx2">
                        <a:lumMod val="25000"/>
                      </a:schemeClr>
                    </a:solidFill>
                  </a:rPr>
                  <a:t>  , </a:t>
                </a:r>
                <a14:m>
                  <m:oMath xmlns:m="http://schemas.openxmlformats.org/officeDocument/2006/math">
                    <m:sSup>
                      <m:sSupPr>
                        <m:ctrlPr>
                          <a:rPr lang="pl-PL" sz="3200" i="1">
                            <a:latin typeface="Cambria Math" panose="02040503050406030204" pitchFamily="18" charset="0"/>
                          </a:rPr>
                        </m:ctrlPr>
                      </m:sSupPr>
                      <m:e>
                        <m:r>
                          <m:rPr>
                            <m:sty m:val="p"/>
                          </m:rPr>
                          <a:rPr lang="en-US" sz="3200">
                            <a:latin typeface="Cambria Math" panose="02040503050406030204" pitchFamily="18" charset="0"/>
                          </a:rPr>
                          <m:t>L</m:t>
                        </m:r>
                      </m:e>
                      <m:sup>
                        <m:r>
                          <a:rPr lang="en-US" sz="3200" b="0" i="0" smtClean="0">
                            <a:latin typeface="Cambria Math" panose="02040503050406030204" pitchFamily="18" charset="0"/>
                          </a:rPr>
                          <m:t>1</m:t>
                        </m:r>
                      </m:sup>
                    </m:sSup>
                  </m:oMath>
                </a14:m>
                <a:r>
                  <a:rPr lang="en-US" sz="3200" dirty="0">
                    <a:solidFill>
                      <a:schemeClr val="tx2">
                        <a:lumMod val="25000"/>
                      </a:schemeClr>
                    </a:solidFill>
                  </a:rPr>
                  <a:t>={ab}  , </a:t>
                </a:r>
                <a14:m>
                  <m:oMath xmlns:m="http://schemas.openxmlformats.org/officeDocument/2006/math">
                    <m:sSup>
                      <m:sSupPr>
                        <m:ctrlPr>
                          <a:rPr lang="pl-PL" sz="3200" i="1">
                            <a:latin typeface="Cambria Math" panose="02040503050406030204" pitchFamily="18" charset="0"/>
                          </a:rPr>
                        </m:ctrlPr>
                      </m:sSupPr>
                      <m:e>
                        <m:r>
                          <m:rPr>
                            <m:sty m:val="p"/>
                          </m:rPr>
                          <a:rPr lang="en-US" sz="3200">
                            <a:latin typeface="Cambria Math" panose="02040503050406030204" pitchFamily="18" charset="0"/>
                          </a:rPr>
                          <m:t>L</m:t>
                        </m:r>
                      </m:e>
                      <m:sup>
                        <m:r>
                          <a:rPr lang="en-US" sz="3200" b="0" i="0" smtClean="0">
                            <a:latin typeface="Cambria Math" panose="02040503050406030204" pitchFamily="18" charset="0"/>
                          </a:rPr>
                          <m:t>2</m:t>
                        </m:r>
                      </m:sup>
                    </m:sSup>
                  </m:oMath>
                </a14:m>
                <a:r>
                  <a:rPr lang="en-US" sz="3200" dirty="0">
                    <a:solidFill>
                      <a:schemeClr val="tx2">
                        <a:lumMod val="25000"/>
                      </a:schemeClr>
                    </a:solidFill>
                  </a:rPr>
                  <a:t>={</a:t>
                </a:r>
                <a:r>
                  <a:rPr lang="en-US" sz="3200" dirty="0" err="1">
                    <a:solidFill>
                      <a:schemeClr val="tx2">
                        <a:lumMod val="25000"/>
                      </a:schemeClr>
                    </a:solidFill>
                  </a:rPr>
                  <a:t>abab</a:t>
                </a:r>
                <a:r>
                  <a:rPr lang="en-US" sz="3200" dirty="0">
                    <a:solidFill>
                      <a:schemeClr val="tx2">
                        <a:lumMod val="25000"/>
                      </a:schemeClr>
                    </a:solidFill>
                  </a:rPr>
                  <a:t>} , </a:t>
                </a:r>
                <a14:m>
                  <m:oMath xmlns:m="http://schemas.openxmlformats.org/officeDocument/2006/math">
                    <m:sSup>
                      <m:sSupPr>
                        <m:ctrlPr>
                          <a:rPr lang="pl-PL" sz="3200" i="1">
                            <a:latin typeface="Cambria Math" panose="02040503050406030204" pitchFamily="18" charset="0"/>
                          </a:rPr>
                        </m:ctrlPr>
                      </m:sSupPr>
                      <m:e>
                        <m:r>
                          <m:rPr>
                            <m:sty m:val="p"/>
                          </m:rPr>
                          <a:rPr lang="en-US" sz="3200">
                            <a:latin typeface="Cambria Math" panose="02040503050406030204" pitchFamily="18" charset="0"/>
                          </a:rPr>
                          <m:t>L</m:t>
                        </m:r>
                      </m:e>
                      <m:sup>
                        <m:r>
                          <a:rPr lang="en-US" sz="3200" b="0" i="0" smtClean="0">
                            <a:latin typeface="Cambria Math" panose="02040503050406030204" pitchFamily="18" charset="0"/>
                          </a:rPr>
                          <m:t>3</m:t>
                        </m:r>
                      </m:sup>
                    </m:sSup>
                  </m:oMath>
                </a14:m>
                <a:r>
                  <a:rPr lang="en-US" sz="3200" dirty="0">
                    <a:solidFill>
                      <a:schemeClr val="tx2">
                        <a:lumMod val="25000"/>
                      </a:schemeClr>
                    </a:solidFill>
                  </a:rPr>
                  <a:t>={</a:t>
                </a:r>
                <a:r>
                  <a:rPr lang="en-US" sz="3200" dirty="0" err="1">
                    <a:solidFill>
                      <a:schemeClr val="tx2">
                        <a:lumMod val="25000"/>
                      </a:schemeClr>
                    </a:solidFill>
                  </a:rPr>
                  <a:t>ababab</a:t>
                </a:r>
                <a:r>
                  <a:rPr lang="en-US" sz="3200" dirty="0">
                    <a:solidFill>
                      <a:schemeClr val="tx2">
                        <a:lumMod val="25000"/>
                      </a:schemeClr>
                    </a:solidFill>
                  </a:rPr>
                  <a:t>}</a:t>
                </a:r>
                <a:endParaRPr lang="nl-NL" sz="3200" dirty="0">
                  <a:solidFill>
                    <a:schemeClr val="tx2">
                      <a:lumMod val="25000"/>
                    </a:schemeClr>
                  </a:solidFill>
                </a:endParaRPr>
              </a:p>
            </p:txBody>
          </p:sp>
        </mc:Choice>
        <mc:Fallback>
          <p:sp>
            <p:nvSpPr>
              <p:cNvPr id="3" name="Google Shape;1098;p62">
                <a:extLst>
                  <a:ext uri="{FF2B5EF4-FFF2-40B4-BE49-F238E27FC236}">
                    <a16:creationId xmlns:a16="http://schemas.microsoft.com/office/drawing/2014/main" id="{841D78E9-5C44-C2CC-F18E-93984F1F0DE7}"/>
                  </a:ext>
                </a:extLst>
              </p:cNvPr>
              <p:cNvSpPr txBox="1">
                <a:spLocks noRot="1" noChangeAspect="1" noMove="1" noResize="1" noEditPoints="1" noAdjustHandles="1" noChangeArrowheads="1" noChangeShapeType="1" noTextEdit="1"/>
              </p:cNvSpPr>
              <p:nvPr/>
            </p:nvSpPr>
            <p:spPr>
              <a:xfrm>
                <a:off x="505734" y="1313160"/>
                <a:ext cx="8160848" cy="4351566"/>
              </a:xfrm>
              <a:prstGeom prst="rect">
                <a:avLst/>
              </a:prstGeom>
              <a:blipFill>
                <a:blip r:embed="rId3"/>
                <a:stretch>
                  <a:fillRect l="-1942" t="-1120" r="-896"/>
                </a:stretch>
              </a:blipFill>
              <a:ln>
                <a:noFill/>
              </a:ln>
            </p:spPr>
            <p:txBody>
              <a:bodyPr/>
              <a:lstStyle/>
              <a:p>
                <a:r>
                  <a:rPr lang="en-US">
                    <a:noFill/>
                  </a:rPr>
                  <a:t> </a:t>
                </a:r>
              </a:p>
            </p:txBody>
          </p:sp>
        </mc:Fallback>
      </mc:AlternateContent>
    </p:spTree>
    <p:extLst>
      <p:ext uri="{BB962C8B-B14F-4D97-AF65-F5344CB8AC3E}">
        <p14:creationId xmlns:p14="http://schemas.microsoft.com/office/powerpoint/2010/main" val="3477144579"/>
      </p:ext>
    </p:extLst>
  </p:cSld>
  <p:clrMapOvr>
    <a:masterClrMapping/>
  </p:clrMapOvr>
  <p:transition spd="slow">
    <p:push dir="r"/>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351">
          <a:extLst>
            <a:ext uri="{FF2B5EF4-FFF2-40B4-BE49-F238E27FC236}">
              <a16:creationId xmlns:a16="http://schemas.microsoft.com/office/drawing/2014/main" id="{1C7EC64E-65C4-5227-7A15-67FD0CC3A498}"/>
            </a:ext>
          </a:extLst>
        </p:cNvPr>
        <p:cNvGrpSpPr/>
        <p:nvPr/>
      </p:nvGrpSpPr>
      <p:grpSpPr>
        <a:xfrm>
          <a:off x="0" y="0"/>
          <a:ext cx="0" cy="0"/>
          <a:chOff x="0" y="0"/>
          <a:chExt cx="0" cy="0"/>
        </a:xfrm>
      </p:grpSpPr>
      <p:sp>
        <p:nvSpPr>
          <p:cNvPr id="1366" name="Google Shape;1366;p65">
            <a:hlinkClick r:id="" action="ppaction://hlinkshowjump?jump=previousslide"/>
            <a:extLst>
              <a:ext uri="{FF2B5EF4-FFF2-40B4-BE49-F238E27FC236}">
                <a16:creationId xmlns:a16="http://schemas.microsoft.com/office/drawing/2014/main" id="{6F9D8B72-EA4C-50E0-9343-67220EC472DA}"/>
              </a:ext>
            </a:extLst>
          </p:cNvPr>
          <p:cNvSpPr/>
          <p:nvPr/>
        </p:nvSpPr>
        <p:spPr>
          <a:xfrm>
            <a:off x="139872"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65">
            <a:hlinkClick r:id="" action="ppaction://hlinkshowjump?jump=nextslide"/>
            <a:extLst>
              <a:ext uri="{FF2B5EF4-FFF2-40B4-BE49-F238E27FC236}">
                <a16:creationId xmlns:a16="http://schemas.microsoft.com/office/drawing/2014/main" id="{65AB79B7-6C86-8145-AFE1-D0A01486376C}"/>
              </a:ext>
            </a:extLst>
          </p:cNvPr>
          <p:cNvSpPr/>
          <p:nvPr/>
        </p:nvSpPr>
        <p:spPr>
          <a:xfrm flipH="1">
            <a:off x="8601644"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 name="Google Shape;1098;p62">
            <a:extLst>
              <a:ext uri="{FF2B5EF4-FFF2-40B4-BE49-F238E27FC236}">
                <a16:creationId xmlns:a16="http://schemas.microsoft.com/office/drawing/2014/main" id="{7A332647-4D08-A305-13C5-D60F84A288C1}"/>
              </a:ext>
            </a:extLst>
          </p:cNvPr>
          <p:cNvSpPr txBox="1">
            <a:spLocks/>
          </p:cNvSpPr>
          <p:nvPr/>
        </p:nvSpPr>
        <p:spPr>
          <a:xfrm>
            <a:off x="330009" y="385438"/>
            <a:ext cx="8483982" cy="84522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r>
              <a:rPr lang="en-US" sz="4400" dirty="0">
                <a:latin typeface="Aldrich" panose="020B0604020202020204" charset="0"/>
              </a:rPr>
              <a:t>Operations on languages</a:t>
            </a:r>
            <a:endParaRPr lang="nl-NL" sz="4400" dirty="0">
              <a:latin typeface="Aldrich" panose="020B0604020202020204" charset="0"/>
            </a:endParaRPr>
          </a:p>
        </p:txBody>
      </p:sp>
      <mc:AlternateContent xmlns:mc="http://schemas.openxmlformats.org/markup-compatibility/2006" xmlns:a14="http://schemas.microsoft.com/office/drawing/2010/main">
        <mc:Choice Requires="a14">
          <p:sp>
            <p:nvSpPr>
              <p:cNvPr id="3" name="Google Shape;1098;p62">
                <a:extLst>
                  <a:ext uri="{FF2B5EF4-FFF2-40B4-BE49-F238E27FC236}">
                    <a16:creationId xmlns:a16="http://schemas.microsoft.com/office/drawing/2014/main" id="{AD50C2A2-5F82-674D-7EAB-B57DA5C5BB5C}"/>
                  </a:ext>
                </a:extLst>
              </p:cNvPr>
              <p:cNvSpPr txBox="1">
                <a:spLocks/>
              </p:cNvSpPr>
              <p:nvPr/>
            </p:nvSpPr>
            <p:spPr>
              <a:xfrm>
                <a:off x="505734" y="1313162"/>
                <a:ext cx="8160848" cy="3293215"/>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5"/>
                  </a:buClr>
                  <a:buSzPts val="1800"/>
                  <a:buFont typeface="Didact Gothic"/>
                  <a:buNone/>
                  <a:defRPr sz="1800" b="0" i="0" u="none" strike="noStrike" cap="none">
                    <a:solidFill>
                      <a:schemeClr val="accent5"/>
                    </a:solidFill>
                    <a:latin typeface="Didact Gothic"/>
                    <a:ea typeface="Didact Gothic"/>
                    <a:cs typeface="Didact Gothic"/>
                    <a:sym typeface="Didact Gothic"/>
                  </a:defRPr>
                </a:lvl1pPr>
                <a:lvl2pPr marL="914400" marR="0" lvl="1" indent="-317500" algn="ctr" rtl="0">
                  <a:lnSpc>
                    <a:spcPct val="100000"/>
                  </a:lnSpc>
                  <a:spcBef>
                    <a:spcPts val="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2pPr>
                <a:lvl3pPr marL="1371600" marR="0" lvl="2"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3pPr>
                <a:lvl4pPr marL="1828800" marR="0" lvl="3"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4pPr>
                <a:lvl5pPr marL="2286000" marR="0" lvl="4"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5pPr>
                <a:lvl6pPr marL="2743200" marR="0" lvl="5"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6pPr>
                <a:lvl7pPr marL="3200400" marR="0" lvl="6"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7pPr>
                <a:lvl8pPr marL="3657600" marR="0" lvl="7" indent="-317500" algn="ctr" rtl="0">
                  <a:lnSpc>
                    <a:spcPct val="100000"/>
                  </a:lnSpc>
                  <a:spcBef>
                    <a:spcPts val="1600"/>
                  </a:spcBef>
                  <a:spcAft>
                    <a:spcPts val="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8pPr>
                <a:lvl9pPr marL="4114800" marR="0" lvl="8" indent="-317500" algn="ctr" rtl="0">
                  <a:lnSpc>
                    <a:spcPct val="100000"/>
                  </a:lnSpc>
                  <a:spcBef>
                    <a:spcPts val="1600"/>
                  </a:spcBef>
                  <a:spcAft>
                    <a:spcPts val="1600"/>
                  </a:spcAft>
                  <a:buClr>
                    <a:schemeClr val="accent5"/>
                  </a:buClr>
                  <a:buSzPts val="1400"/>
                  <a:buFont typeface="Didact Gothic"/>
                  <a:buNone/>
                  <a:defRPr sz="1400" b="0" i="0" u="none" strike="noStrike" cap="none">
                    <a:solidFill>
                      <a:schemeClr val="accent5"/>
                    </a:solidFill>
                    <a:latin typeface="Didact Gothic"/>
                    <a:ea typeface="Didact Gothic"/>
                    <a:cs typeface="Didact Gothic"/>
                    <a:sym typeface="Didact Gothic"/>
                  </a:defRPr>
                </a:lvl9pPr>
              </a:lstStyle>
              <a:p>
                <a:pPr marL="0" indent="0">
                  <a:buSzPct val="100000"/>
                </a:pPr>
                <a:r>
                  <a:rPr lang="en-US" sz="3600" dirty="0"/>
                  <a:t>Kleene Closure </a:t>
                </a:r>
                <a:endParaRPr lang="en-US" sz="3200" dirty="0">
                  <a:solidFill>
                    <a:schemeClr val="accent6">
                      <a:lumMod val="25000"/>
                    </a:schemeClr>
                  </a:solidFill>
                </a:endParaRPr>
              </a:p>
              <a:p>
                <a:pPr marL="0" indent="0">
                  <a:buSzPct val="100000"/>
                </a:pPr>
                <a:r>
                  <a:rPr lang="en-US" sz="3200" dirty="0">
                    <a:solidFill>
                      <a:schemeClr val="accent6">
                        <a:lumMod val="25000"/>
                      </a:schemeClr>
                    </a:solidFill>
                  </a:rPr>
                  <a:t>L* = </a:t>
                </a:r>
                <a14:m>
                  <m:oMath xmlns:m="http://schemas.openxmlformats.org/officeDocument/2006/math">
                    <m:nary>
                      <m:naryPr>
                        <m:chr m:val="⋃"/>
                        <m:ctrlPr>
                          <a:rPr lang="en-US" sz="3200" i="1" smtClean="0">
                            <a:solidFill>
                              <a:schemeClr val="accent6">
                                <a:lumMod val="25000"/>
                              </a:schemeClr>
                            </a:solidFill>
                            <a:latin typeface="Cambria Math" panose="02040503050406030204" pitchFamily="18" charset="0"/>
                          </a:rPr>
                        </m:ctrlPr>
                      </m:naryPr>
                      <m:sub>
                        <m:r>
                          <m:rPr>
                            <m:brk m:alnAt="23"/>
                          </m:rPr>
                          <a:rPr lang="en-US" sz="3200" b="0" i="1" smtClean="0">
                            <a:solidFill>
                              <a:schemeClr val="accent6">
                                <a:lumMod val="25000"/>
                              </a:schemeClr>
                            </a:solidFill>
                            <a:latin typeface="Cambria Math" panose="02040503050406030204" pitchFamily="18" charset="0"/>
                          </a:rPr>
                          <m:t>𝑖</m:t>
                        </m:r>
                        <m:r>
                          <a:rPr lang="en-US" sz="3200" b="0" i="1" smtClean="0">
                            <a:solidFill>
                              <a:schemeClr val="accent6">
                                <a:lumMod val="25000"/>
                              </a:schemeClr>
                            </a:solidFill>
                            <a:latin typeface="Cambria Math" panose="02040503050406030204" pitchFamily="18" charset="0"/>
                          </a:rPr>
                          <m:t>=0</m:t>
                        </m:r>
                      </m:sub>
                      <m:sup>
                        <m:r>
                          <a:rPr lang="en-US" sz="3200" i="1" smtClean="0">
                            <a:solidFill>
                              <a:schemeClr val="accent6">
                                <a:lumMod val="25000"/>
                              </a:schemeClr>
                            </a:solidFill>
                            <a:latin typeface="Cambria Math" panose="02040503050406030204" pitchFamily="18" charset="0"/>
                            <a:ea typeface="Cambria Math" panose="02040503050406030204" pitchFamily="18" charset="0"/>
                          </a:rPr>
                          <m:t>∞</m:t>
                        </m:r>
                      </m:sup>
                      <m:e>
                        <m:sSup>
                          <m:sSupPr>
                            <m:ctrlPr>
                              <a:rPr lang="en-US" sz="3200" i="1" smtClean="0">
                                <a:solidFill>
                                  <a:schemeClr val="accent6">
                                    <a:lumMod val="25000"/>
                                  </a:schemeClr>
                                </a:solidFill>
                                <a:latin typeface="Cambria Math" panose="02040503050406030204" pitchFamily="18" charset="0"/>
                              </a:rPr>
                            </m:ctrlPr>
                          </m:sSupPr>
                          <m:e>
                            <m:r>
                              <a:rPr lang="en-US" sz="3200" b="0" i="1" smtClean="0">
                                <a:solidFill>
                                  <a:schemeClr val="accent6">
                                    <a:lumMod val="25000"/>
                                  </a:schemeClr>
                                </a:solidFill>
                                <a:latin typeface="Cambria Math" panose="02040503050406030204" pitchFamily="18" charset="0"/>
                              </a:rPr>
                              <m:t>𝐿</m:t>
                            </m:r>
                          </m:e>
                          <m:sup>
                            <m:r>
                              <a:rPr lang="en-US" sz="3200" b="0" i="1" smtClean="0">
                                <a:solidFill>
                                  <a:schemeClr val="accent6">
                                    <a:lumMod val="25000"/>
                                  </a:schemeClr>
                                </a:solidFill>
                                <a:latin typeface="Cambria Math" panose="02040503050406030204" pitchFamily="18" charset="0"/>
                              </a:rPr>
                              <m:t>𝑖</m:t>
                            </m:r>
                          </m:sup>
                        </m:sSup>
                      </m:e>
                    </m:nary>
                  </m:oMath>
                </a14:m>
                <a:endParaRPr lang="en-US" sz="3200" dirty="0">
                  <a:solidFill>
                    <a:schemeClr val="accent6">
                      <a:lumMod val="25000"/>
                    </a:schemeClr>
                  </a:solidFill>
                </a:endParaRPr>
              </a:p>
              <a:p>
                <a:pPr marL="0" indent="0">
                  <a:buSzPct val="100000"/>
                </a:pPr>
                <a:endParaRPr lang="en-US" sz="3200" dirty="0">
                  <a:solidFill>
                    <a:schemeClr val="accent6">
                      <a:lumMod val="25000"/>
                    </a:schemeClr>
                  </a:solidFill>
                </a:endParaRPr>
              </a:p>
              <a:p>
                <a:pPr marL="0" indent="0" algn="l">
                  <a:buSzPct val="100000"/>
                </a:pPr>
                <a:r>
                  <a:rPr lang="en-US" sz="3200" dirty="0" err="1">
                    <a:solidFill>
                      <a:schemeClr val="accent6">
                        <a:lumMod val="25000"/>
                      </a:schemeClr>
                    </a:solidFill>
                  </a:rPr>
                  <a:t>Bvb</a:t>
                </a:r>
                <a:r>
                  <a:rPr lang="en-US" sz="3200" dirty="0">
                    <a:solidFill>
                      <a:schemeClr val="accent6">
                        <a:lumMod val="25000"/>
                      </a:schemeClr>
                    </a:solidFill>
                  </a:rPr>
                  <a:t>.</a:t>
                </a:r>
              </a:p>
              <a:p>
                <a:pPr marL="0" indent="0" algn="l">
                  <a:buSzPct val="100000"/>
                </a:pPr>
                <a:r>
                  <a:rPr lang="en-US" sz="3200" dirty="0"/>
                  <a:t>Als    </a:t>
                </a:r>
                <a:r>
                  <a:rPr lang="nl-NL" sz="3200" dirty="0">
                    <a:solidFill>
                      <a:schemeClr val="tx2">
                        <a:lumMod val="25000"/>
                      </a:schemeClr>
                    </a:solidFill>
                  </a:rPr>
                  <a:t>L = { </a:t>
                </a:r>
                <a:r>
                  <a:rPr lang="nl-NL" sz="3200" dirty="0" err="1">
                    <a:solidFill>
                      <a:schemeClr val="tx2">
                        <a:lumMod val="25000"/>
                      </a:schemeClr>
                    </a:solidFill>
                  </a:rPr>
                  <a:t>ab</a:t>
                </a:r>
                <a:r>
                  <a:rPr lang="nl-NL" sz="3200" dirty="0">
                    <a:solidFill>
                      <a:schemeClr val="tx2">
                        <a:lumMod val="25000"/>
                      </a:schemeClr>
                    </a:solidFill>
                  </a:rPr>
                  <a:t> }</a:t>
                </a:r>
              </a:p>
              <a:p>
                <a:pPr marL="0" indent="0" algn="l">
                  <a:buSzPct val="100000"/>
                </a:pPr>
                <a:r>
                  <a:rPr lang="en-US" sz="3200" dirty="0"/>
                  <a:t>Dan  </a:t>
                </a:r>
                <a14:m>
                  <m:oMath xmlns:m="http://schemas.openxmlformats.org/officeDocument/2006/math">
                    <m:sSup>
                      <m:sSupPr>
                        <m:ctrlPr>
                          <a:rPr lang="pl-PL" sz="3200" i="1">
                            <a:latin typeface="Cambria Math" panose="02040503050406030204" pitchFamily="18" charset="0"/>
                          </a:rPr>
                        </m:ctrlPr>
                      </m:sSupPr>
                      <m:e>
                        <m:r>
                          <m:rPr>
                            <m:sty m:val="p"/>
                          </m:rPr>
                          <a:rPr lang="en-US" sz="3200">
                            <a:latin typeface="Cambria Math" panose="02040503050406030204" pitchFamily="18" charset="0"/>
                          </a:rPr>
                          <m:t>L</m:t>
                        </m:r>
                      </m:e>
                      <m:sup>
                        <m:r>
                          <a:rPr lang="en-US" sz="3200" b="0" i="0" smtClean="0">
                            <a:latin typeface="Cambria Math" panose="02040503050406030204" pitchFamily="18" charset="0"/>
                          </a:rPr>
                          <m:t>∗</m:t>
                        </m:r>
                      </m:sup>
                    </m:sSup>
                  </m:oMath>
                </a14:m>
                <a:r>
                  <a:rPr lang="en-US" sz="3200" dirty="0">
                    <a:solidFill>
                      <a:schemeClr val="tx2">
                        <a:lumMod val="25000"/>
                      </a:schemeClr>
                    </a:solidFill>
                  </a:rPr>
                  <a:t>= { </a:t>
                </a:r>
                <a:r>
                  <a:rPr lang="el-GR" sz="3200" dirty="0">
                    <a:solidFill>
                      <a:schemeClr val="tx2">
                        <a:lumMod val="25000"/>
                      </a:schemeClr>
                    </a:solidFill>
                  </a:rPr>
                  <a:t>ϵ</a:t>
                </a:r>
                <a:r>
                  <a:rPr lang="en-US" sz="3200" dirty="0">
                    <a:solidFill>
                      <a:schemeClr val="tx2">
                        <a:lumMod val="25000"/>
                      </a:schemeClr>
                    </a:solidFill>
                  </a:rPr>
                  <a:t>, ab, </a:t>
                </a:r>
                <a:r>
                  <a:rPr lang="en-US" sz="3200" dirty="0" err="1">
                    <a:solidFill>
                      <a:schemeClr val="tx2">
                        <a:lumMod val="25000"/>
                      </a:schemeClr>
                    </a:solidFill>
                  </a:rPr>
                  <a:t>abab</a:t>
                </a:r>
                <a:r>
                  <a:rPr lang="en-US" sz="3200" dirty="0">
                    <a:solidFill>
                      <a:schemeClr val="tx2">
                        <a:lumMod val="25000"/>
                      </a:schemeClr>
                    </a:solidFill>
                  </a:rPr>
                  <a:t>, </a:t>
                </a:r>
                <a:r>
                  <a:rPr lang="en-US" sz="3200" dirty="0" err="1">
                    <a:solidFill>
                      <a:schemeClr val="tx2">
                        <a:lumMod val="25000"/>
                      </a:schemeClr>
                    </a:solidFill>
                  </a:rPr>
                  <a:t>ababab</a:t>
                </a:r>
                <a:r>
                  <a:rPr lang="en-US" sz="3200" dirty="0">
                    <a:solidFill>
                      <a:schemeClr val="tx2">
                        <a:lumMod val="25000"/>
                      </a:schemeClr>
                    </a:solidFill>
                  </a:rPr>
                  <a:t>, </a:t>
                </a:r>
                <a:r>
                  <a:rPr lang="en-US" sz="3200" dirty="0" err="1">
                    <a:solidFill>
                      <a:schemeClr val="tx2">
                        <a:lumMod val="25000"/>
                      </a:schemeClr>
                    </a:solidFill>
                  </a:rPr>
                  <a:t>abababab</a:t>
                </a:r>
                <a:r>
                  <a:rPr lang="en-US" sz="3200" dirty="0">
                    <a:solidFill>
                      <a:schemeClr val="tx2">
                        <a:lumMod val="25000"/>
                      </a:schemeClr>
                    </a:solidFill>
                  </a:rPr>
                  <a:t>, … }</a:t>
                </a:r>
                <a:endParaRPr lang="nl-NL" sz="3200" dirty="0">
                  <a:solidFill>
                    <a:schemeClr val="tx2">
                      <a:lumMod val="25000"/>
                    </a:schemeClr>
                  </a:solidFill>
                </a:endParaRPr>
              </a:p>
            </p:txBody>
          </p:sp>
        </mc:Choice>
        <mc:Fallback xmlns="">
          <p:sp>
            <p:nvSpPr>
              <p:cNvPr id="3" name="Google Shape;1098;p62">
                <a:extLst>
                  <a:ext uri="{FF2B5EF4-FFF2-40B4-BE49-F238E27FC236}">
                    <a16:creationId xmlns:a16="http://schemas.microsoft.com/office/drawing/2014/main" id="{AD50C2A2-5F82-674D-7EAB-B57DA5C5BB5C}"/>
                  </a:ext>
                </a:extLst>
              </p:cNvPr>
              <p:cNvSpPr txBox="1">
                <a:spLocks noRot="1" noChangeAspect="1" noMove="1" noResize="1" noEditPoints="1" noAdjustHandles="1" noChangeArrowheads="1" noChangeShapeType="1" noTextEdit="1"/>
              </p:cNvSpPr>
              <p:nvPr/>
            </p:nvSpPr>
            <p:spPr>
              <a:xfrm>
                <a:off x="505734" y="1313162"/>
                <a:ext cx="8160848" cy="3293215"/>
              </a:xfrm>
              <a:prstGeom prst="rect">
                <a:avLst/>
              </a:prstGeom>
              <a:blipFill>
                <a:blip r:embed="rId3"/>
                <a:stretch>
                  <a:fillRect l="-1942" t="-1479" b="-1848"/>
                </a:stretch>
              </a:blipFill>
              <a:ln>
                <a:noFill/>
              </a:ln>
            </p:spPr>
            <p:txBody>
              <a:bodyPr/>
              <a:lstStyle/>
              <a:p>
                <a:r>
                  <a:rPr lang="nl-NL">
                    <a:noFill/>
                  </a:rPr>
                  <a:t> </a:t>
                </a:r>
              </a:p>
            </p:txBody>
          </p:sp>
        </mc:Fallback>
      </mc:AlternateContent>
    </p:spTree>
    <p:extLst>
      <p:ext uri="{BB962C8B-B14F-4D97-AF65-F5344CB8AC3E}">
        <p14:creationId xmlns:p14="http://schemas.microsoft.com/office/powerpoint/2010/main" val="1181596933"/>
      </p:ext>
    </p:extLst>
  </p:cSld>
  <p:clrMapOvr>
    <a:masterClrMapping/>
  </p:clrMapOvr>
  <p:transition spd="slow">
    <p:push dir="r"/>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044"/>
        <p:cNvGrpSpPr/>
        <p:nvPr/>
      </p:nvGrpSpPr>
      <p:grpSpPr>
        <a:xfrm>
          <a:off x="0" y="0"/>
          <a:ext cx="0" cy="0"/>
          <a:chOff x="0" y="0"/>
          <a:chExt cx="0" cy="0"/>
        </a:xfrm>
      </p:grpSpPr>
      <p:sp>
        <p:nvSpPr>
          <p:cNvPr id="1045" name="Google Shape;1045;p60"/>
          <p:cNvSpPr txBox="1">
            <a:spLocks noGrp="1"/>
          </p:cNvSpPr>
          <p:nvPr>
            <p:ph type="title" idx="6"/>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TABLE OF CONTENTS</a:t>
            </a:r>
            <a:endParaRPr/>
          </a:p>
        </p:txBody>
      </p:sp>
      <p:sp>
        <p:nvSpPr>
          <p:cNvPr id="1046" name="Google Shape;1046;p60"/>
          <p:cNvSpPr txBox="1">
            <a:spLocks noGrp="1"/>
          </p:cNvSpPr>
          <p:nvPr>
            <p:ph type="subTitle" idx="1"/>
          </p:nvPr>
        </p:nvSpPr>
        <p:spPr>
          <a:xfrm>
            <a:off x="1454213" y="2117745"/>
            <a:ext cx="23676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describe the topic of the section here</a:t>
            </a:r>
            <a:endParaRPr/>
          </a:p>
        </p:txBody>
      </p:sp>
      <p:sp>
        <p:nvSpPr>
          <p:cNvPr id="1047" name="Google Shape;1047;p60"/>
          <p:cNvSpPr txBox="1">
            <a:spLocks noGrp="1"/>
          </p:cNvSpPr>
          <p:nvPr>
            <p:ph type="subTitle" idx="7"/>
          </p:nvPr>
        </p:nvSpPr>
        <p:spPr>
          <a:xfrm>
            <a:off x="1454213" y="3738095"/>
            <a:ext cx="23676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describe the topic of the section here</a:t>
            </a:r>
            <a:endParaRPr/>
          </a:p>
        </p:txBody>
      </p:sp>
      <p:sp>
        <p:nvSpPr>
          <p:cNvPr id="1048" name="Google Shape;1048;p60"/>
          <p:cNvSpPr txBox="1">
            <a:spLocks noGrp="1"/>
          </p:cNvSpPr>
          <p:nvPr>
            <p:ph type="subTitle" idx="2"/>
          </p:nvPr>
        </p:nvSpPr>
        <p:spPr>
          <a:xfrm>
            <a:off x="5322225" y="2127834"/>
            <a:ext cx="23676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describe the topic of the section here</a:t>
            </a:r>
            <a:endParaRPr/>
          </a:p>
        </p:txBody>
      </p:sp>
      <p:sp>
        <p:nvSpPr>
          <p:cNvPr id="1049" name="Google Shape;1049;p60">
            <a:hlinkClick r:id="rId3" action="ppaction://hlinksldjump"/>
          </p:cNvPr>
          <p:cNvSpPr txBox="1">
            <a:spLocks noGrp="1"/>
          </p:cNvSpPr>
          <p:nvPr>
            <p:ph type="title"/>
          </p:nvPr>
        </p:nvSpPr>
        <p:spPr>
          <a:xfrm>
            <a:off x="2270363" y="1392503"/>
            <a:ext cx="735300" cy="387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1050" name="Google Shape;1050;p60">
            <a:hlinkClick r:id="rId4" action="ppaction://hlinksldjump"/>
          </p:cNvPr>
          <p:cNvSpPr txBox="1">
            <a:spLocks noGrp="1"/>
          </p:cNvSpPr>
          <p:nvPr>
            <p:ph type="title" idx="9"/>
          </p:nvPr>
        </p:nvSpPr>
        <p:spPr>
          <a:xfrm>
            <a:off x="2270363" y="3012853"/>
            <a:ext cx="735300" cy="387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1051" name="Google Shape;1051;p60">
            <a:hlinkClick r:id="rId5" action="ppaction://hlinksldjump"/>
          </p:cNvPr>
          <p:cNvSpPr txBox="1">
            <a:spLocks noGrp="1"/>
          </p:cNvSpPr>
          <p:nvPr>
            <p:ph type="title" idx="3"/>
          </p:nvPr>
        </p:nvSpPr>
        <p:spPr>
          <a:xfrm>
            <a:off x="6130262" y="1393328"/>
            <a:ext cx="735300" cy="387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1052" name="Google Shape;1052;p60"/>
          <p:cNvSpPr txBox="1">
            <a:spLocks noGrp="1"/>
          </p:cNvSpPr>
          <p:nvPr>
            <p:ph type="subTitle" idx="4"/>
          </p:nvPr>
        </p:nvSpPr>
        <p:spPr>
          <a:xfrm>
            <a:off x="1009425" y="1809973"/>
            <a:ext cx="3257100" cy="388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OVERVIEW</a:t>
            </a:r>
            <a:endParaRPr/>
          </a:p>
        </p:txBody>
      </p:sp>
      <p:sp>
        <p:nvSpPr>
          <p:cNvPr id="1053" name="Google Shape;1053;p60"/>
          <p:cNvSpPr txBox="1">
            <a:spLocks noGrp="1"/>
          </p:cNvSpPr>
          <p:nvPr>
            <p:ph type="subTitle" idx="5"/>
          </p:nvPr>
        </p:nvSpPr>
        <p:spPr>
          <a:xfrm>
            <a:off x="4877475" y="1820073"/>
            <a:ext cx="3257100" cy="388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FEATURES OF THE TOPIC</a:t>
            </a:r>
            <a:endParaRPr/>
          </a:p>
        </p:txBody>
      </p:sp>
      <p:sp>
        <p:nvSpPr>
          <p:cNvPr id="1054" name="Google Shape;1054;p60"/>
          <p:cNvSpPr txBox="1">
            <a:spLocks noGrp="1"/>
          </p:cNvSpPr>
          <p:nvPr>
            <p:ph type="subTitle" idx="14"/>
          </p:nvPr>
        </p:nvSpPr>
        <p:spPr>
          <a:xfrm>
            <a:off x="1009425" y="3430323"/>
            <a:ext cx="3257100" cy="388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ASSIGNMENT</a:t>
            </a:r>
            <a:endParaRPr/>
          </a:p>
        </p:txBody>
      </p:sp>
      <p:sp>
        <p:nvSpPr>
          <p:cNvPr id="1055" name="Google Shape;1055;p60"/>
          <p:cNvSpPr txBox="1">
            <a:spLocks noGrp="1"/>
          </p:cNvSpPr>
          <p:nvPr>
            <p:ph type="subTitle" idx="8"/>
          </p:nvPr>
        </p:nvSpPr>
        <p:spPr>
          <a:xfrm>
            <a:off x="5322225" y="3748184"/>
            <a:ext cx="23676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describe the topic of the section here</a:t>
            </a:r>
            <a:endParaRPr/>
          </a:p>
        </p:txBody>
      </p:sp>
      <p:sp>
        <p:nvSpPr>
          <p:cNvPr id="1056" name="Google Shape;1056;p60">
            <a:hlinkClick r:id="rId6" action="ppaction://hlinksldjump"/>
          </p:cNvPr>
          <p:cNvSpPr txBox="1">
            <a:spLocks noGrp="1"/>
          </p:cNvSpPr>
          <p:nvPr>
            <p:ph type="title" idx="13"/>
          </p:nvPr>
        </p:nvSpPr>
        <p:spPr>
          <a:xfrm>
            <a:off x="6130262" y="3013678"/>
            <a:ext cx="735300" cy="387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1057" name="Google Shape;1057;p60"/>
          <p:cNvSpPr txBox="1">
            <a:spLocks noGrp="1"/>
          </p:cNvSpPr>
          <p:nvPr>
            <p:ph type="subTitle" idx="15"/>
          </p:nvPr>
        </p:nvSpPr>
        <p:spPr>
          <a:xfrm>
            <a:off x="4877475" y="3440423"/>
            <a:ext cx="3257100" cy="388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ABOUT THE TOPIC</a:t>
            </a:r>
            <a:endParaRPr/>
          </a:p>
        </p:txBody>
      </p:sp>
      <p:sp>
        <p:nvSpPr>
          <p:cNvPr id="1058" name="Google Shape;1058;p60">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60">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1115">
          <a:extLst>
            <a:ext uri="{FF2B5EF4-FFF2-40B4-BE49-F238E27FC236}">
              <a16:creationId xmlns:a16="http://schemas.microsoft.com/office/drawing/2014/main" id="{710442F1-D657-503F-2BFC-A58C0003A4D9}"/>
            </a:ext>
          </a:extLst>
        </p:cNvPr>
        <p:cNvGrpSpPr/>
        <p:nvPr/>
      </p:nvGrpSpPr>
      <p:grpSpPr>
        <a:xfrm>
          <a:off x="0" y="0"/>
          <a:ext cx="0" cy="0"/>
          <a:chOff x="0" y="0"/>
          <a:chExt cx="0" cy="0"/>
        </a:xfrm>
      </p:grpSpPr>
      <p:sp>
        <p:nvSpPr>
          <p:cNvPr id="1116" name="Google Shape;1116;p63">
            <a:extLst>
              <a:ext uri="{FF2B5EF4-FFF2-40B4-BE49-F238E27FC236}">
                <a16:creationId xmlns:a16="http://schemas.microsoft.com/office/drawing/2014/main" id="{D915B866-6AAD-0DB1-CFC6-14DA3250AE52}"/>
              </a:ext>
            </a:extLst>
          </p:cNvPr>
          <p:cNvSpPr txBox="1">
            <a:spLocks noGrp="1"/>
          </p:cNvSpPr>
          <p:nvPr>
            <p:ph type="ctrTitle"/>
          </p:nvPr>
        </p:nvSpPr>
        <p:spPr>
          <a:xfrm>
            <a:off x="4969070" y="1686150"/>
            <a:ext cx="3441000" cy="426900"/>
          </a:xfrm>
          <a:prstGeom prst="rect">
            <a:avLst/>
          </a:prstGeom>
        </p:spPr>
        <p:txBody>
          <a:bodyPr spcFirstLastPara="1" wrap="square" lIns="0" tIns="0" rIns="0" bIns="0" anchor="b" anchorCtr="0">
            <a:noAutofit/>
          </a:bodyPr>
          <a:lstStyle/>
          <a:p>
            <a:pPr marL="0" lvl="0" indent="0" algn="l" rtl="0">
              <a:spcBef>
                <a:spcPts val="0"/>
              </a:spcBef>
              <a:spcAft>
                <a:spcPts val="0"/>
              </a:spcAft>
              <a:buNone/>
            </a:pPr>
            <a:r>
              <a:rPr lang="en"/>
              <a:t>INTRODUCTION</a:t>
            </a:r>
            <a:endParaRPr/>
          </a:p>
        </p:txBody>
      </p:sp>
      <p:grpSp>
        <p:nvGrpSpPr>
          <p:cNvPr id="1117" name="Google Shape;1117;p63">
            <a:extLst>
              <a:ext uri="{FF2B5EF4-FFF2-40B4-BE49-F238E27FC236}">
                <a16:creationId xmlns:a16="http://schemas.microsoft.com/office/drawing/2014/main" id="{8A98CC34-F10E-D8DF-9828-29EF3D1F1751}"/>
              </a:ext>
            </a:extLst>
          </p:cNvPr>
          <p:cNvGrpSpPr/>
          <p:nvPr/>
        </p:nvGrpSpPr>
        <p:grpSpPr>
          <a:xfrm>
            <a:off x="871286" y="1178546"/>
            <a:ext cx="3487507" cy="2665645"/>
            <a:chOff x="871286" y="1178546"/>
            <a:chExt cx="3487507" cy="2665645"/>
          </a:xfrm>
        </p:grpSpPr>
        <p:sp>
          <p:nvSpPr>
            <p:cNvPr id="1118" name="Google Shape;1118;p63">
              <a:extLst>
                <a:ext uri="{FF2B5EF4-FFF2-40B4-BE49-F238E27FC236}">
                  <a16:creationId xmlns:a16="http://schemas.microsoft.com/office/drawing/2014/main" id="{A7956346-4A57-745F-28CE-F80A4B0D7ACD}"/>
                </a:ext>
              </a:extLst>
            </p:cNvPr>
            <p:cNvSpPr/>
            <p:nvPr/>
          </p:nvSpPr>
          <p:spPr>
            <a:xfrm>
              <a:off x="3724729" y="1676469"/>
              <a:ext cx="250882" cy="217694"/>
            </a:xfrm>
            <a:custGeom>
              <a:avLst/>
              <a:gdLst/>
              <a:ahLst/>
              <a:cxnLst/>
              <a:rect l="l" t="t" r="r" b="b"/>
              <a:pathLst>
                <a:path w="13259" h="11505" extrusionOk="0">
                  <a:moveTo>
                    <a:pt x="6567" y="1"/>
                  </a:moveTo>
                  <a:lnTo>
                    <a:pt x="1" y="11505"/>
                  </a:lnTo>
                  <a:lnTo>
                    <a:pt x="13259" y="11505"/>
                  </a:lnTo>
                  <a:lnTo>
                    <a:pt x="656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63">
              <a:extLst>
                <a:ext uri="{FF2B5EF4-FFF2-40B4-BE49-F238E27FC236}">
                  <a16:creationId xmlns:a16="http://schemas.microsoft.com/office/drawing/2014/main" id="{FCE80735-0E85-309A-D028-FDA9BA79CC5F}"/>
                </a:ext>
              </a:extLst>
            </p:cNvPr>
            <p:cNvSpPr/>
            <p:nvPr/>
          </p:nvSpPr>
          <p:spPr>
            <a:xfrm>
              <a:off x="1017834" y="2858259"/>
              <a:ext cx="100550" cy="102934"/>
            </a:xfrm>
            <a:custGeom>
              <a:avLst/>
              <a:gdLst/>
              <a:ahLst/>
              <a:cxnLst/>
              <a:rect l="l" t="t" r="r" b="b"/>
              <a:pathLst>
                <a:path w="5314" h="5440" extrusionOk="0">
                  <a:moveTo>
                    <a:pt x="2707" y="0"/>
                  </a:moveTo>
                  <a:cubicBezTo>
                    <a:pt x="1253" y="0"/>
                    <a:pt x="0" y="1254"/>
                    <a:pt x="0" y="2707"/>
                  </a:cubicBezTo>
                  <a:cubicBezTo>
                    <a:pt x="0" y="4186"/>
                    <a:pt x="1253" y="5439"/>
                    <a:pt x="2707" y="5439"/>
                  </a:cubicBezTo>
                  <a:cubicBezTo>
                    <a:pt x="4161" y="5439"/>
                    <a:pt x="5314" y="4186"/>
                    <a:pt x="5314" y="2707"/>
                  </a:cubicBezTo>
                  <a:cubicBezTo>
                    <a:pt x="5314" y="1254"/>
                    <a:pt x="4161" y="0"/>
                    <a:pt x="27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63">
              <a:extLst>
                <a:ext uri="{FF2B5EF4-FFF2-40B4-BE49-F238E27FC236}">
                  <a16:creationId xmlns:a16="http://schemas.microsoft.com/office/drawing/2014/main" id="{20EABF9F-9C06-E7DF-F060-CA00A8A88A51}"/>
                </a:ext>
              </a:extLst>
            </p:cNvPr>
            <p:cNvSpPr/>
            <p:nvPr/>
          </p:nvSpPr>
          <p:spPr>
            <a:xfrm>
              <a:off x="871286" y="2075773"/>
              <a:ext cx="215328" cy="853632"/>
            </a:xfrm>
            <a:custGeom>
              <a:avLst/>
              <a:gdLst/>
              <a:ahLst/>
              <a:cxnLst/>
              <a:rect l="l" t="t" r="r" b="b"/>
              <a:pathLst>
                <a:path w="11380" h="45114" extrusionOk="0">
                  <a:moveTo>
                    <a:pt x="6066" y="1"/>
                  </a:moveTo>
                  <a:cubicBezTo>
                    <a:pt x="2206" y="5640"/>
                    <a:pt x="1" y="12332"/>
                    <a:pt x="1" y="19625"/>
                  </a:cubicBezTo>
                  <a:cubicBezTo>
                    <a:pt x="1" y="29650"/>
                    <a:pt x="4287" y="38748"/>
                    <a:pt x="11079" y="45114"/>
                  </a:cubicBezTo>
                  <a:lnTo>
                    <a:pt x="11379" y="44813"/>
                  </a:lnTo>
                  <a:cubicBezTo>
                    <a:pt x="4612" y="38547"/>
                    <a:pt x="427" y="29550"/>
                    <a:pt x="427" y="19625"/>
                  </a:cubicBezTo>
                  <a:cubicBezTo>
                    <a:pt x="427" y="12432"/>
                    <a:pt x="2607" y="5740"/>
                    <a:pt x="6367" y="201"/>
                  </a:cubicBezTo>
                  <a:lnTo>
                    <a:pt x="6066"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63">
              <a:extLst>
                <a:ext uri="{FF2B5EF4-FFF2-40B4-BE49-F238E27FC236}">
                  <a16:creationId xmlns:a16="http://schemas.microsoft.com/office/drawing/2014/main" id="{7E925366-841F-2D0D-80BC-7A4193FEAAEB}"/>
                </a:ext>
              </a:extLst>
            </p:cNvPr>
            <p:cNvSpPr/>
            <p:nvPr/>
          </p:nvSpPr>
          <p:spPr>
            <a:xfrm>
              <a:off x="3817672" y="1437470"/>
              <a:ext cx="541122" cy="112820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63">
              <a:extLst>
                <a:ext uri="{FF2B5EF4-FFF2-40B4-BE49-F238E27FC236}">
                  <a16:creationId xmlns:a16="http://schemas.microsoft.com/office/drawing/2014/main" id="{79112916-197A-597F-4FD0-766519754CDB}"/>
                </a:ext>
              </a:extLst>
            </p:cNvPr>
            <p:cNvSpPr/>
            <p:nvPr/>
          </p:nvSpPr>
          <p:spPr>
            <a:xfrm>
              <a:off x="3789706" y="1403789"/>
              <a:ext cx="81098" cy="79225"/>
            </a:xfrm>
            <a:custGeom>
              <a:avLst/>
              <a:gdLst/>
              <a:ahLst/>
              <a:cxnLst/>
              <a:rect l="l" t="t" r="r" b="b"/>
              <a:pathLst>
                <a:path w="4286" h="4187" extrusionOk="0">
                  <a:moveTo>
                    <a:pt x="2206" y="1"/>
                  </a:moveTo>
                  <a:cubicBezTo>
                    <a:pt x="1053" y="1"/>
                    <a:pt x="0" y="953"/>
                    <a:pt x="126" y="2106"/>
                  </a:cubicBezTo>
                  <a:cubicBezTo>
                    <a:pt x="126" y="3259"/>
                    <a:pt x="1053" y="4186"/>
                    <a:pt x="2206" y="4186"/>
                  </a:cubicBezTo>
                  <a:cubicBezTo>
                    <a:pt x="3258" y="4186"/>
                    <a:pt x="4286" y="3259"/>
                    <a:pt x="4286" y="2106"/>
                  </a:cubicBezTo>
                  <a:cubicBezTo>
                    <a:pt x="4186" y="953"/>
                    <a:pt x="3359" y="1"/>
                    <a:pt x="22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63">
              <a:extLst>
                <a:ext uri="{FF2B5EF4-FFF2-40B4-BE49-F238E27FC236}">
                  <a16:creationId xmlns:a16="http://schemas.microsoft.com/office/drawing/2014/main" id="{7FB355AF-072D-52C4-96CE-754A8305B7EF}"/>
                </a:ext>
              </a:extLst>
            </p:cNvPr>
            <p:cNvSpPr/>
            <p:nvPr/>
          </p:nvSpPr>
          <p:spPr>
            <a:xfrm>
              <a:off x="1051023" y="2188640"/>
              <a:ext cx="67361" cy="51240"/>
            </a:xfrm>
            <a:custGeom>
              <a:avLst/>
              <a:gdLst/>
              <a:ahLst/>
              <a:cxnLst/>
              <a:rect l="l" t="t" r="r" b="b"/>
              <a:pathLst>
                <a:path w="3560" h="2708" extrusionOk="0">
                  <a:moveTo>
                    <a:pt x="1780" y="1"/>
                  </a:moveTo>
                  <a:cubicBezTo>
                    <a:pt x="1" y="1"/>
                    <a:pt x="1" y="2708"/>
                    <a:pt x="1780" y="2708"/>
                  </a:cubicBezTo>
                  <a:cubicBezTo>
                    <a:pt x="3459" y="2708"/>
                    <a:pt x="3560" y="1"/>
                    <a:pt x="17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63">
              <a:extLst>
                <a:ext uri="{FF2B5EF4-FFF2-40B4-BE49-F238E27FC236}">
                  <a16:creationId xmlns:a16="http://schemas.microsoft.com/office/drawing/2014/main" id="{130FB44D-6702-6F5C-C9FD-23B39CF05DE0}"/>
                </a:ext>
              </a:extLst>
            </p:cNvPr>
            <p:cNvSpPr/>
            <p:nvPr/>
          </p:nvSpPr>
          <p:spPr>
            <a:xfrm>
              <a:off x="1713054" y="3158451"/>
              <a:ext cx="65450" cy="51694"/>
            </a:xfrm>
            <a:custGeom>
              <a:avLst/>
              <a:gdLst/>
              <a:ahLst/>
              <a:cxnLst/>
              <a:rect l="l" t="t" r="r" b="b"/>
              <a:pathLst>
                <a:path w="3459" h="2732" extrusionOk="0">
                  <a:moveTo>
                    <a:pt x="1679" y="0"/>
                  </a:moveTo>
                  <a:cubicBezTo>
                    <a:pt x="0" y="0"/>
                    <a:pt x="0" y="2732"/>
                    <a:pt x="1679" y="2732"/>
                  </a:cubicBezTo>
                  <a:cubicBezTo>
                    <a:pt x="3459" y="2732"/>
                    <a:pt x="3459" y="0"/>
                    <a:pt x="1679" y="0"/>
                  </a:cubicBezTo>
                  <a:close/>
                </a:path>
              </a:pathLst>
            </a:custGeom>
            <a:solidFill>
              <a:srgbClr val="C42A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63">
              <a:extLst>
                <a:ext uri="{FF2B5EF4-FFF2-40B4-BE49-F238E27FC236}">
                  <a16:creationId xmlns:a16="http://schemas.microsoft.com/office/drawing/2014/main" id="{569F8ABB-D9C9-A7B0-6C4D-A8E83C61E7F9}"/>
                </a:ext>
              </a:extLst>
            </p:cNvPr>
            <p:cNvSpPr/>
            <p:nvPr/>
          </p:nvSpPr>
          <p:spPr>
            <a:xfrm>
              <a:off x="3985564" y="1615295"/>
              <a:ext cx="39376" cy="29896"/>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63">
              <a:extLst>
                <a:ext uri="{FF2B5EF4-FFF2-40B4-BE49-F238E27FC236}">
                  <a16:creationId xmlns:a16="http://schemas.microsoft.com/office/drawing/2014/main" id="{1F56648F-29FE-8538-5E9A-62A588400D07}"/>
                </a:ext>
              </a:extLst>
            </p:cNvPr>
            <p:cNvSpPr/>
            <p:nvPr/>
          </p:nvSpPr>
          <p:spPr>
            <a:xfrm>
              <a:off x="3303608" y="2710292"/>
              <a:ext cx="67361" cy="51240"/>
            </a:xfrm>
            <a:custGeom>
              <a:avLst/>
              <a:gdLst/>
              <a:ahLst/>
              <a:cxnLst/>
              <a:rect l="l" t="t" r="r" b="b"/>
              <a:pathLst>
                <a:path w="3560" h="2708" extrusionOk="0">
                  <a:moveTo>
                    <a:pt x="1780" y="1"/>
                  </a:moveTo>
                  <a:cubicBezTo>
                    <a:pt x="1" y="1"/>
                    <a:pt x="1" y="2708"/>
                    <a:pt x="1780" y="2708"/>
                  </a:cubicBezTo>
                  <a:cubicBezTo>
                    <a:pt x="3560" y="2708"/>
                    <a:pt x="3560" y="1"/>
                    <a:pt x="1780" y="1"/>
                  </a:cubicBezTo>
                  <a:close/>
                </a:path>
              </a:pathLst>
            </a:custGeom>
            <a:solidFill>
              <a:srgbClr val="C42A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63">
              <a:extLst>
                <a:ext uri="{FF2B5EF4-FFF2-40B4-BE49-F238E27FC236}">
                  <a16:creationId xmlns:a16="http://schemas.microsoft.com/office/drawing/2014/main" id="{2E861B6E-CC3D-1CB0-35B9-7597D7E9F3BC}"/>
                </a:ext>
              </a:extLst>
            </p:cNvPr>
            <p:cNvSpPr/>
            <p:nvPr/>
          </p:nvSpPr>
          <p:spPr>
            <a:xfrm>
              <a:off x="2205301" y="3646895"/>
              <a:ext cx="750717" cy="156047"/>
            </a:xfrm>
            <a:custGeom>
              <a:avLst/>
              <a:gdLst/>
              <a:ahLst/>
              <a:cxnLst/>
              <a:rect l="l" t="t" r="r" b="b"/>
              <a:pathLst>
                <a:path w="39675" h="8247" extrusionOk="0">
                  <a:moveTo>
                    <a:pt x="3960" y="1"/>
                  </a:moveTo>
                  <a:cubicBezTo>
                    <a:pt x="4913" y="5515"/>
                    <a:pt x="0" y="8246"/>
                    <a:pt x="0" y="8246"/>
                  </a:cubicBezTo>
                  <a:lnTo>
                    <a:pt x="39675" y="8246"/>
                  </a:lnTo>
                  <a:cubicBezTo>
                    <a:pt x="35189" y="5114"/>
                    <a:pt x="36016" y="1"/>
                    <a:pt x="36016" y="1"/>
                  </a:cubicBezTo>
                  <a:close/>
                </a:path>
              </a:pathLst>
            </a:custGeom>
            <a:solidFill>
              <a:schemeClr val="accent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63">
              <a:extLst>
                <a:ext uri="{FF2B5EF4-FFF2-40B4-BE49-F238E27FC236}">
                  <a16:creationId xmlns:a16="http://schemas.microsoft.com/office/drawing/2014/main" id="{A2AB7E6D-2D28-FD27-53B2-1BC41BE35392}"/>
                </a:ext>
              </a:extLst>
            </p:cNvPr>
            <p:cNvSpPr/>
            <p:nvPr/>
          </p:nvSpPr>
          <p:spPr>
            <a:xfrm>
              <a:off x="2189179" y="3642637"/>
              <a:ext cx="778702" cy="164089"/>
            </a:xfrm>
            <a:custGeom>
              <a:avLst/>
              <a:gdLst/>
              <a:ahLst/>
              <a:cxnLst/>
              <a:rect l="l" t="t" r="r" b="b"/>
              <a:pathLst>
                <a:path w="41154" h="8672" extrusionOk="0">
                  <a:moveTo>
                    <a:pt x="36667" y="426"/>
                  </a:moveTo>
                  <a:lnTo>
                    <a:pt x="36667" y="1354"/>
                  </a:lnTo>
                  <a:cubicBezTo>
                    <a:pt x="36667" y="2206"/>
                    <a:pt x="36767" y="3459"/>
                    <a:pt x="37294" y="4712"/>
                  </a:cubicBezTo>
                  <a:cubicBezTo>
                    <a:pt x="37757" y="5904"/>
                    <a:pt x="38531" y="7173"/>
                    <a:pt x="39856" y="8246"/>
                  </a:cubicBezTo>
                  <a:lnTo>
                    <a:pt x="1566" y="8246"/>
                  </a:lnTo>
                  <a:cubicBezTo>
                    <a:pt x="1962" y="7945"/>
                    <a:pt x="2501" y="7489"/>
                    <a:pt x="3033" y="6893"/>
                  </a:cubicBezTo>
                  <a:cubicBezTo>
                    <a:pt x="4086" y="5740"/>
                    <a:pt x="5138" y="3985"/>
                    <a:pt x="5138" y="1579"/>
                  </a:cubicBezTo>
                  <a:cubicBezTo>
                    <a:pt x="5138" y="1221"/>
                    <a:pt x="5138" y="792"/>
                    <a:pt x="5064" y="426"/>
                  </a:cubicBezTo>
                  <a:close/>
                  <a:moveTo>
                    <a:pt x="4612" y="0"/>
                  </a:moveTo>
                  <a:lnTo>
                    <a:pt x="4612" y="226"/>
                  </a:lnTo>
                  <a:cubicBezTo>
                    <a:pt x="4712" y="727"/>
                    <a:pt x="4712" y="1153"/>
                    <a:pt x="4712" y="1579"/>
                  </a:cubicBezTo>
                  <a:cubicBezTo>
                    <a:pt x="4712" y="3760"/>
                    <a:pt x="3760" y="5539"/>
                    <a:pt x="2732" y="6592"/>
                  </a:cubicBezTo>
                  <a:cubicBezTo>
                    <a:pt x="2206" y="7218"/>
                    <a:pt x="1679" y="7619"/>
                    <a:pt x="1379" y="7845"/>
                  </a:cubicBezTo>
                  <a:cubicBezTo>
                    <a:pt x="1153" y="8045"/>
                    <a:pt x="1053" y="8146"/>
                    <a:pt x="852" y="8146"/>
                  </a:cubicBezTo>
                  <a:cubicBezTo>
                    <a:pt x="852" y="8246"/>
                    <a:pt x="852" y="8246"/>
                    <a:pt x="752" y="8246"/>
                  </a:cubicBezTo>
                  <a:lnTo>
                    <a:pt x="0" y="8672"/>
                  </a:lnTo>
                  <a:lnTo>
                    <a:pt x="41153" y="8672"/>
                  </a:lnTo>
                  <a:lnTo>
                    <a:pt x="40627" y="8246"/>
                  </a:lnTo>
                  <a:cubicBezTo>
                    <a:pt x="39073" y="7218"/>
                    <a:pt x="38121" y="5865"/>
                    <a:pt x="37720" y="4612"/>
                  </a:cubicBezTo>
                  <a:cubicBezTo>
                    <a:pt x="37193" y="3359"/>
                    <a:pt x="37093" y="2106"/>
                    <a:pt x="37093" y="1354"/>
                  </a:cubicBezTo>
                  <a:lnTo>
                    <a:pt x="37093" y="527"/>
                  </a:lnTo>
                  <a:lnTo>
                    <a:pt x="37093" y="326"/>
                  </a:lnTo>
                  <a:lnTo>
                    <a:pt x="37093" y="226"/>
                  </a:lnTo>
                  <a:lnTo>
                    <a:pt x="37193" y="0"/>
                  </a:lnTo>
                  <a:close/>
                </a:path>
              </a:pathLst>
            </a:custGeom>
            <a:solidFill>
              <a:srgbClr val="2A49A8"/>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63">
              <a:extLst>
                <a:ext uri="{FF2B5EF4-FFF2-40B4-BE49-F238E27FC236}">
                  <a16:creationId xmlns:a16="http://schemas.microsoft.com/office/drawing/2014/main" id="{F9BE891D-740A-2F58-1EF8-C38E59EDA405}"/>
                </a:ext>
              </a:extLst>
            </p:cNvPr>
            <p:cNvSpPr/>
            <p:nvPr/>
          </p:nvSpPr>
          <p:spPr>
            <a:xfrm>
              <a:off x="2147911" y="3798646"/>
              <a:ext cx="873556" cy="41760"/>
            </a:xfrm>
            <a:custGeom>
              <a:avLst/>
              <a:gdLst/>
              <a:ahLst/>
              <a:cxnLst/>
              <a:rect l="l" t="t" r="r" b="b"/>
              <a:pathLst>
                <a:path w="46167" h="2207" extrusionOk="0">
                  <a:moveTo>
                    <a:pt x="1154" y="1"/>
                  </a:moveTo>
                  <a:cubicBezTo>
                    <a:pt x="527" y="1"/>
                    <a:pt x="1" y="527"/>
                    <a:pt x="1" y="1054"/>
                  </a:cubicBezTo>
                  <a:cubicBezTo>
                    <a:pt x="1" y="1680"/>
                    <a:pt x="527" y="2206"/>
                    <a:pt x="1154" y="2206"/>
                  </a:cubicBezTo>
                  <a:lnTo>
                    <a:pt x="45014" y="2206"/>
                  </a:lnTo>
                  <a:cubicBezTo>
                    <a:pt x="45640" y="2206"/>
                    <a:pt x="46166" y="1680"/>
                    <a:pt x="46166" y="1054"/>
                  </a:cubicBezTo>
                  <a:cubicBezTo>
                    <a:pt x="46166" y="527"/>
                    <a:pt x="45640" y="1"/>
                    <a:pt x="450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63">
              <a:extLst>
                <a:ext uri="{FF2B5EF4-FFF2-40B4-BE49-F238E27FC236}">
                  <a16:creationId xmlns:a16="http://schemas.microsoft.com/office/drawing/2014/main" id="{5B616312-4A09-6E24-F893-64285E68C6A0}"/>
                </a:ext>
              </a:extLst>
            </p:cNvPr>
            <p:cNvSpPr/>
            <p:nvPr/>
          </p:nvSpPr>
          <p:spPr>
            <a:xfrm>
              <a:off x="2144127" y="3794862"/>
              <a:ext cx="881125" cy="49329"/>
            </a:xfrm>
            <a:custGeom>
              <a:avLst/>
              <a:gdLst/>
              <a:ahLst/>
              <a:cxnLst/>
              <a:rect l="l" t="t" r="r" b="b"/>
              <a:pathLst>
                <a:path w="46567" h="2607" extrusionOk="0">
                  <a:moveTo>
                    <a:pt x="45214" y="426"/>
                  </a:moveTo>
                  <a:cubicBezTo>
                    <a:pt x="45514" y="426"/>
                    <a:pt x="45740" y="527"/>
                    <a:pt x="45840" y="727"/>
                  </a:cubicBezTo>
                  <a:cubicBezTo>
                    <a:pt x="46041" y="828"/>
                    <a:pt x="46141" y="1053"/>
                    <a:pt x="46141" y="1254"/>
                  </a:cubicBezTo>
                  <a:cubicBezTo>
                    <a:pt x="46141" y="1579"/>
                    <a:pt x="46041" y="1780"/>
                    <a:pt x="45840" y="1880"/>
                  </a:cubicBezTo>
                  <a:cubicBezTo>
                    <a:pt x="45740" y="2081"/>
                    <a:pt x="45514" y="2206"/>
                    <a:pt x="45214" y="2206"/>
                  </a:cubicBezTo>
                  <a:lnTo>
                    <a:pt x="1354" y="2206"/>
                  </a:lnTo>
                  <a:cubicBezTo>
                    <a:pt x="1028" y="2206"/>
                    <a:pt x="827" y="2081"/>
                    <a:pt x="727" y="1880"/>
                  </a:cubicBezTo>
                  <a:cubicBezTo>
                    <a:pt x="502" y="1780"/>
                    <a:pt x="401" y="1579"/>
                    <a:pt x="401" y="1254"/>
                  </a:cubicBezTo>
                  <a:cubicBezTo>
                    <a:pt x="401" y="1053"/>
                    <a:pt x="502" y="828"/>
                    <a:pt x="727" y="727"/>
                  </a:cubicBezTo>
                  <a:cubicBezTo>
                    <a:pt x="827" y="527"/>
                    <a:pt x="1028" y="426"/>
                    <a:pt x="1354" y="426"/>
                  </a:cubicBezTo>
                  <a:close/>
                  <a:moveTo>
                    <a:pt x="1354" y="0"/>
                  </a:moveTo>
                  <a:cubicBezTo>
                    <a:pt x="627" y="0"/>
                    <a:pt x="0" y="627"/>
                    <a:pt x="0" y="1254"/>
                  </a:cubicBezTo>
                  <a:cubicBezTo>
                    <a:pt x="0" y="1980"/>
                    <a:pt x="627" y="2607"/>
                    <a:pt x="1354" y="2607"/>
                  </a:cubicBezTo>
                  <a:lnTo>
                    <a:pt x="45214" y="2607"/>
                  </a:lnTo>
                  <a:cubicBezTo>
                    <a:pt x="45940" y="2607"/>
                    <a:pt x="46567" y="1980"/>
                    <a:pt x="46567" y="1254"/>
                  </a:cubicBezTo>
                  <a:cubicBezTo>
                    <a:pt x="46567" y="627"/>
                    <a:pt x="45940" y="0"/>
                    <a:pt x="45214" y="0"/>
                  </a:cubicBezTo>
                  <a:close/>
                </a:path>
              </a:pathLst>
            </a:custGeom>
            <a:solidFill>
              <a:srgbClr val="2A49A8"/>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63">
              <a:extLst>
                <a:ext uri="{FF2B5EF4-FFF2-40B4-BE49-F238E27FC236}">
                  <a16:creationId xmlns:a16="http://schemas.microsoft.com/office/drawing/2014/main" id="{BEE7416C-946F-1FD7-0DDB-9CEA42C8FA5E}"/>
                </a:ext>
              </a:extLst>
            </p:cNvPr>
            <p:cNvSpPr/>
            <p:nvPr/>
          </p:nvSpPr>
          <p:spPr>
            <a:xfrm>
              <a:off x="1302359" y="1826802"/>
              <a:ext cx="2564660" cy="1849516"/>
            </a:xfrm>
            <a:custGeom>
              <a:avLst/>
              <a:gdLst/>
              <a:ahLst/>
              <a:cxnLst/>
              <a:rect l="l" t="t" r="r" b="b"/>
              <a:pathLst>
                <a:path w="135541" h="97746" extrusionOk="0">
                  <a:moveTo>
                    <a:pt x="4587" y="1"/>
                  </a:moveTo>
                  <a:cubicBezTo>
                    <a:pt x="2081" y="1"/>
                    <a:pt x="1" y="1981"/>
                    <a:pt x="1" y="4487"/>
                  </a:cubicBezTo>
                  <a:lnTo>
                    <a:pt x="1" y="93159"/>
                  </a:lnTo>
                  <a:cubicBezTo>
                    <a:pt x="1" y="95666"/>
                    <a:pt x="2081" y="97746"/>
                    <a:pt x="4587" y="97746"/>
                  </a:cubicBezTo>
                  <a:lnTo>
                    <a:pt x="130954" y="97746"/>
                  </a:lnTo>
                  <a:cubicBezTo>
                    <a:pt x="133460" y="97746"/>
                    <a:pt x="135540" y="95666"/>
                    <a:pt x="135540" y="93159"/>
                  </a:cubicBezTo>
                  <a:lnTo>
                    <a:pt x="135540" y="4487"/>
                  </a:lnTo>
                  <a:cubicBezTo>
                    <a:pt x="135540" y="1981"/>
                    <a:pt x="133460" y="1"/>
                    <a:pt x="130954" y="1"/>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63">
              <a:extLst>
                <a:ext uri="{FF2B5EF4-FFF2-40B4-BE49-F238E27FC236}">
                  <a16:creationId xmlns:a16="http://schemas.microsoft.com/office/drawing/2014/main" id="{F327815A-E9F2-1C36-53B7-1EF2B0111F04}"/>
                </a:ext>
              </a:extLst>
            </p:cNvPr>
            <p:cNvSpPr/>
            <p:nvPr/>
          </p:nvSpPr>
          <p:spPr>
            <a:xfrm>
              <a:off x="1298102" y="1823017"/>
              <a:ext cx="2572702" cy="1857104"/>
            </a:xfrm>
            <a:custGeom>
              <a:avLst/>
              <a:gdLst/>
              <a:ahLst/>
              <a:cxnLst/>
              <a:rect l="l" t="t" r="r" b="b"/>
              <a:pathLst>
                <a:path w="135966" h="98147" extrusionOk="0">
                  <a:moveTo>
                    <a:pt x="131179" y="401"/>
                  </a:moveTo>
                  <a:cubicBezTo>
                    <a:pt x="132432" y="401"/>
                    <a:pt x="133460" y="827"/>
                    <a:pt x="134312" y="1654"/>
                  </a:cubicBezTo>
                  <a:cubicBezTo>
                    <a:pt x="135039" y="2406"/>
                    <a:pt x="135565" y="3534"/>
                    <a:pt x="135565" y="4687"/>
                  </a:cubicBezTo>
                  <a:lnTo>
                    <a:pt x="135565" y="93359"/>
                  </a:lnTo>
                  <a:cubicBezTo>
                    <a:pt x="135565" y="94612"/>
                    <a:pt x="135039" y="95640"/>
                    <a:pt x="134312" y="96492"/>
                  </a:cubicBezTo>
                  <a:cubicBezTo>
                    <a:pt x="133460" y="97219"/>
                    <a:pt x="132432" y="97745"/>
                    <a:pt x="131179" y="97745"/>
                  </a:cubicBezTo>
                  <a:lnTo>
                    <a:pt x="4812" y="97745"/>
                  </a:lnTo>
                  <a:cubicBezTo>
                    <a:pt x="3559" y="97745"/>
                    <a:pt x="2507" y="97219"/>
                    <a:pt x="1680" y="96492"/>
                  </a:cubicBezTo>
                  <a:cubicBezTo>
                    <a:pt x="953" y="95640"/>
                    <a:pt x="426" y="94612"/>
                    <a:pt x="426" y="93359"/>
                  </a:cubicBezTo>
                  <a:lnTo>
                    <a:pt x="426" y="4687"/>
                  </a:lnTo>
                  <a:cubicBezTo>
                    <a:pt x="426" y="3534"/>
                    <a:pt x="953" y="2406"/>
                    <a:pt x="1680" y="1654"/>
                  </a:cubicBezTo>
                  <a:cubicBezTo>
                    <a:pt x="2507" y="827"/>
                    <a:pt x="3559" y="401"/>
                    <a:pt x="4812" y="401"/>
                  </a:cubicBezTo>
                  <a:close/>
                  <a:moveTo>
                    <a:pt x="4812" y="0"/>
                  </a:moveTo>
                  <a:cubicBezTo>
                    <a:pt x="2206" y="0"/>
                    <a:pt x="0" y="2081"/>
                    <a:pt x="0" y="4687"/>
                  </a:cubicBezTo>
                  <a:lnTo>
                    <a:pt x="0" y="93359"/>
                  </a:lnTo>
                  <a:cubicBezTo>
                    <a:pt x="0" y="95966"/>
                    <a:pt x="2206" y="98146"/>
                    <a:pt x="4812" y="98146"/>
                  </a:cubicBezTo>
                  <a:lnTo>
                    <a:pt x="131179" y="98146"/>
                  </a:lnTo>
                  <a:cubicBezTo>
                    <a:pt x="133785" y="98146"/>
                    <a:pt x="135966" y="95966"/>
                    <a:pt x="135966" y="93359"/>
                  </a:cubicBezTo>
                  <a:lnTo>
                    <a:pt x="135966" y="4687"/>
                  </a:lnTo>
                  <a:cubicBezTo>
                    <a:pt x="135966" y="2081"/>
                    <a:pt x="133785" y="0"/>
                    <a:pt x="1311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63">
              <a:extLst>
                <a:ext uri="{FF2B5EF4-FFF2-40B4-BE49-F238E27FC236}">
                  <a16:creationId xmlns:a16="http://schemas.microsoft.com/office/drawing/2014/main" id="{86971BCD-D503-921C-9697-AC6B4E1DA8D5}"/>
                </a:ext>
              </a:extLst>
            </p:cNvPr>
            <p:cNvSpPr/>
            <p:nvPr/>
          </p:nvSpPr>
          <p:spPr>
            <a:xfrm>
              <a:off x="1302359" y="1826802"/>
              <a:ext cx="2564660" cy="1574944"/>
            </a:xfrm>
            <a:custGeom>
              <a:avLst/>
              <a:gdLst/>
              <a:ahLst/>
              <a:cxnLst/>
              <a:rect l="l" t="t" r="r" b="b"/>
              <a:pathLst>
                <a:path w="135541" h="83235" extrusionOk="0">
                  <a:moveTo>
                    <a:pt x="4587" y="1"/>
                  </a:moveTo>
                  <a:cubicBezTo>
                    <a:pt x="2081" y="1"/>
                    <a:pt x="1" y="1981"/>
                    <a:pt x="1" y="4487"/>
                  </a:cubicBezTo>
                  <a:lnTo>
                    <a:pt x="1" y="83234"/>
                  </a:lnTo>
                  <a:lnTo>
                    <a:pt x="135540" y="83234"/>
                  </a:lnTo>
                  <a:lnTo>
                    <a:pt x="135540" y="4487"/>
                  </a:lnTo>
                  <a:cubicBezTo>
                    <a:pt x="135540" y="1981"/>
                    <a:pt x="133460" y="1"/>
                    <a:pt x="1309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63">
              <a:extLst>
                <a:ext uri="{FF2B5EF4-FFF2-40B4-BE49-F238E27FC236}">
                  <a16:creationId xmlns:a16="http://schemas.microsoft.com/office/drawing/2014/main" id="{66CACEAD-BE0A-8803-57EE-4398C01E927B}"/>
                </a:ext>
              </a:extLst>
            </p:cNvPr>
            <p:cNvSpPr/>
            <p:nvPr/>
          </p:nvSpPr>
          <p:spPr>
            <a:xfrm>
              <a:off x="1298102" y="1823017"/>
              <a:ext cx="2572702" cy="1582513"/>
            </a:xfrm>
            <a:custGeom>
              <a:avLst/>
              <a:gdLst/>
              <a:ahLst/>
              <a:cxnLst/>
              <a:rect l="l" t="t" r="r" b="b"/>
              <a:pathLst>
                <a:path w="135966" h="83635" extrusionOk="0">
                  <a:moveTo>
                    <a:pt x="131179" y="401"/>
                  </a:moveTo>
                  <a:cubicBezTo>
                    <a:pt x="132432" y="401"/>
                    <a:pt x="133460" y="827"/>
                    <a:pt x="134312" y="1654"/>
                  </a:cubicBezTo>
                  <a:cubicBezTo>
                    <a:pt x="135039" y="2406"/>
                    <a:pt x="135565" y="3534"/>
                    <a:pt x="135565" y="4687"/>
                  </a:cubicBezTo>
                  <a:lnTo>
                    <a:pt x="135565" y="83234"/>
                  </a:lnTo>
                  <a:lnTo>
                    <a:pt x="426" y="83234"/>
                  </a:lnTo>
                  <a:lnTo>
                    <a:pt x="426" y="4687"/>
                  </a:lnTo>
                  <a:cubicBezTo>
                    <a:pt x="426" y="3534"/>
                    <a:pt x="953" y="2406"/>
                    <a:pt x="1680" y="1654"/>
                  </a:cubicBezTo>
                  <a:cubicBezTo>
                    <a:pt x="2507" y="827"/>
                    <a:pt x="3559" y="401"/>
                    <a:pt x="4812" y="401"/>
                  </a:cubicBezTo>
                  <a:close/>
                  <a:moveTo>
                    <a:pt x="4812" y="0"/>
                  </a:moveTo>
                  <a:cubicBezTo>
                    <a:pt x="2206" y="0"/>
                    <a:pt x="0" y="2081"/>
                    <a:pt x="0" y="4687"/>
                  </a:cubicBezTo>
                  <a:lnTo>
                    <a:pt x="0" y="83635"/>
                  </a:lnTo>
                  <a:lnTo>
                    <a:pt x="135966" y="83635"/>
                  </a:lnTo>
                  <a:lnTo>
                    <a:pt x="135966" y="4687"/>
                  </a:lnTo>
                  <a:cubicBezTo>
                    <a:pt x="135966" y="2081"/>
                    <a:pt x="133785" y="0"/>
                    <a:pt x="131179"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63">
              <a:extLst>
                <a:ext uri="{FF2B5EF4-FFF2-40B4-BE49-F238E27FC236}">
                  <a16:creationId xmlns:a16="http://schemas.microsoft.com/office/drawing/2014/main" id="{D0CF3F24-171B-4ABE-770E-F5CE911D18FA}"/>
                </a:ext>
              </a:extLst>
            </p:cNvPr>
            <p:cNvSpPr/>
            <p:nvPr/>
          </p:nvSpPr>
          <p:spPr>
            <a:xfrm>
              <a:off x="1402909" y="1925440"/>
              <a:ext cx="2363107" cy="1365803"/>
            </a:xfrm>
            <a:custGeom>
              <a:avLst/>
              <a:gdLst/>
              <a:ahLst/>
              <a:cxnLst/>
              <a:rect l="l" t="t" r="r" b="b"/>
              <a:pathLst>
                <a:path w="124889" h="72182" extrusionOk="0">
                  <a:moveTo>
                    <a:pt x="0" y="1"/>
                  </a:moveTo>
                  <a:lnTo>
                    <a:pt x="0" y="72182"/>
                  </a:lnTo>
                  <a:lnTo>
                    <a:pt x="124888" y="72182"/>
                  </a:lnTo>
                  <a:lnTo>
                    <a:pt x="12488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63">
              <a:extLst>
                <a:ext uri="{FF2B5EF4-FFF2-40B4-BE49-F238E27FC236}">
                  <a16:creationId xmlns:a16="http://schemas.microsoft.com/office/drawing/2014/main" id="{9AC11587-2553-946D-4010-48CA42703E06}"/>
                </a:ext>
              </a:extLst>
            </p:cNvPr>
            <p:cNvSpPr/>
            <p:nvPr/>
          </p:nvSpPr>
          <p:spPr>
            <a:xfrm>
              <a:off x="1399106" y="1921656"/>
              <a:ext cx="2371167" cy="1373391"/>
            </a:xfrm>
            <a:custGeom>
              <a:avLst/>
              <a:gdLst/>
              <a:ahLst/>
              <a:cxnLst/>
              <a:rect l="l" t="t" r="r" b="b"/>
              <a:pathLst>
                <a:path w="125315" h="72583" extrusionOk="0">
                  <a:moveTo>
                    <a:pt x="124889" y="426"/>
                  </a:moveTo>
                  <a:lnTo>
                    <a:pt x="124889" y="72156"/>
                  </a:lnTo>
                  <a:lnTo>
                    <a:pt x="402" y="72156"/>
                  </a:lnTo>
                  <a:lnTo>
                    <a:pt x="402" y="426"/>
                  </a:lnTo>
                  <a:close/>
                  <a:moveTo>
                    <a:pt x="1" y="0"/>
                  </a:moveTo>
                  <a:lnTo>
                    <a:pt x="1" y="72582"/>
                  </a:lnTo>
                  <a:lnTo>
                    <a:pt x="125315" y="72582"/>
                  </a:lnTo>
                  <a:lnTo>
                    <a:pt x="125315" y="0"/>
                  </a:ln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63">
              <a:extLst>
                <a:ext uri="{FF2B5EF4-FFF2-40B4-BE49-F238E27FC236}">
                  <a16:creationId xmlns:a16="http://schemas.microsoft.com/office/drawing/2014/main" id="{F8C21B3D-846D-4F67-2710-F238BD9E74D8}"/>
                </a:ext>
              </a:extLst>
            </p:cNvPr>
            <p:cNvSpPr/>
            <p:nvPr/>
          </p:nvSpPr>
          <p:spPr>
            <a:xfrm>
              <a:off x="2529202" y="3482825"/>
              <a:ext cx="110502" cy="108610"/>
            </a:xfrm>
            <a:custGeom>
              <a:avLst/>
              <a:gdLst/>
              <a:ahLst/>
              <a:cxnLst/>
              <a:rect l="l" t="t" r="r" b="b"/>
              <a:pathLst>
                <a:path w="5840" h="5740" extrusionOk="0">
                  <a:moveTo>
                    <a:pt x="2933" y="0"/>
                  </a:moveTo>
                  <a:cubicBezTo>
                    <a:pt x="1354" y="0"/>
                    <a:pt x="0" y="1253"/>
                    <a:pt x="0" y="2907"/>
                  </a:cubicBezTo>
                  <a:cubicBezTo>
                    <a:pt x="0" y="4486"/>
                    <a:pt x="1354" y="5739"/>
                    <a:pt x="2933" y="5739"/>
                  </a:cubicBezTo>
                  <a:cubicBezTo>
                    <a:pt x="4487" y="5739"/>
                    <a:pt x="5840" y="4486"/>
                    <a:pt x="5840" y="2907"/>
                  </a:cubicBezTo>
                  <a:cubicBezTo>
                    <a:pt x="5840" y="1253"/>
                    <a:pt x="4487" y="0"/>
                    <a:pt x="2933" y="0"/>
                  </a:cubicBezTo>
                  <a:close/>
                </a:path>
              </a:pathLst>
            </a:custGeom>
            <a:solidFill>
              <a:schemeClr val="accent3"/>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63">
              <a:extLst>
                <a:ext uri="{FF2B5EF4-FFF2-40B4-BE49-F238E27FC236}">
                  <a16:creationId xmlns:a16="http://schemas.microsoft.com/office/drawing/2014/main" id="{4403696A-43CF-03DC-6C33-4C65D90F913D}"/>
                </a:ext>
              </a:extLst>
            </p:cNvPr>
            <p:cNvSpPr/>
            <p:nvPr/>
          </p:nvSpPr>
          <p:spPr>
            <a:xfrm>
              <a:off x="3092575" y="2260259"/>
              <a:ext cx="1057077" cy="141212"/>
            </a:xfrm>
            <a:custGeom>
              <a:avLst/>
              <a:gdLst/>
              <a:ahLst/>
              <a:cxnLst/>
              <a:rect l="l" t="t" r="r" b="b"/>
              <a:pathLst>
                <a:path w="55866" h="7463" extrusionOk="0">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63">
              <a:extLst>
                <a:ext uri="{FF2B5EF4-FFF2-40B4-BE49-F238E27FC236}">
                  <a16:creationId xmlns:a16="http://schemas.microsoft.com/office/drawing/2014/main" id="{AE99EEFC-7E72-ED7B-F2E1-9217361AA179}"/>
                </a:ext>
              </a:extLst>
            </p:cNvPr>
            <p:cNvSpPr/>
            <p:nvPr/>
          </p:nvSpPr>
          <p:spPr>
            <a:xfrm>
              <a:off x="1472143" y="2129359"/>
              <a:ext cx="420666" cy="359493"/>
            </a:xfrm>
            <a:custGeom>
              <a:avLst/>
              <a:gdLst/>
              <a:ahLst/>
              <a:cxnLst/>
              <a:rect l="l" t="t" r="r" b="b"/>
              <a:pathLst>
                <a:path w="22232" h="18999" extrusionOk="0">
                  <a:moveTo>
                    <a:pt x="4913" y="1"/>
                  </a:moveTo>
                  <a:cubicBezTo>
                    <a:pt x="2181" y="1"/>
                    <a:pt x="0" y="2181"/>
                    <a:pt x="0" y="4888"/>
                  </a:cubicBezTo>
                  <a:lnTo>
                    <a:pt x="0" y="9901"/>
                  </a:lnTo>
                  <a:cubicBezTo>
                    <a:pt x="0" y="12633"/>
                    <a:pt x="2181" y="14813"/>
                    <a:pt x="4913" y="14813"/>
                  </a:cubicBezTo>
                  <a:lnTo>
                    <a:pt x="10552" y="14813"/>
                  </a:lnTo>
                  <a:cubicBezTo>
                    <a:pt x="11379" y="18272"/>
                    <a:pt x="13985" y="18898"/>
                    <a:pt x="15564" y="18999"/>
                  </a:cubicBezTo>
                  <a:cubicBezTo>
                    <a:pt x="15865" y="18999"/>
                    <a:pt x="16091" y="18572"/>
                    <a:pt x="15765" y="18372"/>
                  </a:cubicBezTo>
                  <a:cubicBezTo>
                    <a:pt x="14086" y="17019"/>
                    <a:pt x="14712" y="14813"/>
                    <a:pt x="14712" y="14813"/>
                  </a:cubicBezTo>
                  <a:lnTo>
                    <a:pt x="17344" y="14813"/>
                  </a:lnTo>
                  <a:cubicBezTo>
                    <a:pt x="20051" y="14813"/>
                    <a:pt x="22231" y="12633"/>
                    <a:pt x="22231" y="9901"/>
                  </a:cubicBezTo>
                  <a:lnTo>
                    <a:pt x="22231" y="4888"/>
                  </a:lnTo>
                  <a:cubicBezTo>
                    <a:pt x="22231" y="2181"/>
                    <a:pt x="20051" y="1"/>
                    <a:pt x="17344" y="1"/>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63">
              <a:extLst>
                <a:ext uri="{FF2B5EF4-FFF2-40B4-BE49-F238E27FC236}">
                  <a16:creationId xmlns:a16="http://schemas.microsoft.com/office/drawing/2014/main" id="{1F6EF52E-E2C5-8562-6F13-AAA24A22ABFB}"/>
                </a:ext>
              </a:extLst>
            </p:cNvPr>
            <p:cNvSpPr/>
            <p:nvPr/>
          </p:nvSpPr>
          <p:spPr>
            <a:xfrm>
              <a:off x="1754776" y="2239861"/>
              <a:ext cx="53132" cy="53132"/>
            </a:xfrm>
            <a:custGeom>
              <a:avLst/>
              <a:gdLst/>
              <a:ahLst/>
              <a:cxnLst/>
              <a:rect l="l" t="t" r="r" b="b"/>
              <a:pathLst>
                <a:path w="2808" h="2808" extrusionOk="0">
                  <a:moveTo>
                    <a:pt x="1354" y="1"/>
                  </a:moveTo>
                  <a:cubicBezTo>
                    <a:pt x="627" y="1"/>
                    <a:pt x="1" y="627"/>
                    <a:pt x="1" y="1354"/>
                  </a:cubicBezTo>
                  <a:cubicBezTo>
                    <a:pt x="1" y="2181"/>
                    <a:pt x="627" y="2808"/>
                    <a:pt x="1354" y="2808"/>
                  </a:cubicBezTo>
                  <a:cubicBezTo>
                    <a:pt x="2181" y="2808"/>
                    <a:pt x="2808" y="2181"/>
                    <a:pt x="2808" y="1354"/>
                  </a:cubicBezTo>
                  <a:cubicBezTo>
                    <a:pt x="2808" y="627"/>
                    <a:pt x="2181" y="1"/>
                    <a:pt x="135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63">
              <a:extLst>
                <a:ext uri="{FF2B5EF4-FFF2-40B4-BE49-F238E27FC236}">
                  <a16:creationId xmlns:a16="http://schemas.microsoft.com/office/drawing/2014/main" id="{A4914CAD-C5A2-230C-8033-D4E9A628154C}"/>
                </a:ext>
              </a:extLst>
            </p:cNvPr>
            <p:cNvSpPr/>
            <p:nvPr/>
          </p:nvSpPr>
          <p:spPr>
            <a:xfrm>
              <a:off x="1655664" y="2239861"/>
              <a:ext cx="53605" cy="53132"/>
            </a:xfrm>
            <a:custGeom>
              <a:avLst/>
              <a:gdLst/>
              <a:ahLst/>
              <a:cxnLst/>
              <a:rect l="l" t="t" r="r" b="b"/>
              <a:pathLst>
                <a:path w="2833" h="2808" extrusionOk="0">
                  <a:moveTo>
                    <a:pt x="1479" y="1"/>
                  </a:moveTo>
                  <a:cubicBezTo>
                    <a:pt x="627" y="1"/>
                    <a:pt x="1" y="627"/>
                    <a:pt x="1" y="1354"/>
                  </a:cubicBezTo>
                  <a:cubicBezTo>
                    <a:pt x="1" y="2181"/>
                    <a:pt x="627" y="2808"/>
                    <a:pt x="1479" y="2808"/>
                  </a:cubicBezTo>
                  <a:cubicBezTo>
                    <a:pt x="2206" y="2808"/>
                    <a:pt x="2833" y="2181"/>
                    <a:pt x="2833" y="1354"/>
                  </a:cubicBezTo>
                  <a:cubicBezTo>
                    <a:pt x="2833" y="627"/>
                    <a:pt x="2206" y="1"/>
                    <a:pt x="14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63">
              <a:extLst>
                <a:ext uri="{FF2B5EF4-FFF2-40B4-BE49-F238E27FC236}">
                  <a16:creationId xmlns:a16="http://schemas.microsoft.com/office/drawing/2014/main" id="{CBB47912-D578-DA46-8EBF-6037BFE75B43}"/>
                </a:ext>
              </a:extLst>
            </p:cNvPr>
            <p:cNvSpPr/>
            <p:nvPr/>
          </p:nvSpPr>
          <p:spPr>
            <a:xfrm>
              <a:off x="1557026" y="2239861"/>
              <a:ext cx="53605" cy="53132"/>
            </a:xfrm>
            <a:custGeom>
              <a:avLst/>
              <a:gdLst/>
              <a:ahLst/>
              <a:cxnLst/>
              <a:rect l="l" t="t" r="r" b="b"/>
              <a:pathLst>
                <a:path w="2833" h="2808" extrusionOk="0">
                  <a:moveTo>
                    <a:pt x="1454" y="1"/>
                  </a:moveTo>
                  <a:cubicBezTo>
                    <a:pt x="627" y="1"/>
                    <a:pt x="1" y="627"/>
                    <a:pt x="1" y="1354"/>
                  </a:cubicBezTo>
                  <a:cubicBezTo>
                    <a:pt x="1" y="2181"/>
                    <a:pt x="627" y="2808"/>
                    <a:pt x="1454" y="2808"/>
                  </a:cubicBezTo>
                  <a:cubicBezTo>
                    <a:pt x="2206" y="2808"/>
                    <a:pt x="2833" y="2181"/>
                    <a:pt x="2833" y="1354"/>
                  </a:cubicBezTo>
                  <a:cubicBezTo>
                    <a:pt x="2833" y="627"/>
                    <a:pt x="2206" y="1"/>
                    <a:pt x="145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63">
              <a:extLst>
                <a:ext uri="{FF2B5EF4-FFF2-40B4-BE49-F238E27FC236}">
                  <a16:creationId xmlns:a16="http://schemas.microsoft.com/office/drawing/2014/main" id="{4CFA88F0-D4A0-883C-5348-609A62BC8F65}"/>
                </a:ext>
              </a:extLst>
            </p:cNvPr>
            <p:cNvSpPr/>
            <p:nvPr/>
          </p:nvSpPr>
          <p:spPr>
            <a:xfrm>
              <a:off x="1995687" y="1569770"/>
              <a:ext cx="1177533" cy="1549324"/>
            </a:xfrm>
            <a:custGeom>
              <a:avLst/>
              <a:gdLst/>
              <a:ahLst/>
              <a:cxnLst/>
              <a:rect l="l" t="t" r="r" b="b"/>
              <a:pathLst>
                <a:path w="62232" h="81881" extrusionOk="0">
                  <a:moveTo>
                    <a:pt x="1" y="1"/>
                  </a:moveTo>
                  <a:lnTo>
                    <a:pt x="1" y="81881"/>
                  </a:lnTo>
                  <a:lnTo>
                    <a:pt x="53585" y="81881"/>
                  </a:lnTo>
                  <a:lnTo>
                    <a:pt x="62232" y="73209"/>
                  </a:lnTo>
                  <a:lnTo>
                    <a:pt x="6223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63">
              <a:extLst>
                <a:ext uri="{FF2B5EF4-FFF2-40B4-BE49-F238E27FC236}">
                  <a16:creationId xmlns:a16="http://schemas.microsoft.com/office/drawing/2014/main" id="{50A7A116-748D-5999-915C-664519E86133}"/>
                </a:ext>
              </a:extLst>
            </p:cNvPr>
            <p:cNvSpPr/>
            <p:nvPr/>
          </p:nvSpPr>
          <p:spPr>
            <a:xfrm>
              <a:off x="1991902" y="1565986"/>
              <a:ext cx="1185593" cy="1556912"/>
            </a:xfrm>
            <a:custGeom>
              <a:avLst/>
              <a:gdLst/>
              <a:ahLst/>
              <a:cxnLst/>
              <a:rect l="l" t="t" r="r" b="b"/>
              <a:pathLst>
                <a:path w="62658" h="82282" extrusionOk="0">
                  <a:moveTo>
                    <a:pt x="62231" y="426"/>
                  </a:moveTo>
                  <a:lnTo>
                    <a:pt x="62231" y="73309"/>
                  </a:lnTo>
                  <a:lnTo>
                    <a:pt x="53660" y="81880"/>
                  </a:lnTo>
                  <a:lnTo>
                    <a:pt x="401" y="81880"/>
                  </a:lnTo>
                  <a:lnTo>
                    <a:pt x="401" y="426"/>
                  </a:lnTo>
                  <a:close/>
                  <a:moveTo>
                    <a:pt x="100" y="0"/>
                  </a:moveTo>
                  <a:cubicBezTo>
                    <a:pt x="0" y="101"/>
                    <a:pt x="0" y="101"/>
                    <a:pt x="0" y="201"/>
                  </a:cubicBezTo>
                  <a:lnTo>
                    <a:pt x="0" y="82081"/>
                  </a:lnTo>
                  <a:cubicBezTo>
                    <a:pt x="0" y="82081"/>
                    <a:pt x="0" y="82181"/>
                    <a:pt x="100" y="82181"/>
                  </a:cubicBezTo>
                  <a:lnTo>
                    <a:pt x="201" y="82281"/>
                  </a:lnTo>
                  <a:lnTo>
                    <a:pt x="53785" y="82281"/>
                  </a:lnTo>
                  <a:lnTo>
                    <a:pt x="53885" y="82181"/>
                  </a:lnTo>
                  <a:lnTo>
                    <a:pt x="62557" y="73509"/>
                  </a:lnTo>
                  <a:cubicBezTo>
                    <a:pt x="62657" y="73509"/>
                    <a:pt x="62657" y="73409"/>
                    <a:pt x="62657" y="73409"/>
                  </a:cubicBezTo>
                  <a:lnTo>
                    <a:pt x="62657" y="201"/>
                  </a:lnTo>
                  <a:cubicBezTo>
                    <a:pt x="62657" y="101"/>
                    <a:pt x="62657" y="101"/>
                    <a:pt x="62557"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63">
              <a:extLst>
                <a:ext uri="{FF2B5EF4-FFF2-40B4-BE49-F238E27FC236}">
                  <a16:creationId xmlns:a16="http://schemas.microsoft.com/office/drawing/2014/main" id="{680D1DF1-BE01-F316-E22C-B309918F94A0}"/>
                </a:ext>
              </a:extLst>
            </p:cNvPr>
            <p:cNvSpPr/>
            <p:nvPr/>
          </p:nvSpPr>
          <p:spPr>
            <a:xfrm>
              <a:off x="2043104" y="1615295"/>
              <a:ext cx="1082697" cy="1456381"/>
            </a:xfrm>
            <a:custGeom>
              <a:avLst/>
              <a:gdLst/>
              <a:ahLst/>
              <a:cxnLst/>
              <a:rect l="l" t="t" r="r" b="b"/>
              <a:pathLst>
                <a:path w="57220" h="76969" extrusionOk="0">
                  <a:moveTo>
                    <a:pt x="201" y="1"/>
                  </a:moveTo>
                  <a:lnTo>
                    <a:pt x="101" y="101"/>
                  </a:lnTo>
                  <a:cubicBezTo>
                    <a:pt x="1" y="101"/>
                    <a:pt x="1" y="226"/>
                    <a:pt x="1" y="226"/>
                  </a:cubicBezTo>
                  <a:lnTo>
                    <a:pt x="1" y="76768"/>
                  </a:lnTo>
                  <a:cubicBezTo>
                    <a:pt x="1" y="76768"/>
                    <a:pt x="1" y="76868"/>
                    <a:pt x="101" y="76868"/>
                  </a:cubicBezTo>
                  <a:cubicBezTo>
                    <a:pt x="101" y="76969"/>
                    <a:pt x="201" y="76969"/>
                    <a:pt x="201" y="76969"/>
                  </a:cubicBezTo>
                  <a:lnTo>
                    <a:pt x="51480" y="76969"/>
                  </a:lnTo>
                  <a:cubicBezTo>
                    <a:pt x="51705" y="76969"/>
                    <a:pt x="51705" y="76868"/>
                    <a:pt x="51705" y="76768"/>
                  </a:cubicBezTo>
                  <a:cubicBezTo>
                    <a:pt x="51705" y="76668"/>
                    <a:pt x="51705" y="76543"/>
                    <a:pt x="51480" y="76543"/>
                  </a:cubicBezTo>
                  <a:lnTo>
                    <a:pt x="427" y="76543"/>
                  </a:lnTo>
                  <a:lnTo>
                    <a:pt x="427" y="427"/>
                  </a:lnTo>
                  <a:lnTo>
                    <a:pt x="56818" y="427"/>
                  </a:lnTo>
                  <a:lnTo>
                    <a:pt x="56818" y="71029"/>
                  </a:lnTo>
                  <a:cubicBezTo>
                    <a:pt x="56818" y="71129"/>
                    <a:pt x="56919" y="71229"/>
                    <a:pt x="57019" y="71229"/>
                  </a:cubicBezTo>
                  <a:cubicBezTo>
                    <a:pt x="57119" y="71229"/>
                    <a:pt x="57219" y="71129"/>
                    <a:pt x="57219" y="71029"/>
                  </a:cubicBezTo>
                  <a:lnTo>
                    <a:pt x="57219" y="226"/>
                  </a:lnTo>
                  <a:cubicBezTo>
                    <a:pt x="57219" y="226"/>
                    <a:pt x="57219" y="101"/>
                    <a:pt x="57119" y="101"/>
                  </a:cubicBezTo>
                  <a:lnTo>
                    <a:pt x="57019" y="1"/>
                  </a:ln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63">
              <a:extLst>
                <a:ext uri="{FF2B5EF4-FFF2-40B4-BE49-F238E27FC236}">
                  <a16:creationId xmlns:a16="http://schemas.microsoft.com/office/drawing/2014/main" id="{9279154F-159C-4BFF-6FFE-A40ADFD42826}"/>
                </a:ext>
              </a:extLst>
            </p:cNvPr>
            <p:cNvSpPr/>
            <p:nvPr/>
          </p:nvSpPr>
          <p:spPr>
            <a:xfrm>
              <a:off x="3009585" y="2955005"/>
              <a:ext cx="163634" cy="164089"/>
            </a:xfrm>
            <a:custGeom>
              <a:avLst/>
              <a:gdLst/>
              <a:ahLst/>
              <a:cxnLst/>
              <a:rect l="l" t="t" r="r" b="b"/>
              <a:pathLst>
                <a:path w="8648" h="8672" extrusionOk="0">
                  <a:moveTo>
                    <a:pt x="1" y="0"/>
                  </a:moveTo>
                  <a:lnTo>
                    <a:pt x="1" y="8672"/>
                  </a:lnTo>
                  <a:lnTo>
                    <a:pt x="8648" y="0"/>
                  </a:lnTo>
                  <a:close/>
                </a:path>
              </a:pathLst>
            </a:custGeom>
            <a:solidFill>
              <a:srgbClr val="2A49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63">
              <a:extLst>
                <a:ext uri="{FF2B5EF4-FFF2-40B4-BE49-F238E27FC236}">
                  <a16:creationId xmlns:a16="http://schemas.microsoft.com/office/drawing/2014/main" id="{3DCA60F4-5F5A-11AE-5537-FFBA92EECF4E}"/>
                </a:ext>
              </a:extLst>
            </p:cNvPr>
            <p:cNvSpPr/>
            <p:nvPr/>
          </p:nvSpPr>
          <p:spPr>
            <a:xfrm>
              <a:off x="3005327" y="2951202"/>
              <a:ext cx="172168" cy="171222"/>
            </a:xfrm>
            <a:custGeom>
              <a:avLst/>
              <a:gdLst/>
              <a:ahLst/>
              <a:cxnLst/>
              <a:rect l="l" t="t" r="r" b="b"/>
              <a:pathLst>
                <a:path w="9099" h="9049" extrusionOk="0">
                  <a:moveTo>
                    <a:pt x="8371" y="427"/>
                  </a:moveTo>
                  <a:lnTo>
                    <a:pt x="426" y="8253"/>
                  </a:lnTo>
                  <a:lnTo>
                    <a:pt x="426" y="8253"/>
                  </a:lnTo>
                  <a:lnTo>
                    <a:pt x="426" y="427"/>
                  </a:lnTo>
                  <a:close/>
                  <a:moveTo>
                    <a:pt x="0" y="1"/>
                  </a:moveTo>
                  <a:lnTo>
                    <a:pt x="0" y="201"/>
                  </a:lnTo>
                  <a:lnTo>
                    <a:pt x="0" y="8873"/>
                  </a:lnTo>
                  <a:cubicBezTo>
                    <a:pt x="0" y="8873"/>
                    <a:pt x="0" y="8973"/>
                    <a:pt x="101" y="8973"/>
                  </a:cubicBezTo>
                  <a:cubicBezTo>
                    <a:pt x="163" y="9023"/>
                    <a:pt x="220" y="9048"/>
                    <a:pt x="260" y="9048"/>
                  </a:cubicBezTo>
                  <a:cubicBezTo>
                    <a:pt x="301" y="9048"/>
                    <a:pt x="326" y="9023"/>
                    <a:pt x="326" y="8973"/>
                  </a:cubicBezTo>
                  <a:lnTo>
                    <a:pt x="8998" y="301"/>
                  </a:lnTo>
                  <a:cubicBezTo>
                    <a:pt x="9098" y="301"/>
                    <a:pt x="9098" y="201"/>
                    <a:pt x="9098" y="101"/>
                  </a:cubicBezTo>
                  <a:cubicBezTo>
                    <a:pt x="8998" y="1"/>
                    <a:pt x="8998" y="1"/>
                    <a:pt x="8873" y="1"/>
                  </a:cubicBezTo>
                  <a:close/>
                </a:path>
              </a:pathLst>
            </a:custGeom>
            <a:solidFill>
              <a:srgbClr val="2A49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63">
              <a:extLst>
                <a:ext uri="{FF2B5EF4-FFF2-40B4-BE49-F238E27FC236}">
                  <a16:creationId xmlns:a16="http://schemas.microsoft.com/office/drawing/2014/main" id="{56EDA75E-DDC7-5BB6-2A70-46EA939FB034}"/>
                </a:ext>
              </a:extLst>
            </p:cNvPr>
            <p:cNvSpPr/>
            <p:nvPr/>
          </p:nvSpPr>
          <p:spPr>
            <a:xfrm>
              <a:off x="3009585" y="2955005"/>
              <a:ext cx="163634" cy="164089"/>
            </a:xfrm>
            <a:custGeom>
              <a:avLst/>
              <a:gdLst/>
              <a:ahLst/>
              <a:cxnLst/>
              <a:rect l="l" t="t" r="r" b="b"/>
              <a:pathLst>
                <a:path w="8648" h="8672" extrusionOk="0">
                  <a:moveTo>
                    <a:pt x="1" y="0"/>
                  </a:moveTo>
                  <a:lnTo>
                    <a:pt x="1" y="8672"/>
                  </a:lnTo>
                  <a:lnTo>
                    <a:pt x="86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63">
              <a:extLst>
                <a:ext uri="{FF2B5EF4-FFF2-40B4-BE49-F238E27FC236}">
                  <a16:creationId xmlns:a16="http://schemas.microsoft.com/office/drawing/2014/main" id="{5DBB8543-BEF2-9129-2419-E976FF4712D6}"/>
                </a:ext>
              </a:extLst>
            </p:cNvPr>
            <p:cNvSpPr/>
            <p:nvPr/>
          </p:nvSpPr>
          <p:spPr>
            <a:xfrm>
              <a:off x="3005327" y="2951202"/>
              <a:ext cx="172168" cy="171222"/>
            </a:xfrm>
            <a:custGeom>
              <a:avLst/>
              <a:gdLst/>
              <a:ahLst/>
              <a:cxnLst/>
              <a:rect l="l" t="t" r="r" b="b"/>
              <a:pathLst>
                <a:path w="9099" h="9049" extrusionOk="0">
                  <a:moveTo>
                    <a:pt x="8371" y="427"/>
                  </a:moveTo>
                  <a:lnTo>
                    <a:pt x="426" y="8253"/>
                  </a:lnTo>
                  <a:lnTo>
                    <a:pt x="426" y="8253"/>
                  </a:lnTo>
                  <a:lnTo>
                    <a:pt x="426" y="427"/>
                  </a:lnTo>
                  <a:close/>
                  <a:moveTo>
                    <a:pt x="0" y="1"/>
                  </a:moveTo>
                  <a:lnTo>
                    <a:pt x="0" y="201"/>
                  </a:lnTo>
                  <a:lnTo>
                    <a:pt x="0" y="8873"/>
                  </a:lnTo>
                  <a:cubicBezTo>
                    <a:pt x="0" y="8873"/>
                    <a:pt x="0" y="8973"/>
                    <a:pt x="101" y="8973"/>
                  </a:cubicBezTo>
                  <a:cubicBezTo>
                    <a:pt x="163" y="9023"/>
                    <a:pt x="220" y="9048"/>
                    <a:pt x="260" y="9048"/>
                  </a:cubicBezTo>
                  <a:cubicBezTo>
                    <a:pt x="301" y="9048"/>
                    <a:pt x="326" y="9023"/>
                    <a:pt x="326" y="8973"/>
                  </a:cubicBezTo>
                  <a:lnTo>
                    <a:pt x="8998" y="301"/>
                  </a:lnTo>
                  <a:cubicBezTo>
                    <a:pt x="9098" y="301"/>
                    <a:pt x="9098" y="201"/>
                    <a:pt x="9098" y="101"/>
                  </a:cubicBezTo>
                  <a:cubicBezTo>
                    <a:pt x="8998" y="1"/>
                    <a:pt x="8998" y="1"/>
                    <a:pt x="887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63">
              <a:extLst>
                <a:ext uri="{FF2B5EF4-FFF2-40B4-BE49-F238E27FC236}">
                  <a16:creationId xmlns:a16="http://schemas.microsoft.com/office/drawing/2014/main" id="{55E71FED-FA07-16DF-F297-89AB9EF4C01D}"/>
                </a:ext>
              </a:extLst>
            </p:cNvPr>
            <p:cNvSpPr/>
            <p:nvPr/>
          </p:nvSpPr>
          <p:spPr>
            <a:xfrm>
              <a:off x="2163560" y="2208092"/>
              <a:ext cx="841787" cy="8080"/>
            </a:xfrm>
            <a:custGeom>
              <a:avLst/>
              <a:gdLst/>
              <a:ahLst/>
              <a:cxnLst/>
              <a:rect l="l" t="t" r="r" b="b"/>
              <a:pathLst>
                <a:path w="44488" h="427" extrusionOk="0">
                  <a:moveTo>
                    <a:pt x="1" y="0"/>
                  </a:moveTo>
                  <a:lnTo>
                    <a:pt x="1" y="426"/>
                  </a:lnTo>
                  <a:lnTo>
                    <a:pt x="44487" y="426"/>
                  </a:lnTo>
                  <a:lnTo>
                    <a:pt x="4448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63">
              <a:extLst>
                <a:ext uri="{FF2B5EF4-FFF2-40B4-BE49-F238E27FC236}">
                  <a16:creationId xmlns:a16="http://schemas.microsoft.com/office/drawing/2014/main" id="{0DEE05AB-E069-F84B-04D7-34C25A4C629F}"/>
                </a:ext>
              </a:extLst>
            </p:cNvPr>
            <p:cNvSpPr/>
            <p:nvPr/>
          </p:nvSpPr>
          <p:spPr>
            <a:xfrm>
              <a:off x="2163560" y="2281111"/>
              <a:ext cx="841787" cy="8098"/>
            </a:xfrm>
            <a:custGeom>
              <a:avLst/>
              <a:gdLst/>
              <a:ahLst/>
              <a:cxnLst/>
              <a:rect l="l" t="t" r="r" b="b"/>
              <a:pathLst>
                <a:path w="44488" h="428" extrusionOk="0">
                  <a:moveTo>
                    <a:pt x="1" y="1"/>
                  </a:moveTo>
                  <a:lnTo>
                    <a:pt x="1" y="427"/>
                  </a:lnTo>
                  <a:lnTo>
                    <a:pt x="44487" y="427"/>
                  </a:lnTo>
                  <a:lnTo>
                    <a:pt x="4448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63">
              <a:extLst>
                <a:ext uri="{FF2B5EF4-FFF2-40B4-BE49-F238E27FC236}">
                  <a16:creationId xmlns:a16="http://schemas.microsoft.com/office/drawing/2014/main" id="{16BA2081-32B9-50FD-E719-9A2F93B44FA5}"/>
                </a:ext>
              </a:extLst>
            </p:cNvPr>
            <p:cNvSpPr/>
            <p:nvPr/>
          </p:nvSpPr>
          <p:spPr>
            <a:xfrm>
              <a:off x="2163560" y="2133162"/>
              <a:ext cx="841787" cy="8080"/>
            </a:xfrm>
            <a:custGeom>
              <a:avLst/>
              <a:gdLst/>
              <a:ahLst/>
              <a:cxnLst/>
              <a:rect l="l" t="t" r="r" b="b"/>
              <a:pathLst>
                <a:path w="44488" h="427" extrusionOk="0">
                  <a:moveTo>
                    <a:pt x="1" y="0"/>
                  </a:moveTo>
                  <a:lnTo>
                    <a:pt x="1" y="426"/>
                  </a:lnTo>
                  <a:lnTo>
                    <a:pt x="44487" y="426"/>
                  </a:lnTo>
                  <a:lnTo>
                    <a:pt x="4448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63">
              <a:extLst>
                <a:ext uri="{FF2B5EF4-FFF2-40B4-BE49-F238E27FC236}">
                  <a16:creationId xmlns:a16="http://schemas.microsoft.com/office/drawing/2014/main" id="{7DE53E7B-AC3A-EE05-D880-F7A396DB1642}"/>
                </a:ext>
              </a:extLst>
            </p:cNvPr>
            <p:cNvSpPr/>
            <p:nvPr/>
          </p:nvSpPr>
          <p:spPr>
            <a:xfrm>
              <a:off x="2163560" y="2354621"/>
              <a:ext cx="841787" cy="7607"/>
            </a:xfrm>
            <a:custGeom>
              <a:avLst/>
              <a:gdLst/>
              <a:ahLst/>
              <a:cxnLst/>
              <a:rect l="l" t="t" r="r" b="b"/>
              <a:pathLst>
                <a:path w="44488" h="402" extrusionOk="0">
                  <a:moveTo>
                    <a:pt x="1" y="1"/>
                  </a:moveTo>
                  <a:lnTo>
                    <a:pt x="1" y="402"/>
                  </a:lnTo>
                  <a:lnTo>
                    <a:pt x="44487" y="402"/>
                  </a:lnTo>
                  <a:lnTo>
                    <a:pt x="4448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63">
              <a:extLst>
                <a:ext uri="{FF2B5EF4-FFF2-40B4-BE49-F238E27FC236}">
                  <a16:creationId xmlns:a16="http://schemas.microsoft.com/office/drawing/2014/main" id="{2E03C83A-B5EF-160D-7C0A-3BDB4A855C44}"/>
                </a:ext>
              </a:extLst>
            </p:cNvPr>
            <p:cNvSpPr/>
            <p:nvPr/>
          </p:nvSpPr>
          <p:spPr>
            <a:xfrm>
              <a:off x="2163560" y="2429551"/>
              <a:ext cx="841787" cy="8080"/>
            </a:xfrm>
            <a:custGeom>
              <a:avLst/>
              <a:gdLst/>
              <a:ahLst/>
              <a:cxnLst/>
              <a:rect l="l" t="t" r="r" b="b"/>
              <a:pathLst>
                <a:path w="44488" h="427" extrusionOk="0">
                  <a:moveTo>
                    <a:pt x="1" y="1"/>
                  </a:moveTo>
                  <a:lnTo>
                    <a:pt x="1" y="427"/>
                  </a:lnTo>
                  <a:lnTo>
                    <a:pt x="44487" y="427"/>
                  </a:lnTo>
                  <a:lnTo>
                    <a:pt x="4448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63">
              <a:extLst>
                <a:ext uri="{FF2B5EF4-FFF2-40B4-BE49-F238E27FC236}">
                  <a16:creationId xmlns:a16="http://schemas.microsoft.com/office/drawing/2014/main" id="{F3299160-BFBC-E778-5C93-F6ADFCA7F368}"/>
                </a:ext>
              </a:extLst>
            </p:cNvPr>
            <p:cNvSpPr/>
            <p:nvPr/>
          </p:nvSpPr>
          <p:spPr>
            <a:xfrm>
              <a:off x="2288291" y="2502589"/>
              <a:ext cx="592797" cy="8080"/>
            </a:xfrm>
            <a:custGeom>
              <a:avLst/>
              <a:gdLst/>
              <a:ahLst/>
              <a:cxnLst/>
              <a:rect l="l" t="t" r="r" b="b"/>
              <a:pathLst>
                <a:path w="31329" h="427" extrusionOk="0">
                  <a:moveTo>
                    <a:pt x="0" y="0"/>
                  </a:moveTo>
                  <a:lnTo>
                    <a:pt x="0" y="426"/>
                  </a:lnTo>
                  <a:lnTo>
                    <a:pt x="31329" y="426"/>
                  </a:lnTo>
                  <a:lnTo>
                    <a:pt x="3132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63">
              <a:extLst>
                <a:ext uri="{FF2B5EF4-FFF2-40B4-BE49-F238E27FC236}">
                  <a16:creationId xmlns:a16="http://schemas.microsoft.com/office/drawing/2014/main" id="{1A7D10AE-8B08-6EE4-8EA1-5545DF9C0FAD}"/>
                </a:ext>
              </a:extLst>
            </p:cNvPr>
            <p:cNvSpPr/>
            <p:nvPr/>
          </p:nvSpPr>
          <p:spPr>
            <a:xfrm>
              <a:off x="2163560" y="1735751"/>
              <a:ext cx="399323" cy="8080"/>
            </a:xfrm>
            <a:custGeom>
              <a:avLst/>
              <a:gdLst/>
              <a:ahLst/>
              <a:cxnLst/>
              <a:rect l="l" t="t" r="r" b="b"/>
              <a:pathLst>
                <a:path w="21104" h="427" extrusionOk="0">
                  <a:moveTo>
                    <a:pt x="1" y="1"/>
                  </a:moveTo>
                  <a:lnTo>
                    <a:pt x="1" y="427"/>
                  </a:lnTo>
                  <a:lnTo>
                    <a:pt x="21104" y="427"/>
                  </a:lnTo>
                  <a:lnTo>
                    <a:pt x="2110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63">
              <a:extLst>
                <a:ext uri="{FF2B5EF4-FFF2-40B4-BE49-F238E27FC236}">
                  <a16:creationId xmlns:a16="http://schemas.microsoft.com/office/drawing/2014/main" id="{56CB28F8-70E8-E7E8-7ECF-833CCCD14F2F}"/>
                </a:ext>
              </a:extLst>
            </p:cNvPr>
            <p:cNvSpPr/>
            <p:nvPr/>
          </p:nvSpPr>
          <p:spPr>
            <a:xfrm>
              <a:off x="2163560" y="1787445"/>
              <a:ext cx="316332" cy="7607"/>
            </a:xfrm>
            <a:custGeom>
              <a:avLst/>
              <a:gdLst/>
              <a:ahLst/>
              <a:cxnLst/>
              <a:rect l="l" t="t" r="r" b="b"/>
              <a:pathLst>
                <a:path w="16718" h="402" extrusionOk="0">
                  <a:moveTo>
                    <a:pt x="1" y="1"/>
                  </a:moveTo>
                  <a:lnTo>
                    <a:pt x="1" y="402"/>
                  </a:lnTo>
                  <a:lnTo>
                    <a:pt x="16718" y="402"/>
                  </a:lnTo>
                  <a:lnTo>
                    <a:pt x="167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63">
              <a:extLst>
                <a:ext uri="{FF2B5EF4-FFF2-40B4-BE49-F238E27FC236}">
                  <a16:creationId xmlns:a16="http://schemas.microsoft.com/office/drawing/2014/main" id="{9873FFC9-8FE2-E4B3-C156-5BB9DC3E45FD}"/>
                </a:ext>
              </a:extLst>
            </p:cNvPr>
            <p:cNvSpPr/>
            <p:nvPr/>
          </p:nvSpPr>
          <p:spPr>
            <a:xfrm>
              <a:off x="2456164" y="2808930"/>
              <a:ext cx="147986" cy="179756"/>
            </a:xfrm>
            <a:custGeom>
              <a:avLst/>
              <a:gdLst/>
              <a:ahLst/>
              <a:cxnLst/>
              <a:rect l="l" t="t" r="r" b="b"/>
              <a:pathLst>
                <a:path w="7821" h="9500" extrusionOk="0">
                  <a:moveTo>
                    <a:pt x="3033" y="1"/>
                  </a:moveTo>
                  <a:lnTo>
                    <a:pt x="1" y="7620"/>
                  </a:lnTo>
                  <a:lnTo>
                    <a:pt x="2808" y="7520"/>
                  </a:lnTo>
                  <a:lnTo>
                    <a:pt x="4687" y="9500"/>
                  </a:lnTo>
                  <a:lnTo>
                    <a:pt x="7820" y="1881"/>
                  </a:lnTo>
                  <a:lnTo>
                    <a:pt x="303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63">
              <a:extLst>
                <a:ext uri="{FF2B5EF4-FFF2-40B4-BE49-F238E27FC236}">
                  <a16:creationId xmlns:a16="http://schemas.microsoft.com/office/drawing/2014/main" id="{1D040B0C-1D07-B22C-FB08-6E832387167C}"/>
                </a:ext>
              </a:extLst>
            </p:cNvPr>
            <p:cNvSpPr/>
            <p:nvPr/>
          </p:nvSpPr>
          <p:spPr>
            <a:xfrm>
              <a:off x="2449996" y="2802781"/>
              <a:ext cx="160323" cy="193966"/>
            </a:xfrm>
            <a:custGeom>
              <a:avLst/>
              <a:gdLst/>
              <a:ahLst/>
              <a:cxnLst/>
              <a:rect l="l" t="t" r="r" b="b"/>
              <a:pathLst>
                <a:path w="8473" h="10251" extrusionOk="0">
                  <a:moveTo>
                    <a:pt x="3459" y="627"/>
                  </a:moveTo>
                  <a:lnTo>
                    <a:pt x="7845" y="2306"/>
                  </a:lnTo>
                  <a:lnTo>
                    <a:pt x="5009" y="9483"/>
                  </a:lnTo>
                  <a:lnTo>
                    <a:pt x="3259" y="7644"/>
                  </a:lnTo>
                  <a:lnTo>
                    <a:pt x="627" y="7744"/>
                  </a:lnTo>
                  <a:lnTo>
                    <a:pt x="3459" y="627"/>
                  </a:lnTo>
                  <a:close/>
                  <a:moveTo>
                    <a:pt x="3259" y="0"/>
                  </a:moveTo>
                  <a:lnTo>
                    <a:pt x="1" y="8145"/>
                  </a:lnTo>
                  <a:lnTo>
                    <a:pt x="1" y="8145"/>
                  </a:lnTo>
                  <a:lnTo>
                    <a:pt x="3033" y="8045"/>
                  </a:lnTo>
                  <a:lnTo>
                    <a:pt x="5139" y="10251"/>
                  </a:lnTo>
                  <a:lnTo>
                    <a:pt x="5239" y="9925"/>
                  </a:lnTo>
                  <a:lnTo>
                    <a:pt x="8472" y="2105"/>
                  </a:lnTo>
                  <a:lnTo>
                    <a:pt x="3259" y="0"/>
                  </a:ln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63">
              <a:extLst>
                <a:ext uri="{FF2B5EF4-FFF2-40B4-BE49-F238E27FC236}">
                  <a16:creationId xmlns:a16="http://schemas.microsoft.com/office/drawing/2014/main" id="{EE2D7F23-3DAE-C534-8869-1F437D0CCD90}"/>
                </a:ext>
              </a:extLst>
            </p:cNvPr>
            <p:cNvSpPr/>
            <p:nvPr/>
          </p:nvSpPr>
          <p:spPr>
            <a:xfrm>
              <a:off x="2564774" y="2808930"/>
              <a:ext cx="148440" cy="179756"/>
            </a:xfrm>
            <a:custGeom>
              <a:avLst/>
              <a:gdLst/>
              <a:ahLst/>
              <a:cxnLst/>
              <a:rect l="l" t="t" r="r" b="b"/>
              <a:pathLst>
                <a:path w="7845" h="9500" extrusionOk="0">
                  <a:moveTo>
                    <a:pt x="4812" y="1"/>
                  </a:moveTo>
                  <a:lnTo>
                    <a:pt x="0" y="1881"/>
                  </a:lnTo>
                  <a:lnTo>
                    <a:pt x="3033" y="9500"/>
                  </a:lnTo>
                  <a:lnTo>
                    <a:pt x="5013" y="7520"/>
                  </a:lnTo>
                  <a:lnTo>
                    <a:pt x="7845" y="7620"/>
                  </a:lnTo>
                  <a:lnTo>
                    <a:pt x="7845" y="7620"/>
                  </a:lnTo>
                  <a:lnTo>
                    <a:pt x="481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63">
              <a:extLst>
                <a:ext uri="{FF2B5EF4-FFF2-40B4-BE49-F238E27FC236}">
                  <a16:creationId xmlns:a16="http://schemas.microsoft.com/office/drawing/2014/main" id="{251F89E0-49BC-B6EC-1010-55D43DFC5F04}"/>
                </a:ext>
              </a:extLst>
            </p:cNvPr>
            <p:cNvSpPr/>
            <p:nvPr/>
          </p:nvSpPr>
          <p:spPr>
            <a:xfrm>
              <a:off x="2559079" y="2802781"/>
              <a:ext cx="159831" cy="193966"/>
            </a:xfrm>
            <a:custGeom>
              <a:avLst/>
              <a:gdLst/>
              <a:ahLst/>
              <a:cxnLst/>
              <a:rect l="l" t="t" r="r" b="b"/>
              <a:pathLst>
                <a:path w="8447" h="10251" extrusionOk="0">
                  <a:moveTo>
                    <a:pt x="5013" y="627"/>
                  </a:moveTo>
                  <a:lnTo>
                    <a:pt x="7820" y="7744"/>
                  </a:lnTo>
                  <a:lnTo>
                    <a:pt x="5213" y="7644"/>
                  </a:lnTo>
                  <a:lnTo>
                    <a:pt x="3421" y="9436"/>
                  </a:lnTo>
                  <a:lnTo>
                    <a:pt x="3421" y="9436"/>
                  </a:lnTo>
                  <a:lnTo>
                    <a:pt x="627" y="2306"/>
                  </a:lnTo>
                  <a:lnTo>
                    <a:pt x="5013" y="627"/>
                  </a:lnTo>
                  <a:close/>
                  <a:moveTo>
                    <a:pt x="5213" y="0"/>
                  </a:moveTo>
                  <a:lnTo>
                    <a:pt x="0" y="2105"/>
                  </a:lnTo>
                  <a:lnTo>
                    <a:pt x="3233" y="10251"/>
                  </a:lnTo>
                  <a:lnTo>
                    <a:pt x="3434" y="10025"/>
                  </a:lnTo>
                  <a:lnTo>
                    <a:pt x="5314" y="8045"/>
                  </a:lnTo>
                  <a:lnTo>
                    <a:pt x="8446" y="8145"/>
                  </a:lnTo>
                  <a:lnTo>
                    <a:pt x="5213" y="0"/>
                  </a:ln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63">
              <a:extLst>
                <a:ext uri="{FF2B5EF4-FFF2-40B4-BE49-F238E27FC236}">
                  <a16:creationId xmlns:a16="http://schemas.microsoft.com/office/drawing/2014/main" id="{CB084349-6685-4249-8AE8-B95BB4C8AF0F}"/>
                </a:ext>
              </a:extLst>
            </p:cNvPr>
            <p:cNvSpPr/>
            <p:nvPr/>
          </p:nvSpPr>
          <p:spPr>
            <a:xfrm>
              <a:off x="2436258" y="2595532"/>
              <a:ext cx="296408" cy="300211"/>
            </a:xfrm>
            <a:custGeom>
              <a:avLst/>
              <a:gdLst/>
              <a:ahLst/>
              <a:cxnLst/>
              <a:rect l="l" t="t" r="r" b="b"/>
              <a:pathLst>
                <a:path w="15665" h="15866" extrusionOk="0">
                  <a:moveTo>
                    <a:pt x="7845" y="1"/>
                  </a:moveTo>
                  <a:lnTo>
                    <a:pt x="6491" y="527"/>
                  </a:lnTo>
                  <a:lnTo>
                    <a:pt x="5113" y="527"/>
                  </a:lnTo>
                  <a:lnTo>
                    <a:pt x="4085" y="1454"/>
                  </a:lnTo>
                  <a:lnTo>
                    <a:pt x="2732" y="1880"/>
                  </a:lnTo>
                  <a:lnTo>
                    <a:pt x="2105" y="3133"/>
                  </a:lnTo>
                  <a:lnTo>
                    <a:pt x="952" y="3961"/>
                  </a:lnTo>
                  <a:lnTo>
                    <a:pt x="727" y="5314"/>
                  </a:lnTo>
                  <a:lnTo>
                    <a:pt x="0" y="6567"/>
                  </a:lnTo>
                  <a:lnTo>
                    <a:pt x="326" y="7946"/>
                  </a:lnTo>
                  <a:lnTo>
                    <a:pt x="0" y="9299"/>
                  </a:lnTo>
                  <a:lnTo>
                    <a:pt x="727" y="10552"/>
                  </a:lnTo>
                  <a:lnTo>
                    <a:pt x="952" y="11905"/>
                  </a:lnTo>
                  <a:lnTo>
                    <a:pt x="2105" y="12833"/>
                  </a:lnTo>
                  <a:lnTo>
                    <a:pt x="2732" y="14086"/>
                  </a:lnTo>
                  <a:lnTo>
                    <a:pt x="4085" y="14512"/>
                  </a:lnTo>
                  <a:lnTo>
                    <a:pt x="5113" y="15464"/>
                  </a:lnTo>
                  <a:lnTo>
                    <a:pt x="6491" y="15339"/>
                  </a:lnTo>
                  <a:lnTo>
                    <a:pt x="7845" y="15865"/>
                  </a:lnTo>
                  <a:lnTo>
                    <a:pt x="9198" y="15339"/>
                  </a:lnTo>
                  <a:lnTo>
                    <a:pt x="10551" y="15464"/>
                  </a:lnTo>
                  <a:lnTo>
                    <a:pt x="11604" y="14512"/>
                  </a:lnTo>
                  <a:lnTo>
                    <a:pt x="12957" y="14086"/>
                  </a:lnTo>
                  <a:lnTo>
                    <a:pt x="13584" y="12833"/>
                  </a:lnTo>
                  <a:lnTo>
                    <a:pt x="14737" y="11905"/>
                  </a:lnTo>
                  <a:lnTo>
                    <a:pt x="14937" y="10552"/>
                  </a:lnTo>
                  <a:lnTo>
                    <a:pt x="15664" y="9299"/>
                  </a:lnTo>
                  <a:lnTo>
                    <a:pt x="15363" y="7946"/>
                  </a:lnTo>
                  <a:lnTo>
                    <a:pt x="15664" y="6567"/>
                  </a:lnTo>
                  <a:lnTo>
                    <a:pt x="14937" y="5314"/>
                  </a:lnTo>
                  <a:lnTo>
                    <a:pt x="14737" y="3961"/>
                  </a:lnTo>
                  <a:lnTo>
                    <a:pt x="13584" y="3133"/>
                  </a:lnTo>
                  <a:lnTo>
                    <a:pt x="12957" y="1880"/>
                  </a:lnTo>
                  <a:lnTo>
                    <a:pt x="11604" y="1454"/>
                  </a:lnTo>
                  <a:lnTo>
                    <a:pt x="10551" y="527"/>
                  </a:lnTo>
                  <a:lnTo>
                    <a:pt x="9198" y="527"/>
                  </a:lnTo>
                  <a:lnTo>
                    <a:pt x="784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63">
              <a:extLst>
                <a:ext uri="{FF2B5EF4-FFF2-40B4-BE49-F238E27FC236}">
                  <a16:creationId xmlns:a16="http://schemas.microsoft.com/office/drawing/2014/main" id="{91A303C3-1FF7-9E41-92A8-F34E21630741}"/>
                </a:ext>
              </a:extLst>
            </p:cNvPr>
            <p:cNvSpPr/>
            <p:nvPr/>
          </p:nvSpPr>
          <p:spPr>
            <a:xfrm>
              <a:off x="2432455" y="2591747"/>
              <a:ext cx="304468" cy="310164"/>
            </a:xfrm>
            <a:custGeom>
              <a:avLst/>
              <a:gdLst/>
              <a:ahLst/>
              <a:cxnLst/>
              <a:rect l="l" t="t" r="r" b="b"/>
              <a:pathLst>
                <a:path w="16091" h="16392" extrusionOk="0">
                  <a:moveTo>
                    <a:pt x="8046" y="401"/>
                  </a:moveTo>
                  <a:lnTo>
                    <a:pt x="9299" y="927"/>
                  </a:lnTo>
                  <a:lnTo>
                    <a:pt x="10652" y="927"/>
                  </a:lnTo>
                  <a:lnTo>
                    <a:pt x="11705" y="1755"/>
                  </a:lnTo>
                  <a:lnTo>
                    <a:pt x="13058" y="2181"/>
                  </a:lnTo>
                  <a:lnTo>
                    <a:pt x="13685" y="3434"/>
                  </a:lnTo>
                  <a:lnTo>
                    <a:pt x="14712" y="4261"/>
                  </a:lnTo>
                  <a:lnTo>
                    <a:pt x="14938" y="5639"/>
                  </a:lnTo>
                  <a:lnTo>
                    <a:pt x="15665" y="6767"/>
                  </a:lnTo>
                  <a:lnTo>
                    <a:pt x="15339" y="8146"/>
                  </a:lnTo>
                  <a:lnTo>
                    <a:pt x="15339" y="8246"/>
                  </a:lnTo>
                  <a:lnTo>
                    <a:pt x="15665" y="9499"/>
                  </a:lnTo>
                  <a:lnTo>
                    <a:pt x="14938" y="10652"/>
                  </a:lnTo>
                  <a:lnTo>
                    <a:pt x="14712" y="12005"/>
                  </a:lnTo>
                  <a:lnTo>
                    <a:pt x="13685" y="12832"/>
                  </a:lnTo>
                  <a:lnTo>
                    <a:pt x="13058" y="14085"/>
                  </a:lnTo>
                  <a:lnTo>
                    <a:pt x="11705" y="14511"/>
                  </a:lnTo>
                  <a:lnTo>
                    <a:pt x="10652" y="15439"/>
                  </a:lnTo>
                  <a:lnTo>
                    <a:pt x="9299" y="15339"/>
                  </a:lnTo>
                  <a:lnTo>
                    <a:pt x="8046" y="15865"/>
                  </a:lnTo>
                  <a:lnTo>
                    <a:pt x="6793" y="15339"/>
                  </a:lnTo>
                  <a:lnTo>
                    <a:pt x="5439" y="15439"/>
                  </a:lnTo>
                  <a:lnTo>
                    <a:pt x="4386" y="14511"/>
                  </a:lnTo>
                  <a:lnTo>
                    <a:pt x="3033" y="14085"/>
                  </a:lnTo>
                  <a:lnTo>
                    <a:pt x="2407" y="12832"/>
                  </a:lnTo>
                  <a:lnTo>
                    <a:pt x="1354" y="12005"/>
                  </a:lnTo>
                  <a:lnTo>
                    <a:pt x="1153" y="10652"/>
                  </a:lnTo>
                  <a:lnTo>
                    <a:pt x="427" y="9499"/>
                  </a:lnTo>
                  <a:lnTo>
                    <a:pt x="727" y="8146"/>
                  </a:lnTo>
                  <a:lnTo>
                    <a:pt x="427" y="6767"/>
                  </a:lnTo>
                  <a:lnTo>
                    <a:pt x="1153" y="5639"/>
                  </a:lnTo>
                  <a:lnTo>
                    <a:pt x="1354" y="4261"/>
                  </a:lnTo>
                  <a:lnTo>
                    <a:pt x="2407" y="3434"/>
                  </a:lnTo>
                  <a:lnTo>
                    <a:pt x="3033" y="2181"/>
                  </a:lnTo>
                  <a:lnTo>
                    <a:pt x="4386" y="1755"/>
                  </a:lnTo>
                  <a:lnTo>
                    <a:pt x="5439" y="927"/>
                  </a:lnTo>
                  <a:lnTo>
                    <a:pt x="6793" y="927"/>
                  </a:lnTo>
                  <a:lnTo>
                    <a:pt x="8046" y="401"/>
                  </a:lnTo>
                  <a:close/>
                  <a:moveTo>
                    <a:pt x="8046" y="0"/>
                  </a:moveTo>
                  <a:lnTo>
                    <a:pt x="6692" y="501"/>
                  </a:lnTo>
                  <a:lnTo>
                    <a:pt x="5214" y="501"/>
                  </a:lnTo>
                  <a:lnTo>
                    <a:pt x="4186" y="1454"/>
                  </a:lnTo>
                  <a:lnTo>
                    <a:pt x="2808" y="1880"/>
                  </a:lnTo>
                  <a:lnTo>
                    <a:pt x="2081" y="3133"/>
                  </a:lnTo>
                  <a:lnTo>
                    <a:pt x="928" y="4060"/>
                  </a:lnTo>
                  <a:lnTo>
                    <a:pt x="727" y="5514"/>
                  </a:lnTo>
                  <a:lnTo>
                    <a:pt x="1" y="6767"/>
                  </a:lnTo>
                  <a:lnTo>
                    <a:pt x="301" y="8146"/>
                  </a:lnTo>
                  <a:lnTo>
                    <a:pt x="1" y="9599"/>
                  </a:lnTo>
                  <a:lnTo>
                    <a:pt x="727" y="10852"/>
                  </a:lnTo>
                  <a:lnTo>
                    <a:pt x="928" y="12206"/>
                  </a:lnTo>
                  <a:lnTo>
                    <a:pt x="2081" y="13158"/>
                  </a:lnTo>
                  <a:lnTo>
                    <a:pt x="2808" y="14411"/>
                  </a:lnTo>
                  <a:lnTo>
                    <a:pt x="4186" y="14912"/>
                  </a:lnTo>
                  <a:lnTo>
                    <a:pt x="5214" y="15865"/>
                  </a:lnTo>
                  <a:lnTo>
                    <a:pt x="6692" y="15765"/>
                  </a:lnTo>
                  <a:lnTo>
                    <a:pt x="8046" y="16391"/>
                  </a:lnTo>
                  <a:lnTo>
                    <a:pt x="9399" y="15765"/>
                  </a:lnTo>
                  <a:lnTo>
                    <a:pt x="10853" y="15865"/>
                  </a:lnTo>
                  <a:lnTo>
                    <a:pt x="11905" y="14912"/>
                  </a:lnTo>
                  <a:lnTo>
                    <a:pt x="13259" y="14411"/>
                  </a:lnTo>
                  <a:lnTo>
                    <a:pt x="13986" y="13158"/>
                  </a:lnTo>
                  <a:lnTo>
                    <a:pt x="15138" y="12206"/>
                  </a:lnTo>
                  <a:lnTo>
                    <a:pt x="15339" y="10852"/>
                  </a:lnTo>
                  <a:lnTo>
                    <a:pt x="16091" y="9599"/>
                  </a:lnTo>
                  <a:lnTo>
                    <a:pt x="15776" y="8195"/>
                  </a:lnTo>
                  <a:lnTo>
                    <a:pt x="16091" y="6767"/>
                  </a:lnTo>
                  <a:lnTo>
                    <a:pt x="15339" y="5514"/>
                  </a:lnTo>
                  <a:lnTo>
                    <a:pt x="15138" y="4060"/>
                  </a:lnTo>
                  <a:lnTo>
                    <a:pt x="13986" y="3133"/>
                  </a:lnTo>
                  <a:lnTo>
                    <a:pt x="13259" y="1880"/>
                  </a:lnTo>
                  <a:lnTo>
                    <a:pt x="11905" y="1454"/>
                  </a:lnTo>
                  <a:lnTo>
                    <a:pt x="10853" y="501"/>
                  </a:lnTo>
                  <a:lnTo>
                    <a:pt x="9399" y="501"/>
                  </a:lnTo>
                  <a:lnTo>
                    <a:pt x="8046" y="0"/>
                  </a:ln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63">
              <a:extLst>
                <a:ext uri="{FF2B5EF4-FFF2-40B4-BE49-F238E27FC236}">
                  <a16:creationId xmlns:a16="http://schemas.microsoft.com/office/drawing/2014/main" id="{1E9217F2-70A7-263A-A225-49FBD48E489A}"/>
                </a:ext>
              </a:extLst>
            </p:cNvPr>
            <p:cNvSpPr/>
            <p:nvPr/>
          </p:nvSpPr>
          <p:spPr>
            <a:xfrm>
              <a:off x="2479873" y="2642949"/>
              <a:ext cx="209633" cy="207268"/>
            </a:xfrm>
            <a:custGeom>
              <a:avLst/>
              <a:gdLst/>
              <a:ahLst/>
              <a:cxnLst/>
              <a:rect l="l" t="t" r="r" b="b"/>
              <a:pathLst>
                <a:path w="11079" h="10954" extrusionOk="0">
                  <a:moveTo>
                    <a:pt x="5540" y="302"/>
                  </a:moveTo>
                  <a:cubicBezTo>
                    <a:pt x="6993" y="302"/>
                    <a:pt x="8246" y="828"/>
                    <a:pt x="9199" y="1780"/>
                  </a:cubicBezTo>
                  <a:cubicBezTo>
                    <a:pt x="10126" y="2708"/>
                    <a:pt x="10753" y="4061"/>
                    <a:pt x="10753" y="5440"/>
                  </a:cubicBezTo>
                  <a:cubicBezTo>
                    <a:pt x="10753" y="6893"/>
                    <a:pt x="10126" y="8146"/>
                    <a:pt x="9199" y="9074"/>
                  </a:cubicBezTo>
                  <a:cubicBezTo>
                    <a:pt x="8246" y="10026"/>
                    <a:pt x="6993" y="10653"/>
                    <a:pt x="5540" y="10653"/>
                  </a:cubicBezTo>
                  <a:cubicBezTo>
                    <a:pt x="4061" y="10653"/>
                    <a:pt x="2808" y="10026"/>
                    <a:pt x="1880" y="9074"/>
                  </a:cubicBezTo>
                  <a:cubicBezTo>
                    <a:pt x="928" y="8146"/>
                    <a:pt x="302" y="6893"/>
                    <a:pt x="302" y="5440"/>
                  </a:cubicBezTo>
                  <a:cubicBezTo>
                    <a:pt x="302" y="4061"/>
                    <a:pt x="928" y="2708"/>
                    <a:pt x="1880" y="1780"/>
                  </a:cubicBezTo>
                  <a:cubicBezTo>
                    <a:pt x="2808" y="828"/>
                    <a:pt x="4061" y="302"/>
                    <a:pt x="5540" y="302"/>
                  </a:cubicBezTo>
                  <a:close/>
                  <a:moveTo>
                    <a:pt x="5540" y="1"/>
                  </a:moveTo>
                  <a:cubicBezTo>
                    <a:pt x="2507" y="1"/>
                    <a:pt x="1" y="2407"/>
                    <a:pt x="1" y="5440"/>
                  </a:cubicBezTo>
                  <a:cubicBezTo>
                    <a:pt x="1" y="8447"/>
                    <a:pt x="2507" y="10953"/>
                    <a:pt x="5540" y="10953"/>
                  </a:cubicBezTo>
                  <a:cubicBezTo>
                    <a:pt x="8572" y="10953"/>
                    <a:pt x="11079" y="8447"/>
                    <a:pt x="11079" y="5440"/>
                  </a:cubicBezTo>
                  <a:cubicBezTo>
                    <a:pt x="11079" y="2407"/>
                    <a:pt x="8572" y="1"/>
                    <a:pt x="5540" y="1"/>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63">
              <a:extLst>
                <a:ext uri="{FF2B5EF4-FFF2-40B4-BE49-F238E27FC236}">
                  <a16:creationId xmlns:a16="http://schemas.microsoft.com/office/drawing/2014/main" id="{D57E09CA-A075-6A04-047D-05B4B5BD9C28}"/>
                </a:ext>
              </a:extLst>
            </p:cNvPr>
            <p:cNvSpPr/>
            <p:nvPr/>
          </p:nvSpPr>
          <p:spPr>
            <a:xfrm>
              <a:off x="2163560" y="2870104"/>
              <a:ext cx="182121" cy="8098"/>
            </a:xfrm>
            <a:custGeom>
              <a:avLst/>
              <a:gdLst/>
              <a:ahLst/>
              <a:cxnLst/>
              <a:rect l="l" t="t" r="r" b="b"/>
              <a:pathLst>
                <a:path w="9625" h="428" extrusionOk="0">
                  <a:moveTo>
                    <a:pt x="1" y="1"/>
                  </a:moveTo>
                  <a:lnTo>
                    <a:pt x="1" y="427"/>
                  </a:lnTo>
                  <a:lnTo>
                    <a:pt x="9625" y="427"/>
                  </a:lnTo>
                  <a:lnTo>
                    <a:pt x="96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63">
              <a:extLst>
                <a:ext uri="{FF2B5EF4-FFF2-40B4-BE49-F238E27FC236}">
                  <a16:creationId xmlns:a16="http://schemas.microsoft.com/office/drawing/2014/main" id="{F5020002-FE53-6AC7-AF28-FEEC8E19B852}"/>
                </a:ext>
              </a:extLst>
            </p:cNvPr>
            <p:cNvSpPr/>
            <p:nvPr/>
          </p:nvSpPr>
          <p:spPr>
            <a:xfrm>
              <a:off x="2827483" y="2870104"/>
              <a:ext cx="182121" cy="8098"/>
            </a:xfrm>
            <a:custGeom>
              <a:avLst/>
              <a:gdLst/>
              <a:ahLst/>
              <a:cxnLst/>
              <a:rect l="l" t="t" r="r" b="b"/>
              <a:pathLst>
                <a:path w="9625" h="428" extrusionOk="0">
                  <a:moveTo>
                    <a:pt x="1" y="1"/>
                  </a:moveTo>
                  <a:lnTo>
                    <a:pt x="1" y="427"/>
                  </a:lnTo>
                  <a:lnTo>
                    <a:pt x="9625" y="427"/>
                  </a:lnTo>
                  <a:lnTo>
                    <a:pt x="96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63">
              <a:extLst>
                <a:ext uri="{FF2B5EF4-FFF2-40B4-BE49-F238E27FC236}">
                  <a16:creationId xmlns:a16="http://schemas.microsoft.com/office/drawing/2014/main" id="{63081EB1-0F9E-3789-F366-F1B4D787D1B3}"/>
                </a:ext>
              </a:extLst>
            </p:cNvPr>
            <p:cNvSpPr/>
            <p:nvPr/>
          </p:nvSpPr>
          <p:spPr>
            <a:xfrm>
              <a:off x="3250495" y="1182803"/>
              <a:ext cx="454328" cy="454328"/>
            </a:xfrm>
            <a:custGeom>
              <a:avLst/>
              <a:gdLst/>
              <a:ahLst/>
              <a:cxnLst/>
              <a:rect l="l" t="t" r="r" b="b"/>
              <a:pathLst>
                <a:path w="24011" h="24011" extrusionOk="0">
                  <a:moveTo>
                    <a:pt x="12006" y="1"/>
                  </a:moveTo>
                  <a:cubicBezTo>
                    <a:pt x="5314" y="1"/>
                    <a:pt x="1" y="5414"/>
                    <a:pt x="1" y="12006"/>
                  </a:cubicBezTo>
                  <a:cubicBezTo>
                    <a:pt x="1" y="18697"/>
                    <a:pt x="5314" y="24011"/>
                    <a:pt x="12006" y="24011"/>
                  </a:cubicBezTo>
                  <a:cubicBezTo>
                    <a:pt x="18597" y="24011"/>
                    <a:pt x="24011" y="18697"/>
                    <a:pt x="24011" y="12006"/>
                  </a:cubicBezTo>
                  <a:cubicBezTo>
                    <a:pt x="24011" y="5414"/>
                    <a:pt x="18597" y="1"/>
                    <a:pt x="120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63">
              <a:extLst>
                <a:ext uri="{FF2B5EF4-FFF2-40B4-BE49-F238E27FC236}">
                  <a16:creationId xmlns:a16="http://schemas.microsoft.com/office/drawing/2014/main" id="{86493DFE-540A-E44B-60A9-FC7D90E95506}"/>
                </a:ext>
              </a:extLst>
            </p:cNvPr>
            <p:cNvSpPr/>
            <p:nvPr/>
          </p:nvSpPr>
          <p:spPr>
            <a:xfrm>
              <a:off x="3246711" y="1178546"/>
              <a:ext cx="462389" cy="462389"/>
            </a:xfrm>
            <a:custGeom>
              <a:avLst/>
              <a:gdLst/>
              <a:ahLst/>
              <a:cxnLst/>
              <a:rect l="l" t="t" r="r" b="b"/>
              <a:pathLst>
                <a:path w="24437" h="24437" extrusionOk="0">
                  <a:moveTo>
                    <a:pt x="12206" y="426"/>
                  </a:moveTo>
                  <a:cubicBezTo>
                    <a:pt x="15439" y="426"/>
                    <a:pt x="18371" y="1779"/>
                    <a:pt x="20552" y="3885"/>
                  </a:cubicBezTo>
                  <a:cubicBezTo>
                    <a:pt x="22657" y="6065"/>
                    <a:pt x="24010" y="8998"/>
                    <a:pt x="24010" y="12231"/>
                  </a:cubicBezTo>
                  <a:cubicBezTo>
                    <a:pt x="24010" y="15464"/>
                    <a:pt x="22657" y="18496"/>
                    <a:pt x="20552" y="20577"/>
                  </a:cubicBezTo>
                  <a:cubicBezTo>
                    <a:pt x="18371" y="22782"/>
                    <a:pt x="15439" y="24035"/>
                    <a:pt x="12206" y="24035"/>
                  </a:cubicBezTo>
                  <a:cubicBezTo>
                    <a:pt x="8973" y="24035"/>
                    <a:pt x="5940" y="22782"/>
                    <a:pt x="3860" y="20577"/>
                  </a:cubicBezTo>
                  <a:cubicBezTo>
                    <a:pt x="1654" y="18496"/>
                    <a:pt x="401" y="15464"/>
                    <a:pt x="401" y="12231"/>
                  </a:cubicBezTo>
                  <a:cubicBezTo>
                    <a:pt x="401" y="8998"/>
                    <a:pt x="1654" y="6065"/>
                    <a:pt x="3860" y="3885"/>
                  </a:cubicBezTo>
                  <a:cubicBezTo>
                    <a:pt x="5940" y="1779"/>
                    <a:pt x="8973" y="426"/>
                    <a:pt x="12206" y="426"/>
                  </a:cubicBezTo>
                  <a:close/>
                  <a:moveTo>
                    <a:pt x="12206" y="0"/>
                  </a:moveTo>
                  <a:cubicBezTo>
                    <a:pt x="5414" y="0"/>
                    <a:pt x="0" y="5539"/>
                    <a:pt x="0" y="12231"/>
                  </a:cubicBezTo>
                  <a:cubicBezTo>
                    <a:pt x="0" y="19023"/>
                    <a:pt x="5414" y="24436"/>
                    <a:pt x="12206" y="24436"/>
                  </a:cubicBezTo>
                  <a:cubicBezTo>
                    <a:pt x="18898" y="24436"/>
                    <a:pt x="24437" y="19023"/>
                    <a:pt x="24437" y="12231"/>
                  </a:cubicBezTo>
                  <a:cubicBezTo>
                    <a:pt x="24437" y="5539"/>
                    <a:pt x="18898" y="0"/>
                    <a:pt x="12206"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63">
              <a:extLst>
                <a:ext uri="{FF2B5EF4-FFF2-40B4-BE49-F238E27FC236}">
                  <a16:creationId xmlns:a16="http://schemas.microsoft.com/office/drawing/2014/main" id="{FDC1C90E-AD3C-D9C6-11B4-EBA0EFBF4CA5}"/>
                </a:ext>
              </a:extLst>
            </p:cNvPr>
            <p:cNvSpPr/>
            <p:nvPr/>
          </p:nvSpPr>
          <p:spPr>
            <a:xfrm>
              <a:off x="3379011" y="1240192"/>
              <a:ext cx="106718" cy="242159"/>
            </a:xfrm>
            <a:custGeom>
              <a:avLst/>
              <a:gdLst/>
              <a:ahLst/>
              <a:cxnLst/>
              <a:rect l="l" t="t" r="r" b="b"/>
              <a:pathLst>
                <a:path w="5640" h="12798" extrusionOk="0">
                  <a:moveTo>
                    <a:pt x="5214" y="0"/>
                  </a:moveTo>
                  <a:cubicBezTo>
                    <a:pt x="5013" y="0"/>
                    <a:pt x="4788" y="201"/>
                    <a:pt x="4788" y="401"/>
                  </a:cubicBezTo>
                  <a:lnTo>
                    <a:pt x="4788" y="8772"/>
                  </a:lnTo>
                  <a:lnTo>
                    <a:pt x="201" y="12005"/>
                  </a:lnTo>
                  <a:cubicBezTo>
                    <a:pt x="1" y="12206"/>
                    <a:pt x="1" y="12406"/>
                    <a:pt x="101" y="12632"/>
                  </a:cubicBezTo>
                  <a:cubicBezTo>
                    <a:pt x="160" y="12749"/>
                    <a:pt x="296" y="12798"/>
                    <a:pt x="439" y="12798"/>
                  </a:cubicBezTo>
                  <a:cubicBezTo>
                    <a:pt x="540" y="12798"/>
                    <a:pt x="645" y="12774"/>
                    <a:pt x="728" y="12732"/>
                  </a:cubicBezTo>
                  <a:lnTo>
                    <a:pt x="5414" y="9273"/>
                  </a:lnTo>
                  <a:cubicBezTo>
                    <a:pt x="5540" y="9273"/>
                    <a:pt x="5640" y="9073"/>
                    <a:pt x="5640" y="8973"/>
                  </a:cubicBezTo>
                  <a:lnTo>
                    <a:pt x="5640" y="401"/>
                  </a:lnTo>
                  <a:cubicBezTo>
                    <a:pt x="5640" y="201"/>
                    <a:pt x="5414" y="0"/>
                    <a:pt x="5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63">
              <a:extLst>
                <a:ext uri="{FF2B5EF4-FFF2-40B4-BE49-F238E27FC236}">
                  <a16:creationId xmlns:a16="http://schemas.microsoft.com/office/drawing/2014/main" id="{588FF551-3AD5-6478-C7B4-338F4A5C276F}"/>
                </a:ext>
              </a:extLst>
            </p:cNvPr>
            <p:cNvSpPr/>
            <p:nvPr/>
          </p:nvSpPr>
          <p:spPr>
            <a:xfrm>
              <a:off x="2432455" y="1340723"/>
              <a:ext cx="53132" cy="138488"/>
            </a:xfrm>
            <a:custGeom>
              <a:avLst/>
              <a:gdLst/>
              <a:ahLst/>
              <a:cxnLst/>
              <a:rect l="l" t="t" r="r" b="b"/>
              <a:pathLst>
                <a:path w="2808" h="7319" extrusionOk="0">
                  <a:moveTo>
                    <a:pt x="301" y="0"/>
                  </a:moveTo>
                  <a:lnTo>
                    <a:pt x="1" y="101"/>
                  </a:lnTo>
                  <a:cubicBezTo>
                    <a:pt x="727" y="2507"/>
                    <a:pt x="1554" y="4913"/>
                    <a:pt x="2407" y="7319"/>
                  </a:cubicBezTo>
                  <a:lnTo>
                    <a:pt x="2808" y="7219"/>
                  </a:lnTo>
                  <a:cubicBezTo>
                    <a:pt x="1980" y="4813"/>
                    <a:pt x="1153" y="2407"/>
                    <a:pt x="301"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63">
              <a:extLst>
                <a:ext uri="{FF2B5EF4-FFF2-40B4-BE49-F238E27FC236}">
                  <a16:creationId xmlns:a16="http://schemas.microsoft.com/office/drawing/2014/main" id="{476FB5CF-8C08-CC8C-FCB5-86BD29497900}"/>
                </a:ext>
              </a:extLst>
            </p:cNvPr>
            <p:cNvSpPr/>
            <p:nvPr/>
          </p:nvSpPr>
          <p:spPr>
            <a:xfrm>
              <a:off x="2683319" y="1340723"/>
              <a:ext cx="53605" cy="138488"/>
            </a:xfrm>
            <a:custGeom>
              <a:avLst/>
              <a:gdLst/>
              <a:ahLst/>
              <a:cxnLst/>
              <a:rect l="l" t="t" r="r" b="b"/>
              <a:pathLst>
                <a:path w="2833" h="7319" extrusionOk="0">
                  <a:moveTo>
                    <a:pt x="2507" y="0"/>
                  </a:moveTo>
                  <a:cubicBezTo>
                    <a:pt x="1680" y="2407"/>
                    <a:pt x="828" y="4813"/>
                    <a:pt x="1" y="7219"/>
                  </a:cubicBezTo>
                  <a:lnTo>
                    <a:pt x="427" y="7319"/>
                  </a:lnTo>
                  <a:cubicBezTo>
                    <a:pt x="1254" y="4913"/>
                    <a:pt x="2081" y="2507"/>
                    <a:pt x="2833" y="101"/>
                  </a:cubicBezTo>
                  <a:lnTo>
                    <a:pt x="2507" y="0"/>
                  </a:ln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63">
              <a:extLst>
                <a:ext uri="{FF2B5EF4-FFF2-40B4-BE49-F238E27FC236}">
                  <a16:creationId xmlns:a16="http://schemas.microsoft.com/office/drawing/2014/main" id="{61099A6D-CD5D-44A3-B0D7-C7BF6CBBA241}"/>
                </a:ext>
              </a:extLst>
            </p:cNvPr>
            <p:cNvSpPr/>
            <p:nvPr/>
          </p:nvSpPr>
          <p:spPr>
            <a:xfrm>
              <a:off x="2580423" y="1350676"/>
              <a:ext cx="8080" cy="118582"/>
            </a:xfrm>
            <a:custGeom>
              <a:avLst/>
              <a:gdLst/>
              <a:ahLst/>
              <a:cxnLst/>
              <a:rect l="l" t="t" r="r" b="b"/>
              <a:pathLst>
                <a:path w="427" h="6267" extrusionOk="0">
                  <a:moveTo>
                    <a:pt x="0" y="1"/>
                  </a:moveTo>
                  <a:lnTo>
                    <a:pt x="0" y="6266"/>
                  </a:lnTo>
                  <a:lnTo>
                    <a:pt x="426" y="6266"/>
                  </a:lnTo>
                  <a:lnTo>
                    <a:pt x="426" y="1"/>
                  </a:ln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63">
              <a:extLst>
                <a:ext uri="{FF2B5EF4-FFF2-40B4-BE49-F238E27FC236}">
                  <a16:creationId xmlns:a16="http://schemas.microsoft.com/office/drawing/2014/main" id="{787E570D-8561-54AB-ED8A-AFB0845B74ED}"/>
                </a:ext>
              </a:extLst>
            </p:cNvPr>
            <p:cNvSpPr/>
            <p:nvPr/>
          </p:nvSpPr>
          <p:spPr>
            <a:xfrm>
              <a:off x="1193295" y="2773376"/>
              <a:ext cx="551547" cy="8080"/>
            </a:xfrm>
            <a:custGeom>
              <a:avLst/>
              <a:gdLst/>
              <a:ahLst/>
              <a:cxnLst/>
              <a:rect l="l" t="t" r="r" b="b"/>
              <a:pathLst>
                <a:path w="29149" h="427" extrusionOk="0">
                  <a:moveTo>
                    <a:pt x="0" y="0"/>
                  </a:moveTo>
                  <a:lnTo>
                    <a:pt x="0" y="426"/>
                  </a:lnTo>
                  <a:lnTo>
                    <a:pt x="29148" y="426"/>
                  </a:lnTo>
                  <a:lnTo>
                    <a:pt x="29148" y="0"/>
                  </a:lnTo>
                  <a:close/>
                </a:path>
              </a:pathLst>
            </a:custGeom>
            <a:solidFill>
              <a:schemeClr val="accent2"/>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63">
              <a:extLst>
                <a:ext uri="{FF2B5EF4-FFF2-40B4-BE49-F238E27FC236}">
                  <a16:creationId xmlns:a16="http://schemas.microsoft.com/office/drawing/2014/main" id="{260F9B13-DD4F-2C91-E15F-35F3AE30F5DE}"/>
                </a:ext>
              </a:extLst>
            </p:cNvPr>
            <p:cNvSpPr/>
            <p:nvPr/>
          </p:nvSpPr>
          <p:spPr>
            <a:xfrm>
              <a:off x="1612504" y="2717879"/>
              <a:ext cx="270807" cy="8080"/>
            </a:xfrm>
            <a:custGeom>
              <a:avLst/>
              <a:gdLst/>
              <a:ahLst/>
              <a:cxnLst/>
              <a:rect l="l" t="t" r="r" b="b"/>
              <a:pathLst>
                <a:path w="14312" h="427" extrusionOk="0">
                  <a:moveTo>
                    <a:pt x="1" y="1"/>
                  </a:moveTo>
                  <a:lnTo>
                    <a:pt x="1" y="427"/>
                  </a:lnTo>
                  <a:lnTo>
                    <a:pt x="14312" y="427"/>
                  </a:lnTo>
                  <a:lnTo>
                    <a:pt x="14312" y="1"/>
                  </a:lnTo>
                  <a:close/>
                </a:path>
              </a:pathLst>
            </a:custGeom>
            <a:solidFill>
              <a:schemeClr val="accent2"/>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63">
              <a:extLst>
                <a:ext uri="{FF2B5EF4-FFF2-40B4-BE49-F238E27FC236}">
                  <a16:creationId xmlns:a16="http://schemas.microsoft.com/office/drawing/2014/main" id="{17803760-F4EC-4D4D-B1A5-BCAB5E6E87CD}"/>
                </a:ext>
              </a:extLst>
            </p:cNvPr>
            <p:cNvSpPr/>
            <p:nvPr/>
          </p:nvSpPr>
          <p:spPr>
            <a:xfrm>
              <a:off x="3462001" y="2101393"/>
              <a:ext cx="618416" cy="8080"/>
            </a:xfrm>
            <a:custGeom>
              <a:avLst/>
              <a:gdLst/>
              <a:ahLst/>
              <a:cxnLst/>
              <a:rect l="l" t="t" r="r" b="b"/>
              <a:pathLst>
                <a:path w="32683" h="427" extrusionOk="0">
                  <a:moveTo>
                    <a:pt x="1" y="0"/>
                  </a:moveTo>
                  <a:lnTo>
                    <a:pt x="1" y="426"/>
                  </a:lnTo>
                  <a:lnTo>
                    <a:pt x="32683" y="426"/>
                  </a:lnTo>
                  <a:lnTo>
                    <a:pt x="32683" y="0"/>
                  </a:lnTo>
                  <a:close/>
                </a:path>
              </a:pathLst>
            </a:custGeom>
            <a:solidFill>
              <a:srgbClr val="BEBAC6"/>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63">
              <a:extLst>
                <a:ext uri="{FF2B5EF4-FFF2-40B4-BE49-F238E27FC236}">
                  <a16:creationId xmlns:a16="http://schemas.microsoft.com/office/drawing/2014/main" id="{AAA9C36F-25DE-2FC3-7179-584F9FA32E55}"/>
                </a:ext>
              </a:extLst>
            </p:cNvPr>
            <p:cNvSpPr/>
            <p:nvPr/>
          </p:nvSpPr>
          <p:spPr>
            <a:xfrm>
              <a:off x="3333486" y="2046369"/>
              <a:ext cx="357600" cy="7607"/>
            </a:xfrm>
            <a:custGeom>
              <a:avLst/>
              <a:gdLst/>
              <a:ahLst/>
              <a:cxnLst/>
              <a:rect l="l" t="t" r="r" b="b"/>
              <a:pathLst>
                <a:path w="18899" h="402" extrusionOk="0">
                  <a:moveTo>
                    <a:pt x="1" y="1"/>
                  </a:moveTo>
                  <a:lnTo>
                    <a:pt x="1" y="402"/>
                  </a:lnTo>
                  <a:lnTo>
                    <a:pt x="18898" y="402"/>
                  </a:lnTo>
                  <a:lnTo>
                    <a:pt x="18898" y="1"/>
                  </a:lnTo>
                  <a:close/>
                </a:path>
              </a:pathLst>
            </a:custGeom>
            <a:solidFill>
              <a:srgbClr val="BEBAC6"/>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7" name="Google Shape;1177;p63">
              <a:extLst>
                <a:ext uri="{FF2B5EF4-FFF2-40B4-BE49-F238E27FC236}">
                  <a16:creationId xmlns:a16="http://schemas.microsoft.com/office/drawing/2014/main" id="{E8457F56-3370-25B5-844A-3D6CFE8053D6}"/>
                </a:ext>
              </a:extLst>
            </p:cNvPr>
            <p:cNvGrpSpPr/>
            <p:nvPr/>
          </p:nvGrpSpPr>
          <p:grpSpPr>
            <a:xfrm flipH="1">
              <a:off x="936623" y="1445473"/>
              <a:ext cx="734772" cy="588731"/>
              <a:chOff x="10049025" y="922900"/>
              <a:chExt cx="537625" cy="430800"/>
            </a:xfrm>
          </p:grpSpPr>
          <p:sp>
            <p:nvSpPr>
              <p:cNvPr id="1178" name="Google Shape;1178;p63">
                <a:extLst>
                  <a:ext uri="{FF2B5EF4-FFF2-40B4-BE49-F238E27FC236}">
                    <a16:creationId xmlns:a16="http://schemas.microsoft.com/office/drawing/2014/main" id="{3C55EC52-DDA4-3BCF-5D90-38B989D26CA7}"/>
                  </a:ext>
                </a:extLst>
              </p:cNvPr>
              <p:cNvSpPr/>
              <p:nvPr/>
            </p:nvSpPr>
            <p:spPr>
              <a:xfrm>
                <a:off x="10056525" y="930425"/>
                <a:ext cx="521975" cy="331475"/>
              </a:xfrm>
              <a:custGeom>
                <a:avLst/>
                <a:gdLst/>
                <a:ahLst/>
                <a:cxnLst/>
                <a:rect l="l" t="t" r="r" b="b"/>
                <a:pathLst>
                  <a:path w="20879" h="13259" extrusionOk="0">
                    <a:moveTo>
                      <a:pt x="14412" y="0"/>
                    </a:moveTo>
                    <a:lnTo>
                      <a:pt x="1" y="226"/>
                    </a:lnTo>
                    <a:cubicBezTo>
                      <a:pt x="1254" y="2506"/>
                      <a:pt x="2407" y="4812"/>
                      <a:pt x="3334" y="7218"/>
                    </a:cubicBezTo>
                    <a:lnTo>
                      <a:pt x="12532" y="13258"/>
                    </a:lnTo>
                    <a:lnTo>
                      <a:pt x="20878" y="12757"/>
                    </a:lnTo>
                    <a:lnTo>
                      <a:pt x="1441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63">
                <a:extLst>
                  <a:ext uri="{FF2B5EF4-FFF2-40B4-BE49-F238E27FC236}">
                    <a16:creationId xmlns:a16="http://schemas.microsoft.com/office/drawing/2014/main" id="{2BB6AFB7-EACF-CD08-3CDC-1B99B995C280}"/>
                  </a:ext>
                </a:extLst>
              </p:cNvPr>
              <p:cNvSpPr/>
              <p:nvPr/>
            </p:nvSpPr>
            <p:spPr>
              <a:xfrm>
                <a:off x="10049025" y="922900"/>
                <a:ext cx="537625" cy="347150"/>
              </a:xfrm>
              <a:custGeom>
                <a:avLst/>
                <a:gdLst/>
                <a:ahLst/>
                <a:cxnLst/>
                <a:rect l="l" t="t" r="r" b="b"/>
                <a:pathLst>
                  <a:path w="21505" h="13886" extrusionOk="0">
                    <a:moveTo>
                      <a:pt x="14574" y="527"/>
                    </a:moveTo>
                    <a:cubicBezTo>
                      <a:pt x="16433" y="4242"/>
                      <a:pt x="18292" y="7862"/>
                      <a:pt x="20151" y="11579"/>
                    </a:cubicBezTo>
                    <a:cubicBezTo>
                      <a:pt x="20376" y="11973"/>
                      <a:pt x="20614" y="12366"/>
                      <a:pt x="20804" y="12760"/>
                    </a:cubicBezTo>
                    <a:lnTo>
                      <a:pt x="20804" y="12760"/>
                    </a:lnTo>
                    <a:cubicBezTo>
                      <a:pt x="18222" y="12953"/>
                      <a:pt x="15639" y="13167"/>
                      <a:pt x="13033" y="13359"/>
                    </a:cubicBezTo>
                    <a:lnTo>
                      <a:pt x="12933" y="13359"/>
                    </a:lnTo>
                    <a:cubicBezTo>
                      <a:pt x="12832" y="13359"/>
                      <a:pt x="12732" y="13259"/>
                      <a:pt x="12732" y="13259"/>
                    </a:cubicBezTo>
                    <a:cubicBezTo>
                      <a:pt x="12206" y="12933"/>
                      <a:pt x="11780" y="12632"/>
                      <a:pt x="11379" y="12306"/>
                    </a:cubicBezTo>
                    <a:cubicBezTo>
                      <a:pt x="9800" y="11379"/>
                      <a:pt x="8346" y="10326"/>
                      <a:pt x="6892" y="9399"/>
                    </a:cubicBezTo>
                    <a:cubicBezTo>
                      <a:pt x="5891" y="8707"/>
                      <a:pt x="4889" y="8106"/>
                      <a:pt x="3909" y="7402"/>
                    </a:cubicBezTo>
                    <a:lnTo>
                      <a:pt x="3909" y="7402"/>
                    </a:lnTo>
                    <a:cubicBezTo>
                      <a:pt x="2933" y="5179"/>
                      <a:pt x="1872" y="2958"/>
                      <a:pt x="726" y="817"/>
                    </a:cubicBezTo>
                    <a:lnTo>
                      <a:pt x="726" y="817"/>
                    </a:lnTo>
                    <a:cubicBezTo>
                      <a:pt x="4768" y="720"/>
                      <a:pt x="8788" y="623"/>
                      <a:pt x="12832" y="527"/>
                    </a:cubicBezTo>
                    <a:close/>
                    <a:moveTo>
                      <a:pt x="14712" y="0"/>
                    </a:moveTo>
                    <a:cubicBezTo>
                      <a:pt x="10527" y="101"/>
                      <a:pt x="6366" y="201"/>
                      <a:pt x="2181" y="301"/>
                    </a:cubicBezTo>
                    <a:lnTo>
                      <a:pt x="301" y="301"/>
                    </a:lnTo>
                    <a:cubicBezTo>
                      <a:pt x="100" y="301"/>
                      <a:pt x="0" y="527"/>
                      <a:pt x="100" y="727"/>
                    </a:cubicBezTo>
                    <a:cubicBezTo>
                      <a:pt x="1343" y="2890"/>
                      <a:pt x="2364" y="5176"/>
                      <a:pt x="3408" y="7560"/>
                    </a:cubicBezTo>
                    <a:lnTo>
                      <a:pt x="3408" y="7560"/>
                    </a:lnTo>
                    <a:cubicBezTo>
                      <a:pt x="3411" y="7606"/>
                      <a:pt x="3428" y="7647"/>
                      <a:pt x="3462" y="7679"/>
                    </a:cubicBezTo>
                    <a:lnTo>
                      <a:pt x="3462" y="7679"/>
                    </a:lnTo>
                    <a:cubicBezTo>
                      <a:pt x="3505" y="7746"/>
                      <a:pt x="3576" y="7784"/>
                      <a:pt x="3651" y="7796"/>
                    </a:cubicBezTo>
                    <a:lnTo>
                      <a:pt x="3651" y="7796"/>
                    </a:lnTo>
                    <a:cubicBezTo>
                      <a:pt x="6015" y="9352"/>
                      <a:pt x="8285" y="10978"/>
                      <a:pt x="10652" y="12532"/>
                    </a:cubicBezTo>
                    <a:cubicBezTo>
                      <a:pt x="11153" y="12832"/>
                      <a:pt x="11679" y="13259"/>
                      <a:pt x="12206" y="13559"/>
                    </a:cubicBezTo>
                    <a:cubicBezTo>
                      <a:pt x="12406" y="13685"/>
                      <a:pt x="12632" y="13885"/>
                      <a:pt x="12832" y="13885"/>
                    </a:cubicBezTo>
                    <a:cubicBezTo>
                      <a:pt x="13258" y="13885"/>
                      <a:pt x="13785" y="13785"/>
                      <a:pt x="14286" y="13785"/>
                    </a:cubicBezTo>
                    <a:cubicBezTo>
                      <a:pt x="15138" y="13685"/>
                      <a:pt x="16065" y="13685"/>
                      <a:pt x="16918" y="13559"/>
                    </a:cubicBezTo>
                    <a:cubicBezTo>
                      <a:pt x="18371" y="13459"/>
                      <a:pt x="19725" y="13359"/>
                      <a:pt x="21178" y="13259"/>
                    </a:cubicBezTo>
                    <a:cubicBezTo>
                      <a:pt x="21404" y="13259"/>
                      <a:pt x="21504" y="13058"/>
                      <a:pt x="21404" y="12933"/>
                    </a:cubicBezTo>
                    <a:lnTo>
                      <a:pt x="15765" y="1654"/>
                    </a:lnTo>
                    <a:cubicBezTo>
                      <a:pt x="15439" y="1153"/>
                      <a:pt x="15138" y="627"/>
                      <a:pt x="14912" y="101"/>
                    </a:cubicBezTo>
                    <a:cubicBezTo>
                      <a:pt x="14812" y="101"/>
                      <a:pt x="14812" y="0"/>
                      <a:pt x="147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63">
                <a:extLst>
                  <a:ext uri="{FF2B5EF4-FFF2-40B4-BE49-F238E27FC236}">
                    <a16:creationId xmlns:a16="http://schemas.microsoft.com/office/drawing/2014/main" id="{3DBBA50F-D6B9-8C19-3D96-C6318B217E5D}"/>
                  </a:ext>
                </a:extLst>
              </p:cNvPr>
              <p:cNvSpPr/>
              <p:nvPr/>
            </p:nvSpPr>
            <p:spPr>
              <a:xfrm>
                <a:off x="10351650" y="961750"/>
                <a:ext cx="44500" cy="75825"/>
              </a:xfrm>
              <a:custGeom>
                <a:avLst/>
                <a:gdLst/>
                <a:ahLst/>
                <a:cxnLst/>
                <a:rect l="l" t="t" r="r" b="b"/>
                <a:pathLst>
                  <a:path w="1780" h="3033" extrusionOk="0">
                    <a:moveTo>
                      <a:pt x="1780" y="0"/>
                    </a:moveTo>
                    <a:lnTo>
                      <a:pt x="1780" y="0"/>
                    </a:lnTo>
                    <a:cubicBezTo>
                      <a:pt x="1153" y="953"/>
                      <a:pt x="527" y="1980"/>
                      <a:pt x="0" y="3033"/>
                    </a:cubicBezTo>
                    <a:lnTo>
                      <a:pt x="1780" y="0"/>
                    </a:ln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63">
                <a:extLst>
                  <a:ext uri="{FF2B5EF4-FFF2-40B4-BE49-F238E27FC236}">
                    <a16:creationId xmlns:a16="http://schemas.microsoft.com/office/drawing/2014/main" id="{2FB6D8A6-7A6C-1CE9-F71B-A51A7C909CDD}"/>
                  </a:ext>
                </a:extLst>
              </p:cNvPr>
              <p:cNvSpPr/>
              <p:nvPr/>
            </p:nvSpPr>
            <p:spPr>
              <a:xfrm>
                <a:off x="10344450" y="955525"/>
                <a:ext cx="60000" cy="88025"/>
              </a:xfrm>
              <a:custGeom>
                <a:avLst/>
                <a:gdLst/>
                <a:ahLst/>
                <a:cxnLst/>
                <a:rect l="l" t="t" r="r" b="b"/>
                <a:pathLst>
                  <a:path w="2400" h="3521" extrusionOk="0">
                    <a:moveTo>
                      <a:pt x="2109" y="0"/>
                    </a:moveTo>
                    <a:cubicBezTo>
                      <a:pt x="2021" y="0"/>
                      <a:pt x="1921" y="44"/>
                      <a:pt x="1842" y="149"/>
                    </a:cubicBezTo>
                    <a:cubicBezTo>
                      <a:pt x="1216" y="1101"/>
                      <a:pt x="589" y="2129"/>
                      <a:pt x="88" y="3182"/>
                    </a:cubicBezTo>
                    <a:cubicBezTo>
                      <a:pt x="1" y="3321"/>
                      <a:pt x="180" y="3520"/>
                      <a:pt x="331" y="3520"/>
                    </a:cubicBezTo>
                    <a:cubicBezTo>
                      <a:pt x="397" y="3520"/>
                      <a:pt x="458" y="3482"/>
                      <a:pt x="489" y="3382"/>
                    </a:cubicBezTo>
                    <a:cubicBezTo>
                      <a:pt x="1116" y="2354"/>
                      <a:pt x="1642" y="1302"/>
                      <a:pt x="2268" y="349"/>
                    </a:cubicBezTo>
                    <a:cubicBezTo>
                      <a:pt x="2399" y="154"/>
                      <a:pt x="2274" y="0"/>
                      <a:pt x="21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63">
                <a:extLst>
                  <a:ext uri="{FF2B5EF4-FFF2-40B4-BE49-F238E27FC236}">
                    <a16:creationId xmlns:a16="http://schemas.microsoft.com/office/drawing/2014/main" id="{0E5669AA-26FB-A315-2608-B4A2995DBF0E}"/>
                  </a:ext>
                </a:extLst>
              </p:cNvPr>
              <p:cNvSpPr/>
              <p:nvPr/>
            </p:nvSpPr>
            <p:spPr>
              <a:xfrm>
                <a:off x="10098525" y="969875"/>
                <a:ext cx="31350" cy="33875"/>
              </a:xfrm>
              <a:custGeom>
                <a:avLst/>
                <a:gdLst/>
                <a:ahLst/>
                <a:cxnLst/>
                <a:rect l="l" t="t" r="r" b="b"/>
                <a:pathLst>
                  <a:path w="1254" h="1355" extrusionOk="0">
                    <a:moveTo>
                      <a:pt x="0" y="1"/>
                    </a:moveTo>
                    <a:lnTo>
                      <a:pt x="0" y="1"/>
                    </a:lnTo>
                    <a:cubicBezTo>
                      <a:pt x="401" y="527"/>
                      <a:pt x="827" y="928"/>
                      <a:pt x="1253" y="1354"/>
                    </a:cubicBezTo>
                    <a:lnTo>
                      <a:pt x="0" y="1"/>
                    </a:ln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63">
                <a:extLst>
                  <a:ext uri="{FF2B5EF4-FFF2-40B4-BE49-F238E27FC236}">
                    <a16:creationId xmlns:a16="http://schemas.microsoft.com/office/drawing/2014/main" id="{1F2DAE27-AFAF-99C8-7229-7E771B1FAF52}"/>
                  </a:ext>
                </a:extLst>
              </p:cNvPr>
              <p:cNvSpPr/>
              <p:nvPr/>
            </p:nvSpPr>
            <p:spPr>
              <a:xfrm>
                <a:off x="10090375" y="965025"/>
                <a:ext cx="44500" cy="45625"/>
              </a:xfrm>
              <a:custGeom>
                <a:avLst/>
                <a:gdLst/>
                <a:ahLst/>
                <a:cxnLst/>
                <a:rect l="l" t="t" r="r" b="b"/>
                <a:pathLst>
                  <a:path w="1780" h="1825" extrusionOk="0">
                    <a:moveTo>
                      <a:pt x="323" y="1"/>
                    </a:moveTo>
                    <a:cubicBezTo>
                      <a:pt x="245" y="1"/>
                      <a:pt x="163" y="32"/>
                      <a:pt x="101" y="95"/>
                    </a:cubicBezTo>
                    <a:cubicBezTo>
                      <a:pt x="0" y="195"/>
                      <a:pt x="0" y="295"/>
                      <a:pt x="101" y="396"/>
                    </a:cubicBezTo>
                    <a:cubicBezTo>
                      <a:pt x="527" y="822"/>
                      <a:pt x="953" y="1348"/>
                      <a:pt x="1354" y="1749"/>
                    </a:cubicBezTo>
                    <a:cubicBezTo>
                      <a:pt x="1416" y="1799"/>
                      <a:pt x="1498" y="1824"/>
                      <a:pt x="1576" y="1824"/>
                    </a:cubicBezTo>
                    <a:cubicBezTo>
                      <a:pt x="1654" y="1824"/>
                      <a:pt x="1730" y="1799"/>
                      <a:pt x="1780" y="1749"/>
                    </a:cubicBezTo>
                    <a:lnTo>
                      <a:pt x="1780" y="1348"/>
                    </a:lnTo>
                    <a:lnTo>
                      <a:pt x="527" y="95"/>
                    </a:lnTo>
                    <a:cubicBezTo>
                      <a:pt x="476" y="32"/>
                      <a:pt x="401" y="1"/>
                      <a:pt x="3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63">
                <a:extLst>
                  <a:ext uri="{FF2B5EF4-FFF2-40B4-BE49-F238E27FC236}">
                    <a16:creationId xmlns:a16="http://schemas.microsoft.com/office/drawing/2014/main" id="{4C245F2C-82EA-8580-8262-7FAF999728AA}"/>
                  </a:ext>
                </a:extLst>
              </p:cNvPr>
              <p:cNvSpPr/>
              <p:nvPr/>
            </p:nvSpPr>
            <p:spPr>
              <a:xfrm>
                <a:off x="10479475" y="1207350"/>
                <a:ext cx="57675" cy="15700"/>
              </a:xfrm>
              <a:custGeom>
                <a:avLst/>
                <a:gdLst/>
                <a:ahLst/>
                <a:cxnLst/>
                <a:rect l="l" t="t" r="r" b="b"/>
                <a:pathLst>
                  <a:path w="2307" h="628" extrusionOk="0">
                    <a:moveTo>
                      <a:pt x="0" y="1"/>
                    </a:moveTo>
                    <a:lnTo>
                      <a:pt x="2306" y="627"/>
                    </a:lnTo>
                    <a:cubicBezTo>
                      <a:pt x="1579" y="427"/>
                      <a:pt x="827" y="201"/>
                      <a:pt x="0" y="1"/>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63">
                <a:extLst>
                  <a:ext uri="{FF2B5EF4-FFF2-40B4-BE49-F238E27FC236}">
                    <a16:creationId xmlns:a16="http://schemas.microsoft.com/office/drawing/2014/main" id="{5B63BB48-F1D8-1448-F1F6-912233E4FC8F}"/>
                  </a:ext>
                </a:extLst>
              </p:cNvPr>
              <p:cNvSpPr/>
              <p:nvPr/>
            </p:nvSpPr>
            <p:spPr>
              <a:xfrm>
                <a:off x="10474450" y="1201025"/>
                <a:ext cx="67700" cy="28075"/>
              </a:xfrm>
              <a:custGeom>
                <a:avLst/>
                <a:gdLst/>
                <a:ahLst/>
                <a:cxnLst/>
                <a:rect l="l" t="t" r="r" b="b"/>
                <a:pathLst>
                  <a:path w="2708" h="1123" extrusionOk="0">
                    <a:moveTo>
                      <a:pt x="193" y="1"/>
                    </a:moveTo>
                    <a:cubicBezTo>
                      <a:pt x="99" y="1"/>
                      <a:pt x="1" y="83"/>
                      <a:pt x="1" y="154"/>
                    </a:cubicBezTo>
                    <a:cubicBezTo>
                      <a:pt x="1" y="354"/>
                      <a:pt x="1" y="454"/>
                      <a:pt x="201" y="555"/>
                    </a:cubicBezTo>
                    <a:cubicBezTo>
                      <a:pt x="928" y="680"/>
                      <a:pt x="1655" y="880"/>
                      <a:pt x="2407" y="1081"/>
                    </a:cubicBezTo>
                    <a:cubicBezTo>
                      <a:pt x="2436" y="1110"/>
                      <a:pt x="2474" y="1122"/>
                      <a:pt x="2513" y="1122"/>
                    </a:cubicBezTo>
                    <a:cubicBezTo>
                      <a:pt x="2607" y="1122"/>
                      <a:pt x="2708" y="1052"/>
                      <a:pt x="2708" y="981"/>
                    </a:cubicBezTo>
                    <a:cubicBezTo>
                      <a:pt x="2708" y="780"/>
                      <a:pt x="2708" y="680"/>
                      <a:pt x="2507" y="555"/>
                    </a:cubicBezTo>
                    <a:cubicBezTo>
                      <a:pt x="1780" y="354"/>
                      <a:pt x="1028" y="154"/>
                      <a:pt x="302" y="53"/>
                    </a:cubicBezTo>
                    <a:cubicBezTo>
                      <a:pt x="272" y="16"/>
                      <a:pt x="233" y="1"/>
                      <a:pt x="1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63">
                <a:extLst>
                  <a:ext uri="{FF2B5EF4-FFF2-40B4-BE49-F238E27FC236}">
                    <a16:creationId xmlns:a16="http://schemas.microsoft.com/office/drawing/2014/main" id="{71FDEC83-EE65-4353-98B6-AF12D9C58663}"/>
                  </a:ext>
                </a:extLst>
              </p:cNvPr>
              <p:cNvSpPr/>
              <p:nvPr/>
            </p:nvSpPr>
            <p:spPr>
              <a:xfrm>
                <a:off x="10074700" y="1008725"/>
                <a:ext cx="384125" cy="339625"/>
              </a:xfrm>
              <a:custGeom>
                <a:avLst/>
                <a:gdLst/>
                <a:ahLst/>
                <a:cxnLst/>
                <a:rect l="l" t="t" r="r" b="b"/>
                <a:pathLst>
                  <a:path w="15365" h="13585" extrusionOk="0">
                    <a:moveTo>
                      <a:pt x="3359" y="1"/>
                    </a:moveTo>
                    <a:cubicBezTo>
                      <a:pt x="1981" y="2206"/>
                      <a:pt x="853" y="4487"/>
                      <a:pt x="1" y="6793"/>
                    </a:cubicBezTo>
                    <a:cubicBezTo>
                      <a:pt x="1" y="6793"/>
                      <a:pt x="1154" y="8998"/>
                      <a:pt x="4286" y="11079"/>
                    </a:cubicBezTo>
                    <a:cubicBezTo>
                      <a:pt x="7319" y="13159"/>
                      <a:pt x="10026" y="13585"/>
                      <a:pt x="10026" y="13585"/>
                    </a:cubicBezTo>
                    <a:cubicBezTo>
                      <a:pt x="12006" y="11906"/>
                      <a:pt x="14111" y="9725"/>
                      <a:pt x="15364" y="7520"/>
                    </a:cubicBezTo>
                    <a:cubicBezTo>
                      <a:pt x="15364" y="7520"/>
                      <a:pt x="13585" y="3986"/>
                      <a:pt x="10251" y="1981"/>
                    </a:cubicBezTo>
                    <a:cubicBezTo>
                      <a:pt x="6893" y="101"/>
                      <a:pt x="3359" y="1"/>
                      <a:pt x="3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63">
                <a:extLst>
                  <a:ext uri="{FF2B5EF4-FFF2-40B4-BE49-F238E27FC236}">
                    <a16:creationId xmlns:a16="http://schemas.microsoft.com/office/drawing/2014/main" id="{C7BA29D1-39EC-2BB8-ADBD-B676902ECAB8}"/>
                  </a:ext>
                </a:extLst>
              </p:cNvPr>
              <p:cNvSpPr/>
              <p:nvPr/>
            </p:nvSpPr>
            <p:spPr>
              <a:xfrm>
                <a:off x="10067175" y="1002600"/>
                <a:ext cx="399150" cy="351100"/>
              </a:xfrm>
              <a:custGeom>
                <a:avLst/>
                <a:gdLst/>
                <a:ahLst/>
                <a:cxnLst/>
                <a:rect l="l" t="t" r="r" b="b"/>
                <a:pathLst>
                  <a:path w="15966" h="14044" extrusionOk="0">
                    <a:moveTo>
                      <a:pt x="3795" y="575"/>
                    </a:moveTo>
                    <a:cubicBezTo>
                      <a:pt x="8594" y="722"/>
                      <a:pt x="13202" y="3473"/>
                      <a:pt x="15385" y="7757"/>
                    </a:cubicBezTo>
                    <a:lnTo>
                      <a:pt x="15385" y="7757"/>
                    </a:lnTo>
                    <a:cubicBezTo>
                      <a:pt x="14070" y="9966"/>
                      <a:pt x="12272" y="11875"/>
                      <a:pt x="10281" y="13504"/>
                    </a:cubicBezTo>
                    <a:lnTo>
                      <a:pt x="10227" y="13504"/>
                    </a:lnTo>
                    <a:cubicBezTo>
                      <a:pt x="10126" y="13504"/>
                      <a:pt x="10026" y="13404"/>
                      <a:pt x="9801" y="13404"/>
                    </a:cubicBezTo>
                    <a:cubicBezTo>
                      <a:pt x="9400" y="13304"/>
                      <a:pt x="8973" y="13203"/>
                      <a:pt x="8447" y="13003"/>
                    </a:cubicBezTo>
                    <a:cubicBezTo>
                      <a:pt x="6993" y="12477"/>
                      <a:pt x="5540" y="11750"/>
                      <a:pt x="4161" y="10697"/>
                    </a:cubicBezTo>
                    <a:cubicBezTo>
                      <a:pt x="3034" y="9870"/>
                      <a:pt x="1981" y="8918"/>
                      <a:pt x="1154" y="7865"/>
                    </a:cubicBezTo>
                    <a:cubicBezTo>
                      <a:pt x="928" y="7564"/>
                      <a:pt x="728" y="7364"/>
                      <a:pt x="628" y="7038"/>
                    </a:cubicBezTo>
                    <a:cubicBezTo>
                      <a:pt x="543" y="7038"/>
                      <a:pt x="530" y="6967"/>
                      <a:pt x="528" y="6944"/>
                    </a:cubicBezTo>
                    <a:lnTo>
                      <a:pt x="528" y="6944"/>
                    </a:lnTo>
                    <a:cubicBezTo>
                      <a:pt x="528" y="6950"/>
                      <a:pt x="530" y="6953"/>
                      <a:pt x="533" y="6953"/>
                    </a:cubicBezTo>
                    <a:cubicBezTo>
                      <a:pt x="567" y="6953"/>
                      <a:pt x="728" y="6612"/>
                      <a:pt x="728" y="6612"/>
                    </a:cubicBezTo>
                    <a:cubicBezTo>
                      <a:pt x="828" y="6311"/>
                      <a:pt x="928" y="5985"/>
                      <a:pt x="1029" y="5785"/>
                    </a:cubicBezTo>
                    <a:cubicBezTo>
                      <a:pt x="1863" y="3944"/>
                      <a:pt x="2769" y="2200"/>
                      <a:pt x="3795" y="575"/>
                    </a:cubicBezTo>
                    <a:close/>
                    <a:moveTo>
                      <a:pt x="3780" y="1"/>
                    </a:moveTo>
                    <a:cubicBezTo>
                      <a:pt x="3694" y="1"/>
                      <a:pt x="3610" y="12"/>
                      <a:pt x="3535" y="45"/>
                    </a:cubicBezTo>
                    <a:cubicBezTo>
                      <a:pt x="3234" y="146"/>
                      <a:pt x="3134" y="672"/>
                      <a:pt x="2908" y="872"/>
                    </a:cubicBezTo>
                    <a:cubicBezTo>
                      <a:pt x="2708" y="1399"/>
                      <a:pt x="2407" y="1825"/>
                      <a:pt x="2181" y="2351"/>
                    </a:cubicBezTo>
                    <a:cubicBezTo>
                      <a:pt x="1655" y="3278"/>
                      <a:pt x="1154" y="4331"/>
                      <a:pt x="728" y="5359"/>
                    </a:cubicBezTo>
                    <a:cubicBezTo>
                      <a:pt x="527" y="5785"/>
                      <a:pt x="302" y="6211"/>
                      <a:pt x="201" y="6612"/>
                    </a:cubicBezTo>
                    <a:cubicBezTo>
                      <a:pt x="101" y="6837"/>
                      <a:pt x="1" y="7038"/>
                      <a:pt x="101" y="7238"/>
                    </a:cubicBezTo>
                    <a:cubicBezTo>
                      <a:pt x="201" y="7464"/>
                      <a:pt x="402" y="7765"/>
                      <a:pt x="628" y="7990"/>
                    </a:cubicBezTo>
                    <a:cubicBezTo>
                      <a:pt x="1029" y="8492"/>
                      <a:pt x="1455" y="9018"/>
                      <a:pt x="1881" y="9444"/>
                    </a:cubicBezTo>
                    <a:cubicBezTo>
                      <a:pt x="3435" y="10998"/>
                      <a:pt x="5314" y="12251"/>
                      <a:pt x="7294" y="13103"/>
                    </a:cubicBezTo>
                    <a:cubicBezTo>
                      <a:pt x="8247" y="13504"/>
                      <a:pt x="9299" y="13930"/>
                      <a:pt x="10327" y="14030"/>
                    </a:cubicBezTo>
                    <a:cubicBezTo>
                      <a:pt x="10356" y="14039"/>
                      <a:pt x="10383" y="14044"/>
                      <a:pt x="10407" y="14044"/>
                    </a:cubicBezTo>
                    <a:cubicBezTo>
                      <a:pt x="10491" y="14044"/>
                      <a:pt x="10542" y="13993"/>
                      <a:pt x="10562" y="13922"/>
                    </a:cubicBezTo>
                    <a:lnTo>
                      <a:pt x="10562" y="13922"/>
                    </a:lnTo>
                    <a:cubicBezTo>
                      <a:pt x="12112" y="12671"/>
                      <a:pt x="13562" y="11220"/>
                      <a:pt x="14713" y="9644"/>
                    </a:cubicBezTo>
                    <a:cubicBezTo>
                      <a:pt x="15039" y="9243"/>
                      <a:pt x="15339" y="8817"/>
                      <a:pt x="15565" y="8391"/>
                    </a:cubicBezTo>
                    <a:cubicBezTo>
                      <a:pt x="15765" y="8191"/>
                      <a:pt x="15966" y="7865"/>
                      <a:pt x="15866" y="7664"/>
                    </a:cubicBezTo>
                    <a:cubicBezTo>
                      <a:pt x="15866" y="7464"/>
                      <a:pt x="15665" y="7238"/>
                      <a:pt x="15565" y="7038"/>
                    </a:cubicBezTo>
                    <a:cubicBezTo>
                      <a:pt x="13986" y="4431"/>
                      <a:pt x="11680" y="2351"/>
                      <a:pt x="8873" y="1198"/>
                    </a:cubicBezTo>
                    <a:cubicBezTo>
                      <a:pt x="7420" y="572"/>
                      <a:pt x="5841" y="246"/>
                      <a:pt x="4287" y="45"/>
                    </a:cubicBezTo>
                    <a:cubicBezTo>
                      <a:pt x="4136" y="45"/>
                      <a:pt x="3953" y="1"/>
                      <a:pt x="378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63">
                <a:extLst>
                  <a:ext uri="{FF2B5EF4-FFF2-40B4-BE49-F238E27FC236}">
                    <a16:creationId xmlns:a16="http://schemas.microsoft.com/office/drawing/2014/main" id="{63E3ECF1-6FCE-1142-B302-AEBCDAE9CF44}"/>
                  </a:ext>
                </a:extLst>
              </p:cNvPr>
              <p:cNvSpPr/>
              <p:nvPr/>
            </p:nvSpPr>
            <p:spPr>
              <a:xfrm>
                <a:off x="10111675" y="1019375"/>
                <a:ext cx="94000" cy="198650"/>
              </a:xfrm>
              <a:custGeom>
                <a:avLst/>
                <a:gdLst/>
                <a:ahLst/>
                <a:cxnLst/>
                <a:rect l="l" t="t" r="r" b="b"/>
                <a:pathLst>
                  <a:path w="3760" h="7946" extrusionOk="0">
                    <a:moveTo>
                      <a:pt x="3760" y="1"/>
                    </a:moveTo>
                    <a:lnTo>
                      <a:pt x="3760" y="1"/>
                    </a:lnTo>
                    <a:cubicBezTo>
                      <a:pt x="2507" y="2607"/>
                      <a:pt x="1128" y="5214"/>
                      <a:pt x="0" y="7946"/>
                    </a:cubicBezTo>
                    <a:lnTo>
                      <a:pt x="3760" y="1"/>
                    </a:ln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63">
                <a:extLst>
                  <a:ext uri="{FF2B5EF4-FFF2-40B4-BE49-F238E27FC236}">
                    <a16:creationId xmlns:a16="http://schemas.microsoft.com/office/drawing/2014/main" id="{633DD87A-EA7B-1AB8-33E2-F4D6A9FA1C39}"/>
                  </a:ext>
                </a:extLst>
              </p:cNvPr>
              <p:cNvSpPr/>
              <p:nvPr/>
            </p:nvSpPr>
            <p:spPr>
              <a:xfrm>
                <a:off x="10101750" y="1013500"/>
                <a:ext cx="113225" cy="210150"/>
              </a:xfrm>
              <a:custGeom>
                <a:avLst/>
                <a:gdLst/>
                <a:ahLst/>
                <a:cxnLst/>
                <a:rect l="l" t="t" r="r" b="b"/>
                <a:pathLst>
                  <a:path w="4529" h="8406" extrusionOk="0">
                    <a:moveTo>
                      <a:pt x="4160" y="0"/>
                    </a:moveTo>
                    <a:cubicBezTo>
                      <a:pt x="4080" y="0"/>
                      <a:pt x="3998" y="40"/>
                      <a:pt x="3931" y="136"/>
                    </a:cubicBezTo>
                    <a:cubicBezTo>
                      <a:pt x="2678" y="2742"/>
                      <a:pt x="1325" y="5349"/>
                      <a:pt x="72" y="7955"/>
                    </a:cubicBezTo>
                    <a:cubicBezTo>
                      <a:pt x="0" y="8186"/>
                      <a:pt x="194" y="8405"/>
                      <a:pt x="385" y="8405"/>
                    </a:cubicBezTo>
                    <a:cubicBezTo>
                      <a:pt x="462" y="8405"/>
                      <a:pt x="540" y="8368"/>
                      <a:pt x="598" y="8281"/>
                    </a:cubicBezTo>
                    <a:cubicBezTo>
                      <a:pt x="1851" y="5675"/>
                      <a:pt x="3104" y="3043"/>
                      <a:pt x="4458" y="436"/>
                    </a:cubicBezTo>
                    <a:cubicBezTo>
                      <a:pt x="4528" y="225"/>
                      <a:pt x="4350" y="0"/>
                      <a:pt x="41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63">
                <a:extLst>
                  <a:ext uri="{FF2B5EF4-FFF2-40B4-BE49-F238E27FC236}">
                    <a16:creationId xmlns:a16="http://schemas.microsoft.com/office/drawing/2014/main" id="{2458F820-4917-9DA8-C33A-5DC855B00A6E}"/>
                  </a:ext>
                </a:extLst>
              </p:cNvPr>
              <p:cNvSpPr/>
              <p:nvPr/>
            </p:nvSpPr>
            <p:spPr>
              <a:xfrm>
                <a:off x="10139875" y="1035050"/>
                <a:ext cx="120325" cy="219325"/>
              </a:xfrm>
              <a:custGeom>
                <a:avLst/>
                <a:gdLst/>
                <a:ahLst/>
                <a:cxnLst/>
                <a:rect l="l" t="t" r="r" b="b"/>
                <a:pathLst>
                  <a:path w="4813" h="8773" extrusionOk="0">
                    <a:moveTo>
                      <a:pt x="4812" y="1"/>
                    </a:moveTo>
                    <a:lnTo>
                      <a:pt x="1692" y="5688"/>
                    </a:lnTo>
                    <a:lnTo>
                      <a:pt x="1692" y="5688"/>
                    </a:lnTo>
                    <a:cubicBezTo>
                      <a:pt x="2744" y="3794"/>
                      <a:pt x="3805" y="1902"/>
                      <a:pt x="4812" y="1"/>
                    </a:cubicBezTo>
                    <a:close/>
                    <a:moveTo>
                      <a:pt x="1692" y="5688"/>
                    </a:moveTo>
                    <a:cubicBezTo>
                      <a:pt x="1122" y="6714"/>
                      <a:pt x="555" y="7742"/>
                      <a:pt x="0" y="8773"/>
                    </a:cubicBezTo>
                    <a:lnTo>
                      <a:pt x="1692" y="5688"/>
                    </a:ln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63">
                <a:extLst>
                  <a:ext uri="{FF2B5EF4-FFF2-40B4-BE49-F238E27FC236}">
                    <a16:creationId xmlns:a16="http://schemas.microsoft.com/office/drawing/2014/main" id="{EB2A30D3-84C1-E7D7-CC6F-BF382376EDE6}"/>
                  </a:ext>
                </a:extLst>
              </p:cNvPr>
              <p:cNvSpPr/>
              <p:nvPr/>
            </p:nvSpPr>
            <p:spPr>
              <a:xfrm>
                <a:off x="10131375" y="1029075"/>
                <a:ext cx="137750" cy="231275"/>
              </a:xfrm>
              <a:custGeom>
                <a:avLst/>
                <a:gdLst/>
                <a:ahLst/>
                <a:cxnLst/>
                <a:rect l="l" t="t" r="r" b="b"/>
                <a:pathLst>
                  <a:path w="5510" h="9251" extrusionOk="0">
                    <a:moveTo>
                      <a:pt x="5130" y="1"/>
                    </a:moveTo>
                    <a:cubicBezTo>
                      <a:pt x="5053" y="1"/>
                      <a:pt x="4982" y="40"/>
                      <a:pt x="4952" y="139"/>
                    </a:cubicBezTo>
                    <a:cubicBezTo>
                      <a:pt x="3273" y="3047"/>
                      <a:pt x="1719" y="5979"/>
                      <a:pt x="140" y="8911"/>
                    </a:cubicBezTo>
                    <a:cubicBezTo>
                      <a:pt x="1" y="9050"/>
                      <a:pt x="212" y="9250"/>
                      <a:pt x="387" y="9250"/>
                    </a:cubicBezTo>
                    <a:cubicBezTo>
                      <a:pt x="465" y="9250"/>
                      <a:pt x="535" y="9211"/>
                      <a:pt x="566" y="9112"/>
                    </a:cubicBezTo>
                    <a:cubicBezTo>
                      <a:pt x="2120" y="6179"/>
                      <a:pt x="3799" y="3272"/>
                      <a:pt x="5353" y="340"/>
                    </a:cubicBezTo>
                    <a:cubicBezTo>
                      <a:pt x="5509" y="201"/>
                      <a:pt x="5304" y="1"/>
                      <a:pt x="513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63">
                <a:extLst>
                  <a:ext uri="{FF2B5EF4-FFF2-40B4-BE49-F238E27FC236}">
                    <a16:creationId xmlns:a16="http://schemas.microsoft.com/office/drawing/2014/main" id="{9E7E6B80-D192-9958-400F-E4C82F72462E}"/>
                  </a:ext>
                </a:extLst>
              </p:cNvPr>
              <p:cNvSpPr/>
              <p:nvPr/>
            </p:nvSpPr>
            <p:spPr>
              <a:xfrm>
                <a:off x="10176825" y="1053225"/>
                <a:ext cx="132875" cy="224325"/>
              </a:xfrm>
              <a:custGeom>
                <a:avLst/>
                <a:gdLst/>
                <a:ahLst/>
                <a:cxnLst/>
                <a:rect l="l" t="t" r="r" b="b"/>
                <a:pathLst>
                  <a:path w="5315" h="8973" extrusionOk="0">
                    <a:moveTo>
                      <a:pt x="5314" y="0"/>
                    </a:moveTo>
                    <a:lnTo>
                      <a:pt x="5314" y="0"/>
                    </a:lnTo>
                    <a:cubicBezTo>
                      <a:pt x="3334" y="2933"/>
                      <a:pt x="1555" y="5965"/>
                      <a:pt x="1" y="8973"/>
                    </a:cubicBezTo>
                    <a:lnTo>
                      <a:pt x="5314" y="0"/>
                    </a:ln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63">
                <a:extLst>
                  <a:ext uri="{FF2B5EF4-FFF2-40B4-BE49-F238E27FC236}">
                    <a16:creationId xmlns:a16="http://schemas.microsoft.com/office/drawing/2014/main" id="{972D6288-1534-7AC6-25A2-9F0D63DFD375}"/>
                  </a:ext>
                </a:extLst>
              </p:cNvPr>
              <p:cNvSpPr/>
              <p:nvPr/>
            </p:nvSpPr>
            <p:spPr>
              <a:xfrm>
                <a:off x="10166900" y="1045925"/>
                <a:ext cx="152025" cy="240375"/>
              </a:xfrm>
              <a:custGeom>
                <a:avLst/>
                <a:gdLst/>
                <a:ahLst/>
                <a:cxnLst/>
                <a:rect l="l" t="t" r="r" b="b"/>
                <a:pathLst>
                  <a:path w="6081" h="9615" extrusionOk="0">
                    <a:moveTo>
                      <a:pt x="5672" y="0"/>
                    </a:moveTo>
                    <a:cubicBezTo>
                      <a:pt x="5602" y="0"/>
                      <a:pt x="5539" y="28"/>
                      <a:pt x="5511" y="92"/>
                    </a:cubicBezTo>
                    <a:cubicBezTo>
                      <a:pt x="3531" y="3124"/>
                      <a:pt x="1751" y="6032"/>
                      <a:pt x="72" y="9165"/>
                    </a:cubicBezTo>
                    <a:cubicBezTo>
                      <a:pt x="1" y="9396"/>
                      <a:pt x="195" y="9614"/>
                      <a:pt x="385" y="9614"/>
                    </a:cubicBezTo>
                    <a:cubicBezTo>
                      <a:pt x="463" y="9614"/>
                      <a:pt x="540" y="9578"/>
                      <a:pt x="598" y="9490"/>
                    </a:cubicBezTo>
                    <a:cubicBezTo>
                      <a:pt x="2177" y="6358"/>
                      <a:pt x="3932" y="3325"/>
                      <a:pt x="5937" y="393"/>
                    </a:cubicBezTo>
                    <a:cubicBezTo>
                      <a:pt x="6080" y="177"/>
                      <a:pt x="5851" y="0"/>
                      <a:pt x="567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63">
                <a:extLst>
                  <a:ext uri="{FF2B5EF4-FFF2-40B4-BE49-F238E27FC236}">
                    <a16:creationId xmlns:a16="http://schemas.microsoft.com/office/drawing/2014/main" id="{FDD7996B-7238-AA7D-8492-8A2150F481E4}"/>
                  </a:ext>
                </a:extLst>
              </p:cNvPr>
              <p:cNvSpPr/>
              <p:nvPr/>
            </p:nvSpPr>
            <p:spPr>
              <a:xfrm>
                <a:off x="10208175" y="1082050"/>
                <a:ext cx="138475" cy="216800"/>
              </a:xfrm>
              <a:custGeom>
                <a:avLst/>
                <a:gdLst/>
                <a:ahLst/>
                <a:cxnLst/>
                <a:rect l="l" t="t" r="r" b="b"/>
                <a:pathLst>
                  <a:path w="5539" h="8672" extrusionOk="0">
                    <a:moveTo>
                      <a:pt x="5539" y="0"/>
                    </a:moveTo>
                    <a:lnTo>
                      <a:pt x="0" y="8672"/>
                    </a:lnTo>
                    <a:cubicBezTo>
                      <a:pt x="1980" y="5840"/>
                      <a:pt x="3760" y="2933"/>
                      <a:pt x="5539" y="0"/>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63">
                <a:extLst>
                  <a:ext uri="{FF2B5EF4-FFF2-40B4-BE49-F238E27FC236}">
                    <a16:creationId xmlns:a16="http://schemas.microsoft.com/office/drawing/2014/main" id="{9289E6B6-A1ED-6D4C-277C-9714B8BFB67C}"/>
                  </a:ext>
                </a:extLst>
              </p:cNvPr>
              <p:cNvSpPr/>
              <p:nvPr/>
            </p:nvSpPr>
            <p:spPr>
              <a:xfrm>
                <a:off x="10199025" y="1074750"/>
                <a:ext cx="154450" cy="229800"/>
              </a:xfrm>
              <a:custGeom>
                <a:avLst/>
                <a:gdLst/>
                <a:ahLst/>
                <a:cxnLst/>
                <a:rect l="l" t="t" r="r" b="b"/>
                <a:pathLst>
                  <a:path w="6178" h="9192" extrusionOk="0">
                    <a:moveTo>
                      <a:pt x="5787" y="0"/>
                    </a:moveTo>
                    <a:cubicBezTo>
                      <a:pt x="5711" y="0"/>
                      <a:pt x="5636" y="28"/>
                      <a:pt x="5579" y="92"/>
                    </a:cubicBezTo>
                    <a:cubicBezTo>
                      <a:pt x="3900" y="3099"/>
                      <a:pt x="2020" y="5931"/>
                      <a:pt x="141" y="8864"/>
                    </a:cubicBezTo>
                    <a:cubicBezTo>
                      <a:pt x="1" y="9003"/>
                      <a:pt x="214" y="9191"/>
                      <a:pt x="390" y="9191"/>
                    </a:cubicBezTo>
                    <a:cubicBezTo>
                      <a:pt x="466" y="9191"/>
                      <a:pt x="536" y="9156"/>
                      <a:pt x="567" y="9064"/>
                    </a:cubicBezTo>
                    <a:cubicBezTo>
                      <a:pt x="2547" y="6232"/>
                      <a:pt x="4326" y="3325"/>
                      <a:pt x="6105" y="392"/>
                    </a:cubicBezTo>
                    <a:cubicBezTo>
                      <a:pt x="6177" y="177"/>
                      <a:pt x="5979" y="0"/>
                      <a:pt x="578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63">
                <a:extLst>
                  <a:ext uri="{FF2B5EF4-FFF2-40B4-BE49-F238E27FC236}">
                    <a16:creationId xmlns:a16="http://schemas.microsoft.com/office/drawing/2014/main" id="{983D02F9-AFFC-4C29-0E21-85F295668BF7}"/>
                  </a:ext>
                </a:extLst>
              </p:cNvPr>
              <p:cNvSpPr/>
              <p:nvPr/>
            </p:nvSpPr>
            <p:spPr>
              <a:xfrm>
                <a:off x="10249525" y="1105225"/>
                <a:ext cx="130975" cy="211800"/>
              </a:xfrm>
              <a:custGeom>
                <a:avLst/>
                <a:gdLst/>
                <a:ahLst/>
                <a:cxnLst/>
                <a:rect l="l" t="t" r="r" b="b"/>
                <a:pathLst>
                  <a:path w="5239" h="8472" extrusionOk="0">
                    <a:moveTo>
                      <a:pt x="5238" y="1"/>
                    </a:moveTo>
                    <a:lnTo>
                      <a:pt x="1466" y="6101"/>
                    </a:lnTo>
                    <a:lnTo>
                      <a:pt x="1466" y="6101"/>
                    </a:lnTo>
                    <a:cubicBezTo>
                      <a:pt x="2796" y="4100"/>
                      <a:pt x="4064" y="2088"/>
                      <a:pt x="5238" y="1"/>
                    </a:cubicBezTo>
                    <a:close/>
                    <a:moveTo>
                      <a:pt x="1466" y="6101"/>
                    </a:moveTo>
                    <a:cubicBezTo>
                      <a:pt x="1263" y="6407"/>
                      <a:pt x="1058" y="6713"/>
                      <a:pt x="852" y="7018"/>
                    </a:cubicBezTo>
                    <a:cubicBezTo>
                      <a:pt x="527" y="7519"/>
                      <a:pt x="226" y="7945"/>
                      <a:pt x="0" y="8472"/>
                    </a:cubicBezTo>
                    <a:lnTo>
                      <a:pt x="1466" y="6101"/>
                    </a:ln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63">
                <a:extLst>
                  <a:ext uri="{FF2B5EF4-FFF2-40B4-BE49-F238E27FC236}">
                    <a16:creationId xmlns:a16="http://schemas.microsoft.com/office/drawing/2014/main" id="{1AB2C4D3-5825-22A2-9D7B-336E84BAE26B}"/>
                  </a:ext>
                </a:extLst>
              </p:cNvPr>
              <p:cNvSpPr/>
              <p:nvPr/>
            </p:nvSpPr>
            <p:spPr>
              <a:xfrm>
                <a:off x="10241025" y="1099025"/>
                <a:ext cx="147775" cy="223975"/>
              </a:xfrm>
              <a:custGeom>
                <a:avLst/>
                <a:gdLst/>
                <a:ahLst/>
                <a:cxnLst/>
                <a:rect l="l" t="t" r="r" b="b"/>
                <a:pathLst>
                  <a:path w="5911" h="8959" extrusionOk="0">
                    <a:moveTo>
                      <a:pt x="5617" y="1"/>
                    </a:moveTo>
                    <a:cubicBezTo>
                      <a:pt x="5529" y="1"/>
                      <a:pt x="5430" y="45"/>
                      <a:pt x="5353" y="148"/>
                    </a:cubicBezTo>
                    <a:cubicBezTo>
                      <a:pt x="4526" y="1627"/>
                      <a:pt x="3699" y="2980"/>
                      <a:pt x="2746" y="4434"/>
                    </a:cubicBezTo>
                    <a:cubicBezTo>
                      <a:pt x="2345" y="5161"/>
                      <a:pt x="1919" y="5787"/>
                      <a:pt x="1393" y="6514"/>
                    </a:cubicBezTo>
                    <a:cubicBezTo>
                      <a:pt x="967" y="7141"/>
                      <a:pt x="466" y="7893"/>
                      <a:pt x="140" y="8620"/>
                    </a:cubicBezTo>
                    <a:cubicBezTo>
                      <a:pt x="1" y="8759"/>
                      <a:pt x="151" y="8958"/>
                      <a:pt x="332" y="8958"/>
                    </a:cubicBezTo>
                    <a:cubicBezTo>
                      <a:pt x="411" y="8958"/>
                      <a:pt x="497" y="8920"/>
                      <a:pt x="566" y="8820"/>
                    </a:cubicBezTo>
                    <a:cubicBezTo>
                      <a:pt x="967" y="8093"/>
                      <a:pt x="1393" y="7467"/>
                      <a:pt x="1919" y="6740"/>
                    </a:cubicBezTo>
                    <a:cubicBezTo>
                      <a:pt x="2345" y="6113"/>
                      <a:pt x="2746" y="5386"/>
                      <a:pt x="3273" y="4760"/>
                    </a:cubicBezTo>
                    <a:cubicBezTo>
                      <a:pt x="4100" y="3281"/>
                      <a:pt x="4952" y="1828"/>
                      <a:pt x="5779" y="374"/>
                    </a:cubicBezTo>
                    <a:cubicBezTo>
                      <a:pt x="5910" y="160"/>
                      <a:pt x="5783" y="1"/>
                      <a:pt x="56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63">
                <a:extLst>
                  <a:ext uri="{FF2B5EF4-FFF2-40B4-BE49-F238E27FC236}">
                    <a16:creationId xmlns:a16="http://schemas.microsoft.com/office/drawing/2014/main" id="{EC2EF068-3C11-6B82-6FD6-843A808CE861}"/>
                  </a:ext>
                </a:extLst>
              </p:cNvPr>
              <p:cNvSpPr/>
              <p:nvPr/>
            </p:nvSpPr>
            <p:spPr>
              <a:xfrm>
                <a:off x="10289000" y="1142200"/>
                <a:ext cx="125325" cy="190500"/>
              </a:xfrm>
              <a:custGeom>
                <a:avLst/>
                <a:gdLst/>
                <a:ahLst/>
                <a:cxnLst/>
                <a:rect l="l" t="t" r="r" b="b"/>
                <a:pathLst>
                  <a:path w="5013" h="7620" extrusionOk="0">
                    <a:moveTo>
                      <a:pt x="5013" y="0"/>
                    </a:moveTo>
                    <a:lnTo>
                      <a:pt x="0" y="7619"/>
                    </a:lnTo>
                    <a:cubicBezTo>
                      <a:pt x="1780" y="5113"/>
                      <a:pt x="3434" y="2607"/>
                      <a:pt x="5013" y="0"/>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63">
                <a:extLst>
                  <a:ext uri="{FF2B5EF4-FFF2-40B4-BE49-F238E27FC236}">
                    <a16:creationId xmlns:a16="http://schemas.microsoft.com/office/drawing/2014/main" id="{4305D7E5-84C6-0765-1D00-4B9E40F62E8B}"/>
                  </a:ext>
                </a:extLst>
              </p:cNvPr>
              <p:cNvSpPr/>
              <p:nvPr/>
            </p:nvSpPr>
            <p:spPr>
              <a:xfrm>
                <a:off x="10279925" y="1135550"/>
                <a:ext cx="143025" cy="201675"/>
              </a:xfrm>
              <a:custGeom>
                <a:avLst/>
                <a:gdLst/>
                <a:ahLst/>
                <a:cxnLst/>
                <a:rect l="l" t="t" r="r" b="b"/>
                <a:pathLst>
                  <a:path w="5721" h="8067" extrusionOk="0">
                    <a:moveTo>
                      <a:pt x="5437" y="0"/>
                    </a:moveTo>
                    <a:cubicBezTo>
                      <a:pt x="5348" y="0"/>
                      <a:pt x="5247" y="49"/>
                      <a:pt x="5175" y="166"/>
                    </a:cubicBezTo>
                    <a:cubicBezTo>
                      <a:pt x="3596" y="2773"/>
                      <a:pt x="1917" y="5279"/>
                      <a:pt x="163" y="7685"/>
                    </a:cubicBezTo>
                    <a:cubicBezTo>
                      <a:pt x="0" y="7902"/>
                      <a:pt x="176" y="8066"/>
                      <a:pt x="362" y="8066"/>
                    </a:cubicBezTo>
                    <a:cubicBezTo>
                      <a:pt x="434" y="8066"/>
                      <a:pt x="508" y="8042"/>
                      <a:pt x="564" y="7986"/>
                    </a:cubicBezTo>
                    <a:cubicBezTo>
                      <a:pt x="2343" y="5580"/>
                      <a:pt x="4022" y="2973"/>
                      <a:pt x="5576" y="367"/>
                    </a:cubicBezTo>
                    <a:cubicBezTo>
                      <a:pt x="5721" y="157"/>
                      <a:pt x="5597" y="0"/>
                      <a:pt x="543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63">
                <a:extLst>
                  <a:ext uri="{FF2B5EF4-FFF2-40B4-BE49-F238E27FC236}">
                    <a16:creationId xmlns:a16="http://schemas.microsoft.com/office/drawing/2014/main" id="{196CEC93-BF39-CFC8-C3CB-094AD182BDEC}"/>
                  </a:ext>
                </a:extLst>
              </p:cNvPr>
              <p:cNvSpPr/>
              <p:nvPr/>
            </p:nvSpPr>
            <p:spPr>
              <a:xfrm>
                <a:off x="10377975" y="1199200"/>
                <a:ext cx="49525" cy="68325"/>
              </a:xfrm>
              <a:custGeom>
                <a:avLst/>
                <a:gdLst/>
                <a:ahLst/>
                <a:cxnLst/>
                <a:rect l="l" t="t" r="r" b="b"/>
                <a:pathLst>
                  <a:path w="1981" h="2733" extrusionOk="0">
                    <a:moveTo>
                      <a:pt x="1980" y="1"/>
                    </a:moveTo>
                    <a:lnTo>
                      <a:pt x="0" y="2733"/>
                    </a:lnTo>
                    <a:cubicBezTo>
                      <a:pt x="627" y="1881"/>
                      <a:pt x="1353" y="953"/>
                      <a:pt x="1980" y="1"/>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63">
                <a:extLst>
                  <a:ext uri="{FF2B5EF4-FFF2-40B4-BE49-F238E27FC236}">
                    <a16:creationId xmlns:a16="http://schemas.microsoft.com/office/drawing/2014/main" id="{F95761E8-65A8-B40B-92A9-78EF64ADB067}"/>
                  </a:ext>
                </a:extLst>
              </p:cNvPr>
              <p:cNvSpPr/>
              <p:nvPr/>
            </p:nvSpPr>
            <p:spPr>
              <a:xfrm>
                <a:off x="10369825" y="1193550"/>
                <a:ext cx="66175" cy="80875"/>
              </a:xfrm>
              <a:custGeom>
                <a:avLst/>
                <a:gdLst/>
                <a:ahLst/>
                <a:cxnLst/>
                <a:rect l="l" t="t" r="r" b="b"/>
                <a:pathLst>
                  <a:path w="2647" h="3235" extrusionOk="0">
                    <a:moveTo>
                      <a:pt x="2311" y="0"/>
                    </a:moveTo>
                    <a:cubicBezTo>
                      <a:pt x="2232" y="0"/>
                      <a:pt x="2148" y="36"/>
                      <a:pt x="2080" y="127"/>
                    </a:cubicBezTo>
                    <a:cubicBezTo>
                      <a:pt x="1454" y="1079"/>
                      <a:pt x="827" y="1906"/>
                      <a:pt x="101" y="2859"/>
                    </a:cubicBezTo>
                    <a:cubicBezTo>
                      <a:pt x="0" y="2959"/>
                      <a:pt x="0" y="3059"/>
                      <a:pt x="101" y="3159"/>
                    </a:cubicBezTo>
                    <a:cubicBezTo>
                      <a:pt x="151" y="3209"/>
                      <a:pt x="232" y="3235"/>
                      <a:pt x="301" y="3235"/>
                    </a:cubicBezTo>
                    <a:cubicBezTo>
                      <a:pt x="370" y="3235"/>
                      <a:pt x="426" y="3209"/>
                      <a:pt x="426" y="3159"/>
                    </a:cubicBezTo>
                    <a:cubicBezTo>
                      <a:pt x="1153" y="2332"/>
                      <a:pt x="1880" y="1280"/>
                      <a:pt x="2507" y="352"/>
                    </a:cubicBezTo>
                    <a:cubicBezTo>
                      <a:pt x="2647" y="195"/>
                      <a:pt x="2493" y="0"/>
                      <a:pt x="23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63">
                <a:extLst>
                  <a:ext uri="{FF2B5EF4-FFF2-40B4-BE49-F238E27FC236}">
                    <a16:creationId xmlns:a16="http://schemas.microsoft.com/office/drawing/2014/main" id="{A77E6159-1150-0D8E-A871-9EA378C7DFF1}"/>
                  </a:ext>
                </a:extLst>
              </p:cNvPr>
              <p:cNvSpPr/>
              <p:nvPr/>
            </p:nvSpPr>
            <p:spPr>
              <a:xfrm>
                <a:off x="10202525" y="1050725"/>
                <a:ext cx="13175" cy="28825"/>
              </a:xfrm>
              <a:custGeom>
                <a:avLst/>
                <a:gdLst/>
                <a:ahLst/>
                <a:cxnLst/>
                <a:rect l="l" t="t" r="r" b="b"/>
                <a:pathLst>
                  <a:path w="527" h="1153" extrusionOk="0">
                    <a:moveTo>
                      <a:pt x="527" y="0"/>
                    </a:moveTo>
                    <a:lnTo>
                      <a:pt x="527" y="0"/>
                    </a:lnTo>
                    <a:cubicBezTo>
                      <a:pt x="494" y="69"/>
                      <a:pt x="465" y="135"/>
                      <a:pt x="436" y="198"/>
                    </a:cubicBezTo>
                    <a:lnTo>
                      <a:pt x="436" y="198"/>
                    </a:lnTo>
                    <a:lnTo>
                      <a:pt x="527" y="0"/>
                    </a:lnTo>
                    <a:close/>
                    <a:moveTo>
                      <a:pt x="436" y="198"/>
                    </a:moveTo>
                    <a:lnTo>
                      <a:pt x="1" y="1153"/>
                    </a:lnTo>
                    <a:cubicBezTo>
                      <a:pt x="190" y="796"/>
                      <a:pt x="291" y="527"/>
                      <a:pt x="436" y="198"/>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63">
                <a:extLst>
                  <a:ext uri="{FF2B5EF4-FFF2-40B4-BE49-F238E27FC236}">
                    <a16:creationId xmlns:a16="http://schemas.microsoft.com/office/drawing/2014/main" id="{E1E02819-9814-2BBE-A0EC-4B842477275A}"/>
                  </a:ext>
                </a:extLst>
              </p:cNvPr>
              <p:cNvSpPr/>
              <p:nvPr/>
            </p:nvSpPr>
            <p:spPr>
              <a:xfrm>
                <a:off x="10195000" y="1045700"/>
                <a:ext cx="28850" cy="38875"/>
              </a:xfrm>
              <a:custGeom>
                <a:avLst/>
                <a:gdLst/>
                <a:ahLst/>
                <a:cxnLst/>
                <a:rect l="l" t="t" r="r" b="b"/>
                <a:pathLst>
                  <a:path w="1154" h="1555" extrusionOk="0">
                    <a:moveTo>
                      <a:pt x="928" y="1"/>
                    </a:moveTo>
                    <a:cubicBezTo>
                      <a:pt x="828" y="1"/>
                      <a:pt x="728" y="1"/>
                      <a:pt x="627" y="101"/>
                    </a:cubicBezTo>
                    <a:cubicBezTo>
                      <a:pt x="427" y="502"/>
                      <a:pt x="201" y="828"/>
                      <a:pt x="101" y="1128"/>
                    </a:cubicBezTo>
                    <a:cubicBezTo>
                      <a:pt x="1" y="1254"/>
                      <a:pt x="1" y="1454"/>
                      <a:pt x="101" y="1554"/>
                    </a:cubicBezTo>
                    <a:cubicBezTo>
                      <a:pt x="302" y="1554"/>
                      <a:pt x="427" y="1554"/>
                      <a:pt x="527" y="1454"/>
                    </a:cubicBezTo>
                    <a:cubicBezTo>
                      <a:pt x="728" y="1028"/>
                      <a:pt x="928" y="727"/>
                      <a:pt x="1053" y="402"/>
                    </a:cubicBezTo>
                    <a:cubicBezTo>
                      <a:pt x="1154" y="301"/>
                      <a:pt x="1154" y="101"/>
                      <a:pt x="9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63">
                <a:extLst>
                  <a:ext uri="{FF2B5EF4-FFF2-40B4-BE49-F238E27FC236}">
                    <a16:creationId xmlns:a16="http://schemas.microsoft.com/office/drawing/2014/main" id="{9F32AB2A-CC79-BCF8-9830-81D5693BD521}"/>
                  </a:ext>
                </a:extLst>
              </p:cNvPr>
              <p:cNvSpPr/>
              <p:nvPr/>
            </p:nvSpPr>
            <p:spPr>
              <a:xfrm>
                <a:off x="10098525" y="1136550"/>
                <a:ext cx="20700" cy="39500"/>
              </a:xfrm>
              <a:custGeom>
                <a:avLst/>
                <a:gdLst/>
                <a:ahLst/>
                <a:cxnLst/>
                <a:rect l="l" t="t" r="r" b="b"/>
                <a:pathLst>
                  <a:path w="828" h="1580" extrusionOk="0">
                    <a:moveTo>
                      <a:pt x="827" y="1"/>
                    </a:moveTo>
                    <a:lnTo>
                      <a:pt x="0" y="1580"/>
                    </a:lnTo>
                    <a:cubicBezTo>
                      <a:pt x="301" y="1053"/>
                      <a:pt x="627" y="527"/>
                      <a:pt x="827" y="1"/>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63">
                <a:extLst>
                  <a:ext uri="{FF2B5EF4-FFF2-40B4-BE49-F238E27FC236}">
                    <a16:creationId xmlns:a16="http://schemas.microsoft.com/office/drawing/2014/main" id="{75B55132-2753-8530-5840-98D1631B330B}"/>
                  </a:ext>
                </a:extLst>
              </p:cNvPr>
              <p:cNvSpPr/>
              <p:nvPr/>
            </p:nvSpPr>
            <p:spPr>
              <a:xfrm>
                <a:off x="10090375" y="1129675"/>
                <a:ext cx="36975" cy="52425"/>
              </a:xfrm>
              <a:custGeom>
                <a:avLst/>
                <a:gdLst/>
                <a:ahLst/>
                <a:cxnLst/>
                <a:rect l="l" t="t" r="r" b="b"/>
                <a:pathLst>
                  <a:path w="1479" h="2097" extrusionOk="0">
                    <a:moveTo>
                      <a:pt x="1116" y="0"/>
                    </a:moveTo>
                    <a:cubicBezTo>
                      <a:pt x="1053" y="0"/>
                      <a:pt x="1003" y="25"/>
                      <a:pt x="953" y="75"/>
                    </a:cubicBezTo>
                    <a:cubicBezTo>
                      <a:pt x="627" y="602"/>
                      <a:pt x="426" y="1228"/>
                      <a:pt x="101" y="1754"/>
                    </a:cubicBezTo>
                    <a:cubicBezTo>
                      <a:pt x="0" y="1855"/>
                      <a:pt x="101" y="1955"/>
                      <a:pt x="226" y="2055"/>
                    </a:cubicBezTo>
                    <a:cubicBezTo>
                      <a:pt x="255" y="2085"/>
                      <a:pt x="285" y="2097"/>
                      <a:pt x="314" y="2097"/>
                    </a:cubicBezTo>
                    <a:cubicBezTo>
                      <a:pt x="385" y="2097"/>
                      <a:pt x="456" y="2026"/>
                      <a:pt x="527" y="1955"/>
                    </a:cubicBezTo>
                    <a:cubicBezTo>
                      <a:pt x="852" y="1429"/>
                      <a:pt x="1153" y="902"/>
                      <a:pt x="1479" y="401"/>
                    </a:cubicBezTo>
                    <a:cubicBezTo>
                      <a:pt x="1479" y="276"/>
                      <a:pt x="1479" y="75"/>
                      <a:pt x="1354" y="75"/>
                    </a:cubicBezTo>
                    <a:cubicBezTo>
                      <a:pt x="1253" y="25"/>
                      <a:pt x="1178" y="0"/>
                      <a:pt x="111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63">
                <a:extLst>
                  <a:ext uri="{FF2B5EF4-FFF2-40B4-BE49-F238E27FC236}">
                    <a16:creationId xmlns:a16="http://schemas.microsoft.com/office/drawing/2014/main" id="{8F832DC0-E772-ADD1-E764-845A3A423013}"/>
                  </a:ext>
                </a:extLst>
              </p:cNvPr>
              <p:cNvSpPr/>
              <p:nvPr/>
            </p:nvSpPr>
            <p:spPr>
              <a:xfrm>
                <a:off x="10278350" y="1100225"/>
                <a:ext cx="28825" cy="55150"/>
              </a:xfrm>
              <a:custGeom>
                <a:avLst/>
                <a:gdLst/>
                <a:ahLst/>
                <a:cxnLst/>
                <a:rect l="l" t="t" r="r" b="b"/>
                <a:pathLst>
                  <a:path w="1153" h="2206" extrusionOk="0">
                    <a:moveTo>
                      <a:pt x="1153" y="0"/>
                    </a:moveTo>
                    <a:lnTo>
                      <a:pt x="1153" y="0"/>
                    </a:lnTo>
                    <a:cubicBezTo>
                      <a:pt x="905" y="424"/>
                      <a:pt x="699" y="847"/>
                      <a:pt x="486" y="1276"/>
                    </a:cubicBezTo>
                    <a:lnTo>
                      <a:pt x="486" y="1276"/>
                    </a:lnTo>
                    <a:lnTo>
                      <a:pt x="1153" y="0"/>
                    </a:lnTo>
                    <a:close/>
                    <a:moveTo>
                      <a:pt x="486" y="1276"/>
                    </a:moveTo>
                    <a:lnTo>
                      <a:pt x="0" y="2206"/>
                    </a:lnTo>
                    <a:cubicBezTo>
                      <a:pt x="178" y="1892"/>
                      <a:pt x="334" y="1582"/>
                      <a:pt x="486" y="1276"/>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63">
                <a:extLst>
                  <a:ext uri="{FF2B5EF4-FFF2-40B4-BE49-F238E27FC236}">
                    <a16:creationId xmlns:a16="http://schemas.microsoft.com/office/drawing/2014/main" id="{7D3F590B-1C62-E2B3-CBD8-F8DB3994510A}"/>
                  </a:ext>
                </a:extLst>
              </p:cNvPr>
              <p:cNvSpPr/>
              <p:nvPr/>
            </p:nvSpPr>
            <p:spPr>
              <a:xfrm>
                <a:off x="10269825" y="1093700"/>
                <a:ext cx="46050" cy="67350"/>
              </a:xfrm>
              <a:custGeom>
                <a:avLst/>
                <a:gdLst/>
                <a:ahLst/>
                <a:cxnLst/>
                <a:rect l="l" t="t" r="r" b="b"/>
                <a:pathLst>
                  <a:path w="1842" h="2694" extrusionOk="0">
                    <a:moveTo>
                      <a:pt x="1503" y="1"/>
                    </a:moveTo>
                    <a:cubicBezTo>
                      <a:pt x="1415" y="1"/>
                      <a:pt x="1328" y="48"/>
                      <a:pt x="1294" y="161"/>
                    </a:cubicBezTo>
                    <a:cubicBezTo>
                      <a:pt x="867" y="888"/>
                      <a:pt x="441" y="1614"/>
                      <a:pt x="141" y="2341"/>
                    </a:cubicBezTo>
                    <a:cubicBezTo>
                      <a:pt x="0" y="2499"/>
                      <a:pt x="154" y="2693"/>
                      <a:pt x="337" y="2693"/>
                    </a:cubicBezTo>
                    <a:cubicBezTo>
                      <a:pt x="415" y="2693"/>
                      <a:pt x="499" y="2657"/>
                      <a:pt x="567" y="2567"/>
                    </a:cubicBezTo>
                    <a:cubicBezTo>
                      <a:pt x="968" y="1840"/>
                      <a:pt x="1294" y="1088"/>
                      <a:pt x="1695" y="361"/>
                    </a:cubicBezTo>
                    <a:cubicBezTo>
                      <a:pt x="1842" y="165"/>
                      <a:pt x="1669" y="1"/>
                      <a:pt x="15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63">
                <a:extLst>
                  <a:ext uri="{FF2B5EF4-FFF2-40B4-BE49-F238E27FC236}">
                    <a16:creationId xmlns:a16="http://schemas.microsoft.com/office/drawing/2014/main" id="{857C2A0E-E914-D776-F537-F72C8F1CC2FC}"/>
                  </a:ext>
                </a:extLst>
              </p:cNvPr>
              <p:cNvSpPr/>
              <p:nvPr/>
            </p:nvSpPr>
            <p:spPr>
              <a:xfrm>
                <a:off x="10346625" y="1191700"/>
                <a:ext cx="7550" cy="15675"/>
              </a:xfrm>
              <a:custGeom>
                <a:avLst/>
                <a:gdLst/>
                <a:ahLst/>
                <a:cxnLst/>
                <a:rect l="l" t="t" r="r" b="b"/>
                <a:pathLst>
                  <a:path w="302" h="627" extrusionOk="0">
                    <a:moveTo>
                      <a:pt x="302" y="0"/>
                    </a:moveTo>
                    <a:lnTo>
                      <a:pt x="302" y="0"/>
                    </a:lnTo>
                    <a:cubicBezTo>
                      <a:pt x="252" y="100"/>
                      <a:pt x="201" y="207"/>
                      <a:pt x="151" y="314"/>
                    </a:cubicBezTo>
                    <a:lnTo>
                      <a:pt x="302" y="0"/>
                    </a:lnTo>
                    <a:close/>
                    <a:moveTo>
                      <a:pt x="151" y="314"/>
                    </a:moveTo>
                    <a:lnTo>
                      <a:pt x="1" y="627"/>
                    </a:lnTo>
                    <a:cubicBezTo>
                      <a:pt x="51" y="527"/>
                      <a:pt x="101" y="420"/>
                      <a:pt x="151" y="314"/>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63">
                <a:extLst>
                  <a:ext uri="{FF2B5EF4-FFF2-40B4-BE49-F238E27FC236}">
                    <a16:creationId xmlns:a16="http://schemas.microsoft.com/office/drawing/2014/main" id="{14821BAB-3003-9724-1F30-FE2E0AB1B70A}"/>
                  </a:ext>
                </a:extLst>
              </p:cNvPr>
              <p:cNvSpPr/>
              <p:nvPr/>
            </p:nvSpPr>
            <p:spPr>
              <a:xfrm>
                <a:off x="10338500" y="1184575"/>
                <a:ext cx="23825" cy="30325"/>
              </a:xfrm>
              <a:custGeom>
                <a:avLst/>
                <a:gdLst/>
                <a:ahLst/>
                <a:cxnLst/>
                <a:rect l="l" t="t" r="r" b="b"/>
                <a:pathLst>
                  <a:path w="953" h="1213" extrusionOk="0">
                    <a:moveTo>
                      <a:pt x="617" y="1"/>
                    </a:moveTo>
                    <a:cubicBezTo>
                      <a:pt x="541" y="1"/>
                      <a:pt x="484" y="56"/>
                      <a:pt x="426" y="185"/>
                    </a:cubicBezTo>
                    <a:cubicBezTo>
                      <a:pt x="326" y="385"/>
                      <a:pt x="201" y="586"/>
                      <a:pt x="0" y="812"/>
                    </a:cubicBezTo>
                    <a:cubicBezTo>
                      <a:pt x="0" y="912"/>
                      <a:pt x="0" y="1112"/>
                      <a:pt x="100" y="1213"/>
                    </a:cubicBezTo>
                    <a:cubicBezTo>
                      <a:pt x="201" y="1213"/>
                      <a:pt x="426" y="1213"/>
                      <a:pt x="526" y="1112"/>
                    </a:cubicBezTo>
                    <a:cubicBezTo>
                      <a:pt x="627" y="812"/>
                      <a:pt x="727" y="586"/>
                      <a:pt x="827" y="385"/>
                    </a:cubicBezTo>
                    <a:cubicBezTo>
                      <a:pt x="953" y="285"/>
                      <a:pt x="953" y="85"/>
                      <a:pt x="827" y="85"/>
                    </a:cubicBezTo>
                    <a:cubicBezTo>
                      <a:pt x="742" y="31"/>
                      <a:pt x="674" y="1"/>
                      <a:pt x="6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10" name="Google Shape;1210;p63">
            <a:extLst>
              <a:ext uri="{FF2B5EF4-FFF2-40B4-BE49-F238E27FC236}">
                <a16:creationId xmlns:a16="http://schemas.microsoft.com/office/drawing/2014/main" id="{C3546831-6826-F3F6-D533-CADE1B1E81E4}"/>
              </a:ext>
            </a:extLst>
          </p:cNvPr>
          <p:cNvSpPr txBox="1">
            <a:spLocks noGrp="1"/>
          </p:cNvSpPr>
          <p:nvPr>
            <p:ph type="subTitle" idx="1"/>
          </p:nvPr>
        </p:nvSpPr>
        <p:spPr>
          <a:xfrm>
            <a:off x="4876800" y="2313025"/>
            <a:ext cx="3029100" cy="12207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a:t>Venus has a beautiful name and is the second planet from the Sun. It’s terribly hot—even hotter than Mercury</a:t>
            </a:r>
            <a:endParaRPr/>
          </a:p>
        </p:txBody>
      </p:sp>
      <p:sp>
        <p:nvSpPr>
          <p:cNvPr id="1211" name="Google Shape;1211;p63">
            <a:hlinkClick r:id="" action="ppaction://hlinkshowjump?jump=previousslide"/>
            <a:extLst>
              <a:ext uri="{FF2B5EF4-FFF2-40B4-BE49-F238E27FC236}">
                <a16:creationId xmlns:a16="http://schemas.microsoft.com/office/drawing/2014/main" id="{3CE3F589-F9D3-5CDA-CD0F-8CF8433D0FFB}"/>
              </a:ext>
            </a:extLst>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63">
            <a:hlinkClick r:id="" action="ppaction://hlinkshowjump?jump=nextslide"/>
            <a:extLst>
              <a:ext uri="{FF2B5EF4-FFF2-40B4-BE49-F238E27FC236}">
                <a16:creationId xmlns:a16="http://schemas.microsoft.com/office/drawing/2014/main" id="{625CB176-BF5C-79D0-98ED-AA27AB530A51}"/>
              </a:ext>
            </a:extLst>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3157021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216"/>
        <p:cNvGrpSpPr/>
        <p:nvPr/>
      </p:nvGrpSpPr>
      <p:grpSpPr>
        <a:xfrm>
          <a:off x="0" y="0"/>
          <a:ext cx="0" cy="0"/>
          <a:chOff x="0" y="0"/>
          <a:chExt cx="0" cy="0"/>
        </a:xfrm>
      </p:grpSpPr>
      <p:sp>
        <p:nvSpPr>
          <p:cNvPr id="1217" name="Google Shape;1217;p64"/>
          <p:cNvSpPr txBox="1">
            <a:spLocks noGrp="1"/>
          </p:cNvSpPr>
          <p:nvPr>
            <p:ph type="title"/>
          </p:nvPr>
        </p:nvSpPr>
        <p:spPr>
          <a:xfrm>
            <a:off x="2724150" y="1291488"/>
            <a:ext cx="3695700" cy="693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INTRODUCTION</a:t>
            </a:r>
            <a:endParaRPr/>
          </a:p>
        </p:txBody>
      </p:sp>
      <p:sp>
        <p:nvSpPr>
          <p:cNvPr id="1218" name="Google Shape;1218;p64"/>
          <p:cNvSpPr txBox="1">
            <a:spLocks noGrp="1"/>
          </p:cNvSpPr>
          <p:nvPr>
            <p:ph type="subTitle" idx="1"/>
          </p:nvPr>
        </p:nvSpPr>
        <p:spPr>
          <a:xfrm>
            <a:off x="2724150" y="2042113"/>
            <a:ext cx="3695700" cy="180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give a brief description of the topic you want to talk about here. For example, if you want to talk about Mercury, you can say that it’s the smallest planet in the entire Solar System</a:t>
            </a:r>
            <a:endParaRPr/>
          </a:p>
        </p:txBody>
      </p:sp>
      <p:grpSp>
        <p:nvGrpSpPr>
          <p:cNvPr id="1219" name="Google Shape;1219;p64"/>
          <p:cNvGrpSpPr/>
          <p:nvPr/>
        </p:nvGrpSpPr>
        <p:grpSpPr>
          <a:xfrm>
            <a:off x="705696" y="1154056"/>
            <a:ext cx="1709610" cy="2835630"/>
            <a:chOff x="-3347450" y="2717950"/>
            <a:chExt cx="1453750" cy="2411250"/>
          </a:xfrm>
        </p:grpSpPr>
        <p:sp>
          <p:nvSpPr>
            <p:cNvPr id="1220" name="Google Shape;1220;p64"/>
            <p:cNvSpPr/>
            <p:nvPr/>
          </p:nvSpPr>
          <p:spPr>
            <a:xfrm>
              <a:off x="-2940700" y="2717950"/>
              <a:ext cx="358725" cy="393725"/>
            </a:xfrm>
            <a:custGeom>
              <a:avLst/>
              <a:gdLst/>
              <a:ahLst/>
              <a:cxnLst/>
              <a:rect l="l" t="t" r="r" b="b"/>
              <a:pathLst>
                <a:path w="14349" h="15749" extrusionOk="0">
                  <a:moveTo>
                    <a:pt x="7398" y="1"/>
                  </a:moveTo>
                  <a:cubicBezTo>
                    <a:pt x="7370" y="1"/>
                    <a:pt x="7342" y="1"/>
                    <a:pt x="7315" y="3"/>
                  </a:cubicBezTo>
                  <a:cubicBezTo>
                    <a:pt x="6548" y="52"/>
                    <a:pt x="6134" y="490"/>
                    <a:pt x="5988" y="1111"/>
                  </a:cubicBezTo>
                  <a:cubicBezTo>
                    <a:pt x="5856" y="1573"/>
                    <a:pt x="5446" y="1875"/>
                    <a:pt x="4981" y="1875"/>
                  </a:cubicBezTo>
                  <a:cubicBezTo>
                    <a:pt x="4932" y="1875"/>
                    <a:pt x="4882" y="1872"/>
                    <a:pt x="4832" y="1865"/>
                  </a:cubicBezTo>
                  <a:cubicBezTo>
                    <a:pt x="4753" y="1852"/>
                    <a:pt x="4674" y="1845"/>
                    <a:pt x="4595" y="1845"/>
                  </a:cubicBezTo>
                  <a:cubicBezTo>
                    <a:pt x="4235" y="1845"/>
                    <a:pt x="3884" y="1979"/>
                    <a:pt x="3615" y="2218"/>
                  </a:cubicBezTo>
                  <a:cubicBezTo>
                    <a:pt x="3189" y="2547"/>
                    <a:pt x="2982" y="3070"/>
                    <a:pt x="3079" y="3593"/>
                  </a:cubicBezTo>
                  <a:cubicBezTo>
                    <a:pt x="3152" y="3970"/>
                    <a:pt x="2885" y="4311"/>
                    <a:pt x="2520" y="4360"/>
                  </a:cubicBezTo>
                  <a:cubicBezTo>
                    <a:pt x="2045" y="4384"/>
                    <a:pt x="1619" y="4628"/>
                    <a:pt x="1363" y="5029"/>
                  </a:cubicBezTo>
                  <a:cubicBezTo>
                    <a:pt x="1120" y="5370"/>
                    <a:pt x="1059" y="5796"/>
                    <a:pt x="1169" y="6185"/>
                  </a:cubicBezTo>
                  <a:cubicBezTo>
                    <a:pt x="1290" y="6550"/>
                    <a:pt x="1132" y="6952"/>
                    <a:pt x="804" y="7147"/>
                  </a:cubicBezTo>
                  <a:cubicBezTo>
                    <a:pt x="317" y="7390"/>
                    <a:pt x="13" y="7877"/>
                    <a:pt x="0" y="8412"/>
                  </a:cubicBezTo>
                  <a:cubicBezTo>
                    <a:pt x="0" y="8960"/>
                    <a:pt x="220" y="9483"/>
                    <a:pt x="609" y="9861"/>
                  </a:cubicBezTo>
                  <a:cubicBezTo>
                    <a:pt x="877" y="10153"/>
                    <a:pt x="913" y="10579"/>
                    <a:pt x="694" y="10907"/>
                  </a:cubicBezTo>
                  <a:cubicBezTo>
                    <a:pt x="353" y="11394"/>
                    <a:pt x="341" y="12027"/>
                    <a:pt x="658" y="12526"/>
                  </a:cubicBezTo>
                  <a:cubicBezTo>
                    <a:pt x="938" y="13049"/>
                    <a:pt x="1424" y="13414"/>
                    <a:pt x="2008" y="13524"/>
                  </a:cubicBezTo>
                  <a:cubicBezTo>
                    <a:pt x="2386" y="13597"/>
                    <a:pt x="2666" y="13913"/>
                    <a:pt x="2690" y="14291"/>
                  </a:cubicBezTo>
                  <a:cubicBezTo>
                    <a:pt x="2739" y="14790"/>
                    <a:pt x="2970" y="15374"/>
                    <a:pt x="3773" y="15508"/>
                  </a:cubicBezTo>
                  <a:cubicBezTo>
                    <a:pt x="3926" y="15533"/>
                    <a:pt x="4066" y="15544"/>
                    <a:pt x="4195" y="15544"/>
                  </a:cubicBezTo>
                  <a:cubicBezTo>
                    <a:pt x="4559" y="15544"/>
                    <a:pt x="4832" y="15454"/>
                    <a:pt x="5039" y="15337"/>
                  </a:cubicBezTo>
                  <a:cubicBezTo>
                    <a:pt x="5208" y="15239"/>
                    <a:pt x="5394" y="15192"/>
                    <a:pt x="5579" y="15192"/>
                  </a:cubicBezTo>
                  <a:cubicBezTo>
                    <a:pt x="5808" y="15192"/>
                    <a:pt x="6037" y="15264"/>
                    <a:pt x="6231" y="15398"/>
                  </a:cubicBezTo>
                  <a:cubicBezTo>
                    <a:pt x="6533" y="15632"/>
                    <a:pt x="6905" y="15748"/>
                    <a:pt x="7279" y="15748"/>
                  </a:cubicBezTo>
                  <a:cubicBezTo>
                    <a:pt x="7372" y="15748"/>
                    <a:pt x="7465" y="15741"/>
                    <a:pt x="7558" y="15727"/>
                  </a:cubicBezTo>
                  <a:cubicBezTo>
                    <a:pt x="7935" y="15666"/>
                    <a:pt x="8276" y="15471"/>
                    <a:pt x="8507" y="15167"/>
                  </a:cubicBezTo>
                  <a:cubicBezTo>
                    <a:pt x="8828" y="14727"/>
                    <a:pt x="9347" y="14473"/>
                    <a:pt x="9893" y="14473"/>
                  </a:cubicBezTo>
                  <a:cubicBezTo>
                    <a:pt x="9906" y="14473"/>
                    <a:pt x="9918" y="14473"/>
                    <a:pt x="9931" y="14473"/>
                  </a:cubicBezTo>
                  <a:cubicBezTo>
                    <a:pt x="9967" y="14475"/>
                    <a:pt x="10002" y="14476"/>
                    <a:pt x="10038" y="14476"/>
                  </a:cubicBezTo>
                  <a:cubicBezTo>
                    <a:pt x="10426" y="14476"/>
                    <a:pt x="10800" y="14354"/>
                    <a:pt x="11124" y="14120"/>
                  </a:cubicBezTo>
                  <a:cubicBezTo>
                    <a:pt x="11477" y="13852"/>
                    <a:pt x="11708" y="13463"/>
                    <a:pt x="11793" y="13025"/>
                  </a:cubicBezTo>
                  <a:cubicBezTo>
                    <a:pt x="11890" y="12562"/>
                    <a:pt x="12207" y="12161"/>
                    <a:pt x="12645" y="11966"/>
                  </a:cubicBezTo>
                  <a:cubicBezTo>
                    <a:pt x="13400" y="11650"/>
                    <a:pt x="13947" y="10980"/>
                    <a:pt x="14118" y="10177"/>
                  </a:cubicBezTo>
                  <a:cubicBezTo>
                    <a:pt x="14349" y="9179"/>
                    <a:pt x="14045" y="8583"/>
                    <a:pt x="13716" y="8230"/>
                  </a:cubicBezTo>
                  <a:cubicBezTo>
                    <a:pt x="13460" y="7950"/>
                    <a:pt x="13436" y="7536"/>
                    <a:pt x="13667" y="7244"/>
                  </a:cubicBezTo>
                  <a:cubicBezTo>
                    <a:pt x="13996" y="6818"/>
                    <a:pt x="14264" y="6210"/>
                    <a:pt x="13911" y="5589"/>
                  </a:cubicBezTo>
                  <a:cubicBezTo>
                    <a:pt x="13692" y="5236"/>
                    <a:pt x="13692" y="4798"/>
                    <a:pt x="13899" y="4433"/>
                  </a:cubicBezTo>
                  <a:cubicBezTo>
                    <a:pt x="14227" y="3958"/>
                    <a:pt x="14288" y="3350"/>
                    <a:pt x="14081" y="2814"/>
                  </a:cubicBezTo>
                  <a:cubicBezTo>
                    <a:pt x="13838" y="2218"/>
                    <a:pt x="13424" y="2048"/>
                    <a:pt x="13071" y="2023"/>
                  </a:cubicBezTo>
                  <a:cubicBezTo>
                    <a:pt x="12694" y="1999"/>
                    <a:pt x="12389" y="1719"/>
                    <a:pt x="12341" y="1354"/>
                  </a:cubicBezTo>
                  <a:cubicBezTo>
                    <a:pt x="12243" y="794"/>
                    <a:pt x="11939" y="137"/>
                    <a:pt x="11002" y="27"/>
                  </a:cubicBezTo>
                  <a:cubicBezTo>
                    <a:pt x="10896" y="15"/>
                    <a:pt x="10795" y="10"/>
                    <a:pt x="10700" y="10"/>
                  </a:cubicBezTo>
                  <a:cubicBezTo>
                    <a:pt x="10128" y="10"/>
                    <a:pt x="9742" y="215"/>
                    <a:pt x="9481" y="466"/>
                  </a:cubicBezTo>
                  <a:cubicBezTo>
                    <a:pt x="9335" y="594"/>
                    <a:pt x="9154" y="658"/>
                    <a:pt x="8973" y="658"/>
                  </a:cubicBezTo>
                  <a:cubicBezTo>
                    <a:pt x="8776" y="658"/>
                    <a:pt x="8580" y="581"/>
                    <a:pt x="8434" y="429"/>
                  </a:cubicBezTo>
                  <a:cubicBezTo>
                    <a:pt x="8162" y="157"/>
                    <a:pt x="7783" y="1"/>
                    <a:pt x="7398" y="1"/>
                  </a:cubicBezTo>
                  <a:close/>
                </a:path>
              </a:pathLst>
            </a:custGeom>
            <a:solidFill>
              <a:schemeClr val="accent1"/>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64"/>
            <p:cNvSpPr/>
            <p:nvPr/>
          </p:nvSpPr>
          <p:spPr>
            <a:xfrm>
              <a:off x="-2219625" y="2825725"/>
              <a:ext cx="136325" cy="171925"/>
            </a:xfrm>
            <a:custGeom>
              <a:avLst/>
              <a:gdLst/>
              <a:ahLst/>
              <a:cxnLst/>
              <a:rect l="l" t="t" r="r" b="b"/>
              <a:pathLst>
                <a:path w="5453" h="6877" extrusionOk="0">
                  <a:moveTo>
                    <a:pt x="670" y="0"/>
                  </a:moveTo>
                  <a:lnTo>
                    <a:pt x="341" y="3359"/>
                  </a:lnTo>
                  <a:lnTo>
                    <a:pt x="85" y="5404"/>
                  </a:lnTo>
                  <a:lnTo>
                    <a:pt x="0" y="6110"/>
                  </a:lnTo>
                  <a:lnTo>
                    <a:pt x="3651" y="6876"/>
                  </a:lnTo>
                  <a:lnTo>
                    <a:pt x="3858" y="5209"/>
                  </a:lnTo>
                  <a:lnTo>
                    <a:pt x="3968" y="4260"/>
                  </a:lnTo>
                  <a:lnTo>
                    <a:pt x="5452" y="986"/>
                  </a:lnTo>
                  <a:lnTo>
                    <a:pt x="670" y="0"/>
                  </a:ln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64"/>
            <p:cNvSpPr/>
            <p:nvPr/>
          </p:nvSpPr>
          <p:spPr>
            <a:xfrm>
              <a:off x="-2219625" y="2955675"/>
              <a:ext cx="96475" cy="41975"/>
            </a:xfrm>
            <a:custGeom>
              <a:avLst/>
              <a:gdLst/>
              <a:ahLst/>
              <a:cxnLst/>
              <a:rect l="l" t="t" r="r" b="b"/>
              <a:pathLst>
                <a:path w="3859" h="1679" extrusionOk="0">
                  <a:moveTo>
                    <a:pt x="3155" y="1"/>
                  </a:moveTo>
                  <a:cubicBezTo>
                    <a:pt x="2128" y="1"/>
                    <a:pt x="1107" y="67"/>
                    <a:pt x="85" y="206"/>
                  </a:cubicBezTo>
                  <a:lnTo>
                    <a:pt x="0" y="912"/>
                  </a:lnTo>
                  <a:lnTo>
                    <a:pt x="3651" y="1678"/>
                  </a:lnTo>
                  <a:lnTo>
                    <a:pt x="3858" y="11"/>
                  </a:lnTo>
                  <a:cubicBezTo>
                    <a:pt x="3623" y="4"/>
                    <a:pt x="3389" y="1"/>
                    <a:pt x="3155" y="1"/>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64"/>
            <p:cNvSpPr/>
            <p:nvPr/>
          </p:nvSpPr>
          <p:spPr>
            <a:xfrm>
              <a:off x="-2478250" y="2770475"/>
              <a:ext cx="128425" cy="125850"/>
            </a:xfrm>
            <a:custGeom>
              <a:avLst/>
              <a:gdLst/>
              <a:ahLst/>
              <a:cxnLst/>
              <a:rect l="l" t="t" r="r" b="b"/>
              <a:pathLst>
                <a:path w="5137" h="5034" extrusionOk="0">
                  <a:moveTo>
                    <a:pt x="2389" y="1"/>
                  </a:moveTo>
                  <a:cubicBezTo>
                    <a:pt x="1791" y="1"/>
                    <a:pt x="421" y="237"/>
                    <a:pt x="232" y="2368"/>
                  </a:cubicBezTo>
                  <a:cubicBezTo>
                    <a:pt x="1" y="4985"/>
                    <a:pt x="2118" y="5034"/>
                    <a:pt x="2118" y="5034"/>
                  </a:cubicBezTo>
                  <a:lnTo>
                    <a:pt x="4893" y="4802"/>
                  </a:lnTo>
                  <a:lnTo>
                    <a:pt x="5136" y="665"/>
                  </a:lnTo>
                  <a:lnTo>
                    <a:pt x="2666" y="20"/>
                  </a:lnTo>
                  <a:cubicBezTo>
                    <a:pt x="2666" y="20"/>
                    <a:pt x="2559" y="1"/>
                    <a:pt x="2389" y="1"/>
                  </a:cubicBez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64"/>
            <p:cNvSpPr/>
            <p:nvPr/>
          </p:nvSpPr>
          <p:spPr>
            <a:xfrm>
              <a:off x="-2480025" y="2800925"/>
              <a:ext cx="127450" cy="95400"/>
            </a:xfrm>
            <a:custGeom>
              <a:avLst/>
              <a:gdLst/>
              <a:ahLst/>
              <a:cxnLst/>
              <a:rect l="l" t="t" r="r" b="b"/>
              <a:pathLst>
                <a:path w="5098" h="3816" extrusionOk="0">
                  <a:moveTo>
                    <a:pt x="2155" y="0"/>
                  </a:moveTo>
                  <a:cubicBezTo>
                    <a:pt x="800" y="0"/>
                    <a:pt x="1" y="3756"/>
                    <a:pt x="2189" y="3816"/>
                  </a:cubicBezTo>
                  <a:lnTo>
                    <a:pt x="4964" y="3584"/>
                  </a:lnTo>
                  <a:lnTo>
                    <a:pt x="5098" y="445"/>
                  </a:lnTo>
                  <a:cubicBezTo>
                    <a:pt x="5098" y="445"/>
                    <a:pt x="2968" y="92"/>
                    <a:pt x="2250" y="6"/>
                  </a:cubicBezTo>
                  <a:cubicBezTo>
                    <a:pt x="2218" y="2"/>
                    <a:pt x="2186" y="0"/>
                    <a:pt x="2155" y="0"/>
                  </a:cubicBez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64"/>
            <p:cNvSpPr/>
            <p:nvPr/>
          </p:nvSpPr>
          <p:spPr>
            <a:xfrm>
              <a:off x="-2447975" y="2832100"/>
              <a:ext cx="53725" cy="39975"/>
            </a:xfrm>
            <a:custGeom>
              <a:avLst/>
              <a:gdLst/>
              <a:ahLst/>
              <a:cxnLst/>
              <a:rect l="l" t="t" r="r" b="b"/>
              <a:pathLst>
                <a:path w="2149" h="1599" extrusionOk="0">
                  <a:moveTo>
                    <a:pt x="591" y="1"/>
                  </a:moveTo>
                  <a:cubicBezTo>
                    <a:pt x="591" y="1"/>
                    <a:pt x="1" y="1598"/>
                    <a:pt x="1168" y="1598"/>
                  </a:cubicBezTo>
                  <a:cubicBezTo>
                    <a:pt x="1198" y="1598"/>
                    <a:pt x="1228" y="1597"/>
                    <a:pt x="1260" y="1595"/>
                  </a:cubicBezTo>
                  <a:cubicBezTo>
                    <a:pt x="1260" y="1595"/>
                    <a:pt x="2112" y="1327"/>
                    <a:pt x="2149" y="135"/>
                  </a:cubicBezTo>
                  <a:lnTo>
                    <a:pt x="591" y="1"/>
                  </a:ln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64"/>
            <p:cNvSpPr/>
            <p:nvPr/>
          </p:nvSpPr>
          <p:spPr>
            <a:xfrm>
              <a:off x="-2423775" y="2801075"/>
              <a:ext cx="71200" cy="71825"/>
            </a:xfrm>
            <a:custGeom>
              <a:avLst/>
              <a:gdLst/>
              <a:ahLst/>
              <a:cxnLst/>
              <a:rect l="l" t="t" r="r" b="b"/>
              <a:pathLst>
                <a:path w="2848" h="2873" extrusionOk="0">
                  <a:moveTo>
                    <a:pt x="0" y="0"/>
                  </a:moveTo>
                  <a:lnTo>
                    <a:pt x="0" y="0"/>
                  </a:lnTo>
                  <a:cubicBezTo>
                    <a:pt x="1546" y="317"/>
                    <a:pt x="1375" y="2556"/>
                    <a:pt x="292" y="2836"/>
                  </a:cubicBezTo>
                  <a:lnTo>
                    <a:pt x="2605" y="2873"/>
                  </a:lnTo>
                  <a:lnTo>
                    <a:pt x="2848" y="439"/>
                  </a:lnTo>
                  <a:cubicBezTo>
                    <a:pt x="2848" y="439"/>
                    <a:pt x="1193" y="25"/>
                    <a:pt x="0" y="0"/>
                  </a:cubicBez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64"/>
            <p:cNvSpPr/>
            <p:nvPr/>
          </p:nvSpPr>
          <p:spPr>
            <a:xfrm>
              <a:off x="-2425300" y="2770950"/>
              <a:ext cx="531600" cy="180750"/>
            </a:xfrm>
            <a:custGeom>
              <a:avLst/>
              <a:gdLst/>
              <a:ahLst/>
              <a:cxnLst/>
              <a:rect l="l" t="t" r="r" b="b"/>
              <a:pathLst>
                <a:path w="21264" h="7230" extrusionOk="0">
                  <a:moveTo>
                    <a:pt x="548" y="1"/>
                  </a:moveTo>
                  <a:cubicBezTo>
                    <a:pt x="548" y="1"/>
                    <a:pt x="2179" y="1011"/>
                    <a:pt x="2094" y="2751"/>
                  </a:cubicBezTo>
                  <a:cubicBezTo>
                    <a:pt x="1996" y="4503"/>
                    <a:pt x="0" y="5015"/>
                    <a:pt x="0" y="5015"/>
                  </a:cubicBezTo>
                  <a:lnTo>
                    <a:pt x="8738" y="4856"/>
                  </a:lnTo>
                  <a:lnTo>
                    <a:pt x="9688" y="4832"/>
                  </a:lnTo>
                  <a:lnTo>
                    <a:pt x="12341" y="5501"/>
                  </a:lnTo>
                  <a:cubicBezTo>
                    <a:pt x="12341" y="5501"/>
                    <a:pt x="17306" y="6804"/>
                    <a:pt x="19131" y="7205"/>
                  </a:cubicBezTo>
                  <a:cubicBezTo>
                    <a:pt x="19195" y="7222"/>
                    <a:pt x="19257" y="7230"/>
                    <a:pt x="19318" y="7230"/>
                  </a:cubicBezTo>
                  <a:cubicBezTo>
                    <a:pt x="20728" y="7230"/>
                    <a:pt x="21264" y="2933"/>
                    <a:pt x="19338" y="2641"/>
                  </a:cubicBezTo>
                  <a:lnTo>
                    <a:pt x="13984" y="2435"/>
                  </a:lnTo>
                  <a:lnTo>
                    <a:pt x="11379" y="2325"/>
                  </a:lnTo>
                  <a:lnTo>
                    <a:pt x="8909" y="1802"/>
                  </a:lnTo>
                  <a:lnTo>
                    <a:pt x="548" y="1"/>
                  </a:ln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64"/>
            <p:cNvSpPr/>
            <p:nvPr/>
          </p:nvSpPr>
          <p:spPr>
            <a:xfrm>
              <a:off x="-2207150" y="2815975"/>
              <a:ext cx="131450" cy="78725"/>
            </a:xfrm>
            <a:custGeom>
              <a:avLst/>
              <a:gdLst/>
              <a:ahLst/>
              <a:cxnLst/>
              <a:rect l="l" t="t" r="r" b="b"/>
              <a:pathLst>
                <a:path w="5258" h="3149" extrusionOk="0">
                  <a:moveTo>
                    <a:pt x="171" y="1"/>
                  </a:moveTo>
                  <a:lnTo>
                    <a:pt x="0" y="3055"/>
                  </a:lnTo>
                  <a:lnTo>
                    <a:pt x="0" y="3055"/>
                  </a:lnTo>
                  <a:lnTo>
                    <a:pt x="949" y="3043"/>
                  </a:lnTo>
                  <a:cubicBezTo>
                    <a:pt x="1233" y="3114"/>
                    <a:pt x="1518" y="3148"/>
                    <a:pt x="1801" y="3148"/>
                  </a:cubicBezTo>
                  <a:cubicBezTo>
                    <a:pt x="3072" y="3148"/>
                    <a:pt x="4277" y="2456"/>
                    <a:pt x="4905" y="1291"/>
                  </a:cubicBezTo>
                  <a:lnTo>
                    <a:pt x="5258" y="634"/>
                  </a:lnTo>
                  <a:lnTo>
                    <a:pt x="2653" y="536"/>
                  </a:lnTo>
                  <a:lnTo>
                    <a:pt x="1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64"/>
            <p:cNvSpPr/>
            <p:nvPr/>
          </p:nvSpPr>
          <p:spPr>
            <a:xfrm>
              <a:off x="-2115875" y="2810400"/>
              <a:ext cx="49600" cy="76750"/>
            </a:xfrm>
            <a:custGeom>
              <a:avLst/>
              <a:gdLst/>
              <a:ahLst/>
              <a:cxnLst/>
              <a:rect l="l" t="t" r="r" b="b"/>
              <a:pathLst>
                <a:path w="1984" h="3070" extrusionOk="0">
                  <a:moveTo>
                    <a:pt x="1209" y="1"/>
                  </a:moveTo>
                  <a:cubicBezTo>
                    <a:pt x="869" y="1"/>
                    <a:pt x="575" y="239"/>
                    <a:pt x="511" y="589"/>
                  </a:cubicBezTo>
                  <a:lnTo>
                    <a:pt x="256" y="2001"/>
                  </a:lnTo>
                  <a:lnTo>
                    <a:pt x="122" y="2341"/>
                  </a:lnTo>
                  <a:cubicBezTo>
                    <a:pt x="0" y="2658"/>
                    <a:pt x="195" y="2999"/>
                    <a:pt x="511" y="3059"/>
                  </a:cubicBezTo>
                  <a:cubicBezTo>
                    <a:pt x="547" y="3066"/>
                    <a:pt x="582" y="3070"/>
                    <a:pt x="617" y="3070"/>
                  </a:cubicBezTo>
                  <a:cubicBezTo>
                    <a:pt x="763" y="3070"/>
                    <a:pt x="902" y="3011"/>
                    <a:pt x="1010" y="2913"/>
                  </a:cubicBezTo>
                  <a:lnTo>
                    <a:pt x="1497" y="2402"/>
                  </a:lnTo>
                  <a:cubicBezTo>
                    <a:pt x="1570" y="2329"/>
                    <a:pt x="1619" y="2244"/>
                    <a:pt x="1643" y="2147"/>
                  </a:cubicBezTo>
                  <a:lnTo>
                    <a:pt x="1911" y="869"/>
                  </a:lnTo>
                  <a:cubicBezTo>
                    <a:pt x="1984" y="479"/>
                    <a:pt x="1740" y="102"/>
                    <a:pt x="1363" y="17"/>
                  </a:cubicBezTo>
                  <a:cubicBezTo>
                    <a:pt x="1311" y="6"/>
                    <a:pt x="1259" y="1"/>
                    <a:pt x="1209" y="1"/>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64"/>
            <p:cNvSpPr/>
            <p:nvPr/>
          </p:nvSpPr>
          <p:spPr>
            <a:xfrm>
              <a:off x="-2136275" y="2801575"/>
              <a:ext cx="49325" cy="76650"/>
            </a:xfrm>
            <a:custGeom>
              <a:avLst/>
              <a:gdLst/>
              <a:ahLst/>
              <a:cxnLst/>
              <a:rect l="l" t="t" r="r" b="b"/>
              <a:pathLst>
                <a:path w="1973" h="3066" extrusionOk="0">
                  <a:moveTo>
                    <a:pt x="1197" y="1"/>
                  </a:moveTo>
                  <a:cubicBezTo>
                    <a:pt x="857" y="1"/>
                    <a:pt x="563" y="239"/>
                    <a:pt x="500" y="589"/>
                  </a:cubicBezTo>
                  <a:lnTo>
                    <a:pt x="232" y="1988"/>
                  </a:lnTo>
                  <a:lnTo>
                    <a:pt x="110" y="2341"/>
                  </a:lnTo>
                  <a:cubicBezTo>
                    <a:pt x="1" y="2646"/>
                    <a:pt x="183" y="2986"/>
                    <a:pt x="500" y="3059"/>
                  </a:cubicBezTo>
                  <a:cubicBezTo>
                    <a:pt x="530" y="3063"/>
                    <a:pt x="560" y="3065"/>
                    <a:pt x="589" y="3065"/>
                  </a:cubicBezTo>
                  <a:cubicBezTo>
                    <a:pt x="741" y="3065"/>
                    <a:pt x="885" y="3013"/>
                    <a:pt x="987" y="2901"/>
                  </a:cubicBezTo>
                  <a:lnTo>
                    <a:pt x="1485" y="2402"/>
                  </a:lnTo>
                  <a:cubicBezTo>
                    <a:pt x="1558" y="2329"/>
                    <a:pt x="1607" y="2232"/>
                    <a:pt x="1632" y="2135"/>
                  </a:cubicBezTo>
                  <a:lnTo>
                    <a:pt x="1899" y="857"/>
                  </a:lnTo>
                  <a:cubicBezTo>
                    <a:pt x="1972" y="479"/>
                    <a:pt x="1729" y="102"/>
                    <a:pt x="1352" y="17"/>
                  </a:cubicBezTo>
                  <a:cubicBezTo>
                    <a:pt x="1299" y="6"/>
                    <a:pt x="1248" y="1"/>
                    <a:pt x="1197" y="1"/>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64"/>
            <p:cNvSpPr/>
            <p:nvPr/>
          </p:nvSpPr>
          <p:spPr>
            <a:xfrm>
              <a:off x="-2167600" y="2791775"/>
              <a:ext cx="53250" cy="82300"/>
            </a:xfrm>
            <a:custGeom>
              <a:avLst/>
              <a:gdLst/>
              <a:ahLst/>
              <a:cxnLst/>
              <a:rect l="l" t="t" r="r" b="b"/>
              <a:pathLst>
                <a:path w="2130" h="3292" extrusionOk="0">
                  <a:moveTo>
                    <a:pt x="1282" y="0"/>
                  </a:moveTo>
                  <a:cubicBezTo>
                    <a:pt x="929" y="0"/>
                    <a:pt x="609" y="259"/>
                    <a:pt x="536" y="628"/>
                  </a:cubicBezTo>
                  <a:lnTo>
                    <a:pt x="268" y="2149"/>
                  </a:lnTo>
                  <a:lnTo>
                    <a:pt x="122" y="2527"/>
                  </a:lnTo>
                  <a:cubicBezTo>
                    <a:pt x="0" y="2855"/>
                    <a:pt x="207" y="3208"/>
                    <a:pt x="548" y="3281"/>
                  </a:cubicBezTo>
                  <a:cubicBezTo>
                    <a:pt x="585" y="3288"/>
                    <a:pt x="623" y="3291"/>
                    <a:pt x="660" y="3291"/>
                  </a:cubicBezTo>
                  <a:cubicBezTo>
                    <a:pt x="815" y="3291"/>
                    <a:pt x="963" y="3231"/>
                    <a:pt x="1071" y="3123"/>
                  </a:cubicBezTo>
                  <a:lnTo>
                    <a:pt x="1594" y="2587"/>
                  </a:lnTo>
                  <a:cubicBezTo>
                    <a:pt x="1668" y="2502"/>
                    <a:pt x="1728" y="2405"/>
                    <a:pt x="1753" y="2295"/>
                  </a:cubicBezTo>
                  <a:lnTo>
                    <a:pt x="2033" y="932"/>
                  </a:lnTo>
                  <a:cubicBezTo>
                    <a:pt x="2130" y="518"/>
                    <a:pt x="1862" y="105"/>
                    <a:pt x="1448" y="20"/>
                  </a:cubicBezTo>
                  <a:cubicBezTo>
                    <a:pt x="1393" y="6"/>
                    <a:pt x="1337" y="0"/>
                    <a:pt x="1282" y="0"/>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64"/>
            <p:cNvSpPr/>
            <p:nvPr/>
          </p:nvSpPr>
          <p:spPr>
            <a:xfrm>
              <a:off x="-2193775" y="2787200"/>
              <a:ext cx="49000" cy="90675"/>
            </a:xfrm>
            <a:custGeom>
              <a:avLst/>
              <a:gdLst/>
              <a:ahLst/>
              <a:cxnLst/>
              <a:rect l="l" t="t" r="r" b="b"/>
              <a:pathLst>
                <a:path w="1960" h="3627" extrusionOk="0">
                  <a:moveTo>
                    <a:pt x="1110" y="1"/>
                  </a:moveTo>
                  <a:cubicBezTo>
                    <a:pt x="691" y="1"/>
                    <a:pt x="325" y="324"/>
                    <a:pt x="281" y="750"/>
                  </a:cubicBezTo>
                  <a:lnTo>
                    <a:pt x="183" y="1821"/>
                  </a:lnTo>
                  <a:lnTo>
                    <a:pt x="134" y="2417"/>
                  </a:lnTo>
                  <a:lnTo>
                    <a:pt x="25" y="2831"/>
                  </a:lnTo>
                  <a:cubicBezTo>
                    <a:pt x="13" y="2880"/>
                    <a:pt x="1" y="2941"/>
                    <a:pt x="1" y="3002"/>
                  </a:cubicBezTo>
                  <a:cubicBezTo>
                    <a:pt x="1" y="3318"/>
                    <a:pt x="244" y="3586"/>
                    <a:pt x="560" y="3622"/>
                  </a:cubicBezTo>
                  <a:cubicBezTo>
                    <a:pt x="585" y="3625"/>
                    <a:pt x="610" y="3626"/>
                    <a:pt x="634" y="3626"/>
                  </a:cubicBezTo>
                  <a:cubicBezTo>
                    <a:pt x="825" y="3626"/>
                    <a:pt x="1001" y="3542"/>
                    <a:pt x="1120" y="3391"/>
                  </a:cubicBezTo>
                  <a:lnTo>
                    <a:pt x="1644" y="2758"/>
                  </a:lnTo>
                  <a:cubicBezTo>
                    <a:pt x="1717" y="2661"/>
                    <a:pt x="1765" y="2551"/>
                    <a:pt x="1777" y="2442"/>
                  </a:cubicBezTo>
                  <a:lnTo>
                    <a:pt x="1887" y="1456"/>
                  </a:lnTo>
                  <a:lnTo>
                    <a:pt x="1960" y="921"/>
                  </a:lnTo>
                  <a:lnTo>
                    <a:pt x="1960" y="823"/>
                  </a:lnTo>
                  <a:cubicBezTo>
                    <a:pt x="1948" y="409"/>
                    <a:pt x="1631" y="56"/>
                    <a:pt x="1218" y="8"/>
                  </a:cubicBezTo>
                  <a:cubicBezTo>
                    <a:pt x="1182" y="3"/>
                    <a:pt x="1146" y="1"/>
                    <a:pt x="1110" y="1"/>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64"/>
            <p:cNvSpPr/>
            <p:nvPr/>
          </p:nvSpPr>
          <p:spPr>
            <a:xfrm>
              <a:off x="-2193775" y="2823600"/>
              <a:ext cx="47175" cy="54275"/>
            </a:xfrm>
            <a:custGeom>
              <a:avLst/>
              <a:gdLst/>
              <a:ahLst/>
              <a:cxnLst/>
              <a:rect l="l" t="t" r="r" b="b"/>
              <a:pathLst>
                <a:path w="1887" h="2171" extrusionOk="0">
                  <a:moveTo>
                    <a:pt x="1887" y="0"/>
                  </a:moveTo>
                  <a:lnTo>
                    <a:pt x="183" y="365"/>
                  </a:lnTo>
                  <a:lnTo>
                    <a:pt x="134" y="961"/>
                  </a:lnTo>
                  <a:lnTo>
                    <a:pt x="25" y="1375"/>
                  </a:lnTo>
                  <a:cubicBezTo>
                    <a:pt x="13" y="1424"/>
                    <a:pt x="1" y="1485"/>
                    <a:pt x="1" y="1546"/>
                  </a:cubicBezTo>
                  <a:cubicBezTo>
                    <a:pt x="1" y="1862"/>
                    <a:pt x="244" y="2130"/>
                    <a:pt x="560" y="2166"/>
                  </a:cubicBezTo>
                  <a:cubicBezTo>
                    <a:pt x="584" y="2169"/>
                    <a:pt x="607" y="2170"/>
                    <a:pt x="630" y="2170"/>
                  </a:cubicBezTo>
                  <a:cubicBezTo>
                    <a:pt x="813" y="2170"/>
                    <a:pt x="989" y="2086"/>
                    <a:pt x="1108" y="1935"/>
                  </a:cubicBezTo>
                  <a:lnTo>
                    <a:pt x="1631" y="1302"/>
                  </a:lnTo>
                  <a:cubicBezTo>
                    <a:pt x="1704" y="1217"/>
                    <a:pt x="1753" y="1095"/>
                    <a:pt x="1765" y="986"/>
                  </a:cubicBezTo>
                  <a:lnTo>
                    <a:pt x="1887" y="0"/>
                  </a:lnTo>
                  <a:close/>
                </a:path>
              </a:pathLst>
            </a:custGeom>
            <a:solidFill>
              <a:schemeClr val="accent4"/>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64"/>
            <p:cNvSpPr/>
            <p:nvPr/>
          </p:nvSpPr>
          <p:spPr>
            <a:xfrm>
              <a:off x="-2246400" y="2807400"/>
              <a:ext cx="98600" cy="123300"/>
            </a:xfrm>
            <a:custGeom>
              <a:avLst/>
              <a:gdLst/>
              <a:ahLst/>
              <a:cxnLst/>
              <a:rect l="l" t="t" r="r" b="b"/>
              <a:pathLst>
                <a:path w="3944" h="4932" extrusionOk="0">
                  <a:moveTo>
                    <a:pt x="1853" y="1"/>
                  </a:moveTo>
                  <a:cubicBezTo>
                    <a:pt x="1749" y="1"/>
                    <a:pt x="1655" y="37"/>
                    <a:pt x="1570" y="100"/>
                  </a:cubicBezTo>
                  <a:lnTo>
                    <a:pt x="390" y="1171"/>
                  </a:lnTo>
                  <a:cubicBezTo>
                    <a:pt x="85" y="1451"/>
                    <a:pt x="0" y="1889"/>
                    <a:pt x="183" y="2267"/>
                  </a:cubicBezTo>
                  <a:lnTo>
                    <a:pt x="1497" y="4932"/>
                  </a:lnTo>
                  <a:lnTo>
                    <a:pt x="3383" y="4348"/>
                  </a:lnTo>
                  <a:cubicBezTo>
                    <a:pt x="3469" y="3435"/>
                    <a:pt x="3043" y="2327"/>
                    <a:pt x="2519" y="1561"/>
                  </a:cubicBezTo>
                  <a:lnTo>
                    <a:pt x="2373" y="1342"/>
                  </a:lnTo>
                  <a:lnTo>
                    <a:pt x="3639" y="1050"/>
                  </a:lnTo>
                  <a:cubicBezTo>
                    <a:pt x="3822" y="1001"/>
                    <a:pt x="3943" y="843"/>
                    <a:pt x="3943" y="660"/>
                  </a:cubicBezTo>
                  <a:cubicBezTo>
                    <a:pt x="3943" y="453"/>
                    <a:pt x="3797" y="283"/>
                    <a:pt x="3603" y="259"/>
                  </a:cubicBezTo>
                  <a:lnTo>
                    <a:pt x="1899" y="3"/>
                  </a:lnTo>
                  <a:cubicBezTo>
                    <a:pt x="1883" y="1"/>
                    <a:pt x="1868" y="1"/>
                    <a:pt x="18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64"/>
            <p:cNvSpPr/>
            <p:nvPr/>
          </p:nvSpPr>
          <p:spPr>
            <a:xfrm>
              <a:off x="-2246400" y="2807150"/>
              <a:ext cx="98600" cy="123550"/>
            </a:xfrm>
            <a:custGeom>
              <a:avLst/>
              <a:gdLst/>
              <a:ahLst/>
              <a:cxnLst/>
              <a:rect l="l" t="t" r="r" b="b"/>
              <a:pathLst>
                <a:path w="3944" h="4942" fill="none" extrusionOk="0">
                  <a:moveTo>
                    <a:pt x="1497" y="4942"/>
                  </a:moveTo>
                  <a:lnTo>
                    <a:pt x="183" y="2277"/>
                  </a:lnTo>
                  <a:cubicBezTo>
                    <a:pt x="0" y="1899"/>
                    <a:pt x="85" y="1461"/>
                    <a:pt x="390" y="1181"/>
                  </a:cubicBezTo>
                  <a:lnTo>
                    <a:pt x="1570" y="110"/>
                  </a:lnTo>
                  <a:cubicBezTo>
                    <a:pt x="1668" y="37"/>
                    <a:pt x="1777" y="1"/>
                    <a:pt x="1899" y="13"/>
                  </a:cubicBezTo>
                  <a:lnTo>
                    <a:pt x="3603" y="269"/>
                  </a:lnTo>
                  <a:cubicBezTo>
                    <a:pt x="3797" y="293"/>
                    <a:pt x="3943" y="463"/>
                    <a:pt x="3943" y="670"/>
                  </a:cubicBezTo>
                  <a:lnTo>
                    <a:pt x="3943" y="670"/>
                  </a:lnTo>
                  <a:cubicBezTo>
                    <a:pt x="3943" y="853"/>
                    <a:pt x="3822" y="1011"/>
                    <a:pt x="3639" y="1060"/>
                  </a:cubicBezTo>
                  <a:lnTo>
                    <a:pt x="2373" y="1352"/>
                  </a:lnTo>
                  <a:lnTo>
                    <a:pt x="2519" y="1571"/>
                  </a:lnTo>
                  <a:cubicBezTo>
                    <a:pt x="3043" y="2337"/>
                    <a:pt x="3469" y="3445"/>
                    <a:pt x="3383" y="4358"/>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64"/>
            <p:cNvSpPr/>
            <p:nvPr/>
          </p:nvSpPr>
          <p:spPr>
            <a:xfrm>
              <a:off x="-2537275" y="2968725"/>
              <a:ext cx="441500" cy="352950"/>
            </a:xfrm>
            <a:custGeom>
              <a:avLst/>
              <a:gdLst/>
              <a:ahLst/>
              <a:cxnLst/>
              <a:rect l="l" t="t" r="r" b="b"/>
              <a:pathLst>
                <a:path w="17660" h="14118" extrusionOk="0">
                  <a:moveTo>
                    <a:pt x="12463" y="0"/>
                  </a:moveTo>
                  <a:lnTo>
                    <a:pt x="10430" y="7180"/>
                  </a:lnTo>
                  <a:lnTo>
                    <a:pt x="1" y="5732"/>
                  </a:lnTo>
                  <a:lnTo>
                    <a:pt x="1242" y="10040"/>
                  </a:lnTo>
                  <a:lnTo>
                    <a:pt x="2435" y="14117"/>
                  </a:lnTo>
                  <a:lnTo>
                    <a:pt x="13205" y="14117"/>
                  </a:lnTo>
                  <a:cubicBezTo>
                    <a:pt x="13214" y="14117"/>
                    <a:pt x="13223" y="14117"/>
                    <a:pt x="13231" y="14117"/>
                  </a:cubicBezTo>
                  <a:cubicBezTo>
                    <a:pt x="14352" y="14117"/>
                    <a:pt x="15325" y="13342"/>
                    <a:pt x="15590" y="12243"/>
                  </a:cubicBezTo>
                  <a:cubicBezTo>
                    <a:pt x="16649" y="7764"/>
                    <a:pt x="17659" y="949"/>
                    <a:pt x="17659" y="949"/>
                  </a:cubicBezTo>
                  <a:cubicBezTo>
                    <a:pt x="15627" y="243"/>
                    <a:pt x="12463" y="0"/>
                    <a:pt x="12463" y="0"/>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64"/>
            <p:cNvSpPr/>
            <p:nvPr/>
          </p:nvSpPr>
          <p:spPr>
            <a:xfrm>
              <a:off x="-2506225" y="3206264"/>
              <a:ext cx="180125" cy="111075"/>
            </a:xfrm>
            <a:custGeom>
              <a:avLst/>
              <a:gdLst/>
              <a:ahLst/>
              <a:cxnLst/>
              <a:rect l="l" t="t" r="r" b="b"/>
              <a:pathLst>
                <a:path w="7205" h="4443" extrusionOk="0">
                  <a:moveTo>
                    <a:pt x="609" y="0"/>
                  </a:moveTo>
                  <a:lnTo>
                    <a:pt x="0" y="365"/>
                  </a:lnTo>
                  <a:lnTo>
                    <a:pt x="1193" y="4442"/>
                  </a:lnTo>
                  <a:lnTo>
                    <a:pt x="7205" y="4442"/>
                  </a:lnTo>
                  <a:lnTo>
                    <a:pt x="60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64"/>
            <p:cNvSpPr/>
            <p:nvPr/>
          </p:nvSpPr>
          <p:spPr>
            <a:xfrm>
              <a:off x="-2321850" y="3145377"/>
              <a:ext cx="45350" cy="52575"/>
            </a:xfrm>
            <a:custGeom>
              <a:avLst/>
              <a:gdLst/>
              <a:ahLst/>
              <a:cxnLst/>
              <a:rect l="l" t="t" r="r" b="b"/>
              <a:pathLst>
                <a:path w="1814" h="2103" extrusionOk="0">
                  <a:moveTo>
                    <a:pt x="0" y="1"/>
                  </a:moveTo>
                  <a:lnTo>
                    <a:pt x="1035" y="1997"/>
                  </a:lnTo>
                  <a:cubicBezTo>
                    <a:pt x="1068" y="2069"/>
                    <a:pt x="1136" y="2103"/>
                    <a:pt x="1204" y="2103"/>
                  </a:cubicBezTo>
                  <a:cubicBezTo>
                    <a:pt x="1286" y="2103"/>
                    <a:pt x="1368" y="2053"/>
                    <a:pt x="1387" y="1960"/>
                  </a:cubicBezTo>
                  <a:lnTo>
                    <a:pt x="1813" y="244"/>
                  </a:lnTo>
                  <a:lnTo>
                    <a:pt x="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64"/>
            <p:cNvSpPr/>
            <p:nvPr/>
          </p:nvSpPr>
          <p:spPr>
            <a:xfrm>
              <a:off x="-2225725" y="3008875"/>
              <a:ext cx="115950" cy="22850"/>
            </a:xfrm>
            <a:custGeom>
              <a:avLst/>
              <a:gdLst/>
              <a:ahLst/>
              <a:cxnLst/>
              <a:rect l="l" t="t" r="r" b="b"/>
              <a:pathLst>
                <a:path w="4638" h="914" fill="none" extrusionOk="0">
                  <a:moveTo>
                    <a:pt x="1" y="0"/>
                  </a:moveTo>
                  <a:cubicBezTo>
                    <a:pt x="609" y="61"/>
                    <a:pt x="2897" y="353"/>
                    <a:pt x="4638" y="913"/>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64"/>
            <p:cNvSpPr/>
            <p:nvPr/>
          </p:nvSpPr>
          <p:spPr>
            <a:xfrm>
              <a:off x="-2881675" y="3132100"/>
              <a:ext cx="591475" cy="1051500"/>
            </a:xfrm>
            <a:custGeom>
              <a:avLst/>
              <a:gdLst/>
              <a:ahLst/>
              <a:cxnLst/>
              <a:rect l="l" t="t" r="r" b="b"/>
              <a:pathLst>
                <a:path w="23659" h="42060" extrusionOk="0">
                  <a:moveTo>
                    <a:pt x="13643" y="0"/>
                  </a:moveTo>
                  <a:lnTo>
                    <a:pt x="5112" y="1242"/>
                  </a:lnTo>
                  <a:lnTo>
                    <a:pt x="0" y="42060"/>
                  </a:lnTo>
                  <a:lnTo>
                    <a:pt x="23087" y="41524"/>
                  </a:lnTo>
                  <a:lnTo>
                    <a:pt x="23659" y="38810"/>
                  </a:lnTo>
                  <a:lnTo>
                    <a:pt x="13643" y="0"/>
                  </a:lnTo>
                  <a:close/>
                </a:path>
              </a:pathLst>
            </a:custGeom>
            <a:solidFill>
              <a:schemeClr val="accent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64"/>
            <p:cNvSpPr/>
            <p:nvPr/>
          </p:nvSpPr>
          <p:spPr>
            <a:xfrm>
              <a:off x="-2463025" y="4785675"/>
              <a:ext cx="256800" cy="323450"/>
            </a:xfrm>
            <a:custGeom>
              <a:avLst/>
              <a:gdLst/>
              <a:ahLst/>
              <a:cxnLst/>
              <a:rect l="l" t="t" r="r" b="b"/>
              <a:pathLst>
                <a:path w="10272" h="12938" extrusionOk="0">
                  <a:moveTo>
                    <a:pt x="4661" y="1"/>
                  </a:moveTo>
                  <a:lnTo>
                    <a:pt x="0" y="1790"/>
                  </a:lnTo>
                  <a:lnTo>
                    <a:pt x="998" y="4394"/>
                  </a:lnTo>
                  <a:lnTo>
                    <a:pt x="2763" y="9043"/>
                  </a:lnTo>
                  <a:lnTo>
                    <a:pt x="3152" y="11051"/>
                  </a:lnTo>
                  <a:lnTo>
                    <a:pt x="3530" y="12937"/>
                  </a:lnTo>
                  <a:lnTo>
                    <a:pt x="10272" y="6487"/>
                  </a:lnTo>
                  <a:lnTo>
                    <a:pt x="10272" y="6487"/>
                  </a:lnTo>
                  <a:cubicBezTo>
                    <a:pt x="8945" y="6816"/>
                    <a:pt x="7485" y="7108"/>
                    <a:pt x="6499" y="7303"/>
                  </a:cubicBezTo>
                  <a:lnTo>
                    <a:pt x="6475" y="7303"/>
                  </a:lnTo>
                  <a:cubicBezTo>
                    <a:pt x="6406" y="7317"/>
                    <a:pt x="6337" y="7324"/>
                    <a:pt x="6270" y="7324"/>
                  </a:cubicBezTo>
                  <a:cubicBezTo>
                    <a:pt x="5756" y="7324"/>
                    <a:pt x="5311" y="6928"/>
                    <a:pt x="5258" y="6390"/>
                  </a:cubicBezTo>
                  <a:lnTo>
                    <a:pt x="4856" y="2131"/>
                  </a:lnTo>
                  <a:lnTo>
                    <a:pt x="4661" y="1"/>
                  </a:lnTo>
                  <a:close/>
                </a:path>
              </a:pathLst>
            </a:custGeom>
            <a:solidFill>
              <a:schemeClr val="lt2"/>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64"/>
            <p:cNvSpPr/>
            <p:nvPr/>
          </p:nvSpPr>
          <p:spPr>
            <a:xfrm>
              <a:off x="-2463025" y="4785675"/>
              <a:ext cx="256800" cy="323450"/>
            </a:xfrm>
            <a:custGeom>
              <a:avLst/>
              <a:gdLst/>
              <a:ahLst/>
              <a:cxnLst/>
              <a:rect l="l" t="t" r="r" b="b"/>
              <a:pathLst>
                <a:path w="10272" h="12938" fill="none" extrusionOk="0">
                  <a:moveTo>
                    <a:pt x="3530" y="12937"/>
                  </a:moveTo>
                  <a:lnTo>
                    <a:pt x="3152" y="11051"/>
                  </a:lnTo>
                  <a:lnTo>
                    <a:pt x="2763" y="9043"/>
                  </a:lnTo>
                  <a:lnTo>
                    <a:pt x="998" y="4394"/>
                  </a:lnTo>
                  <a:lnTo>
                    <a:pt x="0" y="1790"/>
                  </a:lnTo>
                  <a:lnTo>
                    <a:pt x="4661" y="1"/>
                  </a:lnTo>
                  <a:lnTo>
                    <a:pt x="4856" y="2131"/>
                  </a:lnTo>
                  <a:lnTo>
                    <a:pt x="5258" y="6390"/>
                  </a:lnTo>
                  <a:cubicBezTo>
                    <a:pt x="5318" y="6998"/>
                    <a:pt x="5878" y="7424"/>
                    <a:pt x="6475" y="7303"/>
                  </a:cubicBezTo>
                  <a:lnTo>
                    <a:pt x="6499" y="7303"/>
                  </a:lnTo>
                  <a:cubicBezTo>
                    <a:pt x="7485" y="7108"/>
                    <a:pt x="8945" y="6816"/>
                    <a:pt x="10272" y="6487"/>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64"/>
            <p:cNvSpPr/>
            <p:nvPr/>
          </p:nvSpPr>
          <p:spPr>
            <a:xfrm>
              <a:off x="-2457567" y="4786765"/>
              <a:ext cx="107753" cy="97492"/>
            </a:xfrm>
            <a:custGeom>
              <a:avLst/>
              <a:gdLst/>
              <a:ahLst/>
              <a:cxnLst/>
              <a:rect l="l" t="t" r="r" b="b"/>
              <a:pathLst>
                <a:path w="4857" h="4395" extrusionOk="0">
                  <a:moveTo>
                    <a:pt x="4661" y="1"/>
                  </a:moveTo>
                  <a:lnTo>
                    <a:pt x="0" y="1790"/>
                  </a:lnTo>
                  <a:lnTo>
                    <a:pt x="998" y="4394"/>
                  </a:lnTo>
                  <a:lnTo>
                    <a:pt x="4856" y="2131"/>
                  </a:lnTo>
                  <a:lnTo>
                    <a:pt x="466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64"/>
            <p:cNvSpPr/>
            <p:nvPr/>
          </p:nvSpPr>
          <p:spPr>
            <a:xfrm>
              <a:off x="-2384225" y="4926000"/>
              <a:ext cx="281000" cy="203200"/>
            </a:xfrm>
            <a:custGeom>
              <a:avLst/>
              <a:gdLst/>
              <a:ahLst/>
              <a:cxnLst/>
              <a:rect l="l" t="t" r="r" b="b"/>
              <a:pathLst>
                <a:path w="11240" h="8128" extrusionOk="0">
                  <a:moveTo>
                    <a:pt x="10282" y="1"/>
                  </a:moveTo>
                  <a:cubicBezTo>
                    <a:pt x="10096" y="1"/>
                    <a:pt x="9842" y="58"/>
                    <a:pt x="9517" y="181"/>
                  </a:cubicBezTo>
                  <a:cubicBezTo>
                    <a:pt x="8093" y="716"/>
                    <a:pt x="5026" y="1361"/>
                    <a:pt x="3347" y="1690"/>
                  </a:cubicBezTo>
                  <a:cubicBezTo>
                    <a:pt x="2836" y="2712"/>
                    <a:pt x="1789" y="4404"/>
                    <a:pt x="0" y="5438"/>
                  </a:cubicBezTo>
                  <a:lnTo>
                    <a:pt x="536" y="8128"/>
                  </a:lnTo>
                  <a:cubicBezTo>
                    <a:pt x="536" y="8128"/>
                    <a:pt x="5842" y="5475"/>
                    <a:pt x="8324" y="3321"/>
                  </a:cubicBezTo>
                  <a:cubicBezTo>
                    <a:pt x="10413" y="1507"/>
                    <a:pt x="11239" y="1"/>
                    <a:pt x="10282" y="1"/>
                  </a:cubicBez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64"/>
            <p:cNvSpPr/>
            <p:nvPr/>
          </p:nvSpPr>
          <p:spPr>
            <a:xfrm>
              <a:off x="-2745675" y="3615550"/>
              <a:ext cx="419575" cy="1256500"/>
            </a:xfrm>
            <a:custGeom>
              <a:avLst/>
              <a:gdLst/>
              <a:ahLst/>
              <a:cxnLst/>
              <a:rect l="l" t="t" r="r" b="b"/>
              <a:pathLst>
                <a:path w="16783" h="50260" extrusionOk="0">
                  <a:moveTo>
                    <a:pt x="9955" y="0"/>
                  </a:moveTo>
                  <a:lnTo>
                    <a:pt x="1850" y="2994"/>
                  </a:lnTo>
                  <a:lnTo>
                    <a:pt x="0" y="3676"/>
                  </a:lnTo>
                  <a:lnTo>
                    <a:pt x="365" y="8032"/>
                  </a:lnTo>
                  <a:lnTo>
                    <a:pt x="1412" y="20969"/>
                  </a:lnTo>
                  <a:lnTo>
                    <a:pt x="2300" y="31837"/>
                  </a:lnTo>
                  <a:lnTo>
                    <a:pt x="3079" y="41402"/>
                  </a:lnTo>
                  <a:lnTo>
                    <a:pt x="3797" y="50104"/>
                  </a:lnTo>
                  <a:cubicBezTo>
                    <a:pt x="4799" y="50212"/>
                    <a:pt x="5753" y="50259"/>
                    <a:pt x="6656" y="50259"/>
                  </a:cubicBezTo>
                  <a:cubicBezTo>
                    <a:pt x="12964" y="50259"/>
                    <a:pt x="16783" y="47950"/>
                    <a:pt x="16783" y="47950"/>
                  </a:cubicBezTo>
                  <a:cubicBezTo>
                    <a:pt x="16624" y="30656"/>
                    <a:pt x="12998" y="12827"/>
                    <a:pt x="11099" y="4637"/>
                  </a:cubicBezTo>
                  <a:cubicBezTo>
                    <a:pt x="10418" y="1704"/>
                    <a:pt x="9955" y="0"/>
                    <a:pt x="9955" y="0"/>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64"/>
            <p:cNvSpPr/>
            <p:nvPr/>
          </p:nvSpPr>
          <p:spPr>
            <a:xfrm>
              <a:off x="-2708207" y="4114825"/>
              <a:ext cx="83075" cy="535800"/>
            </a:xfrm>
            <a:custGeom>
              <a:avLst/>
              <a:gdLst/>
              <a:ahLst/>
              <a:cxnLst/>
              <a:rect l="l" t="t" r="r" b="b"/>
              <a:pathLst>
                <a:path w="3323" h="21432" extrusionOk="0">
                  <a:moveTo>
                    <a:pt x="3322" y="0"/>
                  </a:moveTo>
                  <a:lnTo>
                    <a:pt x="0" y="998"/>
                  </a:lnTo>
                  <a:lnTo>
                    <a:pt x="1667" y="21431"/>
                  </a:lnTo>
                  <a:lnTo>
                    <a:pt x="332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64"/>
            <p:cNvSpPr/>
            <p:nvPr/>
          </p:nvSpPr>
          <p:spPr>
            <a:xfrm>
              <a:off x="-2745675" y="3707425"/>
              <a:ext cx="419575" cy="1179600"/>
            </a:xfrm>
            <a:custGeom>
              <a:avLst/>
              <a:gdLst/>
              <a:ahLst/>
              <a:cxnLst/>
              <a:rect l="l" t="t" r="r" b="b"/>
              <a:pathLst>
                <a:path w="16783" h="47184" fill="none" extrusionOk="0">
                  <a:moveTo>
                    <a:pt x="16783" y="44275"/>
                  </a:moveTo>
                  <a:cubicBezTo>
                    <a:pt x="15639" y="44883"/>
                    <a:pt x="10698" y="47183"/>
                    <a:pt x="3785" y="46429"/>
                  </a:cubicBezTo>
                  <a:lnTo>
                    <a:pt x="0" y="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64"/>
            <p:cNvSpPr/>
            <p:nvPr/>
          </p:nvSpPr>
          <p:spPr>
            <a:xfrm>
              <a:off x="-2655625" y="4761350"/>
              <a:ext cx="305200" cy="55400"/>
            </a:xfrm>
            <a:custGeom>
              <a:avLst/>
              <a:gdLst/>
              <a:ahLst/>
              <a:cxnLst/>
              <a:rect l="l" t="t" r="r" b="b"/>
              <a:pathLst>
                <a:path w="12208" h="2216" fill="none" extrusionOk="0">
                  <a:moveTo>
                    <a:pt x="1" y="1947"/>
                  </a:moveTo>
                  <a:cubicBezTo>
                    <a:pt x="1" y="1947"/>
                    <a:pt x="7497" y="2215"/>
                    <a:pt x="12207" y="0"/>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64"/>
            <p:cNvSpPr/>
            <p:nvPr/>
          </p:nvSpPr>
          <p:spPr>
            <a:xfrm>
              <a:off x="-3246475" y="4772600"/>
              <a:ext cx="265950" cy="344125"/>
            </a:xfrm>
            <a:custGeom>
              <a:avLst/>
              <a:gdLst/>
              <a:ahLst/>
              <a:cxnLst/>
              <a:rect l="l" t="t" r="r" b="b"/>
              <a:pathLst>
                <a:path w="10638" h="13765" extrusionOk="0">
                  <a:moveTo>
                    <a:pt x="6183" y="0"/>
                  </a:moveTo>
                  <a:lnTo>
                    <a:pt x="5806" y="1875"/>
                  </a:lnTo>
                  <a:lnTo>
                    <a:pt x="4929" y="6280"/>
                  </a:lnTo>
                  <a:cubicBezTo>
                    <a:pt x="4829" y="6772"/>
                    <a:pt x="4398" y="7106"/>
                    <a:pt x="3922" y="7106"/>
                  </a:cubicBezTo>
                  <a:cubicBezTo>
                    <a:pt x="3821" y="7106"/>
                    <a:pt x="3718" y="7091"/>
                    <a:pt x="3615" y="7059"/>
                  </a:cubicBezTo>
                  <a:lnTo>
                    <a:pt x="3591" y="7059"/>
                  </a:lnTo>
                  <a:cubicBezTo>
                    <a:pt x="2654" y="6779"/>
                    <a:pt x="1266" y="6341"/>
                    <a:pt x="1" y="5879"/>
                  </a:cubicBezTo>
                  <a:lnTo>
                    <a:pt x="1" y="5879"/>
                  </a:lnTo>
                  <a:lnTo>
                    <a:pt x="5721" y="13765"/>
                  </a:lnTo>
                  <a:lnTo>
                    <a:pt x="6536" y="11148"/>
                  </a:lnTo>
                  <a:lnTo>
                    <a:pt x="7132" y="9177"/>
                  </a:lnTo>
                  <a:lnTo>
                    <a:pt x="9372" y="4747"/>
                  </a:lnTo>
                  <a:lnTo>
                    <a:pt x="10637" y="2264"/>
                  </a:lnTo>
                  <a:lnTo>
                    <a:pt x="6183" y="0"/>
                  </a:lnTo>
                  <a:close/>
                </a:path>
              </a:pathLst>
            </a:custGeom>
            <a:solidFill>
              <a:schemeClr val="lt2"/>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64"/>
            <p:cNvSpPr/>
            <p:nvPr/>
          </p:nvSpPr>
          <p:spPr>
            <a:xfrm>
              <a:off x="-3246475" y="4772600"/>
              <a:ext cx="265950" cy="344125"/>
            </a:xfrm>
            <a:custGeom>
              <a:avLst/>
              <a:gdLst/>
              <a:ahLst/>
              <a:cxnLst/>
              <a:rect l="l" t="t" r="r" b="b"/>
              <a:pathLst>
                <a:path w="10638" h="13765" fill="none" extrusionOk="0">
                  <a:moveTo>
                    <a:pt x="1" y="5879"/>
                  </a:moveTo>
                  <a:cubicBezTo>
                    <a:pt x="1266" y="6341"/>
                    <a:pt x="2654" y="6779"/>
                    <a:pt x="3591" y="7059"/>
                  </a:cubicBezTo>
                  <a:lnTo>
                    <a:pt x="3615" y="7059"/>
                  </a:lnTo>
                  <a:cubicBezTo>
                    <a:pt x="4199" y="7242"/>
                    <a:pt x="4808" y="6876"/>
                    <a:pt x="4929" y="6280"/>
                  </a:cubicBezTo>
                  <a:lnTo>
                    <a:pt x="5806" y="1875"/>
                  </a:lnTo>
                  <a:lnTo>
                    <a:pt x="6183" y="0"/>
                  </a:lnTo>
                  <a:lnTo>
                    <a:pt x="10637" y="2264"/>
                  </a:lnTo>
                  <a:lnTo>
                    <a:pt x="9372" y="4747"/>
                  </a:lnTo>
                  <a:lnTo>
                    <a:pt x="7132" y="9177"/>
                  </a:lnTo>
                  <a:lnTo>
                    <a:pt x="6536" y="11148"/>
                  </a:lnTo>
                  <a:lnTo>
                    <a:pt x="5721" y="13765"/>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64"/>
            <p:cNvSpPr/>
            <p:nvPr/>
          </p:nvSpPr>
          <p:spPr>
            <a:xfrm>
              <a:off x="-3089881" y="4768258"/>
              <a:ext cx="107749" cy="106095"/>
            </a:xfrm>
            <a:custGeom>
              <a:avLst/>
              <a:gdLst/>
              <a:ahLst/>
              <a:cxnLst/>
              <a:rect l="l" t="t" r="r" b="b"/>
              <a:pathLst>
                <a:path w="4821" h="4747" extrusionOk="0">
                  <a:moveTo>
                    <a:pt x="378" y="0"/>
                  </a:moveTo>
                  <a:lnTo>
                    <a:pt x="1" y="1875"/>
                  </a:lnTo>
                  <a:cubicBezTo>
                    <a:pt x="1133" y="2897"/>
                    <a:pt x="2325" y="3858"/>
                    <a:pt x="3567" y="4747"/>
                  </a:cubicBezTo>
                  <a:lnTo>
                    <a:pt x="4820" y="2252"/>
                  </a:lnTo>
                  <a:lnTo>
                    <a:pt x="37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64"/>
            <p:cNvSpPr/>
            <p:nvPr/>
          </p:nvSpPr>
          <p:spPr>
            <a:xfrm>
              <a:off x="-3347450" y="4888925"/>
              <a:ext cx="264075" cy="227800"/>
            </a:xfrm>
            <a:custGeom>
              <a:avLst/>
              <a:gdLst/>
              <a:ahLst/>
              <a:cxnLst/>
              <a:rect l="l" t="t" r="r" b="b"/>
              <a:pathLst>
                <a:path w="10563" h="9112" extrusionOk="0">
                  <a:moveTo>
                    <a:pt x="831" y="0"/>
                  </a:moveTo>
                  <a:cubicBezTo>
                    <a:pt x="1" y="0"/>
                    <a:pt x="687" y="1556"/>
                    <a:pt x="2506" y="3513"/>
                  </a:cubicBezTo>
                  <a:cubicBezTo>
                    <a:pt x="4758" y="5923"/>
                    <a:pt x="9760" y="9112"/>
                    <a:pt x="9760" y="9112"/>
                  </a:cubicBezTo>
                  <a:lnTo>
                    <a:pt x="10563" y="6483"/>
                  </a:lnTo>
                  <a:cubicBezTo>
                    <a:pt x="8908" y="5266"/>
                    <a:pt x="8031" y="3477"/>
                    <a:pt x="7630" y="2406"/>
                  </a:cubicBezTo>
                  <a:cubicBezTo>
                    <a:pt x="5999" y="1907"/>
                    <a:pt x="3005" y="946"/>
                    <a:pt x="1654" y="264"/>
                  </a:cubicBezTo>
                  <a:cubicBezTo>
                    <a:pt x="1296" y="84"/>
                    <a:pt x="1023" y="0"/>
                    <a:pt x="831" y="0"/>
                  </a:cubicBez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64"/>
            <p:cNvSpPr/>
            <p:nvPr/>
          </p:nvSpPr>
          <p:spPr>
            <a:xfrm>
              <a:off x="-2627925" y="3666350"/>
              <a:ext cx="49300" cy="320400"/>
            </a:xfrm>
            <a:custGeom>
              <a:avLst/>
              <a:gdLst/>
              <a:ahLst/>
              <a:cxnLst/>
              <a:rect l="l" t="t" r="r" b="b"/>
              <a:pathLst>
                <a:path w="1972" h="12816" fill="none" extrusionOk="0">
                  <a:moveTo>
                    <a:pt x="1217" y="1"/>
                  </a:moveTo>
                  <a:lnTo>
                    <a:pt x="1886" y="9578"/>
                  </a:lnTo>
                  <a:cubicBezTo>
                    <a:pt x="1972" y="10820"/>
                    <a:pt x="1363" y="12012"/>
                    <a:pt x="292" y="12657"/>
                  </a:cubicBezTo>
                  <a:lnTo>
                    <a:pt x="0" y="12816"/>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64"/>
            <p:cNvSpPr/>
            <p:nvPr/>
          </p:nvSpPr>
          <p:spPr>
            <a:xfrm>
              <a:off x="-3139075" y="3688575"/>
              <a:ext cx="519375" cy="1183550"/>
            </a:xfrm>
            <a:custGeom>
              <a:avLst/>
              <a:gdLst/>
              <a:ahLst/>
              <a:cxnLst/>
              <a:rect l="l" t="t" r="r" b="b"/>
              <a:pathLst>
                <a:path w="20775" h="47342" extrusionOk="0">
                  <a:moveTo>
                    <a:pt x="19972" y="0"/>
                  </a:moveTo>
                  <a:lnTo>
                    <a:pt x="17598" y="73"/>
                  </a:lnTo>
                  <a:lnTo>
                    <a:pt x="10637" y="280"/>
                  </a:lnTo>
                  <a:cubicBezTo>
                    <a:pt x="10333" y="1862"/>
                    <a:pt x="9846" y="4065"/>
                    <a:pt x="9262" y="6633"/>
                  </a:cubicBezTo>
                  <a:cubicBezTo>
                    <a:pt x="6171" y="20105"/>
                    <a:pt x="1" y="43885"/>
                    <a:pt x="1" y="43885"/>
                  </a:cubicBezTo>
                  <a:cubicBezTo>
                    <a:pt x="6037" y="46550"/>
                    <a:pt x="12816" y="47341"/>
                    <a:pt x="12816" y="47341"/>
                  </a:cubicBezTo>
                  <a:cubicBezTo>
                    <a:pt x="12816" y="47341"/>
                    <a:pt x="15797" y="37617"/>
                    <a:pt x="18036" y="28916"/>
                  </a:cubicBezTo>
                  <a:cubicBezTo>
                    <a:pt x="19266" y="24182"/>
                    <a:pt x="20264" y="19728"/>
                    <a:pt x="20446" y="17330"/>
                  </a:cubicBezTo>
                  <a:cubicBezTo>
                    <a:pt x="20775" y="13107"/>
                    <a:pt x="20507" y="7472"/>
                    <a:pt x="20276" y="3797"/>
                  </a:cubicBezTo>
                  <a:cubicBezTo>
                    <a:pt x="20118" y="1521"/>
                    <a:pt x="19972" y="0"/>
                    <a:pt x="19972" y="0"/>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64"/>
            <p:cNvSpPr/>
            <p:nvPr/>
          </p:nvSpPr>
          <p:spPr>
            <a:xfrm>
              <a:off x="-3139375" y="3688575"/>
              <a:ext cx="524550" cy="1183550"/>
            </a:xfrm>
            <a:custGeom>
              <a:avLst/>
              <a:gdLst/>
              <a:ahLst/>
              <a:cxnLst/>
              <a:rect l="l" t="t" r="r" b="b"/>
              <a:pathLst>
                <a:path w="20982" h="47342" fill="none" extrusionOk="0">
                  <a:moveTo>
                    <a:pt x="19971" y="0"/>
                  </a:moveTo>
                  <a:cubicBezTo>
                    <a:pt x="19971" y="0"/>
                    <a:pt x="20981" y="10515"/>
                    <a:pt x="20458" y="17330"/>
                  </a:cubicBezTo>
                  <a:cubicBezTo>
                    <a:pt x="19935" y="24145"/>
                    <a:pt x="12828" y="47341"/>
                    <a:pt x="12828" y="47341"/>
                  </a:cubicBezTo>
                  <a:cubicBezTo>
                    <a:pt x="12828" y="47341"/>
                    <a:pt x="5952" y="46416"/>
                    <a:pt x="0" y="43885"/>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64"/>
            <p:cNvSpPr/>
            <p:nvPr/>
          </p:nvSpPr>
          <p:spPr>
            <a:xfrm>
              <a:off x="-3072450" y="4736700"/>
              <a:ext cx="273850" cy="67875"/>
            </a:xfrm>
            <a:custGeom>
              <a:avLst/>
              <a:gdLst/>
              <a:ahLst/>
              <a:cxnLst/>
              <a:rect l="l" t="t" r="r" b="b"/>
              <a:pathLst>
                <a:path w="10954" h="2715" fill="none" extrusionOk="0">
                  <a:moveTo>
                    <a:pt x="1" y="0"/>
                  </a:moveTo>
                  <a:cubicBezTo>
                    <a:pt x="3567" y="1217"/>
                    <a:pt x="7230" y="2130"/>
                    <a:pt x="10954" y="2714"/>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64"/>
            <p:cNvSpPr/>
            <p:nvPr/>
          </p:nvSpPr>
          <p:spPr>
            <a:xfrm>
              <a:off x="-2956525" y="3141525"/>
              <a:ext cx="531250" cy="591825"/>
            </a:xfrm>
            <a:custGeom>
              <a:avLst/>
              <a:gdLst/>
              <a:ahLst/>
              <a:cxnLst/>
              <a:rect l="l" t="t" r="r" b="b"/>
              <a:pathLst>
                <a:path w="21250" h="23673" extrusionOk="0">
                  <a:moveTo>
                    <a:pt x="15907" y="1"/>
                  </a:moveTo>
                  <a:lnTo>
                    <a:pt x="2921" y="1424"/>
                  </a:lnTo>
                  <a:lnTo>
                    <a:pt x="1" y="21480"/>
                  </a:lnTo>
                  <a:cubicBezTo>
                    <a:pt x="1" y="21480"/>
                    <a:pt x="3843" y="23673"/>
                    <a:pt x="7990" y="23673"/>
                  </a:cubicBezTo>
                  <a:cubicBezTo>
                    <a:pt x="8057" y="23673"/>
                    <a:pt x="8124" y="23672"/>
                    <a:pt x="8191" y="23671"/>
                  </a:cubicBezTo>
                  <a:cubicBezTo>
                    <a:pt x="12414" y="23586"/>
                    <a:pt x="13789" y="22856"/>
                    <a:pt x="13789" y="22856"/>
                  </a:cubicBezTo>
                  <a:cubicBezTo>
                    <a:pt x="13789" y="22856"/>
                    <a:pt x="14894" y="23150"/>
                    <a:pt x="16254" y="23150"/>
                  </a:cubicBezTo>
                  <a:cubicBezTo>
                    <a:pt x="18427" y="23150"/>
                    <a:pt x="21249" y="22399"/>
                    <a:pt x="21249" y="18499"/>
                  </a:cubicBezTo>
                  <a:cubicBezTo>
                    <a:pt x="21249" y="12170"/>
                    <a:pt x="15907" y="1"/>
                    <a:pt x="15907" y="1"/>
                  </a:cubicBez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64"/>
            <p:cNvSpPr/>
            <p:nvPr/>
          </p:nvSpPr>
          <p:spPr>
            <a:xfrm>
              <a:off x="-3212400" y="3175000"/>
              <a:ext cx="566225" cy="1142775"/>
            </a:xfrm>
            <a:custGeom>
              <a:avLst/>
              <a:gdLst/>
              <a:ahLst/>
              <a:cxnLst/>
              <a:rect l="l" t="t" r="r" b="b"/>
              <a:pathLst>
                <a:path w="22649" h="45711" extrusionOk="0">
                  <a:moveTo>
                    <a:pt x="12499" y="0"/>
                  </a:moveTo>
                  <a:cubicBezTo>
                    <a:pt x="12499" y="0"/>
                    <a:pt x="8276" y="26957"/>
                    <a:pt x="1" y="41488"/>
                  </a:cubicBezTo>
                  <a:cubicBezTo>
                    <a:pt x="1" y="41488"/>
                    <a:pt x="6013" y="44579"/>
                    <a:pt x="12499" y="45710"/>
                  </a:cubicBezTo>
                  <a:cubicBezTo>
                    <a:pt x="12499" y="45710"/>
                    <a:pt x="22649" y="22904"/>
                    <a:pt x="19047" y="1716"/>
                  </a:cubicBezTo>
                  <a:lnTo>
                    <a:pt x="12499" y="0"/>
                  </a:ln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64"/>
            <p:cNvSpPr/>
            <p:nvPr/>
          </p:nvSpPr>
          <p:spPr>
            <a:xfrm>
              <a:off x="-3174675" y="4191800"/>
              <a:ext cx="290275" cy="88550"/>
            </a:xfrm>
            <a:custGeom>
              <a:avLst/>
              <a:gdLst/>
              <a:ahLst/>
              <a:cxnLst/>
              <a:rect l="l" t="t" r="r" b="b"/>
              <a:pathLst>
                <a:path w="11611" h="3542" fill="none" extrusionOk="0">
                  <a:moveTo>
                    <a:pt x="1" y="0"/>
                  </a:moveTo>
                  <a:cubicBezTo>
                    <a:pt x="1" y="0"/>
                    <a:pt x="7145" y="2726"/>
                    <a:pt x="11611" y="3542"/>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64"/>
            <p:cNvSpPr/>
            <p:nvPr/>
          </p:nvSpPr>
          <p:spPr>
            <a:xfrm>
              <a:off x="-2617900" y="3124500"/>
              <a:ext cx="424150" cy="1142475"/>
            </a:xfrm>
            <a:custGeom>
              <a:avLst/>
              <a:gdLst/>
              <a:ahLst/>
              <a:cxnLst/>
              <a:rect l="l" t="t" r="r" b="b"/>
              <a:pathLst>
                <a:path w="16966" h="45699" extrusionOk="0">
                  <a:moveTo>
                    <a:pt x="3579" y="0"/>
                  </a:moveTo>
                  <a:lnTo>
                    <a:pt x="1" y="2276"/>
                  </a:lnTo>
                  <a:cubicBezTo>
                    <a:pt x="1" y="2276"/>
                    <a:pt x="10394" y="19472"/>
                    <a:pt x="9019" y="45698"/>
                  </a:cubicBezTo>
                  <a:cubicBezTo>
                    <a:pt x="9019" y="45698"/>
                    <a:pt x="13558" y="44481"/>
                    <a:pt x="16966" y="41633"/>
                  </a:cubicBezTo>
                  <a:cubicBezTo>
                    <a:pt x="16966" y="41633"/>
                    <a:pt x="14373" y="12499"/>
                    <a:pt x="3579" y="0"/>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64"/>
            <p:cNvSpPr/>
            <p:nvPr/>
          </p:nvSpPr>
          <p:spPr>
            <a:xfrm>
              <a:off x="-2390925" y="4147075"/>
              <a:ext cx="168875" cy="81250"/>
            </a:xfrm>
            <a:custGeom>
              <a:avLst/>
              <a:gdLst/>
              <a:ahLst/>
              <a:cxnLst/>
              <a:rect l="l" t="t" r="r" b="b"/>
              <a:pathLst>
                <a:path w="6755" h="3250" fill="none" extrusionOk="0">
                  <a:moveTo>
                    <a:pt x="1" y="3250"/>
                  </a:moveTo>
                  <a:cubicBezTo>
                    <a:pt x="1" y="3250"/>
                    <a:pt x="4236" y="1899"/>
                    <a:pt x="6755" y="0"/>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64"/>
            <p:cNvSpPr/>
            <p:nvPr/>
          </p:nvSpPr>
          <p:spPr>
            <a:xfrm>
              <a:off x="-2875600" y="3308000"/>
              <a:ext cx="204475" cy="222675"/>
            </a:xfrm>
            <a:custGeom>
              <a:avLst/>
              <a:gdLst/>
              <a:ahLst/>
              <a:cxnLst/>
              <a:rect l="l" t="t" r="r" b="b"/>
              <a:pathLst>
                <a:path w="8179" h="8907" extrusionOk="0">
                  <a:moveTo>
                    <a:pt x="4122" y="1"/>
                  </a:moveTo>
                  <a:cubicBezTo>
                    <a:pt x="3977" y="1"/>
                    <a:pt x="3844" y="103"/>
                    <a:pt x="3798" y="327"/>
                  </a:cubicBezTo>
                  <a:cubicBezTo>
                    <a:pt x="3542" y="1544"/>
                    <a:pt x="2496" y="4270"/>
                    <a:pt x="2496" y="4270"/>
                  </a:cubicBezTo>
                  <a:lnTo>
                    <a:pt x="548" y="5548"/>
                  </a:lnTo>
                  <a:lnTo>
                    <a:pt x="1" y="5913"/>
                  </a:lnTo>
                  <a:lnTo>
                    <a:pt x="2058" y="8907"/>
                  </a:lnTo>
                  <a:lnTo>
                    <a:pt x="3348" y="7909"/>
                  </a:lnTo>
                  <a:lnTo>
                    <a:pt x="3421" y="7860"/>
                  </a:lnTo>
                  <a:cubicBezTo>
                    <a:pt x="3664" y="7666"/>
                    <a:pt x="3968" y="7556"/>
                    <a:pt x="4272" y="7556"/>
                  </a:cubicBezTo>
                  <a:cubicBezTo>
                    <a:pt x="4516" y="7556"/>
                    <a:pt x="4759" y="7495"/>
                    <a:pt x="4990" y="7386"/>
                  </a:cubicBezTo>
                  <a:lnTo>
                    <a:pt x="7814" y="5925"/>
                  </a:lnTo>
                  <a:cubicBezTo>
                    <a:pt x="7936" y="5864"/>
                    <a:pt x="8021" y="5755"/>
                    <a:pt x="8045" y="5633"/>
                  </a:cubicBezTo>
                  <a:lnTo>
                    <a:pt x="8142" y="5280"/>
                  </a:lnTo>
                  <a:cubicBezTo>
                    <a:pt x="8179" y="5134"/>
                    <a:pt x="8155" y="4988"/>
                    <a:pt x="8069" y="4879"/>
                  </a:cubicBezTo>
                  <a:lnTo>
                    <a:pt x="7972" y="4757"/>
                  </a:lnTo>
                  <a:cubicBezTo>
                    <a:pt x="7887" y="4647"/>
                    <a:pt x="7850" y="4514"/>
                    <a:pt x="7887" y="4380"/>
                  </a:cubicBezTo>
                  <a:lnTo>
                    <a:pt x="7948" y="4027"/>
                  </a:lnTo>
                  <a:cubicBezTo>
                    <a:pt x="7984" y="3881"/>
                    <a:pt x="7936" y="3710"/>
                    <a:pt x="7826" y="3601"/>
                  </a:cubicBezTo>
                  <a:lnTo>
                    <a:pt x="7631" y="3430"/>
                  </a:lnTo>
                  <a:cubicBezTo>
                    <a:pt x="7534" y="3321"/>
                    <a:pt x="7473" y="3175"/>
                    <a:pt x="7497" y="3029"/>
                  </a:cubicBezTo>
                  <a:lnTo>
                    <a:pt x="7546" y="2664"/>
                  </a:lnTo>
                  <a:cubicBezTo>
                    <a:pt x="7546" y="2639"/>
                    <a:pt x="7546" y="2627"/>
                    <a:pt x="7546" y="2603"/>
                  </a:cubicBezTo>
                  <a:cubicBezTo>
                    <a:pt x="7546" y="2433"/>
                    <a:pt x="7449" y="2274"/>
                    <a:pt x="7291" y="2189"/>
                  </a:cubicBezTo>
                  <a:cubicBezTo>
                    <a:pt x="7108" y="2116"/>
                    <a:pt x="6999" y="1921"/>
                    <a:pt x="7023" y="1727"/>
                  </a:cubicBezTo>
                  <a:lnTo>
                    <a:pt x="7047" y="1520"/>
                  </a:lnTo>
                  <a:cubicBezTo>
                    <a:pt x="7059" y="1325"/>
                    <a:pt x="6962" y="1142"/>
                    <a:pt x="6792" y="1057"/>
                  </a:cubicBezTo>
                  <a:lnTo>
                    <a:pt x="6743" y="1033"/>
                  </a:lnTo>
                  <a:cubicBezTo>
                    <a:pt x="6681" y="1004"/>
                    <a:pt x="6614" y="991"/>
                    <a:pt x="6549" y="991"/>
                  </a:cubicBezTo>
                  <a:cubicBezTo>
                    <a:pt x="6448" y="991"/>
                    <a:pt x="6349" y="1023"/>
                    <a:pt x="6268" y="1082"/>
                  </a:cubicBezTo>
                  <a:lnTo>
                    <a:pt x="4990" y="2007"/>
                  </a:lnTo>
                  <a:cubicBezTo>
                    <a:pt x="4939" y="2045"/>
                    <a:pt x="4881" y="2063"/>
                    <a:pt x="4825" y="2063"/>
                  </a:cubicBezTo>
                  <a:cubicBezTo>
                    <a:pt x="4669" y="2063"/>
                    <a:pt x="4522" y="1930"/>
                    <a:pt x="4540" y="1751"/>
                  </a:cubicBezTo>
                  <a:cubicBezTo>
                    <a:pt x="4565" y="1435"/>
                    <a:pt x="4601" y="1045"/>
                    <a:pt x="4613" y="717"/>
                  </a:cubicBezTo>
                  <a:cubicBezTo>
                    <a:pt x="4621" y="266"/>
                    <a:pt x="4355" y="1"/>
                    <a:pt x="4122" y="1"/>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64"/>
            <p:cNvSpPr/>
            <p:nvPr/>
          </p:nvSpPr>
          <p:spPr>
            <a:xfrm>
              <a:off x="-2875600" y="3446700"/>
              <a:ext cx="83700" cy="83975"/>
            </a:xfrm>
            <a:custGeom>
              <a:avLst/>
              <a:gdLst/>
              <a:ahLst/>
              <a:cxnLst/>
              <a:rect l="l" t="t" r="r" b="b"/>
              <a:pathLst>
                <a:path w="3348" h="3359" extrusionOk="0">
                  <a:moveTo>
                    <a:pt x="548" y="0"/>
                  </a:moveTo>
                  <a:lnTo>
                    <a:pt x="1" y="365"/>
                  </a:lnTo>
                  <a:lnTo>
                    <a:pt x="2058" y="3359"/>
                  </a:lnTo>
                  <a:lnTo>
                    <a:pt x="3348" y="2361"/>
                  </a:lnTo>
                  <a:cubicBezTo>
                    <a:pt x="2471" y="1107"/>
                    <a:pt x="1169" y="329"/>
                    <a:pt x="548" y="0"/>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64"/>
            <p:cNvSpPr/>
            <p:nvPr/>
          </p:nvSpPr>
          <p:spPr>
            <a:xfrm>
              <a:off x="-3141475" y="3175000"/>
              <a:ext cx="355975" cy="545500"/>
            </a:xfrm>
            <a:custGeom>
              <a:avLst/>
              <a:gdLst/>
              <a:ahLst/>
              <a:cxnLst/>
              <a:rect l="l" t="t" r="r" b="b"/>
              <a:pathLst>
                <a:path w="14239" h="21820" extrusionOk="0">
                  <a:moveTo>
                    <a:pt x="9662" y="0"/>
                  </a:moveTo>
                  <a:cubicBezTo>
                    <a:pt x="9662" y="1"/>
                    <a:pt x="1168" y="9992"/>
                    <a:pt x="413" y="16101"/>
                  </a:cubicBezTo>
                  <a:cubicBezTo>
                    <a:pt x="1" y="19445"/>
                    <a:pt x="1492" y="21819"/>
                    <a:pt x="4390" y="21819"/>
                  </a:cubicBezTo>
                  <a:cubicBezTo>
                    <a:pt x="6797" y="21819"/>
                    <a:pt x="10174" y="20182"/>
                    <a:pt x="14238" y="16101"/>
                  </a:cubicBezTo>
                  <a:cubicBezTo>
                    <a:pt x="13374" y="13984"/>
                    <a:pt x="12060" y="12073"/>
                    <a:pt x="10392" y="10503"/>
                  </a:cubicBezTo>
                  <a:lnTo>
                    <a:pt x="8129" y="11586"/>
                  </a:lnTo>
                  <a:cubicBezTo>
                    <a:pt x="8129" y="11586"/>
                    <a:pt x="8287" y="10746"/>
                    <a:pt x="8518" y="9481"/>
                  </a:cubicBezTo>
                  <a:cubicBezTo>
                    <a:pt x="8993" y="6876"/>
                    <a:pt x="9699" y="2483"/>
                    <a:pt x="9662" y="0"/>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64"/>
            <p:cNvSpPr/>
            <p:nvPr/>
          </p:nvSpPr>
          <p:spPr>
            <a:xfrm>
              <a:off x="-2905100" y="3088600"/>
              <a:ext cx="399800" cy="158225"/>
            </a:xfrm>
            <a:custGeom>
              <a:avLst/>
              <a:gdLst/>
              <a:ahLst/>
              <a:cxnLst/>
              <a:rect l="l" t="t" r="r" b="b"/>
              <a:pathLst>
                <a:path w="15992" h="6329" extrusionOk="0">
                  <a:moveTo>
                    <a:pt x="7558" y="0"/>
                  </a:moveTo>
                  <a:lnTo>
                    <a:pt x="1643" y="2641"/>
                  </a:lnTo>
                  <a:lnTo>
                    <a:pt x="110" y="3322"/>
                  </a:lnTo>
                  <a:cubicBezTo>
                    <a:pt x="0" y="3383"/>
                    <a:pt x="0" y="3529"/>
                    <a:pt x="110" y="3590"/>
                  </a:cubicBezTo>
                  <a:cubicBezTo>
                    <a:pt x="1290" y="4113"/>
                    <a:pt x="5769" y="5939"/>
                    <a:pt x="10053" y="6328"/>
                  </a:cubicBezTo>
                  <a:cubicBezTo>
                    <a:pt x="10053" y="6328"/>
                    <a:pt x="13813" y="3541"/>
                    <a:pt x="15943" y="937"/>
                  </a:cubicBezTo>
                  <a:cubicBezTo>
                    <a:pt x="15992" y="864"/>
                    <a:pt x="15943" y="767"/>
                    <a:pt x="15858" y="767"/>
                  </a:cubicBezTo>
                  <a:lnTo>
                    <a:pt x="14288" y="621"/>
                  </a:lnTo>
                  <a:lnTo>
                    <a:pt x="7558" y="0"/>
                  </a:ln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64"/>
            <p:cNvSpPr/>
            <p:nvPr/>
          </p:nvSpPr>
          <p:spPr>
            <a:xfrm>
              <a:off x="-2864025" y="3088600"/>
              <a:ext cx="316125" cy="115325"/>
            </a:xfrm>
            <a:custGeom>
              <a:avLst/>
              <a:gdLst/>
              <a:ahLst/>
              <a:cxnLst/>
              <a:rect l="l" t="t" r="r" b="b"/>
              <a:pathLst>
                <a:path w="12645" h="4613" extrusionOk="0">
                  <a:moveTo>
                    <a:pt x="5915" y="0"/>
                  </a:moveTo>
                  <a:lnTo>
                    <a:pt x="0" y="2641"/>
                  </a:lnTo>
                  <a:cubicBezTo>
                    <a:pt x="2020" y="3383"/>
                    <a:pt x="5075" y="4333"/>
                    <a:pt x="8032" y="4612"/>
                  </a:cubicBezTo>
                  <a:cubicBezTo>
                    <a:pt x="9651" y="3383"/>
                    <a:pt x="11197" y="2045"/>
                    <a:pt x="12645" y="621"/>
                  </a:cubicBezTo>
                  <a:lnTo>
                    <a:pt x="5915" y="0"/>
                  </a:lnTo>
                  <a:close/>
                </a:path>
              </a:pathLst>
            </a:custGeom>
            <a:solidFill>
              <a:schemeClr val="accent3"/>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64"/>
            <p:cNvSpPr/>
            <p:nvPr/>
          </p:nvSpPr>
          <p:spPr>
            <a:xfrm>
              <a:off x="-2775800" y="3018925"/>
              <a:ext cx="139075" cy="133875"/>
            </a:xfrm>
            <a:custGeom>
              <a:avLst/>
              <a:gdLst/>
              <a:ahLst/>
              <a:cxnLst/>
              <a:rect l="l" t="t" r="r" b="b"/>
              <a:pathLst>
                <a:path w="5563" h="5355" extrusionOk="0">
                  <a:moveTo>
                    <a:pt x="1449" y="0"/>
                  </a:moveTo>
                  <a:lnTo>
                    <a:pt x="1388" y="499"/>
                  </a:lnTo>
                  <a:lnTo>
                    <a:pt x="974" y="3566"/>
                  </a:lnTo>
                  <a:cubicBezTo>
                    <a:pt x="913" y="4041"/>
                    <a:pt x="719" y="4491"/>
                    <a:pt x="414" y="4856"/>
                  </a:cubicBezTo>
                  <a:cubicBezTo>
                    <a:pt x="195" y="5111"/>
                    <a:pt x="1" y="5355"/>
                    <a:pt x="13" y="5355"/>
                  </a:cubicBezTo>
                  <a:lnTo>
                    <a:pt x="5562" y="5355"/>
                  </a:lnTo>
                  <a:cubicBezTo>
                    <a:pt x="5562" y="5355"/>
                    <a:pt x="5282" y="4929"/>
                    <a:pt x="5063" y="4600"/>
                  </a:cubicBezTo>
                  <a:cubicBezTo>
                    <a:pt x="4917" y="4369"/>
                    <a:pt x="4844" y="4101"/>
                    <a:pt x="4869" y="3834"/>
                  </a:cubicBezTo>
                  <a:lnTo>
                    <a:pt x="4917" y="3189"/>
                  </a:lnTo>
                  <a:lnTo>
                    <a:pt x="5124" y="0"/>
                  </a:lnTo>
                  <a:close/>
                </a:path>
              </a:pathLst>
            </a:custGeom>
            <a:solidFill>
              <a:schemeClr val="lt2"/>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64"/>
            <p:cNvSpPr/>
            <p:nvPr/>
          </p:nvSpPr>
          <p:spPr>
            <a:xfrm>
              <a:off x="-2775800" y="3018925"/>
              <a:ext cx="139075" cy="133875"/>
            </a:xfrm>
            <a:custGeom>
              <a:avLst/>
              <a:gdLst/>
              <a:ahLst/>
              <a:cxnLst/>
              <a:rect l="l" t="t" r="r" b="b"/>
              <a:pathLst>
                <a:path w="5563" h="5355" fill="none" extrusionOk="0">
                  <a:moveTo>
                    <a:pt x="13" y="5355"/>
                  </a:moveTo>
                  <a:cubicBezTo>
                    <a:pt x="1" y="5355"/>
                    <a:pt x="195" y="5111"/>
                    <a:pt x="414" y="4856"/>
                  </a:cubicBezTo>
                  <a:cubicBezTo>
                    <a:pt x="719" y="4491"/>
                    <a:pt x="913" y="4041"/>
                    <a:pt x="974" y="3566"/>
                  </a:cubicBezTo>
                  <a:lnTo>
                    <a:pt x="1388" y="499"/>
                  </a:lnTo>
                  <a:lnTo>
                    <a:pt x="1449" y="0"/>
                  </a:lnTo>
                  <a:lnTo>
                    <a:pt x="5124" y="0"/>
                  </a:lnTo>
                  <a:lnTo>
                    <a:pt x="4917" y="3189"/>
                  </a:lnTo>
                  <a:lnTo>
                    <a:pt x="4869" y="3834"/>
                  </a:lnTo>
                  <a:cubicBezTo>
                    <a:pt x="4844" y="4101"/>
                    <a:pt x="4917" y="4369"/>
                    <a:pt x="5063" y="4600"/>
                  </a:cubicBezTo>
                  <a:cubicBezTo>
                    <a:pt x="5282" y="4929"/>
                    <a:pt x="5562" y="5355"/>
                    <a:pt x="5562" y="5355"/>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64"/>
            <p:cNvSpPr/>
            <p:nvPr/>
          </p:nvSpPr>
          <p:spPr>
            <a:xfrm>
              <a:off x="-2864025" y="3096500"/>
              <a:ext cx="316125" cy="107125"/>
            </a:xfrm>
            <a:custGeom>
              <a:avLst/>
              <a:gdLst/>
              <a:ahLst/>
              <a:cxnLst/>
              <a:rect l="l" t="t" r="r" b="b"/>
              <a:pathLst>
                <a:path w="12645" h="4285" extrusionOk="0">
                  <a:moveTo>
                    <a:pt x="9274" y="0"/>
                  </a:moveTo>
                  <a:lnTo>
                    <a:pt x="9140" y="767"/>
                  </a:lnTo>
                  <a:cubicBezTo>
                    <a:pt x="8896" y="913"/>
                    <a:pt x="8641" y="1047"/>
                    <a:pt x="8361" y="1132"/>
                  </a:cubicBezTo>
                  <a:cubicBezTo>
                    <a:pt x="7743" y="1349"/>
                    <a:pt x="7075" y="1426"/>
                    <a:pt x="6438" y="1426"/>
                  </a:cubicBezTo>
                  <a:cubicBezTo>
                    <a:pt x="5682" y="1426"/>
                    <a:pt x="4971" y="1318"/>
                    <a:pt x="4442" y="1205"/>
                  </a:cubicBezTo>
                  <a:cubicBezTo>
                    <a:pt x="4138" y="1144"/>
                    <a:pt x="3834" y="1071"/>
                    <a:pt x="3542" y="986"/>
                  </a:cubicBezTo>
                  <a:lnTo>
                    <a:pt x="3359" y="816"/>
                  </a:lnTo>
                  <a:lnTo>
                    <a:pt x="0" y="2325"/>
                  </a:lnTo>
                  <a:cubicBezTo>
                    <a:pt x="2020" y="3067"/>
                    <a:pt x="5075" y="4017"/>
                    <a:pt x="8045" y="4284"/>
                  </a:cubicBezTo>
                  <a:cubicBezTo>
                    <a:pt x="9663" y="3067"/>
                    <a:pt x="11197" y="1729"/>
                    <a:pt x="12645" y="305"/>
                  </a:cubicBezTo>
                  <a:lnTo>
                    <a:pt x="9274" y="0"/>
                  </a:ln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64"/>
            <p:cNvSpPr/>
            <p:nvPr/>
          </p:nvSpPr>
          <p:spPr>
            <a:xfrm>
              <a:off x="-2998886" y="3415252"/>
              <a:ext cx="66350" cy="84925"/>
            </a:xfrm>
            <a:custGeom>
              <a:avLst/>
              <a:gdLst/>
              <a:ahLst/>
              <a:cxnLst/>
              <a:rect l="l" t="t" r="r" b="b"/>
              <a:pathLst>
                <a:path w="2654" h="3397" extrusionOk="0">
                  <a:moveTo>
                    <a:pt x="2653" y="1"/>
                  </a:moveTo>
                  <a:lnTo>
                    <a:pt x="0" y="3396"/>
                  </a:lnTo>
                  <a:cubicBezTo>
                    <a:pt x="706" y="2897"/>
                    <a:pt x="1461" y="2471"/>
                    <a:pt x="2252" y="2106"/>
                  </a:cubicBezTo>
                  <a:cubicBezTo>
                    <a:pt x="2252" y="2106"/>
                    <a:pt x="2422" y="1266"/>
                    <a:pt x="26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64"/>
            <p:cNvSpPr/>
            <p:nvPr/>
          </p:nvSpPr>
          <p:spPr>
            <a:xfrm>
              <a:off x="-3022250" y="3437550"/>
              <a:ext cx="236750" cy="281775"/>
            </a:xfrm>
            <a:custGeom>
              <a:avLst/>
              <a:gdLst/>
              <a:ahLst/>
              <a:cxnLst/>
              <a:rect l="l" t="t" r="r" b="b"/>
              <a:pathLst>
                <a:path w="9470" h="11271" fill="none" extrusionOk="0">
                  <a:moveTo>
                    <a:pt x="1" y="11270"/>
                  </a:moveTo>
                  <a:cubicBezTo>
                    <a:pt x="2301" y="10869"/>
                    <a:pt x="5964" y="9116"/>
                    <a:pt x="9469" y="5599"/>
                  </a:cubicBezTo>
                  <a:cubicBezTo>
                    <a:pt x="8605" y="3482"/>
                    <a:pt x="7291" y="1571"/>
                    <a:pt x="5623" y="1"/>
                  </a:cubicBezTo>
                  <a:lnTo>
                    <a:pt x="3360" y="1084"/>
                  </a:lnTo>
                </a:path>
              </a:pathLst>
            </a:custGeom>
            <a:noFill/>
            <a:ln w="39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64"/>
            <p:cNvSpPr/>
            <p:nvPr/>
          </p:nvSpPr>
          <p:spPr>
            <a:xfrm>
              <a:off x="-3043850" y="3464650"/>
              <a:ext cx="194750" cy="139350"/>
            </a:xfrm>
            <a:custGeom>
              <a:avLst/>
              <a:gdLst/>
              <a:ahLst/>
              <a:cxnLst/>
              <a:rect l="l" t="t" r="r" b="b"/>
              <a:pathLst>
                <a:path w="7790" h="5574" fill="none" extrusionOk="0">
                  <a:moveTo>
                    <a:pt x="7790" y="5574"/>
                  </a:moveTo>
                  <a:cubicBezTo>
                    <a:pt x="6901" y="2848"/>
                    <a:pt x="4224" y="0"/>
                    <a:pt x="4224" y="0"/>
                  </a:cubicBezTo>
                  <a:cubicBezTo>
                    <a:pt x="3433" y="365"/>
                    <a:pt x="2678" y="791"/>
                    <a:pt x="1960" y="1290"/>
                  </a:cubicBezTo>
                  <a:cubicBezTo>
                    <a:pt x="1242" y="1752"/>
                    <a:pt x="597" y="2300"/>
                    <a:pt x="1" y="2921"/>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64"/>
            <p:cNvSpPr/>
            <p:nvPr/>
          </p:nvSpPr>
          <p:spPr>
            <a:xfrm>
              <a:off x="-2785525" y="2847925"/>
              <a:ext cx="185300" cy="215825"/>
            </a:xfrm>
            <a:custGeom>
              <a:avLst/>
              <a:gdLst/>
              <a:ahLst/>
              <a:cxnLst/>
              <a:rect l="l" t="t" r="r" b="b"/>
              <a:pathLst>
                <a:path w="7412" h="8633" extrusionOk="0">
                  <a:moveTo>
                    <a:pt x="4929" y="1"/>
                  </a:moveTo>
                  <a:lnTo>
                    <a:pt x="438" y="1729"/>
                  </a:lnTo>
                  <a:lnTo>
                    <a:pt x="0" y="3944"/>
                  </a:lnTo>
                  <a:cubicBezTo>
                    <a:pt x="0" y="3944"/>
                    <a:pt x="1132" y="7412"/>
                    <a:pt x="3140" y="8361"/>
                  </a:cubicBezTo>
                  <a:cubicBezTo>
                    <a:pt x="3539" y="8547"/>
                    <a:pt x="3950" y="8633"/>
                    <a:pt x="4351" y="8633"/>
                  </a:cubicBezTo>
                  <a:cubicBezTo>
                    <a:pt x="5968" y="8633"/>
                    <a:pt x="7412" y="7245"/>
                    <a:pt x="7168" y="5489"/>
                  </a:cubicBezTo>
                  <a:cubicBezTo>
                    <a:pt x="6876" y="3299"/>
                    <a:pt x="4929" y="1"/>
                    <a:pt x="4929" y="1"/>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64"/>
            <p:cNvSpPr/>
            <p:nvPr/>
          </p:nvSpPr>
          <p:spPr>
            <a:xfrm>
              <a:off x="-2818700" y="2814775"/>
              <a:ext cx="191400" cy="186525"/>
            </a:xfrm>
            <a:custGeom>
              <a:avLst/>
              <a:gdLst/>
              <a:ahLst/>
              <a:cxnLst/>
              <a:rect l="l" t="t" r="r" b="b"/>
              <a:pathLst>
                <a:path w="7656" h="7461" extrusionOk="0">
                  <a:moveTo>
                    <a:pt x="7120" y="0"/>
                  </a:moveTo>
                  <a:lnTo>
                    <a:pt x="1" y="3030"/>
                  </a:lnTo>
                  <a:lnTo>
                    <a:pt x="195" y="6000"/>
                  </a:lnTo>
                  <a:lnTo>
                    <a:pt x="1996" y="7460"/>
                  </a:lnTo>
                  <a:cubicBezTo>
                    <a:pt x="1996" y="7460"/>
                    <a:pt x="2994" y="6888"/>
                    <a:pt x="2629" y="5720"/>
                  </a:cubicBezTo>
                  <a:cubicBezTo>
                    <a:pt x="2532" y="5464"/>
                    <a:pt x="2641" y="5172"/>
                    <a:pt x="2885" y="5026"/>
                  </a:cubicBezTo>
                  <a:cubicBezTo>
                    <a:pt x="3189" y="4844"/>
                    <a:pt x="3542" y="4479"/>
                    <a:pt x="3627" y="3688"/>
                  </a:cubicBezTo>
                  <a:cubicBezTo>
                    <a:pt x="3652" y="3444"/>
                    <a:pt x="3846" y="3262"/>
                    <a:pt x="4090" y="3237"/>
                  </a:cubicBezTo>
                  <a:cubicBezTo>
                    <a:pt x="4528" y="3213"/>
                    <a:pt x="5185" y="3103"/>
                    <a:pt x="5562" y="2702"/>
                  </a:cubicBezTo>
                  <a:cubicBezTo>
                    <a:pt x="5647" y="2604"/>
                    <a:pt x="5769" y="2552"/>
                    <a:pt x="5893" y="2552"/>
                  </a:cubicBezTo>
                  <a:cubicBezTo>
                    <a:pt x="6001" y="2552"/>
                    <a:pt x="6110" y="2592"/>
                    <a:pt x="6195" y="2677"/>
                  </a:cubicBezTo>
                  <a:cubicBezTo>
                    <a:pt x="6572" y="3079"/>
                    <a:pt x="7108" y="3310"/>
                    <a:pt x="7655" y="3322"/>
                  </a:cubicBezTo>
                  <a:lnTo>
                    <a:pt x="7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64"/>
            <p:cNvSpPr/>
            <p:nvPr/>
          </p:nvSpPr>
          <p:spPr>
            <a:xfrm>
              <a:off x="-2803182" y="2985300"/>
              <a:ext cx="73700" cy="56800"/>
            </a:xfrm>
            <a:custGeom>
              <a:avLst/>
              <a:gdLst/>
              <a:ahLst/>
              <a:cxnLst/>
              <a:rect l="l" t="t" r="r" b="b"/>
              <a:pathLst>
                <a:path w="2948" h="2272" extrusionOk="0">
                  <a:moveTo>
                    <a:pt x="1306" y="0"/>
                  </a:moveTo>
                  <a:cubicBezTo>
                    <a:pt x="1046" y="0"/>
                    <a:pt x="742" y="77"/>
                    <a:pt x="477" y="347"/>
                  </a:cubicBezTo>
                  <a:cubicBezTo>
                    <a:pt x="0" y="843"/>
                    <a:pt x="673" y="2271"/>
                    <a:pt x="1858" y="2271"/>
                  </a:cubicBezTo>
                  <a:cubicBezTo>
                    <a:pt x="2187" y="2271"/>
                    <a:pt x="2554" y="2162"/>
                    <a:pt x="2947" y="1893"/>
                  </a:cubicBezTo>
                  <a:lnTo>
                    <a:pt x="1901" y="128"/>
                  </a:lnTo>
                  <a:cubicBezTo>
                    <a:pt x="1901" y="128"/>
                    <a:pt x="1641" y="0"/>
                    <a:pt x="13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64"/>
            <p:cNvSpPr/>
            <p:nvPr/>
          </p:nvSpPr>
          <p:spPr>
            <a:xfrm>
              <a:off x="-2808650" y="2978450"/>
              <a:ext cx="77000" cy="85225"/>
            </a:xfrm>
            <a:custGeom>
              <a:avLst/>
              <a:gdLst/>
              <a:ahLst/>
              <a:cxnLst/>
              <a:rect l="l" t="t" r="r" b="b"/>
              <a:pathLst>
                <a:path w="3080" h="3409" fill="none" extrusionOk="0">
                  <a:moveTo>
                    <a:pt x="2033" y="402"/>
                  </a:moveTo>
                  <a:cubicBezTo>
                    <a:pt x="2033" y="402"/>
                    <a:pt x="1217" y="1"/>
                    <a:pt x="609" y="621"/>
                  </a:cubicBezTo>
                  <a:cubicBezTo>
                    <a:pt x="0" y="1254"/>
                    <a:pt x="1266" y="3408"/>
                    <a:pt x="3079" y="2167"/>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 name="Google Shape;1277;p64"/>
          <p:cNvGrpSpPr/>
          <p:nvPr/>
        </p:nvGrpSpPr>
        <p:grpSpPr>
          <a:xfrm rot="-5267276" flipH="1">
            <a:off x="5078078" y="-450672"/>
            <a:ext cx="1385993" cy="2705376"/>
            <a:chOff x="409722" y="228600"/>
            <a:chExt cx="1385931" cy="2705253"/>
          </a:xfrm>
        </p:grpSpPr>
        <p:grpSp>
          <p:nvGrpSpPr>
            <p:cNvPr id="1278" name="Google Shape;1278;p64"/>
            <p:cNvGrpSpPr/>
            <p:nvPr/>
          </p:nvGrpSpPr>
          <p:grpSpPr>
            <a:xfrm rot="-617154" flipH="1">
              <a:off x="575967" y="402323"/>
              <a:ext cx="1053440" cy="2450002"/>
              <a:chOff x="3817855" y="1437512"/>
              <a:chExt cx="541146" cy="1128254"/>
            </a:xfrm>
          </p:grpSpPr>
          <p:sp>
            <p:nvSpPr>
              <p:cNvPr id="1279" name="Google Shape;1279;p64"/>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64"/>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1" name="Google Shape;1281;p64"/>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 name="Google Shape;1282;p64"/>
          <p:cNvGrpSpPr/>
          <p:nvPr/>
        </p:nvGrpSpPr>
        <p:grpSpPr>
          <a:xfrm rot="5400000" flipH="1">
            <a:off x="1487092" y="2864267"/>
            <a:ext cx="1385931" cy="2705253"/>
            <a:chOff x="409722" y="228600"/>
            <a:chExt cx="1385931" cy="2705253"/>
          </a:xfrm>
        </p:grpSpPr>
        <p:grpSp>
          <p:nvGrpSpPr>
            <p:cNvPr id="1283" name="Google Shape;1283;p64"/>
            <p:cNvGrpSpPr/>
            <p:nvPr/>
          </p:nvGrpSpPr>
          <p:grpSpPr>
            <a:xfrm rot="-617154" flipH="1">
              <a:off x="575967" y="402323"/>
              <a:ext cx="1053440" cy="2450002"/>
              <a:chOff x="3817855" y="1437512"/>
              <a:chExt cx="541146" cy="1128254"/>
            </a:xfrm>
          </p:grpSpPr>
          <p:sp>
            <p:nvSpPr>
              <p:cNvPr id="1284" name="Google Shape;1284;p64"/>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64"/>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6" name="Google Shape;1286;p64"/>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 name="Google Shape;1287;p64"/>
          <p:cNvGrpSpPr/>
          <p:nvPr/>
        </p:nvGrpSpPr>
        <p:grpSpPr>
          <a:xfrm>
            <a:off x="6500220" y="1069536"/>
            <a:ext cx="1990641" cy="3004428"/>
            <a:chOff x="6500220" y="1069536"/>
            <a:chExt cx="1990641" cy="3004428"/>
          </a:xfrm>
        </p:grpSpPr>
        <p:grpSp>
          <p:nvGrpSpPr>
            <p:cNvPr id="1288" name="Google Shape;1288;p64"/>
            <p:cNvGrpSpPr/>
            <p:nvPr/>
          </p:nvGrpSpPr>
          <p:grpSpPr>
            <a:xfrm>
              <a:off x="6500220" y="1069536"/>
              <a:ext cx="1990641" cy="3004428"/>
              <a:chOff x="8254750" y="2356513"/>
              <a:chExt cx="1637175" cy="2470950"/>
            </a:xfrm>
          </p:grpSpPr>
          <p:sp>
            <p:nvSpPr>
              <p:cNvPr id="1289" name="Google Shape;1289;p64"/>
              <p:cNvSpPr/>
              <p:nvPr/>
            </p:nvSpPr>
            <p:spPr>
              <a:xfrm>
                <a:off x="9093250" y="2514563"/>
                <a:ext cx="540675" cy="645050"/>
              </a:xfrm>
              <a:custGeom>
                <a:avLst/>
                <a:gdLst/>
                <a:ahLst/>
                <a:cxnLst/>
                <a:rect l="l" t="t" r="r" b="b"/>
                <a:pathLst>
                  <a:path w="21627" h="25802" extrusionOk="0">
                    <a:moveTo>
                      <a:pt x="5307" y="0"/>
                    </a:moveTo>
                    <a:cubicBezTo>
                      <a:pt x="1205" y="0"/>
                      <a:pt x="1" y="5513"/>
                      <a:pt x="2934" y="8336"/>
                    </a:cubicBezTo>
                    <a:cubicBezTo>
                      <a:pt x="3165" y="8568"/>
                      <a:pt x="3360" y="8823"/>
                      <a:pt x="3518" y="9115"/>
                    </a:cubicBezTo>
                    <a:cubicBezTo>
                      <a:pt x="5830" y="13168"/>
                      <a:pt x="5903" y="25703"/>
                      <a:pt x="14045" y="25800"/>
                    </a:cubicBezTo>
                    <a:cubicBezTo>
                      <a:pt x="14090" y="25801"/>
                      <a:pt x="14135" y="25801"/>
                      <a:pt x="14179" y="25801"/>
                    </a:cubicBezTo>
                    <a:cubicBezTo>
                      <a:pt x="20212" y="25801"/>
                      <a:pt x="21626" y="20924"/>
                      <a:pt x="19911" y="16515"/>
                    </a:cubicBezTo>
                    <a:cubicBezTo>
                      <a:pt x="19132" y="14531"/>
                      <a:pt x="17817" y="12803"/>
                      <a:pt x="16114" y="11537"/>
                    </a:cubicBezTo>
                    <a:cubicBezTo>
                      <a:pt x="10211" y="7168"/>
                      <a:pt x="11939" y="0"/>
                      <a:pt x="5307" y="0"/>
                    </a:cubicBez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64"/>
              <p:cNvSpPr/>
              <p:nvPr/>
            </p:nvSpPr>
            <p:spPr>
              <a:xfrm>
                <a:off x="9181175" y="2669713"/>
                <a:ext cx="452750" cy="489900"/>
              </a:xfrm>
              <a:custGeom>
                <a:avLst/>
                <a:gdLst/>
                <a:ahLst/>
                <a:cxnLst/>
                <a:rect l="l" t="t" r="r" b="b"/>
                <a:pathLst>
                  <a:path w="18110" h="19596" extrusionOk="0">
                    <a:moveTo>
                      <a:pt x="1790" y="1"/>
                    </a:moveTo>
                    <a:cubicBezTo>
                      <a:pt x="1120" y="926"/>
                      <a:pt x="524" y="1899"/>
                      <a:pt x="1" y="2909"/>
                    </a:cubicBezTo>
                    <a:cubicBezTo>
                      <a:pt x="2313" y="6962"/>
                      <a:pt x="2386" y="19497"/>
                      <a:pt x="10528" y="19594"/>
                    </a:cubicBezTo>
                    <a:cubicBezTo>
                      <a:pt x="10573" y="19595"/>
                      <a:pt x="10618" y="19595"/>
                      <a:pt x="10662" y="19595"/>
                    </a:cubicBezTo>
                    <a:cubicBezTo>
                      <a:pt x="16695" y="19595"/>
                      <a:pt x="18109" y="14718"/>
                      <a:pt x="16394" y="10309"/>
                    </a:cubicBezTo>
                    <a:lnTo>
                      <a:pt x="16394" y="10309"/>
                    </a:lnTo>
                    <a:cubicBezTo>
                      <a:pt x="16151" y="10317"/>
                      <a:pt x="15914" y="10321"/>
                      <a:pt x="15680" y="10321"/>
                    </a:cubicBezTo>
                    <a:cubicBezTo>
                      <a:pt x="9064" y="10321"/>
                      <a:pt x="5954" y="7052"/>
                      <a:pt x="4978" y="4078"/>
                    </a:cubicBezTo>
                    <a:cubicBezTo>
                      <a:pt x="3737" y="305"/>
                      <a:pt x="1790" y="1"/>
                      <a:pt x="17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64"/>
              <p:cNvSpPr/>
              <p:nvPr/>
            </p:nvSpPr>
            <p:spPr>
              <a:xfrm>
                <a:off x="9210075" y="4356463"/>
                <a:ext cx="219400" cy="396150"/>
              </a:xfrm>
              <a:custGeom>
                <a:avLst/>
                <a:gdLst/>
                <a:ahLst/>
                <a:cxnLst/>
                <a:rect l="l" t="t" r="r" b="b"/>
                <a:pathLst>
                  <a:path w="8776" h="15846" extrusionOk="0">
                    <a:moveTo>
                      <a:pt x="1" y="1"/>
                    </a:moveTo>
                    <a:cubicBezTo>
                      <a:pt x="1" y="1"/>
                      <a:pt x="768" y="1668"/>
                      <a:pt x="1619" y="3640"/>
                    </a:cubicBezTo>
                    <a:cubicBezTo>
                      <a:pt x="2593" y="5891"/>
                      <a:pt x="3701" y="8544"/>
                      <a:pt x="3932" y="9542"/>
                    </a:cubicBezTo>
                    <a:cubicBezTo>
                      <a:pt x="4053" y="10077"/>
                      <a:pt x="4078" y="11027"/>
                      <a:pt x="4053" y="12110"/>
                    </a:cubicBezTo>
                    <a:cubicBezTo>
                      <a:pt x="4017" y="13302"/>
                      <a:pt x="3920" y="14666"/>
                      <a:pt x="3834" y="15846"/>
                    </a:cubicBezTo>
                    <a:lnTo>
                      <a:pt x="8775" y="8568"/>
                    </a:lnTo>
                    <a:cubicBezTo>
                      <a:pt x="8495" y="8228"/>
                      <a:pt x="8009" y="7948"/>
                      <a:pt x="7291" y="7765"/>
                    </a:cubicBezTo>
                    <a:cubicBezTo>
                      <a:pt x="7291" y="7765"/>
                      <a:pt x="6938" y="5842"/>
                      <a:pt x="6378" y="3494"/>
                    </a:cubicBezTo>
                    <a:cubicBezTo>
                      <a:pt x="6110" y="2374"/>
                      <a:pt x="5794" y="1145"/>
                      <a:pt x="5441" y="1"/>
                    </a:cubicBez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64"/>
              <p:cNvSpPr/>
              <p:nvPr/>
            </p:nvSpPr>
            <p:spPr>
              <a:xfrm>
                <a:off x="9210075" y="4356463"/>
                <a:ext cx="219400" cy="396150"/>
              </a:xfrm>
              <a:custGeom>
                <a:avLst/>
                <a:gdLst/>
                <a:ahLst/>
                <a:cxnLst/>
                <a:rect l="l" t="t" r="r" b="b"/>
                <a:pathLst>
                  <a:path w="8776" h="15846" fill="none" extrusionOk="0">
                    <a:moveTo>
                      <a:pt x="3834" y="15846"/>
                    </a:moveTo>
                    <a:cubicBezTo>
                      <a:pt x="3920" y="14666"/>
                      <a:pt x="4017" y="13302"/>
                      <a:pt x="4053" y="12110"/>
                    </a:cubicBezTo>
                    <a:cubicBezTo>
                      <a:pt x="4078" y="11027"/>
                      <a:pt x="4053" y="10077"/>
                      <a:pt x="3932" y="9542"/>
                    </a:cubicBezTo>
                    <a:cubicBezTo>
                      <a:pt x="3701" y="8544"/>
                      <a:pt x="2593" y="5891"/>
                      <a:pt x="1619" y="3640"/>
                    </a:cubicBezTo>
                    <a:cubicBezTo>
                      <a:pt x="768" y="1668"/>
                      <a:pt x="1" y="1"/>
                      <a:pt x="1" y="1"/>
                    </a:cubicBezTo>
                    <a:lnTo>
                      <a:pt x="5441" y="1"/>
                    </a:lnTo>
                    <a:cubicBezTo>
                      <a:pt x="5794" y="1145"/>
                      <a:pt x="6110" y="2374"/>
                      <a:pt x="6378" y="3494"/>
                    </a:cubicBezTo>
                    <a:cubicBezTo>
                      <a:pt x="6938" y="5842"/>
                      <a:pt x="7291" y="7765"/>
                      <a:pt x="7291" y="7765"/>
                    </a:cubicBezTo>
                    <a:cubicBezTo>
                      <a:pt x="8009" y="7948"/>
                      <a:pt x="8495" y="8228"/>
                      <a:pt x="8775" y="8568"/>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64"/>
              <p:cNvSpPr/>
              <p:nvPr/>
            </p:nvSpPr>
            <p:spPr>
              <a:xfrm>
                <a:off x="9206158" y="4356463"/>
                <a:ext cx="159450" cy="87350"/>
              </a:xfrm>
              <a:custGeom>
                <a:avLst/>
                <a:gdLst/>
                <a:ahLst/>
                <a:cxnLst/>
                <a:rect l="l" t="t" r="r" b="b"/>
                <a:pathLst>
                  <a:path w="6378" h="3494" extrusionOk="0">
                    <a:moveTo>
                      <a:pt x="1" y="1"/>
                    </a:moveTo>
                    <a:cubicBezTo>
                      <a:pt x="1" y="1"/>
                      <a:pt x="378" y="3481"/>
                      <a:pt x="6378" y="3494"/>
                    </a:cubicBezTo>
                    <a:cubicBezTo>
                      <a:pt x="6110" y="2362"/>
                      <a:pt x="5794" y="1145"/>
                      <a:pt x="54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64"/>
              <p:cNvSpPr/>
              <p:nvPr/>
            </p:nvSpPr>
            <p:spPr>
              <a:xfrm>
                <a:off x="9300150" y="4550588"/>
                <a:ext cx="146350" cy="276875"/>
              </a:xfrm>
              <a:custGeom>
                <a:avLst/>
                <a:gdLst/>
                <a:ahLst/>
                <a:cxnLst/>
                <a:rect l="l" t="t" r="r" b="b"/>
                <a:pathLst>
                  <a:path w="5854" h="11075" extrusionOk="0">
                    <a:moveTo>
                      <a:pt x="3688" y="0"/>
                    </a:moveTo>
                    <a:cubicBezTo>
                      <a:pt x="2824" y="2702"/>
                      <a:pt x="1375" y="3858"/>
                      <a:pt x="450" y="4345"/>
                    </a:cubicBezTo>
                    <a:cubicBezTo>
                      <a:pt x="377" y="6937"/>
                      <a:pt x="0" y="10332"/>
                      <a:pt x="73" y="10917"/>
                    </a:cubicBezTo>
                    <a:cubicBezTo>
                      <a:pt x="85" y="11025"/>
                      <a:pt x="144" y="11075"/>
                      <a:pt x="240" y="11075"/>
                    </a:cubicBezTo>
                    <a:cubicBezTo>
                      <a:pt x="865" y="11075"/>
                      <a:pt x="3054" y="8957"/>
                      <a:pt x="3688" y="7205"/>
                    </a:cubicBezTo>
                    <a:cubicBezTo>
                      <a:pt x="4430" y="5185"/>
                      <a:pt x="4211" y="5087"/>
                      <a:pt x="5026" y="3456"/>
                    </a:cubicBezTo>
                    <a:cubicBezTo>
                      <a:pt x="5854" y="1813"/>
                      <a:pt x="5769" y="523"/>
                      <a:pt x="3688" y="0"/>
                    </a:cubicBez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64"/>
              <p:cNvSpPr/>
              <p:nvPr/>
            </p:nvSpPr>
            <p:spPr>
              <a:xfrm>
                <a:off x="9556325" y="4252163"/>
                <a:ext cx="317050" cy="390625"/>
              </a:xfrm>
              <a:custGeom>
                <a:avLst/>
                <a:gdLst/>
                <a:ahLst/>
                <a:cxnLst/>
                <a:rect l="l" t="t" r="r" b="b"/>
                <a:pathLst>
                  <a:path w="12682" h="15625" extrusionOk="0">
                    <a:moveTo>
                      <a:pt x="4604" y="0"/>
                    </a:moveTo>
                    <a:cubicBezTo>
                      <a:pt x="2833" y="0"/>
                      <a:pt x="0" y="2019"/>
                      <a:pt x="0" y="2019"/>
                    </a:cubicBezTo>
                    <a:cubicBezTo>
                      <a:pt x="0" y="2019"/>
                      <a:pt x="1156" y="3418"/>
                      <a:pt x="2532" y="5159"/>
                    </a:cubicBezTo>
                    <a:cubicBezTo>
                      <a:pt x="4223" y="7313"/>
                      <a:pt x="6231" y="9990"/>
                      <a:pt x="6779" y="11207"/>
                    </a:cubicBezTo>
                    <a:cubicBezTo>
                      <a:pt x="7010" y="11730"/>
                      <a:pt x="7229" y="12290"/>
                      <a:pt x="7424" y="12850"/>
                    </a:cubicBezTo>
                    <a:cubicBezTo>
                      <a:pt x="7765" y="13823"/>
                      <a:pt x="8057" y="14797"/>
                      <a:pt x="8349" y="15625"/>
                    </a:cubicBezTo>
                    <a:lnTo>
                      <a:pt x="12681" y="13738"/>
                    </a:lnTo>
                    <a:cubicBezTo>
                      <a:pt x="12292" y="12996"/>
                      <a:pt x="11330" y="11767"/>
                      <a:pt x="10539" y="10805"/>
                    </a:cubicBezTo>
                    <a:cubicBezTo>
                      <a:pt x="9870" y="9978"/>
                      <a:pt x="9322" y="9345"/>
                      <a:pt x="9322" y="9345"/>
                    </a:cubicBezTo>
                    <a:cubicBezTo>
                      <a:pt x="9322" y="9345"/>
                      <a:pt x="8105" y="5889"/>
                      <a:pt x="6986" y="3211"/>
                    </a:cubicBezTo>
                    <a:cubicBezTo>
                      <a:pt x="6523" y="2080"/>
                      <a:pt x="6073" y="1082"/>
                      <a:pt x="5744" y="546"/>
                    </a:cubicBezTo>
                    <a:cubicBezTo>
                      <a:pt x="5500" y="154"/>
                      <a:pt x="5092" y="0"/>
                      <a:pt x="4604" y="0"/>
                    </a:cubicBez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64"/>
              <p:cNvSpPr/>
              <p:nvPr/>
            </p:nvSpPr>
            <p:spPr>
              <a:xfrm>
                <a:off x="9556325" y="4220463"/>
                <a:ext cx="317050" cy="422325"/>
              </a:xfrm>
              <a:custGeom>
                <a:avLst/>
                <a:gdLst/>
                <a:ahLst/>
                <a:cxnLst/>
                <a:rect l="l" t="t" r="r" b="b"/>
                <a:pathLst>
                  <a:path w="12682" h="16893" fill="none" extrusionOk="0">
                    <a:moveTo>
                      <a:pt x="8349" y="16893"/>
                    </a:moveTo>
                    <a:cubicBezTo>
                      <a:pt x="8057" y="16065"/>
                      <a:pt x="7765" y="15091"/>
                      <a:pt x="7424" y="14118"/>
                    </a:cubicBezTo>
                    <a:cubicBezTo>
                      <a:pt x="7229" y="13558"/>
                      <a:pt x="7010" y="12998"/>
                      <a:pt x="6779" y="12475"/>
                    </a:cubicBezTo>
                    <a:cubicBezTo>
                      <a:pt x="6231" y="11258"/>
                      <a:pt x="4223" y="8581"/>
                      <a:pt x="2532" y="6427"/>
                    </a:cubicBezTo>
                    <a:cubicBezTo>
                      <a:pt x="1156" y="4686"/>
                      <a:pt x="0" y="3287"/>
                      <a:pt x="0" y="3287"/>
                    </a:cubicBezTo>
                    <a:cubicBezTo>
                      <a:pt x="0" y="3287"/>
                      <a:pt x="4613" y="1"/>
                      <a:pt x="5744" y="1814"/>
                    </a:cubicBezTo>
                    <a:cubicBezTo>
                      <a:pt x="6073" y="2350"/>
                      <a:pt x="6523" y="3348"/>
                      <a:pt x="6986" y="4479"/>
                    </a:cubicBezTo>
                    <a:cubicBezTo>
                      <a:pt x="8105" y="7157"/>
                      <a:pt x="9322" y="10613"/>
                      <a:pt x="9322" y="10613"/>
                    </a:cubicBezTo>
                    <a:cubicBezTo>
                      <a:pt x="9322" y="10613"/>
                      <a:pt x="9870" y="11246"/>
                      <a:pt x="10539" y="12073"/>
                    </a:cubicBezTo>
                    <a:cubicBezTo>
                      <a:pt x="11330" y="13035"/>
                      <a:pt x="12292" y="14264"/>
                      <a:pt x="12681" y="15006"/>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64"/>
              <p:cNvSpPr/>
              <p:nvPr/>
            </p:nvSpPr>
            <p:spPr>
              <a:xfrm>
                <a:off x="9546533" y="4252113"/>
                <a:ext cx="174950" cy="103750"/>
              </a:xfrm>
              <a:custGeom>
                <a:avLst/>
                <a:gdLst/>
                <a:ahLst/>
                <a:cxnLst/>
                <a:rect l="l" t="t" r="r" b="b"/>
                <a:pathLst>
                  <a:path w="6998" h="4150" extrusionOk="0">
                    <a:moveTo>
                      <a:pt x="4599" y="1"/>
                    </a:moveTo>
                    <a:cubicBezTo>
                      <a:pt x="2829" y="1"/>
                      <a:pt x="0" y="2009"/>
                      <a:pt x="0" y="2009"/>
                    </a:cubicBezTo>
                    <a:cubicBezTo>
                      <a:pt x="0" y="2009"/>
                      <a:pt x="1145" y="4150"/>
                      <a:pt x="3760" y="4150"/>
                    </a:cubicBezTo>
                    <a:cubicBezTo>
                      <a:pt x="4661" y="4150"/>
                      <a:pt x="5735" y="3896"/>
                      <a:pt x="6998" y="3213"/>
                    </a:cubicBezTo>
                    <a:cubicBezTo>
                      <a:pt x="6523" y="2082"/>
                      <a:pt x="6073" y="1096"/>
                      <a:pt x="5744" y="548"/>
                    </a:cubicBezTo>
                    <a:cubicBezTo>
                      <a:pt x="5499" y="155"/>
                      <a:pt x="5090" y="1"/>
                      <a:pt x="45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64"/>
              <p:cNvSpPr/>
              <p:nvPr/>
            </p:nvSpPr>
            <p:spPr>
              <a:xfrm>
                <a:off x="9742225" y="4522288"/>
                <a:ext cx="149700" cy="201200"/>
              </a:xfrm>
              <a:custGeom>
                <a:avLst/>
                <a:gdLst/>
                <a:ahLst/>
                <a:cxnLst/>
                <a:rect l="l" t="t" r="r" b="b"/>
                <a:pathLst>
                  <a:path w="5988" h="8048" extrusionOk="0">
                    <a:moveTo>
                      <a:pt x="3116" y="0"/>
                    </a:moveTo>
                    <a:cubicBezTo>
                      <a:pt x="2276" y="1741"/>
                      <a:pt x="888" y="2045"/>
                      <a:pt x="0" y="2045"/>
                    </a:cubicBezTo>
                    <a:cubicBezTo>
                      <a:pt x="621" y="3822"/>
                      <a:pt x="1083" y="5623"/>
                      <a:pt x="1667" y="6438"/>
                    </a:cubicBezTo>
                    <a:cubicBezTo>
                      <a:pt x="2341" y="7375"/>
                      <a:pt x="4142" y="8047"/>
                      <a:pt x="4948" y="8047"/>
                    </a:cubicBezTo>
                    <a:cubicBezTo>
                      <a:pt x="5074" y="8047"/>
                      <a:pt x="5176" y="8031"/>
                      <a:pt x="5245" y="7996"/>
                    </a:cubicBezTo>
                    <a:cubicBezTo>
                      <a:pt x="5769" y="7728"/>
                      <a:pt x="5988" y="4321"/>
                      <a:pt x="5257" y="2945"/>
                    </a:cubicBezTo>
                    <a:cubicBezTo>
                      <a:pt x="4856" y="2203"/>
                      <a:pt x="3907" y="974"/>
                      <a:pt x="3116" y="0"/>
                    </a:cubicBez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64"/>
              <p:cNvSpPr/>
              <p:nvPr/>
            </p:nvSpPr>
            <p:spPr>
              <a:xfrm>
                <a:off x="9015050" y="3669163"/>
                <a:ext cx="754875" cy="739100"/>
              </a:xfrm>
              <a:custGeom>
                <a:avLst/>
                <a:gdLst/>
                <a:ahLst/>
                <a:cxnLst/>
                <a:rect l="l" t="t" r="r" b="b"/>
                <a:pathLst>
                  <a:path w="30195" h="29564" extrusionOk="0">
                    <a:moveTo>
                      <a:pt x="19923" y="1"/>
                    </a:moveTo>
                    <a:lnTo>
                      <a:pt x="1" y="3141"/>
                    </a:lnTo>
                    <a:cubicBezTo>
                      <a:pt x="1" y="3141"/>
                      <a:pt x="1169" y="10224"/>
                      <a:pt x="2690" y="17416"/>
                    </a:cubicBezTo>
                    <a:cubicBezTo>
                      <a:pt x="3652" y="21931"/>
                      <a:pt x="4747" y="26483"/>
                      <a:pt x="5782" y="29343"/>
                    </a:cubicBezTo>
                    <a:cubicBezTo>
                      <a:pt x="5782" y="29343"/>
                      <a:pt x="7138" y="29563"/>
                      <a:pt x="9416" y="29563"/>
                    </a:cubicBezTo>
                    <a:cubicBezTo>
                      <a:pt x="10919" y="29563"/>
                      <a:pt x="12824" y="29467"/>
                      <a:pt x="15006" y="29148"/>
                    </a:cubicBezTo>
                    <a:cubicBezTo>
                      <a:pt x="15749" y="29051"/>
                      <a:pt x="16516" y="28904"/>
                      <a:pt x="17319" y="28746"/>
                    </a:cubicBezTo>
                    <a:cubicBezTo>
                      <a:pt x="21858" y="27821"/>
                      <a:pt x="26215" y="26130"/>
                      <a:pt x="30195" y="23744"/>
                    </a:cubicBezTo>
                    <a:cubicBezTo>
                      <a:pt x="30195" y="23744"/>
                      <a:pt x="25935" y="14057"/>
                      <a:pt x="22783" y="6731"/>
                    </a:cubicBezTo>
                    <a:cubicBezTo>
                      <a:pt x="21554" y="3895"/>
                      <a:pt x="20495" y="1425"/>
                      <a:pt x="19923" y="1"/>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64"/>
              <p:cNvSpPr/>
              <p:nvPr/>
            </p:nvSpPr>
            <p:spPr>
              <a:xfrm>
                <a:off x="9308350" y="4003838"/>
                <a:ext cx="139675" cy="394025"/>
              </a:xfrm>
              <a:custGeom>
                <a:avLst/>
                <a:gdLst/>
                <a:ahLst/>
                <a:cxnLst/>
                <a:rect l="l" t="t" r="r" b="b"/>
                <a:pathLst>
                  <a:path w="5587" h="15761" fill="none" extrusionOk="0">
                    <a:moveTo>
                      <a:pt x="3274" y="15761"/>
                    </a:moveTo>
                    <a:lnTo>
                      <a:pt x="1" y="1"/>
                    </a:lnTo>
                    <a:lnTo>
                      <a:pt x="5587" y="15347"/>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64"/>
              <p:cNvSpPr/>
              <p:nvPr/>
            </p:nvSpPr>
            <p:spPr>
              <a:xfrm>
                <a:off x="8254750" y="2871438"/>
                <a:ext cx="272025" cy="181100"/>
              </a:xfrm>
              <a:custGeom>
                <a:avLst/>
                <a:gdLst/>
                <a:ahLst/>
                <a:cxnLst/>
                <a:rect l="l" t="t" r="r" b="b"/>
                <a:pathLst>
                  <a:path w="10881" h="7244" extrusionOk="0">
                    <a:moveTo>
                      <a:pt x="10880" y="0"/>
                    </a:moveTo>
                    <a:lnTo>
                      <a:pt x="10430" y="61"/>
                    </a:lnTo>
                    <a:lnTo>
                      <a:pt x="6134" y="548"/>
                    </a:lnTo>
                    <a:cubicBezTo>
                      <a:pt x="6134" y="548"/>
                      <a:pt x="4601" y="658"/>
                      <a:pt x="4150" y="670"/>
                    </a:cubicBezTo>
                    <a:cubicBezTo>
                      <a:pt x="3797" y="682"/>
                      <a:pt x="2313" y="925"/>
                      <a:pt x="1753" y="1023"/>
                    </a:cubicBezTo>
                    <a:cubicBezTo>
                      <a:pt x="1619" y="1047"/>
                      <a:pt x="1534" y="1157"/>
                      <a:pt x="1546" y="1278"/>
                    </a:cubicBezTo>
                    <a:cubicBezTo>
                      <a:pt x="1558" y="1400"/>
                      <a:pt x="1643" y="1497"/>
                      <a:pt x="1765" y="1509"/>
                    </a:cubicBezTo>
                    <a:lnTo>
                      <a:pt x="3870" y="1741"/>
                    </a:lnTo>
                    <a:lnTo>
                      <a:pt x="183" y="3262"/>
                    </a:lnTo>
                    <a:cubicBezTo>
                      <a:pt x="49" y="3311"/>
                      <a:pt x="0" y="3481"/>
                      <a:pt x="73" y="3615"/>
                    </a:cubicBezTo>
                    <a:lnTo>
                      <a:pt x="98" y="3664"/>
                    </a:lnTo>
                    <a:cubicBezTo>
                      <a:pt x="145" y="3739"/>
                      <a:pt x="221" y="3785"/>
                      <a:pt x="304" y="3785"/>
                    </a:cubicBezTo>
                    <a:cubicBezTo>
                      <a:pt x="328" y="3785"/>
                      <a:pt x="353" y="3781"/>
                      <a:pt x="378" y="3773"/>
                    </a:cubicBezTo>
                    <a:lnTo>
                      <a:pt x="3152" y="2982"/>
                    </a:lnTo>
                    <a:lnTo>
                      <a:pt x="3286" y="3213"/>
                    </a:lnTo>
                    <a:lnTo>
                      <a:pt x="1035" y="5100"/>
                    </a:lnTo>
                    <a:cubicBezTo>
                      <a:pt x="937" y="5185"/>
                      <a:pt x="913" y="5331"/>
                      <a:pt x="998" y="5440"/>
                    </a:cubicBezTo>
                    <a:lnTo>
                      <a:pt x="1035" y="5489"/>
                    </a:lnTo>
                    <a:cubicBezTo>
                      <a:pt x="1081" y="5551"/>
                      <a:pt x="1152" y="5583"/>
                      <a:pt x="1225" y="5583"/>
                    </a:cubicBezTo>
                    <a:cubicBezTo>
                      <a:pt x="1268" y="5583"/>
                      <a:pt x="1311" y="5572"/>
                      <a:pt x="1351" y="5550"/>
                    </a:cubicBezTo>
                    <a:lnTo>
                      <a:pt x="3846" y="4199"/>
                    </a:lnTo>
                    <a:lnTo>
                      <a:pt x="4065" y="4455"/>
                    </a:lnTo>
                    <a:lnTo>
                      <a:pt x="2592" y="6231"/>
                    </a:lnTo>
                    <a:cubicBezTo>
                      <a:pt x="2495" y="6353"/>
                      <a:pt x="2532" y="6511"/>
                      <a:pt x="2653" y="6597"/>
                    </a:cubicBezTo>
                    <a:lnTo>
                      <a:pt x="2702" y="6621"/>
                    </a:lnTo>
                    <a:cubicBezTo>
                      <a:pt x="2744" y="6647"/>
                      <a:pt x="2793" y="6660"/>
                      <a:pt x="2841" y="6660"/>
                    </a:cubicBezTo>
                    <a:cubicBezTo>
                      <a:pt x="2904" y="6660"/>
                      <a:pt x="2965" y="6638"/>
                      <a:pt x="3006" y="6597"/>
                    </a:cubicBezTo>
                    <a:lnTo>
                      <a:pt x="4515" y="5112"/>
                    </a:lnTo>
                    <a:lnTo>
                      <a:pt x="4807" y="5380"/>
                    </a:lnTo>
                    <a:lnTo>
                      <a:pt x="4138" y="6901"/>
                    </a:lnTo>
                    <a:cubicBezTo>
                      <a:pt x="4065" y="7047"/>
                      <a:pt x="4162" y="7217"/>
                      <a:pt x="4321" y="7242"/>
                    </a:cubicBezTo>
                    <a:lnTo>
                      <a:pt x="4369" y="7242"/>
                    </a:lnTo>
                    <a:cubicBezTo>
                      <a:pt x="4379" y="7243"/>
                      <a:pt x="4389" y="7243"/>
                      <a:pt x="4399" y="7243"/>
                    </a:cubicBezTo>
                    <a:cubicBezTo>
                      <a:pt x="4486" y="7243"/>
                      <a:pt x="4569" y="7197"/>
                      <a:pt x="4613" y="7132"/>
                    </a:cubicBezTo>
                    <a:lnTo>
                      <a:pt x="6730" y="3822"/>
                    </a:lnTo>
                    <a:cubicBezTo>
                      <a:pt x="6901" y="3554"/>
                      <a:pt x="7047" y="3262"/>
                      <a:pt x="7144" y="2958"/>
                    </a:cubicBezTo>
                    <a:lnTo>
                      <a:pt x="7241" y="2678"/>
                    </a:lnTo>
                    <a:lnTo>
                      <a:pt x="8994" y="2848"/>
                    </a:lnTo>
                    <a:lnTo>
                      <a:pt x="10880" y="3043"/>
                    </a:lnTo>
                    <a:lnTo>
                      <a:pt x="10880" y="0"/>
                    </a:ln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64"/>
              <p:cNvSpPr/>
              <p:nvPr/>
            </p:nvSpPr>
            <p:spPr>
              <a:xfrm>
                <a:off x="8351800" y="2914338"/>
                <a:ext cx="42325" cy="23450"/>
              </a:xfrm>
              <a:custGeom>
                <a:avLst/>
                <a:gdLst/>
                <a:ahLst/>
                <a:cxnLst/>
                <a:rect l="l" t="t" r="r" b="b"/>
                <a:pathLst>
                  <a:path w="1693" h="938" extrusionOk="0">
                    <a:moveTo>
                      <a:pt x="0" y="0"/>
                    </a:moveTo>
                    <a:lnTo>
                      <a:pt x="0" y="0"/>
                    </a:lnTo>
                    <a:cubicBezTo>
                      <a:pt x="1" y="1"/>
                      <a:pt x="594" y="938"/>
                      <a:pt x="1652" y="938"/>
                    </a:cubicBezTo>
                    <a:cubicBezTo>
                      <a:pt x="1665" y="938"/>
                      <a:pt x="1679" y="938"/>
                      <a:pt x="1692" y="937"/>
                    </a:cubicBezTo>
                    <a:lnTo>
                      <a:pt x="0" y="0"/>
                    </a:lnTo>
                    <a:close/>
                  </a:path>
                </a:pathLst>
              </a:custGeom>
              <a:solidFill>
                <a:srgbClr val="FFFFFF"/>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64"/>
              <p:cNvSpPr/>
              <p:nvPr/>
            </p:nvSpPr>
            <p:spPr>
              <a:xfrm>
                <a:off x="8351800" y="2914338"/>
                <a:ext cx="42325" cy="24050"/>
              </a:xfrm>
              <a:custGeom>
                <a:avLst/>
                <a:gdLst/>
                <a:ahLst/>
                <a:cxnLst/>
                <a:rect l="l" t="t" r="r" b="b"/>
                <a:pathLst>
                  <a:path w="1693" h="962" fill="none" extrusionOk="0">
                    <a:moveTo>
                      <a:pt x="0" y="0"/>
                    </a:moveTo>
                    <a:cubicBezTo>
                      <a:pt x="0" y="0"/>
                      <a:pt x="609" y="962"/>
                      <a:pt x="1692" y="937"/>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64"/>
              <p:cNvSpPr/>
              <p:nvPr/>
            </p:nvSpPr>
            <p:spPr>
              <a:xfrm>
                <a:off x="8514575" y="2827613"/>
                <a:ext cx="514500" cy="227000"/>
              </a:xfrm>
              <a:custGeom>
                <a:avLst/>
                <a:gdLst/>
                <a:ahLst/>
                <a:cxnLst/>
                <a:rect l="l" t="t" r="r" b="b"/>
                <a:pathLst>
                  <a:path w="20580" h="9080" extrusionOk="0">
                    <a:moveTo>
                      <a:pt x="20580" y="1"/>
                    </a:moveTo>
                    <a:lnTo>
                      <a:pt x="0" y="1376"/>
                    </a:lnTo>
                    <a:lnTo>
                      <a:pt x="0" y="8556"/>
                    </a:lnTo>
                    <a:lnTo>
                      <a:pt x="10369" y="8836"/>
                    </a:lnTo>
                    <a:lnTo>
                      <a:pt x="15809" y="8982"/>
                    </a:lnTo>
                    <a:lnTo>
                      <a:pt x="19667" y="9080"/>
                    </a:lnTo>
                    <a:lnTo>
                      <a:pt x="20178" y="4054"/>
                    </a:lnTo>
                    <a:lnTo>
                      <a:pt x="20349" y="2301"/>
                    </a:lnTo>
                    <a:lnTo>
                      <a:pt x="20580" y="1"/>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64"/>
              <p:cNvSpPr/>
              <p:nvPr/>
            </p:nvSpPr>
            <p:spPr>
              <a:xfrm>
                <a:off x="8773800" y="2877304"/>
                <a:ext cx="249500" cy="169475"/>
              </a:xfrm>
              <a:custGeom>
                <a:avLst/>
                <a:gdLst/>
                <a:ahLst/>
                <a:cxnLst/>
                <a:rect l="l" t="t" r="r" b="b"/>
                <a:pathLst>
                  <a:path w="9980" h="6779" extrusionOk="0">
                    <a:moveTo>
                      <a:pt x="9980" y="0"/>
                    </a:moveTo>
                    <a:cubicBezTo>
                      <a:pt x="7339" y="1728"/>
                      <a:pt x="2288" y="5038"/>
                      <a:pt x="0" y="6523"/>
                    </a:cubicBezTo>
                    <a:lnTo>
                      <a:pt x="5428" y="6681"/>
                    </a:lnTo>
                    <a:lnTo>
                      <a:pt x="9298" y="6779"/>
                    </a:lnTo>
                    <a:lnTo>
                      <a:pt x="9797" y="1753"/>
                    </a:lnTo>
                    <a:lnTo>
                      <a:pt x="998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64"/>
              <p:cNvSpPr/>
              <p:nvPr/>
            </p:nvSpPr>
            <p:spPr>
              <a:xfrm>
                <a:off x="8909800" y="2928938"/>
                <a:ext cx="109250" cy="125675"/>
              </a:xfrm>
              <a:custGeom>
                <a:avLst/>
                <a:gdLst/>
                <a:ahLst/>
                <a:cxnLst/>
                <a:rect l="l" t="t" r="r" b="b"/>
                <a:pathLst>
                  <a:path w="4370" h="5027" extrusionOk="0">
                    <a:moveTo>
                      <a:pt x="4369" y="1"/>
                    </a:moveTo>
                    <a:lnTo>
                      <a:pt x="0" y="4929"/>
                    </a:lnTo>
                    <a:lnTo>
                      <a:pt x="3858" y="5027"/>
                    </a:lnTo>
                    <a:lnTo>
                      <a:pt x="4369" y="1"/>
                    </a:lnTo>
                    <a:close/>
                  </a:path>
                </a:pathLst>
              </a:custGeom>
              <a:solidFill>
                <a:srgbClr val="231F20"/>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64"/>
              <p:cNvSpPr/>
              <p:nvPr/>
            </p:nvSpPr>
            <p:spPr>
              <a:xfrm>
                <a:off x="8567825" y="2880563"/>
                <a:ext cx="325" cy="137250"/>
              </a:xfrm>
              <a:custGeom>
                <a:avLst/>
                <a:gdLst/>
                <a:ahLst/>
                <a:cxnLst/>
                <a:rect l="l" t="t" r="r" b="b"/>
                <a:pathLst>
                  <a:path w="13" h="5490" extrusionOk="0">
                    <a:moveTo>
                      <a:pt x="0" y="1"/>
                    </a:moveTo>
                    <a:lnTo>
                      <a:pt x="12" y="5489"/>
                    </a:lnTo>
                  </a:path>
                </a:pathLst>
              </a:custGeom>
              <a:solidFill>
                <a:srgbClr val="FFFFFF"/>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64"/>
              <p:cNvSpPr/>
              <p:nvPr/>
            </p:nvSpPr>
            <p:spPr>
              <a:xfrm>
                <a:off x="8567825" y="2880563"/>
                <a:ext cx="325" cy="137250"/>
              </a:xfrm>
              <a:custGeom>
                <a:avLst/>
                <a:gdLst/>
                <a:ahLst/>
                <a:cxnLst/>
                <a:rect l="l" t="t" r="r" b="b"/>
                <a:pathLst>
                  <a:path w="13" h="5490" fill="none" extrusionOk="0">
                    <a:moveTo>
                      <a:pt x="0" y="1"/>
                    </a:moveTo>
                    <a:lnTo>
                      <a:pt x="12" y="5489"/>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64"/>
              <p:cNvSpPr/>
              <p:nvPr/>
            </p:nvSpPr>
            <p:spPr>
              <a:xfrm>
                <a:off x="9635725" y="2466863"/>
                <a:ext cx="192625" cy="269500"/>
              </a:xfrm>
              <a:custGeom>
                <a:avLst/>
                <a:gdLst/>
                <a:ahLst/>
                <a:cxnLst/>
                <a:rect l="l" t="t" r="r" b="b"/>
                <a:pathLst>
                  <a:path w="7705" h="10780" extrusionOk="0">
                    <a:moveTo>
                      <a:pt x="4249" y="0"/>
                    </a:moveTo>
                    <a:cubicBezTo>
                      <a:pt x="4161" y="0"/>
                      <a:pt x="4075" y="46"/>
                      <a:pt x="4029" y="131"/>
                    </a:cubicBezTo>
                    <a:lnTo>
                      <a:pt x="2240" y="3697"/>
                    </a:lnTo>
                    <a:lnTo>
                      <a:pt x="2155" y="1567"/>
                    </a:lnTo>
                    <a:cubicBezTo>
                      <a:pt x="2155" y="1458"/>
                      <a:pt x="2069" y="1360"/>
                      <a:pt x="1948" y="1336"/>
                    </a:cubicBezTo>
                    <a:cubicBezTo>
                      <a:pt x="1939" y="1335"/>
                      <a:pt x="1930" y="1335"/>
                      <a:pt x="1921" y="1335"/>
                    </a:cubicBezTo>
                    <a:cubicBezTo>
                      <a:pt x="1809" y="1335"/>
                      <a:pt x="1703" y="1406"/>
                      <a:pt x="1680" y="1519"/>
                    </a:cubicBezTo>
                    <a:cubicBezTo>
                      <a:pt x="1546" y="2078"/>
                      <a:pt x="1193" y="3539"/>
                      <a:pt x="1157" y="3892"/>
                    </a:cubicBezTo>
                    <a:cubicBezTo>
                      <a:pt x="1108" y="4342"/>
                      <a:pt x="877" y="5875"/>
                      <a:pt x="877" y="5875"/>
                    </a:cubicBezTo>
                    <a:lnTo>
                      <a:pt x="658" y="7032"/>
                    </a:lnTo>
                    <a:lnTo>
                      <a:pt x="1" y="10549"/>
                    </a:lnTo>
                    <a:lnTo>
                      <a:pt x="3031" y="10780"/>
                    </a:lnTo>
                    <a:lnTo>
                      <a:pt x="2946" y="7117"/>
                    </a:lnTo>
                    <a:lnTo>
                      <a:pt x="3226" y="7044"/>
                    </a:lnTo>
                    <a:cubicBezTo>
                      <a:pt x="3542" y="6959"/>
                      <a:pt x="3834" y="6849"/>
                      <a:pt x="4114" y="6691"/>
                    </a:cubicBezTo>
                    <a:lnTo>
                      <a:pt x="7570" y="4829"/>
                    </a:lnTo>
                    <a:cubicBezTo>
                      <a:pt x="7655" y="4780"/>
                      <a:pt x="7704" y="4695"/>
                      <a:pt x="7704" y="4598"/>
                    </a:cubicBezTo>
                    <a:lnTo>
                      <a:pt x="7692" y="4549"/>
                    </a:lnTo>
                    <a:cubicBezTo>
                      <a:pt x="7682" y="4421"/>
                      <a:pt x="7577" y="4325"/>
                      <a:pt x="7453" y="4325"/>
                    </a:cubicBezTo>
                    <a:cubicBezTo>
                      <a:pt x="7424" y="4325"/>
                      <a:pt x="7394" y="4330"/>
                      <a:pt x="7363" y="4342"/>
                    </a:cubicBezTo>
                    <a:lnTo>
                      <a:pt x="5806" y="4902"/>
                    </a:lnTo>
                    <a:lnTo>
                      <a:pt x="5562" y="4598"/>
                    </a:lnTo>
                    <a:lnTo>
                      <a:pt x="7157" y="3198"/>
                    </a:lnTo>
                    <a:cubicBezTo>
                      <a:pt x="7242" y="3125"/>
                      <a:pt x="7266" y="3003"/>
                      <a:pt x="7205" y="2894"/>
                    </a:cubicBezTo>
                    <a:lnTo>
                      <a:pt x="7181" y="2845"/>
                    </a:lnTo>
                    <a:cubicBezTo>
                      <a:pt x="7133" y="2757"/>
                      <a:pt x="7047" y="2711"/>
                      <a:pt x="6960" y="2711"/>
                    </a:cubicBezTo>
                    <a:cubicBezTo>
                      <a:pt x="6915" y="2711"/>
                      <a:pt x="6869" y="2723"/>
                      <a:pt x="6828" y="2748"/>
                    </a:cubicBezTo>
                    <a:lnTo>
                      <a:pt x="4929" y="4087"/>
                    </a:lnTo>
                    <a:lnTo>
                      <a:pt x="4698" y="3855"/>
                    </a:lnTo>
                    <a:lnTo>
                      <a:pt x="6232" y="1458"/>
                    </a:lnTo>
                    <a:cubicBezTo>
                      <a:pt x="6305" y="1348"/>
                      <a:pt x="6280" y="1214"/>
                      <a:pt x="6183" y="1141"/>
                    </a:cubicBezTo>
                    <a:lnTo>
                      <a:pt x="6134" y="1093"/>
                    </a:lnTo>
                    <a:cubicBezTo>
                      <a:pt x="6095" y="1053"/>
                      <a:pt x="6039" y="1035"/>
                      <a:pt x="5983" y="1035"/>
                    </a:cubicBezTo>
                    <a:cubicBezTo>
                      <a:pt x="5918" y="1035"/>
                      <a:pt x="5851" y="1059"/>
                      <a:pt x="5806" y="1105"/>
                    </a:cubicBezTo>
                    <a:lnTo>
                      <a:pt x="3761" y="3222"/>
                    </a:lnTo>
                    <a:lnTo>
                      <a:pt x="3542" y="3064"/>
                    </a:lnTo>
                    <a:lnTo>
                      <a:pt x="4528" y="363"/>
                    </a:lnTo>
                    <a:cubicBezTo>
                      <a:pt x="4564" y="265"/>
                      <a:pt x="4528" y="143"/>
                      <a:pt x="4443" y="83"/>
                    </a:cubicBezTo>
                    <a:lnTo>
                      <a:pt x="4394" y="46"/>
                    </a:lnTo>
                    <a:cubicBezTo>
                      <a:pt x="4350" y="15"/>
                      <a:pt x="4299" y="0"/>
                      <a:pt x="4249" y="0"/>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64"/>
              <p:cNvSpPr/>
              <p:nvPr/>
            </p:nvSpPr>
            <p:spPr>
              <a:xfrm>
                <a:off x="9691700" y="2559588"/>
                <a:ext cx="22850" cy="43825"/>
              </a:xfrm>
              <a:custGeom>
                <a:avLst/>
                <a:gdLst/>
                <a:ahLst/>
                <a:cxnLst/>
                <a:rect l="l" t="t" r="r" b="b"/>
                <a:pathLst>
                  <a:path w="914" h="1753" extrusionOk="0">
                    <a:moveTo>
                      <a:pt x="1" y="0"/>
                    </a:moveTo>
                    <a:lnTo>
                      <a:pt x="804" y="1753"/>
                    </a:lnTo>
                    <a:cubicBezTo>
                      <a:pt x="914" y="670"/>
                      <a:pt x="1" y="0"/>
                      <a:pt x="1" y="0"/>
                    </a:cubicBezTo>
                    <a:close/>
                  </a:path>
                </a:pathLst>
              </a:custGeom>
              <a:solidFill>
                <a:srgbClr val="FFFFFF"/>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64"/>
              <p:cNvSpPr/>
              <p:nvPr/>
            </p:nvSpPr>
            <p:spPr>
              <a:xfrm>
                <a:off x="9691700" y="2559588"/>
                <a:ext cx="22850" cy="43825"/>
              </a:xfrm>
              <a:custGeom>
                <a:avLst/>
                <a:gdLst/>
                <a:ahLst/>
                <a:cxnLst/>
                <a:rect l="l" t="t" r="r" b="b"/>
                <a:pathLst>
                  <a:path w="914" h="1753" fill="none" extrusionOk="0">
                    <a:moveTo>
                      <a:pt x="1" y="0"/>
                    </a:moveTo>
                    <a:cubicBezTo>
                      <a:pt x="1" y="0"/>
                      <a:pt x="914" y="670"/>
                      <a:pt x="804" y="1753"/>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64"/>
              <p:cNvSpPr/>
              <p:nvPr/>
            </p:nvSpPr>
            <p:spPr>
              <a:xfrm>
                <a:off x="9406325" y="2655413"/>
                <a:ext cx="385200" cy="356925"/>
              </a:xfrm>
              <a:custGeom>
                <a:avLst/>
                <a:gdLst/>
                <a:ahLst/>
                <a:cxnLst/>
                <a:rect l="l" t="t" r="r" b="b"/>
                <a:pathLst>
                  <a:path w="15408" h="14277" extrusionOk="0">
                    <a:moveTo>
                      <a:pt x="8945" y="1"/>
                    </a:moveTo>
                    <a:lnTo>
                      <a:pt x="7911" y="6329"/>
                    </a:lnTo>
                    <a:lnTo>
                      <a:pt x="0" y="6280"/>
                    </a:lnTo>
                    <a:lnTo>
                      <a:pt x="329" y="10382"/>
                    </a:lnTo>
                    <a:lnTo>
                      <a:pt x="658" y="14276"/>
                    </a:lnTo>
                    <a:lnTo>
                      <a:pt x="3591" y="13607"/>
                    </a:lnTo>
                    <a:lnTo>
                      <a:pt x="12219" y="11623"/>
                    </a:lnTo>
                    <a:lnTo>
                      <a:pt x="15408" y="950"/>
                    </a:lnTo>
                    <a:cubicBezTo>
                      <a:pt x="12961" y="366"/>
                      <a:pt x="8945" y="1"/>
                      <a:pt x="8945" y="1"/>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64"/>
              <p:cNvSpPr/>
              <p:nvPr/>
            </p:nvSpPr>
            <p:spPr>
              <a:xfrm>
                <a:off x="9636025" y="2693138"/>
                <a:ext cx="119000" cy="17075"/>
              </a:xfrm>
              <a:custGeom>
                <a:avLst/>
                <a:gdLst/>
                <a:ahLst/>
                <a:cxnLst/>
                <a:rect l="l" t="t" r="r" b="b"/>
                <a:pathLst>
                  <a:path w="4760" h="683" extrusionOk="0">
                    <a:moveTo>
                      <a:pt x="1" y="1"/>
                    </a:moveTo>
                    <a:lnTo>
                      <a:pt x="4759" y="682"/>
                    </a:lnTo>
                    <a:cubicBezTo>
                      <a:pt x="3287" y="427"/>
                      <a:pt x="2" y="1"/>
                      <a:pt x="1" y="1"/>
                    </a:cubicBezTo>
                    <a:close/>
                  </a:path>
                </a:pathLst>
              </a:custGeom>
              <a:solidFill>
                <a:srgbClr val="FFFFFF"/>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64"/>
              <p:cNvSpPr/>
              <p:nvPr/>
            </p:nvSpPr>
            <p:spPr>
              <a:xfrm>
                <a:off x="9636025" y="2693138"/>
                <a:ext cx="119000" cy="17075"/>
              </a:xfrm>
              <a:custGeom>
                <a:avLst/>
                <a:gdLst/>
                <a:ahLst/>
                <a:cxnLst/>
                <a:rect l="l" t="t" r="r" b="b"/>
                <a:pathLst>
                  <a:path w="4760" h="683" fill="none" extrusionOk="0">
                    <a:moveTo>
                      <a:pt x="1" y="1"/>
                    </a:moveTo>
                    <a:cubicBezTo>
                      <a:pt x="1" y="1"/>
                      <a:pt x="3287" y="427"/>
                      <a:pt x="4759" y="682"/>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64"/>
              <p:cNvSpPr/>
              <p:nvPr/>
            </p:nvSpPr>
            <p:spPr>
              <a:xfrm>
                <a:off x="9568175" y="2823430"/>
                <a:ext cx="35625" cy="43825"/>
              </a:xfrm>
              <a:custGeom>
                <a:avLst/>
                <a:gdLst/>
                <a:ahLst/>
                <a:cxnLst/>
                <a:rect l="l" t="t" r="r" b="b"/>
                <a:pathLst>
                  <a:path w="1425" h="1753" extrusionOk="0">
                    <a:moveTo>
                      <a:pt x="1" y="0"/>
                    </a:moveTo>
                    <a:lnTo>
                      <a:pt x="1145" y="1753"/>
                    </a:lnTo>
                    <a:lnTo>
                      <a:pt x="142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64"/>
              <p:cNvSpPr/>
              <p:nvPr/>
            </p:nvSpPr>
            <p:spPr>
              <a:xfrm>
                <a:off x="8916475" y="2812113"/>
                <a:ext cx="736925" cy="1121625"/>
              </a:xfrm>
              <a:custGeom>
                <a:avLst/>
                <a:gdLst/>
                <a:ahLst/>
                <a:cxnLst/>
                <a:rect l="l" t="t" r="r" b="b"/>
                <a:pathLst>
                  <a:path w="29477" h="44865" extrusionOk="0">
                    <a:moveTo>
                      <a:pt x="19582" y="0"/>
                    </a:moveTo>
                    <a:lnTo>
                      <a:pt x="4504" y="621"/>
                    </a:lnTo>
                    <a:cubicBezTo>
                      <a:pt x="1" y="11793"/>
                      <a:pt x="950" y="44214"/>
                      <a:pt x="950" y="44214"/>
                    </a:cubicBezTo>
                    <a:cubicBezTo>
                      <a:pt x="3521" y="44647"/>
                      <a:pt x="6117" y="44864"/>
                      <a:pt x="8716" y="44864"/>
                    </a:cubicBezTo>
                    <a:cubicBezTo>
                      <a:pt x="10200" y="44864"/>
                      <a:pt x="11686" y="44793"/>
                      <a:pt x="13169" y="44652"/>
                    </a:cubicBezTo>
                    <a:lnTo>
                      <a:pt x="13436" y="37910"/>
                    </a:lnTo>
                    <a:lnTo>
                      <a:pt x="17063" y="44104"/>
                    </a:lnTo>
                    <a:cubicBezTo>
                      <a:pt x="24876" y="42631"/>
                      <a:pt x="29476" y="39552"/>
                      <a:pt x="29476" y="39552"/>
                    </a:cubicBezTo>
                    <a:cubicBezTo>
                      <a:pt x="24645" y="31216"/>
                      <a:pt x="19582" y="0"/>
                      <a:pt x="19582" y="0"/>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64"/>
              <p:cNvSpPr/>
              <p:nvPr/>
            </p:nvSpPr>
            <p:spPr>
              <a:xfrm>
                <a:off x="8965475" y="3887013"/>
                <a:ext cx="250100" cy="17375"/>
              </a:xfrm>
              <a:custGeom>
                <a:avLst/>
                <a:gdLst/>
                <a:ahLst/>
                <a:cxnLst/>
                <a:rect l="l" t="t" r="r" b="b"/>
                <a:pathLst>
                  <a:path w="10004" h="695" fill="none" extrusionOk="0">
                    <a:moveTo>
                      <a:pt x="0" y="1"/>
                    </a:moveTo>
                    <a:cubicBezTo>
                      <a:pt x="0" y="1"/>
                      <a:pt x="5513" y="694"/>
                      <a:pt x="10004" y="183"/>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64"/>
              <p:cNvSpPr/>
              <p:nvPr/>
            </p:nvSpPr>
            <p:spPr>
              <a:xfrm>
                <a:off x="9368600" y="3784788"/>
                <a:ext cx="241600" cy="90700"/>
              </a:xfrm>
              <a:custGeom>
                <a:avLst/>
                <a:gdLst/>
                <a:ahLst/>
                <a:cxnLst/>
                <a:rect l="l" t="t" r="r" b="b"/>
                <a:pathLst>
                  <a:path w="9664" h="3628" fill="none" extrusionOk="0">
                    <a:moveTo>
                      <a:pt x="0" y="3627"/>
                    </a:moveTo>
                    <a:cubicBezTo>
                      <a:pt x="0" y="3627"/>
                      <a:pt x="6000" y="2240"/>
                      <a:pt x="9663" y="0"/>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64"/>
              <p:cNvSpPr/>
              <p:nvPr/>
            </p:nvSpPr>
            <p:spPr>
              <a:xfrm>
                <a:off x="9213425" y="2964538"/>
                <a:ext cx="47200" cy="828175"/>
              </a:xfrm>
              <a:custGeom>
                <a:avLst/>
                <a:gdLst/>
                <a:ahLst/>
                <a:cxnLst/>
                <a:rect l="l" t="t" r="r" b="b"/>
                <a:pathLst>
                  <a:path w="1888" h="33127" fill="none" extrusionOk="0">
                    <a:moveTo>
                      <a:pt x="1" y="0"/>
                    </a:moveTo>
                    <a:cubicBezTo>
                      <a:pt x="1" y="0"/>
                      <a:pt x="25" y="20908"/>
                      <a:pt x="1887" y="33127"/>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64"/>
              <p:cNvSpPr/>
              <p:nvPr/>
            </p:nvSpPr>
            <p:spPr>
              <a:xfrm>
                <a:off x="9007150" y="2813492"/>
                <a:ext cx="437225" cy="193525"/>
              </a:xfrm>
              <a:custGeom>
                <a:avLst/>
                <a:gdLst/>
                <a:ahLst/>
                <a:cxnLst/>
                <a:rect l="l" t="t" r="r" b="b"/>
                <a:pathLst>
                  <a:path w="17489" h="7741" extrusionOk="0">
                    <a:moveTo>
                      <a:pt x="17489" y="0"/>
                    </a:moveTo>
                    <a:lnTo>
                      <a:pt x="15164" y="61"/>
                    </a:lnTo>
                    <a:lnTo>
                      <a:pt x="2325" y="451"/>
                    </a:lnTo>
                    <a:lnTo>
                      <a:pt x="1" y="511"/>
                    </a:lnTo>
                    <a:cubicBezTo>
                      <a:pt x="1" y="511"/>
                      <a:pt x="4406" y="5282"/>
                      <a:pt x="8203" y="7740"/>
                    </a:cubicBezTo>
                    <a:cubicBezTo>
                      <a:pt x="8203" y="7740"/>
                      <a:pt x="14458" y="3408"/>
                      <a:pt x="17489" y="0"/>
                    </a:cubicBez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64"/>
              <p:cNvSpPr/>
              <p:nvPr/>
            </p:nvSpPr>
            <p:spPr>
              <a:xfrm>
                <a:off x="9065250" y="2808163"/>
                <a:ext cx="321025" cy="141800"/>
              </a:xfrm>
              <a:custGeom>
                <a:avLst/>
                <a:gdLst/>
                <a:ahLst/>
                <a:cxnLst/>
                <a:rect l="l" t="t" r="r" b="b"/>
                <a:pathLst>
                  <a:path w="12841" h="5672" extrusionOk="0">
                    <a:moveTo>
                      <a:pt x="12840" y="0"/>
                    </a:moveTo>
                    <a:lnTo>
                      <a:pt x="1" y="377"/>
                    </a:lnTo>
                    <a:cubicBezTo>
                      <a:pt x="463" y="864"/>
                      <a:pt x="3433" y="3992"/>
                      <a:pt x="6025" y="5671"/>
                    </a:cubicBezTo>
                    <a:cubicBezTo>
                      <a:pt x="6025" y="5671"/>
                      <a:pt x="10577" y="2519"/>
                      <a:pt x="12840" y="0"/>
                    </a:cubicBezTo>
                    <a:close/>
                  </a:path>
                </a:pathLst>
              </a:custGeom>
              <a:solidFill>
                <a:srgbClr val="CB1C3E"/>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64"/>
              <p:cNvSpPr/>
              <p:nvPr/>
            </p:nvSpPr>
            <p:spPr>
              <a:xfrm>
                <a:off x="9144375" y="2710188"/>
                <a:ext cx="141500" cy="148800"/>
              </a:xfrm>
              <a:custGeom>
                <a:avLst/>
                <a:gdLst/>
                <a:ahLst/>
                <a:cxnLst/>
                <a:rect l="l" t="t" r="r" b="b"/>
                <a:pathLst>
                  <a:path w="5660" h="5952" extrusionOk="0">
                    <a:moveTo>
                      <a:pt x="4698" y="0"/>
                    </a:moveTo>
                    <a:lnTo>
                      <a:pt x="1168" y="1643"/>
                    </a:lnTo>
                    <a:lnTo>
                      <a:pt x="1071" y="3785"/>
                    </a:lnTo>
                    <a:cubicBezTo>
                      <a:pt x="1047" y="4296"/>
                      <a:pt x="876" y="4795"/>
                      <a:pt x="572" y="5197"/>
                    </a:cubicBezTo>
                    <a:lnTo>
                      <a:pt x="0" y="5951"/>
                    </a:lnTo>
                    <a:lnTo>
                      <a:pt x="5659" y="5891"/>
                    </a:lnTo>
                    <a:lnTo>
                      <a:pt x="5087" y="5112"/>
                    </a:lnTo>
                    <a:cubicBezTo>
                      <a:pt x="4844" y="4759"/>
                      <a:pt x="4698" y="4345"/>
                      <a:pt x="4698" y="3907"/>
                    </a:cubicBezTo>
                    <a:lnTo>
                      <a:pt x="4698" y="0"/>
                    </a:ln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64"/>
              <p:cNvSpPr/>
              <p:nvPr/>
            </p:nvSpPr>
            <p:spPr>
              <a:xfrm>
                <a:off x="9144375" y="2710188"/>
                <a:ext cx="141500" cy="148800"/>
              </a:xfrm>
              <a:custGeom>
                <a:avLst/>
                <a:gdLst/>
                <a:ahLst/>
                <a:cxnLst/>
                <a:rect l="l" t="t" r="r" b="b"/>
                <a:pathLst>
                  <a:path w="5660" h="5952" fill="none" extrusionOk="0">
                    <a:moveTo>
                      <a:pt x="5659" y="5891"/>
                    </a:moveTo>
                    <a:lnTo>
                      <a:pt x="5087" y="5112"/>
                    </a:lnTo>
                    <a:cubicBezTo>
                      <a:pt x="4844" y="4759"/>
                      <a:pt x="4698" y="4345"/>
                      <a:pt x="4698" y="3907"/>
                    </a:cubicBezTo>
                    <a:lnTo>
                      <a:pt x="4698" y="0"/>
                    </a:lnTo>
                    <a:lnTo>
                      <a:pt x="1168" y="1643"/>
                    </a:lnTo>
                    <a:lnTo>
                      <a:pt x="1071" y="3785"/>
                    </a:lnTo>
                    <a:cubicBezTo>
                      <a:pt x="1047" y="4296"/>
                      <a:pt x="876" y="4795"/>
                      <a:pt x="572" y="5197"/>
                    </a:cubicBezTo>
                    <a:lnTo>
                      <a:pt x="0" y="595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64"/>
              <p:cNvSpPr/>
              <p:nvPr/>
            </p:nvSpPr>
            <p:spPr>
              <a:xfrm>
                <a:off x="9065250" y="2809063"/>
                <a:ext cx="313100" cy="140900"/>
              </a:xfrm>
              <a:custGeom>
                <a:avLst/>
                <a:gdLst/>
                <a:ahLst/>
                <a:cxnLst/>
                <a:rect l="l" t="t" r="r" b="b"/>
                <a:pathLst>
                  <a:path w="12524" h="5636" extrusionOk="0">
                    <a:moveTo>
                      <a:pt x="11575" y="1"/>
                    </a:moveTo>
                    <a:lnTo>
                      <a:pt x="8739" y="86"/>
                    </a:lnTo>
                    <a:cubicBezTo>
                      <a:pt x="8295" y="689"/>
                      <a:pt x="7520" y="1410"/>
                      <a:pt x="6285" y="1410"/>
                    </a:cubicBezTo>
                    <a:cubicBezTo>
                      <a:pt x="6200" y="1410"/>
                      <a:pt x="6114" y="1407"/>
                      <a:pt x="6025" y="1400"/>
                    </a:cubicBezTo>
                    <a:cubicBezTo>
                      <a:pt x="3847" y="1242"/>
                      <a:pt x="3409" y="512"/>
                      <a:pt x="3409" y="512"/>
                    </a:cubicBezTo>
                    <a:lnTo>
                      <a:pt x="3214" y="244"/>
                    </a:lnTo>
                    <a:lnTo>
                      <a:pt x="1" y="341"/>
                    </a:lnTo>
                    <a:cubicBezTo>
                      <a:pt x="463" y="840"/>
                      <a:pt x="3433" y="3968"/>
                      <a:pt x="6025" y="5635"/>
                    </a:cubicBezTo>
                    <a:cubicBezTo>
                      <a:pt x="6025" y="5635"/>
                      <a:pt x="10187" y="2763"/>
                      <a:pt x="12524" y="305"/>
                    </a:cubicBezTo>
                    <a:lnTo>
                      <a:pt x="11575" y="1"/>
                    </a:ln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64"/>
              <p:cNvSpPr/>
              <p:nvPr/>
            </p:nvSpPr>
            <p:spPr>
              <a:xfrm>
                <a:off x="9126425" y="2601288"/>
                <a:ext cx="135400" cy="170375"/>
              </a:xfrm>
              <a:custGeom>
                <a:avLst/>
                <a:gdLst/>
                <a:ahLst/>
                <a:cxnLst/>
                <a:rect l="l" t="t" r="r" b="b"/>
                <a:pathLst>
                  <a:path w="5416" h="6815" extrusionOk="0">
                    <a:moveTo>
                      <a:pt x="2962" y="1"/>
                    </a:moveTo>
                    <a:cubicBezTo>
                      <a:pt x="2183" y="1"/>
                      <a:pt x="1321" y="185"/>
                      <a:pt x="913" y="900"/>
                    </a:cubicBezTo>
                    <a:cubicBezTo>
                      <a:pt x="73" y="2360"/>
                      <a:pt x="0" y="5865"/>
                      <a:pt x="913" y="6596"/>
                    </a:cubicBezTo>
                    <a:cubicBezTo>
                      <a:pt x="1106" y="6750"/>
                      <a:pt x="1375" y="6814"/>
                      <a:pt x="1685" y="6814"/>
                    </a:cubicBezTo>
                    <a:cubicBezTo>
                      <a:pt x="2844" y="6814"/>
                      <a:pt x="4567" y="5912"/>
                      <a:pt x="4941" y="5403"/>
                    </a:cubicBezTo>
                    <a:cubicBezTo>
                      <a:pt x="5416" y="4758"/>
                      <a:pt x="5416" y="3139"/>
                      <a:pt x="5416" y="3139"/>
                    </a:cubicBezTo>
                    <a:cubicBezTo>
                      <a:pt x="5416" y="3139"/>
                      <a:pt x="3700" y="2519"/>
                      <a:pt x="4515" y="206"/>
                    </a:cubicBezTo>
                    <a:cubicBezTo>
                      <a:pt x="4515" y="206"/>
                      <a:pt x="3785" y="1"/>
                      <a:pt x="2962" y="1"/>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64"/>
              <p:cNvSpPr/>
              <p:nvPr/>
            </p:nvSpPr>
            <p:spPr>
              <a:xfrm>
                <a:off x="9246900" y="2659263"/>
                <a:ext cx="71050" cy="63725"/>
              </a:xfrm>
              <a:custGeom>
                <a:avLst/>
                <a:gdLst/>
                <a:ahLst/>
                <a:cxnLst/>
                <a:rect l="l" t="t" r="r" b="b"/>
                <a:pathLst>
                  <a:path w="2842" h="2549" extrusionOk="0">
                    <a:moveTo>
                      <a:pt x="1761" y="0"/>
                    </a:moveTo>
                    <a:cubicBezTo>
                      <a:pt x="1116" y="0"/>
                      <a:pt x="597" y="820"/>
                      <a:pt x="597" y="820"/>
                    </a:cubicBezTo>
                    <a:lnTo>
                      <a:pt x="219" y="1283"/>
                    </a:lnTo>
                    <a:lnTo>
                      <a:pt x="0" y="2548"/>
                    </a:lnTo>
                    <a:cubicBezTo>
                      <a:pt x="16" y="2549"/>
                      <a:pt x="32" y="2549"/>
                      <a:pt x="48" y="2549"/>
                    </a:cubicBezTo>
                    <a:cubicBezTo>
                      <a:pt x="1927" y="2549"/>
                      <a:pt x="2842" y="404"/>
                      <a:pt x="2069" y="66"/>
                    </a:cubicBezTo>
                    <a:cubicBezTo>
                      <a:pt x="1964" y="20"/>
                      <a:pt x="1861" y="0"/>
                      <a:pt x="17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64"/>
              <p:cNvSpPr/>
              <p:nvPr/>
            </p:nvSpPr>
            <p:spPr>
              <a:xfrm>
                <a:off x="9246900" y="2652388"/>
                <a:ext cx="71225" cy="71500"/>
              </a:xfrm>
              <a:custGeom>
                <a:avLst/>
                <a:gdLst/>
                <a:ahLst/>
                <a:cxnLst/>
                <a:rect l="l" t="t" r="r" b="b"/>
                <a:pathLst>
                  <a:path w="2849" h="2860" fill="none" extrusionOk="0">
                    <a:moveTo>
                      <a:pt x="219" y="1558"/>
                    </a:moveTo>
                    <a:lnTo>
                      <a:pt x="597" y="1095"/>
                    </a:lnTo>
                    <a:cubicBezTo>
                      <a:pt x="597" y="1095"/>
                      <a:pt x="1290" y="0"/>
                      <a:pt x="2069" y="341"/>
                    </a:cubicBezTo>
                    <a:cubicBezTo>
                      <a:pt x="2848" y="682"/>
                      <a:pt x="1911" y="2860"/>
                      <a:pt x="0" y="2823"/>
                    </a:cubicBez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64"/>
              <p:cNvSpPr/>
              <p:nvPr/>
            </p:nvSpPr>
            <p:spPr>
              <a:xfrm>
                <a:off x="8753100" y="2807838"/>
                <a:ext cx="411975" cy="475575"/>
              </a:xfrm>
              <a:custGeom>
                <a:avLst/>
                <a:gdLst/>
                <a:ahLst/>
                <a:cxnLst/>
                <a:rect l="l" t="t" r="r" b="b"/>
                <a:pathLst>
                  <a:path w="16479" h="19023" extrusionOk="0">
                    <a:moveTo>
                      <a:pt x="13497" y="1"/>
                    </a:moveTo>
                    <a:cubicBezTo>
                      <a:pt x="13205" y="1"/>
                      <a:pt x="12925" y="62"/>
                      <a:pt x="12670" y="183"/>
                    </a:cubicBezTo>
                    <a:cubicBezTo>
                      <a:pt x="3299" y="4625"/>
                      <a:pt x="1" y="17574"/>
                      <a:pt x="1" y="17574"/>
                    </a:cubicBezTo>
                    <a:lnTo>
                      <a:pt x="5295" y="19022"/>
                    </a:lnTo>
                    <a:cubicBezTo>
                      <a:pt x="9262" y="6366"/>
                      <a:pt x="16479" y="281"/>
                      <a:pt x="16479" y="281"/>
                    </a:cubicBezTo>
                    <a:lnTo>
                      <a:pt x="13497" y="1"/>
                    </a:ln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64"/>
              <p:cNvSpPr/>
              <p:nvPr/>
            </p:nvSpPr>
            <p:spPr>
              <a:xfrm>
                <a:off x="8753100" y="3202663"/>
                <a:ext cx="132375" cy="80750"/>
              </a:xfrm>
              <a:custGeom>
                <a:avLst/>
                <a:gdLst/>
                <a:ahLst/>
                <a:cxnLst/>
                <a:rect l="l" t="t" r="r" b="b"/>
                <a:pathLst>
                  <a:path w="5295" h="3230" extrusionOk="0">
                    <a:moveTo>
                      <a:pt x="3398" y="1"/>
                    </a:moveTo>
                    <a:cubicBezTo>
                      <a:pt x="3257" y="1"/>
                      <a:pt x="3114" y="37"/>
                      <a:pt x="2982" y="114"/>
                    </a:cubicBezTo>
                    <a:lnTo>
                      <a:pt x="1" y="1781"/>
                    </a:lnTo>
                    <a:lnTo>
                      <a:pt x="5295" y="3229"/>
                    </a:lnTo>
                    <a:lnTo>
                      <a:pt x="5295" y="3229"/>
                    </a:lnTo>
                    <a:lnTo>
                      <a:pt x="4175" y="528"/>
                    </a:lnTo>
                    <a:cubicBezTo>
                      <a:pt x="4039" y="196"/>
                      <a:pt x="3724" y="1"/>
                      <a:pt x="3398"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64"/>
              <p:cNvSpPr/>
              <p:nvPr/>
            </p:nvSpPr>
            <p:spPr>
              <a:xfrm>
                <a:off x="9684100" y="3175688"/>
                <a:ext cx="107725" cy="45350"/>
              </a:xfrm>
              <a:custGeom>
                <a:avLst/>
                <a:gdLst/>
                <a:ahLst/>
                <a:cxnLst/>
                <a:rect l="l" t="t" r="r" b="b"/>
                <a:pathLst>
                  <a:path w="4309" h="1814" extrusionOk="0">
                    <a:moveTo>
                      <a:pt x="1" y="0"/>
                    </a:moveTo>
                    <a:cubicBezTo>
                      <a:pt x="1" y="1"/>
                      <a:pt x="2897" y="1643"/>
                      <a:pt x="4309" y="1814"/>
                    </a:cubicBezTo>
                    <a:lnTo>
                      <a:pt x="1" y="0"/>
                    </a:lnTo>
                    <a:close/>
                  </a:path>
                </a:pathLst>
              </a:custGeom>
              <a:solidFill>
                <a:srgbClr val="FFFFFF"/>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64"/>
              <p:cNvSpPr/>
              <p:nvPr/>
            </p:nvSpPr>
            <p:spPr>
              <a:xfrm>
                <a:off x="9684100" y="3175688"/>
                <a:ext cx="107725" cy="45350"/>
              </a:xfrm>
              <a:custGeom>
                <a:avLst/>
                <a:gdLst/>
                <a:ahLst/>
                <a:cxnLst/>
                <a:rect l="l" t="t" r="r" b="b"/>
                <a:pathLst>
                  <a:path w="4309" h="1814" fill="none" extrusionOk="0">
                    <a:moveTo>
                      <a:pt x="1" y="0"/>
                    </a:moveTo>
                    <a:cubicBezTo>
                      <a:pt x="1" y="0"/>
                      <a:pt x="2897" y="1643"/>
                      <a:pt x="4309" y="1814"/>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64"/>
              <p:cNvSpPr/>
              <p:nvPr/>
            </p:nvSpPr>
            <p:spPr>
              <a:xfrm>
                <a:off x="9659450" y="3140088"/>
                <a:ext cx="210575" cy="144225"/>
              </a:xfrm>
              <a:custGeom>
                <a:avLst/>
                <a:gdLst/>
                <a:ahLst/>
                <a:cxnLst/>
                <a:rect l="l" t="t" r="r" b="b"/>
                <a:pathLst>
                  <a:path w="8423" h="5769" extrusionOk="0">
                    <a:moveTo>
                      <a:pt x="1559" y="0"/>
                    </a:moveTo>
                    <a:cubicBezTo>
                      <a:pt x="1559" y="0"/>
                      <a:pt x="1" y="2447"/>
                      <a:pt x="1765" y="3907"/>
                    </a:cubicBezTo>
                    <a:cubicBezTo>
                      <a:pt x="3530" y="5355"/>
                      <a:pt x="5988" y="5769"/>
                      <a:pt x="5988" y="5769"/>
                    </a:cubicBezTo>
                    <a:lnTo>
                      <a:pt x="8422" y="1899"/>
                    </a:lnTo>
                    <a:lnTo>
                      <a:pt x="8422" y="1899"/>
                    </a:lnTo>
                    <a:cubicBezTo>
                      <a:pt x="8226" y="1914"/>
                      <a:pt x="8030" y="1922"/>
                      <a:pt x="7834" y="1922"/>
                    </a:cubicBezTo>
                    <a:cubicBezTo>
                      <a:pt x="6649" y="1922"/>
                      <a:pt x="5486" y="1639"/>
                      <a:pt x="4431" y="1096"/>
                    </a:cubicBezTo>
                    <a:cubicBezTo>
                      <a:pt x="2447" y="25"/>
                      <a:pt x="1559" y="0"/>
                      <a:pt x="1559" y="0"/>
                    </a:cubicBez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64"/>
              <p:cNvSpPr/>
              <p:nvPr/>
            </p:nvSpPr>
            <p:spPr>
              <a:xfrm>
                <a:off x="9792725" y="3187863"/>
                <a:ext cx="77000" cy="96450"/>
              </a:xfrm>
              <a:custGeom>
                <a:avLst/>
                <a:gdLst/>
                <a:ahLst/>
                <a:cxnLst/>
                <a:rect l="l" t="t" r="r" b="b"/>
                <a:pathLst>
                  <a:path w="3080" h="3858" extrusionOk="0">
                    <a:moveTo>
                      <a:pt x="3079" y="0"/>
                    </a:moveTo>
                    <a:lnTo>
                      <a:pt x="3079" y="0"/>
                    </a:lnTo>
                    <a:cubicBezTo>
                      <a:pt x="2252" y="463"/>
                      <a:pt x="1375" y="864"/>
                      <a:pt x="475" y="1181"/>
                    </a:cubicBezTo>
                    <a:cubicBezTo>
                      <a:pt x="183" y="1278"/>
                      <a:pt x="0" y="1570"/>
                      <a:pt x="49" y="1874"/>
                    </a:cubicBezTo>
                    <a:cubicBezTo>
                      <a:pt x="146" y="2446"/>
                      <a:pt x="329" y="3323"/>
                      <a:pt x="645" y="3858"/>
                    </a:cubicBezTo>
                    <a:lnTo>
                      <a:pt x="3079" y="0"/>
                    </a:ln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64"/>
              <p:cNvSpPr/>
              <p:nvPr/>
            </p:nvSpPr>
            <p:spPr>
              <a:xfrm>
                <a:off x="9610175" y="3140088"/>
                <a:ext cx="102250" cy="91300"/>
              </a:xfrm>
              <a:custGeom>
                <a:avLst/>
                <a:gdLst/>
                <a:ahLst/>
                <a:cxnLst/>
                <a:rect l="l" t="t" r="r" b="b"/>
                <a:pathLst>
                  <a:path w="4090" h="3652" extrusionOk="0">
                    <a:moveTo>
                      <a:pt x="3517" y="0"/>
                    </a:moveTo>
                    <a:lnTo>
                      <a:pt x="0" y="2215"/>
                    </a:lnTo>
                    <a:lnTo>
                      <a:pt x="4089" y="3651"/>
                    </a:lnTo>
                    <a:cubicBezTo>
                      <a:pt x="4089" y="3651"/>
                      <a:pt x="3444" y="1315"/>
                      <a:pt x="3517" y="0"/>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64"/>
              <p:cNvSpPr/>
              <p:nvPr/>
            </p:nvSpPr>
            <p:spPr>
              <a:xfrm>
                <a:off x="9266975" y="2798963"/>
                <a:ext cx="445450" cy="501475"/>
              </a:xfrm>
              <a:custGeom>
                <a:avLst/>
                <a:gdLst/>
                <a:ahLst/>
                <a:cxnLst/>
                <a:rect l="l" t="t" r="r" b="b"/>
                <a:pathLst>
                  <a:path w="17818" h="20059" extrusionOk="0">
                    <a:moveTo>
                      <a:pt x="3472" y="1"/>
                    </a:moveTo>
                    <a:cubicBezTo>
                      <a:pt x="3309" y="1"/>
                      <a:pt x="3145" y="14"/>
                      <a:pt x="2982" y="39"/>
                    </a:cubicBezTo>
                    <a:lnTo>
                      <a:pt x="1" y="514"/>
                    </a:lnTo>
                    <a:cubicBezTo>
                      <a:pt x="1" y="514"/>
                      <a:pt x="6256" y="2327"/>
                      <a:pt x="8325" y="8607"/>
                    </a:cubicBezTo>
                    <a:cubicBezTo>
                      <a:pt x="10394" y="14887"/>
                      <a:pt x="13789" y="20059"/>
                      <a:pt x="13789" y="20059"/>
                    </a:cubicBezTo>
                    <a:lnTo>
                      <a:pt x="17817" y="17296"/>
                    </a:lnTo>
                    <a:cubicBezTo>
                      <a:pt x="17817" y="17296"/>
                      <a:pt x="14653" y="15751"/>
                      <a:pt x="11830" y="8838"/>
                    </a:cubicBezTo>
                    <a:cubicBezTo>
                      <a:pt x="9858" y="3995"/>
                      <a:pt x="6840" y="1536"/>
                      <a:pt x="5209" y="502"/>
                    </a:cubicBezTo>
                    <a:cubicBezTo>
                      <a:pt x="4682" y="176"/>
                      <a:pt x="4079" y="1"/>
                      <a:pt x="3472" y="1"/>
                    </a:cubicBez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64"/>
              <p:cNvSpPr/>
              <p:nvPr/>
            </p:nvSpPr>
            <p:spPr>
              <a:xfrm>
                <a:off x="8700475" y="2540713"/>
                <a:ext cx="58450" cy="73950"/>
              </a:xfrm>
              <a:custGeom>
                <a:avLst/>
                <a:gdLst/>
                <a:ahLst/>
                <a:cxnLst/>
                <a:rect l="l" t="t" r="r" b="b"/>
                <a:pathLst>
                  <a:path w="2338" h="2958" extrusionOk="0">
                    <a:moveTo>
                      <a:pt x="1108" y="1"/>
                    </a:moveTo>
                    <a:lnTo>
                      <a:pt x="438" y="135"/>
                    </a:lnTo>
                    <a:cubicBezTo>
                      <a:pt x="0" y="1133"/>
                      <a:pt x="657" y="2423"/>
                      <a:pt x="949" y="2909"/>
                    </a:cubicBezTo>
                    <a:cubicBezTo>
                      <a:pt x="971" y="2942"/>
                      <a:pt x="1004" y="2957"/>
                      <a:pt x="1036" y="2957"/>
                    </a:cubicBezTo>
                    <a:cubicBezTo>
                      <a:pt x="1076" y="2957"/>
                      <a:pt x="1113" y="2932"/>
                      <a:pt x="1120" y="2885"/>
                    </a:cubicBezTo>
                    <a:lnTo>
                      <a:pt x="1290" y="2070"/>
                    </a:lnTo>
                    <a:lnTo>
                      <a:pt x="2166" y="2325"/>
                    </a:lnTo>
                    <a:cubicBezTo>
                      <a:pt x="2182" y="2333"/>
                      <a:pt x="2197" y="2336"/>
                      <a:pt x="2211" y="2336"/>
                    </a:cubicBezTo>
                    <a:cubicBezTo>
                      <a:pt x="2287" y="2336"/>
                      <a:pt x="2337" y="2241"/>
                      <a:pt x="2276" y="2179"/>
                    </a:cubicBezTo>
                    <a:cubicBezTo>
                      <a:pt x="1753" y="1522"/>
                      <a:pt x="1363" y="792"/>
                      <a:pt x="1108"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64"/>
              <p:cNvSpPr/>
              <p:nvPr/>
            </p:nvSpPr>
            <p:spPr>
              <a:xfrm>
                <a:off x="8461025" y="2572963"/>
                <a:ext cx="136025" cy="117625"/>
              </a:xfrm>
              <a:custGeom>
                <a:avLst/>
                <a:gdLst/>
                <a:ahLst/>
                <a:cxnLst/>
                <a:rect l="l" t="t" r="r" b="b"/>
                <a:pathLst>
                  <a:path w="5441" h="4705" extrusionOk="0">
                    <a:moveTo>
                      <a:pt x="3554" y="1"/>
                    </a:moveTo>
                    <a:lnTo>
                      <a:pt x="1485" y="986"/>
                    </a:lnTo>
                    <a:cubicBezTo>
                      <a:pt x="1485" y="986"/>
                      <a:pt x="0" y="1899"/>
                      <a:pt x="1242" y="3664"/>
                    </a:cubicBezTo>
                    <a:cubicBezTo>
                      <a:pt x="1819" y="4477"/>
                      <a:pt x="2413" y="4704"/>
                      <a:pt x="2897" y="4704"/>
                    </a:cubicBezTo>
                    <a:cubicBezTo>
                      <a:pt x="3516" y="4704"/>
                      <a:pt x="3956" y="4333"/>
                      <a:pt x="3956" y="4333"/>
                    </a:cubicBezTo>
                    <a:lnTo>
                      <a:pt x="5440" y="2861"/>
                    </a:lnTo>
                    <a:lnTo>
                      <a:pt x="3554" y="1"/>
                    </a:lnTo>
                    <a:close/>
                  </a:path>
                </a:pathLst>
              </a:custGeom>
              <a:solidFill>
                <a:schemeClr val="accent4"/>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64"/>
              <p:cNvSpPr/>
              <p:nvPr/>
            </p:nvSpPr>
            <p:spPr>
              <a:xfrm>
                <a:off x="8463800" y="2572963"/>
                <a:ext cx="121075" cy="95175"/>
              </a:xfrm>
              <a:custGeom>
                <a:avLst/>
                <a:gdLst/>
                <a:ahLst/>
                <a:cxnLst/>
                <a:rect l="l" t="t" r="r" b="b"/>
                <a:pathLst>
                  <a:path w="4843" h="3807" extrusionOk="0">
                    <a:moveTo>
                      <a:pt x="3443" y="1"/>
                    </a:moveTo>
                    <a:lnTo>
                      <a:pt x="1374" y="986"/>
                    </a:lnTo>
                    <a:cubicBezTo>
                      <a:pt x="0" y="1828"/>
                      <a:pt x="1553" y="3806"/>
                      <a:pt x="2590" y="3806"/>
                    </a:cubicBezTo>
                    <a:cubicBezTo>
                      <a:pt x="2738" y="3806"/>
                      <a:pt x="2876" y="3766"/>
                      <a:pt x="2993" y="3676"/>
                    </a:cubicBezTo>
                    <a:cubicBezTo>
                      <a:pt x="3467" y="3323"/>
                      <a:pt x="4843" y="2179"/>
                      <a:pt x="4843" y="2179"/>
                    </a:cubicBezTo>
                    <a:lnTo>
                      <a:pt x="3443" y="1"/>
                    </a:lnTo>
                    <a:close/>
                  </a:path>
                </a:pathLst>
              </a:custGeom>
              <a:solidFill>
                <a:schemeClr val="accent4"/>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64"/>
              <p:cNvSpPr/>
              <p:nvPr/>
            </p:nvSpPr>
            <p:spPr>
              <a:xfrm>
                <a:off x="8490525" y="2611013"/>
                <a:ext cx="54800" cy="35600"/>
              </a:xfrm>
              <a:custGeom>
                <a:avLst/>
                <a:gdLst/>
                <a:ahLst/>
                <a:cxnLst/>
                <a:rect l="l" t="t" r="r" b="b"/>
                <a:pathLst>
                  <a:path w="2192" h="1424" extrusionOk="0">
                    <a:moveTo>
                      <a:pt x="1096" y="0"/>
                    </a:moveTo>
                    <a:cubicBezTo>
                      <a:pt x="1005" y="0"/>
                      <a:pt x="950" y="12"/>
                      <a:pt x="950" y="12"/>
                    </a:cubicBezTo>
                    <a:cubicBezTo>
                      <a:pt x="1" y="487"/>
                      <a:pt x="1145" y="1424"/>
                      <a:pt x="1145" y="1424"/>
                    </a:cubicBezTo>
                    <a:lnTo>
                      <a:pt x="2192" y="681"/>
                    </a:lnTo>
                    <a:cubicBezTo>
                      <a:pt x="1813" y="83"/>
                      <a:pt x="1333" y="0"/>
                      <a:pt x="1096" y="0"/>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64"/>
              <p:cNvSpPr/>
              <p:nvPr/>
            </p:nvSpPr>
            <p:spPr>
              <a:xfrm>
                <a:off x="8514275" y="2586663"/>
                <a:ext cx="70300" cy="78225"/>
              </a:xfrm>
              <a:custGeom>
                <a:avLst/>
                <a:gdLst/>
                <a:ahLst/>
                <a:cxnLst/>
                <a:rect l="l" t="t" r="r" b="b"/>
                <a:pathLst>
                  <a:path w="2812" h="3129" extrusionOk="0">
                    <a:moveTo>
                      <a:pt x="1631" y="0"/>
                    </a:moveTo>
                    <a:lnTo>
                      <a:pt x="0" y="986"/>
                    </a:lnTo>
                    <a:cubicBezTo>
                      <a:pt x="65" y="968"/>
                      <a:pt x="130" y="960"/>
                      <a:pt x="196" y="960"/>
                    </a:cubicBezTo>
                    <a:cubicBezTo>
                      <a:pt x="1032" y="960"/>
                      <a:pt x="1877" y="2327"/>
                      <a:pt x="974" y="3128"/>
                    </a:cubicBezTo>
                    <a:cubicBezTo>
                      <a:pt x="1814" y="2617"/>
                      <a:pt x="2811" y="1631"/>
                      <a:pt x="2811" y="1631"/>
                    </a:cubicBezTo>
                    <a:lnTo>
                      <a:pt x="1631" y="0"/>
                    </a:lnTo>
                    <a:close/>
                  </a:path>
                </a:pathLst>
              </a:custGeom>
              <a:solidFill>
                <a:srgbClr val="FFFFFF"/>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64"/>
              <p:cNvSpPr/>
              <p:nvPr/>
            </p:nvSpPr>
            <p:spPr>
              <a:xfrm>
                <a:off x="8497850" y="2356513"/>
                <a:ext cx="398000" cy="324800"/>
              </a:xfrm>
              <a:custGeom>
                <a:avLst/>
                <a:gdLst/>
                <a:ahLst/>
                <a:cxnLst/>
                <a:rect l="l" t="t" r="r" b="b"/>
                <a:pathLst>
                  <a:path w="15920" h="12992" extrusionOk="0">
                    <a:moveTo>
                      <a:pt x="13175" y="0"/>
                    </a:moveTo>
                    <a:cubicBezTo>
                      <a:pt x="13013" y="0"/>
                      <a:pt x="12865" y="54"/>
                      <a:pt x="12742" y="176"/>
                    </a:cubicBezTo>
                    <a:cubicBezTo>
                      <a:pt x="11610" y="1211"/>
                      <a:pt x="8604" y="4192"/>
                      <a:pt x="8604" y="4192"/>
                    </a:cubicBezTo>
                    <a:lnTo>
                      <a:pt x="6986" y="5762"/>
                    </a:lnTo>
                    <a:lnTo>
                      <a:pt x="6304" y="6140"/>
                    </a:lnTo>
                    <a:cubicBezTo>
                      <a:pt x="4187" y="6955"/>
                      <a:pt x="2093" y="8160"/>
                      <a:pt x="0" y="9644"/>
                    </a:cubicBezTo>
                    <a:cubicBezTo>
                      <a:pt x="0" y="9644"/>
                      <a:pt x="266" y="9569"/>
                      <a:pt x="638" y="9569"/>
                    </a:cubicBezTo>
                    <a:cubicBezTo>
                      <a:pt x="1148" y="9569"/>
                      <a:pt x="1856" y="9711"/>
                      <a:pt x="2349" y="10387"/>
                    </a:cubicBezTo>
                    <a:cubicBezTo>
                      <a:pt x="3201" y="11555"/>
                      <a:pt x="2483" y="12991"/>
                      <a:pt x="2483" y="12991"/>
                    </a:cubicBezTo>
                    <a:cubicBezTo>
                      <a:pt x="4564" y="11567"/>
                      <a:pt x="6304" y="9985"/>
                      <a:pt x="7691" y="8257"/>
                    </a:cubicBezTo>
                    <a:lnTo>
                      <a:pt x="9237" y="6845"/>
                    </a:lnTo>
                    <a:lnTo>
                      <a:pt x="11050" y="5701"/>
                    </a:lnTo>
                    <a:lnTo>
                      <a:pt x="14787" y="3340"/>
                    </a:lnTo>
                    <a:cubicBezTo>
                      <a:pt x="15919" y="2430"/>
                      <a:pt x="14252" y="0"/>
                      <a:pt x="13175" y="0"/>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64"/>
              <p:cNvSpPr/>
              <p:nvPr/>
            </p:nvSpPr>
            <p:spPr>
              <a:xfrm>
                <a:off x="8657575" y="2480088"/>
                <a:ext cx="116550" cy="100825"/>
              </a:xfrm>
              <a:custGeom>
                <a:avLst/>
                <a:gdLst/>
                <a:ahLst/>
                <a:cxnLst/>
                <a:rect l="l" t="t" r="r" b="b"/>
                <a:pathLst>
                  <a:path w="4662" h="4033" extrusionOk="0">
                    <a:moveTo>
                      <a:pt x="2616" y="0"/>
                    </a:moveTo>
                    <a:cubicBezTo>
                      <a:pt x="1880" y="0"/>
                      <a:pt x="1151" y="279"/>
                      <a:pt x="597" y="819"/>
                    </a:cubicBezTo>
                    <a:lnTo>
                      <a:pt x="0" y="1111"/>
                    </a:lnTo>
                    <a:cubicBezTo>
                      <a:pt x="986" y="1878"/>
                      <a:pt x="962" y="2937"/>
                      <a:pt x="548" y="4032"/>
                    </a:cubicBezTo>
                    <a:lnTo>
                      <a:pt x="2848" y="1902"/>
                    </a:lnTo>
                    <a:lnTo>
                      <a:pt x="4661" y="758"/>
                    </a:lnTo>
                    <a:lnTo>
                      <a:pt x="4138" y="430"/>
                    </a:lnTo>
                    <a:cubicBezTo>
                      <a:pt x="3667" y="141"/>
                      <a:pt x="3140" y="0"/>
                      <a:pt x="2616" y="0"/>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64"/>
              <p:cNvSpPr/>
              <p:nvPr/>
            </p:nvSpPr>
            <p:spPr>
              <a:xfrm>
                <a:off x="8717200" y="2523388"/>
                <a:ext cx="90400" cy="57925"/>
              </a:xfrm>
              <a:custGeom>
                <a:avLst/>
                <a:gdLst/>
                <a:ahLst/>
                <a:cxnLst/>
                <a:rect l="l" t="t" r="r" b="b"/>
                <a:pathLst>
                  <a:path w="3616" h="2317" extrusionOk="0">
                    <a:moveTo>
                      <a:pt x="852" y="0"/>
                    </a:moveTo>
                    <a:lnTo>
                      <a:pt x="1" y="694"/>
                    </a:lnTo>
                    <a:cubicBezTo>
                      <a:pt x="913" y="1521"/>
                      <a:pt x="2471" y="2118"/>
                      <a:pt x="3043" y="2312"/>
                    </a:cubicBezTo>
                    <a:cubicBezTo>
                      <a:pt x="3053" y="2315"/>
                      <a:pt x="3063" y="2317"/>
                      <a:pt x="3073" y="2317"/>
                    </a:cubicBezTo>
                    <a:cubicBezTo>
                      <a:pt x="3144" y="2317"/>
                      <a:pt x="3197" y="2243"/>
                      <a:pt x="3165" y="2178"/>
                    </a:cubicBezTo>
                    <a:lnTo>
                      <a:pt x="2727" y="1278"/>
                    </a:lnTo>
                    <a:lnTo>
                      <a:pt x="3530" y="815"/>
                    </a:lnTo>
                    <a:cubicBezTo>
                      <a:pt x="3615" y="767"/>
                      <a:pt x="3591" y="645"/>
                      <a:pt x="3493" y="633"/>
                    </a:cubicBezTo>
                    <a:cubicBezTo>
                      <a:pt x="2593" y="523"/>
                      <a:pt x="1704" y="304"/>
                      <a:pt x="852" y="0"/>
                    </a:cubicBez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64"/>
              <p:cNvSpPr/>
              <p:nvPr/>
            </p:nvSpPr>
            <p:spPr>
              <a:xfrm>
                <a:off x="8651475" y="2471988"/>
                <a:ext cx="101350" cy="89675"/>
              </a:xfrm>
              <a:custGeom>
                <a:avLst/>
                <a:gdLst/>
                <a:ahLst/>
                <a:cxnLst/>
                <a:rect l="l" t="t" r="r" b="b"/>
                <a:pathLst>
                  <a:path w="4054" h="3587" extrusionOk="0">
                    <a:moveTo>
                      <a:pt x="2073" y="1"/>
                    </a:moveTo>
                    <a:cubicBezTo>
                      <a:pt x="1889" y="1"/>
                      <a:pt x="1778" y="48"/>
                      <a:pt x="1778" y="48"/>
                    </a:cubicBezTo>
                    <a:cubicBezTo>
                      <a:pt x="1120" y="279"/>
                      <a:pt x="1303" y="742"/>
                      <a:pt x="719" y="827"/>
                    </a:cubicBezTo>
                    <a:cubicBezTo>
                      <a:pt x="378" y="876"/>
                      <a:pt x="110" y="1107"/>
                      <a:pt x="1" y="1423"/>
                    </a:cubicBezTo>
                    <a:cubicBezTo>
                      <a:pt x="176" y="1349"/>
                      <a:pt x="342" y="1316"/>
                      <a:pt x="498" y="1316"/>
                    </a:cubicBezTo>
                    <a:cubicBezTo>
                      <a:pt x="1547" y="1316"/>
                      <a:pt x="2105" y="2829"/>
                      <a:pt x="1851" y="3529"/>
                    </a:cubicBezTo>
                    <a:cubicBezTo>
                      <a:pt x="1892" y="3566"/>
                      <a:pt x="1948" y="3586"/>
                      <a:pt x="2013" y="3586"/>
                    </a:cubicBezTo>
                    <a:cubicBezTo>
                      <a:pt x="2158" y="3586"/>
                      <a:pt x="2344" y="3484"/>
                      <a:pt x="2496" y="3249"/>
                    </a:cubicBezTo>
                    <a:cubicBezTo>
                      <a:pt x="2739" y="2871"/>
                      <a:pt x="3104" y="2592"/>
                      <a:pt x="3530" y="2445"/>
                    </a:cubicBezTo>
                    <a:cubicBezTo>
                      <a:pt x="3798" y="2336"/>
                      <a:pt x="4053" y="1569"/>
                      <a:pt x="3299" y="681"/>
                    </a:cubicBezTo>
                    <a:cubicBezTo>
                      <a:pt x="2812" y="113"/>
                      <a:pt x="2356" y="1"/>
                      <a:pt x="2073" y="1"/>
                    </a:cubicBez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5" name="Google Shape;1345;p64"/>
            <p:cNvSpPr/>
            <p:nvPr/>
          </p:nvSpPr>
          <p:spPr>
            <a:xfrm>
              <a:off x="7706925" y="1438275"/>
              <a:ext cx="72850" cy="77425"/>
            </a:xfrm>
            <a:custGeom>
              <a:avLst/>
              <a:gdLst/>
              <a:ahLst/>
              <a:cxnLst/>
              <a:rect l="l" t="t" r="r" b="b"/>
              <a:pathLst>
                <a:path w="2914" h="3097" extrusionOk="0">
                  <a:moveTo>
                    <a:pt x="119" y="1500"/>
                  </a:moveTo>
                  <a:cubicBezTo>
                    <a:pt x="282" y="1341"/>
                    <a:pt x="853" y="770"/>
                    <a:pt x="1095" y="548"/>
                  </a:cubicBezTo>
                  <a:cubicBezTo>
                    <a:pt x="1337" y="326"/>
                    <a:pt x="1389" y="258"/>
                    <a:pt x="1571" y="167"/>
                  </a:cubicBezTo>
                  <a:cubicBezTo>
                    <a:pt x="1754" y="76"/>
                    <a:pt x="1988" y="0"/>
                    <a:pt x="2190" y="0"/>
                  </a:cubicBezTo>
                  <a:cubicBezTo>
                    <a:pt x="2393" y="0"/>
                    <a:pt x="2671" y="0"/>
                    <a:pt x="2786" y="167"/>
                  </a:cubicBezTo>
                  <a:cubicBezTo>
                    <a:pt x="2901" y="334"/>
                    <a:pt x="2953" y="695"/>
                    <a:pt x="2881" y="1000"/>
                  </a:cubicBezTo>
                  <a:cubicBezTo>
                    <a:pt x="2810" y="1306"/>
                    <a:pt x="2603" y="1710"/>
                    <a:pt x="2357" y="2000"/>
                  </a:cubicBezTo>
                  <a:cubicBezTo>
                    <a:pt x="2111" y="2290"/>
                    <a:pt x="1715" y="2559"/>
                    <a:pt x="1405" y="2738"/>
                  </a:cubicBezTo>
                  <a:cubicBezTo>
                    <a:pt x="1096" y="2917"/>
                    <a:pt x="734" y="3016"/>
                    <a:pt x="500" y="3072"/>
                  </a:cubicBezTo>
                  <a:cubicBezTo>
                    <a:pt x="266" y="3128"/>
                    <a:pt x="83" y="3072"/>
                    <a:pt x="0" y="3072"/>
                  </a:cubicBezTo>
                </a:path>
              </a:pathLst>
            </a:custGeom>
            <a:noFill/>
            <a:ln w="19050" cap="flat" cmpd="sng">
              <a:solidFill>
                <a:schemeClr val="accent5"/>
              </a:solidFill>
              <a:prstDash val="solid"/>
              <a:round/>
              <a:headEnd type="none" w="med" len="med"/>
              <a:tailEnd type="none" w="med" len="med"/>
            </a:ln>
          </p:spPr>
          <p:txBody>
            <a:bodyPr/>
            <a:lstStyle/>
            <a:p>
              <a:endParaRPr lang="nl-NL"/>
            </a:p>
          </p:txBody>
        </p:sp>
      </p:grpSp>
      <p:sp>
        <p:nvSpPr>
          <p:cNvPr id="1346" name="Google Shape;1346;p64">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64">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afterEffect">
                                  <p:stCondLst>
                                    <p:cond delay="0"/>
                                  </p:stCondLst>
                                  <p:childTnLst>
                                    <p:set>
                                      <p:cBhvr>
                                        <p:cTn id="6" dur="1" fill="hold">
                                          <p:stCondLst>
                                            <p:cond delay="0"/>
                                          </p:stCondLst>
                                        </p:cTn>
                                        <p:tgtEl>
                                          <p:spTgt spid="1277"/>
                                        </p:tgtEl>
                                        <p:attrNameLst>
                                          <p:attrName>style.visibility</p:attrName>
                                        </p:attrNameLst>
                                      </p:cBhvr>
                                      <p:to>
                                        <p:strVal val="visible"/>
                                      </p:to>
                                    </p:set>
                                    <p:anim calcmode="lin" valueType="num">
                                      <p:cBhvr additive="base">
                                        <p:cTn id="7" dur="1000"/>
                                        <p:tgtEl>
                                          <p:spTgt spid="1277"/>
                                        </p:tgtEl>
                                        <p:attrNameLst>
                                          <p:attrName>ppt_y</p:attrName>
                                        </p:attrNameLst>
                                      </p:cBhvr>
                                      <p:tavLst>
                                        <p:tav tm="0">
                                          <p:val>
                                            <p:strVal val="#ppt_y-1"/>
                                          </p:val>
                                        </p:tav>
                                        <p:tav tm="100000">
                                          <p:val>
                                            <p:strVal val="#ppt_y"/>
                                          </p:val>
                                        </p:tav>
                                      </p:tavLst>
                                    </p:anim>
                                  </p:childTnLst>
                                </p:cTn>
                              </p:par>
                            </p:childTnLst>
                          </p:cTn>
                        </p:par>
                        <p:par>
                          <p:cTn id="8" fill="hold">
                            <p:stCondLst>
                              <p:cond delay="1000"/>
                            </p:stCondLst>
                            <p:childTnLst>
                              <p:par>
                                <p:cTn id="9" presetID="2" presetClass="entr" presetSubtype="4" fill="hold" nodeType="afterEffect">
                                  <p:stCondLst>
                                    <p:cond delay="0"/>
                                  </p:stCondLst>
                                  <p:childTnLst>
                                    <p:set>
                                      <p:cBhvr>
                                        <p:cTn id="10" dur="1" fill="hold">
                                          <p:stCondLst>
                                            <p:cond delay="0"/>
                                          </p:stCondLst>
                                        </p:cTn>
                                        <p:tgtEl>
                                          <p:spTgt spid="1282"/>
                                        </p:tgtEl>
                                        <p:attrNameLst>
                                          <p:attrName>style.visibility</p:attrName>
                                        </p:attrNameLst>
                                      </p:cBhvr>
                                      <p:to>
                                        <p:strVal val="visible"/>
                                      </p:to>
                                    </p:set>
                                    <p:anim calcmode="lin" valueType="num">
                                      <p:cBhvr additive="base">
                                        <p:cTn id="11" dur="1000"/>
                                        <p:tgtEl>
                                          <p:spTgt spid="128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388"/>
        <p:cNvGrpSpPr/>
        <p:nvPr/>
      </p:nvGrpSpPr>
      <p:grpSpPr>
        <a:xfrm>
          <a:off x="0" y="0"/>
          <a:ext cx="0" cy="0"/>
          <a:chOff x="0" y="0"/>
          <a:chExt cx="0" cy="0"/>
        </a:xfrm>
      </p:grpSpPr>
      <p:sp>
        <p:nvSpPr>
          <p:cNvPr id="1389" name="Google Shape;1389;p67"/>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WHAT IS THIS TOPIC ABOUT?</a:t>
            </a:r>
            <a:endParaRPr/>
          </a:p>
        </p:txBody>
      </p:sp>
      <p:sp>
        <p:nvSpPr>
          <p:cNvPr id="1390" name="Google Shape;1390;p67"/>
          <p:cNvSpPr/>
          <p:nvPr/>
        </p:nvSpPr>
        <p:spPr>
          <a:xfrm>
            <a:off x="3702060" y="1930419"/>
            <a:ext cx="1739885" cy="1739885"/>
          </a:xfrm>
          <a:custGeom>
            <a:avLst/>
            <a:gdLst/>
            <a:ahLst/>
            <a:cxnLst/>
            <a:rect l="l" t="t" r="r" b="b"/>
            <a:pathLst>
              <a:path w="27756" h="27756" extrusionOk="0">
                <a:moveTo>
                  <a:pt x="13878" y="0"/>
                </a:moveTo>
                <a:cubicBezTo>
                  <a:pt x="6217" y="0"/>
                  <a:pt x="0" y="6211"/>
                  <a:pt x="0" y="13878"/>
                </a:cubicBezTo>
                <a:cubicBezTo>
                  <a:pt x="0" y="21539"/>
                  <a:pt x="6217" y="27756"/>
                  <a:pt x="13878" y="27756"/>
                </a:cubicBezTo>
                <a:cubicBezTo>
                  <a:pt x="21545" y="27756"/>
                  <a:pt x="27756" y="21539"/>
                  <a:pt x="27756" y="13878"/>
                </a:cubicBezTo>
                <a:cubicBezTo>
                  <a:pt x="27756" y="6211"/>
                  <a:pt x="215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67"/>
          <p:cNvSpPr/>
          <p:nvPr/>
        </p:nvSpPr>
        <p:spPr>
          <a:xfrm>
            <a:off x="3545345" y="1773705"/>
            <a:ext cx="2053310" cy="2053310"/>
          </a:xfrm>
          <a:custGeom>
            <a:avLst/>
            <a:gdLst/>
            <a:ahLst/>
            <a:cxnLst/>
            <a:rect l="l" t="t" r="r" b="b"/>
            <a:pathLst>
              <a:path w="32756" h="32756" fill="none" extrusionOk="0">
                <a:moveTo>
                  <a:pt x="16378" y="32755"/>
                </a:moveTo>
                <a:lnTo>
                  <a:pt x="16378" y="32755"/>
                </a:lnTo>
                <a:cubicBezTo>
                  <a:pt x="7331" y="32755"/>
                  <a:pt x="1" y="25418"/>
                  <a:pt x="1" y="16378"/>
                </a:cubicBezTo>
                <a:lnTo>
                  <a:pt x="1" y="16378"/>
                </a:lnTo>
                <a:cubicBezTo>
                  <a:pt x="1" y="7331"/>
                  <a:pt x="7331" y="1"/>
                  <a:pt x="16378" y="1"/>
                </a:cubicBezTo>
                <a:lnTo>
                  <a:pt x="16378" y="1"/>
                </a:lnTo>
                <a:cubicBezTo>
                  <a:pt x="25425" y="1"/>
                  <a:pt x="32755" y="7331"/>
                  <a:pt x="32755" y="16378"/>
                </a:cubicBezTo>
                <a:lnTo>
                  <a:pt x="32755" y="16378"/>
                </a:lnTo>
                <a:cubicBezTo>
                  <a:pt x="32755" y="25418"/>
                  <a:pt x="25425" y="32755"/>
                  <a:pt x="16378" y="32755"/>
                </a:cubicBezTo>
                <a:close/>
              </a:path>
            </a:pathLst>
          </a:custGeom>
          <a:solidFill>
            <a:srgbClr val="FFFFFF"/>
          </a:solid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2" name="Google Shape;1392;p67"/>
          <p:cNvGrpSpPr/>
          <p:nvPr/>
        </p:nvGrpSpPr>
        <p:grpSpPr>
          <a:xfrm>
            <a:off x="4040005" y="2403843"/>
            <a:ext cx="1063969" cy="1268246"/>
            <a:chOff x="4040005" y="2403843"/>
            <a:chExt cx="1063969" cy="1268246"/>
          </a:xfrm>
        </p:grpSpPr>
        <p:sp>
          <p:nvSpPr>
            <p:cNvPr id="1393" name="Google Shape;1393;p67"/>
            <p:cNvSpPr/>
            <p:nvPr/>
          </p:nvSpPr>
          <p:spPr>
            <a:xfrm>
              <a:off x="4040005" y="2403843"/>
              <a:ext cx="1063969" cy="674050"/>
            </a:xfrm>
            <a:custGeom>
              <a:avLst/>
              <a:gdLst/>
              <a:ahLst/>
              <a:cxnLst/>
              <a:rect l="l" t="t" r="r" b="b"/>
              <a:pathLst>
                <a:path w="13095" h="8296" extrusionOk="0">
                  <a:moveTo>
                    <a:pt x="1289" y="0"/>
                  </a:moveTo>
                  <a:cubicBezTo>
                    <a:pt x="576" y="0"/>
                    <a:pt x="0" y="602"/>
                    <a:pt x="0" y="1341"/>
                  </a:cubicBezTo>
                  <a:lnTo>
                    <a:pt x="0" y="6955"/>
                  </a:lnTo>
                  <a:cubicBezTo>
                    <a:pt x="0" y="7693"/>
                    <a:pt x="576" y="8296"/>
                    <a:pt x="1289" y="8296"/>
                  </a:cubicBezTo>
                  <a:lnTo>
                    <a:pt x="11805" y="8296"/>
                  </a:lnTo>
                  <a:cubicBezTo>
                    <a:pt x="12518" y="8296"/>
                    <a:pt x="13094" y="7693"/>
                    <a:pt x="13094" y="6955"/>
                  </a:cubicBezTo>
                  <a:lnTo>
                    <a:pt x="13094" y="1341"/>
                  </a:lnTo>
                  <a:cubicBezTo>
                    <a:pt x="13094" y="602"/>
                    <a:pt x="12518" y="7"/>
                    <a:pt x="11805" y="0"/>
                  </a:cubicBezTo>
                  <a:close/>
                </a:path>
              </a:pathLst>
            </a:custGeom>
            <a:solidFill>
              <a:srgbClr val="FFFFFF"/>
            </a:solidFill>
            <a:ln w="975" cap="flat" cmpd="sng">
              <a:solidFill>
                <a:srgbClr val="507FB5"/>
              </a:solidFill>
              <a:prstDash val="solid"/>
              <a:miter lim="647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67"/>
            <p:cNvSpPr/>
            <p:nvPr/>
          </p:nvSpPr>
          <p:spPr>
            <a:xfrm>
              <a:off x="4040005" y="2404331"/>
              <a:ext cx="1063969" cy="673563"/>
            </a:xfrm>
            <a:custGeom>
              <a:avLst/>
              <a:gdLst/>
              <a:ahLst/>
              <a:cxnLst/>
              <a:rect l="l" t="t" r="r" b="b"/>
              <a:pathLst>
                <a:path w="13095" h="8290" extrusionOk="0">
                  <a:moveTo>
                    <a:pt x="1289" y="1"/>
                  </a:moveTo>
                  <a:cubicBezTo>
                    <a:pt x="576" y="1"/>
                    <a:pt x="0" y="596"/>
                    <a:pt x="0" y="1341"/>
                  </a:cubicBezTo>
                  <a:lnTo>
                    <a:pt x="0" y="6949"/>
                  </a:lnTo>
                  <a:cubicBezTo>
                    <a:pt x="0" y="7687"/>
                    <a:pt x="576" y="8290"/>
                    <a:pt x="1289" y="8290"/>
                  </a:cubicBezTo>
                  <a:lnTo>
                    <a:pt x="11805" y="8290"/>
                  </a:lnTo>
                  <a:cubicBezTo>
                    <a:pt x="12518" y="8290"/>
                    <a:pt x="13094" y="7687"/>
                    <a:pt x="13094" y="6949"/>
                  </a:cubicBezTo>
                  <a:lnTo>
                    <a:pt x="13094" y="1341"/>
                  </a:lnTo>
                  <a:cubicBezTo>
                    <a:pt x="13094" y="596"/>
                    <a:pt x="12518" y="1"/>
                    <a:pt x="11805" y="1"/>
                  </a:cubicBezTo>
                  <a:close/>
                </a:path>
              </a:pathLst>
            </a:custGeom>
            <a:solidFill>
              <a:schemeClr val="accent1"/>
            </a:solidFill>
            <a:ln w="19050" cap="flat" cmpd="sng">
              <a:solidFill>
                <a:schemeClr val="accent5"/>
              </a:solidFill>
              <a:prstDash val="solid"/>
              <a:miter lim="647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67"/>
            <p:cNvSpPr/>
            <p:nvPr/>
          </p:nvSpPr>
          <p:spPr>
            <a:xfrm>
              <a:off x="4128895" y="2490132"/>
              <a:ext cx="886113" cy="506756"/>
            </a:xfrm>
            <a:custGeom>
              <a:avLst/>
              <a:gdLst/>
              <a:ahLst/>
              <a:cxnLst/>
              <a:rect l="l" t="t" r="r" b="b"/>
              <a:pathLst>
                <a:path w="10906" h="6237" extrusionOk="0">
                  <a:moveTo>
                    <a:pt x="240" y="0"/>
                  </a:moveTo>
                  <a:cubicBezTo>
                    <a:pt x="104" y="0"/>
                    <a:pt x="0" y="110"/>
                    <a:pt x="0" y="240"/>
                  </a:cubicBezTo>
                  <a:lnTo>
                    <a:pt x="0" y="5997"/>
                  </a:lnTo>
                  <a:cubicBezTo>
                    <a:pt x="0" y="6126"/>
                    <a:pt x="104" y="6236"/>
                    <a:pt x="240" y="6236"/>
                  </a:cubicBezTo>
                  <a:lnTo>
                    <a:pt x="10673" y="6236"/>
                  </a:lnTo>
                  <a:cubicBezTo>
                    <a:pt x="10802" y="6236"/>
                    <a:pt x="10906" y="6126"/>
                    <a:pt x="10906" y="5997"/>
                  </a:cubicBezTo>
                  <a:lnTo>
                    <a:pt x="10906" y="240"/>
                  </a:lnTo>
                  <a:cubicBezTo>
                    <a:pt x="10906" y="110"/>
                    <a:pt x="10802" y="0"/>
                    <a:pt x="10673" y="0"/>
                  </a:cubicBezTo>
                  <a:close/>
                </a:path>
              </a:pathLst>
            </a:custGeom>
            <a:solidFill>
              <a:schemeClr val="accent6"/>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67"/>
            <p:cNvSpPr/>
            <p:nvPr/>
          </p:nvSpPr>
          <p:spPr>
            <a:xfrm>
              <a:off x="4128895" y="2490132"/>
              <a:ext cx="886113" cy="506756"/>
            </a:xfrm>
            <a:custGeom>
              <a:avLst/>
              <a:gdLst/>
              <a:ahLst/>
              <a:cxnLst/>
              <a:rect l="l" t="t" r="r" b="b"/>
              <a:pathLst>
                <a:path w="10906" h="6237" fill="none" extrusionOk="0">
                  <a:moveTo>
                    <a:pt x="10906" y="5997"/>
                  </a:moveTo>
                  <a:cubicBezTo>
                    <a:pt x="10906" y="6126"/>
                    <a:pt x="10802" y="6236"/>
                    <a:pt x="10673" y="6236"/>
                  </a:cubicBezTo>
                  <a:lnTo>
                    <a:pt x="240" y="6236"/>
                  </a:lnTo>
                  <a:cubicBezTo>
                    <a:pt x="104" y="6236"/>
                    <a:pt x="0" y="6126"/>
                    <a:pt x="0" y="5997"/>
                  </a:cubicBezTo>
                  <a:lnTo>
                    <a:pt x="0" y="240"/>
                  </a:lnTo>
                  <a:cubicBezTo>
                    <a:pt x="0" y="110"/>
                    <a:pt x="104" y="0"/>
                    <a:pt x="240" y="0"/>
                  </a:cubicBezTo>
                  <a:lnTo>
                    <a:pt x="10673" y="0"/>
                  </a:lnTo>
                  <a:cubicBezTo>
                    <a:pt x="10802" y="0"/>
                    <a:pt x="10906" y="110"/>
                    <a:pt x="10906" y="240"/>
                  </a:cubicBezTo>
                  <a:close/>
                </a:path>
              </a:pathLst>
            </a:custGeom>
            <a:noFill/>
            <a:ln w="19050" cap="flat" cmpd="sng">
              <a:solidFill>
                <a:schemeClr val="accent5"/>
              </a:solidFill>
              <a:prstDash val="solid"/>
              <a:miter lim="647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67"/>
            <p:cNvSpPr/>
            <p:nvPr/>
          </p:nvSpPr>
          <p:spPr>
            <a:xfrm>
              <a:off x="4424083" y="2564315"/>
              <a:ext cx="296319" cy="296319"/>
            </a:xfrm>
            <a:custGeom>
              <a:avLst/>
              <a:gdLst/>
              <a:ahLst/>
              <a:cxnLst/>
              <a:rect l="l" t="t" r="r" b="b"/>
              <a:pathLst>
                <a:path w="3647" h="3647" fill="none" extrusionOk="0">
                  <a:moveTo>
                    <a:pt x="3646" y="1820"/>
                  </a:moveTo>
                  <a:cubicBezTo>
                    <a:pt x="3646" y="2830"/>
                    <a:pt x="2830" y="3646"/>
                    <a:pt x="1820" y="3646"/>
                  </a:cubicBezTo>
                  <a:cubicBezTo>
                    <a:pt x="816" y="3646"/>
                    <a:pt x="0" y="2830"/>
                    <a:pt x="0" y="1820"/>
                  </a:cubicBezTo>
                  <a:cubicBezTo>
                    <a:pt x="0" y="816"/>
                    <a:pt x="816" y="0"/>
                    <a:pt x="1820" y="0"/>
                  </a:cubicBezTo>
                  <a:cubicBezTo>
                    <a:pt x="2830" y="0"/>
                    <a:pt x="3646" y="816"/>
                    <a:pt x="3646" y="1820"/>
                  </a:cubicBezTo>
                  <a:close/>
                </a:path>
              </a:pathLst>
            </a:custGeom>
            <a:solidFill>
              <a:schemeClr val="accent3"/>
            </a:solidFill>
            <a:ln w="9525" cap="flat" cmpd="sng">
              <a:solidFill>
                <a:schemeClr val="accent3"/>
              </a:solidFill>
              <a:prstDash val="solid"/>
              <a:miter lim="647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67"/>
            <p:cNvSpPr/>
            <p:nvPr/>
          </p:nvSpPr>
          <p:spPr>
            <a:xfrm>
              <a:off x="4549861" y="2644754"/>
              <a:ext cx="85800" cy="135363"/>
            </a:xfrm>
            <a:custGeom>
              <a:avLst/>
              <a:gdLst/>
              <a:ahLst/>
              <a:cxnLst/>
              <a:rect l="l" t="t" r="r" b="b"/>
              <a:pathLst>
                <a:path w="1056" h="1666" extrusionOk="0">
                  <a:moveTo>
                    <a:pt x="0" y="1"/>
                  </a:moveTo>
                  <a:lnTo>
                    <a:pt x="0" y="1665"/>
                  </a:lnTo>
                  <a:lnTo>
                    <a:pt x="1056" y="830"/>
                  </a:lnTo>
                  <a:lnTo>
                    <a:pt x="0" y="1"/>
                  </a:lnTo>
                  <a:close/>
                </a:path>
              </a:pathLst>
            </a:custGeom>
            <a:solidFill>
              <a:schemeClr val="accent3"/>
            </a:solidFill>
            <a:ln w="2925" cap="flat" cmpd="sng">
              <a:solidFill>
                <a:schemeClr val="accent3"/>
              </a:solidFill>
              <a:prstDash val="solid"/>
              <a:miter lim="647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67"/>
            <p:cNvSpPr/>
            <p:nvPr/>
          </p:nvSpPr>
          <p:spPr>
            <a:xfrm>
              <a:off x="4170983" y="2924179"/>
              <a:ext cx="802506" cy="81"/>
            </a:xfrm>
            <a:custGeom>
              <a:avLst/>
              <a:gdLst/>
              <a:ahLst/>
              <a:cxnLst/>
              <a:rect l="l" t="t" r="r" b="b"/>
              <a:pathLst>
                <a:path w="9877" h="1" fill="none" extrusionOk="0">
                  <a:moveTo>
                    <a:pt x="1" y="1"/>
                  </a:moveTo>
                  <a:lnTo>
                    <a:pt x="9876" y="1"/>
                  </a:lnTo>
                </a:path>
              </a:pathLst>
            </a:custGeom>
            <a:solidFill>
              <a:schemeClr val="accent3"/>
            </a:solidFill>
            <a:ln w="9525" cap="flat" cmpd="sng">
              <a:solidFill>
                <a:schemeClr val="accent3"/>
              </a:solidFill>
              <a:prstDash val="solid"/>
              <a:miter lim="647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67"/>
            <p:cNvSpPr/>
            <p:nvPr/>
          </p:nvSpPr>
          <p:spPr>
            <a:xfrm>
              <a:off x="4528817" y="2445363"/>
              <a:ext cx="86856" cy="81"/>
            </a:xfrm>
            <a:custGeom>
              <a:avLst/>
              <a:gdLst/>
              <a:ahLst/>
              <a:cxnLst/>
              <a:rect l="l" t="t" r="r" b="b"/>
              <a:pathLst>
                <a:path w="1069" h="1" fill="none" extrusionOk="0">
                  <a:moveTo>
                    <a:pt x="0" y="1"/>
                  </a:moveTo>
                  <a:lnTo>
                    <a:pt x="1069" y="1"/>
                  </a:lnTo>
                </a:path>
              </a:pathLst>
            </a:custGeom>
            <a:noFill/>
            <a:ln w="9525" cap="flat" cmpd="sng">
              <a:solidFill>
                <a:schemeClr val="accent3"/>
              </a:solidFill>
              <a:prstDash val="solid"/>
              <a:miter lim="647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67"/>
            <p:cNvSpPr/>
            <p:nvPr/>
          </p:nvSpPr>
          <p:spPr>
            <a:xfrm>
              <a:off x="4040005" y="3077826"/>
              <a:ext cx="1063969" cy="119031"/>
            </a:xfrm>
            <a:custGeom>
              <a:avLst/>
              <a:gdLst/>
              <a:ahLst/>
              <a:cxnLst/>
              <a:rect l="l" t="t" r="r" b="b"/>
              <a:pathLst>
                <a:path w="13095" h="1465" extrusionOk="0">
                  <a:moveTo>
                    <a:pt x="732" y="1"/>
                  </a:moveTo>
                  <a:cubicBezTo>
                    <a:pt x="330" y="1"/>
                    <a:pt x="0" y="331"/>
                    <a:pt x="0" y="732"/>
                  </a:cubicBezTo>
                  <a:cubicBezTo>
                    <a:pt x="0" y="1134"/>
                    <a:pt x="330" y="1464"/>
                    <a:pt x="732" y="1464"/>
                  </a:cubicBezTo>
                  <a:lnTo>
                    <a:pt x="12362" y="1464"/>
                  </a:lnTo>
                  <a:cubicBezTo>
                    <a:pt x="12764" y="1464"/>
                    <a:pt x="13094" y="1134"/>
                    <a:pt x="13094" y="732"/>
                  </a:cubicBezTo>
                  <a:cubicBezTo>
                    <a:pt x="13094" y="331"/>
                    <a:pt x="12764" y="1"/>
                    <a:pt x="12362" y="1"/>
                  </a:cubicBezTo>
                  <a:close/>
                </a:path>
              </a:pathLst>
            </a:custGeom>
            <a:solidFill>
              <a:schemeClr val="accent1"/>
            </a:solidFill>
            <a:ln w="19050" cap="flat" cmpd="sng">
              <a:solidFill>
                <a:schemeClr val="accent5"/>
              </a:solidFill>
              <a:prstDash val="solid"/>
              <a:miter lim="647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67"/>
            <p:cNvSpPr/>
            <p:nvPr/>
          </p:nvSpPr>
          <p:spPr>
            <a:xfrm>
              <a:off x="4577719" y="3672008"/>
              <a:ext cx="81" cy="81"/>
            </a:xfrm>
            <a:custGeom>
              <a:avLst/>
              <a:gdLst/>
              <a:ahLst/>
              <a:cxnLst/>
              <a:rect l="l" t="t" r="r" b="b"/>
              <a:pathLst>
                <a:path w="1" h="1" fill="none" extrusionOk="0">
                  <a:moveTo>
                    <a:pt x="1" y="1"/>
                  </a:moveTo>
                  <a:close/>
                </a:path>
              </a:pathLst>
            </a:custGeom>
            <a:noFill/>
            <a:ln w="2925" cap="flat" cmpd="sng">
              <a:solidFill>
                <a:srgbClr val="F1CB30"/>
              </a:solidFill>
              <a:prstDash val="solid"/>
              <a:miter lim="647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3" name="Google Shape;1403;p67"/>
          <p:cNvSpPr txBox="1"/>
          <p:nvPr/>
        </p:nvSpPr>
        <p:spPr>
          <a:xfrm>
            <a:off x="6351494" y="2052161"/>
            <a:ext cx="2079600" cy="59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5"/>
                </a:solidFill>
                <a:latin typeface="Didact Gothic"/>
                <a:ea typeface="Didact Gothic"/>
                <a:cs typeface="Didact Gothic"/>
                <a:sym typeface="Didact Gothic"/>
              </a:rPr>
              <a:t>Neptune is the farthest planet from the Sun</a:t>
            </a:r>
            <a:endParaRPr>
              <a:solidFill>
                <a:schemeClr val="accent5"/>
              </a:solidFill>
              <a:latin typeface="Didact Gothic"/>
              <a:ea typeface="Didact Gothic"/>
              <a:cs typeface="Didact Gothic"/>
              <a:sym typeface="Didact Gothic"/>
            </a:endParaRPr>
          </a:p>
        </p:txBody>
      </p:sp>
      <p:sp>
        <p:nvSpPr>
          <p:cNvPr id="1404" name="Google Shape;1404;p67"/>
          <p:cNvSpPr txBox="1"/>
          <p:nvPr/>
        </p:nvSpPr>
        <p:spPr>
          <a:xfrm>
            <a:off x="6351494" y="1778946"/>
            <a:ext cx="2079600" cy="354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800" b="1">
                <a:solidFill>
                  <a:schemeClr val="accent5"/>
                </a:solidFill>
                <a:latin typeface="Aldrich"/>
                <a:ea typeface="Aldrich"/>
                <a:cs typeface="Aldrich"/>
                <a:sym typeface="Aldrich"/>
              </a:rPr>
              <a:t>NEPTUNE</a:t>
            </a:r>
            <a:endParaRPr sz="1800" b="1">
              <a:solidFill>
                <a:schemeClr val="accent5"/>
              </a:solidFill>
              <a:latin typeface="Aldrich"/>
              <a:ea typeface="Aldrich"/>
              <a:cs typeface="Aldrich"/>
              <a:sym typeface="Aldrich"/>
            </a:endParaRPr>
          </a:p>
        </p:txBody>
      </p:sp>
      <p:sp>
        <p:nvSpPr>
          <p:cNvPr id="1405" name="Google Shape;1405;p67"/>
          <p:cNvSpPr txBox="1"/>
          <p:nvPr/>
        </p:nvSpPr>
        <p:spPr>
          <a:xfrm>
            <a:off x="719925" y="2051933"/>
            <a:ext cx="2079600" cy="5901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accent5"/>
                </a:solidFill>
                <a:latin typeface="Didact Gothic"/>
                <a:ea typeface="Didact Gothic"/>
                <a:cs typeface="Didact Gothic"/>
                <a:sym typeface="Didact Gothic"/>
              </a:rPr>
              <a:t>Jupiter is a gas giant and the biggest planet</a:t>
            </a:r>
            <a:endParaRPr>
              <a:solidFill>
                <a:schemeClr val="accent5"/>
              </a:solidFill>
              <a:latin typeface="Didact Gothic"/>
              <a:ea typeface="Didact Gothic"/>
              <a:cs typeface="Didact Gothic"/>
              <a:sym typeface="Didact Gothic"/>
            </a:endParaRPr>
          </a:p>
        </p:txBody>
      </p:sp>
      <p:sp>
        <p:nvSpPr>
          <p:cNvPr id="1406" name="Google Shape;1406;p67"/>
          <p:cNvSpPr txBox="1"/>
          <p:nvPr/>
        </p:nvSpPr>
        <p:spPr>
          <a:xfrm>
            <a:off x="719925" y="1779174"/>
            <a:ext cx="2079600" cy="354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800" b="1">
                <a:solidFill>
                  <a:schemeClr val="accent5"/>
                </a:solidFill>
                <a:latin typeface="Aldrich"/>
                <a:ea typeface="Aldrich"/>
                <a:cs typeface="Aldrich"/>
                <a:sym typeface="Aldrich"/>
              </a:rPr>
              <a:t>JUPITER</a:t>
            </a:r>
            <a:endParaRPr sz="1800" b="1">
              <a:solidFill>
                <a:schemeClr val="accent5"/>
              </a:solidFill>
              <a:latin typeface="Aldrich"/>
              <a:ea typeface="Aldrich"/>
              <a:cs typeface="Aldrich"/>
              <a:sym typeface="Aldrich"/>
            </a:endParaRPr>
          </a:p>
        </p:txBody>
      </p:sp>
      <p:sp>
        <p:nvSpPr>
          <p:cNvPr id="1407" name="Google Shape;1407;p67"/>
          <p:cNvSpPr txBox="1"/>
          <p:nvPr/>
        </p:nvSpPr>
        <p:spPr>
          <a:xfrm>
            <a:off x="6351494" y="3736523"/>
            <a:ext cx="2079600" cy="59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5"/>
                </a:solidFill>
                <a:latin typeface="Didact Gothic"/>
                <a:ea typeface="Didact Gothic"/>
                <a:cs typeface="Didact Gothic"/>
                <a:sym typeface="Didact Gothic"/>
              </a:rPr>
              <a:t>Despite being red, Mars is actually a cold place</a:t>
            </a:r>
            <a:endParaRPr>
              <a:solidFill>
                <a:schemeClr val="accent5"/>
              </a:solidFill>
              <a:latin typeface="Didact Gothic"/>
              <a:ea typeface="Didact Gothic"/>
              <a:cs typeface="Didact Gothic"/>
              <a:sym typeface="Didact Gothic"/>
            </a:endParaRPr>
          </a:p>
        </p:txBody>
      </p:sp>
      <p:sp>
        <p:nvSpPr>
          <p:cNvPr id="1408" name="Google Shape;1408;p67"/>
          <p:cNvSpPr txBox="1"/>
          <p:nvPr/>
        </p:nvSpPr>
        <p:spPr>
          <a:xfrm>
            <a:off x="6351494" y="3463705"/>
            <a:ext cx="2079600" cy="354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800" b="1">
                <a:solidFill>
                  <a:schemeClr val="accent5"/>
                </a:solidFill>
                <a:latin typeface="Aldrich"/>
                <a:ea typeface="Aldrich"/>
                <a:cs typeface="Aldrich"/>
                <a:sym typeface="Aldrich"/>
              </a:rPr>
              <a:t>MARS</a:t>
            </a:r>
            <a:endParaRPr sz="1800" b="1">
              <a:solidFill>
                <a:schemeClr val="accent5"/>
              </a:solidFill>
              <a:latin typeface="Aldrich"/>
              <a:ea typeface="Aldrich"/>
              <a:cs typeface="Aldrich"/>
              <a:sym typeface="Aldrich"/>
            </a:endParaRPr>
          </a:p>
        </p:txBody>
      </p:sp>
      <p:sp>
        <p:nvSpPr>
          <p:cNvPr id="1409" name="Google Shape;1409;p67"/>
          <p:cNvSpPr txBox="1"/>
          <p:nvPr/>
        </p:nvSpPr>
        <p:spPr>
          <a:xfrm>
            <a:off x="719925" y="3736597"/>
            <a:ext cx="2079600" cy="5901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accent5"/>
                </a:solidFill>
                <a:latin typeface="Didact Gothic"/>
                <a:ea typeface="Didact Gothic"/>
                <a:cs typeface="Didact Gothic"/>
                <a:sym typeface="Didact Gothic"/>
              </a:rPr>
              <a:t>Venus has a beautiful name, but it is hot</a:t>
            </a:r>
            <a:endParaRPr>
              <a:solidFill>
                <a:schemeClr val="accent5"/>
              </a:solidFill>
              <a:latin typeface="Didact Gothic"/>
              <a:ea typeface="Didact Gothic"/>
              <a:cs typeface="Didact Gothic"/>
              <a:sym typeface="Didact Gothic"/>
            </a:endParaRPr>
          </a:p>
        </p:txBody>
      </p:sp>
      <p:sp>
        <p:nvSpPr>
          <p:cNvPr id="1410" name="Google Shape;1410;p67"/>
          <p:cNvSpPr txBox="1"/>
          <p:nvPr/>
        </p:nvSpPr>
        <p:spPr>
          <a:xfrm>
            <a:off x="719925" y="3463631"/>
            <a:ext cx="2079600" cy="354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800" b="1">
                <a:solidFill>
                  <a:schemeClr val="accent5"/>
                </a:solidFill>
                <a:latin typeface="Aldrich"/>
                <a:ea typeface="Aldrich"/>
                <a:cs typeface="Aldrich"/>
                <a:sym typeface="Aldrich"/>
              </a:rPr>
              <a:t>VENUS</a:t>
            </a:r>
            <a:endParaRPr sz="1800" b="1">
              <a:solidFill>
                <a:schemeClr val="accent5"/>
              </a:solidFill>
              <a:latin typeface="Aldrich"/>
              <a:ea typeface="Aldrich"/>
              <a:cs typeface="Aldrich"/>
              <a:sym typeface="Aldrich"/>
            </a:endParaRPr>
          </a:p>
        </p:txBody>
      </p:sp>
      <p:cxnSp>
        <p:nvCxnSpPr>
          <p:cNvPr id="1411" name="Google Shape;1411;p67"/>
          <p:cNvCxnSpPr>
            <a:stCxn id="1406" idx="3"/>
          </p:cNvCxnSpPr>
          <p:nvPr/>
        </p:nvCxnSpPr>
        <p:spPr>
          <a:xfrm>
            <a:off x="2799525" y="1956474"/>
            <a:ext cx="781800" cy="0"/>
          </a:xfrm>
          <a:prstGeom prst="straightConnector1">
            <a:avLst/>
          </a:prstGeom>
          <a:noFill/>
          <a:ln w="28575" cap="flat" cmpd="sng">
            <a:solidFill>
              <a:schemeClr val="accent5"/>
            </a:solidFill>
            <a:prstDash val="solid"/>
            <a:round/>
            <a:headEnd type="none" w="med" len="med"/>
            <a:tailEnd type="oval" w="med" len="med"/>
          </a:ln>
        </p:spPr>
      </p:cxnSp>
      <p:sp>
        <p:nvSpPr>
          <p:cNvPr id="1412" name="Google Shape;1412;p67"/>
          <p:cNvSpPr/>
          <p:nvPr/>
        </p:nvSpPr>
        <p:spPr>
          <a:xfrm>
            <a:off x="3838538" y="1838325"/>
            <a:ext cx="238200" cy="238200"/>
          </a:xfrm>
          <a:prstGeom prst="ellipse">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67"/>
          <p:cNvSpPr/>
          <p:nvPr/>
        </p:nvSpPr>
        <p:spPr>
          <a:xfrm>
            <a:off x="5067263" y="1838325"/>
            <a:ext cx="238200" cy="238200"/>
          </a:xfrm>
          <a:prstGeom prst="ellipse">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4" name="Google Shape;1414;p67"/>
          <p:cNvCxnSpPr/>
          <p:nvPr/>
        </p:nvCxnSpPr>
        <p:spPr>
          <a:xfrm rot="10800000">
            <a:off x="5569700" y="1956474"/>
            <a:ext cx="781800" cy="0"/>
          </a:xfrm>
          <a:prstGeom prst="straightConnector1">
            <a:avLst/>
          </a:prstGeom>
          <a:noFill/>
          <a:ln w="28575" cap="flat" cmpd="sng">
            <a:solidFill>
              <a:schemeClr val="accent5"/>
            </a:solidFill>
            <a:prstDash val="solid"/>
            <a:round/>
            <a:headEnd type="none" w="med" len="med"/>
            <a:tailEnd type="oval" w="med" len="med"/>
          </a:ln>
        </p:spPr>
      </p:cxnSp>
      <p:cxnSp>
        <p:nvCxnSpPr>
          <p:cNvPr id="1415" name="Google Shape;1415;p67"/>
          <p:cNvCxnSpPr/>
          <p:nvPr/>
        </p:nvCxnSpPr>
        <p:spPr>
          <a:xfrm>
            <a:off x="2799525" y="3651924"/>
            <a:ext cx="781800" cy="0"/>
          </a:xfrm>
          <a:prstGeom prst="straightConnector1">
            <a:avLst/>
          </a:prstGeom>
          <a:noFill/>
          <a:ln w="28575" cap="flat" cmpd="sng">
            <a:solidFill>
              <a:schemeClr val="accent5"/>
            </a:solidFill>
            <a:prstDash val="solid"/>
            <a:round/>
            <a:headEnd type="none" w="med" len="med"/>
            <a:tailEnd type="oval" w="med" len="med"/>
          </a:ln>
        </p:spPr>
      </p:cxnSp>
      <p:cxnSp>
        <p:nvCxnSpPr>
          <p:cNvPr id="1416" name="Google Shape;1416;p67"/>
          <p:cNvCxnSpPr/>
          <p:nvPr/>
        </p:nvCxnSpPr>
        <p:spPr>
          <a:xfrm rot="10800000">
            <a:off x="5569700" y="3651924"/>
            <a:ext cx="781800" cy="0"/>
          </a:xfrm>
          <a:prstGeom prst="straightConnector1">
            <a:avLst/>
          </a:prstGeom>
          <a:noFill/>
          <a:ln w="28575" cap="flat" cmpd="sng">
            <a:solidFill>
              <a:schemeClr val="accent5"/>
            </a:solidFill>
            <a:prstDash val="solid"/>
            <a:round/>
            <a:headEnd type="none" w="med" len="med"/>
            <a:tailEnd type="oval" w="med" len="med"/>
          </a:ln>
        </p:spPr>
      </p:cxnSp>
      <p:sp>
        <p:nvSpPr>
          <p:cNvPr id="1417" name="Google Shape;1417;p67"/>
          <p:cNvSpPr/>
          <p:nvPr/>
        </p:nvSpPr>
        <p:spPr>
          <a:xfrm>
            <a:off x="3838538" y="3533775"/>
            <a:ext cx="238200" cy="238200"/>
          </a:xfrm>
          <a:prstGeom prst="ellipse">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67"/>
          <p:cNvSpPr/>
          <p:nvPr/>
        </p:nvSpPr>
        <p:spPr>
          <a:xfrm>
            <a:off x="5067263" y="3533775"/>
            <a:ext cx="238200" cy="238200"/>
          </a:xfrm>
          <a:prstGeom prst="ellipse">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67">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67">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1392"/>
                                        </p:tgtEl>
                                        <p:attrNameLst>
                                          <p:attrName>style.visibility</p:attrName>
                                        </p:attrNameLst>
                                      </p:cBhvr>
                                      <p:to>
                                        <p:strVal val="visible"/>
                                      </p:to>
                                    </p:set>
                                    <p:anim calcmode="lin" valueType="num">
                                      <p:cBhvr additive="base">
                                        <p:cTn id="7" dur="1000"/>
                                        <p:tgtEl>
                                          <p:spTgt spid="1392"/>
                                        </p:tgtEl>
                                        <p:attrNameLst>
                                          <p:attrName>ppt_w</p:attrName>
                                        </p:attrNameLst>
                                      </p:cBhvr>
                                      <p:tavLst>
                                        <p:tav tm="0">
                                          <p:val>
                                            <p:strVal val="0"/>
                                          </p:val>
                                        </p:tav>
                                        <p:tav tm="100000">
                                          <p:val>
                                            <p:strVal val="#ppt_w"/>
                                          </p:val>
                                        </p:tav>
                                      </p:tavLst>
                                    </p:anim>
                                    <p:anim calcmode="lin" valueType="num">
                                      <p:cBhvr additive="base">
                                        <p:cTn id="8" dur="1000"/>
                                        <p:tgtEl>
                                          <p:spTgt spid="1392"/>
                                        </p:tgtEl>
                                        <p:attrNameLst>
                                          <p:attrName>ppt_h</p:attrName>
                                        </p:attrNameLst>
                                      </p:cBhvr>
                                      <p:tavLst>
                                        <p:tav tm="0">
                                          <p:val>
                                            <p:str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424"/>
        <p:cNvGrpSpPr/>
        <p:nvPr/>
      </p:nvGrpSpPr>
      <p:grpSpPr>
        <a:xfrm>
          <a:off x="0" y="0"/>
          <a:ext cx="0" cy="0"/>
          <a:chOff x="0" y="0"/>
          <a:chExt cx="0" cy="0"/>
        </a:xfrm>
      </p:grpSpPr>
      <p:sp>
        <p:nvSpPr>
          <p:cNvPr id="1425" name="Google Shape;1425;p68"/>
          <p:cNvSpPr txBox="1">
            <a:spLocks noGrp="1"/>
          </p:cNvSpPr>
          <p:nvPr>
            <p:ph type="subTitle" idx="2"/>
          </p:nvPr>
        </p:nvSpPr>
        <p:spPr>
          <a:xfrm>
            <a:off x="5997120" y="3373105"/>
            <a:ext cx="2423700" cy="54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 is the closest planet to the Sun</a:t>
            </a:r>
            <a:endParaRPr/>
          </a:p>
        </p:txBody>
      </p:sp>
      <p:sp>
        <p:nvSpPr>
          <p:cNvPr id="1426" name="Google Shape;1426;p68"/>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DEFINITION OF CONCEPTS</a:t>
            </a:r>
            <a:endParaRPr/>
          </a:p>
        </p:txBody>
      </p:sp>
      <p:sp>
        <p:nvSpPr>
          <p:cNvPr id="1427" name="Google Shape;1427;p68"/>
          <p:cNvSpPr txBox="1">
            <a:spLocks noGrp="1"/>
          </p:cNvSpPr>
          <p:nvPr>
            <p:ph type="subTitle" idx="1"/>
          </p:nvPr>
        </p:nvSpPr>
        <p:spPr>
          <a:xfrm>
            <a:off x="6450420" y="2989131"/>
            <a:ext cx="1517100" cy="314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a:t>
            </a:r>
            <a:endParaRPr/>
          </a:p>
        </p:txBody>
      </p:sp>
      <p:sp>
        <p:nvSpPr>
          <p:cNvPr id="1428" name="Google Shape;1428;p68"/>
          <p:cNvSpPr txBox="1">
            <a:spLocks noGrp="1"/>
          </p:cNvSpPr>
          <p:nvPr>
            <p:ph type="subTitle" idx="3"/>
          </p:nvPr>
        </p:nvSpPr>
        <p:spPr>
          <a:xfrm>
            <a:off x="3813450" y="2989131"/>
            <a:ext cx="1517100" cy="314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a:t>
            </a:r>
            <a:endParaRPr/>
          </a:p>
        </p:txBody>
      </p:sp>
      <p:sp>
        <p:nvSpPr>
          <p:cNvPr id="1429" name="Google Shape;1429;p68"/>
          <p:cNvSpPr txBox="1">
            <a:spLocks noGrp="1"/>
          </p:cNvSpPr>
          <p:nvPr>
            <p:ph type="subTitle" idx="4"/>
          </p:nvPr>
        </p:nvSpPr>
        <p:spPr>
          <a:xfrm>
            <a:off x="3360150" y="3373105"/>
            <a:ext cx="2423700" cy="54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 is a giant and the biggest planet</a:t>
            </a:r>
            <a:endParaRPr/>
          </a:p>
        </p:txBody>
      </p:sp>
      <p:sp>
        <p:nvSpPr>
          <p:cNvPr id="1430" name="Google Shape;1430;p68"/>
          <p:cNvSpPr txBox="1">
            <a:spLocks noGrp="1"/>
          </p:cNvSpPr>
          <p:nvPr>
            <p:ph type="subTitle" idx="5"/>
          </p:nvPr>
        </p:nvSpPr>
        <p:spPr>
          <a:xfrm>
            <a:off x="1176480" y="2989131"/>
            <a:ext cx="1517100" cy="314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a:t>
            </a:r>
            <a:endParaRPr/>
          </a:p>
        </p:txBody>
      </p:sp>
      <p:sp>
        <p:nvSpPr>
          <p:cNvPr id="1431" name="Google Shape;1431;p68"/>
          <p:cNvSpPr txBox="1">
            <a:spLocks noGrp="1"/>
          </p:cNvSpPr>
          <p:nvPr>
            <p:ph type="subTitle" idx="6"/>
          </p:nvPr>
        </p:nvSpPr>
        <p:spPr>
          <a:xfrm>
            <a:off x="723180" y="3373105"/>
            <a:ext cx="2423700" cy="54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is the second planet from the Sun</a:t>
            </a:r>
            <a:endParaRPr/>
          </a:p>
        </p:txBody>
      </p:sp>
      <p:grpSp>
        <p:nvGrpSpPr>
          <p:cNvPr id="1432" name="Google Shape;1432;p68"/>
          <p:cNvGrpSpPr/>
          <p:nvPr/>
        </p:nvGrpSpPr>
        <p:grpSpPr>
          <a:xfrm>
            <a:off x="1668123" y="2000261"/>
            <a:ext cx="533814" cy="742692"/>
            <a:chOff x="1924550" y="238125"/>
            <a:chExt cx="3751325" cy="5219200"/>
          </a:xfrm>
        </p:grpSpPr>
        <p:sp>
          <p:nvSpPr>
            <p:cNvPr id="1433" name="Google Shape;1433;p68"/>
            <p:cNvSpPr/>
            <p:nvPr/>
          </p:nvSpPr>
          <p:spPr>
            <a:xfrm>
              <a:off x="1991425" y="318025"/>
              <a:ext cx="3603700" cy="734800"/>
            </a:xfrm>
            <a:custGeom>
              <a:avLst/>
              <a:gdLst/>
              <a:ahLst/>
              <a:cxnLst/>
              <a:rect l="l" t="t" r="r" b="b"/>
              <a:pathLst>
                <a:path w="144148" h="29392" extrusionOk="0">
                  <a:moveTo>
                    <a:pt x="14680" y="1"/>
                  </a:moveTo>
                  <a:cubicBezTo>
                    <a:pt x="6557" y="1"/>
                    <a:pt x="1" y="6590"/>
                    <a:pt x="1" y="14712"/>
                  </a:cubicBezTo>
                  <a:cubicBezTo>
                    <a:pt x="1" y="22802"/>
                    <a:pt x="6557" y="29391"/>
                    <a:pt x="14680" y="29391"/>
                  </a:cubicBezTo>
                  <a:lnTo>
                    <a:pt x="144148" y="29391"/>
                  </a:lnTo>
                  <a:lnTo>
                    <a:pt x="13110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68"/>
            <p:cNvSpPr/>
            <p:nvPr/>
          </p:nvSpPr>
          <p:spPr>
            <a:xfrm>
              <a:off x="2005300" y="808150"/>
              <a:ext cx="407775" cy="4569250"/>
            </a:xfrm>
            <a:custGeom>
              <a:avLst/>
              <a:gdLst/>
              <a:ahLst/>
              <a:cxnLst/>
              <a:rect l="l" t="t" r="r" b="b"/>
              <a:pathLst>
                <a:path w="16311" h="182770" extrusionOk="0">
                  <a:moveTo>
                    <a:pt x="0" y="0"/>
                  </a:moveTo>
                  <a:lnTo>
                    <a:pt x="0" y="176245"/>
                  </a:lnTo>
                  <a:lnTo>
                    <a:pt x="9786" y="182769"/>
                  </a:lnTo>
                  <a:lnTo>
                    <a:pt x="16310" y="182769"/>
                  </a:lnTo>
                  <a:lnTo>
                    <a:pt x="16310" y="9786"/>
                  </a:lnTo>
                  <a:lnTo>
                    <a:pt x="9786" y="9786"/>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68"/>
            <p:cNvSpPr/>
            <p:nvPr/>
          </p:nvSpPr>
          <p:spPr>
            <a:xfrm>
              <a:off x="2413050" y="1052800"/>
              <a:ext cx="3182075" cy="4324600"/>
            </a:xfrm>
            <a:custGeom>
              <a:avLst/>
              <a:gdLst/>
              <a:ahLst/>
              <a:cxnLst/>
              <a:rect l="l" t="t" r="r" b="b"/>
              <a:pathLst>
                <a:path w="127283" h="172984" extrusionOk="0">
                  <a:moveTo>
                    <a:pt x="0" y="0"/>
                  </a:moveTo>
                  <a:lnTo>
                    <a:pt x="0" y="172983"/>
                  </a:lnTo>
                  <a:lnTo>
                    <a:pt x="127283" y="172983"/>
                  </a:lnTo>
                  <a:lnTo>
                    <a:pt x="12728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68"/>
            <p:cNvSpPr/>
            <p:nvPr/>
          </p:nvSpPr>
          <p:spPr>
            <a:xfrm>
              <a:off x="4289500" y="1052800"/>
              <a:ext cx="653225" cy="2039575"/>
            </a:xfrm>
            <a:custGeom>
              <a:avLst/>
              <a:gdLst/>
              <a:ahLst/>
              <a:cxnLst/>
              <a:rect l="l" t="t" r="r" b="b"/>
              <a:pathLst>
                <a:path w="26129" h="81583" extrusionOk="0">
                  <a:moveTo>
                    <a:pt x="0" y="0"/>
                  </a:moveTo>
                  <a:lnTo>
                    <a:pt x="0" y="81583"/>
                  </a:lnTo>
                  <a:lnTo>
                    <a:pt x="26129" y="81583"/>
                  </a:lnTo>
                  <a:lnTo>
                    <a:pt x="2612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68"/>
            <p:cNvSpPr/>
            <p:nvPr/>
          </p:nvSpPr>
          <p:spPr>
            <a:xfrm>
              <a:off x="1924550" y="238125"/>
              <a:ext cx="3751325" cy="5219200"/>
            </a:xfrm>
            <a:custGeom>
              <a:avLst/>
              <a:gdLst/>
              <a:ahLst/>
              <a:cxnLst/>
              <a:rect l="l" t="t" r="r" b="b"/>
              <a:pathLst>
                <a:path w="150053" h="208768" extrusionOk="0">
                  <a:moveTo>
                    <a:pt x="17909" y="0"/>
                  </a:moveTo>
                  <a:cubicBezTo>
                    <a:pt x="8580" y="0"/>
                    <a:pt x="849" y="7111"/>
                    <a:pt x="34" y="16212"/>
                  </a:cubicBezTo>
                  <a:lnTo>
                    <a:pt x="1" y="192490"/>
                  </a:lnTo>
                  <a:cubicBezTo>
                    <a:pt x="1" y="201460"/>
                    <a:pt x="7308" y="208767"/>
                    <a:pt x="16278" y="208767"/>
                  </a:cubicBezTo>
                  <a:lnTo>
                    <a:pt x="150052" y="208767"/>
                  </a:lnTo>
                  <a:lnTo>
                    <a:pt x="150052" y="29358"/>
                  </a:lnTo>
                  <a:lnTo>
                    <a:pt x="127251" y="29358"/>
                  </a:lnTo>
                  <a:lnTo>
                    <a:pt x="127251" y="35784"/>
                  </a:lnTo>
                  <a:lnTo>
                    <a:pt x="143626" y="35784"/>
                  </a:lnTo>
                  <a:lnTo>
                    <a:pt x="143626" y="202341"/>
                  </a:lnTo>
                  <a:lnTo>
                    <a:pt x="16278" y="202341"/>
                  </a:lnTo>
                  <a:cubicBezTo>
                    <a:pt x="10863" y="202341"/>
                    <a:pt x="6427" y="197937"/>
                    <a:pt x="6427" y="192490"/>
                  </a:cubicBezTo>
                  <a:lnTo>
                    <a:pt x="6427" y="31609"/>
                  </a:lnTo>
                  <a:cubicBezTo>
                    <a:pt x="9559" y="34218"/>
                    <a:pt x="13538" y="35784"/>
                    <a:pt x="17909" y="35784"/>
                  </a:cubicBezTo>
                  <a:lnTo>
                    <a:pt x="88075" y="35784"/>
                  </a:lnTo>
                  <a:lnTo>
                    <a:pt x="88075" y="29358"/>
                  </a:lnTo>
                  <a:lnTo>
                    <a:pt x="17909" y="29358"/>
                  </a:lnTo>
                  <a:cubicBezTo>
                    <a:pt x="11581" y="29358"/>
                    <a:pt x="6427" y="24237"/>
                    <a:pt x="6427" y="17908"/>
                  </a:cubicBezTo>
                  <a:cubicBezTo>
                    <a:pt x="6427" y="11580"/>
                    <a:pt x="11581" y="6426"/>
                    <a:pt x="17909" y="6426"/>
                  </a:cubicBezTo>
                  <a:lnTo>
                    <a:pt x="137037" y="6426"/>
                  </a:lnTo>
                  <a:lnTo>
                    <a:pt x="13703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68"/>
            <p:cNvSpPr/>
            <p:nvPr/>
          </p:nvSpPr>
          <p:spPr>
            <a:xfrm>
              <a:off x="2249950" y="482750"/>
              <a:ext cx="3018975" cy="160700"/>
            </a:xfrm>
            <a:custGeom>
              <a:avLst/>
              <a:gdLst/>
              <a:ahLst/>
              <a:cxnLst/>
              <a:rect l="l" t="t" r="r" b="b"/>
              <a:pathLst>
                <a:path w="120759" h="6428" extrusionOk="0">
                  <a:moveTo>
                    <a:pt x="0" y="1"/>
                  </a:moveTo>
                  <a:lnTo>
                    <a:pt x="0" y="6427"/>
                  </a:lnTo>
                  <a:lnTo>
                    <a:pt x="120759" y="6427"/>
                  </a:lnTo>
                  <a:lnTo>
                    <a:pt x="1207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68"/>
            <p:cNvSpPr/>
            <p:nvPr/>
          </p:nvSpPr>
          <p:spPr>
            <a:xfrm>
              <a:off x="2249950" y="727400"/>
              <a:ext cx="3182075" cy="160700"/>
            </a:xfrm>
            <a:custGeom>
              <a:avLst/>
              <a:gdLst/>
              <a:ahLst/>
              <a:cxnLst/>
              <a:rect l="l" t="t" r="r" b="b"/>
              <a:pathLst>
                <a:path w="127283" h="6428" extrusionOk="0">
                  <a:moveTo>
                    <a:pt x="0" y="1"/>
                  </a:moveTo>
                  <a:lnTo>
                    <a:pt x="0" y="6427"/>
                  </a:lnTo>
                  <a:lnTo>
                    <a:pt x="127283" y="6427"/>
                  </a:lnTo>
                  <a:lnTo>
                    <a:pt x="12728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68"/>
            <p:cNvSpPr/>
            <p:nvPr/>
          </p:nvSpPr>
          <p:spPr>
            <a:xfrm>
              <a:off x="4209575" y="972050"/>
              <a:ext cx="813075" cy="2331550"/>
            </a:xfrm>
            <a:custGeom>
              <a:avLst/>
              <a:gdLst/>
              <a:ahLst/>
              <a:cxnLst/>
              <a:rect l="l" t="t" r="r" b="b"/>
              <a:pathLst>
                <a:path w="32523" h="93262" extrusionOk="0">
                  <a:moveTo>
                    <a:pt x="26097" y="6427"/>
                  </a:moveTo>
                  <a:lnTo>
                    <a:pt x="26097" y="82888"/>
                  </a:lnTo>
                  <a:lnTo>
                    <a:pt x="16278" y="77962"/>
                  </a:lnTo>
                  <a:lnTo>
                    <a:pt x="6427" y="82888"/>
                  </a:lnTo>
                  <a:lnTo>
                    <a:pt x="6427" y="6427"/>
                  </a:lnTo>
                  <a:close/>
                  <a:moveTo>
                    <a:pt x="1" y="1"/>
                  </a:moveTo>
                  <a:lnTo>
                    <a:pt x="1" y="93261"/>
                  </a:lnTo>
                  <a:lnTo>
                    <a:pt x="16278" y="85139"/>
                  </a:lnTo>
                  <a:lnTo>
                    <a:pt x="32523" y="93261"/>
                  </a:lnTo>
                  <a:lnTo>
                    <a:pt x="3252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68"/>
            <p:cNvSpPr/>
            <p:nvPr/>
          </p:nvSpPr>
          <p:spPr>
            <a:xfrm>
              <a:off x="2333125" y="1215900"/>
              <a:ext cx="160675" cy="3998400"/>
            </a:xfrm>
            <a:custGeom>
              <a:avLst/>
              <a:gdLst/>
              <a:ahLst/>
              <a:cxnLst/>
              <a:rect l="l" t="t" r="r" b="b"/>
              <a:pathLst>
                <a:path w="6427" h="159936" extrusionOk="0">
                  <a:moveTo>
                    <a:pt x="0" y="0"/>
                  </a:moveTo>
                  <a:lnTo>
                    <a:pt x="0" y="159935"/>
                  </a:lnTo>
                  <a:lnTo>
                    <a:pt x="6427" y="159935"/>
                  </a:lnTo>
                  <a:lnTo>
                    <a:pt x="642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68"/>
            <p:cNvSpPr/>
            <p:nvPr/>
          </p:nvSpPr>
          <p:spPr>
            <a:xfrm>
              <a:off x="2739250" y="1380625"/>
              <a:ext cx="816325" cy="160675"/>
            </a:xfrm>
            <a:custGeom>
              <a:avLst/>
              <a:gdLst/>
              <a:ahLst/>
              <a:cxnLst/>
              <a:rect l="l" t="t" r="r" b="b"/>
              <a:pathLst>
                <a:path w="32653" h="6427" extrusionOk="0">
                  <a:moveTo>
                    <a:pt x="0" y="0"/>
                  </a:moveTo>
                  <a:lnTo>
                    <a:pt x="0" y="6427"/>
                  </a:lnTo>
                  <a:lnTo>
                    <a:pt x="32653" y="6427"/>
                  </a:lnTo>
                  <a:lnTo>
                    <a:pt x="3265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68"/>
            <p:cNvSpPr/>
            <p:nvPr/>
          </p:nvSpPr>
          <p:spPr>
            <a:xfrm>
              <a:off x="4371050" y="4888900"/>
              <a:ext cx="163125" cy="160675"/>
            </a:xfrm>
            <a:custGeom>
              <a:avLst/>
              <a:gdLst/>
              <a:ahLst/>
              <a:cxnLst/>
              <a:rect l="l" t="t" r="r" b="b"/>
              <a:pathLst>
                <a:path w="6525" h="6427" extrusionOk="0">
                  <a:moveTo>
                    <a:pt x="0" y="0"/>
                  </a:moveTo>
                  <a:lnTo>
                    <a:pt x="0" y="6426"/>
                  </a:lnTo>
                  <a:lnTo>
                    <a:pt x="6524" y="6426"/>
                  </a:lnTo>
                  <a:lnTo>
                    <a:pt x="652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68"/>
            <p:cNvSpPr/>
            <p:nvPr/>
          </p:nvSpPr>
          <p:spPr>
            <a:xfrm>
              <a:off x="4698075" y="4888900"/>
              <a:ext cx="163100" cy="160675"/>
            </a:xfrm>
            <a:custGeom>
              <a:avLst/>
              <a:gdLst/>
              <a:ahLst/>
              <a:cxnLst/>
              <a:rect l="l" t="t" r="r" b="b"/>
              <a:pathLst>
                <a:path w="6524" h="6427" extrusionOk="0">
                  <a:moveTo>
                    <a:pt x="0" y="0"/>
                  </a:moveTo>
                  <a:lnTo>
                    <a:pt x="0" y="6426"/>
                  </a:lnTo>
                  <a:lnTo>
                    <a:pt x="6524" y="6426"/>
                  </a:lnTo>
                  <a:lnTo>
                    <a:pt x="652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68"/>
            <p:cNvSpPr/>
            <p:nvPr/>
          </p:nvSpPr>
          <p:spPr>
            <a:xfrm>
              <a:off x="5024250" y="4888900"/>
              <a:ext cx="163125" cy="160675"/>
            </a:xfrm>
            <a:custGeom>
              <a:avLst/>
              <a:gdLst/>
              <a:ahLst/>
              <a:cxnLst/>
              <a:rect l="l" t="t" r="r" b="b"/>
              <a:pathLst>
                <a:path w="6525" h="6427" extrusionOk="0">
                  <a:moveTo>
                    <a:pt x="1" y="0"/>
                  </a:moveTo>
                  <a:lnTo>
                    <a:pt x="1" y="6426"/>
                  </a:lnTo>
                  <a:lnTo>
                    <a:pt x="6525" y="6426"/>
                  </a:lnTo>
                  <a:lnTo>
                    <a:pt x="65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68"/>
            <p:cNvSpPr/>
            <p:nvPr/>
          </p:nvSpPr>
          <p:spPr>
            <a:xfrm>
              <a:off x="2739250" y="1706825"/>
              <a:ext cx="490125" cy="160675"/>
            </a:xfrm>
            <a:custGeom>
              <a:avLst/>
              <a:gdLst/>
              <a:ahLst/>
              <a:cxnLst/>
              <a:rect l="l" t="t" r="r" b="b"/>
              <a:pathLst>
                <a:path w="19605" h="6427" extrusionOk="0">
                  <a:moveTo>
                    <a:pt x="0" y="0"/>
                  </a:moveTo>
                  <a:lnTo>
                    <a:pt x="0" y="6426"/>
                  </a:lnTo>
                  <a:lnTo>
                    <a:pt x="19605" y="6426"/>
                  </a:lnTo>
                  <a:lnTo>
                    <a:pt x="1960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68"/>
            <p:cNvSpPr/>
            <p:nvPr/>
          </p:nvSpPr>
          <p:spPr>
            <a:xfrm>
              <a:off x="2739250" y="2033025"/>
              <a:ext cx="490125" cy="160675"/>
            </a:xfrm>
            <a:custGeom>
              <a:avLst/>
              <a:gdLst/>
              <a:ahLst/>
              <a:cxnLst/>
              <a:rect l="l" t="t" r="r" b="b"/>
              <a:pathLst>
                <a:path w="19605" h="6427" extrusionOk="0">
                  <a:moveTo>
                    <a:pt x="0" y="0"/>
                  </a:moveTo>
                  <a:lnTo>
                    <a:pt x="0" y="6426"/>
                  </a:lnTo>
                  <a:lnTo>
                    <a:pt x="19605" y="6426"/>
                  </a:lnTo>
                  <a:lnTo>
                    <a:pt x="1960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 name="Google Shape;1448;p68"/>
          <p:cNvGrpSpPr/>
          <p:nvPr/>
        </p:nvGrpSpPr>
        <p:grpSpPr>
          <a:xfrm>
            <a:off x="4324545" y="1981345"/>
            <a:ext cx="494910" cy="736951"/>
            <a:chOff x="2047700" y="238125"/>
            <a:chExt cx="3505025" cy="5219200"/>
          </a:xfrm>
        </p:grpSpPr>
        <p:sp>
          <p:nvSpPr>
            <p:cNvPr id="1449" name="Google Shape;1449;p68"/>
            <p:cNvSpPr/>
            <p:nvPr/>
          </p:nvSpPr>
          <p:spPr>
            <a:xfrm>
              <a:off x="2126800" y="725775"/>
              <a:ext cx="2938250" cy="2938275"/>
            </a:xfrm>
            <a:custGeom>
              <a:avLst/>
              <a:gdLst/>
              <a:ahLst/>
              <a:cxnLst/>
              <a:rect l="l" t="t" r="r" b="b"/>
              <a:pathLst>
                <a:path w="117530" h="117531" extrusionOk="0">
                  <a:moveTo>
                    <a:pt x="58782" y="1"/>
                  </a:moveTo>
                  <a:cubicBezTo>
                    <a:pt x="26325" y="1"/>
                    <a:pt x="1" y="26325"/>
                    <a:pt x="1" y="58749"/>
                  </a:cubicBezTo>
                  <a:cubicBezTo>
                    <a:pt x="1" y="91206"/>
                    <a:pt x="26325" y="117530"/>
                    <a:pt x="58782" y="117530"/>
                  </a:cubicBezTo>
                  <a:cubicBezTo>
                    <a:pt x="91238" y="117530"/>
                    <a:pt x="117530" y="91206"/>
                    <a:pt x="117530" y="58749"/>
                  </a:cubicBezTo>
                  <a:cubicBezTo>
                    <a:pt x="117530" y="26325"/>
                    <a:pt x="91238" y="1"/>
                    <a:pt x="587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68"/>
            <p:cNvSpPr/>
            <p:nvPr/>
          </p:nvSpPr>
          <p:spPr>
            <a:xfrm>
              <a:off x="3024675" y="3092350"/>
              <a:ext cx="1142525" cy="571700"/>
            </a:xfrm>
            <a:custGeom>
              <a:avLst/>
              <a:gdLst/>
              <a:ahLst/>
              <a:cxnLst/>
              <a:rect l="l" t="t" r="r" b="b"/>
              <a:pathLst>
                <a:path w="45701" h="22868" extrusionOk="0">
                  <a:moveTo>
                    <a:pt x="13081" y="1"/>
                  </a:moveTo>
                  <a:lnTo>
                    <a:pt x="3262" y="6524"/>
                  </a:lnTo>
                  <a:lnTo>
                    <a:pt x="0" y="13048"/>
                  </a:lnTo>
                  <a:lnTo>
                    <a:pt x="0" y="19605"/>
                  </a:lnTo>
                  <a:lnTo>
                    <a:pt x="19605" y="22867"/>
                  </a:lnTo>
                  <a:lnTo>
                    <a:pt x="45701" y="19605"/>
                  </a:lnTo>
                  <a:lnTo>
                    <a:pt x="45701" y="9786"/>
                  </a:lnTo>
                  <a:lnTo>
                    <a:pt x="35915" y="9786"/>
                  </a:lnTo>
                  <a:lnTo>
                    <a:pt x="3591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68"/>
            <p:cNvSpPr/>
            <p:nvPr/>
          </p:nvSpPr>
          <p:spPr>
            <a:xfrm>
              <a:off x="3106225" y="725775"/>
              <a:ext cx="1877275" cy="2121950"/>
            </a:xfrm>
            <a:custGeom>
              <a:avLst/>
              <a:gdLst/>
              <a:ahLst/>
              <a:cxnLst/>
              <a:rect l="l" t="t" r="r" b="b"/>
              <a:pathLst>
                <a:path w="75091" h="84878" extrusionOk="0">
                  <a:moveTo>
                    <a:pt x="26129" y="1"/>
                  </a:moveTo>
                  <a:lnTo>
                    <a:pt x="19605" y="3263"/>
                  </a:lnTo>
                  <a:lnTo>
                    <a:pt x="13081" y="9787"/>
                  </a:lnTo>
                  <a:lnTo>
                    <a:pt x="13081" y="22867"/>
                  </a:lnTo>
                  <a:lnTo>
                    <a:pt x="26129" y="22867"/>
                  </a:lnTo>
                  <a:cubicBezTo>
                    <a:pt x="26129" y="22867"/>
                    <a:pt x="31243" y="16197"/>
                    <a:pt x="32440" y="16197"/>
                  </a:cubicBezTo>
                  <a:cubicBezTo>
                    <a:pt x="32540" y="16197"/>
                    <a:pt x="32612" y="16243"/>
                    <a:pt x="32653" y="16343"/>
                  </a:cubicBezTo>
                  <a:cubicBezTo>
                    <a:pt x="33174" y="17615"/>
                    <a:pt x="35915" y="26129"/>
                    <a:pt x="35915" y="26129"/>
                  </a:cubicBezTo>
                  <a:lnTo>
                    <a:pt x="26129" y="39177"/>
                  </a:lnTo>
                  <a:lnTo>
                    <a:pt x="6557" y="39177"/>
                  </a:lnTo>
                  <a:lnTo>
                    <a:pt x="0" y="52225"/>
                  </a:lnTo>
                  <a:lnTo>
                    <a:pt x="0" y="71830"/>
                  </a:lnTo>
                  <a:lnTo>
                    <a:pt x="9819" y="78354"/>
                  </a:lnTo>
                  <a:lnTo>
                    <a:pt x="13081" y="84878"/>
                  </a:lnTo>
                  <a:lnTo>
                    <a:pt x="22867" y="78354"/>
                  </a:lnTo>
                  <a:lnTo>
                    <a:pt x="32653" y="78354"/>
                  </a:lnTo>
                  <a:lnTo>
                    <a:pt x="42439" y="65306"/>
                  </a:lnTo>
                  <a:lnTo>
                    <a:pt x="42439" y="45701"/>
                  </a:lnTo>
                  <a:lnTo>
                    <a:pt x="52257" y="39177"/>
                  </a:lnTo>
                  <a:lnTo>
                    <a:pt x="62043" y="42439"/>
                  </a:lnTo>
                  <a:lnTo>
                    <a:pt x="71829" y="42439"/>
                  </a:lnTo>
                  <a:lnTo>
                    <a:pt x="75091" y="39177"/>
                  </a:lnTo>
                  <a:lnTo>
                    <a:pt x="55519" y="9787"/>
                  </a:lnTo>
                  <a:lnTo>
                    <a:pt x="2612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68"/>
            <p:cNvSpPr/>
            <p:nvPr/>
          </p:nvSpPr>
          <p:spPr>
            <a:xfrm>
              <a:off x="2780025" y="4724975"/>
              <a:ext cx="1631825" cy="326225"/>
            </a:xfrm>
            <a:custGeom>
              <a:avLst/>
              <a:gdLst/>
              <a:ahLst/>
              <a:cxnLst/>
              <a:rect l="l" t="t" r="r" b="b"/>
              <a:pathLst>
                <a:path w="65273" h="13049" extrusionOk="0">
                  <a:moveTo>
                    <a:pt x="0" y="0"/>
                  </a:moveTo>
                  <a:lnTo>
                    <a:pt x="0" y="13048"/>
                  </a:lnTo>
                  <a:lnTo>
                    <a:pt x="65272" y="13048"/>
                  </a:lnTo>
                  <a:lnTo>
                    <a:pt x="6527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68"/>
            <p:cNvSpPr/>
            <p:nvPr/>
          </p:nvSpPr>
          <p:spPr>
            <a:xfrm>
              <a:off x="2616925" y="5051175"/>
              <a:ext cx="1958850" cy="326225"/>
            </a:xfrm>
            <a:custGeom>
              <a:avLst/>
              <a:gdLst/>
              <a:ahLst/>
              <a:cxnLst/>
              <a:rect l="l" t="t" r="r" b="b"/>
              <a:pathLst>
                <a:path w="78354" h="13049" extrusionOk="0">
                  <a:moveTo>
                    <a:pt x="0" y="0"/>
                  </a:moveTo>
                  <a:lnTo>
                    <a:pt x="0" y="13048"/>
                  </a:lnTo>
                  <a:lnTo>
                    <a:pt x="78353" y="13048"/>
                  </a:lnTo>
                  <a:lnTo>
                    <a:pt x="7835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68"/>
            <p:cNvSpPr/>
            <p:nvPr/>
          </p:nvSpPr>
          <p:spPr>
            <a:xfrm>
              <a:off x="2537000" y="4971250"/>
              <a:ext cx="2117875" cy="486075"/>
            </a:xfrm>
            <a:custGeom>
              <a:avLst/>
              <a:gdLst/>
              <a:ahLst/>
              <a:cxnLst/>
              <a:rect l="l" t="t" r="r" b="b"/>
              <a:pathLst>
                <a:path w="84715" h="19443" extrusionOk="0">
                  <a:moveTo>
                    <a:pt x="78353" y="6394"/>
                  </a:moveTo>
                  <a:lnTo>
                    <a:pt x="78353" y="13049"/>
                  </a:lnTo>
                  <a:lnTo>
                    <a:pt x="6394" y="13049"/>
                  </a:lnTo>
                  <a:lnTo>
                    <a:pt x="6394" y="6394"/>
                  </a:lnTo>
                  <a:close/>
                  <a:moveTo>
                    <a:pt x="0" y="1"/>
                  </a:moveTo>
                  <a:lnTo>
                    <a:pt x="0" y="19442"/>
                  </a:lnTo>
                  <a:lnTo>
                    <a:pt x="84714" y="19442"/>
                  </a:lnTo>
                  <a:lnTo>
                    <a:pt x="8471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68"/>
            <p:cNvSpPr/>
            <p:nvPr/>
          </p:nvSpPr>
          <p:spPr>
            <a:xfrm>
              <a:off x="2453825" y="1951475"/>
              <a:ext cx="163125" cy="159850"/>
            </a:xfrm>
            <a:custGeom>
              <a:avLst/>
              <a:gdLst/>
              <a:ahLst/>
              <a:cxnLst/>
              <a:rect l="l" t="t" r="r" b="b"/>
              <a:pathLst>
                <a:path w="6525" h="6394" extrusionOk="0">
                  <a:moveTo>
                    <a:pt x="0" y="0"/>
                  </a:moveTo>
                  <a:lnTo>
                    <a:pt x="0" y="6394"/>
                  </a:lnTo>
                  <a:lnTo>
                    <a:pt x="6524" y="6394"/>
                  </a:lnTo>
                  <a:lnTo>
                    <a:pt x="652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68"/>
            <p:cNvSpPr/>
            <p:nvPr/>
          </p:nvSpPr>
          <p:spPr>
            <a:xfrm>
              <a:off x="2616925" y="2196925"/>
              <a:ext cx="163125" cy="159050"/>
            </a:xfrm>
            <a:custGeom>
              <a:avLst/>
              <a:gdLst/>
              <a:ahLst/>
              <a:cxnLst/>
              <a:rect l="l" t="t" r="r" b="b"/>
              <a:pathLst>
                <a:path w="6525" h="6362" extrusionOk="0">
                  <a:moveTo>
                    <a:pt x="0" y="1"/>
                  </a:moveTo>
                  <a:lnTo>
                    <a:pt x="0" y="6362"/>
                  </a:lnTo>
                  <a:lnTo>
                    <a:pt x="6524" y="6362"/>
                  </a:lnTo>
                  <a:lnTo>
                    <a:pt x="652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68"/>
            <p:cNvSpPr/>
            <p:nvPr/>
          </p:nvSpPr>
          <p:spPr>
            <a:xfrm>
              <a:off x="2047700" y="238125"/>
              <a:ext cx="3505025" cy="4649975"/>
            </a:xfrm>
            <a:custGeom>
              <a:avLst/>
              <a:gdLst/>
              <a:ahLst/>
              <a:cxnLst/>
              <a:rect l="l" t="t" r="r" b="b"/>
              <a:pathLst>
                <a:path w="140201" h="185999" extrusionOk="0">
                  <a:moveTo>
                    <a:pt x="66349" y="22867"/>
                  </a:moveTo>
                  <a:cubicBezTo>
                    <a:pt x="88205" y="24595"/>
                    <a:pt x="106537" y="39013"/>
                    <a:pt x="113974" y="58748"/>
                  </a:cubicBezTo>
                  <a:lnTo>
                    <a:pt x="104906" y="58748"/>
                  </a:lnTo>
                  <a:lnTo>
                    <a:pt x="94109" y="55160"/>
                  </a:lnTo>
                  <a:lnTo>
                    <a:pt x="81583" y="63511"/>
                  </a:lnTo>
                  <a:lnTo>
                    <a:pt x="81583" y="83735"/>
                  </a:lnTo>
                  <a:lnTo>
                    <a:pt x="73395" y="94663"/>
                  </a:lnTo>
                  <a:lnTo>
                    <a:pt x="64229" y="94663"/>
                  </a:lnTo>
                  <a:lnTo>
                    <a:pt x="56661" y="99719"/>
                  </a:lnTo>
                  <a:lnTo>
                    <a:pt x="54606" y="95674"/>
                  </a:lnTo>
                  <a:lnTo>
                    <a:pt x="45538" y="89607"/>
                  </a:lnTo>
                  <a:lnTo>
                    <a:pt x="45538" y="72481"/>
                  </a:lnTo>
                  <a:lnTo>
                    <a:pt x="50855" y="61880"/>
                  </a:lnTo>
                  <a:lnTo>
                    <a:pt x="70068" y="61880"/>
                  </a:lnTo>
                  <a:lnTo>
                    <a:pt x="81811" y="46190"/>
                  </a:lnTo>
                  <a:lnTo>
                    <a:pt x="76396" y="29912"/>
                  </a:lnTo>
                  <a:lnTo>
                    <a:pt x="67132" y="39176"/>
                  </a:lnTo>
                  <a:lnTo>
                    <a:pt x="58618" y="39176"/>
                  </a:lnTo>
                  <a:lnTo>
                    <a:pt x="58618" y="30630"/>
                  </a:lnTo>
                  <a:lnTo>
                    <a:pt x="66349" y="22867"/>
                  </a:lnTo>
                  <a:close/>
                  <a:moveTo>
                    <a:pt x="57314" y="22899"/>
                  </a:moveTo>
                  <a:lnTo>
                    <a:pt x="52225" y="27988"/>
                  </a:lnTo>
                  <a:lnTo>
                    <a:pt x="52225" y="45570"/>
                  </a:lnTo>
                  <a:lnTo>
                    <a:pt x="69774" y="45570"/>
                  </a:lnTo>
                  <a:lnTo>
                    <a:pt x="73591" y="41753"/>
                  </a:lnTo>
                  <a:lnTo>
                    <a:pt x="74700" y="45048"/>
                  </a:lnTo>
                  <a:lnTo>
                    <a:pt x="66871" y="55486"/>
                  </a:lnTo>
                  <a:lnTo>
                    <a:pt x="46908" y="55486"/>
                  </a:lnTo>
                  <a:lnTo>
                    <a:pt x="39177" y="70981"/>
                  </a:lnTo>
                  <a:lnTo>
                    <a:pt x="39177" y="93032"/>
                  </a:lnTo>
                  <a:lnTo>
                    <a:pt x="49681" y="100045"/>
                  </a:lnTo>
                  <a:lnTo>
                    <a:pt x="54182" y="109048"/>
                  </a:lnTo>
                  <a:lnTo>
                    <a:pt x="66186" y="101056"/>
                  </a:lnTo>
                  <a:lnTo>
                    <a:pt x="76592" y="101056"/>
                  </a:lnTo>
                  <a:lnTo>
                    <a:pt x="87976" y="85855"/>
                  </a:lnTo>
                  <a:lnTo>
                    <a:pt x="87976" y="66936"/>
                  </a:lnTo>
                  <a:lnTo>
                    <a:pt x="95055" y="62206"/>
                  </a:lnTo>
                  <a:lnTo>
                    <a:pt x="103862" y="65142"/>
                  </a:lnTo>
                  <a:lnTo>
                    <a:pt x="115931" y="65142"/>
                  </a:lnTo>
                  <a:cubicBezTo>
                    <a:pt x="116975" y="69350"/>
                    <a:pt x="117497" y="73754"/>
                    <a:pt x="117497" y="78255"/>
                  </a:cubicBezTo>
                  <a:cubicBezTo>
                    <a:pt x="117497" y="98838"/>
                    <a:pt x="106276" y="116844"/>
                    <a:pt x="89607" y="126435"/>
                  </a:cubicBezTo>
                  <a:lnTo>
                    <a:pt x="86769" y="120791"/>
                  </a:lnTo>
                  <a:lnTo>
                    <a:pt x="78190" y="120791"/>
                  </a:lnTo>
                  <a:lnTo>
                    <a:pt x="78190" y="110973"/>
                  </a:lnTo>
                  <a:lnTo>
                    <a:pt x="51181" y="110973"/>
                  </a:lnTo>
                  <a:lnTo>
                    <a:pt x="40058" y="118410"/>
                  </a:lnTo>
                  <a:lnTo>
                    <a:pt x="34578" y="126630"/>
                  </a:lnTo>
                  <a:cubicBezTo>
                    <a:pt x="17746" y="117040"/>
                    <a:pt x="6361" y="98969"/>
                    <a:pt x="6361" y="78255"/>
                  </a:cubicBezTo>
                  <a:cubicBezTo>
                    <a:pt x="6361" y="49191"/>
                    <a:pt x="28836" y="25248"/>
                    <a:pt x="57314" y="22899"/>
                  </a:cubicBezTo>
                  <a:close/>
                  <a:moveTo>
                    <a:pt x="71797" y="117366"/>
                  </a:moveTo>
                  <a:lnTo>
                    <a:pt x="71797" y="127152"/>
                  </a:lnTo>
                  <a:lnTo>
                    <a:pt x="82822" y="127152"/>
                  </a:lnTo>
                  <a:lnTo>
                    <a:pt x="83899" y="129305"/>
                  </a:lnTo>
                  <a:cubicBezTo>
                    <a:pt x="77146" y="132208"/>
                    <a:pt x="69742" y="133839"/>
                    <a:pt x="61946" y="133839"/>
                  </a:cubicBezTo>
                  <a:cubicBezTo>
                    <a:pt x="54280" y="133839"/>
                    <a:pt x="46973" y="132274"/>
                    <a:pt x="40351" y="129468"/>
                  </a:cubicBezTo>
                  <a:lnTo>
                    <a:pt x="44657" y="123010"/>
                  </a:lnTo>
                  <a:lnTo>
                    <a:pt x="53106" y="117366"/>
                  </a:lnTo>
                  <a:close/>
                  <a:moveTo>
                    <a:pt x="86313" y="10634"/>
                  </a:moveTo>
                  <a:cubicBezTo>
                    <a:pt x="113974" y="20648"/>
                    <a:pt x="133840" y="47168"/>
                    <a:pt x="133840" y="78255"/>
                  </a:cubicBezTo>
                  <a:cubicBezTo>
                    <a:pt x="133840" y="117921"/>
                    <a:pt x="101579" y="150149"/>
                    <a:pt x="61946" y="150149"/>
                  </a:cubicBezTo>
                  <a:cubicBezTo>
                    <a:pt x="48278" y="150149"/>
                    <a:pt x="35002" y="146235"/>
                    <a:pt x="23650" y="139091"/>
                  </a:cubicBezTo>
                  <a:lnTo>
                    <a:pt x="28021" y="130088"/>
                  </a:lnTo>
                  <a:cubicBezTo>
                    <a:pt x="37774" y="136482"/>
                    <a:pt x="49420" y="140233"/>
                    <a:pt x="61946" y="140233"/>
                  </a:cubicBezTo>
                  <a:cubicBezTo>
                    <a:pt x="96099" y="140233"/>
                    <a:pt x="123891" y="112441"/>
                    <a:pt x="123891" y="78255"/>
                  </a:cubicBezTo>
                  <a:cubicBezTo>
                    <a:pt x="123891" y="51083"/>
                    <a:pt x="106309" y="27955"/>
                    <a:pt x="81909" y="19637"/>
                  </a:cubicBezTo>
                  <a:lnTo>
                    <a:pt x="86313" y="10634"/>
                  </a:lnTo>
                  <a:close/>
                  <a:moveTo>
                    <a:pt x="61946" y="0"/>
                  </a:moveTo>
                  <a:lnTo>
                    <a:pt x="61946" y="6393"/>
                  </a:lnTo>
                  <a:cubicBezTo>
                    <a:pt x="68209" y="6393"/>
                    <a:pt x="74309" y="7209"/>
                    <a:pt x="80147" y="8710"/>
                  </a:cubicBezTo>
                  <a:lnTo>
                    <a:pt x="75679" y="17843"/>
                  </a:lnTo>
                  <a:cubicBezTo>
                    <a:pt x="71242" y="16864"/>
                    <a:pt x="66675" y="16310"/>
                    <a:pt x="61946" y="16310"/>
                  </a:cubicBezTo>
                  <a:cubicBezTo>
                    <a:pt x="27793" y="16310"/>
                    <a:pt x="0" y="44102"/>
                    <a:pt x="0" y="78255"/>
                  </a:cubicBezTo>
                  <a:cubicBezTo>
                    <a:pt x="0" y="97599"/>
                    <a:pt x="8873" y="114887"/>
                    <a:pt x="22802" y="126239"/>
                  </a:cubicBezTo>
                  <a:lnTo>
                    <a:pt x="18333" y="135405"/>
                  </a:lnTo>
                  <a:cubicBezTo>
                    <a:pt x="14908" y="132795"/>
                    <a:pt x="11711" y="129892"/>
                    <a:pt x="8808" y="126696"/>
                  </a:cubicBezTo>
                  <a:lnTo>
                    <a:pt x="4078" y="130969"/>
                  </a:lnTo>
                  <a:cubicBezTo>
                    <a:pt x="18170" y="146431"/>
                    <a:pt x="37937" y="155597"/>
                    <a:pt x="58749" y="156477"/>
                  </a:cubicBezTo>
                  <a:lnTo>
                    <a:pt x="58749" y="176278"/>
                  </a:lnTo>
                  <a:lnTo>
                    <a:pt x="26096" y="176278"/>
                  </a:lnTo>
                  <a:lnTo>
                    <a:pt x="26096" y="185998"/>
                  </a:lnTo>
                  <a:lnTo>
                    <a:pt x="32490" y="185998"/>
                  </a:lnTo>
                  <a:lnTo>
                    <a:pt x="32490" y="182639"/>
                  </a:lnTo>
                  <a:lnTo>
                    <a:pt x="91401" y="182639"/>
                  </a:lnTo>
                  <a:lnTo>
                    <a:pt x="91401" y="185998"/>
                  </a:lnTo>
                  <a:lnTo>
                    <a:pt x="97762" y="185998"/>
                  </a:lnTo>
                  <a:lnTo>
                    <a:pt x="97762" y="176278"/>
                  </a:lnTo>
                  <a:lnTo>
                    <a:pt x="65142" y="176278"/>
                  </a:lnTo>
                  <a:lnTo>
                    <a:pt x="65142" y="156477"/>
                  </a:lnTo>
                  <a:cubicBezTo>
                    <a:pt x="106831" y="154781"/>
                    <a:pt x="140201" y="120367"/>
                    <a:pt x="140201" y="78255"/>
                  </a:cubicBezTo>
                  <a:cubicBezTo>
                    <a:pt x="140201" y="35099"/>
                    <a:pt x="105102" y="0"/>
                    <a:pt x="619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 name="Google Shape;1458;p68"/>
          <p:cNvGrpSpPr/>
          <p:nvPr/>
        </p:nvGrpSpPr>
        <p:grpSpPr>
          <a:xfrm>
            <a:off x="6800306" y="1967279"/>
            <a:ext cx="817327" cy="808643"/>
            <a:chOff x="1190625" y="265850"/>
            <a:chExt cx="5219200" cy="5163750"/>
          </a:xfrm>
        </p:grpSpPr>
        <p:sp>
          <p:nvSpPr>
            <p:cNvPr id="1459" name="Google Shape;1459;p68"/>
            <p:cNvSpPr/>
            <p:nvPr/>
          </p:nvSpPr>
          <p:spPr>
            <a:xfrm>
              <a:off x="1318650" y="1106625"/>
              <a:ext cx="4963125" cy="640175"/>
            </a:xfrm>
            <a:custGeom>
              <a:avLst/>
              <a:gdLst/>
              <a:ahLst/>
              <a:cxnLst/>
              <a:rect l="l" t="t" r="r" b="b"/>
              <a:pathLst>
                <a:path w="198525" h="25607" extrusionOk="0">
                  <a:moveTo>
                    <a:pt x="12820" y="0"/>
                  </a:moveTo>
                  <a:lnTo>
                    <a:pt x="0" y="25607"/>
                  </a:lnTo>
                  <a:lnTo>
                    <a:pt x="198525" y="25607"/>
                  </a:lnTo>
                  <a:lnTo>
                    <a:pt x="18570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68"/>
            <p:cNvSpPr/>
            <p:nvPr/>
          </p:nvSpPr>
          <p:spPr>
            <a:xfrm>
              <a:off x="1478475" y="385725"/>
              <a:ext cx="4643475" cy="1681575"/>
            </a:xfrm>
            <a:custGeom>
              <a:avLst/>
              <a:gdLst/>
              <a:ahLst/>
              <a:cxnLst/>
              <a:rect l="l" t="t" r="r" b="b"/>
              <a:pathLst>
                <a:path w="185739" h="67263" extrusionOk="0">
                  <a:moveTo>
                    <a:pt x="92870" y="0"/>
                  </a:moveTo>
                  <a:lnTo>
                    <a:pt x="70460" y="25639"/>
                  </a:lnTo>
                  <a:lnTo>
                    <a:pt x="70460" y="54443"/>
                  </a:lnTo>
                  <a:lnTo>
                    <a:pt x="1" y="54443"/>
                  </a:lnTo>
                  <a:lnTo>
                    <a:pt x="1" y="67262"/>
                  </a:lnTo>
                  <a:lnTo>
                    <a:pt x="185738" y="67262"/>
                  </a:lnTo>
                  <a:lnTo>
                    <a:pt x="185738" y="54443"/>
                  </a:lnTo>
                  <a:lnTo>
                    <a:pt x="115279" y="54443"/>
                  </a:lnTo>
                  <a:lnTo>
                    <a:pt x="115279" y="25639"/>
                  </a:lnTo>
                  <a:lnTo>
                    <a:pt x="9287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68"/>
            <p:cNvSpPr/>
            <p:nvPr/>
          </p:nvSpPr>
          <p:spPr>
            <a:xfrm>
              <a:off x="1558400" y="2067275"/>
              <a:ext cx="4483625" cy="3282400"/>
            </a:xfrm>
            <a:custGeom>
              <a:avLst/>
              <a:gdLst/>
              <a:ahLst/>
              <a:cxnLst/>
              <a:rect l="l" t="t" r="r" b="b"/>
              <a:pathLst>
                <a:path w="179345" h="131296" extrusionOk="0">
                  <a:moveTo>
                    <a:pt x="1" y="0"/>
                  </a:moveTo>
                  <a:lnTo>
                    <a:pt x="1" y="131295"/>
                  </a:lnTo>
                  <a:lnTo>
                    <a:pt x="179345" y="131295"/>
                  </a:lnTo>
                  <a:lnTo>
                    <a:pt x="17934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68"/>
            <p:cNvSpPr/>
            <p:nvPr/>
          </p:nvSpPr>
          <p:spPr>
            <a:xfrm>
              <a:off x="1558400" y="2067275"/>
              <a:ext cx="3282400" cy="3282400"/>
            </a:xfrm>
            <a:custGeom>
              <a:avLst/>
              <a:gdLst/>
              <a:ahLst/>
              <a:cxnLst/>
              <a:rect l="l" t="t" r="r" b="b"/>
              <a:pathLst>
                <a:path w="131296" h="131296" extrusionOk="0">
                  <a:moveTo>
                    <a:pt x="1" y="0"/>
                  </a:moveTo>
                  <a:lnTo>
                    <a:pt x="1" y="131295"/>
                  </a:lnTo>
                  <a:lnTo>
                    <a:pt x="131296" y="131295"/>
                  </a:lnTo>
                  <a:lnTo>
                    <a:pt x="13129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68"/>
            <p:cNvSpPr/>
            <p:nvPr/>
          </p:nvSpPr>
          <p:spPr>
            <a:xfrm>
              <a:off x="3071150" y="4869325"/>
              <a:ext cx="1450800" cy="560275"/>
            </a:xfrm>
            <a:custGeom>
              <a:avLst/>
              <a:gdLst/>
              <a:ahLst/>
              <a:cxnLst/>
              <a:rect l="l" t="t" r="r" b="b"/>
              <a:pathLst>
                <a:path w="58032" h="22411" extrusionOk="0">
                  <a:moveTo>
                    <a:pt x="16343" y="0"/>
                  </a:moveTo>
                  <a:lnTo>
                    <a:pt x="0" y="22410"/>
                  </a:lnTo>
                  <a:lnTo>
                    <a:pt x="58031" y="22410"/>
                  </a:lnTo>
                  <a:lnTo>
                    <a:pt x="41982" y="0"/>
                  </a:lnTo>
                  <a:close/>
                </a:path>
              </a:pathLst>
            </a:custGeom>
            <a:solidFill>
              <a:srgbClr val="A5C6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68"/>
            <p:cNvSpPr/>
            <p:nvPr/>
          </p:nvSpPr>
          <p:spPr>
            <a:xfrm>
              <a:off x="1958800" y="2467675"/>
              <a:ext cx="400450" cy="2161100"/>
            </a:xfrm>
            <a:custGeom>
              <a:avLst/>
              <a:gdLst/>
              <a:ahLst/>
              <a:cxnLst/>
              <a:rect l="l" t="t" r="r" b="b"/>
              <a:pathLst>
                <a:path w="16018" h="86444" extrusionOk="0">
                  <a:moveTo>
                    <a:pt x="1" y="1"/>
                  </a:moveTo>
                  <a:lnTo>
                    <a:pt x="1" y="86443"/>
                  </a:lnTo>
                  <a:lnTo>
                    <a:pt x="16017" y="86443"/>
                  </a:lnTo>
                  <a:lnTo>
                    <a:pt x="1601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68"/>
            <p:cNvSpPr/>
            <p:nvPr/>
          </p:nvSpPr>
          <p:spPr>
            <a:xfrm>
              <a:off x="2679700" y="2467675"/>
              <a:ext cx="400450" cy="2161100"/>
            </a:xfrm>
            <a:custGeom>
              <a:avLst/>
              <a:gdLst/>
              <a:ahLst/>
              <a:cxnLst/>
              <a:rect l="l" t="t" r="r" b="b"/>
              <a:pathLst>
                <a:path w="16018" h="86444" extrusionOk="0">
                  <a:moveTo>
                    <a:pt x="1" y="1"/>
                  </a:moveTo>
                  <a:lnTo>
                    <a:pt x="1" y="86443"/>
                  </a:lnTo>
                  <a:lnTo>
                    <a:pt x="16017" y="86443"/>
                  </a:lnTo>
                  <a:lnTo>
                    <a:pt x="1601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68"/>
            <p:cNvSpPr/>
            <p:nvPr/>
          </p:nvSpPr>
          <p:spPr>
            <a:xfrm>
              <a:off x="1958800" y="2467675"/>
              <a:ext cx="400450" cy="1520925"/>
            </a:xfrm>
            <a:custGeom>
              <a:avLst/>
              <a:gdLst/>
              <a:ahLst/>
              <a:cxnLst/>
              <a:rect l="l" t="t" r="r" b="b"/>
              <a:pathLst>
                <a:path w="16018" h="60837" extrusionOk="0">
                  <a:moveTo>
                    <a:pt x="1" y="1"/>
                  </a:moveTo>
                  <a:lnTo>
                    <a:pt x="1" y="60837"/>
                  </a:lnTo>
                  <a:lnTo>
                    <a:pt x="16017" y="60837"/>
                  </a:lnTo>
                  <a:lnTo>
                    <a:pt x="160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68"/>
            <p:cNvSpPr/>
            <p:nvPr/>
          </p:nvSpPr>
          <p:spPr>
            <a:xfrm>
              <a:off x="2679700" y="2467675"/>
              <a:ext cx="400450" cy="879950"/>
            </a:xfrm>
            <a:custGeom>
              <a:avLst/>
              <a:gdLst/>
              <a:ahLst/>
              <a:cxnLst/>
              <a:rect l="l" t="t" r="r" b="b"/>
              <a:pathLst>
                <a:path w="16018" h="35198" extrusionOk="0">
                  <a:moveTo>
                    <a:pt x="1" y="1"/>
                  </a:moveTo>
                  <a:lnTo>
                    <a:pt x="1" y="35198"/>
                  </a:lnTo>
                  <a:lnTo>
                    <a:pt x="16017" y="35198"/>
                  </a:lnTo>
                  <a:lnTo>
                    <a:pt x="160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68"/>
            <p:cNvSpPr/>
            <p:nvPr/>
          </p:nvSpPr>
          <p:spPr>
            <a:xfrm>
              <a:off x="4521100" y="2467675"/>
              <a:ext cx="399625" cy="2161100"/>
            </a:xfrm>
            <a:custGeom>
              <a:avLst/>
              <a:gdLst/>
              <a:ahLst/>
              <a:cxnLst/>
              <a:rect l="l" t="t" r="r" b="b"/>
              <a:pathLst>
                <a:path w="15985" h="86444" extrusionOk="0">
                  <a:moveTo>
                    <a:pt x="1" y="1"/>
                  </a:moveTo>
                  <a:lnTo>
                    <a:pt x="1" y="86443"/>
                  </a:lnTo>
                  <a:lnTo>
                    <a:pt x="15984" y="86443"/>
                  </a:lnTo>
                  <a:lnTo>
                    <a:pt x="1598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68"/>
            <p:cNvSpPr/>
            <p:nvPr/>
          </p:nvSpPr>
          <p:spPr>
            <a:xfrm>
              <a:off x="5241175" y="2467675"/>
              <a:ext cx="400450" cy="2161100"/>
            </a:xfrm>
            <a:custGeom>
              <a:avLst/>
              <a:gdLst/>
              <a:ahLst/>
              <a:cxnLst/>
              <a:rect l="l" t="t" r="r" b="b"/>
              <a:pathLst>
                <a:path w="16018" h="86444" extrusionOk="0">
                  <a:moveTo>
                    <a:pt x="1" y="1"/>
                  </a:moveTo>
                  <a:lnTo>
                    <a:pt x="1" y="86443"/>
                  </a:lnTo>
                  <a:lnTo>
                    <a:pt x="16017" y="86443"/>
                  </a:lnTo>
                  <a:lnTo>
                    <a:pt x="1601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68"/>
            <p:cNvSpPr/>
            <p:nvPr/>
          </p:nvSpPr>
          <p:spPr>
            <a:xfrm>
              <a:off x="4521100" y="2467675"/>
              <a:ext cx="399625" cy="400450"/>
            </a:xfrm>
            <a:custGeom>
              <a:avLst/>
              <a:gdLst/>
              <a:ahLst/>
              <a:cxnLst/>
              <a:rect l="l" t="t" r="r" b="b"/>
              <a:pathLst>
                <a:path w="15985" h="16018" extrusionOk="0">
                  <a:moveTo>
                    <a:pt x="1" y="1"/>
                  </a:moveTo>
                  <a:lnTo>
                    <a:pt x="1" y="16017"/>
                  </a:lnTo>
                  <a:lnTo>
                    <a:pt x="15984" y="16017"/>
                  </a:lnTo>
                  <a:lnTo>
                    <a:pt x="1598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68"/>
            <p:cNvSpPr/>
            <p:nvPr/>
          </p:nvSpPr>
          <p:spPr>
            <a:xfrm>
              <a:off x="5241175" y="2467675"/>
              <a:ext cx="400450" cy="1520925"/>
            </a:xfrm>
            <a:custGeom>
              <a:avLst/>
              <a:gdLst/>
              <a:ahLst/>
              <a:cxnLst/>
              <a:rect l="l" t="t" r="r" b="b"/>
              <a:pathLst>
                <a:path w="16018" h="60837" extrusionOk="0">
                  <a:moveTo>
                    <a:pt x="1" y="1"/>
                  </a:moveTo>
                  <a:lnTo>
                    <a:pt x="1" y="60837"/>
                  </a:lnTo>
                  <a:lnTo>
                    <a:pt x="16017" y="60837"/>
                  </a:lnTo>
                  <a:lnTo>
                    <a:pt x="160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68"/>
            <p:cNvSpPr/>
            <p:nvPr/>
          </p:nvSpPr>
          <p:spPr>
            <a:xfrm>
              <a:off x="3479700" y="3027925"/>
              <a:ext cx="641025" cy="1841425"/>
            </a:xfrm>
            <a:custGeom>
              <a:avLst/>
              <a:gdLst/>
              <a:ahLst/>
              <a:cxnLst/>
              <a:rect l="l" t="t" r="r" b="b"/>
              <a:pathLst>
                <a:path w="25641" h="73657" extrusionOk="0">
                  <a:moveTo>
                    <a:pt x="1" y="1"/>
                  </a:moveTo>
                  <a:lnTo>
                    <a:pt x="1" y="73656"/>
                  </a:lnTo>
                  <a:lnTo>
                    <a:pt x="25640" y="73656"/>
                  </a:lnTo>
                  <a:lnTo>
                    <a:pt x="2564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68"/>
            <p:cNvSpPr/>
            <p:nvPr/>
          </p:nvSpPr>
          <p:spPr>
            <a:xfrm>
              <a:off x="1479300" y="2227100"/>
              <a:ext cx="158225" cy="2961925"/>
            </a:xfrm>
            <a:custGeom>
              <a:avLst/>
              <a:gdLst/>
              <a:ahLst/>
              <a:cxnLst/>
              <a:rect l="l" t="t" r="r" b="b"/>
              <a:pathLst>
                <a:path w="6329" h="118477" extrusionOk="0">
                  <a:moveTo>
                    <a:pt x="0" y="1"/>
                  </a:moveTo>
                  <a:lnTo>
                    <a:pt x="0" y="118476"/>
                  </a:lnTo>
                  <a:lnTo>
                    <a:pt x="6329" y="118476"/>
                  </a:lnTo>
                  <a:lnTo>
                    <a:pt x="632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68"/>
            <p:cNvSpPr/>
            <p:nvPr/>
          </p:nvSpPr>
          <p:spPr>
            <a:xfrm>
              <a:off x="5962900" y="2227100"/>
              <a:ext cx="158225" cy="2961925"/>
            </a:xfrm>
            <a:custGeom>
              <a:avLst/>
              <a:gdLst/>
              <a:ahLst/>
              <a:cxnLst/>
              <a:rect l="l" t="t" r="r" b="b"/>
              <a:pathLst>
                <a:path w="6329" h="118477" extrusionOk="0">
                  <a:moveTo>
                    <a:pt x="0" y="1"/>
                  </a:moveTo>
                  <a:lnTo>
                    <a:pt x="0" y="118476"/>
                  </a:lnTo>
                  <a:lnTo>
                    <a:pt x="6329" y="118476"/>
                  </a:lnTo>
                  <a:lnTo>
                    <a:pt x="632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68"/>
            <p:cNvSpPr/>
            <p:nvPr/>
          </p:nvSpPr>
          <p:spPr>
            <a:xfrm>
              <a:off x="3721100" y="1106625"/>
              <a:ext cx="158225" cy="480350"/>
            </a:xfrm>
            <a:custGeom>
              <a:avLst/>
              <a:gdLst/>
              <a:ahLst/>
              <a:cxnLst/>
              <a:rect l="l" t="t" r="r" b="b"/>
              <a:pathLst>
                <a:path w="6329" h="19214" extrusionOk="0">
                  <a:moveTo>
                    <a:pt x="0" y="0"/>
                  </a:moveTo>
                  <a:lnTo>
                    <a:pt x="0" y="19213"/>
                  </a:lnTo>
                  <a:lnTo>
                    <a:pt x="6329" y="19213"/>
                  </a:lnTo>
                  <a:lnTo>
                    <a:pt x="632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68"/>
            <p:cNvSpPr/>
            <p:nvPr/>
          </p:nvSpPr>
          <p:spPr>
            <a:xfrm>
              <a:off x="1190625" y="265850"/>
              <a:ext cx="5219200" cy="1560050"/>
            </a:xfrm>
            <a:custGeom>
              <a:avLst/>
              <a:gdLst/>
              <a:ahLst/>
              <a:cxnLst/>
              <a:rect l="l" t="t" r="r" b="b"/>
              <a:pathLst>
                <a:path w="208768" h="62402" extrusionOk="0">
                  <a:moveTo>
                    <a:pt x="104384" y="0"/>
                  </a:moveTo>
                  <a:lnTo>
                    <a:pt x="78810" y="29227"/>
                  </a:lnTo>
                  <a:lnTo>
                    <a:pt x="78810" y="56074"/>
                  </a:lnTo>
                  <a:lnTo>
                    <a:pt x="10243" y="56074"/>
                  </a:lnTo>
                  <a:lnTo>
                    <a:pt x="19866" y="36795"/>
                  </a:lnTo>
                  <a:lnTo>
                    <a:pt x="75580" y="36795"/>
                  </a:lnTo>
                  <a:lnTo>
                    <a:pt x="75580" y="30467"/>
                  </a:lnTo>
                  <a:lnTo>
                    <a:pt x="15984" y="30467"/>
                  </a:lnTo>
                  <a:lnTo>
                    <a:pt x="0" y="62402"/>
                  </a:lnTo>
                  <a:lnTo>
                    <a:pt x="85138" y="62402"/>
                  </a:lnTo>
                  <a:lnTo>
                    <a:pt x="85138" y="31609"/>
                  </a:lnTo>
                  <a:lnTo>
                    <a:pt x="104384" y="9623"/>
                  </a:lnTo>
                  <a:lnTo>
                    <a:pt x="123629" y="31609"/>
                  </a:lnTo>
                  <a:lnTo>
                    <a:pt x="123629" y="62402"/>
                  </a:lnTo>
                  <a:lnTo>
                    <a:pt x="208767" y="62402"/>
                  </a:lnTo>
                  <a:lnTo>
                    <a:pt x="192783" y="30467"/>
                  </a:lnTo>
                  <a:lnTo>
                    <a:pt x="133187" y="30467"/>
                  </a:lnTo>
                  <a:lnTo>
                    <a:pt x="133187" y="36795"/>
                  </a:lnTo>
                  <a:lnTo>
                    <a:pt x="188902" y="36795"/>
                  </a:lnTo>
                  <a:lnTo>
                    <a:pt x="198524" y="56074"/>
                  </a:lnTo>
                  <a:lnTo>
                    <a:pt x="129958" y="56074"/>
                  </a:lnTo>
                  <a:lnTo>
                    <a:pt x="129958" y="29227"/>
                  </a:lnTo>
                  <a:lnTo>
                    <a:pt x="10438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68"/>
            <p:cNvSpPr/>
            <p:nvPr/>
          </p:nvSpPr>
          <p:spPr>
            <a:xfrm>
              <a:off x="1399375" y="1907425"/>
              <a:ext cx="4801675" cy="238975"/>
            </a:xfrm>
            <a:custGeom>
              <a:avLst/>
              <a:gdLst/>
              <a:ahLst/>
              <a:cxnLst/>
              <a:rect l="l" t="t" r="r" b="b"/>
              <a:pathLst>
                <a:path w="192067" h="9559" extrusionOk="0">
                  <a:moveTo>
                    <a:pt x="1" y="1"/>
                  </a:moveTo>
                  <a:lnTo>
                    <a:pt x="1" y="9558"/>
                  </a:lnTo>
                  <a:lnTo>
                    <a:pt x="192066" y="9558"/>
                  </a:lnTo>
                  <a:lnTo>
                    <a:pt x="192066" y="1"/>
                  </a:lnTo>
                  <a:lnTo>
                    <a:pt x="185738" y="1"/>
                  </a:lnTo>
                  <a:lnTo>
                    <a:pt x="185738" y="3230"/>
                  </a:lnTo>
                  <a:lnTo>
                    <a:pt x="6329" y="3230"/>
                  </a:lnTo>
                  <a:lnTo>
                    <a:pt x="632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68"/>
            <p:cNvSpPr/>
            <p:nvPr/>
          </p:nvSpPr>
          <p:spPr>
            <a:xfrm>
              <a:off x="3080125" y="5270550"/>
              <a:ext cx="1441000" cy="158225"/>
            </a:xfrm>
            <a:custGeom>
              <a:avLst/>
              <a:gdLst/>
              <a:ahLst/>
              <a:cxnLst/>
              <a:rect l="l" t="t" r="r" b="b"/>
              <a:pathLst>
                <a:path w="57640" h="6329" extrusionOk="0">
                  <a:moveTo>
                    <a:pt x="0" y="0"/>
                  </a:moveTo>
                  <a:lnTo>
                    <a:pt x="0" y="6328"/>
                  </a:lnTo>
                  <a:lnTo>
                    <a:pt x="57640" y="6328"/>
                  </a:lnTo>
                  <a:lnTo>
                    <a:pt x="5764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68"/>
            <p:cNvSpPr/>
            <p:nvPr/>
          </p:nvSpPr>
          <p:spPr>
            <a:xfrm>
              <a:off x="4601025" y="5270550"/>
              <a:ext cx="1760675" cy="158225"/>
            </a:xfrm>
            <a:custGeom>
              <a:avLst/>
              <a:gdLst/>
              <a:ahLst/>
              <a:cxnLst/>
              <a:rect l="l" t="t" r="r" b="b"/>
              <a:pathLst>
                <a:path w="70427" h="6329" extrusionOk="0">
                  <a:moveTo>
                    <a:pt x="0" y="0"/>
                  </a:moveTo>
                  <a:lnTo>
                    <a:pt x="0" y="6328"/>
                  </a:lnTo>
                  <a:lnTo>
                    <a:pt x="70427" y="6328"/>
                  </a:lnTo>
                  <a:lnTo>
                    <a:pt x="7042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68"/>
            <p:cNvSpPr/>
            <p:nvPr/>
          </p:nvSpPr>
          <p:spPr>
            <a:xfrm>
              <a:off x="1238725" y="5270550"/>
              <a:ext cx="1760675" cy="158225"/>
            </a:xfrm>
            <a:custGeom>
              <a:avLst/>
              <a:gdLst/>
              <a:ahLst/>
              <a:cxnLst/>
              <a:rect l="l" t="t" r="r" b="b"/>
              <a:pathLst>
                <a:path w="70427" h="6329" extrusionOk="0">
                  <a:moveTo>
                    <a:pt x="1" y="0"/>
                  </a:moveTo>
                  <a:lnTo>
                    <a:pt x="1" y="6328"/>
                  </a:lnTo>
                  <a:lnTo>
                    <a:pt x="70427" y="6328"/>
                  </a:lnTo>
                  <a:lnTo>
                    <a:pt x="7042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68"/>
            <p:cNvSpPr/>
            <p:nvPr/>
          </p:nvSpPr>
          <p:spPr>
            <a:xfrm>
              <a:off x="3239950" y="5029975"/>
              <a:ext cx="1120525" cy="158225"/>
            </a:xfrm>
            <a:custGeom>
              <a:avLst/>
              <a:gdLst/>
              <a:ahLst/>
              <a:cxnLst/>
              <a:rect l="l" t="t" r="r" b="b"/>
              <a:pathLst>
                <a:path w="44821" h="6329" extrusionOk="0">
                  <a:moveTo>
                    <a:pt x="1" y="0"/>
                  </a:moveTo>
                  <a:lnTo>
                    <a:pt x="1" y="6329"/>
                  </a:lnTo>
                  <a:lnTo>
                    <a:pt x="44820" y="6329"/>
                  </a:lnTo>
                  <a:lnTo>
                    <a:pt x="4482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68"/>
            <p:cNvSpPr/>
            <p:nvPr/>
          </p:nvSpPr>
          <p:spPr>
            <a:xfrm>
              <a:off x="3400600" y="2948825"/>
              <a:ext cx="799225" cy="1759875"/>
            </a:xfrm>
            <a:custGeom>
              <a:avLst/>
              <a:gdLst/>
              <a:ahLst/>
              <a:cxnLst/>
              <a:rect l="l" t="t" r="r" b="b"/>
              <a:pathLst>
                <a:path w="31969" h="70395" extrusionOk="0">
                  <a:moveTo>
                    <a:pt x="1" y="0"/>
                  </a:moveTo>
                  <a:lnTo>
                    <a:pt x="1" y="70394"/>
                  </a:lnTo>
                  <a:lnTo>
                    <a:pt x="6329" y="70394"/>
                  </a:lnTo>
                  <a:lnTo>
                    <a:pt x="6329" y="6329"/>
                  </a:lnTo>
                  <a:lnTo>
                    <a:pt x="25640" y="6329"/>
                  </a:lnTo>
                  <a:lnTo>
                    <a:pt x="25640" y="70394"/>
                  </a:lnTo>
                  <a:lnTo>
                    <a:pt x="31968" y="70394"/>
                  </a:lnTo>
                  <a:lnTo>
                    <a:pt x="319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68"/>
            <p:cNvSpPr/>
            <p:nvPr/>
          </p:nvSpPr>
          <p:spPr>
            <a:xfrm>
              <a:off x="1879700" y="2388575"/>
              <a:ext cx="558650" cy="2319300"/>
            </a:xfrm>
            <a:custGeom>
              <a:avLst/>
              <a:gdLst/>
              <a:ahLst/>
              <a:cxnLst/>
              <a:rect l="l" t="t" r="r" b="b"/>
              <a:pathLst>
                <a:path w="22346" h="92772" extrusionOk="0">
                  <a:moveTo>
                    <a:pt x="16017" y="6329"/>
                  </a:moveTo>
                  <a:lnTo>
                    <a:pt x="16017" y="60837"/>
                  </a:lnTo>
                  <a:lnTo>
                    <a:pt x="6329" y="60837"/>
                  </a:lnTo>
                  <a:lnTo>
                    <a:pt x="6329" y="6329"/>
                  </a:lnTo>
                  <a:close/>
                  <a:moveTo>
                    <a:pt x="16017" y="67165"/>
                  </a:moveTo>
                  <a:lnTo>
                    <a:pt x="16017" y="86443"/>
                  </a:lnTo>
                  <a:lnTo>
                    <a:pt x="6329" y="86443"/>
                  </a:lnTo>
                  <a:lnTo>
                    <a:pt x="6329" y="67165"/>
                  </a:lnTo>
                  <a:close/>
                  <a:moveTo>
                    <a:pt x="1" y="1"/>
                  </a:moveTo>
                  <a:lnTo>
                    <a:pt x="1" y="92771"/>
                  </a:lnTo>
                  <a:lnTo>
                    <a:pt x="22345" y="92771"/>
                  </a:lnTo>
                  <a:lnTo>
                    <a:pt x="2234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68"/>
            <p:cNvSpPr/>
            <p:nvPr/>
          </p:nvSpPr>
          <p:spPr>
            <a:xfrm>
              <a:off x="2600600" y="2388575"/>
              <a:ext cx="557825" cy="2319300"/>
            </a:xfrm>
            <a:custGeom>
              <a:avLst/>
              <a:gdLst/>
              <a:ahLst/>
              <a:cxnLst/>
              <a:rect l="l" t="t" r="r" b="b"/>
              <a:pathLst>
                <a:path w="22313" h="92772" extrusionOk="0">
                  <a:moveTo>
                    <a:pt x="16017" y="6329"/>
                  </a:moveTo>
                  <a:lnTo>
                    <a:pt x="16017" y="35230"/>
                  </a:lnTo>
                  <a:lnTo>
                    <a:pt x="6329" y="35230"/>
                  </a:lnTo>
                  <a:lnTo>
                    <a:pt x="6329" y="6329"/>
                  </a:lnTo>
                  <a:close/>
                  <a:moveTo>
                    <a:pt x="16017" y="41526"/>
                  </a:moveTo>
                  <a:lnTo>
                    <a:pt x="16017" y="86443"/>
                  </a:lnTo>
                  <a:lnTo>
                    <a:pt x="6329" y="86443"/>
                  </a:lnTo>
                  <a:lnTo>
                    <a:pt x="6329" y="41526"/>
                  </a:lnTo>
                  <a:close/>
                  <a:moveTo>
                    <a:pt x="1" y="1"/>
                  </a:moveTo>
                  <a:lnTo>
                    <a:pt x="1" y="92771"/>
                  </a:lnTo>
                  <a:lnTo>
                    <a:pt x="22313" y="92771"/>
                  </a:lnTo>
                  <a:lnTo>
                    <a:pt x="223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68"/>
            <p:cNvSpPr/>
            <p:nvPr/>
          </p:nvSpPr>
          <p:spPr>
            <a:xfrm>
              <a:off x="4442000" y="2388575"/>
              <a:ext cx="557825" cy="2319300"/>
            </a:xfrm>
            <a:custGeom>
              <a:avLst/>
              <a:gdLst/>
              <a:ahLst/>
              <a:cxnLst/>
              <a:rect l="l" t="t" r="r" b="b"/>
              <a:pathLst>
                <a:path w="22313" h="92772" extrusionOk="0">
                  <a:moveTo>
                    <a:pt x="15984" y="6329"/>
                  </a:moveTo>
                  <a:lnTo>
                    <a:pt x="15984" y="16017"/>
                  </a:lnTo>
                  <a:lnTo>
                    <a:pt x="6296" y="16017"/>
                  </a:lnTo>
                  <a:lnTo>
                    <a:pt x="6296" y="6329"/>
                  </a:lnTo>
                  <a:close/>
                  <a:moveTo>
                    <a:pt x="15984" y="22313"/>
                  </a:moveTo>
                  <a:lnTo>
                    <a:pt x="15984" y="86443"/>
                  </a:lnTo>
                  <a:lnTo>
                    <a:pt x="6296" y="86443"/>
                  </a:lnTo>
                  <a:lnTo>
                    <a:pt x="6296" y="22313"/>
                  </a:lnTo>
                  <a:close/>
                  <a:moveTo>
                    <a:pt x="0" y="1"/>
                  </a:moveTo>
                  <a:lnTo>
                    <a:pt x="0" y="92771"/>
                  </a:lnTo>
                  <a:lnTo>
                    <a:pt x="22312" y="92771"/>
                  </a:lnTo>
                  <a:lnTo>
                    <a:pt x="2231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68"/>
            <p:cNvSpPr/>
            <p:nvPr/>
          </p:nvSpPr>
          <p:spPr>
            <a:xfrm>
              <a:off x="5162075" y="2388575"/>
              <a:ext cx="558650" cy="2319300"/>
            </a:xfrm>
            <a:custGeom>
              <a:avLst/>
              <a:gdLst/>
              <a:ahLst/>
              <a:cxnLst/>
              <a:rect l="l" t="t" r="r" b="b"/>
              <a:pathLst>
                <a:path w="22346" h="92772" extrusionOk="0">
                  <a:moveTo>
                    <a:pt x="16017" y="6329"/>
                  </a:moveTo>
                  <a:lnTo>
                    <a:pt x="16017" y="60837"/>
                  </a:lnTo>
                  <a:lnTo>
                    <a:pt x="6329" y="60837"/>
                  </a:lnTo>
                  <a:lnTo>
                    <a:pt x="6329" y="6329"/>
                  </a:lnTo>
                  <a:close/>
                  <a:moveTo>
                    <a:pt x="16017" y="67165"/>
                  </a:moveTo>
                  <a:lnTo>
                    <a:pt x="16017" y="86443"/>
                  </a:lnTo>
                  <a:lnTo>
                    <a:pt x="6329" y="86443"/>
                  </a:lnTo>
                  <a:lnTo>
                    <a:pt x="6329" y="67165"/>
                  </a:lnTo>
                  <a:close/>
                  <a:moveTo>
                    <a:pt x="1" y="1"/>
                  </a:moveTo>
                  <a:lnTo>
                    <a:pt x="1" y="92771"/>
                  </a:lnTo>
                  <a:lnTo>
                    <a:pt x="22345" y="92771"/>
                  </a:lnTo>
                  <a:lnTo>
                    <a:pt x="2234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68"/>
            <p:cNvSpPr/>
            <p:nvPr/>
          </p:nvSpPr>
          <p:spPr>
            <a:xfrm>
              <a:off x="3641175" y="3988575"/>
              <a:ext cx="158225" cy="159875"/>
            </a:xfrm>
            <a:custGeom>
              <a:avLst/>
              <a:gdLst/>
              <a:ahLst/>
              <a:cxnLst/>
              <a:rect l="l" t="t" r="r" b="b"/>
              <a:pathLst>
                <a:path w="6329" h="6395" extrusionOk="0">
                  <a:moveTo>
                    <a:pt x="1" y="1"/>
                  </a:moveTo>
                  <a:lnTo>
                    <a:pt x="1" y="6394"/>
                  </a:lnTo>
                  <a:lnTo>
                    <a:pt x="6329" y="6394"/>
                  </a:lnTo>
                  <a:lnTo>
                    <a:pt x="632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68"/>
            <p:cNvSpPr/>
            <p:nvPr/>
          </p:nvSpPr>
          <p:spPr>
            <a:xfrm>
              <a:off x="3399800" y="4790225"/>
              <a:ext cx="800825" cy="158225"/>
            </a:xfrm>
            <a:custGeom>
              <a:avLst/>
              <a:gdLst/>
              <a:ahLst/>
              <a:cxnLst/>
              <a:rect l="l" t="t" r="r" b="b"/>
              <a:pathLst>
                <a:path w="32033" h="6329" extrusionOk="0">
                  <a:moveTo>
                    <a:pt x="0" y="0"/>
                  </a:moveTo>
                  <a:lnTo>
                    <a:pt x="0" y="6328"/>
                  </a:lnTo>
                  <a:lnTo>
                    <a:pt x="32033" y="6328"/>
                  </a:lnTo>
                  <a:lnTo>
                    <a:pt x="3203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 name="Google Shape;1489;p68">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68">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432"/>
                                        </p:tgtEl>
                                        <p:attrNameLst>
                                          <p:attrName>style.visibility</p:attrName>
                                        </p:attrNameLst>
                                      </p:cBhvr>
                                      <p:to>
                                        <p:strVal val="visible"/>
                                      </p:to>
                                    </p:set>
                                    <p:animEffect transition="in" filter="fade">
                                      <p:cBhvr>
                                        <p:cTn id="7" dur="1000"/>
                                        <p:tgtEl>
                                          <p:spTgt spid="1432"/>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1448"/>
                                        </p:tgtEl>
                                        <p:attrNameLst>
                                          <p:attrName>style.visibility</p:attrName>
                                        </p:attrNameLst>
                                      </p:cBhvr>
                                      <p:to>
                                        <p:strVal val="visible"/>
                                      </p:to>
                                    </p:set>
                                    <p:animEffect transition="in" filter="fade">
                                      <p:cBhvr>
                                        <p:cTn id="11" dur="1000"/>
                                        <p:tgtEl>
                                          <p:spTgt spid="1448"/>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1458"/>
                                        </p:tgtEl>
                                        <p:attrNameLst>
                                          <p:attrName>style.visibility</p:attrName>
                                        </p:attrNameLst>
                                      </p:cBhvr>
                                      <p:to>
                                        <p:strVal val="visible"/>
                                      </p:to>
                                    </p:set>
                                    <p:animEffect transition="in" filter="fade">
                                      <p:cBhvr>
                                        <p:cTn id="15" dur="1000"/>
                                        <p:tgtEl>
                                          <p:spTgt spid="14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Shape 1494"/>
        <p:cNvGrpSpPr/>
        <p:nvPr/>
      </p:nvGrpSpPr>
      <p:grpSpPr>
        <a:xfrm>
          <a:off x="0" y="0"/>
          <a:ext cx="0" cy="0"/>
          <a:chOff x="0" y="0"/>
          <a:chExt cx="0" cy="0"/>
        </a:xfrm>
      </p:grpSpPr>
      <p:cxnSp>
        <p:nvCxnSpPr>
          <p:cNvPr id="1495" name="Google Shape;1495;p69"/>
          <p:cNvCxnSpPr/>
          <p:nvPr/>
        </p:nvCxnSpPr>
        <p:spPr>
          <a:xfrm rot="10800000">
            <a:off x="7486800" y="4229100"/>
            <a:ext cx="1962000" cy="0"/>
          </a:xfrm>
          <a:prstGeom prst="straightConnector1">
            <a:avLst/>
          </a:prstGeom>
          <a:noFill/>
          <a:ln w="28575" cap="flat" cmpd="sng">
            <a:solidFill>
              <a:schemeClr val="accent5"/>
            </a:solidFill>
            <a:prstDash val="solid"/>
            <a:round/>
            <a:headEnd type="none" w="med" len="med"/>
            <a:tailEnd type="none" w="med" len="med"/>
          </a:ln>
        </p:spPr>
      </p:cxnSp>
      <p:grpSp>
        <p:nvGrpSpPr>
          <p:cNvPr id="1496" name="Google Shape;1496;p69"/>
          <p:cNvGrpSpPr/>
          <p:nvPr/>
        </p:nvGrpSpPr>
        <p:grpSpPr>
          <a:xfrm flipH="1">
            <a:off x="7419845" y="2555768"/>
            <a:ext cx="1557355" cy="1871220"/>
            <a:chOff x="3524120" y="2975243"/>
            <a:chExt cx="1557355" cy="1871220"/>
          </a:xfrm>
        </p:grpSpPr>
        <p:grpSp>
          <p:nvGrpSpPr>
            <p:cNvPr id="1497" name="Google Shape;1497;p69"/>
            <p:cNvGrpSpPr/>
            <p:nvPr/>
          </p:nvGrpSpPr>
          <p:grpSpPr>
            <a:xfrm>
              <a:off x="3524120" y="4307399"/>
              <a:ext cx="1557355" cy="539064"/>
              <a:chOff x="3457434" y="4469778"/>
              <a:chExt cx="1572451" cy="544289"/>
            </a:xfrm>
          </p:grpSpPr>
          <p:sp>
            <p:nvSpPr>
              <p:cNvPr id="1498" name="Google Shape;1498;p69"/>
              <p:cNvSpPr/>
              <p:nvPr/>
            </p:nvSpPr>
            <p:spPr>
              <a:xfrm>
                <a:off x="3457434" y="4667694"/>
                <a:ext cx="1467538" cy="346372"/>
              </a:xfrm>
              <a:custGeom>
                <a:avLst/>
                <a:gdLst/>
                <a:ahLst/>
                <a:cxnLst/>
                <a:rect l="l" t="t" r="r" b="b"/>
                <a:pathLst>
                  <a:path w="60617" h="14307" extrusionOk="0">
                    <a:moveTo>
                      <a:pt x="7848" y="0"/>
                    </a:moveTo>
                    <a:cubicBezTo>
                      <a:pt x="3393" y="0"/>
                      <a:pt x="1" y="3229"/>
                      <a:pt x="1" y="7153"/>
                    </a:cubicBezTo>
                    <a:cubicBezTo>
                      <a:pt x="1" y="11077"/>
                      <a:pt x="3393" y="14306"/>
                      <a:pt x="7848" y="14306"/>
                    </a:cubicBezTo>
                    <a:lnTo>
                      <a:pt x="60617" y="14306"/>
                    </a:lnTo>
                    <a:lnTo>
                      <a:pt x="60617" y="0"/>
                    </a:ln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69"/>
              <p:cNvSpPr/>
              <p:nvPr/>
            </p:nvSpPr>
            <p:spPr>
              <a:xfrm>
                <a:off x="3531662" y="4713209"/>
                <a:ext cx="1393310" cy="255319"/>
              </a:xfrm>
              <a:custGeom>
                <a:avLst/>
                <a:gdLst/>
                <a:ahLst/>
                <a:cxnLst/>
                <a:rect l="l" t="t" r="r" b="b"/>
                <a:pathLst>
                  <a:path w="57551" h="10546" extrusionOk="0">
                    <a:moveTo>
                      <a:pt x="7480" y="0"/>
                    </a:moveTo>
                    <a:cubicBezTo>
                      <a:pt x="3393" y="0"/>
                      <a:pt x="0" y="2371"/>
                      <a:pt x="0" y="5273"/>
                    </a:cubicBezTo>
                    <a:cubicBezTo>
                      <a:pt x="0" y="8175"/>
                      <a:pt x="3393" y="10546"/>
                      <a:pt x="7480" y="10546"/>
                    </a:cubicBezTo>
                    <a:lnTo>
                      <a:pt x="57551" y="10546"/>
                    </a:lnTo>
                    <a:lnTo>
                      <a:pt x="575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69"/>
              <p:cNvSpPr/>
              <p:nvPr/>
            </p:nvSpPr>
            <p:spPr>
              <a:xfrm>
                <a:off x="3531662" y="4750807"/>
                <a:ext cx="1422023" cy="24"/>
              </a:xfrm>
              <a:custGeom>
                <a:avLst/>
                <a:gdLst/>
                <a:ahLst/>
                <a:cxnLst/>
                <a:rect l="l" t="t" r="r" b="b"/>
                <a:pathLst>
                  <a:path w="58737" h="1" extrusionOk="0">
                    <a:moveTo>
                      <a:pt x="0" y="1"/>
                    </a:moveTo>
                    <a:lnTo>
                      <a:pt x="5873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69"/>
              <p:cNvSpPr/>
              <p:nvPr/>
            </p:nvSpPr>
            <p:spPr>
              <a:xfrm>
                <a:off x="3598337" y="4741898"/>
                <a:ext cx="1422023" cy="16850"/>
              </a:xfrm>
              <a:custGeom>
                <a:avLst/>
                <a:gdLst/>
                <a:ahLst/>
                <a:cxnLst/>
                <a:rect l="l" t="t" r="r" b="b"/>
                <a:pathLst>
                  <a:path w="58737" h="696" extrusionOk="0">
                    <a:moveTo>
                      <a:pt x="0" y="1"/>
                    </a:moveTo>
                    <a:lnTo>
                      <a:pt x="0" y="696"/>
                    </a:lnTo>
                    <a:lnTo>
                      <a:pt x="58736" y="696"/>
                    </a:lnTo>
                    <a:lnTo>
                      <a:pt x="587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69"/>
              <p:cNvSpPr/>
              <p:nvPr/>
            </p:nvSpPr>
            <p:spPr>
              <a:xfrm>
                <a:off x="3531662" y="4812156"/>
                <a:ext cx="1422023" cy="24"/>
              </a:xfrm>
              <a:custGeom>
                <a:avLst/>
                <a:gdLst/>
                <a:ahLst/>
                <a:cxnLst/>
                <a:rect l="l" t="t" r="r" b="b"/>
                <a:pathLst>
                  <a:path w="58737" h="1" extrusionOk="0">
                    <a:moveTo>
                      <a:pt x="0" y="1"/>
                    </a:moveTo>
                    <a:lnTo>
                      <a:pt x="5873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69"/>
              <p:cNvSpPr/>
              <p:nvPr/>
            </p:nvSpPr>
            <p:spPr>
              <a:xfrm>
                <a:off x="3531662" y="4804239"/>
                <a:ext cx="1422023" cy="15858"/>
              </a:xfrm>
              <a:custGeom>
                <a:avLst/>
                <a:gdLst/>
                <a:ahLst/>
                <a:cxnLst/>
                <a:rect l="l" t="t" r="r" b="b"/>
                <a:pathLst>
                  <a:path w="58737" h="655" extrusionOk="0">
                    <a:moveTo>
                      <a:pt x="0" y="1"/>
                    </a:moveTo>
                    <a:lnTo>
                      <a:pt x="0" y="655"/>
                    </a:lnTo>
                    <a:lnTo>
                      <a:pt x="58736" y="655"/>
                    </a:lnTo>
                    <a:lnTo>
                      <a:pt x="587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69"/>
              <p:cNvSpPr/>
              <p:nvPr/>
            </p:nvSpPr>
            <p:spPr>
              <a:xfrm>
                <a:off x="3531662" y="4869557"/>
                <a:ext cx="1422023" cy="24"/>
              </a:xfrm>
              <a:custGeom>
                <a:avLst/>
                <a:gdLst/>
                <a:ahLst/>
                <a:cxnLst/>
                <a:rect l="l" t="t" r="r" b="b"/>
                <a:pathLst>
                  <a:path w="58737" h="1" extrusionOk="0">
                    <a:moveTo>
                      <a:pt x="0" y="0"/>
                    </a:moveTo>
                    <a:lnTo>
                      <a:pt x="5873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69"/>
              <p:cNvSpPr/>
              <p:nvPr/>
            </p:nvSpPr>
            <p:spPr>
              <a:xfrm>
                <a:off x="3531662" y="4861641"/>
                <a:ext cx="1422023" cy="16850"/>
              </a:xfrm>
              <a:custGeom>
                <a:avLst/>
                <a:gdLst/>
                <a:ahLst/>
                <a:cxnLst/>
                <a:rect l="l" t="t" r="r" b="b"/>
                <a:pathLst>
                  <a:path w="58737" h="696" extrusionOk="0">
                    <a:moveTo>
                      <a:pt x="0" y="0"/>
                    </a:moveTo>
                    <a:lnTo>
                      <a:pt x="0" y="695"/>
                    </a:lnTo>
                    <a:lnTo>
                      <a:pt x="58736" y="695"/>
                    </a:lnTo>
                    <a:lnTo>
                      <a:pt x="5873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69"/>
              <p:cNvSpPr/>
              <p:nvPr/>
            </p:nvSpPr>
            <p:spPr>
              <a:xfrm>
                <a:off x="3531662" y="4931898"/>
                <a:ext cx="1422023" cy="24"/>
              </a:xfrm>
              <a:custGeom>
                <a:avLst/>
                <a:gdLst/>
                <a:ahLst/>
                <a:cxnLst/>
                <a:rect l="l" t="t" r="r" b="b"/>
                <a:pathLst>
                  <a:path w="58737" h="1" extrusionOk="0">
                    <a:moveTo>
                      <a:pt x="0" y="0"/>
                    </a:moveTo>
                    <a:lnTo>
                      <a:pt x="5873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69"/>
              <p:cNvSpPr/>
              <p:nvPr/>
            </p:nvSpPr>
            <p:spPr>
              <a:xfrm>
                <a:off x="3607862" y="4923982"/>
                <a:ext cx="1422023" cy="15858"/>
              </a:xfrm>
              <a:custGeom>
                <a:avLst/>
                <a:gdLst/>
                <a:ahLst/>
                <a:cxnLst/>
                <a:rect l="l" t="t" r="r" b="b"/>
                <a:pathLst>
                  <a:path w="58737" h="655" extrusionOk="0">
                    <a:moveTo>
                      <a:pt x="0" y="0"/>
                    </a:moveTo>
                    <a:lnTo>
                      <a:pt x="0" y="654"/>
                    </a:lnTo>
                    <a:lnTo>
                      <a:pt x="58736" y="654"/>
                    </a:lnTo>
                    <a:lnTo>
                      <a:pt x="5873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69"/>
              <p:cNvSpPr/>
              <p:nvPr/>
            </p:nvSpPr>
            <p:spPr>
              <a:xfrm>
                <a:off x="3457434" y="4469778"/>
                <a:ext cx="1467538" cy="197941"/>
              </a:xfrm>
              <a:custGeom>
                <a:avLst/>
                <a:gdLst/>
                <a:ahLst/>
                <a:cxnLst/>
                <a:rect l="l" t="t" r="r" b="b"/>
                <a:pathLst>
                  <a:path w="60617" h="8176" extrusionOk="0">
                    <a:moveTo>
                      <a:pt x="7848" y="0"/>
                    </a:moveTo>
                    <a:cubicBezTo>
                      <a:pt x="3393" y="0"/>
                      <a:pt x="1" y="1881"/>
                      <a:pt x="1" y="4088"/>
                    </a:cubicBezTo>
                    <a:cubicBezTo>
                      <a:pt x="1" y="6295"/>
                      <a:pt x="3393" y="8175"/>
                      <a:pt x="7848" y="8175"/>
                    </a:cubicBezTo>
                    <a:lnTo>
                      <a:pt x="60617" y="8175"/>
                    </a:lnTo>
                    <a:lnTo>
                      <a:pt x="60617" y="0"/>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69"/>
              <p:cNvSpPr/>
              <p:nvPr/>
            </p:nvSpPr>
            <p:spPr>
              <a:xfrm>
                <a:off x="3531662" y="4494520"/>
                <a:ext cx="1393310" cy="144485"/>
              </a:xfrm>
              <a:custGeom>
                <a:avLst/>
                <a:gdLst/>
                <a:ahLst/>
                <a:cxnLst/>
                <a:rect l="l" t="t" r="r" b="b"/>
                <a:pathLst>
                  <a:path w="57551" h="5968" extrusionOk="0">
                    <a:moveTo>
                      <a:pt x="7480" y="0"/>
                    </a:moveTo>
                    <a:cubicBezTo>
                      <a:pt x="3393" y="0"/>
                      <a:pt x="0" y="1390"/>
                      <a:pt x="0" y="3066"/>
                    </a:cubicBezTo>
                    <a:cubicBezTo>
                      <a:pt x="0" y="4782"/>
                      <a:pt x="3393" y="5968"/>
                      <a:pt x="7480" y="5968"/>
                    </a:cubicBezTo>
                    <a:lnTo>
                      <a:pt x="57551" y="5968"/>
                    </a:lnTo>
                    <a:lnTo>
                      <a:pt x="575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69"/>
              <p:cNvSpPr/>
              <p:nvPr/>
            </p:nvSpPr>
            <p:spPr>
              <a:xfrm>
                <a:off x="3531662" y="4515293"/>
                <a:ext cx="1422023" cy="24"/>
              </a:xfrm>
              <a:custGeom>
                <a:avLst/>
                <a:gdLst/>
                <a:ahLst/>
                <a:cxnLst/>
                <a:rect l="l" t="t" r="r" b="b"/>
                <a:pathLst>
                  <a:path w="58737" h="1" extrusionOk="0">
                    <a:moveTo>
                      <a:pt x="0" y="1"/>
                    </a:moveTo>
                    <a:lnTo>
                      <a:pt x="5873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69"/>
              <p:cNvSpPr/>
              <p:nvPr/>
            </p:nvSpPr>
            <p:spPr>
              <a:xfrm>
                <a:off x="3607862" y="4507376"/>
                <a:ext cx="1422023" cy="15858"/>
              </a:xfrm>
              <a:custGeom>
                <a:avLst/>
                <a:gdLst/>
                <a:ahLst/>
                <a:cxnLst/>
                <a:rect l="l" t="t" r="r" b="b"/>
                <a:pathLst>
                  <a:path w="58737" h="655" extrusionOk="0">
                    <a:moveTo>
                      <a:pt x="0" y="1"/>
                    </a:moveTo>
                    <a:lnTo>
                      <a:pt x="0" y="655"/>
                    </a:lnTo>
                    <a:lnTo>
                      <a:pt x="58736" y="655"/>
                    </a:lnTo>
                    <a:lnTo>
                      <a:pt x="587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69"/>
              <p:cNvSpPr/>
              <p:nvPr/>
            </p:nvSpPr>
            <p:spPr>
              <a:xfrm>
                <a:off x="3531662" y="4552891"/>
                <a:ext cx="1422023" cy="24"/>
              </a:xfrm>
              <a:custGeom>
                <a:avLst/>
                <a:gdLst/>
                <a:ahLst/>
                <a:cxnLst/>
                <a:rect l="l" t="t" r="r" b="b"/>
                <a:pathLst>
                  <a:path w="58737" h="1" extrusionOk="0">
                    <a:moveTo>
                      <a:pt x="0" y="1"/>
                    </a:moveTo>
                    <a:lnTo>
                      <a:pt x="5873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69"/>
              <p:cNvSpPr/>
              <p:nvPr/>
            </p:nvSpPr>
            <p:spPr>
              <a:xfrm>
                <a:off x="3541187" y="4543981"/>
                <a:ext cx="1422023" cy="16850"/>
              </a:xfrm>
              <a:custGeom>
                <a:avLst/>
                <a:gdLst/>
                <a:ahLst/>
                <a:cxnLst/>
                <a:rect l="l" t="t" r="r" b="b"/>
                <a:pathLst>
                  <a:path w="58737" h="696" extrusionOk="0">
                    <a:moveTo>
                      <a:pt x="0" y="1"/>
                    </a:moveTo>
                    <a:lnTo>
                      <a:pt x="0" y="696"/>
                    </a:lnTo>
                    <a:lnTo>
                      <a:pt x="58736" y="696"/>
                    </a:lnTo>
                    <a:lnTo>
                      <a:pt x="587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69"/>
              <p:cNvSpPr/>
              <p:nvPr/>
            </p:nvSpPr>
            <p:spPr>
              <a:xfrm>
                <a:off x="3531662" y="4585550"/>
                <a:ext cx="1422023" cy="24"/>
              </a:xfrm>
              <a:custGeom>
                <a:avLst/>
                <a:gdLst/>
                <a:ahLst/>
                <a:cxnLst/>
                <a:rect l="l" t="t" r="r" b="b"/>
                <a:pathLst>
                  <a:path w="58737" h="1" extrusionOk="0">
                    <a:moveTo>
                      <a:pt x="0" y="1"/>
                    </a:moveTo>
                    <a:lnTo>
                      <a:pt x="5873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69"/>
              <p:cNvSpPr/>
              <p:nvPr/>
            </p:nvSpPr>
            <p:spPr>
              <a:xfrm>
                <a:off x="3531662" y="4618209"/>
                <a:ext cx="1422023" cy="24"/>
              </a:xfrm>
              <a:custGeom>
                <a:avLst/>
                <a:gdLst/>
                <a:ahLst/>
                <a:cxnLst/>
                <a:rect l="l" t="t" r="r" b="b"/>
                <a:pathLst>
                  <a:path w="58737" h="1" extrusionOk="0">
                    <a:moveTo>
                      <a:pt x="0" y="0"/>
                    </a:moveTo>
                    <a:lnTo>
                      <a:pt x="5873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69"/>
              <p:cNvSpPr/>
              <p:nvPr/>
            </p:nvSpPr>
            <p:spPr>
              <a:xfrm>
                <a:off x="3607862" y="4610293"/>
                <a:ext cx="1422023" cy="16850"/>
              </a:xfrm>
              <a:custGeom>
                <a:avLst/>
                <a:gdLst/>
                <a:ahLst/>
                <a:cxnLst/>
                <a:rect l="l" t="t" r="r" b="b"/>
                <a:pathLst>
                  <a:path w="58737" h="696" extrusionOk="0">
                    <a:moveTo>
                      <a:pt x="0" y="0"/>
                    </a:moveTo>
                    <a:lnTo>
                      <a:pt x="0" y="695"/>
                    </a:lnTo>
                    <a:lnTo>
                      <a:pt x="58736" y="695"/>
                    </a:lnTo>
                    <a:lnTo>
                      <a:pt x="5873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69"/>
              <p:cNvSpPr/>
              <p:nvPr/>
            </p:nvSpPr>
            <p:spPr>
              <a:xfrm>
                <a:off x="3541187" y="4577633"/>
                <a:ext cx="1422023" cy="15858"/>
              </a:xfrm>
              <a:custGeom>
                <a:avLst/>
                <a:gdLst/>
                <a:ahLst/>
                <a:cxnLst/>
                <a:rect l="l" t="t" r="r" b="b"/>
                <a:pathLst>
                  <a:path w="58737" h="655" extrusionOk="0">
                    <a:moveTo>
                      <a:pt x="0" y="1"/>
                    </a:moveTo>
                    <a:lnTo>
                      <a:pt x="0" y="655"/>
                    </a:lnTo>
                    <a:lnTo>
                      <a:pt x="58736" y="655"/>
                    </a:lnTo>
                    <a:lnTo>
                      <a:pt x="587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 name="Google Shape;1518;p69"/>
            <p:cNvGrpSpPr/>
            <p:nvPr/>
          </p:nvGrpSpPr>
          <p:grpSpPr>
            <a:xfrm>
              <a:off x="3850756" y="3717928"/>
              <a:ext cx="929104" cy="584457"/>
              <a:chOff x="-2101325" y="2739725"/>
              <a:chExt cx="1315825" cy="827725"/>
            </a:xfrm>
          </p:grpSpPr>
          <p:sp>
            <p:nvSpPr>
              <p:cNvPr id="1519" name="Google Shape;1519;p69"/>
              <p:cNvSpPr/>
              <p:nvPr/>
            </p:nvSpPr>
            <p:spPr>
              <a:xfrm>
                <a:off x="-1699675" y="2857525"/>
                <a:ext cx="256275" cy="26350"/>
              </a:xfrm>
              <a:custGeom>
                <a:avLst/>
                <a:gdLst/>
                <a:ahLst/>
                <a:cxnLst/>
                <a:rect l="l" t="t" r="r" b="b"/>
                <a:pathLst>
                  <a:path w="10251" h="1054" extrusionOk="0">
                    <a:moveTo>
                      <a:pt x="0" y="1"/>
                    </a:moveTo>
                    <a:lnTo>
                      <a:pt x="952" y="1053"/>
                    </a:lnTo>
                    <a:lnTo>
                      <a:pt x="10251" y="1053"/>
                    </a:lnTo>
                    <a:lnTo>
                      <a:pt x="9098" y="1"/>
                    </a:lnTo>
                    <a:close/>
                  </a:path>
                </a:pathLst>
              </a:custGeom>
              <a:solidFill>
                <a:srgbClr val="143A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69"/>
              <p:cNvSpPr/>
              <p:nvPr/>
            </p:nvSpPr>
            <p:spPr>
              <a:xfrm>
                <a:off x="-1668350" y="2891375"/>
                <a:ext cx="269450" cy="33850"/>
              </a:xfrm>
              <a:custGeom>
                <a:avLst/>
                <a:gdLst/>
                <a:ahLst/>
                <a:cxnLst/>
                <a:rect l="l" t="t" r="r" b="b"/>
                <a:pathLst>
                  <a:path w="10778" h="1354" extrusionOk="0">
                    <a:moveTo>
                      <a:pt x="0" y="0"/>
                    </a:moveTo>
                    <a:lnTo>
                      <a:pt x="1253" y="1354"/>
                    </a:lnTo>
                    <a:lnTo>
                      <a:pt x="10777" y="1354"/>
                    </a:lnTo>
                    <a:lnTo>
                      <a:pt x="9399" y="0"/>
                    </a:lnTo>
                    <a:close/>
                  </a:path>
                </a:pathLst>
              </a:custGeom>
              <a:solidFill>
                <a:srgbClr val="143A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69"/>
              <p:cNvSpPr/>
              <p:nvPr/>
            </p:nvSpPr>
            <p:spPr>
              <a:xfrm>
                <a:off x="-1736025" y="2815550"/>
                <a:ext cx="255675" cy="31350"/>
              </a:xfrm>
              <a:custGeom>
                <a:avLst/>
                <a:gdLst/>
                <a:ahLst/>
                <a:cxnLst/>
                <a:rect l="l" t="t" r="r" b="b"/>
                <a:pathLst>
                  <a:path w="10227" h="1254" extrusionOk="0">
                    <a:moveTo>
                      <a:pt x="0" y="1"/>
                    </a:moveTo>
                    <a:lnTo>
                      <a:pt x="1153" y="1254"/>
                    </a:lnTo>
                    <a:lnTo>
                      <a:pt x="10226" y="1254"/>
                    </a:lnTo>
                    <a:lnTo>
                      <a:pt x="8873" y="1"/>
                    </a:lnTo>
                    <a:close/>
                  </a:path>
                </a:pathLst>
              </a:custGeom>
              <a:solidFill>
                <a:srgbClr val="143A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69"/>
              <p:cNvSpPr/>
              <p:nvPr/>
            </p:nvSpPr>
            <p:spPr>
              <a:xfrm>
                <a:off x="-2101325" y="2929450"/>
                <a:ext cx="477475" cy="463200"/>
              </a:xfrm>
              <a:custGeom>
                <a:avLst/>
                <a:gdLst/>
                <a:ahLst/>
                <a:cxnLst/>
                <a:rect l="l" t="t" r="r" b="b"/>
                <a:pathLst>
                  <a:path w="19099" h="18528" extrusionOk="0">
                    <a:moveTo>
                      <a:pt x="10152" y="0"/>
                    </a:moveTo>
                    <a:cubicBezTo>
                      <a:pt x="9224" y="0"/>
                      <a:pt x="8063" y="140"/>
                      <a:pt x="6668" y="557"/>
                    </a:cubicBezTo>
                    <a:cubicBezTo>
                      <a:pt x="1881" y="2036"/>
                      <a:pt x="1" y="9229"/>
                      <a:pt x="6367" y="13615"/>
                    </a:cubicBezTo>
                    <a:cubicBezTo>
                      <a:pt x="12833" y="18001"/>
                      <a:pt x="19099" y="18527"/>
                      <a:pt x="19099" y="18527"/>
                    </a:cubicBezTo>
                    <a:lnTo>
                      <a:pt x="13886" y="11535"/>
                    </a:lnTo>
                    <a:cubicBezTo>
                      <a:pt x="13886" y="11535"/>
                      <a:pt x="10653" y="11535"/>
                      <a:pt x="8146" y="9229"/>
                    </a:cubicBezTo>
                    <a:cubicBezTo>
                      <a:pt x="5990" y="7267"/>
                      <a:pt x="5522" y="4043"/>
                      <a:pt x="7508" y="4043"/>
                    </a:cubicBezTo>
                    <a:cubicBezTo>
                      <a:pt x="7831" y="4043"/>
                      <a:pt x="8218" y="4128"/>
                      <a:pt x="8673" y="4317"/>
                    </a:cubicBezTo>
                    <a:cubicBezTo>
                      <a:pt x="11906" y="5570"/>
                      <a:pt x="14612" y="10282"/>
                      <a:pt x="14612" y="10282"/>
                    </a:cubicBezTo>
                    <a:lnTo>
                      <a:pt x="12933" y="557"/>
                    </a:lnTo>
                    <a:cubicBezTo>
                      <a:pt x="12933" y="557"/>
                      <a:pt x="12009" y="0"/>
                      <a:pt x="10152" y="0"/>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69"/>
              <p:cNvSpPr/>
              <p:nvPr/>
            </p:nvSpPr>
            <p:spPr>
              <a:xfrm>
                <a:off x="-1819350" y="2865050"/>
                <a:ext cx="1033850" cy="702400"/>
              </a:xfrm>
              <a:custGeom>
                <a:avLst/>
                <a:gdLst/>
                <a:ahLst/>
                <a:cxnLst/>
                <a:rect l="l" t="t" r="r" b="b"/>
                <a:pathLst>
                  <a:path w="41354" h="28096" extrusionOk="0">
                    <a:moveTo>
                      <a:pt x="0" y="1"/>
                    </a:moveTo>
                    <a:lnTo>
                      <a:pt x="1980" y="12657"/>
                    </a:lnTo>
                    <a:cubicBezTo>
                      <a:pt x="3434" y="21529"/>
                      <a:pt x="11178" y="28096"/>
                      <a:pt x="20151" y="28096"/>
                    </a:cubicBezTo>
                    <a:lnTo>
                      <a:pt x="21203" y="28096"/>
                    </a:lnTo>
                    <a:cubicBezTo>
                      <a:pt x="30276" y="28096"/>
                      <a:pt x="37895" y="21529"/>
                      <a:pt x="39374" y="12657"/>
                    </a:cubicBezTo>
                    <a:lnTo>
                      <a:pt x="41354" y="1"/>
                    </a:ln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69"/>
              <p:cNvSpPr/>
              <p:nvPr/>
            </p:nvSpPr>
            <p:spPr>
              <a:xfrm>
                <a:off x="-1819350" y="2739725"/>
                <a:ext cx="1033850" cy="250675"/>
              </a:xfrm>
              <a:custGeom>
                <a:avLst/>
                <a:gdLst/>
                <a:ahLst/>
                <a:cxnLst/>
                <a:rect l="l" t="t" r="r" b="b"/>
                <a:pathLst>
                  <a:path w="41354" h="10027" extrusionOk="0">
                    <a:moveTo>
                      <a:pt x="20677" y="1"/>
                    </a:moveTo>
                    <a:cubicBezTo>
                      <a:pt x="9298" y="1"/>
                      <a:pt x="0" y="2207"/>
                      <a:pt x="0" y="5014"/>
                    </a:cubicBezTo>
                    <a:cubicBezTo>
                      <a:pt x="0" y="7846"/>
                      <a:pt x="9298" y="10026"/>
                      <a:pt x="20677" y="10026"/>
                    </a:cubicBezTo>
                    <a:cubicBezTo>
                      <a:pt x="32156" y="10026"/>
                      <a:pt x="41354" y="7846"/>
                      <a:pt x="41354" y="5014"/>
                    </a:cubicBezTo>
                    <a:cubicBezTo>
                      <a:pt x="41354" y="2207"/>
                      <a:pt x="32156" y="1"/>
                      <a:pt x="20677" y="1"/>
                    </a:cubicBezTo>
                    <a:close/>
                  </a:path>
                </a:pathLst>
              </a:custGeom>
              <a:solidFill>
                <a:schemeClr val="accent4"/>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69"/>
              <p:cNvSpPr/>
              <p:nvPr/>
            </p:nvSpPr>
            <p:spPr>
              <a:xfrm>
                <a:off x="-1769850" y="2758525"/>
                <a:ext cx="934850" cy="203675"/>
              </a:xfrm>
              <a:custGeom>
                <a:avLst/>
                <a:gdLst/>
                <a:ahLst/>
                <a:cxnLst/>
                <a:rect l="l" t="t" r="r" b="b"/>
                <a:pathLst>
                  <a:path w="37394" h="8147" extrusionOk="0">
                    <a:moveTo>
                      <a:pt x="18697" y="1"/>
                    </a:moveTo>
                    <a:cubicBezTo>
                      <a:pt x="8346" y="1"/>
                      <a:pt x="0" y="1881"/>
                      <a:pt x="0" y="4061"/>
                    </a:cubicBezTo>
                    <a:cubicBezTo>
                      <a:pt x="0" y="6267"/>
                      <a:pt x="8346" y="8146"/>
                      <a:pt x="18697" y="8146"/>
                    </a:cubicBezTo>
                    <a:cubicBezTo>
                      <a:pt x="29023" y="8146"/>
                      <a:pt x="37394" y="6267"/>
                      <a:pt x="37394" y="4061"/>
                    </a:cubicBezTo>
                    <a:cubicBezTo>
                      <a:pt x="37394" y="1881"/>
                      <a:pt x="29023" y="1"/>
                      <a:pt x="18697" y="1"/>
                    </a:cubicBezTo>
                    <a:close/>
                  </a:path>
                </a:pathLst>
              </a:custGeom>
              <a:solidFill>
                <a:schemeClr val="accent5"/>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69"/>
              <p:cNvSpPr/>
              <p:nvPr/>
            </p:nvSpPr>
            <p:spPr>
              <a:xfrm>
                <a:off x="-1657700" y="2878200"/>
                <a:ext cx="709925" cy="84000"/>
              </a:xfrm>
              <a:custGeom>
                <a:avLst/>
                <a:gdLst/>
                <a:ahLst/>
                <a:cxnLst/>
                <a:rect l="l" t="t" r="r" b="b"/>
                <a:pathLst>
                  <a:path w="28397" h="3360" extrusionOk="0">
                    <a:moveTo>
                      <a:pt x="14211" y="1"/>
                    </a:moveTo>
                    <a:cubicBezTo>
                      <a:pt x="8246" y="1"/>
                      <a:pt x="2933" y="728"/>
                      <a:pt x="0" y="1881"/>
                    </a:cubicBezTo>
                    <a:cubicBezTo>
                      <a:pt x="3459" y="2733"/>
                      <a:pt x="8572" y="3359"/>
                      <a:pt x="14211" y="3359"/>
                    </a:cubicBezTo>
                    <a:cubicBezTo>
                      <a:pt x="19850" y="3359"/>
                      <a:pt x="24963" y="2733"/>
                      <a:pt x="28396" y="1881"/>
                    </a:cubicBezTo>
                    <a:cubicBezTo>
                      <a:pt x="25489" y="728"/>
                      <a:pt x="20251" y="1"/>
                      <a:pt x="142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69"/>
              <p:cNvSpPr/>
              <p:nvPr/>
            </p:nvSpPr>
            <p:spPr>
              <a:xfrm>
                <a:off x="-1574375" y="2907025"/>
                <a:ext cx="52650" cy="20700"/>
              </a:xfrm>
              <a:custGeom>
                <a:avLst/>
                <a:gdLst/>
                <a:ahLst/>
                <a:cxnLst/>
                <a:rect l="l" t="t" r="r" b="b"/>
                <a:pathLst>
                  <a:path w="2106" h="828" extrusionOk="0">
                    <a:moveTo>
                      <a:pt x="1053" y="1"/>
                    </a:moveTo>
                    <a:cubicBezTo>
                      <a:pt x="527" y="1"/>
                      <a:pt x="1" y="201"/>
                      <a:pt x="1" y="427"/>
                    </a:cubicBezTo>
                    <a:cubicBezTo>
                      <a:pt x="1" y="627"/>
                      <a:pt x="527" y="828"/>
                      <a:pt x="1053" y="828"/>
                    </a:cubicBezTo>
                    <a:cubicBezTo>
                      <a:pt x="1680" y="828"/>
                      <a:pt x="2106" y="627"/>
                      <a:pt x="2106" y="427"/>
                    </a:cubicBezTo>
                    <a:cubicBezTo>
                      <a:pt x="2106" y="201"/>
                      <a:pt x="1680" y="1"/>
                      <a:pt x="1053" y="1"/>
                    </a:cubicBezTo>
                    <a:close/>
                  </a:path>
                </a:pathLst>
              </a:custGeom>
              <a:solidFill>
                <a:srgbClr val="A167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69"/>
              <p:cNvSpPr/>
              <p:nvPr/>
            </p:nvSpPr>
            <p:spPr>
              <a:xfrm>
                <a:off x="-1579375" y="2899500"/>
                <a:ext cx="60175" cy="28225"/>
              </a:xfrm>
              <a:custGeom>
                <a:avLst/>
                <a:gdLst/>
                <a:ahLst/>
                <a:cxnLst/>
                <a:rect l="l" t="t" r="r" b="b"/>
                <a:pathLst>
                  <a:path w="2407" h="1129" extrusionOk="0">
                    <a:moveTo>
                      <a:pt x="1253" y="1"/>
                    </a:moveTo>
                    <a:cubicBezTo>
                      <a:pt x="526" y="1"/>
                      <a:pt x="201" y="402"/>
                      <a:pt x="100" y="728"/>
                    </a:cubicBezTo>
                    <a:cubicBezTo>
                      <a:pt x="100" y="728"/>
                      <a:pt x="0" y="1129"/>
                      <a:pt x="1153" y="1129"/>
                    </a:cubicBezTo>
                    <a:cubicBezTo>
                      <a:pt x="627" y="1129"/>
                      <a:pt x="201" y="928"/>
                      <a:pt x="201" y="728"/>
                    </a:cubicBezTo>
                    <a:cubicBezTo>
                      <a:pt x="201" y="628"/>
                      <a:pt x="426" y="502"/>
                      <a:pt x="727" y="402"/>
                    </a:cubicBezTo>
                    <a:lnTo>
                      <a:pt x="727" y="302"/>
                    </a:lnTo>
                    <a:cubicBezTo>
                      <a:pt x="727" y="302"/>
                      <a:pt x="827" y="201"/>
                      <a:pt x="953" y="201"/>
                    </a:cubicBezTo>
                    <a:cubicBezTo>
                      <a:pt x="1153" y="201"/>
                      <a:pt x="1253" y="302"/>
                      <a:pt x="1253" y="302"/>
                    </a:cubicBezTo>
                    <a:cubicBezTo>
                      <a:pt x="1880" y="302"/>
                      <a:pt x="2306" y="502"/>
                      <a:pt x="2306" y="728"/>
                    </a:cubicBezTo>
                    <a:cubicBezTo>
                      <a:pt x="2306" y="928"/>
                      <a:pt x="1880" y="1129"/>
                      <a:pt x="1253" y="1129"/>
                    </a:cubicBezTo>
                    <a:lnTo>
                      <a:pt x="1354" y="1129"/>
                    </a:lnTo>
                    <a:cubicBezTo>
                      <a:pt x="2406" y="1129"/>
                      <a:pt x="2406" y="728"/>
                      <a:pt x="2406" y="728"/>
                    </a:cubicBezTo>
                    <a:cubicBezTo>
                      <a:pt x="2406" y="728"/>
                      <a:pt x="2306" y="201"/>
                      <a:pt x="1454" y="101"/>
                    </a:cubicBezTo>
                    <a:cubicBezTo>
                      <a:pt x="1354" y="101"/>
                      <a:pt x="1253" y="1"/>
                      <a:pt x="1253" y="1"/>
                    </a:cubicBezTo>
                    <a:close/>
                  </a:path>
                </a:pathLst>
              </a:custGeom>
              <a:solidFill>
                <a:schemeClr val="accent2">
                  <a:alpha val="536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69"/>
              <p:cNvSpPr/>
              <p:nvPr/>
            </p:nvSpPr>
            <p:spPr>
              <a:xfrm>
                <a:off x="-1574375" y="2907025"/>
                <a:ext cx="52650" cy="20700"/>
              </a:xfrm>
              <a:custGeom>
                <a:avLst/>
                <a:gdLst/>
                <a:ahLst/>
                <a:cxnLst/>
                <a:rect l="l" t="t" r="r" b="b"/>
                <a:pathLst>
                  <a:path w="2106" h="828" extrusionOk="0">
                    <a:moveTo>
                      <a:pt x="1053" y="1"/>
                    </a:moveTo>
                    <a:cubicBezTo>
                      <a:pt x="1053" y="101"/>
                      <a:pt x="953" y="201"/>
                      <a:pt x="753" y="201"/>
                    </a:cubicBezTo>
                    <a:cubicBezTo>
                      <a:pt x="627" y="201"/>
                      <a:pt x="527" y="201"/>
                      <a:pt x="527" y="101"/>
                    </a:cubicBezTo>
                    <a:cubicBezTo>
                      <a:pt x="226" y="201"/>
                      <a:pt x="1" y="327"/>
                      <a:pt x="1" y="427"/>
                    </a:cubicBezTo>
                    <a:cubicBezTo>
                      <a:pt x="1" y="627"/>
                      <a:pt x="427" y="828"/>
                      <a:pt x="953" y="828"/>
                    </a:cubicBezTo>
                    <a:lnTo>
                      <a:pt x="1053" y="828"/>
                    </a:lnTo>
                    <a:cubicBezTo>
                      <a:pt x="1680" y="828"/>
                      <a:pt x="2106" y="627"/>
                      <a:pt x="2106" y="427"/>
                    </a:cubicBezTo>
                    <a:cubicBezTo>
                      <a:pt x="2106" y="201"/>
                      <a:pt x="1680" y="1"/>
                      <a:pt x="1053" y="1"/>
                    </a:cubicBezTo>
                    <a:close/>
                  </a:path>
                </a:pathLst>
              </a:custGeom>
              <a:solidFill>
                <a:schemeClr val="dk2">
                  <a:alpha val="178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69"/>
              <p:cNvSpPr/>
              <p:nvPr/>
            </p:nvSpPr>
            <p:spPr>
              <a:xfrm>
                <a:off x="-1561225" y="2904525"/>
                <a:ext cx="13200" cy="5025"/>
              </a:xfrm>
              <a:custGeom>
                <a:avLst/>
                <a:gdLst/>
                <a:ahLst/>
                <a:cxnLst/>
                <a:rect l="l" t="t" r="r" b="b"/>
                <a:pathLst>
                  <a:path w="528" h="201" extrusionOk="0">
                    <a:moveTo>
                      <a:pt x="227" y="0"/>
                    </a:moveTo>
                    <a:cubicBezTo>
                      <a:pt x="101" y="0"/>
                      <a:pt x="1" y="101"/>
                      <a:pt x="1" y="101"/>
                    </a:cubicBezTo>
                    <a:lnTo>
                      <a:pt x="1" y="201"/>
                    </a:lnTo>
                    <a:cubicBezTo>
                      <a:pt x="101" y="201"/>
                      <a:pt x="327" y="101"/>
                      <a:pt x="527" y="101"/>
                    </a:cubicBezTo>
                    <a:cubicBezTo>
                      <a:pt x="527" y="101"/>
                      <a:pt x="427" y="0"/>
                      <a:pt x="227" y="0"/>
                    </a:cubicBezTo>
                    <a:close/>
                  </a:path>
                </a:pathLst>
              </a:custGeom>
              <a:solidFill>
                <a:srgbClr val="F0C8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69"/>
              <p:cNvSpPr/>
              <p:nvPr/>
            </p:nvSpPr>
            <p:spPr>
              <a:xfrm>
                <a:off x="-1561225" y="2907025"/>
                <a:ext cx="13200" cy="5050"/>
              </a:xfrm>
              <a:custGeom>
                <a:avLst/>
                <a:gdLst/>
                <a:ahLst/>
                <a:cxnLst/>
                <a:rect l="l" t="t" r="r" b="b"/>
                <a:pathLst>
                  <a:path w="528" h="202" extrusionOk="0">
                    <a:moveTo>
                      <a:pt x="527" y="1"/>
                    </a:moveTo>
                    <a:cubicBezTo>
                      <a:pt x="327" y="1"/>
                      <a:pt x="101" y="101"/>
                      <a:pt x="1" y="101"/>
                    </a:cubicBezTo>
                    <a:cubicBezTo>
                      <a:pt x="1" y="201"/>
                      <a:pt x="101" y="201"/>
                      <a:pt x="227" y="201"/>
                    </a:cubicBezTo>
                    <a:cubicBezTo>
                      <a:pt x="427" y="201"/>
                      <a:pt x="527" y="101"/>
                      <a:pt x="527" y="1"/>
                    </a:cubicBezTo>
                    <a:close/>
                  </a:path>
                </a:pathLst>
              </a:custGeom>
              <a:solidFill>
                <a:srgbClr val="FFFFFF">
                  <a:alpha val="402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69"/>
              <p:cNvSpPr/>
              <p:nvPr/>
            </p:nvSpPr>
            <p:spPr>
              <a:xfrm>
                <a:off x="-1482900" y="2938350"/>
                <a:ext cx="33875" cy="10675"/>
              </a:xfrm>
              <a:custGeom>
                <a:avLst/>
                <a:gdLst/>
                <a:ahLst/>
                <a:cxnLst/>
                <a:rect l="l" t="t" r="r" b="b"/>
                <a:pathLst>
                  <a:path w="1355" h="427" extrusionOk="0">
                    <a:moveTo>
                      <a:pt x="728" y="1"/>
                    </a:moveTo>
                    <a:cubicBezTo>
                      <a:pt x="327" y="1"/>
                      <a:pt x="1" y="101"/>
                      <a:pt x="1" y="201"/>
                    </a:cubicBezTo>
                    <a:cubicBezTo>
                      <a:pt x="1" y="327"/>
                      <a:pt x="327" y="427"/>
                      <a:pt x="728" y="427"/>
                    </a:cubicBezTo>
                    <a:cubicBezTo>
                      <a:pt x="1053" y="427"/>
                      <a:pt x="1354" y="327"/>
                      <a:pt x="1354" y="201"/>
                    </a:cubicBezTo>
                    <a:cubicBezTo>
                      <a:pt x="1354" y="101"/>
                      <a:pt x="1053" y="1"/>
                      <a:pt x="728" y="1"/>
                    </a:cubicBezTo>
                    <a:close/>
                  </a:path>
                </a:pathLst>
              </a:custGeom>
              <a:solidFill>
                <a:srgbClr val="A167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69"/>
              <p:cNvSpPr/>
              <p:nvPr/>
            </p:nvSpPr>
            <p:spPr>
              <a:xfrm>
                <a:off x="-1485400" y="2933350"/>
                <a:ext cx="39500" cy="15675"/>
              </a:xfrm>
              <a:custGeom>
                <a:avLst/>
                <a:gdLst/>
                <a:ahLst/>
                <a:cxnLst/>
                <a:rect l="l" t="t" r="r" b="b"/>
                <a:pathLst>
                  <a:path w="1580" h="627" extrusionOk="0">
                    <a:moveTo>
                      <a:pt x="101" y="401"/>
                    </a:moveTo>
                    <a:cubicBezTo>
                      <a:pt x="101" y="402"/>
                      <a:pt x="1" y="627"/>
                      <a:pt x="727" y="627"/>
                    </a:cubicBezTo>
                    <a:cubicBezTo>
                      <a:pt x="427" y="627"/>
                      <a:pt x="101" y="527"/>
                      <a:pt x="101" y="401"/>
                    </a:cubicBezTo>
                    <a:close/>
                    <a:moveTo>
                      <a:pt x="727" y="0"/>
                    </a:moveTo>
                    <a:cubicBezTo>
                      <a:pt x="326" y="0"/>
                      <a:pt x="101" y="201"/>
                      <a:pt x="101" y="401"/>
                    </a:cubicBezTo>
                    <a:cubicBezTo>
                      <a:pt x="101" y="301"/>
                      <a:pt x="201" y="201"/>
                      <a:pt x="427" y="201"/>
                    </a:cubicBezTo>
                    <a:cubicBezTo>
                      <a:pt x="427" y="101"/>
                      <a:pt x="527" y="101"/>
                      <a:pt x="627" y="101"/>
                    </a:cubicBezTo>
                    <a:cubicBezTo>
                      <a:pt x="727" y="101"/>
                      <a:pt x="828" y="101"/>
                      <a:pt x="828" y="201"/>
                    </a:cubicBezTo>
                    <a:cubicBezTo>
                      <a:pt x="1153" y="201"/>
                      <a:pt x="1454" y="301"/>
                      <a:pt x="1454" y="401"/>
                    </a:cubicBezTo>
                    <a:cubicBezTo>
                      <a:pt x="1454" y="527"/>
                      <a:pt x="1153" y="627"/>
                      <a:pt x="828" y="627"/>
                    </a:cubicBezTo>
                    <a:cubicBezTo>
                      <a:pt x="1580" y="627"/>
                      <a:pt x="1580" y="401"/>
                      <a:pt x="1580" y="401"/>
                    </a:cubicBezTo>
                    <a:cubicBezTo>
                      <a:pt x="1580" y="401"/>
                      <a:pt x="1454" y="101"/>
                      <a:pt x="953" y="0"/>
                    </a:cubicBezTo>
                    <a:close/>
                  </a:path>
                </a:pathLst>
              </a:custGeom>
              <a:solidFill>
                <a:schemeClr val="accent2">
                  <a:alpha val="536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69"/>
              <p:cNvSpPr/>
              <p:nvPr/>
            </p:nvSpPr>
            <p:spPr>
              <a:xfrm>
                <a:off x="-1482900" y="2938350"/>
                <a:ext cx="33875" cy="10675"/>
              </a:xfrm>
              <a:custGeom>
                <a:avLst/>
                <a:gdLst/>
                <a:ahLst/>
                <a:cxnLst/>
                <a:rect l="l" t="t" r="r" b="b"/>
                <a:pathLst>
                  <a:path w="1355" h="427" extrusionOk="0">
                    <a:moveTo>
                      <a:pt x="327" y="1"/>
                    </a:moveTo>
                    <a:cubicBezTo>
                      <a:pt x="101" y="1"/>
                      <a:pt x="1" y="101"/>
                      <a:pt x="1" y="201"/>
                    </a:cubicBezTo>
                    <a:cubicBezTo>
                      <a:pt x="1" y="327"/>
                      <a:pt x="327" y="427"/>
                      <a:pt x="627" y="427"/>
                    </a:cubicBezTo>
                    <a:lnTo>
                      <a:pt x="728" y="427"/>
                    </a:lnTo>
                    <a:cubicBezTo>
                      <a:pt x="1053" y="427"/>
                      <a:pt x="1354" y="327"/>
                      <a:pt x="1354" y="201"/>
                    </a:cubicBezTo>
                    <a:cubicBezTo>
                      <a:pt x="1354" y="101"/>
                      <a:pt x="1053" y="1"/>
                      <a:pt x="728" y="1"/>
                    </a:cubicBezTo>
                    <a:close/>
                  </a:path>
                </a:pathLst>
              </a:custGeom>
              <a:solidFill>
                <a:schemeClr val="dk2">
                  <a:alpha val="178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69"/>
              <p:cNvSpPr/>
              <p:nvPr/>
            </p:nvSpPr>
            <p:spPr>
              <a:xfrm>
                <a:off x="-1474750" y="2935850"/>
                <a:ext cx="10050" cy="2525"/>
              </a:xfrm>
              <a:custGeom>
                <a:avLst/>
                <a:gdLst/>
                <a:ahLst/>
                <a:cxnLst/>
                <a:rect l="l" t="t" r="r" b="b"/>
                <a:pathLst>
                  <a:path w="402" h="101" extrusionOk="0">
                    <a:moveTo>
                      <a:pt x="201" y="1"/>
                    </a:moveTo>
                    <a:cubicBezTo>
                      <a:pt x="101" y="1"/>
                      <a:pt x="1" y="1"/>
                      <a:pt x="1" y="101"/>
                    </a:cubicBezTo>
                    <a:lnTo>
                      <a:pt x="402" y="101"/>
                    </a:lnTo>
                    <a:cubicBezTo>
                      <a:pt x="402" y="1"/>
                      <a:pt x="301" y="1"/>
                      <a:pt x="201" y="1"/>
                    </a:cubicBezTo>
                    <a:close/>
                  </a:path>
                </a:pathLst>
              </a:custGeom>
              <a:solidFill>
                <a:srgbClr val="F0C8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69"/>
              <p:cNvSpPr/>
              <p:nvPr/>
            </p:nvSpPr>
            <p:spPr>
              <a:xfrm>
                <a:off x="-1474750" y="2938350"/>
                <a:ext cx="10050" cy="25"/>
              </a:xfrm>
              <a:custGeom>
                <a:avLst/>
                <a:gdLst/>
                <a:ahLst/>
                <a:cxnLst/>
                <a:rect l="l" t="t" r="r" b="b"/>
                <a:pathLst>
                  <a:path w="402" h="1" extrusionOk="0">
                    <a:moveTo>
                      <a:pt x="402" y="1"/>
                    </a:moveTo>
                    <a:lnTo>
                      <a:pt x="1" y="1"/>
                    </a:lnTo>
                    <a:lnTo>
                      <a:pt x="201" y="1"/>
                    </a:lnTo>
                    <a:close/>
                  </a:path>
                </a:pathLst>
              </a:custGeom>
              <a:solidFill>
                <a:srgbClr val="FFFFFF">
                  <a:alpha val="402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69"/>
              <p:cNvSpPr/>
              <p:nvPr/>
            </p:nvSpPr>
            <p:spPr>
              <a:xfrm>
                <a:off x="-1383275" y="2896375"/>
                <a:ext cx="23225" cy="10675"/>
              </a:xfrm>
              <a:custGeom>
                <a:avLst/>
                <a:gdLst/>
                <a:ahLst/>
                <a:cxnLst/>
                <a:rect l="l" t="t" r="r" b="b"/>
                <a:pathLst>
                  <a:path w="929" h="427" extrusionOk="0">
                    <a:moveTo>
                      <a:pt x="402" y="1"/>
                    </a:moveTo>
                    <a:cubicBezTo>
                      <a:pt x="201" y="1"/>
                      <a:pt x="1" y="126"/>
                      <a:pt x="1" y="226"/>
                    </a:cubicBezTo>
                    <a:cubicBezTo>
                      <a:pt x="1" y="326"/>
                      <a:pt x="201" y="427"/>
                      <a:pt x="402" y="427"/>
                    </a:cubicBezTo>
                    <a:cubicBezTo>
                      <a:pt x="728" y="427"/>
                      <a:pt x="928" y="326"/>
                      <a:pt x="928" y="226"/>
                    </a:cubicBezTo>
                    <a:cubicBezTo>
                      <a:pt x="928" y="126"/>
                      <a:pt x="728" y="1"/>
                      <a:pt x="402" y="1"/>
                    </a:cubicBezTo>
                    <a:close/>
                  </a:path>
                </a:pathLst>
              </a:custGeom>
              <a:solidFill>
                <a:srgbClr val="A167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69"/>
              <p:cNvSpPr/>
              <p:nvPr/>
            </p:nvSpPr>
            <p:spPr>
              <a:xfrm>
                <a:off x="-1386400" y="2893875"/>
                <a:ext cx="26350" cy="13175"/>
              </a:xfrm>
              <a:custGeom>
                <a:avLst/>
                <a:gdLst/>
                <a:ahLst/>
                <a:cxnLst/>
                <a:rect l="l" t="t" r="r" b="b"/>
                <a:pathLst>
                  <a:path w="1054" h="527" extrusionOk="0">
                    <a:moveTo>
                      <a:pt x="427" y="0"/>
                    </a:moveTo>
                    <a:cubicBezTo>
                      <a:pt x="390" y="0"/>
                      <a:pt x="366" y="14"/>
                      <a:pt x="351" y="31"/>
                    </a:cubicBezTo>
                    <a:lnTo>
                      <a:pt x="351" y="31"/>
                    </a:lnTo>
                    <a:cubicBezTo>
                      <a:pt x="383" y="19"/>
                      <a:pt x="419" y="9"/>
                      <a:pt x="459" y="5"/>
                    </a:cubicBezTo>
                    <a:lnTo>
                      <a:pt x="459" y="5"/>
                    </a:lnTo>
                    <a:cubicBezTo>
                      <a:pt x="449" y="2"/>
                      <a:pt x="439" y="0"/>
                      <a:pt x="427" y="0"/>
                    </a:cubicBezTo>
                    <a:close/>
                    <a:moveTo>
                      <a:pt x="527" y="0"/>
                    </a:moveTo>
                    <a:cubicBezTo>
                      <a:pt x="503" y="0"/>
                      <a:pt x="480" y="2"/>
                      <a:pt x="459" y="5"/>
                    </a:cubicBezTo>
                    <a:lnTo>
                      <a:pt x="459" y="5"/>
                    </a:lnTo>
                    <a:cubicBezTo>
                      <a:pt x="527" y="23"/>
                      <a:pt x="527" y="101"/>
                      <a:pt x="527" y="101"/>
                    </a:cubicBezTo>
                    <a:cubicBezTo>
                      <a:pt x="778" y="101"/>
                      <a:pt x="954" y="175"/>
                      <a:pt x="1022" y="255"/>
                    </a:cubicBezTo>
                    <a:lnTo>
                      <a:pt x="1022" y="255"/>
                    </a:lnTo>
                    <a:cubicBezTo>
                      <a:pt x="972" y="159"/>
                      <a:pt x="854" y="0"/>
                      <a:pt x="627" y="0"/>
                    </a:cubicBezTo>
                    <a:close/>
                    <a:moveTo>
                      <a:pt x="351" y="31"/>
                    </a:moveTo>
                    <a:lnTo>
                      <a:pt x="351" y="31"/>
                    </a:lnTo>
                    <a:cubicBezTo>
                      <a:pt x="186" y="97"/>
                      <a:pt x="126" y="249"/>
                      <a:pt x="126" y="326"/>
                    </a:cubicBezTo>
                    <a:cubicBezTo>
                      <a:pt x="126" y="326"/>
                      <a:pt x="226" y="226"/>
                      <a:pt x="326" y="101"/>
                    </a:cubicBezTo>
                    <a:cubicBezTo>
                      <a:pt x="326" y="101"/>
                      <a:pt x="326" y="61"/>
                      <a:pt x="351" y="31"/>
                    </a:cubicBezTo>
                    <a:close/>
                    <a:moveTo>
                      <a:pt x="1022" y="255"/>
                    </a:moveTo>
                    <a:cubicBezTo>
                      <a:pt x="1044" y="296"/>
                      <a:pt x="1053" y="326"/>
                      <a:pt x="1053" y="326"/>
                    </a:cubicBezTo>
                    <a:cubicBezTo>
                      <a:pt x="1053" y="303"/>
                      <a:pt x="1042" y="279"/>
                      <a:pt x="1022" y="255"/>
                    </a:cubicBezTo>
                    <a:close/>
                    <a:moveTo>
                      <a:pt x="1053" y="326"/>
                    </a:moveTo>
                    <a:cubicBezTo>
                      <a:pt x="1053" y="327"/>
                      <a:pt x="1053" y="360"/>
                      <a:pt x="1017" y="400"/>
                    </a:cubicBezTo>
                    <a:lnTo>
                      <a:pt x="1017" y="400"/>
                    </a:lnTo>
                    <a:cubicBezTo>
                      <a:pt x="1041" y="376"/>
                      <a:pt x="1053" y="351"/>
                      <a:pt x="1053" y="326"/>
                    </a:cubicBezTo>
                    <a:close/>
                    <a:moveTo>
                      <a:pt x="126" y="326"/>
                    </a:moveTo>
                    <a:cubicBezTo>
                      <a:pt x="126" y="326"/>
                      <a:pt x="1" y="527"/>
                      <a:pt x="527" y="527"/>
                    </a:cubicBezTo>
                    <a:cubicBezTo>
                      <a:pt x="326" y="527"/>
                      <a:pt x="126" y="426"/>
                      <a:pt x="126" y="326"/>
                    </a:cubicBezTo>
                    <a:close/>
                    <a:moveTo>
                      <a:pt x="1017" y="400"/>
                    </a:moveTo>
                    <a:cubicBezTo>
                      <a:pt x="945" y="470"/>
                      <a:pt x="771" y="527"/>
                      <a:pt x="527" y="527"/>
                    </a:cubicBezTo>
                    <a:cubicBezTo>
                      <a:pt x="837" y="527"/>
                      <a:pt x="965" y="457"/>
                      <a:pt x="1017" y="400"/>
                    </a:cubicBezTo>
                    <a:close/>
                  </a:path>
                </a:pathLst>
              </a:custGeom>
              <a:solidFill>
                <a:schemeClr val="accent2">
                  <a:alpha val="536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69"/>
              <p:cNvSpPr/>
              <p:nvPr/>
            </p:nvSpPr>
            <p:spPr>
              <a:xfrm>
                <a:off x="-1383275" y="2896375"/>
                <a:ext cx="23225" cy="10675"/>
              </a:xfrm>
              <a:custGeom>
                <a:avLst/>
                <a:gdLst/>
                <a:ahLst/>
                <a:cxnLst/>
                <a:rect l="l" t="t" r="r" b="b"/>
                <a:pathLst>
                  <a:path w="929" h="427" extrusionOk="0">
                    <a:moveTo>
                      <a:pt x="201" y="1"/>
                    </a:moveTo>
                    <a:cubicBezTo>
                      <a:pt x="101" y="126"/>
                      <a:pt x="1" y="226"/>
                      <a:pt x="1" y="226"/>
                    </a:cubicBezTo>
                    <a:cubicBezTo>
                      <a:pt x="1" y="326"/>
                      <a:pt x="201" y="427"/>
                      <a:pt x="402" y="427"/>
                    </a:cubicBezTo>
                    <a:cubicBezTo>
                      <a:pt x="728" y="427"/>
                      <a:pt x="928" y="326"/>
                      <a:pt x="928" y="226"/>
                    </a:cubicBezTo>
                    <a:cubicBezTo>
                      <a:pt x="928" y="126"/>
                      <a:pt x="728" y="1"/>
                      <a:pt x="402" y="1"/>
                    </a:cubicBezTo>
                    <a:cubicBezTo>
                      <a:pt x="402" y="126"/>
                      <a:pt x="402" y="126"/>
                      <a:pt x="302" y="126"/>
                    </a:cubicBezTo>
                    <a:cubicBezTo>
                      <a:pt x="302" y="126"/>
                      <a:pt x="201" y="126"/>
                      <a:pt x="201" y="1"/>
                    </a:cubicBezTo>
                    <a:close/>
                  </a:path>
                </a:pathLst>
              </a:custGeom>
              <a:solidFill>
                <a:schemeClr val="dk2">
                  <a:alpha val="178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69"/>
              <p:cNvSpPr/>
              <p:nvPr/>
            </p:nvSpPr>
            <p:spPr>
              <a:xfrm>
                <a:off x="-1378250" y="2893875"/>
                <a:ext cx="5025" cy="2525"/>
              </a:xfrm>
              <a:custGeom>
                <a:avLst/>
                <a:gdLst/>
                <a:ahLst/>
                <a:cxnLst/>
                <a:rect l="l" t="t" r="r" b="b"/>
                <a:pathLst>
                  <a:path w="201" h="101" extrusionOk="0">
                    <a:moveTo>
                      <a:pt x="101" y="0"/>
                    </a:moveTo>
                    <a:cubicBezTo>
                      <a:pt x="0" y="0"/>
                      <a:pt x="0" y="101"/>
                      <a:pt x="0" y="101"/>
                    </a:cubicBezTo>
                    <a:lnTo>
                      <a:pt x="201" y="101"/>
                    </a:lnTo>
                    <a:cubicBezTo>
                      <a:pt x="201" y="101"/>
                      <a:pt x="201" y="0"/>
                      <a:pt x="101" y="0"/>
                    </a:cubicBezTo>
                    <a:close/>
                  </a:path>
                </a:pathLst>
              </a:custGeom>
              <a:solidFill>
                <a:srgbClr val="F0C8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69"/>
              <p:cNvSpPr/>
              <p:nvPr/>
            </p:nvSpPr>
            <p:spPr>
              <a:xfrm>
                <a:off x="-1378250" y="2896375"/>
                <a:ext cx="5025" cy="3150"/>
              </a:xfrm>
              <a:custGeom>
                <a:avLst/>
                <a:gdLst/>
                <a:ahLst/>
                <a:cxnLst/>
                <a:rect l="l" t="t" r="r" b="b"/>
                <a:pathLst>
                  <a:path w="201" h="126" extrusionOk="0">
                    <a:moveTo>
                      <a:pt x="0" y="1"/>
                    </a:moveTo>
                    <a:cubicBezTo>
                      <a:pt x="0" y="126"/>
                      <a:pt x="101" y="126"/>
                      <a:pt x="101" y="126"/>
                    </a:cubicBezTo>
                    <a:cubicBezTo>
                      <a:pt x="201" y="126"/>
                      <a:pt x="201" y="126"/>
                      <a:pt x="201" y="1"/>
                    </a:cubicBezTo>
                    <a:close/>
                  </a:path>
                </a:pathLst>
              </a:custGeom>
              <a:solidFill>
                <a:srgbClr val="FFFFFF">
                  <a:alpha val="402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542" name="Google Shape;1542;p69"/>
            <p:cNvCxnSpPr/>
            <p:nvPr/>
          </p:nvCxnSpPr>
          <p:spPr>
            <a:xfrm rot="5400000">
              <a:off x="4298540" y="3434306"/>
              <a:ext cx="326700" cy="99900"/>
            </a:xfrm>
            <a:prstGeom prst="curvedConnector3">
              <a:avLst>
                <a:gd name="adj1" fmla="val 50000"/>
              </a:avLst>
            </a:prstGeom>
            <a:noFill/>
            <a:ln w="19050" cap="flat" cmpd="sng">
              <a:solidFill>
                <a:schemeClr val="accent5"/>
              </a:solidFill>
              <a:prstDash val="solid"/>
              <a:round/>
              <a:headEnd type="none" w="med" len="med"/>
              <a:tailEnd type="none" w="med" len="med"/>
            </a:ln>
          </p:spPr>
        </p:cxnSp>
        <p:cxnSp>
          <p:nvCxnSpPr>
            <p:cNvPr id="1543" name="Google Shape;1543;p69"/>
            <p:cNvCxnSpPr/>
            <p:nvPr/>
          </p:nvCxnSpPr>
          <p:spPr>
            <a:xfrm rot="5400000">
              <a:off x="4313211" y="3226625"/>
              <a:ext cx="326700" cy="99900"/>
            </a:xfrm>
            <a:prstGeom prst="curvedConnector3">
              <a:avLst>
                <a:gd name="adj1" fmla="val 50000"/>
              </a:avLst>
            </a:prstGeom>
            <a:noFill/>
            <a:ln w="19050" cap="flat" cmpd="sng">
              <a:solidFill>
                <a:schemeClr val="accent5"/>
              </a:solidFill>
              <a:prstDash val="solid"/>
              <a:round/>
              <a:headEnd type="none" w="med" len="med"/>
              <a:tailEnd type="none" w="med" len="med"/>
            </a:ln>
          </p:spPr>
        </p:cxnSp>
        <p:cxnSp>
          <p:nvCxnSpPr>
            <p:cNvPr id="1544" name="Google Shape;1544;p69"/>
            <p:cNvCxnSpPr/>
            <p:nvPr/>
          </p:nvCxnSpPr>
          <p:spPr>
            <a:xfrm rot="5400000">
              <a:off x="4298540" y="3088643"/>
              <a:ext cx="326700" cy="99900"/>
            </a:xfrm>
            <a:prstGeom prst="curvedConnector3">
              <a:avLst>
                <a:gd name="adj1" fmla="val 50000"/>
              </a:avLst>
            </a:prstGeom>
            <a:noFill/>
            <a:ln w="19050" cap="flat" cmpd="sng">
              <a:solidFill>
                <a:schemeClr val="accent5"/>
              </a:solidFill>
              <a:prstDash val="solid"/>
              <a:round/>
              <a:headEnd type="none" w="med" len="med"/>
              <a:tailEnd type="none" w="med" len="med"/>
            </a:ln>
          </p:spPr>
        </p:cxnSp>
      </p:grpSp>
      <p:grpSp>
        <p:nvGrpSpPr>
          <p:cNvPr id="1545" name="Google Shape;1545;p69"/>
          <p:cNvGrpSpPr/>
          <p:nvPr/>
        </p:nvGrpSpPr>
        <p:grpSpPr>
          <a:xfrm>
            <a:off x="4453250" y="521025"/>
            <a:ext cx="3153900" cy="4060500"/>
            <a:chOff x="4910450" y="521025"/>
            <a:chExt cx="3153900" cy="4060500"/>
          </a:xfrm>
        </p:grpSpPr>
        <p:sp>
          <p:nvSpPr>
            <p:cNvPr id="1546" name="Google Shape;1546;p69"/>
            <p:cNvSpPr/>
            <p:nvPr/>
          </p:nvSpPr>
          <p:spPr>
            <a:xfrm rot="5400000" flipH="1">
              <a:off x="4457150" y="974325"/>
              <a:ext cx="4060500" cy="3153900"/>
            </a:xfrm>
            <a:prstGeom prst="roundRect">
              <a:avLst>
                <a:gd name="adj" fmla="val 3396"/>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7" name="Google Shape;1547;p69"/>
            <p:cNvGrpSpPr/>
            <p:nvPr/>
          </p:nvGrpSpPr>
          <p:grpSpPr>
            <a:xfrm>
              <a:off x="6292857" y="573776"/>
              <a:ext cx="505560" cy="109086"/>
              <a:chOff x="-3037735" y="-542969"/>
              <a:chExt cx="581170" cy="125387"/>
            </a:xfrm>
          </p:grpSpPr>
          <p:sp>
            <p:nvSpPr>
              <p:cNvPr id="1548" name="Google Shape;1548;p69"/>
              <p:cNvSpPr/>
              <p:nvPr/>
            </p:nvSpPr>
            <p:spPr>
              <a:xfrm>
                <a:off x="-3034701" y="-537273"/>
                <a:ext cx="575100" cy="1140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9" name="Google Shape;1549;p69"/>
              <p:cNvGrpSpPr/>
              <p:nvPr/>
            </p:nvGrpSpPr>
            <p:grpSpPr>
              <a:xfrm>
                <a:off x="-3037735" y="-542969"/>
                <a:ext cx="581170" cy="125387"/>
                <a:chOff x="4390000" y="182175"/>
                <a:chExt cx="419375" cy="90473"/>
              </a:xfrm>
            </p:grpSpPr>
            <p:sp>
              <p:nvSpPr>
                <p:cNvPr id="1550" name="Google Shape;1550;p69"/>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69"/>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1552" name="Google Shape;1552;p69"/>
          <p:cNvSpPr txBox="1">
            <a:spLocks noGrp="1"/>
          </p:cNvSpPr>
          <p:nvPr>
            <p:ph type="title"/>
          </p:nvPr>
        </p:nvSpPr>
        <p:spPr>
          <a:xfrm>
            <a:off x="708175" y="982950"/>
            <a:ext cx="3309000" cy="186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PICTURE ALWAYS REINFORCES THE CONCEPT</a:t>
            </a:r>
            <a:endParaRPr/>
          </a:p>
        </p:txBody>
      </p:sp>
      <p:sp>
        <p:nvSpPr>
          <p:cNvPr id="1553" name="Google Shape;1553;p69"/>
          <p:cNvSpPr txBox="1">
            <a:spLocks noGrp="1"/>
          </p:cNvSpPr>
          <p:nvPr>
            <p:ph type="subTitle" idx="1"/>
          </p:nvPr>
        </p:nvSpPr>
        <p:spPr>
          <a:xfrm>
            <a:off x="708175" y="3155850"/>
            <a:ext cx="3309000" cy="100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Images reveal large amounts of data, so remember: use an image instead of a long text. Your audience will appreciate it</a:t>
            </a:r>
            <a:endParaRPr/>
          </a:p>
        </p:txBody>
      </p:sp>
      <p:pic>
        <p:nvPicPr>
          <p:cNvPr id="1554" name="Google Shape;1554;p69"/>
          <p:cNvPicPr preferRelativeResize="0"/>
          <p:nvPr/>
        </p:nvPicPr>
        <p:blipFill rotWithShape="1">
          <a:blip r:embed="rId3">
            <a:alphaModFix/>
          </a:blip>
          <a:srcRect l="22734" r="24650"/>
          <a:stretch/>
        </p:blipFill>
        <p:spPr>
          <a:xfrm>
            <a:off x="4572050" y="752825"/>
            <a:ext cx="2916300" cy="3695400"/>
          </a:xfrm>
          <a:prstGeom prst="roundRect">
            <a:avLst>
              <a:gd name="adj" fmla="val 1658"/>
            </a:avLst>
          </a:prstGeom>
          <a:noFill/>
          <a:ln w="28575" cap="flat" cmpd="sng">
            <a:solidFill>
              <a:schemeClr val="accent5"/>
            </a:solidFill>
            <a:prstDash val="solid"/>
            <a:round/>
            <a:headEnd type="none" w="sm" len="sm"/>
            <a:tailEnd type="none" w="sm" len="sm"/>
          </a:ln>
        </p:spPr>
      </p:pic>
      <p:grpSp>
        <p:nvGrpSpPr>
          <p:cNvPr id="1555" name="Google Shape;1555;p69"/>
          <p:cNvGrpSpPr/>
          <p:nvPr/>
        </p:nvGrpSpPr>
        <p:grpSpPr>
          <a:xfrm>
            <a:off x="4467731" y="520882"/>
            <a:ext cx="3122410" cy="4137650"/>
            <a:chOff x="4784481" y="520882"/>
            <a:chExt cx="3122410" cy="4137650"/>
          </a:xfrm>
        </p:grpSpPr>
        <p:sp>
          <p:nvSpPr>
            <p:cNvPr id="1556" name="Google Shape;1556;p69"/>
            <p:cNvSpPr/>
            <p:nvPr/>
          </p:nvSpPr>
          <p:spPr>
            <a:xfrm rot="5400000" flipH="1">
              <a:off x="4847632" y="616717"/>
              <a:ext cx="959054" cy="76738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69"/>
            <p:cNvSpPr/>
            <p:nvPr/>
          </p:nvSpPr>
          <p:spPr>
            <a:xfrm rot="5400000" flipH="1">
              <a:off x="6654849" y="1361081"/>
              <a:ext cx="1529800" cy="974284"/>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69"/>
            <p:cNvSpPr/>
            <p:nvPr/>
          </p:nvSpPr>
          <p:spPr>
            <a:xfrm rot="5400000" flipH="1">
              <a:off x="6931107" y="2178377"/>
              <a:ext cx="1195648" cy="755901"/>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69"/>
            <p:cNvSpPr/>
            <p:nvPr/>
          </p:nvSpPr>
          <p:spPr>
            <a:xfrm rot="5400000" flipH="1">
              <a:off x="4511172" y="2826608"/>
              <a:ext cx="1481549" cy="934930"/>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69"/>
            <p:cNvSpPr/>
            <p:nvPr/>
          </p:nvSpPr>
          <p:spPr>
            <a:xfrm rot="-5400000" flipH="1">
              <a:off x="4926896" y="3757665"/>
              <a:ext cx="1000964" cy="800771"/>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 name="Google Shape;1561;p69"/>
          <p:cNvGrpSpPr/>
          <p:nvPr/>
        </p:nvGrpSpPr>
        <p:grpSpPr>
          <a:xfrm flipH="1">
            <a:off x="3152358" y="406307"/>
            <a:ext cx="864824" cy="693028"/>
            <a:chOff x="10049025" y="922900"/>
            <a:chExt cx="537625" cy="430800"/>
          </a:xfrm>
        </p:grpSpPr>
        <p:sp>
          <p:nvSpPr>
            <p:cNvPr id="1562" name="Google Shape;1562;p69"/>
            <p:cNvSpPr/>
            <p:nvPr/>
          </p:nvSpPr>
          <p:spPr>
            <a:xfrm>
              <a:off x="10056525" y="930425"/>
              <a:ext cx="521975" cy="331475"/>
            </a:xfrm>
            <a:custGeom>
              <a:avLst/>
              <a:gdLst/>
              <a:ahLst/>
              <a:cxnLst/>
              <a:rect l="l" t="t" r="r" b="b"/>
              <a:pathLst>
                <a:path w="20879" h="13259" extrusionOk="0">
                  <a:moveTo>
                    <a:pt x="14412" y="0"/>
                  </a:moveTo>
                  <a:lnTo>
                    <a:pt x="1" y="226"/>
                  </a:lnTo>
                  <a:cubicBezTo>
                    <a:pt x="1254" y="2506"/>
                    <a:pt x="2407" y="4812"/>
                    <a:pt x="3334" y="7218"/>
                  </a:cubicBezTo>
                  <a:lnTo>
                    <a:pt x="12532" y="13258"/>
                  </a:lnTo>
                  <a:lnTo>
                    <a:pt x="20878" y="12757"/>
                  </a:lnTo>
                  <a:lnTo>
                    <a:pt x="144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69"/>
            <p:cNvSpPr/>
            <p:nvPr/>
          </p:nvSpPr>
          <p:spPr>
            <a:xfrm>
              <a:off x="10049025" y="922900"/>
              <a:ext cx="537625" cy="347150"/>
            </a:xfrm>
            <a:custGeom>
              <a:avLst/>
              <a:gdLst/>
              <a:ahLst/>
              <a:cxnLst/>
              <a:rect l="l" t="t" r="r" b="b"/>
              <a:pathLst>
                <a:path w="21505" h="13886" extrusionOk="0">
                  <a:moveTo>
                    <a:pt x="14574" y="527"/>
                  </a:moveTo>
                  <a:cubicBezTo>
                    <a:pt x="16433" y="4242"/>
                    <a:pt x="18292" y="7862"/>
                    <a:pt x="20151" y="11579"/>
                  </a:cubicBezTo>
                  <a:cubicBezTo>
                    <a:pt x="20376" y="11973"/>
                    <a:pt x="20614" y="12366"/>
                    <a:pt x="20804" y="12760"/>
                  </a:cubicBezTo>
                  <a:lnTo>
                    <a:pt x="20804" y="12760"/>
                  </a:lnTo>
                  <a:cubicBezTo>
                    <a:pt x="18222" y="12953"/>
                    <a:pt x="15639" y="13167"/>
                    <a:pt x="13033" y="13359"/>
                  </a:cubicBezTo>
                  <a:lnTo>
                    <a:pt x="12933" y="13359"/>
                  </a:lnTo>
                  <a:cubicBezTo>
                    <a:pt x="12832" y="13359"/>
                    <a:pt x="12732" y="13259"/>
                    <a:pt x="12732" y="13259"/>
                  </a:cubicBezTo>
                  <a:cubicBezTo>
                    <a:pt x="12206" y="12933"/>
                    <a:pt x="11780" y="12632"/>
                    <a:pt x="11379" y="12306"/>
                  </a:cubicBezTo>
                  <a:cubicBezTo>
                    <a:pt x="9800" y="11379"/>
                    <a:pt x="8346" y="10326"/>
                    <a:pt x="6892" y="9399"/>
                  </a:cubicBezTo>
                  <a:cubicBezTo>
                    <a:pt x="5891" y="8707"/>
                    <a:pt x="4889" y="8106"/>
                    <a:pt x="3909" y="7402"/>
                  </a:cubicBezTo>
                  <a:lnTo>
                    <a:pt x="3909" y="7402"/>
                  </a:lnTo>
                  <a:cubicBezTo>
                    <a:pt x="2933" y="5179"/>
                    <a:pt x="1872" y="2958"/>
                    <a:pt x="726" y="817"/>
                  </a:cubicBezTo>
                  <a:lnTo>
                    <a:pt x="726" y="817"/>
                  </a:lnTo>
                  <a:cubicBezTo>
                    <a:pt x="4768" y="720"/>
                    <a:pt x="8788" y="623"/>
                    <a:pt x="12832" y="527"/>
                  </a:cubicBezTo>
                  <a:close/>
                  <a:moveTo>
                    <a:pt x="14712" y="0"/>
                  </a:moveTo>
                  <a:cubicBezTo>
                    <a:pt x="10527" y="101"/>
                    <a:pt x="6366" y="201"/>
                    <a:pt x="2181" y="301"/>
                  </a:cubicBezTo>
                  <a:lnTo>
                    <a:pt x="301" y="301"/>
                  </a:lnTo>
                  <a:cubicBezTo>
                    <a:pt x="100" y="301"/>
                    <a:pt x="0" y="527"/>
                    <a:pt x="100" y="727"/>
                  </a:cubicBezTo>
                  <a:cubicBezTo>
                    <a:pt x="1343" y="2890"/>
                    <a:pt x="2364" y="5176"/>
                    <a:pt x="3408" y="7560"/>
                  </a:cubicBezTo>
                  <a:lnTo>
                    <a:pt x="3408" y="7560"/>
                  </a:lnTo>
                  <a:cubicBezTo>
                    <a:pt x="3411" y="7606"/>
                    <a:pt x="3428" y="7647"/>
                    <a:pt x="3462" y="7679"/>
                  </a:cubicBezTo>
                  <a:lnTo>
                    <a:pt x="3462" y="7679"/>
                  </a:lnTo>
                  <a:cubicBezTo>
                    <a:pt x="3505" y="7746"/>
                    <a:pt x="3576" y="7784"/>
                    <a:pt x="3651" y="7796"/>
                  </a:cubicBezTo>
                  <a:lnTo>
                    <a:pt x="3651" y="7796"/>
                  </a:lnTo>
                  <a:cubicBezTo>
                    <a:pt x="6015" y="9352"/>
                    <a:pt x="8285" y="10978"/>
                    <a:pt x="10652" y="12532"/>
                  </a:cubicBezTo>
                  <a:cubicBezTo>
                    <a:pt x="11153" y="12832"/>
                    <a:pt x="11679" y="13259"/>
                    <a:pt x="12206" y="13559"/>
                  </a:cubicBezTo>
                  <a:cubicBezTo>
                    <a:pt x="12406" y="13685"/>
                    <a:pt x="12632" y="13885"/>
                    <a:pt x="12832" y="13885"/>
                  </a:cubicBezTo>
                  <a:cubicBezTo>
                    <a:pt x="13258" y="13885"/>
                    <a:pt x="13785" y="13785"/>
                    <a:pt x="14286" y="13785"/>
                  </a:cubicBezTo>
                  <a:cubicBezTo>
                    <a:pt x="15138" y="13685"/>
                    <a:pt x="16065" y="13685"/>
                    <a:pt x="16918" y="13559"/>
                  </a:cubicBezTo>
                  <a:cubicBezTo>
                    <a:pt x="18371" y="13459"/>
                    <a:pt x="19725" y="13359"/>
                    <a:pt x="21178" y="13259"/>
                  </a:cubicBezTo>
                  <a:cubicBezTo>
                    <a:pt x="21404" y="13259"/>
                    <a:pt x="21504" y="13058"/>
                    <a:pt x="21404" y="12933"/>
                  </a:cubicBezTo>
                  <a:lnTo>
                    <a:pt x="15765" y="1654"/>
                  </a:lnTo>
                  <a:cubicBezTo>
                    <a:pt x="15439" y="1153"/>
                    <a:pt x="15138" y="627"/>
                    <a:pt x="14912" y="101"/>
                  </a:cubicBezTo>
                  <a:cubicBezTo>
                    <a:pt x="14812" y="101"/>
                    <a:pt x="14812" y="0"/>
                    <a:pt x="147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69"/>
            <p:cNvSpPr/>
            <p:nvPr/>
          </p:nvSpPr>
          <p:spPr>
            <a:xfrm>
              <a:off x="10351650" y="961750"/>
              <a:ext cx="44500" cy="75825"/>
            </a:xfrm>
            <a:custGeom>
              <a:avLst/>
              <a:gdLst/>
              <a:ahLst/>
              <a:cxnLst/>
              <a:rect l="l" t="t" r="r" b="b"/>
              <a:pathLst>
                <a:path w="1780" h="3033" extrusionOk="0">
                  <a:moveTo>
                    <a:pt x="1780" y="0"/>
                  </a:moveTo>
                  <a:lnTo>
                    <a:pt x="1780" y="0"/>
                  </a:lnTo>
                  <a:cubicBezTo>
                    <a:pt x="1153" y="953"/>
                    <a:pt x="527" y="1980"/>
                    <a:pt x="0" y="3033"/>
                  </a:cubicBezTo>
                  <a:lnTo>
                    <a:pt x="1780" y="0"/>
                  </a:ln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69"/>
            <p:cNvSpPr/>
            <p:nvPr/>
          </p:nvSpPr>
          <p:spPr>
            <a:xfrm>
              <a:off x="10344450" y="955525"/>
              <a:ext cx="60000" cy="88025"/>
            </a:xfrm>
            <a:custGeom>
              <a:avLst/>
              <a:gdLst/>
              <a:ahLst/>
              <a:cxnLst/>
              <a:rect l="l" t="t" r="r" b="b"/>
              <a:pathLst>
                <a:path w="2400" h="3521" extrusionOk="0">
                  <a:moveTo>
                    <a:pt x="2109" y="0"/>
                  </a:moveTo>
                  <a:cubicBezTo>
                    <a:pt x="2021" y="0"/>
                    <a:pt x="1921" y="44"/>
                    <a:pt x="1842" y="149"/>
                  </a:cubicBezTo>
                  <a:cubicBezTo>
                    <a:pt x="1216" y="1101"/>
                    <a:pt x="589" y="2129"/>
                    <a:pt x="88" y="3182"/>
                  </a:cubicBezTo>
                  <a:cubicBezTo>
                    <a:pt x="1" y="3321"/>
                    <a:pt x="180" y="3520"/>
                    <a:pt x="331" y="3520"/>
                  </a:cubicBezTo>
                  <a:cubicBezTo>
                    <a:pt x="397" y="3520"/>
                    <a:pt x="458" y="3482"/>
                    <a:pt x="489" y="3382"/>
                  </a:cubicBezTo>
                  <a:cubicBezTo>
                    <a:pt x="1116" y="2354"/>
                    <a:pt x="1642" y="1302"/>
                    <a:pt x="2268" y="349"/>
                  </a:cubicBezTo>
                  <a:cubicBezTo>
                    <a:pt x="2399" y="154"/>
                    <a:pt x="2274" y="0"/>
                    <a:pt x="21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69"/>
            <p:cNvSpPr/>
            <p:nvPr/>
          </p:nvSpPr>
          <p:spPr>
            <a:xfrm>
              <a:off x="10098525" y="969875"/>
              <a:ext cx="31350" cy="33875"/>
            </a:xfrm>
            <a:custGeom>
              <a:avLst/>
              <a:gdLst/>
              <a:ahLst/>
              <a:cxnLst/>
              <a:rect l="l" t="t" r="r" b="b"/>
              <a:pathLst>
                <a:path w="1254" h="1355" extrusionOk="0">
                  <a:moveTo>
                    <a:pt x="0" y="1"/>
                  </a:moveTo>
                  <a:lnTo>
                    <a:pt x="0" y="1"/>
                  </a:lnTo>
                  <a:cubicBezTo>
                    <a:pt x="401" y="527"/>
                    <a:pt x="827" y="928"/>
                    <a:pt x="1253" y="1354"/>
                  </a:cubicBezTo>
                  <a:lnTo>
                    <a:pt x="0" y="1"/>
                  </a:ln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69"/>
            <p:cNvSpPr/>
            <p:nvPr/>
          </p:nvSpPr>
          <p:spPr>
            <a:xfrm>
              <a:off x="10090375" y="965025"/>
              <a:ext cx="44500" cy="45625"/>
            </a:xfrm>
            <a:custGeom>
              <a:avLst/>
              <a:gdLst/>
              <a:ahLst/>
              <a:cxnLst/>
              <a:rect l="l" t="t" r="r" b="b"/>
              <a:pathLst>
                <a:path w="1780" h="1825" extrusionOk="0">
                  <a:moveTo>
                    <a:pt x="323" y="1"/>
                  </a:moveTo>
                  <a:cubicBezTo>
                    <a:pt x="245" y="1"/>
                    <a:pt x="163" y="32"/>
                    <a:pt x="101" y="95"/>
                  </a:cubicBezTo>
                  <a:cubicBezTo>
                    <a:pt x="0" y="195"/>
                    <a:pt x="0" y="295"/>
                    <a:pt x="101" y="396"/>
                  </a:cubicBezTo>
                  <a:cubicBezTo>
                    <a:pt x="527" y="822"/>
                    <a:pt x="953" y="1348"/>
                    <a:pt x="1354" y="1749"/>
                  </a:cubicBezTo>
                  <a:cubicBezTo>
                    <a:pt x="1416" y="1799"/>
                    <a:pt x="1498" y="1824"/>
                    <a:pt x="1576" y="1824"/>
                  </a:cubicBezTo>
                  <a:cubicBezTo>
                    <a:pt x="1654" y="1824"/>
                    <a:pt x="1730" y="1799"/>
                    <a:pt x="1780" y="1749"/>
                  </a:cubicBezTo>
                  <a:lnTo>
                    <a:pt x="1780" y="1348"/>
                  </a:lnTo>
                  <a:lnTo>
                    <a:pt x="527" y="95"/>
                  </a:lnTo>
                  <a:cubicBezTo>
                    <a:pt x="476" y="32"/>
                    <a:pt x="401" y="1"/>
                    <a:pt x="3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69"/>
            <p:cNvSpPr/>
            <p:nvPr/>
          </p:nvSpPr>
          <p:spPr>
            <a:xfrm>
              <a:off x="10479475" y="1207350"/>
              <a:ext cx="57675" cy="15700"/>
            </a:xfrm>
            <a:custGeom>
              <a:avLst/>
              <a:gdLst/>
              <a:ahLst/>
              <a:cxnLst/>
              <a:rect l="l" t="t" r="r" b="b"/>
              <a:pathLst>
                <a:path w="2307" h="628" extrusionOk="0">
                  <a:moveTo>
                    <a:pt x="0" y="1"/>
                  </a:moveTo>
                  <a:lnTo>
                    <a:pt x="2306" y="627"/>
                  </a:lnTo>
                  <a:cubicBezTo>
                    <a:pt x="1579" y="427"/>
                    <a:pt x="827" y="201"/>
                    <a:pt x="0" y="1"/>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69"/>
            <p:cNvSpPr/>
            <p:nvPr/>
          </p:nvSpPr>
          <p:spPr>
            <a:xfrm>
              <a:off x="10474450" y="1201025"/>
              <a:ext cx="67700" cy="28075"/>
            </a:xfrm>
            <a:custGeom>
              <a:avLst/>
              <a:gdLst/>
              <a:ahLst/>
              <a:cxnLst/>
              <a:rect l="l" t="t" r="r" b="b"/>
              <a:pathLst>
                <a:path w="2708" h="1123" extrusionOk="0">
                  <a:moveTo>
                    <a:pt x="193" y="1"/>
                  </a:moveTo>
                  <a:cubicBezTo>
                    <a:pt x="99" y="1"/>
                    <a:pt x="1" y="83"/>
                    <a:pt x="1" y="154"/>
                  </a:cubicBezTo>
                  <a:cubicBezTo>
                    <a:pt x="1" y="354"/>
                    <a:pt x="1" y="454"/>
                    <a:pt x="201" y="555"/>
                  </a:cubicBezTo>
                  <a:cubicBezTo>
                    <a:pt x="928" y="680"/>
                    <a:pt x="1655" y="880"/>
                    <a:pt x="2407" y="1081"/>
                  </a:cubicBezTo>
                  <a:cubicBezTo>
                    <a:pt x="2436" y="1110"/>
                    <a:pt x="2474" y="1122"/>
                    <a:pt x="2513" y="1122"/>
                  </a:cubicBezTo>
                  <a:cubicBezTo>
                    <a:pt x="2607" y="1122"/>
                    <a:pt x="2708" y="1052"/>
                    <a:pt x="2708" y="981"/>
                  </a:cubicBezTo>
                  <a:cubicBezTo>
                    <a:pt x="2708" y="780"/>
                    <a:pt x="2708" y="680"/>
                    <a:pt x="2507" y="555"/>
                  </a:cubicBezTo>
                  <a:cubicBezTo>
                    <a:pt x="1780" y="354"/>
                    <a:pt x="1028" y="154"/>
                    <a:pt x="302" y="53"/>
                  </a:cubicBezTo>
                  <a:cubicBezTo>
                    <a:pt x="272" y="16"/>
                    <a:pt x="233" y="1"/>
                    <a:pt x="1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69"/>
            <p:cNvSpPr/>
            <p:nvPr/>
          </p:nvSpPr>
          <p:spPr>
            <a:xfrm>
              <a:off x="10074700" y="1008725"/>
              <a:ext cx="384125" cy="339625"/>
            </a:xfrm>
            <a:custGeom>
              <a:avLst/>
              <a:gdLst/>
              <a:ahLst/>
              <a:cxnLst/>
              <a:rect l="l" t="t" r="r" b="b"/>
              <a:pathLst>
                <a:path w="15365" h="13585" extrusionOk="0">
                  <a:moveTo>
                    <a:pt x="3359" y="1"/>
                  </a:moveTo>
                  <a:cubicBezTo>
                    <a:pt x="1981" y="2206"/>
                    <a:pt x="853" y="4487"/>
                    <a:pt x="1" y="6793"/>
                  </a:cubicBezTo>
                  <a:cubicBezTo>
                    <a:pt x="1" y="6793"/>
                    <a:pt x="1154" y="8998"/>
                    <a:pt x="4286" y="11079"/>
                  </a:cubicBezTo>
                  <a:cubicBezTo>
                    <a:pt x="7319" y="13159"/>
                    <a:pt x="10026" y="13585"/>
                    <a:pt x="10026" y="13585"/>
                  </a:cubicBezTo>
                  <a:cubicBezTo>
                    <a:pt x="12006" y="11906"/>
                    <a:pt x="14111" y="9725"/>
                    <a:pt x="15364" y="7520"/>
                  </a:cubicBezTo>
                  <a:cubicBezTo>
                    <a:pt x="15364" y="7520"/>
                    <a:pt x="13585" y="3986"/>
                    <a:pt x="10251" y="1981"/>
                  </a:cubicBezTo>
                  <a:cubicBezTo>
                    <a:pt x="6893" y="101"/>
                    <a:pt x="3359" y="1"/>
                    <a:pt x="33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69"/>
            <p:cNvSpPr/>
            <p:nvPr/>
          </p:nvSpPr>
          <p:spPr>
            <a:xfrm>
              <a:off x="10067175" y="1002600"/>
              <a:ext cx="399150" cy="351100"/>
            </a:xfrm>
            <a:custGeom>
              <a:avLst/>
              <a:gdLst/>
              <a:ahLst/>
              <a:cxnLst/>
              <a:rect l="l" t="t" r="r" b="b"/>
              <a:pathLst>
                <a:path w="15966" h="14044" extrusionOk="0">
                  <a:moveTo>
                    <a:pt x="3795" y="575"/>
                  </a:moveTo>
                  <a:cubicBezTo>
                    <a:pt x="8594" y="722"/>
                    <a:pt x="13202" y="3473"/>
                    <a:pt x="15385" y="7757"/>
                  </a:cubicBezTo>
                  <a:lnTo>
                    <a:pt x="15385" y="7757"/>
                  </a:lnTo>
                  <a:cubicBezTo>
                    <a:pt x="14070" y="9966"/>
                    <a:pt x="12272" y="11875"/>
                    <a:pt x="10281" y="13504"/>
                  </a:cubicBezTo>
                  <a:lnTo>
                    <a:pt x="10227" y="13504"/>
                  </a:lnTo>
                  <a:cubicBezTo>
                    <a:pt x="10126" y="13504"/>
                    <a:pt x="10026" y="13404"/>
                    <a:pt x="9801" y="13404"/>
                  </a:cubicBezTo>
                  <a:cubicBezTo>
                    <a:pt x="9400" y="13304"/>
                    <a:pt x="8973" y="13203"/>
                    <a:pt x="8447" y="13003"/>
                  </a:cubicBezTo>
                  <a:cubicBezTo>
                    <a:pt x="6993" y="12477"/>
                    <a:pt x="5540" y="11750"/>
                    <a:pt x="4161" y="10697"/>
                  </a:cubicBezTo>
                  <a:cubicBezTo>
                    <a:pt x="3034" y="9870"/>
                    <a:pt x="1981" y="8918"/>
                    <a:pt x="1154" y="7865"/>
                  </a:cubicBezTo>
                  <a:cubicBezTo>
                    <a:pt x="928" y="7564"/>
                    <a:pt x="728" y="7364"/>
                    <a:pt x="628" y="7038"/>
                  </a:cubicBezTo>
                  <a:cubicBezTo>
                    <a:pt x="543" y="7038"/>
                    <a:pt x="530" y="6967"/>
                    <a:pt x="528" y="6944"/>
                  </a:cubicBezTo>
                  <a:lnTo>
                    <a:pt x="528" y="6944"/>
                  </a:lnTo>
                  <a:cubicBezTo>
                    <a:pt x="528" y="6950"/>
                    <a:pt x="530" y="6953"/>
                    <a:pt x="533" y="6953"/>
                  </a:cubicBezTo>
                  <a:cubicBezTo>
                    <a:pt x="567" y="6953"/>
                    <a:pt x="728" y="6612"/>
                    <a:pt x="728" y="6612"/>
                  </a:cubicBezTo>
                  <a:cubicBezTo>
                    <a:pt x="828" y="6311"/>
                    <a:pt x="928" y="5985"/>
                    <a:pt x="1029" y="5785"/>
                  </a:cubicBezTo>
                  <a:cubicBezTo>
                    <a:pt x="1863" y="3944"/>
                    <a:pt x="2769" y="2200"/>
                    <a:pt x="3795" y="575"/>
                  </a:cubicBezTo>
                  <a:close/>
                  <a:moveTo>
                    <a:pt x="3780" y="1"/>
                  </a:moveTo>
                  <a:cubicBezTo>
                    <a:pt x="3694" y="1"/>
                    <a:pt x="3610" y="12"/>
                    <a:pt x="3535" y="45"/>
                  </a:cubicBezTo>
                  <a:cubicBezTo>
                    <a:pt x="3234" y="146"/>
                    <a:pt x="3134" y="672"/>
                    <a:pt x="2908" y="872"/>
                  </a:cubicBezTo>
                  <a:cubicBezTo>
                    <a:pt x="2708" y="1399"/>
                    <a:pt x="2407" y="1825"/>
                    <a:pt x="2181" y="2351"/>
                  </a:cubicBezTo>
                  <a:cubicBezTo>
                    <a:pt x="1655" y="3278"/>
                    <a:pt x="1154" y="4331"/>
                    <a:pt x="728" y="5359"/>
                  </a:cubicBezTo>
                  <a:cubicBezTo>
                    <a:pt x="527" y="5785"/>
                    <a:pt x="302" y="6211"/>
                    <a:pt x="201" y="6612"/>
                  </a:cubicBezTo>
                  <a:cubicBezTo>
                    <a:pt x="101" y="6837"/>
                    <a:pt x="1" y="7038"/>
                    <a:pt x="101" y="7238"/>
                  </a:cubicBezTo>
                  <a:cubicBezTo>
                    <a:pt x="201" y="7464"/>
                    <a:pt x="402" y="7765"/>
                    <a:pt x="628" y="7990"/>
                  </a:cubicBezTo>
                  <a:cubicBezTo>
                    <a:pt x="1029" y="8492"/>
                    <a:pt x="1455" y="9018"/>
                    <a:pt x="1881" y="9444"/>
                  </a:cubicBezTo>
                  <a:cubicBezTo>
                    <a:pt x="3435" y="10998"/>
                    <a:pt x="5314" y="12251"/>
                    <a:pt x="7294" y="13103"/>
                  </a:cubicBezTo>
                  <a:cubicBezTo>
                    <a:pt x="8247" y="13504"/>
                    <a:pt x="9299" y="13930"/>
                    <a:pt x="10327" y="14030"/>
                  </a:cubicBezTo>
                  <a:cubicBezTo>
                    <a:pt x="10356" y="14039"/>
                    <a:pt x="10383" y="14044"/>
                    <a:pt x="10407" y="14044"/>
                  </a:cubicBezTo>
                  <a:cubicBezTo>
                    <a:pt x="10491" y="14044"/>
                    <a:pt x="10542" y="13993"/>
                    <a:pt x="10562" y="13922"/>
                  </a:cubicBezTo>
                  <a:lnTo>
                    <a:pt x="10562" y="13922"/>
                  </a:lnTo>
                  <a:cubicBezTo>
                    <a:pt x="12112" y="12671"/>
                    <a:pt x="13562" y="11220"/>
                    <a:pt x="14713" y="9644"/>
                  </a:cubicBezTo>
                  <a:cubicBezTo>
                    <a:pt x="15039" y="9243"/>
                    <a:pt x="15339" y="8817"/>
                    <a:pt x="15565" y="8391"/>
                  </a:cubicBezTo>
                  <a:cubicBezTo>
                    <a:pt x="15765" y="8191"/>
                    <a:pt x="15966" y="7865"/>
                    <a:pt x="15866" y="7664"/>
                  </a:cubicBezTo>
                  <a:cubicBezTo>
                    <a:pt x="15866" y="7464"/>
                    <a:pt x="15665" y="7238"/>
                    <a:pt x="15565" y="7038"/>
                  </a:cubicBezTo>
                  <a:cubicBezTo>
                    <a:pt x="13986" y="4431"/>
                    <a:pt x="11680" y="2351"/>
                    <a:pt x="8873" y="1198"/>
                  </a:cubicBezTo>
                  <a:cubicBezTo>
                    <a:pt x="7420" y="572"/>
                    <a:pt x="5841" y="246"/>
                    <a:pt x="4287" y="45"/>
                  </a:cubicBezTo>
                  <a:cubicBezTo>
                    <a:pt x="4136" y="45"/>
                    <a:pt x="3953" y="1"/>
                    <a:pt x="378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69"/>
            <p:cNvSpPr/>
            <p:nvPr/>
          </p:nvSpPr>
          <p:spPr>
            <a:xfrm>
              <a:off x="10111675" y="1019375"/>
              <a:ext cx="94000" cy="198650"/>
            </a:xfrm>
            <a:custGeom>
              <a:avLst/>
              <a:gdLst/>
              <a:ahLst/>
              <a:cxnLst/>
              <a:rect l="l" t="t" r="r" b="b"/>
              <a:pathLst>
                <a:path w="3760" h="7946" extrusionOk="0">
                  <a:moveTo>
                    <a:pt x="3760" y="1"/>
                  </a:moveTo>
                  <a:lnTo>
                    <a:pt x="3760" y="1"/>
                  </a:lnTo>
                  <a:cubicBezTo>
                    <a:pt x="2507" y="2607"/>
                    <a:pt x="1128" y="5214"/>
                    <a:pt x="0" y="7946"/>
                  </a:cubicBezTo>
                  <a:lnTo>
                    <a:pt x="3760" y="1"/>
                  </a:ln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69"/>
            <p:cNvSpPr/>
            <p:nvPr/>
          </p:nvSpPr>
          <p:spPr>
            <a:xfrm>
              <a:off x="10101750" y="1013500"/>
              <a:ext cx="113225" cy="210150"/>
            </a:xfrm>
            <a:custGeom>
              <a:avLst/>
              <a:gdLst/>
              <a:ahLst/>
              <a:cxnLst/>
              <a:rect l="l" t="t" r="r" b="b"/>
              <a:pathLst>
                <a:path w="4529" h="8406" extrusionOk="0">
                  <a:moveTo>
                    <a:pt x="4160" y="0"/>
                  </a:moveTo>
                  <a:cubicBezTo>
                    <a:pt x="4080" y="0"/>
                    <a:pt x="3998" y="40"/>
                    <a:pt x="3931" y="136"/>
                  </a:cubicBezTo>
                  <a:cubicBezTo>
                    <a:pt x="2678" y="2742"/>
                    <a:pt x="1325" y="5349"/>
                    <a:pt x="72" y="7955"/>
                  </a:cubicBezTo>
                  <a:cubicBezTo>
                    <a:pt x="0" y="8186"/>
                    <a:pt x="194" y="8405"/>
                    <a:pt x="385" y="8405"/>
                  </a:cubicBezTo>
                  <a:cubicBezTo>
                    <a:pt x="462" y="8405"/>
                    <a:pt x="540" y="8368"/>
                    <a:pt x="598" y="8281"/>
                  </a:cubicBezTo>
                  <a:cubicBezTo>
                    <a:pt x="1851" y="5675"/>
                    <a:pt x="3104" y="3043"/>
                    <a:pt x="4458" y="436"/>
                  </a:cubicBezTo>
                  <a:cubicBezTo>
                    <a:pt x="4528" y="225"/>
                    <a:pt x="4350" y="0"/>
                    <a:pt x="41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69"/>
            <p:cNvSpPr/>
            <p:nvPr/>
          </p:nvSpPr>
          <p:spPr>
            <a:xfrm>
              <a:off x="10139875" y="1035050"/>
              <a:ext cx="120325" cy="219325"/>
            </a:xfrm>
            <a:custGeom>
              <a:avLst/>
              <a:gdLst/>
              <a:ahLst/>
              <a:cxnLst/>
              <a:rect l="l" t="t" r="r" b="b"/>
              <a:pathLst>
                <a:path w="4813" h="8773" extrusionOk="0">
                  <a:moveTo>
                    <a:pt x="4812" y="1"/>
                  </a:moveTo>
                  <a:lnTo>
                    <a:pt x="1692" y="5688"/>
                  </a:lnTo>
                  <a:lnTo>
                    <a:pt x="1692" y="5688"/>
                  </a:lnTo>
                  <a:cubicBezTo>
                    <a:pt x="2744" y="3794"/>
                    <a:pt x="3805" y="1902"/>
                    <a:pt x="4812" y="1"/>
                  </a:cubicBezTo>
                  <a:close/>
                  <a:moveTo>
                    <a:pt x="1692" y="5688"/>
                  </a:moveTo>
                  <a:cubicBezTo>
                    <a:pt x="1122" y="6714"/>
                    <a:pt x="555" y="7742"/>
                    <a:pt x="0" y="8773"/>
                  </a:cubicBezTo>
                  <a:lnTo>
                    <a:pt x="1692" y="5688"/>
                  </a:ln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69"/>
            <p:cNvSpPr/>
            <p:nvPr/>
          </p:nvSpPr>
          <p:spPr>
            <a:xfrm>
              <a:off x="10131375" y="1029075"/>
              <a:ext cx="137750" cy="231275"/>
            </a:xfrm>
            <a:custGeom>
              <a:avLst/>
              <a:gdLst/>
              <a:ahLst/>
              <a:cxnLst/>
              <a:rect l="l" t="t" r="r" b="b"/>
              <a:pathLst>
                <a:path w="5510" h="9251" extrusionOk="0">
                  <a:moveTo>
                    <a:pt x="5130" y="1"/>
                  </a:moveTo>
                  <a:cubicBezTo>
                    <a:pt x="5053" y="1"/>
                    <a:pt x="4982" y="40"/>
                    <a:pt x="4952" y="139"/>
                  </a:cubicBezTo>
                  <a:cubicBezTo>
                    <a:pt x="3273" y="3047"/>
                    <a:pt x="1719" y="5979"/>
                    <a:pt x="140" y="8911"/>
                  </a:cubicBezTo>
                  <a:cubicBezTo>
                    <a:pt x="1" y="9050"/>
                    <a:pt x="212" y="9250"/>
                    <a:pt x="387" y="9250"/>
                  </a:cubicBezTo>
                  <a:cubicBezTo>
                    <a:pt x="465" y="9250"/>
                    <a:pt x="535" y="9211"/>
                    <a:pt x="566" y="9112"/>
                  </a:cubicBezTo>
                  <a:cubicBezTo>
                    <a:pt x="2120" y="6179"/>
                    <a:pt x="3799" y="3272"/>
                    <a:pt x="5353" y="340"/>
                  </a:cubicBezTo>
                  <a:cubicBezTo>
                    <a:pt x="5509" y="201"/>
                    <a:pt x="5304" y="1"/>
                    <a:pt x="513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69"/>
            <p:cNvSpPr/>
            <p:nvPr/>
          </p:nvSpPr>
          <p:spPr>
            <a:xfrm>
              <a:off x="10176825" y="1053225"/>
              <a:ext cx="132875" cy="224325"/>
            </a:xfrm>
            <a:custGeom>
              <a:avLst/>
              <a:gdLst/>
              <a:ahLst/>
              <a:cxnLst/>
              <a:rect l="l" t="t" r="r" b="b"/>
              <a:pathLst>
                <a:path w="5315" h="8973" extrusionOk="0">
                  <a:moveTo>
                    <a:pt x="5314" y="0"/>
                  </a:moveTo>
                  <a:lnTo>
                    <a:pt x="5314" y="0"/>
                  </a:lnTo>
                  <a:cubicBezTo>
                    <a:pt x="3334" y="2933"/>
                    <a:pt x="1555" y="5965"/>
                    <a:pt x="1" y="8973"/>
                  </a:cubicBezTo>
                  <a:lnTo>
                    <a:pt x="5314" y="0"/>
                  </a:ln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69"/>
            <p:cNvSpPr/>
            <p:nvPr/>
          </p:nvSpPr>
          <p:spPr>
            <a:xfrm>
              <a:off x="10166900" y="1045925"/>
              <a:ext cx="152025" cy="240375"/>
            </a:xfrm>
            <a:custGeom>
              <a:avLst/>
              <a:gdLst/>
              <a:ahLst/>
              <a:cxnLst/>
              <a:rect l="l" t="t" r="r" b="b"/>
              <a:pathLst>
                <a:path w="6081" h="9615" extrusionOk="0">
                  <a:moveTo>
                    <a:pt x="5672" y="0"/>
                  </a:moveTo>
                  <a:cubicBezTo>
                    <a:pt x="5602" y="0"/>
                    <a:pt x="5539" y="28"/>
                    <a:pt x="5511" y="92"/>
                  </a:cubicBezTo>
                  <a:cubicBezTo>
                    <a:pt x="3531" y="3124"/>
                    <a:pt x="1751" y="6032"/>
                    <a:pt x="72" y="9165"/>
                  </a:cubicBezTo>
                  <a:cubicBezTo>
                    <a:pt x="1" y="9396"/>
                    <a:pt x="195" y="9614"/>
                    <a:pt x="385" y="9614"/>
                  </a:cubicBezTo>
                  <a:cubicBezTo>
                    <a:pt x="463" y="9614"/>
                    <a:pt x="540" y="9578"/>
                    <a:pt x="598" y="9490"/>
                  </a:cubicBezTo>
                  <a:cubicBezTo>
                    <a:pt x="2177" y="6358"/>
                    <a:pt x="3932" y="3325"/>
                    <a:pt x="5937" y="393"/>
                  </a:cubicBezTo>
                  <a:cubicBezTo>
                    <a:pt x="6080" y="177"/>
                    <a:pt x="5851" y="0"/>
                    <a:pt x="567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69"/>
            <p:cNvSpPr/>
            <p:nvPr/>
          </p:nvSpPr>
          <p:spPr>
            <a:xfrm>
              <a:off x="10208175" y="1082050"/>
              <a:ext cx="138475" cy="216800"/>
            </a:xfrm>
            <a:custGeom>
              <a:avLst/>
              <a:gdLst/>
              <a:ahLst/>
              <a:cxnLst/>
              <a:rect l="l" t="t" r="r" b="b"/>
              <a:pathLst>
                <a:path w="5539" h="8672" extrusionOk="0">
                  <a:moveTo>
                    <a:pt x="5539" y="0"/>
                  </a:moveTo>
                  <a:lnTo>
                    <a:pt x="0" y="8672"/>
                  </a:lnTo>
                  <a:cubicBezTo>
                    <a:pt x="1980" y="5840"/>
                    <a:pt x="3760" y="2933"/>
                    <a:pt x="5539" y="0"/>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69"/>
            <p:cNvSpPr/>
            <p:nvPr/>
          </p:nvSpPr>
          <p:spPr>
            <a:xfrm>
              <a:off x="10199025" y="1074750"/>
              <a:ext cx="154450" cy="229800"/>
            </a:xfrm>
            <a:custGeom>
              <a:avLst/>
              <a:gdLst/>
              <a:ahLst/>
              <a:cxnLst/>
              <a:rect l="l" t="t" r="r" b="b"/>
              <a:pathLst>
                <a:path w="6178" h="9192" extrusionOk="0">
                  <a:moveTo>
                    <a:pt x="5787" y="0"/>
                  </a:moveTo>
                  <a:cubicBezTo>
                    <a:pt x="5711" y="0"/>
                    <a:pt x="5636" y="28"/>
                    <a:pt x="5579" y="92"/>
                  </a:cubicBezTo>
                  <a:cubicBezTo>
                    <a:pt x="3900" y="3099"/>
                    <a:pt x="2020" y="5931"/>
                    <a:pt x="141" y="8864"/>
                  </a:cubicBezTo>
                  <a:cubicBezTo>
                    <a:pt x="1" y="9003"/>
                    <a:pt x="214" y="9191"/>
                    <a:pt x="390" y="9191"/>
                  </a:cubicBezTo>
                  <a:cubicBezTo>
                    <a:pt x="466" y="9191"/>
                    <a:pt x="536" y="9156"/>
                    <a:pt x="567" y="9064"/>
                  </a:cubicBezTo>
                  <a:cubicBezTo>
                    <a:pt x="2547" y="6232"/>
                    <a:pt x="4326" y="3325"/>
                    <a:pt x="6105" y="392"/>
                  </a:cubicBezTo>
                  <a:cubicBezTo>
                    <a:pt x="6177" y="177"/>
                    <a:pt x="5979" y="0"/>
                    <a:pt x="578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69"/>
            <p:cNvSpPr/>
            <p:nvPr/>
          </p:nvSpPr>
          <p:spPr>
            <a:xfrm>
              <a:off x="10249525" y="1105225"/>
              <a:ext cx="130975" cy="211800"/>
            </a:xfrm>
            <a:custGeom>
              <a:avLst/>
              <a:gdLst/>
              <a:ahLst/>
              <a:cxnLst/>
              <a:rect l="l" t="t" r="r" b="b"/>
              <a:pathLst>
                <a:path w="5239" h="8472" extrusionOk="0">
                  <a:moveTo>
                    <a:pt x="5238" y="1"/>
                  </a:moveTo>
                  <a:lnTo>
                    <a:pt x="1466" y="6101"/>
                  </a:lnTo>
                  <a:lnTo>
                    <a:pt x="1466" y="6101"/>
                  </a:lnTo>
                  <a:cubicBezTo>
                    <a:pt x="2796" y="4100"/>
                    <a:pt x="4064" y="2088"/>
                    <a:pt x="5238" y="1"/>
                  </a:cubicBezTo>
                  <a:close/>
                  <a:moveTo>
                    <a:pt x="1466" y="6101"/>
                  </a:moveTo>
                  <a:cubicBezTo>
                    <a:pt x="1263" y="6407"/>
                    <a:pt x="1058" y="6713"/>
                    <a:pt x="852" y="7018"/>
                  </a:cubicBezTo>
                  <a:cubicBezTo>
                    <a:pt x="527" y="7519"/>
                    <a:pt x="226" y="7945"/>
                    <a:pt x="0" y="8472"/>
                  </a:cubicBezTo>
                  <a:lnTo>
                    <a:pt x="1466" y="6101"/>
                  </a:ln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69"/>
            <p:cNvSpPr/>
            <p:nvPr/>
          </p:nvSpPr>
          <p:spPr>
            <a:xfrm>
              <a:off x="10241025" y="1099025"/>
              <a:ext cx="147775" cy="223975"/>
            </a:xfrm>
            <a:custGeom>
              <a:avLst/>
              <a:gdLst/>
              <a:ahLst/>
              <a:cxnLst/>
              <a:rect l="l" t="t" r="r" b="b"/>
              <a:pathLst>
                <a:path w="5911" h="8959" extrusionOk="0">
                  <a:moveTo>
                    <a:pt x="5617" y="1"/>
                  </a:moveTo>
                  <a:cubicBezTo>
                    <a:pt x="5529" y="1"/>
                    <a:pt x="5430" y="45"/>
                    <a:pt x="5353" y="148"/>
                  </a:cubicBezTo>
                  <a:cubicBezTo>
                    <a:pt x="4526" y="1627"/>
                    <a:pt x="3699" y="2980"/>
                    <a:pt x="2746" y="4434"/>
                  </a:cubicBezTo>
                  <a:cubicBezTo>
                    <a:pt x="2345" y="5161"/>
                    <a:pt x="1919" y="5787"/>
                    <a:pt x="1393" y="6514"/>
                  </a:cubicBezTo>
                  <a:cubicBezTo>
                    <a:pt x="967" y="7141"/>
                    <a:pt x="466" y="7893"/>
                    <a:pt x="140" y="8620"/>
                  </a:cubicBezTo>
                  <a:cubicBezTo>
                    <a:pt x="1" y="8759"/>
                    <a:pt x="151" y="8958"/>
                    <a:pt x="332" y="8958"/>
                  </a:cubicBezTo>
                  <a:cubicBezTo>
                    <a:pt x="411" y="8958"/>
                    <a:pt x="497" y="8920"/>
                    <a:pt x="566" y="8820"/>
                  </a:cubicBezTo>
                  <a:cubicBezTo>
                    <a:pt x="967" y="8093"/>
                    <a:pt x="1393" y="7467"/>
                    <a:pt x="1919" y="6740"/>
                  </a:cubicBezTo>
                  <a:cubicBezTo>
                    <a:pt x="2345" y="6113"/>
                    <a:pt x="2746" y="5386"/>
                    <a:pt x="3273" y="4760"/>
                  </a:cubicBezTo>
                  <a:cubicBezTo>
                    <a:pt x="4100" y="3281"/>
                    <a:pt x="4952" y="1828"/>
                    <a:pt x="5779" y="374"/>
                  </a:cubicBezTo>
                  <a:cubicBezTo>
                    <a:pt x="5910" y="160"/>
                    <a:pt x="5783" y="1"/>
                    <a:pt x="56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69"/>
            <p:cNvSpPr/>
            <p:nvPr/>
          </p:nvSpPr>
          <p:spPr>
            <a:xfrm>
              <a:off x="10289000" y="1142200"/>
              <a:ext cx="125325" cy="190500"/>
            </a:xfrm>
            <a:custGeom>
              <a:avLst/>
              <a:gdLst/>
              <a:ahLst/>
              <a:cxnLst/>
              <a:rect l="l" t="t" r="r" b="b"/>
              <a:pathLst>
                <a:path w="5013" h="7620" extrusionOk="0">
                  <a:moveTo>
                    <a:pt x="5013" y="0"/>
                  </a:moveTo>
                  <a:lnTo>
                    <a:pt x="0" y="7619"/>
                  </a:lnTo>
                  <a:cubicBezTo>
                    <a:pt x="1780" y="5113"/>
                    <a:pt x="3434" y="2607"/>
                    <a:pt x="5013" y="0"/>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69"/>
            <p:cNvSpPr/>
            <p:nvPr/>
          </p:nvSpPr>
          <p:spPr>
            <a:xfrm>
              <a:off x="10279925" y="1135550"/>
              <a:ext cx="143025" cy="201675"/>
            </a:xfrm>
            <a:custGeom>
              <a:avLst/>
              <a:gdLst/>
              <a:ahLst/>
              <a:cxnLst/>
              <a:rect l="l" t="t" r="r" b="b"/>
              <a:pathLst>
                <a:path w="5721" h="8067" extrusionOk="0">
                  <a:moveTo>
                    <a:pt x="5437" y="0"/>
                  </a:moveTo>
                  <a:cubicBezTo>
                    <a:pt x="5348" y="0"/>
                    <a:pt x="5247" y="49"/>
                    <a:pt x="5175" y="166"/>
                  </a:cubicBezTo>
                  <a:cubicBezTo>
                    <a:pt x="3596" y="2773"/>
                    <a:pt x="1917" y="5279"/>
                    <a:pt x="163" y="7685"/>
                  </a:cubicBezTo>
                  <a:cubicBezTo>
                    <a:pt x="0" y="7902"/>
                    <a:pt x="176" y="8066"/>
                    <a:pt x="362" y="8066"/>
                  </a:cubicBezTo>
                  <a:cubicBezTo>
                    <a:pt x="434" y="8066"/>
                    <a:pt x="508" y="8042"/>
                    <a:pt x="564" y="7986"/>
                  </a:cubicBezTo>
                  <a:cubicBezTo>
                    <a:pt x="2343" y="5580"/>
                    <a:pt x="4022" y="2973"/>
                    <a:pt x="5576" y="367"/>
                  </a:cubicBezTo>
                  <a:cubicBezTo>
                    <a:pt x="5721" y="157"/>
                    <a:pt x="5597" y="0"/>
                    <a:pt x="543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69"/>
            <p:cNvSpPr/>
            <p:nvPr/>
          </p:nvSpPr>
          <p:spPr>
            <a:xfrm>
              <a:off x="10377975" y="1199200"/>
              <a:ext cx="49525" cy="68325"/>
            </a:xfrm>
            <a:custGeom>
              <a:avLst/>
              <a:gdLst/>
              <a:ahLst/>
              <a:cxnLst/>
              <a:rect l="l" t="t" r="r" b="b"/>
              <a:pathLst>
                <a:path w="1981" h="2733" extrusionOk="0">
                  <a:moveTo>
                    <a:pt x="1980" y="1"/>
                  </a:moveTo>
                  <a:lnTo>
                    <a:pt x="0" y="2733"/>
                  </a:lnTo>
                  <a:cubicBezTo>
                    <a:pt x="627" y="1881"/>
                    <a:pt x="1353" y="953"/>
                    <a:pt x="1980" y="1"/>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69"/>
            <p:cNvSpPr/>
            <p:nvPr/>
          </p:nvSpPr>
          <p:spPr>
            <a:xfrm>
              <a:off x="10369825" y="1193550"/>
              <a:ext cx="66175" cy="80875"/>
            </a:xfrm>
            <a:custGeom>
              <a:avLst/>
              <a:gdLst/>
              <a:ahLst/>
              <a:cxnLst/>
              <a:rect l="l" t="t" r="r" b="b"/>
              <a:pathLst>
                <a:path w="2647" h="3235" extrusionOk="0">
                  <a:moveTo>
                    <a:pt x="2311" y="0"/>
                  </a:moveTo>
                  <a:cubicBezTo>
                    <a:pt x="2232" y="0"/>
                    <a:pt x="2148" y="36"/>
                    <a:pt x="2080" y="127"/>
                  </a:cubicBezTo>
                  <a:cubicBezTo>
                    <a:pt x="1454" y="1079"/>
                    <a:pt x="827" y="1906"/>
                    <a:pt x="101" y="2859"/>
                  </a:cubicBezTo>
                  <a:cubicBezTo>
                    <a:pt x="0" y="2959"/>
                    <a:pt x="0" y="3059"/>
                    <a:pt x="101" y="3159"/>
                  </a:cubicBezTo>
                  <a:cubicBezTo>
                    <a:pt x="151" y="3209"/>
                    <a:pt x="232" y="3235"/>
                    <a:pt x="301" y="3235"/>
                  </a:cubicBezTo>
                  <a:cubicBezTo>
                    <a:pt x="370" y="3235"/>
                    <a:pt x="426" y="3209"/>
                    <a:pt x="426" y="3159"/>
                  </a:cubicBezTo>
                  <a:cubicBezTo>
                    <a:pt x="1153" y="2332"/>
                    <a:pt x="1880" y="1280"/>
                    <a:pt x="2507" y="352"/>
                  </a:cubicBezTo>
                  <a:cubicBezTo>
                    <a:pt x="2647" y="195"/>
                    <a:pt x="2493" y="0"/>
                    <a:pt x="23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69"/>
            <p:cNvSpPr/>
            <p:nvPr/>
          </p:nvSpPr>
          <p:spPr>
            <a:xfrm>
              <a:off x="10202525" y="1050725"/>
              <a:ext cx="13175" cy="28825"/>
            </a:xfrm>
            <a:custGeom>
              <a:avLst/>
              <a:gdLst/>
              <a:ahLst/>
              <a:cxnLst/>
              <a:rect l="l" t="t" r="r" b="b"/>
              <a:pathLst>
                <a:path w="527" h="1153" extrusionOk="0">
                  <a:moveTo>
                    <a:pt x="527" y="0"/>
                  </a:moveTo>
                  <a:lnTo>
                    <a:pt x="527" y="0"/>
                  </a:lnTo>
                  <a:cubicBezTo>
                    <a:pt x="494" y="69"/>
                    <a:pt x="465" y="135"/>
                    <a:pt x="436" y="198"/>
                  </a:cubicBezTo>
                  <a:lnTo>
                    <a:pt x="436" y="198"/>
                  </a:lnTo>
                  <a:lnTo>
                    <a:pt x="527" y="0"/>
                  </a:lnTo>
                  <a:close/>
                  <a:moveTo>
                    <a:pt x="436" y="198"/>
                  </a:moveTo>
                  <a:lnTo>
                    <a:pt x="1" y="1153"/>
                  </a:lnTo>
                  <a:cubicBezTo>
                    <a:pt x="190" y="796"/>
                    <a:pt x="291" y="527"/>
                    <a:pt x="436" y="198"/>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69"/>
            <p:cNvSpPr/>
            <p:nvPr/>
          </p:nvSpPr>
          <p:spPr>
            <a:xfrm>
              <a:off x="10195000" y="1045700"/>
              <a:ext cx="28850" cy="38875"/>
            </a:xfrm>
            <a:custGeom>
              <a:avLst/>
              <a:gdLst/>
              <a:ahLst/>
              <a:cxnLst/>
              <a:rect l="l" t="t" r="r" b="b"/>
              <a:pathLst>
                <a:path w="1154" h="1555" extrusionOk="0">
                  <a:moveTo>
                    <a:pt x="928" y="1"/>
                  </a:moveTo>
                  <a:cubicBezTo>
                    <a:pt x="828" y="1"/>
                    <a:pt x="728" y="1"/>
                    <a:pt x="627" y="101"/>
                  </a:cubicBezTo>
                  <a:cubicBezTo>
                    <a:pt x="427" y="502"/>
                    <a:pt x="201" y="828"/>
                    <a:pt x="101" y="1128"/>
                  </a:cubicBezTo>
                  <a:cubicBezTo>
                    <a:pt x="1" y="1254"/>
                    <a:pt x="1" y="1454"/>
                    <a:pt x="101" y="1554"/>
                  </a:cubicBezTo>
                  <a:cubicBezTo>
                    <a:pt x="302" y="1554"/>
                    <a:pt x="427" y="1554"/>
                    <a:pt x="527" y="1454"/>
                  </a:cubicBezTo>
                  <a:cubicBezTo>
                    <a:pt x="728" y="1028"/>
                    <a:pt x="928" y="727"/>
                    <a:pt x="1053" y="402"/>
                  </a:cubicBezTo>
                  <a:cubicBezTo>
                    <a:pt x="1154" y="301"/>
                    <a:pt x="1154" y="101"/>
                    <a:pt x="9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69"/>
            <p:cNvSpPr/>
            <p:nvPr/>
          </p:nvSpPr>
          <p:spPr>
            <a:xfrm>
              <a:off x="10098525" y="1136550"/>
              <a:ext cx="20700" cy="39500"/>
            </a:xfrm>
            <a:custGeom>
              <a:avLst/>
              <a:gdLst/>
              <a:ahLst/>
              <a:cxnLst/>
              <a:rect l="l" t="t" r="r" b="b"/>
              <a:pathLst>
                <a:path w="828" h="1580" extrusionOk="0">
                  <a:moveTo>
                    <a:pt x="827" y="1"/>
                  </a:moveTo>
                  <a:lnTo>
                    <a:pt x="0" y="1580"/>
                  </a:lnTo>
                  <a:cubicBezTo>
                    <a:pt x="301" y="1053"/>
                    <a:pt x="627" y="527"/>
                    <a:pt x="827" y="1"/>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69"/>
            <p:cNvSpPr/>
            <p:nvPr/>
          </p:nvSpPr>
          <p:spPr>
            <a:xfrm>
              <a:off x="10090375" y="1129675"/>
              <a:ext cx="36975" cy="52425"/>
            </a:xfrm>
            <a:custGeom>
              <a:avLst/>
              <a:gdLst/>
              <a:ahLst/>
              <a:cxnLst/>
              <a:rect l="l" t="t" r="r" b="b"/>
              <a:pathLst>
                <a:path w="1479" h="2097" extrusionOk="0">
                  <a:moveTo>
                    <a:pt x="1116" y="0"/>
                  </a:moveTo>
                  <a:cubicBezTo>
                    <a:pt x="1053" y="0"/>
                    <a:pt x="1003" y="25"/>
                    <a:pt x="953" y="75"/>
                  </a:cubicBezTo>
                  <a:cubicBezTo>
                    <a:pt x="627" y="602"/>
                    <a:pt x="426" y="1228"/>
                    <a:pt x="101" y="1754"/>
                  </a:cubicBezTo>
                  <a:cubicBezTo>
                    <a:pt x="0" y="1855"/>
                    <a:pt x="101" y="1955"/>
                    <a:pt x="226" y="2055"/>
                  </a:cubicBezTo>
                  <a:cubicBezTo>
                    <a:pt x="255" y="2085"/>
                    <a:pt x="285" y="2097"/>
                    <a:pt x="314" y="2097"/>
                  </a:cubicBezTo>
                  <a:cubicBezTo>
                    <a:pt x="385" y="2097"/>
                    <a:pt x="456" y="2026"/>
                    <a:pt x="527" y="1955"/>
                  </a:cubicBezTo>
                  <a:cubicBezTo>
                    <a:pt x="852" y="1429"/>
                    <a:pt x="1153" y="902"/>
                    <a:pt x="1479" y="401"/>
                  </a:cubicBezTo>
                  <a:cubicBezTo>
                    <a:pt x="1479" y="276"/>
                    <a:pt x="1479" y="75"/>
                    <a:pt x="1354" y="75"/>
                  </a:cubicBezTo>
                  <a:cubicBezTo>
                    <a:pt x="1253" y="25"/>
                    <a:pt x="1178" y="0"/>
                    <a:pt x="111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69"/>
            <p:cNvSpPr/>
            <p:nvPr/>
          </p:nvSpPr>
          <p:spPr>
            <a:xfrm>
              <a:off x="10278350" y="1100225"/>
              <a:ext cx="28825" cy="55150"/>
            </a:xfrm>
            <a:custGeom>
              <a:avLst/>
              <a:gdLst/>
              <a:ahLst/>
              <a:cxnLst/>
              <a:rect l="l" t="t" r="r" b="b"/>
              <a:pathLst>
                <a:path w="1153" h="2206" extrusionOk="0">
                  <a:moveTo>
                    <a:pt x="1153" y="0"/>
                  </a:moveTo>
                  <a:lnTo>
                    <a:pt x="1153" y="0"/>
                  </a:lnTo>
                  <a:cubicBezTo>
                    <a:pt x="905" y="424"/>
                    <a:pt x="699" y="847"/>
                    <a:pt x="486" y="1276"/>
                  </a:cubicBezTo>
                  <a:lnTo>
                    <a:pt x="486" y="1276"/>
                  </a:lnTo>
                  <a:lnTo>
                    <a:pt x="1153" y="0"/>
                  </a:lnTo>
                  <a:close/>
                  <a:moveTo>
                    <a:pt x="486" y="1276"/>
                  </a:moveTo>
                  <a:lnTo>
                    <a:pt x="0" y="2206"/>
                  </a:lnTo>
                  <a:cubicBezTo>
                    <a:pt x="178" y="1892"/>
                    <a:pt x="334" y="1582"/>
                    <a:pt x="486" y="1276"/>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69"/>
            <p:cNvSpPr/>
            <p:nvPr/>
          </p:nvSpPr>
          <p:spPr>
            <a:xfrm>
              <a:off x="10269825" y="1093700"/>
              <a:ext cx="46050" cy="67350"/>
            </a:xfrm>
            <a:custGeom>
              <a:avLst/>
              <a:gdLst/>
              <a:ahLst/>
              <a:cxnLst/>
              <a:rect l="l" t="t" r="r" b="b"/>
              <a:pathLst>
                <a:path w="1842" h="2694" extrusionOk="0">
                  <a:moveTo>
                    <a:pt x="1503" y="1"/>
                  </a:moveTo>
                  <a:cubicBezTo>
                    <a:pt x="1415" y="1"/>
                    <a:pt x="1328" y="48"/>
                    <a:pt x="1294" y="161"/>
                  </a:cubicBezTo>
                  <a:cubicBezTo>
                    <a:pt x="867" y="888"/>
                    <a:pt x="441" y="1614"/>
                    <a:pt x="141" y="2341"/>
                  </a:cubicBezTo>
                  <a:cubicBezTo>
                    <a:pt x="0" y="2499"/>
                    <a:pt x="154" y="2693"/>
                    <a:pt x="337" y="2693"/>
                  </a:cubicBezTo>
                  <a:cubicBezTo>
                    <a:pt x="415" y="2693"/>
                    <a:pt x="499" y="2657"/>
                    <a:pt x="567" y="2567"/>
                  </a:cubicBezTo>
                  <a:cubicBezTo>
                    <a:pt x="968" y="1840"/>
                    <a:pt x="1294" y="1088"/>
                    <a:pt x="1695" y="361"/>
                  </a:cubicBezTo>
                  <a:cubicBezTo>
                    <a:pt x="1842" y="165"/>
                    <a:pt x="1669" y="1"/>
                    <a:pt x="15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69"/>
            <p:cNvSpPr/>
            <p:nvPr/>
          </p:nvSpPr>
          <p:spPr>
            <a:xfrm>
              <a:off x="10346625" y="1191700"/>
              <a:ext cx="7550" cy="15675"/>
            </a:xfrm>
            <a:custGeom>
              <a:avLst/>
              <a:gdLst/>
              <a:ahLst/>
              <a:cxnLst/>
              <a:rect l="l" t="t" r="r" b="b"/>
              <a:pathLst>
                <a:path w="302" h="627" extrusionOk="0">
                  <a:moveTo>
                    <a:pt x="302" y="0"/>
                  </a:moveTo>
                  <a:lnTo>
                    <a:pt x="302" y="0"/>
                  </a:lnTo>
                  <a:cubicBezTo>
                    <a:pt x="252" y="100"/>
                    <a:pt x="201" y="207"/>
                    <a:pt x="151" y="314"/>
                  </a:cubicBezTo>
                  <a:lnTo>
                    <a:pt x="302" y="0"/>
                  </a:lnTo>
                  <a:close/>
                  <a:moveTo>
                    <a:pt x="151" y="314"/>
                  </a:moveTo>
                  <a:lnTo>
                    <a:pt x="1" y="627"/>
                  </a:lnTo>
                  <a:cubicBezTo>
                    <a:pt x="51" y="527"/>
                    <a:pt x="101" y="420"/>
                    <a:pt x="151" y="314"/>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69"/>
            <p:cNvSpPr/>
            <p:nvPr/>
          </p:nvSpPr>
          <p:spPr>
            <a:xfrm>
              <a:off x="10338500" y="1184575"/>
              <a:ext cx="23825" cy="30325"/>
            </a:xfrm>
            <a:custGeom>
              <a:avLst/>
              <a:gdLst/>
              <a:ahLst/>
              <a:cxnLst/>
              <a:rect l="l" t="t" r="r" b="b"/>
              <a:pathLst>
                <a:path w="953" h="1213" extrusionOk="0">
                  <a:moveTo>
                    <a:pt x="617" y="1"/>
                  </a:moveTo>
                  <a:cubicBezTo>
                    <a:pt x="541" y="1"/>
                    <a:pt x="484" y="56"/>
                    <a:pt x="426" y="185"/>
                  </a:cubicBezTo>
                  <a:cubicBezTo>
                    <a:pt x="326" y="385"/>
                    <a:pt x="201" y="586"/>
                    <a:pt x="0" y="812"/>
                  </a:cubicBezTo>
                  <a:cubicBezTo>
                    <a:pt x="0" y="912"/>
                    <a:pt x="0" y="1112"/>
                    <a:pt x="100" y="1213"/>
                  </a:cubicBezTo>
                  <a:cubicBezTo>
                    <a:pt x="201" y="1213"/>
                    <a:pt x="426" y="1213"/>
                    <a:pt x="526" y="1112"/>
                  </a:cubicBezTo>
                  <a:cubicBezTo>
                    <a:pt x="627" y="812"/>
                    <a:pt x="727" y="586"/>
                    <a:pt x="827" y="385"/>
                  </a:cubicBezTo>
                  <a:cubicBezTo>
                    <a:pt x="953" y="285"/>
                    <a:pt x="953" y="85"/>
                    <a:pt x="827" y="85"/>
                  </a:cubicBezTo>
                  <a:cubicBezTo>
                    <a:pt x="742" y="31"/>
                    <a:pt x="674" y="1"/>
                    <a:pt x="6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 name="Google Shape;1594;p69"/>
          <p:cNvGrpSpPr/>
          <p:nvPr/>
        </p:nvGrpSpPr>
        <p:grpSpPr>
          <a:xfrm rot="5400000" flipH="1">
            <a:off x="2130285" y="3124050"/>
            <a:ext cx="1385931" cy="2705253"/>
            <a:chOff x="409722" y="228600"/>
            <a:chExt cx="1385931" cy="2705253"/>
          </a:xfrm>
        </p:grpSpPr>
        <p:grpSp>
          <p:nvGrpSpPr>
            <p:cNvPr id="1595" name="Google Shape;1595;p69"/>
            <p:cNvGrpSpPr/>
            <p:nvPr/>
          </p:nvGrpSpPr>
          <p:grpSpPr>
            <a:xfrm rot="-617154" flipH="1">
              <a:off x="575967" y="402323"/>
              <a:ext cx="1053440" cy="2450002"/>
              <a:chOff x="3817855" y="1437512"/>
              <a:chExt cx="541146" cy="1128254"/>
            </a:xfrm>
          </p:grpSpPr>
          <p:sp>
            <p:nvSpPr>
              <p:cNvPr id="1596" name="Google Shape;1596;p69"/>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69"/>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8" name="Google Shape;1598;p69"/>
            <p:cNvSpPr/>
            <p:nvPr/>
          </p:nvSpPr>
          <p:spPr>
            <a:xfrm>
              <a:off x="1419225" y="228600"/>
              <a:ext cx="142800" cy="142800"/>
            </a:xfrm>
            <a:prstGeom prst="ellipse">
              <a:avLst/>
            </a:pr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9" name="Google Shape;1599;p69">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69">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push dir="r"/>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561"/>
                                        </p:tgtEl>
                                        <p:attrNameLst>
                                          <p:attrName>style.visibility</p:attrName>
                                        </p:attrNameLst>
                                      </p:cBhvr>
                                      <p:to>
                                        <p:strVal val="visible"/>
                                      </p:to>
                                    </p:set>
                                    <p:animEffect transition="in" filter="fade">
                                      <p:cBhvr>
                                        <p:cTn id="7" dur="1000"/>
                                        <p:tgtEl>
                                          <p:spTgt spid="1561"/>
                                        </p:tgtEl>
                                      </p:cBhvr>
                                    </p:animEffect>
                                  </p:childTnLst>
                                </p:cTn>
                              </p:par>
                            </p:childTnLst>
                          </p:cTn>
                        </p:par>
                        <p:par>
                          <p:cTn id="8" fill="hold">
                            <p:stCondLst>
                              <p:cond delay="1000"/>
                            </p:stCondLst>
                            <p:childTnLst>
                              <p:par>
                                <p:cTn id="9" presetID="2" presetClass="entr" presetSubtype="4" fill="hold" nodeType="afterEffect">
                                  <p:stCondLst>
                                    <p:cond delay="0"/>
                                  </p:stCondLst>
                                  <p:childTnLst>
                                    <p:set>
                                      <p:cBhvr>
                                        <p:cTn id="10" dur="1" fill="hold">
                                          <p:stCondLst>
                                            <p:cond delay="0"/>
                                          </p:stCondLst>
                                        </p:cTn>
                                        <p:tgtEl>
                                          <p:spTgt spid="1594"/>
                                        </p:tgtEl>
                                        <p:attrNameLst>
                                          <p:attrName>style.visibility</p:attrName>
                                        </p:attrNameLst>
                                      </p:cBhvr>
                                      <p:to>
                                        <p:strVal val="visible"/>
                                      </p:to>
                                    </p:set>
                                    <p:anim calcmode="lin" valueType="num">
                                      <p:cBhvr additive="base">
                                        <p:cTn id="11" dur="1000"/>
                                        <p:tgtEl>
                                          <p:spTgt spid="159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1604"/>
        <p:cNvGrpSpPr/>
        <p:nvPr/>
      </p:nvGrpSpPr>
      <p:grpSpPr>
        <a:xfrm>
          <a:off x="0" y="0"/>
          <a:ext cx="0" cy="0"/>
          <a:chOff x="0" y="0"/>
          <a:chExt cx="0" cy="0"/>
        </a:xfrm>
      </p:grpSpPr>
      <p:sp>
        <p:nvSpPr>
          <p:cNvPr id="1605" name="Google Shape;1605;p70"/>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DEFINITION OF CONCEPTS</a:t>
            </a:r>
            <a:endParaRPr/>
          </a:p>
        </p:txBody>
      </p:sp>
      <p:grpSp>
        <p:nvGrpSpPr>
          <p:cNvPr id="1606" name="Google Shape;1606;p70"/>
          <p:cNvGrpSpPr/>
          <p:nvPr/>
        </p:nvGrpSpPr>
        <p:grpSpPr>
          <a:xfrm rot="1048677">
            <a:off x="3387791" y="1577943"/>
            <a:ext cx="2398191" cy="2337584"/>
            <a:chOff x="3434758" y="1355236"/>
            <a:chExt cx="2282224" cy="2224547"/>
          </a:xfrm>
        </p:grpSpPr>
        <p:sp>
          <p:nvSpPr>
            <p:cNvPr id="1607" name="Google Shape;1607;p70"/>
            <p:cNvSpPr/>
            <p:nvPr/>
          </p:nvSpPr>
          <p:spPr>
            <a:xfrm>
              <a:off x="3821274" y="1355236"/>
              <a:ext cx="1509137" cy="779167"/>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70"/>
            <p:cNvSpPr/>
            <p:nvPr/>
          </p:nvSpPr>
          <p:spPr>
            <a:xfrm>
              <a:off x="4612875" y="2186336"/>
              <a:ext cx="1104107" cy="1393448"/>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70"/>
            <p:cNvSpPr/>
            <p:nvPr/>
          </p:nvSpPr>
          <p:spPr>
            <a:xfrm>
              <a:off x="4612875" y="2070365"/>
              <a:ext cx="715528" cy="678261"/>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70"/>
            <p:cNvSpPr/>
            <p:nvPr/>
          </p:nvSpPr>
          <p:spPr>
            <a:xfrm>
              <a:off x="3434758" y="2186336"/>
              <a:ext cx="1104180" cy="1393448"/>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70"/>
            <p:cNvSpPr/>
            <p:nvPr/>
          </p:nvSpPr>
          <p:spPr>
            <a:xfrm>
              <a:off x="3823394" y="2070365"/>
              <a:ext cx="715528" cy="678261"/>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70"/>
            <p:cNvSpPr/>
            <p:nvPr/>
          </p:nvSpPr>
          <p:spPr>
            <a:xfrm>
              <a:off x="4207863" y="2810867"/>
              <a:ext cx="735998" cy="662102"/>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3" name="Google Shape;1613;p70"/>
          <p:cNvSpPr txBox="1"/>
          <p:nvPr/>
        </p:nvSpPr>
        <p:spPr>
          <a:xfrm>
            <a:off x="872063" y="2957700"/>
            <a:ext cx="2176200" cy="642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accent5"/>
                </a:solidFill>
                <a:latin typeface="Didact Gothic"/>
                <a:ea typeface="Didact Gothic"/>
                <a:cs typeface="Didact Gothic"/>
                <a:sym typeface="Didact Gothic"/>
              </a:rPr>
              <a:t>Venus is the second planet from the Sun</a:t>
            </a:r>
            <a:endParaRPr sz="1600">
              <a:solidFill>
                <a:schemeClr val="accent5"/>
              </a:solidFill>
              <a:latin typeface="Didact Gothic"/>
              <a:ea typeface="Didact Gothic"/>
              <a:cs typeface="Didact Gothic"/>
              <a:sym typeface="Didact Gothic"/>
            </a:endParaRPr>
          </a:p>
        </p:txBody>
      </p:sp>
      <p:sp>
        <p:nvSpPr>
          <p:cNvPr id="1614" name="Google Shape;1614;p70"/>
          <p:cNvSpPr/>
          <p:nvPr/>
        </p:nvSpPr>
        <p:spPr>
          <a:xfrm>
            <a:off x="867563" y="2537100"/>
            <a:ext cx="2180700" cy="420600"/>
          </a:xfrm>
          <a:prstGeom prst="roundRect">
            <a:avLst>
              <a:gd name="adj" fmla="val 34302"/>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VENUS</a:t>
            </a:r>
            <a:endParaRPr sz="1800" b="1">
              <a:solidFill>
                <a:schemeClr val="accent5"/>
              </a:solidFill>
              <a:latin typeface="Aldrich"/>
              <a:ea typeface="Aldrich"/>
              <a:cs typeface="Aldrich"/>
              <a:sym typeface="Aldrich"/>
            </a:endParaRPr>
          </a:p>
        </p:txBody>
      </p:sp>
      <p:sp>
        <p:nvSpPr>
          <p:cNvPr id="1615" name="Google Shape;1615;p70"/>
          <p:cNvSpPr txBox="1"/>
          <p:nvPr/>
        </p:nvSpPr>
        <p:spPr>
          <a:xfrm>
            <a:off x="6095737" y="3881625"/>
            <a:ext cx="2180700" cy="642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accent5"/>
                </a:solidFill>
                <a:latin typeface="Didact Gothic"/>
                <a:ea typeface="Didact Gothic"/>
                <a:cs typeface="Didact Gothic"/>
                <a:sym typeface="Didact Gothic"/>
              </a:rPr>
              <a:t>It’s the biggest planet in the Solar System</a:t>
            </a:r>
            <a:endParaRPr sz="1600">
              <a:solidFill>
                <a:schemeClr val="accent5"/>
              </a:solidFill>
              <a:latin typeface="Didact Gothic"/>
              <a:ea typeface="Didact Gothic"/>
              <a:cs typeface="Didact Gothic"/>
              <a:sym typeface="Didact Gothic"/>
            </a:endParaRPr>
          </a:p>
        </p:txBody>
      </p:sp>
      <p:sp>
        <p:nvSpPr>
          <p:cNvPr id="1616" name="Google Shape;1616;p70"/>
          <p:cNvSpPr/>
          <p:nvPr/>
        </p:nvSpPr>
        <p:spPr>
          <a:xfrm>
            <a:off x="6095737" y="3461025"/>
            <a:ext cx="2180700" cy="420600"/>
          </a:xfrm>
          <a:prstGeom prst="roundRect">
            <a:avLst>
              <a:gd name="adj" fmla="val 34302"/>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JUPITER</a:t>
            </a:r>
            <a:endParaRPr sz="1800" b="1">
              <a:solidFill>
                <a:schemeClr val="accent5"/>
              </a:solidFill>
              <a:latin typeface="Aldrich"/>
              <a:ea typeface="Aldrich"/>
              <a:cs typeface="Aldrich"/>
              <a:sym typeface="Aldrich"/>
            </a:endParaRPr>
          </a:p>
        </p:txBody>
      </p:sp>
      <p:sp>
        <p:nvSpPr>
          <p:cNvPr id="1617" name="Google Shape;1617;p70"/>
          <p:cNvSpPr txBox="1"/>
          <p:nvPr/>
        </p:nvSpPr>
        <p:spPr>
          <a:xfrm>
            <a:off x="5694862" y="2033775"/>
            <a:ext cx="2176200" cy="642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accent5"/>
                </a:solidFill>
                <a:latin typeface="Didact Gothic"/>
                <a:ea typeface="Didact Gothic"/>
                <a:cs typeface="Didact Gothic"/>
                <a:sym typeface="Didact Gothic"/>
              </a:rPr>
              <a:t>Mercury is the closest planet to the Sun</a:t>
            </a:r>
            <a:endParaRPr sz="1600">
              <a:solidFill>
                <a:schemeClr val="accent5"/>
              </a:solidFill>
              <a:latin typeface="Didact Gothic"/>
              <a:ea typeface="Didact Gothic"/>
              <a:cs typeface="Didact Gothic"/>
              <a:sym typeface="Didact Gothic"/>
            </a:endParaRPr>
          </a:p>
        </p:txBody>
      </p:sp>
      <p:sp>
        <p:nvSpPr>
          <p:cNvPr id="1618" name="Google Shape;1618;p70"/>
          <p:cNvSpPr/>
          <p:nvPr/>
        </p:nvSpPr>
        <p:spPr>
          <a:xfrm>
            <a:off x="5694862" y="1613175"/>
            <a:ext cx="2180700" cy="420600"/>
          </a:xfrm>
          <a:prstGeom prst="roundRect">
            <a:avLst>
              <a:gd name="adj" fmla="val 34302"/>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MERCURY</a:t>
            </a:r>
            <a:endParaRPr sz="1800" b="1">
              <a:solidFill>
                <a:schemeClr val="accent5"/>
              </a:solidFill>
              <a:latin typeface="Aldrich"/>
              <a:ea typeface="Aldrich"/>
              <a:cs typeface="Aldrich"/>
              <a:sym typeface="Aldrich"/>
            </a:endParaRPr>
          </a:p>
        </p:txBody>
      </p:sp>
      <p:sp>
        <p:nvSpPr>
          <p:cNvPr id="1619" name="Google Shape;1619;p70"/>
          <p:cNvSpPr/>
          <p:nvPr/>
        </p:nvSpPr>
        <p:spPr>
          <a:xfrm>
            <a:off x="3743737" y="3499125"/>
            <a:ext cx="376500" cy="376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620" name="Google Shape;1620;p70"/>
          <p:cNvCxnSpPr>
            <a:stCxn id="1614" idx="3"/>
            <a:endCxn id="1619" idx="4"/>
          </p:cNvCxnSpPr>
          <p:nvPr/>
        </p:nvCxnSpPr>
        <p:spPr>
          <a:xfrm>
            <a:off x="3048263" y="2747400"/>
            <a:ext cx="883800" cy="1128300"/>
          </a:xfrm>
          <a:prstGeom prst="bentConnector4">
            <a:avLst>
              <a:gd name="adj1" fmla="val 14587"/>
              <a:gd name="adj2" fmla="val 121098"/>
            </a:avLst>
          </a:prstGeom>
          <a:noFill/>
          <a:ln w="28575" cap="flat" cmpd="sng">
            <a:solidFill>
              <a:schemeClr val="accent5"/>
            </a:solidFill>
            <a:prstDash val="solid"/>
            <a:round/>
            <a:headEnd type="none" w="med" len="med"/>
            <a:tailEnd type="oval" w="med" len="med"/>
          </a:ln>
        </p:spPr>
      </p:cxnSp>
      <p:sp>
        <p:nvSpPr>
          <p:cNvPr id="1621" name="Google Shape;1621;p70"/>
          <p:cNvSpPr/>
          <p:nvPr/>
        </p:nvSpPr>
        <p:spPr>
          <a:xfrm>
            <a:off x="4429537" y="3727725"/>
            <a:ext cx="376500" cy="376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622" name="Google Shape;1622;p70"/>
          <p:cNvCxnSpPr>
            <a:stCxn id="1616" idx="1"/>
            <a:endCxn id="1621" idx="4"/>
          </p:cNvCxnSpPr>
          <p:nvPr/>
        </p:nvCxnSpPr>
        <p:spPr>
          <a:xfrm flipH="1">
            <a:off x="4617937" y="3671325"/>
            <a:ext cx="1477800" cy="432900"/>
          </a:xfrm>
          <a:prstGeom prst="bentConnector4">
            <a:avLst>
              <a:gd name="adj1" fmla="val 9932"/>
              <a:gd name="adj2" fmla="val 155007"/>
            </a:avLst>
          </a:prstGeom>
          <a:noFill/>
          <a:ln w="28575" cap="flat" cmpd="sng">
            <a:solidFill>
              <a:schemeClr val="accent5"/>
            </a:solidFill>
            <a:prstDash val="solid"/>
            <a:round/>
            <a:headEnd type="none" w="med" len="med"/>
            <a:tailEnd type="oval" w="med" len="med"/>
          </a:ln>
        </p:spPr>
      </p:cxnSp>
      <p:sp>
        <p:nvSpPr>
          <p:cNvPr id="1623" name="Google Shape;1623;p70"/>
          <p:cNvSpPr/>
          <p:nvPr/>
        </p:nvSpPr>
        <p:spPr>
          <a:xfrm>
            <a:off x="4105600" y="1603650"/>
            <a:ext cx="376500" cy="376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624" name="Google Shape;1624;p70"/>
          <p:cNvCxnSpPr>
            <a:stCxn id="1618" idx="1"/>
            <a:endCxn id="1623" idx="0"/>
          </p:cNvCxnSpPr>
          <p:nvPr/>
        </p:nvCxnSpPr>
        <p:spPr>
          <a:xfrm rot="10800000">
            <a:off x="4293862" y="1603575"/>
            <a:ext cx="1401000" cy="219900"/>
          </a:xfrm>
          <a:prstGeom prst="bentConnector4">
            <a:avLst>
              <a:gd name="adj1" fmla="val 8378"/>
              <a:gd name="adj2" fmla="val 208254"/>
            </a:avLst>
          </a:prstGeom>
          <a:noFill/>
          <a:ln w="28575" cap="flat" cmpd="sng">
            <a:solidFill>
              <a:schemeClr val="accent5"/>
            </a:solidFill>
            <a:prstDash val="solid"/>
            <a:round/>
            <a:headEnd type="none" w="med" len="med"/>
            <a:tailEnd type="oval" w="med" len="med"/>
          </a:ln>
        </p:spPr>
      </p:cxnSp>
      <p:grpSp>
        <p:nvGrpSpPr>
          <p:cNvPr id="1625" name="Google Shape;1625;p70"/>
          <p:cNvGrpSpPr/>
          <p:nvPr/>
        </p:nvGrpSpPr>
        <p:grpSpPr>
          <a:xfrm>
            <a:off x="3486281" y="2811424"/>
            <a:ext cx="412013" cy="437581"/>
            <a:chOff x="1758200" y="1946350"/>
            <a:chExt cx="449600" cy="477500"/>
          </a:xfrm>
        </p:grpSpPr>
        <p:sp>
          <p:nvSpPr>
            <p:cNvPr id="1626" name="Google Shape;1626;p70"/>
            <p:cNvSpPr/>
            <p:nvPr/>
          </p:nvSpPr>
          <p:spPr>
            <a:xfrm>
              <a:off x="1765200" y="2023125"/>
              <a:ext cx="435625" cy="253600"/>
            </a:xfrm>
            <a:custGeom>
              <a:avLst/>
              <a:gdLst/>
              <a:ahLst/>
              <a:cxnLst/>
              <a:rect l="l" t="t" r="r" b="b"/>
              <a:pathLst>
                <a:path w="17425" h="10144" extrusionOk="0">
                  <a:moveTo>
                    <a:pt x="0" y="10143"/>
                  </a:moveTo>
                  <a:lnTo>
                    <a:pt x="2233" y="10143"/>
                  </a:lnTo>
                  <a:lnTo>
                    <a:pt x="2233" y="0"/>
                  </a:lnTo>
                  <a:lnTo>
                    <a:pt x="0" y="0"/>
                  </a:lnTo>
                  <a:close/>
                  <a:moveTo>
                    <a:pt x="15168" y="10143"/>
                  </a:moveTo>
                  <a:lnTo>
                    <a:pt x="17425" y="10143"/>
                  </a:lnTo>
                  <a:lnTo>
                    <a:pt x="17425" y="0"/>
                  </a:lnTo>
                  <a:lnTo>
                    <a:pt x="15168" y="0"/>
                  </a:lnTo>
                  <a:close/>
                  <a:moveTo>
                    <a:pt x="15168" y="10143"/>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70"/>
            <p:cNvSpPr/>
            <p:nvPr/>
          </p:nvSpPr>
          <p:spPr>
            <a:xfrm>
              <a:off x="1765200" y="2276700"/>
              <a:ext cx="435625" cy="55850"/>
            </a:xfrm>
            <a:custGeom>
              <a:avLst/>
              <a:gdLst/>
              <a:ahLst/>
              <a:cxnLst/>
              <a:rect l="l" t="t" r="r" b="b"/>
              <a:pathLst>
                <a:path w="17425" h="2234" extrusionOk="0">
                  <a:moveTo>
                    <a:pt x="0" y="0"/>
                  </a:moveTo>
                  <a:lnTo>
                    <a:pt x="0" y="2233"/>
                  </a:lnTo>
                  <a:lnTo>
                    <a:pt x="17425" y="2233"/>
                  </a:lnTo>
                  <a:lnTo>
                    <a:pt x="1742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70"/>
            <p:cNvSpPr/>
            <p:nvPr/>
          </p:nvSpPr>
          <p:spPr>
            <a:xfrm>
              <a:off x="1940825" y="2332525"/>
              <a:ext cx="83775" cy="55850"/>
            </a:xfrm>
            <a:custGeom>
              <a:avLst/>
              <a:gdLst/>
              <a:ahLst/>
              <a:cxnLst/>
              <a:rect l="l" t="t" r="r" b="b"/>
              <a:pathLst>
                <a:path w="3351" h="2234" extrusionOk="0">
                  <a:moveTo>
                    <a:pt x="1" y="2234"/>
                  </a:moveTo>
                  <a:lnTo>
                    <a:pt x="3351" y="2234"/>
                  </a:lnTo>
                  <a:lnTo>
                    <a:pt x="2792" y="1117"/>
                  </a:lnTo>
                  <a:lnTo>
                    <a:pt x="2792" y="0"/>
                  </a:lnTo>
                  <a:lnTo>
                    <a:pt x="559" y="0"/>
                  </a:lnTo>
                  <a:lnTo>
                    <a:pt x="559" y="1117"/>
                  </a:lnTo>
                  <a:close/>
                  <a:moveTo>
                    <a:pt x="1" y="2234"/>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70"/>
            <p:cNvSpPr/>
            <p:nvPr/>
          </p:nvSpPr>
          <p:spPr>
            <a:xfrm>
              <a:off x="1871050" y="2388925"/>
              <a:ext cx="223925" cy="27950"/>
            </a:xfrm>
            <a:custGeom>
              <a:avLst/>
              <a:gdLst/>
              <a:ahLst/>
              <a:cxnLst/>
              <a:rect l="l" t="t" r="r" b="b"/>
              <a:pathLst>
                <a:path w="8957" h="1118" extrusionOk="0">
                  <a:moveTo>
                    <a:pt x="0" y="1118"/>
                  </a:moveTo>
                  <a:lnTo>
                    <a:pt x="8957" y="1118"/>
                  </a:lnTo>
                  <a:lnTo>
                    <a:pt x="8957" y="559"/>
                  </a:lnTo>
                  <a:cubicBezTo>
                    <a:pt x="8957" y="257"/>
                    <a:pt x="8701" y="1"/>
                    <a:pt x="8398" y="1"/>
                  </a:cubicBezTo>
                  <a:lnTo>
                    <a:pt x="558" y="1"/>
                  </a:lnTo>
                  <a:cubicBezTo>
                    <a:pt x="256" y="1"/>
                    <a:pt x="0" y="257"/>
                    <a:pt x="0" y="559"/>
                  </a:cubicBezTo>
                  <a:close/>
                  <a:moveTo>
                    <a:pt x="0" y="1118"/>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70"/>
            <p:cNvSpPr/>
            <p:nvPr/>
          </p:nvSpPr>
          <p:spPr>
            <a:xfrm>
              <a:off x="1848950" y="2123150"/>
              <a:ext cx="105875" cy="97725"/>
            </a:xfrm>
            <a:custGeom>
              <a:avLst/>
              <a:gdLst/>
              <a:ahLst/>
              <a:cxnLst/>
              <a:rect l="l" t="t" r="r" b="b"/>
              <a:pathLst>
                <a:path w="4235" h="3909" extrusionOk="0">
                  <a:moveTo>
                    <a:pt x="2675" y="3909"/>
                  </a:moveTo>
                  <a:lnTo>
                    <a:pt x="4234" y="3909"/>
                  </a:lnTo>
                  <a:lnTo>
                    <a:pt x="4234" y="0"/>
                  </a:lnTo>
                  <a:lnTo>
                    <a:pt x="2675" y="0"/>
                  </a:lnTo>
                  <a:close/>
                  <a:moveTo>
                    <a:pt x="0" y="3909"/>
                  </a:moveTo>
                  <a:lnTo>
                    <a:pt x="1559" y="3909"/>
                  </a:lnTo>
                  <a:lnTo>
                    <a:pt x="1559" y="0"/>
                  </a:lnTo>
                  <a:lnTo>
                    <a:pt x="0" y="0"/>
                  </a:lnTo>
                  <a:close/>
                  <a:moveTo>
                    <a:pt x="0" y="3909"/>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70"/>
            <p:cNvSpPr/>
            <p:nvPr/>
          </p:nvSpPr>
          <p:spPr>
            <a:xfrm>
              <a:off x="2010625" y="2009150"/>
              <a:ext cx="105875" cy="97725"/>
            </a:xfrm>
            <a:custGeom>
              <a:avLst/>
              <a:gdLst/>
              <a:ahLst/>
              <a:cxnLst/>
              <a:rect l="l" t="t" r="r" b="b"/>
              <a:pathLst>
                <a:path w="4235" h="3909" extrusionOk="0">
                  <a:moveTo>
                    <a:pt x="0" y="1"/>
                  </a:moveTo>
                  <a:lnTo>
                    <a:pt x="0" y="3909"/>
                  </a:lnTo>
                  <a:lnTo>
                    <a:pt x="4235" y="3909"/>
                  </a:lnTo>
                  <a:lnTo>
                    <a:pt x="423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70"/>
            <p:cNvSpPr/>
            <p:nvPr/>
          </p:nvSpPr>
          <p:spPr>
            <a:xfrm>
              <a:off x="1821025" y="1953325"/>
              <a:ext cx="323400" cy="323400"/>
            </a:xfrm>
            <a:custGeom>
              <a:avLst/>
              <a:gdLst/>
              <a:ahLst/>
              <a:cxnLst/>
              <a:rect l="l" t="t" r="r" b="b"/>
              <a:pathLst>
                <a:path w="12936" h="12936" extrusionOk="0">
                  <a:moveTo>
                    <a:pt x="0" y="12935"/>
                  </a:moveTo>
                  <a:lnTo>
                    <a:pt x="12935" y="12935"/>
                  </a:lnTo>
                  <a:lnTo>
                    <a:pt x="12935" y="0"/>
                  </a:lnTo>
                  <a:lnTo>
                    <a:pt x="7584" y="0"/>
                  </a:lnTo>
                  <a:lnTo>
                    <a:pt x="6468" y="1117"/>
                  </a:lnTo>
                  <a:lnTo>
                    <a:pt x="5351" y="0"/>
                  </a:lnTo>
                  <a:lnTo>
                    <a:pt x="0" y="0"/>
                  </a:lnTo>
                  <a:close/>
                  <a:moveTo>
                    <a:pt x="11819" y="6142"/>
                  </a:moveTo>
                  <a:lnTo>
                    <a:pt x="7584" y="6142"/>
                  </a:lnTo>
                  <a:lnTo>
                    <a:pt x="7584" y="2234"/>
                  </a:lnTo>
                  <a:lnTo>
                    <a:pt x="11819" y="2234"/>
                  </a:lnTo>
                  <a:close/>
                  <a:moveTo>
                    <a:pt x="5351" y="6793"/>
                  </a:moveTo>
                  <a:lnTo>
                    <a:pt x="5351" y="10702"/>
                  </a:lnTo>
                  <a:lnTo>
                    <a:pt x="3792" y="10702"/>
                  </a:lnTo>
                  <a:lnTo>
                    <a:pt x="3792" y="6793"/>
                  </a:lnTo>
                  <a:close/>
                  <a:moveTo>
                    <a:pt x="2676" y="6793"/>
                  </a:moveTo>
                  <a:lnTo>
                    <a:pt x="2676" y="10702"/>
                  </a:lnTo>
                  <a:lnTo>
                    <a:pt x="1117" y="10702"/>
                  </a:lnTo>
                  <a:lnTo>
                    <a:pt x="1117" y="6793"/>
                  </a:lnTo>
                  <a:close/>
                  <a:moveTo>
                    <a:pt x="2676" y="6793"/>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70"/>
            <p:cNvSpPr/>
            <p:nvPr/>
          </p:nvSpPr>
          <p:spPr>
            <a:xfrm>
              <a:off x="1765200" y="2023125"/>
              <a:ext cx="20950" cy="253600"/>
            </a:xfrm>
            <a:custGeom>
              <a:avLst/>
              <a:gdLst/>
              <a:ahLst/>
              <a:cxnLst/>
              <a:rect l="l" t="t" r="r" b="b"/>
              <a:pathLst>
                <a:path w="838" h="10144" extrusionOk="0">
                  <a:moveTo>
                    <a:pt x="0" y="0"/>
                  </a:moveTo>
                  <a:lnTo>
                    <a:pt x="0" y="10143"/>
                  </a:lnTo>
                  <a:lnTo>
                    <a:pt x="838" y="10143"/>
                  </a:lnTo>
                  <a:lnTo>
                    <a:pt x="8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70"/>
            <p:cNvSpPr/>
            <p:nvPr/>
          </p:nvSpPr>
          <p:spPr>
            <a:xfrm>
              <a:off x="1821025" y="1953325"/>
              <a:ext cx="203575" cy="323400"/>
            </a:xfrm>
            <a:custGeom>
              <a:avLst/>
              <a:gdLst/>
              <a:ahLst/>
              <a:cxnLst/>
              <a:rect l="l" t="t" r="r" b="b"/>
              <a:pathLst>
                <a:path w="8143" h="12936" extrusionOk="0">
                  <a:moveTo>
                    <a:pt x="0" y="12935"/>
                  </a:moveTo>
                  <a:lnTo>
                    <a:pt x="838" y="12935"/>
                  </a:lnTo>
                  <a:lnTo>
                    <a:pt x="838" y="0"/>
                  </a:lnTo>
                  <a:lnTo>
                    <a:pt x="0" y="0"/>
                  </a:lnTo>
                  <a:close/>
                  <a:moveTo>
                    <a:pt x="6468" y="12935"/>
                  </a:moveTo>
                  <a:lnTo>
                    <a:pt x="7026" y="12935"/>
                  </a:lnTo>
                  <a:lnTo>
                    <a:pt x="7026" y="1117"/>
                  </a:lnTo>
                  <a:lnTo>
                    <a:pt x="8143" y="0"/>
                  </a:lnTo>
                  <a:lnTo>
                    <a:pt x="7584" y="0"/>
                  </a:lnTo>
                  <a:lnTo>
                    <a:pt x="6468" y="1117"/>
                  </a:lnTo>
                  <a:close/>
                  <a:moveTo>
                    <a:pt x="6468" y="12935"/>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70"/>
            <p:cNvSpPr/>
            <p:nvPr/>
          </p:nvSpPr>
          <p:spPr>
            <a:xfrm>
              <a:off x="1765200" y="2276700"/>
              <a:ext cx="20950" cy="55850"/>
            </a:xfrm>
            <a:custGeom>
              <a:avLst/>
              <a:gdLst/>
              <a:ahLst/>
              <a:cxnLst/>
              <a:rect l="l" t="t" r="r" b="b"/>
              <a:pathLst>
                <a:path w="838" h="2234" extrusionOk="0">
                  <a:moveTo>
                    <a:pt x="0" y="0"/>
                  </a:moveTo>
                  <a:lnTo>
                    <a:pt x="0" y="2233"/>
                  </a:lnTo>
                  <a:lnTo>
                    <a:pt x="838" y="2233"/>
                  </a:lnTo>
                  <a:lnTo>
                    <a:pt x="83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70"/>
            <p:cNvSpPr/>
            <p:nvPr/>
          </p:nvSpPr>
          <p:spPr>
            <a:xfrm>
              <a:off x="1940825" y="2332525"/>
              <a:ext cx="34925" cy="55850"/>
            </a:xfrm>
            <a:custGeom>
              <a:avLst/>
              <a:gdLst/>
              <a:ahLst/>
              <a:cxnLst/>
              <a:rect l="l" t="t" r="r" b="b"/>
              <a:pathLst>
                <a:path w="1397" h="2234" extrusionOk="0">
                  <a:moveTo>
                    <a:pt x="1" y="2234"/>
                  </a:moveTo>
                  <a:lnTo>
                    <a:pt x="838" y="2234"/>
                  </a:lnTo>
                  <a:lnTo>
                    <a:pt x="1397" y="1117"/>
                  </a:lnTo>
                  <a:lnTo>
                    <a:pt x="1397" y="0"/>
                  </a:lnTo>
                  <a:lnTo>
                    <a:pt x="559" y="0"/>
                  </a:lnTo>
                  <a:lnTo>
                    <a:pt x="559" y="1117"/>
                  </a:lnTo>
                  <a:close/>
                  <a:moveTo>
                    <a:pt x="1" y="2234"/>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70"/>
            <p:cNvSpPr/>
            <p:nvPr/>
          </p:nvSpPr>
          <p:spPr>
            <a:xfrm>
              <a:off x="1871050" y="2388925"/>
              <a:ext cx="34900" cy="27950"/>
            </a:xfrm>
            <a:custGeom>
              <a:avLst/>
              <a:gdLst/>
              <a:ahLst/>
              <a:cxnLst/>
              <a:rect l="l" t="t" r="r" b="b"/>
              <a:pathLst>
                <a:path w="1396" h="1118" extrusionOk="0">
                  <a:moveTo>
                    <a:pt x="0" y="1118"/>
                  </a:moveTo>
                  <a:lnTo>
                    <a:pt x="838" y="1118"/>
                  </a:lnTo>
                  <a:lnTo>
                    <a:pt x="838" y="559"/>
                  </a:lnTo>
                  <a:cubicBezTo>
                    <a:pt x="861" y="257"/>
                    <a:pt x="1094" y="1"/>
                    <a:pt x="1396" y="1"/>
                  </a:cubicBezTo>
                  <a:lnTo>
                    <a:pt x="558" y="1"/>
                  </a:lnTo>
                  <a:cubicBezTo>
                    <a:pt x="256" y="1"/>
                    <a:pt x="0" y="257"/>
                    <a:pt x="0" y="559"/>
                  </a:cubicBezTo>
                  <a:close/>
                  <a:moveTo>
                    <a:pt x="0" y="1118"/>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70"/>
            <p:cNvSpPr/>
            <p:nvPr/>
          </p:nvSpPr>
          <p:spPr>
            <a:xfrm>
              <a:off x="1848950" y="2123150"/>
              <a:ext cx="80850" cy="97725"/>
            </a:xfrm>
            <a:custGeom>
              <a:avLst/>
              <a:gdLst/>
              <a:ahLst/>
              <a:cxnLst/>
              <a:rect l="l" t="t" r="r" b="b"/>
              <a:pathLst>
                <a:path w="3234" h="3909" extrusionOk="0">
                  <a:moveTo>
                    <a:pt x="2675" y="3909"/>
                  </a:moveTo>
                  <a:lnTo>
                    <a:pt x="3234" y="3909"/>
                  </a:lnTo>
                  <a:lnTo>
                    <a:pt x="3234" y="0"/>
                  </a:lnTo>
                  <a:lnTo>
                    <a:pt x="2675" y="0"/>
                  </a:lnTo>
                  <a:close/>
                  <a:moveTo>
                    <a:pt x="0" y="3909"/>
                  </a:moveTo>
                  <a:lnTo>
                    <a:pt x="558" y="3909"/>
                  </a:lnTo>
                  <a:lnTo>
                    <a:pt x="558" y="0"/>
                  </a:lnTo>
                  <a:lnTo>
                    <a:pt x="0" y="0"/>
                  </a:lnTo>
                  <a:close/>
                  <a:moveTo>
                    <a:pt x="0" y="3909"/>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70"/>
            <p:cNvSpPr/>
            <p:nvPr/>
          </p:nvSpPr>
          <p:spPr>
            <a:xfrm>
              <a:off x="2010625" y="2009150"/>
              <a:ext cx="13975" cy="97725"/>
            </a:xfrm>
            <a:custGeom>
              <a:avLst/>
              <a:gdLst/>
              <a:ahLst/>
              <a:cxnLst/>
              <a:rect l="l" t="t" r="r" b="b"/>
              <a:pathLst>
                <a:path w="559" h="3909" extrusionOk="0">
                  <a:moveTo>
                    <a:pt x="0" y="1"/>
                  </a:moveTo>
                  <a:lnTo>
                    <a:pt x="0" y="3909"/>
                  </a:lnTo>
                  <a:lnTo>
                    <a:pt x="559" y="3909"/>
                  </a:lnTo>
                  <a:lnTo>
                    <a:pt x="5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70"/>
            <p:cNvSpPr/>
            <p:nvPr/>
          </p:nvSpPr>
          <p:spPr>
            <a:xfrm>
              <a:off x="2165900" y="2044050"/>
              <a:ext cx="13400" cy="69825"/>
            </a:xfrm>
            <a:custGeom>
              <a:avLst/>
              <a:gdLst/>
              <a:ahLst/>
              <a:cxnLst/>
              <a:rect l="l" t="t" r="r" b="b"/>
              <a:pathLst>
                <a:path w="536" h="2793" extrusionOk="0">
                  <a:moveTo>
                    <a:pt x="1" y="1"/>
                  </a:moveTo>
                  <a:lnTo>
                    <a:pt x="1" y="559"/>
                  </a:lnTo>
                  <a:lnTo>
                    <a:pt x="536" y="559"/>
                  </a:lnTo>
                  <a:lnTo>
                    <a:pt x="536" y="1"/>
                  </a:lnTo>
                  <a:close/>
                  <a:moveTo>
                    <a:pt x="1" y="1117"/>
                  </a:moveTo>
                  <a:lnTo>
                    <a:pt x="1" y="2792"/>
                  </a:lnTo>
                  <a:lnTo>
                    <a:pt x="536" y="2792"/>
                  </a:lnTo>
                  <a:lnTo>
                    <a:pt x="536" y="1117"/>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70"/>
            <p:cNvSpPr/>
            <p:nvPr/>
          </p:nvSpPr>
          <p:spPr>
            <a:xfrm>
              <a:off x="1758200" y="1946350"/>
              <a:ext cx="449600" cy="477500"/>
            </a:xfrm>
            <a:custGeom>
              <a:avLst/>
              <a:gdLst/>
              <a:ahLst/>
              <a:cxnLst/>
              <a:rect l="l" t="t" r="r" b="b"/>
              <a:pathLst>
                <a:path w="17984" h="19100" extrusionOk="0">
                  <a:moveTo>
                    <a:pt x="17426" y="3350"/>
                  </a:moveTo>
                  <a:lnTo>
                    <a:pt x="17426" y="12935"/>
                  </a:lnTo>
                  <a:lnTo>
                    <a:pt x="15751" y="12935"/>
                  </a:lnTo>
                  <a:lnTo>
                    <a:pt x="15751" y="3350"/>
                  </a:lnTo>
                  <a:close/>
                  <a:moveTo>
                    <a:pt x="15169" y="559"/>
                  </a:moveTo>
                  <a:lnTo>
                    <a:pt x="15169" y="12958"/>
                  </a:lnTo>
                  <a:lnTo>
                    <a:pt x="9260" y="12958"/>
                  </a:lnTo>
                  <a:lnTo>
                    <a:pt x="9260" y="1512"/>
                  </a:lnTo>
                  <a:lnTo>
                    <a:pt x="10214" y="559"/>
                  </a:lnTo>
                  <a:close/>
                  <a:moveTo>
                    <a:pt x="9818" y="15750"/>
                  </a:moveTo>
                  <a:lnTo>
                    <a:pt x="9818" y="16657"/>
                  </a:lnTo>
                  <a:lnTo>
                    <a:pt x="10214" y="17425"/>
                  </a:lnTo>
                  <a:lnTo>
                    <a:pt x="7771" y="17425"/>
                  </a:lnTo>
                  <a:lnTo>
                    <a:pt x="8143" y="16657"/>
                  </a:lnTo>
                  <a:lnTo>
                    <a:pt x="8143" y="15750"/>
                  </a:lnTo>
                  <a:close/>
                  <a:moveTo>
                    <a:pt x="12912" y="17960"/>
                  </a:moveTo>
                  <a:cubicBezTo>
                    <a:pt x="13075" y="17960"/>
                    <a:pt x="13192" y="18099"/>
                    <a:pt x="13192" y="18262"/>
                  </a:cubicBezTo>
                  <a:lnTo>
                    <a:pt x="13192" y="18541"/>
                  </a:lnTo>
                  <a:lnTo>
                    <a:pt x="4793" y="18541"/>
                  </a:lnTo>
                  <a:lnTo>
                    <a:pt x="4793" y="18262"/>
                  </a:lnTo>
                  <a:cubicBezTo>
                    <a:pt x="4793" y="18099"/>
                    <a:pt x="4910" y="17960"/>
                    <a:pt x="5072" y="17960"/>
                  </a:cubicBezTo>
                  <a:close/>
                  <a:moveTo>
                    <a:pt x="2234" y="0"/>
                  </a:moveTo>
                  <a:lnTo>
                    <a:pt x="2234" y="2792"/>
                  </a:lnTo>
                  <a:lnTo>
                    <a:pt x="1" y="2792"/>
                  </a:lnTo>
                  <a:lnTo>
                    <a:pt x="1" y="15727"/>
                  </a:lnTo>
                  <a:lnTo>
                    <a:pt x="7585" y="15727"/>
                  </a:lnTo>
                  <a:lnTo>
                    <a:pt x="7585" y="16517"/>
                  </a:lnTo>
                  <a:lnTo>
                    <a:pt x="7143" y="17401"/>
                  </a:lnTo>
                  <a:lnTo>
                    <a:pt x="5072" y="17401"/>
                  </a:lnTo>
                  <a:cubicBezTo>
                    <a:pt x="4607" y="17401"/>
                    <a:pt x="4235" y="17797"/>
                    <a:pt x="4235" y="18262"/>
                  </a:cubicBezTo>
                  <a:lnTo>
                    <a:pt x="4235" y="19100"/>
                  </a:lnTo>
                  <a:lnTo>
                    <a:pt x="13750" y="19100"/>
                  </a:lnTo>
                  <a:lnTo>
                    <a:pt x="13750" y="18262"/>
                  </a:lnTo>
                  <a:cubicBezTo>
                    <a:pt x="13750" y="17797"/>
                    <a:pt x="13354" y="17425"/>
                    <a:pt x="12912" y="17425"/>
                  </a:cubicBezTo>
                  <a:lnTo>
                    <a:pt x="10842" y="17425"/>
                  </a:lnTo>
                  <a:lnTo>
                    <a:pt x="10377" y="16517"/>
                  </a:lnTo>
                  <a:lnTo>
                    <a:pt x="10377" y="15750"/>
                  </a:lnTo>
                  <a:lnTo>
                    <a:pt x="15169" y="15750"/>
                  </a:lnTo>
                  <a:lnTo>
                    <a:pt x="15169" y="15191"/>
                  </a:lnTo>
                  <a:lnTo>
                    <a:pt x="559" y="15191"/>
                  </a:lnTo>
                  <a:lnTo>
                    <a:pt x="559" y="13516"/>
                  </a:lnTo>
                  <a:lnTo>
                    <a:pt x="17426" y="13516"/>
                  </a:lnTo>
                  <a:lnTo>
                    <a:pt x="17426" y="15191"/>
                  </a:lnTo>
                  <a:lnTo>
                    <a:pt x="15751" y="15191"/>
                  </a:lnTo>
                  <a:lnTo>
                    <a:pt x="15751" y="15750"/>
                  </a:lnTo>
                  <a:lnTo>
                    <a:pt x="17984" y="15750"/>
                  </a:lnTo>
                  <a:lnTo>
                    <a:pt x="17984" y="2792"/>
                  </a:lnTo>
                  <a:lnTo>
                    <a:pt x="15727" y="2792"/>
                  </a:lnTo>
                  <a:lnTo>
                    <a:pt x="15727" y="0"/>
                  </a:lnTo>
                  <a:lnTo>
                    <a:pt x="9981" y="0"/>
                  </a:lnTo>
                  <a:lnTo>
                    <a:pt x="8981" y="1001"/>
                  </a:lnTo>
                  <a:lnTo>
                    <a:pt x="7980" y="0"/>
                  </a:lnTo>
                  <a:lnTo>
                    <a:pt x="5468" y="0"/>
                  </a:lnTo>
                  <a:lnTo>
                    <a:pt x="5468" y="559"/>
                  </a:lnTo>
                  <a:lnTo>
                    <a:pt x="7748" y="559"/>
                  </a:lnTo>
                  <a:lnTo>
                    <a:pt x="8702" y="1512"/>
                  </a:lnTo>
                  <a:lnTo>
                    <a:pt x="8702" y="12935"/>
                  </a:lnTo>
                  <a:lnTo>
                    <a:pt x="559" y="12935"/>
                  </a:lnTo>
                  <a:lnTo>
                    <a:pt x="559" y="3327"/>
                  </a:lnTo>
                  <a:lnTo>
                    <a:pt x="2234" y="3327"/>
                  </a:lnTo>
                  <a:lnTo>
                    <a:pt x="2234" y="12353"/>
                  </a:lnTo>
                  <a:lnTo>
                    <a:pt x="2793" y="12353"/>
                  </a:lnTo>
                  <a:lnTo>
                    <a:pt x="2793" y="559"/>
                  </a:lnTo>
                  <a:lnTo>
                    <a:pt x="4910" y="559"/>
                  </a:lnTo>
                  <a:lnTo>
                    <a:pt x="491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70"/>
            <p:cNvSpPr/>
            <p:nvPr/>
          </p:nvSpPr>
          <p:spPr>
            <a:xfrm>
              <a:off x="1975725" y="2297625"/>
              <a:ext cx="13975" cy="13975"/>
            </a:xfrm>
            <a:custGeom>
              <a:avLst/>
              <a:gdLst/>
              <a:ahLst/>
              <a:cxnLst/>
              <a:rect l="l" t="t" r="r" b="b"/>
              <a:pathLst>
                <a:path w="559" h="559" extrusionOk="0">
                  <a:moveTo>
                    <a:pt x="1" y="1"/>
                  </a:moveTo>
                  <a:lnTo>
                    <a:pt x="1"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70"/>
            <p:cNvSpPr/>
            <p:nvPr/>
          </p:nvSpPr>
          <p:spPr>
            <a:xfrm>
              <a:off x="1908850" y="2116175"/>
              <a:ext cx="52950" cy="111675"/>
            </a:xfrm>
            <a:custGeom>
              <a:avLst/>
              <a:gdLst/>
              <a:ahLst/>
              <a:cxnLst/>
              <a:rect l="l" t="t" r="r" b="b"/>
              <a:pathLst>
                <a:path w="2118" h="4467" extrusionOk="0">
                  <a:moveTo>
                    <a:pt x="1559" y="559"/>
                  </a:moveTo>
                  <a:lnTo>
                    <a:pt x="1559" y="3909"/>
                  </a:lnTo>
                  <a:lnTo>
                    <a:pt x="559" y="3909"/>
                  </a:lnTo>
                  <a:lnTo>
                    <a:pt x="559" y="559"/>
                  </a:lnTo>
                  <a:close/>
                  <a:moveTo>
                    <a:pt x="0" y="0"/>
                  </a:moveTo>
                  <a:lnTo>
                    <a:pt x="0" y="4467"/>
                  </a:lnTo>
                  <a:lnTo>
                    <a:pt x="2117" y="4467"/>
                  </a:lnTo>
                  <a:lnTo>
                    <a:pt x="21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70"/>
            <p:cNvSpPr/>
            <p:nvPr/>
          </p:nvSpPr>
          <p:spPr>
            <a:xfrm>
              <a:off x="2003650" y="2002175"/>
              <a:ext cx="119825" cy="111700"/>
            </a:xfrm>
            <a:custGeom>
              <a:avLst/>
              <a:gdLst/>
              <a:ahLst/>
              <a:cxnLst/>
              <a:rect l="l" t="t" r="r" b="b"/>
              <a:pathLst>
                <a:path w="4793" h="4468" extrusionOk="0">
                  <a:moveTo>
                    <a:pt x="4234" y="559"/>
                  </a:moveTo>
                  <a:lnTo>
                    <a:pt x="4234" y="3909"/>
                  </a:lnTo>
                  <a:lnTo>
                    <a:pt x="559" y="3909"/>
                  </a:lnTo>
                  <a:lnTo>
                    <a:pt x="559" y="559"/>
                  </a:lnTo>
                  <a:close/>
                  <a:moveTo>
                    <a:pt x="0" y="1"/>
                  </a:moveTo>
                  <a:lnTo>
                    <a:pt x="0" y="4467"/>
                  </a:lnTo>
                  <a:lnTo>
                    <a:pt x="4793" y="4467"/>
                  </a:lnTo>
                  <a:lnTo>
                    <a:pt x="479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70"/>
            <p:cNvSpPr/>
            <p:nvPr/>
          </p:nvSpPr>
          <p:spPr>
            <a:xfrm>
              <a:off x="1841950" y="2116175"/>
              <a:ext cx="52950" cy="111675"/>
            </a:xfrm>
            <a:custGeom>
              <a:avLst/>
              <a:gdLst/>
              <a:ahLst/>
              <a:cxnLst/>
              <a:rect l="l" t="t" r="r" b="b"/>
              <a:pathLst>
                <a:path w="2118" h="4467" extrusionOk="0">
                  <a:moveTo>
                    <a:pt x="1560" y="559"/>
                  </a:moveTo>
                  <a:lnTo>
                    <a:pt x="1560" y="3909"/>
                  </a:lnTo>
                  <a:lnTo>
                    <a:pt x="559" y="3909"/>
                  </a:lnTo>
                  <a:lnTo>
                    <a:pt x="559" y="559"/>
                  </a:lnTo>
                  <a:close/>
                  <a:moveTo>
                    <a:pt x="1" y="0"/>
                  </a:moveTo>
                  <a:lnTo>
                    <a:pt x="1" y="4467"/>
                  </a:lnTo>
                  <a:lnTo>
                    <a:pt x="2118" y="4467"/>
                  </a:lnTo>
                  <a:lnTo>
                    <a:pt x="211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70"/>
            <p:cNvSpPr/>
            <p:nvPr/>
          </p:nvSpPr>
          <p:spPr>
            <a:xfrm>
              <a:off x="1841950" y="2030100"/>
              <a:ext cx="119850" cy="13975"/>
            </a:xfrm>
            <a:custGeom>
              <a:avLst/>
              <a:gdLst/>
              <a:ahLst/>
              <a:cxnLst/>
              <a:rect l="l" t="t" r="r" b="b"/>
              <a:pathLst>
                <a:path w="4794" h="559" extrusionOk="0">
                  <a:moveTo>
                    <a:pt x="1" y="0"/>
                  </a:moveTo>
                  <a:lnTo>
                    <a:pt x="1" y="559"/>
                  </a:lnTo>
                  <a:lnTo>
                    <a:pt x="4793" y="559"/>
                  </a:lnTo>
                  <a:lnTo>
                    <a:pt x="479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70"/>
            <p:cNvSpPr/>
            <p:nvPr/>
          </p:nvSpPr>
          <p:spPr>
            <a:xfrm>
              <a:off x="1862900" y="2002175"/>
              <a:ext cx="98900" cy="13975"/>
            </a:xfrm>
            <a:custGeom>
              <a:avLst/>
              <a:gdLst/>
              <a:ahLst/>
              <a:cxnLst/>
              <a:rect l="l" t="t" r="r" b="b"/>
              <a:pathLst>
                <a:path w="3956" h="559" extrusionOk="0">
                  <a:moveTo>
                    <a:pt x="0" y="1"/>
                  </a:moveTo>
                  <a:lnTo>
                    <a:pt x="0" y="559"/>
                  </a:lnTo>
                  <a:lnTo>
                    <a:pt x="3955" y="559"/>
                  </a:lnTo>
                  <a:lnTo>
                    <a:pt x="395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70"/>
            <p:cNvSpPr/>
            <p:nvPr/>
          </p:nvSpPr>
          <p:spPr>
            <a:xfrm>
              <a:off x="1841950" y="2058000"/>
              <a:ext cx="74475" cy="14000"/>
            </a:xfrm>
            <a:custGeom>
              <a:avLst/>
              <a:gdLst/>
              <a:ahLst/>
              <a:cxnLst/>
              <a:rect l="l" t="t" r="r" b="b"/>
              <a:pathLst>
                <a:path w="2979" h="560" extrusionOk="0">
                  <a:moveTo>
                    <a:pt x="1" y="1"/>
                  </a:moveTo>
                  <a:lnTo>
                    <a:pt x="1" y="559"/>
                  </a:lnTo>
                  <a:lnTo>
                    <a:pt x="2979" y="559"/>
                  </a:lnTo>
                  <a:lnTo>
                    <a:pt x="29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70"/>
            <p:cNvSpPr/>
            <p:nvPr/>
          </p:nvSpPr>
          <p:spPr>
            <a:xfrm>
              <a:off x="1841950" y="2085925"/>
              <a:ext cx="119850" cy="13975"/>
            </a:xfrm>
            <a:custGeom>
              <a:avLst/>
              <a:gdLst/>
              <a:ahLst/>
              <a:cxnLst/>
              <a:rect l="l" t="t" r="r" b="b"/>
              <a:pathLst>
                <a:path w="4794" h="559" extrusionOk="0">
                  <a:moveTo>
                    <a:pt x="1" y="1"/>
                  </a:moveTo>
                  <a:lnTo>
                    <a:pt x="1" y="559"/>
                  </a:lnTo>
                  <a:lnTo>
                    <a:pt x="4793" y="559"/>
                  </a:lnTo>
                  <a:lnTo>
                    <a:pt x="479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70"/>
            <p:cNvSpPr/>
            <p:nvPr/>
          </p:nvSpPr>
          <p:spPr>
            <a:xfrm>
              <a:off x="1930375" y="2058000"/>
              <a:ext cx="31425" cy="14000"/>
            </a:xfrm>
            <a:custGeom>
              <a:avLst/>
              <a:gdLst/>
              <a:ahLst/>
              <a:cxnLst/>
              <a:rect l="l" t="t" r="r" b="b"/>
              <a:pathLst>
                <a:path w="1257" h="560" extrusionOk="0">
                  <a:moveTo>
                    <a:pt x="0" y="1"/>
                  </a:moveTo>
                  <a:lnTo>
                    <a:pt x="0" y="559"/>
                  </a:lnTo>
                  <a:lnTo>
                    <a:pt x="1256" y="559"/>
                  </a:lnTo>
                  <a:lnTo>
                    <a:pt x="125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70"/>
            <p:cNvSpPr/>
            <p:nvPr/>
          </p:nvSpPr>
          <p:spPr>
            <a:xfrm>
              <a:off x="2003650" y="2185950"/>
              <a:ext cx="52950" cy="14000"/>
            </a:xfrm>
            <a:custGeom>
              <a:avLst/>
              <a:gdLst/>
              <a:ahLst/>
              <a:cxnLst/>
              <a:rect l="l" t="t" r="r" b="b"/>
              <a:pathLst>
                <a:path w="2118" h="560" extrusionOk="0">
                  <a:moveTo>
                    <a:pt x="0" y="1"/>
                  </a:moveTo>
                  <a:lnTo>
                    <a:pt x="0" y="559"/>
                  </a:lnTo>
                  <a:lnTo>
                    <a:pt x="2117" y="559"/>
                  </a:lnTo>
                  <a:lnTo>
                    <a:pt x="2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70"/>
            <p:cNvSpPr/>
            <p:nvPr/>
          </p:nvSpPr>
          <p:spPr>
            <a:xfrm>
              <a:off x="2070525" y="2185950"/>
              <a:ext cx="53525" cy="14000"/>
            </a:xfrm>
            <a:custGeom>
              <a:avLst/>
              <a:gdLst/>
              <a:ahLst/>
              <a:cxnLst/>
              <a:rect l="l" t="t" r="r" b="b"/>
              <a:pathLst>
                <a:path w="2141" h="560" extrusionOk="0">
                  <a:moveTo>
                    <a:pt x="1" y="1"/>
                  </a:moveTo>
                  <a:lnTo>
                    <a:pt x="1" y="559"/>
                  </a:lnTo>
                  <a:lnTo>
                    <a:pt x="2141" y="559"/>
                  </a:lnTo>
                  <a:lnTo>
                    <a:pt x="214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70"/>
            <p:cNvSpPr/>
            <p:nvPr/>
          </p:nvSpPr>
          <p:spPr>
            <a:xfrm>
              <a:off x="2003650" y="2213875"/>
              <a:ext cx="120400" cy="13975"/>
            </a:xfrm>
            <a:custGeom>
              <a:avLst/>
              <a:gdLst/>
              <a:ahLst/>
              <a:cxnLst/>
              <a:rect l="l" t="t" r="r" b="b"/>
              <a:pathLst>
                <a:path w="4816" h="559" extrusionOk="0">
                  <a:moveTo>
                    <a:pt x="0" y="1"/>
                  </a:moveTo>
                  <a:lnTo>
                    <a:pt x="0" y="559"/>
                  </a:lnTo>
                  <a:lnTo>
                    <a:pt x="4816" y="559"/>
                  </a:lnTo>
                  <a:lnTo>
                    <a:pt x="48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70"/>
            <p:cNvSpPr/>
            <p:nvPr/>
          </p:nvSpPr>
          <p:spPr>
            <a:xfrm>
              <a:off x="2003650" y="2158050"/>
              <a:ext cx="120400" cy="13975"/>
            </a:xfrm>
            <a:custGeom>
              <a:avLst/>
              <a:gdLst/>
              <a:ahLst/>
              <a:cxnLst/>
              <a:rect l="l" t="t" r="r" b="b"/>
              <a:pathLst>
                <a:path w="4816" h="559" extrusionOk="0">
                  <a:moveTo>
                    <a:pt x="0" y="0"/>
                  </a:moveTo>
                  <a:lnTo>
                    <a:pt x="0" y="559"/>
                  </a:lnTo>
                  <a:lnTo>
                    <a:pt x="4816" y="559"/>
                  </a:lnTo>
                  <a:lnTo>
                    <a:pt x="481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70"/>
            <p:cNvSpPr/>
            <p:nvPr/>
          </p:nvSpPr>
          <p:spPr>
            <a:xfrm>
              <a:off x="2024575" y="2129550"/>
              <a:ext cx="99475" cy="13975"/>
            </a:xfrm>
            <a:custGeom>
              <a:avLst/>
              <a:gdLst/>
              <a:ahLst/>
              <a:cxnLst/>
              <a:rect l="l" t="t" r="r" b="b"/>
              <a:pathLst>
                <a:path w="3979" h="559" extrusionOk="0">
                  <a:moveTo>
                    <a:pt x="1" y="0"/>
                  </a:moveTo>
                  <a:lnTo>
                    <a:pt x="1" y="559"/>
                  </a:lnTo>
                  <a:lnTo>
                    <a:pt x="3979" y="559"/>
                  </a:lnTo>
                  <a:lnTo>
                    <a:pt x="397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6" name="Google Shape;1656;p70"/>
          <p:cNvGrpSpPr/>
          <p:nvPr/>
        </p:nvGrpSpPr>
        <p:grpSpPr>
          <a:xfrm>
            <a:off x="4552704" y="1857680"/>
            <a:ext cx="437604" cy="375770"/>
            <a:chOff x="1744250" y="1262975"/>
            <a:chExt cx="477525" cy="410050"/>
          </a:xfrm>
        </p:grpSpPr>
        <p:sp>
          <p:nvSpPr>
            <p:cNvPr id="1657" name="Google Shape;1657;p70"/>
            <p:cNvSpPr/>
            <p:nvPr/>
          </p:nvSpPr>
          <p:spPr>
            <a:xfrm>
              <a:off x="1751225" y="1269950"/>
              <a:ext cx="463575" cy="321650"/>
            </a:xfrm>
            <a:custGeom>
              <a:avLst/>
              <a:gdLst/>
              <a:ahLst/>
              <a:cxnLst/>
              <a:rect l="l" t="t" r="r" b="b"/>
              <a:pathLst>
                <a:path w="18543" h="12866" extrusionOk="0">
                  <a:moveTo>
                    <a:pt x="1" y="12865"/>
                  </a:moveTo>
                  <a:lnTo>
                    <a:pt x="7585" y="12865"/>
                  </a:lnTo>
                  <a:lnTo>
                    <a:pt x="7585" y="11749"/>
                  </a:lnTo>
                  <a:lnTo>
                    <a:pt x="2234" y="11749"/>
                  </a:lnTo>
                  <a:cubicBezTo>
                    <a:pt x="2234" y="11121"/>
                    <a:pt x="1746" y="10632"/>
                    <a:pt x="1117" y="10632"/>
                  </a:cubicBezTo>
                  <a:lnTo>
                    <a:pt x="1117" y="2234"/>
                  </a:lnTo>
                  <a:cubicBezTo>
                    <a:pt x="1746" y="2234"/>
                    <a:pt x="2234" y="1745"/>
                    <a:pt x="2234" y="1117"/>
                  </a:cubicBezTo>
                  <a:lnTo>
                    <a:pt x="16309" y="1117"/>
                  </a:lnTo>
                  <a:cubicBezTo>
                    <a:pt x="16309" y="1745"/>
                    <a:pt x="16797" y="2234"/>
                    <a:pt x="17425" y="2234"/>
                  </a:cubicBezTo>
                  <a:lnTo>
                    <a:pt x="17425" y="10632"/>
                  </a:lnTo>
                  <a:cubicBezTo>
                    <a:pt x="16797" y="10632"/>
                    <a:pt x="16309" y="11121"/>
                    <a:pt x="16309" y="11749"/>
                  </a:cubicBezTo>
                  <a:lnTo>
                    <a:pt x="10935" y="11749"/>
                  </a:lnTo>
                  <a:lnTo>
                    <a:pt x="10935" y="12865"/>
                  </a:lnTo>
                  <a:lnTo>
                    <a:pt x="18542" y="12865"/>
                  </a:lnTo>
                  <a:lnTo>
                    <a:pt x="18542" y="0"/>
                  </a:lnTo>
                  <a:lnTo>
                    <a:pt x="1" y="0"/>
                  </a:lnTo>
                  <a:close/>
                  <a:moveTo>
                    <a:pt x="1" y="12865"/>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70"/>
            <p:cNvSpPr/>
            <p:nvPr/>
          </p:nvSpPr>
          <p:spPr>
            <a:xfrm>
              <a:off x="1912925" y="1409525"/>
              <a:ext cx="163450" cy="163450"/>
            </a:xfrm>
            <a:custGeom>
              <a:avLst/>
              <a:gdLst/>
              <a:ahLst/>
              <a:cxnLst/>
              <a:rect l="l" t="t" r="r" b="b"/>
              <a:pathLst>
                <a:path w="6538" h="6538" extrusionOk="0">
                  <a:moveTo>
                    <a:pt x="0" y="2792"/>
                  </a:moveTo>
                  <a:cubicBezTo>
                    <a:pt x="0" y="5305"/>
                    <a:pt x="3024" y="6538"/>
                    <a:pt x="4769" y="4770"/>
                  </a:cubicBezTo>
                  <a:cubicBezTo>
                    <a:pt x="6537" y="3025"/>
                    <a:pt x="5281" y="1"/>
                    <a:pt x="2792" y="1"/>
                  </a:cubicBezTo>
                  <a:cubicBezTo>
                    <a:pt x="1256" y="1"/>
                    <a:pt x="0" y="1257"/>
                    <a:pt x="0" y="2792"/>
                  </a:cubicBezTo>
                  <a:close/>
                  <a:moveTo>
                    <a:pt x="2792" y="4491"/>
                  </a:moveTo>
                  <a:cubicBezTo>
                    <a:pt x="1303" y="4467"/>
                    <a:pt x="558" y="2676"/>
                    <a:pt x="1605" y="1606"/>
                  </a:cubicBezTo>
                  <a:cubicBezTo>
                    <a:pt x="2675" y="559"/>
                    <a:pt x="4467" y="1304"/>
                    <a:pt x="4467" y="2792"/>
                  </a:cubicBezTo>
                  <a:cubicBezTo>
                    <a:pt x="4467" y="3723"/>
                    <a:pt x="3722" y="4491"/>
                    <a:pt x="2792" y="4491"/>
                  </a:cubicBezTo>
                  <a:close/>
                  <a:moveTo>
                    <a:pt x="2792" y="4491"/>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70"/>
            <p:cNvSpPr/>
            <p:nvPr/>
          </p:nvSpPr>
          <p:spPr>
            <a:xfrm>
              <a:off x="1926875" y="1437450"/>
              <a:ext cx="97725" cy="98300"/>
            </a:xfrm>
            <a:custGeom>
              <a:avLst/>
              <a:gdLst/>
              <a:ahLst/>
              <a:cxnLst/>
              <a:rect l="l" t="t" r="r" b="b"/>
              <a:pathLst>
                <a:path w="3909" h="3932" extrusionOk="0">
                  <a:moveTo>
                    <a:pt x="3909" y="1675"/>
                  </a:moveTo>
                  <a:cubicBezTo>
                    <a:pt x="3909" y="3188"/>
                    <a:pt x="2117" y="3932"/>
                    <a:pt x="1047" y="2862"/>
                  </a:cubicBezTo>
                  <a:cubicBezTo>
                    <a:pt x="0" y="1815"/>
                    <a:pt x="745" y="0"/>
                    <a:pt x="2234" y="0"/>
                  </a:cubicBezTo>
                  <a:cubicBezTo>
                    <a:pt x="3164" y="0"/>
                    <a:pt x="3909" y="768"/>
                    <a:pt x="3909" y="1675"/>
                  </a:cubicBezTo>
                  <a:close/>
                  <a:moveTo>
                    <a:pt x="3909" y="1675"/>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70"/>
            <p:cNvSpPr/>
            <p:nvPr/>
          </p:nvSpPr>
          <p:spPr>
            <a:xfrm>
              <a:off x="1940825" y="1535725"/>
              <a:ext cx="83775" cy="125650"/>
            </a:xfrm>
            <a:custGeom>
              <a:avLst/>
              <a:gdLst/>
              <a:ahLst/>
              <a:cxnLst/>
              <a:rect l="l" t="t" r="r" b="b"/>
              <a:pathLst>
                <a:path w="3351" h="5026" extrusionOk="0">
                  <a:moveTo>
                    <a:pt x="1" y="5026"/>
                  </a:moveTo>
                  <a:lnTo>
                    <a:pt x="1117" y="4468"/>
                  </a:lnTo>
                  <a:lnTo>
                    <a:pt x="1117" y="513"/>
                  </a:lnTo>
                  <a:cubicBezTo>
                    <a:pt x="722" y="420"/>
                    <a:pt x="327" y="257"/>
                    <a:pt x="1" y="1"/>
                  </a:cubicBezTo>
                  <a:close/>
                  <a:moveTo>
                    <a:pt x="3351" y="5026"/>
                  </a:moveTo>
                  <a:lnTo>
                    <a:pt x="2234" y="4468"/>
                  </a:lnTo>
                  <a:lnTo>
                    <a:pt x="2234" y="513"/>
                  </a:lnTo>
                  <a:cubicBezTo>
                    <a:pt x="2653" y="420"/>
                    <a:pt x="3025" y="257"/>
                    <a:pt x="3351" y="1"/>
                  </a:cubicBezTo>
                  <a:close/>
                  <a:moveTo>
                    <a:pt x="3351" y="5026"/>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70"/>
            <p:cNvSpPr/>
            <p:nvPr/>
          </p:nvSpPr>
          <p:spPr>
            <a:xfrm>
              <a:off x="1968750" y="1548525"/>
              <a:ext cx="27950" cy="98900"/>
            </a:xfrm>
            <a:custGeom>
              <a:avLst/>
              <a:gdLst/>
              <a:ahLst/>
              <a:cxnLst/>
              <a:rect l="l" t="t" r="r" b="b"/>
              <a:pathLst>
                <a:path w="1118" h="3956" extrusionOk="0">
                  <a:moveTo>
                    <a:pt x="0" y="3956"/>
                  </a:moveTo>
                  <a:lnTo>
                    <a:pt x="559" y="3676"/>
                  </a:lnTo>
                  <a:lnTo>
                    <a:pt x="1117" y="3956"/>
                  </a:lnTo>
                  <a:lnTo>
                    <a:pt x="1117" y="1"/>
                  </a:lnTo>
                  <a:cubicBezTo>
                    <a:pt x="745" y="71"/>
                    <a:pt x="373" y="71"/>
                    <a:pt x="0" y="1"/>
                  </a:cubicBezTo>
                  <a:close/>
                  <a:moveTo>
                    <a:pt x="0" y="3956"/>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70"/>
            <p:cNvSpPr/>
            <p:nvPr/>
          </p:nvSpPr>
          <p:spPr>
            <a:xfrm>
              <a:off x="1779150" y="1297875"/>
              <a:ext cx="407725" cy="265800"/>
            </a:xfrm>
            <a:custGeom>
              <a:avLst/>
              <a:gdLst/>
              <a:ahLst/>
              <a:cxnLst/>
              <a:rect l="l" t="t" r="r" b="b"/>
              <a:pathLst>
                <a:path w="16309" h="10632" extrusionOk="0">
                  <a:moveTo>
                    <a:pt x="1117" y="10632"/>
                  </a:moveTo>
                  <a:lnTo>
                    <a:pt x="6468" y="10632"/>
                  </a:lnTo>
                  <a:lnTo>
                    <a:pt x="6468" y="9515"/>
                  </a:lnTo>
                  <a:cubicBezTo>
                    <a:pt x="4328" y="7910"/>
                    <a:pt x="5467" y="4467"/>
                    <a:pt x="8143" y="4467"/>
                  </a:cubicBezTo>
                  <a:cubicBezTo>
                    <a:pt x="10841" y="4467"/>
                    <a:pt x="11981" y="7910"/>
                    <a:pt x="9818" y="9515"/>
                  </a:cubicBezTo>
                  <a:lnTo>
                    <a:pt x="9818" y="10632"/>
                  </a:lnTo>
                  <a:lnTo>
                    <a:pt x="15169" y="10632"/>
                  </a:lnTo>
                  <a:cubicBezTo>
                    <a:pt x="15169" y="10004"/>
                    <a:pt x="15680" y="9515"/>
                    <a:pt x="16308" y="9515"/>
                  </a:cubicBezTo>
                  <a:lnTo>
                    <a:pt x="16308" y="1117"/>
                  </a:lnTo>
                  <a:cubicBezTo>
                    <a:pt x="15680" y="1117"/>
                    <a:pt x="15169" y="628"/>
                    <a:pt x="15169" y="0"/>
                  </a:cubicBezTo>
                  <a:lnTo>
                    <a:pt x="1117" y="0"/>
                  </a:lnTo>
                  <a:cubicBezTo>
                    <a:pt x="1117" y="628"/>
                    <a:pt x="629" y="1117"/>
                    <a:pt x="0" y="1117"/>
                  </a:cubicBezTo>
                  <a:lnTo>
                    <a:pt x="0" y="9515"/>
                  </a:lnTo>
                  <a:cubicBezTo>
                    <a:pt x="629" y="9515"/>
                    <a:pt x="1117" y="10004"/>
                    <a:pt x="1117" y="10632"/>
                  </a:cubicBezTo>
                  <a:close/>
                  <a:moveTo>
                    <a:pt x="1117" y="10632"/>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70"/>
            <p:cNvSpPr/>
            <p:nvPr/>
          </p:nvSpPr>
          <p:spPr>
            <a:xfrm>
              <a:off x="1751225" y="1269950"/>
              <a:ext cx="14000" cy="321650"/>
            </a:xfrm>
            <a:custGeom>
              <a:avLst/>
              <a:gdLst/>
              <a:ahLst/>
              <a:cxnLst/>
              <a:rect l="l" t="t" r="r" b="b"/>
              <a:pathLst>
                <a:path w="560" h="12866" extrusionOk="0">
                  <a:moveTo>
                    <a:pt x="1" y="0"/>
                  </a:moveTo>
                  <a:lnTo>
                    <a:pt x="1" y="12865"/>
                  </a:lnTo>
                  <a:lnTo>
                    <a:pt x="559" y="12865"/>
                  </a:lnTo>
                  <a:lnTo>
                    <a:pt x="55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70"/>
            <p:cNvSpPr/>
            <p:nvPr/>
          </p:nvSpPr>
          <p:spPr>
            <a:xfrm>
              <a:off x="1906525" y="1406050"/>
              <a:ext cx="83175" cy="147150"/>
            </a:xfrm>
            <a:custGeom>
              <a:avLst/>
              <a:gdLst/>
              <a:ahLst/>
              <a:cxnLst/>
              <a:rect l="l" t="t" r="r" b="b"/>
              <a:pathLst>
                <a:path w="3327" h="5886" extrusionOk="0">
                  <a:moveTo>
                    <a:pt x="256" y="2931"/>
                  </a:moveTo>
                  <a:cubicBezTo>
                    <a:pt x="256" y="4606"/>
                    <a:pt x="1675" y="5886"/>
                    <a:pt x="3327" y="5723"/>
                  </a:cubicBezTo>
                  <a:cubicBezTo>
                    <a:pt x="0" y="5397"/>
                    <a:pt x="24" y="489"/>
                    <a:pt x="3327" y="163"/>
                  </a:cubicBezTo>
                  <a:cubicBezTo>
                    <a:pt x="1675" y="0"/>
                    <a:pt x="256" y="1280"/>
                    <a:pt x="256" y="2931"/>
                  </a:cubicBezTo>
                  <a:close/>
                  <a:moveTo>
                    <a:pt x="256" y="2931"/>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70"/>
            <p:cNvSpPr/>
            <p:nvPr/>
          </p:nvSpPr>
          <p:spPr>
            <a:xfrm>
              <a:off x="1940825" y="1433950"/>
              <a:ext cx="48875" cy="91350"/>
            </a:xfrm>
            <a:custGeom>
              <a:avLst/>
              <a:gdLst/>
              <a:ahLst/>
              <a:cxnLst/>
              <a:rect l="l" t="t" r="r" b="b"/>
              <a:pathLst>
                <a:path w="1955" h="3654" extrusionOk="0">
                  <a:moveTo>
                    <a:pt x="1" y="1815"/>
                  </a:moveTo>
                  <a:cubicBezTo>
                    <a:pt x="1" y="2862"/>
                    <a:pt x="931" y="3653"/>
                    <a:pt x="1955" y="3490"/>
                  </a:cubicBezTo>
                  <a:cubicBezTo>
                    <a:pt x="117" y="3165"/>
                    <a:pt x="117" y="489"/>
                    <a:pt x="1955" y="164"/>
                  </a:cubicBezTo>
                  <a:cubicBezTo>
                    <a:pt x="931" y="1"/>
                    <a:pt x="1" y="792"/>
                    <a:pt x="1" y="1815"/>
                  </a:cubicBezTo>
                  <a:close/>
                  <a:moveTo>
                    <a:pt x="1" y="1815"/>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70"/>
            <p:cNvSpPr/>
            <p:nvPr/>
          </p:nvSpPr>
          <p:spPr>
            <a:xfrm>
              <a:off x="1940825" y="1535725"/>
              <a:ext cx="14000" cy="125650"/>
            </a:xfrm>
            <a:custGeom>
              <a:avLst/>
              <a:gdLst/>
              <a:ahLst/>
              <a:cxnLst/>
              <a:rect l="l" t="t" r="r" b="b"/>
              <a:pathLst>
                <a:path w="560" h="5026" extrusionOk="0">
                  <a:moveTo>
                    <a:pt x="1" y="5026"/>
                  </a:moveTo>
                  <a:lnTo>
                    <a:pt x="559" y="4724"/>
                  </a:lnTo>
                  <a:lnTo>
                    <a:pt x="559" y="327"/>
                  </a:lnTo>
                  <a:cubicBezTo>
                    <a:pt x="373" y="234"/>
                    <a:pt x="187" y="141"/>
                    <a:pt x="1" y="1"/>
                  </a:cubicBezTo>
                  <a:close/>
                  <a:moveTo>
                    <a:pt x="1" y="5026"/>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70"/>
            <p:cNvSpPr/>
            <p:nvPr/>
          </p:nvSpPr>
          <p:spPr>
            <a:xfrm>
              <a:off x="1779150" y="1297875"/>
              <a:ext cx="48875" cy="265800"/>
            </a:xfrm>
            <a:custGeom>
              <a:avLst/>
              <a:gdLst/>
              <a:ahLst/>
              <a:cxnLst/>
              <a:rect l="l" t="t" r="r" b="b"/>
              <a:pathLst>
                <a:path w="1955" h="10632" extrusionOk="0">
                  <a:moveTo>
                    <a:pt x="1117" y="10632"/>
                  </a:moveTo>
                  <a:lnTo>
                    <a:pt x="1955" y="10632"/>
                  </a:lnTo>
                  <a:cubicBezTo>
                    <a:pt x="1955" y="10027"/>
                    <a:pt x="1466" y="9236"/>
                    <a:pt x="838" y="9236"/>
                  </a:cubicBezTo>
                  <a:lnTo>
                    <a:pt x="838" y="1396"/>
                  </a:lnTo>
                  <a:cubicBezTo>
                    <a:pt x="1466" y="1396"/>
                    <a:pt x="1955" y="628"/>
                    <a:pt x="1955" y="0"/>
                  </a:cubicBezTo>
                  <a:lnTo>
                    <a:pt x="1117" y="0"/>
                  </a:lnTo>
                  <a:cubicBezTo>
                    <a:pt x="1117" y="628"/>
                    <a:pt x="629" y="1117"/>
                    <a:pt x="0" y="1117"/>
                  </a:cubicBezTo>
                  <a:lnTo>
                    <a:pt x="0" y="9515"/>
                  </a:lnTo>
                  <a:cubicBezTo>
                    <a:pt x="629" y="9515"/>
                    <a:pt x="1117" y="10004"/>
                    <a:pt x="1117" y="10632"/>
                  </a:cubicBezTo>
                  <a:close/>
                  <a:moveTo>
                    <a:pt x="1117" y="10632"/>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70"/>
            <p:cNvSpPr/>
            <p:nvPr/>
          </p:nvSpPr>
          <p:spPr>
            <a:xfrm>
              <a:off x="1982700" y="1346725"/>
              <a:ext cx="183225" cy="132625"/>
            </a:xfrm>
            <a:custGeom>
              <a:avLst/>
              <a:gdLst/>
              <a:ahLst/>
              <a:cxnLst/>
              <a:rect l="l" t="t" r="r" b="b"/>
              <a:pathLst>
                <a:path w="7329" h="5305" extrusionOk="0">
                  <a:moveTo>
                    <a:pt x="6771" y="0"/>
                  </a:moveTo>
                  <a:lnTo>
                    <a:pt x="6771" y="559"/>
                  </a:lnTo>
                  <a:lnTo>
                    <a:pt x="7329" y="559"/>
                  </a:lnTo>
                  <a:lnTo>
                    <a:pt x="7329" y="0"/>
                  </a:lnTo>
                  <a:close/>
                  <a:moveTo>
                    <a:pt x="6771" y="1117"/>
                  </a:moveTo>
                  <a:lnTo>
                    <a:pt x="6771" y="2792"/>
                  </a:lnTo>
                  <a:lnTo>
                    <a:pt x="7329" y="2792"/>
                  </a:lnTo>
                  <a:lnTo>
                    <a:pt x="7329" y="1117"/>
                  </a:lnTo>
                  <a:close/>
                  <a:moveTo>
                    <a:pt x="1" y="4746"/>
                  </a:moveTo>
                  <a:lnTo>
                    <a:pt x="1" y="5304"/>
                  </a:lnTo>
                  <a:lnTo>
                    <a:pt x="559" y="5304"/>
                  </a:lnTo>
                  <a:lnTo>
                    <a:pt x="559" y="4746"/>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70"/>
            <p:cNvSpPr/>
            <p:nvPr/>
          </p:nvSpPr>
          <p:spPr>
            <a:xfrm>
              <a:off x="1744250" y="1262975"/>
              <a:ext cx="477525" cy="335600"/>
            </a:xfrm>
            <a:custGeom>
              <a:avLst/>
              <a:gdLst/>
              <a:ahLst/>
              <a:cxnLst/>
              <a:rect l="l" t="t" r="r" b="b"/>
              <a:pathLst>
                <a:path w="19101" h="13424" extrusionOk="0">
                  <a:moveTo>
                    <a:pt x="1" y="0"/>
                  </a:moveTo>
                  <a:lnTo>
                    <a:pt x="1" y="2792"/>
                  </a:lnTo>
                  <a:lnTo>
                    <a:pt x="559" y="2792"/>
                  </a:lnTo>
                  <a:lnTo>
                    <a:pt x="559" y="559"/>
                  </a:lnTo>
                  <a:lnTo>
                    <a:pt x="18542" y="559"/>
                  </a:lnTo>
                  <a:lnTo>
                    <a:pt x="18542" y="12865"/>
                  </a:lnTo>
                  <a:lnTo>
                    <a:pt x="16285" y="12865"/>
                  </a:lnTo>
                  <a:lnTo>
                    <a:pt x="16285" y="13423"/>
                  </a:lnTo>
                  <a:lnTo>
                    <a:pt x="19100" y="13423"/>
                  </a:lnTo>
                  <a:lnTo>
                    <a:pt x="1910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70"/>
            <p:cNvSpPr/>
            <p:nvPr/>
          </p:nvSpPr>
          <p:spPr>
            <a:xfrm>
              <a:off x="1933850" y="1430650"/>
              <a:ext cx="114600" cy="98125"/>
            </a:xfrm>
            <a:custGeom>
              <a:avLst/>
              <a:gdLst/>
              <a:ahLst/>
              <a:cxnLst/>
              <a:rect l="l" t="t" r="r" b="b"/>
              <a:pathLst>
                <a:path w="4584" h="3925" extrusionOk="0">
                  <a:moveTo>
                    <a:pt x="1955" y="575"/>
                  </a:moveTo>
                  <a:cubicBezTo>
                    <a:pt x="3211" y="575"/>
                    <a:pt x="3839" y="2064"/>
                    <a:pt x="2955" y="2948"/>
                  </a:cubicBezTo>
                  <a:cubicBezTo>
                    <a:pt x="2669" y="3234"/>
                    <a:pt x="2317" y="3362"/>
                    <a:pt x="1972" y="3362"/>
                  </a:cubicBezTo>
                  <a:cubicBezTo>
                    <a:pt x="1251" y="3362"/>
                    <a:pt x="559" y="2804"/>
                    <a:pt x="559" y="1971"/>
                  </a:cubicBezTo>
                  <a:cubicBezTo>
                    <a:pt x="559" y="1203"/>
                    <a:pt x="1187" y="575"/>
                    <a:pt x="1955" y="575"/>
                  </a:cubicBezTo>
                  <a:close/>
                  <a:moveTo>
                    <a:pt x="1985" y="0"/>
                  </a:moveTo>
                  <a:cubicBezTo>
                    <a:pt x="974" y="0"/>
                    <a:pt x="1" y="788"/>
                    <a:pt x="1" y="1971"/>
                  </a:cubicBezTo>
                  <a:cubicBezTo>
                    <a:pt x="1" y="3041"/>
                    <a:pt x="885" y="3925"/>
                    <a:pt x="1955" y="3925"/>
                  </a:cubicBezTo>
                  <a:cubicBezTo>
                    <a:pt x="3700" y="3925"/>
                    <a:pt x="4584" y="1808"/>
                    <a:pt x="3351" y="575"/>
                  </a:cubicBezTo>
                  <a:cubicBezTo>
                    <a:pt x="2954" y="178"/>
                    <a:pt x="2465" y="0"/>
                    <a:pt x="198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70"/>
            <p:cNvSpPr/>
            <p:nvPr/>
          </p:nvSpPr>
          <p:spPr>
            <a:xfrm>
              <a:off x="1744250" y="1290875"/>
              <a:ext cx="449600" cy="382150"/>
            </a:xfrm>
            <a:custGeom>
              <a:avLst/>
              <a:gdLst/>
              <a:ahLst/>
              <a:cxnLst/>
              <a:rect l="l" t="t" r="r" b="b"/>
              <a:pathLst>
                <a:path w="17984" h="15286" extrusionOk="0">
                  <a:moveTo>
                    <a:pt x="16309" y="559"/>
                  </a:moveTo>
                  <a:cubicBezTo>
                    <a:pt x="16425" y="1118"/>
                    <a:pt x="16844" y="1536"/>
                    <a:pt x="17402" y="1653"/>
                  </a:cubicBezTo>
                  <a:lnTo>
                    <a:pt x="17402" y="9539"/>
                  </a:lnTo>
                  <a:cubicBezTo>
                    <a:pt x="16844" y="9655"/>
                    <a:pt x="16425" y="10097"/>
                    <a:pt x="16309" y="10632"/>
                  </a:cubicBezTo>
                  <a:lnTo>
                    <a:pt x="11493" y="10632"/>
                  </a:lnTo>
                  <a:lnTo>
                    <a:pt x="11493" y="9935"/>
                  </a:lnTo>
                  <a:cubicBezTo>
                    <a:pt x="12796" y="8841"/>
                    <a:pt x="12959" y="6934"/>
                    <a:pt x="11888" y="5631"/>
                  </a:cubicBezTo>
                  <a:cubicBezTo>
                    <a:pt x="11280" y="4890"/>
                    <a:pt x="10402" y="4503"/>
                    <a:pt x="9517" y="4503"/>
                  </a:cubicBezTo>
                  <a:cubicBezTo>
                    <a:pt x="8846" y="4503"/>
                    <a:pt x="8170" y="4727"/>
                    <a:pt x="7608" y="5189"/>
                  </a:cubicBezTo>
                  <a:lnTo>
                    <a:pt x="7957" y="5608"/>
                  </a:lnTo>
                  <a:cubicBezTo>
                    <a:pt x="8416" y="5232"/>
                    <a:pt x="8979" y="5048"/>
                    <a:pt x="9541" y="5048"/>
                  </a:cubicBezTo>
                  <a:cubicBezTo>
                    <a:pt x="10232" y="5048"/>
                    <a:pt x="10923" y="5325"/>
                    <a:pt x="11423" y="5863"/>
                  </a:cubicBezTo>
                  <a:cubicBezTo>
                    <a:pt x="12307" y="6864"/>
                    <a:pt x="12284" y="8399"/>
                    <a:pt x="11330" y="9330"/>
                  </a:cubicBezTo>
                  <a:cubicBezTo>
                    <a:pt x="10835" y="9825"/>
                    <a:pt x="10184" y="10075"/>
                    <a:pt x="9535" y="10075"/>
                  </a:cubicBezTo>
                  <a:cubicBezTo>
                    <a:pt x="8934" y="10075"/>
                    <a:pt x="8334" y="9859"/>
                    <a:pt x="7864" y="9423"/>
                  </a:cubicBezTo>
                  <a:cubicBezTo>
                    <a:pt x="6863" y="8515"/>
                    <a:pt x="6747" y="7003"/>
                    <a:pt x="7608" y="5956"/>
                  </a:cubicBezTo>
                  <a:lnTo>
                    <a:pt x="7166" y="5608"/>
                  </a:lnTo>
                  <a:lnTo>
                    <a:pt x="7166" y="5608"/>
                  </a:lnTo>
                  <a:cubicBezTo>
                    <a:pt x="6096" y="6910"/>
                    <a:pt x="6282" y="8841"/>
                    <a:pt x="7585" y="9935"/>
                  </a:cubicBezTo>
                  <a:lnTo>
                    <a:pt x="7585" y="10632"/>
                  </a:lnTo>
                  <a:lnTo>
                    <a:pt x="2769" y="10632"/>
                  </a:lnTo>
                  <a:cubicBezTo>
                    <a:pt x="2676" y="10074"/>
                    <a:pt x="2234" y="9655"/>
                    <a:pt x="1699" y="9539"/>
                  </a:cubicBezTo>
                  <a:lnTo>
                    <a:pt x="1699" y="1653"/>
                  </a:lnTo>
                  <a:cubicBezTo>
                    <a:pt x="2234" y="1536"/>
                    <a:pt x="2653" y="1118"/>
                    <a:pt x="2746" y="559"/>
                  </a:cubicBezTo>
                  <a:close/>
                  <a:moveTo>
                    <a:pt x="8166" y="10307"/>
                  </a:moveTo>
                  <a:cubicBezTo>
                    <a:pt x="8329" y="10377"/>
                    <a:pt x="8515" y="10470"/>
                    <a:pt x="8725" y="10516"/>
                  </a:cubicBezTo>
                  <a:lnTo>
                    <a:pt x="8725" y="14099"/>
                  </a:lnTo>
                  <a:lnTo>
                    <a:pt x="8166" y="14378"/>
                  </a:lnTo>
                  <a:lnTo>
                    <a:pt x="8166" y="10307"/>
                  </a:lnTo>
                  <a:close/>
                  <a:moveTo>
                    <a:pt x="10958" y="10307"/>
                  </a:moveTo>
                  <a:lnTo>
                    <a:pt x="10958" y="14378"/>
                  </a:lnTo>
                  <a:lnTo>
                    <a:pt x="10400" y="14099"/>
                  </a:lnTo>
                  <a:lnTo>
                    <a:pt x="10400" y="12866"/>
                  </a:lnTo>
                  <a:lnTo>
                    <a:pt x="9841" y="12866"/>
                  </a:lnTo>
                  <a:lnTo>
                    <a:pt x="9841" y="13820"/>
                  </a:lnTo>
                  <a:lnTo>
                    <a:pt x="9539" y="13680"/>
                  </a:lnTo>
                  <a:lnTo>
                    <a:pt x="9260" y="13820"/>
                  </a:lnTo>
                  <a:lnTo>
                    <a:pt x="9260" y="10609"/>
                  </a:lnTo>
                  <a:lnTo>
                    <a:pt x="9841" y="10609"/>
                  </a:lnTo>
                  <a:lnTo>
                    <a:pt x="9841" y="11191"/>
                  </a:lnTo>
                  <a:lnTo>
                    <a:pt x="10400" y="11191"/>
                  </a:lnTo>
                  <a:lnTo>
                    <a:pt x="10400" y="10516"/>
                  </a:lnTo>
                  <a:cubicBezTo>
                    <a:pt x="10586" y="10470"/>
                    <a:pt x="10772" y="10400"/>
                    <a:pt x="10958" y="10307"/>
                  </a:cubicBezTo>
                  <a:close/>
                  <a:moveTo>
                    <a:pt x="2234" y="1"/>
                  </a:moveTo>
                  <a:lnTo>
                    <a:pt x="2234" y="280"/>
                  </a:lnTo>
                  <a:cubicBezTo>
                    <a:pt x="2234" y="745"/>
                    <a:pt x="1862" y="1118"/>
                    <a:pt x="1396" y="1118"/>
                  </a:cubicBezTo>
                  <a:lnTo>
                    <a:pt x="1117" y="1118"/>
                  </a:lnTo>
                  <a:lnTo>
                    <a:pt x="1117" y="10074"/>
                  </a:lnTo>
                  <a:lnTo>
                    <a:pt x="1396" y="10074"/>
                  </a:lnTo>
                  <a:cubicBezTo>
                    <a:pt x="1862" y="10074"/>
                    <a:pt x="2234" y="10446"/>
                    <a:pt x="2234" y="10912"/>
                  </a:cubicBezTo>
                  <a:lnTo>
                    <a:pt x="2234" y="11214"/>
                  </a:lnTo>
                  <a:lnTo>
                    <a:pt x="7585" y="11214"/>
                  </a:lnTo>
                  <a:lnTo>
                    <a:pt x="7585" y="11772"/>
                  </a:lnTo>
                  <a:lnTo>
                    <a:pt x="559" y="11772"/>
                  </a:lnTo>
                  <a:lnTo>
                    <a:pt x="559" y="2258"/>
                  </a:lnTo>
                  <a:lnTo>
                    <a:pt x="1" y="2258"/>
                  </a:lnTo>
                  <a:lnTo>
                    <a:pt x="1" y="12331"/>
                  </a:lnTo>
                  <a:lnTo>
                    <a:pt x="7585" y="12331"/>
                  </a:lnTo>
                  <a:lnTo>
                    <a:pt x="7585" y="15285"/>
                  </a:lnTo>
                  <a:lnTo>
                    <a:pt x="9539" y="14308"/>
                  </a:lnTo>
                  <a:lnTo>
                    <a:pt x="11516" y="15285"/>
                  </a:lnTo>
                  <a:lnTo>
                    <a:pt x="11516" y="12307"/>
                  </a:lnTo>
                  <a:lnTo>
                    <a:pt x="15750" y="12307"/>
                  </a:lnTo>
                  <a:lnTo>
                    <a:pt x="15750" y="11749"/>
                  </a:lnTo>
                  <a:lnTo>
                    <a:pt x="11493" y="11749"/>
                  </a:lnTo>
                  <a:lnTo>
                    <a:pt x="11493" y="11191"/>
                  </a:lnTo>
                  <a:lnTo>
                    <a:pt x="16844" y="11191"/>
                  </a:lnTo>
                  <a:lnTo>
                    <a:pt x="16844" y="10912"/>
                  </a:lnTo>
                  <a:cubicBezTo>
                    <a:pt x="16844" y="10446"/>
                    <a:pt x="17239" y="10051"/>
                    <a:pt x="17704" y="10051"/>
                  </a:cubicBezTo>
                  <a:lnTo>
                    <a:pt x="17984" y="10051"/>
                  </a:lnTo>
                  <a:lnTo>
                    <a:pt x="17984" y="1118"/>
                  </a:lnTo>
                  <a:lnTo>
                    <a:pt x="17704" y="1118"/>
                  </a:lnTo>
                  <a:cubicBezTo>
                    <a:pt x="17239" y="1118"/>
                    <a:pt x="16844" y="745"/>
                    <a:pt x="16844" y="280"/>
                  </a:cubicBezTo>
                  <a:lnTo>
                    <a:pt x="168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70"/>
            <p:cNvSpPr/>
            <p:nvPr/>
          </p:nvSpPr>
          <p:spPr>
            <a:xfrm>
              <a:off x="1947800" y="1332750"/>
              <a:ext cx="69825" cy="14000"/>
            </a:xfrm>
            <a:custGeom>
              <a:avLst/>
              <a:gdLst/>
              <a:ahLst/>
              <a:cxnLst/>
              <a:rect l="l" t="t" r="r" b="b"/>
              <a:pathLst>
                <a:path w="2793" h="560" extrusionOk="0">
                  <a:moveTo>
                    <a:pt x="1" y="1"/>
                  </a:moveTo>
                  <a:lnTo>
                    <a:pt x="1" y="559"/>
                  </a:lnTo>
                  <a:lnTo>
                    <a:pt x="2793" y="559"/>
                  </a:lnTo>
                  <a:lnTo>
                    <a:pt x="279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70"/>
            <p:cNvSpPr/>
            <p:nvPr/>
          </p:nvSpPr>
          <p:spPr>
            <a:xfrm>
              <a:off x="2108925" y="1360675"/>
              <a:ext cx="13975" cy="13975"/>
            </a:xfrm>
            <a:custGeom>
              <a:avLst/>
              <a:gdLst/>
              <a:ahLst/>
              <a:cxnLst/>
              <a:rect l="l" t="t" r="r" b="b"/>
              <a:pathLst>
                <a:path w="559" h="559" extrusionOk="0">
                  <a:moveTo>
                    <a:pt x="0" y="1"/>
                  </a:moveTo>
                  <a:lnTo>
                    <a:pt x="0" y="559"/>
                  </a:lnTo>
                  <a:lnTo>
                    <a:pt x="558" y="559"/>
                  </a:lnTo>
                  <a:lnTo>
                    <a:pt x="5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70"/>
            <p:cNvSpPr/>
            <p:nvPr/>
          </p:nvSpPr>
          <p:spPr>
            <a:xfrm>
              <a:off x="1843125" y="1360675"/>
              <a:ext cx="251850" cy="13975"/>
            </a:xfrm>
            <a:custGeom>
              <a:avLst/>
              <a:gdLst/>
              <a:ahLst/>
              <a:cxnLst/>
              <a:rect l="l" t="t" r="r" b="b"/>
              <a:pathLst>
                <a:path w="10074" h="559" extrusionOk="0">
                  <a:moveTo>
                    <a:pt x="0" y="1"/>
                  </a:moveTo>
                  <a:lnTo>
                    <a:pt x="0" y="559"/>
                  </a:lnTo>
                  <a:lnTo>
                    <a:pt x="10074" y="559"/>
                  </a:lnTo>
                  <a:lnTo>
                    <a:pt x="1007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70"/>
            <p:cNvSpPr/>
            <p:nvPr/>
          </p:nvSpPr>
          <p:spPr>
            <a:xfrm>
              <a:off x="1989675" y="1584600"/>
              <a:ext cx="14000" cy="13975"/>
            </a:xfrm>
            <a:custGeom>
              <a:avLst/>
              <a:gdLst/>
              <a:ahLst/>
              <a:cxnLst/>
              <a:rect l="l" t="t" r="r" b="b"/>
              <a:pathLst>
                <a:path w="560" h="559" extrusionOk="0">
                  <a:moveTo>
                    <a:pt x="1" y="0"/>
                  </a:moveTo>
                  <a:lnTo>
                    <a:pt x="1" y="558"/>
                  </a:lnTo>
                  <a:lnTo>
                    <a:pt x="559" y="558"/>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70"/>
            <p:cNvSpPr/>
            <p:nvPr/>
          </p:nvSpPr>
          <p:spPr>
            <a:xfrm>
              <a:off x="1772175" y="1290875"/>
              <a:ext cx="13975" cy="14000"/>
            </a:xfrm>
            <a:custGeom>
              <a:avLst/>
              <a:gdLst/>
              <a:ahLst/>
              <a:cxnLst/>
              <a:rect l="l" t="t" r="r" b="b"/>
              <a:pathLst>
                <a:path w="559" h="560" extrusionOk="0">
                  <a:moveTo>
                    <a:pt x="0" y="1"/>
                  </a:moveTo>
                  <a:lnTo>
                    <a:pt x="0"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70"/>
            <p:cNvSpPr/>
            <p:nvPr/>
          </p:nvSpPr>
          <p:spPr>
            <a:xfrm>
              <a:off x="2179300" y="1556675"/>
              <a:ext cx="13975" cy="13975"/>
            </a:xfrm>
            <a:custGeom>
              <a:avLst/>
              <a:gdLst/>
              <a:ahLst/>
              <a:cxnLst/>
              <a:rect l="l" t="t" r="r" b="b"/>
              <a:pathLst>
                <a:path w="559" h="559" extrusionOk="0">
                  <a:moveTo>
                    <a:pt x="0" y="0"/>
                  </a:moveTo>
                  <a:lnTo>
                    <a:pt x="0" y="559"/>
                  </a:lnTo>
                  <a:lnTo>
                    <a:pt x="558" y="559"/>
                  </a:lnTo>
                  <a:lnTo>
                    <a:pt x="55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70"/>
            <p:cNvSpPr/>
            <p:nvPr/>
          </p:nvSpPr>
          <p:spPr>
            <a:xfrm>
              <a:off x="2179300" y="1290875"/>
              <a:ext cx="13975" cy="14000"/>
            </a:xfrm>
            <a:custGeom>
              <a:avLst/>
              <a:gdLst/>
              <a:ahLst/>
              <a:cxnLst/>
              <a:rect l="l" t="t" r="r" b="b"/>
              <a:pathLst>
                <a:path w="559" h="560" extrusionOk="0">
                  <a:moveTo>
                    <a:pt x="0" y="1"/>
                  </a:moveTo>
                  <a:lnTo>
                    <a:pt x="0" y="559"/>
                  </a:lnTo>
                  <a:lnTo>
                    <a:pt x="558" y="559"/>
                  </a:lnTo>
                  <a:lnTo>
                    <a:pt x="5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70"/>
            <p:cNvSpPr/>
            <p:nvPr/>
          </p:nvSpPr>
          <p:spPr>
            <a:xfrm>
              <a:off x="1772175" y="1556675"/>
              <a:ext cx="13975" cy="13975"/>
            </a:xfrm>
            <a:custGeom>
              <a:avLst/>
              <a:gdLst/>
              <a:ahLst/>
              <a:cxnLst/>
              <a:rect l="l" t="t" r="r" b="b"/>
              <a:pathLst>
                <a:path w="559" h="559" extrusionOk="0">
                  <a:moveTo>
                    <a:pt x="0" y="0"/>
                  </a:moveTo>
                  <a:lnTo>
                    <a:pt x="0"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0" name="Google Shape;1680;p70"/>
          <p:cNvGrpSpPr/>
          <p:nvPr/>
        </p:nvGrpSpPr>
        <p:grpSpPr>
          <a:xfrm>
            <a:off x="4361269" y="2649153"/>
            <a:ext cx="438131" cy="438131"/>
            <a:chOff x="4702825" y="1945750"/>
            <a:chExt cx="478100" cy="478100"/>
          </a:xfrm>
        </p:grpSpPr>
        <p:sp>
          <p:nvSpPr>
            <p:cNvPr id="1681" name="Google Shape;1681;p70"/>
            <p:cNvSpPr/>
            <p:nvPr/>
          </p:nvSpPr>
          <p:spPr>
            <a:xfrm>
              <a:off x="4801700" y="1953325"/>
              <a:ext cx="279775" cy="27950"/>
            </a:xfrm>
            <a:custGeom>
              <a:avLst/>
              <a:gdLst/>
              <a:ahLst/>
              <a:cxnLst/>
              <a:rect l="l" t="t" r="r" b="b"/>
              <a:pathLst>
                <a:path w="11191" h="1118" extrusionOk="0">
                  <a:moveTo>
                    <a:pt x="1" y="0"/>
                  </a:moveTo>
                  <a:lnTo>
                    <a:pt x="1" y="1117"/>
                  </a:lnTo>
                  <a:lnTo>
                    <a:pt x="11191" y="1117"/>
                  </a:lnTo>
                  <a:lnTo>
                    <a:pt x="1119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70"/>
            <p:cNvSpPr/>
            <p:nvPr/>
          </p:nvSpPr>
          <p:spPr>
            <a:xfrm>
              <a:off x="4815675" y="1981250"/>
              <a:ext cx="251850" cy="248350"/>
            </a:xfrm>
            <a:custGeom>
              <a:avLst/>
              <a:gdLst/>
              <a:ahLst/>
              <a:cxnLst/>
              <a:rect l="l" t="t" r="r" b="b"/>
              <a:pathLst>
                <a:path w="10074" h="9934" extrusionOk="0">
                  <a:moveTo>
                    <a:pt x="3932" y="9934"/>
                  </a:moveTo>
                  <a:lnTo>
                    <a:pt x="6165" y="9934"/>
                  </a:lnTo>
                  <a:cubicBezTo>
                    <a:pt x="8445" y="9422"/>
                    <a:pt x="10073" y="7375"/>
                    <a:pt x="10073" y="5025"/>
                  </a:cubicBezTo>
                  <a:lnTo>
                    <a:pt x="10073" y="0"/>
                  </a:lnTo>
                  <a:lnTo>
                    <a:pt x="0" y="0"/>
                  </a:lnTo>
                  <a:lnTo>
                    <a:pt x="0" y="5025"/>
                  </a:lnTo>
                  <a:cubicBezTo>
                    <a:pt x="0" y="7375"/>
                    <a:pt x="1629" y="9422"/>
                    <a:pt x="3908" y="9934"/>
                  </a:cubicBezTo>
                  <a:close/>
                  <a:moveTo>
                    <a:pt x="4397" y="4281"/>
                  </a:moveTo>
                  <a:lnTo>
                    <a:pt x="5048" y="3164"/>
                  </a:lnTo>
                  <a:lnTo>
                    <a:pt x="5676" y="4281"/>
                  </a:lnTo>
                  <a:lnTo>
                    <a:pt x="6956" y="4536"/>
                  </a:lnTo>
                  <a:lnTo>
                    <a:pt x="6072" y="5490"/>
                  </a:lnTo>
                  <a:lnTo>
                    <a:pt x="6235" y="6770"/>
                  </a:lnTo>
                  <a:lnTo>
                    <a:pt x="5048" y="6235"/>
                  </a:lnTo>
                  <a:lnTo>
                    <a:pt x="3862" y="6770"/>
                  </a:lnTo>
                  <a:lnTo>
                    <a:pt x="4025" y="5490"/>
                  </a:lnTo>
                  <a:lnTo>
                    <a:pt x="3141" y="4536"/>
                  </a:lnTo>
                  <a:close/>
                  <a:moveTo>
                    <a:pt x="4397" y="4281"/>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70"/>
            <p:cNvSpPr/>
            <p:nvPr/>
          </p:nvSpPr>
          <p:spPr>
            <a:xfrm>
              <a:off x="4710400" y="2009150"/>
              <a:ext cx="462975" cy="176825"/>
            </a:xfrm>
            <a:custGeom>
              <a:avLst/>
              <a:gdLst/>
              <a:ahLst/>
              <a:cxnLst/>
              <a:rect l="l" t="t" r="r" b="b"/>
              <a:pathLst>
                <a:path w="18519" h="7073" extrusionOk="0">
                  <a:moveTo>
                    <a:pt x="1117" y="1117"/>
                  </a:moveTo>
                  <a:lnTo>
                    <a:pt x="4211" y="1117"/>
                  </a:lnTo>
                  <a:lnTo>
                    <a:pt x="4211" y="1"/>
                  </a:lnTo>
                  <a:lnTo>
                    <a:pt x="0" y="1"/>
                  </a:lnTo>
                  <a:lnTo>
                    <a:pt x="0" y="4351"/>
                  </a:lnTo>
                  <a:cubicBezTo>
                    <a:pt x="0" y="5514"/>
                    <a:pt x="954" y="6282"/>
                    <a:pt x="2117" y="6468"/>
                  </a:cubicBezTo>
                  <a:lnTo>
                    <a:pt x="5328" y="7026"/>
                  </a:lnTo>
                  <a:cubicBezTo>
                    <a:pt x="5025" y="6654"/>
                    <a:pt x="4769" y="6235"/>
                    <a:pt x="4583" y="5770"/>
                  </a:cubicBezTo>
                  <a:lnTo>
                    <a:pt x="2303" y="5375"/>
                  </a:lnTo>
                  <a:cubicBezTo>
                    <a:pt x="1768" y="5282"/>
                    <a:pt x="1117" y="4979"/>
                    <a:pt x="1117" y="4351"/>
                  </a:cubicBezTo>
                  <a:close/>
                  <a:moveTo>
                    <a:pt x="13191" y="7050"/>
                  </a:moveTo>
                  <a:lnTo>
                    <a:pt x="16401" y="6491"/>
                  </a:lnTo>
                  <a:cubicBezTo>
                    <a:pt x="17565" y="6305"/>
                    <a:pt x="18518" y="5537"/>
                    <a:pt x="18518" y="4374"/>
                  </a:cubicBezTo>
                  <a:lnTo>
                    <a:pt x="18518" y="24"/>
                  </a:lnTo>
                  <a:lnTo>
                    <a:pt x="14284" y="24"/>
                  </a:lnTo>
                  <a:lnTo>
                    <a:pt x="14284" y="1141"/>
                  </a:lnTo>
                  <a:lnTo>
                    <a:pt x="17402" y="1141"/>
                  </a:lnTo>
                  <a:lnTo>
                    <a:pt x="17402" y="4398"/>
                  </a:lnTo>
                  <a:cubicBezTo>
                    <a:pt x="17402" y="5002"/>
                    <a:pt x="16750" y="5305"/>
                    <a:pt x="16215" y="5398"/>
                  </a:cubicBezTo>
                  <a:lnTo>
                    <a:pt x="13935" y="5793"/>
                  </a:lnTo>
                  <a:cubicBezTo>
                    <a:pt x="13749" y="6259"/>
                    <a:pt x="13493" y="6677"/>
                    <a:pt x="13191" y="7073"/>
                  </a:cubicBezTo>
                  <a:close/>
                  <a:moveTo>
                    <a:pt x="13191" y="705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70"/>
            <p:cNvSpPr/>
            <p:nvPr/>
          </p:nvSpPr>
          <p:spPr>
            <a:xfrm>
              <a:off x="4887200" y="2230150"/>
              <a:ext cx="108775" cy="41900"/>
            </a:xfrm>
            <a:custGeom>
              <a:avLst/>
              <a:gdLst/>
              <a:ahLst/>
              <a:cxnLst/>
              <a:rect l="l" t="t" r="r" b="b"/>
              <a:pathLst>
                <a:path w="4351" h="1676" extrusionOk="0">
                  <a:moveTo>
                    <a:pt x="1071" y="1676"/>
                  </a:moveTo>
                  <a:lnTo>
                    <a:pt x="3304" y="1676"/>
                  </a:lnTo>
                  <a:cubicBezTo>
                    <a:pt x="4351" y="1606"/>
                    <a:pt x="4351" y="47"/>
                    <a:pt x="3304" y="1"/>
                  </a:cubicBezTo>
                  <a:lnTo>
                    <a:pt x="1071" y="1"/>
                  </a:lnTo>
                  <a:cubicBezTo>
                    <a:pt x="1" y="47"/>
                    <a:pt x="1" y="1606"/>
                    <a:pt x="1071" y="1676"/>
                  </a:cubicBezTo>
                  <a:close/>
                  <a:moveTo>
                    <a:pt x="1071" y="1676"/>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70"/>
            <p:cNvSpPr/>
            <p:nvPr/>
          </p:nvSpPr>
          <p:spPr>
            <a:xfrm>
              <a:off x="4879050" y="2271450"/>
              <a:ext cx="125650" cy="68075"/>
            </a:xfrm>
            <a:custGeom>
              <a:avLst/>
              <a:gdLst/>
              <a:ahLst/>
              <a:cxnLst/>
              <a:rect l="l" t="t" r="r" b="b"/>
              <a:pathLst>
                <a:path w="5026" h="2723" extrusionOk="0">
                  <a:moveTo>
                    <a:pt x="1" y="2723"/>
                  </a:moveTo>
                  <a:lnTo>
                    <a:pt x="5026" y="2723"/>
                  </a:lnTo>
                  <a:cubicBezTo>
                    <a:pt x="4049" y="2164"/>
                    <a:pt x="3630" y="1117"/>
                    <a:pt x="3630" y="1"/>
                  </a:cubicBezTo>
                  <a:lnTo>
                    <a:pt x="1397" y="1"/>
                  </a:lnTo>
                  <a:cubicBezTo>
                    <a:pt x="1397" y="1117"/>
                    <a:pt x="978" y="2164"/>
                    <a:pt x="1" y="2723"/>
                  </a:cubicBezTo>
                  <a:close/>
                  <a:moveTo>
                    <a:pt x="1" y="2723"/>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70"/>
            <p:cNvSpPr/>
            <p:nvPr/>
          </p:nvSpPr>
          <p:spPr>
            <a:xfrm>
              <a:off x="4822650" y="2339500"/>
              <a:ext cx="237900" cy="77375"/>
            </a:xfrm>
            <a:custGeom>
              <a:avLst/>
              <a:gdLst/>
              <a:ahLst/>
              <a:cxnLst/>
              <a:rect l="l" t="t" r="r" b="b"/>
              <a:pathLst>
                <a:path w="9516" h="3095" extrusionOk="0">
                  <a:moveTo>
                    <a:pt x="0" y="3095"/>
                  </a:moveTo>
                  <a:lnTo>
                    <a:pt x="9515" y="3095"/>
                  </a:lnTo>
                  <a:lnTo>
                    <a:pt x="9515" y="1117"/>
                  </a:lnTo>
                  <a:lnTo>
                    <a:pt x="8957" y="1"/>
                  </a:lnTo>
                  <a:lnTo>
                    <a:pt x="582" y="1"/>
                  </a:lnTo>
                  <a:lnTo>
                    <a:pt x="0" y="1117"/>
                  </a:lnTo>
                  <a:close/>
                  <a:moveTo>
                    <a:pt x="0" y="3095"/>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70"/>
            <p:cNvSpPr/>
            <p:nvPr/>
          </p:nvSpPr>
          <p:spPr>
            <a:xfrm>
              <a:off x="4894175" y="2060325"/>
              <a:ext cx="95400" cy="90775"/>
            </a:xfrm>
            <a:custGeom>
              <a:avLst/>
              <a:gdLst/>
              <a:ahLst/>
              <a:cxnLst/>
              <a:rect l="l" t="t" r="r" b="b"/>
              <a:pathLst>
                <a:path w="3816" h="3631" extrusionOk="0">
                  <a:moveTo>
                    <a:pt x="722" y="3630"/>
                  </a:moveTo>
                  <a:lnTo>
                    <a:pt x="1908" y="3095"/>
                  </a:lnTo>
                  <a:lnTo>
                    <a:pt x="3072" y="3630"/>
                  </a:lnTo>
                  <a:lnTo>
                    <a:pt x="2932" y="2327"/>
                  </a:lnTo>
                  <a:lnTo>
                    <a:pt x="3816" y="1373"/>
                  </a:lnTo>
                  <a:lnTo>
                    <a:pt x="2536" y="1118"/>
                  </a:lnTo>
                  <a:lnTo>
                    <a:pt x="1908" y="1"/>
                  </a:lnTo>
                  <a:lnTo>
                    <a:pt x="1257" y="1118"/>
                  </a:lnTo>
                  <a:lnTo>
                    <a:pt x="1" y="1373"/>
                  </a:lnTo>
                  <a:lnTo>
                    <a:pt x="861" y="2327"/>
                  </a:lnTo>
                  <a:close/>
                  <a:moveTo>
                    <a:pt x="722" y="363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70"/>
            <p:cNvSpPr/>
            <p:nvPr/>
          </p:nvSpPr>
          <p:spPr>
            <a:xfrm>
              <a:off x="4801700" y="1953325"/>
              <a:ext cx="20975" cy="27950"/>
            </a:xfrm>
            <a:custGeom>
              <a:avLst/>
              <a:gdLst/>
              <a:ahLst/>
              <a:cxnLst/>
              <a:rect l="l" t="t" r="r" b="b"/>
              <a:pathLst>
                <a:path w="839" h="1118" extrusionOk="0">
                  <a:moveTo>
                    <a:pt x="1" y="0"/>
                  </a:moveTo>
                  <a:lnTo>
                    <a:pt x="1" y="1117"/>
                  </a:lnTo>
                  <a:lnTo>
                    <a:pt x="838" y="1117"/>
                  </a:lnTo>
                  <a:lnTo>
                    <a:pt x="83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70"/>
            <p:cNvSpPr/>
            <p:nvPr/>
          </p:nvSpPr>
          <p:spPr>
            <a:xfrm>
              <a:off x="4815675" y="1981250"/>
              <a:ext cx="119250" cy="248350"/>
            </a:xfrm>
            <a:custGeom>
              <a:avLst/>
              <a:gdLst/>
              <a:ahLst/>
              <a:cxnLst/>
              <a:rect l="l" t="t" r="r" b="b"/>
              <a:pathLst>
                <a:path w="4770" h="9934" extrusionOk="0">
                  <a:moveTo>
                    <a:pt x="3932" y="9934"/>
                  </a:moveTo>
                  <a:lnTo>
                    <a:pt x="4769" y="9934"/>
                  </a:lnTo>
                  <a:cubicBezTo>
                    <a:pt x="2489" y="9422"/>
                    <a:pt x="861" y="7375"/>
                    <a:pt x="861" y="5025"/>
                  </a:cubicBezTo>
                  <a:lnTo>
                    <a:pt x="861" y="0"/>
                  </a:lnTo>
                  <a:lnTo>
                    <a:pt x="0" y="0"/>
                  </a:lnTo>
                  <a:lnTo>
                    <a:pt x="0" y="5025"/>
                  </a:lnTo>
                  <a:cubicBezTo>
                    <a:pt x="0" y="7375"/>
                    <a:pt x="1629" y="9422"/>
                    <a:pt x="3908" y="9934"/>
                  </a:cubicBezTo>
                  <a:close/>
                  <a:moveTo>
                    <a:pt x="3932" y="9934"/>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70"/>
            <p:cNvSpPr/>
            <p:nvPr/>
          </p:nvSpPr>
          <p:spPr>
            <a:xfrm>
              <a:off x="4887200" y="2228425"/>
              <a:ext cx="47725" cy="45375"/>
            </a:xfrm>
            <a:custGeom>
              <a:avLst/>
              <a:gdLst/>
              <a:ahLst/>
              <a:cxnLst/>
              <a:rect l="l" t="t" r="r" b="b"/>
              <a:pathLst>
                <a:path w="1909" h="1815" extrusionOk="0">
                  <a:moveTo>
                    <a:pt x="1071" y="1745"/>
                  </a:moveTo>
                  <a:lnTo>
                    <a:pt x="1908" y="1745"/>
                  </a:lnTo>
                  <a:cubicBezTo>
                    <a:pt x="722" y="1815"/>
                    <a:pt x="722" y="0"/>
                    <a:pt x="1908" y="70"/>
                  </a:cubicBezTo>
                  <a:lnTo>
                    <a:pt x="1071" y="70"/>
                  </a:lnTo>
                  <a:cubicBezTo>
                    <a:pt x="1" y="116"/>
                    <a:pt x="1" y="1675"/>
                    <a:pt x="1071" y="1745"/>
                  </a:cubicBezTo>
                  <a:close/>
                  <a:moveTo>
                    <a:pt x="1071" y="1745"/>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70"/>
            <p:cNvSpPr/>
            <p:nvPr/>
          </p:nvSpPr>
          <p:spPr>
            <a:xfrm>
              <a:off x="4879050" y="2271450"/>
              <a:ext cx="55875" cy="68075"/>
            </a:xfrm>
            <a:custGeom>
              <a:avLst/>
              <a:gdLst/>
              <a:ahLst/>
              <a:cxnLst/>
              <a:rect l="l" t="t" r="r" b="b"/>
              <a:pathLst>
                <a:path w="2235" h="2723" extrusionOk="0">
                  <a:moveTo>
                    <a:pt x="1" y="2723"/>
                  </a:moveTo>
                  <a:lnTo>
                    <a:pt x="838" y="2723"/>
                  </a:lnTo>
                  <a:cubicBezTo>
                    <a:pt x="1815" y="2164"/>
                    <a:pt x="2234" y="1117"/>
                    <a:pt x="2234" y="1"/>
                  </a:cubicBezTo>
                  <a:lnTo>
                    <a:pt x="1397" y="1"/>
                  </a:lnTo>
                  <a:cubicBezTo>
                    <a:pt x="1397" y="1117"/>
                    <a:pt x="978" y="2164"/>
                    <a:pt x="1" y="2723"/>
                  </a:cubicBezTo>
                  <a:close/>
                  <a:moveTo>
                    <a:pt x="1" y="2723"/>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70"/>
            <p:cNvSpPr/>
            <p:nvPr/>
          </p:nvSpPr>
          <p:spPr>
            <a:xfrm>
              <a:off x="4822650" y="2339500"/>
              <a:ext cx="35500" cy="77375"/>
            </a:xfrm>
            <a:custGeom>
              <a:avLst/>
              <a:gdLst/>
              <a:ahLst/>
              <a:cxnLst/>
              <a:rect l="l" t="t" r="r" b="b"/>
              <a:pathLst>
                <a:path w="1420" h="3095" extrusionOk="0">
                  <a:moveTo>
                    <a:pt x="0" y="3095"/>
                  </a:moveTo>
                  <a:lnTo>
                    <a:pt x="861" y="3095"/>
                  </a:lnTo>
                  <a:lnTo>
                    <a:pt x="861" y="1117"/>
                  </a:lnTo>
                  <a:lnTo>
                    <a:pt x="1419" y="1"/>
                  </a:lnTo>
                  <a:lnTo>
                    <a:pt x="559" y="1"/>
                  </a:lnTo>
                  <a:lnTo>
                    <a:pt x="0" y="1117"/>
                  </a:lnTo>
                  <a:close/>
                  <a:moveTo>
                    <a:pt x="0" y="3095"/>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70"/>
            <p:cNvSpPr/>
            <p:nvPr/>
          </p:nvSpPr>
          <p:spPr>
            <a:xfrm>
              <a:off x="5018650" y="2002175"/>
              <a:ext cx="27925" cy="372250"/>
            </a:xfrm>
            <a:custGeom>
              <a:avLst/>
              <a:gdLst/>
              <a:ahLst/>
              <a:cxnLst/>
              <a:rect l="l" t="t" r="r" b="b"/>
              <a:pathLst>
                <a:path w="1117" h="14890" extrusionOk="0">
                  <a:moveTo>
                    <a:pt x="559" y="1"/>
                  </a:moveTo>
                  <a:lnTo>
                    <a:pt x="559" y="559"/>
                  </a:lnTo>
                  <a:lnTo>
                    <a:pt x="1117" y="559"/>
                  </a:lnTo>
                  <a:lnTo>
                    <a:pt x="1117" y="1"/>
                  </a:lnTo>
                  <a:close/>
                  <a:moveTo>
                    <a:pt x="559" y="1117"/>
                  </a:moveTo>
                  <a:lnTo>
                    <a:pt x="559" y="1676"/>
                  </a:lnTo>
                  <a:lnTo>
                    <a:pt x="1117" y="1676"/>
                  </a:lnTo>
                  <a:lnTo>
                    <a:pt x="1117" y="1117"/>
                  </a:lnTo>
                  <a:close/>
                  <a:moveTo>
                    <a:pt x="0" y="14331"/>
                  </a:moveTo>
                  <a:lnTo>
                    <a:pt x="0" y="14889"/>
                  </a:lnTo>
                  <a:lnTo>
                    <a:pt x="559" y="14889"/>
                  </a:lnTo>
                  <a:lnTo>
                    <a:pt x="559" y="1433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70"/>
            <p:cNvSpPr/>
            <p:nvPr/>
          </p:nvSpPr>
          <p:spPr>
            <a:xfrm>
              <a:off x="4880800" y="2045800"/>
              <a:ext cx="122750" cy="116350"/>
            </a:xfrm>
            <a:custGeom>
              <a:avLst/>
              <a:gdLst/>
              <a:ahLst/>
              <a:cxnLst/>
              <a:rect l="l" t="t" r="r" b="b"/>
              <a:pathLst>
                <a:path w="4910" h="4654" extrusionOk="0">
                  <a:moveTo>
                    <a:pt x="2443" y="1140"/>
                  </a:moveTo>
                  <a:lnTo>
                    <a:pt x="2909" y="1954"/>
                  </a:lnTo>
                  <a:lnTo>
                    <a:pt x="3816" y="2141"/>
                  </a:lnTo>
                  <a:lnTo>
                    <a:pt x="3188" y="2815"/>
                  </a:lnTo>
                  <a:lnTo>
                    <a:pt x="3281" y="3746"/>
                  </a:lnTo>
                  <a:lnTo>
                    <a:pt x="2443" y="3350"/>
                  </a:lnTo>
                  <a:lnTo>
                    <a:pt x="1606" y="3746"/>
                  </a:lnTo>
                  <a:lnTo>
                    <a:pt x="1699" y="2815"/>
                  </a:lnTo>
                  <a:lnTo>
                    <a:pt x="1071" y="2141"/>
                  </a:lnTo>
                  <a:lnTo>
                    <a:pt x="1978" y="1954"/>
                  </a:lnTo>
                  <a:lnTo>
                    <a:pt x="2443" y="1140"/>
                  </a:lnTo>
                  <a:close/>
                  <a:moveTo>
                    <a:pt x="2443" y="0"/>
                  </a:moveTo>
                  <a:lnTo>
                    <a:pt x="1629" y="1443"/>
                  </a:lnTo>
                  <a:lnTo>
                    <a:pt x="1" y="1768"/>
                  </a:lnTo>
                  <a:lnTo>
                    <a:pt x="1141" y="3001"/>
                  </a:lnTo>
                  <a:lnTo>
                    <a:pt x="954" y="4653"/>
                  </a:lnTo>
                  <a:lnTo>
                    <a:pt x="2467" y="3955"/>
                  </a:lnTo>
                  <a:lnTo>
                    <a:pt x="3979" y="4653"/>
                  </a:lnTo>
                  <a:lnTo>
                    <a:pt x="3793" y="3001"/>
                  </a:lnTo>
                  <a:lnTo>
                    <a:pt x="4909" y="1768"/>
                  </a:lnTo>
                  <a:lnTo>
                    <a:pt x="3258" y="1443"/>
                  </a:lnTo>
                  <a:lnTo>
                    <a:pt x="244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70"/>
            <p:cNvSpPr/>
            <p:nvPr/>
          </p:nvSpPr>
          <p:spPr>
            <a:xfrm>
              <a:off x="4702825" y="1945750"/>
              <a:ext cx="478100" cy="478100"/>
            </a:xfrm>
            <a:custGeom>
              <a:avLst/>
              <a:gdLst/>
              <a:ahLst/>
              <a:cxnLst/>
              <a:rect l="l" t="t" r="r" b="b"/>
              <a:pathLst>
                <a:path w="19124" h="19124" extrusionOk="0">
                  <a:moveTo>
                    <a:pt x="4235" y="3933"/>
                  </a:moveTo>
                  <a:lnTo>
                    <a:pt x="4235" y="6445"/>
                  </a:lnTo>
                  <a:cubicBezTo>
                    <a:pt x="4235" y="6949"/>
                    <a:pt x="4325" y="7452"/>
                    <a:pt x="4461" y="7956"/>
                  </a:cubicBezTo>
                  <a:lnTo>
                    <a:pt x="4461" y="7956"/>
                  </a:lnTo>
                  <a:lnTo>
                    <a:pt x="2653" y="7655"/>
                  </a:lnTo>
                  <a:cubicBezTo>
                    <a:pt x="2560" y="7631"/>
                    <a:pt x="1699" y="7469"/>
                    <a:pt x="1699" y="6910"/>
                  </a:cubicBezTo>
                  <a:lnTo>
                    <a:pt x="1699" y="3933"/>
                  </a:lnTo>
                  <a:close/>
                  <a:moveTo>
                    <a:pt x="17426" y="3933"/>
                  </a:moveTo>
                  <a:lnTo>
                    <a:pt x="17426" y="6910"/>
                  </a:lnTo>
                  <a:cubicBezTo>
                    <a:pt x="17426" y="7469"/>
                    <a:pt x="16565" y="7631"/>
                    <a:pt x="16472" y="7655"/>
                  </a:cubicBezTo>
                  <a:lnTo>
                    <a:pt x="14657" y="7957"/>
                  </a:lnTo>
                  <a:cubicBezTo>
                    <a:pt x="14797" y="7469"/>
                    <a:pt x="14867" y="6957"/>
                    <a:pt x="14867" y="6445"/>
                  </a:cubicBezTo>
                  <a:lnTo>
                    <a:pt x="14867" y="3933"/>
                  </a:lnTo>
                  <a:close/>
                  <a:moveTo>
                    <a:pt x="4235" y="2816"/>
                  </a:moveTo>
                  <a:lnTo>
                    <a:pt x="4235" y="3374"/>
                  </a:lnTo>
                  <a:lnTo>
                    <a:pt x="1141" y="3374"/>
                  </a:lnTo>
                  <a:lnTo>
                    <a:pt x="1141" y="6910"/>
                  </a:lnTo>
                  <a:cubicBezTo>
                    <a:pt x="1141" y="7678"/>
                    <a:pt x="1862" y="8073"/>
                    <a:pt x="2560" y="8190"/>
                  </a:cubicBezTo>
                  <a:lnTo>
                    <a:pt x="4700" y="8562"/>
                  </a:lnTo>
                  <a:cubicBezTo>
                    <a:pt x="4793" y="8795"/>
                    <a:pt x="4886" y="9004"/>
                    <a:pt x="5026" y="9190"/>
                  </a:cubicBezTo>
                  <a:lnTo>
                    <a:pt x="2467" y="8748"/>
                  </a:lnTo>
                  <a:cubicBezTo>
                    <a:pt x="1583" y="8609"/>
                    <a:pt x="582" y="8027"/>
                    <a:pt x="582" y="6910"/>
                  </a:cubicBezTo>
                  <a:lnTo>
                    <a:pt x="582" y="2816"/>
                  </a:lnTo>
                  <a:close/>
                  <a:moveTo>
                    <a:pt x="18542" y="2816"/>
                  </a:moveTo>
                  <a:lnTo>
                    <a:pt x="18542" y="6910"/>
                  </a:lnTo>
                  <a:cubicBezTo>
                    <a:pt x="18542" y="8027"/>
                    <a:pt x="17542" y="8585"/>
                    <a:pt x="16658" y="8748"/>
                  </a:cubicBezTo>
                  <a:lnTo>
                    <a:pt x="14099" y="9190"/>
                  </a:lnTo>
                  <a:cubicBezTo>
                    <a:pt x="14215" y="8981"/>
                    <a:pt x="14331" y="8771"/>
                    <a:pt x="14424" y="8562"/>
                  </a:cubicBezTo>
                  <a:lnTo>
                    <a:pt x="16565" y="8190"/>
                  </a:lnTo>
                  <a:cubicBezTo>
                    <a:pt x="17263" y="8073"/>
                    <a:pt x="17984" y="7678"/>
                    <a:pt x="17984" y="6910"/>
                  </a:cubicBezTo>
                  <a:lnTo>
                    <a:pt x="17984" y="3374"/>
                  </a:lnTo>
                  <a:lnTo>
                    <a:pt x="14867" y="3374"/>
                  </a:lnTo>
                  <a:lnTo>
                    <a:pt x="14867" y="2816"/>
                  </a:lnTo>
                  <a:close/>
                  <a:moveTo>
                    <a:pt x="14308" y="1699"/>
                  </a:moveTo>
                  <a:lnTo>
                    <a:pt x="14308" y="6468"/>
                  </a:lnTo>
                  <a:cubicBezTo>
                    <a:pt x="14285" y="8655"/>
                    <a:pt x="12773" y="10586"/>
                    <a:pt x="10632" y="11098"/>
                  </a:cubicBezTo>
                  <a:lnTo>
                    <a:pt x="10656" y="11074"/>
                  </a:lnTo>
                  <a:lnTo>
                    <a:pt x="8469" y="11074"/>
                  </a:lnTo>
                  <a:cubicBezTo>
                    <a:pt x="6329" y="10563"/>
                    <a:pt x="4817" y="8655"/>
                    <a:pt x="4793" y="6445"/>
                  </a:cubicBezTo>
                  <a:lnTo>
                    <a:pt x="4793" y="1699"/>
                  </a:lnTo>
                  <a:close/>
                  <a:moveTo>
                    <a:pt x="10679" y="11633"/>
                  </a:moveTo>
                  <a:cubicBezTo>
                    <a:pt x="11423" y="11633"/>
                    <a:pt x="11423" y="12749"/>
                    <a:pt x="10679" y="12749"/>
                  </a:cubicBezTo>
                  <a:lnTo>
                    <a:pt x="8446" y="12749"/>
                  </a:lnTo>
                  <a:cubicBezTo>
                    <a:pt x="7701" y="12749"/>
                    <a:pt x="7701" y="11633"/>
                    <a:pt x="8446" y="11633"/>
                  </a:cubicBezTo>
                  <a:close/>
                  <a:moveTo>
                    <a:pt x="10400" y="13308"/>
                  </a:moveTo>
                  <a:cubicBezTo>
                    <a:pt x="10446" y="14122"/>
                    <a:pt x="10749" y="14866"/>
                    <a:pt x="11284" y="15471"/>
                  </a:cubicBezTo>
                  <a:lnTo>
                    <a:pt x="7841" y="15471"/>
                  </a:lnTo>
                  <a:cubicBezTo>
                    <a:pt x="8376" y="14866"/>
                    <a:pt x="8678" y="14122"/>
                    <a:pt x="8725" y="13308"/>
                  </a:cubicBezTo>
                  <a:close/>
                  <a:moveTo>
                    <a:pt x="3677" y="1"/>
                  </a:moveTo>
                  <a:lnTo>
                    <a:pt x="3677" y="1699"/>
                  </a:lnTo>
                  <a:lnTo>
                    <a:pt x="4235" y="1699"/>
                  </a:lnTo>
                  <a:lnTo>
                    <a:pt x="4235" y="2258"/>
                  </a:lnTo>
                  <a:lnTo>
                    <a:pt x="24" y="2258"/>
                  </a:lnTo>
                  <a:lnTo>
                    <a:pt x="24" y="6910"/>
                  </a:lnTo>
                  <a:cubicBezTo>
                    <a:pt x="1" y="7538"/>
                    <a:pt x="280" y="8120"/>
                    <a:pt x="722" y="8539"/>
                  </a:cubicBezTo>
                  <a:cubicBezTo>
                    <a:pt x="1187" y="8957"/>
                    <a:pt x="1746" y="9213"/>
                    <a:pt x="2374" y="9306"/>
                  </a:cubicBezTo>
                  <a:lnTo>
                    <a:pt x="5468" y="9842"/>
                  </a:lnTo>
                  <a:cubicBezTo>
                    <a:pt x="6050" y="10539"/>
                    <a:pt x="6794" y="11074"/>
                    <a:pt x="7655" y="11423"/>
                  </a:cubicBezTo>
                  <a:cubicBezTo>
                    <a:pt x="7050" y="12028"/>
                    <a:pt x="7329" y="13075"/>
                    <a:pt x="8143" y="13285"/>
                  </a:cubicBezTo>
                  <a:cubicBezTo>
                    <a:pt x="8143" y="14169"/>
                    <a:pt x="7701" y="14983"/>
                    <a:pt x="6957" y="15495"/>
                  </a:cubicBezTo>
                  <a:lnTo>
                    <a:pt x="5189" y="15495"/>
                  </a:lnTo>
                  <a:lnTo>
                    <a:pt x="4514" y="16821"/>
                  </a:lnTo>
                  <a:lnTo>
                    <a:pt x="4514" y="19124"/>
                  </a:lnTo>
                  <a:lnTo>
                    <a:pt x="11772" y="19124"/>
                  </a:lnTo>
                  <a:lnTo>
                    <a:pt x="11772" y="18565"/>
                  </a:lnTo>
                  <a:lnTo>
                    <a:pt x="5096" y="18565"/>
                  </a:lnTo>
                  <a:lnTo>
                    <a:pt x="5096" y="16937"/>
                  </a:lnTo>
                  <a:lnTo>
                    <a:pt x="5538" y="16030"/>
                  </a:lnTo>
                  <a:lnTo>
                    <a:pt x="13587" y="16030"/>
                  </a:lnTo>
                  <a:lnTo>
                    <a:pt x="14052" y="16937"/>
                  </a:lnTo>
                  <a:lnTo>
                    <a:pt x="14052" y="18565"/>
                  </a:lnTo>
                  <a:lnTo>
                    <a:pt x="12354" y="18565"/>
                  </a:lnTo>
                  <a:lnTo>
                    <a:pt x="12354" y="19124"/>
                  </a:lnTo>
                  <a:lnTo>
                    <a:pt x="14611" y="19124"/>
                  </a:lnTo>
                  <a:lnTo>
                    <a:pt x="14611" y="16821"/>
                  </a:lnTo>
                  <a:lnTo>
                    <a:pt x="13936" y="15471"/>
                  </a:lnTo>
                  <a:lnTo>
                    <a:pt x="12168" y="15471"/>
                  </a:lnTo>
                  <a:cubicBezTo>
                    <a:pt x="11423" y="14983"/>
                    <a:pt x="10981" y="14169"/>
                    <a:pt x="10981" y="13285"/>
                  </a:cubicBezTo>
                  <a:cubicBezTo>
                    <a:pt x="11796" y="13052"/>
                    <a:pt x="12075" y="12028"/>
                    <a:pt x="11470" y="11400"/>
                  </a:cubicBezTo>
                  <a:cubicBezTo>
                    <a:pt x="12307" y="11074"/>
                    <a:pt x="13052" y="10539"/>
                    <a:pt x="13634" y="9842"/>
                  </a:cubicBezTo>
                  <a:lnTo>
                    <a:pt x="16751" y="9306"/>
                  </a:lnTo>
                  <a:cubicBezTo>
                    <a:pt x="17356" y="9213"/>
                    <a:pt x="17937" y="8957"/>
                    <a:pt x="18403" y="8539"/>
                  </a:cubicBezTo>
                  <a:cubicBezTo>
                    <a:pt x="18845" y="8120"/>
                    <a:pt x="19124" y="7538"/>
                    <a:pt x="19101" y="6910"/>
                  </a:cubicBezTo>
                  <a:lnTo>
                    <a:pt x="19101" y="2258"/>
                  </a:lnTo>
                  <a:lnTo>
                    <a:pt x="14867" y="2258"/>
                  </a:lnTo>
                  <a:lnTo>
                    <a:pt x="14867" y="1699"/>
                  </a:lnTo>
                  <a:lnTo>
                    <a:pt x="15425" y="1699"/>
                  </a:lnTo>
                  <a:lnTo>
                    <a:pt x="15425" y="24"/>
                  </a:lnTo>
                  <a:lnTo>
                    <a:pt x="6492" y="24"/>
                  </a:lnTo>
                  <a:lnTo>
                    <a:pt x="6492" y="583"/>
                  </a:lnTo>
                  <a:lnTo>
                    <a:pt x="14867" y="583"/>
                  </a:lnTo>
                  <a:lnTo>
                    <a:pt x="14867" y="1118"/>
                  </a:lnTo>
                  <a:lnTo>
                    <a:pt x="4235" y="1118"/>
                  </a:lnTo>
                  <a:lnTo>
                    <a:pt x="4235" y="559"/>
                  </a:lnTo>
                  <a:lnTo>
                    <a:pt x="5933" y="559"/>
                  </a:lnTo>
                  <a:lnTo>
                    <a:pt x="593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70"/>
            <p:cNvSpPr/>
            <p:nvPr/>
          </p:nvSpPr>
          <p:spPr>
            <a:xfrm>
              <a:off x="4906975" y="2370900"/>
              <a:ext cx="69825" cy="14000"/>
            </a:xfrm>
            <a:custGeom>
              <a:avLst/>
              <a:gdLst/>
              <a:ahLst/>
              <a:cxnLst/>
              <a:rect l="l" t="t" r="r" b="b"/>
              <a:pathLst>
                <a:path w="2793" h="560" extrusionOk="0">
                  <a:moveTo>
                    <a:pt x="1" y="1"/>
                  </a:moveTo>
                  <a:lnTo>
                    <a:pt x="1" y="559"/>
                  </a:lnTo>
                  <a:lnTo>
                    <a:pt x="2792" y="559"/>
                  </a:lnTo>
                  <a:lnTo>
                    <a:pt x="279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7" name="Google Shape;1697;p70"/>
          <p:cNvGrpSpPr/>
          <p:nvPr/>
        </p:nvGrpSpPr>
        <p:grpSpPr>
          <a:xfrm>
            <a:off x="4928394" y="3268057"/>
            <a:ext cx="437581" cy="403468"/>
            <a:chOff x="6182425" y="4115700"/>
            <a:chExt cx="477500" cy="440275"/>
          </a:xfrm>
        </p:grpSpPr>
        <p:sp>
          <p:nvSpPr>
            <p:cNvPr id="1698" name="Google Shape;1698;p70"/>
            <p:cNvSpPr/>
            <p:nvPr/>
          </p:nvSpPr>
          <p:spPr>
            <a:xfrm>
              <a:off x="6401100" y="4122675"/>
              <a:ext cx="182050" cy="216375"/>
            </a:xfrm>
            <a:custGeom>
              <a:avLst/>
              <a:gdLst/>
              <a:ahLst/>
              <a:cxnLst/>
              <a:rect l="l" t="t" r="r" b="b"/>
              <a:pathLst>
                <a:path w="7282" h="8655" extrusionOk="0">
                  <a:moveTo>
                    <a:pt x="0" y="8654"/>
                  </a:moveTo>
                  <a:lnTo>
                    <a:pt x="2234" y="7258"/>
                  </a:lnTo>
                  <a:lnTo>
                    <a:pt x="6724" y="7258"/>
                  </a:lnTo>
                  <a:cubicBezTo>
                    <a:pt x="7026" y="7258"/>
                    <a:pt x="7282" y="7003"/>
                    <a:pt x="7282" y="6700"/>
                  </a:cubicBezTo>
                  <a:lnTo>
                    <a:pt x="7282" y="559"/>
                  </a:lnTo>
                  <a:cubicBezTo>
                    <a:pt x="7282" y="233"/>
                    <a:pt x="7026" y="0"/>
                    <a:pt x="6724" y="0"/>
                  </a:cubicBezTo>
                  <a:lnTo>
                    <a:pt x="559" y="0"/>
                  </a:lnTo>
                  <a:cubicBezTo>
                    <a:pt x="256" y="0"/>
                    <a:pt x="0" y="233"/>
                    <a:pt x="0" y="559"/>
                  </a:cubicBezTo>
                  <a:close/>
                  <a:moveTo>
                    <a:pt x="0" y="8654"/>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70"/>
            <p:cNvSpPr/>
            <p:nvPr/>
          </p:nvSpPr>
          <p:spPr>
            <a:xfrm>
              <a:off x="6277225" y="4276200"/>
              <a:ext cx="70400" cy="48875"/>
            </a:xfrm>
            <a:custGeom>
              <a:avLst/>
              <a:gdLst/>
              <a:ahLst/>
              <a:cxnLst/>
              <a:rect l="l" t="t" r="r" b="b"/>
              <a:pathLst>
                <a:path w="2816" h="1955" extrusionOk="0">
                  <a:moveTo>
                    <a:pt x="1373" y="1117"/>
                  </a:moveTo>
                  <a:lnTo>
                    <a:pt x="2815" y="1117"/>
                  </a:lnTo>
                  <a:lnTo>
                    <a:pt x="2815" y="559"/>
                  </a:lnTo>
                  <a:cubicBezTo>
                    <a:pt x="2815" y="257"/>
                    <a:pt x="2559" y="1"/>
                    <a:pt x="2257" y="1"/>
                  </a:cubicBezTo>
                  <a:lnTo>
                    <a:pt x="559" y="1"/>
                  </a:lnTo>
                  <a:cubicBezTo>
                    <a:pt x="256" y="1"/>
                    <a:pt x="0" y="257"/>
                    <a:pt x="0" y="559"/>
                  </a:cubicBezTo>
                  <a:lnTo>
                    <a:pt x="0" y="1955"/>
                  </a:lnTo>
                  <a:close/>
                  <a:moveTo>
                    <a:pt x="1373" y="1117"/>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70"/>
            <p:cNvSpPr/>
            <p:nvPr/>
          </p:nvSpPr>
          <p:spPr>
            <a:xfrm>
              <a:off x="6291175" y="4248300"/>
              <a:ext cx="42475" cy="27925"/>
            </a:xfrm>
            <a:custGeom>
              <a:avLst/>
              <a:gdLst/>
              <a:ahLst/>
              <a:cxnLst/>
              <a:rect l="l" t="t" r="r" b="b"/>
              <a:pathLst>
                <a:path w="1699" h="1117" extrusionOk="0">
                  <a:moveTo>
                    <a:pt x="1" y="1117"/>
                  </a:moveTo>
                  <a:lnTo>
                    <a:pt x="1699" y="1117"/>
                  </a:lnTo>
                  <a:lnTo>
                    <a:pt x="1699" y="558"/>
                  </a:lnTo>
                  <a:cubicBezTo>
                    <a:pt x="1675" y="256"/>
                    <a:pt x="1443" y="0"/>
                    <a:pt x="1140" y="0"/>
                  </a:cubicBezTo>
                  <a:lnTo>
                    <a:pt x="582" y="0"/>
                  </a:lnTo>
                  <a:cubicBezTo>
                    <a:pt x="256" y="0"/>
                    <a:pt x="24" y="256"/>
                    <a:pt x="24" y="558"/>
                  </a:cubicBezTo>
                  <a:close/>
                  <a:moveTo>
                    <a:pt x="1" y="1117"/>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70"/>
            <p:cNvSpPr/>
            <p:nvPr/>
          </p:nvSpPr>
          <p:spPr>
            <a:xfrm>
              <a:off x="6277800" y="4304125"/>
              <a:ext cx="69825" cy="69825"/>
            </a:xfrm>
            <a:custGeom>
              <a:avLst/>
              <a:gdLst/>
              <a:ahLst/>
              <a:cxnLst/>
              <a:rect l="l" t="t" r="r" b="b"/>
              <a:pathLst>
                <a:path w="2793" h="2793" extrusionOk="0">
                  <a:moveTo>
                    <a:pt x="838" y="2792"/>
                  </a:moveTo>
                  <a:lnTo>
                    <a:pt x="1955" y="2792"/>
                  </a:lnTo>
                  <a:lnTo>
                    <a:pt x="2792" y="1675"/>
                  </a:lnTo>
                  <a:lnTo>
                    <a:pt x="2792" y="0"/>
                  </a:lnTo>
                  <a:lnTo>
                    <a:pt x="1350" y="0"/>
                  </a:lnTo>
                  <a:lnTo>
                    <a:pt x="0" y="838"/>
                  </a:lnTo>
                  <a:lnTo>
                    <a:pt x="0" y="1675"/>
                  </a:lnTo>
                  <a:close/>
                  <a:moveTo>
                    <a:pt x="838" y="2792"/>
                  </a:moveTo>
                  <a:close/>
                </a:path>
              </a:pathLst>
            </a:custGeom>
            <a:solidFill>
              <a:srgbClr val="FBF2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70"/>
            <p:cNvSpPr/>
            <p:nvPr/>
          </p:nvSpPr>
          <p:spPr>
            <a:xfrm>
              <a:off x="6266750" y="4373925"/>
              <a:ext cx="91325" cy="45950"/>
            </a:xfrm>
            <a:custGeom>
              <a:avLst/>
              <a:gdLst/>
              <a:ahLst/>
              <a:cxnLst/>
              <a:rect l="l" t="t" r="r" b="b"/>
              <a:pathLst>
                <a:path w="3653" h="1838" extrusionOk="0">
                  <a:moveTo>
                    <a:pt x="0" y="419"/>
                  </a:moveTo>
                  <a:lnTo>
                    <a:pt x="1838" y="1838"/>
                  </a:lnTo>
                  <a:lnTo>
                    <a:pt x="3653" y="419"/>
                  </a:lnTo>
                  <a:lnTo>
                    <a:pt x="2397" y="0"/>
                  </a:lnTo>
                  <a:lnTo>
                    <a:pt x="1280" y="0"/>
                  </a:lnTo>
                  <a:close/>
                  <a:moveTo>
                    <a:pt x="0" y="419"/>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70"/>
            <p:cNvSpPr/>
            <p:nvPr/>
          </p:nvSpPr>
          <p:spPr>
            <a:xfrm>
              <a:off x="6235350" y="4384375"/>
              <a:ext cx="154150" cy="80875"/>
            </a:xfrm>
            <a:custGeom>
              <a:avLst/>
              <a:gdLst/>
              <a:ahLst/>
              <a:cxnLst/>
              <a:rect l="l" t="t" r="r" b="b"/>
              <a:pathLst>
                <a:path w="6166" h="3235" extrusionOk="0">
                  <a:moveTo>
                    <a:pt x="6165" y="3235"/>
                  </a:moveTo>
                  <a:lnTo>
                    <a:pt x="6165" y="420"/>
                  </a:lnTo>
                  <a:lnTo>
                    <a:pt x="4909" y="1"/>
                  </a:lnTo>
                  <a:lnTo>
                    <a:pt x="3094" y="1397"/>
                  </a:lnTo>
                  <a:lnTo>
                    <a:pt x="1256" y="1"/>
                  </a:lnTo>
                  <a:lnTo>
                    <a:pt x="0" y="420"/>
                  </a:lnTo>
                  <a:lnTo>
                    <a:pt x="0" y="3211"/>
                  </a:lnTo>
                  <a:close/>
                  <a:moveTo>
                    <a:pt x="6165" y="3235"/>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70"/>
            <p:cNvSpPr/>
            <p:nvPr/>
          </p:nvSpPr>
          <p:spPr>
            <a:xfrm>
              <a:off x="6203350" y="4465225"/>
              <a:ext cx="436225" cy="55850"/>
            </a:xfrm>
            <a:custGeom>
              <a:avLst/>
              <a:gdLst/>
              <a:ahLst/>
              <a:cxnLst/>
              <a:rect l="l" t="t" r="r" b="b"/>
              <a:pathLst>
                <a:path w="17449" h="2234" extrusionOk="0">
                  <a:moveTo>
                    <a:pt x="1" y="1117"/>
                  </a:moveTo>
                  <a:lnTo>
                    <a:pt x="6770" y="1117"/>
                  </a:lnTo>
                  <a:lnTo>
                    <a:pt x="7050" y="2234"/>
                  </a:lnTo>
                  <a:lnTo>
                    <a:pt x="10400" y="2234"/>
                  </a:lnTo>
                  <a:lnTo>
                    <a:pt x="10702" y="1117"/>
                  </a:lnTo>
                  <a:lnTo>
                    <a:pt x="17449" y="1117"/>
                  </a:lnTo>
                  <a:lnTo>
                    <a:pt x="17449" y="1"/>
                  </a:lnTo>
                  <a:lnTo>
                    <a:pt x="1" y="1"/>
                  </a:lnTo>
                  <a:close/>
                  <a:moveTo>
                    <a:pt x="1" y="1117"/>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70"/>
            <p:cNvSpPr/>
            <p:nvPr/>
          </p:nvSpPr>
          <p:spPr>
            <a:xfrm>
              <a:off x="6189400" y="4493150"/>
              <a:ext cx="463550" cy="55850"/>
            </a:xfrm>
            <a:custGeom>
              <a:avLst/>
              <a:gdLst/>
              <a:ahLst/>
              <a:cxnLst/>
              <a:rect l="l" t="t" r="r" b="b"/>
              <a:pathLst>
                <a:path w="18542" h="2234" extrusionOk="0">
                  <a:moveTo>
                    <a:pt x="559" y="2234"/>
                  </a:moveTo>
                  <a:lnTo>
                    <a:pt x="17983" y="2234"/>
                  </a:lnTo>
                  <a:cubicBezTo>
                    <a:pt x="18286" y="2234"/>
                    <a:pt x="18542" y="1978"/>
                    <a:pt x="18542" y="1675"/>
                  </a:cubicBezTo>
                  <a:lnTo>
                    <a:pt x="18542" y="0"/>
                  </a:lnTo>
                  <a:lnTo>
                    <a:pt x="11237" y="0"/>
                  </a:lnTo>
                  <a:lnTo>
                    <a:pt x="10934" y="1117"/>
                  </a:lnTo>
                  <a:lnTo>
                    <a:pt x="7608" y="1117"/>
                  </a:lnTo>
                  <a:lnTo>
                    <a:pt x="7305" y="0"/>
                  </a:lnTo>
                  <a:lnTo>
                    <a:pt x="0" y="0"/>
                  </a:lnTo>
                  <a:lnTo>
                    <a:pt x="0" y="1675"/>
                  </a:lnTo>
                  <a:cubicBezTo>
                    <a:pt x="0" y="1978"/>
                    <a:pt x="256" y="2234"/>
                    <a:pt x="559" y="2234"/>
                  </a:cubicBezTo>
                  <a:close/>
                  <a:moveTo>
                    <a:pt x="559" y="2234"/>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70"/>
            <p:cNvSpPr/>
            <p:nvPr/>
          </p:nvSpPr>
          <p:spPr>
            <a:xfrm>
              <a:off x="6203350" y="4185475"/>
              <a:ext cx="435650" cy="279775"/>
            </a:xfrm>
            <a:custGeom>
              <a:avLst/>
              <a:gdLst/>
              <a:ahLst/>
              <a:cxnLst/>
              <a:rect l="l" t="t" r="r" b="b"/>
              <a:pathLst>
                <a:path w="17426" h="11191" extrusionOk="0">
                  <a:moveTo>
                    <a:pt x="1" y="11191"/>
                  </a:moveTo>
                  <a:lnTo>
                    <a:pt x="1280" y="11191"/>
                  </a:lnTo>
                  <a:lnTo>
                    <a:pt x="1280" y="8376"/>
                  </a:lnTo>
                  <a:lnTo>
                    <a:pt x="3816" y="7538"/>
                  </a:lnTo>
                  <a:lnTo>
                    <a:pt x="2955" y="6421"/>
                  </a:lnTo>
                  <a:lnTo>
                    <a:pt x="2955" y="4165"/>
                  </a:lnTo>
                  <a:cubicBezTo>
                    <a:pt x="2978" y="3886"/>
                    <a:pt x="3211" y="3630"/>
                    <a:pt x="3514" y="3630"/>
                  </a:cubicBezTo>
                  <a:lnTo>
                    <a:pt x="3514" y="3071"/>
                  </a:lnTo>
                  <a:cubicBezTo>
                    <a:pt x="3514" y="2769"/>
                    <a:pt x="3769" y="2513"/>
                    <a:pt x="4072" y="2513"/>
                  </a:cubicBezTo>
                  <a:lnTo>
                    <a:pt x="4630" y="2513"/>
                  </a:lnTo>
                  <a:cubicBezTo>
                    <a:pt x="4956" y="2513"/>
                    <a:pt x="5188" y="2769"/>
                    <a:pt x="5188" y="3071"/>
                  </a:cubicBezTo>
                  <a:lnTo>
                    <a:pt x="5188" y="3630"/>
                  </a:lnTo>
                  <a:cubicBezTo>
                    <a:pt x="5514" y="3630"/>
                    <a:pt x="5747" y="3886"/>
                    <a:pt x="5747" y="4188"/>
                  </a:cubicBezTo>
                  <a:lnTo>
                    <a:pt x="5747" y="6421"/>
                  </a:lnTo>
                  <a:lnTo>
                    <a:pt x="4909" y="7538"/>
                  </a:lnTo>
                  <a:lnTo>
                    <a:pt x="7422" y="8399"/>
                  </a:lnTo>
                  <a:lnTo>
                    <a:pt x="7422" y="11191"/>
                  </a:lnTo>
                  <a:lnTo>
                    <a:pt x="17425" y="11191"/>
                  </a:lnTo>
                  <a:lnTo>
                    <a:pt x="17425" y="1"/>
                  </a:lnTo>
                  <a:lnTo>
                    <a:pt x="15192" y="1"/>
                  </a:lnTo>
                  <a:lnTo>
                    <a:pt x="15192" y="4188"/>
                  </a:lnTo>
                  <a:cubicBezTo>
                    <a:pt x="15192" y="4491"/>
                    <a:pt x="14936" y="4746"/>
                    <a:pt x="14634" y="4746"/>
                  </a:cubicBezTo>
                  <a:lnTo>
                    <a:pt x="10144" y="4746"/>
                  </a:lnTo>
                  <a:lnTo>
                    <a:pt x="7910" y="6142"/>
                  </a:lnTo>
                  <a:lnTo>
                    <a:pt x="7910" y="1"/>
                  </a:lnTo>
                  <a:lnTo>
                    <a:pt x="1" y="1"/>
                  </a:lnTo>
                  <a:close/>
                  <a:moveTo>
                    <a:pt x="1" y="11191"/>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70"/>
            <p:cNvSpPr/>
            <p:nvPr/>
          </p:nvSpPr>
          <p:spPr>
            <a:xfrm>
              <a:off x="6203350" y="4465225"/>
              <a:ext cx="21550" cy="27950"/>
            </a:xfrm>
            <a:custGeom>
              <a:avLst/>
              <a:gdLst/>
              <a:ahLst/>
              <a:cxnLst/>
              <a:rect l="l" t="t" r="r" b="b"/>
              <a:pathLst>
                <a:path w="862" h="1118" extrusionOk="0">
                  <a:moveTo>
                    <a:pt x="1" y="1"/>
                  </a:moveTo>
                  <a:lnTo>
                    <a:pt x="1" y="1117"/>
                  </a:lnTo>
                  <a:lnTo>
                    <a:pt x="861" y="1117"/>
                  </a:lnTo>
                  <a:lnTo>
                    <a:pt x="86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70"/>
            <p:cNvSpPr/>
            <p:nvPr/>
          </p:nvSpPr>
          <p:spPr>
            <a:xfrm>
              <a:off x="6189400" y="4493150"/>
              <a:ext cx="35500" cy="55850"/>
            </a:xfrm>
            <a:custGeom>
              <a:avLst/>
              <a:gdLst/>
              <a:ahLst/>
              <a:cxnLst/>
              <a:rect l="l" t="t" r="r" b="b"/>
              <a:pathLst>
                <a:path w="1420" h="2234" extrusionOk="0">
                  <a:moveTo>
                    <a:pt x="559" y="2234"/>
                  </a:moveTo>
                  <a:lnTo>
                    <a:pt x="1419" y="2234"/>
                  </a:lnTo>
                  <a:cubicBezTo>
                    <a:pt x="1094" y="2234"/>
                    <a:pt x="861" y="1978"/>
                    <a:pt x="861" y="1675"/>
                  </a:cubicBezTo>
                  <a:lnTo>
                    <a:pt x="861" y="0"/>
                  </a:lnTo>
                  <a:lnTo>
                    <a:pt x="0" y="0"/>
                  </a:lnTo>
                  <a:lnTo>
                    <a:pt x="0" y="1675"/>
                  </a:lnTo>
                  <a:cubicBezTo>
                    <a:pt x="0" y="1978"/>
                    <a:pt x="256" y="2234"/>
                    <a:pt x="559" y="2234"/>
                  </a:cubicBezTo>
                  <a:close/>
                  <a:moveTo>
                    <a:pt x="559" y="2234"/>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70"/>
            <p:cNvSpPr/>
            <p:nvPr/>
          </p:nvSpPr>
          <p:spPr>
            <a:xfrm>
              <a:off x="6203350" y="4185475"/>
              <a:ext cx="21550" cy="279775"/>
            </a:xfrm>
            <a:custGeom>
              <a:avLst/>
              <a:gdLst/>
              <a:ahLst/>
              <a:cxnLst/>
              <a:rect l="l" t="t" r="r" b="b"/>
              <a:pathLst>
                <a:path w="862" h="11191" extrusionOk="0">
                  <a:moveTo>
                    <a:pt x="1" y="1"/>
                  </a:moveTo>
                  <a:lnTo>
                    <a:pt x="1" y="11191"/>
                  </a:lnTo>
                  <a:lnTo>
                    <a:pt x="861" y="11191"/>
                  </a:lnTo>
                  <a:lnTo>
                    <a:pt x="861" y="1"/>
                  </a:lnTo>
                  <a:close/>
                </a:path>
              </a:pathLst>
            </a:custGeom>
            <a:solidFill>
              <a:srgbClr val="6E91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70"/>
            <p:cNvSpPr/>
            <p:nvPr/>
          </p:nvSpPr>
          <p:spPr>
            <a:xfrm>
              <a:off x="6291175" y="4248300"/>
              <a:ext cx="27950" cy="27925"/>
            </a:xfrm>
            <a:custGeom>
              <a:avLst/>
              <a:gdLst/>
              <a:ahLst/>
              <a:cxnLst/>
              <a:rect l="l" t="t" r="r" b="b"/>
              <a:pathLst>
                <a:path w="1118" h="1117" extrusionOk="0">
                  <a:moveTo>
                    <a:pt x="1" y="1117"/>
                  </a:moveTo>
                  <a:lnTo>
                    <a:pt x="559" y="1117"/>
                  </a:lnTo>
                  <a:lnTo>
                    <a:pt x="559" y="558"/>
                  </a:lnTo>
                  <a:cubicBezTo>
                    <a:pt x="559" y="256"/>
                    <a:pt x="815" y="0"/>
                    <a:pt x="1117" y="0"/>
                  </a:cubicBezTo>
                  <a:lnTo>
                    <a:pt x="559" y="0"/>
                  </a:lnTo>
                  <a:cubicBezTo>
                    <a:pt x="256" y="0"/>
                    <a:pt x="1" y="256"/>
                    <a:pt x="1" y="558"/>
                  </a:cubicBezTo>
                  <a:close/>
                  <a:moveTo>
                    <a:pt x="1" y="1117"/>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70"/>
            <p:cNvSpPr/>
            <p:nvPr/>
          </p:nvSpPr>
          <p:spPr>
            <a:xfrm>
              <a:off x="6277225" y="4276200"/>
              <a:ext cx="28525" cy="48875"/>
            </a:xfrm>
            <a:custGeom>
              <a:avLst/>
              <a:gdLst/>
              <a:ahLst/>
              <a:cxnLst/>
              <a:rect l="l" t="t" r="r" b="b"/>
              <a:pathLst>
                <a:path w="1141" h="1955" extrusionOk="0">
                  <a:moveTo>
                    <a:pt x="1140" y="1"/>
                  </a:moveTo>
                  <a:lnTo>
                    <a:pt x="559" y="1"/>
                  </a:lnTo>
                  <a:cubicBezTo>
                    <a:pt x="256" y="1"/>
                    <a:pt x="0" y="257"/>
                    <a:pt x="0" y="559"/>
                  </a:cubicBezTo>
                  <a:lnTo>
                    <a:pt x="0" y="1955"/>
                  </a:lnTo>
                  <a:lnTo>
                    <a:pt x="559" y="1606"/>
                  </a:lnTo>
                  <a:lnTo>
                    <a:pt x="559" y="559"/>
                  </a:lnTo>
                  <a:cubicBezTo>
                    <a:pt x="559" y="257"/>
                    <a:pt x="814" y="1"/>
                    <a:pt x="1117" y="1"/>
                  </a:cubicBezTo>
                  <a:close/>
                  <a:moveTo>
                    <a:pt x="1140" y="1"/>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70"/>
            <p:cNvSpPr/>
            <p:nvPr/>
          </p:nvSpPr>
          <p:spPr>
            <a:xfrm>
              <a:off x="6277225" y="4316350"/>
              <a:ext cx="35500" cy="57600"/>
            </a:xfrm>
            <a:custGeom>
              <a:avLst/>
              <a:gdLst/>
              <a:ahLst/>
              <a:cxnLst/>
              <a:rect l="l" t="t" r="r" b="b"/>
              <a:pathLst>
                <a:path w="1420" h="2304" extrusionOk="0">
                  <a:moveTo>
                    <a:pt x="861" y="2303"/>
                  </a:moveTo>
                  <a:lnTo>
                    <a:pt x="1419" y="2303"/>
                  </a:lnTo>
                  <a:lnTo>
                    <a:pt x="559" y="1186"/>
                  </a:lnTo>
                  <a:lnTo>
                    <a:pt x="559" y="0"/>
                  </a:lnTo>
                  <a:lnTo>
                    <a:pt x="0" y="349"/>
                  </a:lnTo>
                  <a:lnTo>
                    <a:pt x="0" y="1186"/>
                  </a:lnTo>
                  <a:close/>
                  <a:moveTo>
                    <a:pt x="861" y="2303"/>
                  </a:moveTo>
                  <a:close/>
                </a:path>
              </a:pathLst>
            </a:custGeom>
            <a:solidFill>
              <a:srgbClr val="F7E0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70"/>
            <p:cNvSpPr/>
            <p:nvPr/>
          </p:nvSpPr>
          <p:spPr>
            <a:xfrm>
              <a:off x="6266750" y="4373925"/>
              <a:ext cx="63425" cy="18625"/>
            </a:xfrm>
            <a:custGeom>
              <a:avLst/>
              <a:gdLst/>
              <a:ahLst/>
              <a:cxnLst/>
              <a:rect l="l" t="t" r="r" b="b"/>
              <a:pathLst>
                <a:path w="2537" h="745" extrusionOk="0">
                  <a:moveTo>
                    <a:pt x="0" y="419"/>
                  </a:moveTo>
                  <a:lnTo>
                    <a:pt x="442" y="745"/>
                  </a:lnTo>
                  <a:lnTo>
                    <a:pt x="2536" y="47"/>
                  </a:lnTo>
                  <a:lnTo>
                    <a:pt x="2397" y="0"/>
                  </a:lnTo>
                  <a:lnTo>
                    <a:pt x="1280" y="0"/>
                  </a:lnTo>
                  <a:close/>
                  <a:moveTo>
                    <a:pt x="0" y="419"/>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70"/>
            <p:cNvSpPr/>
            <p:nvPr/>
          </p:nvSpPr>
          <p:spPr>
            <a:xfrm>
              <a:off x="6235350" y="4384375"/>
              <a:ext cx="42475" cy="80300"/>
            </a:xfrm>
            <a:custGeom>
              <a:avLst/>
              <a:gdLst/>
              <a:ahLst/>
              <a:cxnLst/>
              <a:rect l="l" t="t" r="r" b="b"/>
              <a:pathLst>
                <a:path w="1699" h="3212" extrusionOk="0">
                  <a:moveTo>
                    <a:pt x="1698" y="327"/>
                  </a:moveTo>
                  <a:lnTo>
                    <a:pt x="1256" y="1"/>
                  </a:lnTo>
                  <a:lnTo>
                    <a:pt x="0" y="420"/>
                  </a:lnTo>
                  <a:lnTo>
                    <a:pt x="0" y="3211"/>
                  </a:lnTo>
                  <a:lnTo>
                    <a:pt x="559" y="3211"/>
                  </a:lnTo>
                  <a:lnTo>
                    <a:pt x="559" y="699"/>
                  </a:lnTo>
                  <a:close/>
                  <a:moveTo>
                    <a:pt x="1698" y="327"/>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70"/>
            <p:cNvSpPr/>
            <p:nvPr/>
          </p:nvSpPr>
          <p:spPr>
            <a:xfrm>
              <a:off x="6401100" y="4122675"/>
              <a:ext cx="34925" cy="216375"/>
            </a:xfrm>
            <a:custGeom>
              <a:avLst/>
              <a:gdLst/>
              <a:ahLst/>
              <a:cxnLst/>
              <a:rect l="l" t="t" r="r" b="b"/>
              <a:pathLst>
                <a:path w="1397" h="8655" extrusionOk="0">
                  <a:moveTo>
                    <a:pt x="0" y="8654"/>
                  </a:moveTo>
                  <a:lnTo>
                    <a:pt x="838" y="8142"/>
                  </a:lnTo>
                  <a:lnTo>
                    <a:pt x="838" y="559"/>
                  </a:lnTo>
                  <a:cubicBezTo>
                    <a:pt x="838" y="233"/>
                    <a:pt x="1094" y="0"/>
                    <a:pt x="1396" y="0"/>
                  </a:cubicBezTo>
                  <a:lnTo>
                    <a:pt x="559" y="0"/>
                  </a:lnTo>
                  <a:cubicBezTo>
                    <a:pt x="256" y="0"/>
                    <a:pt x="0" y="233"/>
                    <a:pt x="0" y="559"/>
                  </a:cubicBezTo>
                  <a:close/>
                  <a:moveTo>
                    <a:pt x="0" y="8654"/>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70"/>
            <p:cNvSpPr/>
            <p:nvPr/>
          </p:nvSpPr>
          <p:spPr>
            <a:xfrm>
              <a:off x="6210325" y="4143600"/>
              <a:ext cx="407725" cy="384450"/>
            </a:xfrm>
            <a:custGeom>
              <a:avLst/>
              <a:gdLst/>
              <a:ahLst/>
              <a:cxnLst/>
              <a:rect l="l" t="t" r="r" b="b"/>
              <a:pathLst>
                <a:path w="16309" h="15378" extrusionOk="0">
                  <a:moveTo>
                    <a:pt x="13517" y="1"/>
                  </a:moveTo>
                  <a:lnTo>
                    <a:pt x="13517" y="559"/>
                  </a:lnTo>
                  <a:lnTo>
                    <a:pt x="14075" y="559"/>
                  </a:lnTo>
                  <a:lnTo>
                    <a:pt x="14075" y="1"/>
                  </a:lnTo>
                  <a:close/>
                  <a:moveTo>
                    <a:pt x="15750" y="2513"/>
                  </a:moveTo>
                  <a:lnTo>
                    <a:pt x="15750" y="3071"/>
                  </a:lnTo>
                  <a:lnTo>
                    <a:pt x="16309" y="3071"/>
                  </a:lnTo>
                  <a:lnTo>
                    <a:pt x="16309" y="2513"/>
                  </a:lnTo>
                  <a:close/>
                  <a:moveTo>
                    <a:pt x="15750" y="3630"/>
                  </a:moveTo>
                  <a:lnTo>
                    <a:pt x="15750" y="5305"/>
                  </a:lnTo>
                  <a:lnTo>
                    <a:pt x="16309" y="5305"/>
                  </a:lnTo>
                  <a:lnTo>
                    <a:pt x="16309" y="3630"/>
                  </a:lnTo>
                  <a:close/>
                  <a:moveTo>
                    <a:pt x="1" y="14820"/>
                  </a:moveTo>
                  <a:lnTo>
                    <a:pt x="1" y="15378"/>
                  </a:lnTo>
                  <a:lnTo>
                    <a:pt x="559" y="15378"/>
                  </a:lnTo>
                  <a:lnTo>
                    <a:pt x="559" y="1482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70"/>
            <p:cNvSpPr/>
            <p:nvPr/>
          </p:nvSpPr>
          <p:spPr>
            <a:xfrm>
              <a:off x="6182425" y="4115700"/>
              <a:ext cx="477500" cy="440275"/>
            </a:xfrm>
            <a:custGeom>
              <a:avLst/>
              <a:gdLst/>
              <a:ahLst/>
              <a:cxnLst/>
              <a:rect l="l" t="t" r="r" b="b"/>
              <a:pathLst>
                <a:path w="19100" h="17611" extrusionOk="0">
                  <a:moveTo>
                    <a:pt x="5490" y="5583"/>
                  </a:moveTo>
                  <a:cubicBezTo>
                    <a:pt x="5653" y="5583"/>
                    <a:pt x="5793" y="5700"/>
                    <a:pt x="5793" y="5862"/>
                  </a:cubicBezTo>
                  <a:lnTo>
                    <a:pt x="5793" y="6165"/>
                  </a:lnTo>
                  <a:lnTo>
                    <a:pt x="4653" y="6165"/>
                  </a:lnTo>
                  <a:lnTo>
                    <a:pt x="4653" y="5862"/>
                  </a:lnTo>
                  <a:cubicBezTo>
                    <a:pt x="4653" y="5700"/>
                    <a:pt x="4769" y="5583"/>
                    <a:pt x="4932" y="5583"/>
                  </a:cubicBezTo>
                  <a:close/>
                  <a:moveTo>
                    <a:pt x="6049" y="6700"/>
                  </a:moveTo>
                  <a:cubicBezTo>
                    <a:pt x="6188" y="6700"/>
                    <a:pt x="6328" y="6840"/>
                    <a:pt x="6328" y="7002"/>
                  </a:cubicBezTo>
                  <a:lnTo>
                    <a:pt x="6328" y="7282"/>
                  </a:lnTo>
                  <a:lnTo>
                    <a:pt x="5095" y="7282"/>
                  </a:lnTo>
                  <a:lnTo>
                    <a:pt x="4071" y="7886"/>
                  </a:lnTo>
                  <a:lnTo>
                    <a:pt x="4071" y="6979"/>
                  </a:lnTo>
                  <a:cubicBezTo>
                    <a:pt x="4071" y="6816"/>
                    <a:pt x="4188" y="6700"/>
                    <a:pt x="4351" y="6700"/>
                  </a:cubicBezTo>
                  <a:close/>
                  <a:moveTo>
                    <a:pt x="6305" y="7840"/>
                  </a:moveTo>
                  <a:lnTo>
                    <a:pt x="6305" y="9119"/>
                  </a:lnTo>
                  <a:lnTo>
                    <a:pt x="5607" y="10073"/>
                  </a:lnTo>
                  <a:lnTo>
                    <a:pt x="4769" y="10073"/>
                  </a:lnTo>
                  <a:lnTo>
                    <a:pt x="4071" y="9119"/>
                  </a:lnTo>
                  <a:lnTo>
                    <a:pt x="4071" y="8538"/>
                  </a:lnTo>
                  <a:lnTo>
                    <a:pt x="5235" y="7840"/>
                  </a:lnTo>
                  <a:close/>
                  <a:moveTo>
                    <a:pt x="5723" y="10608"/>
                  </a:moveTo>
                  <a:lnTo>
                    <a:pt x="6421" y="10864"/>
                  </a:lnTo>
                  <a:lnTo>
                    <a:pt x="5211" y="11795"/>
                  </a:lnTo>
                  <a:lnTo>
                    <a:pt x="3978" y="10864"/>
                  </a:lnTo>
                  <a:lnTo>
                    <a:pt x="4676" y="10608"/>
                  </a:lnTo>
                  <a:close/>
                  <a:moveTo>
                    <a:pt x="7049" y="11074"/>
                  </a:moveTo>
                  <a:lnTo>
                    <a:pt x="7980" y="11399"/>
                  </a:lnTo>
                  <a:lnTo>
                    <a:pt x="7980" y="13726"/>
                  </a:lnTo>
                  <a:lnTo>
                    <a:pt x="7142" y="13726"/>
                  </a:lnTo>
                  <a:lnTo>
                    <a:pt x="7142" y="12679"/>
                  </a:lnTo>
                  <a:lnTo>
                    <a:pt x="6607" y="12679"/>
                  </a:lnTo>
                  <a:lnTo>
                    <a:pt x="6607" y="13726"/>
                  </a:lnTo>
                  <a:lnTo>
                    <a:pt x="3792" y="13726"/>
                  </a:lnTo>
                  <a:lnTo>
                    <a:pt x="3792" y="12679"/>
                  </a:lnTo>
                  <a:lnTo>
                    <a:pt x="3234" y="12679"/>
                  </a:lnTo>
                  <a:lnTo>
                    <a:pt x="3234" y="13726"/>
                  </a:lnTo>
                  <a:lnTo>
                    <a:pt x="2396" y="13726"/>
                  </a:lnTo>
                  <a:lnTo>
                    <a:pt x="2396" y="11399"/>
                  </a:lnTo>
                  <a:lnTo>
                    <a:pt x="3327" y="11074"/>
                  </a:lnTo>
                  <a:lnTo>
                    <a:pt x="5188" y="12516"/>
                  </a:lnTo>
                  <a:lnTo>
                    <a:pt x="7049" y="11074"/>
                  </a:lnTo>
                  <a:close/>
                  <a:moveTo>
                    <a:pt x="18006" y="14261"/>
                  </a:moveTo>
                  <a:lnTo>
                    <a:pt x="18006" y="14819"/>
                  </a:lnTo>
                  <a:lnTo>
                    <a:pt x="9864" y="14819"/>
                  </a:lnTo>
                  <a:lnTo>
                    <a:pt x="9864" y="15377"/>
                  </a:lnTo>
                  <a:lnTo>
                    <a:pt x="11167" y="15377"/>
                  </a:lnTo>
                  <a:lnTo>
                    <a:pt x="11004" y="15936"/>
                  </a:lnTo>
                  <a:lnTo>
                    <a:pt x="8096" y="15936"/>
                  </a:lnTo>
                  <a:lnTo>
                    <a:pt x="7956" y="15377"/>
                  </a:lnTo>
                  <a:lnTo>
                    <a:pt x="9282" y="15377"/>
                  </a:lnTo>
                  <a:lnTo>
                    <a:pt x="9282" y="14819"/>
                  </a:lnTo>
                  <a:lnTo>
                    <a:pt x="1140" y="14819"/>
                  </a:lnTo>
                  <a:lnTo>
                    <a:pt x="1140" y="14261"/>
                  </a:lnTo>
                  <a:close/>
                  <a:moveTo>
                    <a:pt x="9306" y="0"/>
                  </a:moveTo>
                  <a:cubicBezTo>
                    <a:pt x="8840" y="0"/>
                    <a:pt x="8468" y="372"/>
                    <a:pt x="8468" y="838"/>
                  </a:cubicBezTo>
                  <a:lnTo>
                    <a:pt x="8468" y="2512"/>
                  </a:lnTo>
                  <a:lnTo>
                    <a:pt x="582" y="2512"/>
                  </a:lnTo>
                  <a:lnTo>
                    <a:pt x="582" y="4746"/>
                  </a:lnTo>
                  <a:lnTo>
                    <a:pt x="1140" y="4746"/>
                  </a:lnTo>
                  <a:lnTo>
                    <a:pt x="1140" y="3071"/>
                  </a:lnTo>
                  <a:lnTo>
                    <a:pt x="8491" y="3071"/>
                  </a:lnTo>
                  <a:lnTo>
                    <a:pt x="8491" y="9445"/>
                  </a:lnTo>
                  <a:lnTo>
                    <a:pt x="11074" y="7817"/>
                  </a:lnTo>
                  <a:lnTo>
                    <a:pt x="13516" y="7817"/>
                  </a:lnTo>
                  <a:lnTo>
                    <a:pt x="13516" y="7258"/>
                  </a:lnTo>
                  <a:lnTo>
                    <a:pt x="10911" y="7258"/>
                  </a:lnTo>
                  <a:lnTo>
                    <a:pt x="9050" y="8421"/>
                  </a:lnTo>
                  <a:lnTo>
                    <a:pt x="9050" y="838"/>
                  </a:lnTo>
                  <a:cubicBezTo>
                    <a:pt x="9050" y="675"/>
                    <a:pt x="9166" y="535"/>
                    <a:pt x="9329" y="535"/>
                  </a:cubicBezTo>
                  <a:lnTo>
                    <a:pt x="15494" y="535"/>
                  </a:lnTo>
                  <a:cubicBezTo>
                    <a:pt x="15657" y="535"/>
                    <a:pt x="15773" y="675"/>
                    <a:pt x="15773" y="838"/>
                  </a:cubicBezTo>
                  <a:lnTo>
                    <a:pt x="15773" y="6979"/>
                  </a:lnTo>
                  <a:cubicBezTo>
                    <a:pt x="15773" y="7142"/>
                    <a:pt x="15657" y="7282"/>
                    <a:pt x="15494" y="7282"/>
                  </a:cubicBezTo>
                  <a:lnTo>
                    <a:pt x="14098" y="7282"/>
                  </a:lnTo>
                  <a:lnTo>
                    <a:pt x="14098" y="7840"/>
                  </a:lnTo>
                  <a:lnTo>
                    <a:pt x="15494" y="7840"/>
                  </a:lnTo>
                  <a:cubicBezTo>
                    <a:pt x="15959" y="7840"/>
                    <a:pt x="16331" y="7444"/>
                    <a:pt x="16331" y="7002"/>
                  </a:cubicBezTo>
                  <a:lnTo>
                    <a:pt x="16331" y="3071"/>
                  </a:lnTo>
                  <a:lnTo>
                    <a:pt x="18006" y="3071"/>
                  </a:lnTo>
                  <a:lnTo>
                    <a:pt x="18006" y="13702"/>
                  </a:lnTo>
                  <a:lnTo>
                    <a:pt x="8561" y="13702"/>
                  </a:lnTo>
                  <a:lnTo>
                    <a:pt x="8561" y="10980"/>
                  </a:lnTo>
                  <a:lnTo>
                    <a:pt x="6235" y="10190"/>
                  </a:lnTo>
                  <a:lnTo>
                    <a:pt x="6886" y="9329"/>
                  </a:lnTo>
                  <a:lnTo>
                    <a:pt x="6886" y="7002"/>
                  </a:lnTo>
                  <a:cubicBezTo>
                    <a:pt x="6886" y="6630"/>
                    <a:pt x="6677" y="6328"/>
                    <a:pt x="6328" y="6211"/>
                  </a:cubicBezTo>
                  <a:lnTo>
                    <a:pt x="6328" y="5886"/>
                  </a:lnTo>
                  <a:cubicBezTo>
                    <a:pt x="6328" y="5420"/>
                    <a:pt x="5956" y="5048"/>
                    <a:pt x="5490" y="5048"/>
                  </a:cubicBezTo>
                  <a:lnTo>
                    <a:pt x="4932" y="5048"/>
                  </a:lnTo>
                  <a:cubicBezTo>
                    <a:pt x="4467" y="5048"/>
                    <a:pt x="4095" y="5420"/>
                    <a:pt x="4095" y="5886"/>
                  </a:cubicBezTo>
                  <a:lnTo>
                    <a:pt x="4095" y="6211"/>
                  </a:lnTo>
                  <a:cubicBezTo>
                    <a:pt x="3769" y="6328"/>
                    <a:pt x="3536" y="6630"/>
                    <a:pt x="3536" y="7002"/>
                  </a:cubicBezTo>
                  <a:lnTo>
                    <a:pt x="3536" y="9329"/>
                  </a:lnTo>
                  <a:lnTo>
                    <a:pt x="4211" y="10190"/>
                  </a:lnTo>
                  <a:lnTo>
                    <a:pt x="1885" y="10980"/>
                  </a:lnTo>
                  <a:lnTo>
                    <a:pt x="1885" y="13702"/>
                  </a:lnTo>
                  <a:lnTo>
                    <a:pt x="1163" y="13702"/>
                  </a:lnTo>
                  <a:lnTo>
                    <a:pt x="1163" y="5304"/>
                  </a:lnTo>
                  <a:lnTo>
                    <a:pt x="582" y="5304"/>
                  </a:lnTo>
                  <a:lnTo>
                    <a:pt x="582" y="14819"/>
                  </a:lnTo>
                  <a:lnTo>
                    <a:pt x="0" y="14819"/>
                  </a:lnTo>
                  <a:lnTo>
                    <a:pt x="0" y="16773"/>
                  </a:lnTo>
                  <a:cubicBezTo>
                    <a:pt x="0" y="17238"/>
                    <a:pt x="372" y="17611"/>
                    <a:pt x="838" y="17611"/>
                  </a:cubicBezTo>
                  <a:lnTo>
                    <a:pt x="15727" y="17611"/>
                  </a:lnTo>
                  <a:lnTo>
                    <a:pt x="15727" y="17052"/>
                  </a:lnTo>
                  <a:lnTo>
                    <a:pt x="838" y="17052"/>
                  </a:lnTo>
                  <a:cubicBezTo>
                    <a:pt x="675" y="17052"/>
                    <a:pt x="558" y="16913"/>
                    <a:pt x="558" y="16773"/>
                  </a:cubicBezTo>
                  <a:lnTo>
                    <a:pt x="558" y="15354"/>
                  </a:lnTo>
                  <a:lnTo>
                    <a:pt x="7375" y="15354"/>
                  </a:lnTo>
                  <a:lnTo>
                    <a:pt x="7654" y="16494"/>
                  </a:lnTo>
                  <a:lnTo>
                    <a:pt x="11446" y="16494"/>
                  </a:lnTo>
                  <a:lnTo>
                    <a:pt x="11725" y="15354"/>
                  </a:lnTo>
                  <a:lnTo>
                    <a:pt x="18541" y="15354"/>
                  </a:lnTo>
                  <a:lnTo>
                    <a:pt x="18541" y="16773"/>
                  </a:lnTo>
                  <a:cubicBezTo>
                    <a:pt x="18541" y="16913"/>
                    <a:pt x="18402" y="17052"/>
                    <a:pt x="18239" y="17052"/>
                  </a:cubicBezTo>
                  <a:lnTo>
                    <a:pt x="16285" y="17052"/>
                  </a:lnTo>
                  <a:lnTo>
                    <a:pt x="16285" y="17611"/>
                  </a:lnTo>
                  <a:lnTo>
                    <a:pt x="18239" y="17611"/>
                  </a:lnTo>
                  <a:cubicBezTo>
                    <a:pt x="18704" y="17611"/>
                    <a:pt x="19100" y="17238"/>
                    <a:pt x="19077" y="16773"/>
                  </a:cubicBezTo>
                  <a:lnTo>
                    <a:pt x="19077" y="14819"/>
                  </a:lnTo>
                  <a:lnTo>
                    <a:pt x="18541" y="14819"/>
                  </a:lnTo>
                  <a:lnTo>
                    <a:pt x="18541" y="2512"/>
                  </a:lnTo>
                  <a:lnTo>
                    <a:pt x="16308" y="2512"/>
                  </a:lnTo>
                  <a:lnTo>
                    <a:pt x="16308" y="838"/>
                  </a:lnTo>
                  <a:cubicBezTo>
                    <a:pt x="16308" y="372"/>
                    <a:pt x="15936" y="0"/>
                    <a:pt x="154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70"/>
            <p:cNvSpPr/>
            <p:nvPr/>
          </p:nvSpPr>
          <p:spPr>
            <a:xfrm>
              <a:off x="6463900" y="4164550"/>
              <a:ext cx="70400" cy="13975"/>
            </a:xfrm>
            <a:custGeom>
              <a:avLst/>
              <a:gdLst/>
              <a:ahLst/>
              <a:cxnLst/>
              <a:rect l="l" t="t" r="r" b="b"/>
              <a:pathLst>
                <a:path w="2816" h="559" extrusionOk="0">
                  <a:moveTo>
                    <a:pt x="1" y="0"/>
                  </a:moveTo>
                  <a:lnTo>
                    <a:pt x="1" y="558"/>
                  </a:lnTo>
                  <a:lnTo>
                    <a:pt x="2816" y="558"/>
                  </a:lnTo>
                  <a:lnTo>
                    <a:pt x="281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70"/>
            <p:cNvSpPr/>
            <p:nvPr/>
          </p:nvSpPr>
          <p:spPr>
            <a:xfrm>
              <a:off x="6449950" y="4192450"/>
              <a:ext cx="56450" cy="14000"/>
            </a:xfrm>
            <a:custGeom>
              <a:avLst/>
              <a:gdLst/>
              <a:ahLst/>
              <a:cxnLst/>
              <a:rect l="l" t="t" r="r" b="b"/>
              <a:pathLst>
                <a:path w="2258" h="560" extrusionOk="0">
                  <a:moveTo>
                    <a:pt x="1" y="1"/>
                  </a:moveTo>
                  <a:lnTo>
                    <a:pt x="1" y="559"/>
                  </a:lnTo>
                  <a:lnTo>
                    <a:pt x="2257" y="559"/>
                  </a:lnTo>
                  <a:lnTo>
                    <a:pt x="225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70"/>
            <p:cNvSpPr/>
            <p:nvPr/>
          </p:nvSpPr>
          <p:spPr>
            <a:xfrm>
              <a:off x="6519750" y="4192450"/>
              <a:ext cx="13975" cy="14000"/>
            </a:xfrm>
            <a:custGeom>
              <a:avLst/>
              <a:gdLst/>
              <a:ahLst/>
              <a:cxnLst/>
              <a:rect l="l" t="t" r="r" b="b"/>
              <a:pathLst>
                <a:path w="559" h="560" extrusionOk="0">
                  <a:moveTo>
                    <a:pt x="0" y="1"/>
                  </a:moveTo>
                  <a:lnTo>
                    <a:pt x="0"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70"/>
            <p:cNvSpPr/>
            <p:nvPr/>
          </p:nvSpPr>
          <p:spPr>
            <a:xfrm>
              <a:off x="6449950" y="4220375"/>
              <a:ext cx="84350" cy="13975"/>
            </a:xfrm>
            <a:custGeom>
              <a:avLst/>
              <a:gdLst/>
              <a:ahLst/>
              <a:cxnLst/>
              <a:rect l="l" t="t" r="r" b="b"/>
              <a:pathLst>
                <a:path w="3374" h="559" extrusionOk="0">
                  <a:moveTo>
                    <a:pt x="1" y="0"/>
                  </a:moveTo>
                  <a:lnTo>
                    <a:pt x="1" y="559"/>
                  </a:lnTo>
                  <a:lnTo>
                    <a:pt x="3374" y="559"/>
                  </a:lnTo>
                  <a:lnTo>
                    <a:pt x="337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70"/>
            <p:cNvSpPr/>
            <p:nvPr/>
          </p:nvSpPr>
          <p:spPr>
            <a:xfrm>
              <a:off x="6449950" y="4248300"/>
              <a:ext cx="13975" cy="13975"/>
            </a:xfrm>
            <a:custGeom>
              <a:avLst/>
              <a:gdLst/>
              <a:ahLst/>
              <a:cxnLst/>
              <a:rect l="l" t="t" r="r" b="b"/>
              <a:pathLst>
                <a:path w="559" h="559" extrusionOk="0">
                  <a:moveTo>
                    <a:pt x="1" y="0"/>
                  </a:moveTo>
                  <a:lnTo>
                    <a:pt x="1" y="558"/>
                  </a:lnTo>
                  <a:lnTo>
                    <a:pt x="559" y="558"/>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70"/>
            <p:cNvSpPr/>
            <p:nvPr/>
          </p:nvSpPr>
          <p:spPr>
            <a:xfrm>
              <a:off x="6477875" y="4248300"/>
              <a:ext cx="55850" cy="13975"/>
            </a:xfrm>
            <a:custGeom>
              <a:avLst/>
              <a:gdLst/>
              <a:ahLst/>
              <a:cxnLst/>
              <a:rect l="l" t="t" r="r" b="b"/>
              <a:pathLst>
                <a:path w="2234" h="559" extrusionOk="0">
                  <a:moveTo>
                    <a:pt x="0" y="0"/>
                  </a:moveTo>
                  <a:lnTo>
                    <a:pt x="0" y="558"/>
                  </a:lnTo>
                  <a:lnTo>
                    <a:pt x="2234" y="558"/>
                  </a:lnTo>
                  <a:lnTo>
                    <a:pt x="223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70"/>
            <p:cNvSpPr/>
            <p:nvPr/>
          </p:nvSpPr>
          <p:spPr>
            <a:xfrm>
              <a:off x="6433675" y="4365775"/>
              <a:ext cx="39575" cy="39000"/>
            </a:xfrm>
            <a:custGeom>
              <a:avLst/>
              <a:gdLst/>
              <a:ahLst/>
              <a:cxnLst/>
              <a:rect l="l" t="t" r="r" b="b"/>
              <a:pathLst>
                <a:path w="1583" h="1560" extrusionOk="0">
                  <a:moveTo>
                    <a:pt x="419" y="0"/>
                  </a:moveTo>
                  <a:lnTo>
                    <a:pt x="23" y="396"/>
                  </a:lnTo>
                  <a:lnTo>
                    <a:pt x="419" y="791"/>
                  </a:lnTo>
                  <a:lnTo>
                    <a:pt x="0" y="1164"/>
                  </a:lnTo>
                  <a:lnTo>
                    <a:pt x="419" y="1559"/>
                  </a:lnTo>
                  <a:lnTo>
                    <a:pt x="814" y="1164"/>
                  </a:lnTo>
                  <a:lnTo>
                    <a:pt x="1210" y="1559"/>
                  </a:lnTo>
                  <a:lnTo>
                    <a:pt x="1582" y="1164"/>
                  </a:lnTo>
                  <a:lnTo>
                    <a:pt x="1187" y="768"/>
                  </a:lnTo>
                  <a:lnTo>
                    <a:pt x="1582" y="373"/>
                  </a:lnTo>
                  <a:lnTo>
                    <a:pt x="1187" y="0"/>
                  </a:lnTo>
                  <a:lnTo>
                    <a:pt x="791" y="396"/>
                  </a:lnTo>
                  <a:lnTo>
                    <a:pt x="41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70"/>
            <p:cNvSpPr/>
            <p:nvPr/>
          </p:nvSpPr>
          <p:spPr>
            <a:xfrm>
              <a:off x="6488325" y="4377975"/>
              <a:ext cx="21550" cy="14000"/>
            </a:xfrm>
            <a:custGeom>
              <a:avLst/>
              <a:gdLst/>
              <a:ahLst/>
              <a:cxnLst/>
              <a:rect l="l" t="t" r="r" b="b"/>
              <a:pathLst>
                <a:path w="862" h="560" extrusionOk="0">
                  <a:moveTo>
                    <a:pt x="1" y="1"/>
                  </a:moveTo>
                  <a:lnTo>
                    <a:pt x="1" y="559"/>
                  </a:lnTo>
                  <a:lnTo>
                    <a:pt x="862" y="559"/>
                  </a:lnTo>
                  <a:lnTo>
                    <a:pt x="86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70"/>
            <p:cNvSpPr/>
            <p:nvPr/>
          </p:nvSpPr>
          <p:spPr>
            <a:xfrm>
              <a:off x="6524975" y="4362275"/>
              <a:ext cx="39575" cy="40750"/>
            </a:xfrm>
            <a:custGeom>
              <a:avLst/>
              <a:gdLst/>
              <a:ahLst/>
              <a:cxnLst/>
              <a:rect l="l" t="t" r="r" b="b"/>
              <a:pathLst>
                <a:path w="1583" h="1630" extrusionOk="0">
                  <a:moveTo>
                    <a:pt x="396" y="1"/>
                  </a:moveTo>
                  <a:lnTo>
                    <a:pt x="1" y="396"/>
                  </a:lnTo>
                  <a:lnTo>
                    <a:pt x="512" y="908"/>
                  </a:lnTo>
                  <a:lnTo>
                    <a:pt x="512" y="1629"/>
                  </a:lnTo>
                  <a:lnTo>
                    <a:pt x="1071" y="1629"/>
                  </a:lnTo>
                  <a:lnTo>
                    <a:pt x="1071" y="908"/>
                  </a:lnTo>
                  <a:lnTo>
                    <a:pt x="1583" y="396"/>
                  </a:lnTo>
                  <a:lnTo>
                    <a:pt x="1187" y="1"/>
                  </a:lnTo>
                  <a:lnTo>
                    <a:pt x="792" y="396"/>
                  </a:lnTo>
                  <a:lnTo>
                    <a:pt x="39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27" name="Google Shape;1727;p70">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70">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618"/>
                                        </p:tgtEl>
                                        <p:attrNameLst>
                                          <p:attrName>style.visibility</p:attrName>
                                        </p:attrNameLst>
                                      </p:cBhvr>
                                      <p:to>
                                        <p:strVal val="visible"/>
                                      </p:to>
                                    </p:set>
                                    <p:animEffect transition="in" filter="fade">
                                      <p:cBhvr>
                                        <p:cTn id="7" dur="1000"/>
                                        <p:tgtEl>
                                          <p:spTgt spid="1618"/>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1616"/>
                                        </p:tgtEl>
                                        <p:attrNameLst>
                                          <p:attrName>style.visibility</p:attrName>
                                        </p:attrNameLst>
                                      </p:cBhvr>
                                      <p:to>
                                        <p:strVal val="visible"/>
                                      </p:to>
                                    </p:set>
                                    <p:animEffect transition="in" filter="fade">
                                      <p:cBhvr>
                                        <p:cTn id="11" dur="1000"/>
                                        <p:tgtEl>
                                          <p:spTgt spid="1616"/>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1614"/>
                                        </p:tgtEl>
                                        <p:attrNameLst>
                                          <p:attrName>style.visibility</p:attrName>
                                        </p:attrNameLst>
                                      </p:cBhvr>
                                      <p:to>
                                        <p:strVal val="visible"/>
                                      </p:to>
                                    </p:set>
                                    <p:animEffect transition="in" filter="fade">
                                      <p:cBhvr>
                                        <p:cTn id="15" dur="1000"/>
                                        <p:tgtEl>
                                          <p:spTgt spid="16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1732"/>
        <p:cNvGrpSpPr/>
        <p:nvPr/>
      </p:nvGrpSpPr>
      <p:grpSpPr>
        <a:xfrm>
          <a:off x="0" y="0"/>
          <a:ext cx="0" cy="0"/>
          <a:chOff x="0" y="0"/>
          <a:chExt cx="0" cy="0"/>
        </a:xfrm>
      </p:grpSpPr>
      <p:sp>
        <p:nvSpPr>
          <p:cNvPr id="1733" name="Google Shape;1733;p71"/>
          <p:cNvSpPr/>
          <p:nvPr/>
        </p:nvSpPr>
        <p:spPr>
          <a:xfrm>
            <a:off x="-583155" y="6088800"/>
            <a:ext cx="10653209" cy="159065"/>
          </a:xfrm>
          <a:custGeom>
            <a:avLst/>
            <a:gdLst/>
            <a:ahLst/>
            <a:cxnLst/>
            <a:rect l="l" t="t" r="r" b="b"/>
            <a:pathLst>
              <a:path w="273857" h="4089" extrusionOk="0">
                <a:moveTo>
                  <a:pt x="0" y="164"/>
                </a:moveTo>
                <a:lnTo>
                  <a:pt x="0" y="164"/>
                </a:lnTo>
                <a:lnTo>
                  <a:pt x="0" y="164"/>
                </a:lnTo>
                <a:lnTo>
                  <a:pt x="0" y="164"/>
                </a:lnTo>
                <a:close/>
                <a:moveTo>
                  <a:pt x="273856" y="164"/>
                </a:moveTo>
                <a:lnTo>
                  <a:pt x="273856" y="164"/>
                </a:lnTo>
                <a:lnTo>
                  <a:pt x="273856" y="4088"/>
                </a:lnTo>
                <a:lnTo>
                  <a:pt x="273856" y="4088"/>
                </a:lnTo>
                <a:lnTo>
                  <a:pt x="273856" y="164"/>
                </a:lnTo>
                <a:lnTo>
                  <a:pt x="273856" y="164"/>
                </a:lnTo>
                <a:close/>
                <a:moveTo>
                  <a:pt x="273856" y="164"/>
                </a:moveTo>
                <a:lnTo>
                  <a:pt x="273856" y="164"/>
                </a:lnTo>
                <a:lnTo>
                  <a:pt x="273856" y="164"/>
                </a:lnTo>
                <a:close/>
                <a:moveTo>
                  <a:pt x="0" y="164"/>
                </a:moveTo>
                <a:lnTo>
                  <a:pt x="0" y="164"/>
                </a:lnTo>
                <a:lnTo>
                  <a:pt x="0" y="164"/>
                </a:lnTo>
                <a:close/>
                <a:moveTo>
                  <a:pt x="0" y="164"/>
                </a:moveTo>
                <a:lnTo>
                  <a:pt x="0" y="164"/>
                </a:lnTo>
                <a:lnTo>
                  <a:pt x="0" y="164"/>
                </a:lnTo>
                <a:close/>
                <a:moveTo>
                  <a:pt x="273856" y="164"/>
                </a:moveTo>
                <a:lnTo>
                  <a:pt x="273856" y="164"/>
                </a:lnTo>
                <a:lnTo>
                  <a:pt x="273856" y="164"/>
                </a:lnTo>
                <a:close/>
                <a:moveTo>
                  <a:pt x="0" y="164"/>
                </a:moveTo>
                <a:lnTo>
                  <a:pt x="0" y="164"/>
                </a:lnTo>
                <a:lnTo>
                  <a:pt x="0" y="164"/>
                </a:lnTo>
                <a:close/>
                <a:moveTo>
                  <a:pt x="273856" y="164"/>
                </a:moveTo>
                <a:lnTo>
                  <a:pt x="273856" y="164"/>
                </a:lnTo>
                <a:lnTo>
                  <a:pt x="273856" y="164"/>
                </a:lnTo>
                <a:close/>
                <a:moveTo>
                  <a:pt x="0" y="164"/>
                </a:moveTo>
                <a:lnTo>
                  <a:pt x="0" y="164"/>
                </a:lnTo>
                <a:lnTo>
                  <a:pt x="0" y="164"/>
                </a:lnTo>
                <a:close/>
                <a:moveTo>
                  <a:pt x="273856" y="164"/>
                </a:moveTo>
                <a:lnTo>
                  <a:pt x="273856" y="164"/>
                </a:lnTo>
                <a:lnTo>
                  <a:pt x="273856" y="164"/>
                </a:lnTo>
                <a:close/>
                <a:moveTo>
                  <a:pt x="0" y="164"/>
                </a:moveTo>
                <a:lnTo>
                  <a:pt x="0" y="164"/>
                </a:lnTo>
                <a:lnTo>
                  <a:pt x="0" y="164"/>
                </a:lnTo>
                <a:close/>
                <a:moveTo>
                  <a:pt x="273856" y="164"/>
                </a:moveTo>
                <a:lnTo>
                  <a:pt x="273856" y="164"/>
                </a:lnTo>
                <a:lnTo>
                  <a:pt x="273856" y="164"/>
                </a:lnTo>
                <a:close/>
                <a:moveTo>
                  <a:pt x="273856" y="1"/>
                </a:moveTo>
                <a:lnTo>
                  <a:pt x="27385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71"/>
          <p:cNvSpPr txBox="1">
            <a:spLocks noGrp="1"/>
          </p:cNvSpPr>
          <p:nvPr>
            <p:ph type="subTitle" idx="1"/>
          </p:nvPr>
        </p:nvSpPr>
        <p:spPr>
          <a:xfrm>
            <a:off x="1909800" y="1549776"/>
            <a:ext cx="5324400" cy="130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“This is a quote, words full of wisdom that someone important said and can make the reader get inspired.”</a:t>
            </a:r>
            <a:endParaRPr/>
          </a:p>
        </p:txBody>
      </p:sp>
      <p:sp>
        <p:nvSpPr>
          <p:cNvPr id="1735" name="Google Shape;1735;p71"/>
          <p:cNvSpPr txBox="1">
            <a:spLocks noGrp="1"/>
          </p:cNvSpPr>
          <p:nvPr>
            <p:ph type="title"/>
          </p:nvPr>
        </p:nvSpPr>
        <p:spPr>
          <a:xfrm>
            <a:off x="3327000" y="3134828"/>
            <a:ext cx="2490000" cy="314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—SOMEONE FAMOUS</a:t>
            </a:r>
            <a:endParaRPr/>
          </a:p>
        </p:txBody>
      </p:sp>
      <p:grpSp>
        <p:nvGrpSpPr>
          <p:cNvPr id="1736" name="Google Shape;1736;p71"/>
          <p:cNvGrpSpPr/>
          <p:nvPr/>
        </p:nvGrpSpPr>
        <p:grpSpPr>
          <a:xfrm flipH="1">
            <a:off x="4355906" y="3680366"/>
            <a:ext cx="432486" cy="575340"/>
            <a:chOff x="3600400" y="2783875"/>
            <a:chExt cx="402275" cy="535100"/>
          </a:xfrm>
        </p:grpSpPr>
        <p:sp>
          <p:nvSpPr>
            <p:cNvPr id="1737" name="Google Shape;1737;p71"/>
            <p:cNvSpPr/>
            <p:nvPr/>
          </p:nvSpPr>
          <p:spPr>
            <a:xfrm>
              <a:off x="3631725" y="3070825"/>
              <a:ext cx="195525" cy="237500"/>
            </a:xfrm>
            <a:custGeom>
              <a:avLst/>
              <a:gdLst/>
              <a:ahLst/>
              <a:cxnLst/>
              <a:rect l="l" t="t" r="r" b="b"/>
              <a:pathLst>
                <a:path w="7821" h="9500" extrusionOk="0">
                  <a:moveTo>
                    <a:pt x="3033" y="1"/>
                  </a:moveTo>
                  <a:lnTo>
                    <a:pt x="1" y="7620"/>
                  </a:lnTo>
                  <a:lnTo>
                    <a:pt x="2808" y="7520"/>
                  </a:lnTo>
                  <a:lnTo>
                    <a:pt x="4687" y="9500"/>
                  </a:lnTo>
                  <a:lnTo>
                    <a:pt x="7820" y="1881"/>
                  </a:lnTo>
                  <a:lnTo>
                    <a:pt x="303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71"/>
            <p:cNvSpPr/>
            <p:nvPr/>
          </p:nvSpPr>
          <p:spPr>
            <a:xfrm>
              <a:off x="3623575" y="3062700"/>
              <a:ext cx="211825" cy="256275"/>
            </a:xfrm>
            <a:custGeom>
              <a:avLst/>
              <a:gdLst/>
              <a:ahLst/>
              <a:cxnLst/>
              <a:rect l="l" t="t" r="r" b="b"/>
              <a:pathLst>
                <a:path w="8473" h="10251" extrusionOk="0">
                  <a:moveTo>
                    <a:pt x="3459" y="627"/>
                  </a:moveTo>
                  <a:lnTo>
                    <a:pt x="7845" y="2306"/>
                  </a:lnTo>
                  <a:lnTo>
                    <a:pt x="5009" y="9483"/>
                  </a:lnTo>
                  <a:lnTo>
                    <a:pt x="3259" y="7644"/>
                  </a:lnTo>
                  <a:lnTo>
                    <a:pt x="627" y="7744"/>
                  </a:lnTo>
                  <a:lnTo>
                    <a:pt x="3459" y="627"/>
                  </a:lnTo>
                  <a:close/>
                  <a:moveTo>
                    <a:pt x="3259" y="0"/>
                  </a:moveTo>
                  <a:lnTo>
                    <a:pt x="1" y="8145"/>
                  </a:lnTo>
                  <a:lnTo>
                    <a:pt x="1" y="8145"/>
                  </a:lnTo>
                  <a:lnTo>
                    <a:pt x="3033" y="8045"/>
                  </a:lnTo>
                  <a:lnTo>
                    <a:pt x="5139" y="10251"/>
                  </a:lnTo>
                  <a:lnTo>
                    <a:pt x="5239" y="9925"/>
                  </a:lnTo>
                  <a:lnTo>
                    <a:pt x="8472" y="2105"/>
                  </a:lnTo>
                  <a:lnTo>
                    <a:pt x="3259" y="0"/>
                  </a:ln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71"/>
            <p:cNvSpPr/>
            <p:nvPr/>
          </p:nvSpPr>
          <p:spPr>
            <a:xfrm>
              <a:off x="3775225" y="3070825"/>
              <a:ext cx="196125" cy="237500"/>
            </a:xfrm>
            <a:custGeom>
              <a:avLst/>
              <a:gdLst/>
              <a:ahLst/>
              <a:cxnLst/>
              <a:rect l="l" t="t" r="r" b="b"/>
              <a:pathLst>
                <a:path w="7845" h="9500" extrusionOk="0">
                  <a:moveTo>
                    <a:pt x="4812" y="1"/>
                  </a:moveTo>
                  <a:lnTo>
                    <a:pt x="0" y="1881"/>
                  </a:lnTo>
                  <a:lnTo>
                    <a:pt x="3033" y="9500"/>
                  </a:lnTo>
                  <a:lnTo>
                    <a:pt x="5013" y="7520"/>
                  </a:lnTo>
                  <a:lnTo>
                    <a:pt x="7845" y="7620"/>
                  </a:lnTo>
                  <a:lnTo>
                    <a:pt x="7845" y="7620"/>
                  </a:lnTo>
                  <a:lnTo>
                    <a:pt x="481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71"/>
            <p:cNvSpPr/>
            <p:nvPr/>
          </p:nvSpPr>
          <p:spPr>
            <a:xfrm>
              <a:off x="3767700" y="3062700"/>
              <a:ext cx="211175" cy="256275"/>
            </a:xfrm>
            <a:custGeom>
              <a:avLst/>
              <a:gdLst/>
              <a:ahLst/>
              <a:cxnLst/>
              <a:rect l="l" t="t" r="r" b="b"/>
              <a:pathLst>
                <a:path w="8447" h="10251" extrusionOk="0">
                  <a:moveTo>
                    <a:pt x="5013" y="627"/>
                  </a:moveTo>
                  <a:lnTo>
                    <a:pt x="7820" y="7744"/>
                  </a:lnTo>
                  <a:lnTo>
                    <a:pt x="5213" y="7644"/>
                  </a:lnTo>
                  <a:lnTo>
                    <a:pt x="3421" y="9436"/>
                  </a:lnTo>
                  <a:lnTo>
                    <a:pt x="3421" y="9436"/>
                  </a:lnTo>
                  <a:lnTo>
                    <a:pt x="627" y="2306"/>
                  </a:lnTo>
                  <a:lnTo>
                    <a:pt x="5013" y="627"/>
                  </a:lnTo>
                  <a:close/>
                  <a:moveTo>
                    <a:pt x="5213" y="0"/>
                  </a:moveTo>
                  <a:lnTo>
                    <a:pt x="0" y="2105"/>
                  </a:lnTo>
                  <a:lnTo>
                    <a:pt x="3233" y="10251"/>
                  </a:lnTo>
                  <a:lnTo>
                    <a:pt x="3434" y="10025"/>
                  </a:lnTo>
                  <a:lnTo>
                    <a:pt x="5314" y="8045"/>
                  </a:lnTo>
                  <a:lnTo>
                    <a:pt x="8446" y="8145"/>
                  </a:lnTo>
                  <a:lnTo>
                    <a:pt x="5213" y="0"/>
                  </a:ln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71"/>
            <p:cNvSpPr/>
            <p:nvPr/>
          </p:nvSpPr>
          <p:spPr>
            <a:xfrm>
              <a:off x="3605425" y="2788875"/>
              <a:ext cx="391625" cy="396650"/>
            </a:xfrm>
            <a:custGeom>
              <a:avLst/>
              <a:gdLst/>
              <a:ahLst/>
              <a:cxnLst/>
              <a:rect l="l" t="t" r="r" b="b"/>
              <a:pathLst>
                <a:path w="15665" h="15866" extrusionOk="0">
                  <a:moveTo>
                    <a:pt x="7845" y="1"/>
                  </a:moveTo>
                  <a:lnTo>
                    <a:pt x="6491" y="527"/>
                  </a:lnTo>
                  <a:lnTo>
                    <a:pt x="5113" y="527"/>
                  </a:lnTo>
                  <a:lnTo>
                    <a:pt x="4085" y="1454"/>
                  </a:lnTo>
                  <a:lnTo>
                    <a:pt x="2732" y="1880"/>
                  </a:lnTo>
                  <a:lnTo>
                    <a:pt x="2105" y="3133"/>
                  </a:lnTo>
                  <a:lnTo>
                    <a:pt x="952" y="3961"/>
                  </a:lnTo>
                  <a:lnTo>
                    <a:pt x="727" y="5314"/>
                  </a:lnTo>
                  <a:lnTo>
                    <a:pt x="0" y="6567"/>
                  </a:lnTo>
                  <a:lnTo>
                    <a:pt x="326" y="7946"/>
                  </a:lnTo>
                  <a:lnTo>
                    <a:pt x="0" y="9299"/>
                  </a:lnTo>
                  <a:lnTo>
                    <a:pt x="727" y="10552"/>
                  </a:lnTo>
                  <a:lnTo>
                    <a:pt x="952" y="11905"/>
                  </a:lnTo>
                  <a:lnTo>
                    <a:pt x="2105" y="12833"/>
                  </a:lnTo>
                  <a:lnTo>
                    <a:pt x="2732" y="14086"/>
                  </a:lnTo>
                  <a:lnTo>
                    <a:pt x="4085" y="14512"/>
                  </a:lnTo>
                  <a:lnTo>
                    <a:pt x="5113" y="15464"/>
                  </a:lnTo>
                  <a:lnTo>
                    <a:pt x="6491" y="15339"/>
                  </a:lnTo>
                  <a:lnTo>
                    <a:pt x="7845" y="15865"/>
                  </a:lnTo>
                  <a:lnTo>
                    <a:pt x="9198" y="15339"/>
                  </a:lnTo>
                  <a:lnTo>
                    <a:pt x="10551" y="15464"/>
                  </a:lnTo>
                  <a:lnTo>
                    <a:pt x="11604" y="14512"/>
                  </a:lnTo>
                  <a:lnTo>
                    <a:pt x="12957" y="14086"/>
                  </a:lnTo>
                  <a:lnTo>
                    <a:pt x="13584" y="12833"/>
                  </a:lnTo>
                  <a:lnTo>
                    <a:pt x="14737" y="11905"/>
                  </a:lnTo>
                  <a:lnTo>
                    <a:pt x="14937" y="10552"/>
                  </a:lnTo>
                  <a:lnTo>
                    <a:pt x="15664" y="9299"/>
                  </a:lnTo>
                  <a:lnTo>
                    <a:pt x="15363" y="7946"/>
                  </a:lnTo>
                  <a:lnTo>
                    <a:pt x="15664" y="6567"/>
                  </a:lnTo>
                  <a:lnTo>
                    <a:pt x="14937" y="5314"/>
                  </a:lnTo>
                  <a:lnTo>
                    <a:pt x="14737" y="3961"/>
                  </a:lnTo>
                  <a:lnTo>
                    <a:pt x="13584" y="3133"/>
                  </a:lnTo>
                  <a:lnTo>
                    <a:pt x="12957" y="1880"/>
                  </a:lnTo>
                  <a:lnTo>
                    <a:pt x="11604" y="1454"/>
                  </a:lnTo>
                  <a:lnTo>
                    <a:pt x="10551" y="527"/>
                  </a:lnTo>
                  <a:lnTo>
                    <a:pt x="9198" y="527"/>
                  </a:lnTo>
                  <a:lnTo>
                    <a:pt x="784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71"/>
            <p:cNvSpPr/>
            <p:nvPr/>
          </p:nvSpPr>
          <p:spPr>
            <a:xfrm>
              <a:off x="3600400" y="2783875"/>
              <a:ext cx="402275" cy="409800"/>
            </a:xfrm>
            <a:custGeom>
              <a:avLst/>
              <a:gdLst/>
              <a:ahLst/>
              <a:cxnLst/>
              <a:rect l="l" t="t" r="r" b="b"/>
              <a:pathLst>
                <a:path w="16091" h="16392" extrusionOk="0">
                  <a:moveTo>
                    <a:pt x="8046" y="401"/>
                  </a:moveTo>
                  <a:lnTo>
                    <a:pt x="9299" y="927"/>
                  </a:lnTo>
                  <a:lnTo>
                    <a:pt x="10652" y="927"/>
                  </a:lnTo>
                  <a:lnTo>
                    <a:pt x="11705" y="1755"/>
                  </a:lnTo>
                  <a:lnTo>
                    <a:pt x="13058" y="2181"/>
                  </a:lnTo>
                  <a:lnTo>
                    <a:pt x="13685" y="3434"/>
                  </a:lnTo>
                  <a:lnTo>
                    <a:pt x="14712" y="4261"/>
                  </a:lnTo>
                  <a:lnTo>
                    <a:pt x="14938" y="5639"/>
                  </a:lnTo>
                  <a:lnTo>
                    <a:pt x="15665" y="6767"/>
                  </a:lnTo>
                  <a:lnTo>
                    <a:pt x="15339" y="8146"/>
                  </a:lnTo>
                  <a:lnTo>
                    <a:pt x="15339" y="8246"/>
                  </a:lnTo>
                  <a:lnTo>
                    <a:pt x="15665" y="9499"/>
                  </a:lnTo>
                  <a:lnTo>
                    <a:pt x="14938" y="10652"/>
                  </a:lnTo>
                  <a:lnTo>
                    <a:pt x="14712" y="12005"/>
                  </a:lnTo>
                  <a:lnTo>
                    <a:pt x="13685" y="12832"/>
                  </a:lnTo>
                  <a:lnTo>
                    <a:pt x="13058" y="14085"/>
                  </a:lnTo>
                  <a:lnTo>
                    <a:pt x="11705" y="14511"/>
                  </a:lnTo>
                  <a:lnTo>
                    <a:pt x="10652" y="15439"/>
                  </a:lnTo>
                  <a:lnTo>
                    <a:pt x="9299" y="15339"/>
                  </a:lnTo>
                  <a:lnTo>
                    <a:pt x="8046" y="15865"/>
                  </a:lnTo>
                  <a:lnTo>
                    <a:pt x="6793" y="15339"/>
                  </a:lnTo>
                  <a:lnTo>
                    <a:pt x="5439" y="15439"/>
                  </a:lnTo>
                  <a:lnTo>
                    <a:pt x="4386" y="14511"/>
                  </a:lnTo>
                  <a:lnTo>
                    <a:pt x="3033" y="14085"/>
                  </a:lnTo>
                  <a:lnTo>
                    <a:pt x="2407" y="12832"/>
                  </a:lnTo>
                  <a:lnTo>
                    <a:pt x="1354" y="12005"/>
                  </a:lnTo>
                  <a:lnTo>
                    <a:pt x="1153" y="10652"/>
                  </a:lnTo>
                  <a:lnTo>
                    <a:pt x="427" y="9499"/>
                  </a:lnTo>
                  <a:lnTo>
                    <a:pt x="727" y="8146"/>
                  </a:lnTo>
                  <a:lnTo>
                    <a:pt x="427" y="6767"/>
                  </a:lnTo>
                  <a:lnTo>
                    <a:pt x="1153" y="5639"/>
                  </a:lnTo>
                  <a:lnTo>
                    <a:pt x="1354" y="4261"/>
                  </a:lnTo>
                  <a:lnTo>
                    <a:pt x="2407" y="3434"/>
                  </a:lnTo>
                  <a:lnTo>
                    <a:pt x="3033" y="2181"/>
                  </a:lnTo>
                  <a:lnTo>
                    <a:pt x="4386" y="1755"/>
                  </a:lnTo>
                  <a:lnTo>
                    <a:pt x="5439" y="927"/>
                  </a:lnTo>
                  <a:lnTo>
                    <a:pt x="6793" y="927"/>
                  </a:lnTo>
                  <a:lnTo>
                    <a:pt x="8046" y="401"/>
                  </a:lnTo>
                  <a:close/>
                  <a:moveTo>
                    <a:pt x="8046" y="0"/>
                  </a:moveTo>
                  <a:lnTo>
                    <a:pt x="6692" y="501"/>
                  </a:lnTo>
                  <a:lnTo>
                    <a:pt x="5214" y="501"/>
                  </a:lnTo>
                  <a:lnTo>
                    <a:pt x="4186" y="1454"/>
                  </a:lnTo>
                  <a:lnTo>
                    <a:pt x="2808" y="1880"/>
                  </a:lnTo>
                  <a:lnTo>
                    <a:pt x="2081" y="3133"/>
                  </a:lnTo>
                  <a:lnTo>
                    <a:pt x="928" y="4060"/>
                  </a:lnTo>
                  <a:lnTo>
                    <a:pt x="727" y="5514"/>
                  </a:lnTo>
                  <a:lnTo>
                    <a:pt x="1" y="6767"/>
                  </a:lnTo>
                  <a:lnTo>
                    <a:pt x="301" y="8146"/>
                  </a:lnTo>
                  <a:lnTo>
                    <a:pt x="1" y="9599"/>
                  </a:lnTo>
                  <a:lnTo>
                    <a:pt x="727" y="10852"/>
                  </a:lnTo>
                  <a:lnTo>
                    <a:pt x="928" y="12206"/>
                  </a:lnTo>
                  <a:lnTo>
                    <a:pt x="2081" y="13158"/>
                  </a:lnTo>
                  <a:lnTo>
                    <a:pt x="2808" y="14411"/>
                  </a:lnTo>
                  <a:lnTo>
                    <a:pt x="4186" y="14912"/>
                  </a:lnTo>
                  <a:lnTo>
                    <a:pt x="5214" y="15865"/>
                  </a:lnTo>
                  <a:lnTo>
                    <a:pt x="6692" y="15765"/>
                  </a:lnTo>
                  <a:lnTo>
                    <a:pt x="8046" y="16391"/>
                  </a:lnTo>
                  <a:lnTo>
                    <a:pt x="9399" y="15765"/>
                  </a:lnTo>
                  <a:lnTo>
                    <a:pt x="10853" y="15865"/>
                  </a:lnTo>
                  <a:lnTo>
                    <a:pt x="11905" y="14912"/>
                  </a:lnTo>
                  <a:lnTo>
                    <a:pt x="13259" y="14411"/>
                  </a:lnTo>
                  <a:lnTo>
                    <a:pt x="13986" y="13158"/>
                  </a:lnTo>
                  <a:lnTo>
                    <a:pt x="15138" y="12206"/>
                  </a:lnTo>
                  <a:lnTo>
                    <a:pt x="15339" y="10852"/>
                  </a:lnTo>
                  <a:lnTo>
                    <a:pt x="16091" y="9599"/>
                  </a:lnTo>
                  <a:lnTo>
                    <a:pt x="15776" y="8195"/>
                  </a:lnTo>
                  <a:lnTo>
                    <a:pt x="16091" y="6767"/>
                  </a:lnTo>
                  <a:lnTo>
                    <a:pt x="15339" y="5514"/>
                  </a:lnTo>
                  <a:lnTo>
                    <a:pt x="15138" y="4060"/>
                  </a:lnTo>
                  <a:lnTo>
                    <a:pt x="13986" y="3133"/>
                  </a:lnTo>
                  <a:lnTo>
                    <a:pt x="13259" y="1880"/>
                  </a:lnTo>
                  <a:lnTo>
                    <a:pt x="11905" y="1454"/>
                  </a:lnTo>
                  <a:lnTo>
                    <a:pt x="10853" y="501"/>
                  </a:lnTo>
                  <a:lnTo>
                    <a:pt x="9399" y="501"/>
                  </a:lnTo>
                  <a:lnTo>
                    <a:pt x="8046" y="0"/>
                  </a:ln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71"/>
            <p:cNvSpPr/>
            <p:nvPr/>
          </p:nvSpPr>
          <p:spPr>
            <a:xfrm>
              <a:off x="3663050" y="2851525"/>
              <a:ext cx="276975" cy="273850"/>
            </a:xfrm>
            <a:custGeom>
              <a:avLst/>
              <a:gdLst/>
              <a:ahLst/>
              <a:cxnLst/>
              <a:rect l="l" t="t" r="r" b="b"/>
              <a:pathLst>
                <a:path w="11079" h="10954" extrusionOk="0">
                  <a:moveTo>
                    <a:pt x="5540" y="302"/>
                  </a:moveTo>
                  <a:cubicBezTo>
                    <a:pt x="6993" y="302"/>
                    <a:pt x="8246" y="828"/>
                    <a:pt x="9199" y="1780"/>
                  </a:cubicBezTo>
                  <a:cubicBezTo>
                    <a:pt x="10126" y="2708"/>
                    <a:pt x="10753" y="4061"/>
                    <a:pt x="10753" y="5440"/>
                  </a:cubicBezTo>
                  <a:cubicBezTo>
                    <a:pt x="10753" y="6893"/>
                    <a:pt x="10126" y="8146"/>
                    <a:pt x="9199" y="9074"/>
                  </a:cubicBezTo>
                  <a:cubicBezTo>
                    <a:pt x="8246" y="10026"/>
                    <a:pt x="6993" y="10653"/>
                    <a:pt x="5540" y="10653"/>
                  </a:cubicBezTo>
                  <a:cubicBezTo>
                    <a:pt x="4061" y="10653"/>
                    <a:pt x="2808" y="10026"/>
                    <a:pt x="1880" y="9074"/>
                  </a:cubicBezTo>
                  <a:cubicBezTo>
                    <a:pt x="928" y="8146"/>
                    <a:pt x="302" y="6893"/>
                    <a:pt x="302" y="5440"/>
                  </a:cubicBezTo>
                  <a:cubicBezTo>
                    <a:pt x="302" y="4061"/>
                    <a:pt x="928" y="2708"/>
                    <a:pt x="1880" y="1780"/>
                  </a:cubicBezTo>
                  <a:cubicBezTo>
                    <a:pt x="2808" y="828"/>
                    <a:pt x="4061" y="302"/>
                    <a:pt x="5540" y="302"/>
                  </a:cubicBezTo>
                  <a:close/>
                  <a:moveTo>
                    <a:pt x="5540" y="1"/>
                  </a:moveTo>
                  <a:cubicBezTo>
                    <a:pt x="2507" y="1"/>
                    <a:pt x="1" y="2407"/>
                    <a:pt x="1" y="5440"/>
                  </a:cubicBezTo>
                  <a:cubicBezTo>
                    <a:pt x="1" y="8447"/>
                    <a:pt x="2507" y="10953"/>
                    <a:pt x="5540" y="10953"/>
                  </a:cubicBezTo>
                  <a:cubicBezTo>
                    <a:pt x="8572" y="10953"/>
                    <a:pt x="11079" y="8447"/>
                    <a:pt x="11079" y="5440"/>
                  </a:cubicBezTo>
                  <a:cubicBezTo>
                    <a:pt x="11079" y="2407"/>
                    <a:pt x="8572" y="1"/>
                    <a:pt x="5540" y="1"/>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4" name="Google Shape;1744;p71"/>
          <p:cNvGrpSpPr/>
          <p:nvPr/>
        </p:nvGrpSpPr>
        <p:grpSpPr>
          <a:xfrm rot="132037" flipH="1">
            <a:off x="7495981" y="1045848"/>
            <a:ext cx="1385983" cy="2705355"/>
            <a:chOff x="409722" y="228600"/>
            <a:chExt cx="1385931" cy="2705253"/>
          </a:xfrm>
        </p:grpSpPr>
        <p:grpSp>
          <p:nvGrpSpPr>
            <p:cNvPr id="1745" name="Google Shape;1745;p71"/>
            <p:cNvGrpSpPr/>
            <p:nvPr/>
          </p:nvGrpSpPr>
          <p:grpSpPr>
            <a:xfrm rot="-617154" flipH="1">
              <a:off x="575967" y="402323"/>
              <a:ext cx="1053440" cy="2450002"/>
              <a:chOff x="3817855" y="1437512"/>
              <a:chExt cx="541146" cy="1128254"/>
            </a:xfrm>
          </p:grpSpPr>
          <p:sp>
            <p:nvSpPr>
              <p:cNvPr id="1746" name="Google Shape;1746;p71"/>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71"/>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48" name="Google Shape;1748;p71"/>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9" name="Google Shape;1749;p71"/>
          <p:cNvGrpSpPr/>
          <p:nvPr/>
        </p:nvGrpSpPr>
        <p:grpSpPr>
          <a:xfrm rot="-10569166" flipH="1">
            <a:off x="299793" y="1362645"/>
            <a:ext cx="1386005" cy="2705399"/>
            <a:chOff x="409722" y="228600"/>
            <a:chExt cx="1385931" cy="2705253"/>
          </a:xfrm>
        </p:grpSpPr>
        <p:grpSp>
          <p:nvGrpSpPr>
            <p:cNvPr id="1750" name="Google Shape;1750;p71"/>
            <p:cNvGrpSpPr/>
            <p:nvPr/>
          </p:nvGrpSpPr>
          <p:grpSpPr>
            <a:xfrm rot="-617154" flipH="1">
              <a:off x="575967" y="402323"/>
              <a:ext cx="1053440" cy="2450002"/>
              <a:chOff x="3817855" y="1437512"/>
              <a:chExt cx="541146" cy="1128254"/>
            </a:xfrm>
          </p:grpSpPr>
          <p:sp>
            <p:nvSpPr>
              <p:cNvPr id="1751" name="Google Shape;1751;p71"/>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71"/>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53" name="Google Shape;1753;p71"/>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54" name="Google Shape;1754;p71">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71">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fill="hold" nodeType="afterEffect">
                                  <p:stCondLst>
                                    <p:cond delay="0"/>
                                  </p:stCondLst>
                                  <p:childTnLst>
                                    <p:animRot by="-21600000">
                                      <p:cBhvr>
                                        <p:cTn id="6" dur="1000" fill="hold"/>
                                        <p:tgtEl>
                                          <p:spTgt spid="1736"/>
                                        </p:tgtEl>
                                        <p:attrNameLst>
                                          <p:attrName>r</p:attrName>
                                        </p:attrNameLst>
                                      </p:cBhvr>
                                    </p:animRot>
                                  </p:childTnLst>
                                </p:cTn>
                              </p:par>
                            </p:childTnLst>
                          </p:cTn>
                        </p:par>
                        <p:par>
                          <p:cTn id="7" fill="hold">
                            <p:stCondLst>
                              <p:cond delay="1000"/>
                            </p:stCondLst>
                            <p:childTnLst>
                              <p:par>
                                <p:cTn id="8" presetID="2" presetClass="entr" presetSubtype="2" fill="hold" nodeType="afterEffect">
                                  <p:stCondLst>
                                    <p:cond delay="0"/>
                                  </p:stCondLst>
                                  <p:childTnLst>
                                    <p:set>
                                      <p:cBhvr>
                                        <p:cTn id="9" dur="1" fill="hold">
                                          <p:stCondLst>
                                            <p:cond delay="0"/>
                                          </p:stCondLst>
                                        </p:cTn>
                                        <p:tgtEl>
                                          <p:spTgt spid="1744"/>
                                        </p:tgtEl>
                                        <p:attrNameLst>
                                          <p:attrName>style.visibility</p:attrName>
                                        </p:attrNameLst>
                                      </p:cBhvr>
                                      <p:to>
                                        <p:strVal val="visible"/>
                                      </p:to>
                                    </p:set>
                                    <p:anim calcmode="lin" valueType="num">
                                      <p:cBhvr additive="base">
                                        <p:cTn id="10" dur="1000"/>
                                        <p:tgtEl>
                                          <p:spTgt spid="1744"/>
                                        </p:tgtEl>
                                        <p:attrNameLst>
                                          <p:attrName>ppt_x</p:attrName>
                                        </p:attrNameLst>
                                      </p:cBhvr>
                                      <p:tavLst>
                                        <p:tav tm="0">
                                          <p:val>
                                            <p:strVal val="#ppt_x+1"/>
                                          </p:val>
                                        </p:tav>
                                        <p:tav tm="100000">
                                          <p:val>
                                            <p:strVal val="#ppt_x"/>
                                          </p:val>
                                        </p:tav>
                                      </p:tavLst>
                                    </p:anim>
                                  </p:childTnLst>
                                </p:cTn>
                              </p:par>
                              <p:par>
                                <p:cTn id="11" presetID="2" presetClass="entr" presetSubtype="8" fill="hold" nodeType="withEffect">
                                  <p:stCondLst>
                                    <p:cond delay="0"/>
                                  </p:stCondLst>
                                  <p:childTnLst>
                                    <p:set>
                                      <p:cBhvr>
                                        <p:cTn id="12" dur="1" fill="hold">
                                          <p:stCondLst>
                                            <p:cond delay="0"/>
                                          </p:stCondLst>
                                        </p:cTn>
                                        <p:tgtEl>
                                          <p:spTgt spid="1749"/>
                                        </p:tgtEl>
                                        <p:attrNameLst>
                                          <p:attrName>style.visibility</p:attrName>
                                        </p:attrNameLst>
                                      </p:cBhvr>
                                      <p:to>
                                        <p:strVal val="visible"/>
                                      </p:to>
                                    </p:set>
                                    <p:anim calcmode="lin" valueType="num">
                                      <p:cBhvr additive="base">
                                        <p:cTn id="13" dur="1000"/>
                                        <p:tgtEl>
                                          <p:spTgt spid="1749"/>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Shape 1759"/>
        <p:cNvGrpSpPr/>
        <p:nvPr/>
      </p:nvGrpSpPr>
      <p:grpSpPr>
        <a:xfrm>
          <a:off x="0" y="0"/>
          <a:ext cx="0" cy="0"/>
          <a:chOff x="0" y="0"/>
          <a:chExt cx="0" cy="0"/>
        </a:xfrm>
      </p:grpSpPr>
      <p:cxnSp>
        <p:nvCxnSpPr>
          <p:cNvPr id="1760" name="Google Shape;1760;p72"/>
          <p:cNvCxnSpPr/>
          <p:nvPr/>
        </p:nvCxnSpPr>
        <p:spPr>
          <a:xfrm>
            <a:off x="-148335" y="4123851"/>
            <a:ext cx="5387100" cy="0"/>
          </a:xfrm>
          <a:prstGeom prst="straightConnector1">
            <a:avLst/>
          </a:prstGeom>
          <a:noFill/>
          <a:ln w="28575" cap="flat" cmpd="sng">
            <a:solidFill>
              <a:schemeClr val="accent5"/>
            </a:solidFill>
            <a:prstDash val="solid"/>
            <a:round/>
            <a:headEnd type="none" w="med" len="med"/>
            <a:tailEnd type="none" w="med" len="med"/>
          </a:ln>
        </p:spPr>
      </p:cxnSp>
      <p:grpSp>
        <p:nvGrpSpPr>
          <p:cNvPr id="1761" name="Google Shape;1761;p72"/>
          <p:cNvGrpSpPr/>
          <p:nvPr/>
        </p:nvGrpSpPr>
        <p:grpSpPr>
          <a:xfrm>
            <a:off x="434786" y="1395605"/>
            <a:ext cx="976515" cy="2856951"/>
            <a:chOff x="-1321475" y="2263438"/>
            <a:chExt cx="445450" cy="1303175"/>
          </a:xfrm>
        </p:grpSpPr>
        <p:sp>
          <p:nvSpPr>
            <p:cNvPr id="1762" name="Google Shape;1762;p72"/>
            <p:cNvSpPr/>
            <p:nvPr/>
          </p:nvSpPr>
          <p:spPr>
            <a:xfrm>
              <a:off x="-1275875" y="2455488"/>
              <a:ext cx="144675" cy="230125"/>
            </a:xfrm>
            <a:custGeom>
              <a:avLst/>
              <a:gdLst/>
              <a:ahLst/>
              <a:cxnLst/>
              <a:rect l="l" t="t" r="r" b="b"/>
              <a:pathLst>
                <a:path w="5787" h="9205" fill="none" extrusionOk="0">
                  <a:moveTo>
                    <a:pt x="1" y="0"/>
                  </a:moveTo>
                  <a:lnTo>
                    <a:pt x="5787" y="9205"/>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72"/>
            <p:cNvSpPr/>
            <p:nvPr/>
          </p:nvSpPr>
          <p:spPr>
            <a:xfrm>
              <a:off x="-1236825" y="2432063"/>
              <a:ext cx="3300" cy="85500"/>
            </a:xfrm>
            <a:custGeom>
              <a:avLst/>
              <a:gdLst/>
              <a:ahLst/>
              <a:cxnLst/>
              <a:rect l="l" t="t" r="r" b="b"/>
              <a:pathLst>
                <a:path w="132" h="3420" fill="none" extrusionOk="0">
                  <a:moveTo>
                    <a:pt x="0" y="3419"/>
                  </a:moveTo>
                  <a:lnTo>
                    <a:pt x="132" y="0"/>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72"/>
            <p:cNvSpPr/>
            <p:nvPr/>
          </p:nvSpPr>
          <p:spPr>
            <a:xfrm>
              <a:off x="-1313250" y="2475213"/>
              <a:ext cx="59200" cy="14825"/>
            </a:xfrm>
            <a:custGeom>
              <a:avLst/>
              <a:gdLst/>
              <a:ahLst/>
              <a:cxnLst/>
              <a:rect l="l" t="t" r="r" b="b"/>
              <a:pathLst>
                <a:path w="2368" h="593" fill="none" extrusionOk="0">
                  <a:moveTo>
                    <a:pt x="0" y="0"/>
                  </a:moveTo>
                  <a:lnTo>
                    <a:pt x="2367" y="592"/>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72"/>
            <p:cNvSpPr/>
            <p:nvPr/>
          </p:nvSpPr>
          <p:spPr>
            <a:xfrm>
              <a:off x="-1283675" y="2439313"/>
              <a:ext cx="16475" cy="15425"/>
            </a:xfrm>
            <a:custGeom>
              <a:avLst/>
              <a:gdLst/>
              <a:ahLst/>
              <a:cxnLst/>
              <a:rect l="l" t="t" r="r" b="b"/>
              <a:pathLst>
                <a:path w="659" h="617" extrusionOk="0">
                  <a:moveTo>
                    <a:pt x="336" y="1"/>
                  </a:moveTo>
                  <a:cubicBezTo>
                    <a:pt x="318" y="1"/>
                    <a:pt x="299" y="3"/>
                    <a:pt x="280" y="6"/>
                  </a:cubicBezTo>
                  <a:cubicBezTo>
                    <a:pt x="116" y="23"/>
                    <a:pt x="1" y="187"/>
                    <a:pt x="17" y="352"/>
                  </a:cubicBezTo>
                  <a:cubicBezTo>
                    <a:pt x="48" y="505"/>
                    <a:pt x="179" y="616"/>
                    <a:pt x="331" y="616"/>
                  </a:cubicBezTo>
                  <a:cubicBezTo>
                    <a:pt x="341" y="616"/>
                    <a:pt x="352" y="616"/>
                    <a:pt x="362" y="614"/>
                  </a:cubicBezTo>
                  <a:cubicBezTo>
                    <a:pt x="543" y="582"/>
                    <a:pt x="658" y="434"/>
                    <a:pt x="625" y="269"/>
                  </a:cubicBezTo>
                  <a:cubicBezTo>
                    <a:pt x="611" y="109"/>
                    <a:pt x="480" y="1"/>
                    <a:pt x="336"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72"/>
            <p:cNvSpPr/>
            <p:nvPr/>
          </p:nvSpPr>
          <p:spPr>
            <a:xfrm>
              <a:off x="-1241750" y="2424638"/>
              <a:ext cx="16450" cy="15400"/>
            </a:xfrm>
            <a:custGeom>
              <a:avLst/>
              <a:gdLst/>
              <a:ahLst/>
              <a:cxnLst/>
              <a:rect l="l" t="t" r="r" b="b"/>
              <a:pathLst>
                <a:path w="658" h="616" extrusionOk="0">
                  <a:moveTo>
                    <a:pt x="327" y="0"/>
                  </a:moveTo>
                  <a:cubicBezTo>
                    <a:pt x="317" y="0"/>
                    <a:pt x="307" y="1"/>
                    <a:pt x="296" y="2"/>
                  </a:cubicBezTo>
                  <a:cubicBezTo>
                    <a:pt x="132" y="34"/>
                    <a:pt x="0" y="182"/>
                    <a:pt x="33" y="347"/>
                  </a:cubicBezTo>
                  <a:cubicBezTo>
                    <a:pt x="48" y="507"/>
                    <a:pt x="178" y="615"/>
                    <a:pt x="322" y="615"/>
                  </a:cubicBezTo>
                  <a:cubicBezTo>
                    <a:pt x="340" y="615"/>
                    <a:pt x="359" y="614"/>
                    <a:pt x="378" y="610"/>
                  </a:cubicBezTo>
                  <a:cubicBezTo>
                    <a:pt x="543" y="593"/>
                    <a:pt x="658" y="429"/>
                    <a:pt x="641" y="265"/>
                  </a:cubicBezTo>
                  <a:cubicBezTo>
                    <a:pt x="610" y="111"/>
                    <a:pt x="479" y="0"/>
                    <a:pt x="327" y="0"/>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72"/>
            <p:cNvSpPr/>
            <p:nvPr/>
          </p:nvSpPr>
          <p:spPr>
            <a:xfrm>
              <a:off x="-1321475" y="2466863"/>
              <a:ext cx="16050" cy="15400"/>
            </a:xfrm>
            <a:custGeom>
              <a:avLst/>
              <a:gdLst/>
              <a:ahLst/>
              <a:cxnLst/>
              <a:rect l="l" t="t" r="r" b="b"/>
              <a:pathLst>
                <a:path w="642" h="616" extrusionOk="0">
                  <a:moveTo>
                    <a:pt x="331" y="1"/>
                  </a:moveTo>
                  <a:cubicBezTo>
                    <a:pt x="314" y="1"/>
                    <a:pt x="297" y="2"/>
                    <a:pt x="280" y="6"/>
                  </a:cubicBezTo>
                  <a:cubicBezTo>
                    <a:pt x="116" y="22"/>
                    <a:pt x="0" y="186"/>
                    <a:pt x="17" y="351"/>
                  </a:cubicBezTo>
                  <a:cubicBezTo>
                    <a:pt x="48" y="505"/>
                    <a:pt x="179" y="615"/>
                    <a:pt x="331" y="615"/>
                  </a:cubicBezTo>
                  <a:cubicBezTo>
                    <a:pt x="341" y="615"/>
                    <a:pt x="352" y="615"/>
                    <a:pt x="362" y="614"/>
                  </a:cubicBezTo>
                  <a:cubicBezTo>
                    <a:pt x="526" y="581"/>
                    <a:pt x="642" y="433"/>
                    <a:pt x="625" y="269"/>
                  </a:cubicBezTo>
                  <a:cubicBezTo>
                    <a:pt x="610" y="121"/>
                    <a:pt x="477" y="1"/>
                    <a:pt x="331"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72"/>
            <p:cNvSpPr/>
            <p:nvPr/>
          </p:nvSpPr>
          <p:spPr>
            <a:xfrm>
              <a:off x="-1249150" y="2296063"/>
              <a:ext cx="226025" cy="330800"/>
            </a:xfrm>
            <a:custGeom>
              <a:avLst/>
              <a:gdLst/>
              <a:ahLst/>
              <a:cxnLst/>
              <a:rect l="l" t="t" r="r" b="b"/>
              <a:pathLst>
                <a:path w="9041" h="13232" fill="none" extrusionOk="0">
                  <a:moveTo>
                    <a:pt x="0" y="0"/>
                  </a:moveTo>
                  <a:lnTo>
                    <a:pt x="9040" y="1323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72"/>
            <p:cNvSpPr/>
            <p:nvPr/>
          </p:nvSpPr>
          <p:spPr>
            <a:xfrm>
              <a:off x="-1207650" y="2271388"/>
              <a:ext cx="25" cy="85100"/>
            </a:xfrm>
            <a:custGeom>
              <a:avLst/>
              <a:gdLst/>
              <a:ahLst/>
              <a:cxnLst/>
              <a:rect l="l" t="t" r="r" b="b"/>
              <a:pathLst>
                <a:path w="1" h="3404" fill="none" extrusionOk="0">
                  <a:moveTo>
                    <a:pt x="0" y="3403"/>
                  </a:moveTo>
                  <a:lnTo>
                    <a:pt x="0" y="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72"/>
            <p:cNvSpPr/>
            <p:nvPr/>
          </p:nvSpPr>
          <p:spPr>
            <a:xfrm>
              <a:off x="-1285725" y="2317413"/>
              <a:ext cx="59600" cy="12775"/>
            </a:xfrm>
            <a:custGeom>
              <a:avLst/>
              <a:gdLst/>
              <a:ahLst/>
              <a:cxnLst/>
              <a:rect l="l" t="t" r="r" b="b"/>
              <a:pathLst>
                <a:path w="2384" h="511" fill="none" extrusionOk="0">
                  <a:moveTo>
                    <a:pt x="0" y="1"/>
                  </a:moveTo>
                  <a:lnTo>
                    <a:pt x="2384" y="510"/>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72"/>
            <p:cNvSpPr/>
            <p:nvPr/>
          </p:nvSpPr>
          <p:spPr>
            <a:xfrm>
              <a:off x="-1257375" y="2288113"/>
              <a:ext cx="16475" cy="15500"/>
            </a:xfrm>
            <a:custGeom>
              <a:avLst/>
              <a:gdLst/>
              <a:ahLst/>
              <a:cxnLst/>
              <a:rect l="l" t="t" r="r" b="b"/>
              <a:pathLst>
                <a:path w="659" h="620" extrusionOk="0">
                  <a:moveTo>
                    <a:pt x="336" y="0"/>
                  </a:moveTo>
                  <a:cubicBezTo>
                    <a:pt x="318" y="0"/>
                    <a:pt x="299" y="2"/>
                    <a:pt x="280" y="6"/>
                  </a:cubicBezTo>
                  <a:cubicBezTo>
                    <a:pt x="116" y="39"/>
                    <a:pt x="1" y="203"/>
                    <a:pt x="33" y="367"/>
                  </a:cubicBezTo>
                  <a:cubicBezTo>
                    <a:pt x="48" y="513"/>
                    <a:pt x="178" y="619"/>
                    <a:pt x="322" y="619"/>
                  </a:cubicBezTo>
                  <a:cubicBezTo>
                    <a:pt x="341" y="619"/>
                    <a:pt x="360" y="618"/>
                    <a:pt x="379" y="614"/>
                  </a:cubicBezTo>
                  <a:cubicBezTo>
                    <a:pt x="543" y="581"/>
                    <a:pt x="658" y="417"/>
                    <a:pt x="625" y="252"/>
                  </a:cubicBezTo>
                  <a:cubicBezTo>
                    <a:pt x="596" y="107"/>
                    <a:pt x="477" y="0"/>
                    <a:pt x="336" y="0"/>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72"/>
            <p:cNvSpPr/>
            <p:nvPr/>
          </p:nvSpPr>
          <p:spPr>
            <a:xfrm>
              <a:off x="-1215875" y="2263438"/>
              <a:ext cx="16475" cy="15100"/>
            </a:xfrm>
            <a:custGeom>
              <a:avLst/>
              <a:gdLst/>
              <a:ahLst/>
              <a:cxnLst/>
              <a:rect l="l" t="t" r="r" b="b"/>
              <a:pathLst>
                <a:path w="659" h="604" extrusionOk="0">
                  <a:moveTo>
                    <a:pt x="343" y="0"/>
                  </a:moveTo>
                  <a:cubicBezTo>
                    <a:pt x="322" y="0"/>
                    <a:pt x="301" y="2"/>
                    <a:pt x="280" y="7"/>
                  </a:cubicBezTo>
                  <a:cubicBezTo>
                    <a:pt x="116" y="23"/>
                    <a:pt x="1" y="187"/>
                    <a:pt x="34" y="352"/>
                  </a:cubicBezTo>
                  <a:cubicBezTo>
                    <a:pt x="48" y="497"/>
                    <a:pt x="178" y="604"/>
                    <a:pt x="322" y="604"/>
                  </a:cubicBezTo>
                  <a:cubicBezTo>
                    <a:pt x="341" y="604"/>
                    <a:pt x="360" y="602"/>
                    <a:pt x="379" y="598"/>
                  </a:cubicBezTo>
                  <a:cubicBezTo>
                    <a:pt x="543" y="565"/>
                    <a:pt x="658" y="417"/>
                    <a:pt x="625" y="253"/>
                  </a:cubicBezTo>
                  <a:cubicBezTo>
                    <a:pt x="611" y="95"/>
                    <a:pt x="484" y="0"/>
                    <a:pt x="343" y="0"/>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72"/>
            <p:cNvSpPr/>
            <p:nvPr/>
          </p:nvSpPr>
          <p:spPr>
            <a:xfrm>
              <a:off x="-1144775" y="2383163"/>
              <a:ext cx="25" cy="65775"/>
            </a:xfrm>
            <a:custGeom>
              <a:avLst/>
              <a:gdLst/>
              <a:ahLst/>
              <a:cxnLst/>
              <a:rect l="l" t="t" r="r" b="b"/>
              <a:pathLst>
                <a:path w="1" h="2631" fill="none" extrusionOk="0">
                  <a:moveTo>
                    <a:pt x="0" y="2630"/>
                  </a:moveTo>
                  <a:lnTo>
                    <a:pt x="0" y="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72"/>
            <p:cNvSpPr/>
            <p:nvPr/>
          </p:nvSpPr>
          <p:spPr>
            <a:xfrm>
              <a:off x="-1153000" y="2375213"/>
              <a:ext cx="16450" cy="15125"/>
            </a:xfrm>
            <a:custGeom>
              <a:avLst/>
              <a:gdLst/>
              <a:ahLst/>
              <a:cxnLst/>
              <a:rect l="l" t="t" r="r" b="b"/>
              <a:pathLst>
                <a:path w="658" h="605" extrusionOk="0">
                  <a:moveTo>
                    <a:pt x="337" y="1"/>
                  </a:moveTo>
                  <a:cubicBezTo>
                    <a:pt x="318" y="1"/>
                    <a:pt x="299" y="2"/>
                    <a:pt x="280" y="6"/>
                  </a:cubicBezTo>
                  <a:cubicBezTo>
                    <a:pt x="116" y="39"/>
                    <a:pt x="0" y="187"/>
                    <a:pt x="33" y="351"/>
                  </a:cubicBezTo>
                  <a:cubicBezTo>
                    <a:pt x="62" y="509"/>
                    <a:pt x="178" y="604"/>
                    <a:pt x="316" y="604"/>
                  </a:cubicBezTo>
                  <a:cubicBezTo>
                    <a:pt x="337" y="604"/>
                    <a:pt x="357" y="602"/>
                    <a:pt x="379" y="598"/>
                  </a:cubicBezTo>
                  <a:cubicBezTo>
                    <a:pt x="559" y="582"/>
                    <a:pt x="658" y="417"/>
                    <a:pt x="625" y="253"/>
                  </a:cubicBezTo>
                  <a:cubicBezTo>
                    <a:pt x="611" y="107"/>
                    <a:pt x="480" y="1"/>
                    <a:pt x="337"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72"/>
            <p:cNvSpPr/>
            <p:nvPr/>
          </p:nvSpPr>
          <p:spPr>
            <a:xfrm>
              <a:off x="-1294350" y="2308638"/>
              <a:ext cx="16875" cy="15100"/>
            </a:xfrm>
            <a:custGeom>
              <a:avLst/>
              <a:gdLst/>
              <a:ahLst/>
              <a:cxnLst/>
              <a:rect l="l" t="t" r="r" b="b"/>
              <a:pathLst>
                <a:path w="675" h="604" extrusionOk="0">
                  <a:moveTo>
                    <a:pt x="343" y="0"/>
                  </a:moveTo>
                  <a:cubicBezTo>
                    <a:pt x="322" y="0"/>
                    <a:pt x="301" y="2"/>
                    <a:pt x="280" y="7"/>
                  </a:cubicBezTo>
                  <a:cubicBezTo>
                    <a:pt x="115" y="23"/>
                    <a:pt x="0" y="187"/>
                    <a:pt x="33" y="352"/>
                  </a:cubicBezTo>
                  <a:cubicBezTo>
                    <a:pt x="62" y="497"/>
                    <a:pt x="194" y="604"/>
                    <a:pt x="338" y="604"/>
                  </a:cubicBezTo>
                  <a:cubicBezTo>
                    <a:pt x="357" y="604"/>
                    <a:pt x="376" y="602"/>
                    <a:pt x="395" y="598"/>
                  </a:cubicBezTo>
                  <a:cubicBezTo>
                    <a:pt x="559" y="565"/>
                    <a:pt x="674" y="417"/>
                    <a:pt x="641" y="253"/>
                  </a:cubicBezTo>
                  <a:cubicBezTo>
                    <a:pt x="613" y="95"/>
                    <a:pt x="484" y="0"/>
                    <a:pt x="343" y="0"/>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72"/>
            <p:cNvSpPr/>
            <p:nvPr/>
          </p:nvSpPr>
          <p:spPr>
            <a:xfrm>
              <a:off x="-1244225" y="2374938"/>
              <a:ext cx="57550" cy="12350"/>
            </a:xfrm>
            <a:custGeom>
              <a:avLst/>
              <a:gdLst/>
              <a:ahLst/>
              <a:cxnLst/>
              <a:rect l="l" t="t" r="r" b="b"/>
              <a:pathLst>
                <a:path w="2302" h="494" fill="none" extrusionOk="0">
                  <a:moveTo>
                    <a:pt x="1" y="1"/>
                  </a:moveTo>
                  <a:lnTo>
                    <a:pt x="2302" y="494"/>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72"/>
            <p:cNvSpPr/>
            <p:nvPr/>
          </p:nvSpPr>
          <p:spPr>
            <a:xfrm>
              <a:off x="-1252450" y="2366188"/>
              <a:ext cx="16475" cy="15500"/>
            </a:xfrm>
            <a:custGeom>
              <a:avLst/>
              <a:gdLst/>
              <a:ahLst/>
              <a:cxnLst/>
              <a:rect l="l" t="t" r="r" b="b"/>
              <a:pathLst>
                <a:path w="659" h="620" extrusionOk="0">
                  <a:moveTo>
                    <a:pt x="337" y="0"/>
                  </a:moveTo>
                  <a:cubicBezTo>
                    <a:pt x="318" y="0"/>
                    <a:pt x="299" y="2"/>
                    <a:pt x="280" y="6"/>
                  </a:cubicBezTo>
                  <a:cubicBezTo>
                    <a:pt x="116" y="39"/>
                    <a:pt x="1" y="203"/>
                    <a:pt x="34" y="367"/>
                  </a:cubicBezTo>
                  <a:cubicBezTo>
                    <a:pt x="48" y="513"/>
                    <a:pt x="178" y="619"/>
                    <a:pt x="322" y="619"/>
                  </a:cubicBezTo>
                  <a:cubicBezTo>
                    <a:pt x="341" y="619"/>
                    <a:pt x="360" y="618"/>
                    <a:pt x="379" y="614"/>
                  </a:cubicBezTo>
                  <a:cubicBezTo>
                    <a:pt x="543" y="581"/>
                    <a:pt x="658" y="417"/>
                    <a:pt x="625" y="252"/>
                  </a:cubicBezTo>
                  <a:cubicBezTo>
                    <a:pt x="611" y="107"/>
                    <a:pt x="481" y="0"/>
                    <a:pt x="337" y="0"/>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72"/>
            <p:cNvSpPr/>
            <p:nvPr/>
          </p:nvSpPr>
          <p:spPr>
            <a:xfrm>
              <a:off x="-1080675" y="2400013"/>
              <a:ext cx="156575" cy="258900"/>
            </a:xfrm>
            <a:custGeom>
              <a:avLst/>
              <a:gdLst/>
              <a:ahLst/>
              <a:cxnLst/>
              <a:rect l="l" t="t" r="r" b="b"/>
              <a:pathLst>
                <a:path w="6263" h="10356" fill="none" extrusionOk="0">
                  <a:moveTo>
                    <a:pt x="6263" y="0"/>
                  </a:moveTo>
                  <a:lnTo>
                    <a:pt x="0" y="10355"/>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72"/>
            <p:cNvSpPr/>
            <p:nvPr/>
          </p:nvSpPr>
          <p:spPr>
            <a:xfrm>
              <a:off x="-978350" y="2453838"/>
              <a:ext cx="78075" cy="35375"/>
            </a:xfrm>
            <a:custGeom>
              <a:avLst/>
              <a:gdLst/>
              <a:ahLst/>
              <a:cxnLst/>
              <a:rect l="l" t="t" r="r" b="b"/>
              <a:pathLst>
                <a:path w="3123" h="1415" fill="none" extrusionOk="0">
                  <a:moveTo>
                    <a:pt x="0" y="1414"/>
                  </a:moveTo>
                  <a:lnTo>
                    <a:pt x="3123" y="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72"/>
            <p:cNvSpPr/>
            <p:nvPr/>
          </p:nvSpPr>
          <p:spPr>
            <a:xfrm>
              <a:off x="-974675" y="2401663"/>
              <a:ext cx="13175" cy="60000"/>
            </a:xfrm>
            <a:custGeom>
              <a:avLst/>
              <a:gdLst/>
              <a:ahLst/>
              <a:cxnLst/>
              <a:rect l="l" t="t" r="r" b="b"/>
              <a:pathLst>
                <a:path w="527" h="2400" fill="none" extrusionOk="0">
                  <a:moveTo>
                    <a:pt x="1" y="0"/>
                  </a:moveTo>
                  <a:lnTo>
                    <a:pt x="527" y="2400"/>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72"/>
            <p:cNvSpPr/>
            <p:nvPr/>
          </p:nvSpPr>
          <p:spPr>
            <a:xfrm>
              <a:off x="-909325" y="2446238"/>
              <a:ext cx="17700" cy="15225"/>
            </a:xfrm>
            <a:custGeom>
              <a:avLst/>
              <a:gdLst/>
              <a:ahLst/>
              <a:cxnLst/>
              <a:rect l="l" t="t" r="r" b="b"/>
              <a:pathLst>
                <a:path w="708" h="609" extrusionOk="0">
                  <a:moveTo>
                    <a:pt x="357" y="1"/>
                  </a:moveTo>
                  <a:cubicBezTo>
                    <a:pt x="295" y="1"/>
                    <a:pt x="233" y="19"/>
                    <a:pt x="181" y="58"/>
                  </a:cubicBezTo>
                  <a:cubicBezTo>
                    <a:pt x="33" y="157"/>
                    <a:pt x="0" y="337"/>
                    <a:pt x="99" y="485"/>
                  </a:cubicBezTo>
                  <a:cubicBezTo>
                    <a:pt x="159" y="565"/>
                    <a:pt x="255" y="609"/>
                    <a:pt x="350" y="609"/>
                  </a:cubicBezTo>
                  <a:cubicBezTo>
                    <a:pt x="412" y="609"/>
                    <a:pt x="474" y="590"/>
                    <a:pt x="526" y="551"/>
                  </a:cubicBezTo>
                  <a:cubicBezTo>
                    <a:pt x="674" y="469"/>
                    <a:pt x="707" y="272"/>
                    <a:pt x="609" y="124"/>
                  </a:cubicBezTo>
                  <a:cubicBezTo>
                    <a:pt x="549" y="44"/>
                    <a:pt x="453" y="1"/>
                    <a:pt x="357" y="1"/>
                  </a:cubicBezTo>
                  <a:close/>
                </a:path>
              </a:pathLst>
            </a:custGeom>
            <a:solidFill>
              <a:srgbClr val="CB1C3E"/>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72"/>
            <p:cNvSpPr/>
            <p:nvPr/>
          </p:nvSpPr>
          <p:spPr>
            <a:xfrm>
              <a:off x="-1035900" y="2557813"/>
              <a:ext cx="59625" cy="27125"/>
            </a:xfrm>
            <a:custGeom>
              <a:avLst/>
              <a:gdLst/>
              <a:ahLst/>
              <a:cxnLst/>
              <a:rect l="l" t="t" r="r" b="b"/>
              <a:pathLst>
                <a:path w="2385" h="1085" fill="none" extrusionOk="0">
                  <a:moveTo>
                    <a:pt x="1" y="1085"/>
                  </a:moveTo>
                  <a:lnTo>
                    <a:pt x="2384" y="0"/>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72"/>
            <p:cNvSpPr/>
            <p:nvPr/>
          </p:nvSpPr>
          <p:spPr>
            <a:xfrm>
              <a:off x="-984925" y="2549913"/>
              <a:ext cx="17675" cy="15475"/>
            </a:xfrm>
            <a:custGeom>
              <a:avLst/>
              <a:gdLst/>
              <a:ahLst/>
              <a:cxnLst/>
              <a:rect l="l" t="t" r="r" b="b"/>
              <a:pathLst>
                <a:path w="707" h="619" extrusionOk="0">
                  <a:moveTo>
                    <a:pt x="342" y="1"/>
                  </a:moveTo>
                  <a:cubicBezTo>
                    <a:pt x="285" y="1"/>
                    <a:pt x="229" y="17"/>
                    <a:pt x="181" y="53"/>
                  </a:cubicBezTo>
                  <a:cubicBezTo>
                    <a:pt x="33" y="152"/>
                    <a:pt x="0" y="349"/>
                    <a:pt x="99" y="480"/>
                  </a:cubicBezTo>
                  <a:cubicBezTo>
                    <a:pt x="159" y="572"/>
                    <a:pt x="258" y="619"/>
                    <a:pt x="355" y="619"/>
                  </a:cubicBezTo>
                  <a:cubicBezTo>
                    <a:pt x="415" y="619"/>
                    <a:pt x="475" y="600"/>
                    <a:pt x="526" y="563"/>
                  </a:cubicBezTo>
                  <a:cubicBezTo>
                    <a:pt x="674" y="464"/>
                    <a:pt x="707" y="267"/>
                    <a:pt x="608" y="135"/>
                  </a:cubicBezTo>
                  <a:cubicBezTo>
                    <a:pt x="545" y="51"/>
                    <a:pt x="442" y="1"/>
                    <a:pt x="342" y="1"/>
                  </a:cubicBezTo>
                  <a:close/>
                </a:path>
              </a:pathLst>
            </a:custGeom>
            <a:solidFill>
              <a:srgbClr val="CB1C3E"/>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72"/>
            <p:cNvSpPr/>
            <p:nvPr/>
          </p:nvSpPr>
          <p:spPr>
            <a:xfrm>
              <a:off x="-982875" y="2393663"/>
              <a:ext cx="17675" cy="15600"/>
            </a:xfrm>
            <a:custGeom>
              <a:avLst/>
              <a:gdLst/>
              <a:ahLst/>
              <a:cxnLst/>
              <a:rect l="l" t="t" r="r" b="b"/>
              <a:pathLst>
                <a:path w="707" h="624" extrusionOk="0">
                  <a:moveTo>
                    <a:pt x="352" y="1"/>
                  </a:moveTo>
                  <a:cubicBezTo>
                    <a:pt x="292" y="1"/>
                    <a:pt x="232" y="19"/>
                    <a:pt x="181" y="57"/>
                  </a:cubicBezTo>
                  <a:cubicBezTo>
                    <a:pt x="33" y="156"/>
                    <a:pt x="0" y="353"/>
                    <a:pt x="99" y="485"/>
                  </a:cubicBezTo>
                  <a:cubicBezTo>
                    <a:pt x="160" y="576"/>
                    <a:pt x="258" y="623"/>
                    <a:pt x="355" y="623"/>
                  </a:cubicBezTo>
                  <a:cubicBezTo>
                    <a:pt x="415" y="623"/>
                    <a:pt x="476" y="605"/>
                    <a:pt x="526" y="567"/>
                  </a:cubicBezTo>
                  <a:cubicBezTo>
                    <a:pt x="674" y="468"/>
                    <a:pt x="707" y="271"/>
                    <a:pt x="608" y="139"/>
                  </a:cubicBezTo>
                  <a:cubicBezTo>
                    <a:pt x="548" y="48"/>
                    <a:pt x="450" y="1"/>
                    <a:pt x="352" y="1"/>
                  </a:cubicBezTo>
                  <a:close/>
                </a:path>
              </a:pathLst>
            </a:custGeom>
            <a:solidFill>
              <a:srgbClr val="CB1C3E"/>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72"/>
            <p:cNvSpPr/>
            <p:nvPr/>
          </p:nvSpPr>
          <p:spPr>
            <a:xfrm>
              <a:off x="-931525" y="2371663"/>
              <a:ext cx="7425" cy="28375"/>
            </a:xfrm>
            <a:custGeom>
              <a:avLst/>
              <a:gdLst/>
              <a:ahLst/>
              <a:cxnLst/>
              <a:rect l="l" t="t" r="r" b="b"/>
              <a:pathLst>
                <a:path w="297" h="1135" fill="none" extrusionOk="0">
                  <a:moveTo>
                    <a:pt x="1" y="0"/>
                  </a:moveTo>
                  <a:lnTo>
                    <a:pt x="297" y="1134"/>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72"/>
            <p:cNvSpPr/>
            <p:nvPr/>
          </p:nvSpPr>
          <p:spPr>
            <a:xfrm>
              <a:off x="-939325" y="2363638"/>
              <a:ext cx="17275" cy="15225"/>
            </a:xfrm>
            <a:custGeom>
              <a:avLst/>
              <a:gdLst/>
              <a:ahLst/>
              <a:cxnLst/>
              <a:rect l="l" t="t" r="r" b="b"/>
              <a:pathLst>
                <a:path w="691" h="609" extrusionOk="0">
                  <a:moveTo>
                    <a:pt x="348" y="1"/>
                  </a:moveTo>
                  <a:cubicBezTo>
                    <a:pt x="287" y="1"/>
                    <a:pt x="223" y="19"/>
                    <a:pt x="165" y="58"/>
                  </a:cubicBezTo>
                  <a:cubicBezTo>
                    <a:pt x="33" y="157"/>
                    <a:pt x="1" y="338"/>
                    <a:pt x="99" y="486"/>
                  </a:cubicBezTo>
                  <a:cubicBezTo>
                    <a:pt x="149" y="565"/>
                    <a:pt x="241" y="609"/>
                    <a:pt x="338" y="609"/>
                  </a:cubicBezTo>
                  <a:cubicBezTo>
                    <a:pt x="402" y="609"/>
                    <a:pt x="468" y="590"/>
                    <a:pt x="526" y="551"/>
                  </a:cubicBezTo>
                  <a:cubicBezTo>
                    <a:pt x="658" y="469"/>
                    <a:pt x="691" y="272"/>
                    <a:pt x="592" y="124"/>
                  </a:cubicBezTo>
                  <a:cubicBezTo>
                    <a:pt x="533" y="44"/>
                    <a:pt x="443" y="1"/>
                    <a:pt x="348" y="1"/>
                  </a:cubicBezTo>
                  <a:close/>
                </a:path>
              </a:pathLst>
            </a:custGeom>
            <a:solidFill>
              <a:srgbClr val="CB1C3E"/>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72"/>
            <p:cNvSpPr/>
            <p:nvPr/>
          </p:nvSpPr>
          <p:spPr>
            <a:xfrm>
              <a:off x="-924125" y="2391388"/>
              <a:ext cx="39075" cy="8650"/>
            </a:xfrm>
            <a:custGeom>
              <a:avLst/>
              <a:gdLst/>
              <a:ahLst/>
              <a:cxnLst/>
              <a:rect l="l" t="t" r="r" b="b"/>
              <a:pathLst>
                <a:path w="1563" h="346" fill="none" extrusionOk="0">
                  <a:moveTo>
                    <a:pt x="1562" y="0"/>
                  </a:moveTo>
                  <a:lnTo>
                    <a:pt x="1" y="345"/>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72"/>
            <p:cNvSpPr/>
            <p:nvPr/>
          </p:nvSpPr>
          <p:spPr>
            <a:xfrm>
              <a:off x="-893300" y="2384513"/>
              <a:ext cx="17275" cy="15300"/>
            </a:xfrm>
            <a:custGeom>
              <a:avLst/>
              <a:gdLst/>
              <a:ahLst/>
              <a:cxnLst/>
              <a:rect l="l" t="t" r="r" b="b"/>
              <a:pathLst>
                <a:path w="691" h="612" extrusionOk="0">
                  <a:moveTo>
                    <a:pt x="335" y="0"/>
                  </a:moveTo>
                  <a:cubicBezTo>
                    <a:pt x="278" y="0"/>
                    <a:pt x="219" y="15"/>
                    <a:pt x="165" y="45"/>
                  </a:cubicBezTo>
                  <a:cubicBezTo>
                    <a:pt x="33" y="144"/>
                    <a:pt x="0" y="341"/>
                    <a:pt x="99" y="473"/>
                  </a:cubicBezTo>
                  <a:cubicBezTo>
                    <a:pt x="150" y="564"/>
                    <a:pt x="244" y="611"/>
                    <a:pt x="343" y="611"/>
                  </a:cubicBezTo>
                  <a:cubicBezTo>
                    <a:pt x="405" y="611"/>
                    <a:pt x="470" y="593"/>
                    <a:pt x="526" y="555"/>
                  </a:cubicBezTo>
                  <a:cubicBezTo>
                    <a:pt x="658" y="456"/>
                    <a:pt x="691" y="275"/>
                    <a:pt x="592" y="127"/>
                  </a:cubicBezTo>
                  <a:cubicBezTo>
                    <a:pt x="530" y="44"/>
                    <a:pt x="434" y="0"/>
                    <a:pt x="335" y="0"/>
                  </a:cubicBezTo>
                  <a:close/>
                </a:path>
              </a:pathLst>
            </a:custGeom>
            <a:solidFill>
              <a:srgbClr val="CB1C3E"/>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72"/>
            <p:cNvSpPr/>
            <p:nvPr/>
          </p:nvSpPr>
          <p:spPr>
            <a:xfrm>
              <a:off x="-1010000" y="2463713"/>
              <a:ext cx="12750" cy="57550"/>
            </a:xfrm>
            <a:custGeom>
              <a:avLst/>
              <a:gdLst/>
              <a:ahLst/>
              <a:cxnLst/>
              <a:rect l="l" t="t" r="r" b="b"/>
              <a:pathLst>
                <a:path w="510" h="2302" fill="none" extrusionOk="0">
                  <a:moveTo>
                    <a:pt x="0" y="0"/>
                  </a:moveTo>
                  <a:lnTo>
                    <a:pt x="510" y="230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72"/>
            <p:cNvSpPr/>
            <p:nvPr/>
          </p:nvSpPr>
          <p:spPr>
            <a:xfrm>
              <a:off x="-1018225" y="2455713"/>
              <a:ext cx="17700" cy="15200"/>
            </a:xfrm>
            <a:custGeom>
              <a:avLst/>
              <a:gdLst/>
              <a:ahLst/>
              <a:cxnLst/>
              <a:rect l="l" t="t" r="r" b="b"/>
              <a:pathLst>
                <a:path w="708" h="608" extrusionOk="0">
                  <a:moveTo>
                    <a:pt x="353" y="1"/>
                  </a:moveTo>
                  <a:cubicBezTo>
                    <a:pt x="292" y="1"/>
                    <a:pt x="232" y="19"/>
                    <a:pt x="181" y="57"/>
                  </a:cubicBezTo>
                  <a:cubicBezTo>
                    <a:pt x="34" y="156"/>
                    <a:pt x="1" y="337"/>
                    <a:pt x="99" y="484"/>
                  </a:cubicBezTo>
                  <a:cubicBezTo>
                    <a:pt x="159" y="564"/>
                    <a:pt x="255" y="608"/>
                    <a:pt x="350" y="608"/>
                  </a:cubicBezTo>
                  <a:cubicBezTo>
                    <a:pt x="413" y="608"/>
                    <a:pt x="475" y="589"/>
                    <a:pt x="527" y="550"/>
                  </a:cubicBezTo>
                  <a:cubicBezTo>
                    <a:pt x="658" y="468"/>
                    <a:pt x="707" y="271"/>
                    <a:pt x="609" y="139"/>
                  </a:cubicBezTo>
                  <a:cubicBezTo>
                    <a:pt x="548" y="48"/>
                    <a:pt x="450" y="1"/>
                    <a:pt x="353"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72"/>
            <p:cNvSpPr/>
            <p:nvPr/>
          </p:nvSpPr>
          <p:spPr>
            <a:xfrm>
              <a:off x="-1259425" y="2597238"/>
              <a:ext cx="129050" cy="155350"/>
            </a:xfrm>
            <a:custGeom>
              <a:avLst/>
              <a:gdLst/>
              <a:ahLst/>
              <a:cxnLst/>
              <a:rect l="l" t="t" r="r" b="b"/>
              <a:pathLst>
                <a:path w="5162" h="6214" extrusionOk="0">
                  <a:moveTo>
                    <a:pt x="0" y="1"/>
                  </a:moveTo>
                  <a:cubicBezTo>
                    <a:pt x="1167" y="4274"/>
                    <a:pt x="5161" y="6214"/>
                    <a:pt x="5161" y="6214"/>
                  </a:cubicBezTo>
                  <a:cubicBezTo>
                    <a:pt x="4307" y="1168"/>
                    <a:pt x="1" y="1"/>
                    <a:pt x="0"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72"/>
            <p:cNvSpPr/>
            <p:nvPr/>
          </p:nvSpPr>
          <p:spPr>
            <a:xfrm>
              <a:off x="-1209700" y="2544663"/>
              <a:ext cx="110150" cy="204250"/>
            </a:xfrm>
            <a:custGeom>
              <a:avLst/>
              <a:gdLst/>
              <a:ahLst/>
              <a:cxnLst/>
              <a:rect l="l" t="t" r="r" b="b"/>
              <a:pathLst>
                <a:path w="4406" h="8170" extrusionOk="0">
                  <a:moveTo>
                    <a:pt x="395" y="0"/>
                  </a:moveTo>
                  <a:lnTo>
                    <a:pt x="395" y="0"/>
                  </a:lnTo>
                  <a:cubicBezTo>
                    <a:pt x="0" y="4668"/>
                    <a:pt x="3386" y="8169"/>
                    <a:pt x="3386" y="8169"/>
                  </a:cubicBezTo>
                  <a:cubicBezTo>
                    <a:pt x="4405" y="2877"/>
                    <a:pt x="395" y="0"/>
                    <a:pt x="395" y="0"/>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72"/>
            <p:cNvSpPr/>
            <p:nvPr/>
          </p:nvSpPr>
          <p:spPr>
            <a:xfrm>
              <a:off x="-1166975" y="2536013"/>
              <a:ext cx="109200" cy="201375"/>
            </a:xfrm>
            <a:custGeom>
              <a:avLst/>
              <a:gdLst/>
              <a:ahLst/>
              <a:cxnLst/>
              <a:rect l="l" t="t" r="r" b="b"/>
              <a:pathLst>
                <a:path w="4368" h="8055" extrusionOk="0">
                  <a:moveTo>
                    <a:pt x="1480" y="1"/>
                  </a:moveTo>
                  <a:cubicBezTo>
                    <a:pt x="1480" y="1"/>
                    <a:pt x="1480" y="1"/>
                    <a:pt x="1480" y="1"/>
                  </a:cubicBezTo>
                  <a:cubicBezTo>
                    <a:pt x="1" y="4176"/>
                    <a:pt x="2187" y="8055"/>
                    <a:pt x="2187" y="8055"/>
                  </a:cubicBezTo>
                  <a:cubicBezTo>
                    <a:pt x="4368" y="3414"/>
                    <a:pt x="1494" y="1"/>
                    <a:pt x="1480"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72"/>
            <p:cNvSpPr/>
            <p:nvPr/>
          </p:nvSpPr>
          <p:spPr>
            <a:xfrm>
              <a:off x="-1074100" y="2601363"/>
              <a:ext cx="143850" cy="142200"/>
            </a:xfrm>
            <a:custGeom>
              <a:avLst/>
              <a:gdLst/>
              <a:ahLst/>
              <a:cxnLst/>
              <a:rect l="l" t="t" r="r" b="b"/>
              <a:pathLst>
                <a:path w="5754" h="5688" extrusionOk="0">
                  <a:moveTo>
                    <a:pt x="5753" y="0"/>
                  </a:moveTo>
                  <a:lnTo>
                    <a:pt x="5753" y="0"/>
                  </a:lnTo>
                  <a:cubicBezTo>
                    <a:pt x="5753" y="0"/>
                    <a:pt x="1348" y="740"/>
                    <a:pt x="0" y="5687"/>
                  </a:cubicBezTo>
                  <a:cubicBezTo>
                    <a:pt x="0" y="5687"/>
                    <a:pt x="4175" y="4142"/>
                    <a:pt x="5753" y="0"/>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72"/>
            <p:cNvSpPr/>
            <p:nvPr/>
          </p:nvSpPr>
          <p:spPr>
            <a:xfrm>
              <a:off x="-1091325" y="2543413"/>
              <a:ext cx="106425" cy="195625"/>
            </a:xfrm>
            <a:custGeom>
              <a:avLst/>
              <a:gdLst/>
              <a:ahLst/>
              <a:cxnLst/>
              <a:rect l="l" t="t" r="r" b="b"/>
              <a:pathLst>
                <a:path w="4257" h="7825" extrusionOk="0">
                  <a:moveTo>
                    <a:pt x="4256" y="1"/>
                  </a:moveTo>
                  <a:cubicBezTo>
                    <a:pt x="4256" y="1"/>
                    <a:pt x="4256" y="1"/>
                    <a:pt x="4256" y="1"/>
                  </a:cubicBezTo>
                  <a:lnTo>
                    <a:pt x="4256" y="1"/>
                  </a:lnTo>
                  <a:cubicBezTo>
                    <a:pt x="4256" y="1"/>
                    <a:pt x="4256" y="1"/>
                    <a:pt x="4256" y="1"/>
                  </a:cubicBezTo>
                  <a:close/>
                  <a:moveTo>
                    <a:pt x="4256" y="1"/>
                  </a:moveTo>
                  <a:cubicBezTo>
                    <a:pt x="4240" y="20"/>
                    <a:pt x="1" y="2487"/>
                    <a:pt x="492" y="7825"/>
                  </a:cubicBezTo>
                  <a:cubicBezTo>
                    <a:pt x="492" y="7825"/>
                    <a:pt x="4207" y="4669"/>
                    <a:pt x="4256"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72"/>
            <p:cNvSpPr/>
            <p:nvPr/>
          </p:nvSpPr>
          <p:spPr>
            <a:xfrm>
              <a:off x="-1133275" y="2527388"/>
              <a:ext cx="106850" cy="198900"/>
            </a:xfrm>
            <a:custGeom>
              <a:avLst/>
              <a:gdLst/>
              <a:ahLst/>
              <a:cxnLst/>
              <a:rect l="l" t="t" r="r" b="b"/>
              <a:pathLst>
                <a:path w="4274" h="7956" extrusionOk="0">
                  <a:moveTo>
                    <a:pt x="3206" y="1"/>
                  </a:moveTo>
                  <a:cubicBezTo>
                    <a:pt x="3206" y="17"/>
                    <a:pt x="0" y="3124"/>
                    <a:pt x="1726" y="7956"/>
                  </a:cubicBezTo>
                  <a:cubicBezTo>
                    <a:pt x="1726" y="7956"/>
                    <a:pt x="4274" y="4307"/>
                    <a:pt x="3206" y="1"/>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72"/>
            <p:cNvSpPr/>
            <p:nvPr/>
          </p:nvSpPr>
          <p:spPr>
            <a:xfrm>
              <a:off x="-1273000" y="2751763"/>
              <a:ext cx="342750" cy="814850"/>
            </a:xfrm>
            <a:custGeom>
              <a:avLst/>
              <a:gdLst/>
              <a:ahLst/>
              <a:cxnLst/>
              <a:rect l="l" t="t" r="r" b="b"/>
              <a:pathLst>
                <a:path w="13710" h="32594" extrusionOk="0">
                  <a:moveTo>
                    <a:pt x="6855" y="0"/>
                  </a:moveTo>
                  <a:lnTo>
                    <a:pt x="3058" y="49"/>
                  </a:lnTo>
                  <a:cubicBezTo>
                    <a:pt x="3058" y="49"/>
                    <a:pt x="1" y="5457"/>
                    <a:pt x="1" y="10947"/>
                  </a:cubicBezTo>
                  <a:cubicBezTo>
                    <a:pt x="1" y="16009"/>
                    <a:pt x="2614" y="22403"/>
                    <a:pt x="3009" y="30539"/>
                  </a:cubicBezTo>
                  <a:cubicBezTo>
                    <a:pt x="3042" y="31213"/>
                    <a:pt x="3058" y="31887"/>
                    <a:pt x="3058" y="32594"/>
                  </a:cubicBezTo>
                  <a:lnTo>
                    <a:pt x="10635" y="32594"/>
                  </a:lnTo>
                  <a:cubicBezTo>
                    <a:pt x="10635" y="31903"/>
                    <a:pt x="10668" y="31213"/>
                    <a:pt x="10701" y="30539"/>
                  </a:cubicBezTo>
                  <a:cubicBezTo>
                    <a:pt x="11096" y="22403"/>
                    <a:pt x="13709" y="16009"/>
                    <a:pt x="13709" y="10947"/>
                  </a:cubicBezTo>
                  <a:cubicBezTo>
                    <a:pt x="13709" y="5457"/>
                    <a:pt x="10635" y="49"/>
                    <a:pt x="10635" y="49"/>
                  </a:cubicBezTo>
                  <a:lnTo>
                    <a:pt x="6855" y="0"/>
                  </a:ln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72"/>
            <p:cNvSpPr/>
            <p:nvPr/>
          </p:nvSpPr>
          <p:spPr>
            <a:xfrm>
              <a:off x="-1217525" y="2694213"/>
              <a:ext cx="231800" cy="70300"/>
            </a:xfrm>
            <a:custGeom>
              <a:avLst/>
              <a:gdLst/>
              <a:ahLst/>
              <a:cxnLst/>
              <a:rect l="l" t="t" r="r" b="b"/>
              <a:pathLst>
                <a:path w="9272" h="2812" extrusionOk="0">
                  <a:moveTo>
                    <a:pt x="264" y="1"/>
                  </a:moveTo>
                  <a:cubicBezTo>
                    <a:pt x="116" y="1"/>
                    <a:pt x="1" y="132"/>
                    <a:pt x="17" y="280"/>
                  </a:cubicBezTo>
                  <a:lnTo>
                    <a:pt x="280" y="2072"/>
                  </a:lnTo>
                  <a:cubicBezTo>
                    <a:pt x="346" y="2499"/>
                    <a:pt x="708" y="2812"/>
                    <a:pt x="1151" y="2812"/>
                  </a:cubicBezTo>
                  <a:lnTo>
                    <a:pt x="8137" y="2812"/>
                  </a:lnTo>
                  <a:cubicBezTo>
                    <a:pt x="8564" y="2812"/>
                    <a:pt x="8926" y="2499"/>
                    <a:pt x="8992" y="2072"/>
                  </a:cubicBezTo>
                  <a:lnTo>
                    <a:pt x="9255" y="280"/>
                  </a:lnTo>
                  <a:cubicBezTo>
                    <a:pt x="9271" y="132"/>
                    <a:pt x="9156" y="1"/>
                    <a:pt x="9008" y="1"/>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99" name="Google Shape;1799;p72"/>
          <p:cNvSpPr txBox="1">
            <a:spLocks noGrp="1"/>
          </p:cNvSpPr>
          <p:nvPr>
            <p:ph type="subTitle" idx="1"/>
          </p:nvPr>
        </p:nvSpPr>
        <p:spPr>
          <a:xfrm>
            <a:off x="4857750" y="1213625"/>
            <a:ext cx="3586200" cy="21585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“This is a quote, words full of wisdom that someone important said and can make the reader get inspired.”</a:t>
            </a:r>
            <a:endParaRPr/>
          </a:p>
        </p:txBody>
      </p:sp>
      <p:sp>
        <p:nvSpPr>
          <p:cNvPr id="1800" name="Google Shape;1800;p72"/>
          <p:cNvSpPr txBox="1">
            <a:spLocks noGrp="1"/>
          </p:cNvSpPr>
          <p:nvPr>
            <p:ph type="title"/>
          </p:nvPr>
        </p:nvSpPr>
        <p:spPr>
          <a:xfrm>
            <a:off x="5476875" y="3649175"/>
            <a:ext cx="2967000" cy="3141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—SOMEONE FAMOUS</a:t>
            </a:r>
            <a:endParaRPr/>
          </a:p>
        </p:txBody>
      </p:sp>
      <p:grpSp>
        <p:nvGrpSpPr>
          <p:cNvPr id="1801" name="Google Shape;1801;p72"/>
          <p:cNvGrpSpPr/>
          <p:nvPr/>
        </p:nvGrpSpPr>
        <p:grpSpPr>
          <a:xfrm>
            <a:off x="967146" y="1164199"/>
            <a:ext cx="3610086" cy="3199395"/>
            <a:chOff x="568500" y="1862675"/>
            <a:chExt cx="2296200" cy="2034850"/>
          </a:xfrm>
        </p:grpSpPr>
        <p:sp>
          <p:nvSpPr>
            <p:cNvPr id="1802" name="Google Shape;1802;p72"/>
            <p:cNvSpPr/>
            <p:nvPr/>
          </p:nvSpPr>
          <p:spPr>
            <a:xfrm>
              <a:off x="1472900" y="3541250"/>
              <a:ext cx="487800" cy="295050"/>
            </a:xfrm>
            <a:custGeom>
              <a:avLst/>
              <a:gdLst/>
              <a:ahLst/>
              <a:cxnLst/>
              <a:rect l="l" t="t" r="r" b="b"/>
              <a:pathLst>
                <a:path w="19512" h="11802" extrusionOk="0">
                  <a:moveTo>
                    <a:pt x="1" y="0"/>
                  </a:moveTo>
                  <a:lnTo>
                    <a:pt x="1" y="11802"/>
                  </a:lnTo>
                  <a:lnTo>
                    <a:pt x="19511" y="11802"/>
                  </a:lnTo>
                  <a:lnTo>
                    <a:pt x="19511" y="0"/>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72"/>
            <p:cNvSpPr/>
            <p:nvPr/>
          </p:nvSpPr>
          <p:spPr>
            <a:xfrm>
              <a:off x="1326225" y="3831750"/>
              <a:ext cx="780750" cy="65775"/>
            </a:xfrm>
            <a:custGeom>
              <a:avLst/>
              <a:gdLst/>
              <a:ahLst/>
              <a:cxnLst/>
              <a:rect l="l" t="t" r="r" b="b"/>
              <a:pathLst>
                <a:path w="31230" h="2631" extrusionOk="0">
                  <a:moveTo>
                    <a:pt x="1529" y="1"/>
                  </a:moveTo>
                  <a:cubicBezTo>
                    <a:pt x="674" y="1"/>
                    <a:pt x="0" y="576"/>
                    <a:pt x="0" y="1316"/>
                  </a:cubicBezTo>
                  <a:cubicBezTo>
                    <a:pt x="0" y="2039"/>
                    <a:pt x="674" y="2631"/>
                    <a:pt x="1529" y="2631"/>
                  </a:cubicBezTo>
                  <a:lnTo>
                    <a:pt x="29717" y="2631"/>
                  </a:lnTo>
                  <a:cubicBezTo>
                    <a:pt x="30556" y="2631"/>
                    <a:pt x="31230" y="2039"/>
                    <a:pt x="31230" y="1316"/>
                  </a:cubicBezTo>
                  <a:cubicBezTo>
                    <a:pt x="31230" y="593"/>
                    <a:pt x="30556" y="1"/>
                    <a:pt x="29717"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72"/>
            <p:cNvSpPr/>
            <p:nvPr/>
          </p:nvSpPr>
          <p:spPr>
            <a:xfrm>
              <a:off x="1485049" y="3539675"/>
              <a:ext cx="468434" cy="192325"/>
            </a:xfrm>
            <a:custGeom>
              <a:avLst/>
              <a:gdLst/>
              <a:ahLst/>
              <a:cxnLst/>
              <a:rect l="l" t="t" r="r" b="b"/>
              <a:pathLst>
                <a:path w="19512" h="7693" extrusionOk="0">
                  <a:moveTo>
                    <a:pt x="1" y="0"/>
                  </a:moveTo>
                  <a:lnTo>
                    <a:pt x="1" y="3863"/>
                  </a:lnTo>
                  <a:lnTo>
                    <a:pt x="19511" y="7693"/>
                  </a:lnTo>
                  <a:lnTo>
                    <a:pt x="1951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72"/>
            <p:cNvSpPr/>
            <p:nvPr/>
          </p:nvSpPr>
          <p:spPr>
            <a:xfrm>
              <a:off x="1472900" y="3627525"/>
              <a:ext cx="487800" cy="25"/>
            </a:xfrm>
            <a:custGeom>
              <a:avLst/>
              <a:gdLst/>
              <a:ahLst/>
              <a:cxnLst/>
              <a:rect l="l" t="t" r="r" b="b"/>
              <a:pathLst>
                <a:path w="19512" h="1" fill="none" extrusionOk="0">
                  <a:moveTo>
                    <a:pt x="19511" y="1"/>
                  </a:moveTo>
                  <a:lnTo>
                    <a:pt x="1" y="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72"/>
            <p:cNvSpPr/>
            <p:nvPr/>
          </p:nvSpPr>
          <p:spPr>
            <a:xfrm>
              <a:off x="568500" y="1862675"/>
              <a:ext cx="2296200" cy="1762425"/>
            </a:xfrm>
            <a:custGeom>
              <a:avLst/>
              <a:gdLst/>
              <a:ahLst/>
              <a:cxnLst/>
              <a:rect l="l" t="t" r="r" b="b"/>
              <a:pathLst>
                <a:path w="91848" h="70497" extrusionOk="0">
                  <a:moveTo>
                    <a:pt x="2926" y="0"/>
                  </a:moveTo>
                  <a:cubicBezTo>
                    <a:pt x="1299" y="0"/>
                    <a:pt x="0" y="1299"/>
                    <a:pt x="0" y="2926"/>
                  </a:cubicBezTo>
                  <a:lnTo>
                    <a:pt x="0" y="67554"/>
                  </a:lnTo>
                  <a:cubicBezTo>
                    <a:pt x="0" y="69181"/>
                    <a:pt x="1299" y="70496"/>
                    <a:pt x="2926" y="70496"/>
                  </a:cubicBezTo>
                  <a:lnTo>
                    <a:pt x="88922" y="70496"/>
                  </a:lnTo>
                  <a:cubicBezTo>
                    <a:pt x="90549" y="70496"/>
                    <a:pt x="91848" y="69181"/>
                    <a:pt x="91848" y="67554"/>
                  </a:cubicBezTo>
                  <a:lnTo>
                    <a:pt x="91848" y="2926"/>
                  </a:lnTo>
                  <a:cubicBezTo>
                    <a:pt x="91848" y="1299"/>
                    <a:pt x="90549" y="0"/>
                    <a:pt x="88922" y="0"/>
                  </a:cubicBezTo>
                  <a:close/>
                </a:path>
              </a:pathLst>
            </a:custGeom>
            <a:solidFill>
              <a:schemeClr val="accent1"/>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72"/>
            <p:cNvSpPr/>
            <p:nvPr/>
          </p:nvSpPr>
          <p:spPr>
            <a:xfrm>
              <a:off x="654375" y="1946075"/>
              <a:ext cx="2124450" cy="1595200"/>
            </a:xfrm>
            <a:custGeom>
              <a:avLst/>
              <a:gdLst/>
              <a:ahLst/>
              <a:cxnLst/>
              <a:rect l="l" t="t" r="r" b="b"/>
              <a:pathLst>
                <a:path w="84978" h="63808" extrusionOk="0">
                  <a:moveTo>
                    <a:pt x="756" y="1"/>
                  </a:moveTo>
                  <a:cubicBezTo>
                    <a:pt x="345" y="1"/>
                    <a:pt x="0" y="330"/>
                    <a:pt x="0" y="757"/>
                  </a:cubicBezTo>
                  <a:lnTo>
                    <a:pt x="0" y="63051"/>
                  </a:lnTo>
                  <a:cubicBezTo>
                    <a:pt x="0" y="63479"/>
                    <a:pt x="345" y="63807"/>
                    <a:pt x="756" y="63807"/>
                  </a:cubicBezTo>
                  <a:lnTo>
                    <a:pt x="84221" y="63807"/>
                  </a:lnTo>
                  <a:cubicBezTo>
                    <a:pt x="84632" y="63807"/>
                    <a:pt x="84977" y="63479"/>
                    <a:pt x="84977" y="63051"/>
                  </a:cubicBezTo>
                  <a:lnTo>
                    <a:pt x="84977" y="757"/>
                  </a:lnTo>
                  <a:cubicBezTo>
                    <a:pt x="84977" y="330"/>
                    <a:pt x="84632" y="1"/>
                    <a:pt x="84221" y="1"/>
                  </a:cubicBez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72"/>
            <p:cNvSpPr/>
            <p:nvPr/>
          </p:nvSpPr>
          <p:spPr>
            <a:xfrm>
              <a:off x="1919327" y="3102951"/>
              <a:ext cx="150104" cy="428270"/>
            </a:xfrm>
            <a:custGeom>
              <a:avLst/>
              <a:gdLst/>
              <a:ahLst/>
              <a:cxnLst/>
              <a:rect l="l" t="t" r="r" b="b"/>
              <a:pathLst>
                <a:path w="6510" h="18574" extrusionOk="0">
                  <a:moveTo>
                    <a:pt x="0" y="0"/>
                  </a:moveTo>
                  <a:lnTo>
                    <a:pt x="1200" y="18574"/>
                  </a:lnTo>
                  <a:lnTo>
                    <a:pt x="6509" y="18574"/>
                  </a:lnTo>
                  <a:cubicBezTo>
                    <a:pt x="5211" y="4323"/>
                    <a:pt x="362" y="0"/>
                    <a:pt x="362" y="0"/>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72"/>
            <p:cNvSpPr/>
            <p:nvPr/>
          </p:nvSpPr>
          <p:spPr>
            <a:xfrm>
              <a:off x="1674491" y="3026397"/>
              <a:ext cx="98548" cy="86051"/>
            </a:xfrm>
            <a:custGeom>
              <a:avLst/>
              <a:gdLst/>
              <a:ahLst/>
              <a:cxnLst/>
              <a:rect l="l" t="t" r="r" b="b"/>
              <a:pathLst>
                <a:path w="4274" h="3732" extrusionOk="0">
                  <a:moveTo>
                    <a:pt x="4192" y="0"/>
                  </a:moveTo>
                  <a:lnTo>
                    <a:pt x="428" y="214"/>
                  </a:lnTo>
                  <a:lnTo>
                    <a:pt x="0" y="230"/>
                  </a:lnTo>
                  <a:lnTo>
                    <a:pt x="0" y="3189"/>
                  </a:lnTo>
                  <a:lnTo>
                    <a:pt x="2416" y="3731"/>
                  </a:lnTo>
                  <a:lnTo>
                    <a:pt x="4208" y="3025"/>
                  </a:lnTo>
                  <a:lnTo>
                    <a:pt x="4274" y="2992"/>
                  </a:lnTo>
                  <a:lnTo>
                    <a:pt x="4192" y="0"/>
                  </a:lnTo>
                  <a:close/>
                </a:path>
              </a:pathLst>
            </a:custGeom>
            <a:solidFill>
              <a:srgbClr val="FFFFFF"/>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72"/>
            <p:cNvSpPr/>
            <p:nvPr/>
          </p:nvSpPr>
          <p:spPr>
            <a:xfrm>
              <a:off x="1580113" y="2773216"/>
              <a:ext cx="274799" cy="144801"/>
            </a:xfrm>
            <a:custGeom>
              <a:avLst/>
              <a:gdLst/>
              <a:ahLst/>
              <a:cxnLst/>
              <a:rect l="l" t="t" r="r" b="b"/>
              <a:pathLst>
                <a:path w="11918" h="6280" extrusionOk="0">
                  <a:moveTo>
                    <a:pt x="6068" y="1"/>
                  </a:moveTo>
                  <a:cubicBezTo>
                    <a:pt x="5811" y="1"/>
                    <a:pt x="5556" y="66"/>
                    <a:pt x="5326" y="198"/>
                  </a:cubicBezTo>
                  <a:lnTo>
                    <a:pt x="231" y="3124"/>
                  </a:lnTo>
                  <a:cubicBezTo>
                    <a:pt x="1" y="3239"/>
                    <a:pt x="17" y="3567"/>
                    <a:pt x="264" y="3666"/>
                  </a:cubicBezTo>
                  <a:lnTo>
                    <a:pt x="6263" y="6279"/>
                  </a:lnTo>
                  <a:lnTo>
                    <a:pt x="11687" y="3502"/>
                  </a:lnTo>
                  <a:cubicBezTo>
                    <a:pt x="11901" y="3403"/>
                    <a:pt x="11917" y="3091"/>
                    <a:pt x="11703" y="2959"/>
                  </a:cubicBezTo>
                  <a:lnTo>
                    <a:pt x="6822" y="198"/>
                  </a:lnTo>
                  <a:cubicBezTo>
                    <a:pt x="6583" y="66"/>
                    <a:pt x="6325" y="1"/>
                    <a:pt x="6068" y="1"/>
                  </a:cubicBezTo>
                  <a:close/>
                </a:path>
              </a:pathLst>
            </a:custGeom>
            <a:solidFill>
              <a:schemeClr val="accent1"/>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72"/>
            <p:cNvSpPr/>
            <p:nvPr/>
          </p:nvSpPr>
          <p:spPr>
            <a:xfrm>
              <a:off x="1602088" y="2841053"/>
              <a:ext cx="17478" cy="83399"/>
            </a:xfrm>
            <a:custGeom>
              <a:avLst/>
              <a:gdLst/>
              <a:ahLst/>
              <a:cxnLst/>
              <a:rect l="l" t="t" r="r" b="b"/>
              <a:pathLst>
                <a:path w="758" h="3617" fill="none" extrusionOk="0">
                  <a:moveTo>
                    <a:pt x="757" y="1"/>
                  </a:moveTo>
                  <a:cubicBezTo>
                    <a:pt x="741" y="971"/>
                    <a:pt x="609" y="2581"/>
                    <a:pt x="1" y="3617"/>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72"/>
            <p:cNvSpPr/>
            <p:nvPr/>
          </p:nvSpPr>
          <p:spPr>
            <a:xfrm>
              <a:off x="1592634" y="2915855"/>
              <a:ext cx="18584" cy="17086"/>
            </a:xfrm>
            <a:custGeom>
              <a:avLst/>
              <a:gdLst/>
              <a:ahLst/>
              <a:cxnLst/>
              <a:rect l="l" t="t" r="r" b="b"/>
              <a:pathLst>
                <a:path w="806" h="741" extrusionOk="0">
                  <a:moveTo>
                    <a:pt x="409" y="1"/>
                  </a:moveTo>
                  <a:cubicBezTo>
                    <a:pt x="243" y="1"/>
                    <a:pt x="92" y="122"/>
                    <a:pt x="49" y="291"/>
                  </a:cubicBezTo>
                  <a:cubicBezTo>
                    <a:pt x="0" y="488"/>
                    <a:pt x="132" y="685"/>
                    <a:pt x="329" y="734"/>
                  </a:cubicBezTo>
                  <a:cubicBezTo>
                    <a:pt x="351" y="738"/>
                    <a:pt x="374" y="740"/>
                    <a:pt x="396" y="740"/>
                  </a:cubicBezTo>
                  <a:cubicBezTo>
                    <a:pt x="569" y="740"/>
                    <a:pt x="729" y="630"/>
                    <a:pt x="773" y="455"/>
                  </a:cubicBezTo>
                  <a:cubicBezTo>
                    <a:pt x="805" y="258"/>
                    <a:pt x="690" y="61"/>
                    <a:pt x="493" y="11"/>
                  </a:cubicBezTo>
                  <a:cubicBezTo>
                    <a:pt x="465" y="4"/>
                    <a:pt x="437" y="1"/>
                    <a:pt x="409" y="1"/>
                  </a:cubicBezTo>
                  <a:close/>
                </a:path>
              </a:pathLst>
            </a:custGeom>
            <a:solidFill>
              <a:srgbClr val="FFAB2F"/>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72"/>
            <p:cNvSpPr/>
            <p:nvPr/>
          </p:nvSpPr>
          <p:spPr>
            <a:xfrm>
              <a:off x="1560790" y="2926715"/>
              <a:ext cx="37538" cy="34356"/>
            </a:xfrm>
            <a:custGeom>
              <a:avLst/>
              <a:gdLst/>
              <a:ahLst/>
              <a:cxnLst/>
              <a:rect l="l" t="t" r="r" b="b"/>
              <a:pathLst>
                <a:path w="1628" h="1490" extrusionOk="0">
                  <a:moveTo>
                    <a:pt x="1628" y="1"/>
                  </a:moveTo>
                  <a:lnTo>
                    <a:pt x="510" y="411"/>
                  </a:lnTo>
                  <a:cubicBezTo>
                    <a:pt x="99" y="559"/>
                    <a:pt x="0" y="1102"/>
                    <a:pt x="346" y="1381"/>
                  </a:cubicBezTo>
                  <a:lnTo>
                    <a:pt x="378" y="1398"/>
                  </a:lnTo>
                  <a:cubicBezTo>
                    <a:pt x="472" y="1460"/>
                    <a:pt x="578" y="1490"/>
                    <a:pt x="683" y="1490"/>
                  </a:cubicBezTo>
                  <a:cubicBezTo>
                    <a:pt x="907" y="1490"/>
                    <a:pt x="1127" y="1354"/>
                    <a:pt x="1217" y="1118"/>
                  </a:cubicBezTo>
                  <a:lnTo>
                    <a:pt x="1628" y="1"/>
                  </a:ln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72"/>
            <p:cNvSpPr/>
            <p:nvPr/>
          </p:nvSpPr>
          <p:spPr>
            <a:xfrm>
              <a:off x="1615877" y="2955907"/>
              <a:ext cx="52571" cy="51464"/>
            </a:xfrm>
            <a:custGeom>
              <a:avLst/>
              <a:gdLst/>
              <a:ahLst/>
              <a:cxnLst/>
              <a:rect l="l" t="t" r="r" b="b"/>
              <a:pathLst>
                <a:path w="2280" h="2232" extrusionOk="0">
                  <a:moveTo>
                    <a:pt x="1256" y="0"/>
                  </a:moveTo>
                  <a:cubicBezTo>
                    <a:pt x="1116" y="0"/>
                    <a:pt x="958" y="37"/>
                    <a:pt x="784" y="132"/>
                  </a:cubicBezTo>
                  <a:cubicBezTo>
                    <a:pt x="0" y="555"/>
                    <a:pt x="620" y="2232"/>
                    <a:pt x="2061" y="2232"/>
                  </a:cubicBezTo>
                  <a:cubicBezTo>
                    <a:pt x="2132" y="2232"/>
                    <a:pt x="2204" y="2228"/>
                    <a:pt x="2279" y="2219"/>
                  </a:cubicBezTo>
                  <a:lnTo>
                    <a:pt x="2049" y="510"/>
                  </a:lnTo>
                  <a:cubicBezTo>
                    <a:pt x="2049" y="510"/>
                    <a:pt x="1774" y="0"/>
                    <a:pt x="1256" y="0"/>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72"/>
            <p:cNvSpPr/>
            <p:nvPr/>
          </p:nvSpPr>
          <p:spPr>
            <a:xfrm>
              <a:off x="1777586" y="2949243"/>
              <a:ext cx="47706" cy="55499"/>
            </a:xfrm>
            <a:custGeom>
              <a:avLst/>
              <a:gdLst/>
              <a:ahLst/>
              <a:cxnLst/>
              <a:rect l="l" t="t" r="r" b="b"/>
              <a:pathLst>
                <a:path w="2069" h="2407" extrusionOk="0">
                  <a:moveTo>
                    <a:pt x="923" y="1"/>
                  </a:moveTo>
                  <a:cubicBezTo>
                    <a:pt x="453" y="1"/>
                    <a:pt x="197" y="552"/>
                    <a:pt x="197" y="552"/>
                  </a:cubicBezTo>
                  <a:lnTo>
                    <a:pt x="0" y="2393"/>
                  </a:lnTo>
                  <a:cubicBezTo>
                    <a:pt x="68" y="2402"/>
                    <a:pt x="134" y="2407"/>
                    <a:pt x="198" y="2407"/>
                  </a:cubicBezTo>
                  <a:cubicBezTo>
                    <a:pt x="1491" y="2407"/>
                    <a:pt x="2068" y="595"/>
                    <a:pt x="1348" y="141"/>
                  </a:cubicBezTo>
                  <a:cubicBezTo>
                    <a:pt x="1191" y="40"/>
                    <a:pt x="1049" y="1"/>
                    <a:pt x="923" y="1"/>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72"/>
            <p:cNvSpPr/>
            <p:nvPr/>
          </p:nvSpPr>
          <p:spPr>
            <a:xfrm>
              <a:off x="1644675" y="2886025"/>
              <a:ext cx="145475" cy="191100"/>
            </a:xfrm>
            <a:custGeom>
              <a:avLst/>
              <a:gdLst/>
              <a:ahLst/>
              <a:cxnLst/>
              <a:rect l="l" t="t" r="r" b="b"/>
              <a:pathLst>
                <a:path w="5819" h="7644" extrusionOk="0">
                  <a:moveTo>
                    <a:pt x="2943" y="1"/>
                  </a:moveTo>
                  <a:cubicBezTo>
                    <a:pt x="1986" y="1"/>
                    <a:pt x="927" y="217"/>
                    <a:pt x="0" y="914"/>
                  </a:cubicBezTo>
                  <a:cubicBezTo>
                    <a:pt x="0" y="914"/>
                    <a:pt x="33" y="4201"/>
                    <a:pt x="313" y="5729"/>
                  </a:cubicBezTo>
                  <a:cubicBezTo>
                    <a:pt x="609" y="7242"/>
                    <a:pt x="2433" y="7521"/>
                    <a:pt x="3304" y="7636"/>
                  </a:cubicBezTo>
                  <a:cubicBezTo>
                    <a:pt x="3343" y="7641"/>
                    <a:pt x="3383" y="7644"/>
                    <a:pt x="3424" y="7644"/>
                  </a:cubicBezTo>
                  <a:cubicBezTo>
                    <a:pt x="4294" y="7644"/>
                    <a:pt x="5690" y="6520"/>
                    <a:pt x="5753" y="5861"/>
                  </a:cubicBezTo>
                  <a:cubicBezTo>
                    <a:pt x="5819" y="5171"/>
                    <a:pt x="5819" y="585"/>
                    <a:pt x="5819" y="585"/>
                  </a:cubicBezTo>
                  <a:cubicBezTo>
                    <a:pt x="5819" y="585"/>
                    <a:pt x="4517" y="1"/>
                    <a:pt x="2943" y="1"/>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72"/>
            <p:cNvSpPr/>
            <p:nvPr/>
          </p:nvSpPr>
          <p:spPr>
            <a:xfrm>
              <a:off x="1634692" y="2910044"/>
              <a:ext cx="170556" cy="170741"/>
            </a:xfrm>
            <a:custGeom>
              <a:avLst/>
              <a:gdLst/>
              <a:ahLst/>
              <a:cxnLst/>
              <a:rect l="l" t="t" r="r" b="b"/>
              <a:pathLst>
                <a:path w="7397" h="7405" extrusionOk="0">
                  <a:moveTo>
                    <a:pt x="6049" y="0"/>
                  </a:moveTo>
                  <a:lnTo>
                    <a:pt x="6049" y="773"/>
                  </a:lnTo>
                  <a:cubicBezTo>
                    <a:pt x="6049" y="1200"/>
                    <a:pt x="6131" y="1628"/>
                    <a:pt x="6312" y="2022"/>
                  </a:cubicBezTo>
                  <a:cubicBezTo>
                    <a:pt x="6329" y="2055"/>
                    <a:pt x="6345" y="2088"/>
                    <a:pt x="6345" y="2121"/>
                  </a:cubicBezTo>
                  <a:cubicBezTo>
                    <a:pt x="6361" y="2318"/>
                    <a:pt x="6214" y="4241"/>
                    <a:pt x="6214" y="4241"/>
                  </a:cubicBezTo>
                  <a:cubicBezTo>
                    <a:pt x="5983" y="3994"/>
                    <a:pt x="5671" y="3830"/>
                    <a:pt x="5342" y="3781"/>
                  </a:cubicBezTo>
                  <a:cubicBezTo>
                    <a:pt x="4899" y="3682"/>
                    <a:pt x="4471" y="3501"/>
                    <a:pt x="4077" y="3255"/>
                  </a:cubicBezTo>
                  <a:cubicBezTo>
                    <a:pt x="4034" y="3233"/>
                    <a:pt x="3988" y="3221"/>
                    <a:pt x="3942" y="3221"/>
                  </a:cubicBezTo>
                  <a:cubicBezTo>
                    <a:pt x="3884" y="3221"/>
                    <a:pt x="3827" y="3241"/>
                    <a:pt x="3781" y="3288"/>
                  </a:cubicBezTo>
                  <a:cubicBezTo>
                    <a:pt x="3633" y="3403"/>
                    <a:pt x="3321" y="3583"/>
                    <a:pt x="2696" y="3682"/>
                  </a:cubicBezTo>
                  <a:cubicBezTo>
                    <a:pt x="1677" y="3830"/>
                    <a:pt x="1332" y="4389"/>
                    <a:pt x="1332" y="4389"/>
                  </a:cubicBezTo>
                  <a:cubicBezTo>
                    <a:pt x="1332" y="4389"/>
                    <a:pt x="1118" y="2729"/>
                    <a:pt x="1085" y="2334"/>
                  </a:cubicBezTo>
                  <a:cubicBezTo>
                    <a:pt x="1069" y="2203"/>
                    <a:pt x="1085" y="2055"/>
                    <a:pt x="1118" y="1923"/>
                  </a:cubicBezTo>
                  <a:cubicBezTo>
                    <a:pt x="1184" y="1710"/>
                    <a:pt x="1217" y="1480"/>
                    <a:pt x="1217" y="1266"/>
                  </a:cubicBezTo>
                  <a:lnTo>
                    <a:pt x="1167" y="230"/>
                  </a:lnTo>
                  <a:cubicBezTo>
                    <a:pt x="1036" y="313"/>
                    <a:pt x="904" y="395"/>
                    <a:pt x="757" y="477"/>
                  </a:cubicBezTo>
                  <a:cubicBezTo>
                    <a:pt x="757" y="477"/>
                    <a:pt x="0" y="1282"/>
                    <a:pt x="411" y="1841"/>
                  </a:cubicBezTo>
                  <a:cubicBezTo>
                    <a:pt x="724" y="2252"/>
                    <a:pt x="494" y="2630"/>
                    <a:pt x="543" y="2942"/>
                  </a:cubicBezTo>
                  <a:cubicBezTo>
                    <a:pt x="592" y="3271"/>
                    <a:pt x="592" y="3616"/>
                    <a:pt x="526" y="3945"/>
                  </a:cubicBezTo>
                  <a:cubicBezTo>
                    <a:pt x="461" y="4307"/>
                    <a:pt x="461" y="4750"/>
                    <a:pt x="691" y="5079"/>
                  </a:cubicBezTo>
                  <a:cubicBezTo>
                    <a:pt x="822" y="5244"/>
                    <a:pt x="921" y="5424"/>
                    <a:pt x="970" y="5622"/>
                  </a:cubicBezTo>
                  <a:cubicBezTo>
                    <a:pt x="1052" y="5917"/>
                    <a:pt x="1250" y="6328"/>
                    <a:pt x="1661" y="6427"/>
                  </a:cubicBezTo>
                  <a:cubicBezTo>
                    <a:pt x="2316" y="6567"/>
                    <a:pt x="2616" y="7404"/>
                    <a:pt x="3882" y="7404"/>
                  </a:cubicBezTo>
                  <a:cubicBezTo>
                    <a:pt x="3950" y="7404"/>
                    <a:pt x="4020" y="7402"/>
                    <a:pt x="4093" y="7397"/>
                  </a:cubicBezTo>
                  <a:cubicBezTo>
                    <a:pt x="4964" y="7331"/>
                    <a:pt x="5375" y="6969"/>
                    <a:pt x="5572" y="6674"/>
                  </a:cubicBezTo>
                  <a:cubicBezTo>
                    <a:pt x="5737" y="6443"/>
                    <a:pt x="5934" y="6263"/>
                    <a:pt x="6181" y="6131"/>
                  </a:cubicBezTo>
                  <a:cubicBezTo>
                    <a:pt x="6361" y="6049"/>
                    <a:pt x="6526" y="5917"/>
                    <a:pt x="6641" y="5753"/>
                  </a:cubicBezTo>
                  <a:cubicBezTo>
                    <a:pt x="6723" y="5622"/>
                    <a:pt x="6772" y="5474"/>
                    <a:pt x="6772" y="5309"/>
                  </a:cubicBezTo>
                  <a:cubicBezTo>
                    <a:pt x="6772" y="5063"/>
                    <a:pt x="6838" y="4816"/>
                    <a:pt x="6953" y="4586"/>
                  </a:cubicBezTo>
                  <a:cubicBezTo>
                    <a:pt x="7052" y="4389"/>
                    <a:pt x="7118" y="4175"/>
                    <a:pt x="7134" y="3945"/>
                  </a:cubicBezTo>
                  <a:cubicBezTo>
                    <a:pt x="7134" y="3748"/>
                    <a:pt x="7101" y="3551"/>
                    <a:pt x="7035" y="3353"/>
                  </a:cubicBezTo>
                  <a:cubicBezTo>
                    <a:pt x="6920" y="3025"/>
                    <a:pt x="6855" y="2663"/>
                    <a:pt x="6871" y="2318"/>
                  </a:cubicBezTo>
                  <a:cubicBezTo>
                    <a:pt x="6871" y="2203"/>
                    <a:pt x="6871" y="2104"/>
                    <a:pt x="6838" y="1989"/>
                  </a:cubicBezTo>
                  <a:cubicBezTo>
                    <a:pt x="6723" y="1512"/>
                    <a:pt x="7397" y="1102"/>
                    <a:pt x="6493" y="263"/>
                  </a:cubicBezTo>
                  <a:cubicBezTo>
                    <a:pt x="6345" y="165"/>
                    <a:pt x="6197" y="82"/>
                    <a:pt x="6049" y="0"/>
                  </a:cubicBez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72"/>
            <p:cNvSpPr/>
            <p:nvPr/>
          </p:nvSpPr>
          <p:spPr>
            <a:xfrm>
              <a:off x="1702531" y="3005644"/>
              <a:ext cx="43602" cy="26101"/>
            </a:xfrm>
            <a:custGeom>
              <a:avLst/>
              <a:gdLst/>
              <a:ahLst/>
              <a:cxnLst/>
              <a:rect l="l" t="t" r="r" b="b"/>
              <a:pathLst>
                <a:path w="1891" h="1132" extrusionOk="0">
                  <a:moveTo>
                    <a:pt x="956" y="0"/>
                  </a:moveTo>
                  <a:cubicBezTo>
                    <a:pt x="905" y="0"/>
                    <a:pt x="855" y="21"/>
                    <a:pt x="822" y="62"/>
                  </a:cubicBezTo>
                  <a:cubicBezTo>
                    <a:pt x="592" y="292"/>
                    <a:pt x="313" y="440"/>
                    <a:pt x="1" y="506"/>
                  </a:cubicBezTo>
                  <a:cubicBezTo>
                    <a:pt x="149" y="884"/>
                    <a:pt x="527" y="1130"/>
                    <a:pt x="954" y="1130"/>
                  </a:cubicBezTo>
                  <a:cubicBezTo>
                    <a:pt x="966" y="1131"/>
                    <a:pt x="978" y="1131"/>
                    <a:pt x="990" y="1131"/>
                  </a:cubicBezTo>
                  <a:cubicBezTo>
                    <a:pt x="1387" y="1131"/>
                    <a:pt x="1747" y="872"/>
                    <a:pt x="1891" y="489"/>
                  </a:cubicBezTo>
                  <a:cubicBezTo>
                    <a:pt x="1595" y="440"/>
                    <a:pt x="1316" y="292"/>
                    <a:pt x="1102" y="62"/>
                  </a:cubicBezTo>
                  <a:cubicBezTo>
                    <a:pt x="1061" y="21"/>
                    <a:pt x="1007" y="0"/>
                    <a:pt x="956" y="0"/>
                  </a:cubicBezTo>
                  <a:close/>
                </a:path>
              </a:pathLst>
            </a:custGeom>
            <a:solidFill>
              <a:srgbClr val="FFFFFF"/>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72"/>
            <p:cNvSpPr/>
            <p:nvPr/>
          </p:nvSpPr>
          <p:spPr>
            <a:xfrm>
              <a:off x="1645691" y="2855373"/>
              <a:ext cx="144040" cy="70233"/>
            </a:xfrm>
            <a:custGeom>
              <a:avLst/>
              <a:gdLst/>
              <a:ahLst/>
              <a:cxnLst/>
              <a:rect l="l" t="t" r="r" b="b"/>
              <a:pathLst>
                <a:path w="6247" h="3046" extrusionOk="0">
                  <a:moveTo>
                    <a:pt x="3298" y="1"/>
                  </a:moveTo>
                  <a:cubicBezTo>
                    <a:pt x="2286" y="1"/>
                    <a:pt x="1124" y="217"/>
                    <a:pt x="0" y="908"/>
                  </a:cubicBezTo>
                  <a:lnTo>
                    <a:pt x="181" y="3045"/>
                  </a:lnTo>
                  <a:cubicBezTo>
                    <a:pt x="181" y="3045"/>
                    <a:pt x="1418" y="2285"/>
                    <a:pt x="3371" y="2285"/>
                  </a:cubicBezTo>
                  <a:cubicBezTo>
                    <a:pt x="4203" y="2285"/>
                    <a:pt x="5163" y="2423"/>
                    <a:pt x="6213" y="2815"/>
                  </a:cubicBezTo>
                  <a:lnTo>
                    <a:pt x="6246" y="596"/>
                  </a:lnTo>
                  <a:cubicBezTo>
                    <a:pt x="6246" y="596"/>
                    <a:pt x="4978" y="1"/>
                    <a:pt x="3298" y="1"/>
                  </a:cubicBezTo>
                  <a:close/>
                </a:path>
              </a:pathLst>
            </a:custGeom>
            <a:solidFill>
              <a:srgbClr val="65A4C5"/>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72"/>
            <p:cNvSpPr/>
            <p:nvPr/>
          </p:nvSpPr>
          <p:spPr>
            <a:xfrm>
              <a:off x="1485734" y="3098016"/>
              <a:ext cx="473762" cy="438139"/>
            </a:xfrm>
            <a:custGeom>
              <a:avLst/>
              <a:gdLst/>
              <a:ahLst/>
              <a:cxnLst/>
              <a:rect l="l" t="t" r="r" b="b"/>
              <a:pathLst>
                <a:path w="20547" h="19002" extrusionOk="0">
                  <a:moveTo>
                    <a:pt x="10455" y="1"/>
                  </a:moveTo>
                  <a:lnTo>
                    <a:pt x="1595" y="1102"/>
                  </a:lnTo>
                  <a:cubicBezTo>
                    <a:pt x="1562" y="1234"/>
                    <a:pt x="1529" y="1365"/>
                    <a:pt x="1513" y="1513"/>
                  </a:cubicBezTo>
                  <a:cubicBezTo>
                    <a:pt x="412" y="7003"/>
                    <a:pt x="1" y="18048"/>
                    <a:pt x="67" y="19001"/>
                  </a:cubicBezTo>
                  <a:lnTo>
                    <a:pt x="20415" y="19001"/>
                  </a:lnTo>
                  <a:cubicBezTo>
                    <a:pt x="20547" y="13660"/>
                    <a:pt x="19265" y="527"/>
                    <a:pt x="19265" y="527"/>
                  </a:cubicBezTo>
                  <a:lnTo>
                    <a:pt x="10455" y="1"/>
                  </a:ln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72"/>
            <p:cNvSpPr/>
            <p:nvPr/>
          </p:nvSpPr>
          <p:spPr>
            <a:xfrm>
              <a:off x="1520230" y="3098016"/>
              <a:ext cx="409340" cy="180794"/>
            </a:xfrm>
            <a:custGeom>
              <a:avLst/>
              <a:gdLst/>
              <a:ahLst/>
              <a:cxnLst/>
              <a:rect l="l" t="t" r="r" b="b"/>
              <a:pathLst>
                <a:path w="17753" h="7841" extrusionOk="0">
                  <a:moveTo>
                    <a:pt x="8942" y="1"/>
                  </a:moveTo>
                  <a:lnTo>
                    <a:pt x="83" y="1102"/>
                  </a:lnTo>
                  <a:cubicBezTo>
                    <a:pt x="66" y="1234"/>
                    <a:pt x="33" y="1365"/>
                    <a:pt x="1" y="1513"/>
                  </a:cubicBezTo>
                  <a:cubicBezTo>
                    <a:pt x="1" y="1513"/>
                    <a:pt x="5047" y="6477"/>
                    <a:pt x="9353" y="7841"/>
                  </a:cubicBezTo>
                  <a:cubicBezTo>
                    <a:pt x="9353" y="7841"/>
                    <a:pt x="14596" y="4932"/>
                    <a:pt x="17752" y="527"/>
                  </a:cubicBezTo>
                  <a:lnTo>
                    <a:pt x="894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72"/>
            <p:cNvSpPr/>
            <p:nvPr/>
          </p:nvSpPr>
          <p:spPr>
            <a:xfrm>
              <a:off x="1564203" y="3290070"/>
              <a:ext cx="188380" cy="142611"/>
            </a:xfrm>
            <a:custGeom>
              <a:avLst/>
              <a:gdLst/>
              <a:ahLst/>
              <a:cxnLst/>
              <a:rect l="l" t="t" r="r" b="b"/>
              <a:pathLst>
                <a:path w="8170" h="6185" extrusionOk="0">
                  <a:moveTo>
                    <a:pt x="7511" y="1"/>
                  </a:moveTo>
                  <a:cubicBezTo>
                    <a:pt x="6429" y="1"/>
                    <a:pt x="5362" y="165"/>
                    <a:pt x="4323" y="482"/>
                  </a:cubicBezTo>
                  <a:cubicBezTo>
                    <a:pt x="2269" y="1106"/>
                    <a:pt x="0" y="2881"/>
                    <a:pt x="0" y="2881"/>
                  </a:cubicBezTo>
                  <a:cubicBezTo>
                    <a:pt x="0" y="2881"/>
                    <a:pt x="442" y="6184"/>
                    <a:pt x="2086" y="6184"/>
                  </a:cubicBezTo>
                  <a:cubicBezTo>
                    <a:pt x="2151" y="6184"/>
                    <a:pt x="2217" y="6179"/>
                    <a:pt x="2285" y="6169"/>
                  </a:cubicBezTo>
                  <a:cubicBezTo>
                    <a:pt x="3452" y="5972"/>
                    <a:pt x="4603" y="5709"/>
                    <a:pt x="5737" y="5380"/>
                  </a:cubicBezTo>
                  <a:cubicBezTo>
                    <a:pt x="5852" y="5331"/>
                    <a:pt x="5950" y="5265"/>
                    <a:pt x="6016" y="5166"/>
                  </a:cubicBezTo>
                  <a:lnTo>
                    <a:pt x="6213" y="4887"/>
                  </a:lnTo>
                  <a:cubicBezTo>
                    <a:pt x="6312" y="4722"/>
                    <a:pt x="6328" y="4525"/>
                    <a:pt x="6246" y="4361"/>
                  </a:cubicBezTo>
                  <a:cubicBezTo>
                    <a:pt x="6164" y="4180"/>
                    <a:pt x="6180" y="3966"/>
                    <a:pt x="6295" y="3818"/>
                  </a:cubicBezTo>
                  <a:lnTo>
                    <a:pt x="6345" y="3736"/>
                  </a:lnTo>
                  <a:cubicBezTo>
                    <a:pt x="6460" y="3572"/>
                    <a:pt x="6476" y="3358"/>
                    <a:pt x="6378" y="3194"/>
                  </a:cubicBezTo>
                  <a:lnTo>
                    <a:pt x="6279" y="2980"/>
                  </a:lnTo>
                  <a:cubicBezTo>
                    <a:pt x="6197" y="2816"/>
                    <a:pt x="6213" y="2635"/>
                    <a:pt x="6295" y="2487"/>
                  </a:cubicBezTo>
                  <a:lnTo>
                    <a:pt x="6411" y="2273"/>
                  </a:lnTo>
                  <a:cubicBezTo>
                    <a:pt x="6509" y="2109"/>
                    <a:pt x="6509" y="1895"/>
                    <a:pt x="6394" y="1731"/>
                  </a:cubicBezTo>
                  <a:lnTo>
                    <a:pt x="6115" y="1287"/>
                  </a:lnTo>
                  <a:cubicBezTo>
                    <a:pt x="6690" y="1041"/>
                    <a:pt x="7282" y="843"/>
                    <a:pt x="7890" y="712"/>
                  </a:cubicBezTo>
                  <a:cubicBezTo>
                    <a:pt x="8054" y="663"/>
                    <a:pt x="8169" y="515"/>
                    <a:pt x="8153" y="350"/>
                  </a:cubicBezTo>
                  <a:cubicBezTo>
                    <a:pt x="8169" y="153"/>
                    <a:pt x="8005" y="5"/>
                    <a:pt x="7808" y="5"/>
                  </a:cubicBezTo>
                  <a:cubicBezTo>
                    <a:pt x="7709" y="2"/>
                    <a:pt x="7610" y="1"/>
                    <a:pt x="7511" y="1"/>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72"/>
            <p:cNvSpPr/>
            <p:nvPr/>
          </p:nvSpPr>
          <p:spPr>
            <a:xfrm>
              <a:off x="1562622" y="3344115"/>
              <a:ext cx="92876" cy="82269"/>
            </a:xfrm>
            <a:custGeom>
              <a:avLst/>
              <a:gdLst/>
              <a:ahLst/>
              <a:cxnLst/>
              <a:rect l="l" t="t" r="r" b="b"/>
              <a:pathLst>
                <a:path w="4028" h="3568" extrusionOk="0">
                  <a:moveTo>
                    <a:pt x="362" y="1"/>
                  </a:moveTo>
                  <a:cubicBezTo>
                    <a:pt x="132" y="165"/>
                    <a:pt x="0" y="263"/>
                    <a:pt x="0" y="263"/>
                  </a:cubicBezTo>
                  <a:cubicBezTo>
                    <a:pt x="66" y="658"/>
                    <a:pt x="148" y="1036"/>
                    <a:pt x="263" y="1414"/>
                  </a:cubicBezTo>
                  <a:lnTo>
                    <a:pt x="2006" y="3567"/>
                  </a:lnTo>
                  <a:cubicBezTo>
                    <a:pt x="2104" y="3567"/>
                    <a:pt x="2186" y="3567"/>
                    <a:pt x="2285" y="3551"/>
                  </a:cubicBezTo>
                  <a:cubicBezTo>
                    <a:pt x="2877" y="3452"/>
                    <a:pt x="3485" y="3321"/>
                    <a:pt x="4027" y="3206"/>
                  </a:cubicBezTo>
                  <a:lnTo>
                    <a:pt x="36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72"/>
            <p:cNvSpPr/>
            <p:nvPr/>
          </p:nvSpPr>
          <p:spPr>
            <a:xfrm>
              <a:off x="1367490" y="3123796"/>
              <a:ext cx="283884" cy="430161"/>
            </a:xfrm>
            <a:custGeom>
              <a:avLst/>
              <a:gdLst/>
              <a:ahLst/>
              <a:cxnLst/>
              <a:rect l="l" t="t" r="r" b="b"/>
              <a:pathLst>
                <a:path w="12312" h="18656" extrusionOk="0">
                  <a:moveTo>
                    <a:pt x="6707" y="0"/>
                  </a:moveTo>
                  <a:cubicBezTo>
                    <a:pt x="806" y="4603"/>
                    <a:pt x="1" y="18656"/>
                    <a:pt x="1" y="18656"/>
                  </a:cubicBezTo>
                  <a:lnTo>
                    <a:pt x="8350" y="18656"/>
                  </a:lnTo>
                  <a:lnTo>
                    <a:pt x="12312" y="14711"/>
                  </a:lnTo>
                  <a:lnTo>
                    <a:pt x="8646" y="9599"/>
                  </a:lnTo>
                  <a:lnTo>
                    <a:pt x="5918" y="11506"/>
                  </a:lnTo>
                  <a:lnTo>
                    <a:pt x="5967" y="11013"/>
                  </a:lnTo>
                  <a:lnTo>
                    <a:pt x="6279" y="8301"/>
                  </a:lnTo>
                  <a:lnTo>
                    <a:pt x="7216" y="428"/>
                  </a:lnTo>
                  <a:lnTo>
                    <a:pt x="6707" y="0"/>
                  </a:ln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72"/>
            <p:cNvSpPr/>
            <p:nvPr/>
          </p:nvSpPr>
          <p:spPr>
            <a:xfrm>
              <a:off x="1445309" y="3316761"/>
              <a:ext cx="60664" cy="106895"/>
            </a:xfrm>
            <a:custGeom>
              <a:avLst/>
              <a:gdLst/>
              <a:ahLst/>
              <a:cxnLst/>
              <a:rect l="l" t="t" r="r" b="b"/>
              <a:pathLst>
                <a:path w="2631" h="4636" extrusionOk="0">
                  <a:moveTo>
                    <a:pt x="2630" y="1"/>
                  </a:moveTo>
                  <a:lnTo>
                    <a:pt x="1" y="4636"/>
                  </a:lnTo>
                  <a:lnTo>
                    <a:pt x="1" y="4636"/>
                  </a:lnTo>
                  <a:lnTo>
                    <a:pt x="2055" y="3338"/>
                  </a:lnTo>
                  <a:lnTo>
                    <a:pt x="2203" y="3206"/>
                  </a:lnTo>
                  <a:lnTo>
                    <a:pt x="2318" y="2713"/>
                  </a:lnTo>
                  <a:lnTo>
                    <a:pt x="263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72"/>
            <p:cNvSpPr/>
            <p:nvPr/>
          </p:nvSpPr>
          <p:spPr>
            <a:xfrm>
              <a:off x="1503559" y="3345133"/>
              <a:ext cx="147822" cy="178903"/>
            </a:xfrm>
            <a:custGeom>
              <a:avLst/>
              <a:gdLst/>
              <a:ahLst/>
              <a:cxnLst/>
              <a:rect l="l" t="t" r="r" b="b"/>
              <a:pathLst>
                <a:path w="6411" h="7759" fill="none" extrusionOk="0">
                  <a:moveTo>
                    <a:pt x="0" y="1907"/>
                  </a:moveTo>
                  <a:lnTo>
                    <a:pt x="2745" y="0"/>
                  </a:lnTo>
                  <a:lnTo>
                    <a:pt x="6411" y="5112"/>
                  </a:lnTo>
                  <a:lnTo>
                    <a:pt x="3748" y="7758"/>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72"/>
            <p:cNvSpPr/>
            <p:nvPr/>
          </p:nvSpPr>
          <p:spPr>
            <a:xfrm>
              <a:off x="1521752" y="3376585"/>
              <a:ext cx="61033" cy="76574"/>
            </a:xfrm>
            <a:custGeom>
              <a:avLst/>
              <a:gdLst/>
              <a:ahLst/>
              <a:cxnLst/>
              <a:rect l="l" t="t" r="r" b="b"/>
              <a:pathLst>
                <a:path w="2647" h="3321" fill="none" extrusionOk="0">
                  <a:moveTo>
                    <a:pt x="0" y="1"/>
                  </a:moveTo>
                  <a:lnTo>
                    <a:pt x="2647" y="332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72"/>
            <p:cNvSpPr/>
            <p:nvPr/>
          </p:nvSpPr>
          <p:spPr>
            <a:xfrm>
              <a:off x="1451631" y="3389106"/>
              <a:ext cx="51949" cy="32972"/>
            </a:xfrm>
            <a:custGeom>
              <a:avLst/>
              <a:gdLst/>
              <a:ahLst/>
              <a:cxnLst/>
              <a:rect l="l" t="t" r="r" b="b"/>
              <a:pathLst>
                <a:path w="2253" h="1430" fill="none" extrusionOk="0">
                  <a:moveTo>
                    <a:pt x="1" y="1430"/>
                  </a:moveTo>
                  <a:lnTo>
                    <a:pt x="2055" y="132"/>
                  </a:lnTo>
                  <a:lnTo>
                    <a:pt x="2252" y="0"/>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72"/>
            <p:cNvSpPr/>
            <p:nvPr/>
          </p:nvSpPr>
          <p:spPr>
            <a:xfrm>
              <a:off x="1510384" y="3078278"/>
              <a:ext cx="429031" cy="173254"/>
            </a:xfrm>
            <a:custGeom>
              <a:avLst/>
              <a:gdLst/>
              <a:ahLst/>
              <a:cxnLst/>
              <a:rect l="l" t="t" r="r" b="b"/>
              <a:pathLst>
                <a:path w="18607" h="7514" extrusionOk="0">
                  <a:moveTo>
                    <a:pt x="12184" y="0"/>
                  </a:moveTo>
                  <a:cubicBezTo>
                    <a:pt x="11898" y="0"/>
                    <a:pt x="11617" y="83"/>
                    <a:pt x="11391" y="249"/>
                  </a:cubicBezTo>
                  <a:cubicBezTo>
                    <a:pt x="10783" y="643"/>
                    <a:pt x="10076" y="857"/>
                    <a:pt x="9369" y="873"/>
                  </a:cubicBezTo>
                  <a:cubicBezTo>
                    <a:pt x="9297" y="876"/>
                    <a:pt x="9224" y="877"/>
                    <a:pt x="9152" y="877"/>
                  </a:cubicBezTo>
                  <a:cubicBezTo>
                    <a:pt x="8356" y="877"/>
                    <a:pt x="7578" y="712"/>
                    <a:pt x="6854" y="380"/>
                  </a:cubicBezTo>
                  <a:cubicBezTo>
                    <a:pt x="6682" y="305"/>
                    <a:pt x="6495" y="264"/>
                    <a:pt x="6308" y="264"/>
                  </a:cubicBezTo>
                  <a:cubicBezTo>
                    <a:pt x="6210" y="264"/>
                    <a:pt x="6112" y="275"/>
                    <a:pt x="6016" y="298"/>
                  </a:cubicBezTo>
                  <a:cubicBezTo>
                    <a:pt x="4537" y="577"/>
                    <a:pt x="3074" y="955"/>
                    <a:pt x="1644" y="1416"/>
                  </a:cubicBezTo>
                  <a:cubicBezTo>
                    <a:pt x="576" y="1761"/>
                    <a:pt x="0" y="2007"/>
                    <a:pt x="0" y="2007"/>
                  </a:cubicBezTo>
                  <a:cubicBezTo>
                    <a:pt x="3682" y="5344"/>
                    <a:pt x="9665" y="7514"/>
                    <a:pt x="9665" y="7514"/>
                  </a:cubicBezTo>
                  <a:cubicBezTo>
                    <a:pt x="13758" y="5706"/>
                    <a:pt x="18606" y="1070"/>
                    <a:pt x="18606" y="1070"/>
                  </a:cubicBezTo>
                  <a:cubicBezTo>
                    <a:pt x="17982" y="873"/>
                    <a:pt x="17341" y="725"/>
                    <a:pt x="16700" y="594"/>
                  </a:cubicBezTo>
                  <a:cubicBezTo>
                    <a:pt x="15237" y="298"/>
                    <a:pt x="13741" y="101"/>
                    <a:pt x="12262" y="2"/>
                  </a:cubicBezTo>
                  <a:cubicBezTo>
                    <a:pt x="12236" y="1"/>
                    <a:pt x="12210" y="0"/>
                    <a:pt x="12184" y="0"/>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72"/>
            <p:cNvSpPr/>
            <p:nvPr/>
          </p:nvSpPr>
          <p:spPr>
            <a:xfrm>
              <a:off x="1510384" y="3092344"/>
              <a:ext cx="429031" cy="159189"/>
            </a:xfrm>
            <a:custGeom>
              <a:avLst/>
              <a:gdLst/>
              <a:ahLst/>
              <a:cxnLst/>
              <a:rect l="l" t="t" r="r" b="b"/>
              <a:pathLst>
                <a:path w="18607" h="6904" extrusionOk="0">
                  <a:moveTo>
                    <a:pt x="16683" y="0"/>
                  </a:moveTo>
                  <a:cubicBezTo>
                    <a:pt x="14185" y="2170"/>
                    <a:pt x="9649" y="5128"/>
                    <a:pt x="9649" y="5128"/>
                  </a:cubicBezTo>
                  <a:cubicBezTo>
                    <a:pt x="6641" y="4060"/>
                    <a:pt x="2762" y="1545"/>
                    <a:pt x="1644" y="806"/>
                  </a:cubicBezTo>
                  <a:cubicBezTo>
                    <a:pt x="576" y="1151"/>
                    <a:pt x="0" y="1397"/>
                    <a:pt x="0" y="1397"/>
                  </a:cubicBezTo>
                  <a:cubicBezTo>
                    <a:pt x="3682" y="4734"/>
                    <a:pt x="9665" y="6904"/>
                    <a:pt x="9665" y="6904"/>
                  </a:cubicBezTo>
                  <a:cubicBezTo>
                    <a:pt x="13758" y="5096"/>
                    <a:pt x="18606" y="460"/>
                    <a:pt x="18606" y="460"/>
                  </a:cubicBezTo>
                  <a:cubicBezTo>
                    <a:pt x="17982" y="263"/>
                    <a:pt x="17341" y="115"/>
                    <a:pt x="16683" y="0"/>
                  </a:cubicBezTo>
                  <a:close/>
                </a:path>
              </a:pathLst>
            </a:custGeom>
            <a:solidFill>
              <a:schemeClr val="accent4"/>
            </a:solidFill>
            <a:ln w="19050" cap="flat" cmpd="sng">
              <a:solidFill>
                <a:schemeClr val="accent5"/>
              </a:solidFill>
              <a:prstDash val="solid"/>
              <a:miter lim="1643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72"/>
            <p:cNvSpPr/>
            <p:nvPr/>
          </p:nvSpPr>
          <p:spPr>
            <a:xfrm>
              <a:off x="708200" y="3177498"/>
              <a:ext cx="593800" cy="361625"/>
            </a:xfrm>
            <a:custGeom>
              <a:avLst/>
              <a:gdLst/>
              <a:ahLst/>
              <a:cxnLst/>
              <a:rect l="l" t="t" r="r" b="b"/>
              <a:pathLst>
                <a:path w="23752" h="14465" extrusionOk="0">
                  <a:moveTo>
                    <a:pt x="14547" y="0"/>
                  </a:moveTo>
                  <a:lnTo>
                    <a:pt x="11901" y="1052"/>
                  </a:lnTo>
                  <a:lnTo>
                    <a:pt x="8531" y="99"/>
                  </a:lnTo>
                  <a:lnTo>
                    <a:pt x="5556" y="1102"/>
                  </a:lnTo>
                  <a:lnTo>
                    <a:pt x="2630" y="2104"/>
                  </a:lnTo>
                  <a:lnTo>
                    <a:pt x="2581" y="2219"/>
                  </a:lnTo>
                  <a:cubicBezTo>
                    <a:pt x="904" y="5654"/>
                    <a:pt x="0" y="14464"/>
                    <a:pt x="0" y="14464"/>
                  </a:cubicBezTo>
                  <a:lnTo>
                    <a:pt x="23751" y="14464"/>
                  </a:lnTo>
                  <a:cubicBezTo>
                    <a:pt x="22223" y="7117"/>
                    <a:pt x="20037" y="2860"/>
                    <a:pt x="19248" y="1512"/>
                  </a:cubicBezTo>
                  <a:cubicBezTo>
                    <a:pt x="19067" y="1184"/>
                    <a:pt x="18952" y="1036"/>
                    <a:pt x="18952" y="1036"/>
                  </a:cubicBezTo>
                  <a:lnTo>
                    <a:pt x="18294" y="871"/>
                  </a:lnTo>
                  <a:lnTo>
                    <a:pt x="14547" y="0"/>
                  </a:ln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72"/>
            <p:cNvSpPr/>
            <p:nvPr/>
          </p:nvSpPr>
          <p:spPr>
            <a:xfrm>
              <a:off x="772300" y="3177498"/>
              <a:ext cx="417100" cy="182050"/>
            </a:xfrm>
            <a:custGeom>
              <a:avLst/>
              <a:gdLst/>
              <a:ahLst/>
              <a:cxnLst/>
              <a:rect l="l" t="t" r="r" b="b"/>
              <a:pathLst>
                <a:path w="16684" h="7282" extrusionOk="0">
                  <a:moveTo>
                    <a:pt x="11983" y="0"/>
                  </a:moveTo>
                  <a:lnTo>
                    <a:pt x="9337" y="1052"/>
                  </a:lnTo>
                  <a:lnTo>
                    <a:pt x="5967" y="99"/>
                  </a:lnTo>
                  <a:lnTo>
                    <a:pt x="2976" y="1102"/>
                  </a:lnTo>
                  <a:lnTo>
                    <a:pt x="50" y="2104"/>
                  </a:lnTo>
                  <a:lnTo>
                    <a:pt x="1" y="2219"/>
                  </a:lnTo>
                  <a:cubicBezTo>
                    <a:pt x="806" y="2877"/>
                    <a:pt x="5458" y="6575"/>
                    <a:pt x="10684" y="7282"/>
                  </a:cubicBezTo>
                  <a:cubicBezTo>
                    <a:pt x="13035" y="5753"/>
                    <a:pt x="15056" y="3797"/>
                    <a:pt x="16684" y="1512"/>
                  </a:cubicBezTo>
                  <a:cubicBezTo>
                    <a:pt x="16486" y="1184"/>
                    <a:pt x="16388" y="1036"/>
                    <a:pt x="16388" y="1036"/>
                  </a:cubicBezTo>
                  <a:lnTo>
                    <a:pt x="15730" y="871"/>
                  </a:lnTo>
                  <a:lnTo>
                    <a:pt x="1198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72"/>
            <p:cNvSpPr/>
            <p:nvPr/>
          </p:nvSpPr>
          <p:spPr>
            <a:xfrm>
              <a:off x="708200" y="3205023"/>
              <a:ext cx="138925" cy="334100"/>
            </a:xfrm>
            <a:custGeom>
              <a:avLst/>
              <a:gdLst/>
              <a:ahLst/>
              <a:cxnLst/>
              <a:rect l="l" t="t" r="r" b="b"/>
              <a:pathLst>
                <a:path w="5557" h="13364" extrusionOk="0">
                  <a:moveTo>
                    <a:pt x="5556" y="1"/>
                  </a:moveTo>
                  <a:lnTo>
                    <a:pt x="2630" y="1003"/>
                  </a:lnTo>
                  <a:cubicBezTo>
                    <a:pt x="921" y="4373"/>
                    <a:pt x="0" y="13363"/>
                    <a:pt x="0" y="13363"/>
                  </a:cubicBezTo>
                  <a:lnTo>
                    <a:pt x="4159" y="13363"/>
                  </a:lnTo>
                  <a:cubicBezTo>
                    <a:pt x="4373" y="8005"/>
                    <a:pt x="5178" y="2400"/>
                    <a:pt x="5556" y="1"/>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72"/>
            <p:cNvSpPr/>
            <p:nvPr/>
          </p:nvSpPr>
          <p:spPr>
            <a:xfrm>
              <a:off x="812575" y="3343175"/>
              <a:ext cx="16450" cy="185775"/>
            </a:xfrm>
            <a:custGeom>
              <a:avLst/>
              <a:gdLst/>
              <a:ahLst/>
              <a:cxnLst/>
              <a:rect l="l" t="t" r="r" b="b"/>
              <a:pathLst>
                <a:path w="658" h="7431" fill="none" extrusionOk="0">
                  <a:moveTo>
                    <a:pt x="658" y="1"/>
                  </a:moveTo>
                  <a:cubicBezTo>
                    <a:pt x="378" y="2236"/>
                    <a:pt x="132" y="4850"/>
                    <a:pt x="0" y="7430"/>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72"/>
            <p:cNvSpPr/>
            <p:nvPr/>
          </p:nvSpPr>
          <p:spPr>
            <a:xfrm>
              <a:off x="1165550" y="3202434"/>
              <a:ext cx="136450" cy="339850"/>
            </a:xfrm>
            <a:custGeom>
              <a:avLst/>
              <a:gdLst/>
              <a:ahLst/>
              <a:cxnLst/>
              <a:rect l="l" t="t" r="r" b="b"/>
              <a:pathLst>
                <a:path w="5458" h="13594" extrusionOk="0">
                  <a:moveTo>
                    <a:pt x="0" y="0"/>
                  </a:moveTo>
                  <a:lnTo>
                    <a:pt x="0" y="0"/>
                  </a:lnTo>
                  <a:cubicBezTo>
                    <a:pt x="839" y="3699"/>
                    <a:pt x="1463" y="7446"/>
                    <a:pt x="1841" y="11227"/>
                  </a:cubicBezTo>
                  <a:cubicBezTo>
                    <a:pt x="1923" y="11999"/>
                    <a:pt x="1989" y="12788"/>
                    <a:pt x="2055" y="13593"/>
                  </a:cubicBezTo>
                  <a:lnTo>
                    <a:pt x="5457" y="13593"/>
                  </a:lnTo>
                  <a:cubicBezTo>
                    <a:pt x="3567" y="4520"/>
                    <a:pt x="658" y="165"/>
                    <a:pt x="658" y="165"/>
                  </a:cubicBezTo>
                  <a:lnTo>
                    <a:pt x="0" y="0"/>
                  </a:ln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72"/>
            <p:cNvSpPr/>
            <p:nvPr/>
          </p:nvSpPr>
          <p:spPr>
            <a:xfrm>
              <a:off x="1184050" y="3295239"/>
              <a:ext cx="32475" cy="244525"/>
            </a:xfrm>
            <a:custGeom>
              <a:avLst/>
              <a:gdLst/>
              <a:ahLst/>
              <a:cxnLst/>
              <a:rect l="l" t="t" r="r" b="b"/>
              <a:pathLst>
                <a:path w="1299" h="9781" fill="none" extrusionOk="0">
                  <a:moveTo>
                    <a:pt x="1299" y="9780"/>
                  </a:moveTo>
                  <a:cubicBezTo>
                    <a:pt x="1249" y="9024"/>
                    <a:pt x="1167" y="8284"/>
                    <a:pt x="1101" y="7578"/>
                  </a:cubicBezTo>
                  <a:cubicBezTo>
                    <a:pt x="789" y="4668"/>
                    <a:pt x="394" y="2071"/>
                    <a:pt x="0" y="0"/>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72"/>
            <p:cNvSpPr/>
            <p:nvPr/>
          </p:nvSpPr>
          <p:spPr>
            <a:xfrm>
              <a:off x="1217897" y="3476763"/>
              <a:ext cx="59200" cy="59200"/>
            </a:xfrm>
            <a:custGeom>
              <a:avLst/>
              <a:gdLst/>
              <a:ahLst/>
              <a:cxnLst/>
              <a:rect l="l" t="t" r="r" b="b"/>
              <a:pathLst>
                <a:path w="2368" h="2368" extrusionOk="0">
                  <a:moveTo>
                    <a:pt x="0" y="1"/>
                  </a:moveTo>
                  <a:lnTo>
                    <a:pt x="0" y="1"/>
                  </a:lnTo>
                  <a:cubicBezTo>
                    <a:pt x="82" y="773"/>
                    <a:pt x="148" y="1562"/>
                    <a:pt x="214" y="2367"/>
                  </a:cubicBezTo>
                  <a:lnTo>
                    <a:pt x="2367" y="2367"/>
                  </a:lnTo>
                  <a:lnTo>
                    <a:pt x="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72"/>
            <p:cNvSpPr/>
            <p:nvPr/>
          </p:nvSpPr>
          <p:spPr>
            <a:xfrm>
              <a:off x="834350" y="2890773"/>
              <a:ext cx="295875" cy="240725"/>
            </a:xfrm>
            <a:custGeom>
              <a:avLst/>
              <a:gdLst/>
              <a:ahLst/>
              <a:cxnLst/>
              <a:rect l="l" t="t" r="r" b="b"/>
              <a:pathLst>
                <a:path w="11835" h="9629" extrusionOk="0">
                  <a:moveTo>
                    <a:pt x="7431" y="0"/>
                  </a:moveTo>
                  <a:cubicBezTo>
                    <a:pt x="5890" y="0"/>
                    <a:pt x="3875" y="1194"/>
                    <a:pt x="3304" y="2824"/>
                  </a:cubicBezTo>
                  <a:cubicBezTo>
                    <a:pt x="3304" y="2824"/>
                    <a:pt x="3123" y="4122"/>
                    <a:pt x="2236" y="4845"/>
                  </a:cubicBezTo>
                  <a:cubicBezTo>
                    <a:pt x="1348" y="5569"/>
                    <a:pt x="2482" y="6555"/>
                    <a:pt x="2482" y="6555"/>
                  </a:cubicBezTo>
                  <a:cubicBezTo>
                    <a:pt x="2482" y="6555"/>
                    <a:pt x="0" y="9628"/>
                    <a:pt x="5918" y="9628"/>
                  </a:cubicBezTo>
                  <a:cubicBezTo>
                    <a:pt x="11835" y="9628"/>
                    <a:pt x="8367" y="6768"/>
                    <a:pt x="8367" y="6768"/>
                  </a:cubicBezTo>
                  <a:cubicBezTo>
                    <a:pt x="8367" y="6768"/>
                    <a:pt x="9665" y="4352"/>
                    <a:pt x="9287" y="1525"/>
                  </a:cubicBezTo>
                  <a:cubicBezTo>
                    <a:pt x="9143" y="450"/>
                    <a:pt x="8377" y="0"/>
                    <a:pt x="7431" y="0"/>
                  </a:cubicBez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72"/>
            <p:cNvSpPr/>
            <p:nvPr/>
          </p:nvSpPr>
          <p:spPr>
            <a:xfrm>
              <a:off x="854900" y="2905473"/>
              <a:ext cx="16450" cy="80150"/>
            </a:xfrm>
            <a:custGeom>
              <a:avLst/>
              <a:gdLst/>
              <a:ahLst/>
              <a:cxnLst/>
              <a:rect l="l" t="t" r="r" b="b"/>
              <a:pathLst>
                <a:path w="658" h="3206" fill="none" extrusionOk="0">
                  <a:moveTo>
                    <a:pt x="214" y="0"/>
                  </a:moveTo>
                  <a:cubicBezTo>
                    <a:pt x="214" y="0"/>
                    <a:pt x="658" y="1743"/>
                    <a:pt x="0" y="3205"/>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72"/>
            <p:cNvSpPr/>
            <p:nvPr/>
          </p:nvSpPr>
          <p:spPr>
            <a:xfrm>
              <a:off x="846675" y="2985650"/>
              <a:ext cx="16875" cy="16125"/>
            </a:xfrm>
            <a:custGeom>
              <a:avLst/>
              <a:gdLst/>
              <a:ahLst/>
              <a:cxnLst/>
              <a:rect l="l" t="t" r="r" b="b"/>
              <a:pathLst>
                <a:path w="675" h="645" extrusionOk="0">
                  <a:moveTo>
                    <a:pt x="328" y="1"/>
                  </a:moveTo>
                  <a:cubicBezTo>
                    <a:pt x="163" y="1"/>
                    <a:pt x="32" y="112"/>
                    <a:pt x="17" y="282"/>
                  </a:cubicBezTo>
                  <a:cubicBezTo>
                    <a:pt x="1" y="462"/>
                    <a:pt x="132" y="627"/>
                    <a:pt x="296" y="643"/>
                  </a:cubicBezTo>
                  <a:cubicBezTo>
                    <a:pt x="307" y="644"/>
                    <a:pt x="317" y="645"/>
                    <a:pt x="327" y="645"/>
                  </a:cubicBezTo>
                  <a:cubicBezTo>
                    <a:pt x="495" y="645"/>
                    <a:pt x="643" y="518"/>
                    <a:pt x="658" y="347"/>
                  </a:cubicBezTo>
                  <a:cubicBezTo>
                    <a:pt x="674" y="167"/>
                    <a:pt x="543" y="19"/>
                    <a:pt x="362" y="2"/>
                  </a:cubicBezTo>
                  <a:cubicBezTo>
                    <a:pt x="351" y="1"/>
                    <a:pt x="339" y="1"/>
                    <a:pt x="328" y="1"/>
                  </a:cubicBezTo>
                  <a:close/>
                </a:path>
              </a:pathLst>
            </a:custGeom>
            <a:solidFill>
              <a:srgbClr val="FFAB2F"/>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72"/>
            <p:cNvSpPr/>
            <p:nvPr/>
          </p:nvSpPr>
          <p:spPr>
            <a:xfrm>
              <a:off x="823250" y="2985198"/>
              <a:ext cx="33325" cy="35075"/>
            </a:xfrm>
            <a:custGeom>
              <a:avLst/>
              <a:gdLst/>
              <a:ahLst/>
              <a:cxnLst/>
              <a:rect l="l" t="t" r="r" b="b"/>
              <a:pathLst>
                <a:path w="1333" h="1403" extrusionOk="0">
                  <a:moveTo>
                    <a:pt x="1332" y="0"/>
                  </a:moveTo>
                  <a:lnTo>
                    <a:pt x="379" y="477"/>
                  </a:lnTo>
                  <a:cubicBezTo>
                    <a:pt x="34" y="641"/>
                    <a:pt x="1" y="1118"/>
                    <a:pt x="329" y="1331"/>
                  </a:cubicBezTo>
                  <a:lnTo>
                    <a:pt x="362" y="1348"/>
                  </a:lnTo>
                  <a:cubicBezTo>
                    <a:pt x="433" y="1385"/>
                    <a:pt x="508" y="1403"/>
                    <a:pt x="582" y="1403"/>
                  </a:cubicBezTo>
                  <a:cubicBezTo>
                    <a:pt x="800" y="1403"/>
                    <a:pt x="1008" y="1252"/>
                    <a:pt x="1069" y="1019"/>
                  </a:cubicBezTo>
                  <a:lnTo>
                    <a:pt x="1332" y="0"/>
                  </a:ln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72"/>
            <p:cNvSpPr/>
            <p:nvPr/>
          </p:nvSpPr>
          <p:spPr>
            <a:xfrm>
              <a:off x="825300" y="2773323"/>
              <a:ext cx="302875" cy="175725"/>
            </a:xfrm>
            <a:custGeom>
              <a:avLst/>
              <a:gdLst/>
              <a:ahLst/>
              <a:cxnLst/>
              <a:rect l="l" t="t" r="r" b="b"/>
              <a:pathLst>
                <a:path w="12115" h="7029" extrusionOk="0">
                  <a:moveTo>
                    <a:pt x="6610" y="1"/>
                  </a:moveTo>
                  <a:cubicBezTo>
                    <a:pt x="6384" y="1"/>
                    <a:pt x="6159" y="60"/>
                    <a:pt x="5967" y="175"/>
                  </a:cubicBezTo>
                  <a:cubicBezTo>
                    <a:pt x="2253" y="2410"/>
                    <a:pt x="1" y="5845"/>
                    <a:pt x="1" y="5845"/>
                  </a:cubicBezTo>
                  <a:cubicBezTo>
                    <a:pt x="2729" y="6963"/>
                    <a:pt x="7611" y="7029"/>
                    <a:pt x="7611" y="7029"/>
                  </a:cubicBezTo>
                  <a:cubicBezTo>
                    <a:pt x="9271" y="5944"/>
                    <a:pt x="10783" y="4645"/>
                    <a:pt x="12115" y="3150"/>
                  </a:cubicBezTo>
                  <a:cubicBezTo>
                    <a:pt x="10471" y="1588"/>
                    <a:pt x="8153" y="536"/>
                    <a:pt x="7085" y="92"/>
                  </a:cubicBezTo>
                  <a:cubicBezTo>
                    <a:pt x="6934" y="31"/>
                    <a:pt x="6772" y="1"/>
                    <a:pt x="6610" y="1"/>
                  </a:cubicBezTo>
                  <a:close/>
                </a:path>
              </a:pathLst>
            </a:custGeom>
            <a:solidFill>
              <a:schemeClr val="accent1"/>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72"/>
            <p:cNvSpPr/>
            <p:nvPr/>
          </p:nvSpPr>
          <p:spPr>
            <a:xfrm>
              <a:off x="948175" y="3030398"/>
              <a:ext cx="100700" cy="182875"/>
            </a:xfrm>
            <a:custGeom>
              <a:avLst/>
              <a:gdLst/>
              <a:ahLst/>
              <a:cxnLst/>
              <a:rect l="l" t="t" r="r" b="b"/>
              <a:pathLst>
                <a:path w="4028" h="7315" extrusionOk="0">
                  <a:moveTo>
                    <a:pt x="0" y="0"/>
                  </a:moveTo>
                  <a:lnTo>
                    <a:pt x="0" y="6197"/>
                  </a:lnTo>
                  <a:lnTo>
                    <a:pt x="2269" y="7314"/>
                  </a:lnTo>
                  <a:lnTo>
                    <a:pt x="4027" y="6131"/>
                  </a:lnTo>
                  <a:lnTo>
                    <a:pt x="3814" y="3649"/>
                  </a:lnTo>
                  <a:lnTo>
                    <a:pt x="3649" y="1874"/>
                  </a:lnTo>
                  <a:lnTo>
                    <a:pt x="0" y="0"/>
                  </a:ln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72"/>
            <p:cNvSpPr/>
            <p:nvPr/>
          </p:nvSpPr>
          <p:spPr>
            <a:xfrm>
              <a:off x="921050" y="2903848"/>
              <a:ext cx="160275" cy="192800"/>
            </a:xfrm>
            <a:custGeom>
              <a:avLst/>
              <a:gdLst/>
              <a:ahLst/>
              <a:cxnLst/>
              <a:rect l="l" t="t" r="r" b="b"/>
              <a:pathLst>
                <a:path w="6411" h="7712" extrusionOk="0">
                  <a:moveTo>
                    <a:pt x="3978" y="1"/>
                  </a:moveTo>
                  <a:cubicBezTo>
                    <a:pt x="1482" y="1"/>
                    <a:pt x="1" y="1841"/>
                    <a:pt x="1" y="1841"/>
                  </a:cubicBezTo>
                  <a:cubicBezTo>
                    <a:pt x="264" y="3057"/>
                    <a:pt x="559" y="4339"/>
                    <a:pt x="1085" y="5374"/>
                  </a:cubicBezTo>
                  <a:lnTo>
                    <a:pt x="2713" y="7232"/>
                  </a:lnTo>
                  <a:lnTo>
                    <a:pt x="2877" y="7314"/>
                  </a:lnTo>
                  <a:cubicBezTo>
                    <a:pt x="3432" y="7584"/>
                    <a:pt x="3978" y="7712"/>
                    <a:pt x="4467" y="7712"/>
                  </a:cubicBezTo>
                  <a:cubicBezTo>
                    <a:pt x="5557" y="7712"/>
                    <a:pt x="6367" y="7078"/>
                    <a:pt x="6378" y="5966"/>
                  </a:cubicBezTo>
                  <a:cubicBezTo>
                    <a:pt x="6411" y="4339"/>
                    <a:pt x="5589" y="263"/>
                    <a:pt x="5523" y="230"/>
                  </a:cubicBezTo>
                  <a:cubicBezTo>
                    <a:pt x="4973" y="68"/>
                    <a:pt x="4457" y="1"/>
                    <a:pt x="3978" y="1"/>
                  </a:cubicBez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72"/>
            <p:cNvSpPr/>
            <p:nvPr/>
          </p:nvSpPr>
          <p:spPr>
            <a:xfrm>
              <a:off x="912425" y="2926023"/>
              <a:ext cx="59200" cy="93700"/>
            </a:xfrm>
            <a:custGeom>
              <a:avLst/>
              <a:gdLst/>
              <a:ahLst/>
              <a:cxnLst/>
              <a:rect l="l" t="t" r="r" b="b"/>
              <a:pathLst>
                <a:path w="2368" h="3748" extrusionOk="0">
                  <a:moveTo>
                    <a:pt x="1710" y="0"/>
                  </a:moveTo>
                  <a:lnTo>
                    <a:pt x="0" y="822"/>
                  </a:lnTo>
                  <a:lnTo>
                    <a:pt x="904" y="3748"/>
                  </a:lnTo>
                  <a:lnTo>
                    <a:pt x="1348" y="3304"/>
                  </a:lnTo>
                  <a:lnTo>
                    <a:pt x="1480" y="2811"/>
                  </a:lnTo>
                  <a:cubicBezTo>
                    <a:pt x="2367" y="1890"/>
                    <a:pt x="1776" y="33"/>
                    <a:pt x="1710" y="0"/>
                  </a:cubicBez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72"/>
            <p:cNvSpPr/>
            <p:nvPr/>
          </p:nvSpPr>
          <p:spPr>
            <a:xfrm>
              <a:off x="907275" y="3009225"/>
              <a:ext cx="49150" cy="46325"/>
            </a:xfrm>
            <a:custGeom>
              <a:avLst/>
              <a:gdLst/>
              <a:ahLst/>
              <a:cxnLst/>
              <a:rect l="l" t="t" r="r" b="b"/>
              <a:pathLst>
                <a:path w="1966" h="1853" extrusionOk="0">
                  <a:moveTo>
                    <a:pt x="921" y="0"/>
                  </a:moveTo>
                  <a:cubicBezTo>
                    <a:pt x="811" y="0"/>
                    <a:pt x="693" y="22"/>
                    <a:pt x="568" y="78"/>
                  </a:cubicBezTo>
                  <a:cubicBezTo>
                    <a:pt x="0" y="347"/>
                    <a:pt x="234" y="1852"/>
                    <a:pt x="1540" y="1852"/>
                  </a:cubicBezTo>
                  <a:cubicBezTo>
                    <a:pt x="1671" y="1852"/>
                    <a:pt x="1813" y="1837"/>
                    <a:pt x="1965" y="1804"/>
                  </a:cubicBezTo>
                  <a:lnTo>
                    <a:pt x="1653" y="358"/>
                  </a:lnTo>
                  <a:cubicBezTo>
                    <a:pt x="1653" y="358"/>
                    <a:pt x="1358" y="0"/>
                    <a:pt x="921" y="0"/>
                  </a:cubicBez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72"/>
            <p:cNvSpPr/>
            <p:nvPr/>
          </p:nvSpPr>
          <p:spPr>
            <a:xfrm>
              <a:off x="900925" y="2871523"/>
              <a:ext cx="168075" cy="96025"/>
            </a:xfrm>
            <a:custGeom>
              <a:avLst/>
              <a:gdLst/>
              <a:ahLst/>
              <a:cxnLst/>
              <a:rect l="l" t="t" r="r" b="b"/>
              <a:pathLst>
                <a:path w="6723" h="3841" extrusionOk="0">
                  <a:moveTo>
                    <a:pt x="4436" y="0"/>
                  </a:moveTo>
                  <a:cubicBezTo>
                    <a:pt x="3240" y="0"/>
                    <a:pt x="1642" y="466"/>
                    <a:pt x="0" y="2312"/>
                  </a:cubicBezTo>
                  <a:lnTo>
                    <a:pt x="559" y="3840"/>
                  </a:lnTo>
                  <a:cubicBezTo>
                    <a:pt x="559" y="3840"/>
                    <a:pt x="2515" y="2328"/>
                    <a:pt x="4159" y="2098"/>
                  </a:cubicBezTo>
                  <a:cubicBezTo>
                    <a:pt x="4487" y="2052"/>
                    <a:pt x="4787" y="2034"/>
                    <a:pt x="5056" y="2034"/>
                  </a:cubicBezTo>
                  <a:cubicBezTo>
                    <a:pt x="6134" y="2034"/>
                    <a:pt x="6723" y="2328"/>
                    <a:pt x="6723" y="2328"/>
                  </a:cubicBezTo>
                  <a:lnTo>
                    <a:pt x="6460" y="487"/>
                  </a:lnTo>
                  <a:cubicBezTo>
                    <a:pt x="6460" y="487"/>
                    <a:pt x="5658" y="0"/>
                    <a:pt x="4436" y="0"/>
                  </a:cubicBezTo>
                  <a:close/>
                </a:path>
              </a:pathLst>
            </a:custGeom>
            <a:solidFill>
              <a:srgbClr val="65A4C5"/>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72"/>
            <p:cNvSpPr/>
            <p:nvPr/>
          </p:nvSpPr>
          <p:spPr>
            <a:xfrm>
              <a:off x="759150" y="3166498"/>
              <a:ext cx="433125" cy="164700"/>
            </a:xfrm>
            <a:custGeom>
              <a:avLst/>
              <a:gdLst/>
              <a:ahLst/>
              <a:cxnLst/>
              <a:rect l="l" t="t" r="r" b="b"/>
              <a:pathLst>
                <a:path w="17325" h="6588" extrusionOk="0">
                  <a:moveTo>
                    <a:pt x="12194" y="0"/>
                  </a:moveTo>
                  <a:cubicBezTo>
                    <a:pt x="11923" y="0"/>
                    <a:pt x="11662" y="99"/>
                    <a:pt x="11457" y="276"/>
                  </a:cubicBezTo>
                  <a:cubicBezTo>
                    <a:pt x="10963" y="706"/>
                    <a:pt x="10316" y="951"/>
                    <a:pt x="9663" y="951"/>
                  </a:cubicBezTo>
                  <a:cubicBezTo>
                    <a:pt x="9642" y="951"/>
                    <a:pt x="9621" y="950"/>
                    <a:pt x="9600" y="950"/>
                  </a:cubicBezTo>
                  <a:cubicBezTo>
                    <a:pt x="8827" y="950"/>
                    <a:pt x="8071" y="703"/>
                    <a:pt x="7463" y="260"/>
                  </a:cubicBezTo>
                  <a:cubicBezTo>
                    <a:pt x="7267" y="125"/>
                    <a:pt x="7043" y="54"/>
                    <a:pt x="6819" y="54"/>
                  </a:cubicBezTo>
                  <a:cubicBezTo>
                    <a:pt x="6743" y="54"/>
                    <a:pt x="6667" y="62"/>
                    <a:pt x="6592" y="79"/>
                  </a:cubicBezTo>
                  <a:cubicBezTo>
                    <a:pt x="4981" y="440"/>
                    <a:pt x="3387" y="933"/>
                    <a:pt x="1874" y="1591"/>
                  </a:cubicBezTo>
                  <a:cubicBezTo>
                    <a:pt x="724" y="2084"/>
                    <a:pt x="1" y="2478"/>
                    <a:pt x="1" y="2478"/>
                  </a:cubicBezTo>
                  <a:cubicBezTo>
                    <a:pt x="4028" y="5108"/>
                    <a:pt x="10931" y="6588"/>
                    <a:pt x="10931" y="6588"/>
                  </a:cubicBezTo>
                  <a:cubicBezTo>
                    <a:pt x="14169" y="4960"/>
                    <a:pt x="17325" y="1279"/>
                    <a:pt x="17325" y="1279"/>
                  </a:cubicBezTo>
                  <a:cubicBezTo>
                    <a:pt x="16799" y="1098"/>
                    <a:pt x="16273" y="950"/>
                    <a:pt x="15780" y="802"/>
                  </a:cubicBezTo>
                  <a:cubicBezTo>
                    <a:pt x="14300" y="391"/>
                    <a:pt x="13051" y="144"/>
                    <a:pt x="12361" y="13"/>
                  </a:cubicBezTo>
                  <a:cubicBezTo>
                    <a:pt x="12305" y="5"/>
                    <a:pt x="12249" y="0"/>
                    <a:pt x="12194" y="0"/>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72"/>
            <p:cNvSpPr/>
            <p:nvPr/>
          </p:nvSpPr>
          <p:spPr>
            <a:xfrm>
              <a:off x="759150" y="3186523"/>
              <a:ext cx="433125" cy="144675"/>
            </a:xfrm>
            <a:custGeom>
              <a:avLst/>
              <a:gdLst/>
              <a:ahLst/>
              <a:cxnLst/>
              <a:rect l="l" t="t" r="r" b="b"/>
              <a:pathLst>
                <a:path w="17325" h="5787" extrusionOk="0">
                  <a:moveTo>
                    <a:pt x="15780" y="1"/>
                  </a:moveTo>
                  <a:cubicBezTo>
                    <a:pt x="13725" y="2154"/>
                    <a:pt x="10849" y="3995"/>
                    <a:pt x="10849" y="3995"/>
                  </a:cubicBezTo>
                  <a:cubicBezTo>
                    <a:pt x="7693" y="3551"/>
                    <a:pt x="3452" y="1562"/>
                    <a:pt x="1874" y="790"/>
                  </a:cubicBezTo>
                  <a:cubicBezTo>
                    <a:pt x="724" y="1283"/>
                    <a:pt x="1" y="1677"/>
                    <a:pt x="1" y="1677"/>
                  </a:cubicBezTo>
                  <a:cubicBezTo>
                    <a:pt x="4028" y="4307"/>
                    <a:pt x="10931" y="5787"/>
                    <a:pt x="10931" y="5787"/>
                  </a:cubicBezTo>
                  <a:cubicBezTo>
                    <a:pt x="14169" y="4159"/>
                    <a:pt x="17325" y="478"/>
                    <a:pt x="17325" y="478"/>
                  </a:cubicBezTo>
                  <a:cubicBezTo>
                    <a:pt x="16799" y="297"/>
                    <a:pt x="16273" y="149"/>
                    <a:pt x="15780" y="1"/>
                  </a:cubicBezTo>
                  <a:close/>
                </a:path>
              </a:pathLst>
            </a:custGeom>
            <a:solidFill>
              <a:schemeClr val="accent4"/>
            </a:solidFill>
            <a:ln w="19050" cap="flat" cmpd="sng">
              <a:solidFill>
                <a:schemeClr val="accent5"/>
              </a:solidFill>
              <a:prstDash val="solid"/>
              <a:miter lim="1643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72"/>
            <p:cNvSpPr/>
            <p:nvPr/>
          </p:nvSpPr>
          <p:spPr>
            <a:xfrm>
              <a:off x="765875" y="2134995"/>
              <a:ext cx="427225" cy="402650"/>
            </a:xfrm>
            <a:custGeom>
              <a:avLst/>
              <a:gdLst/>
              <a:ahLst/>
              <a:cxnLst/>
              <a:rect l="l" t="t" r="r" b="b"/>
              <a:pathLst>
                <a:path w="17089" h="16106" extrusionOk="0">
                  <a:moveTo>
                    <a:pt x="11348" y="0"/>
                  </a:moveTo>
                  <a:cubicBezTo>
                    <a:pt x="9082" y="0"/>
                    <a:pt x="6898" y="2670"/>
                    <a:pt x="6898" y="2670"/>
                  </a:cubicBezTo>
                  <a:cubicBezTo>
                    <a:pt x="6175" y="3295"/>
                    <a:pt x="5419" y="3870"/>
                    <a:pt x="4630" y="4396"/>
                  </a:cubicBezTo>
                  <a:cubicBezTo>
                    <a:pt x="3348" y="5251"/>
                    <a:pt x="3216" y="6681"/>
                    <a:pt x="3693" y="7798"/>
                  </a:cubicBezTo>
                  <a:cubicBezTo>
                    <a:pt x="4153" y="8916"/>
                    <a:pt x="3923" y="9475"/>
                    <a:pt x="2394" y="10642"/>
                  </a:cubicBezTo>
                  <a:cubicBezTo>
                    <a:pt x="899" y="11800"/>
                    <a:pt x="1" y="16105"/>
                    <a:pt x="7985" y="16105"/>
                  </a:cubicBezTo>
                  <a:cubicBezTo>
                    <a:pt x="8161" y="16105"/>
                    <a:pt x="8341" y="16103"/>
                    <a:pt x="8525" y="16099"/>
                  </a:cubicBezTo>
                  <a:cubicBezTo>
                    <a:pt x="17089" y="15901"/>
                    <a:pt x="16957" y="9836"/>
                    <a:pt x="15083" y="7897"/>
                  </a:cubicBezTo>
                  <a:cubicBezTo>
                    <a:pt x="13210" y="5974"/>
                    <a:pt x="16727" y="4610"/>
                    <a:pt x="13522" y="1043"/>
                  </a:cubicBezTo>
                  <a:cubicBezTo>
                    <a:pt x="12838" y="286"/>
                    <a:pt x="12088" y="0"/>
                    <a:pt x="11348" y="0"/>
                  </a:cubicBez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72"/>
            <p:cNvSpPr/>
            <p:nvPr/>
          </p:nvSpPr>
          <p:spPr>
            <a:xfrm>
              <a:off x="935025" y="2263370"/>
              <a:ext cx="107675" cy="207725"/>
            </a:xfrm>
            <a:custGeom>
              <a:avLst/>
              <a:gdLst/>
              <a:ahLst/>
              <a:cxnLst/>
              <a:rect l="l" t="t" r="r" b="b"/>
              <a:pathLst>
                <a:path w="4307" h="8309" extrusionOk="0">
                  <a:moveTo>
                    <a:pt x="904" y="1"/>
                  </a:moveTo>
                  <a:lnTo>
                    <a:pt x="0" y="7035"/>
                  </a:lnTo>
                  <a:cubicBezTo>
                    <a:pt x="576" y="7726"/>
                    <a:pt x="1398" y="8170"/>
                    <a:pt x="2302" y="8285"/>
                  </a:cubicBezTo>
                  <a:cubicBezTo>
                    <a:pt x="2401" y="8300"/>
                    <a:pt x="2499" y="8308"/>
                    <a:pt x="2598" y="8308"/>
                  </a:cubicBezTo>
                  <a:cubicBezTo>
                    <a:pt x="3315" y="8308"/>
                    <a:pt x="3989" y="7896"/>
                    <a:pt x="4307" y="7216"/>
                  </a:cubicBezTo>
                  <a:lnTo>
                    <a:pt x="4307" y="2515"/>
                  </a:lnTo>
                  <a:lnTo>
                    <a:pt x="1135" y="165"/>
                  </a:lnTo>
                  <a:lnTo>
                    <a:pt x="904" y="1"/>
                  </a:ln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72"/>
            <p:cNvSpPr/>
            <p:nvPr/>
          </p:nvSpPr>
          <p:spPr>
            <a:xfrm>
              <a:off x="665050" y="2442945"/>
              <a:ext cx="131525" cy="309850"/>
            </a:xfrm>
            <a:custGeom>
              <a:avLst/>
              <a:gdLst/>
              <a:ahLst/>
              <a:cxnLst/>
              <a:rect l="l" t="t" r="r" b="b"/>
              <a:pathLst>
                <a:path w="5261" h="12394" extrusionOk="0">
                  <a:moveTo>
                    <a:pt x="5030" y="0"/>
                  </a:moveTo>
                  <a:cubicBezTo>
                    <a:pt x="5030" y="0"/>
                    <a:pt x="3452" y="247"/>
                    <a:pt x="2696" y="2416"/>
                  </a:cubicBezTo>
                  <a:cubicBezTo>
                    <a:pt x="1924" y="4586"/>
                    <a:pt x="1" y="12393"/>
                    <a:pt x="1" y="12393"/>
                  </a:cubicBezTo>
                  <a:lnTo>
                    <a:pt x="5260" y="12393"/>
                  </a:lnTo>
                  <a:lnTo>
                    <a:pt x="5030" y="0"/>
                  </a:ln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72"/>
            <p:cNvSpPr/>
            <p:nvPr/>
          </p:nvSpPr>
          <p:spPr>
            <a:xfrm>
              <a:off x="711475" y="2566873"/>
              <a:ext cx="81800" cy="179600"/>
            </a:xfrm>
            <a:custGeom>
              <a:avLst/>
              <a:gdLst/>
              <a:ahLst/>
              <a:cxnLst/>
              <a:rect l="l" t="t" r="r" b="b"/>
              <a:pathLst>
                <a:path w="3272" h="7184" extrusionOk="0">
                  <a:moveTo>
                    <a:pt x="3272" y="1"/>
                  </a:moveTo>
                  <a:lnTo>
                    <a:pt x="1" y="7183"/>
                  </a:lnTo>
                  <a:lnTo>
                    <a:pt x="3272" y="7183"/>
                  </a:lnTo>
                  <a:lnTo>
                    <a:pt x="32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72"/>
            <p:cNvSpPr/>
            <p:nvPr/>
          </p:nvSpPr>
          <p:spPr>
            <a:xfrm>
              <a:off x="1181975" y="2442945"/>
              <a:ext cx="145075" cy="309850"/>
            </a:xfrm>
            <a:custGeom>
              <a:avLst/>
              <a:gdLst/>
              <a:ahLst/>
              <a:cxnLst/>
              <a:rect l="l" t="t" r="r" b="b"/>
              <a:pathLst>
                <a:path w="5803" h="12394" extrusionOk="0">
                  <a:moveTo>
                    <a:pt x="1" y="0"/>
                  </a:moveTo>
                  <a:lnTo>
                    <a:pt x="1497" y="8301"/>
                  </a:lnTo>
                  <a:lnTo>
                    <a:pt x="2236" y="12393"/>
                  </a:lnTo>
                  <a:lnTo>
                    <a:pt x="5803" y="12393"/>
                  </a:lnTo>
                  <a:cubicBezTo>
                    <a:pt x="5803" y="12393"/>
                    <a:pt x="3107" y="2992"/>
                    <a:pt x="2466" y="1562"/>
                  </a:cubicBezTo>
                  <a:cubicBezTo>
                    <a:pt x="1809" y="132"/>
                    <a:pt x="1" y="0"/>
                    <a:pt x="1" y="0"/>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72"/>
            <p:cNvSpPr/>
            <p:nvPr/>
          </p:nvSpPr>
          <p:spPr>
            <a:xfrm>
              <a:off x="1210325" y="2593998"/>
              <a:ext cx="82625" cy="152475"/>
            </a:xfrm>
            <a:custGeom>
              <a:avLst/>
              <a:gdLst/>
              <a:ahLst/>
              <a:cxnLst/>
              <a:rect l="l" t="t" r="r" b="b"/>
              <a:pathLst>
                <a:path w="3305" h="6099" extrusionOk="0">
                  <a:moveTo>
                    <a:pt x="1" y="1"/>
                  </a:moveTo>
                  <a:lnTo>
                    <a:pt x="1102" y="6098"/>
                  </a:lnTo>
                  <a:lnTo>
                    <a:pt x="3305" y="6098"/>
                  </a:lnTo>
                  <a:cubicBezTo>
                    <a:pt x="2384" y="5014"/>
                    <a:pt x="1086" y="1233"/>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72"/>
            <p:cNvSpPr/>
            <p:nvPr/>
          </p:nvSpPr>
          <p:spPr>
            <a:xfrm>
              <a:off x="774775" y="2442945"/>
              <a:ext cx="468450" cy="309850"/>
            </a:xfrm>
            <a:custGeom>
              <a:avLst/>
              <a:gdLst/>
              <a:ahLst/>
              <a:cxnLst/>
              <a:rect l="l" t="t" r="r" b="b"/>
              <a:pathLst>
                <a:path w="18738" h="12394" extrusionOk="0">
                  <a:moveTo>
                    <a:pt x="641" y="0"/>
                  </a:moveTo>
                  <a:lnTo>
                    <a:pt x="345" y="1808"/>
                  </a:lnTo>
                  <a:lnTo>
                    <a:pt x="0" y="12393"/>
                  </a:lnTo>
                  <a:lnTo>
                    <a:pt x="18738" y="12393"/>
                  </a:lnTo>
                  <a:lnTo>
                    <a:pt x="16585" y="1496"/>
                  </a:lnTo>
                  <a:lnTo>
                    <a:pt x="16289" y="0"/>
                  </a:ln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72"/>
            <p:cNvSpPr/>
            <p:nvPr/>
          </p:nvSpPr>
          <p:spPr>
            <a:xfrm>
              <a:off x="790800" y="2442945"/>
              <a:ext cx="394500" cy="206350"/>
            </a:xfrm>
            <a:custGeom>
              <a:avLst/>
              <a:gdLst/>
              <a:ahLst/>
              <a:cxnLst/>
              <a:rect l="l" t="t" r="r" b="b"/>
              <a:pathLst>
                <a:path w="15780" h="8254" extrusionOk="0">
                  <a:moveTo>
                    <a:pt x="0" y="0"/>
                  </a:moveTo>
                  <a:lnTo>
                    <a:pt x="575" y="1628"/>
                  </a:lnTo>
                  <a:cubicBezTo>
                    <a:pt x="1825" y="3764"/>
                    <a:pt x="5145" y="6887"/>
                    <a:pt x="8860" y="8202"/>
                  </a:cubicBezTo>
                  <a:cubicBezTo>
                    <a:pt x="8963" y="8237"/>
                    <a:pt x="9070" y="8253"/>
                    <a:pt x="9178" y="8253"/>
                  </a:cubicBezTo>
                  <a:cubicBezTo>
                    <a:pt x="9430" y="8253"/>
                    <a:pt x="9683" y="8161"/>
                    <a:pt x="9879" y="7988"/>
                  </a:cubicBezTo>
                  <a:cubicBezTo>
                    <a:pt x="10996" y="6953"/>
                    <a:pt x="14021" y="4044"/>
                    <a:pt x="15779" y="855"/>
                  </a:cubicBezTo>
                  <a:lnTo>
                    <a:pt x="156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72"/>
            <p:cNvSpPr/>
            <p:nvPr/>
          </p:nvSpPr>
          <p:spPr>
            <a:xfrm>
              <a:off x="768200" y="2410895"/>
              <a:ext cx="436400" cy="212450"/>
            </a:xfrm>
            <a:custGeom>
              <a:avLst/>
              <a:gdLst/>
              <a:ahLst/>
              <a:cxnLst/>
              <a:rect l="l" t="t" r="r" b="b"/>
              <a:pathLst>
                <a:path w="17456" h="8498" extrusionOk="0">
                  <a:moveTo>
                    <a:pt x="6169" y="0"/>
                  </a:moveTo>
                  <a:cubicBezTo>
                    <a:pt x="6101" y="0"/>
                    <a:pt x="6033" y="6"/>
                    <a:pt x="5967" y="17"/>
                  </a:cubicBezTo>
                  <a:cubicBezTo>
                    <a:pt x="4586" y="280"/>
                    <a:pt x="3140" y="576"/>
                    <a:pt x="1710" y="970"/>
                  </a:cubicBezTo>
                  <a:cubicBezTo>
                    <a:pt x="1134" y="1134"/>
                    <a:pt x="559" y="1315"/>
                    <a:pt x="0" y="1512"/>
                  </a:cubicBezTo>
                  <a:cubicBezTo>
                    <a:pt x="4027" y="5687"/>
                    <a:pt x="10158" y="8498"/>
                    <a:pt x="10158" y="8498"/>
                  </a:cubicBezTo>
                  <a:cubicBezTo>
                    <a:pt x="13478" y="5950"/>
                    <a:pt x="17456" y="1381"/>
                    <a:pt x="17456" y="1381"/>
                  </a:cubicBezTo>
                  <a:cubicBezTo>
                    <a:pt x="16963" y="1266"/>
                    <a:pt x="16437" y="1151"/>
                    <a:pt x="15911" y="1036"/>
                  </a:cubicBezTo>
                  <a:cubicBezTo>
                    <a:pt x="14382" y="707"/>
                    <a:pt x="12821" y="411"/>
                    <a:pt x="11917" y="263"/>
                  </a:cubicBezTo>
                  <a:cubicBezTo>
                    <a:pt x="11839" y="247"/>
                    <a:pt x="11761" y="239"/>
                    <a:pt x="11683" y="239"/>
                  </a:cubicBezTo>
                  <a:cubicBezTo>
                    <a:pt x="11366" y="239"/>
                    <a:pt x="11056" y="371"/>
                    <a:pt x="10832" y="608"/>
                  </a:cubicBezTo>
                  <a:cubicBezTo>
                    <a:pt x="10569" y="888"/>
                    <a:pt x="10076" y="1184"/>
                    <a:pt x="9188" y="1217"/>
                  </a:cubicBezTo>
                  <a:cubicBezTo>
                    <a:pt x="9150" y="1218"/>
                    <a:pt x="9111" y="1219"/>
                    <a:pt x="9073" y="1219"/>
                  </a:cubicBezTo>
                  <a:cubicBezTo>
                    <a:pt x="8311" y="1219"/>
                    <a:pt x="7600" y="910"/>
                    <a:pt x="7068" y="378"/>
                  </a:cubicBezTo>
                  <a:cubicBezTo>
                    <a:pt x="6836" y="132"/>
                    <a:pt x="6501" y="0"/>
                    <a:pt x="6169" y="0"/>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72"/>
            <p:cNvSpPr/>
            <p:nvPr/>
          </p:nvSpPr>
          <p:spPr>
            <a:xfrm>
              <a:off x="768200" y="2435145"/>
              <a:ext cx="436400" cy="188200"/>
            </a:xfrm>
            <a:custGeom>
              <a:avLst/>
              <a:gdLst/>
              <a:ahLst/>
              <a:cxnLst/>
              <a:rect l="l" t="t" r="r" b="b"/>
              <a:pathLst>
                <a:path w="17456" h="7528" extrusionOk="0">
                  <a:moveTo>
                    <a:pt x="1710" y="0"/>
                  </a:moveTo>
                  <a:cubicBezTo>
                    <a:pt x="1134" y="164"/>
                    <a:pt x="559" y="345"/>
                    <a:pt x="0" y="542"/>
                  </a:cubicBezTo>
                  <a:cubicBezTo>
                    <a:pt x="4027" y="4717"/>
                    <a:pt x="10158" y="7528"/>
                    <a:pt x="10158" y="7528"/>
                  </a:cubicBezTo>
                  <a:cubicBezTo>
                    <a:pt x="13478" y="4980"/>
                    <a:pt x="17456" y="411"/>
                    <a:pt x="17456" y="411"/>
                  </a:cubicBezTo>
                  <a:cubicBezTo>
                    <a:pt x="16963" y="296"/>
                    <a:pt x="16437" y="181"/>
                    <a:pt x="15911" y="66"/>
                  </a:cubicBezTo>
                  <a:cubicBezTo>
                    <a:pt x="13971" y="2728"/>
                    <a:pt x="9928" y="5868"/>
                    <a:pt x="9928" y="5868"/>
                  </a:cubicBezTo>
                  <a:cubicBezTo>
                    <a:pt x="6493" y="4274"/>
                    <a:pt x="2909" y="1101"/>
                    <a:pt x="1710" y="0"/>
                  </a:cubicBezTo>
                  <a:close/>
                </a:path>
              </a:pathLst>
            </a:custGeom>
            <a:solidFill>
              <a:schemeClr val="accent4"/>
            </a:solidFill>
            <a:ln w="19050" cap="flat" cmpd="sng">
              <a:solidFill>
                <a:schemeClr val="accent5"/>
              </a:solidFill>
              <a:prstDash val="solid"/>
              <a:miter lim="1643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72"/>
            <p:cNvSpPr/>
            <p:nvPr/>
          </p:nvSpPr>
          <p:spPr>
            <a:xfrm>
              <a:off x="854475" y="2162695"/>
              <a:ext cx="12350" cy="63300"/>
            </a:xfrm>
            <a:custGeom>
              <a:avLst/>
              <a:gdLst/>
              <a:ahLst/>
              <a:cxnLst/>
              <a:rect l="l" t="t" r="r" b="b"/>
              <a:pathLst>
                <a:path w="494" h="2532" fill="none" extrusionOk="0">
                  <a:moveTo>
                    <a:pt x="1" y="1"/>
                  </a:moveTo>
                  <a:cubicBezTo>
                    <a:pt x="1" y="1"/>
                    <a:pt x="494" y="1332"/>
                    <a:pt x="99" y="2532"/>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72"/>
            <p:cNvSpPr/>
            <p:nvPr/>
          </p:nvSpPr>
          <p:spPr>
            <a:xfrm>
              <a:off x="850375" y="2219820"/>
              <a:ext cx="12775" cy="12750"/>
            </a:xfrm>
            <a:custGeom>
              <a:avLst/>
              <a:gdLst/>
              <a:ahLst/>
              <a:cxnLst/>
              <a:rect l="l" t="t" r="r" b="b"/>
              <a:pathLst>
                <a:path w="511" h="510" extrusionOk="0">
                  <a:moveTo>
                    <a:pt x="247" y="0"/>
                  </a:moveTo>
                  <a:cubicBezTo>
                    <a:pt x="116" y="0"/>
                    <a:pt x="1" y="115"/>
                    <a:pt x="1" y="247"/>
                  </a:cubicBezTo>
                  <a:cubicBezTo>
                    <a:pt x="1" y="395"/>
                    <a:pt x="116" y="510"/>
                    <a:pt x="247" y="510"/>
                  </a:cubicBezTo>
                  <a:cubicBezTo>
                    <a:pt x="395" y="510"/>
                    <a:pt x="510" y="395"/>
                    <a:pt x="510" y="247"/>
                  </a:cubicBezTo>
                  <a:cubicBezTo>
                    <a:pt x="510" y="115"/>
                    <a:pt x="395" y="0"/>
                    <a:pt x="247" y="0"/>
                  </a:cubicBezTo>
                  <a:close/>
                </a:path>
              </a:pathLst>
            </a:custGeom>
            <a:solidFill>
              <a:srgbClr val="FFAB2F"/>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72"/>
            <p:cNvSpPr/>
            <p:nvPr/>
          </p:nvSpPr>
          <p:spPr>
            <a:xfrm>
              <a:off x="830250" y="2228445"/>
              <a:ext cx="24250" cy="29150"/>
            </a:xfrm>
            <a:custGeom>
              <a:avLst/>
              <a:gdLst/>
              <a:ahLst/>
              <a:cxnLst/>
              <a:rect l="l" t="t" r="r" b="b"/>
              <a:pathLst>
                <a:path w="970" h="1166" extrusionOk="0">
                  <a:moveTo>
                    <a:pt x="970" y="0"/>
                  </a:moveTo>
                  <a:lnTo>
                    <a:pt x="280" y="444"/>
                  </a:lnTo>
                  <a:cubicBezTo>
                    <a:pt x="0" y="625"/>
                    <a:pt x="49" y="1036"/>
                    <a:pt x="362" y="1151"/>
                  </a:cubicBezTo>
                  <a:cubicBezTo>
                    <a:pt x="396" y="1161"/>
                    <a:pt x="431" y="1166"/>
                    <a:pt x="465" y="1166"/>
                  </a:cubicBezTo>
                  <a:cubicBezTo>
                    <a:pt x="657" y="1166"/>
                    <a:pt x="827" y="1018"/>
                    <a:pt x="855" y="822"/>
                  </a:cubicBezTo>
                  <a:lnTo>
                    <a:pt x="970" y="0"/>
                  </a:ln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72"/>
            <p:cNvSpPr/>
            <p:nvPr/>
          </p:nvSpPr>
          <p:spPr>
            <a:xfrm>
              <a:off x="833125" y="2004495"/>
              <a:ext cx="332025" cy="180050"/>
            </a:xfrm>
            <a:custGeom>
              <a:avLst/>
              <a:gdLst/>
              <a:ahLst/>
              <a:cxnLst/>
              <a:rect l="l" t="t" r="r" b="b"/>
              <a:pathLst>
                <a:path w="13281" h="7202" extrusionOk="0">
                  <a:moveTo>
                    <a:pt x="5835" y="1"/>
                  </a:moveTo>
                  <a:cubicBezTo>
                    <a:pt x="5835" y="1"/>
                    <a:pt x="2038" y="2203"/>
                    <a:pt x="0" y="6246"/>
                  </a:cubicBezTo>
                  <a:cubicBezTo>
                    <a:pt x="0" y="6246"/>
                    <a:pt x="2172" y="7201"/>
                    <a:pt x="6108" y="7201"/>
                  </a:cubicBezTo>
                  <a:cubicBezTo>
                    <a:pt x="6905" y="7201"/>
                    <a:pt x="7774" y="7162"/>
                    <a:pt x="8712" y="7068"/>
                  </a:cubicBezTo>
                  <a:cubicBezTo>
                    <a:pt x="8712" y="7068"/>
                    <a:pt x="11736" y="5277"/>
                    <a:pt x="13281" y="2499"/>
                  </a:cubicBezTo>
                  <a:cubicBezTo>
                    <a:pt x="13281" y="2483"/>
                    <a:pt x="9698" y="773"/>
                    <a:pt x="5835" y="1"/>
                  </a:cubicBezTo>
                  <a:close/>
                </a:path>
              </a:pathLst>
            </a:custGeom>
            <a:solidFill>
              <a:schemeClr val="accent1"/>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72"/>
            <p:cNvSpPr/>
            <p:nvPr/>
          </p:nvSpPr>
          <p:spPr>
            <a:xfrm>
              <a:off x="935025" y="2127995"/>
              <a:ext cx="187000" cy="233825"/>
            </a:xfrm>
            <a:custGeom>
              <a:avLst/>
              <a:gdLst/>
              <a:ahLst/>
              <a:cxnLst/>
              <a:rect l="l" t="t" r="r" b="b"/>
              <a:pathLst>
                <a:path w="7480" h="9353" extrusionOk="0">
                  <a:moveTo>
                    <a:pt x="4965" y="1"/>
                  </a:moveTo>
                  <a:cubicBezTo>
                    <a:pt x="3012" y="1"/>
                    <a:pt x="0" y="1832"/>
                    <a:pt x="0" y="1832"/>
                  </a:cubicBezTo>
                  <a:cubicBezTo>
                    <a:pt x="247" y="3213"/>
                    <a:pt x="625" y="4577"/>
                    <a:pt x="1135" y="5892"/>
                  </a:cubicBezTo>
                  <a:lnTo>
                    <a:pt x="2351" y="8095"/>
                  </a:lnTo>
                  <a:cubicBezTo>
                    <a:pt x="3049" y="8963"/>
                    <a:pt x="3910" y="9352"/>
                    <a:pt x="4708" y="9352"/>
                  </a:cubicBezTo>
                  <a:cubicBezTo>
                    <a:pt x="5844" y="9352"/>
                    <a:pt x="6853" y="8563"/>
                    <a:pt x="7085" y="7240"/>
                  </a:cubicBezTo>
                  <a:cubicBezTo>
                    <a:pt x="7479" y="4972"/>
                    <a:pt x="7150" y="4035"/>
                    <a:pt x="6542" y="1126"/>
                  </a:cubicBezTo>
                  <a:cubicBezTo>
                    <a:pt x="6363" y="296"/>
                    <a:pt x="5749" y="1"/>
                    <a:pt x="4965" y="1"/>
                  </a:cubicBez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72"/>
            <p:cNvSpPr/>
            <p:nvPr/>
          </p:nvSpPr>
          <p:spPr>
            <a:xfrm>
              <a:off x="935025" y="2085375"/>
              <a:ext cx="187000" cy="299175"/>
            </a:xfrm>
            <a:custGeom>
              <a:avLst/>
              <a:gdLst/>
              <a:ahLst/>
              <a:cxnLst/>
              <a:rect l="l" t="t" r="r" b="b"/>
              <a:pathLst>
                <a:path w="7480" h="11967" fill="none" extrusionOk="0">
                  <a:moveTo>
                    <a:pt x="2351" y="9863"/>
                  </a:moveTo>
                  <a:cubicBezTo>
                    <a:pt x="4044" y="11967"/>
                    <a:pt x="6690" y="11260"/>
                    <a:pt x="7085" y="9008"/>
                  </a:cubicBezTo>
                  <a:cubicBezTo>
                    <a:pt x="7479" y="6740"/>
                    <a:pt x="7150" y="5803"/>
                    <a:pt x="6542" y="2894"/>
                  </a:cubicBezTo>
                  <a:cubicBezTo>
                    <a:pt x="5918" y="1"/>
                    <a:pt x="0" y="3600"/>
                    <a:pt x="0" y="3600"/>
                  </a:cubicBezTo>
                  <a:cubicBezTo>
                    <a:pt x="247" y="4981"/>
                    <a:pt x="625" y="6345"/>
                    <a:pt x="1135" y="7660"/>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72"/>
            <p:cNvSpPr/>
            <p:nvPr/>
          </p:nvSpPr>
          <p:spPr>
            <a:xfrm>
              <a:off x="922725" y="2150395"/>
              <a:ext cx="64500" cy="120000"/>
            </a:xfrm>
            <a:custGeom>
              <a:avLst/>
              <a:gdLst/>
              <a:ahLst/>
              <a:cxnLst/>
              <a:rect l="l" t="t" r="r" b="b"/>
              <a:pathLst>
                <a:path w="2580" h="4800" extrusionOk="0">
                  <a:moveTo>
                    <a:pt x="1123" y="1"/>
                  </a:moveTo>
                  <a:cubicBezTo>
                    <a:pt x="546" y="1"/>
                    <a:pt x="0" y="504"/>
                    <a:pt x="98" y="1002"/>
                  </a:cubicBezTo>
                  <a:cubicBezTo>
                    <a:pt x="262" y="1840"/>
                    <a:pt x="1396" y="4799"/>
                    <a:pt x="1396" y="4799"/>
                  </a:cubicBezTo>
                  <a:lnTo>
                    <a:pt x="1298" y="3846"/>
                  </a:lnTo>
                  <a:lnTo>
                    <a:pt x="1676" y="3418"/>
                  </a:lnTo>
                  <a:cubicBezTo>
                    <a:pt x="2580" y="2383"/>
                    <a:pt x="2153" y="871"/>
                    <a:pt x="2153" y="871"/>
                  </a:cubicBezTo>
                  <a:cubicBezTo>
                    <a:pt x="1926" y="236"/>
                    <a:pt x="1517" y="1"/>
                    <a:pt x="1123" y="1"/>
                  </a:cubicBez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72"/>
            <p:cNvSpPr/>
            <p:nvPr/>
          </p:nvSpPr>
          <p:spPr>
            <a:xfrm>
              <a:off x="913650" y="2107620"/>
              <a:ext cx="198925" cy="105725"/>
            </a:xfrm>
            <a:custGeom>
              <a:avLst/>
              <a:gdLst/>
              <a:ahLst/>
              <a:cxnLst/>
              <a:rect l="l" t="t" r="r" b="b"/>
              <a:pathLst>
                <a:path w="7957" h="4229" extrusionOk="0">
                  <a:moveTo>
                    <a:pt x="5611" y="0"/>
                  </a:moveTo>
                  <a:cubicBezTo>
                    <a:pt x="4044" y="0"/>
                    <a:pt x="1651" y="365"/>
                    <a:pt x="1" y="2302"/>
                  </a:cubicBezTo>
                  <a:lnTo>
                    <a:pt x="609" y="3995"/>
                  </a:lnTo>
                  <a:cubicBezTo>
                    <a:pt x="666" y="4143"/>
                    <a:pt x="809" y="4228"/>
                    <a:pt x="952" y="4228"/>
                  </a:cubicBezTo>
                  <a:cubicBezTo>
                    <a:pt x="1016" y="4228"/>
                    <a:pt x="1079" y="4211"/>
                    <a:pt x="1135" y="4176"/>
                  </a:cubicBezTo>
                  <a:cubicBezTo>
                    <a:pt x="2004" y="3633"/>
                    <a:pt x="4221" y="2382"/>
                    <a:pt x="6514" y="2382"/>
                  </a:cubicBezTo>
                  <a:cubicBezTo>
                    <a:pt x="6995" y="2382"/>
                    <a:pt x="7480" y="2437"/>
                    <a:pt x="7956" y="2565"/>
                  </a:cubicBezTo>
                  <a:lnTo>
                    <a:pt x="7200" y="133"/>
                  </a:lnTo>
                  <a:cubicBezTo>
                    <a:pt x="7200" y="133"/>
                    <a:pt x="6555" y="0"/>
                    <a:pt x="5611" y="0"/>
                  </a:cubicBezTo>
                  <a:close/>
                </a:path>
              </a:pathLst>
            </a:custGeom>
            <a:solidFill>
              <a:schemeClr val="accent1"/>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72"/>
            <p:cNvSpPr/>
            <p:nvPr/>
          </p:nvSpPr>
          <p:spPr>
            <a:xfrm>
              <a:off x="907500" y="2240970"/>
              <a:ext cx="70275" cy="55375"/>
            </a:xfrm>
            <a:custGeom>
              <a:avLst/>
              <a:gdLst/>
              <a:ahLst/>
              <a:cxnLst/>
              <a:rect l="l" t="t" r="r" b="b"/>
              <a:pathLst>
                <a:path w="2811" h="2215" extrusionOk="0">
                  <a:moveTo>
                    <a:pt x="1281" y="0"/>
                  </a:moveTo>
                  <a:cubicBezTo>
                    <a:pt x="1103" y="0"/>
                    <a:pt x="903" y="55"/>
                    <a:pt x="691" y="206"/>
                  </a:cubicBezTo>
                  <a:cubicBezTo>
                    <a:pt x="1" y="695"/>
                    <a:pt x="806" y="2214"/>
                    <a:pt x="2185" y="2214"/>
                  </a:cubicBezTo>
                  <a:cubicBezTo>
                    <a:pt x="2383" y="2214"/>
                    <a:pt x="2592" y="2183"/>
                    <a:pt x="2811" y="2113"/>
                  </a:cubicBezTo>
                  <a:lnTo>
                    <a:pt x="2088" y="403"/>
                  </a:lnTo>
                  <a:cubicBezTo>
                    <a:pt x="2088" y="403"/>
                    <a:pt x="1763" y="0"/>
                    <a:pt x="1281" y="0"/>
                  </a:cubicBez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72"/>
            <p:cNvSpPr/>
            <p:nvPr/>
          </p:nvSpPr>
          <p:spPr>
            <a:xfrm>
              <a:off x="905025" y="2233725"/>
              <a:ext cx="72750" cy="75625"/>
            </a:xfrm>
            <a:custGeom>
              <a:avLst/>
              <a:gdLst/>
              <a:ahLst/>
              <a:cxnLst/>
              <a:rect l="l" t="t" r="r" b="b"/>
              <a:pathLst>
                <a:path w="2910" h="3025" fill="none" extrusionOk="0">
                  <a:moveTo>
                    <a:pt x="2187" y="756"/>
                  </a:moveTo>
                  <a:cubicBezTo>
                    <a:pt x="2187" y="756"/>
                    <a:pt x="1578" y="0"/>
                    <a:pt x="790" y="559"/>
                  </a:cubicBezTo>
                  <a:cubicBezTo>
                    <a:pt x="1" y="1118"/>
                    <a:pt x="1168" y="3025"/>
                    <a:pt x="2910" y="2466"/>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72"/>
            <p:cNvSpPr/>
            <p:nvPr/>
          </p:nvSpPr>
          <p:spPr>
            <a:xfrm>
              <a:off x="2513750" y="2889550"/>
              <a:ext cx="17700" cy="70275"/>
            </a:xfrm>
            <a:custGeom>
              <a:avLst/>
              <a:gdLst/>
              <a:ahLst/>
              <a:cxnLst/>
              <a:rect l="l" t="t" r="r" b="b"/>
              <a:pathLst>
                <a:path w="708" h="2811" fill="none" extrusionOk="0">
                  <a:moveTo>
                    <a:pt x="198" y="0"/>
                  </a:moveTo>
                  <a:cubicBezTo>
                    <a:pt x="198" y="0"/>
                    <a:pt x="1" y="1578"/>
                    <a:pt x="708" y="2811"/>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72"/>
            <p:cNvSpPr/>
            <p:nvPr/>
          </p:nvSpPr>
          <p:spPr>
            <a:xfrm>
              <a:off x="2524025" y="2952250"/>
              <a:ext cx="15650" cy="14725"/>
            </a:xfrm>
            <a:custGeom>
              <a:avLst/>
              <a:gdLst/>
              <a:ahLst/>
              <a:cxnLst/>
              <a:rect l="l" t="t" r="r" b="b"/>
              <a:pathLst>
                <a:path w="626" h="589" extrusionOk="0">
                  <a:moveTo>
                    <a:pt x="310" y="1"/>
                  </a:moveTo>
                  <a:cubicBezTo>
                    <a:pt x="289" y="1"/>
                    <a:pt x="268" y="3"/>
                    <a:pt x="247" y="7"/>
                  </a:cubicBezTo>
                  <a:cubicBezTo>
                    <a:pt x="99" y="56"/>
                    <a:pt x="1" y="204"/>
                    <a:pt x="34" y="352"/>
                  </a:cubicBezTo>
                  <a:cubicBezTo>
                    <a:pt x="62" y="495"/>
                    <a:pt x="178" y="588"/>
                    <a:pt x="316" y="588"/>
                  </a:cubicBezTo>
                  <a:cubicBezTo>
                    <a:pt x="337" y="588"/>
                    <a:pt x="358" y="586"/>
                    <a:pt x="379" y="582"/>
                  </a:cubicBezTo>
                  <a:cubicBezTo>
                    <a:pt x="527" y="549"/>
                    <a:pt x="625" y="385"/>
                    <a:pt x="592" y="237"/>
                  </a:cubicBezTo>
                  <a:cubicBezTo>
                    <a:pt x="564" y="94"/>
                    <a:pt x="448" y="1"/>
                    <a:pt x="310" y="1"/>
                  </a:cubicBezTo>
                  <a:close/>
                </a:path>
              </a:pathLst>
            </a:custGeom>
            <a:solidFill>
              <a:srgbClr val="FFAB2F"/>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72"/>
            <p:cNvSpPr/>
            <p:nvPr/>
          </p:nvSpPr>
          <p:spPr>
            <a:xfrm>
              <a:off x="2530200" y="2958575"/>
              <a:ext cx="32075" cy="28875"/>
            </a:xfrm>
            <a:custGeom>
              <a:avLst/>
              <a:gdLst/>
              <a:ahLst/>
              <a:cxnLst/>
              <a:rect l="l" t="t" r="r" b="b"/>
              <a:pathLst>
                <a:path w="1283" h="1155" extrusionOk="0">
                  <a:moveTo>
                    <a:pt x="0" y="0"/>
                  </a:moveTo>
                  <a:lnTo>
                    <a:pt x="329" y="872"/>
                  </a:lnTo>
                  <a:cubicBezTo>
                    <a:pt x="396" y="1051"/>
                    <a:pt x="571" y="1154"/>
                    <a:pt x="749" y="1154"/>
                  </a:cubicBezTo>
                  <a:cubicBezTo>
                    <a:pt x="831" y="1154"/>
                    <a:pt x="914" y="1132"/>
                    <a:pt x="986" y="1085"/>
                  </a:cubicBezTo>
                  <a:lnTo>
                    <a:pt x="1003" y="1069"/>
                  </a:lnTo>
                  <a:cubicBezTo>
                    <a:pt x="1282" y="855"/>
                    <a:pt x="1200" y="428"/>
                    <a:pt x="871" y="313"/>
                  </a:cubicBezTo>
                  <a:lnTo>
                    <a:pt x="0" y="0"/>
                  </a:ln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72"/>
            <p:cNvSpPr/>
            <p:nvPr/>
          </p:nvSpPr>
          <p:spPr>
            <a:xfrm>
              <a:off x="2250350" y="2767900"/>
              <a:ext cx="295900" cy="162750"/>
            </a:xfrm>
            <a:custGeom>
              <a:avLst/>
              <a:gdLst/>
              <a:ahLst/>
              <a:cxnLst/>
              <a:rect l="l" t="t" r="r" b="b"/>
              <a:pathLst>
                <a:path w="11836" h="6510" extrusionOk="0">
                  <a:moveTo>
                    <a:pt x="4932" y="1"/>
                  </a:moveTo>
                  <a:cubicBezTo>
                    <a:pt x="4932" y="1"/>
                    <a:pt x="1645" y="1234"/>
                    <a:pt x="1" y="3502"/>
                  </a:cubicBezTo>
                  <a:cubicBezTo>
                    <a:pt x="1579" y="4850"/>
                    <a:pt x="3403" y="5869"/>
                    <a:pt x="5376" y="6510"/>
                  </a:cubicBezTo>
                  <a:cubicBezTo>
                    <a:pt x="5376" y="6510"/>
                    <a:pt x="8762" y="6181"/>
                    <a:pt x="11835" y="4751"/>
                  </a:cubicBezTo>
                  <a:cubicBezTo>
                    <a:pt x="11835" y="4751"/>
                    <a:pt x="8137" y="1086"/>
                    <a:pt x="4932" y="1"/>
                  </a:cubicBezTo>
                  <a:close/>
                </a:path>
              </a:pathLst>
            </a:custGeom>
            <a:solidFill>
              <a:schemeClr val="accent1"/>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72"/>
            <p:cNvSpPr/>
            <p:nvPr/>
          </p:nvSpPr>
          <p:spPr>
            <a:xfrm>
              <a:off x="2296375" y="2890350"/>
              <a:ext cx="279450" cy="311925"/>
            </a:xfrm>
            <a:custGeom>
              <a:avLst/>
              <a:gdLst/>
              <a:ahLst/>
              <a:cxnLst/>
              <a:rect l="l" t="t" r="r" b="b"/>
              <a:pathLst>
                <a:path w="11178" h="12477" extrusionOk="0">
                  <a:moveTo>
                    <a:pt x="1266" y="1"/>
                  </a:moveTo>
                  <a:lnTo>
                    <a:pt x="806" y="5146"/>
                  </a:lnTo>
                  <a:cubicBezTo>
                    <a:pt x="806" y="5146"/>
                    <a:pt x="50" y="6214"/>
                    <a:pt x="17" y="8088"/>
                  </a:cubicBezTo>
                  <a:cubicBezTo>
                    <a:pt x="1" y="10175"/>
                    <a:pt x="1332" y="11753"/>
                    <a:pt x="4110" y="12328"/>
                  </a:cubicBezTo>
                  <a:cubicBezTo>
                    <a:pt x="4595" y="12426"/>
                    <a:pt x="5117" y="12476"/>
                    <a:pt x="5649" y="12476"/>
                  </a:cubicBezTo>
                  <a:cubicBezTo>
                    <a:pt x="8150" y="12476"/>
                    <a:pt x="10878" y="11374"/>
                    <a:pt x="11013" y="8975"/>
                  </a:cubicBezTo>
                  <a:cubicBezTo>
                    <a:pt x="11063" y="8449"/>
                    <a:pt x="10865" y="7940"/>
                    <a:pt x="10520" y="7562"/>
                  </a:cubicBezTo>
                  <a:cubicBezTo>
                    <a:pt x="11178" y="5770"/>
                    <a:pt x="10718" y="4636"/>
                    <a:pt x="8992" y="3863"/>
                  </a:cubicBezTo>
                  <a:cubicBezTo>
                    <a:pt x="7282" y="3091"/>
                    <a:pt x="7447" y="626"/>
                    <a:pt x="7447" y="626"/>
                  </a:cubicBezTo>
                  <a:lnTo>
                    <a:pt x="1266" y="1"/>
                  </a:ln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72"/>
            <p:cNvSpPr/>
            <p:nvPr/>
          </p:nvSpPr>
          <p:spPr>
            <a:xfrm>
              <a:off x="2357600" y="3003775"/>
              <a:ext cx="102350" cy="203425"/>
            </a:xfrm>
            <a:custGeom>
              <a:avLst/>
              <a:gdLst/>
              <a:ahLst/>
              <a:cxnLst/>
              <a:rect l="l" t="t" r="r" b="b"/>
              <a:pathLst>
                <a:path w="4094" h="8137" extrusionOk="0">
                  <a:moveTo>
                    <a:pt x="3453" y="0"/>
                  </a:moveTo>
                  <a:lnTo>
                    <a:pt x="1" y="3337"/>
                  </a:lnTo>
                  <a:lnTo>
                    <a:pt x="116" y="4175"/>
                  </a:lnTo>
                  <a:cubicBezTo>
                    <a:pt x="198" y="4783"/>
                    <a:pt x="215" y="5408"/>
                    <a:pt x="165" y="6016"/>
                  </a:cubicBezTo>
                  <a:lnTo>
                    <a:pt x="67" y="7101"/>
                  </a:lnTo>
                  <a:lnTo>
                    <a:pt x="2384" y="8136"/>
                  </a:lnTo>
                  <a:lnTo>
                    <a:pt x="4094" y="7068"/>
                  </a:lnTo>
                  <a:lnTo>
                    <a:pt x="3469" y="263"/>
                  </a:lnTo>
                  <a:lnTo>
                    <a:pt x="3453" y="0"/>
                  </a:ln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72"/>
            <p:cNvSpPr/>
            <p:nvPr/>
          </p:nvSpPr>
          <p:spPr>
            <a:xfrm>
              <a:off x="2288175" y="2887275"/>
              <a:ext cx="171775" cy="210425"/>
            </a:xfrm>
            <a:custGeom>
              <a:avLst/>
              <a:gdLst/>
              <a:ahLst/>
              <a:cxnLst/>
              <a:rect l="l" t="t" r="r" b="b"/>
              <a:pathLst>
                <a:path w="6871" h="8417" extrusionOk="0">
                  <a:moveTo>
                    <a:pt x="2367" y="1"/>
                  </a:moveTo>
                  <a:cubicBezTo>
                    <a:pt x="1875" y="1"/>
                    <a:pt x="1425" y="40"/>
                    <a:pt x="1068" y="140"/>
                  </a:cubicBezTo>
                  <a:cubicBezTo>
                    <a:pt x="838" y="1258"/>
                    <a:pt x="740" y="2392"/>
                    <a:pt x="806" y="3526"/>
                  </a:cubicBezTo>
                  <a:cubicBezTo>
                    <a:pt x="806" y="3526"/>
                    <a:pt x="0" y="7833"/>
                    <a:pt x="2383" y="8326"/>
                  </a:cubicBezTo>
                  <a:cubicBezTo>
                    <a:pt x="2606" y="8387"/>
                    <a:pt x="2834" y="8417"/>
                    <a:pt x="3060" y="8417"/>
                  </a:cubicBezTo>
                  <a:cubicBezTo>
                    <a:pt x="3685" y="8417"/>
                    <a:pt x="4300" y="8189"/>
                    <a:pt x="4783" y="7767"/>
                  </a:cubicBezTo>
                  <a:lnTo>
                    <a:pt x="6295" y="4775"/>
                  </a:lnTo>
                  <a:cubicBezTo>
                    <a:pt x="6558" y="3395"/>
                    <a:pt x="6756" y="2014"/>
                    <a:pt x="6871" y="617"/>
                  </a:cubicBezTo>
                  <a:cubicBezTo>
                    <a:pt x="6871" y="617"/>
                    <a:pt x="4300" y="1"/>
                    <a:pt x="2367" y="1"/>
                  </a:cubicBez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72"/>
            <p:cNvSpPr/>
            <p:nvPr/>
          </p:nvSpPr>
          <p:spPr>
            <a:xfrm>
              <a:off x="2288175" y="2878450"/>
              <a:ext cx="171775" cy="222725"/>
            </a:xfrm>
            <a:custGeom>
              <a:avLst/>
              <a:gdLst/>
              <a:ahLst/>
              <a:cxnLst/>
              <a:rect l="l" t="t" r="r" b="b"/>
              <a:pathLst>
                <a:path w="6871" h="8909" fill="none" extrusionOk="0">
                  <a:moveTo>
                    <a:pt x="6295" y="5128"/>
                  </a:moveTo>
                  <a:cubicBezTo>
                    <a:pt x="6558" y="3748"/>
                    <a:pt x="6756" y="2367"/>
                    <a:pt x="6871" y="970"/>
                  </a:cubicBezTo>
                  <a:cubicBezTo>
                    <a:pt x="6871" y="970"/>
                    <a:pt x="2827" y="0"/>
                    <a:pt x="1068" y="493"/>
                  </a:cubicBezTo>
                  <a:cubicBezTo>
                    <a:pt x="838" y="1611"/>
                    <a:pt x="740" y="2745"/>
                    <a:pt x="806" y="3879"/>
                  </a:cubicBezTo>
                  <a:cubicBezTo>
                    <a:pt x="806" y="3879"/>
                    <a:pt x="0" y="8186"/>
                    <a:pt x="2383" y="8679"/>
                  </a:cubicBezTo>
                  <a:cubicBezTo>
                    <a:pt x="3222" y="8909"/>
                    <a:pt x="4126" y="8695"/>
                    <a:pt x="4783" y="8120"/>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72"/>
            <p:cNvSpPr/>
            <p:nvPr/>
          </p:nvSpPr>
          <p:spPr>
            <a:xfrm>
              <a:off x="2310350" y="2882550"/>
              <a:ext cx="162750" cy="114675"/>
            </a:xfrm>
            <a:custGeom>
              <a:avLst/>
              <a:gdLst/>
              <a:ahLst/>
              <a:cxnLst/>
              <a:rect l="l" t="t" r="r" b="b"/>
              <a:pathLst>
                <a:path w="6510" h="4587" extrusionOk="0">
                  <a:moveTo>
                    <a:pt x="99" y="1"/>
                  </a:moveTo>
                  <a:lnTo>
                    <a:pt x="1" y="905"/>
                  </a:lnTo>
                  <a:lnTo>
                    <a:pt x="4077" y="1250"/>
                  </a:lnTo>
                  <a:cubicBezTo>
                    <a:pt x="3535" y="3058"/>
                    <a:pt x="4669" y="3403"/>
                    <a:pt x="4669" y="3403"/>
                  </a:cubicBezTo>
                  <a:lnTo>
                    <a:pt x="4488" y="4586"/>
                  </a:lnTo>
                  <a:lnTo>
                    <a:pt x="5162" y="4586"/>
                  </a:lnTo>
                  <a:cubicBezTo>
                    <a:pt x="6460" y="3419"/>
                    <a:pt x="6510" y="790"/>
                    <a:pt x="6510" y="790"/>
                  </a:cubicBezTo>
                  <a:lnTo>
                    <a:pt x="2992" y="1"/>
                  </a:ln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72"/>
            <p:cNvSpPr/>
            <p:nvPr/>
          </p:nvSpPr>
          <p:spPr>
            <a:xfrm>
              <a:off x="2310350" y="2860250"/>
              <a:ext cx="177125" cy="76150"/>
            </a:xfrm>
            <a:custGeom>
              <a:avLst/>
              <a:gdLst/>
              <a:ahLst/>
              <a:cxnLst/>
              <a:rect l="l" t="t" r="r" b="b"/>
              <a:pathLst>
                <a:path w="7085" h="3046" extrusionOk="0">
                  <a:moveTo>
                    <a:pt x="2534" y="0"/>
                  </a:moveTo>
                  <a:cubicBezTo>
                    <a:pt x="1841" y="0"/>
                    <a:pt x="1128" y="93"/>
                    <a:pt x="444" y="334"/>
                  </a:cubicBezTo>
                  <a:cubicBezTo>
                    <a:pt x="297" y="400"/>
                    <a:pt x="181" y="531"/>
                    <a:pt x="165" y="695"/>
                  </a:cubicBezTo>
                  <a:lnTo>
                    <a:pt x="1" y="2240"/>
                  </a:lnTo>
                  <a:cubicBezTo>
                    <a:pt x="1" y="2240"/>
                    <a:pt x="673" y="2138"/>
                    <a:pt x="1727" y="2138"/>
                  </a:cubicBezTo>
                  <a:cubicBezTo>
                    <a:pt x="3061" y="2138"/>
                    <a:pt x="5005" y="2302"/>
                    <a:pt x="6970" y="3046"/>
                  </a:cubicBezTo>
                  <a:lnTo>
                    <a:pt x="7085" y="1106"/>
                  </a:lnTo>
                  <a:cubicBezTo>
                    <a:pt x="7085" y="1106"/>
                    <a:pt x="4922" y="0"/>
                    <a:pt x="2534" y="0"/>
                  </a:cubicBezTo>
                  <a:close/>
                </a:path>
              </a:pathLst>
            </a:custGeom>
            <a:solidFill>
              <a:srgbClr val="65A4C5"/>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72"/>
            <p:cNvSpPr/>
            <p:nvPr/>
          </p:nvSpPr>
          <p:spPr>
            <a:xfrm>
              <a:off x="2430350" y="2967425"/>
              <a:ext cx="53025" cy="59375"/>
            </a:xfrm>
            <a:custGeom>
              <a:avLst/>
              <a:gdLst/>
              <a:ahLst/>
              <a:cxnLst/>
              <a:rect l="l" t="t" r="r" b="b"/>
              <a:pathLst>
                <a:path w="2121" h="2375" extrusionOk="0">
                  <a:moveTo>
                    <a:pt x="1026" y="1"/>
                  </a:moveTo>
                  <a:cubicBezTo>
                    <a:pt x="559" y="1"/>
                    <a:pt x="296" y="485"/>
                    <a:pt x="296" y="485"/>
                  </a:cubicBezTo>
                  <a:lnTo>
                    <a:pt x="0" y="2375"/>
                  </a:lnTo>
                  <a:cubicBezTo>
                    <a:pt x="1496" y="2375"/>
                    <a:pt x="2120" y="485"/>
                    <a:pt x="1414" y="107"/>
                  </a:cubicBezTo>
                  <a:cubicBezTo>
                    <a:pt x="1272" y="31"/>
                    <a:pt x="1143" y="1"/>
                    <a:pt x="1026" y="1"/>
                  </a:cubicBezTo>
                  <a:close/>
                </a:path>
              </a:pathLst>
            </a:custGeom>
            <a:solidFill>
              <a:srgbClr val="FFFFFF"/>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72"/>
            <p:cNvSpPr/>
            <p:nvPr/>
          </p:nvSpPr>
          <p:spPr>
            <a:xfrm>
              <a:off x="2430350" y="2960625"/>
              <a:ext cx="53025" cy="66175"/>
            </a:xfrm>
            <a:custGeom>
              <a:avLst/>
              <a:gdLst/>
              <a:ahLst/>
              <a:cxnLst/>
              <a:rect l="l" t="t" r="r" b="b"/>
              <a:pathLst>
                <a:path w="2121" h="2647" fill="none" extrusionOk="0">
                  <a:moveTo>
                    <a:pt x="0" y="2647"/>
                  </a:moveTo>
                  <a:cubicBezTo>
                    <a:pt x="1496" y="2647"/>
                    <a:pt x="2120" y="757"/>
                    <a:pt x="1414" y="379"/>
                  </a:cubicBezTo>
                  <a:cubicBezTo>
                    <a:pt x="707" y="1"/>
                    <a:pt x="296" y="757"/>
                    <a:pt x="296" y="757"/>
                  </a:cubicBezTo>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72"/>
            <p:cNvSpPr/>
            <p:nvPr/>
          </p:nvSpPr>
          <p:spPr>
            <a:xfrm>
              <a:off x="2133650" y="3222375"/>
              <a:ext cx="628725" cy="312725"/>
            </a:xfrm>
            <a:custGeom>
              <a:avLst/>
              <a:gdLst/>
              <a:ahLst/>
              <a:cxnLst/>
              <a:rect l="l" t="t" r="r" b="b"/>
              <a:pathLst>
                <a:path w="25149" h="12509" extrusionOk="0">
                  <a:moveTo>
                    <a:pt x="18558" y="1"/>
                  </a:moveTo>
                  <a:lnTo>
                    <a:pt x="17062" y="50"/>
                  </a:lnTo>
                  <a:lnTo>
                    <a:pt x="3798" y="395"/>
                  </a:lnTo>
                  <a:lnTo>
                    <a:pt x="3091" y="412"/>
                  </a:lnTo>
                  <a:cubicBezTo>
                    <a:pt x="2992" y="461"/>
                    <a:pt x="2894" y="510"/>
                    <a:pt x="2812" y="559"/>
                  </a:cubicBezTo>
                  <a:cubicBezTo>
                    <a:pt x="2286" y="905"/>
                    <a:pt x="1184" y="1940"/>
                    <a:pt x="856" y="4718"/>
                  </a:cubicBezTo>
                  <a:cubicBezTo>
                    <a:pt x="412" y="8449"/>
                    <a:pt x="1" y="12509"/>
                    <a:pt x="1" y="12509"/>
                  </a:cubicBezTo>
                  <a:lnTo>
                    <a:pt x="25149" y="12509"/>
                  </a:lnTo>
                  <a:cubicBezTo>
                    <a:pt x="25149" y="12509"/>
                    <a:pt x="23604" y="5786"/>
                    <a:pt x="22799" y="3650"/>
                  </a:cubicBezTo>
                  <a:cubicBezTo>
                    <a:pt x="22503" y="2976"/>
                    <a:pt x="22059" y="2367"/>
                    <a:pt x="21500" y="1891"/>
                  </a:cubicBezTo>
                  <a:cubicBezTo>
                    <a:pt x="20612" y="1135"/>
                    <a:pt x="19626" y="494"/>
                    <a:pt x="18558" y="1"/>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72"/>
            <p:cNvSpPr/>
            <p:nvPr/>
          </p:nvSpPr>
          <p:spPr>
            <a:xfrm>
              <a:off x="2201450" y="3222375"/>
              <a:ext cx="416700" cy="190100"/>
            </a:xfrm>
            <a:custGeom>
              <a:avLst/>
              <a:gdLst/>
              <a:ahLst/>
              <a:cxnLst/>
              <a:rect l="l" t="t" r="r" b="b"/>
              <a:pathLst>
                <a:path w="16668" h="7604" extrusionOk="0">
                  <a:moveTo>
                    <a:pt x="15862" y="1"/>
                  </a:moveTo>
                  <a:lnTo>
                    <a:pt x="14367" y="50"/>
                  </a:lnTo>
                  <a:lnTo>
                    <a:pt x="1086" y="395"/>
                  </a:lnTo>
                  <a:lnTo>
                    <a:pt x="395" y="412"/>
                  </a:lnTo>
                  <a:cubicBezTo>
                    <a:pt x="280" y="461"/>
                    <a:pt x="198" y="510"/>
                    <a:pt x="100" y="559"/>
                  </a:cubicBezTo>
                  <a:cubicBezTo>
                    <a:pt x="1" y="1266"/>
                    <a:pt x="856" y="2121"/>
                    <a:pt x="856" y="2121"/>
                  </a:cubicBezTo>
                  <a:cubicBezTo>
                    <a:pt x="856" y="2121"/>
                    <a:pt x="3896" y="6033"/>
                    <a:pt x="7463" y="7545"/>
                  </a:cubicBezTo>
                  <a:cubicBezTo>
                    <a:pt x="7574" y="7582"/>
                    <a:pt x="7690" y="7603"/>
                    <a:pt x="7805" y="7603"/>
                  </a:cubicBezTo>
                  <a:cubicBezTo>
                    <a:pt x="7895" y="7603"/>
                    <a:pt x="7985" y="7590"/>
                    <a:pt x="8071" y="7561"/>
                  </a:cubicBezTo>
                  <a:cubicBezTo>
                    <a:pt x="8959" y="7282"/>
                    <a:pt x="11655" y="6263"/>
                    <a:pt x="15073" y="3370"/>
                  </a:cubicBezTo>
                  <a:cubicBezTo>
                    <a:pt x="16668" y="1759"/>
                    <a:pt x="15862" y="1"/>
                    <a:pt x="158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72"/>
            <p:cNvSpPr/>
            <p:nvPr/>
          </p:nvSpPr>
          <p:spPr>
            <a:xfrm>
              <a:off x="2560600" y="3222375"/>
              <a:ext cx="201775" cy="312725"/>
            </a:xfrm>
            <a:custGeom>
              <a:avLst/>
              <a:gdLst/>
              <a:ahLst/>
              <a:cxnLst/>
              <a:rect l="l" t="t" r="r" b="b"/>
              <a:pathLst>
                <a:path w="8071" h="12509" extrusionOk="0">
                  <a:moveTo>
                    <a:pt x="1496" y="1"/>
                  </a:moveTo>
                  <a:lnTo>
                    <a:pt x="1" y="50"/>
                  </a:lnTo>
                  <a:lnTo>
                    <a:pt x="2088" y="9747"/>
                  </a:lnTo>
                  <a:lnTo>
                    <a:pt x="2696" y="12509"/>
                  </a:lnTo>
                  <a:lnTo>
                    <a:pt x="8071" y="12509"/>
                  </a:lnTo>
                  <a:cubicBezTo>
                    <a:pt x="8071" y="12509"/>
                    <a:pt x="6526" y="5786"/>
                    <a:pt x="5737" y="3650"/>
                  </a:cubicBezTo>
                  <a:cubicBezTo>
                    <a:pt x="4932" y="1513"/>
                    <a:pt x="1496" y="1"/>
                    <a:pt x="1496" y="1"/>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72"/>
            <p:cNvSpPr/>
            <p:nvPr/>
          </p:nvSpPr>
          <p:spPr>
            <a:xfrm>
              <a:off x="2612800" y="3459729"/>
              <a:ext cx="97000" cy="69050"/>
            </a:xfrm>
            <a:custGeom>
              <a:avLst/>
              <a:gdLst/>
              <a:ahLst/>
              <a:cxnLst/>
              <a:rect l="l" t="t" r="r" b="b"/>
              <a:pathLst>
                <a:path w="3880" h="2762" extrusionOk="0">
                  <a:moveTo>
                    <a:pt x="0" y="0"/>
                  </a:moveTo>
                  <a:lnTo>
                    <a:pt x="592" y="2762"/>
                  </a:lnTo>
                  <a:lnTo>
                    <a:pt x="3879" y="2762"/>
                  </a:lnTo>
                  <a:cubicBezTo>
                    <a:pt x="2646" y="1891"/>
                    <a:pt x="1003" y="724"/>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72"/>
            <p:cNvSpPr/>
            <p:nvPr/>
          </p:nvSpPr>
          <p:spPr>
            <a:xfrm>
              <a:off x="2133650" y="3232250"/>
              <a:ext cx="94950" cy="302850"/>
            </a:xfrm>
            <a:custGeom>
              <a:avLst/>
              <a:gdLst/>
              <a:ahLst/>
              <a:cxnLst/>
              <a:rect l="l" t="t" r="r" b="b"/>
              <a:pathLst>
                <a:path w="3798" h="12114" extrusionOk="0">
                  <a:moveTo>
                    <a:pt x="3798" y="0"/>
                  </a:moveTo>
                  <a:lnTo>
                    <a:pt x="3091" y="17"/>
                  </a:lnTo>
                  <a:cubicBezTo>
                    <a:pt x="3091" y="17"/>
                    <a:pt x="1299" y="608"/>
                    <a:pt x="856" y="4323"/>
                  </a:cubicBezTo>
                  <a:cubicBezTo>
                    <a:pt x="412" y="8054"/>
                    <a:pt x="1" y="12114"/>
                    <a:pt x="1" y="12114"/>
                  </a:cubicBezTo>
                  <a:lnTo>
                    <a:pt x="2779" y="12114"/>
                  </a:lnTo>
                  <a:cubicBezTo>
                    <a:pt x="2812" y="7380"/>
                    <a:pt x="3486" y="2235"/>
                    <a:pt x="3798" y="0"/>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72"/>
            <p:cNvSpPr/>
            <p:nvPr/>
          </p:nvSpPr>
          <p:spPr>
            <a:xfrm>
              <a:off x="2186250" y="3158825"/>
              <a:ext cx="480400" cy="227125"/>
            </a:xfrm>
            <a:custGeom>
              <a:avLst/>
              <a:gdLst/>
              <a:ahLst/>
              <a:cxnLst/>
              <a:rect l="l" t="t" r="r" b="b"/>
              <a:pathLst>
                <a:path w="19216" h="9085" extrusionOk="0">
                  <a:moveTo>
                    <a:pt x="11332" y="0"/>
                  </a:moveTo>
                  <a:cubicBezTo>
                    <a:pt x="11156" y="0"/>
                    <a:pt x="10980" y="48"/>
                    <a:pt x="10833" y="143"/>
                  </a:cubicBezTo>
                  <a:cubicBezTo>
                    <a:pt x="10405" y="406"/>
                    <a:pt x="9649" y="784"/>
                    <a:pt x="8893" y="817"/>
                  </a:cubicBezTo>
                  <a:cubicBezTo>
                    <a:pt x="8203" y="817"/>
                    <a:pt x="7529" y="636"/>
                    <a:pt x="6904" y="324"/>
                  </a:cubicBezTo>
                  <a:cubicBezTo>
                    <a:pt x="6777" y="255"/>
                    <a:pt x="6633" y="216"/>
                    <a:pt x="6485" y="216"/>
                  </a:cubicBezTo>
                  <a:cubicBezTo>
                    <a:pt x="6384" y="216"/>
                    <a:pt x="6281" y="234"/>
                    <a:pt x="6181" y="274"/>
                  </a:cubicBezTo>
                  <a:cubicBezTo>
                    <a:pt x="4685" y="817"/>
                    <a:pt x="3222" y="1474"/>
                    <a:pt x="1809" y="2197"/>
                  </a:cubicBezTo>
                  <a:cubicBezTo>
                    <a:pt x="708" y="2756"/>
                    <a:pt x="1" y="3167"/>
                    <a:pt x="1" y="3167"/>
                  </a:cubicBezTo>
                  <a:cubicBezTo>
                    <a:pt x="2302" y="6027"/>
                    <a:pt x="8104" y="9084"/>
                    <a:pt x="8104" y="9084"/>
                  </a:cubicBezTo>
                  <a:cubicBezTo>
                    <a:pt x="13051" y="7901"/>
                    <a:pt x="19215" y="3808"/>
                    <a:pt x="19215" y="3808"/>
                  </a:cubicBezTo>
                  <a:cubicBezTo>
                    <a:pt x="18607" y="3332"/>
                    <a:pt x="17966" y="2888"/>
                    <a:pt x="17292" y="2510"/>
                  </a:cubicBezTo>
                  <a:cubicBezTo>
                    <a:pt x="15468" y="1524"/>
                    <a:pt x="13577" y="702"/>
                    <a:pt x="11622" y="44"/>
                  </a:cubicBezTo>
                  <a:cubicBezTo>
                    <a:pt x="11528" y="15"/>
                    <a:pt x="11429" y="0"/>
                    <a:pt x="11332" y="0"/>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72"/>
            <p:cNvSpPr/>
            <p:nvPr/>
          </p:nvSpPr>
          <p:spPr>
            <a:xfrm>
              <a:off x="2186250" y="3213750"/>
              <a:ext cx="480400" cy="172200"/>
            </a:xfrm>
            <a:custGeom>
              <a:avLst/>
              <a:gdLst/>
              <a:ahLst/>
              <a:cxnLst/>
              <a:rect l="l" t="t" r="r" b="b"/>
              <a:pathLst>
                <a:path w="19216" h="6888" extrusionOk="0">
                  <a:moveTo>
                    <a:pt x="1809" y="0"/>
                  </a:moveTo>
                  <a:cubicBezTo>
                    <a:pt x="708" y="559"/>
                    <a:pt x="1" y="970"/>
                    <a:pt x="1" y="970"/>
                  </a:cubicBezTo>
                  <a:cubicBezTo>
                    <a:pt x="2302" y="3830"/>
                    <a:pt x="8104" y="6887"/>
                    <a:pt x="8104" y="6887"/>
                  </a:cubicBezTo>
                  <a:cubicBezTo>
                    <a:pt x="13051" y="5704"/>
                    <a:pt x="19215" y="1611"/>
                    <a:pt x="19215" y="1611"/>
                  </a:cubicBezTo>
                  <a:cubicBezTo>
                    <a:pt x="18607" y="1135"/>
                    <a:pt x="17966" y="707"/>
                    <a:pt x="17292" y="329"/>
                  </a:cubicBezTo>
                  <a:cubicBezTo>
                    <a:pt x="13117" y="2795"/>
                    <a:pt x="8219" y="4619"/>
                    <a:pt x="8219" y="4619"/>
                  </a:cubicBezTo>
                  <a:cubicBezTo>
                    <a:pt x="5491" y="3452"/>
                    <a:pt x="2828" y="1019"/>
                    <a:pt x="1809" y="0"/>
                  </a:cubicBezTo>
                  <a:close/>
                </a:path>
              </a:pathLst>
            </a:custGeom>
            <a:solidFill>
              <a:schemeClr val="accent4"/>
            </a:solidFill>
            <a:ln w="19050" cap="flat" cmpd="sng">
              <a:solidFill>
                <a:schemeClr val="accent5"/>
              </a:solidFill>
              <a:prstDash val="solid"/>
              <a:miter lim="1643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72"/>
            <p:cNvSpPr/>
            <p:nvPr/>
          </p:nvSpPr>
          <p:spPr>
            <a:xfrm>
              <a:off x="2300075" y="3355200"/>
              <a:ext cx="118375" cy="178275"/>
            </a:xfrm>
            <a:custGeom>
              <a:avLst/>
              <a:gdLst/>
              <a:ahLst/>
              <a:cxnLst/>
              <a:rect l="l" t="t" r="r" b="b"/>
              <a:pathLst>
                <a:path w="4735" h="7131" extrusionOk="0">
                  <a:moveTo>
                    <a:pt x="1883" y="0"/>
                  </a:moveTo>
                  <a:cubicBezTo>
                    <a:pt x="1649" y="0"/>
                    <a:pt x="1355" y="58"/>
                    <a:pt x="1053" y="177"/>
                  </a:cubicBezTo>
                  <a:cubicBezTo>
                    <a:pt x="428" y="424"/>
                    <a:pt x="1" y="818"/>
                    <a:pt x="99" y="1081"/>
                  </a:cubicBezTo>
                  <a:lnTo>
                    <a:pt x="2466" y="7130"/>
                  </a:lnTo>
                  <a:lnTo>
                    <a:pt x="4735" y="6242"/>
                  </a:lnTo>
                  <a:lnTo>
                    <a:pt x="2368" y="194"/>
                  </a:lnTo>
                  <a:cubicBezTo>
                    <a:pt x="2317" y="66"/>
                    <a:pt x="2134" y="0"/>
                    <a:pt x="1883" y="0"/>
                  </a:cubicBezTo>
                  <a:close/>
                </a:path>
              </a:pathLst>
            </a:custGeom>
            <a:solidFill>
              <a:srgbClr val="FFFFFF"/>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72"/>
            <p:cNvSpPr/>
            <p:nvPr/>
          </p:nvSpPr>
          <p:spPr>
            <a:xfrm>
              <a:off x="2318975" y="3408575"/>
              <a:ext cx="83050" cy="77625"/>
            </a:xfrm>
            <a:custGeom>
              <a:avLst/>
              <a:gdLst/>
              <a:ahLst/>
              <a:cxnLst/>
              <a:rect l="l" t="t" r="r" b="b"/>
              <a:pathLst>
                <a:path w="3322" h="3105" extrusionOk="0">
                  <a:moveTo>
                    <a:pt x="2046" y="0"/>
                  </a:moveTo>
                  <a:cubicBezTo>
                    <a:pt x="1791" y="0"/>
                    <a:pt x="1467" y="66"/>
                    <a:pt x="1135" y="196"/>
                  </a:cubicBezTo>
                  <a:cubicBezTo>
                    <a:pt x="461" y="459"/>
                    <a:pt x="1" y="886"/>
                    <a:pt x="116" y="1165"/>
                  </a:cubicBezTo>
                  <a:lnTo>
                    <a:pt x="866" y="3089"/>
                  </a:lnTo>
                  <a:lnTo>
                    <a:pt x="866" y="3089"/>
                  </a:lnTo>
                  <a:cubicBezTo>
                    <a:pt x="775" y="2825"/>
                    <a:pt x="1231" y="2393"/>
                    <a:pt x="1908" y="2135"/>
                  </a:cubicBezTo>
                  <a:cubicBezTo>
                    <a:pt x="2239" y="2006"/>
                    <a:pt x="2559" y="1940"/>
                    <a:pt x="2812" y="1940"/>
                  </a:cubicBezTo>
                  <a:cubicBezTo>
                    <a:pt x="3073" y="1940"/>
                    <a:pt x="3263" y="2010"/>
                    <a:pt x="3321" y="2152"/>
                  </a:cubicBezTo>
                  <a:lnTo>
                    <a:pt x="2549" y="212"/>
                  </a:lnTo>
                  <a:cubicBezTo>
                    <a:pt x="2498" y="70"/>
                    <a:pt x="2309" y="0"/>
                    <a:pt x="2046" y="0"/>
                  </a:cubicBezTo>
                  <a:close/>
                  <a:moveTo>
                    <a:pt x="866" y="3089"/>
                  </a:moveTo>
                  <a:cubicBezTo>
                    <a:pt x="868" y="3095"/>
                    <a:pt x="870" y="3100"/>
                    <a:pt x="872" y="3105"/>
                  </a:cubicBezTo>
                  <a:lnTo>
                    <a:pt x="866" y="3089"/>
                  </a:ln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72"/>
            <p:cNvSpPr/>
            <p:nvPr/>
          </p:nvSpPr>
          <p:spPr>
            <a:xfrm>
              <a:off x="2321450" y="3449550"/>
              <a:ext cx="159875" cy="85550"/>
            </a:xfrm>
            <a:custGeom>
              <a:avLst/>
              <a:gdLst/>
              <a:ahLst/>
              <a:cxnLst/>
              <a:rect l="l" t="t" r="r" b="b"/>
              <a:pathLst>
                <a:path w="6395" h="3422" extrusionOk="0">
                  <a:moveTo>
                    <a:pt x="2383" y="0"/>
                  </a:moveTo>
                  <a:cubicBezTo>
                    <a:pt x="1971" y="0"/>
                    <a:pt x="309" y="1046"/>
                    <a:pt x="165" y="1285"/>
                  </a:cubicBezTo>
                  <a:cubicBezTo>
                    <a:pt x="0" y="1532"/>
                    <a:pt x="99" y="2025"/>
                    <a:pt x="559" y="2041"/>
                  </a:cubicBezTo>
                  <a:cubicBezTo>
                    <a:pt x="444" y="2255"/>
                    <a:pt x="428" y="2501"/>
                    <a:pt x="494" y="2715"/>
                  </a:cubicBezTo>
                  <a:cubicBezTo>
                    <a:pt x="592" y="2912"/>
                    <a:pt x="757" y="3044"/>
                    <a:pt x="970" y="3077"/>
                  </a:cubicBezTo>
                  <a:cubicBezTo>
                    <a:pt x="954" y="3208"/>
                    <a:pt x="1003" y="3323"/>
                    <a:pt x="1085" y="3422"/>
                  </a:cubicBezTo>
                  <a:lnTo>
                    <a:pt x="5835" y="3422"/>
                  </a:lnTo>
                  <a:lnTo>
                    <a:pt x="6394" y="1663"/>
                  </a:lnTo>
                  <a:cubicBezTo>
                    <a:pt x="6394" y="1663"/>
                    <a:pt x="2762" y="69"/>
                    <a:pt x="2417" y="3"/>
                  </a:cubicBezTo>
                  <a:cubicBezTo>
                    <a:pt x="2407" y="1"/>
                    <a:pt x="2396" y="0"/>
                    <a:pt x="2383" y="0"/>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72"/>
            <p:cNvSpPr/>
            <p:nvPr/>
          </p:nvSpPr>
          <p:spPr>
            <a:xfrm>
              <a:off x="2438550" y="3480679"/>
              <a:ext cx="42775" cy="48100"/>
            </a:xfrm>
            <a:custGeom>
              <a:avLst/>
              <a:gdLst/>
              <a:ahLst/>
              <a:cxnLst/>
              <a:rect l="l" t="t" r="r" b="b"/>
              <a:pathLst>
                <a:path w="1711" h="1924" extrusionOk="0">
                  <a:moveTo>
                    <a:pt x="1332" y="1"/>
                  </a:moveTo>
                  <a:lnTo>
                    <a:pt x="1" y="1924"/>
                  </a:lnTo>
                  <a:lnTo>
                    <a:pt x="1151" y="1924"/>
                  </a:lnTo>
                  <a:lnTo>
                    <a:pt x="1710" y="165"/>
                  </a:lnTo>
                  <a:lnTo>
                    <a:pt x="133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72"/>
            <p:cNvSpPr/>
            <p:nvPr/>
          </p:nvSpPr>
          <p:spPr>
            <a:xfrm>
              <a:off x="2463625" y="3478375"/>
              <a:ext cx="228500" cy="56725"/>
            </a:xfrm>
            <a:custGeom>
              <a:avLst/>
              <a:gdLst/>
              <a:ahLst/>
              <a:cxnLst/>
              <a:rect l="l" t="t" r="r" b="b"/>
              <a:pathLst>
                <a:path w="9140" h="2269" extrusionOk="0">
                  <a:moveTo>
                    <a:pt x="576" y="1"/>
                  </a:moveTo>
                  <a:cubicBezTo>
                    <a:pt x="329" y="740"/>
                    <a:pt x="148" y="1496"/>
                    <a:pt x="1" y="2269"/>
                  </a:cubicBezTo>
                  <a:lnTo>
                    <a:pt x="9139" y="2269"/>
                  </a:lnTo>
                  <a:lnTo>
                    <a:pt x="6394" y="1480"/>
                  </a:lnTo>
                  <a:cubicBezTo>
                    <a:pt x="3239" y="559"/>
                    <a:pt x="576" y="1"/>
                    <a:pt x="576" y="1"/>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72"/>
            <p:cNvSpPr/>
            <p:nvPr/>
          </p:nvSpPr>
          <p:spPr>
            <a:xfrm>
              <a:off x="2464850" y="3347300"/>
              <a:ext cx="162750" cy="181650"/>
            </a:xfrm>
            <a:custGeom>
              <a:avLst/>
              <a:gdLst/>
              <a:ahLst/>
              <a:cxnLst/>
              <a:rect l="l" t="t" r="r" b="b"/>
              <a:pathLst>
                <a:path w="6510" h="7266" fill="none" extrusionOk="0">
                  <a:moveTo>
                    <a:pt x="1" y="7265"/>
                  </a:moveTo>
                  <a:cubicBezTo>
                    <a:pt x="132" y="6575"/>
                    <a:pt x="313" y="5901"/>
                    <a:pt x="527" y="5244"/>
                  </a:cubicBezTo>
                  <a:cubicBezTo>
                    <a:pt x="2532" y="5605"/>
                    <a:pt x="4537" y="6082"/>
                    <a:pt x="6510" y="6657"/>
                  </a:cubicBezTo>
                  <a:cubicBezTo>
                    <a:pt x="5852" y="4455"/>
                    <a:pt x="5326" y="2252"/>
                    <a:pt x="4899" y="0"/>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72"/>
            <p:cNvSpPr/>
            <p:nvPr/>
          </p:nvSpPr>
          <p:spPr>
            <a:xfrm>
              <a:off x="2068325" y="2452550"/>
              <a:ext cx="736800" cy="300600"/>
            </a:xfrm>
            <a:custGeom>
              <a:avLst/>
              <a:gdLst/>
              <a:ahLst/>
              <a:cxnLst/>
              <a:rect l="l" t="t" r="r" b="b"/>
              <a:pathLst>
                <a:path w="29472" h="12024" extrusionOk="0">
                  <a:moveTo>
                    <a:pt x="15679" y="1"/>
                  </a:moveTo>
                  <a:cubicBezTo>
                    <a:pt x="14169" y="1"/>
                    <a:pt x="12777" y="102"/>
                    <a:pt x="11901" y="386"/>
                  </a:cubicBezTo>
                  <a:cubicBezTo>
                    <a:pt x="10241" y="945"/>
                    <a:pt x="7282" y="2063"/>
                    <a:pt x="5260" y="2852"/>
                  </a:cubicBezTo>
                  <a:lnTo>
                    <a:pt x="3978" y="3361"/>
                  </a:lnTo>
                  <a:cubicBezTo>
                    <a:pt x="3814" y="3427"/>
                    <a:pt x="3649" y="3509"/>
                    <a:pt x="3518" y="3608"/>
                  </a:cubicBezTo>
                  <a:cubicBezTo>
                    <a:pt x="3156" y="3854"/>
                    <a:pt x="2877" y="4199"/>
                    <a:pt x="2713" y="4594"/>
                  </a:cubicBezTo>
                  <a:cubicBezTo>
                    <a:pt x="1759" y="6911"/>
                    <a:pt x="1" y="11957"/>
                    <a:pt x="1" y="11990"/>
                  </a:cubicBezTo>
                  <a:cubicBezTo>
                    <a:pt x="1" y="12007"/>
                    <a:pt x="2318" y="12023"/>
                    <a:pt x="5638" y="12023"/>
                  </a:cubicBezTo>
                  <a:cubicBezTo>
                    <a:pt x="10799" y="12023"/>
                    <a:pt x="18410" y="12007"/>
                    <a:pt x="23620" y="12007"/>
                  </a:cubicBezTo>
                  <a:lnTo>
                    <a:pt x="29471" y="11990"/>
                  </a:lnTo>
                  <a:cubicBezTo>
                    <a:pt x="29471" y="11990"/>
                    <a:pt x="23932" y="698"/>
                    <a:pt x="23061" y="550"/>
                  </a:cubicBezTo>
                  <a:lnTo>
                    <a:pt x="22782" y="501"/>
                  </a:lnTo>
                  <a:cubicBezTo>
                    <a:pt x="22371" y="452"/>
                    <a:pt x="21631" y="353"/>
                    <a:pt x="20711" y="271"/>
                  </a:cubicBezTo>
                  <a:cubicBezTo>
                    <a:pt x="19268" y="131"/>
                    <a:pt x="17397" y="1"/>
                    <a:pt x="15679" y="1"/>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72"/>
            <p:cNvSpPr/>
            <p:nvPr/>
          </p:nvSpPr>
          <p:spPr>
            <a:xfrm>
              <a:off x="2156250" y="2452200"/>
              <a:ext cx="452875" cy="213000"/>
            </a:xfrm>
            <a:custGeom>
              <a:avLst/>
              <a:gdLst/>
              <a:ahLst/>
              <a:cxnLst/>
              <a:rect l="l" t="t" r="r" b="b"/>
              <a:pathLst>
                <a:path w="18115" h="8520" extrusionOk="0">
                  <a:moveTo>
                    <a:pt x="12210" y="1"/>
                  </a:moveTo>
                  <a:cubicBezTo>
                    <a:pt x="10681" y="1"/>
                    <a:pt x="9270" y="105"/>
                    <a:pt x="8384" y="400"/>
                  </a:cubicBezTo>
                  <a:cubicBezTo>
                    <a:pt x="6724" y="943"/>
                    <a:pt x="3765" y="2077"/>
                    <a:pt x="1743" y="2866"/>
                  </a:cubicBezTo>
                  <a:lnTo>
                    <a:pt x="461" y="3359"/>
                  </a:lnTo>
                  <a:cubicBezTo>
                    <a:pt x="297" y="3424"/>
                    <a:pt x="149" y="3507"/>
                    <a:pt x="1" y="3622"/>
                  </a:cubicBezTo>
                  <a:cubicBezTo>
                    <a:pt x="34" y="3918"/>
                    <a:pt x="1793" y="4115"/>
                    <a:pt x="1793" y="4115"/>
                  </a:cubicBezTo>
                  <a:cubicBezTo>
                    <a:pt x="1793" y="4115"/>
                    <a:pt x="6181" y="7550"/>
                    <a:pt x="11244" y="8503"/>
                  </a:cubicBezTo>
                  <a:cubicBezTo>
                    <a:pt x="11295" y="8514"/>
                    <a:pt x="11345" y="8519"/>
                    <a:pt x="11396" y="8519"/>
                  </a:cubicBezTo>
                  <a:cubicBezTo>
                    <a:pt x="11574" y="8519"/>
                    <a:pt x="11747" y="8454"/>
                    <a:pt x="11901" y="8339"/>
                  </a:cubicBezTo>
                  <a:cubicBezTo>
                    <a:pt x="12854" y="7566"/>
                    <a:pt x="15977" y="4920"/>
                    <a:pt x="17621" y="1699"/>
                  </a:cubicBezTo>
                  <a:cubicBezTo>
                    <a:pt x="17194" y="1633"/>
                    <a:pt x="18114" y="351"/>
                    <a:pt x="17194" y="269"/>
                  </a:cubicBezTo>
                  <a:cubicBezTo>
                    <a:pt x="15764" y="130"/>
                    <a:pt x="13914" y="1"/>
                    <a:pt x="122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72"/>
            <p:cNvSpPr/>
            <p:nvPr/>
          </p:nvSpPr>
          <p:spPr>
            <a:xfrm>
              <a:off x="2586075" y="2458500"/>
              <a:ext cx="219050" cy="293825"/>
            </a:xfrm>
            <a:custGeom>
              <a:avLst/>
              <a:gdLst/>
              <a:ahLst/>
              <a:cxnLst/>
              <a:rect l="l" t="t" r="r" b="b"/>
              <a:pathLst>
                <a:path w="8762" h="11753" extrusionOk="0">
                  <a:moveTo>
                    <a:pt x="1" y="0"/>
                  </a:moveTo>
                  <a:cubicBezTo>
                    <a:pt x="346" y="1118"/>
                    <a:pt x="1233" y="4109"/>
                    <a:pt x="2236" y="8531"/>
                  </a:cubicBezTo>
                  <a:cubicBezTo>
                    <a:pt x="2450" y="9533"/>
                    <a:pt x="2680" y="10602"/>
                    <a:pt x="2910" y="11752"/>
                  </a:cubicBezTo>
                  <a:lnTo>
                    <a:pt x="8761" y="11752"/>
                  </a:lnTo>
                  <a:cubicBezTo>
                    <a:pt x="8761" y="11752"/>
                    <a:pt x="3222" y="460"/>
                    <a:pt x="2351" y="280"/>
                  </a:cubicBezTo>
                  <a:cubicBezTo>
                    <a:pt x="2088" y="230"/>
                    <a:pt x="1201" y="115"/>
                    <a:pt x="1" y="0"/>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72"/>
            <p:cNvSpPr/>
            <p:nvPr/>
          </p:nvSpPr>
          <p:spPr>
            <a:xfrm>
              <a:off x="2646716" y="2665854"/>
              <a:ext cx="110150" cy="80150"/>
            </a:xfrm>
            <a:custGeom>
              <a:avLst/>
              <a:gdLst/>
              <a:ahLst/>
              <a:cxnLst/>
              <a:rect l="l" t="t" r="r" b="b"/>
              <a:pathLst>
                <a:path w="4406" h="3206" extrusionOk="0">
                  <a:moveTo>
                    <a:pt x="0" y="0"/>
                  </a:moveTo>
                  <a:cubicBezTo>
                    <a:pt x="214" y="1003"/>
                    <a:pt x="444" y="2071"/>
                    <a:pt x="674" y="3205"/>
                  </a:cubicBezTo>
                  <a:lnTo>
                    <a:pt x="4405" y="3205"/>
                  </a:ln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72"/>
            <p:cNvSpPr/>
            <p:nvPr/>
          </p:nvSpPr>
          <p:spPr>
            <a:xfrm>
              <a:off x="2068325" y="2523825"/>
              <a:ext cx="140975" cy="229725"/>
            </a:xfrm>
            <a:custGeom>
              <a:avLst/>
              <a:gdLst/>
              <a:ahLst/>
              <a:cxnLst/>
              <a:rect l="l" t="t" r="r" b="b"/>
              <a:pathLst>
                <a:path w="5639" h="9189" extrusionOk="0">
                  <a:moveTo>
                    <a:pt x="5260" y="1"/>
                  </a:moveTo>
                  <a:lnTo>
                    <a:pt x="3978" y="510"/>
                  </a:lnTo>
                  <a:cubicBezTo>
                    <a:pt x="3403" y="724"/>
                    <a:pt x="2943" y="1184"/>
                    <a:pt x="2713" y="1759"/>
                  </a:cubicBezTo>
                  <a:cubicBezTo>
                    <a:pt x="1759" y="4077"/>
                    <a:pt x="1" y="9139"/>
                    <a:pt x="1" y="9156"/>
                  </a:cubicBezTo>
                  <a:cubicBezTo>
                    <a:pt x="1" y="9172"/>
                    <a:pt x="1315" y="9189"/>
                    <a:pt x="3370" y="9189"/>
                  </a:cubicBezTo>
                  <a:lnTo>
                    <a:pt x="5638" y="9189"/>
                  </a:lnTo>
                  <a:lnTo>
                    <a:pt x="5540" y="6559"/>
                  </a:lnTo>
                  <a:lnTo>
                    <a:pt x="5260" y="1"/>
                  </a:ln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72"/>
            <p:cNvSpPr/>
            <p:nvPr/>
          </p:nvSpPr>
          <p:spPr>
            <a:xfrm>
              <a:off x="2331725" y="2338100"/>
              <a:ext cx="114675" cy="161050"/>
            </a:xfrm>
            <a:custGeom>
              <a:avLst/>
              <a:gdLst/>
              <a:ahLst/>
              <a:cxnLst/>
              <a:rect l="l" t="t" r="r" b="b"/>
              <a:pathLst>
                <a:path w="4587" h="6442" extrusionOk="0">
                  <a:moveTo>
                    <a:pt x="214" y="0"/>
                  </a:moveTo>
                  <a:lnTo>
                    <a:pt x="181" y="839"/>
                  </a:lnTo>
                  <a:lnTo>
                    <a:pt x="0" y="5572"/>
                  </a:lnTo>
                  <a:cubicBezTo>
                    <a:pt x="0" y="5572"/>
                    <a:pt x="984" y="6442"/>
                    <a:pt x="2274" y="6442"/>
                  </a:cubicBezTo>
                  <a:cubicBezTo>
                    <a:pt x="2369" y="6442"/>
                    <a:pt x="2466" y="6437"/>
                    <a:pt x="2565" y="6427"/>
                  </a:cubicBezTo>
                  <a:cubicBezTo>
                    <a:pt x="3419" y="6328"/>
                    <a:pt x="4175" y="5819"/>
                    <a:pt x="4586" y="5079"/>
                  </a:cubicBezTo>
                  <a:lnTo>
                    <a:pt x="4504" y="3452"/>
                  </a:lnTo>
                  <a:lnTo>
                    <a:pt x="4422" y="1545"/>
                  </a:lnTo>
                  <a:lnTo>
                    <a:pt x="214" y="0"/>
                  </a:ln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72"/>
            <p:cNvSpPr/>
            <p:nvPr/>
          </p:nvSpPr>
          <p:spPr>
            <a:xfrm>
              <a:off x="2367728" y="2352075"/>
              <a:ext cx="70300" cy="69450"/>
            </a:xfrm>
            <a:custGeom>
              <a:avLst/>
              <a:gdLst/>
              <a:ahLst/>
              <a:cxnLst/>
              <a:rect l="l" t="t" r="r" b="b"/>
              <a:pathLst>
                <a:path w="2812" h="2778" extrusionOk="0">
                  <a:moveTo>
                    <a:pt x="17" y="0"/>
                  </a:moveTo>
                  <a:lnTo>
                    <a:pt x="0" y="263"/>
                  </a:lnTo>
                  <a:cubicBezTo>
                    <a:pt x="362" y="1348"/>
                    <a:pt x="1151" y="2433"/>
                    <a:pt x="2811" y="2778"/>
                  </a:cubicBezTo>
                  <a:lnTo>
                    <a:pt x="2729" y="1003"/>
                  </a:lnTo>
                  <a:lnTo>
                    <a:pt x="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72"/>
            <p:cNvSpPr/>
            <p:nvPr/>
          </p:nvSpPr>
          <p:spPr>
            <a:xfrm>
              <a:off x="2237625" y="2206200"/>
              <a:ext cx="12750" cy="66575"/>
            </a:xfrm>
            <a:custGeom>
              <a:avLst/>
              <a:gdLst/>
              <a:ahLst/>
              <a:cxnLst/>
              <a:rect l="l" t="t" r="r" b="b"/>
              <a:pathLst>
                <a:path w="510" h="2663" fill="none" extrusionOk="0">
                  <a:moveTo>
                    <a:pt x="0" y="0"/>
                  </a:moveTo>
                  <a:cubicBezTo>
                    <a:pt x="0" y="0"/>
                    <a:pt x="510" y="1397"/>
                    <a:pt x="83" y="2663"/>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72"/>
            <p:cNvSpPr/>
            <p:nvPr/>
          </p:nvSpPr>
          <p:spPr>
            <a:xfrm>
              <a:off x="2233100" y="2266175"/>
              <a:ext cx="13600" cy="13175"/>
            </a:xfrm>
            <a:custGeom>
              <a:avLst/>
              <a:gdLst/>
              <a:ahLst/>
              <a:cxnLst/>
              <a:rect l="l" t="t" r="r" b="b"/>
              <a:pathLst>
                <a:path w="544" h="527" extrusionOk="0">
                  <a:moveTo>
                    <a:pt x="264" y="1"/>
                  </a:moveTo>
                  <a:cubicBezTo>
                    <a:pt x="116" y="1"/>
                    <a:pt x="1" y="116"/>
                    <a:pt x="1" y="264"/>
                  </a:cubicBezTo>
                  <a:cubicBezTo>
                    <a:pt x="1" y="412"/>
                    <a:pt x="116" y="527"/>
                    <a:pt x="264" y="527"/>
                  </a:cubicBezTo>
                  <a:cubicBezTo>
                    <a:pt x="412" y="527"/>
                    <a:pt x="543" y="412"/>
                    <a:pt x="543" y="264"/>
                  </a:cubicBezTo>
                  <a:cubicBezTo>
                    <a:pt x="543" y="116"/>
                    <a:pt x="412" y="1"/>
                    <a:pt x="264" y="1"/>
                  </a:cubicBezTo>
                  <a:close/>
                </a:path>
              </a:pathLst>
            </a:custGeom>
            <a:solidFill>
              <a:srgbClr val="FFAB2F"/>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72"/>
            <p:cNvSpPr/>
            <p:nvPr/>
          </p:nvSpPr>
          <p:spPr>
            <a:xfrm>
              <a:off x="2213800" y="2272350"/>
              <a:ext cx="25900" cy="30675"/>
            </a:xfrm>
            <a:custGeom>
              <a:avLst/>
              <a:gdLst/>
              <a:ahLst/>
              <a:cxnLst/>
              <a:rect l="l" t="t" r="r" b="b"/>
              <a:pathLst>
                <a:path w="1036" h="1227" extrusionOk="0">
                  <a:moveTo>
                    <a:pt x="1036" y="0"/>
                  </a:moveTo>
                  <a:lnTo>
                    <a:pt x="296" y="461"/>
                  </a:lnTo>
                  <a:cubicBezTo>
                    <a:pt x="0" y="641"/>
                    <a:pt x="49" y="1102"/>
                    <a:pt x="378" y="1217"/>
                  </a:cubicBezTo>
                  <a:lnTo>
                    <a:pt x="395" y="1217"/>
                  </a:lnTo>
                  <a:cubicBezTo>
                    <a:pt x="424" y="1223"/>
                    <a:pt x="454" y="1226"/>
                    <a:pt x="484" y="1226"/>
                  </a:cubicBezTo>
                  <a:cubicBezTo>
                    <a:pt x="685" y="1226"/>
                    <a:pt x="875" y="1086"/>
                    <a:pt x="904" y="872"/>
                  </a:cubicBezTo>
                  <a:lnTo>
                    <a:pt x="1036" y="0"/>
                  </a:ln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72"/>
            <p:cNvSpPr/>
            <p:nvPr/>
          </p:nvSpPr>
          <p:spPr>
            <a:xfrm>
              <a:off x="2203100" y="2066900"/>
              <a:ext cx="311500" cy="170125"/>
            </a:xfrm>
            <a:custGeom>
              <a:avLst/>
              <a:gdLst/>
              <a:ahLst/>
              <a:cxnLst/>
              <a:rect l="l" t="t" r="r" b="b"/>
              <a:pathLst>
                <a:path w="12460" h="6805" extrusionOk="0">
                  <a:moveTo>
                    <a:pt x="7216" y="0"/>
                  </a:moveTo>
                  <a:cubicBezTo>
                    <a:pt x="3551" y="2005"/>
                    <a:pt x="1" y="5424"/>
                    <a:pt x="1" y="5424"/>
                  </a:cubicBezTo>
                  <a:cubicBezTo>
                    <a:pt x="2236" y="6213"/>
                    <a:pt x="4570" y="6673"/>
                    <a:pt x="6937" y="6805"/>
                  </a:cubicBezTo>
                  <a:cubicBezTo>
                    <a:pt x="10027" y="5621"/>
                    <a:pt x="12460" y="3288"/>
                    <a:pt x="12460" y="3288"/>
                  </a:cubicBezTo>
                  <a:cubicBezTo>
                    <a:pt x="10454" y="1118"/>
                    <a:pt x="7216" y="0"/>
                    <a:pt x="7216" y="0"/>
                  </a:cubicBezTo>
                  <a:close/>
                </a:path>
              </a:pathLst>
            </a:custGeom>
            <a:solidFill>
              <a:schemeClr val="accent1"/>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72"/>
            <p:cNvSpPr/>
            <p:nvPr/>
          </p:nvSpPr>
          <p:spPr>
            <a:xfrm>
              <a:off x="2312650" y="2181750"/>
              <a:ext cx="175650" cy="214500"/>
            </a:xfrm>
            <a:custGeom>
              <a:avLst/>
              <a:gdLst/>
              <a:ahLst/>
              <a:cxnLst/>
              <a:rect l="l" t="t" r="r" b="b"/>
              <a:pathLst>
                <a:path w="7026" h="8580" extrusionOk="0">
                  <a:moveTo>
                    <a:pt x="4023" y="1"/>
                  </a:moveTo>
                  <a:cubicBezTo>
                    <a:pt x="2238" y="1"/>
                    <a:pt x="1" y="1272"/>
                    <a:pt x="648" y="4726"/>
                  </a:cubicBezTo>
                  <a:cubicBezTo>
                    <a:pt x="714" y="5252"/>
                    <a:pt x="813" y="5761"/>
                    <a:pt x="961" y="6271"/>
                  </a:cubicBezTo>
                  <a:lnTo>
                    <a:pt x="2851" y="8342"/>
                  </a:lnTo>
                  <a:cubicBezTo>
                    <a:pt x="3483" y="8464"/>
                    <a:pt x="4348" y="8580"/>
                    <a:pt x="5032" y="8580"/>
                  </a:cubicBezTo>
                  <a:cubicBezTo>
                    <a:pt x="5452" y="8580"/>
                    <a:pt x="5803" y="8536"/>
                    <a:pt x="5990" y="8424"/>
                  </a:cubicBezTo>
                  <a:cubicBezTo>
                    <a:pt x="6812" y="7964"/>
                    <a:pt x="7026" y="6649"/>
                    <a:pt x="6763" y="5383"/>
                  </a:cubicBezTo>
                  <a:cubicBezTo>
                    <a:pt x="6516" y="4118"/>
                    <a:pt x="6566" y="2540"/>
                    <a:pt x="5974" y="912"/>
                  </a:cubicBezTo>
                  <a:cubicBezTo>
                    <a:pt x="5765" y="348"/>
                    <a:pt x="4956" y="1"/>
                    <a:pt x="4023" y="1"/>
                  </a:cubicBez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72"/>
            <p:cNvSpPr/>
            <p:nvPr/>
          </p:nvSpPr>
          <p:spPr>
            <a:xfrm>
              <a:off x="2304200" y="2163450"/>
              <a:ext cx="184100" cy="236300"/>
            </a:xfrm>
            <a:custGeom>
              <a:avLst/>
              <a:gdLst/>
              <a:ahLst/>
              <a:cxnLst/>
              <a:rect l="l" t="t" r="r" b="b"/>
              <a:pathLst>
                <a:path w="7364" h="9452" fill="none" extrusionOk="0">
                  <a:moveTo>
                    <a:pt x="3189" y="9074"/>
                  </a:moveTo>
                  <a:cubicBezTo>
                    <a:pt x="4208" y="9271"/>
                    <a:pt x="5835" y="9452"/>
                    <a:pt x="6328" y="9156"/>
                  </a:cubicBezTo>
                  <a:cubicBezTo>
                    <a:pt x="7150" y="8696"/>
                    <a:pt x="7364" y="7381"/>
                    <a:pt x="7101" y="6115"/>
                  </a:cubicBezTo>
                  <a:cubicBezTo>
                    <a:pt x="6854" y="4850"/>
                    <a:pt x="6904" y="3272"/>
                    <a:pt x="6312" y="1644"/>
                  </a:cubicBezTo>
                  <a:cubicBezTo>
                    <a:pt x="5704" y="1"/>
                    <a:pt x="0" y="198"/>
                    <a:pt x="986" y="5458"/>
                  </a:cubicBezTo>
                  <a:cubicBezTo>
                    <a:pt x="1052" y="5984"/>
                    <a:pt x="1151" y="6493"/>
                    <a:pt x="1299" y="7003"/>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72"/>
            <p:cNvSpPr/>
            <p:nvPr/>
          </p:nvSpPr>
          <p:spPr>
            <a:xfrm>
              <a:off x="2267200" y="2225100"/>
              <a:ext cx="106875" cy="172600"/>
            </a:xfrm>
            <a:custGeom>
              <a:avLst/>
              <a:gdLst/>
              <a:ahLst/>
              <a:cxnLst/>
              <a:rect l="l" t="t" r="r" b="b"/>
              <a:pathLst>
                <a:path w="4275" h="6904" extrusionOk="0">
                  <a:moveTo>
                    <a:pt x="3683" y="0"/>
                  </a:moveTo>
                  <a:lnTo>
                    <a:pt x="839" y="1200"/>
                  </a:lnTo>
                  <a:cubicBezTo>
                    <a:pt x="510" y="1660"/>
                    <a:pt x="510" y="2268"/>
                    <a:pt x="839" y="2729"/>
                  </a:cubicBezTo>
                  <a:cubicBezTo>
                    <a:pt x="839" y="2729"/>
                    <a:pt x="1" y="4224"/>
                    <a:pt x="231" y="5112"/>
                  </a:cubicBezTo>
                  <a:cubicBezTo>
                    <a:pt x="461" y="5983"/>
                    <a:pt x="1184" y="6000"/>
                    <a:pt x="1184" y="6000"/>
                  </a:cubicBezTo>
                  <a:cubicBezTo>
                    <a:pt x="1184" y="6000"/>
                    <a:pt x="1234" y="6904"/>
                    <a:pt x="2713" y="6904"/>
                  </a:cubicBezTo>
                  <a:lnTo>
                    <a:pt x="2795" y="4520"/>
                  </a:lnTo>
                  <a:lnTo>
                    <a:pt x="2598" y="3748"/>
                  </a:lnTo>
                  <a:lnTo>
                    <a:pt x="3009" y="3304"/>
                  </a:lnTo>
                  <a:cubicBezTo>
                    <a:pt x="3009" y="3304"/>
                    <a:pt x="2812" y="2515"/>
                    <a:pt x="3420" y="2055"/>
                  </a:cubicBezTo>
                  <a:cubicBezTo>
                    <a:pt x="4044" y="1578"/>
                    <a:pt x="4274" y="937"/>
                    <a:pt x="3683" y="0"/>
                  </a:cubicBez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72"/>
            <p:cNvSpPr/>
            <p:nvPr/>
          </p:nvSpPr>
          <p:spPr>
            <a:xfrm>
              <a:off x="2270500" y="2163700"/>
              <a:ext cx="200550" cy="97575"/>
            </a:xfrm>
            <a:custGeom>
              <a:avLst/>
              <a:gdLst/>
              <a:ahLst/>
              <a:cxnLst/>
              <a:rect l="l" t="t" r="r" b="b"/>
              <a:pathLst>
                <a:path w="8022" h="3903" extrusionOk="0">
                  <a:moveTo>
                    <a:pt x="5652" y="0"/>
                  </a:moveTo>
                  <a:cubicBezTo>
                    <a:pt x="4110" y="0"/>
                    <a:pt x="1905" y="333"/>
                    <a:pt x="0" y="1881"/>
                  </a:cubicBezTo>
                  <a:lnTo>
                    <a:pt x="444" y="3903"/>
                  </a:lnTo>
                  <a:cubicBezTo>
                    <a:pt x="444" y="3903"/>
                    <a:pt x="3454" y="2253"/>
                    <a:pt x="7260" y="2253"/>
                  </a:cubicBezTo>
                  <a:cubicBezTo>
                    <a:pt x="7511" y="2253"/>
                    <a:pt x="7765" y="2260"/>
                    <a:pt x="8021" y="2275"/>
                  </a:cubicBezTo>
                  <a:lnTo>
                    <a:pt x="7594" y="188"/>
                  </a:lnTo>
                  <a:cubicBezTo>
                    <a:pt x="7594" y="188"/>
                    <a:pt x="6810" y="0"/>
                    <a:pt x="5652" y="0"/>
                  </a:cubicBezTo>
                  <a:close/>
                </a:path>
              </a:pathLst>
            </a:custGeom>
            <a:solidFill>
              <a:srgbClr val="65A4C5"/>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72"/>
            <p:cNvSpPr/>
            <p:nvPr/>
          </p:nvSpPr>
          <p:spPr>
            <a:xfrm>
              <a:off x="2283250" y="2292600"/>
              <a:ext cx="64925" cy="58250"/>
            </a:xfrm>
            <a:custGeom>
              <a:avLst/>
              <a:gdLst/>
              <a:ahLst/>
              <a:cxnLst/>
              <a:rect l="l" t="t" r="r" b="b"/>
              <a:pathLst>
                <a:path w="2597" h="2330" extrusionOk="0">
                  <a:moveTo>
                    <a:pt x="1407" y="1"/>
                  </a:moveTo>
                  <a:cubicBezTo>
                    <a:pt x="1234" y="1"/>
                    <a:pt x="1039" y="50"/>
                    <a:pt x="822" y="177"/>
                  </a:cubicBezTo>
                  <a:cubicBezTo>
                    <a:pt x="1" y="664"/>
                    <a:pt x="546" y="2329"/>
                    <a:pt x="1831" y="2329"/>
                  </a:cubicBezTo>
                  <a:cubicBezTo>
                    <a:pt x="2063" y="2329"/>
                    <a:pt x="2320" y="2275"/>
                    <a:pt x="2597" y="2149"/>
                  </a:cubicBezTo>
                  <a:lnTo>
                    <a:pt x="2350" y="620"/>
                  </a:lnTo>
                  <a:cubicBezTo>
                    <a:pt x="2350" y="620"/>
                    <a:pt x="2020" y="1"/>
                    <a:pt x="1407" y="1"/>
                  </a:cubicBez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72"/>
            <p:cNvSpPr/>
            <p:nvPr/>
          </p:nvSpPr>
          <p:spPr>
            <a:xfrm>
              <a:off x="2279525" y="2282625"/>
              <a:ext cx="68650" cy="84250"/>
            </a:xfrm>
            <a:custGeom>
              <a:avLst/>
              <a:gdLst/>
              <a:ahLst/>
              <a:cxnLst/>
              <a:rect l="l" t="t" r="r" b="b"/>
              <a:pathLst>
                <a:path w="2746" h="3370" fill="none" extrusionOk="0">
                  <a:moveTo>
                    <a:pt x="2499" y="1019"/>
                  </a:moveTo>
                  <a:cubicBezTo>
                    <a:pt x="2499" y="1019"/>
                    <a:pt x="1957" y="0"/>
                    <a:pt x="971" y="576"/>
                  </a:cubicBezTo>
                  <a:cubicBezTo>
                    <a:pt x="1" y="1151"/>
                    <a:pt x="938" y="3370"/>
                    <a:pt x="2746" y="2548"/>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72"/>
            <p:cNvSpPr/>
            <p:nvPr/>
          </p:nvSpPr>
          <p:spPr>
            <a:xfrm>
              <a:off x="2149275" y="2443700"/>
              <a:ext cx="482450" cy="197675"/>
            </a:xfrm>
            <a:custGeom>
              <a:avLst/>
              <a:gdLst/>
              <a:ahLst/>
              <a:cxnLst/>
              <a:rect l="l" t="t" r="r" b="b"/>
              <a:pathLst>
                <a:path w="19298" h="7907" extrusionOk="0">
                  <a:moveTo>
                    <a:pt x="12640" y="0"/>
                  </a:moveTo>
                  <a:cubicBezTo>
                    <a:pt x="12361" y="0"/>
                    <a:pt x="12098" y="132"/>
                    <a:pt x="11934" y="362"/>
                  </a:cubicBezTo>
                  <a:cubicBezTo>
                    <a:pt x="11687" y="740"/>
                    <a:pt x="11128" y="1315"/>
                    <a:pt x="10010" y="1529"/>
                  </a:cubicBezTo>
                  <a:cubicBezTo>
                    <a:pt x="9801" y="1570"/>
                    <a:pt x="9598" y="1589"/>
                    <a:pt x="9403" y="1589"/>
                  </a:cubicBezTo>
                  <a:cubicBezTo>
                    <a:pt x="8434" y="1589"/>
                    <a:pt x="7659" y="1140"/>
                    <a:pt x="7249" y="839"/>
                  </a:cubicBezTo>
                  <a:cubicBezTo>
                    <a:pt x="7110" y="740"/>
                    <a:pt x="6948" y="688"/>
                    <a:pt x="6787" y="688"/>
                  </a:cubicBezTo>
                  <a:cubicBezTo>
                    <a:pt x="6680" y="688"/>
                    <a:pt x="6575" y="711"/>
                    <a:pt x="6477" y="757"/>
                  </a:cubicBezTo>
                  <a:cubicBezTo>
                    <a:pt x="5540" y="1135"/>
                    <a:pt x="3288" y="2055"/>
                    <a:pt x="1529" y="2877"/>
                  </a:cubicBezTo>
                  <a:cubicBezTo>
                    <a:pt x="937" y="3140"/>
                    <a:pt x="411" y="3403"/>
                    <a:pt x="1" y="3633"/>
                  </a:cubicBezTo>
                  <a:cubicBezTo>
                    <a:pt x="1" y="3633"/>
                    <a:pt x="6296" y="6230"/>
                    <a:pt x="11490" y="7906"/>
                  </a:cubicBezTo>
                  <a:cubicBezTo>
                    <a:pt x="11490" y="7906"/>
                    <a:pt x="16980" y="3354"/>
                    <a:pt x="19297" y="444"/>
                  </a:cubicBezTo>
                  <a:cubicBezTo>
                    <a:pt x="19297" y="444"/>
                    <a:pt x="18590" y="379"/>
                    <a:pt x="17571" y="296"/>
                  </a:cubicBezTo>
                  <a:cubicBezTo>
                    <a:pt x="16158" y="181"/>
                    <a:pt x="14152" y="50"/>
                    <a:pt x="12640" y="0"/>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72"/>
            <p:cNvSpPr/>
            <p:nvPr/>
          </p:nvSpPr>
          <p:spPr>
            <a:xfrm>
              <a:off x="2149275" y="2450250"/>
              <a:ext cx="482450" cy="191125"/>
            </a:xfrm>
            <a:custGeom>
              <a:avLst/>
              <a:gdLst/>
              <a:ahLst/>
              <a:cxnLst/>
              <a:rect l="l" t="t" r="r" b="b"/>
              <a:pathLst>
                <a:path w="19298" h="7645" extrusionOk="0">
                  <a:moveTo>
                    <a:pt x="18161" y="1"/>
                  </a:moveTo>
                  <a:cubicBezTo>
                    <a:pt x="17964" y="1"/>
                    <a:pt x="17767" y="17"/>
                    <a:pt x="17571" y="51"/>
                  </a:cubicBezTo>
                  <a:cubicBezTo>
                    <a:pt x="15385" y="2352"/>
                    <a:pt x="11358" y="6099"/>
                    <a:pt x="11358" y="6099"/>
                  </a:cubicBezTo>
                  <a:cubicBezTo>
                    <a:pt x="8186" y="5195"/>
                    <a:pt x="3255" y="3289"/>
                    <a:pt x="1529" y="2615"/>
                  </a:cubicBezTo>
                  <a:cubicBezTo>
                    <a:pt x="937" y="2681"/>
                    <a:pt x="411" y="2944"/>
                    <a:pt x="1" y="3371"/>
                  </a:cubicBezTo>
                  <a:cubicBezTo>
                    <a:pt x="1" y="3371"/>
                    <a:pt x="6296" y="5968"/>
                    <a:pt x="11490" y="7644"/>
                  </a:cubicBezTo>
                  <a:cubicBezTo>
                    <a:pt x="11490" y="7644"/>
                    <a:pt x="16980" y="3092"/>
                    <a:pt x="19297" y="182"/>
                  </a:cubicBezTo>
                  <a:cubicBezTo>
                    <a:pt x="18928" y="63"/>
                    <a:pt x="18545" y="1"/>
                    <a:pt x="18161" y="1"/>
                  </a:cubicBezTo>
                  <a:close/>
                </a:path>
              </a:pathLst>
            </a:custGeom>
            <a:solidFill>
              <a:schemeClr val="accent4"/>
            </a:solidFill>
            <a:ln w="19050" cap="flat" cmpd="sng">
              <a:solidFill>
                <a:schemeClr val="accent5"/>
              </a:solidFill>
              <a:prstDash val="solid"/>
              <a:miter lim="1643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72"/>
            <p:cNvSpPr/>
            <p:nvPr/>
          </p:nvSpPr>
          <p:spPr>
            <a:xfrm>
              <a:off x="2279525" y="2555050"/>
              <a:ext cx="160700" cy="196850"/>
            </a:xfrm>
            <a:custGeom>
              <a:avLst/>
              <a:gdLst/>
              <a:ahLst/>
              <a:cxnLst/>
              <a:rect l="l" t="t" r="r" b="b"/>
              <a:pathLst>
                <a:path w="6428" h="7874" extrusionOk="0">
                  <a:moveTo>
                    <a:pt x="3378" y="0"/>
                  </a:moveTo>
                  <a:cubicBezTo>
                    <a:pt x="3289" y="0"/>
                    <a:pt x="3196" y="40"/>
                    <a:pt x="3124" y="132"/>
                  </a:cubicBezTo>
                  <a:lnTo>
                    <a:pt x="1168" y="2746"/>
                  </a:lnTo>
                  <a:lnTo>
                    <a:pt x="1152" y="1365"/>
                  </a:lnTo>
                  <a:cubicBezTo>
                    <a:pt x="1135" y="1184"/>
                    <a:pt x="987" y="1053"/>
                    <a:pt x="823" y="1053"/>
                  </a:cubicBezTo>
                  <a:lnTo>
                    <a:pt x="806" y="1053"/>
                  </a:lnTo>
                  <a:cubicBezTo>
                    <a:pt x="675" y="1053"/>
                    <a:pt x="560" y="1151"/>
                    <a:pt x="510" y="1266"/>
                  </a:cubicBezTo>
                  <a:cubicBezTo>
                    <a:pt x="231" y="2269"/>
                    <a:pt x="100" y="3666"/>
                    <a:pt x="50" y="4702"/>
                  </a:cubicBezTo>
                  <a:cubicBezTo>
                    <a:pt x="1" y="5474"/>
                    <a:pt x="1" y="6049"/>
                    <a:pt x="1" y="6049"/>
                  </a:cubicBezTo>
                  <a:lnTo>
                    <a:pt x="1776" y="7874"/>
                  </a:lnTo>
                  <a:cubicBezTo>
                    <a:pt x="2861" y="7134"/>
                    <a:pt x="3864" y="6329"/>
                    <a:pt x="4833" y="5441"/>
                  </a:cubicBezTo>
                  <a:cubicBezTo>
                    <a:pt x="5474" y="4866"/>
                    <a:pt x="6017" y="4356"/>
                    <a:pt x="6296" y="4077"/>
                  </a:cubicBezTo>
                  <a:cubicBezTo>
                    <a:pt x="6378" y="4011"/>
                    <a:pt x="6428" y="3896"/>
                    <a:pt x="6428" y="3798"/>
                  </a:cubicBezTo>
                  <a:cubicBezTo>
                    <a:pt x="6428" y="3748"/>
                    <a:pt x="6411" y="3699"/>
                    <a:pt x="6395" y="3666"/>
                  </a:cubicBezTo>
                  <a:cubicBezTo>
                    <a:pt x="6333" y="3505"/>
                    <a:pt x="6178" y="3400"/>
                    <a:pt x="6014" y="3400"/>
                  </a:cubicBezTo>
                  <a:cubicBezTo>
                    <a:pt x="5960" y="3400"/>
                    <a:pt x="5905" y="3412"/>
                    <a:pt x="5852" y="3436"/>
                  </a:cubicBezTo>
                  <a:lnTo>
                    <a:pt x="4390" y="4274"/>
                  </a:lnTo>
                  <a:lnTo>
                    <a:pt x="5951" y="2696"/>
                  </a:lnTo>
                  <a:cubicBezTo>
                    <a:pt x="6050" y="2614"/>
                    <a:pt x="6099" y="2499"/>
                    <a:pt x="6099" y="2384"/>
                  </a:cubicBezTo>
                  <a:cubicBezTo>
                    <a:pt x="6099" y="2318"/>
                    <a:pt x="6082" y="2236"/>
                    <a:pt x="6050" y="2187"/>
                  </a:cubicBezTo>
                  <a:cubicBezTo>
                    <a:pt x="5968" y="2064"/>
                    <a:pt x="5841" y="1998"/>
                    <a:pt x="5713" y="1998"/>
                  </a:cubicBezTo>
                  <a:cubicBezTo>
                    <a:pt x="5636" y="1998"/>
                    <a:pt x="5559" y="2022"/>
                    <a:pt x="5491" y="2072"/>
                  </a:cubicBezTo>
                  <a:lnTo>
                    <a:pt x="3666" y="3337"/>
                  </a:lnTo>
                  <a:lnTo>
                    <a:pt x="3666" y="3337"/>
                  </a:lnTo>
                  <a:lnTo>
                    <a:pt x="5096" y="1102"/>
                  </a:lnTo>
                  <a:cubicBezTo>
                    <a:pt x="5276" y="814"/>
                    <a:pt x="5044" y="526"/>
                    <a:pt x="4785" y="526"/>
                  </a:cubicBezTo>
                  <a:cubicBezTo>
                    <a:pt x="4689" y="526"/>
                    <a:pt x="4589" y="565"/>
                    <a:pt x="4505" y="658"/>
                  </a:cubicBezTo>
                  <a:lnTo>
                    <a:pt x="2828" y="2565"/>
                  </a:lnTo>
                  <a:lnTo>
                    <a:pt x="3666" y="428"/>
                  </a:lnTo>
                  <a:cubicBezTo>
                    <a:pt x="3757" y="191"/>
                    <a:pt x="3575" y="0"/>
                    <a:pt x="3378" y="0"/>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72"/>
            <p:cNvSpPr/>
            <p:nvPr/>
          </p:nvSpPr>
          <p:spPr>
            <a:xfrm>
              <a:off x="2274784" y="2669414"/>
              <a:ext cx="97425" cy="79325"/>
            </a:xfrm>
            <a:custGeom>
              <a:avLst/>
              <a:gdLst/>
              <a:ahLst/>
              <a:cxnLst/>
              <a:rect l="l" t="t" r="r" b="b"/>
              <a:pathLst>
                <a:path w="3897" h="3173" extrusionOk="0">
                  <a:moveTo>
                    <a:pt x="50" y="1"/>
                  </a:moveTo>
                  <a:cubicBezTo>
                    <a:pt x="1" y="773"/>
                    <a:pt x="1" y="1348"/>
                    <a:pt x="1" y="1348"/>
                  </a:cubicBezTo>
                  <a:lnTo>
                    <a:pt x="1793" y="3173"/>
                  </a:lnTo>
                  <a:cubicBezTo>
                    <a:pt x="2516" y="2663"/>
                    <a:pt x="3223" y="2137"/>
                    <a:pt x="3896" y="1562"/>
                  </a:cubicBezTo>
                  <a:cubicBezTo>
                    <a:pt x="2203" y="1332"/>
                    <a:pt x="757" y="231"/>
                    <a:pt x="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72"/>
            <p:cNvSpPr/>
            <p:nvPr/>
          </p:nvSpPr>
          <p:spPr>
            <a:xfrm>
              <a:off x="2175575" y="2661475"/>
              <a:ext cx="183300" cy="92400"/>
            </a:xfrm>
            <a:custGeom>
              <a:avLst/>
              <a:gdLst/>
              <a:ahLst/>
              <a:cxnLst/>
              <a:rect l="l" t="t" r="r" b="b"/>
              <a:pathLst>
                <a:path w="7332" h="3696" extrusionOk="0">
                  <a:moveTo>
                    <a:pt x="3337" y="1"/>
                  </a:moveTo>
                  <a:lnTo>
                    <a:pt x="17" y="3666"/>
                  </a:lnTo>
                  <a:cubicBezTo>
                    <a:pt x="0" y="3688"/>
                    <a:pt x="768" y="3695"/>
                    <a:pt x="1798" y="3695"/>
                  </a:cubicBezTo>
                  <a:cubicBezTo>
                    <a:pt x="3858" y="3695"/>
                    <a:pt x="6970" y="3666"/>
                    <a:pt x="6970" y="3666"/>
                  </a:cubicBezTo>
                  <a:lnTo>
                    <a:pt x="7331" y="3305"/>
                  </a:lnTo>
                  <a:cubicBezTo>
                    <a:pt x="6148" y="2022"/>
                    <a:pt x="4816" y="905"/>
                    <a:pt x="3337" y="1"/>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72"/>
            <p:cNvSpPr/>
            <p:nvPr/>
          </p:nvSpPr>
          <p:spPr>
            <a:xfrm>
              <a:off x="2175975" y="2661475"/>
              <a:ext cx="182900" cy="91675"/>
            </a:xfrm>
            <a:custGeom>
              <a:avLst/>
              <a:gdLst/>
              <a:ahLst/>
              <a:cxnLst/>
              <a:rect l="l" t="t" r="r" b="b"/>
              <a:pathLst>
                <a:path w="7316" h="3667" fill="none" extrusionOk="0">
                  <a:moveTo>
                    <a:pt x="1" y="3666"/>
                  </a:moveTo>
                  <a:lnTo>
                    <a:pt x="3321" y="1"/>
                  </a:lnTo>
                  <a:cubicBezTo>
                    <a:pt x="4800" y="905"/>
                    <a:pt x="6132" y="2022"/>
                    <a:pt x="7315" y="3305"/>
                  </a:cubicBezTo>
                  <a:lnTo>
                    <a:pt x="7052" y="3568"/>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72"/>
            <p:cNvSpPr/>
            <p:nvPr/>
          </p:nvSpPr>
          <p:spPr>
            <a:xfrm>
              <a:off x="2236400" y="2686550"/>
              <a:ext cx="70275" cy="56725"/>
            </a:xfrm>
            <a:custGeom>
              <a:avLst/>
              <a:gdLst/>
              <a:ahLst/>
              <a:cxnLst/>
              <a:rect l="l" t="t" r="r" b="b"/>
              <a:pathLst>
                <a:path w="2811" h="2269" fill="none" extrusionOk="0">
                  <a:moveTo>
                    <a:pt x="0" y="0"/>
                  </a:moveTo>
                  <a:cubicBezTo>
                    <a:pt x="0" y="0"/>
                    <a:pt x="1710" y="1085"/>
                    <a:pt x="2811" y="2269"/>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72"/>
            <p:cNvSpPr/>
            <p:nvPr/>
          </p:nvSpPr>
          <p:spPr>
            <a:xfrm>
              <a:off x="1327025" y="2455625"/>
              <a:ext cx="777475" cy="296275"/>
            </a:xfrm>
            <a:custGeom>
              <a:avLst/>
              <a:gdLst/>
              <a:ahLst/>
              <a:cxnLst/>
              <a:rect l="l" t="t" r="r" b="b"/>
              <a:pathLst>
                <a:path w="31099" h="11851" extrusionOk="0">
                  <a:moveTo>
                    <a:pt x="16783" y="0"/>
                  </a:moveTo>
                  <a:lnTo>
                    <a:pt x="12526" y="49"/>
                  </a:lnTo>
                  <a:cubicBezTo>
                    <a:pt x="12526" y="49"/>
                    <a:pt x="9781" y="575"/>
                    <a:pt x="7463" y="1233"/>
                  </a:cubicBezTo>
                  <a:cubicBezTo>
                    <a:pt x="6756" y="1414"/>
                    <a:pt x="6050" y="1644"/>
                    <a:pt x="5359" y="1907"/>
                  </a:cubicBezTo>
                  <a:cubicBezTo>
                    <a:pt x="5359" y="1907"/>
                    <a:pt x="5162" y="2153"/>
                    <a:pt x="4833" y="2614"/>
                  </a:cubicBezTo>
                  <a:cubicBezTo>
                    <a:pt x="3748" y="4093"/>
                    <a:pt x="1283" y="7742"/>
                    <a:pt x="1" y="11851"/>
                  </a:cubicBezTo>
                  <a:lnTo>
                    <a:pt x="31099" y="11851"/>
                  </a:lnTo>
                  <a:cubicBezTo>
                    <a:pt x="31099" y="11851"/>
                    <a:pt x="25708" y="2285"/>
                    <a:pt x="24574" y="1216"/>
                  </a:cubicBezTo>
                  <a:cubicBezTo>
                    <a:pt x="24426" y="1101"/>
                    <a:pt x="24245" y="986"/>
                    <a:pt x="24064" y="921"/>
                  </a:cubicBezTo>
                  <a:cubicBezTo>
                    <a:pt x="23472" y="674"/>
                    <a:pt x="22568" y="493"/>
                    <a:pt x="21566" y="362"/>
                  </a:cubicBezTo>
                  <a:cubicBezTo>
                    <a:pt x="19347" y="49"/>
                    <a:pt x="16783" y="0"/>
                    <a:pt x="16783" y="0"/>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72"/>
            <p:cNvSpPr/>
            <p:nvPr/>
          </p:nvSpPr>
          <p:spPr>
            <a:xfrm>
              <a:off x="1447425" y="2455625"/>
              <a:ext cx="481225" cy="199300"/>
            </a:xfrm>
            <a:custGeom>
              <a:avLst/>
              <a:gdLst/>
              <a:ahLst/>
              <a:cxnLst/>
              <a:rect l="l" t="t" r="r" b="b"/>
              <a:pathLst>
                <a:path w="19249" h="7972" extrusionOk="0">
                  <a:moveTo>
                    <a:pt x="11967" y="0"/>
                  </a:moveTo>
                  <a:lnTo>
                    <a:pt x="7710" y="49"/>
                  </a:lnTo>
                  <a:cubicBezTo>
                    <a:pt x="7710" y="49"/>
                    <a:pt x="4965" y="575"/>
                    <a:pt x="2647" y="1233"/>
                  </a:cubicBezTo>
                  <a:cubicBezTo>
                    <a:pt x="1924" y="1414"/>
                    <a:pt x="1234" y="1644"/>
                    <a:pt x="543" y="1907"/>
                  </a:cubicBezTo>
                  <a:cubicBezTo>
                    <a:pt x="543" y="1907"/>
                    <a:pt x="346" y="2170"/>
                    <a:pt x="1" y="2614"/>
                  </a:cubicBezTo>
                  <a:cubicBezTo>
                    <a:pt x="294" y="3025"/>
                    <a:pt x="804" y="3132"/>
                    <a:pt x="1254" y="3132"/>
                  </a:cubicBezTo>
                  <a:cubicBezTo>
                    <a:pt x="1739" y="3132"/>
                    <a:pt x="2154" y="3008"/>
                    <a:pt x="2154" y="3008"/>
                  </a:cubicBezTo>
                  <a:cubicBezTo>
                    <a:pt x="2154" y="3008"/>
                    <a:pt x="5951" y="7117"/>
                    <a:pt x="11342" y="7972"/>
                  </a:cubicBezTo>
                  <a:cubicBezTo>
                    <a:pt x="11342" y="7972"/>
                    <a:pt x="16454" y="5309"/>
                    <a:pt x="19248" y="921"/>
                  </a:cubicBezTo>
                  <a:cubicBezTo>
                    <a:pt x="18656" y="674"/>
                    <a:pt x="17736" y="493"/>
                    <a:pt x="16750" y="362"/>
                  </a:cubicBezTo>
                  <a:cubicBezTo>
                    <a:pt x="14531" y="49"/>
                    <a:pt x="11967" y="0"/>
                    <a:pt x="119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72"/>
            <p:cNvSpPr/>
            <p:nvPr/>
          </p:nvSpPr>
          <p:spPr>
            <a:xfrm>
              <a:off x="1866575" y="2464250"/>
              <a:ext cx="237925" cy="287650"/>
            </a:xfrm>
            <a:custGeom>
              <a:avLst/>
              <a:gdLst/>
              <a:ahLst/>
              <a:cxnLst/>
              <a:rect l="l" t="t" r="r" b="b"/>
              <a:pathLst>
                <a:path w="9517" h="11506" extrusionOk="0">
                  <a:moveTo>
                    <a:pt x="0" y="0"/>
                  </a:moveTo>
                  <a:lnTo>
                    <a:pt x="247" y="428"/>
                  </a:lnTo>
                  <a:cubicBezTo>
                    <a:pt x="247" y="428"/>
                    <a:pt x="3156" y="6361"/>
                    <a:pt x="4356" y="11506"/>
                  </a:cubicBezTo>
                  <a:lnTo>
                    <a:pt x="9517" y="11506"/>
                  </a:lnTo>
                  <a:cubicBezTo>
                    <a:pt x="9517" y="11506"/>
                    <a:pt x="4126" y="1940"/>
                    <a:pt x="2992" y="871"/>
                  </a:cubicBezTo>
                  <a:cubicBezTo>
                    <a:pt x="2564" y="461"/>
                    <a:pt x="1348" y="198"/>
                    <a:pt x="0" y="0"/>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72"/>
            <p:cNvSpPr/>
            <p:nvPr/>
          </p:nvSpPr>
          <p:spPr>
            <a:xfrm>
              <a:off x="1327025" y="2486425"/>
              <a:ext cx="186600" cy="265900"/>
            </a:xfrm>
            <a:custGeom>
              <a:avLst/>
              <a:gdLst/>
              <a:ahLst/>
              <a:cxnLst/>
              <a:rect l="l" t="t" r="r" b="b"/>
              <a:pathLst>
                <a:path w="7464" h="10636" extrusionOk="0">
                  <a:moveTo>
                    <a:pt x="7463" y="1"/>
                  </a:moveTo>
                  <a:lnTo>
                    <a:pt x="7463" y="1"/>
                  </a:lnTo>
                  <a:cubicBezTo>
                    <a:pt x="6756" y="182"/>
                    <a:pt x="6050" y="412"/>
                    <a:pt x="5359" y="691"/>
                  </a:cubicBezTo>
                  <a:cubicBezTo>
                    <a:pt x="5359" y="691"/>
                    <a:pt x="1677" y="5261"/>
                    <a:pt x="1" y="10635"/>
                  </a:cubicBezTo>
                  <a:lnTo>
                    <a:pt x="4685" y="10635"/>
                  </a:lnTo>
                  <a:cubicBezTo>
                    <a:pt x="4915" y="9403"/>
                    <a:pt x="5195" y="8137"/>
                    <a:pt x="5507" y="6937"/>
                  </a:cubicBezTo>
                  <a:cubicBezTo>
                    <a:pt x="6198" y="4126"/>
                    <a:pt x="6970" y="1546"/>
                    <a:pt x="7463" y="1"/>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72"/>
            <p:cNvSpPr/>
            <p:nvPr/>
          </p:nvSpPr>
          <p:spPr>
            <a:xfrm>
              <a:off x="1378184" y="2653104"/>
              <a:ext cx="81800" cy="92475"/>
            </a:xfrm>
            <a:custGeom>
              <a:avLst/>
              <a:gdLst/>
              <a:ahLst/>
              <a:cxnLst/>
              <a:rect l="l" t="t" r="r" b="b"/>
              <a:pathLst>
                <a:path w="3272" h="3699" extrusionOk="0">
                  <a:moveTo>
                    <a:pt x="3271" y="1"/>
                  </a:moveTo>
                  <a:lnTo>
                    <a:pt x="0" y="3699"/>
                  </a:lnTo>
                  <a:lnTo>
                    <a:pt x="2449" y="3699"/>
                  </a:lnTo>
                  <a:cubicBezTo>
                    <a:pt x="2679" y="2466"/>
                    <a:pt x="2959" y="1217"/>
                    <a:pt x="32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72"/>
            <p:cNvSpPr/>
            <p:nvPr/>
          </p:nvSpPr>
          <p:spPr>
            <a:xfrm>
              <a:off x="1486050" y="2030325"/>
              <a:ext cx="355075" cy="194825"/>
            </a:xfrm>
            <a:custGeom>
              <a:avLst/>
              <a:gdLst/>
              <a:ahLst/>
              <a:cxnLst/>
              <a:rect l="l" t="t" r="r" b="b"/>
              <a:pathLst>
                <a:path w="14203" h="7793" extrusionOk="0">
                  <a:moveTo>
                    <a:pt x="7053" y="0"/>
                  </a:moveTo>
                  <a:cubicBezTo>
                    <a:pt x="6902" y="0"/>
                    <a:pt x="6756" y="44"/>
                    <a:pt x="6625" y="132"/>
                  </a:cubicBezTo>
                  <a:cubicBezTo>
                    <a:pt x="3485" y="2384"/>
                    <a:pt x="1" y="6197"/>
                    <a:pt x="1" y="6197"/>
                  </a:cubicBezTo>
                  <a:cubicBezTo>
                    <a:pt x="3087" y="7703"/>
                    <a:pt x="7360" y="7793"/>
                    <a:pt x="8330" y="7793"/>
                  </a:cubicBezTo>
                  <a:cubicBezTo>
                    <a:pt x="8461" y="7793"/>
                    <a:pt x="8531" y="7791"/>
                    <a:pt x="8531" y="7791"/>
                  </a:cubicBezTo>
                  <a:cubicBezTo>
                    <a:pt x="10701" y="6838"/>
                    <a:pt x="12641" y="5408"/>
                    <a:pt x="14202" y="3616"/>
                  </a:cubicBezTo>
                  <a:cubicBezTo>
                    <a:pt x="11507" y="1578"/>
                    <a:pt x="8334" y="395"/>
                    <a:pt x="7282" y="33"/>
                  </a:cubicBezTo>
                  <a:cubicBezTo>
                    <a:pt x="7206" y="11"/>
                    <a:pt x="7129" y="0"/>
                    <a:pt x="7053" y="0"/>
                  </a:cubicBezTo>
                  <a:close/>
                </a:path>
              </a:pathLst>
            </a:custGeom>
            <a:solidFill>
              <a:schemeClr val="accent1"/>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72"/>
            <p:cNvSpPr/>
            <p:nvPr/>
          </p:nvSpPr>
          <p:spPr>
            <a:xfrm>
              <a:off x="1526750" y="2197975"/>
              <a:ext cx="12750" cy="65775"/>
            </a:xfrm>
            <a:custGeom>
              <a:avLst/>
              <a:gdLst/>
              <a:ahLst/>
              <a:cxnLst/>
              <a:rect l="l" t="t" r="r" b="b"/>
              <a:pathLst>
                <a:path w="510" h="2631" fill="none" extrusionOk="0">
                  <a:moveTo>
                    <a:pt x="0" y="0"/>
                  </a:moveTo>
                  <a:cubicBezTo>
                    <a:pt x="0" y="0"/>
                    <a:pt x="510" y="1381"/>
                    <a:pt x="99" y="2630"/>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72"/>
            <p:cNvSpPr/>
            <p:nvPr/>
          </p:nvSpPr>
          <p:spPr>
            <a:xfrm>
              <a:off x="1522625" y="2256725"/>
              <a:ext cx="13175" cy="13600"/>
            </a:xfrm>
            <a:custGeom>
              <a:avLst/>
              <a:gdLst/>
              <a:ahLst/>
              <a:cxnLst/>
              <a:rect l="l" t="t" r="r" b="b"/>
              <a:pathLst>
                <a:path w="527" h="544" extrusionOk="0">
                  <a:moveTo>
                    <a:pt x="264" y="1"/>
                  </a:moveTo>
                  <a:cubicBezTo>
                    <a:pt x="116" y="1"/>
                    <a:pt x="1" y="132"/>
                    <a:pt x="1" y="280"/>
                  </a:cubicBezTo>
                  <a:cubicBezTo>
                    <a:pt x="1" y="428"/>
                    <a:pt x="116" y="543"/>
                    <a:pt x="264" y="543"/>
                  </a:cubicBezTo>
                  <a:cubicBezTo>
                    <a:pt x="412" y="543"/>
                    <a:pt x="527" y="428"/>
                    <a:pt x="527" y="280"/>
                  </a:cubicBezTo>
                  <a:cubicBezTo>
                    <a:pt x="527" y="132"/>
                    <a:pt x="412" y="1"/>
                    <a:pt x="264" y="1"/>
                  </a:cubicBezTo>
                  <a:close/>
                </a:path>
              </a:pathLst>
            </a:custGeom>
            <a:solidFill>
              <a:srgbClr val="FFAB2F"/>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72"/>
            <p:cNvSpPr/>
            <p:nvPr/>
          </p:nvSpPr>
          <p:spPr>
            <a:xfrm>
              <a:off x="1500850" y="2263725"/>
              <a:ext cx="28375" cy="32450"/>
            </a:xfrm>
            <a:custGeom>
              <a:avLst/>
              <a:gdLst/>
              <a:ahLst/>
              <a:cxnLst/>
              <a:rect l="l" t="t" r="r" b="b"/>
              <a:pathLst>
                <a:path w="1135" h="1298" extrusionOk="0">
                  <a:moveTo>
                    <a:pt x="1135" y="0"/>
                  </a:moveTo>
                  <a:lnTo>
                    <a:pt x="313" y="543"/>
                  </a:lnTo>
                  <a:cubicBezTo>
                    <a:pt x="1" y="723"/>
                    <a:pt x="50" y="1167"/>
                    <a:pt x="395" y="1282"/>
                  </a:cubicBezTo>
                  <a:lnTo>
                    <a:pt x="412" y="1282"/>
                  </a:lnTo>
                  <a:cubicBezTo>
                    <a:pt x="449" y="1293"/>
                    <a:pt x="486" y="1298"/>
                    <a:pt x="522" y="1298"/>
                  </a:cubicBezTo>
                  <a:cubicBezTo>
                    <a:pt x="711" y="1298"/>
                    <a:pt x="880" y="1160"/>
                    <a:pt x="921" y="954"/>
                  </a:cubicBezTo>
                  <a:lnTo>
                    <a:pt x="1135" y="0"/>
                  </a:ln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72"/>
            <p:cNvSpPr/>
            <p:nvPr/>
          </p:nvSpPr>
          <p:spPr>
            <a:xfrm>
              <a:off x="1608100" y="2259600"/>
              <a:ext cx="50575" cy="122550"/>
            </a:xfrm>
            <a:custGeom>
              <a:avLst/>
              <a:gdLst/>
              <a:ahLst/>
              <a:cxnLst/>
              <a:rect l="l" t="t" r="r" b="b"/>
              <a:pathLst>
                <a:path w="2023" h="4902" extrusionOk="0">
                  <a:moveTo>
                    <a:pt x="1" y="1"/>
                  </a:moveTo>
                  <a:cubicBezTo>
                    <a:pt x="1" y="1"/>
                    <a:pt x="33" y="2631"/>
                    <a:pt x="148" y="3617"/>
                  </a:cubicBezTo>
                  <a:cubicBezTo>
                    <a:pt x="259" y="4545"/>
                    <a:pt x="836" y="4901"/>
                    <a:pt x="1288" y="4901"/>
                  </a:cubicBezTo>
                  <a:cubicBezTo>
                    <a:pt x="1309" y="4901"/>
                    <a:pt x="1329" y="4900"/>
                    <a:pt x="1348" y="4899"/>
                  </a:cubicBezTo>
                  <a:cubicBezTo>
                    <a:pt x="1809" y="4850"/>
                    <a:pt x="2022" y="428"/>
                    <a:pt x="2022" y="428"/>
                  </a:cubicBezTo>
                  <a:lnTo>
                    <a:pt x="1" y="1"/>
                  </a:ln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72"/>
            <p:cNvSpPr/>
            <p:nvPr/>
          </p:nvSpPr>
          <p:spPr>
            <a:xfrm>
              <a:off x="1629875" y="2326175"/>
              <a:ext cx="122475" cy="182050"/>
            </a:xfrm>
            <a:custGeom>
              <a:avLst/>
              <a:gdLst/>
              <a:ahLst/>
              <a:cxnLst/>
              <a:rect l="l" t="t" r="r" b="b"/>
              <a:pathLst>
                <a:path w="4899" h="7282" extrusionOk="0">
                  <a:moveTo>
                    <a:pt x="1" y="1"/>
                  </a:moveTo>
                  <a:cubicBezTo>
                    <a:pt x="313" y="1924"/>
                    <a:pt x="362" y="3880"/>
                    <a:pt x="132" y="5819"/>
                  </a:cubicBezTo>
                  <a:lnTo>
                    <a:pt x="3321" y="7282"/>
                  </a:lnTo>
                  <a:lnTo>
                    <a:pt x="4899" y="5655"/>
                  </a:lnTo>
                  <a:cubicBezTo>
                    <a:pt x="4899" y="5655"/>
                    <a:pt x="4850" y="5080"/>
                    <a:pt x="4800" y="4406"/>
                  </a:cubicBezTo>
                  <a:cubicBezTo>
                    <a:pt x="4751" y="3715"/>
                    <a:pt x="4702" y="2926"/>
                    <a:pt x="4702" y="2450"/>
                  </a:cubicBezTo>
                  <a:cubicBezTo>
                    <a:pt x="4702" y="1562"/>
                    <a:pt x="527" y="181"/>
                    <a:pt x="34" y="17"/>
                  </a:cubicBezTo>
                  <a:lnTo>
                    <a:pt x="1" y="1"/>
                  </a:ln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72"/>
            <p:cNvSpPr/>
            <p:nvPr/>
          </p:nvSpPr>
          <p:spPr>
            <a:xfrm>
              <a:off x="1647403" y="2334400"/>
              <a:ext cx="96175" cy="101100"/>
            </a:xfrm>
            <a:custGeom>
              <a:avLst/>
              <a:gdLst/>
              <a:ahLst/>
              <a:cxnLst/>
              <a:rect l="l" t="t" r="r" b="b"/>
              <a:pathLst>
                <a:path w="3847" h="4044" extrusionOk="0">
                  <a:moveTo>
                    <a:pt x="0" y="0"/>
                  </a:moveTo>
                  <a:cubicBezTo>
                    <a:pt x="247" y="1282"/>
                    <a:pt x="1068" y="3616"/>
                    <a:pt x="3846" y="4044"/>
                  </a:cubicBezTo>
                  <a:cubicBezTo>
                    <a:pt x="3780" y="3370"/>
                    <a:pt x="3748" y="2581"/>
                    <a:pt x="3748" y="2121"/>
                  </a:cubicBezTo>
                  <a:cubicBezTo>
                    <a:pt x="3748" y="1447"/>
                    <a:pt x="1364" y="493"/>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72"/>
            <p:cNvSpPr/>
            <p:nvPr/>
          </p:nvSpPr>
          <p:spPr>
            <a:xfrm>
              <a:off x="1776175" y="2259875"/>
              <a:ext cx="39475" cy="64275"/>
            </a:xfrm>
            <a:custGeom>
              <a:avLst/>
              <a:gdLst/>
              <a:ahLst/>
              <a:cxnLst/>
              <a:rect l="l" t="t" r="r" b="b"/>
              <a:pathLst>
                <a:path w="1579" h="2571" extrusionOk="0">
                  <a:moveTo>
                    <a:pt x="762" y="0"/>
                  </a:moveTo>
                  <a:cubicBezTo>
                    <a:pt x="343" y="0"/>
                    <a:pt x="165" y="549"/>
                    <a:pt x="165" y="549"/>
                  </a:cubicBezTo>
                  <a:lnTo>
                    <a:pt x="0" y="2570"/>
                  </a:lnTo>
                  <a:cubicBezTo>
                    <a:pt x="1216" y="2357"/>
                    <a:pt x="1578" y="319"/>
                    <a:pt x="1003" y="56"/>
                  </a:cubicBezTo>
                  <a:cubicBezTo>
                    <a:pt x="915" y="17"/>
                    <a:pt x="835" y="0"/>
                    <a:pt x="762" y="0"/>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72"/>
            <p:cNvSpPr/>
            <p:nvPr/>
          </p:nvSpPr>
          <p:spPr>
            <a:xfrm>
              <a:off x="1598250" y="2189575"/>
              <a:ext cx="186150" cy="210200"/>
            </a:xfrm>
            <a:custGeom>
              <a:avLst/>
              <a:gdLst/>
              <a:ahLst/>
              <a:cxnLst/>
              <a:rect l="l" t="t" r="r" b="b"/>
              <a:pathLst>
                <a:path w="7446" h="8408" extrusionOk="0">
                  <a:moveTo>
                    <a:pt x="3940" y="0"/>
                  </a:moveTo>
                  <a:cubicBezTo>
                    <a:pt x="2709" y="0"/>
                    <a:pt x="1276" y="319"/>
                    <a:pt x="0" y="1421"/>
                  </a:cubicBezTo>
                  <a:cubicBezTo>
                    <a:pt x="181" y="2605"/>
                    <a:pt x="477" y="3772"/>
                    <a:pt x="855" y="4922"/>
                  </a:cubicBezTo>
                  <a:cubicBezTo>
                    <a:pt x="904" y="5070"/>
                    <a:pt x="970" y="5235"/>
                    <a:pt x="1019" y="5399"/>
                  </a:cubicBezTo>
                  <a:lnTo>
                    <a:pt x="2844" y="7881"/>
                  </a:lnTo>
                  <a:cubicBezTo>
                    <a:pt x="3446" y="8245"/>
                    <a:pt x="4120" y="8408"/>
                    <a:pt x="4742" y="8408"/>
                  </a:cubicBezTo>
                  <a:cubicBezTo>
                    <a:pt x="5494" y="8408"/>
                    <a:pt x="6172" y="8171"/>
                    <a:pt x="6558" y="7766"/>
                  </a:cubicBezTo>
                  <a:cubicBezTo>
                    <a:pt x="7084" y="7207"/>
                    <a:pt x="7446" y="5892"/>
                    <a:pt x="7446" y="4199"/>
                  </a:cubicBezTo>
                  <a:cubicBezTo>
                    <a:pt x="7446" y="2983"/>
                    <a:pt x="7265" y="1783"/>
                    <a:pt x="6936" y="599"/>
                  </a:cubicBezTo>
                  <a:cubicBezTo>
                    <a:pt x="6936" y="599"/>
                    <a:pt x="5628" y="0"/>
                    <a:pt x="3940" y="0"/>
                  </a:cubicBez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72"/>
            <p:cNvSpPr/>
            <p:nvPr/>
          </p:nvSpPr>
          <p:spPr>
            <a:xfrm>
              <a:off x="1598250" y="2159750"/>
              <a:ext cx="186150" cy="247000"/>
            </a:xfrm>
            <a:custGeom>
              <a:avLst/>
              <a:gdLst/>
              <a:ahLst/>
              <a:cxnLst/>
              <a:rect l="l" t="t" r="r" b="b"/>
              <a:pathLst>
                <a:path w="7446" h="9880" fill="none" extrusionOk="0">
                  <a:moveTo>
                    <a:pt x="1019" y="6592"/>
                  </a:moveTo>
                  <a:cubicBezTo>
                    <a:pt x="970" y="6428"/>
                    <a:pt x="904" y="6263"/>
                    <a:pt x="855" y="6115"/>
                  </a:cubicBezTo>
                  <a:cubicBezTo>
                    <a:pt x="477" y="4965"/>
                    <a:pt x="181" y="3798"/>
                    <a:pt x="0" y="2614"/>
                  </a:cubicBezTo>
                  <a:cubicBezTo>
                    <a:pt x="3024" y="1"/>
                    <a:pt x="6936" y="1792"/>
                    <a:pt x="6936" y="1792"/>
                  </a:cubicBezTo>
                  <a:cubicBezTo>
                    <a:pt x="7265" y="2976"/>
                    <a:pt x="7446" y="4176"/>
                    <a:pt x="7446" y="5392"/>
                  </a:cubicBezTo>
                  <a:cubicBezTo>
                    <a:pt x="7446" y="7085"/>
                    <a:pt x="7084" y="8400"/>
                    <a:pt x="6558" y="8959"/>
                  </a:cubicBezTo>
                  <a:cubicBezTo>
                    <a:pt x="5852" y="9698"/>
                    <a:pt x="4175" y="9879"/>
                    <a:pt x="2844" y="9074"/>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72"/>
            <p:cNvSpPr/>
            <p:nvPr/>
          </p:nvSpPr>
          <p:spPr>
            <a:xfrm>
              <a:off x="1595375" y="2189975"/>
              <a:ext cx="190275" cy="122675"/>
            </a:xfrm>
            <a:custGeom>
              <a:avLst/>
              <a:gdLst/>
              <a:ahLst/>
              <a:cxnLst/>
              <a:rect l="l" t="t" r="r" b="b"/>
              <a:pathLst>
                <a:path w="7611" h="4907" extrusionOk="0">
                  <a:moveTo>
                    <a:pt x="4128" y="1"/>
                  </a:moveTo>
                  <a:cubicBezTo>
                    <a:pt x="2854" y="1"/>
                    <a:pt x="1381" y="319"/>
                    <a:pt x="99" y="1422"/>
                  </a:cubicBezTo>
                  <a:cubicBezTo>
                    <a:pt x="0" y="2654"/>
                    <a:pt x="296" y="3871"/>
                    <a:pt x="953" y="4906"/>
                  </a:cubicBezTo>
                  <a:cubicBezTo>
                    <a:pt x="1167" y="4906"/>
                    <a:pt x="1315" y="4725"/>
                    <a:pt x="1266" y="4528"/>
                  </a:cubicBezTo>
                  <a:lnTo>
                    <a:pt x="1134" y="3986"/>
                  </a:lnTo>
                  <a:cubicBezTo>
                    <a:pt x="1068" y="3690"/>
                    <a:pt x="1101" y="3378"/>
                    <a:pt x="1200" y="3098"/>
                  </a:cubicBezTo>
                  <a:cubicBezTo>
                    <a:pt x="1414" y="2506"/>
                    <a:pt x="1479" y="1882"/>
                    <a:pt x="1364" y="1257"/>
                  </a:cubicBezTo>
                  <a:cubicBezTo>
                    <a:pt x="1364" y="1257"/>
                    <a:pt x="1923" y="501"/>
                    <a:pt x="3830" y="436"/>
                  </a:cubicBezTo>
                  <a:cubicBezTo>
                    <a:pt x="3962" y="431"/>
                    <a:pt x="4088" y="429"/>
                    <a:pt x="4208" y="429"/>
                  </a:cubicBezTo>
                  <a:cubicBezTo>
                    <a:pt x="5819" y="429"/>
                    <a:pt x="6246" y="814"/>
                    <a:pt x="6246" y="814"/>
                  </a:cubicBezTo>
                  <a:cubicBezTo>
                    <a:pt x="6246" y="814"/>
                    <a:pt x="6624" y="2359"/>
                    <a:pt x="7117" y="2654"/>
                  </a:cubicBezTo>
                  <a:lnTo>
                    <a:pt x="7561" y="4183"/>
                  </a:lnTo>
                  <a:cubicBezTo>
                    <a:pt x="7561" y="3098"/>
                    <a:pt x="7610" y="1849"/>
                    <a:pt x="7249" y="600"/>
                  </a:cubicBezTo>
                  <a:cubicBezTo>
                    <a:pt x="7249" y="600"/>
                    <a:pt x="5875" y="1"/>
                    <a:pt x="4128" y="1"/>
                  </a:cubicBez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72"/>
            <p:cNvSpPr/>
            <p:nvPr/>
          </p:nvSpPr>
          <p:spPr>
            <a:xfrm>
              <a:off x="1577400" y="2282475"/>
              <a:ext cx="60725" cy="58850"/>
            </a:xfrm>
            <a:custGeom>
              <a:avLst/>
              <a:gdLst/>
              <a:ahLst/>
              <a:cxnLst/>
              <a:rect l="l" t="t" r="r" b="b"/>
              <a:pathLst>
                <a:path w="2429" h="2354" extrusionOk="0">
                  <a:moveTo>
                    <a:pt x="955" y="0"/>
                  </a:moveTo>
                  <a:cubicBezTo>
                    <a:pt x="809" y="0"/>
                    <a:pt x="649" y="62"/>
                    <a:pt x="489" y="236"/>
                  </a:cubicBezTo>
                  <a:cubicBezTo>
                    <a:pt x="1" y="771"/>
                    <a:pt x="646" y="2353"/>
                    <a:pt x="2083" y="2353"/>
                  </a:cubicBezTo>
                  <a:cubicBezTo>
                    <a:pt x="2193" y="2353"/>
                    <a:pt x="2309" y="2344"/>
                    <a:pt x="2428" y="2324"/>
                  </a:cubicBezTo>
                  <a:lnTo>
                    <a:pt x="1574" y="352"/>
                  </a:lnTo>
                  <a:cubicBezTo>
                    <a:pt x="1574" y="352"/>
                    <a:pt x="1304" y="0"/>
                    <a:pt x="955" y="0"/>
                  </a:cubicBez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72"/>
            <p:cNvSpPr/>
            <p:nvPr/>
          </p:nvSpPr>
          <p:spPr>
            <a:xfrm>
              <a:off x="1576450" y="2273575"/>
              <a:ext cx="61675" cy="74000"/>
            </a:xfrm>
            <a:custGeom>
              <a:avLst/>
              <a:gdLst/>
              <a:ahLst/>
              <a:cxnLst/>
              <a:rect l="l" t="t" r="r" b="b"/>
              <a:pathLst>
                <a:path w="2467" h="2960" fill="none" extrusionOk="0">
                  <a:moveTo>
                    <a:pt x="1612" y="708"/>
                  </a:moveTo>
                  <a:cubicBezTo>
                    <a:pt x="1612" y="708"/>
                    <a:pt x="1069" y="1"/>
                    <a:pt x="527" y="592"/>
                  </a:cubicBezTo>
                  <a:cubicBezTo>
                    <a:pt x="1" y="1168"/>
                    <a:pt x="790" y="2959"/>
                    <a:pt x="2466" y="2680"/>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72"/>
            <p:cNvSpPr/>
            <p:nvPr/>
          </p:nvSpPr>
          <p:spPr>
            <a:xfrm>
              <a:off x="1584675" y="2147825"/>
              <a:ext cx="195625" cy="95775"/>
            </a:xfrm>
            <a:custGeom>
              <a:avLst/>
              <a:gdLst/>
              <a:ahLst/>
              <a:cxnLst/>
              <a:rect l="l" t="t" r="r" b="b"/>
              <a:pathLst>
                <a:path w="7825" h="3831" extrusionOk="0">
                  <a:moveTo>
                    <a:pt x="4754" y="1"/>
                  </a:moveTo>
                  <a:cubicBezTo>
                    <a:pt x="3055" y="1"/>
                    <a:pt x="1376" y="570"/>
                    <a:pt x="1" y="1661"/>
                  </a:cubicBezTo>
                  <a:lnTo>
                    <a:pt x="543" y="3831"/>
                  </a:lnTo>
                  <a:cubicBezTo>
                    <a:pt x="543" y="3831"/>
                    <a:pt x="2708" y="2676"/>
                    <a:pt x="5538" y="2676"/>
                  </a:cubicBezTo>
                  <a:cubicBezTo>
                    <a:pt x="6265" y="2676"/>
                    <a:pt x="7035" y="2752"/>
                    <a:pt x="7825" y="2943"/>
                  </a:cubicBezTo>
                  <a:lnTo>
                    <a:pt x="7315" y="445"/>
                  </a:lnTo>
                  <a:cubicBezTo>
                    <a:pt x="6481" y="147"/>
                    <a:pt x="5615" y="1"/>
                    <a:pt x="4754" y="1"/>
                  </a:cubicBezTo>
                  <a:close/>
                </a:path>
              </a:pathLst>
            </a:custGeom>
            <a:solidFill>
              <a:srgbClr val="65A4C5"/>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72"/>
            <p:cNvSpPr/>
            <p:nvPr/>
          </p:nvSpPr>
          <p:spPr>
            <a:xfrm>
              <a:off x="1584675" y="2136750"/>
              <a:ext cx="186175" cy="71525"/>
            </a:xfrm>
            <a:custGeom>
              <a:avLst/>
              <a:gdLst/>
              <a:ahLst/>
              <a:cxnLst/>
              <a:rect l="l" t="t" r="r" b="b"/>
              <a:pathLst>
                <a:path w="7447" h="2861" fill="none" extrusionOk="0">
                  <a:moveTo>
                    <a:pt x="7446" y="1529"/>
                  </a:moveTo>
                  <a:lnTo>
                    <a:pt x="7315" y="888"/>
                  </a:lnTo>
                  <a:cubicBezTo>
                    <a:pt x="4833" y="0"/>
                    <a:pt x="2072" y="461"/>
                    <a:pt x="1" y="2104"/>
                  </a:cubicBezTo>
                  <a:lnTo>
                    <a:pt x="198" y="2860"/>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72"/>
            <p:cNvSpPr/>
            <p:nvPr/>
          </p:nvSpPr>
          <p:spPr>
            <a:xfrm>
              <a:off x="1452375" y="2446175"/>
              <a:ext cx="466000" cy="181225"/>
            </a:xfrm>
            <a:custGeom>
              <a:avLst/>
              <a:gdLst/>
              <a:ahLst/>
              <a:cxnLst/>
              <a:rect l="l" t="t" r="r" b="b"/>
              <a:pathLst>
                <a:path w="18640" h="7249" extrusionOk="0">
                  <a:moveTo>
                    <a:pt x="12591" y="0"/>
                  </a:moveTo>
                  <a:cubicBezTo>
                    <a:pt x="12393" y="0"/>
                    <a:pt x="12196" y="82"/>
                    <a:pt x="12081" y="247"/>
                  </a:cubicBezTo>
                  <a:cubicBezTo>
                    <a:pt x="11851" y="542"/>
                    <a:pt x="11292" y="1003"/>
                    <a:pt x="10109" y="1068"/>
                  </a:cubicBezTo>
                  <a:cubicBezTo>
                    <a:pt x="10026" y="1072"/>
                    <a:pt x="9944" y="1074"/>
                    <a:pt x="9862" y="1074"/>
                  </a:cubicBezTo>
                  <a:cubicBezTo>
                    <a:pt x="8910" y="1074"/>
                    <a:pt x="7967" y="813"/>
                    <a:pt x="7150" y="329"/>
                  </a:cubicBezTo>
                  <a:cubicBezTo>
                    <a:pt x="7054" y="281"/>
                    <a:pt x="6949" y="250"/>
                    <a:pt x="6848" y="250"/>
                  </a:cubicBezTo>
                  <a:cubicBezTo>
                    <a:pt x="6811" y="250"/>
                    <a:pt x="6774" y="254"/>
                    <a:pt x="6739" y="263"/>
                  </a:cubicBezTo>
                  <a:cubicBezTo>
                    <a:pt x="4898" y="608"/>
                    <a:pt x="3090" y="1118"/>
                    <a:pt x="1348" y="1775"/>
                  </a:cubicBezTo>
                  <a:cubicBezTo>
                    <a:pt x="510" y="2088"/>
                    <a:pt x="0" y="2318"/>
                    <a:pt x="0" y="2318"/>
                  </a:cubicBezTo>
                  <a:cubicBezTo>
                    <a:pt x="4750" y="5539"/>
                    <a:pt x="10963" y="7249"/>
                    <a:pt x="10963" y="7249"/>
                  </a:cubicBezTo>
                  <a:cubicBezTo>
                    <a:pt x="13840" y="5490"/>
                    <a:pt x="16420" y="3304"/>
                    <a:pt x="18639" y="789"/>
                  </a:cubicBezTo>
                  <a:cubicBezTo>
                    <a:pt x="18179" y="674"/>
                    <a:pt x="17719" y="575"/>
                    <a:pt x="17242" y="510"/>
                  </a:cubicBezTo>
                  <a:cubicBezTo>
                    <a:pt x="15319" y="181"/>
                    <a:pt x="13379" y="49"/>
                    <a:pt x="12591" y="0"/>
                  </a:cubicBez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72"/>
            <p:cNvSpPr/>
            <p:nvPr/>
          </p:nvSpPr>
          <p:spPr>
            <a:xfrm>
              <a:off x="1452375" y="2458900"/>
              <a:ext cx="466000" cy="168500"/>
            </a:xfrm>
            <a:custGeom>
              <a:avLst/>
              <a:gdLst/>
              <a:ahLst/>
              <a:cxnLst/>
              <a:rect l="l" t="t" r="r" b="b"/>
              <a:pathLst>
                <a:path w="18640" h="6740" extrusionOk="0">
                  <a:moveTo>
                    <a:pt x="17242" y="1"/>
                  </a:moveTo>
                  <a:cubicBezTo>
                    <a:pt x="14990" y="2499"/>
                    <a:pt x="11029" y="5277"/>
                    <a:pt x="11029" y="5277"/>
                  </a:cubicBezTo>
                  <a:cubicBezTo>
                    <a:pt x="7166" y="4438"/>
                    <a:pt x="2844" y="2121"/>
                    <a:pt x="1348" y="1266"/>
                  </a:cubicBezTo>
                  <a:cubicBezTo>
                    <a:pt x="510" y="1579"/>
                    <a:pt x="0" y="1809"/>
                    <a:pt x="0" y="1809"/>
                  </a:cubicBezTo>
                  <a:cubicBezTo>
                    <a:pt x="4750" y="5030"/>
                    <a:pt x="10980" y="6740"/>
                    <a:pt x="10980" y="6740"/>
                  </a:cubicBezTo>
                  <a:cubicBezTo>
                    <a:pt x="13840" y="4981"/>
                    <a:pt x="16420" y="2795"/>
                    <a:pt x="18639" y="280"/>
                  </a:cubicBezTo>
                  <a:cubicBezTo>
                    <a:pt x="18179" y="165"/>
                    <a:pt x="17719" y="66"/>
                    <a:pt x="17242" y="1"/>
                  </a:cubicBezTo>
                  <a:close/>
                </a:path>
              </a:pathLst>
            </a:custGeom>
            <a:solidFill>
              <a:schemeClr val="accent4"/>
            </a:solidFill>
            <a:ln w="19050" cap="flat" cmpd="sng">
              <a:solidFill>
                <a:schemeClr val="accent5"/>
              </a:solidFill>
              <a:prstDash val="solid"/>
              <a:miter lim="1643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72"/>
            <p:cNvSpPr/>
            <p:nvPr/>
          </p:nvSpPr>
          <p:spPr>
            <a:xfrm>
              <a:off x="1484425" y="2454375"/>
              <a:ext cx="128225" cy="289325"/>
            </a:xfrm>
            <a:custGeom>
              <a:avLst/>
              <a:gdLst/>
              <a:ahLst/>
              <a:cxnLst/>
              <a:rect l="l" t="t" r="r" b="b"/>
              <a:pathLst>
                <a:path w="5129" h="11573" extrusionOk="0">
                  <a:moveTo>
                    <a:pt x="5128" y="1"/>
                  </a:moveTo>
                  <a:lnTo>
                    <a:pt x="5128" y="1"/>
                  </a:lnTo>
                  <a:cubicBezTo>
                    <a:pt x="3879" y="132"/>
                    <a:pt x="2646" y="461"/>
                    <a:pt x="1496" y="954"/>
                  </a:cubicBezTo>
                  <a:cubicBezTo>
                    <a:pt x="493" y="4406"/>
                    <a:pt x="0" y="7989"/>
                    <a:pt x="33" y="11572"/>
                  </a:cubicBezTo>
                  <a:lnTo>
                    <a:pt x="4093" y="11572"/>
                  </a:lnTo>
                  <a:cubicBezTo>
                    <a:pt x="4011" y="4324"/>
                    <a:pt x="5128" y="1"/>
                    <a:pt x="5128"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72"/>
            <p:cNvSpPr/>
            <p:nvPr/>
          </p:nvSpPr>
          <p:spPr>
            <a:xfrm>
              <a:off x="1796300" y="2448225"/>
              <a:ext cx="149175" cy="295875"/>
            </a:xfrm>
            <a:custGeom>
              <a:avLst/>
              <a:gdLst/>
              <a:ahLst/>
              <a:cxnLst/>
              <a:rect l="l" t="t" r="r" b="b"/>
              <a:pathLst>
                <a:path w="5967" h="11835" extrusionOk="0">
                  <a:moveTo>
                    <a:pt x="581" y="0"/>
                  </a:moveTo>
                  <a:cubicBezTo>
                    <a:pt x="387" y="0"/>
                    <a:pt x="194" y="6"/>
                    <a:pt x="1" y="17"/>
                  </a:cubicBezTo>
                  <a:cubicBezTo>
                    <a:pt x="428" y="1545"/>
                    <a:pt x="1447" y="5539"/>
                    <a:pt x="1907" y="11835"/>
                  </a:cubicBezTo>
                  <a:lnTo>
                    <a:pt x="5967" y="11818"/>
                  </a:lnTo>
                  <a:cubicBezTo>
                    <a:pt x="5655" y="7923"/>
                    <a:pt x="4816" y="4093"/>
                    <a:pt x="3485" y="428"/>
                  </a:cubicBezTo>
                  <a:cubicBezTo>
                    <a:pt x="2539" y="140"/>
                    <a:pt x="1558" y="0"/>
                    <a:pt x="581" y="0"/>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72"/>
            <p:cNvSpPr/>
            <p:nvPr/>
          </p:nvSpPr>
          <p:spPr>
            <a:xfrm>
              <a:off x="1341428" y="1957601"/>
              <a:ext cx="25" cy="1582080"/>
            </a:xfrm>
            <a:custGeom>
              <a:avLst/>
              <a:gdLst/>
              <a:ahLst/>
              <a:cxnLst/>
              <a:rect l="l" t="t" r="r" b="b"/>
              <a:pathLst>
                <a:path w="1" h="62887" fill="none" extrusionOk="0">
                  <a:moveTo>
                    <a:pt x="0" y="0"/>
                  </a:moveTo>
                  <a:lnTo>
                    <a:pt x="0" y="62886"/>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72"/>
            <p:cNvSpPr/>
            <p:nvPr/>
          </p:nvSpPr>
          <p:spPr>
            <a:xfrm>
              <a:off x="2091751" y="1957601"/>
              <a:ext cx="25" cy="1582080"/>
            </a:xfrm>
            <a:custGeom>
              <a:avLst/>
              <a:gdLst/>
              <a:ahLst/>
              <a:cxnLst/>
              <a:rect l="l" t="t" r="r" b="b"/>
              <a:pathLst>
                <a:path w="1" h="62887" fill="none" extrusionOk="0">
                  <a:moveTo>
                    <a:pt x="0" y="0"/>
                  </a:moveTo>
                  <a:lnTo>
                    <a:pt x="0" y="62886"/>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5" name="Google Shape;1945;p72"/>
          <p:cNvGrpSpPr/>
          <p:nvPr/>
        </p:nvGrpSpPr>
        <p:grpSpPr>
          <a:xfrm rot="6155289">
            <a:off x="4276210" y="-23429"/>
            <a:ext cx="591318" cy="1432755"/>
            <a:chOff x="9476725" y="44025"/>
            <a:chExt cx="542850" cy="1315200"/>
          </a:xfrm>
        </p:grpSpPr>
        <p:sp>
          <p:nvSpPr>
            <p:cNvPr id="1946" name="Google Shape;1946;p72"/>
            <p:cNvSpPr/>
            <p:nvPr/>
          </p:nvSpPr>
          <p:spPr>
            <a:xfrm>
              <a:off x="9565475" y="577225"/>
              <a:ext cx="311500" cy="743775"/>
            </a:xfrm>
            <a:custGeom>
              <a:avLst/>
              <a:gdLst/>
              <a:ahLst/>
              <a:cxnLst/>
              <a:rect l="l" t="t" r="r" b="b"/>
              <a:pathLst>
                <a:path w="12460" h="29751" extrusionOk="0">
                  <a:moveTo>
                    <a:pt x="8203" y="1"/>
                  </a:moveTo>
                  <a:lnTo>
                    <a:pt x="1" y="29751"/>
                  </a:lnTo>
                  <a:lnTo>
                    <a:pt x="6789" y="29751"/>
                  </a:lnTo>
                  <a:lnTo>
                    <a:pt x="12460" y="247"/>
                  </a:lnTo>
                  <a:lnTo>
                    <a:pt x="8203" y="1"/>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72"/>
            <p:cNvSpPr/>
            <p:nvPr/>
          </p:nvSpPr>
          <p:spPr>
            <a:xfrm>
              <a:off x="9504250" y="44025"/>
              <a:ext cx="515325" cy="1129050"/>
            </a:xfrm>
            <a:custGeom>
              <a:avLst/>
              <a:gdLst/>
              <a:ahLst/>
              <a:cxnLst/>
              <a:rect l="l" t="t" r="r" b="b"/>
              <a:pathLst>
                <a:path w="20613" h="45162" extrusionOk="0">
                  <a:moveTo>
                    <a:pt x="16429" y="0"/>
                  </a:moveTo>
                  <a:cubicBezTo>
                    <a:pt x="14381" y="0"/>
                    <a:pt x="12453" y="1267"/>
                    <a:pt x="11720" y="3298"/>
                  </a:cubicBezTo>
                  <a:cubicBezTo>
                    <a:pt x="11572" y="3660"/>
                    <a:pt x="11474" y="4038"/>
                    <a:pt x="11391" y="4416"/>
                  </a:cubicBezTo>
                  <a:lnTo>
                    <a:pt x="6329" y="22479"/>
                  </a:lnTo>
                  <a:lnTo>
                    <a:pt x="4850" y="27739"/>
                  </a:lnTo>
                  <a:lnTo>
                    <a:pt x="1" y="44915"/>
                  </a:lnTo>
                  <a:lnTo>
                    <a:pt x="8515" y="45162"/>
                  </a:lnTo>
                  <a:lnTo>
                    <a:pt x="13199" y="28594"/>
                  </a:lnTo>
                  <a:lnTo>
                    <a:pt x="14662" y="23383"/>
                  </a:lnTo>
                  <a:lnTo>
                    <a:pt x="20053" y="4350"/>
                  </a:lnTo>
                  <a:cubicBezTo>
                    <a:pt x="20612" y="2706"/>
                    <a:pt x="19774" y="915"/>
                    <a:pt x="18147" y="307"/>
                  </a:cubicBezTo>
                  <a:cubicBezTo>
                    <a:pt x="17581" y="99"/>
                    <a:pt x="17000" y="0"/>
                    <a:pt x="16429" y="0"/>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72"/>
            <p:cNvSpPr/>
            <p:nvPr/>
          </p:nvSpPr>
          <p:spPr>
            <a:xfrm>
              <a:off x="9625475" y="542250"/>
              <a:ext cx="246175" cy="216625"/>
            </a:xfrm>
            <a:custGeom>
              <a:avLst/>
              <a:gdLst/>
              <a:ahLst/>
              <a:cxnLst/>
              <a:rect l="l" t="t" r="r" b="b"/>
              <a:pathLst>
                <a:path w="9847" h="8665" extrusionOk="0">
                  <a:moveTo>
                    <a:pt x="5910" y="1"/>
                  </a:moveTo>
                  <a:cubicBezTo>
                    <a:pt x="4128" y="1"/>
                    <a:pt x="2419" y="932"/>
                    <a:pt x="1480" y="2550"/>
                  </a:cubicBezTo>
                  <a:lnTo>
                    <a:pt x="1" y="7810"/>
                  </a:lnTo>
                  <a:cubicBezTo>
                    <a:pt x="941" y="6201"/>
                    <a:pt x="2656" y="5263"/>
                    <a:pt x="4442" y="5263"/>
                  </a:cubicBezTo>
                  <a:cubicBezTo>
                    <a:pt x="5028" y="5263"/>
                    <a:pt x="5621" y="5364"/>
                    <a:pt x="6197" y="5575"/>
                  </a:cubicBezTo>
                  <a:cubicBezTo>
                    <a:pt x="7496" y="6051"/>
                    <a:pt x="8350" y="7284"/>
                    <a:pt x="8350" y="8665"/>
                  </a:cubicBezTo>
                  <a:lnTo>
                    <a:pt x="9813" y="3454"/>
                  </a:lnTo>
                  <a:cubicBezTo>
                    <a:pt x="9846" y="2057"/>
                    <a:pt x="8991" y="792"/>
                    <a:pt x="7676" y="315"/>
                  </a:cubicBezTo>
                  <a:cubicBezTo>
                    <a:pt x="7097" y="103"/>
                    <a:pt x="6500" y="1"/>
                    <a:pt x="5910" y="1"/>
                  </a:cubicBez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72"/>
            <p:cNvSpPr/>
            <p:nvPr/>
          </p:nvSpPr>
          <p:spPr>
            <a:xfrm>
              <a:off x="9476725" y="1084850"/>
              <a:ext cx="217000" cy="274375"/>
            </a:xfrm>
            <a:custGeom>
              <a:avLst/>
              <a:gdLst/>
              <a:ahLst/>
              <a:cxnLst/>
              <a:rect l="l" t="t" r="r" b="b"/>
              <a:pathLst>
                <a:path w="8680" h="10975" extrusionOk="0">
                  <a:moveTo>
                    <a:pt x="5815" y="0"/>
                  </a:moveTo>
                  <a:cubicBezTo>
                    <a:pt x="4111" y="0"/>
                    <a:pt x="2479" y="871"/>
                    <a:pt x="1546" y="2395"/>
                  </a:cubicBezTo>
                  <a:lnTo>
                    <a:pt x="1118" y="3299"/>
                  </a:lnTo>
                  <a:lnTo>
                    <a:pt x="872" y="4088"/>
                  </a:lnTo>
                  <a:cubicBezTo>
                    <a:pt x="855" y="4137"/>
                    <a:pt x="839" y="4170"/>
                    <a:pt x="839" y="4203"/>
                  </a:cubicBezTo>
                  <a:cubicBezTo>
                    <a:pt x="1" y="7884"/>
                    <a:pt x="2400" y="10761"/>
                    <a:pt x="6246" y="10975"/>
                  </a:cubicBezTo>
                  <a:lnTo>
                    <a:pt x="7529" y="5698"/>
                  </a:lnTo>
                  <a:lnTo>
                    <a:pt x="8679" y="1030"/>
                  </a:lnTo>
                  <a:cubicBezTo>
                    <a:pt x="8350" y="702"/>
                    <a:pt x="7972" y="455"/>
                    <a:pt x="7545" y="307"/>
                  </a:cubicBezTo>
                  <a:cubicBezTo>
                    <a:pt x="6976" y="100"/>
                    <a:pt x="6391" y="0"/>
                    <a:pt x="5815" y="0"/>
                  </a:cubicBezTo>
                  <a:close/>
                </a:path>
              </a:pathLst>
            </a:custGeom>
            <a:solidFill>
              <a:schemeClr val="accent6"/>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72"/>
            <p:cNvSpPr/>
            <p:nvPr/>
          </p:nvSpPr>
          <p:spPr>
            <a:xfrm>
              <a:off x="9622600" y="1088400"/>
              <a:ext cx="105225" cy="138925"/>
            </a:xfrm>
            <a:custGeom>
              <a:avLst/>
              <a:gdLst/>
              <a:ahLst/>
              <a:cxnLst/>
              <a:rect l="l" t="t" r="r" b="b"/>
              <a:pathLst>
                <a:path w="4209" h="5557" extrusionOk="0">
                  <a:moveTo>
                    <a:pt x="1200" y="1"/>
                  </a:moveTo>
                  <a:lnTo>
                    <a:pt x="264" y="3798"/>
                  </a:lnTo>
                  <a:cubicBezTo>
                    <a:pt x="1" y="4455"/>
                    <a:pt x="346" y="5195"/>
                    <a:pt x="1020" y="5441"/>
                  </a:cubicBezTo>
                  <a:cubicBezTo>
                    <a:pt x="1233" y="5524"/>
                    <a:pt x="1463" y="5556"/>
                    <a:pt x="1710" y="5556"/>
                  </a:cubicBezTo>
                  <a:cubicBezTo>
                    <a:pt x="2548" y="5556"/>
                    <a:pt x="3304" y="5030"/>
                    <a:pt x="3600" y="4241"/>
                  </a:cubicBezTo>
                  <a:lnTo>
                    <a:pt x="3600" y="4225"/>
                  </a:lnTo>
                  <a:cubicBezTo>
                    <a:pt x="4208" y="2581"/>
                    <a:pt x="3354" y="757"/>
                    <a:pt x="1710" y="165"/>
                  </a:cubicBezTo>
                  <a:cubicBezTo>
                    <a:pt x="1546" y="99"/>
                    <a:pt x="1381" y="50"/>
                    <a:pt x="1200" y="1"/>
                  </a:cubicBezTo>
                  <a:close/>
                </a:path>
              </a:pathLst>
            </a:custGeom>
            <a:solidFill>
              <a:schemeClr val="accent1"/>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72"/>
            <p:cNvSpPr/>
            <p:nvPr/>
          </p:nvSpPr>
          <p:spPr>
            <a:xfrm>
              <a:off x="9629175" y="1088400"/>
              <a:ext cx="54275" cy="96600"/>
            </a:xfrm>
            <a:custGeom>
              <a:avLst/>
              <a:gdLst/>
              <a:ahLst/>
              <a:cxnLst/>
              <a:rect l="l" t="t" r="r" b="b"/>
              <a:pathLst>
                <a:path w="2171" h="3864" extrusionOk="0">
                  <a:moveTo>
                    <a:pt x="954" y="1"/>
                  </a:moveTo>
                  <a:lnTo>
                    <a:pt x="1" y="3798"/>
                  </a:lnTo>
                  <a:cubicBezTo>
                    <a:pt x="118" y="3472"/>
                    <a:pt x="432" y="3260"/>
                    <a:pt x="770" y="3260"/>
                  </a:cubicBezTo>
                  <a:cubicBezTo>
                    <a:pt x="858" y="3260"/>
                    <a:pt x="948" y="3274"/>
                    <a:pt x="1036" y="3305"/>
                  </a:cubicBezTo>
                  <a:cubicBezTo>
                    <a:pt x="1250" y="3387"/>
                    <a:pt x="1398" y="3617"/>
                    <a:pt x="1365" y="3863"/>
                  </a:cubicBezTo>
                  <a:lnTo>
                    <a:pt x="2170" y="527"/>
                  </a:lnTo>
                  <a:cubicBezTo>
                    <a:pt x="1940" y="379"/>
                    <a:pt x="1710" y="247"/>
                    <a:pt x="1447" y="165"/>
                  </a:cubicBezTo>
                  <a:cubicBezTo>
                    <a:pt x="1283" y="99"/>
                    <a:pt x="1118" y="50"/>
                    <a:pt x="954" y="1"/>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72"/>
            <p:cNvSpPr/>
            <p:nvPr/>
          </p:nvSpPr>
          <p:spPr>
            <a:xfrm>
              <a:off x="9652175" y="1172650"/>
              <a:ext cx="11550" cy="20250"/>
            </a:xfrm>
            <a:custGeom>
              <a:avLst/>
              <a:gdLst/>
              <a:ahLst/>
              <a:cxnLst/>
              <a:rect l="l" t="t" r="r" b="b"/>
              <a:pathLst>
                <a:path w="462" h="810" extrusionOk="0">
                  <a:moveTo>
                    <a:pt x="231" y="0"/>
                  </a:moveTo>
                  <a:lnTo>
                    <a:pt x="1" y="789"/>
                  </a:lnTo>
                  <a:cubicBezTo>
                    <a:pt x="36" y="803"/>
                    <a:pt x="72" y="810"/>
                    <a:pt x="107" y="810"/>
                  </a:cubicBezTo>
                  <a:cubicBezTo>
                    <a:pt x="237" y="810"/>
                    <a:pt x="360" y="721"/>
                    <a:pt x="412" y="592"/>
                  </a:cubicBezTo>
                  <a:cubicBezTo>
                    <a:pt x="428" y="559"/>
                    <a:pt x="428" y="526"/>
                    <a:pt x="445" y="493"/>
                  </a:cubicBezTo>
                  <a:cubicBezTo>
                    <a:pt x="461" y="296"/>
                    <a:pt x="379" y="115"/>
                    <a:pt x="231" y="0"/>
                  </a:cubicBezTo>
                  <a:close/>
                </a:path>
              </a:pathLst>
            </a:custGeom>
            <a:solidFill>
              <a:srgbClr val="FFFFFF"/>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72"/>
            <p:cNvSpPr/>
            <p:nvPr/>
          </p:nvSpPr>
          <p:spPr>
            <a:xfrm>
              <a:off x="9477125" y="1073200"/>
              <a:ext cx="246575" cy="286025"/>
            </a:xfrm>
            <a:custGeom>
              <a:avLst/>
              <a:gdLst/>
              <a:ahLst/>
              <a:cxnLst/>
              <a:rect l="l" t="t" r="r" b="b"/>
              <a:pathLst>
                <a:path w="9863" h="11441" fill="none" extrusionOk="0">
                  <a:moveTo>
                    <a:pt x="7003" y="4784"/>
                  </a:moveTo>
                  <a:cubicBezTo>
                    <a:pt x="7167" y="4833"/>
                    <a:pt x="7348" y="4751"/>
                    <a:pt x="7414" y="4587"/>
                  </a:cubicBezTo>
                  <a:cubicBezTo>
                    <a:pt x="7414" y="4554"/>
                    <a:pt x="7430" y="4521"/>
                    <a:pt x="7430" y="4488"/>
                  </a:cubicBezTo>
                  <a:cubicBezTo>
                    <a:pt x="7463" y="4291"/>
                    <a:pt x="7381" y="4093"/>
                    <a:pt x="7233" y="3995"/>
                  </a:cubicBezTo>
                  <a:cubicBezTo>
                    <a:pt x="7200" y="3962"/>
                    <a:pt x="7151" y="3945"/>
                    <a:pt x="7118" y="3929"/>
                  </a:cubicBezTo>
                  <a:cubicBezTo>
                    <a:pt x="6691" y="3781"/>
                    <a:pt x="6230" y="3995"/>
                    <a:pt x="6083" y="4406"/>
                  </a:cubicBezTo>
                  <a:cubicBezTo>
                    <a:pt x="5836" y="5080"/>
                    <a:pt x="6181" y="5819"/>
                    <a:pt x="6855" y="6049"/>
                  </a:cubicBezTo>
                  <a:cubicBezTo>
                    <a:pt x="7069" y="6132"/>
                    <a:pt x="7299" y="6181"/>
                    <a:pt x="7529" y="6181"/>
                  </a:cubicBezTo>
                  <a:cubicBezTo>
                    <a:pt x="8384" y="6181"/>
                    <a:pt x="9140" y="5655"/>
                    <a:pt x="9436" y="4849"/>
                  </a:cubicBezTo>
                  <a:cubicBezTo>
                    <a:pt x="9863" y="3683"/>
                    <a:pt x="9567" y="2368"/>
                    <a:pt x="8680" y="1496"/>
                  </a:cubicBezTo>
                  <a:cubicBezTo>
                    <a:pt x="8548" y="1365"/>
                    <a:pt x="8417" y="1250"/>
                    <a:pt x="8269" y="1151"/>
                  </a:cubicBezTo>
                  <a:cubicBezTo>
                    <a:pt x="8038" y="1003"/>
                    <a:pt x="7808" y="872"/>
                    <a:pt x="7545" y="790"/>
                  </a:cubicBezTo>
                  <a:cubicBezTo>
                    <a:pt x="7381" y="724"/>
                    <a:pt x="7217" y="675"/>
                    <a:pt x="7052" y="625"/>
                  </a:cubicBezTo>
                  <a:cubicBezTo>
                    <a:pt x="4554" y="1"/>
                    <a:pt x="1990" y="1349"/>
                    <a:pt x="1119" y="3765"/>
                  </a:cubicBezTo>
                  <a:cubicBezTo>
                    <a:pt x="1020" y="4028"/>
                    <a:pt x="938" y="4291"/>
                    <a:pt x="872" y="4570"/>
                  </a:cubicBezTo>
                  <a:cubicBezTo>
                    <a:pt x="872" y="4603"/>
                    <a:pt x="856" y="4636"/>
                    <a:pt x="856" y="4685"/>
                  </a:cubicBezTo>
                  <a:cubicBezTo>
                    <a:pt x="1" y="8350"/>
                    <a:pt x="2401" y="11227"/>
                    <a:pt x="6263" y="11441"/>
                  </a:cubicBezTo>
                </a:path>
              </a:pathLst>
            </a:custGeom>
            <a:noFill/>
            <a:ln w="19050" cap="flat" cmpd="sng">
              <a:solidFill>
                <a:schemeClr val="accent5"/>
              </a:solidFill>
              <a:prstDash val="solid"/>
              <a:miter lim="1643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72"/>
            <p:cNvSpPr/>
            <p:nvPr/>
          </p:nvSpPr>
          <p:spPr>
            <a:xfrm>
              <a:off x="9701075" y="566800"/>
              <a:ext cx="125775" cy="78850"/>
            </a:xfrm>
            <a:custGeom>
              <a:avLst/>
              <a:gdLst/>
              <a:ahLst/>
              <a:cxnLst/>
              <a:rect l="l" t="t" r="r" b="b"/>
              <a:pathLst>
                <a:path w="5031" h="3154" extrusionOk="0">
                  <a:moveTo>
                    <a:pt x="2459" y="0"/>
                  </a:moveTo>
                  <a:cubicBezTo>
                    <a:pt x="1340" y="0"/>
                    <a:pt x="375" y="541"/>
                    <a:pt x="198" y="1305"/>
                  </a:cubicBezTo>
                  <a:cubicBezTo>
                    <a:pt x="1" y="2177"/>
                    <a:pt x="889" y="2998"/>
                    <a:pt x="2154" y="3130"/>
                  </a:cubicBezTo>
                  <a:cubicBezTo>
                    <a:pt x="2290" y="3146"/>
                    <a:pt x="2424" y="3153"/>
                    <a:pt x="2556" y="3153"/>
                  </a:cubicBezTo>
                  <a:cubicBezTo>
                    <a:pt x="3676" y="3153"/>
                    <a:pt x="4642" y="2612"/>
                    <a:pt x="4833" y="1848"/>
                  </a:cubicBezTo>
                  <a:cubicBezTo>
                    <a:pt x="5031" y="977"/>
                    <a:pt x="4143" y="155"/>
                    <a:pt x="2861" y="23"/>
                  </a:cubicBezTo>
                  <a:cubicBezTo>
                    <a:pt x="2725" y="8"/>
                    <a:pt x="2591" y="0"/>
                    <a:pt x="2459" y="0"/>
                  </a:cubicBez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72"/>
            <p:cNvSpPr/>
            <p:nvPr/>
          </p:nvSpPr>
          <p:spPr>
            <a:xfrm>
              <a:off x="9725325" y="582175"/>
              <a:ext cx="76875" cy="48075"/>
            </a:xfrm>
            <a:custGeom>
              <a:avLst/>
              <a:gdLst/>
              <a:ahLst/>
              <a:cxnLst/>
              <a:rect l="l" t="t" r="r" b="b"/>
              <a:pathLst>
                <a:path w="3075" h="1923" extrusionOk="0">
                  <a:moveTo>
                    <a:pt x="1500" y="0"/>
                  </a:moveTo>
                  <a:cubicBezTo>
                    <a:pt x="817" y="0"/>
                    <a:pt x="234" y="338"/>
                    <a:pt x="132" y="806"/>
                  </a:cubicBezTo>
                  <a:cubicBezTo>
                    <a:pt x="1" y="1331"/>
                    <a:pt x="543" y="1825"/>
                    <a:pt x="1316" y="1907"/>
                  </a:cubicBezTo>
                  <a:cubicBezTo>
                    <a:pt x="1403" y="1918"/>
                    <a:pt x="1490" y="1923"/>
                    <a:pt x="1576" y="1923"/>
                  </a:cubicBezTo>
                  <a:cubicBezTo>
                    <a:pt x="2261" y="1923"/>
                    <a:pt x="2857" y="1585"/>
                    <a:pt x="2959" y="1118"/>
                  </a:cubicBezTo>
                  <a:cubicBezTo>
                    <a:pt x="3074" y="592"/>
                    <a:pt x="2532" y="99"/>
                    <a:pt x="1759" y="17"/>
                  </a:cubicBezTo>
                  <a:cubicBezTo>
                    <a:pt x="1672" y="6"/>
                    <a:pt x="1585" y="0"/>
                    <a:pt x="1500" y="0"/>
                  </a:cubicBez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6" name="Google Shape;1956;p72"/>
          <p:cNvGrpSpPr/>
          <p:nvPr/>
        </p:nvGrpSpPr>
        <p:grpSpPr>
          <a:xfrm rot="5400000">
            <a:off x="932510" y="-771925"/>
            <a:ext cx="1385931" cy="2705253"/>
            <a:chOff x="409722" y="228600"/>
            <a:chExt cx="1385931" cy="2705253"/>
          </a:xfrm>
        </p:grpSpPr>
        <p:grpSp>
          <p:nvGrpSpPr>
            <p:cNvPr id="1957" name="Google Shape;1957;p72"/>
            <p:cNvGrpSpPr/>
            <p:nvPr/>
          </p:nvGrpSpPr>
          <p:grpSpPr>
            <a:xfrm rot="-617154" flipH="1">
              <a:off x="575967" y="402323"/>
              <a:ext cx="1053440" cy="2450002"/>
              <a:chOff x="3817855" y="1437512"/>
              <a:chExt cx="541146" cy="1128254"/>
            </a:xfrm>
          </p:grpSpPr>
          <p:sp>
            <p:nvSpPr>
              <p:cNvPr id="1958" name="Google Shape;1958;p72"/>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72"/>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60" name="Google Shape;1960;p72"/>
            <p:cNvSpPr/>
            <p:nvPr/>
          </p:nvSpPr>
          <p:spPr>
            <a:xfrm>
              <a:off x="1419225" y="228600"/>
              <a:ext cx="142800" cy="142800"/>
            </a:xfrm>
            <a:prstGeom prst="ellipse">
              <a:avLst/>
            </a:pr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61" name="Google Shape;1961;p72">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72">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push dir="r"/>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afterEffect">
                                  <p:stCondLst>
                                    <p:cond delay="0"/>
                                  </p:stCondLst>
                                  <p:childTnLst>
                                    <p:set>
                                      <p:cBhvr>
                                        <p:cTn id="6" dur="1" fill="hold">
                                          <p:stCondLst>
                                            <p:cond delay="0"/>
                                          </p:stCondLst>
                                        </p:cTn>
                                        <p:tgtEl>
                                          <p:spTgt spid="1956"/>
                                        </p:tgtEl>
                                        <p:attrNameLst>
                                          <p:attrName>style.visibility</p:attrName>
                                        </p:attrNameLst>
                                      </p:cBhvr>
                                      <p:to>
                                        <p:strVal val="visible"/>
                                      </p:to>
                                    </p:set>
                                    <p:anim calcmode="lin" valueType="num">
                                      <p:cBhvr additive="base">
                                        <p:cTn id="7" dur="1000"/>
                                        <p:tgtEl>
                                          <p:spTgt spid="195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1966"/>
        <p:cNvGrpSpPr/>
        <p:nvPr/>
      </p:nvGrpSpPr>
      <p:grpSpPr>
        <a:xfrm>
          <a:off x="0" y="0"/>
          <a:ext cx="0" cy="0"/>
          <a:chOff x="0" y="0"/>
          <a:chExt cx="0" cy="0"/>
        </a:xfrm>
      </p:grpSpPr>
      <p:sp>
        <p:nvSpPr>
          <p:cNvPr id="1967" name="Google Shape;1967;p73"/>
          <p:cNvSpPr txBox="1">
            <a:spLocks noGrp="1"/>
          </p:cNvSpPr>
          <p:nvPr>
            <p:ph type="title" idx="3"/>
          </p:nvPr>
        </p:nvSpPr>
        <p:spPr>
          <a:xfrm>
            <a:off x="7326200" y="2728561"/>
            <a:ext cx="1096500" cy="49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35%</a:t>
            </a:r>
            <a:endParaRPr/>
          </a:p>
        </p:txBody>
      </p:sp>
      <p:sp>
        <p:nvSpPr>
          <p:cNvPr id="1968" name="Google Shape;1968;p73"/>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SUBJECTS</a:t>
            </a:r>
            <a:endParaRPr/>
          </a:p>
        </p:txBody>
      </p:sp>
      <p:sp>
        <p:nvSpPr>
          <p:cNvPr id="1969" name="Google Shape;1969;p73"/>
          <p:cNvSpPr txBox="1">
            <a:spLocks noGrp="1"/>
          </p:cNvSpPr>
          <p:nvPr>
            <p:ph type="title" idx="2"/>
          </p:nvPr>
        </p:nvSpPr>
        <p:spPr>
          <a:xfrm>
            <a:off x="7326200" y="1624450"/>
            <a:ext cx="1096500" cy="49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50%</a:t>
            </a:r>
            <a:endParaRPr/>
          </a:p>
        </p:txBody>
      </p:sp>
      <p:sp>
        <p:nvSpPr>
          <p:cNvPr id="1970" name="Google Shape;1970;p73"/>
          <p:cNvSpPr txBox="1">
            <a:spLocks noGrp="1"/>
          </p:cNvSpPr>
          <p:nvPr>
            <p:ph type="title" idx="4"/>
          </p:nvPr>
        </p:nvSpPr>
        <p:spPr>
          <a:xfrm>
            <a:off x="7326200" y="3834746"/>
            <a:ext cx="1096500" cy="49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15%</a:t>
            </a:r>
            <a:endParaRPr/>
          </a:p>
        </p:txBody>
      </p:sp>
      <p:sp>
        <p:nvSpPr>
          <p:cNvPr id="1971" name="Google Shape;1971;p73"/>
          <p:cNvSpPr txBox="1">
            <a:spLocks noGrp="1"/>
          </p:cNvSpPr>
          <p:nvPr>
            <p:ph type="subTitle" idx="1"/>
          </p:nvPr>
        </p:nvSpPr>
        <p:spPr>
          <a:xfrm>
            <a:off x="721244" y="1626412"/>
            <a:ext cx="3019500" cy="493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It’s the closest planet to the Sun and the smallest one of them all</a:t>
            </a:r>
            <a:endParaRPr/>
          </a:p>
        </p:txBody>
      </p:sp>
      <p:sp>
        <p:nvSpPr>
          <p:cNvPr id="1972" name="Google Shape;1972;p73"/>
          <p:cNvSpPr txBox="1">
            <a:spLocks noGrp="1"/>
          </p:cNvSpPr>
          <p:nvPr>
            <p:ph type="subTitle" idx="5"/>
          </p:nvPr>
        </p:nvSpPr>
        <p:spPr>
          <a:xfrm>
            <a:off x="721244" y="2729600"/>
            <a:ext cx="3019500" cy="49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has a nice name and is the second planet from the Sun</a:t>
            </a:r>
            <a:endParaRPr/>
          </a:p>
        </p:txBody>
      </p:sp>
      <p:sp>
        <p:nvSpPr>
          <p:cNvPr id="1973" name="Google Shape;1973;p73"/>
          <p:cNvSpPr txBox="1">
            <a:spLocks noGrp="1"/>
          </p:cNvSpPr>
          <p:nvPr>
            <p:ph type="subTitle" idx="6"/>
          </p:nvPr>
        </p:nvSpPr>
        <p:spPr>
          <a:xfrm>
            <a:off x="721244" y="3836688"/>
            <a:ext cx="3019500" cy="493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 cold place. It’s full of iron oxide dust</a:t>
            </a:r>
            <a:endParaRPr/>
          </a:p>
        </p:txBody>
      </p:sp>
      <p:sp>
        <p:nvSpPr>
          <p:cNvPr id="1974" name="Google Shape;1974;p73"/>
          <p:cNvSpPr txBox="1">
            <a:spLocks noGrp="1"/>
          </p:cNvSpPr>
          <p:nvPr>
            <p:ph type="title" idx="7"/>
          </p:nvPr>
        </p:nvSpPr>
        <p:spPr>
          <a:xfrm>
            <a:off x="3886200" y="1242375"/>
            <a:ext cx="3019500" cy="38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1975" name="Google Shape;1975;p73"/>
          <p:cNvSpPr txBox="1">
            <a:spLocks noGrp="1"/>
          </p:cNvSpPr>
          <p:nvPr>
            <p:ph type="title" idx="8"/>
          </p:nvPr>
        </p:nvSpPr>
        <p:spPr>
          <a:xfrm>
            <a:off x="3886200" y="2351275"/>
            <a:ext cx="3014100" cy="38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1976" name="Google Shape;1976;p73"/>
          <p:cNvSpPr txBox="1">
            <a:spLocks noGrp="1"/>
          </p:cNvSpPr>
          <p:nvPr>
            <p:ph type="title" idx="9"/>
          </p:nvPr>
        </p:nvSpPr>
        <p:spPr>
          <a:xfrm>
            <a:off x="3886200" y="3460175"/>
            <a:ext cx="3014100" cy="38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MARS</a:t>
            </a:r>
            <a:endParaRPr/>
          </a:p>
        </p:txBody>
      </p:sp>
      <p:sp>
        <p:nvSpPr>
          <p:cNvPr id="1977" name="Google Shape;1977;p73"/>
          <p:cNvSpPr/>
          <p:nvPr/>
        </p:nvSpPr>
        <p:spPr>
          <a:xfrm>
            <a:off x="3886200" y="1624450"/>
            <a:ext cx="3390900" cy="497700"/>
          </a:xfrm>
          <a:prstGeom prst="roundRect">
            <a:avLst>
              <a:gd name="adj" fmla="val 18994"/>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73"/>
          <p:cNvSpPr/>
          <p:nvPr/>
        </p:nvSpPr>
        <p:spPr>
          <a:xfrm>
            <a:off x="3886199" y="1624450"/>
            <a:ext cx="2707105" cy="497700"/>
          </a:xfrm>
          <a:prstGeom prst="roundRect">
            <a:avLst>
              <a:gd name="adj" fmla="val 18994"/>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73"/>
          <p:cNvSpPr/>
          <p:nvPr/>
        </p:nvSpPr>
        <p:spPr>
          <a:xfrm>
            <a:off x="3886200" y="2728563"/>
            <a:ext cx="3390900" cy="497700"/>
          </a:xfrm>
          <a:prstGeom prst="roundRect">
            <a:avLst>
              <a:gd name="adj" fmla="val 18994"/>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73"/>
          <p:cNvSpPr/>
          <p:nvPr/>
        </p:nvSpPr>
        <p:spPr>
          <a:xfrm>
            <a:off x="3886200" y="2728563"/>
            <a:ext cx="1358100" cy="497700"/>
          </a:xfrm>
          <a:prstGeom prst="roundRect">
            <a:avLst>
              <a:gd name="adj" fmla="val 18994"/>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73"/>
          <p:cNvSpPr/>
          <p:nvPr/>
        </p:nvSpPr>
        <p:spPr>
          <a:xfrm>
            <a:off x="3886200" y="3834749"/>
            <a:ext cx="3390900" cy="497700"/>
          </a:xfrm>
          <a:prstGeom prst="roundRect">
            <a:avLst>
              <a:gd name="adj" fmla="val 18994"/>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73"/>
          <p:cNvSpPr/>
          <p:nvPr/>
        </p:nvSpPr>
        <p:spPr>
          <a:xfrm>
            <a:off x="3886200" y="3834749"/>
            <a:ext cx="603900" cy="497700"/>
          </a:xfrm>
          <a:prstGeom prst="roundRect">
            <a:avLst>
              <a:gd name="adj" fmla="val 18994"/>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73">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73">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969"/>
                                        </p:tgtEl>
                                        <p:attrNameLst>
                                          <p:attrName>style.visibility</p:attrName>
                                        </p:attrNameLst>
                                      </p:cBhvr>
                                      <p:to>
                                        <p:strVal val="visible"/>
                                      </p:to>
                                    </p:set>
                                    <p:animEffect transition="in" filter="fade">
                                      <p:cBhvr>
                                        <p:cTn id="7" dur="1000"/>
                                        <p:tgtEl>
                                          <p:spTgt spid="1969"/>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1967"/>
                                        </p:tgtEl>
                                        <p:attrNameLst>
                                          <p:attrName>style.visibility</p:attrName>
                                        </p:attrNameLst>
                                      </p:cBhvr>
                                      <p:to>
                                        <p:strVal val="visible"/>
                                      </p:to>
                                    </p:set>
                                    <p:animEffect transition="in" filter="fade">
                                      <p:cBhvr>
                                        <p:cTn id="11" dur="1000"/>
                                        <p:tgtEl>
                                          <p:spTgt spid="1967"/>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1970"/>
                                        </p:tgtEl>
                                        <p:attrNameLst>
                                          <p:attrName>style.visibility</p:attrName>
                                        </p:attrNameLst>
                                      </p:cBhvr>
                                      <p:to>
                                        <p:strVal val="visible"/>
                                      </p:to>
                                    </p:set>
                                    <p:animEffect transition="in" filter="fade">
                                      <p:cBhvr>
                                        <p:cTn id="15" dur="1000"/>
                                        <p:tgtEl>
                                          <p:spTgt spid="19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1988"/>
        <p:cNvGrpSpPr/>
        <p:nvPr/>
      </p:nvGrpSpPr>
      <p:grpSpPr>
        <a:xfrm>
          <a:off x="0" y="0"/>
          <a:ext cx="0" cy="0"/>
          <a:chOff x="0" y="0"/>
          <a:chExt cx="0" cy="0"/>
        </a:xfrm>
      </p:grpSpPr>
      <p:sp>
        <p:nvSpPr>
          <p:cNvPr id="1989" name="Google Shape;1989;p74"/>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STUDENTS</a:t>
            </a:r>
            <a:endParaRPr/>
          </a:p>
        </p:txBody>
      </p:sp>
      <p:sp>
        <p:nvSpPr>
          <p:cNvPr id="1990" name="Google Shape;1990;p74"/>
          <p:cNvSpPr txBox="1"/>
          <p:nvPr/>
        </p:nvSpPr>
        <p:spPr>
          <a:xfrm flipH="1">
            <a:off x="6799175" y="3436000"/>
            <a:ext cx="1600200" cy="526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accent5"/>
                </a:solidFill>
                <a:latin typeface="Didact Gothic"/>
                <a:ea typeface="Didact Gothic"/>
                <a:cs typeface="Didact Gothic"/>
                <a:sym typeface="Didact Gothic"/>
              </a:rPr>
              <a:t>Mercury is the smallest planet</a:t>
            </a:r>
            <a:endParaRPr sz="1600">
              <a:solidFill>
                <a:schemeClr val="accent5"/>
              </a:solidFill>
              <a:latin typeface="Didact Gothic"/>
              <a:ea typeface="Didact Gothic"/>
              <a:cs typeface="Didact Gothic"/>
              <a:sym typeface="Didact Gothic"/>
            </a:endParaRPr>
          </a:p>
        </p:txBody>
      </p:sp>
      <p:sp>
        <p:nvSpPr>
          <p:cNvPr id="1991" name="Google Shape;1991;p74"/>
          <p:cNvSpPr txBox="1"/>
          <p:nvPr/>
        </p:nvSpPr>
        <p:spPr>
          <a:xfrm flipH="1">
            <a:off x="6799175" y="3092850"/>
            <a:ext cx="1600200" cy="279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800" b="1">
                <a:solidFill>
                  <a:schemeClr val="accent5"/>
                </a:solidFill>
                <a:latin typeface="Aldrich"/>
                <a:ea typeface="Aldrich"/>
                <a:cs typeface="Aldrich"/>
                <a:sym typeface="Aldrich"/>
              </a:rPr>
              <a:t>MERCURY</a:t>
            </a:r>
            <a:endParaRPr sz="1800" b="1">
              <a:solidFill>
                <a:schemeClr val="accent5"/>
              </a:solidFill>
              <a:latin typeface="Aldrich"/>
              <a:ea typeface="Aldrich"/>
              <a:cs typeface="Aldrich"/>
              <a:sym typeface="Aldrich"/>
            </a:endParaRPr>
          </a:p>
        </p:txBody>
      </p:sp>
      <p:sp>
        <p:nvSpPr>
          <p:cNvPr id="1992" name="Google Shape;1992;p74"/>
          <p:cNvSpPr txBox="1"/>
          <p:nvPr/>
        </p:nvSpPr>
        <p:spPr>
          <a:xfrm flipH="1">
            <a:off x="4855500" y="1922850"/>
            <a:ext cx="1600200" cy="526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Clr>
                <a:srgbClr val="000000"/>
              </a:buClr>
              <a:buSzPts val="1100"/>
              <a:buFont typeface="Arial"/>
              <a:buNone/>
            </a:pPr>
            <a:r>
              <a:rPr lang="en" sz="1600">
                <a:solidFill>
                  <a:schemeClr val="accent5"/>
                </a:solidFill>
                <a:latin typeface="Didact Gothic"/>
                <a:ea typeface="Didact Gothic"/>
                <a:cs typeface="Didact Gothic"/>
                <a:sym typeface="Didact Gothic"/>
              </a:rPr>
              <a:t>Mars is a very cold place</a:t>
            </a:r>
            <a:endParaRPr sz="1600">
              <a:solidFill>
                <a:schemeClr val="accent5"/>
              </a:solidFill>
              <a:latin typeface="Didact Gothic"/>
              <a:ea typeface="Didact Gothic"/>
              <a:cs typeface="Didact Gothic"/>
              <a:sym typeface="Didact Gothic"/>
            </a:endParaRPr>
          </a:p>
        </p:txBody>
      </p:sp>
      <p:sp>
        <p:nvSpPr>
          <p:cNvPr id="1993" name="Google Shape;1993;p74"/>
          <p:cNvSpPr txBox="1"/>
          <p:nvPr/>
        </p:nvSpPr>
        <p:spPr>
          <a:xfrm flipH="1">
            <a:off x="4855500" y="1579700"/>
            <a:ext cx="1600200" cy="279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800" b="1">
                <a:solidFill>
                  <a:schemeClr val="accent5"/>
                </a:solidFill>
                <a:latin typeface="Aldrich"/>
                <a:ea typeface="Aldrich"/>
                <a:cs typeface="Aldrich"/>
                <a:sym typeface="Aldrich"/>
              </a:rPr>
              <a:t>MARS</a:t>
            </a:r>
            <a:endParaRPr sz="1800" b="1">
              <a:solidFill>
                <a:schemeClr val="accent5"/>
              </a:solidFill>
              <a:latin typeface="Aldrich"/>
              <a:ea typeface="Aldrich"/>
              <a:cs typeface="Aldrich"/>
              <a:sym typeface="Aldrich"/>
            </a:endParaRPr>
          </a:p>
        </p:txBody>
      </p:sp>
      <p:sp>
        <p:nvSpPr>
          <p:cNvPr id="1994" name="Google Shape;1994;p74"/>
          <p:cNvSpPr txBox="1"/>
          <p:nvPr/>
        </p:nvSpPr>
        <p:spPr>
          <a:xfrm flipH="1">
            <a:off x="6799175" y="1922852"/>
            <a:ext cx="1600200" cy="526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accent5"/>
                </a:solidFill>
                <a:latin typeface="Didact Gothic"/>
                <a:ea typeface="Didact Gothic"/>
                <a:cs typeface="Didact Gothic"/>
                <a:sym typeface="Didact Gothic"/>
              </a:rPr>
              <a:t>Neptune is far away from Earth</a:t>
            </a:r>
            <a:endParaRPr sz="1600">
              <a:solidFill>
                <a:schemeClr val="accent5"/>
              </a:solidFill>
              <a:latin typeface="Didact Gothic"/>
              <a:ea typeface="Didact Gothic"/>
              <a:cs typeface="Didact Gothic"/>
              <a:sym typeface="Didact Gothic"/>
            </a:endParaRPr>
          </a:p>
        </p:txBody>
      </p:sp>
      <p:sp>
        <p:nvSpPr>
          <p:cNvPr id="1995" name="Google Shape;1995;p74"/>
          <p:cNvSpPr txBox="1"/>
          <p:nvPr/>
        </p:nvSpPr>
        <p:spPr>
          <a:xfrm flipH="1">
            <a:off x="6799175" y="1579700"/>
            <a:ext cx="1600200" cy="279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800" b="1">
                <a:solidFill>
                  <a:schemeClr val="accent5"/>
                </a:solidFill>
                <a:latin typeface="Aldrich"/>
                <a:ea typeface="Aldrich"/>
                <a:cs typeface="Aldrich"/>
                <a:sym typeface="Aldrich"/>
              </a:rPr>
              <a:t>NEPTUNE</a:t>
            </a:r>
            <a:endParaRPr sz="1800" b="1">
              <a:solidFill>
                <a:schemeClr val="accent5"/>
              </a:solidFill>
              <a:latin typeface="Aldrich"/>
              <a:ea typeface="Aldrich"/>
              <a:cs typeface="Aldrich"/>
              <a:sym typeface="Aldrich"/>
            </a:endParaRPr>
          </a:p>
        </p:txBody>
      </p:sp>
      <p:sp>
        <p:nvSpPr>
          <p:cNvPr id="1996" name="Google Shape;1996;p74"/>
          <p:cNvSpPr txBox="1"/>
          <p:nvPr/>
        </p:nvSpPr>
        <p:spPr>
          <a:xfrm flipH="1">
            <a:off x="4855500" y="3092850"/>
            <a:ext cx="1600200" cy="279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800" b="1">
                <a:solidFill>
                  <a:schemeClr val="accent5"/>
                </a:solidFill>
                <a:latin typeface="Aldrich"/>
                <a:ea typeface="Aldrich"/>
                <a:cs typeface="Aldrich"/>
                <a:sym typeface="Aldrich"/>
              </a:rPr>
              <a:t>SATURN</a:t>
            </a:r>
            <a:endParaRPr sz="1800" b="1">
              <a:solidFill>
                <a:schemeClr val="accent5"/>
              </a:solidFill>
              <a:latin typeface="Aldrich"/>
              <a:ea typeface="Aldrich"/>
              <a:cs typeface="Aldrich"/>
              <a:sym typeface="Aldrich"/>
            </a:endParaRPr>
          </a:p>
        </p:txBody>
      </p:sp>
      <p:sp>
        <p:nvSpPr>
          <p:cNvPr id="1997" name="Google Shape;1997;p74"/>
          <p:cNvSpPr txBox="1"/>
          <p:nvPr/>
        </p:nvSpPr>
        <p:spPr>
          <a:xfrm flipH="1">
            <a:off x="4855500" y="3436000"/>
            <a:ext cx="1600200" cy="526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accent5"/>
                </a:solidFill>
                <a:latin typeface="Didact Gothic"/>
                <a:ea typeface="Didact Gothic"/>
                <a:cs typeface="Didact Gothic"/>
                <a:sym typeface="Didact Gothic"/>
              </a:rPr>
              <a:t>Saturn is the ringed planet</a:t>
            </a:r>
            <a:endParaRPr sz="1600">
              <a:solidFill>
                <a:schemeClr val="accent5"/>
              </a:solidFill>
              <a:latin typeface="Didact Gothic"/>
              <a:ea typeface="Didact Gothic"/>
              <a:cs typeface="Didact Gothic"/>
              <a:sym typeface="Didact Gothic"/>
            </a:endParaRPr>
          </a:p>
        </p:txBody>
      </p:sp>
      <p:sp>
        <p:nvSpPr>
          <p:cNvPr id="1998" name="Google Shape;1998;p74"/>
          <p:cNvSpPr/>
          <p:nvPr/>
        </p:nvSpPr>
        <p:spPr>
          <a:xfrm>
            <a:off x="4520227" y="1585914"/>
            <a:ext cx="265200" cy="265200"/>
          </a:xfrm>
          <a:prstGeom prst="ellipse">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74"/>
          <p:cNvSpPr/>
          <p:nvPr/>
        </p:nvSpPr>
        <p:spPr>
          <a:xfrm>
            <a:off x="4520227" y="3100392"/>
            <a:ext cx="265200" cy="265200"/>
          </a:xfrm>
          <a:prstGeom prst="ellipse">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74"/>
          <p:cNvSpPr/>
          <p:nvPr/>
        </p:nvSpPr>
        <p:spPr>
          <a:xfrm>
            <a:off x="6458478" y="1585913"/>
            <a:ext cx="266700" cy="266700"/>
          </a:xfrm>
          <a:prstGeom prst="ellipse">
            <a:avLst/>
          </a:prstGeom>
          <a:solidFill>
            <a:schemeClr val="accent5"/>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74"/>
          <p:cNvSpPr/>
          <p:nvPr/>
        </p:nvSpPr>
        <p:spPr>
          <a:xfrm>
            <a:off x="6458478" y="3100388"/>
            <a:ext cx="266700" cy="266700"/>
          </a:xfrm>
          <a:prstGeom prst="ellipse">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74"/>
          <p:cNvSpPr txBox="1"/>
          <p:nvPr/>
        </p:nvSpPr>
        <p:spPr>
          <a:xfrm>
            <a:off x="722375" y="4287825"/>
            <a:ext cx="7793400" cy="3699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accent5"/>
                </a:solidFill>
                <a:latin typeface="Didact Gothic"/>
                <a:ea typeface="Didact Gothic"/>
                <a:cs typeface="Didact Gothic"/>
                <a:sym typeface="Didact Gothic"/>
              </a:rPr>
              <a:t>Follow the link in the graph to modify its data and then paste the new one here. </a:t>
            </a:r>
            <a:r>
              <a:rPr lang="en" sz="1200" b="1">
                <a:solidFill>
                  <a:schemeClr val="accent5"/>
                </a:solidFill>
                <a:uFill>
                  <a:noFill/>
                </a:uFill>
                <a:latin typeface="Didact Gothic"/>
                <a:ea typeface="Didact Gothic"/>
                <a:cs typeface="Didact Gothic"/>
                <a:sym typeface="Didact Gothic"/>
                <a:hlinkClick r:id="rId3">
                  <a:extLst>
                    <a:ext uri="{A12FA001-AC4F-418D-AE19-62706E023703}">
                      <ahyp:hlinkClr xmlns:ahyp="http://schemas.microsoft.com/office/drawing/2018/hyperlinkcolor" val="tx"/>
                    </a:ext>
                  </a:extLst>
                </a:hlinkClick>
              </a:rPr>
              <a:t>For more info, click here</a:t>
            </a:r>
            <a:r>
              <a:rPr lang="en" sz="1200">
                <a:solidFill>
                  <a:schemeClr val="accent5"/>
                </a:solidFill>
                <a:latin typeface="Didact Gothic"/>
                <a:ea typeface="Didact Gothic"/>
                <a:cs typeface="Didact Gothic"/>
                <a:sym typeface="Didact Gothic"/>
              </a:rPr>
              <a:t> </a:t>
            </a:r>
            <a:endParaRPr sz="1200">
              <a:solidFill>
                <a:schemeClr val="accent5"/>
              </a:solidFill>
              <a:latin typeface="Didact Gothic"/>
              <a:ea typeface="Didact Gothic"/>
              <a:cs typeface="Didact Gothic"/>
              <a:sym typeface="Didact Gothic"/>
            </a:endParaRPr>
          </a:p>
        </p:txBody>
      </p:sp>
      <p:pic>
        <p:nvPicPr>
          <p:cNvPr id="2003" name="Google Shape;2003;p74" title="Chart">
            <a:hlinkClick r:id="rId4"/>
          </p:cNvPr>
          <p:cNvPicPr preferRelativeResize="0"/>
          <p:nvPr/>
        </p:nvPicPr>
        <p:blipFill>
          <a:blip r:embed="rId5">
            <a:alphaModFix/>
          </a:blip>
          <a:stretch>
            <a:fillRect/>
          </a:stretch>
        </p:blipFill>
        <p:spPr>
          <a:xfrm>
            <a:off x="721500" y="1228725"/>
            <a:ext cx="3769201" cy="3042952"/>
          </a:xfrm>
          <a:prstGeom prst="rect">
            <a:avLst/>
          </a:prstGeom>
          <a:noFill/>
          <a:ln>
            <a:noFill/>
          </a:ln>
        </p:spPr>
      </p:pic>
      <p:sp>
        <p:nvSpPr>
          <p:cNvPr id="2004" name="Google Shape;2004;p74">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74">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2009"/>
        <p:cNvGrpSpPr/>
        <p:nvPr/>
      </p:nvGrpSpPr>
      <p:grpSpPr>
        <a:xfrm>
          <a:off x="0" y="0"/>
          <a:ext cx="0" cy="0"/>
          <a:chOff x="0" y="0"/>
          <a:chExt cx="0" cy="0"/>
        </a:xfrm>
      </p:grpSpPr>
      <p:sp>
        <p:nvSpPr>
          <p:cNvPr id="2010" name="Google Shape;2010;p75"/>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STUDENT PROGRESS</a:t>
            </a:r>
            <a:endParaRPr/>
          </a:p>
        </p:txBody>
      </p:sp>
      <p:sp>
        <p:nvSpPr>
          <p:cNvPr id="2011" name="Google Shape;2011;p75"/>
          <p:cNvSpPr txBox="1"/>
          <p:nvPr/>
        </p:nvSpPr>
        <p:spPr>
          <a:xfrm>
            <a:off x="1493000" y="4094242"/>
            <a:ext cx="1695600" cy="45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accent5"/>
                </a:solidFill>
                <a:latin typeface="Didact Gothic"/>
                <a:ea typeface="Didact Gothic"/>
                <a:cs typeface="Didact Gothic"/>
                <a:sym typeface="Didact Gothic"/>
              </a:rPr>
              <a:t>Mars is a very cold place</a:t>
            </a:r>
            <a:endParaRPr sz="1600">
              <a:solidFill>
                <a:schemeClr val="accent5"/>
              </a:solidFill>
              <a:latin typeface="Didact Gothic"/>
              <a:ea typeface="Didact Gothic"/>
              <a:cs typeface="Didact Gothic"/>
              <a:sym typeface="Didact Gothic"/>
            </a:endParaRPr>
          </a:p>
        </p:txBody>
      </p:sp>
      <p:sp>
        <p:nvSpPr>
          <p:cNvPr id="2012" name="Google Shape;2012;p75"/>
          <p:cNvSpPr txBox="1"/>
          <p:nvPr/>
        </p:nvSpPr>
        <p:spPr>
          <a:xfrm>
            <a:off x="3724200" y="4094242"/>
            <a:ext cx="1695600" cy="45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accent5"/>
                </a:solidFill>
                <a:latin typeface="Didact Gothic"/>
                <a:ea typeface="Didact Gothic"/>
                <a:cs typeface="Didact Gothic"/>
                <a:sym typeface="Didact Gothic"/>
              </a:rPr>
              <a:t>Saturn is a gas giant with rings </a:t>
            </a:r>
            <a:endParaRPr sz="1600">
              <a:solidFill>
                <a:schemeClr val="accent5"/>
              </a:solidFill>
              <a:latin typeface="Didact Gothic"/>
              <a:ea typeface="Didact Gothic"/>
              <a:cs typeface="Didact Gothic"/>
              <a:sym typeface="Didact Gothic"/>
            </a:endParaRPr>
          </a:p>
        </p:txBody>
      </p:sp>
      <p:sp>
        <p:nvSpPr>
          <p:cNvPr id="2013" name="Google Shape;2013;p75"/>
          <p:cNvSpPr txBox="1"/>
          <p:nvPr/>
        </p:nvSpPr>
        <p:spPr>
          <a:xfrm>
            <a:off x="5955400" y="4094242"/>
            <a:ext cx="1695600" cy="45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accent5"/>
                </a:solidFill>
                <a:latin typeface="Didact Gothic"/>
                <a:ea typeface="Didact Gothic"/>
                <a:cs typeface="Didact Gothic"/>
                <a:sym typeface="Didact Gothic"/>
              </a:rPr>
              <a:t>Neptune is far away from Earth</a:t>
            </a:r>
            <a:endParaRPr sz="1600">
              <a:solidFill>
                <a:schemeClr val="accent5"/>
              </a:solidFill>
              <a:latin typeface="Didact Gothic"/>
              <a:ea typeface="Didact Gothic"/>
              <a:cs typeface="Didact Gothic"/>
              <a:sym typeface="Didact Gothic"/>
            </a:endParaRPr>
          </a:p>
        </p:txBody>
      </p:sp>
      <p:sp>
        <p:nvSpPr>
          <p:cNvPr id="2014" name="Google Shape;2014;p75"/>
          <p:cNvSpPr txBox="1"/>
          <p:nvPr/>
        </p:nvSpPr>
        <p:spPr>
          <a:xfrm>
            <a:off x="2608600" y="1197384"/>
            <a:ext cx="1695600" cy="511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accent5"/>
                </a:solidFill>
                <a:latin typeface="Didact Gothic"/>
                <a:ea typeface="Didact Gothic"/>
                <a:cs typeface="Didact Gothic"/>
                <a:sym typeface="Didact Gothic"/>
              </a:rPr>
              <a:t>Venus has a beautiful name</a:t>
            </a:r>
            <a:endParaRPr sz="1600">
              <a:solidFill>
                <a:schemeClr val="accent5"/>
              </a:solidFill>
              <a:latin typeface="Didact Gothic"/>
              <a:ea typeface="Didact Gothic"/>
              <a:cs typeface="Didact Gothic"/>
              <a:sym typeface="Didact Gothic"/>
            </a:endParaRPr>
          </a:p>
        </p:txBody>
      </p:sp>
      <p:sp>
        <p:nvSpPr>
          <p:cNvPr id="2015" name="Google Shape;2015;p75"/>
          <p:cNvSpPr txBox="1"/>
          <p:nvPr/>
        </p:nvSpPr>
        <p:spPr>
          <a:xfrm>
            <a:off x="4839800" y="1197623"/>
            <a:ext cx="1695600" cy="511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accent5"/>
                </a:solidFill>
                <a:latin typeface="Didact Gothic"/>
                <a:ea typeface="Didact Gothic"/>
                <a:cs typeface="Didact Gothic"/>
                <a:sym typeface="Didact Gothic"/>
              </a:rPr>
              <a:t>Mercury is the smallest planet</a:t>
            </a:r>
            <a:endParaRPr sz="1600">
              <a:solidFill>
                <a:schemeClr val="accent5"/>
              </a:solidFill>
              <a:latin typeface="Didact Gothic"/>
              <a:ea typeface="Didact Gothic"/>
              <a:cs typeface="Didact Gothic"/>
              <a:sym typeface="Didact Gothic"/>
            </a:endParaRPr>
          </a:p>
        </p:txBody>
      </p:sp>
      <p:grpSp>
        <p:nvGrpSpPr>
          <p:cNvPr id="2016" name="Google Shape;2016;p75"/>
          <p:cNvGrpSpPr/>
          <p:nvPr/>
        </p:nvGrpSpPr>
        <p:grpSpPr>
          <a:xfrm>
            <a:off x="735300" y="2229625"/>
            <a:ext cx="7673400" cy="1318800"/>
            <a:chOff x="735300" y="2229625"/>
            <a:chExt cx="7673400" cy="1318800"/>
          </a:xfrm>
        </p:grpSpPr>
        <p:cxnSp>
          <p:nvCxnSpPr>
            <p:cNvPr id="2017" name="Google Shape;2017;p75"/>
            <p:cNvCxnSpPr/>
            <p:nvPr/>
          </p:nvCxnSpPr>
          <p:spPr>
            <a:xfrm>
              <a:off x="2340800" y="2910625"/>
              <a:ext cx="0" cy="637800"/>
            </a:xfrm>
            <a:prstGeom prst="straightConnector1">
              <a:avLst/>
            </a:prstGeom>
            <a:noFill/>
            <a:ln w="28575" cap="flat" cmpd="sng">
              <a:solidFill>
                <a:schemeClr val="accent5"/>
              </a:solidFill>
              <a:prstDash val="solid"/>
              <a:round/>
              <a:headEnd type="none" w="med" len="med"/>
              <a:tailEnd type="oval" w="med" len="med"/>
            </a:ln>
          </p:spPr>
        </p:cxnSp>
        <p:cxnSp>
          <p:nvCxnSpPr>
            <p:cNvPr id="2018" name="Google Shape;2018;p75"/>
            <p:cNvCxnSpPr/>
            <p:nvPr/>
          </p:nvCxnSpPr>
          <p:spPr>
            <a:xfrm>
              <a:off x="4572000" y="2910625"/>
              <a:ext cx="0" cy="637800"/>
            </a:xfrm>
            <a:prstGeom prst="straightConnector1">
              <a:avLst/>
            </a:prstGeom>
            <a:noFill/>
            <a:ln w="28575" cap="flat" cmpd="sng">
              <a:solidFill>
                <a:schemeClr val="accent5"/>
              </a:solidFill>
              <a:prstDash val="solid"/>
              <a:round/>
              <a:headEnd type="none" w="med" len="med"/>
              <a:tailEnd type="oval" w="med" len="med"/>
            </a:ln>
          </p:spPr>
        </p:cxnSp>
        <p:cxnSp>
          <p:nvCxnSpPr>
            <p:cNvPr id="2019" name="Google Shape;2019;p75"/>
            <p:cNvCxnSpPr/>
            <p:nvPr/>
          </p:nvCxnSpPr>
          <p:spPr>
            <a:xfrm>
              <a:off x="6803200" y="2910625"/>
              <a:ext cx="0" cy="637800"/>
            </a:xfrm>
            <a:prstGeom prst="straightConnector1">
              <a:avLst/>
            </a:prstGeom>
            <a:noFill/>
            <a:ln w="28575" cap="flat" cmpd="sng">
              <a:solidFill>
                <a:schemeClr val="accent5"/>
              </a:solidFill>
              <a:prstDash val="solid"/>
              <a:round/>
              <a:headEnd type="none" w="med" len="med"/>
              <a:tailEnd type="oval" w="med" len="med"/>
            </a:ln>
          </p:spPr>
        </p:cxnSp>
        <p:cxnSp>
          <p:nvCxnSpPr>
            <p:cNvPr id="2020" name="Google Shape;2020;p75"/>
            <p:cNvCxnSpPr/>
            <p:nvPr/>
          </p:nvCxnSpPr>
          <p:spPr>
            <a:xfrm rot="10800000">
              <a:off x="5687600" y="2229625"/>
              <a:ext cx="0" cy="681000"/>
            </a:xfrm>
            <a:prstGeom prst="straightConnector1">
              <a:avLst/>
            </a:prstGeom>
            <a:noFill/>
            <a:ln w="28575" cap="flat" cmpd="sng">
              <a:solidFill>
                <a:schemeClr val="accent5"/>
              </a:solidFill>
              <a:prstDash val="solid"/>
              <a:round/>
              <a:headEnd type="none" w="med" len="med"/>
              <a:tailEnd type="oval" w="med" len="med"/>
            </a:ln>
          </p:spPr>
        </p:cxnSp>
        <p:cxnSp>
          <p:nvCxnSpPr>
            <p:cNvPr id="2021" name="Google Shape;2021;p75"/>
            <p:cNvCxnSpPr/>
            <p:nvPr/>
          </p:nvCxnSpPr>
          <p:spPr>
            <a:xfrm rot="10800000">
              <a:off x="3451400" y="2229625"/>
              <a:ext cx="0" cy="681000"/>
            </a:xfrm>
            <a:prstGeom prst="straightConnector1">
              <a:avLst/>
            </a:prstGeom>
            <a:noFill/>
            <a:ln w="28575" cap="flat" cmpd="sng">
              <a:solidFill>
                <a:schemeClr val="accent5"/>
              </a:solidFill>
              <a:prstDash val="solid"/>
              <a:round/>
              <a:headEnd type="none" w="med" len="med"/>
              <a:tailEnd type="oval" w="med" len="med"/>
            </a:ln>
          </p:spPr>
        </p:cxnSp>
        <p:cxnSp>
          <p:nvCxnSpPr>
            <p:cNvPr id="2022" name="Google Shape;2022;p75"/>
            <p:cNvCxnSpPr/>
            <p:nvPr/>
          </p:nvCxnSpPr>
          <p:spPr>
            <a:xfrm>
              <a:off x="735300" y="2909176"/>
              <a:ext cx="7673400" cy="0"/>
            </a:xfrm>
            <a:prstGeom prst="straightConnector1">
              <a:avLst/>
            </a:prstGeom>
            <a:noFill/>
            <a:ln w="28575" cap="flat" cmpd="sng">
              <a:solidFill>
                <a:schemeClr val="accent5"/>
              </a:solidFill>
              <a:prstDash val="solid"/>
              <a:round/>
              <a:headEnd type="oval" w="med" len="med"/>
              <a:tailEnd type="oval" w="med" len="med"/>
            </a:ln>
          </p:spPr>
        </p:cxnSp>
      </p:grpSp>
      <p:sp>
        <p:nvSpPr>
          <p:cNvPr id="2023" name="Google Shape;2023;p75"/>
          <p:cNvSpPr txBox="1"/>
          <p:nvPr/>
        </p:nvSpPr>
        <p:spPr>
          <a:xfrm>
            <a:off x="1493000" y="3744025"/>
            <a:ext cx="1695600" cy="320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SEPTEMBER</a:t>
            </a:r>
            <a:endParaRPr sz="1800" b="1">
              <a:solidFill>
                <a:schemeClr val="accent5"/>
              </a:solidFill>
              <a:latin typeface="Aldrich"/>
              <a:ea typeface="Aldrich"/>
              <a:cs typeface="Aldrich"/>
              <a:sym typeface="Aldrich"/>
            </a:endParaRPr>
          </a:p>
        </p:txBody>
      </p:sp>
      <p:sp>
        <p:nvSpPr>
          <p:cNvPr id="2024" name="Google Shape;2024;p75"/>
          <p:cNvSpPr txBox="1"/>
          <p:nvPr/>
        </p:nvSpPr>
        <p:spPr>
          <a:xfrm>
            <a:off x="3724200" y="3744025"/>
            <a:ext cx="1695600" cy="320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NOVEMBER</a:t>
            </a:r>
            <a:endParaRPr sz="1800" b="1">
              <a:solidFill>
                <a:schemeClr val="accent5"/>
              </a:solidFill>
              <a:latin typeface="Aldrich"/>
              <a:ea typeface="Aldrich"/>
              <a:cs typeface="Aldrich"/>
              <a:sym typeface="Aldrich"/>
            </a:endParaRPr>
          </a:p>
        </p:txBody>
      </p:sp>
      <p:sp>
        <p:nvSpPr>
          <p:cNvPr id="2025" name="Google Shape;2025;p75"/>
          <p:cNvSpPr txBox="1"/>
          <p:nvPr/>
        </p:nvSpPr>
        <p:spPr>
          <a:xfrm>
            <a:off x="5955400" y="3744025"/>
            <a:ext cx="1695600" cy="320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JANUARY</a:t>
            </a:r>
            <a:endParaRPr sz="1800" b="1">
              <a:solidFill>
                <a:schemeClr val="accent5"/>
              </a:solidFill>
              <a:latin typeface="Aldrich"/>
              <a:ea typeface="Aldrich"/>
              <a:cs typeface="Aldrich"/>
              <a:sym typeface="Aldrich"/>
            </a:endParaRPr>
          </a:p>
        </p:txBody>
      </p:sp>
      <p:sp>
        <p:nvSpPr>
          <p:cNvPr id="2026" name="Google Shape;2026;p75"/>
          <p:cNvSpPr txBox="1"/>
          <p:nvPr/>
        </p:nvSpPr>
        <p:spPr>
          <a:xfrm>
            <a:off x="2608600" y="1753926"/>
            <a:ext cx="1695600" cy="320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OCTOBER</a:t>
            </a:r>
            <a:endParaRPr sz="1800" b="1">
              <a:solidFill>
                <a:schemeClr val="accent5"/>
              </a:solidFill>
              <a:latin typeface="Aldrich"/>
              <a:ea typeface="Aldrich"/>
              <a:cs typeface="Aldrich"/>
              <a:sym typeface="Aldrich"/>
            </a:endParaRPr>
          </a:p>
        </p:txBody>
      </p:sp>
      <p:sp>
        <p:nvSpPr>
          <p:cNvPr id="2027" name="Google Shape;2027;p75"/>
          <p:cNvSpPr txBox="1"/>
          <p:nvPr/>
        </p:nvSpPr>
        <p:spPr>
          <a:xfrm>
            <a:off x="4839800" y="1753926"/>
            <a:ext cx="1695600" cy="320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DECEMBER</a:t>
            </a:r>
            <a:endParaRPr sz="1800" b="1">
              <a:solidFill>
                <a:schemeClr val="accent5"/>
              </a:solidFill>
              <a:latin typeface="Aldrich"/>
              <a:ea typeface="Aldrich"/>
              <a:cs typeface="Aldrich"/>
              <a:sym typeface="Aldrich"/>
            </a:endParaRPr>
          </a:p>
        </p:txBody>
      </p:sp>
      <p:sp>
        <p:nvSpPr>
          <p:cNvPr id="2028" name="Google Shape;2028;p75"/>
          <p:cNvSpPr/>
          <p:nvPr/>
        </p:nvSpPr>
        <p:spPr>
          <a:xfrm>
            <a:off x="2022350" y="2144840"/>
            <a:ext cx="636900" cy="637800"/>
          </a:xfrm>
          <a:prstGeom prst="roundRect">
            <a:avLst>
              <a:gd name="adj" fmla="val 16667"/>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b="1">
              <a:solidFill>
                <a:schemeClr val="accent5"/>
              </a:solidFill>
              <a:latin typeface="Aldrich"/>
              <a:ea typeface="Aldrich"/>
              <a:cs typeface="Aldrich"/>
              <a:sym typeface="Aldrich"/>
            </a:endParaRPr>
          </a:p>
        </p:txBody>
      </p:sp>
      <p:sp>
        <p:nvSpPr>
          <p:cNvPr id="2029" name="Google Shape;2029;p75"/>
          <p:cNvSpPr/>
          <p:nvPr/>
        </p:nvSpPr>
        <p:spPr>
          <a:xfrm>
            <a:off x="3137950" y="3040528"/>
            <a:ext cx="636900" cy="637800"/>
          </a:xfrm>
          <a:prstGeom prst="roundRect">
            <a:avLst>
              <a:gd name="adj" fmla="val 16667"/>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b="1">
              <a:solidFill>
                <a:schemeClr val="accent5"/>
              </a:solidFill>
              <a:latin typeface="Aldrich"/>
              <a:ea typeface="Aldrich"/>
              <a:cs typeface="Aldrich"/>
              <a:sym typeface="Aldrich"/>
            </a:endParaRPr>
          </a:p>
        </p:txBody>
      </p:sp>
      <p:sp>
        <p:nvSpPr>
          <p:cNvPr id="2030" name="Google Shape;2030;p75"/>
          <p:cNvSpPr/>
          <p:nvPr/>
        </p:nvSpPr>
        <p:spPr>
          <a:xfrm>
            <a:off x="4253550" y="2144840"/>
            <a:ext cx="636900" cy="637800"/>
          </a:xfrm>
          <a:prstGeom prst="roundRect">
            <a:avLst>
              <a:gd name="adj" fmla="val 16667"/>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b="1">
              <a:solidFill>
                <a:schemeClr val="accent5"/>
              </a:solidFill>
              <a:latin typeface="Aldrich"/>
              <a:ea typeface="Aldrich"/>
              <a:cs typeface="Aldrich"/>
              <a:sym typeface="Aldrich"/>
            </a:endParaRPr>
          </a:p>
        </p:txBody>
      </p:sp>
      <p:sp>
        <p:nvSpPr>
          <p:cNvPr id="2031" name="Google Shape;2031;p75"/>
          <p:cNvSpPr/>
          <p:nvPr/>
        </p:nvSpPr>
        <p:spPr>
          <a:xfrm>
            <a:off x="5369150" y="3040528"/>
            <a:ext cx="636900" cy="637800"/>
          </a:xfrm>
          <a:prstGeom prst="roundRect">
            <a:avLst>
              <a:gd name="adj" fmla="val 16667"/>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b="1">
              <a:solidFill>
                <a:schemeClr val="accent5"/>
              </a:solidFill>
              <a:latin typeface="Aldrich"/>
              <a:ea typeface="Aldrich"/>
              <a:cs typeface="Aldrich"/>
              <a:sym typeface="Aldrich"/>
            </a:endParaRPr>
          </a:p>
        </p:txBody>
      </p:sp>
      <p:sp>
        <p:nvSpPr>
          <p:cNvPr id="2032" name="Google Shape;2032;p75"/>
          <p:cNvSpPr/>
          <p:nvPr/>
        </p:nvSpPr>
        <p:spPr>
          <a:xfrm>
            <a:off x="6484750" y="2144840"/>
            <a:ext cx="636900" cy="637800"/>
          </a:xfrm>
          <a:prstGeom prst="roundRect">
            <a:avLst>
              <a:gd name="adj" fmla="val 16667"/>
            </a:avLst>
          </a:prstGeom>
          <a:solidFill>
            <a:schemeClr val="l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b="1">
              <a:solidFill>
                <a:schemeClr val="accent5"/>
              </a:solidFill>
              <a:latin typeface="Aldrich"/>
              <a:ea typeface="Aldrich"/>
              <a:cs typeface="Aldrich"/>
              <a:sym typeface="Aldrich"/>
            </a:endParaRPr>
          </a:p>
        </p:txBody>
      </p:sp>
      <p:grpSp>
        <p:nvGrpSpPr>
          <p:cNvPr id="2033" name="Google Shape;2033;p75"/>
          <p:cNvGrpSpPr/>
          <p:nvPr/>
        </p:nvGrpSpPr>
        <p:grpSpPr>
          <a:xfrm>
            <a:off x="6592216" y="2239387"/>
            <a:ext cx="421949" cy="448707"/>
            <a:chOff x="2498000" y="1229250"/>
            <a:chExt cx="449025" cy="477500"/>
          </a:xfrm>
        </p:grpSpPr>
        <p:sp>
          <p:nvSpPr>
            <p:cNvPr id="2034" name="Google Shape;2034;p75"/>
            <p:cNvSpPr/>
            <p:nvPr/>
          </p:nvSpPr>
          <p:spPr>
            <a:xfrm>
              <a:off x="2504975" y="1559575"/>
              <a:ext cx="435075" cy="55875"/>
            </a:xfrm>
            <a:custGeom>
              <a:avLst/>
              <a:gdLst/>
              <a:ahLst/>
              <a:cxnLst/>
              <a:rect l="l" t="t" r="r" b="b"/>
              <a:pathLst>
                <a:path w="17403" h="2235" extrusionOk="0">
                  <a:moveTo>
                    <a:pt x="1" y="1"/>
                  </a:moveTo>
                  <a:lnTo>
                    <a:pt x="1" y="2234"/>
                  </a:lnTo>
                  <a:lnTo>
                    <a:pt x="17402" y="2234"/>
                  </a:lnTo>
                  <a:lnTo>
                    <a:pt x="1740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75"/>
            <p:cNvSpPr/>
            <p:nvPr/>
          </p:nvSpPr>
          <p:spPr>
            <a:xfrm>
              <a:off x="2680625" y="1616000"/>
              <a:ext cx="83775" cy="55850"/>
            </a:xfrm>
            <a:custGeom>
              <a:avLst/>
              <a:gdLst/>
              <a:ahLst/>
              <a:cxnLst/>
              <a:rect l="l" t="t" r="r" b="b"/>
              <a:pathLst>
                <a:path w="3351" h="2234" extrusionOk="0">
                  <a:moveTo>
                    <a:pt x="0" y="2234"/>
                  </a:moveTo>
                  <a:lnTo>
                    <a:pt x="3350" y="2234"/>
                  </a:lnTo>
                  <a:lnTo>
                    <a:pt x="2815" y="1117"/>
                  </a:lnTo>
                  <a:lnTo>
                    <a:pt x="2815" y="0"/>
                  </a:lnTo>
                  <a:lnTo>
                    <a:pt x="582" y="0"/>
                  </a:lnTo>
                  <a:lnTo>
                    <a:pt x="582" y="1117"/>
                  </a:lnTo>
                  <a:close/>
                  <a:moveTo>
                    <a:pt x="0" y="2234"/>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75"/>
            <p:cNvSpPr/>
            <p:nvPr/>
          </p:nvSpPr>
          <p:spPr>
            <a:xfrm>
              <a:off x="2610825" y="1671825"/>
              <a:ext cx="223950" cy="27950"/>
            </a:xfrm>
            <a:custGeom>
              <a:avLst/>
              <a:gdLst/>
              <a:ahLst/>
              <a:cxnLst/>
              <a:rect l="l" t="t" r="r" b="b"/>
              <a:pathLst>
                <a:path w="8958" h="1118" extrusionOk="0">
                  <a:moveTo>
                    <a:pt x="1" y="1117"/>
                  </a:moveTo>
                  <a:lnTo>
                    <a:pt x="8957" y="1117"/>
                  </a:lnTo>
                  <a:lnTo>
                    <a:pt x="8957" y="559"/>
                  </a:lnTo>
                  <a:cubicBezTo>
                    <a:pt x="8934" y="257"/>
                    <a:pt x="8701" y="1"/>
                    <a:pt x="8399" y="1"/>
                  </a:cubicBezTo>
                  <a:lnTo>
                    <a:pt x="559" y="1"/>
                  </a:lnTo>
                  <a:cubicBezTo>
                    <a:pt x="257" y="1"/>
                    <a:pt x="1" y="257"/>
                    <a:pt x="1" y="559"/>
                  </a:cubicBezTo>
                  <a:close/>
                  <a:moveTo>
                    <a:pt x="1" y="1117"/>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75"/>
            <p:cNvSpPr/>
            <p:nvPr/>
          </p:nvSpPr>
          <p:spPr>
            <a:xfrm>
              <a:off x="2504975" y="1312975"/>
              <a:ext cx="435075" cy="246625"/>
            </a:xfrm>
            <a:custGeom>
              <a:avLst/>
              <a:gdLst/>
              <a:ahLst/>
              <a:cxnLst/>
              <a:rect l="l" t="t" r="r" b="b"/>
              <a:pathLst>
                <a:path w="17403" h="9865" extrusionOk="0">
                  <a:moveTo>
                    <a:pt x="1" y="9865"/>
                  </a:moveTo>
                  <a:lnTo>
                    <a:pt x="2560" y="9865"/>
                  </a:lnTo>
                  <a:lnTo>
                    <a:pt x="2560" y="1"/>
                  </a:lnTo>
                  <a:lnTo>
                    <a:pt x="1" y="1"/>
                  </a:lnTo>
                  <a:close/>
                  <a:moveTo>
                    <a:pt x="14866" y="9865"/>
                  </a:moveTo>
                  <a:lnTo>
                    <a:pt x="17402" y="9865"/>
                  </a:lnTo>
                  <a:lnTo>
                    <a:pt x="17402" y="1"/>
                  </a:lnTo>
                  <a:lnTo>
                    <a:pt x="14843" y="1"/>
                  </a:lnTo>
                  <a:close/>
                  <a:moveTo>
                    <a:pt x="14866" y="9865"/>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75"/>
            <p:cNvSpPr/>
            <p:nvPr/>
          </p:nvSpPr>
          <p:spPr>
            <a:xfrm>
              <a:off x="2568950" y="1236225"/>
              <a:ext cx="307700" cy="323375"/>
            </a:xfrm>
            <a:custGeom>
              <a:avLst/>
              <a:gdLst/>
              <a:ahLst/>
              <a:cxnLst/>
              <a:rect l="l" t="t" r="r" b="b"/>
              <a:pathLst>
                <a:path w="12308" h="12935" extrusionOk="0">
                  <a:moveTo>
                    <a:pt x="1" y="12935"/>
                  </a:moveTo>
                  <a:lnTo>
                    <a:pt x="12307" y="12935"/>
                  </a:lnTo>
                  <a:lnTo>
                    <a:pt x="12307" y="0"/>
                  </a:lnTo>
                  <a:lnTo>
                    <a:pt x="2234" y="0"/>
                  </a:lnTo>
                  <a:lnTo>
                    <a:pt x="2234" y="2233"/>
                  </a:lnTo>
                  <a:lnTo>
                    <a:pt x="1" y="2233"/>
                  </a:lnTo>
                  <a:close/>
                  <a:moveTo>
                    <a:pt x="1" y="12935"/>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75"/>
            <p:cNvSpPr/>
            <p:nvPr/>
          </p:nvSpPr>
          <p:spPr>
            <a:xfrm>
              <a:off x="2568950" y="1236225"/>
              <a:ext cx="55875" cy="55850"/>
            </a:xfrm>
            <a:custGeom>
              <a:avLst/>
              <a:gdLst/>
              <a:ahLst/>
              <a:cxnLst/>
              <a:rect l="l" t="t" r="r" b="b"/>
              <a:pathLst>
                <a:path w="2235" h="2234" extrusionOk="0">
                  <a:moveTo>
                    <a:pt x="1" y="2233"/>
                  </a:moveTo>
                  <a:lnTo>
                    <a:pt x="2234" y="2233"/>
                  </a:lnTo>
                  <a:lnTo>
                    <a:pt x="2234" y="0"/>
                  </a:lnTo>
                  <a:close/>
                  <a:moveTo>
                    <a:pt x="1" y="2233"/>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75"/>
            <p:cNvSpPr/>
            <p:nvPr/>
          </p:nvSpPr>
          <p:spPr>
            <a:xfrm>
              <a:off x="2568950" y="1236225"/>
              <a:ext cx="69825" cy="323375"/>
            </a:xfrm>
            <a:custGeom>
              <a:avLst/>
              <a:gdLst/>
              <a:ahLst/>
              <a:cxnLst/>
              <a:rect l="l" t="t" r="r" b="b"/>
              <a:pathLst>
                <a:path w="2793" h="12935" extrusionOk="0">
                  <a:moveTo>
                    <a:pt x="1" y="12935"/>
                  </a:moveTo>
                  <a:lnTo>
                    <a:pt x="559" y="12935"/>
                  </a:lnTo>
                  <a:lnTo>
                    <a:pt x="559" y="2233"/>
                  </a:lnTo>
                  <a:lnTo>
                    <a:pt x="1" y="2233"/>
                  </a:lnTo>
                  <a:close/>
                  <a:moveTo>
                    <a:pt x="2792" y="0"/>
                  </a:moveTo>
                  <a:lnTo>
                    <a:pt x="2234" y="0"/>
                  </a:lnTo>
                  <a:lnTo>
                    <a:pt x="2234" y="2513"/>
                  </a:lnTo>
                  <a:lnTo>
                    <a:pt x="2792" y="2513"/>
                  </a:lnTo>
                  <a:close/>
                  <a:moveTo>
                    <a:pt x="2792" y="0"/>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75"/>
            <p:cNvSpPr/>
            <p:nvPr/>
          </p:nvSpPr>
          <p:spPr>
            <a:xfrm>
              <a:off x="2568950" y="1236225"/>
              <a:ext cx="55875" cy="55850"/>
            </a:xfrm>
            <a:custGeom>
              <a:avLst/>
              <a:gdLst/>
              <a:ahLst/>
              <a:cxnLst/>
              <a:rect l="l" t="t" r="r" b="b"/>
              <a:pathLst>
                <a:path w="2235" h="2234" extrusionOk="0">
                  <a:moveTo>
                    <a:pt x="1" y="2233"/>
                  </a:moveTo>
                  <a:lnTo>
                    <a:pt x="838" y="2233"/>
                  </a:lnTo>
                  <a:lnTo>
                    <a:pt x="2234" y="838"/>
                  </a:lnTo>
                  <a:lnTo>
                    <a:pt x="2234" y="0"/>
                  </a:lnTo>
                  <a:close/>
                  <a:moveTo>
                    <a:pt x="1" y="2233"/>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75"/>
            <p:cNvSpPr/>
            <p:nvPr/>
          </p:nvSpPr>
          <p:spPr>
            <a:xfrm>
              <a:off x="2504975" y="1312975"/>
              <a:ext cx="20975" cy="246625"/>
            </a:xfrm>
            <a:custGeom>
              <a:avLst/>
              <a:gdLst/>
              <a:ahLst/>
              <a:cxnLst/>
              <a:rect l="l" t="t" r="r" b="b"/>
              <a:pathLst>
                <a:path w="839" h="9865" extrusionOk="0">
                  <a:moveTo>
                    <a:pt x="1" y="1"/>
                  </a:moveTo>
                  <a:lnTo>
                    <a:pt x="1" y="9865"/>
                  </a:lnTo>
                  <a:lnTo>
                    <a:pt x="838" y="9865"/>
                  </a:lnTo>
                  <a:lnTo>
                    <a:pt x="8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75"/>
            <p:cNvSpPr/>
            <p:nvPr/>
          </p:nvSpPr>
          <p:spPr>
            <a:xfrm>
              <a:off x="2504975" y="1559575"/>
              <a:ext cx="20975" cy="55875"/>
            </a:xfrm>
            <a:custGeom>
              <a:avLst/>
              <a:gdLst/>
              <a:ahLst/>
              <a:cxnLst/>
              <a:rect l="l" t="t" r="r" b="b"/>
              <a:pathLst>
                <a:path w="839" h="2235" extrusionOk="0">
                  <a:moveTo>
                    <a:pt x="1" y="1"/>
                  </a:moveTo>
                  <a:lnTo>
                    <a:pt x="1" y="2234"/>
                  </a:lnTo>
                  <a:lnTo>
                    <a:pt x="838" y="2234"/>
                  </a:lnTo>
                  <a:lnTo>
                    <a:pt x="83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75"/>
            <p:cNvSpPr/>
            <p:nvPr/>
          </p:nvSpPr>
          <p:spPr>
            <a:xfrm>
              <a:off x="2680625" y="1615425"/>
              <a:ext cx="34925" cy="56425"/>
            </a:xfrm>
            <a:custGeom>
              <a:avLst/>
              <a:gdLst/>
              <a:ahLst/>
              <a:cxnLst/>
              <a:rect l="l" t="t" r="r" b="b"/>
              <a:pathLst>
                <a:path w="1397" h="2257" extrusionOk="0">
                  <a:moveTo>
                    <a:pt x="0" y="2257"/>
                  </a:moveTo>
                  <a:lnTo>
                    <a:pt x="838" y="2257"/>
                  </a:lnTo>
                  <a:lnTo>
                    <a:pt x="1396" y="1140"/>
                  </a:lnTo>
                  <a:lnTo>
                    <a:pt x="1396" y="0"/>
                  </a:lnTo>
                  <a:lnTo>
                    <a:pt x="559" y="0"/>
                  </a:lnTo>
                  <a:lnTo>
                    <a:pt x="559" y="1140"/>
                  </a:lnTo>
                  <a:close/>
                  <a:moveTo>
                    <a:pt x="0" y="2257"/>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75"/>
            <p:cNvSpPr/>
            <p:nvPr/>
          </p:nvSpPr>
          <p:spPr>
            <a:xfrm>
              <a:off x="2905125" y="1333925"/>
              <a:ext cx="13975" cy="70400"/>
            </a:xfrm>
            <a:custGeom>
              <a:avLst/>
              <a:gdLst/>
              <a:ahLst/>
              <a:cxnLst/>
              <a:rect l="l" t="t" r="r" b="b"/>
              <a:pathLst>
                <a:path w="559" h="2816" extrusionOk="0">
                  <a:moveTo>
                    <a:pt x="0" y="0"/>
                  </a:moveTo>
                  <a:lnTo>
                    <a:pt x="0" y="582"/>
                  </a:lnTo>
                  <a:lnTo>
                    <a:pt x="559" y="582"/>
                  </a:lnTo>
                  <a:lnTo>
                    <a:pt x="559" y="0"/>
                  </a:lnTo>
                  <a:close/>
                  <a:moveTo>
                    <a:pt x="0" y="1140"/>
                  </a:moveTo>
                  <a:lnTo>
                    <a:pt x="0" y="2815"/>
                  </a:lnTo>
                  <a:lnTo>
                    <a:pt x="559" y="2815"/>
                  </a:lnTo>
                  <a:lnTo>
                    <a:pt x="559" y="114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75"/>
            <p:cNvSpPr/>
            <p:nvPr/>
          </p:nvSpPr>
          <p:spPr>
            <a:xfrm>
              <a:off x="2610825" y="1671825"/>
              <a:ext cx="34925" cy="27950"/>
            </a:xfrm>
            <a:custGeom>
              <a:avLst/>
              <a:gdLst/>
              <a:ahLst/>
              <a:cxnLst/>
              <a:rect l="l" t="t" r="r" b="b"/>
              <a:pathLst>
                <a:path w="1397" h="1118" extrusionOk="0">
                  <a:moveTo>
                    <a:pt x="1" y="1117"/>
                  </a:moveTo>
                  <a:lnTo>
                    <a:pt x="838" y="1117"/>
                  </a:lnTo>
                  <a:lnTo>
                    <a:pt x="838" y="559"/>
                  </a:lnTo>
                  <a:cubicBezTo>
                    <a:pt x="838" y="257"/>
                    <a:pt x="1094" y="1"/>
                    <a:pt x="1397" y="1"/>
                  </a:cubicBezTo>
                  <a:lnTo>
                    <a:pt x="559" y="1"/>
                  </a:lnTo>
                  <a:cubicBezTo>
                    <a:pt x="257" y="1"/>
                    <a:pt x="1" y="257"/>
                    <a:pt x="1" y="559"/>
                  </a:cubicBezTo>
                  <a:close/>
                  <a:moveTo>
                    <a:pt x="1" y="1117"/>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75"/>
            <p:cNvSpPr/>
            <p:nvPr/>
          </p:nvSpPr>
          <p:spPr>
            <a:xfrm>
              <a:off x="2498000" y="1229250"/>
              <a:ext cx="449025" cy="477500"/>
            </a:xfrm>
            <a:custGeom>
              <a:avLst/>
              <a:gdLst/>
              <a:ahLst/>
              <a:cxnLst/>
              <a:rect l="l" t="t" r="r" b="b"/>
              <a:pathLst>
                <a:path w="17961" h="19100" extrusionOk="0">
                  <a:moveTo>
                    <a:pt x="4770" y="954"/>
                  </a:moveTo>
                  <a:lnTo>
                    <a:pt x="4770" y="2233"/>
                  </a:lnTo>
                  <a:lnTo>
                    <a:pt x="3490" y="2233"/>
                  </a:lnTo>
                  <a:lnTo>
                    <a:pt x="4770" y="954"/>
                  </a:lnTo>
                  <a:close/>
                  <a:moveTo>
                    <a:pt x="17402" y="3629"/>
                  </a:moveTo>
                  <a:lnTo>
                    <a:pt x="17402" y="12935"/>
                  </a:lnTo>
                  <a:lnTo>
                    <a:pt x="15401" y="12935"/>
                  </a:lnTo>
                  <a:lnTo>
                    <a:pt x="15401" y="3629"/>
                  </a:lnTo>
                  <a:close/>
                  <a:moveTo>
                    <a:pt x="9818" y="15726"/>
                  </a:moveTo>
                  <a:lnTo>
                    <a:pt x="9818" y="16634"/>
                  </a:lnTo>
                  <a:lnTo>
                    <a:pt x="10190" y="17425"/>
                  </a:lnTo>
                  <a:lnTo>
                    <a:pt x="7747" y="17425"/>
                  </a:lnTo>
                  <a:lnTo>
                    <a:pt x="8143" y="16634"/>
                  </a:lnTo>
                  <a:lnTo>
                    <a:pt x="8143" y="15726"/>
                  </a:lnTo>
                  <a:close/>
                  <a:moveTo>
                    <a:pt x="12912" y="17960"/>
                  </a:moveTo>
                  <a:cubicBezTo>
                    <a:pt x="13075" y="17960"/>
                    <a:pt x="13214" y="18099"/>
                    <a:pt x="13214" y="18262"/>
                  </a:cubicBezTo>
                  <a:lnTo>
                    <a:pt x="13168" y="18262"/>
                  </a:lnTo>
                  <a:lnTo>
                    <a:pt x="13168" y="18541"/>
                  </a:lnTo>
                  <a:lnTo>
                    <a:pt x="4793" y="18541"/>
                  </a:lnTo>
                  <a:lnTo>
                    <a:pt x="4793" y="18262"/>
                  </a:lnTo>
                  <a:cubicBezTo>
                    <a:pt x="4793" y="18099"/>
                    <a:pt x="4909" y="17960"/>
                    <a:pt x="5072" y="17960"/>
                  </a:cubicBezTo>
                  <a:close/>
                  <a:moveTo>
                    <a:pt x="4956" y="0"/>
                  </a:moveTo>
                  <a:lnTo>
                    <a:pt x="2560" y="2396"/>
                  </a:lnTo>
                  <a:lnTo>
                    <a:pt x="2560" y="3071"/>
                  </a:lnTo>
                  <a:lnTo>
                    <a:pt x="1" y="3071"/>
                  </a:lnTo>
                  <a:lnTo>
                    <a:pt x="1" y="5304"/>
                  </a:lnTo>
                  <a:lnTo>
                    <a:pt x="559" y="5304"/>
                  </a:lnTo>
                  <a:lnTo>
                    <a:pt x="559" y="3629"/>
                  </a:lnTo>
                  <a:lnTo>
                    <a:pt x="2560" y="3629"/>
                  </a:lnTo>
                  <a:lnTo>
                    <a:pt x="2560" y="12376"/>
                  </a:lnTo>
                  <a:lnTo>
                    <a:pt x="3118" y="12376"/>
                  </a:lnTo>
                  <a:lnTo>
                    <a:pt x="3118" y="2792"/>
                  </a:lnTo>
                  <a:lnTo>
                    <a:pt x="5351" y="2792"/>
                  </a:lnTo>
                  <a:lnTo>
                    <a:pt x="5351" y="558"/>
                  </a:lnTo>
                  <a:lnTo>
                    <a:pt x="14866" y="558"/>
                  </a:lnTo>
                  <a:lnTo>
                    <a:pt x="14866" y="12935"/>
                  </a:lnTo>
                  <a:lnTo>
                    <a:pt x="559" y="12935"/>
                  </a:lnTo>
                  <a:lnTo>
                    <a:pt x="559" y="5886"/>
                  </a:lnTo>
                  <a:lnTo>
                    <a:pt x="1" y="5886"/>
                  </a:lnTo>
                  <a:lnTo>
                    <a:pt x="1" y="15750"/>
                  </a:lnTo>
                  <a:lnTo>
                    <a:pt x="7585" y="15750"/>
                  </a:lnTo>
                  <a:lnTo>
                    <a:pt x="7585" y="16517"/>
                  </a:lnTo>
                  <a:lnTo>
                    <a:pt x="7143" y="17425"/>
                  </a:lnTo>
                  <a:lnTo>
                    <a:pt x="5072" y="17425"/>
                  </a:lnTo>
                  <a:cubicBezTo>
                    <a:pt x="4607" y="17425"/>
                    <a:pt x="4235" y="17797"/>
                    <a:pt x="4235" y="18262"/>
                  </a:cubicBezTo>
                  <a:lnTo>
                    <a:pt x="4235" y="19100"/>
                  </a:lnTo>
                  <a:lnTo>
                    <a:pt x="13750" y="19100"/>
                  </a:lnTo>
                  <a:lnTo>
                    <a:pt x="13750" y="18262"/>
                  </a:lnTo>
                  <a:cubicBezTo>
                    <a:pt x="13750" y="17797"/>
                    <a:pt x="13354" y="17425"/>
                    <a:pt x="12889" y="17425"/>
                  </a:cubicBezTo>
                  <a:lnTo>
                    <a:pt x="10842" y="17425"/>
                  </a:lnTo>
                  <a:lnTo>
                    <a:pt x="10376" y="16517"/>
                  </a:lnTo>
                  <a:lnTo>
                    <a:pt x="10376" y="15750"/>
                  </a:lnTo>
                  <a:lnTo>
                    <a:pt x="15169" y="15750"/>
                  </a:lnTo>
                  <a:lnTo>
                    <a:pt x="15169" y="15191"/>
                  </a:lnTo>
                  <a:lnTo>
                    <a:pt x="559" y="15191"/>
                  </a:lnTo>
                  <a:lnTo>
                    <a:pt x="559" y="13493"/>
                  </a:lnTo>
                  <a:lnTo>
                    <a:pt x="17425" y="13493"/>
                  </a:lnTo>
                  <a:lnTo>
                    <a:pt x="17425" y="15191"/>
                  </a:lnTo>
                  <a:lnTo>
                    <a:pt x="15750" y="15191"/>
                  </a:lnTo>
                  <a:lnTo>
                    <a:pt x="15750" y="15750"/>
                  </a:lnTo>
                  <a:lnTo>
                    <a:pt x="17960" y="15750"/>
                  </a:lnTo>
                  <a:lnTo>
                    <a:pt x="17960" y="3071"/>
                  </a:lnTo>
                  <a:lnTo>
                    <a:pt x="15425" y="3071"/>
                  </a:lnTo>
                  <a:lnTo>
                    <a:pt x="154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75"/>
            <p:cNvSpPr/>
            <p:nvPr/>
          </p:nvSpPr>
          <p:spPr>
            <a:xfrm>
              <a:off x="2715525" y="1580525"/>
              <a:ext cx="13975" cy="13975"/>
            </a:xfrm>
            <a:custGeom>
              <a:avLst/>
              <a:gdLst/>
              <a:ahLst/>
              <a:cxnLst/>
              <a:rect l="l" t="t" r="r" b="b"/>
              <a:pathLst>
                <a:path w="559" h="559" extrusionOk="0">
                  <a:moveTo>
                    <a:pt x="0" y="0"/>
                  </a:moveTo>
                  <a:lnTo>
                    <a:pt x="0"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75"/>
            <p:cNvSpPr/>
            <p:nvPr/>
          </p:nvSpPr>
          <p:spPr>
            <a:xfrm>
              <a:off x="2602700" y="1395575"/>
              <a:ext cx="59325" cy="44800"/>
            </a:xfrm>
            <a:custGeom>
              <a:avLst/>
              <a:gdLst/>
              <a:ahLst/>
              <a:cxnLst/>
              <a:rect l="l" t="t" r="r" b="b"/>
              <a:pathLst>
                <a:path w="2373" h="1792" extrusionOk="0">
                  <a:moveTo>
                    <a:pt x="1978" y="0"/>
                  </a:moveTo>
                  <a:lnTo>
                    <a:pt x="977" y="1001"/>
                  </a:lnTo>
                  <a:lnTo>
                    <a:pt x="396" y="419"/>
                  </a:lnTo>
                  <a:lnTo>
                    <a:pt x="0" y="815"/>
                  </a:lnTo>
                  <a:lnTo>
                    <a:pt x="977" y="1792"/>
                  </a:lnTo>
                  <a:lnTo>
                    <a:pt x="2373" y="396"/>
                  </a:lnTo>
                  <a:lnTo>
                    <a:pt x="197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75"/>
            <p:cNvSpPr/>
            <p:nvPr/>
          </p:nvSpPr>
          <p:spPr>
            <a:xfrm>
              <a:off x="2602700" y="1311825"/>
              <a:ext cx="59325" cy="44225"/>
            </a:xfrm>
            <a:custGeom>
              <a:avLst/>
              <a:gdLst/>
              <a:ahLst/>
              <a:cxnLst/>
              <a:rect l="l" t="t" r="r" b="b"/>
              <a:pathLst>
                <a:path w="2373" h="1769" extrusionOk="0">
                  <a:moveTo>
                    <a:pt x="1978" y="0"/>
                  </a:moveTo>
                  <a:lnTo>
                    <a:pt x="977" y="1001"/>
                  </a:lnTo>
                  <a:lnTo>
                    <a:pt x="396" y="419"/>
                  </a:lnTo>
                  <a:lnTo>
                    <a:pt x="0" y="815"/>
                  </a:lnTo>
                  <a:lnTo>
                    <a:pt x="977" y="1768"/>
                  </a:lnTo>
                  <a:lnTo>
                    <a:pt x="2373" y="396"/>
                  </a:lnTo>
                  <a:lnTo>
                    <a:pt x="197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75"/>
            <p:cNvSpPr/>
            <p:nvPr/>
          </p:nvSpPr>
          <p:spPr>
            <a:xfrm>
              <a:off x="2682375" y="1486300"/>
              <a:ext cx="141350" cy="13975"/>
            </a:xfrm>
            <a:custGeom>
              <a:avLst/>
              <a:gdLst/>
              <a:ahLst/>
              <a:cxnLst/>
              <a:rect l="l" t="t" r="r" b="b"/>
              <a:pathLst>
                <a:path w="5654" h="559" extrusionOk="0">
                  <a:moveTo>
                    <a:pt x="0" y="1"/>
                  </a:moveTo>
                  <a:lnTo>
                    <a:pt x="0" y="559"/>
                  </a:lnTo>
                  <a:lnTo>
                    <a:pt x="5653" y="559"/>
                  </a:lnTo>
                  <a:lnTo>
                    <a:pt x="565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75"/>
            <p:cNvSpPr/>
            <p:nvPr/>
          </p:nvSpPr>
          <p:spPr>
            <a:xfrm>
              <a:off x="2682375" y="1402550"/>
              <a:ext cx="141350" cy="13975"/>
            </a:xfrm>
            <a:custGeom>
              <a:avLst/>
              <a:gdLst/>
              <a:ahLst/>
              <a:cxnLst/>
              <a:rect l="l" t="t" r="r" b="b"/>
              <a:pathLst>
                <a:path w="5654" h="559" extrusionOk="0">
                  <a:moveTo>
                    <a:pt x="0" y="1"/>
                  </a:moveTo>
                  <a:lnTo>
                    <a:pt x="0" y="559"/>
                  </a:lnTo>
                  <a:lnTo>
                    <a:pt x="5653" y="559"/>
                  </a:lnTo>
                  <a:lnTo>
                    <a:pt x="565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75"/>
            <p:cNvSpPr/>
            <p:nvPr/>
          </p:nvSpPr>
          <p:spPr>
            <a:xfrm>
              <a:off x="2682375" y="1430475"/>
              <a:ext cx="111100" cy="13975"/>
            </a:xfrm>
            <a:custGeom>
              <a:avLst/>
              <a:gdLst/>
              <a:ahLst/>
              <a:cxnLst/>
              <a:rect l="l" t="t" r="r" b="b"/>
              <a:pathLst>
                <a:path w="4444" h="559" extrusionOk="0">
                  <a:moveTo>
                    <a:pt x="0" y="0"/>
                  </a:moveTo>
                  <a:lnTo>
                    <a:pt x="0" y="559"/>
                  </a:lnTo>
                  <a:lnTo>
                    <a:pt x="4444" y="559"/>
                  </a:lnTo>
                  <a:lnTo>
                    <a:pt x="44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75"/>
            <p:cNvSpPr/>
            <p:nvPr/>
          </p:nvSpPr>
          <p:spPr>
            <a:xfrm>
              <a:off x="2682375" y="1514225"/>
              <a:ext cx="111100" cy="13975"/>
            </a:xfrm>
            <a:custGeom>
              <a:avLst/>
              <a:gdLst/>
              <a:ahLst/>
              <a:cxnLst/>
              <a:rect l="l" t="t" r="r" b="b"/>
              <a:pathLst>
                <a:path w="4444" h="559" extrusionOk="0">
                  <a:moveTo>
                    <a:pt x="0" y="0"/>
                  </a:moveTo>
                  <a:lnTo>
                    <a:pt x="0" y="559"/>
                  </a:lnTo>
                  <a:lnTo>
                    <a:pt x="4444" y="559"/>
                  </a:lnTo>
                  <a:lnTo>
                    <a:pt x="44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75"/>
            <p:cNvSpPr/>
            <p:nvPr/>
          </p:nvSpPr>
          <p:spPr>
            <a:xfrm>
              <a:off x="2682375" y="1318225"/>
              <a:ext cx="141350" cy="13975"/>
            </a:xfrm>
            <a:custGeom>
              <a:avLst/>
              <a:gdLst/>
              <a:ahLst/>
              <a:cxnLst/>
              <a:rect l="l" t="t" r="r" b="b"/>
              <a:pathLst>
                <a:path w="5654" h="559" extrusionOk="0">
                  <a:moveTo>
                    <a:pt x="0" y="0"/>
                  </a:moveTo>
                  <a:lnTo>
                    <a:pt x="0" y="559"/>
                  </a:lnTo>
                  <a:lnTo>
                    <a:pt x="5653" y="559"/>
                  </a:lnTo>
                  <a:lnTo>
                    <a:pt x="565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75"/>
            <p:cNvSpPr/>
            <p:nvPr/>
          </p:nvSpPr>
          <p:spPr>
            <a:xfrm>
              <a:off x="2602700" y="1479325"/>
              <a:ext cx="59325" cy="44800"/>
            </a:xfrm>
            <a:custGeom>
              <a:avLst/>
              <a:gdLst/>
              <a:ahLst/>
              <a:cxnLst/>
              <a:rect l="l" t="t" r="r" b="b"/>
              <a:pathLst>
                <a:path w="2373" h="1792" extrusionOk="0">
                  <a:moveTo>
                    <a:pt x="1978" y="0"/>
                  </a:moveTo>
                  <a:lnTo>
                    <a:pt x="977" y="1001"/>
                  </a:lnTo>
                  <a:lnTo>
                    <a:pt x="396" y="419"/>
                  </a:lnTo>
                  <a:lnTo>
                    <a:pt x="0" y="815"/>
                  </a:lnTo>
                  <a:lnTo>
                    <a:pt x="977" y="1792"/>
                  </a:lnTo>
                  <a:lnTo>
                    <a:pt x="2373" y="419"/>
                  </a:lnTo>
                  <a:lnTo>
                    <a:pt x="197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75"/>
            <p:cNvSpPr/>
            <p:nvPr/>
          </p:nvSpPr>
          <p:spPr>
            <a:xfrm>
              <a:off x="2682375" y="1346150"/>
              <a:ext cx="111100" cy="13975"/>
            </a:xfrm>
            <a:custGeom>
              <a:avLst/>
              <a:gdLst/>
              <a:ahLst/>
              <a:cxnLst/>
              <a:rect l="l" t="t" r="r" b="b"/>
              <a:pathLst>
                <a:path w="4444" h="559" extrusionOk="0">
                  <a:moveTo>
                    <a:pt x="0" y="0"/>
                  </a:moveTo>
                  <a:lnTo>
                    <a:pt x="0" y="558"/>
                  </a:lnTo>
                  <a:lnTo>
                    <a:pt x="4444" y="558"/>
                  </a:lnTo>
                  <a:lnTo>
                    <a:pt x="44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75"/>
            <p:cNvSpPr/>
            <p:nvPr/>
          </p:nvSpPr>
          <p:spPr>
            <a:xfrm>
              <a:off x="2698650" y="1271100"/>
              <a:ext cx="69825" cy="14000"/>
            </a:xfrm>
            <a:custGeom>
              <a:avLst/>
              <a:gdLst/>
              <a:ahLst/>
              <a:cxnLst/>
              <a:rect l="l" t="t" r="r" b="b"/>
              <a:pathLst>
                <a:path w="2793" h="560" extrusionOk="0">
                  <a:moveTo>
                    <a:pt x="1" y="1"/>
                  </a:moveTo>
                  <a:lnTo>
                    <a:pt x="1" y="559"/>
                  </a:lnTo>
                  <a:lnTo>
                    <a:pt x="2792" y="559"/>
                  </a:lnTo>
                  <a:lnTo>
                    <a:pt x="279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9" name="Google Shape;2059;p75"/>
          <p:cNvGrpSpPr/>
          <p:nvPr/>
        </p:nvGrpSpPr>
        <p:grpSpPr>
          <a:xfrm>
            <a:off x="4344590" y="2239105"/>
            <a:ext cx="449811" cy="449271"/>
            <a:chOff x="3967125" y="3379975"/>
            <a:chExt cx="478675" cy="478100"/>
          </a:xfrm>
        </p:grpSpPr>
        <p:sp>
          <p:nvSpPr>
            <p:cNvPr id="2060" name="Google Shape;2060;p75"/>
            <p:cNvSpPr/>
            <p:nvPr/>
          </p:nvSpPr>
          <p:spPr>
            <a:xfrm>
              <a:off x="4145075" y="3386950"/>
              <a:ext cx="272225" cy="263475"/>
            </a:xfrm>
            <a:custGeom>
              <a:avLst/>
              <a:gdLst/>
              <a:ahLst/>
              <a:cxnLst/>
              <a:rect l="l" t="t" r="r" b="b"/>
              <a:pathLst>
                <a:path w="10889" h="10539" extrusionOk="0">
                  <a:moveTo>
                    <a:pt x="4886" y="559"/>
                  </a:moveTo>
                  <a:cubicBezTo>
                    <a:pt x="4886" y="256"/>
                    <a:pt x="4630" y="1"/>
                    <a:pt x="4328" y="1"/>
                  </a:cubicBezTo>
                  <a:lnTo>
                    <a:pt x="3095" y="1"/>
                  </a:lnTo>
                  <a:cubicBezTo>
                    <a:pt x="2793" y="1"/>
                    <a:pt x="2537" y="256"/>
                    <a:pt x="2537" y="559"/>
                  </a:cubicBezTo>
                  <a:lnTo>
                    <a:pt x="2537" y="1722"/>
                  </a:lnTo>
                  <a:lnTo>
                    <a:pt x="1676" y="1722"/>
                  </a:lnTo>
                  <a:cubicBezTo>
                    <a:pt x="1373" y="1722"/>
                    <a:pt x="1118" y="1955"/>
                    <a:pt x="1118" y="2280"/>
                  </a:cubicBezTo>
                  <a:lnTo>
                    <a:pt x="1118" y="4025"/>
                  </a:lnTo>
                  <a:lnTo>
                    <a:pt x="559" y="4025"/>
                  </a:lnTo>
                  <a:cubicBezTo>
                    <a:pt x="257" y="4025"/>
                    <a:pt x="1" y="4258"/>
                    <a:pt x="1" y="4583"/>
                  </a:cubicBezTo>
                  <a:lnTo>
                    <a:pt x="1" y="6258"/>
                  </a:lnTo>
                  <a:cubicBezTo>
                    <a:pt x="1" y="6561"/>
                    <a:pt x="257" y="6817"/>
                    <a:pt x="559" y="6817"/>
                  </a:cubicBezTo>
                  <a:lnTo>
                    <a:pt x="1118" y="6817"/>
                  </a:lnTo>
                  <a:lnTo>
                    <a:pt x="1118" y="8562"/>
                  </a:lnTo>
                  <a:cubicBezTo>
                    <a:pt x="1118" y="8864"/>
                    <a:pt x="1373" y="9120"/>
                    <a:pt x="1676" y="9120"/>
                  </a:cubicBezTo>
                  <a:lnTo>
                    <a:pt x="2537" y="9120"/>
                  </a:lnTo>
                  <a:lnTo>
                    <a:pt x="2537" y="9981"/>
                  </a:lnTo>
                  <a:cubicBezTo>
                    <a:pt x="2537" y="10283"/>
                    <a:pt x="2793" y="10539"/>
                    <a:pt x="3095" y="10539"/>
                  </a:cubicBezTo>
                  <a:lnTo>
                    <a:pt x="4328" y="10539"/>
                  </a:lnTo>
                  <a:cubicBezTo>
                    <a:pt x="4630" y="10539"/>
                    <a:pt x="4886" y="10283"/>
                    <a:pt x="4886" y="9981"/>
                  </a:cubicBezTo>
                  <a:close/>
                  <a:moveTo>
                    <a:pt x="6561" y="10539"/>
                  </a:moveTo>
                  <a:lnTo>
                    <a:pt x="7794" y="10539"/>
                  </a:lnTo>
                  <a:cubicBezTo>
                    <a:pt x="8097" y="10539"/>
                    <a:pt x="8329" y="10283"/>
                    <a:pt x="8329" y="9981"/>
                  </a:cubicBezTo>
                  <a:lnTo>
                    <a:pt x="8329" y="9120"/>
                  </a:lnTo>
                  <a:lnTo>
                    <a:pt x="9213" y="9120"/>
                  </a:lnTo>
                  <a:cubicBezTo>
                    <a:pt x="9516" y="9097"/>
                    <a:pt x="9772" y="8864"/>
                    <a:pt x="9772" y="8562"/>
                  </a:cubicBezTo>
                  <a:lnTo>
                    <a:pt x="9772" y="6817"/>
                  </a:lnTo>
                  <a:lnTo>
                    <a:pt x="10330" y="6817"/>
                  </a:lnTo>
                  <a:cubicBezTo>
                    <a:pt x="10632" y="6794"/>
                    <a:pt x="10888" y="6561"/>
                    <a:pt x="10888" y="6235"/>
                  </a:cubicBezTo>
                  <a:lnTo>
                    <a:pt x="10888" y="4583"/>
                  </a:lnTo>
                  <a:cubicBezTo>
                    <a:pt x="10888" y="4258"/>
                    <a:pt x="10632" y="4025"/>
                    <a:pt x="10330" y="4025"/>
                  </a:cubicBezTo>
                  <a:lnTo>
                    <a:pt x="9772" y="4025"/>
                  </a:lnTo>
                  <a:lnTo>
                    <a:pt x="9772" y="2280"/>
                  </a:lnTo>
                  <a:cubicBezTo>
                    <a:pt x="9772" y="1955"/>
                    <a:pt x="9516" y="1722"/>
                    <a:pt x="9213" y="1722"/>
                  </a:cubicBezTo>
                  <a:lnTo>
                    <a:pt x="8329" y="1722"/>
                  </a:lnTo>
                  <a:lnTo>
                    <a:pt x="8329" y="559"/>
                  </a:lnTo>
                  <a:cubicBezTo>
                    <a:pt x="8329" y="256"/>
                    <a:pt x="8097" y="24"/>
                    <a:pt x="7794" y="1"/>
                  </a:cubicBezTo>
                  <a:lnTo>
                    <a:pt x="6561" y="1"/>
                  </a:lnTo>
                  <a:cubicBezTo>
                    <a:pt x="6259" y="1"/>
                    <a:pt x="6003" y="256"/>
                    <a:pt x="6003" y="559"/>
                  </a:cubicBezTo>
                  <a:lnTo>
                    <a:pt x="6003" y="9981"/>
                  </a:lnTo>
                  <a:cubicBezTo>
                    <a:pt x="6003" y="10283"/>
                    <a:pt x="6259" y="10539"/>
                    <a:pt x="6561" y="10539"/>
                  </a:cubicBezTo>
                  <a:close/>
                  <a:moveTo>
                    <a:pt x="6561" y="10539"/>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75"/>
            <p:cNvSpPr/>
            <p:nvPr/>
          </p:nvSpPr>
          <p:spPr>
            <a:xfrm>
              <a:off x="4145075" y="3386950"/>
              <a:ext cx="178000" cy="264075"/>
            </a:xfrm>
            <a:custGeom>
              <a:avLst/>
              <a:gdLst/>
              <a:ahLst/>
              <a:cxnLst/>
              <a:rect l="l" t="t" r="r" b="b"/>
              <a:pathLst>
                <a:path w="7120" h="10563" extrusionOk="0">
                  <a:moveTo>
                    <a:pt x="3444" y="1"/>
                  </a:moveTo>
                  <a:lnTo>
                    <a:pt x="3095" y="1"/>
                  </a:lnTo>
                  <a:cubicBezTo>
                    <a:pt x="2793" y="1"/>
                    <a:pt x="2537" y="256"/>
                    <a:pt x="2537" y="559"/>
                  </a:cubicBezTo>
                  <a:lnTo>
                    <a:pt x="2537" y="2001"/>
                  </a:lnTo>
                  <a:lnTo>
                    <a:pt x="3095" y="2001"/>
                  </a:lnTo>
                  <a:lnTo>
                    <a:pt x="3095" y="559"/>
                  </a:lnTo>
                  <a:cubicBezTo>
                    <a:pt x="3072" y="326"/>
                    <a:pt x="3211" y="94"/>
                    <a:pt x="3444" y="1"/>
                  </a:cubicBezTo>
                  <a:close/>
                  <a:moveTo>
                    <a:pt x="6561" y="10539"/>
                  </a:moveTo>
                  <a:lnTo>
                    <a:pt x="6887" y="10539"/>
                  </a:lnTo>
                  <a:cubicBezTo>
                    <a:pt x="6585" y="10539"/>
                    <a:pt x="6561" y="10120"/>
                    <a:pt x="6561" y="9981"/>
                  </a:cubicBezTo>
                  <a:lnTo>
                    <a:pt x="6561" y="559"/>
                  </a:lnTo>
                  <a:cubicBezTo>
                    <a:pt x="6561" y="256"/>
                    <a:pt x="6817" y="1"/>
                    <a:pt x="7120" y="1"/>
                  </a:cubicBezTo>
                  <a:lnTo>
                    <a:pt x="6561" y="1"/>
                  </a:lnTo>
                  <a:cubicBezTo>
                    <a:pt x="6259" y="1"/>
                    <a:pt x="6003" y="256"/>
                    <a:pt x="6003" y="559"/>
                  </a:cubicBezTo>
                  <a:lnTo>
                    <a:pt x="6003" y="9981"/>
                  </a:lnTo>
                  <a:cubicBezTo>
                    <a:pt x="6003" y="10283"/>
                    <a:pt x="6259" y="10539"/>
                    <a:pt x="6561" y="10539"/>
                  </a:cubicBezTo>
                  <a:close/>
                  <a:moveTo>
                    <a:pt x="1118" y="6538"/>
                  </a:moveTo>
                  <a:lnTo>
                    <a:pt x="1676" y="6538"/>
                  </a:lnTo>
                  <a:lnTo>
                    <a:pt x="1676" y="8562"/>
                  </a:lnTo>
                  <a:cubicBezTo>
                    <a:pt x="1676" y="8864"/>
                    <a:pt x="1908" y="9120"/>
                    <a:pt x="2234" y="9120"/>
                  </a:cubicBezTo>
                  <a:lnTo>
                    <a:pt x="1676" y="9120"/>
                  </a:lnTo>
                  <a:cubicBezTo>
                    <a:pt x="1350" y="9120"/>
                    <a:pt x="1118" y="8864"/>
                    <a:pt x="1118" y="8562"/>
                  </a:cubicBezTo>
                  <a:close/>
                  <a:moveTo>
                    <a:pt x="1118" y="6817"/>
                  </a:moveTo>
                  <a:cubicBezTo>
                    <a:pt x="792" y="6817"/>
                    <a:pt x="559" y="6561"/>
                    <a:pt x="559" y="6258"/>
                  </a:cubicBezTo>
                  <a:lnTo>
                    <a:pt x="559" y="4583"/>
                  </a:lnTo>
                  <a:cubicBezTo>
                    <a:pt x="559" y="4258"/>
                    <a:pt x="792" y="4025"/>
                    <a:pt x="1118" y="4025"/>
                  </a:cubicBezTo>
                  <a:lnTo>
                    <a:pt x="559" y="4025"/>
                  </a:lnTo>
                  <a:cubicBezTo>
                    <a:pt x="233" y="4025"/>
                    <a:pt x="1" y="4258"/>
                    <a:pt x="1" y="4583"/>
                  </a:cubicBezTo>
                  <a:lnTo>
                    <a:pt x="1" y="6258"/>
                  </a:lnTo>
                  <a:cubicBezTo>
                    <a:pt x="1" y="6561"/>
                    <a:pt x="233" y="6817"/>
                    <a:pt x="559" y="6817"/>
                  </a:cubicBezTo>
                  <a:close/>
                  <a:moveTo>
                    <a:pt x="1118" y="4304"/>
                  </a:moveTo>
                  <a:lnTo>
                    <a:pt x="1118" y="2257"/>
                  </a:lnTo>
                  <a:cubicBezTo>
                    <a:pt x="1118" y="1955"/>
                    <a:pt x="1350" y="1722"/>
                    <a:pt x="1676" y="1699"/>
                  </a:cubicBezTo>
                  <a:lnTo>
                    <a:pt x="2234" y="1699"/>
                  </a:lnTo>
                  <a:cubicBezTo>
                    <a:pt x="1908" y="1722"/>
                    <a:pt x="1676" y="1955"/>
                    <a:pt x="1676" y="2257"/>
                  </a:cubicBezTo>
                  <a:lnTo>
                    <a:pt x="1676" y="4304"/>
                  </a:lnTo>
                  <a:close/>
                  <a:moveTo>
                    <a:pt x="2537" y="8282"/>
                  </a:moveTo>
                  <a:lnTo>
                    <a:pt x="2537" y="10004"/>
                  </a:lnTo>
                  <a:cubicBezTo>
                    <a:pt x="2537" y="10306"/>
                    <a:pt x="2793" y="10539"/>
                    <a:pt x="3095" y="10562"/>
                  </a:cubicBezTo>
                  <a:lnTo>
                    <a:pt x="3653" y="10562"/>
                  </a:lnTo>
                  <a:cubicBezTo>
                    <a:pt x="3351" y="10539"/>
                    <a:pt x="3095" y="10306"/>
                    <a:pt x="3095" y="10004"/>
                  </a:cubicBezTo>
                  <a:lnTo>
                    <a:pt x="3095" y="8282"/>
                  </a:lnTo>
                  <a:close/>
                  <a:moveTo>
                    <a:pt x="2537" y="8282"/>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75"/>
            <p:cNvSpPr/>
            <p:nvPr/>
          </p:nvSpPr>
          <p:spPr>
            <a:xfrm>
              <a:off x="4100300" y="3660875"/>
              <a:ext cx="345500" cy="140775"/>
            </a:xfrm>
            <a:custGeom>
              <a:avLst/>
              <a:gdLst/>
              <a:ahLst/>
              <a:cxnLst/>
              <a:rect l="l" t="t" r="r" b="b"/>
              <a:pathLst>
                <a:path w="13820" h="5631" extrusionOk="0">
                  <a:moveTo>
                    <a:pt x="6863" y="3095"/>
                  </a:moveTo>
                  <a:cubicBezTo>
                    <a:pt x="7468" y="3095"/>
                    <a:pt x="7957" y="2606"/>
                    <a:pt x="7957" y="1978"/>
                  </a:cubicBezTo>
                  <a:lnTo>
                    <a:pt x="7934" y="1420"/>
                  </a:lnTo>
                  <a:lnTo>
                    <a:pt x="2443" y="862"/>
                  </a:lnTo>
                  <a:lnTo>
                    <a:pt x="1" y="3304"/>
                  </a:lnTo>
                  <a:lnTo>
                    <a:pt x="2327" y="5631"/>
                  </a:lnTo>
                  <a:lnTo>
                    <a:pt x="9957" y="5049"/>
                  </a:lnTo>
                  <a:lnTo>
                    <a:pt x="12865" y="2141"/>
                  </a:lnTo>
                  <a:cubicBezTo>
                    <a:pt x="13819" y="1187"/>
                    <a:pt x="12633" y="1"/>
                    <a:pt x="11679" y="955"/>
                  </a:cubicBezTo>
                  <a:cubicBezTo>
                    <a:pt x="11307" y="536"/>
                    <a:pt x="10655" y="513"/>
                    <a:pt x="10260" y="908"/>
                  </a:cubicBezTo>
                  <a:lnTo>
                    <a:pt x="8096" y="3072"/>
                  </a:lnTo>
                  <a:close/>
                  <a:moveTo>
                    <a:pt x="6863" y="3095"/>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75"/>
            <p:cNvSpPr/>
            <p:nvPr/>
          </p:nvSpPr>
          <p:spPr>
            <a:xfrm>
              <a:off x="4063075" y="3728350"/>
              <a:ext cx="112850" cy="112850"/>
            </a:xfrm>
            <a:custGeom>
              <a:avLst/>
              <a:gdLst/>
              <a:ahLst/>
              <a:cxnLst/>
              <a:rect l="l" t="t" r="r" b="b"/>
              <a:pathLst>
                <a:path w="4514" h="4514" extrusionOk="0">
                  <a:moveTo>
                    <a:pt x="1" y="931"/>
                  </a:moveTo>
                  <a:lnTo>
                    <a:pt x="908" y="0"/>
                  </a:lnTo>
                  <a:lnTo>
                    <a:pt x="4514" y="3606"/>
                  </a:lnTo>
                  <a:lnTo>
                    <a:pt x="3607" y="4514"/>
                  </a:lnTo>
                  <a:close/>
                  <a:moveTo>
                    <a:pt x="1" y="931"/>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75"/>
            <p:cNvSpPr/>
            <p:nvPr/>
          </p:nvSpPr>
          <p:spPr>
            <a:xfrm>
              <a:off x="3983975" y="3761500"/>
              <a:ext cx="161725" cy="89000"/>
            </a:xfrm>
            <a:custGeom>
              <a:avLst/>
              <a:gdLst/>
              <a:ahLst/>
              <a:cxnLst/>
              <a:rect l="l" t="t" r="r" b="b"/>
              <a:pathLst>
                <a:path w="6469" h="3560" extrusionOk="0">
                  <a:moveTo>
                    <a:pt x="1" y="3560"/>
                  </a:moveTo>
                  <a:lnTo>
                    <a:pt x="5793" y="3560"/>
                  </a:lnTo>
                  <a:lnTo>
                    <a:pt x="6468" y="2908"/>
                  </a:lnTo>
                  <a:lnTo>
                    <a:pt x="3560" y="0"/>
                  </a:lnTo>
                  <a:close/>
                  <a:moveTo>
                    <a:pt x="1" y="3560"/>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75"/>
            <p:cNvSpPr/>
            <p:nvPr/>
          </p:nvSpPr>
          <p:spPr>
            <a:xfrm>
              <a:off x="4063075" y="3728350"/>
              <a:ext cx="112850" cy="90175"/>
            </a:xfrm>
            <a:custGeom>
              <a:avLst/>
              <a:gdLst/>
              <a:ahLst/>
              <a:cxnLst/>
              <a:rect l="l" t="t" r="r" b="b"/>
              <a:pathLst>
                <a:path w="4514" h="3607" extrusionOk="0">
                  <a:moveTo>
                    <a:pt x="4514" y="3606"/>
                  </a:moveTo>
                  <a:lnTo>
                    <a:pt x="908" y="0"/>
                  </a:lnTo>
                  <a:lnTo>
                    <a:pt x="1" y="931"/>
                  </a:lnTo>
                  <a:lnTo>
                    <a:pt x="559" y="1489"/>
                  </a:lnTo>
                  <a:lnTo>
                    <a:pt x="1466" y="559"/>
                  </a:lnTo>
                  <a:close/>
                  <a:moveTo>
                    <a:pt x="4514" y="3606"/>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75"/>
            <p:cNvSpPr/>
            <p:nvPr/>
          </p:nvSpPr>
          <p:spPr>
            <a:xfrm>
              <a:off x="3983975" y="3761500"/>
              <a:ext cx="102975" cy="89000"/>
            </a:xfrm>
            <a:custGeom>
              <a:avLst/>
              <a:gdLst/>
              <a:ahLst/>
              <a:cxnLst/>
              <a:rect l="l" t="t" r="r" b="b"/>
              <a:pathLst>
                <a:path w="4119" h="3560" extrusionOk="0">
                  <a:moveTo>
                    <a:pt x="1" y="3560"/>
                  </a:moveTo>
                  <a:lnTo>
                    <a:pt x="1117" y="3560"/>
                  </a:lnTo>
                  <a:lnTo>
                    <a:pt x="4118" y="559"/>
                  </a:lnTo>
                  <a:lnTo>
                    <a:pt x="3560" y="0"/>
                  </a:lnTo>
                  <a:close/>
                  <a:moveTo>
                    <a:pt x="1" y="356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75"/>
            <p:cNvSpPr/>
            <p:nvPr/>
          </p:nvSpPr>
          <p:spPr>
            <a:xfrm>
              <a:off x="4100300" y="3669025"/>
              <a:ext cx="329200" cy="88425"/>
            </a:xfrm>
            <a:custGeom>
              <a:avLst/>
              <a:gdLst/>
              <a:ahLst/>
              <a:cxnLst/>
              <a:rect l="l" t="t" r="r" b="b"/>
              <a:pathLst>
                <a:path w="13168" h="3537" extrusionOk="0">
                  <a:moveTo>
                    <a:pt x="3467" y="652"/>
                  </a:moveTo>
                  <a:lnTo>
                    <a:pt x="2443" y="536"/>
                  </a:lnTo>
                  <a:lnTo>
                    <a:pt x="1" y="2978"/>
                  </a:lnTo>
                  <a:lnTo>
                    <a:pt x="559" y="3537"/>
                  </a:lnTo>
                  <a:close/>
                  <a:moveTo>
                    <a:pt x="11214" y="349"/>
                  </a:moveTo>
                  <a:cubicBezTo>
                    <a:pt x="10888" y="256"/>
                    <a:pt x="10516" y="349"/>
                    <a:pt x="10260" y="605"/>
                  </a:cubicBezTo>
                  <a:lnTo>
                    <a:pt x="8073" y="2769"/>
                  </a:lnTo>
                  <a:lnTo>
                    <a:pt x="3769" y="2769"/>
                  </a:lnTo>
                  <a:lnTo>
                    <a:pt x="3769" y="3327"/>
                  </a:lnTo>
                  <a:lnTo>
                    <a:pt x="10097" y="3327"/>
                  </a:lnTo>
                  <a:lnTo>
                    <a:pt x="12237" y="1210"/>
                  </a:lnTo>
                  <a:cubicBezTo>
                    <a:pt x="12470" y="931"/>
                    <a:pt x="12819" y="815"/>
                    <a:pt x="13168" y="884"/>
                  </a:cubicBezTo>
                  <a:cubicBezTo>
                    <a:pt x="13028" y="326"/>
                    <a:pt x="12307" y="0"/>
                    <a:pt x="11679" y="652"/>
                  </a:cubicBezTo>
                  <a:lnTo>
                    <a:pt x="9539" y="2769"/>
                  </a:lnTo>
                  <a:lnTo>
                    <a:pt x="8655" y="2769"/>
                  </a:lnTo>
                  <a:lnTo>
                    <a:pt x="10818" y="605"/>
                  </a:lnTo>
                  <a:cubicBezTo>
                    <a:pt x="10935" y="489"/>
                    <a:pt x="11074" y="396"/>
                    <a:pt x="11237" y="349"/>
                  </a:cubicBezTo>
                  <a:close/>
                  <a:moveTo>
                    <a:pt x="11214" y="349"/>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75"/>
            <p:cNvSpPr/>
            <p:nvPr/>
          </p:nvSpPr>
          <p:spPr>
            <a:xfrm>
              <a:off x="4063075" y="3508500"/>
              <a:ext cx="333275" cy="304775"/>
            </a:xfrm>
            <a:custGeom>
              <a:avLst/>
              <a:gdLst/>
              <a:ahLst/>
              <a:cxnLst/>
              <a:rect l="l" t="t" r="r" b="b"/>
              <a:pathLst>
                <a:path w="13331" h="12191" extrusionOk="0">
                  <a:moveTo>
                    <a:pt x="12773" y="1"/>
                  </a:moveTo>
                  <a:lnTo>
                    <a:pt x="12773" y="559"/>
                  </a:lnTo>
                  <a:lnTo>
                    <a:pt x="13331" y="559"/>
                  </a:lnTo>
                  <a:lnTo>
                    <a:pt x="13331" y="1"/>
                  </a:lnTo>
                  <a:close/>
                  <a:moveTo>
                    <a:pt x="4118" y="559"/>
                  </a:moveTo>
                  <a:lnTo>
                    <a:pt x="4118" y="1117"/>
                  </a:lnTo>
                  <a:lnTo>
                    <a:pt x="4677" y="1117"/>
                  </a:lnTo>
                  <a:lnTo>
                    <a:pt x="4677" y="559"/>
                  </a:lnTo>
                  <a:close/>
                  <a:moveTo>
                    <a:pt x="396" y="11400"/>
                  </a:moveTo>
                  <a:lnTo>
                    <a:pt x="1" y="11795"/>
                  </a:lnTo>
                  <a:lnTo>
                    <a:pt x="396" y="12191"/>
                  </a:lnTo>
                  <a:lnTo>
                    <a:pt x="792" y="11795"/>
                  </a:lnTo>
                  <a:lnTo>
                    <a:pt x="396" y="1140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75"/>
            <p:cNvSpPr/>
            <p:nvPr/>
          </p:nvSpPr>
          <p:spPr>
            <a:xfrm>
              <a:off x="3967125" y="3669375"/>
              <a:ext cx="474025" cy="188700"/>
            </a:xfrm>
            <a:custGeom>
              <a:avLst/>
              <a:gdLst/>
              <a:ahLst/>
              <a:cxnLst/>
              <a:rect l="l" t="t" r="r" b="b"/>
              <a:pathLst>
                <a:path w="18961" h="7548" extrusionOk="0">
                  <a:moveTo>
                    <a:pt x="16262" y="583"/>
                  </a:moveTo>
                  <a:cubicBezTo>
                    <a:pt x="16371" y="583"/>
                    <a:pt x="16483" y="609"/>
                    <a:pt x="16587" y="661"/>
                  </a:cubicBezTo>
                  <a:lnTo>
                    <a:pt x="14749" y="2476"/>
                  </a:lnTo>
                  <a:lnTo>
                    <a:pt x="14075" y="2476"/>
                  </a:lnTo>
                  <a:lnTo>
                    <a:pt x="15773" y="801"/>
                  </a:lnTo>
                  <a:cubicBezTo>
                    <a:pt x="15904" y="655"/>
                    <a:pt x="16080" y="583"/>
                    <a:pt x="16262" y="583"/>
                  </a:cubicBezTo>
                  <a:close/>
                  <a:moveTo>
                    <a:pt x="17738" y="564"/>
                  </a:moveTo>
                  <a:cubicBezTo>
                    <a:pt x="17885" y="564"/>
                    <a:pt x="18013" y="621"/>
                    <a:pt x="18099" y="708"/>
                  </a:cubicBezTo>
                  <a:cubicBezTo>
                    <a:pt x="18286" y="917"/>
                    <a:pt x="18332" y="1266"/>
                    <a:pt x="17983" y="1615"/>
                  </a:cubicBezTo>
                  <a:lnTo>
                    <a:pt x="15145" y="4453"/>
                  </a:lnTo>
                  <a:lnTo>
                    <a:pt x="7770" y="4988"/>
                  </a:lnTo>
                  <a:lnTo>
                    <a:pt x="5723" y="2964"/>
                  </a:lnTo>
                  <a:lnTo>
                    <a:pt x="7887" y="824"/>
                  </a:lnTo>
                  <a:lnTo>
                    <a:pt x="13005" y="1336"/>
                  </a:lnTo>
                  <a:lnTo>
                    <a:pt x="13005" y="1661"/>
                  </a:lnTo>
                  <a:cubicBezTo>
                    <a:pt x="13005" y="1871"/>
                    <a:pt x="12935" y="2080"/>
                    <a:pt x="12772" y="2220"/>
                  </a:cubicBezTo>
                  <a:cubicBezTo>
                    <a:pt x="12609" y="2383"/>
                    <a:pt x="12400" y="2476"/>
                    <a:pt x="12167" y="2476"/>
                  </a:cubicBezTo>
                  <a:lnTo>
                    <a:pt x="9096" y="2476"/>
                  </a:lnTo>
                  <a:lnTo>
                    <a:pt x="9096" y="3034"/>
                  </a:lnTo>
                  <a:lnTo>
                    <a:pt x="14982" y="3034"/>
                  </a:lnTo>
                  <a:lnTo>
                    <a:pt x="17192" y="824"/>
                  </a:lnTo>
                  <a:cubicBezTo>
                    <a:pt x="17378" y="638"/>
                    <a:pt x="17571" y="564"/>
                    <a:pt x="17738" y="564"/>
                  </a:cubicBezTo>
                  <a:close/>
                  <a:moveTo>
                    <a:pt x="4746" y="2778"/>
                  </a:moveTo>
                  <a:lnTo>
                    <a:pt x="7956" y="5965"/>
                  </a:lnTo>
                  <a:lnTo>
                    <a:pt x="7421" y="6500"/>
                  </a:lnTo>
                  <a:lnTo>
                    <a:pt x="4234" y="3290"/>
                  </a:lnTo>
                  <a:lnTo>
                    <a:pt x="4746" y="2778"/>
                  </a:lnTo>
                  <a:close/>
                  <a:moveTo>
                    <a:pt x="4234" y="4081"/>
                  </a:moveTo>
                  <a:lnTo>
                    <a:pt x="6747" y="6593"/>
                  </a:lnTo>
                  <a:lnTo>
                    <a:pt x="6374" y="6966"/>
                  </a:lnTo>
                  <a:lnTo>
                    <a:pt x="1326" y="6966"/>
                  </a:lnTo>
                  <a:lnTo>
                    <a:pt x="4234" y="4081"/>
                  </a:lnTo>
                  <a:close/>
                  <a:moveTo>
                    <a:pt x="17723" y="0"/>
                  </a:moveTo>
                  <a:cubicBezTo>
                    <a:pt x="17470" y="0"/>
                    <a:pt x="17217" y="88"/>
                    <a:pt x="17006" y="266"/>
                  </a:cubicBezTo>
                  <a:cubicBezTo>
                    <a:pt x="16783" y="103"/>
                    <a:pt x="16529" y="25"/>
                    <a:pt x="16276" y="25"/>
                  </a:cubicBezTo>
                  <a:cubicBezTo>
                    <a:pt x="15950" y="25"/>
                    <a:pt x="15627" y="156"/>
                    <a:pt x="15378" y="405"/>
                  </a:cubicBezTo>
                  <a:lnTo>
                    <a:pt x="13307" y="2476"/>
                  </a:lnTo>
                  <a:cubicBezTo>
                    <a:pt x="13493" y="2220"/>
                    <a:pt x="13586" y="1941"/>
                    <a:pt x="13563" y="1638"/>
                  </a:cubicBezTo>
                  <a:lnTo>
                    <a:pt x="13540" y="824"/>
                  </a:lnTo>
                  <a:lnTo>
                    <a:pt x="7677" y="242"/>
                  </a:lnTo>
                  <a:lnTo>
                    <a:pt x="5351" y="2569"/>
                  </a:lnTo>
                  <a:lnTo>
                    <a:pt x="4769" y="1987"/>
                  </a:lnTo>
                  <a:lnTo>
                    <a:pt x="3443" y="3313"/>
                  </a:lnTo>
                  <a:lnTo>
                    <a:pt x="3839" y="3709"/>
                  </a:lnTo>
                  <a:lnTo>
                    <a:pt x="0" y="7547"/>
                  </a:lnTo>
                  <a:lnTo>
                    <a:pt x="6607" y="7547"/>
                  </a:lnTo>
                  <a:lnTo>
                    <a:pt x="7142" y="7012"/>
                  </a:lnTo>
                  <a:lnTo>
                    <a:pt x="7421" y="7291"/>
                  </a:lnTo>
                  <a:lnTo>
                    <a:pt x="8747" y="5988"/>
                  </a:lnTo>
                  <a:lnTo>
                    <a:pt x="8282" y="5546"/>
                  </a:lnTo>
                  <a:lnTo>
                    <a:pt x="15401" y="5011"/>
                  </a:lnTo>
                  <a:lnTo>
                    <a:pt x="18379" y="2034"/>
                  </a:lnTo>
                  <a:cubicBezTo>
                    <a:pt x="18960" y="1452"/>
                    <a:pt x="18890" y="731"/>
                    <a:pt x="18495" y="335"/>
                  </a:cubicBezTo>
                  <a:lnTo>
                    <a:pt x="18495" y="312"/>
                  </a:lnTo>
                  <a:cubicBezTo>
                    <a:pt x="18276" y="105"/>
                    <a:pt x="18000" y="0"/>
                    <a:pt x="177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75"/>
            <p:cNvSpPr/>
            <p:nvPr/>
          </p:nvSpPr>
          <p:spPr>
            <a:xfrm>
              <a:off x="4288150" y="3379975"/>
              <a:ext cx="136700" cy="277450"/>
            </a:xfrm>
            <a:custGeom>
              <a:avLst/>
              <a:gdLst/>
              <a:ahLst/>
              <a:cxnLst/>
              <a:rect l="l" t="t" r="r" b="b"/>
              <a:pathLst>
                <a:path w="5468" h="11098" extrusionOk="0">
                  <a:moveTo>
                    <a:pt x="838" y="11097"/>
                  </a:moveTo>
                  <a:lnTo>
                    <a:pt x="2048" y="11097"/>
                  </a:lnTo>
                  <a:cubicBezTo>
                    <a:pt x="2513" y="11097"/>
                    <a:pt x="2909" y="10725"/>
                    <a:pt x="2909" y="10260"/>
                  </a:cubicBezTo>
                  <a:lnTo>
                    <a:pt x="2909" y="9678"/>
                  </a:lnTo>
                  <a:lnTo>
                    <a:pt x="3490" y="9678"/>
                  </a:lnTo>
                  <a:cubicBezTo>
                    <a:pt x="3956" y="9678"/>
                    <a:pt x="4328" y="9306"/>
                    <a:pt x="4328" y="8841"/>
                  </a:cubicBezTo>
                  <a:lnTo>
                    <a:pt x="4328" y="8538"/>
                  </a:lnTo>
                  <a:lnTo>
                    <a:pt x="3770" y="8538"/>
                  </a:lnTo>
                  <a:lnTo>
                    <a:pt x="3770" y="8841"/>
                  </a:lnTo>
                  <a:cubicBezTo>
                    <a:pt x="3770" y="9003"/>
                    <a:pt x="3653" y="9120"/>
                    <a:pt x="3490" y="9120"/>
                  </a:cubicBezTo>
                  <a:lnTo>
                    <a:pt x="1746" y="9120"/>
                  </a:lnTo>
                  <a:lnTo>
                    <a:pt x="1746" y="9678"/>
                  </a:lnTo>
                  <a:lnTo>
                    <a:pt x="2327" y="9678"/>
                  </a:lnTo>
                  <a:lnTo>
                    <a:pt x="2327" y="10260"/>
                  </a:lnTo>
                  <a:cubicBezTo>
                    <a:pt x="2327" y="10423"/>
                    <a:pt x="2211" y="10562"/>
                    <a:pt x="2048" y="10562"/>
                  </a:cubicBezTo>
                  <a:lnTo>
                    <a:pt x="815" y="10562"/>
                  </a:lnTo>
                  <a:cubicBezTo>
                    <a:pt x="652" y="10562"/>
                    <a:pt x="536" y="10423"/>
                    <a:pt x="536" y="10260"/>
                  </a:cubicBezTo>
                  <a:lnTo>
                    <a:pt x="536" y="6607"/>
                  </a:lnTo>
                  <a:lnTo>
                    <a:pt x="1234" y="6607"/>
                  </a:lnTo>
                  <a:cubicBezTo>
                    <a:pt x="1397" y="6607"/>
                    <a:pt x="1513" y="6724"/>
                    <a:pt x="1513" y="6886"/>
                  </a:cubicBezTo>
                  <a:lnTo>
                    <a:pt x="1513" y="7445"/>
                  </a:lnTo>
                  <a:lnTo>
                    <a:pt x="2071" y="7445"/>
                  </a:lnTo>
                  <a:lnTo>
                    <a:pt x="2071" y="6886"/>
                  </a:lnTo>
                  <a:cubicBezTo>
                    <a:pt x="2071" y="6421"/>
                    <a:pt x="1699" y="6049"/>
                    <a:pt x="1234" y="6049"/>
                  </a:cubicBezTo>
                  <a:lnTo>
                    <a:pt x="536" y="6049"/>
                  </a:lnTo>
                  <a:lnTo>
                    <a:pt x="536" y="3071"/>
                  </a:lnTo>
                  <a:cubicBezTo>
                    <a:pt x="629" y="3094"/>
                    <a:pt x="722" y="3118"/>
                    <a:pt x="838" y="3118"/>
                  </a:cubicBezTo>
                  <a:lnTo>
                    <a:pt x="1676" y="3118"/>
                  </a:lnTo>
                  <a:lnTo>
                    <a:pt x="1676" y="2559"/>
                  </a:lnTo>
                  <a:lnTo>
                    <a:pt x="838" y="2559"/>
                  </a:lnTo>
                  <a:cubicBezTo>
                    <a:pt x="675" y="2559"/>
                    <a:pt x="536" y="2420"/>
                    <a:pt x="536" y="2257"/>
                  </a:cubicBezTo>
                  <a:lnTo>
                    <a:pt x="536" y="838"/>
                  </a:lnTo>
                  <a:cubicBezTo>
                    <a:pt x="536" y="675"/>
                    <a:pt x="675" y="535"/>
                    <a:pt x="838" y="535"/>
                  </a:cubicBezTo>
                  <a:lnTo>
                    <a:pt x="2048" y="535"/>
                  </a:lnTo>
                  <a:cubicBezTo>
                    <a:pt x="2211" y="535"/>
                    <a:pt x="2350" y="675"/>
                    <a:pt x="2350" y="838"/>
                  </a:cubicBezTo>
                  <a:lnTo>
                    <a:pt x="2350" y="2815"/>
                  </a:lnTo>
                  <a:lnTo>
                    <a:pt x="2909" y="2815"/>
                  </a:lnTo>
                  <a:lnTo>
                    <a:pt x="2909" y="2257"/>
                  </a:lnTo>
                  <a:lnTo>
                    <a:pt x="3490" y="2257"/>
                  </a:lnTo>
                  <a:cubicBezTo>
                    <a:pt x="3653" y="2257"/>
                    <a:pt x="3793" y="2397"/>
                    <a:pt x="3793" y="2559"/>
                  </a:cubicBezTo>
                  <a:lnTo>
                    <a:pt x="3793" y="4002"/>
                  </a:lnTo>
                  <a:lnTo>
                    <a:pt x="2676" y="4002"/>
                  </a:lnTo>
                  <a:lnTo>
                    <a:pt x="2676" y="4560"/>
                  </a:lnTo>
                  <a:lnTo>
                    <a:pt x="4630" y="4560"/>
                  </a:lnTo>
                  <a:cubicBezTo>
                    <a:pt x="4793" y="4560"/>
                    <a:pt x="4909" y="4700"/>
                    <a:pt x="4909" y="4862"/>
                  </a:cubicBezTo>
                  <a:lnTo>
                    <a:pt x="4909" y="6537"/>
                  </a:lnTo>
                  <a:cubicBezTo>
                    <a:pt x="4909" y="6700"/>
                    <a:pt x="4793" y="6817"/>
                    <a:pt x="4630" y="6817"/>
                  </a:cubicBezTo>
                  <a:lnTo>
                    <a:pt x="3793" y="6817"/>
                  </a:lnTo>
                  <a:lnTo>
                    <a:pt x="3793" y="8003"/>
                  </a:lnTo>
                  <a:lnTo>
                    <a:pt x="4351" y="8003"/>
                  </a:lnTo>
                  <a:lnTo>
                    <a:pt x="4351" y="7375"/>
                  </a:lnTo>
                  <a:lnTo>
                    <a:pt x="4630" y="7375"/>
                  </a:lnTo>
                  <a:cubicBezTo>
                    <a:pt x="5096" y="7375"/>
                    <a:pt x="5468" y="7003"/>
                    <a:pt x="5468" y="6537"/>
                  </a:cubicBezTo>
                  <a:lnTo>
                    <a:pt x="5468" y="4862"/>
                  </a:lnTo>
                  <a:cubicBezTo>
                    <a:pt x="5468" y="4397"/>
                    <a:pt x="5096" y="4025"/>
                    <a:pt x="4630" y="4025"/>
                  </a:cubicBezTo>
                  <a:lnTo>
                    <a:pt x="4351" y="4025"/>
                  </a:lnTo>
                  <a:lnTo>
                    <a:pt x="4351" y="2559"/>
                  </a:lnTo>
                  <a:cubicBezTo>
                    <a:pt x="4351" y="2094"/>
                    <a:pt x="3979" y="1722"/>
                    <a:pt x="3514" y="1722"/>
                  </a:cubicBezTo>
                  <a:lnTo>
                    <a:pt x="2909" y="1722"/>
                  </a:lnTo>
                  <a:lnTo>
                    <a:pt x="2909" y="838"/>
                  </a:lnTo>
                  <a:cubicBezTo>
                    <a:pt x="2909" y="373"/>
                    <a:pt x="2537" y="0"/>
                    <a:pt x="2071" y="0"/>
                  </a:cubicBezTo>
                  <a:lnTo>
                    <a:pt x="838" y="0"/>
                  </a:lnTo>
                  <a:cubicBezTo>
                    <a:pt x="373" y="0"/>
                    <a:pt x="1" y="373"/>
                    <a:pt x="1" y="838"/>
                  </a:cubicBezTo>
                  <a:lnTo>
                    <a:pt x="1" y="10260"/>
                  </a:lnTo>
                  <a:cubicBezTo>
                    <a:pt x="1" y="10725"/>
                    <a:pt x="373" y="11097"/>
                    <a:pt x="838" y="11097"/>
                  </a:cubicBezTo>
                  <a:close/>
                  <a:moveTo>
                    <a:pt x="838" y="11097"/>
                  </a:move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75"/>
            <p:cNvSpPr/>
            <p:nvPr/>
          </p:nvSpPr>
          <p:spPr>
            <a:xfrm>
              <a:off x="4137525" y="3379975"/>
              <a:ext cx="137275" cy="277450"/>
            </a:xfrm>
            <a:custGeom>
              <a:avLst/>
              <a:gdLst/>
              <a:ahLst/>
              <a:cxnLst/>
              <a:rect l="l" t="t" r="r" b="b"/>
              <a:pathLst>
                <a:path w="5491" h="11098" extrusionOk="0">
                  <a:moveTo>
                    <a:pt x="861" y="7375"/>
                  </a:moveTo>
                  <a:lnTo>
                    <a:pt x="1140" y="7375"/>
                  </a:lnTo>
                  <a:lnTo>
                    <a:pt x="1140" y="8817"/>
                  </a:lnTo>
                  <a:cubicBezTo>
                    <a:pt x="1140" y="9283"/>
                    <a:pt x="1513" y="9655"/>
                    <a:pt x="1978" y="9655"/>
                  </a:cubicBezTo>
                  <a:lnTo>
                    <a:pt x="2583" y="9655"/>
                  </a:lnTo>
                  <a:lnTo>
                    <a:pt x="2583" y="10236"/>
                  </a:lnTo>
                  <a:cubicBezTo>
                    <a:pt x="2583" y="10702"/>
                    <a:pt x="2955" y="11097"/>
                    <a:pt x="3420" y="11097"/>
                  </a:cubicBezTo>
                  <a:lnTo>
                    <a:pt x="4630" y="11097"/>
                  </a:lnTo>
                  <a:cubicBezTo>
                    <a:pt x="5095" y="11097"/>
                    <a:pt x="5491" y="10702"/>
                    <a:pt x="5491" y="10236"/>
                  </a:cubicBezTo>
                  <a:lnTo>
                    <a:pt x="5491" y="838"/>
                  </a:lnTo>
                  <a:cubicBezTo>
                    <a:pt x="5491" y="373"/>
                    <a:pt x="5095" y="0"/>
                    <a:pt x="4630" y="0"/>
                  </a:cubicBezTo>
                  <a:lnTo>
                    <a:pt x="3420" y="0"/>
                  </a:lnTo>
                  <a:cubicBezTo>
                    <a:pt x="2955" y="0"/>
                    <a:pt x="2583" y="373"/>
                    <a:pt x="2583" y="838"/>
                  </a:cubicBezTo>
                  <a:lnTo>
                    <a:pt x="2583" y="1722"/>
                  </a:lnTo>
                  <a:lnTo>
                    <a:pt x="1978" y="1722"/>
                  </a:lnTo>
                  <a:cubicBezTo>
                    <a:pt x="1513" y="1722"/>
                    <a:pt x="1140" y="2094"/>
                    <a:pt x="1140" y="2559"/>
                  </a:cubicBezTo>
                  <a:lnTo>
                    <a:pt x="1140" y="4002"/>
                  </a:lnTo>
                  <a:lnTo>
                    <a:pt x="838" y="4002"/>
                  </a:lnTo>
                  <a:cubicBezTo>
                    <a:pt x="373" y="4002"/>
                    <a:pt x="0" y="4397"/>
                    <a:pt x="0" y="4862"/>
                  </a:cubicBezTo>
                  <a:lnTo>
                    <a:pt x="0" y="5398"/>
                  </a:lnTo>
                  <a:lnTo>
                    <a:pt x="559" y="5398"/>
                  </a:lnTo>
                  <a:lnTo>
                    <a:pt x="559" y="4862"/>
                  </a:lnTo>
                  <a:cubicBezTo>
                    <a:pt x="559" y="4700"/>
                    <a:pt x="675" y="4560"/>
                    <a:pt x="838" y="4560"/>
                  </a:cubicBezTo>
                  <a:lnTo>
                    <a:pt x="1699" y="4560"/>
                  </a:lnTo>
                  <a:lnTo>
                    <a:pt x="1699" y="2536"/>
                  </a:lnTo>
                  <a:cubicBezTo>
                    <a:pt x="1699" y="2373"/>
                    <a:pt x="1815" y="2234"/>
                    <a:pt x="1978" y="2234"/>
                  </a:cubicBezTo>
                  <a:lnTo>
                    <a:pt x="3723" y="2234"/>
                  </a:lnTo>
                  <a:lnTo>
                    <a:pt x="3723" y="1675"/>
                  </a:lnTo>
                  <a:lnTo>
                    <a:pt x="3118" y="1675"/>
                  </a:lnTo>
                  <a:lnTo>
                    <a:pt x="3118" y="815"/>
                  </a:lnTo>
                  <a:cubicBezTo>
                    <a:pt x="3118" y="652"/>
                    <a:pt x="3257" y="512"/>
                    <a:pt x="3420" y="512"/>
                  </a:cubicBezTo>
                  <a:lnTo>
                    <a:pt x="4630" y="512"/>
                  </a:lnTo>
                  <a:cubicBezTo>
                    <a:pt x="4793" y="512"/>
                    <a:pt x="4932" y="652"/>
                    <a:pt x="4932" y="815"/>
                  </a:cubicBezTo>
                  <a:lnTo>
                    <a:pt x="4932" y="4746"/>
                  </a:lnTo>
                  <a:lnTo>
                    <a:pt x="4234" y="4746"/>
                  </a:lnTo>
                  <a:cubicBezTo>
                    <a:pt x="4072" y="4746"/>
                    <a:pt x="3932" y="4630"/>
                    <a:pt x="3932" y="4467"/>
                  </a:cubicBezTo>
                  <a:lnTo>
                    <a:pt x="3932" y="3955"/>
                  </a:lnTo>
                  <a:lnTo>
                    <a:pt x="3374" y="3955"/>
                  </a:lnTo>
                  <a:lnTo>
                    <a:pt x="3374" y="4514"/>
                  </a:lnTo>
                  <a:cubicBezTo>
                    <a:pt x="3374" y="4979"/>
                    <a:pt x="3769" y="5351"/>
                    <a:pt x="4234" y="5351"/>
                  </a:cubicBezTo>
                  <a:lnTo>
                    <a:pt x="4932" y="5351"/>
                  </a:lnTo>
                  <a:lnTo>
                    <a:pt x="4932" y="8306"/>
                  </a:lnTo>
                  <a:cubicBezTo>
                    <a:pt x="4816" y="8282"/>
                    <a:pt x="4723" y="8259"/>
                    <a:pt x="4630" y="8259"/>
                  </a:cubicBezTo>
                  <a:lnTo>
                    <a:pt x="3792" y="8259"/>
                  </a:lnTo>
                  <a:lnTo>
                    <a:pt x="3792" y="8817"/>
                  </a:lnTo>
                  <a:lnTo>
                    <a:pt x="4630" y="8817"/>
                  </a:lnTo>
                  <a:cubicBezTo>
                    <a:pt x="4793" y="8817"/>
                    <a:pt x="4932" y="8957"/>
                    <a:pt x="4932" y="9120"/>
                  </a:cubicBezTo>
                  <a:lnTo>
                    <a:pt x="4932" y="10260"/>
                  </a:lnTo>
                  <a:cubicBezTo>
                    <a:pt x="4932" y="10423"/>
                    <a:pt x="4793" y="10562"/>
                    <a:pt x="4630" y="10562"/>
                  </a:cubicBezTo>
                  <a:lnTo>
                    <a:pt x="3420" y="10562"/>
                  </a:lnTo>
                  <a:cubicBezTo>
                    <a:pt x="3257" y="10562"/>
                    <a:pt x="3118" y="10423"/>
                    <a:pt x="3118" y="10260"/>
                  </a:cubicBezTo>
                  <a:lnTo>
                    <a:pt x="3118" y="8561"/>
                  </a:lnTo>
                  <a:lnTo>
                    <a:pt x="2559" y="8561"/>
                  </a:lnTo>
                  <a:lnTo>
                    <a:pt x="2559" y="9120"/>
                  </a:lnTo>
                  <a:lnTo>
                    <a:pt x="1978" y="9120"/>
                  </a:lnTo>
                  <a:cubicBezTo>
                    <a:pt x="1815" y="9120"/>
                    <a:pt x="1675" y="8980"/>
                    <a:pt x="1675" y="8817"/>
                  </a:cubicBezTo>
                  <a:lnTo>
                    <a:pt x="1675" y="7375"/>
                  </a:lnTo>
                  <a:lnTo>
                    <a:pt x="2792" y="7375"/>
                  </a:lnTo>
                  <a:lnTo>
                    <a:pt x="2792" y="6817"/>
                  </a:lnTo>
                  <a:lnTo>
                    <a:pt x="838" y="6817"/>
                  </a:lnTo>
                  <a:cubicBezTo>
                    <a:pt x="675" y="6817"/>
                    <a:pt x="559" y="6677"/>
                    <a:pt x="559" y="6514"/>
                  </a:cubicBezTo>
                  <a:lnTo>
                    <a:pt x="559" y="5956"/>
                  </a:lnTo>
                  <a:lnTo>
                    <a:pt x="0" y="5956"/>
                  </a:lnTo>
                  <a:lnTo>
                    <a:pt x="0" y="6514"/>
                  </a:lnTo>
                  <a:cubicBezTo>
                    <a:pt x="0" y="6979"/>
                    <a:pt x="373" y="7352"/>
                    <a:pt x="838" y="7352"/>
                  </a:cubicBezTo>
                  <a:close/>
                  <a:moveTo>
                    <a:pt x="861" y="7375"/>
                  </a:move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75"/>
            <p:cNvSpPr/>
            <p:nvPr/>
          </p:nvSpPr>
          <p:spPr>
            <a:xfrm>
              <a:off x="4326550" y="3580050"/>
              <a:ext cx="13975" cy="13975"/>
            </a:xfrm>
            <a:custGeom>
              <a:avLst/>
              <a:gdLst/>
              <a:ahLst/>
              <a:cxnLst/>
              <a:rect l="l" t="t" r="r" b="b"/>
              <a:pathLst>
                <a:path w="559" h="559" extrusionOk="0">
                  <a:moveTo>
                    <a:pt x="0" y="0"/>
                  </a:moveTo>
                  <a:lnTo>
                    <a:pt x="559" y="0"/>
                  </a:lnTo>
                  <a:lnTo>
                    <a:pt x="559" y="558"/>
                  </a:lnTo>
                  <a:lnTo>
                    <a:pt x="0" y="558"/>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75"/>
            <p:cNvSpPr/>
            <p:nvPr/>
          </p:nvSpPr>
          <p:spPr>
            <a:xfrm>
              <a:off x="4326550" y="3486975"/>
              <a:ext cx="41900" cy="35500"/>
            </a:xfrm>
            <a:custGeom>
              <a:avLst/>
              <a:gdLst/>
              <a:ahLst/>
              <a:cxnLst/>
              <a:rect l="l" t="t" r="r" b="b"/>
              <a:pathLst>
                <a:path w="1676" h="1420" extrusionOk="0">
                  <a:moveTo>
                    <a:pt x="0" y="24"/>
                  </a:moveTo>
                  <a:lnTo>
                    <a:pt x="0" y="582"/>
                  </a:lnTo>
                  <a:cubicBezTo>
                    <a:pt x="0" y="1024"/>
                    <a:pt x="372" y="1420"/>
                    <a:pt x="838" y="1420"/>
                  </a:cubicBezTo>
                  <a:lnTo>
                    <a:pt x="1675" y="1420"/>
                  </a:lnTo>
                  <a:lnTo>
                    <a:pt x="1675" y="862"/>
                  </a:lnTo>
                  <a:lnTo>
                    <a:pt x="838" y="862"/>
                  </a:lnTo>
                  <a:cubicBezTo>
                    <a:pt x="675" y="862"/>
                    <a:pt x="559" y="722"/>
                    <a:pt x="559" y="559"/>
                  </a:cubicBezTo>
                  <a:lnTo>
                    <a:pt x="559" y="1"/>
                  </a:lnTo>
                  <a:close/>
                  <a:moveTo>
                    <a:pt x="0" y="24"/>
                  </a:move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75"/>
            <p:cNvSpPr/>
            <p:nvPr/>
          </p:nvSpPr>
          <p:spPr>
            <a:xfrm>
              <a:off x="4193950" y="3522450"/>
              <a:ext cx="41900" cy="34925"/>
            </a:xfrm>
            <a:custGeom>
              <a:avLst/>
              <a:gdLst/>
              <a:ahLst/>
              <a:cxnLst/>
              <a:rect l="l" t="t" r="r" b="b"/>
              <a:pathLst>
                <a:path w="1676" h="1397" extrusionOk="0">
                  <a:moveTo>
                    <a:pt x="1675" y="1397"/>
                  </a:moveTo>
                  <a:lnTo>
                    <a:pt x="1675" y="838"/>
                  </a:lnTo>
                  <a:cubicBezTo>
                    <a:pt x="1675" y="373"/>
                    <a:pt x="1303" y="1"/>
                    <a:pt x="838" y="1"/>
                  </a:cubicBezTo>
                  <a:lnTo>
                    <a:pt x="0" y="1"/>
                  </a:lnTo>
                  <a:lnTo>
                    <a:pt x="0" y="559"/>
                  </a:lnTo>
                  <a:lnTo>
                    <a:pt x="838" y="559"/>
                  </a:lnTo>
                  <a:cubicBezTo>
                    <a:pt x="1000" y="559"/>
                    <a:pt x="1117" y="676"/>
                    <a:pt x="1117" y="838"/>
                  </a:cubicBezTo>
                  <a:lnTo>
                    <a:pt x="1117" y="1397"/>
                  </a:lnTo>
                  <a:close/>
                  <a:moveTo>
                    <a:pt x="1675" y="1397"/>
                  </a:move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75"/>
            <p:cNvSpPr/>
            <p:nvPr/>
          </p:nvSpPr>
          <p:spPr>
            <a:xfrm>
              <a:off x="4221850" y="3450925"/>
              <a:ext cx="14000" cy="13975"/>
            </a:xfrm>
            <a:custGeom>
              <a:avLst/>
              <a:gdLst/>
              <a:ahLst/>
              <a:cxnLst/>
              <a:rect l="l" t="t" r="r" b="b"/>
              <a:pathLst>
                <a:path w="560" h="559" extrusionOk="0">
                  <a:moveTo>
                    <a:pt x="1" y="1"/>
                  </a:moveTo>
                  <a:lnTo>
                    <a:pt x="559" y="1"/>
                  </a:lnTo>
                  <a:lnTo>
                    <a:pt x="559" y="559"/>
                  </a:lnTo>
                  <a:lnTo>
                    <a:pt x="1" y="559"/>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6" name="Google Shape;2076;p75"/>
          <p:cNvGrpSpPr/>
          <p:nvPr/>
        </p:nvGrpSpPr>
        <p:grpSpPr>
          <a:xfrm>
            <a:off x="5463517" y="3194627"/>
            <a:ext cx="448166" cy="329576"/>
            <a:chOff x="4703425" y="3443375"/>
            <a:chExt cx="476925" cy="350725"/>
          </a:xfrm>
        </p:grpSpPr>
        <p:sp>
          <p:nvSpPr>
            <p:cNvPr id="2077" name="Google Shape;2077;p75"/>
            <p:cNvSpPr/>
            <p:nvPr/>
          </p:nvSpPr>
          <p:spPr>
            <a:xfrm>
              <a:off x="4724350" y="3478850"/>
              <a:ext cx="435075" cy="279775"/>
            </a:xfrm>
            <a:custGeom>
              <a:avLst/>
              <a:gdLst/>
              <a:ahLst/>
              <a:cxnLst/>
              <a:rect l="l" t="t" r="r" b="b"/>
              <a:pathLst>
                <a:path w="17403" h="11191" extrusionOk="0">
                  <a:moveTo>
                    <a:pt x="17402" y="11190"/>
                  </a:moveTo>
                  <a:lnTo>
                    <a:pt x="2769" y="11190"/>
                  </a:lnTo>
                  <a:lnTo>
                    <a:pt x="2769" y="8957"/>
                  </a:lnTo>
                  <a:lnTo>
                    <a:pt x="17402" y="8957"/>
                  </a:lnTo>
                  <a:close/>
                  <a:moveTo>
                    <a:pt x="1" y="6723"/>
                  </a:moveTo>
                  <a:lnTo>
                    <a:pt x="14610" y="6723"/>
                  </a:lnTo>
                  <a:lnTo>
                    <a:pt x="14610" y="4490"/>
                  </a:lnTo>
                  <a:lnTo>
                    <a:pt x="1" y="4490"/>
                  </a:lnTo>
                  <a:close/>
                  <a:moveTo>
                    <a:pt x="5026" y="2234"/>
                  </a:moveTo>
                  <a:lnTo>
                    <a:pt x="17402" y="2234"/>
                  </a:lnTo>
                  <a:lnTo>
                    <a:pt x="17402" y="0"/>
                  </a:lnTo>
                  <a:lnTo>
                    <a:pt x="2769" y="0"/>
                  </a:lnTo>
                  <a:lnTo>
                    <a:pt x="2769" y="2234"/>
                  </a:lnTo>
                  <a:lnTo>
                    <a:pt x="3909" y="2234"/>
                  </a:lnTo>
                  <a:lnTo>
                    <a:pt x="3909" y="1117"/>
                  </a:lnTo>
                  <a:lnTo>
                    <a:pt x="5026" y="1117"/>
                  </a:lnTo>
                  <a:close/>
                  <a:moveTo>
                    <a:pt x="5026" y="2234"/>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75"/>
            <p:cNvSpPr/>
            <p:nvPr/>
          </p:nvSpPr>
          <p:spPr>
            <a:xfrm>
              <a:off x="4766225" y="3450925"/>
              <a:ext cx="407150" cy="111700"/>
            </a:xfrm>
            <a:custGeom>
              <a:avLst/>
              <a:gdLst/>
              <a:ahLst/>
              <a:cxnLst/>
              <a:rect l="l" t="t" r="r" b="b"/>
              <a:pathLst>
                <a:path w="16286" h="4468" extrusionOk="0">
                  <a:moveTo>
                    <a:pt x="559" y="4467"/>
                  </a:moveTo>
                  <a:lnTo>
                    <a:pt x="2234" y="4467"/>
                  </a:lnTo>
                  <a:lnTo>
                    <a:pt x="2234" y="3351"/>
                  </a:lnTo>
                  <a:lnTo>
                    <a:pt x="1094" y="3351"/>
                  </a:lnTo>
                  <a:lnTo>
                    <a:pt x="1094" y="1117"/>
                  </a:lnTo>
                  <a:lnTo>
                    <a:pt x="16285" y="1117"/>
                  </a:lnTo>
                  <a:lnTo>
                    <a:pt x="16285" y="1"/>
                  </a:lnTo>
                  <a:lnTo>
                    <a:pt x="559" y="1"/>
                  </a:lnTo>
                  <a:cubicBezTo>
                    <a:pt x="257" y="1"/>
                    <a:pt x="1" y="256"/>
                    <a:pt x="1" y="559"/>
                  </a:cubicBezTo>
                  <a:lnTo>
                    <a:pt x="1" y="3909"/>
                  </a:lnTo>
                  <a:cubicBezTo>
                    <a:pt x="1" y="4211"/>
                    <a:pt x="257" y="4467"/>
                    <a:pt x="559" y="4467"/>
                  </a:cubicBezTo>
                  <a:close/>
                  <a:moveTo>
                    <a:pt x="3351" y="4467"/>
                  </a:moveTo>
                  <a:lnTo>
                    <a:pt x="3351" y="3351"/>
                  </a:lnTo>
                  <a:lnTo>
                    <a:pt x="16285" y="3351"/>
                  </a:lnTo>
                  <a:lnTo>
                    <a:pt x="16285" y="4467"/>
                  </a:lnTo>
                  <a:close/>
                  <a:moveTo>
                    <a:pt x="3351" y="4467"/>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75"/>
            <p:cNvSpPr/>
            <p:nvPr/>
          </p:nvSpPr>
          <p:spPr>
            <a:xfrm>
              <a:off x="4710400" y="3562600"/>
              <a:ext cx="407150" cy="112275"/>
            </a:xfrm>
            <a:custGeom>
              <a:avLst/>
              <a:gdLst/>
              <a:ahLst/>
              <a:cxnLst/>
              <a:rect l="l" t="t" r="r" b="b"/>
              <a:pathLst>
                <a:path w="16286" h="4491" extrusionOk="0">
                  <a:moveTo>
                    <a:pt x="0" y="4490"/>
                  </a:moveTo>
                  <a:lnTo>
                    <a:pt x="15727" y="4490"/>
                  </a:lnTo>
                  <a:cubicBezTo>
                    <a:pt x="16029" y="4490"/>
                    <a:pt x="16285" y="4234"/>
                    <a:pt x="16285" y="3932"/>
                  </a:cubicBezTo>
                  <a:lnTo>
                    <a:pt x="16285" y="559"/>
                  </a:lnTo>
                  <a:cubicBezTo>
                    <a:pt x="16285" y="256"/>
                    <a:pt x="16029" y="0"/>
                    <a:pt x="15727" y="0"/>
                  </a:cubicBezTo>
                  <a:lnTo>
                    <a:pt x="0" y="0"/>
                  </a:lnTo>
                  <a:lnTo>
                    <a:pt x="0" y="1140"/>
                  </a:lnTo>
                  <a:lnTo>
                    <a:pt x="15168" y="1140"/>
                  </a:lnTo>
                  <a:lnTo>
                    <a:pt x="15168" y="3373"/>
                  </a:lnTo>
                  <a:lnTo>
                    <a:pt x="0" y="3373"/>
                  </a:lnTo>
                  <a:close/>
                  <a:moveTo>
                    <a:pt x="0" y="4490"/>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75"/>
            <p:cNvSpPr/>
            <p:nvPr/>
          </p:nvSpPr>
          <p:spPr>
            <a:xfrm>
              <a:off x="4766225" y="3674850"/>
              <a:ext cx="407150" cy="111675"/>
            </a:xfrm>
            <a:custGeom>
              <a:avLst/>
              <a:gdLst/>
              <a:ahLst/>
              <a:cxnLst/>
              <a:rect l="l" t="t" r="r" b="b"/>
              <a:pathLst>
                <a:path w="16286" h="4467" extrusionOk="0">
                  <a:moveTo>
                    <a:pt x="16285" y="4467"/>
                  </a:moveTo>
                  <a:lnTo>
                    <a:pt x="559" y="4467"/>
                  </a:lnTo>
                  <a:cubicBezTo>
                    <a:pt x="257" y="4467"/>
                    <a:pt x="1" y="4211"/>
                    <a:pt x="1" y="3908"/>
                  </a:cubicBezTo>
                  <a:lnTo>
                    <a:pt x="1" y="558"/>
                  </a:lnTo>
                  <a:cubicBezTo>
                    <a:pt x="1" y="256"/>
                    <a:pt x="257" y="0"/>
                    <a:pt x="559" y="0"/>
                  </a:cubicBezTo>
                  <a:lnTo>
                    <a:pt x="16285" y="0"/>
                  </a:lnTo>
                  <a:lnTo>
                    <a:pt x="16285" y="1117"/>
                  </a:lnTo>
                  <a:lnTo>
                    <a:pt x="1094" y="1117"/>
                  </a:lnTo>
                  <a:lnTo>
                    <a:pt x="1094" y="3350"/>
                  </a:lnTo>
                  <a:lnTo>
                    <a:pt x="16285" y="3350"/>
                  </a:lnTo>
                  <a:close/>
                  <a:moveTo>
                    <a:pt x="16285" y="4467"/>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75"/>
            <p:cNvSpPr/>
            <p:nvPr/>
          </p:nvSpPr>
          <p:spPr>
            <a:xfrm>
              <a:off x="4710400" y="3562600"/>
              <a:ext cx="13975" cy="112275"/>
            </a:xfrm>
            <a:custGeom>
              <a:avLst/>
              <a:gdLst/>
              <a:ahLst/>
              <a:cxnLst/>
              <a:rect l="l" t="t" r="r" b="b"/>
              <a:pathLst>
                <a:path w="559" h="4491" extrusionOk="0">
                  <a:moveTo>
                    <a:pt x="0" y="4490"/>
                  </a:moveTo>
                  <a:lnTo>
                    <a:pt x="559" y="4490"/>
                  </a:lnTo>
                  <a:lnTo>
                    <a:pt x="559" y="3373"/>
                  </a:lnTo>
                  <a:lnTo>
                    <a:pt x="0" y="3373"/>
                  </a:lnTo>
                  <a:close/>
                  <a:moveTo>
                    <a:pt x="559" y="0"/>
                  </a:moveTo>
                  <a:lnTo>
                    <a:pt x="0" y="0"/>
                  </a:lnTo>
                  <a:lnTo>
                    <a:pt x="0" y="1140"/>
                  </a:lnTo>
                  <a:lnTo>
                    <a:pt x="559" y="1140"/>
                  </a:lnTo>
                  <a:close/>
                  <a:moveTo>
                    <a:pt x="559" y="0"/>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75"/>
            <p:cNvSpPr/>
            <p:nvPr/>
          </p:nvSpPr>
          <p:spPr>
            <a:xfrm>
              <a:off x="4724350" y="3478850"/>
              <a:ext cx="139600" cy="279775"/>
            </a:xfrm>
            <a:custGeom>
              <a:avLst/>
              <a:gdLst/>
              <a:ahLst/>
              <a:cxnLst/>
              <a:rect l="l" t="t" r="r" b="b"/>
              <a:pathLst>
                <a:path w="5584" h="11191" extrusionOk="0">
                  <a:moveTo>
                    <a:pt x="5584" y="1117"/>
                  </a:moveTo>
                  <a:lnTo>
                    <a:pt x="5584" y="2234"/>
                  </a:lnTo>
                  <a:lnTo>
                    <a:pt x="5026" y="2234"/>
                  </a:lnTo>
                  <a:lnTo>
                    <a:pt x="5026" y="1117"/>
                  </a:lnTo>
                  <a:close/>
                  <a:moveTo>
                    <a:pt x="3351" y="2234"/>
                  </a:moveTo>
                  <a:lnTo>
                    <a:pt x="2769" y="2234"/>
                  </a:lnTo>
                  <a:lnTo>
                    <a:pt x="2769" y="0"/>
                  </a:lnTo>
                  <a:lnTo>
                    <a:pt x="3351" y="0"/>
                  </a:lnTo>
                  <a:close/>
                  <a:moveTo>
                    <a:pt x="3351" y="11190"/>
                  </a:moveTo>
                  <a:lnTo>
                    <a:pt x="2769" y="11190"/>
                  </a:lnTo>
                  <a:lnTo>
                    <a:pt x="2769" y="8957"/>
                  </a:lnTo>
                  <a:lnTo>
                    <a:pt x="3351" y="8957"/>
                  </a:lnTo>
                  <a:close/>
                  <a:moveTo>
                    <a:pt x="1" y="6723"/>
                  </a:moveTo>
                  <a:lnTo>
                    <a:pt x="559" y="6723"/>
                  </a:lnTo>
                  <a:lnTo>
                    <a:pt x="559" y="4490"/>
                  </a:lnTo>
                  <a:lnTo>
                    <a:pt x="1" y="4490"/>
                  </a:lnTo>
                  <a:close/>
                  <a:moveTo>
                    <a:pt x="1" y="6723"/>
                  </a:moveTo>
                  <a:close/>
                </a:path>
              </a:pathLst>
            </a:custGeom>
            <a:solidFill>
              <a:srgbClr val="B0C5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75"/>
            <p:cNvSpPr/>
            <p:nvPr/>
          </p:nvSpPr>
          <p:spPr>
            <a:xfrm>
              <a:off x="4765650" y="3450925"/>
              <a:ext cx="98300" cy="111700"/>
            </a:xfrm>
            <a:custGeom>
              <a:avLst/>
              <a:gdLst/>
              <a:ahLst/>
              <a:cxnLst/>
              <a:rect l="l" t="t" r="r" b="b"/>
              <a:pathLst>
                <a:path w="3932" h="4468" extrusionOk="0">
                  <a:moveTo>
                    <a:pt x="582" y="4467"/>
                  </a:moveTo>
                  <a:lnTo>
                    <a:pt x="1117" y="4467"/>
                  </a:lnTo>
                  <a:cubicBezTo>
                    <a:pt x="815" y="4467"/>
                    <a:pt x="559" y="4235"/>
                    <a:pt x="559" y="3909"/>
                  </a:cubicBezTo>
                  <a:lnTo>
                    <a:pt x="559" y="559"/>
                  </a:lnTo>
                  <a:cubicBezTo>
                    <a:pt x="559" y="256"/>
                    <a:pt x="815" y="1"/>
                    <a:pt x="1117" y="1"/>
                  </a:cubicBezTo>
                  <a:lnTo>
                    <a:pt x="559" y="1"/>
                  </a:lnTo>
                  <a:cubicBezTo>
                    <a:pt x="256" y="1"/>
                    <a:pt x="0" y="256"/>
                    <a:pt x="0" y="559"/>
                  </a:cubicBezTo>
                  <a:lnTo>
                    <a:pt x="0" y="3909"/>
                  </a:lnTo>
                  <a:cubicBezTo>
                    <a:pt x="0" y="4211"/>
                    <a:pt x="256" y="4467"/>
                    <a:pt x="559" y="4467"/>
                  </a:cubicBezTo>
                  <a:close/>
                  <a:moveTo>
                    <a:pt x="3932" y="3351"/>
                  </a:moveTo>
                  <a:lnTo>
                    <a:pt x="3932" y="4467"/>
                  </a:lnTo>
                  <a:lnTo>
                    <a:pt x="3374" y="4467"/>
                  </a:lnTo>
                  <a:lnTo>
                    <a:pt x="3374" y="3351"/>
                  </a:lnTo>
                  <a:close/>
                  <a:moveTo>
                    <a:pt x="3932" y="3351"/>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75"/>
            <p:cNvSpPr/>
            <p:nvPr/>
          </p:nvSpPr>
          <p:spPr>
            <a:xfrm>
              <a:off x="4765650" y="3674850"/>
              <a:ext cx="27950" cy="111675"/>
            </a:xfrm>
            <a:custGeom>
              <a:avLst/>
              <a:gdLst/>
              <a:ahLst/>
              <a:cxnLst/>
              <a:rect l="l" t="t" r="r" b="b"/>
              <a:pathLst>
                <a:path w="1118" h="4467" extrusionOk="0">
                  <a:moveTo>
                    <a:pt x="1117" y="4467"/>
                  </a:moveTo>
                  <a:lnTo>
                    <a:pt x="559" y="4467"/>
                  </a:lnTo>
                  <a:cubicBezTo>
                    <a:pt x="256" y="4467"/>
                    <a:pt x="0" y="4211"/>
                    <a:pt x="0" y="3908"/>
                  </a:cubicBezTo>
                  <a:lnTo>
                    <a:pt x="0" y="558"/>
                  </a:lnTo>
                  <a:cubicBezTo>
                    <a:pt x="0" y="256"/>
                    <a:pt x="256" y="0"/>
                    <a:pt x="559" y="0"/>
                  </a:cubicBezTo>
                  <a:lnTo>
                    <a:pt x="1117" y="0"/>
                  </a:lnTo>
                  <a:cubicBezTo>
                    <a:pt x="815" y="0"/>
                    <a:pt x="559" y="256"/>
                    <a:pt x="559" y="558"/>
                  </a:cubicBezTo>
                  <a:lnTo>
                    <a:pt x="559" y="3908"/>
                  </a:lnTo>
                  <a:cubicBezTo>
                    <a:pt x="559" y="4211"/>
                    <a:pt x="815" y="4467"/>
                    <a:pt x="1117" y="4467"/>
                  </a:cubicBezTo>
                  <a:close/>
                  <a:moveTo>
                    <a:pt x="1117" y="4467"/>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75"/>
            <p:cNvSpPr/>
            <p:nvPr/>
          </p:nvSpPr>
          <p:spPr>
            <a:xfrm>
              <a:off x="4822050" y="3506750"/>
              <a:ext cx="27950" cy="55875"/>
            </a:xfrm>
            <a:custGeom>
              <a:avLst/>
              <a:gdLst/>
              <a:ahLst/>
              <a:cxnLst/>
              <a:rect l="l" t="t" r="r" b="b"/>
              <a:pathLst>
                <a:path w="1118" h="2235" extrusionOk="0">
                  <a:moveTo>
                    <a:pt x="1" y="1"/>
                  </a:moveTo>
                  <a:lnTo>
                    <a:pt x="1" y="2234"/>
                  </a:lnTo>
                  <a:lnTo>
                    <a:pt x="1118" y="2234"/>
                  </a:lnTo>
                  <a:lnTo>
                    <a:pt x="11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75"/>
            <p:cNvSpPr/>
            <p:nvPr/>
          </p:nvSpPr>
          <p:spPr>
            <a:xfrm>
              <a:off x="4822050" y="3506750"/>
              <a:ext cx="14000" cy="55875"/>
            </a:xfrm>
            <a:custGeom>
              <a:avLst/>
              <a:gdLst/>
              <a:ahLst/>
              <a:cxnLst/>
              <a:rect l="l" t="t" r="r" b="b"/>
              <a:pathLst>
                <a:path w="560" h="2235" extrusionOk="0">
                  <a:moveTo>
                    <a:pt x="1" y="1"/>
                  </a:moveTo>
                  <a:lnTo>
                    <a:pt x="1" y="2234"/>
                  </a:lnTo>
                  <a:lnTo>
                    <a:pt x="559" y="2234"/>
                  </a:lnTo>
                  <a:lnTo>
                    <a:pt x="55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75"/>
            <p:cNvSpPr/>
            <p:nvPr/>
          </p:nvSpPr>
          <p:spPr>
            <a:xfrm>
              <a:off x="4745300" y="3499775"/>
              <a:ext cx="393175" cy="237900"/>
            </a:xfrm>
            <a:custGeom>
              <a:avLst/>
              <a:gdLst/>
              <a:ahLst/>
              <a:cxnLst/>
              <a:rect l="l" t="t" r="r" b="b"/>
              <a:pathLst>
                <a:path w="15727" h="9516" extrusionOk="0">
                  <a:moveTo>
                    <a:pt x="15168" y="1"/>
                  </a:moveTo>
                  <a:lnTo>
                    <a:pt x="15168" y="559"/>
                  </a:lnTo>
                  <a:lnTo>
                    <a:pt x="15727" y="559"/>
                  </a:lnTo>
                  <a:lnTo>
                    <a:pt x="15727" y="1"/>
                  </a:lnTo>
                  <a:close/>
                  <a:moveTo>
                    <a:pt x="0" y="4491"/>
                  </a:moveTo>
                  <a:lnTo>
                    <a:pt x="0" y="5049"/>
                  </a:lnTo>
                  <a:lnTo>
                    <a:pt x="558" y="5049"/>
                  </a:lnTo>
                  <a:lnTo>
                    <a:pt x="558" y="4491"/>
                  </a:lnTo>
                  <a:close/>
                  <a:moveTo>
                    <a:pt x="15168" y="8957"/>
                  </a:moveTo>
                  <a:lnTo>
                    <a:pt x="15168" y="9516"/>
                  </a:lnTo>
                  <a:lnTo>
                    <a:pt x="15727" y="9516"/>
                  </a:lnTo>
                  <a:lnTo>
                    <a:pt x="15727" y="8957"/>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75"/>
            <p:cNvSpPr/>
            <p:nvPr/>
          </p:nvSpPr>
          <p:spPr>
            <a:xfrm>
              <a:off x="4703425" y="3443375"/>
              <a:ext cx="476925" cy="350725"/>
            </a:xfrm>
            <a:custGeom>
              <a:avLst/>
              <a:gdLst/>
              <a:ahLst/>
              <a:cxnLst/>
              <a:rect l="l" t="t" r="r" b="b"/>
              <a:pathLst>
                <a:path w="19077" h="14029" extrusionOk="0">
                  <a:moveTo>
                    <a:pt x="4467" y="2815"/>
                  </a:moveTo>
                  <a:lnTo>
                    <a:pt x="4467" y="3373"/>
                  </a:lnTo>
                  <a:lnTo>
                    <a:pt x="3908" y="3373"/>
                  </a:lnTo>
                  <a:lnTo>
                    <a:pt x="3908" y="2815"/>
                  </a:lnTo>
                  <a:close/>
                  <a:moveTo>
                    <a:pt x="17960" y="1698"/>
                  </a:moveTo>
                  <a:lnTo>
                    <a:pt x="17960" y="3373"/>
                  </a:lnTo>
                  <a:lnTo>
                    <a:pt x="6142" y="3373"/>
                  </a:lnTo>
                  <a:lnTo>
                    <a:pt x="6142" y="2815"/>
                  </a:lnTo>
                  <a:lnTo>
                    <a:pt x="16285" y="2815"/>
                  </a:lnTo>
                  <a:lnTo>
                    <a:pt x="16285" y="2257"/>
                  </a:lnTo>
                  <a:lnTo>
                    <a:pt x="3908" y="2257"/>
                  </a:lnTo>
                  <a:lnTo>
                    <a:pt x="3908" y="1698"/>
                  </a:lnTo>
                  <a:close/>
                  <a:moveTo>
                    <a:pt x="5583" y="2815"/>
                  </a:moveTo>
                  <a:lnTo>
                    <a:pt x="5583" y="4490"/>
                  </a:lnTo>
                  <a:lnTo>
                    <a:pt x="5025" y="4490"/>
                  </a:lnTo>
                  <a:lnTo>
                    <a:pt x="5025" y="2815"/>
                  </a:lnTo>
                  <a:close/>
                  <a:moveTo>
                    <a:pt x="15168" y="6188"/>
                  </a:moveTo>
                  <a:lnTo>
                    <a:pt x="15168" y="6747"/>
                  </a:lnTo>
                  <a:lnTo>
                    <a:pt x="2792" y="6747"/>
                  </a:lnTo>
                  <a:lnTo>
                    <a:pt x="2792" y="7305"/>
                  </a:lnTo>
                  <a:lnTo>
                    <a:pt x="15168" y="7305"/>
                  </a:lnTo>
                  <a:lnTo>
                    <a:pt x="15168" y="7863"/>
                  </a:lnTo>
                  <a:lnTo>
                    <a:pt x="1117" y="7863"/>
                  </a:lnTo>
                  <a:lnTo>
                    <a:pt x="1117" y="6188"/>
                  </a:lnTo>
                  <a:close/>
                  <a:moveTo>
                    <a:pt x="18518" y="3932"/>
                  </a:moveTo>
                  <a:lnTo>
                    <a:pt x="18518" y="4490"/>
                  </a:lnTo>
                  <a:lnTo>
                    <a:pt x="14331" y="4490"/>
                  </a:lnTo>
                  <a:lnTo>
                    <a:pt x="14331" y="5048"/>
                  </a:lnTo>
                  <a:lnTo>
                    <a:pt x="16006" y="5048"/>
                  </a:lnTo>
                  <a:cubicBezTo>
                    <a:pt x="16169" y="5048"/>
                    <a:pt x="16308" y="5188"/>
                    <a:pt x="16308" y="5351"/>
                  </a:cubicBezTo>
                  <a:lnTo>
                    <a:pt x="16308" y="8677"/>
                  </a:lnTo>
                  <a:cubicBezTo>
                    <a:pt x="16308" y="8840"/>
                    <a:pt x="16169" y="8980"/>
                    <a:pt x="16006" y="8980"/>
                  </a:cubicBezTo>
                  <a:lnTo>
                    <a:pt x="558" y="8980"/>
                  </a:lnTo>
                  <a:lnTo>
                    <a:pt x="558" y="8422"/>
                  </a:lnTo>
                  <a:lnTo>
                    <a:pt x="15727" y="8422"/>
                  </a:lnTo>
                  <a:lnTo>
                    <a:pt x="15727" y="5630"/>
                  </a:lnTo>
                  <a:lnTo>
                    <a:pt x="558" y="5630"/>
                  </a:lnTo>
                  <a:lnTo>
                    <a:pt x="558" y="5072"/>
                  </a:lnTo>
                  <a:lnTo>
                    <a:pt x="13772" y="5072"/>
                  </a:lnTo>
                  <a:lnTo>
                    <a:pt x="13772" y="4490"/>
                  </a:lnTo>
                  <a:lnTo>
                    <a:pt x="6142" y="4490"/>
                  </a:lnTo>
                  <a:lnTo>
                    <a:pt x="6142" y="3932"/>
                  </a:lnTo>
                  <a:close/>
                  <a:moveTo>
                    <a:pt x="17960" y="10655"/>
                  </a:moveTo>
                  <a:lnTo>
                    <a:pt x="17960" y="12330"/>
                  </a:lnTo>
                  <a:lnTo>
                    <a:pt x="3908" y="12330"/>
                  </a:lnTo>
                  <a:lnTo>
                    <a:pt x="3908" y="11772"/>
                  </a:lnTo>
                  <a:lnTo>
                    <a:pt x="16285" y="11772"/>
                  </a:lnTo>
                  <a:lnTo>
                    <a:pt x="16285" y="11213"/>
                  </a:lnTo>
                  <a:lnTo>
                    <a:pt x="3908" y="11213"/>
                  </a:lnTo>
                  <a:lnTo>
                    <a:pt x="3908" y="10655"/>
                  </a:lnTo>
                  <a:close/>
                  <a:moveTo>
                    <a:pt x="3071" y="0"/>
                  </a:moveTo>
                  <a:cubicBezTo>
                    <a:pt x="2606" y="23"/>
                    <a:pt x="2233" y="396"/>
                    <a:pt x="2233" y="861"/>
                  </a:cubicBezTo>
                  <a:lnTo>
                    <a:pt x="2233" y="4211"/>
                  </a:lnTo>
                  <a:cubicBezTo>
                    <a:pt x="2233" y="4304"/>
                    <a:pt x="2233" y="4397"/>
                    <a:pt x="2280" y="4490"/>
                  </a:cubicBezTo>
                  <a:lnTo>
                    <a:pt x="0" y="4490"/>
                  </a:lnTo>
                  <a:lnTo>
                    <a:pt x="0" y="6165"/>
                  </a:lnTo>
                  <a:lnTo>
                    <a:pt x="558" y="6165"/>
                  </a:lnTo>
                  <a:lnTo>
                    <a:pt x="558" y="7863"/>
                  </a:lnTo>
                  <a:lnTo>
                    <a:pt x="0" y="7863"/>
                  </a:lnTo>
                  <a:lnTo>
                    <a:pt x="0" y="9538"/>
                  </a:lnTo>
                  <a:lnTo>
                    <a:pt x="2280" y="9538"/>
                  </a:lnTo>
                  <a:cubicBezTo>
                    <a:pt x="2233" y="9631"/>
                    <a:pt x="2233" y="9724"/>
                    <a:pt x="2233" y="9817"/>
                  </a:cubicBezTo>
                  <a:lnTo>
                    <a:pt x="2233" y="13167"/>
                  </a:lnTo>
                  <a:cubicBezTo>
                    <a:pt x="2233" y="13633"/>
                    <a:pt x="2606" y="14028"/>
                    <a:pt x="3071" y="14028"/>
                  </a:cubicBezTo>
                  <a:lnTo>
                    <a:pt x="16285" y="14028"/>
                  </a:lnTo>
                  <a:lnTo>
                    <a:pt x="16285" y="13470"/>
                  </a:lnTo>
                  <a:lnTo>
                    <a:pt x="3071" y="13470"/>
                  </a:lnTo>
                  <a:cubicBezTo>
                    <a:pt x="2908" y="13470"/>
                    <a:pt x="2769" y="13330"/>
                    <a:pt x="2769" y="13167"/>
                  </a:cubicBezTo>
                  <a:lnTo>
                    <a:pt x="2769" y="9817"/>
                  </a:lnTo>
                  <a:cubicBezTo>
                    <a:pt x="2769" y="9655"/>
                    <a:pt x="2908" y="9515"/>
                    <a:pt x="3071" y="9515"/>
                  </a:cubicBezTo>
                  <a:lnTo>
                    <a:pt x="18518" y="9515"/>
                  </a:lnTo>
                  <a:lnTo>
                    <a:pt x="18518" y="10073"/>
                  </a:lnTo>
                  <a:lnTo>
                    <a:pt x="3350" y="10073"/>
                  </a:lnTo>
                  <a:lnTo>
                    <a:pt x="3350" y="12888"/>
                  </a:lnTo>
                  <a:lnTo>
                    <a:pt x="18518" y="12888"/>
                  </a:lnTo>
                  <a:lnTo>
                    <a:pt x="18518" y="13447"/>
                  </a:lnTo>
                  <a:lnTo>
                    <a:pt x="16843" y="13447"/>
                  </a:lnTo>
                  <a:lnTo>
                    <a:pt x="16843" y="14005"/>
                  </a:lnTo>
                  <a:lnTo>
                    <a:pt x="19077" y="14005"/>
                  </a:lnTo>
                  <a:lnTo>
                    <a:pt x="19077" y="12307"/>
                  </a:lnTo>
                  <a:lnTo>
                    <a:pt x="18518" y="12307"/>
                  </a:lnTo>
                  <a:lnTo>
                    <a:pt x="18518" y="10632"/>
                  </a:lnTo>
                  <a:lnTo>
                    <a:pt x="19077" y="10632"/>
                  </a:lnTo>
                  <a:lnTo>
                    <a:pt x="19077" y="8980"/>
                  </a:lnTo>
                  <a:lnTo>
                    <a:pt x="16797" y="8980"/>
                  </a:lnTo>
                  <a:cubicBezTo>
                    <a:pt x="16820" y="8887"/>
                    <a:pt x="16843" y="8794"/>
                    <a:pt x="16843" y="8677"/>
                  </a:cubicBezTo>
                  <a:lnTo>
                    <a:pt x="16843" y="5328"/>
                  </a:lnTo>
                  <a:cubicBezTo>
                    <a:pt x="16843" y="5234"/>
                    <a:pt x="16820" y="5141"/>
                    <a:pt x="16797" y="5048"/>
                  </a:cubicBezTo>
                  <a:lnTo>
                    <a:pt x="19077" y="5048"/>
                  </a:lnTo>
                  <a:lnTo>
                    <a:pt x="19077" y="3373"/>
                  </a:lnTo>
                  <a:lnTo>
                    <a:pt x="18518" y="3373"/>
                  </a:lnTo>
                  <a:lnTo>
                    <a:pt x="18518" y="1698"/>
                  </a:lnTo>
                  <a:lnTo>
                    <a:pt x="19077" y="1698"/>
                  </a:lnTo>
                  <a:lnTo>
                    <a:pt x="19077" y="23"/>
                  </a:lnTo>
                  <a:lnTo>
                    <a:pt x="5304" y="23"/>
                  </a:lnTo>
                  <a:lnTo>
                    <a:pt x="5304" y="582"/>
                  </a:lnTo>
                  <a:lnTo>
                    <a:pt x="18518" y="582"/>
                  </a:lnTo>
                  <a:lnTo>
                    <a:pt x="18518" y="1140"/>
                  </a:lnTo>
                  <a:lnTo>
                    <a:pt x="3350" y="1140"/>
                  </a:lnTo>
                  <a:lnTo>
                    <a:pt x="3350" y="3955"/>
                  </a:lnTo>
                  <a:lnTo>
                    <a:pt x="4467" y="3955"/>
                  </a:lnTo>
                  <a:lnTo>
                    <a:pt x="4467" y="4513"/>
                  </a:lnTo>
                  <a:lnTo>
                    <a:pt x="3071" y="4513"/>
                  </a:lnTo>
                  <a:cubicBezTo>
                    <a:pt x="2908" y="4513"/>
                    <a:pt x="2769" y="4374"/>
                    <a:pt x="2769" y="4211"/>
                  </a:cubicBezTo>
                  <a:lnTo>
                    <a:pt x="2769" y="861"/>
                  </a:lnTo>
                  <a:cubicBezTo>
                    <a:pt x="2769" y="698"/>
                    <a:pt x="2908" y="582"/>
                    <a:pt x="3071" y="582"/>
                  </a:cubicBezTo>
                  <a:lnTo>
                    <a:pt x="4746" y="582"/>
                  </a:lnTo>
                  <a:lnTo>
                    <a:pt x="474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9" name="Google Shape;2089;p75"/>
          <p:cNvGrpSpPr/>
          <p:nvPr/>
        </p:nvGrpSpPr>
        <p:grpSpPr>
          <a:xfrm>
            <a:off x="2142671" y="2239387"/>
            <a:ext cx="396248" cy="448707"/>
            <a:chOff x="5470550" y="3379975"/>
            <a:chExt cx="421675" cy="477500"/>
          </a:xfrm>
        </p:grpSpPr>
        <p:sp>
          <p:nvSpPr>
            <p:cNvPr id="2090" name="Google Shape;2090;p75"/>
            <p:cNvSpPr/>
            <p:nvPr/>
          </p:nvSpPr>
          <p:spPr>
            <a:xfrm>
              <a:off x="5608375" y="3386950"/>
              <a:ext cx="146000" cy="91325"/>
            </a:xfrm>
            <a:custGeom>
              <a:avLst/>
              <a:gdLst/>
              <a:ahLst/>
              <a:cxnLst/>
              <a:rect l="l" t="t" r="r" b="b"/>
              <a:pathLst>
                <a:path w="5840" h="3653" extrusionOk="0">
                  <a:moveTo>
                    <a:pt x="1" y="3653"/>
                  </a:moveTo>
                  <a:lnTo>
                    <a:pt x="1932" y="2606"/>
                  </a:lnTo>
                  <a:cubicBezTo>
                    <a:pt x="2955" y="3630"/>
                    <a:pt x="4654" y="3583"/>
                    <a:pt x="5840" y="3583"/>
                  </a:cubicBezTo>
                  <a:lnTo>
                    <a:pt x="5840" y="1676"/>
                  </a:lnTo>
                  <a:cubicBezTo>
                    <a:pt x="5840" y="768"/>
                    <a:pt x="5096" y="1"/>
                    <a:pt x="4165" y="1"/>
                  </a:cubicBezTo>
                  <a:lnTo>
                    <a:pt x="2513" y="1"/>
                  </a:lnTo>
                  <a:cubicBezTo>
                    <a:pt x="2048" y="1"/>
                    <a:pt x="1676" y="373"/>
                    <a:pt x="1676" y="838"/>
                  </a:cubicBezTo>
                  <a:lnTo>
                    <a:pt x="861" y="838"/>
                  </a:lnTo>
                  <a:cubicBezTo>
                    <a:pt x="396" y="815"/>
                    <a:pt x="24" y="1210"/>
                    <a:pt x="24" y="1676"/>
                  </a:cubicBezTo>
                  <a:close/>
                  <a:moveTo>
                    <a:pt x="1" y="3653"/>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75"/>
            <p:cNvSpPr/>
            <p:nvPr/>
          </p:nvSpPr>
          <p:spPr>
            <a:xfrm>
              <a:off x="5608375" y="3452100"/>
              <a:ext cx="146000" cy="143675"/>
            </a:xfrm>
            <a:custGeom>
              <a:avLst/>
              <a:gdLst/>
              <a:ahLst/>
              <a:cxnLst/>
              <a:rect l="l" t="t" r="r" b="b"/>
              <a:pathLst>
                <a:path w="5840" h="5747" extrusionOk="0">
                  <a:moveTo>
                    <a:pt x="1" y="4071"/>
                  </a:moveTo>
                  <a:lnTo>
                    <a:pt x="2094" y="5746"/>
                  </a:lnTo>
                  <a:lnTo>
                    <a:pt x="3769" y="5746"/>
                  </a:lnTo>
                  <a:lnTo>
                    <a:pt x="5840" y="4071"/>
                  </a:lnTo>
                  <a:lnTo>
                    <a:pt x="5840" y="977"/>
                  </a:lnTo>
                  <a:cubicBezTo>
                    <a:pt x="4654" y="977"/>
                    <a:pt x="2955" y="1024"/>
                    <a:pt x="1932" y="0"/>
                  </a:cubicBezTo>
                  <a:lnTo>
                    <a:pt x="1" y="1047"/>
                  </a:lnTo>
                  <a:close/>
                  <a:moveTo>
                    <a:pt x="1" y="407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75"/>
            <p:cNvSpPr/>
            <p:nvPr/>
          </p:nvSpPr>
          <p:spPr>
            <a:xfrm>
              <a:off x="5580475" y="3476525"/>
              <a:ext cx="201825" cy="48875"/>
            </a:xfrm>
            <a:custGeom>
              <a:avLst/>
              <a:gdLst/>
              <a:ahLst/>
              <a:cxnLst/>
              <a:rect l="l" t="t" r="r" b="b"/>
              <a:pathLst>
                <a:path w="8073" h="1955" extrusionOk="0">
                  <a:moveTo>
                    <a:pt x="0" y="1396"/>
                  </a:moveTo>
                  <a:cubicBezTo>
                    <a:pt x="0" y="1722"/>
                    <a:pt x="256" y="1954"/>
                    <a:pt x="558" y="1954"/>
                  </a:cubicBezTo>
                  <a:lnTo>
                    <a:pt x="1117" y="1954"/>
                  </a:lnTo>
                  <a:lnTo>
                    <a:pt x="1117" y="70"/>
                  </a:lnTo>
                  <a:lnTo>
                    <a:pt x="558" y="70"/>
                  </a:lnTo>
                  <a:cubicBezTo>
                    <a:pt x="256" y="70"/>
                    <a:pt x="0" y="303"/>
                    <a:pt x="0" y="628"/>
                  </a:cubicBezTo>
                  <a:close/>
                  <a:moveTo>
                    <a:pt x="6956" y="1908"/>
                  </a:moveTo>
                  <a:lnTo>
                    <a:pt x="7514" y="1908"/>
                  </a:lnTo>
                  <a:cubicBezTo>
                    <a:pt x="7817" y="1908"/>
                    <a:pt x="8073" y="1652"/>
                    <a:pt x="8073" y="1349"/>
                  </a:cubicBezTo>
                  <a:lnTo>
                    <a:pt x="8073" y="558"/>
                  </a:lnTo>
                  <a:cubicBezTo>
                    <a:pt x="8073" y="256"/>
                    <a:pt x="7817" y="0"/>
                    <a:pt x="7514" y="0"/>
                  </a:cubicBezTo>
                  <a:lnTo>
                    <a:pt x="6956" y="0"/>
                  </a:lnTo>
                  <a:close/>
                  <a:moveTo>
                    <a:pt x="6956" y="1908"/>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75"/>
            <p:cNvSpPr/>
            <p:nvPr/>
          </p:nvSpPr>
          <p:spPr>
            <a:xfrm>
              <a:off x="5660725" y="3595750"/>
              <a:ext cx="41900" cy="27925"/>
            </a:xfrm>
            <a:custGeom>
              <a:avLst/>
              <a:gdLst/>
              <a:ahLst/>
              <a:cxnLst/>
              <a:rect l="l" t="t" r="r" b="b"/>
              <a:pathLst>
                <a:path w="1676" h="1117" extrusionOk="0">
                  <a:moveTo>
                    <a:pt x="280" y="1117"/>
                  </a:moveTo>
                  <a:lnTo>
                    <a:pt x="1373" y="1117"/>
                  </a:lnTo>
                  <a:lnTo>
                    <a:pt x="1675" y="0"/>
                  </a:lnTo>
                  <a:lnTo>
                    <a:pt x="0" y="0"/>
                  </a:lnTo>
                  <a:close/>
                  <a:moveTo>
                    <a:pt x="280" y="1117"/>
                  </a:moveTo>
                  <a:close/>
                </a:path>
              </a:pathLst>
            </a:custGeom>
            <a:solidFill>
              <a:srgbClr val="FBF2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75"/>
            <p:cNvSpPr/>
            <p:nvPr/>
          </p:nvSpPr>
          <p:spPr>
            <a:xfrm>
              <a:off x="5681650" y="3651575"/>
              <a:ext cx="153000" cy="143100"/>
            </a:xfrm>
            <a:custGeom>
              <a:avLst/>
              <a:gdLst/>
              <a:ahLst/>
              <a:cxnLst/>
              <a:rect l="l" t="t" r="r" b="b"/>
              <a:pathLst>
                <a:path w="6120" h="5724" extrusionOk="0">
                  <a:moveTo>
                    <a:pt x="1" y="5723"/>
                  </a:moveTo>
                  <a:lnTo>
                    <a:pt x="6119" y="5723"/>
                  </a:lnTo>
                  <a:lnTo>
                    <a:pt x="6119" y="4607"/>
                  </a:lnTo>
                  <a:lnTo>
                    <a:pt x="5561" y="4607"/>
                  </a:lnTo>
                  <a:cubicBezTo>
                    <a:pt x="5259" y="4607"/>
                    <a:pt x="5003" y="4351"/>
                    <a:pt x="5003" y="4048"/>
                  </a:cubicBezTo>
                  <a:lnTo>
                    <a:pt x="5003" y="2373"/>
                  </a:lnTo>
                  <a:cubicBezTo>
                    <a:pt x="5003" y="2048"/>
                    <a:pt x="5259" y="1815"/>
                    <a:pt x="5561" y="1815"/>
                  </a:cubicBezTo>
                  <a:lnTo>
                    <a:pt x="6119" y="1815"/>
                  </a:lnTo>
                  <a:lnTo>
                    <a:pt x="6119" y="1"/>
                  </a:lnTo>
                  <a:lnTo>
                    <a:pt x="838" y="1"/>
                  </a:lnTo>
                  <a:lnTo>
                    <a:pt x="1" y="1117"/>
                  </a:lnTo>
                  <a:close/>
                  <a:moveTo>
                    <a:pt x="1" y="5723"/>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75"/>
            <p:cNvSpPr/>
            <p:nvPr/>
          </p:nvSpPr>
          <p:spPr>
            <a:xfrm>
              <a:off x="5478100" y="3794650"/>
              <a:ext cx="407150" cy="55850"/>
            </a:xfrm>
            <a:custGeom>
              <a:avLst/>
              <a:gdLst/>
              <a:ahLst/>
              <a:cxnLst/>
              <a:rect l="l" t="t" r="r" b="b"/>
              <a:pathLst>
                <a:path w="16286" h="2234" extrusionOk="0">
                  <a:moveTo>
                    <a:pt x="1" y="0"/>
                  </a:moveTo>
                  <a:lnTo>
                    <a:pt x="1" y="2234"/>
                  </a:lnTo>
                  <a:lnTo>
                    <a:pt x="16285" y="2234"/>
                  </a:lnTo>
                  <a:lnTo>
                    <a:pt x="16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75"/>
            <p:cNvSpPr/>
            <p:nvPr/>
          </p:nvSpPr>
          <p:spPr>
            <a:xfrm>
              <a:off x="5528125" y="3652150"/>
              <a:ext cx="153550" cy="142525"/>
            </a:xfrm>
            <a:custGeom>
              <a:avLst/>
              <a:gdLst/>
              <a:ahLst/>
              <a:cxnLst/>
              <a:rect l="l" t="t" r="r" b="b"/>
              <a:pathLst>
                <a:path w="6142" h="5701" extrusionOk="0">
                  <a:moveTo>
                    <a:pt x="6142" y="5700"/>
                  </a:moveTo>
                  <a:lnTo>
                    <a:pt x="0" y="5700"/>
                  </a:lnTo>
                  <a:lnTo>
                    <a:pt x="0" y="4584"/>
                  </a:lnTo>
                  <a:lnTo>
                    <a:pt x="582" y="4584"/>
                  </a:lnTo>
                  <a:cubicBezTo>
                    <a:pt x="884" y="4584"/>
                    <a:pt x="1140" y="4328"/>
                    <a:pt x="1140" y="4025"/>
                  </a:cubicBezTo>
                  <a:lnTo>
                    <a:pt x="1140" y="2350"/>
                  </a:lnTo>
                  <a:cubicBezTo>
                    <a:pt x="1140" y="2025"/>
                    <a:pt x="884" y="1792"/>
                    <a:pt x="582" y="1792"/>
                  </a:cubicBezTo>
                  <a:lnTo>
                    <a:pt x="0" y="1792"/>
                  </a:lnTo>
                  <a:lnTo>
                    <a:pt x="0" y="1"/>
                  </a:lnTo>
                  <a:lnTo>
                    <a:pt x="5281" y="1"/>
                  </a:lnTo>
                  <a:lnTo>
                    <a:pt x="6119" y="1117"/>
                  </a:lnTo>
                  <a:close/>
                  <a:moveTo>
                    <a:pt x="6142" y="5700"/>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75"/>
            <p:cNvSpPr/>
            <p:nvPr/>
          </p:nvSpPr>
          <p:spPr>
            <a:xfrm>
              <a:off x="5608375" y="3386950"/>
              <a:ext cx="77375" cy="91325"/>
            </a:xfrm>
            <a:custGeom>
              <a:avLst/>
              <a:gdLst/>
              <a:ahLst/>
              <a:cxnLst/>
              <a:rect l="l" t="t" r="r" b="b"/>
              <a:pathLst>
                <a:path w="3095" h="3653" extrusionOk="0">
                  <a:moveTo>
                    <a:pt x="1" y="3653"/>
                  </a:moveTo>
                  <a:lnTo>
                    <a:pt x="838" y="3188"/>
                  </a:lnTo>
                  <a:lnTo>
                    <a:pt x="838" y="1676"/>
                  </a:lnTo>
                  <a:lnTo>
                    <a:pt x="2536" y="1"/>
                  </a:lnTo>
                  <a:lnTo>
                    <a:pt x="3095" y="1"/>
                  </a:lnTo>
                  <a:cubicBezTo>
                    <a:pt x="2630" y="1"/>
                    <a:pt x="2234" y="373"/>
                    <a:pt x="2234" y="838"/>
                  </a:cubicBezTo>
                  <a:lnTo>
                    <a:pt x="2234" y="1117"/>
                  </a:lnTo>
                  <a:lnTo>
                    <a:pt x="1676" y="1117"/>
                  </a:lnTo>
                  <a:lnTo>
                    <a:pt x="1676" y="838"/>
                  </a:lnTo>
                  <a:lnTo>
                    <a:pt x="861" y="838"/>
                  </a:lnTo>
                  <a:cubicBezTo>
                    <a:pt x="396" y="815"/>
                    <a:pt x="24" y="1187"/>
                    <a:pt x="24" y="1652"/>
                  </a:cubicBezTo>
                  <a:close/>
                  <a:moveTo>
                    <a:pt x="1" y="3653"/>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75"/>
            <p:cNvSpPr/>
            <p:nvPr/>
          </p:nvSpPr>
          <p:spPr>
            <a:xfrm>
              <a:off x="5608375" y="3466625"/>
              <a:ext cx="73300" cy="129150"/>
            </a:xfrm>
            <a:custGeom>
              <a:avLst/>
              <a:gdLst/>
              <a:ahLst/>
              <a:cxnLst/>
              <a:rect l="l" t="t" r="r" b="b"/>
              <a:pathLst>
                <a:path w="2932" h="5166" extrusionOk="0">
                  <a:moveTo>
                    <a:pt x="1" y="3490"/>
                  </a:moveTo>
                  <a:lnTo>
                    <a:pt x="2094" y="5165"/>
                  </a:lnTo>
                  <a:lnTo>
                    <a:pt x="2932" y="5165"/>
                  </a:lnTo>
                  <a:lnTo>
                    <a:pt x="861" y="3490"/>
                  </a:lnTo>
                  <a:lnTo>
                    <a:pt x="861" y="1"/>
                  </a:lnTo>
                  <a:lnTo>
                    <a:pt x="24" y="466"/>
                  </a:lnTo>
                  <a:close/>
                  <a:moveTo>
                    <a:pt x="1" y="3490"/>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75"/>
            <p:cNvSpPr/>
            <p:nvPr/>
          </p:nvSpPr>
          <p:spPr>
            <a:xfrm>
              <a:off x="5660150" y="3595750"/>
              <a:ext cx="21525" cy="27925"/>
            </a:xfrm>
            <a:custGeom>
              <a:avLst/>
              <a:gdLst/>
              <a:ahLst/>
              <a:cxnLst/>
              <a:rect l="l" t="t" r="r" b="b"/>
              <a:pathLst>
                <a:path w="861" h="1117" extrusionOk="0">
                  <a:moveTo>
                    <a:pt x="303" y="1117"/>
                  </a:moveTo>
                  <a:lnTo>
                    <a:pt x="861" y="1117"/>
                  </a:lnTo>
                  <a:lnTo>
                    <a:pt x="559" y="0"/>
                  </a:lnTo>
                  <a:lnTo>
                    <a:pt x="0" y="0"/>
                  </a:lnTo>
                  <a:close/>
                  <a:moveTo>
                    <a:pt x="303" y="1117"/>
                  </a:moveTo>
                  <a:close/>
                </a:path>
              </a:pathLst>
            </a:custGeom>
            <a:solidFill>
              <a:srgbClr val="F7E0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75"/>
            <p:cNvSpPr/>
            <p:nvPr/>
          </p:nvSpPr>
          <p:spPr>
            <a:xfrm>
              <a:off x="5528125" y="3651575"/>
              <a:ext cx="21550" cy="143100"/>
            </a:xfrm>
            <a:custGeom>
              <a:avLst/>
              <a:gdLst/>
              <a:ahLst/>
              <a:cxnLst/>
              <a:rect l="l" t="t" r="r" b="b"/>
              <a:pathLst>
                <a:path w="862" h="5724" extrusionOk="0">
                  <a:moveTo>
                    <a:pt x="861" y="1"/>
                  </a:moveTo>
                  <a:lnTo>
                    <a:pt x="0" y="1"/>
                  </a:lnTo>
                  <a:lnTo>
                    <a:pt x="0" y="1815"/>
                  </a:lnTo>
                  <a:lnTo>
                    <a:pt x="582" y="1815"/>
                  </a:lnTo>
                  <a:cubicBezTo>
                    <a:pt x="675" y="1815"/>
                    <a:pt x="791" y="1838"/>
                    <a:pt x="861" y="1885"/>
                  </a:cubicBezTo>
                  <a:close/>
                  <a:moveTo>
                    <a:pt x="861" y="4514"/>
                  </a:moveTo>
                  <a:cubicBezTo>
                    <a:pt x="768" y="4583"/>
                    <a:pt x="652" y="4607"/>
                    <a:pt x="559" y="4607"/>
                  </a:cubicBezTo>
                  <a:lnTo>
                    <a:pt x="0" y="4607"/>
                  </a:lnTo>
                  <a:lnTo>
                    <a:pt x="0" y="5723"/>
                  </a:lnTo>
                  <a:lnTo>
                    <a:pt x="838" y="5723"/>
                  </a:lnTo>
                  <a:close/>
                  <a:moveTo>
                    <a:pt x="861" y="4514"/>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75"/>
            <p:cNvSpPr/>
            <p:nvPr/>
          </p:nvSpPr>
          <p:spPr>
            <a:xfrm>
              <a:off x="5681075" y="3660875"/>
              <a:ext cx="14000" cy="133800"/>
            </a:xfrm>
            <a:custGeom>
              <a:avLst/>
              <a:gdLst/>
              <a:ahLst/>
              <a:cxnLst/>
              <a:rect l="l" t="t" r="r" b="b"/>
              <a:pathLst>
                <a:path w="560" h="5352" extrusionOk="0">
                  <a:moveTo>
                    <a:pt x="24" y="5351"/>
                  </a:moveTo>
                  <a:lnTo>
                    <a:pt x="559" y="5351"/>
                  </a:lnTo>
                  <a:lnTo>
                    <a:pt x="559" y="1"/>
                  </a:lnTo>
                  <a:lnTo>
                    <a:pt x="1" y="745"/>
                  </a:lnTo>
                  <a:close/>
                  <a:moveTo>
                    <a:pt x="24" y="5351"/>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75"/>
            <p:cNvSpPr/>
            <p:nvPr/>
          </p:nvSpPr>
          <p:spPr>
            <a:xfrm>
              <a:off x="5478100" y="3794650"/>
              <a:ext cx="20975" cy="55850"/>
            </a:xfrm>
            <a:custGeom>
              <a:avLst/>
              <a:gdLst/>
              <a:ahLst/>
              <a:cxnLst/>
              <a:rect l="l" t="t" r="r" b="b"/>
              <a:pathLst>
                <a:path w="839" h="2234" extrusionOk="0">
                  <a:moveTo>
                    <a:pt x="1" y="0"/>
                  </a:moveTo>
                  <a:lnTo>
                    <a:pt x="1" y="2234"/>
                  </a:lnTo>
                  <a:lnTo>
                    <a:pt x="838" y="2234"/>
                  </a:lnTo>
                  <a:lnTo>
                    <a:pt x="8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75"/>
            <p:cNvSpPr/>
            <p:nvPr/>
          </p:nvSpPr>
          <p:spPr>
            <a:xfrm>
              <a:off x="5580475" y="3476525"/>
              <a:ext cx="187875" cy="48875"/>
            </a:xfrm>
            <a:custGeom>
              <a:avLst/>
              <a:gdLst/>
              <a:ahLst/>
              <a:cxnLst/>
              <a:rect l="l" t="t" r="r" b="b"/>
              <a:pathLst>
                <a:path w="7515" h="1955" extrusionOk="0">
                  <a:moveTo>
                    <a:pt x="0" y="1396"/>
                  </a:moveTo>
                  <a:cubicBezTo>
                    <a:pt x="0" y="1722"/>
                    <a:pt x="256" y="1954"/>
                    <a:pt x="558" y="1954"/>
                  </a:cubicBezTo>
                  <a:lnTo>
                    <a:pt x="1117" y="1954"/>
                  </a:lnTo>
                  <a:cubicBezTo>
                    <a:pt x="814" y="1954"/>
                    <a:pt x="558" y="1722"/>
                    <a:pt x="558" y="1396"/>
                  </a:cubicBezTo>
                  <a:lnTo>
                    <a:pt x="558" y="628"/>
                  </a:lnTo>
                  <a:cubicBezTo>
                    <a:pt x="558" y="303"/>
                    <a:pt x="814" y="70"/>
                    <a:pt x="1117" y="70"/>
                  </a:cubicBezTo>
                  <a:lnTo>
                    <a:pt x="558" y="70"/>
                  </a:lnTo>
                  <a:cubicBezTo>
                    <a:pt x="256" y="70"/>
                    <a:pt x="0" y="303"/>
                    <a:pt x="0" y="628"/>
                  </a:cubicBezTo>
                  <a:close/>
                  <a:moveTo>
                    <a:pt x="6956" y="1908"/>
                  </a:moveTo>
                  <a:lnTo>
                    <a:pt x="7514" y="1908"/>
                  </a:lnTo>
                  <a:lnTo>
                    <a:pt x="7514" y="0"/>
                  </a:lnTo>
                  <a:lnTo>
                    <a:pt x="6956" y="0"/>
                  </a:lnTo>
                  <a:close/>
                  <a:moveTo>
                    <a:pt x="6956" y="1908"/>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75"/>
            <p:cNvSpPr/>
            <p:nvPr/>
          </p:nvSpPr>
          <p:spPr>
            <a:xfrm>
              <a:off x="5499050" y="3407300"/>
              <a:ext cx="234400" cy="422275"/>
            </a:xfrm>
            <a:custGeom>
              <a:avLst/>
              <a:gdLst/>
              <a:ahLst/>
              <a:cxnLst/>
              <a:rect l="l" t="t" r="r" b="b"/>
              <a:pathLst>
                <a:path w="9376" h="16891" extrusionOk="0">
                  <a:moveTo>
                    <a:pt x="7142" y="24"/>
                  </a:moveTo>
                  <a:lnTo>
                    <a:pt x="7142" y="582"/>
                  </a:lnTo>
                  <a:lnTo>
                    <a:pt x="7700" y="582"/>
                  </a:lnTo>
                  <a:lnTo>
                    <a:pt x="7700" y="24"/>
                  </a:lnTo>
                  <a:close/>
                  <a:moveTo>
                    <a:pt x="8236" y="1"/>
                  </a:moveTo>
                  <a:lnTo>
                    <a:pt x="8236" y="559"/>
                  </a:lnTo>
                  <a:lnTo>
                    <a:pt x="8538" y="559"/>
                  </a:lnTo>
                  <a:cubicBezTo>
                    <a:pt x="8701" y="559"/>
                    <a:pt x="8817" y="699"/>
                    <a:pt x="8817" y="862"/>
                  </a:cubicBezTo>
                  <a:lnTo>
                    <a:pt x="8817" y="1141"/>
                  </a:lnTo>
                  <a:lnTo>
                    <a:pt x="9375" y="1141"/>
                  </a:lnTo>
                  <a:lnTo>
                    <a:pt x="9375" y="862"/>
                  </a:lnTo>
                  <a:cubicBezTo>
                    <a:pt x="9375" y="396"/>
                    <a:pt x="9003" y="1"/>
                    <a:pt x="8538" y="1"/>
                  </a:cubicBezTo>
                  <a:close/>
                  <a:moveTo>
                    <a:pt x="0" y="16332"/>
                  </a:moveTo>
                  <a:lnTo>
                    <a:pt x="0" y="16890"/>
                  </a:lnTo>
                  <a:lnTo>
                    <a:pt x="558" y="16890"/>
                  </a:lnTo>
                  <a:lnTo>
                    <a:pt x="558" y="163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75"/>
            <p:cNvSpPr/>
            <p:nvPr/>
          </p:nvSpPr>
          <p:spPr>
            <a:xfrm>
              <a:off x="5507775" y="3696950"/>
              <a:ext cx="347800" cy="70975"/>
            </a:xfrm>
            <a:custGeom>
              <a:avLst/>
              <a:gdLst/>
              <a:ahLst/>
              <a:cxnLst/>
              <a:rect l="l" t="t" r="r" b="b"/>
              <a:pathLst>
                <a:path w="13912" h="2839" extrusionOk="0">
                  <a:moveTo>
                    <a:pt x="1396" y="2792"/>
                  </a:moveTo>
                  <a:cubicBezTo>
                    <a:pt x="1698" y="2792"/>
                    <a:pt x="1954" y="2536"/>
                    <a:pt x="1954" y="2233"/>
                  </a:cubicBezTo>
                  <a:lnTo>
                    <a:pt x="1954" y="558"/>
                  </a:lnTo>
                  <a:cubicBezTo>
                    <a:pt x="1954" y="233"/>
                    <a:pt x="1698" y="0"/>
                    <a:pt x="1396" y="0"/>
                  </a:cubicBezTo>
                  <a:lnTo>
                    <a:pt x="558" y="0"/>
                  </a:lnTo>
                  <a:cubicBezTo>
                    <a:pt x="256" y="0"/>
                    <a:pt x="0" y="256"/>
                    <a:pt x="0" y="558"/>
                  </a:cubicBezTo>
                  <a:lnTo>
                    <a:pt x="0" y="2233"/>
                  </a:lnTo>
                  <a:cubicBezTo>
                    <a:pt x="0" y="2536"/>
                    <a:pt x="256" y="2792"/>
                    <a:pt x="558" y="2792"/>
                  </a:cubicBezTo>
                  <a:close/>
                  <a:moveTo>
                    <a:pt x="13749" y="2629"/>
                  </a:moveTo>
                  <a:cubicBezTo>
                    <a:pt x="13842" y="2536"/>
                    <a:pt x="13912" y="2420"/>
                    <a:pt x="13912" y="2280"/>
                  </a:cubicBezTo>
                  <a:lnTo>
                    <a:pt x="13912" y="2280"/>
                  </a:lnTo>
                  <a:lnTo>
                    <a:pt x="13912" y="2280"/>
                  </a:lnTo>
                  <a:lnTo>
                    <a:pt x="13912" y="2280"/>
                  </a:lnTo>
                  <a:lnTo>
                    <a:pt x="13912" y="2280"/>
                  </a:lnTo>
                  <a:lnTo>
                    <a:pt x="13912" y="2280"/>
                  </a:lnTo>
                  <a:lnTo>
                    <a:pt x="13912" y="605"/>
                  </a:lnTo>
                  <a:lnTo>
                    <a:pt x="13912" y="605"/>
                  </a:lnTo>
                  <a:lnTo>
                    <a:pt x="13912" y="605"/>
                  </a:lnTo>
                  <a:lnTo>
                    <a:pt x="13912" y="605"/>
                  </a:lnTo>
                  <a:lnTo>
                    <a:pt x="13912" y="582"/>
                  </a:lnTo>
                  <a:cubicBezTo>
                    <a:pt x="13912" y="442"/>
                    <a:pt x="13842" y="326"/>
                    <a:pt x="13749" y="233"/>
                  </a:cubicBezTo>
                  <a:lnTo>
                    <a:pt x="13749" y="233"/>
                  </a:lnTo>
                  <a:cubicBezTo>
                    <a:pt x="13656" y="140"/>
                    <a:pt x="13563" y="93"/>
                    <a:pt x="13447" y="93"/>
                  </a:cubicBezTo>
                  <a:lnTo>
                    <a:pt x="12446" y="93"/>
                  </a:lnTo>
                  <a:cubicBezTo>
                    <a:pt x="12330" y="93"/>
                    <a:pt x="12237" y="140"/>
                    <a:pt x="12144" y="233"/>
                  </a:cubicBezTo>
                  <a:lnTo>
                    <a:pt x="12144" y="233"/>
                  </a:lnTo>
                  <a:cubicBezTo>
                    <a:pt x="12051" y="326"/>
                    <a:pt x="11981" y="442"/>
                    <a:pt x="11981" y="582"/>
                  </a:cubicBezTo>
                  <a:lnTo>
                    <a:pt x="11981" y="605"/>
                  </a:lnTo>
                  <a:lnTo>
                    <a:pt x="11981" y="605"/>
                  </a:lnTo>
                  <a:lnTo>
                    <a:pt x="11981" y="2350"/>
                  </a:lnTo>
                  <a:lnTo>
                    <a:pt x="11981" y="2350"/>
                  </a:lnTo>
                  <a:lnTo>
                    <a:pt x="11981" y="2350"/>
                  </a:lnTo>
                  <a:cubicBezTo>
                    <a:pt x="11981" y="2489"/>
                    <a:pt x="12051" y="2606"/>
                    <a:pt x="12144" y="2699"/>
                  </a:cubicBezTo>
                  <a:lnTo>
                    <a:pt x="12144" y="2699"/>
                  </a:lnTo>
                  <a:cubicBezTo>
                    <a:pt x="12237" y="2768"/>
                    <a:pt x="12330" y="2815"/>
                    <a:pt x="12446" y="2838"/>
                  </a:cubicBezTo>
                  <a:lnTo>
                    <a:pt x="13423" y="2838"/>
                  </a:lnTo>
                  <a:cubicBezTo>
                    <a:pt x="13540" y="2815"/>
                    <a:pt x="13633" y="2768"/>
                    <a:pt x="13726" y="2699"/>
                  </a:cubicBezTo>
                  <a:lnTo>
                    <a:pt x="13726" y="2699"/>
                  </a:lnTo>
                  <a:close/>
                  <a:moveTo>
                    <a:pt x="13749" y="2629"/>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75"/>
            <p:cNvSpPr/>
            <p:nvPr/>
          </p:nvSpPr>
          <p:spPr>
            <a:xfrm>
              <a:off x="5541500" y="3595150"/>
              <a:ext cx="279200" cy="84375"/>
            </a:xfrm>
            <a:custGeom>
              <a:avLst/>
              <a:gdLst/>
              <a:ahLst/>
              <a:cxnLst/>
              <a:rect l="l" t="t" r="r" b="b"/>
              <a:pathLst>
                <a:path w="11168" h="3375" extrusionOk="0">
                  <a:moveTo>
                    <a:pt x="4769" y="2258"/>
                  </a:moveTo>
                  <a:lnTo>
                    <a:pt x="5607" y="3374"/>
                  </a:lnTo>
                  <a:lnTo>
                    <a:pt x="6444" y="2258"/>
                  </a:lnTo>
                  <a:lnTo>
                    <a:pt x="11167" y="2258"/>
                  </a:lnTo>
                  <a:lnTo>
                    <a:pt x="11167" y="1420"/>
                  </a:lnTo>
                  <a:cubicBezTo>
                    <a:pt x="11144" y="815"/>
                    <a:pt x="10655" y="303"/>
                    <a:pt x="10050" y="280"/>
                  </a:cubicBezTo>
                  <a:lnTo>
                    <a:pt x="6444" y="1"/>
                  </a:lnTo>
                  <a:lnTo>
                    <a:pt x="6142" y="1118"/>
                  </a:lnTo>
                  <a:lnTo>
                    <a:pt x="5025" y="1118"/>
                  </a:lnTo>
                  <a:lnTo>
                    <a:pt x="4746" y="1"/>
                  </a:lnTo>
                  <a:lnTo>
                    <a:pt x="1140" y="280"/>
                  </a:lnTo>
                  <a:cubicBezTo>
                    <a:pt x="512" y="303"/>
                    <a:pt x="24" y="792"/>
                    <a:pt x="0" y="1420"/>
                  </a:cubicBezTo>
                  <a:lnTo>
                    <a:pt x="0" y="2258"/>
                  </a:lnTo>
                  <a:close/>
                  <a:moveTo>
                    <a:pt x="4769" y="2258"/>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75"/>
            <p:cNvSpPr/>
            <p:nvPr/>
          </p:nvSpPr>
          <p:spPr>
            <a:xfrm>
              <a:off x="5507175" y="3696950"/>
              <a:ext cx="327475" cy="69800"/>
            </a:xfrm>
            <a:custGeom>
              <a:avLst/>
              <a:gdLst/>
              <a:ahLst/>
              <a:cxnLst/>
              <a:rect l="l" t="t" r="r" b="b"/>
              <a:pathLst>
                <a:path w="13099" h="2792" extrusionOk="0">
                  <a:moveTo>
                    <a:pt x="1117" y="0"/>
                  </a:moveTo>
                  <a:lnTo>
                    <a:pt x="559" y="0"/>
                  </a:lnTo>
                  <a:cubicBezTo>
                    <a:pt x="257" y="0"/>
                    <a:pt x="1" y="256"/>
                    <a:pt x="1" y="558"/>
                  </a:cubicBezTo>
                  <a:lnTo>
                    <a:pt x="1" y="2233"/>
                  </a:lnTo>
                  <a:cubicBezTo>
                    <a:pt x="1" y="2536"/>
                    <a:pt x="257" y="2792"/>
                    <a:pt x="559" y="2792"/>
                  </a:cubicBezTo>
                  <a:lnTo>
                    <a:pt x="1117" y="2792"/>
                  </a:lnTo>
                  <a:cubicBezTo>
                    <a:pt x="815" y="2792"/>
                    <a:pt x="559" y="2536"/>
                    <a:pt x="559" y="2233"/>
                  </a:cubicBezTo>
                  <a:lnTo>
                    <a:pt x="559" y="558"/>
                  </a:lnTo>
                  <a:cubicBezTo>
                    <a:pt x="559" y="256"/>
                    <a:pt x="815" y="0"/>
                    <a:pt x="1117" y="0"/>
                  </a:cubicBezTo>
                  <a:close/>
                  <a:moveTo>
                    <a:pt x="13098" y="0"/>
                  </a:moveTo>
                  <a:lnTo>
                    <a:pt x="12540" y="0"/>
                  </a:lnTo>
                  <a:cubicBezTo>
                    <a:pt x="12238" y="0"/>
                    <a:pt x="11982" y="256"/>
                    <a:pt x="11982" y="558"/>
                  </a:cubicBezTo>
                  <a:lnTo>
                    <a:pt x="11982" y="2233"/>
                  </a:lnTo>
                  <a:cubicBezTo>
                    <a:pt x="11982" y="2536"/>
                    <a:pt x="12238" y="2792"/>
                    <a:pt x="12540" y="2792"/>
                  </a:cubicBezTo>
                  <a:lnTo>
                    <a:pt x="13098" y="2792"/>
                  </a:lnTo>
                  <a:cubicBezTo>
                    <a:pt x="12796" y="2792"/>
                    <a:pt x="12540" y="2536"/>
                    <a:pt x="12540" y="2233"/>
                  </a:cubicBezTo>
                  <a:lnTo>
                    <a:pt x="12540" y="558"/>
                  </a:lnTo>
                  <a:cubicBezTo>
                    <a:pt x="12540" y="256"/>
                    <a:pt x="12796" y="0"/>
                    <a:pt x="13098" y="0"/>
                  </a:cubicBezTo>
                  <a:close/>
                  <a:moveTo>
                    <a:pt x="13098" y="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75"/>
            <p:cNvSpPr/>
            <p:nvPr/>
          </p:nvSpPr>
          <p:spPr>
            <a:xfrm>
              <a:off x="5542650" y="3602150"/>
              <a:ext cx="27950" cy="49450"/>
            </a:xfrm>
            <a:custGeom>
              <a:avLst/>
              <a:gdLst/>
              <a:ahLst/>
              <a:cxnLst/>
              <a:rect l="l" t="t" r="r" b="b"/>
              <a:pathLst>
                <a:path w="1118" h="1978" extrusionOk="0">
                  <a:moveTo>
                    <a:pt x="1118" y="0"/>
                  </a:moveTo>
                  <a:cubicBezTo>
                    <a:pt x="489" y="23"/>
                    <a:pt x="1" y="512"/>
                    <a:pt x="1" y="1140"/>
                  </a:cubicBezTo>
                  <a:lnTo>
                    <a:pt x="1" y="1978"/>
                  </a:lnTo>
                  <a:lnTo>
                    <a:pt x="838" y="1978"/>
                  </a:lnTo>
                  <a:lnTo>
                    <a:pt x="838" y="1140"/>
                  </a:lnTo>
                  <a:cubicBezTo>
                    <a:pt x="792" y="745"/>
                    <a:pt x="908" y="349"/>
                    <a:pt x="1118" y="0"/>
                  </a:cubicBezTo>
                  <a:close/>
                  <a:moveTo>
                    <a:pt x="1118" y="0"/>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75"/>
            <p:cNvSpPr/>
            <p:nvPr/>
          </p:nvSpPr>
          <p:spPr>
            <a:xfrm>
              <a:off x="5470550" y="3379975"/>
              <a:ext cx="421675" cy="477500"/>
            </a:xfrm>
            <a:custGeom>
              <a:avLst/>
              <a:gdLst/>
              <a:ahLst/>
              <a:cxnLst/>
              <a:rect l="l" t="t" r="r" b="b"/>
              <a:pathLst>
                <a:path w="16867" h="19100" extrusionOk="0">
                  <a:moveTo>
                    <a:pt x="11911" y="4141"/>
                  </a:moveTo>
                  <a:cubicBezTo>
                    <a:pt x="12074" y="4141"/>
                    <a:pt x="12214" y="4281"/>
                    <a:pt x="12214" y="4444"/>
                  </a:cubicBezTo>
                  <a:lnTo>
                    <a:pt x="12214" y="5235"/>
                  </a:lnTo>
                  <a:cubicBezTo>
                    <a:pt x="12214" y="5374"/>
                    <a:pt x="12074" y="5514"/>
                    <a:pt x="11911" y="5514"/>
                  </a:cubicBezTo>
                  <a:lnTo>
                    <a:pt x="11632" y="5514"/>
                  </a:lnTo>
                  <a:lnTo>
                    <a:pt x="11632" y="4165"/>
                  </a:lnTo>
                  <a:lnTo>
                    <a:pt x="11911" y="4141"/>
                  </a:lnTo>
                  <a:close/>
                  <a:moveTo>
                    <a:pt x="5258" y="4188"/>
                  </a:moveTo>
                  <a:lnTo>
                    <a:pt x="5258" y="5514"/>
                  </a:lnTo>
                  <a:lnTo>
                    <a:pt x="4955" y="5537"/>
                  </a:lnTo>
                  <a:cubicBezTo>
                    <a:pt x="4793" y="5537"/>
                    <a:pt x="4676" y="5421"/>
                    <a:pt x="4676" y="5258"/>
                  </a:cubicBezTo>
                  <a:lnTo>
                    <a:pt x="4676" y="4467"/>
                  </a:lnTo>
                  <a:cubicBezTo>
                    <a:pt x="4676" y="4304"/>
                    <a:pt x="4793" y="4188"/>
                    <a:pt x="4955" y="4188"/>
                  </a:cubicBezTo>
                  <a:close/>
                  <a:moveTo>
                    <a:pt x="7398" y="3211"/>
                  </a:moveTo>
                  <a:cubicBezTo>
                    <a:pt x="8445" y="4095"/>
                    <a:pt x="9934" y="4141"/>
                    <a:pt x="11074" y="4141"/>
                  </a:cubicBezTo>
                  <a:lnTo>
                    <a:pt x="11074" y="6817"/>
                  </a:lnTo>
                  <a:lnTo>
                    <a:pt x="9189" y="8352"/>
                  </a:lnTo>
                  <a:lnTo>
                    <a:pt x="7701" y="8352"/>
                  </a:lnTo>
                  <a:lnTo>
                    <a:pt x="5793" y="6817"/>
                  </a:lnTo>
                  <a:lnTo>
                    <a:pt x="5793" y="4095"/>
                  </a:lnTo>
                  <a:lnTo>
                    <a:pt x="7398" y="3211"/>
                  </a:lnTo>
                  <a:close/>
                  <a:moveTo>
                    <a:pt x="8910" y="8887"/>
                  </a:moveTo>
                  <a:lnTo>
                    <a:pt x="8771" y="9445"/>
                  </a:lnTo>
                  <a:lnTo>
                    <a:pt x="8096" y="9445"/>
                  </a:lnTo>
                  <a:lnTo>
                    <a:pt x="7956" y="8887"/>
                  </a:lnTo>
                  <a:close/>
                  <a:moveTo>
                    <a:pt x="9515" y="8910"/>
                  </a:moveTo>
                  <a:lnTo>
                    <a:pt x="12888" y="9166"/>
                  </a:lnTo>
                  <a:cubicBezTo>
                    <a:pt x="13354" y="9166"/>
                    <a:pt x="13726" y="9538"/>
                    <a:pt x="13749" y="10027"/>
                  </a:cubicBezTo>
                  <a:lnTo>
                    <a:pt x="13749" y="10585"/>
                  </a:lnTo>
                  <a:lnTo>
                    <a:pt x="9143" y="10585"/>
                  </a:lnTo>
                  <a:lnTo>
                    <a:pt x="8445" y="11516"/>
                  </a:lnTo>
                  <a:lnTo>
                    <a:pt x="7747" y="10585"/>
                  </a:lnTo>
                  <a:lnTo>
                    <a:pt x="3164" y="10585"/>
                  </a:lnTo>
                  <a:lnTo>
                    <a:pt x="3164" y="10027"/>
                  </a:lnTo>
                  <a:cubicBezTo>
                    <a:pt x="3164" y="9538"/>
                    <a:pt x="3560" y="9166"/>
                    <a:pt x="4025" y="9166"/>
                  </a:cubicBezTo>
                  <a:lnTo>
                    <a:pt x="7398" y="8910"/>
                  </a:lnTo>
                  <a:lnTo>
                    <a:pt x="7677" y="10027"/>
                  </a:lnTo>
                  <a:lnTo>
                    <a:pt x="9236" y="10027"/>
                  </a:lnTo>
                  <a:lnTo>
                    <a:pt x="9515" y="8910"/>
                  </a:lnTo>
                  <a:close/>
                  <a:moveTo>
                    <a:pt x="2885" y="12935"/>
                  </a:moveTo>
                  <a:cubicBezTo>
                    <a:pt x="3048" y="12935"/>
                    <a:pt x="3164" y="13051"/>
                    <a:pt x="3164" y="13214"/>
                  </a:cubicBezTo>
                  <a:lnTo>
                    <a:pt x="3164" y="14889"/>
                  </a:lnTo>
                  <a:cubicBezTo>
                    <a:pt x="3164" y="15052"/>
                    <a:pt x="3048" y="15192"/>
                    <a:pt x="2885" y="15192"/>
                  </a:cubicBezTo>
                  <a:lnTo>
                    <a:pt x="2047" y="15192"/>
                  </a:lnTo>
                  <a:cubicBezTo>
                    <a:pt x="1885" y="15192"/>
                    <a:pt x="1745" y="15052"/>
                    <a:pt x="1745" y="14889"/>
                  </a:cubicBezTo>
                  <a:lnTo>
                    <a:pt x="1745" y="13214"/>
                  </a:lnTo>
                  <a:cubicBezTo>
                    <a:pt x="1745" y="13051"/>
                    <a:pt x="1885" y="12935"/>
                    <a:pt x="2047" y="12935"/>
                  </a:cubicBezTo>
                  <a:close/>
                  <a:moveTo>
                    <a:pt x="14843" y="12935"/>
                  </a:moveTo>
                  <a:cubicBezTo>
                    <a:pt x="15005" y="12935"/>
                    <a:pt x="15145" y="13075"/>
                    <a:pt x="15145" y="13237"/>
                  </a:cubicBezTo>
                  <a:lnTo>
                    <a:pt x="15145" y="14912"/>
                  </a:lnTo>
                  <a:cubicBezTo>
                    <a:pt x="15145" y="15075"/>
                    <a:pt x="15005" y="15192"/>
                    <a:pt x="14843" y="15192"/>
                  </a:cubicBezTo>
                  <a:lnTo>
                    <a:pt x="14005" y="15192"/>
                  </a:lnTo>
                  <a:cubicBezTo>
                    <a:pt x="13842" y="15192"/>
                    <a:pt x="13703" y="15075"/>
                    <a:pt x="13703" y="14912"/>
                  </a:cubicBezTo>
                  <a:lnTo>
                    <a:pt x="13703" y="13237"/>
                  </a:lnTo>
                  <a:cubicBezTo>
                    <a:pt x="13703" y="13075"/>
                    <a:pt x="13842" y="12935"/>
                    <a:pt x="14005" y="12935"/>
                  </a:cubicBezTo>
                  <a:close/>
                  <a:moveTo>
                    <a:pt x="7468" y="11144"/>
                  </a:moveTo>
                  <a:lnTo>
                    <a:pt x="8166" y="12074"/>
                  </a:lnTo>
                  <a:lnTo>
                    <a:pt x="8166" y="16308"/>
                  </a:lnTo>
                  <a:lnTo>
                    <a:pt x="2582" y="16308"/>
                  </a:lnTo>
                  <a:lnTo>
                    <a:pt x="2606" y="15727"/>
                  </a:lnTo>
                  <a:lnTo>
                    <a:pt x="2885" y="15727"/>
                  </a:lnTo>
                  <a:cubicBezTo>
                    <a:pt x="3350" y="15727"/>
                    <a:pt x="3722" y="15354"/>
                    <a:pt x="3722" y="14889"/>
                  </a:cubicBezTo>
                  <a:lnTo>
                    <a:pt x="3722" y="13214"/>
                  </a:lnTo>
                  <a:cubicBezTo>
                    <a:pt x="3722" y="12749"/>
                    <a:pt x="3350" y="12377"/>
                    <a:pt x="2885" y="12377"/>
                  </a:cubicBezTo>
                  <a:lnTo>
                    <a:pt x="2582" y="12377"/>
                  </a:lnTo>
                  <a:lnTo>
                    <a:pt x="2582" y="11144"/>
                  </a:lnTo>
                  <a:close/>
                  <a:moveTo>
                    <a:pt x="14284" y="11144"/>
                  </a:moveTo>
                  <a:lnTo>
                    <a:pt x="14284" y="12377"/>
                  </a:lnTo>
                  <a:lnTo>
                    <a:pt x="14005" y="12377"/>
                  </a:lnTo>
                  <a:cubicBezTo>
                    <a:pt x="13540" y="12377"/>
                    <a:pt x="13168" y="12772"/>
                    <a:pt x="13168" y="13237"/>
                  </a:cubicBezTo>
                  <a:lnTo>
                    <a:pt x="13168" y="14912"/>
                  </a:lnTo>
                  <a:cubicBezTo>
                    <a:pt x="13168" y="15378"/>
                    <a:pt x="13540" y="15750"/>
                    <a:pt x="14005" y="15750"/>
                  </a:cubicBezTo>
                  <a:lnTo>
                    <a:pt x="14307" y="15750"/>
                  </a:lnTo>
                  <a:lnTo>
                    <a:pt x="14307" y="16308"/>
                  </a:lnTo>
                  <a:lnTo>
                    <a:pt x="8724" y="16308"/>
                  </a:lnTo>
                  <a:lnTo>
                    <a:pt x="8724" y="12074"/>
                  </a:lnTo>
                  <a:lnTo>
                    <a:pt x="9422" y="11144"/>
                  </a:lnTo>
                  <a:close/>
                  <a:moveTo>
                    <a:pt x="8049" y="0"/>
                  </a:moveTo>
                  <a:cubicBezTo>
                    <a:pt x="7538" y="0"/>
                    <a:pt x="7072" y="326"/>
                    <a:pt x="6956" y="838"/>
                  </a:cubicBezTo>
                  <a:lnTo>
                    <a:pt x="6374" y="838"/>
                  </a:lnTo>
                  <a:cubicBezTo>
                    <a:pt x="6361" y="837"/>
                    <a:pt x="6347" y="837"/>
                    <a:pt x="6333" y="837"/>
                  </a:cubicBezTo>
                  <a:cubicBezTo>
                    <a:pt x="5725" y="837"/>
                    <a:pt x="5258" y="1340"/>
                    <a:pt x="5258" y="1931"/>
                  </a:cubicBezTo>
                  <a:lnTo>
                    <a:pt x="5258" y="2234"/>
                  </a:lnTo>
                  <a:lnTo>
                    <a:pt x="5793" y="2234"/>
                  </a:lnTo>
                  <a:lnTo>
                    <a:pt x="5793" y="1931"/>
                  </a:lnTo>
                  <a:cubicBezTo>
                    <a:pt x="5793" y="1642"/>
                    <a:pt x="6028" y="1395"/>
                    <a:pt x="6333" y="1395"/>
                  </a:cubicBezTo>
                  <a:cubicBezTo>
                    <a:pt x="6347" y="1395"/>
                    <a:pt x="6361" y="1395"/>
                    <a:pt x="6374" y="1396"/>
                  </a:cubicBezTo>
                  <a:lnTo>
                    <a:pt x="7491" y="1396"/>
                  </a:lnTo>
                  <a:lnTo>
                    <a:pt x="7491" y="1094"/>
                  </a:lnTo>
                  <a:cubicBezTo>
                    <a:pt x="7491" y="804"/>
                    <a:pt x="7726" y="557"/>
                    <a:pt x="8011" y="557"/>
                  </a:cubicBezTo>
                  <a:cubicBezTo>
                    <a:pt x="8024" y="557"/>
                    <a:pt x="8037" y="558"/>
                    <a:pt x="8049" y="559"/>
                  </a:cubicBezTo>
                  <a:lnTo>
                    <a:pt x="9701" y="559"/>
                  </a:lnTo>
                  <a:cubicBezTo>
                    <a:pt x="10469" y="559"/>
                    <a:pt x="11097" y="1187"/>
                    <a:pt x="11097" y="1955"/>
                  </a:cubicBezTo>
                  <a:lnTo>
                    <a:pt x="11097" y="3583"/>
                  </a:lnTo>
                  <a:cubicBezTo>
                    <a:pt x="9980" y="3583"/>
                    <a:pt x="8515" y="3536"/>
                    <a:pt x="7654" y="2676"/>
                  </a:cubicBezTo>
                  <a:lnTo>
                    <a:pt x="7514" y="2536"/>
                  </a:lnTo>
                  <a:lnTo>
                    <a:pt x="5793" y="3443"/>
                  </a:lnTo>
                  <a:lnTo>
                    <a:pt x="5793" y="2792"/>
                  </a:lnTo>
                  <a:lnTo>
                    <a:pt x="5235" y="2792"/>
                  </a:lnTo>
                  <a:lnTo>
                    <a:pt x="5235" y="3653"/>
                  </a:lnTo>
                  <a:lnTo>
                    <a:pt x="4932" y="3653"/>
                  </a:lnTo>
                  <a:cubicBezTo>
                    <a:pt x="4467" y="3653"/>
                    <a:pt x="4095" y="4025"/>
                    <a:pt x="4095" y="4490"/>
                  </a:cubicBezTo>
                  <a:lnTo>
                    <a:pt x="4095" y="5281"/>
                  </a:lnTo>
                  <a:cubicBezTo>
                    <a:pt x="4095" y="5747"/>
                    <a:pt x="4467" y="6119"/>
                    <a:pt x="4932" y="6119"/>
                  </a:cubicBezTo>
                  <a:lnTo>
                    <a:pt x="5235" y="6119"/>
                  </a:lnTo>
                  <a:lnTo>
                    <a:pt x="5235" y="7096"/>
                  </a:lnTo>
                  <a:lnTo>
                    <a:pt x="6863" y="8399"/>
                  </a:lnTo>
                  <a:lnTo>
                    <a:pt x="3955" y="8631"/>
                  </a:lnTo>
                  <a:cubicBezTo>
                    <a:pt x="3211" y="8654"/>
                    <a:pt x="2606" y="9283"/>
                    <a:pt x="2582" y="10027"/>
                  </a:cubicBezTo>
                  <a:lnTo>
                    <a:pt x="2582" y="10585"/>
                  </a:lnTo>
                  <a:lnTo>
                    <a:pt x="2024" y="10585"/>
                  </a:lnTo>
                  <a:lnTo>
                    <a:pt x="2024" y="12377"/>
                  </a:lnTo>
                  <a:cubicBezTo>
                    <a:pt x="1559" y="12377"/>
                    <a:pt x="1187" y="12772"/>
                    <a:pt x="1187" y="13237"/>
                  </a:cubicBezTo>
                  <a:lnTo>
                    <a:pt x="1187" y="14912"/>
                  </a:lnTo>
                  <a:cubicBezTo>
                    <a:pt x="1187" y="15378"/>
                    <a:pt x="1559" y="15750"/>
                    <a:pt x="2024" y="15750"/>
                  </a:cubicBezTo>
                  <a:lnTo>
                    <a:pt x="2024" y="16308"/>
                  </a:lnTo>
                  <a:lnTo>
                    <a:pt x="0" y="16308"/>
                  </a:lnTo>
                  <a:lnTo>
                    <a:pt x="0" y="19100"/>
                  </a:lnTo>
                  <a:lnTo>
                    <a:pt x="14052" y="19100"/>
                  </a:lnTo>
                  <a:lnTo>
                    <a:pt x="14052" y="18542"/>
                  </a:lnTo>
                  <a:lnTo>
                    <a:pt x="582" y="18542"/>
                  </a:lnTo>
                  <a:lnTo>
                    <a:pt x="582" y="16867"/>
                  </a:lnTo>
                  <a:lnTo>
                    <a:pt x="16308" y="16867"/>
                  </a:lnTo>
                  <a:lnTo>
                    <a:pt x="16308" y="18542"/>
                  </a:lnTo>
                  <a:lnTo>
                    <a:pt x="14633" y="18542"/>
                  </a:lnTo>
                  <a:lnTo>
                    <a:pt x="14633" y="19100"/>
                  </a:lnTo>
                  <a:lnTo>
                    <a:pt x="16866" y="19100"/>
                  </a:lnTo>
                  <a:lnTo>
                    <a:pt x="16866" y="16308"/>
                  </a:lnTo>
                  <a:lnTo>
                    <a:pt x="14843" y="16308"/>
                  </a:lnTo>
                  <a:lnTo>
                    <a:pt x="14843" y="15750"/>
                  </a:lnTo>
                  <a:cubicBezTo>
                    <a:pt x="15308" y="15750"/>
                    <a:pt x="15680" y="15378"/>
                    <a:pt x="15680" y="14912"/>
                  </a:cubicBezTo>
                  <a:lnTo>
                    <a:pt x="15680" y="13237"/>
                  </a:lnTo>
                  <a:cubicBezTo>
                    <a:pt x="15680" y="12772"/>
                    <a:pt x="15308" y="12377"/>
                    <a:pt x="14843" y="12377"/>
                  </a:cubicBezTo>
                  <a:lnTo>
                    <a:pt x="14843" y="10585"/>
                  </a:lnTo>
                  <a:lnTo>
                    <a:pt x="14284" y="10585"/>
                  </a:lnTo>
                  <a:lnTo>
                    <a:pt x="14284" y="10027"/>
                  </a:lnTo>
                  <a:cubicBezTo>
                    <a:pt x="14261" y="9259"/>
                    <a:pt x="13656" y="8654"/>
                    <a:pt x="12912" y="8631"/>
                  </a:cubicBezTo>
                  <a:lnTo>
                    <a:pt x="10004" y="8399"/>
                  </a:lnTo>
                  <a:lnTo>
                    <a:pt x="11632" y="7073"/>
                  </a:lnTo>
                  <a:lnTo>
                    <a:pt x="11632" y="6049"/>
                  </a:lnTo>
                  <a:lnTo>
                    <a:pt x="11935" y="6049"/>
                  </a:lnTo>
                  <a:cubicBezTo>
                    <a:pt x="12400" y="6049"/>
                    <a:pt x="12772" y="5677"/>
                    <a:pt x="12772" y="5211"/>
                  </a:cubicBezTo>
                  <a:lnTo>
                    <a:pt x="12772" y="4420"/>
                  </a:lnTo>
                  <a:cubicBezTo>
                    <a:pt x="12772" y="3955"/>
                    <a:pt x="12400" y="3583"/>
                    <a:pt x="11935" y="3583"/>
                  </a:cubicBezTo>
                  <a:lnTo>
                    <a:pt x="11632" y="3583"/>
                  </a:lnTo>
                  <a:lnTo>
                    <a:pt x="11632" y="1955"/>
                  </a:lnTo>
                  <a:cubicBezTo>
                    <a:pt x="11632" y="884"/>
                    <a:pt x="10771" y="0"/>
                    <a:pt x="96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75"/>
            <p:cNvSpPr/>
            <p:nvPr/>
          </p:nvSpPr>
          <p:spPr>
            <a:xfrm>
              <a:off x="5706675" y="3512575"/>
              <a:ext cx="13975" cy="13975"/>
            </a:xfrm>
            <a:custGeom>
              <a:avLst/>
              <a:gdLst/>
              <a:ahLst/>
              <a:cxnLst/>
              <a:rect l="l" t="t" r="r" b="b"/>
              <a:pathLst>
                <a:path w="559" h="559" extrusionOk="0">
                  <a:moveTo>
                    <a:pt x="0" y="0"/>
                  </a:moveTo>
                  <a:lnTo>
                    <a:pt x="0"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75"/>
            <p:cNvSpPr/>
            <p:nvPr/>
          </p:nvSpPr>
          <p:spPr>
            <a:xfrm>
              <a:off x="5642125" y="3512575"/>
              <a:ext cx="13975" cy="13975"/>
            </a:xfrm>
            <a:custGeom>
              <a:avLst/>
              <a:gdLst/>
              <a:ahLst/>
              <a:cxnLst/>
              <a:rect l="l" t="t" r="r" b="b"/>
              <a:pathLst>
                <a:path w="559" h="559" extrusionOk="0">
                  <a:moveTo>
                    <a:pt x="0" y="0"/>
                  </a:moveTo>
                  <a:lnTo>
                    <a:pt x="0" y="559"/>
                  </a:lnTo>
                  <a:lnTo>
                    <a:pt x="558" y="559"/>
                  </a:lnTo>
                  <a:lnTo>
                    <a:pt x="55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75"/>
            <p:cNvSpPr/>
            <p:nvPr/>
          </p:nvSpPr>
          <p:spPr>
            <a:xfrm>
              <a:off x="5664225" y="3550375"/>
              <a:ext cx="34900" cy="13975"/>
            </a:xfrm>
            <a:custGeom>
              <a:avLst/>
              <a:gdLst/>
              <a:ahLst/>
              <a:cxnLst/>
              <a:rect l="l" t="t" r="r" b="b"/>
              <a:pathLst>
                <a:path w="1396" h="559" extrusionOk="0">
                  <a:moveTo>
                    <a:pt x="0" y="1"/>
                  </a:moveTo>
                  <a:lnTo>
                    <a:pt x="0" y="559"/>
                  </a:lnTo>
                  <a:lnTo>
                    <a:pt x="1396" y="559"/>
                  </a:lnTo>
                  <a:lnTo>
                    <a:pt x="139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75"/>
            <p:cNvSpPr/>
            <p:nvPr/>
          </p:nvSpPr>
          <p:spPr>
            <a:xfrm>
              <a:off x="5743900" y="3738825"/>
              <a:ext cx="41900" cy="13975"/>
            </a:xfrm>
            <a:custGeom>
              <a:avLst/>
              <a:gdLst/>
              <a:ahLst/>
              <a:cxnLst/>
              <a:rect l="l" t="t" r="r" b="b"/>
              <a:pathLst>
                <a:path w="1676" h="559" extrusionOk="0">
                  <a:moveTo>
                    <a:pt x="0" y="0"/>
                  </a:moveTo>
                  <a:lnTo>
                    <a:pt x="0" y="558"/>
                  </a:lnTo>
                  <a:lnTo>
                    <a:pt x="1675" y="558"/>
                  </a:lnTo>
                  <a:lnTo>
                    <a:pt x="167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75"/>
            <p:cNvSpPr/>
            <p:nvPr/>
          </p:nvSpPr>
          <p:spPr>
            <a:xfrm>
              <a:off x="5715975" y="3710325"/>
              <a:ext cx="41900" cy="13975"/>
            </a:xfrm>
            <a:custGeom>
              <a:avLst/>
              <a:gdLst/>
              <a:ahLst/>
              <a:cxnLst/>
              <a:rect l="l" t="t" r="r" b="b"/>
              <a:pathLst>
                <a:path w="1676" h="559" extrusionOk="0">
                  <a:moveTo>
                    <a:pt x="1" y="0"/>
                  </a:moveTo>
                  <a:lnTo>
                    <a:pt x="1" y="559"/>
                  </a:lnTo>
                  <a:lnTo>
                    <a:pt x="1676" y="559"/>
                  </a:lnTo>
                  <a:lnTo>
                    <a:pt x="16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75"/>
            <p:cNvSpPr/>
            <p:nvPr/>
          </p:nvSpPr>
          <p:spPr>
            <a:xfrm>
              <a:off x="5715975" y="3738825"/>
              <a:ext cx="13975" cy="13975"/>
            </a:xfrm>
            <a:custGeom>
              <a:avLst/>
              <a:gdLst/>
              <a:ahLst/>
              <a:cxnLst/>
              <a:rect l="l" t="t" r="r" b="b"/>
              <a:pathLst>
                <a:path w="559" h="559" extrusionOk="0">
                  <a:moveTo>
                    <a:pt x="1" y="0"/>
                  </a:moveTo>
                  <a:lnTo>
                    <a:pt x="1" y="558"/>
                  </a:lnTo>
                  <a:lnTo>
                    <a:pt x="559" y="558"/>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75"/>
            <p:cNvSpPr/>
            <p:nvPr/>
          </p:nvSpPr>
          <p:spPr>
            <a:xfrm>
              <a:off x="5577550" y="3738825"/>
              <a:ext cx="14000" cy="13975"/>
            </a:xfrm>
            <a:custGeom>
              <a:avLst/>
              <a:gdLst/>
              <a:ahLst/>
              <a:cxnLst/>
              <a:rect l="l" t="t" r="r" b="b"/>
              <a:pathLst>
                <a:path w="560" h="559" extrusionOk="0">
                  <a:moveTo>
                    <a:pt x="1" y="0"/>
                  </a:moveTo>
                  <a:lnTo>
                    <a:pt x="1" y="558"/>
                  </a:lnTo>
                  <a:lnTo>
                    <a:pt x="559" y="558"/>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75"/>
            <p:cNvSpPr/>
            <p:nvPr/>
          </p:nvSpPr>
          <p:spPr>
            <a:xfrm>
              <a:off x="5605475" y="3738825"/>
              <a:ext cx="41900" cy="13975"/>
            </a:xfrm>
            <a:custGeom>
              <a:avLst/>
              <a:gdLst/>
              <a:ahLst/>
              <a:cxnLst/>
              <a:rect l="l" t="t" r="r" b="b"/>
              <a:pathLst>
                <a:path w="1676" h="559" extrusionOk="0">
                  <a:moveTo>
                    <a:pt x="0" y="0"/>
                  </a:moveTo>
                  <a:lnTo>
                    <a:pt x="0" y="558"/>
                  </a:lnTo>
                  <a:lnTo>
                    <a:pt x="1675" y="558"/>
                  </a:lnTo>
                  <a:lnTo>
                    <a:pt x="167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75"/>
            <p:cNvSpPr/>
            <p:nvPr/>
          </p:nvSpPr>
          <p:spPr>
            <a:xfrm>
              <a:off x="5771800" y="3710325"/>
              <a:ext cx="14000" cy="13975"/>
            </a:xfrm>
            <a:custGeom>
              <a:avLst/>
              <a:gdLst/>
              <a:ahLst/>
              <a:cxnLst/>
              <a:rect l="l" t="t" r="r" b="b"/>
              <a:pathLst>
                <a:path w="560" h="559" extrusionOk="0">
                  <a:moveTo>
                    <a:pt x="1" y="0"/>
                  </a:moveTo>
                  <a:lnTo>
                    <a:pt x="1"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75"/>
            <p:cNvSpPr/>
            <p:nvPr/>
          </p:nvSpPr>
          <p:spPr>
            <a:xfrm>
              <a:off x="5633400" y="3710325"/>
              <a:ext cx="13975" cy="13975"/>
            </a:xfrm>
            <a:custGeom>
              <a:avLst/>
              <a:gdLst/>
              <a:ahLst/>
              <a:cxnLst/>
              <a:rect l="l" t="t" r="r" b="b"/>
              <a:pathLst>
                <a:path w="559" h="559" extrusionOk="0">
                  <a:moveTo>
                    <a:pt x="0" y="0"/>
                  </a:moveTo>
                  <a:lnTo>
                    <a:pt x="0" y="559"/>
                  </a:lnTo>
                  <a:lnTo>
                    <a:pt x="558" y="559"/>
                  </a:lnTo>
                  <a:lnTo>
                    <a:pt x="55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75"/>
            <p:cNvSpPr/>
            <p:nvPr/>
          </p:nvSpPr>
          <p:spPr>
            <a:xfrm>
              <a:off x="5577550" y="3710325"/>
              <a:ext cx="41900" cy="13975"/>
            </a:xfrm>
            <a:custGeom>
              <a:avLst/>
              <a:gdLst/>
              <a:ahLst/>
              <a:cxnLst/>
              <a:rect l="l" t="t" r="r" b="b"/>
              <a:pathLst>
                <a:path w="1676" h="559" extrusionOk="0">
                  <a:moveTo>
                    <a:pt x="1" y="0"/>
                  </a:moveTo>
                  <a:lnTo>
                    <a:pt x="1" y="559"/>
                  </a:lnTo>
                  <a:lnTo>
                    <a:pt x="1676" y="559"/>
                  </a:lnTo>
                  <a:lnTo>
                    <a:pt x="16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1" name="Google Shape;2121;p75"/>
          <p:cNvGrpSpPr/>
          <p:nvPr/>
        </p:nvGrpSpPr>
        <p:grpSpPr>
          <a:xfrm>
            <a:off x="3232033" y="3141359"/>
            <a:ext cx="448730" cy="436138"/>
            <a:chOff x="3223250" y="1942275"/>
            <a:chExt cx="477525" cy="464125"/>
          </a:xfrm>
        </p:grpSpPr>
        <p:sp>
          <p:nvSpPr>
            <p:cNvPr id="2122" name="Google Shape;2122;p75"/>
            <p:cNvSpPr/>
            <p:nvPr/>
          </p:nvSpPr>
          <p:spPr>
            <a:xfrm>
              <a:off x="3357600" y="1942275"/>
              <a:ext cx="232075" cy="252425"/>
            </a:xfrm>
            <a:custGeom>
              <a:avLst/>
              <a:gdLst/>
              <a:ahLst/>
              <a:cxnLst/>
              <a:rect l="l" t="t" r="r" b="b"/>
              <a:pathLst>
                <a:path w="9283" h="10097" extrusionOk="0">
                  <a:moveTo>
                    <a:pt x="1" y="5328"/>
                  </a:moveTo>
                  <a:cubicBezTo>
                    <a:pt x="1" y="7003"/>
                    <a:pt x="978" y="8515"/>
                    <a:pt x="2513" y="9190"/>
                  </a:cubicBezTo>
                  <a:lnTo>
                    <a:pt x="2513" y="10097"/>
                  </a:lnTo>
                  <a:lnTo>
                    <a:pt x="5863" y="10097"/>
                  </a:lnTo>
                  <a:lnTo>
                    <a:pt x="5863" y="9190"/>
                  </a:lnTo>
                  <a:cubicBezTo>
                    <a:pt x="8934" y="7840"/>
                    <a:pt x="9283" y="3653"/>
                    <a:pt x="6491" y="1838"/>
                  </a:cubicBezTo>
                  <a:cubicBezTo>
                    <a:pt x="3700" y="0"/>
                    <a:pt x="1" y="2001"/>
                    <a:pt x="1" y="5328"/>
                  </a:cubicBezTo>
                  <a:close/>
                  <a:moveTo>
                    <a:pt x="1" y="5328"/>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75"/>
            <p:cNvSpPr/>
            <p:nvPr/>
          </p:nvSpPr>
          <p:spPr>
            <a:xfrm>
              <a:off x="3420425" y="2194100"/>
              <a:ext cx="83775" cy="55850"/>
            </a:xfrm>
            <a:custGeom>
              <a:avLst/>
              <a:gdLst/>
              <a:ahLst/>
              <a:cxnLst/>
              <a:rect l="l" t="t" r="r" b="b"/>
              <a:pathLst>
                <a:path w="3351" h="2234" extrusionOk="0">
                  <a:moveTo>
                    <a:pt x="558" y="2234"/>
                  </a:moveTo>
                  <a:lnTo>
                    <a:pt x="2792" y="2234"/>
                  </a:lnTo>
                  <a:cubicBezTo>
                    <a:pt x="3094" y="2234"/>
                    <a:pt x="3350" y="2001"/>
                    <a:pt x="3350" y="1676"/>
                  </a:cubicBezTo>
                  <a:lnTo>
                    <a:pt x="3350" y="1"/>
                  </a:lnTo>
                  <a:lnTo>
                    <a:pt x="0" y="1"/>
                  </a:lnTo>
                  <a:lnTo>
                    <a:pt x="0" y="1676"/>
                  </a:lnTo>
                  <a:cubicBezTo>
                    <a:pt x="0" y="2001"/>
                    <a:pt x="256" y="2234"/>
                    <a:pt x="558" y="2234"/>
                  </a:cubicBezTo>
                  <a:close/>
                  <a:moveTo>
                    <a:pt x="558" y="2234"/>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75"/>
            <p:cNvSpPr/>
            <p:nvPr/>
          </p:nvSpPr>
          <p:spPr>
            <a:xfrm>
              <a:off x="3434375" y="2250525"/>
              <a:ext cx="56450" cy="27925"/>
            </a:xfrm>
            <a:custGeom>
              <a:avLst/>
              <a:gdLst/>
              <a:ahLst/>
              <a:cxnLst/>
              <a:rect l="l" t="t" r="r" b="b"/>
              <a:pathLst>
                <a:path w="2258" h="1117" extrusionOk="0">
                  <a:moveTo>
                    <a:pt x="280" y="1117"/>
                  </a:moveTo>
                  <a:lnTo>
                    <a:pt x="1978" y="1117"/>
                  </a:lnTo>
                  <a:lnTo>
                    <a:pt x="2257" y="0"/>
                  </a:lnTo>
                  <a:lnTo>
                    <a:pt x="0" y="0"/>
                  </a:lnTo>
                  <a:close/>
                  <a:moveTo>
                    <a:pt x="280" y="1117"/>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75"/>
            <p:cNvSpPr/>
            <p:nvPr/>
          </p:nvSpPr>
          <p:spPr>
            <a:xfrm>
              <a:off x="3244775" y="2299375"/>
              <a:ext cx="435050" cy="71550"/>
            </a:xfrm>
            <a:custGeom>
              <a:avLst/>
              <a:gdLst/>
              <a:ahLst/>
              <a:cxnLst/>
              <a:rect l="l" t="t" r="r" b="b"/>
              <a:pathLst>
                <a:path w="17402" h="2862" extrusionOk="0">
                  <a:moveTo>
                    <a:pt x="0" y="2862"/>
                  </a:moveTo>
                  <a:lnTo>
                    <a:pt x="5909" y="2862"/>
                  </a:lnTo>
                  <a:lnTo>
                    <a:pt x="8701" y="1466"/>
                  </a:lnTo>
                  <a:cubicBezTo>
                    <a:pt x="11330" y="0"/>
                    <a:pt x="13354" y="70"/>
                    <a:pt x="17402" y="70"/>
                  </a:cubicBezTo>
                  <a:lnTo>
                    <a:pt x="17402" y="2862"/>
                  </a:lnTo>
                  <a:lnTo>
                    <a:pt x="11493" y="2862"/>
                  </a:lnTo>
                  <a:lnTo>
                    <a:pt x="8701" y="1466"/>
                  </a:lnTo>
                  <a:cubicBezTo>
                    <a:pt x="6096" y="0"/>
                    <a:pt x="4048" y="70"/>
                    <a:pt x="0" y="70"/>
                  </a:cubicBezTo>
                  <a:close/>
                  <a:moveTo>
                    <a:pt x="0" y="2862"/>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75"/>
            <p:cNvSpPr/>
            <p:nvPr/>
          </p:nvSpPr>
          <p:spPr>
            <a:xfrm>
              <a:off x="3230825" y="2336000"/>
              <a:ext cx="462975" cy="62850"/>
            </a:xfrm>
            <a:custGeom>
              <a:avLst/>
              <a:gdLst/>
              <a:ahLst/>
              <a:cxnLst/>
              <a:rect l="l" t="t" r="r" b="b"/>
              <a:pathLst>
                <a:path w="18519" h="2514" extrusionOk="0">
                  <a:moveTo>
                    <a:pt x="0" y="2513"/>
                  </a:moveTo>
                  <a:lnTo>
                    <a:pt x="7026" y="2513"/>
                  </a:lnTo>
                  <a:lnTo>
                    <a:pt x="9259" y="1397"/>
                  </a:lnTo>
                  <a:lnTo>
                    <a:pt x="11492" y="2513"/>
                  </a:lnTo>
                  <a:lnTo>
                    <a:pt x="18518" y="2513"/>
                  </a:lnTo>
                  <a:lnTo>
                    <a:pt x="18518" y="1397"/>
                  </a:lnTo>
                  <a:lnTo>
                    <a:pt x="12051" y="1397"/>
                  </a:lnTo>
                  <a:lnTo>
                    <a:pt x="9259" y="1"/>
                  </a:lnTo>
                  <a:lnTo>
                    <a:pt x="6467" y="1397"/>
                  </a:lnTo>
                  <a:lnTo>
                    <a:pt x="0" y="1397"/>
                  </a:lnTo>
                  <a:close/>
                  <a:moveTo>
                    <a:pt x="0" y="2513"/>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75"/>
            <p:cNvSpPr/>
            <p:nvPr/>
          </p:nvSpPr>
          <p:spPr>
            <a:xfrm>
              <a:off x="3230825" y="2355775"/>
              <a:ext cx="462975" cy="43075"/>
            </a:xfrm>
            <a:custGeom>
              <a:avLst/>
              <a:gdLst/>
              <a:ahLst/>
              <a:cxnLst/>
              <a:rect l="l" t="t" r="r" b="b"/>
              <a:pathLst>
                <a:path w="18519" h="1723" extrusionOk="0">
                  <a:moveTo>
                    <a:pt x="0" y="1722"/>
                  </a:moveTo>
                  <a:lnTo>
                    <a:pt x="7026" y="1722"/>
                  </a:lnTo>
                  <a:lnTo>
                    <a:pt x="9259" y="606"/>
                  </a:lnTo>
                  <a:lnTo>
                    <a:pt x="11492" y="1722"/>
                  </a:lnTo>
                  <a:lnTo>
                    <a:pt x="18518" y="1722"/>
                  </a:lnTo>
                  <a:lnTo>
                    <a:pt x="18518" y="1164"/>
                  </a:lnTo>
                  <a:lnTo>
                    <a:pt x="11632" y="1164"/>
                  </a:lnTo>
                  <a:lnTo>
                    <a:pt x="9259" y="1"/>
                  </a:lnTo>
                  <a:lnTo>
                    <a:pt x="6886" y="1164"/>
                  </a:lnTo>
                  <a:lnTo>
                    <a:pt x="0" y="1164"/>
                  </a:lnTo>
                  <a:close/>
                  <a:moveTo>
                    <a:pt x="0" y="1722"/>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75"/>
            <p:cNvSpPr/>
            <p:nvPr/>
          </p:nvSpPr>
          <p:spPr>
            <a:xfrm>
              <a:off x="3357600" y="1973100"/>
              <a:ext cx="83775" cy="221600"/>
            </a:xfrm>
            <a:custGeom>
              <a:avLst/>
              <a:gdLst/>
              <a:ahLst/>
              <a:cxnLst/>
              <a:rect l="l" t="t" r="r" b="b"/>
              <a:pathLst>
                <a:path w="3351" h="8864" extrusionOk="0">
                  <a:moveTo>
                    <a:pt x="1" y="4095"/>
                  </a:moveTo>
                  <a:cubicBezTo>
                    <a:pt x="1" y="5770"/>
                    <a:pt x="978" y="7282"/>
                    <a:pt x="2513" y="7957"/>
                  </a:cubicBezTo>
                  <a:lnTo>
                    <a:pt x="2513" y="8864"/>
                  </a:lnTo>
                  <a:lnTo>
                    <a:pt x="3351" y="8864"/>
                  </a:lnTo>
                  <a:lnTo>
                    <a:pt x="3351" y="7677"/>
                  </a:lnTo>
                  <a:cubicBezTo>
                    <a:pt x="47" y="6212"/>
                    <a:pt x="1" y="1512"/>
                    <a:pt x="3304" y="0"/>
                  </a:cubicBezTo>
                  <a:cubicBezTo>
                    <a:pt x="1373" y="419"/>
                    <a:pt x="1" y="2141"/>
                    <a:pt x="1" y="4095"/>
                  </a:cubicBezTo>
                  <a:close/>
                  <a:moveTo>
                    <a:pt x="1" y="4095"/>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75"/>
            <p:cNvSpPr/>
            <p:nvPr/>
          </p:nvSpPr>
          <p:spPr>
            <a:xfrm>
              <a:off x="3420425" y="2194675"/>
              <a:ext cx="34900" cy="55275"/>
            </a:xfrm>
            <a:custGeom>
              <a:avLst/>
              <a:gdLst/>
              <a:ahLst/>
              <a:cxnLst/>
              <a:rect l="l" t="t" r="r" b="b"/>
              <a:pathLst>
                <a:path w="1396" h="2211" extrusionOk="0">
                  <a:moveTo>
                    <a:pt x="558" y="2211"/>
                  </a:moveTo>
                  <a:lnTo>
                    <a:pt x="1396" y="2211"/>
                  </a:lnTo>
                  <a:cubicBezTo>
                    <a:pt x="1093" y="2211"/>
                    <a:pt x="861" y="1978"/>
                    <a:pt x="838" y="1676"/>
                  </a:cubicBezTo>
                  <a:lnTo>
                    <a:pt x="838" y="1"/>
                  </a:lnTo>
                  <a:lnTo>
                    <a:pt x="0" y="1"/>
                  </a:lnTo>
                  <a:lnTo>
                    <a:pt x="0" y="1676"/>
                  </a:lnTo>
                  <a:cubicBezTo>
                    <a:pt x="0" y="1978"/>
                    <a:pt x="256" y="2211"/>
                    <a:pt x="558" y="2211"/>
                  </a:cubicBezTo>
                  <a:close/>
                  <a:moveTo>
                    <a:pt x="558" y="2211"/>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75"/>
            <p:cNvSpPr/>
            <p:nvPr/>
          </p:nvSpPr>
          <p:spPr>
            <a:xfrm>
              <a:off x="3434375" y="2250525"/>
              <a:ext cx="28525" cy="27925"/>
            </a:xfrm>
            <a:custGeom>
              <a:avLst/>
              <a:gdLst/>
              <a:ahLst/>
              <a:cxnLst/>
              <a:rect l="l" t="t" r="r" b="b"/>
              <a:pathLst>
                <a:path w="1141" h="1117" extrusionOk="0">
                  <a:moveTo>
                    <a:pt x="280" y="1117"/>
                  </a:moveTo>
                  <a:lnTo>
                    <a:pt x="1140" y="1117"/>
                  </a:lnTo>
                  <a:lnTo>
                    <a:pt x="838" y="0"/>
                  </a:lnTo>
                  <a:lnTo>
                    <a:pt x="0" y="0"/>
                  </a:lnTo>
                  <a:close/>
                  <a:moveTo>
                    <a:pt x="280" y="1117"/>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75"/>
            <p:cNvSpPr/>
            <p:nvPr/>
          </p:nvSpPr>
          <p:spPr>
            <a:xfrm>
              <a:off x="3244775" y="2301125"/>
              <a:ext cx="20950" cy="69800"/>
            </a:xfrm>
            <a:custGeom>
              <a:avLst/>
              <a:gdLst/>
              <a:ahLst/>
              <a:cxnLst/>
              <a:rect l="l" t="t" r="r" b="b"/>
              <a:pathLst>
                <a:path w="838" h="2792" extrusionOk="0">
                  <a:moveTo>
                    <a:pt x="0" y="2792"/>
                  </a:moveTo>
                  <a:lnTo>
                    <a:pt x="838" y="2792"/>
                  </a:lnTo>
                  <a:lnTo>
                    <a:pt x="838" y="0"/>
                  </a:lnTo>
                  <a:lnTo>
                    <a:pt x="0" y="0"/>
                  </a:lnTo>
                  <a:close/>
                  <a:moveTo>
                    <a:pt x="0" y="2792"/>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75"/>
            <p:cNvSpPr/>
            <p:nvPr/>
          </p:nvSpPr>
          <p:spPr>
            <a:xfrm>
              <a:off x="3441350" y="1998675"/>
              <a:ext cx="217550" cy="337350"/>
            </a:xfrm>
            <a:custGeom>
              <a:avLst/>
              <a:gdLst/>
              <a:ahLst/>
              <a:cxnLst/>
              <a:rect l="l" t="t" r="r" b="b"/>
              <a:pathLst>
                <a:path w="8702" h="13494" extrusionOk="0">
                  <a:moveTo>
                    <a:pt x="1" y="1"/>
                  </a:moveTo>
                  <a:lnTo>
                    <a:pt x="1" y="559"/>
                  </a:lnTo>
                  <a:lnTo>
                    <a:pt x="559" y="559"/>
                  </a:lnTo>
                  <a:lnTo>
                    <a:pt x="559" y="1"/>
                  </a:lnTo>
                  <a:close/>
                  <a:moveTo>
                    <a:pt x="1178" y="0"/>
                  </a:moveTo>
                  <a:cubicBezTo>
                    <a:pt x="1158" y="0"/>
                    <a:pt x="1138" y="1"/>
                    <a:pt x="1117" y="1"/>
                  </a:cubicBezTo>
                  <a:lnTo>
                    <a:pt x="1117" y="559"/>
                  </a:lnTo>
                  <a:cubicBezTo>
                    <a:pt x="1137" y="559"/>
                    <a:pt x="1157" y="559"/>
                    <a:pt x="1177" y="559"/>
                  </a:cubicBezTo>
                  <a:cubicBezTo>
                    <a:pt x="2062" y="559"/>
                    <a:pt x="2894" y="1066"/>
                    <a:pt x="3281" y="1862"/>
                  </a:cubicBezTo>
                  <a:lnTo>
                    <a:pt x="3793" y="1629"/>
                  </a:lnTo>
                  <a:cubicBezTo>
                    <a:pt x="3290" y="624"/>
                    <a:pt x="2294" y="0"/>
                    <a:pt x="1178" y="0"/>
                  </a:cubicBezTo>
                  <a:close/>
                  <a:moveTo>
                    <a:pt x="7026" y="12936"/>
                  </a:moveTo>
                  <a:lnTo>
                    <a:pt x="7026" y="13494"/>
                  </a:lnTo>
                  <a:lnTo>
                    <a:pt x="7585" y="13494"/>
                  </a:lnTo>
                  <a:lnTo>
                    <a:pt x="7585" y="12936"/>
                  </a:lnTo>
                  <a:close/>
                  <a:moveTo>
                    <a:pt x="8143" y="12936"/>
                  </a:moveTo>
                  <a:lnTo>
                    <a:pt x="8143" y="13494"/>
                  </a:lnTo>
                  <a:lnTo>
                    <a:pt x="8701" y="13494"/>
                  </a:lnTo>
                  <a:lnTo>
                    <a:pt x="8701" y="12936"/>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75"/>
            <p:cNvSpPr/>
            <p:nvPr/>
          </p:nvSpPr>
          <p:spPr>
            <a:xfrm>
              <a:off x="3223250" y="2294125"/>
              <a:ext cx="477525" cy="112275"/>
            </a:xfrm>
            <a:custGeom>
              <a:avLst/>
              <a:gdLst/>
              <a:ahLst/>
              <a:cxnLst/>
              <a:rect l="l" t="t" r="r" b="b"/>
              <a:pathLst>
                <a:path w="19101" h="4491" extrusionOk="0">
                  <a:moveTo>
                    <a:pt x="1396" y="559"/>
                  </a:moveTo>
                  <a:cubicBezTo>
                    <a:pt x="4886" y="559"/>
                    <a:pt x="6747" y="559"/>
                    <a:pt x="8957" y="1676"/>
                  </a:cubicBezTo>
                  <a:lnTo>
                    <a:pt x="8143" y="2095"/>
                  </a:lnTo>
                  <a:lnTo>
                    <a:pt x="6491" y="1629"/>
                  </a:lnTo>
                  <a:lnTo>
                    <a:pt x="6328" y="2164"/>
                  </a:lnTo>
                  <a:lnTo>
                    <a:pt x="7399" y="2444"/>
                  </a:lnTo>
                  <a:lnTo>
                    <a:pt x="6701" y="2793"/>
                  </a:lnTo>
                  <a:lnTo>
                    <a:pt x="1141" y="2793"/>
                  </a:lnTo>
                  <a:lnTo>
                    <a:pt x="1141" y="559"/>
                  </a:lnTo>
                  <a:close/>
                  <a:moveTo>
                    <a:pt x="9562" y="2002"/>
                  </a:moveTo>
                  <a:lnTo>
                    <a:pt x="12284" y="3351"/>
                  </a:lnTo>
                  <a:lnTo>
                    <a:pt x="18542" y="3351"/>
                  </a:lnTo>
                  <a:lnTo>
                    <a:pt x="18542" y="3933"/>
                  </a:lnTo>
                  <a:lnTo>
                    <a:pt x="11865" y="3933"/>
                  </a:lnTo>
                  <a:lnTo>
                    <a:pt x="9562" y="2769"/>
                  </a:lnTo>
                  <a:lnTo>
                    <a:pt x="7259" y="3933"/>
                  </a:lnTo>
                  <a:lnTo>
                    <a:pt x="559" y="3933"/>
                  </a:lnTo>
                  <a:lnTo>
                    <a:pt x="559" y="3351"/>
                  </a:lnTo>
                  <a:lnTo>
                    <a:pt x="6817" y="3351"/>
                  </a:lnTo>
                  <a:lnTo>
                    <a:pt x="9562" y="2002"/>
                  </a:lnTo>
                  <a:close/>
                  <a:moveTo>
                    <a:pt x="582" y="1"/>
                  </a:moveTo>
                  <a:lnTo>
                    <a:pt x="582" y="2793"/>
                  </a:lnTo>
                  <a:lnTo>
                    <a:pt x="1" y="2793"/>
                  </a:lnTo>
                  <a:lnTo>
                    <a:pt x="1" y="4491"/>
                  </a:lnTo>
                  <a:lnTo>
                    <a:pt x="7375" y="4491"/>
                  </a:lnTo>
                  <a:lnTo>
                    <a:pt x="9562" y="3397"/>
                  </a:lnTo>
                  <a:lnTo>
                    <a:pt x="11726" y="4491"/>
                  </a:lnTo>
                  <a:lnTo>
                    <a:pt x="19100" y="4491"/>
                  </a:lnTo>
                  <a:lnTo>
                    <a:pt x="19100" y="2793"/>
                  </a:lnTo>
                  <a:lnTo>
                    <a:pt x="18542" y="2793"/>
                  </a:lnTo>
                  <a:lnTo>
                    <a:pt x="18542" y="1"/>
                  </a:lnTo>
                  <a:lnTo>
                    <a:pt x="15727" y="1"/>
                  </a:lnTo>
                  <a:lnTo>
                    <a:pt x="15727" y="559"/>
                  </a:lnTo>
                  <a:lnTo>
                    <a:pt x="17984" y="559"/>
                  </a:lnTo>
                  <a:lnTo>
                    <a:pt x="17984" y="2793"/>
                  </a:lnTo>
                  <a:lnTo>
                    <a:pt x="12424" y="2793"/>
                  </a:lnTo>
                  <a:lnTo>
                    <a:pt x="11749" y="2444"/>
                  </a:lnTo>
                  <a:lnTo>
                    <a:pt x="12796" y="2164"/>
                  </a:lnTo>
                  <a:lnTo>
                    <a:pt x="12656" y="1629"/>
                  </a:lnTo>
                  <a:lnTo>
                    <a:pt x="11004" y="2095"/>
                  </a:lnTo>
                  <a:lnTo>
                    <a:pt x="10190" y="1676"/>
                  </a:lnTo>
                  <a:cubicBezTo>
                    <a:pt x="11842" y="838"/>
                    <a:pt x="13308" y="652"/>
                    <a:pt x="15215" y="583"/>
                  </a:cubicBezTo>
                  <a:lnTo>
                    <a:pt x="15192" y="24"/>
                  </a:lnTo>
                  <a:cubicBezTo>
                    <a:pt x="13075" y="94"/>
                    <a:pt x="11470" y="327"/>
                    <a:pt x="9585" y="1373"/>
                  </a:cubicBezTo>
                  <a:cubicBezTo>
                    <a:pt x="7073" y="1"/>
                    <a:pt x="5049" y="1"/>
                    <a:pt x="14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75"/>
            <p:cNvSpPr/>
            <p:nvPr/>
          </p:nvSpPr>
          <p:spPr>
            <a:xfrm>
              <a:off x="3585000" y="2114425"/>
              <a:ext cx="44225" cy="27350"/>
            </a:xfrm>
            <a:custGeom>
              <a:avLst/>
              <a:gdLst/>
              <a:ahLst/>
              <a:cxnLst/>
              <a:rect l="l" t="t" r="r" b="b"/>
              <a:pathLst>
                <a:path w="1769" h="1094" extrusionOk="0">
                  <a:moveTo>
                    <a:pt x="187" y="0"/>
                  </a:moveTo>
                  <a:lnTo>
                    <a:pt x="1" y="512"/>
                  </a:lnTo>
                  <a:lnTo>
                    <a:pt x="1583" y="1094"/>
                  </a:lnTo>
                  <a:lnTo>
                    <a:pt x="1769" y="582"/>
                  </a:lnTo>
                  <a:lnTo>
                    <a:pt x="18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75"/>
            <p:cNvSpPr/>
            <p:nvPr/>
          </p:nvSpPr>
          <p:spPr>
            <a:xfrm>
              <a:off x="3585000" y="2009150"/>
              <a:ext cx="44225" cy="27950"/>
            </a:xfrm>
            <a:custGeom>
              <a:avLst/>
              <a:gdLst/>
              <a:ahLst/>
              <a:cxnLst/>
              <a:rect l="l" t="t" r="r" b="b"/>
              <a:pathLst>
                <a:path w="1769" h="1118" extrusionOk="0">
                  <a:moveTo>
                    <a:pt x="1583" y="1"/>
                  </a:moveTo>
                  <a:lnTo>
                    <a:pt x="1" y="582"/>
                  </a:lnTo>
                  <a:lnTo>
                    <a:pt x="187" y="1117"/>
                  </a:lnTo>
                  <a:lnTo>
                    <a:pt x="1769" y="536"/>
                  </a:lnTo>
                  <a:lnTo>
                    <a:pt x="158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75"/>
            <p:cNvSpPr/>
            <p:nvPr/>
          </p:nvSpPr>
          <p:spPr>
            <a:xfrm>
              <a:off x="3594900" y="2068475"/>
              <a:ext cx="42475" cy="13975"/>
            </a:xfrm>
            <a:custGeom>
              <a:avLst/>
              <a:gdLst/>
              <a:ahLst/>
              <a:cxnLst/>
              <a:rect l="l" t="t" r="r" b="b"/>
              <a:pathLst>
                <a:path w="1699" h="559" extrusionOk="0">
                  <a:moveTo>
                    <a:pt x="0" y="1"/>
                  </a:moveTo>
                  <a:lnTo>
                    <a:pt x="0" y="559"/>
                  </a:lnTo>
                  <a:lnTo>
                    <a:pt x="1699" y="559"/>
                  </a:lnTo>
                  <a:lnTo>
                    <a:pt x="169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75"/>
            <p:cNvSpPr/>
            <p:nvPr/>
          </p:nvSpPr>
          <p:spPr>
            <a:xfrm>
              <a:off x="3287800" y="2068475"/>
              <a:ext cx="41900" cy="13975"/>
            </a:xfrm>
            <a:custGeom>
              <a:avLst/>
              <a:gdLst/>
              <a:ahLst/>
              <a:cxnLst/>
              <a:rect l="l" t="t" r="r" b="b"/>
              <a:pathLst>
                <a:path w="1676" h="559" extrusionOk="0">
                  <a:moveTo>
                    <a:pt x="1" y="1"/>
                  </a:moveTo>
                  <a:lnTo>
                    <a:pt x="1" y="559"/>
                  </a:lnTo>
                  <a:lnTo>
                    <a:pt x="1676" y="559"/>
                  </a:lnTo>
                  <a:lnTo>
                    <a:pt x="167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75"/>
            <p:cNvSpPr/>
            <p:nvPr/>
          </p:nvSpPr>
          <p:spPr>
            <a:xfrm>
              <a:off x="3295950" y="2009150"/>
              <a:ext cx="44225" cy="27950"/>
            </a:xfrm>
            <a:custGeom>
              <a:avLst/>
              <a:gdLst/>
              <a:ahLst/>
              <a:cxnLst/>
              <a:rect l="l" t="t" r="r" b="b"/>
              <a:pathLst>
                <a:path w="1769" h="1118" extrusionOk="0">
                  <a:moveTo>
                    <a:pt x="187" y="1"/>
                  </a:moveTo>
                  <a:lnTo>
                    <a:pt x="1" y="536"/>
                  </a:lnTo>
                  <a:lnTo>
                    <a:pt x="1559" y="1117"/>
                  </a:lnTo>
                  <a:lnTo>
                    <a:pt x="1769" y="582"/>
                  </a:lnTo>
                  <a:lnTo>
                    <a:pt x="18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75"/>
            <p:cNvSpPr/>
            <p:nvPr/>
          </p:nvSpPr>
          <p:spPr>
            <a:xfrm>
              <a:off x="3295950" y="2114425"/>
              <a:ext cx="44225" cy="27350"/>
            </a:xfrm>
            <a:custGeom>
              <a:avLst/>
              <a:gdLst/>
              <a:ahLst/>
              <a:cxnLst/>
              <a:rect l="l" t="t" r="r" b="b"/>
              <a:pathLst>
                <a:path w="1769" h="1094" extrusionOk="0">
                  <a:moveTo>
                    <a:pt x="1559" y="0"/>
                  </a:moveTo>
                  <a:lnTo>
                    <a:pt x="1" y="582"/>
                  </a:lnTo>
                  <a:lnTo>
                    <a:pt x="187" y="1094"/>
                  </a:lnTo>
                  <a:lnTo>
                    <a:pt x="1769" y="512"/>
                  </a:lnTo>
                  <a:lnTo>
                    <a:pt x="1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75"/>
            <p:cNvSpPr/>
            <p:nvPr/>
          </p:nvSpPr>
          <p:spPr>
            <a:xfrm>
              <a:off x="3330850" y="1963700"/>
              <a:ext cx="263475" cy="321725"/>
            </a:xfrm>
            <a:custGeom>
              <a:avLst/>
              <a:gdLst/>
              <a:ahLst/>
              <a:cxnLst/>
              <a:rect l="l" t="t" r="r" b="b"/>
              <a:pathLst>
                <a:path w="10539" h="12869" extrusionOk="0">
                  <a:moveTo>
                    <a:pt x="4979" y="4959"/>
                  </a:moveTo>
                  <a:lnTo>
                    <a:pt x="5537" y="5122"/>
                  </a:lnTo>
                  <a:lnTo>
                    <a:pt x="5537" y="8961"/>
                  </a:lnTo>
                  <a:lnTo>
                    <a:pt x="4979" y="8961"/>
                  </a:lnTo>
                  <a:lnTo>
                    <a:pt x="4979" y="4959"/>
                  </a:lnTo>
                  <a:close/>
                  <a:moveTo>
                    <a:pt x="6654" y="9519"/>
                  </a:moveTo>
                  <a:lnTo>
                    <a:pt x="6654" y="10077"/>
                  </a:lnTo>
                  <a:lnTo>
                    <a:pt x="3839" y="10077"/>
                  </a:lnTo>
                  <a:lnTo>
                    <a:pt x="3839" y="9519"/>
                  </a:lnTo>
                  <a:close/>
                  <a:moveTo>
                    <a:pt x="6654" y="10612"/>
                  </a:moveTo>
                  <a:lnTo>
                    <a:pt x="6654" y="10892"/>
                  </a:lnTo>
                  <a:cubicBezTo>
                    <a:pt x="6654" y="11054"/>
                    <a:pt x="6514" y="11194"/>
                    <a:pt x="6351" y="11194"/>
                  </a:cubicBezTo>
                  <a:lnTo>
                    <a:pt x="4141" y="11194"/>
                  </a:lnTo>
                  <a:cubicBezTo>
                    <a:pt x="3979" y="11194"/>
                    <a:pt x="3839" y="11054"/>
                    <a:pt x="3839" y="10892"/>
                  </a:cubicBezTo>
                  <a:lnTo>
                    <a:pt x="3839" y="10612"/>
                  </a:lnTo>
                  <a:close/>
                  <a:moveTo>
                    <a:pt x="6026" y="11752"/>
                  </a:moveTo>
                  <a:lnTo>
                    <a:pt x="5886" y="12311"/>
                  </a:lnTo>
                  <a:lnTo>
                    <a:pt x="4630" y="12311"/>
                  </a:lnTo>
                  <a:lnTo>
                    <a:pt x="4490" y="11752"/>
                  </a:lnTo>
                  <a:close/>
                  <a:moveTo>
                    <a:pt x="5262" y="1"/>
                  </a:moveTo>
                  <a:cubicBezTo>
                    <a:pt x="4063" y="1"/>
                    <a:pt x="2862" y="475"/>
                    <a:pt x="1978" y="1446"/>
                  </a:cubicBezTo>
                  <a:lnTo>
                    <a:pt x="2397" y="1819"/>
                  </a:lnTo>
                  <a:cubicBezTo>
                    <a:pt x="3174" y="966"/>
                    <a:pt x="4226" y="549"/>
                    <a:pt x="5275" y="549"/>
                  </a:cubicBezTo>
                  <a:cubicBezTo>
                    <a:pt x="6487" y="549"/>
                    <a:pt x="7695" y="1106"/>
                    <a:pt x="8468" y="2191"/>
                  </a:cubicBezTo>
                  <a:cubicBezTo>
                    <a:pt x="9911" y="4215"/>
                    <a:pt x="9120" y="7076"/>
                    <a:pt x="6840" y="8053"/>
                  </a:cubicBezTo>
                  <a:lnTo>
                    <a:pt x="6654" y="8146"/>
                  </a:lnTo>
                  <a:lnTo>
                    <a:pt x="6654" y="8937"/>
                  </a:lnTo>
                  <a:lnTo>
                    <a:pt x="6096" y="8937"/>
                  </a:lnTo>
                  <a:lnTo>
                    <a:pt x="6096" y="5262"/>
                  </a:lnTo>
                  <a:lnTo>
                    <a:pt x="6817" y="5448"/>
                  </a:lnTo>
                  <a:lnTo>
                    <a:pt x="6956" y="4913"/>
                  </a:lnTo>
                  <a:lnTo>
                    <a:pt x="3723" y="4052"/>
                  </a:lnTo>
                  <a:lnTo>
                    <a:pt x="3583" y="4587"/>
                  </a:lnTo>
                  <a:lnTo>
                    <a:pt x="4421" y="4820"/>
                  </a:lnTo>
                  <a:lnTo>
                    <a:pt x="4421" y="8937"/>
                  </a:lnTo>
                  <a:lnTo>
                    <a:pt x="3839" y="8937"/>
                  </a:lnTo>
                  <a:lnTo>
                    <a:pt x="3839" y="8123"/>
                  </a:lnTo>
                  <a:lnTo>
                    <a:pt x="3676" y="8053"/>
                  </a:lnTo>
                  <a:cubicBezTo>
                    <a:pt x="1420" y="7076"/>
                    <a:pt x="629" y="4261"/>
                    <a:pt x="2048" y="2237"/>
                  </a:cubicBezTo>
                  <a:lnTo>
                    <a:pt x="1582" y="1912"/>
                  </a:lnTo>
                  <a:lnTo>
                    <a:pt x="1582" y="1912"/>
                  </a:lnTo>
                  <a:cubicBezTo>
                    <a:pt x="0" y="4168"/>
                    <a:pt x="815" y="7286"/>
                    <a:pt x="3281" y="8495"/>
                  </a:cubicBezTo>
                  <a:lnTo>
                    <a:pt x="3304" y="8495"/>
                  </a:lnTo>
                  <a:lnTo>
                    <a:pt x="3304" y="10915"/>
                  </a:lnTo>
                  <a:cubicBezTo>
                    <a:pt x="3304" y="11287"/>
                    <a:pt x="3560" y="11613"/>
                    <a:pt x="3909" y="11706"/>
                  </a:cubicBezTo>
                  <a:lnTo>
                    <a:pt x="4211" y="12869"/>
                  </a:lnTo>
                  <a:lnTo>
                    <a:pt x="6328" y="12869"/>
                  </a:lnTo>
                  <a:lnTo>
                    <a:pt x="6607" y="11706"/>
                  </a:lnTo>
                  <a:cubicBezTo>
                    <a:pt x="6980" y="11613"/>
                    <a:pt x="7212" y="11287"/>
                    <a:pt x="7236" y="10915"/>
                  </a:cubicBezTo>
                  <a:lnTo>
                    <a:pt x="7236" y="8495"/>
                  </a:lnTo>
                  <a:cubicBezTo>
                    <a:pt x="9748" y="7262"/>
                    <a:pt x="10539" y="4052"/>
                    <a:pt x="8864" y="1795"/>
                  </a:cubicBezTo>
                  <a:cubicBezTo>
                    <a:pt x="7974" y="609"/>
                    <a:pt x="6619" y="1"/>
                    <a:pt x="52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41" name="Google Shape;2141;p75">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75">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089"/>
                                        </p:tgtEl>
                                        <p:attrNameLst>
                                          <p:attrName>style.visibility</p:attrName>
                                        </p:attrNameLst>
                                      </p:cBhvr>
                                      <p:to>
                                        <p:strVal val="visible"/>
                                      </p:to>
                                    </p:set>
                                    <p:animEffect transition="in" filter="fade">
                                      <p:cBhvr>
                                        <p:cTn id="7" dur="1000"/>
                                        <p:tgtEl>
                                          <p:spTgt spid="2089"/>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2121"/>
                                        </p:tgtEl>
                                        <p:attrNameLst>
                                          <p:attrName>style.visibility</p:attrName>
                                        </p:attrNameLst>
                                      </p:cBhvr>
                                      <p:to>
                                        <p:strVal val="visible"/>
                                      </p:to>
                                    </p:set>
                                    <p:animEffect transition="in" filter="fade">
                                      <p:cBhvr>
                                        <p:cTn id="11" dur="1000"/>
                                        <p:tgtEl>
                                          <p:spTgt spid="2121"/>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2059"/>
                                        </p:tgtEl>
                                        <p:attrNameLst>
                                          <p:attrName>style.visibility</p:attrName>
                                        </p:attrNameLst>
                                      </p:cBhvr>
                                      <p:to>
                                        <p:strVal val="visible"/>
                                      </p:to>
                                    </p:set>
                                    <p:animEffect transition="in" filter="fade">
                                      <p:cBhvr>
                                        <p:cTn id="15" dur="1000"/>
                                        <p:tgtEl>
                                          <p:spTgt spid="2059"/>
                                        </p:tgtEl>
                                      </p:cBhvr>
                                    </p:animEffect>
                                  </p:childTnLst>
                                </p:cTn>
                              </p:par>
                            </p:childTnLst>
                          </p:cTn>
                        </p:par>
                        <p:par>
                          <p:cTn id="16" fill="hold">
                            <p:stCondLst>
                              <p:cond delay="3000"/>
                            </p:stCondLst>
                            <p:childTnLst>
                              <p:par>
                                <p:cTn id="17" presetID="10" presetClass="entr" presetSubtype="0" fill="hold" nodeType="afterEffect">
                                  <p:stCondLst>
                                    <p:cond delay="0"/>
                                  </p:stCondLst>
                                  <p:childTnLst>
                                    <p:set>
                                      <p:cBhvr>
                                        <p:cTn id="18" dur="1" fill="hold">
                                          <p:stCondLst>
                                            <p:cond delay="0"/>
                                          </p:stCondLst>
                                        </p:cTn>
                                        <p:tgtEl>
                                          <p:spTgt spid="2076"/>
                                        </p:tgtEl>
                                        <p:attrNameLst>
                                          <p:attrName>style.visibility</p:attrName>
                                        </p:attrNameLst>
                                      </p:cBhvr>
                                      <p:to>
                                        <p:strVal val="visible"/>
                                      </p:to>
                                    </p:set>
                                    <p:animEffect transition="in" filter="fade">
                                      <p:cBhvr>
                                        <p:cTn id="19" dur="1000"/>
                                        <p:tgtEl>
                                          <p:spTgt spid="2076"/>
                                        </p:tgtEl>
                                      </p:cBhvr>
                                    </p:animEffect>
                                  </p:childTnLst>
                                </p:cTn>
                              </p:par>
                            </p:childTnLst>
                          </p:cTn>
                        </p:par>
                        <p:par>
                          <p:cTn id="20" fill="hold">
                            <p:stCondLst>
                              <p:cond delay="4000"/>
                            </p:stCondLst>
                            <p:childTnLst>
                              <p:par>
                                <p:cTn id="21" presetID="10" presetClass="entr" presetSubtype="0" fill="hold" nodeType="afterEffect">
                                  <p:stCondLst>
                                    <p:cond delay="0"/>
                                  </p:stCondLst>
                                  <p:childTnLst>
                                    <p:set>
                                      <p:cBhvr>
                                        <p:cTn id="22" dur="1" fill="hold">
                                          <p:stCondLst>
                                            <p:cond delay="0"/>
                                          </p:stCondLst>
                                        </p:cTn>
                                        <p:tgtEl>
                                          <p:spTgt spid="2033"/>
                                        </p:tgtEl>
                                        <p:attrNameLst>
                                          <p:attrName>style.visibility</p:attrName>
                                        </p:attrNameLst>
                                      </p:cBhvr>
                                      <p:to>
                                        <p:strVal val="visible"/>
                                      </p:to>
                                    </p:set>
                                    <p:animEffect transition="in" filter="fade">
                                      <p:cBhvr>
                                        <p:cTn id="23" dur="1000"/>
                                        <p:tgtEl>
                                          <p:spTgt spid="20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2146"/>
        <p:cNvGrpSpPr/>
        <p:nvPr/>
      </p:nvGrpSpPr>
      <p:grpSpPr>
        <a:xfrm>
          <a:off x="0" y="0"/>
          <a:ext cx="0" cy="0"/>
          <a:chOff x="0" y="0"/>
          <a:chExt cx="0" cy="0"/>
        </a:xfrm>
      </p:grpSpPr>
      <p:sp>
        <p:nvSpPr>
          <p:cNvPr id="2147" name="Google Shape;2147;p76"/>
          <p:cNvSpPr txBox="1">
            <a:spLocks noGrp="1"/>
          </p:cNvSpPr>
          <p:nvPr>
            <p:ph type="ctrTitle"/>
          </p:nvPr>
        </p:nvSpPr>
        <p:spPr>
          <a:xfrm>
            <a:off x="3624263" y="1714500"/>
            <a:ext cx="4229100" cy="1289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FEATURES OF THIS TOPIC</a:t>
            </a:r>
            <a:endParaRPr/>
          </a:p>
        </p:txBody>
      </p:sp>
      <p:sp>
        <p:nvSpPr>
          <p:cNvPr id="2148" name="Google Shape;2148;p76"/>
          <p:cNvSpPr txBox="1">
            <a:spLocks noGrp="1"/>
          </p:cNvSpPr>
          <p:nvPr>
            <p:ph type="subTitle" idx="1"/>
          </p:nvPr>
        </p:nvSpPr>
        <p:spPr>
          <a:xfrm>
            <a:off x="3624263" y="3095225"/>
            <a:ext cx="4229100" cy="3363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You can enter a subtitle here if you need it</a:t>
            </a:r>
            <a:endParaRPr/>
          </a:p>
        </p:txBody>
      </p:sp>
      <p:sp>
        <p:nvSpPr>
          <p:cNvPr id="2149" name="Google Shape;2149;p76"/>
          <p:cNvSpPr txBox="1">
            <a:spLocks noGrp="1"/>
          </p:cNvSpPr>
          <p:nvPr>
            <p:ph type="title" idx="2"/>
          </p:nvPr>
        </p:nvSpPr>
        <p:spPr>
          <a:xfrm>
            <a:off x="1145775" y="1714500"/>
            <a:ext cx="2204400" cy="1285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grpSp>
        <p:nvGrpSpPr>
          <p:cNvPr id="2150" name="Google Shape;2150;p76"/>
          <p:cNvGrpSpPr/>
          <p:nvPr/>
        </p:nvGrpSpPr>
        <p:grpSpPr>
          <a:xfrm rot="-3885280" flipH="1">
            <a:off x="6210222" y="192912"/>
            <a:ext cx="1385946" cy="2705284"/>
            <a:chOff x="409722" y="228600"/>
            <a:chExt cx="1385931" cy="2705253"/>
          </a:xfrm>
        </p:grpSpPr>
        <p:grpSp>
          <p:nvGrpSpPr>
            <p:cNvPr id="2151" name="Google Shape;2151;p76"/>
            <p:cNvGrpSpPr/>
            <p:nvPr/>
          </p:nvGrpSpPr>
          <p:grpSpPr>
            <a:xfrm rot="-617154" flipH="1">
              <a:off x="575967" y="402323"/>
              <a:ext cx="1053440" cy="2450002"/>
              <a:chOff x="3817855" y="1437512"/>
              <a:chExt cx="541146" cy="1128254"/>
            </a:xfrm>
          </p:grpSpPr>
          <p:sp>
            <p:nvSpPr>
              <p:cNvPr id="2152" name="Google Shape;2152;p76"/>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76"/>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4" name="Google Shape;2154;p76"/>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5" name="Google Shape;2155;p76"/>
          <p:cNvGrpSpPr/>
          <p:nvPr/>
        </p:nvGrpSpPr>
        <p:grpSpPr>
          <a:xfrm rot="6359746" flipH="1">
            <a:off x="1950355" y="2435433"/>
            <a:ext cx="1386101" cy="2705585"/>
            <a:chOff x="409722" y="228600"/>
            <a:chExt cx="1385931" cy="2705253"/>
          </a:xfrm>
        </p:grpSpPr>
        <p:grpSp>
          <p:nvGrpSpPr>
            <p:cNvPr id="2156" name="Google Shape;2156;p76"/>
            <p:cNvGrpSpPr/>
            <p:nvPr/>
          </p:nvGrpSpPr>
          <p:grpSpPr>
            <a:xfrm rot="-617154" flipH="1">
              <a:off x="575967" y="402323"/>
              <a:ext cx="1053440" cy="2450002"/>
              <a:chOff x="3817855" y="1437512"/>
              <a:chExt cx="541146" cy="1128254"/>
            </a:xfrm>
          </p:grpSpPr>
          <p:sp>
            <p:nvSpPr>
              <p:cNvPr id="2157" name="Google Shape;2157;p76"/>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76"/>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9" name="Google Shape;2159;p76"/>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60" name="Google Shape;2160;p76">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76">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push dir="r"/>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2149"/>
                                        </p:tgtEl>
                                        <p:attrNameLst>
                                          <p:attrName>style.visibility</p:attrName>
                                        </p:attrNameLst>
                                      </p:cBhvr>
                                      <p:to>
                                        <p:strVal val="visible"/>
                                      </p:to>
                                    </p:set>
                                    <p:anim calcmode="lin" valueType="num">
                                      <p:cBhvr additive="base">
                                        <p:cTn id="7" dur="1000"/>
                                        <p:tgtEl>
                                          <p:spTgt spid="2149"/>
                                        </p:tgtEl>
                                        <p:attrNameLst>
                                          <p:attrName>ppt_w</p:attrName>
                                        </p:attrNameLst>
                                      </p:cBhvr>
                                      <p:tavLst>
                                        <p:tav tm="0">
                                          <p:val>
                                            <p:strVal val="0"/>
                                          </p:val>
                                        </p:tav>
                                        <p:tav tm="100000">
                                          <p:val>
                                            <p:strVal val="#ppt_w"/>
                                          </p:val>
                                        </p:tav>
                                      </p:tavLst>
                                    </p:anim>
                                    <p:anim calcmode="lin" valueType="num">
                                      <p:cBhvr additive="base">
                                        <p:cTn id="8" dur="1000"/>
                                        <p:tgtEl>
                                          <p:spTgt spid="2149"/>
                                        </p:tgtEl>
                                        <p:attrNameLst>
                                          <p:attrName>ppt_h</p:attrName>
                                        </p:attrNameLst>
                                      </p:cBhvr>
                                      <p:tavLst>
                                        <p:tav tm="0">
                                          <p:val>
                                            <p:strVal val="0"/>
                                          </p:val>
                                        </p:tav>
                                        <p:tav tm="100000">
                                          <p:val>
                                            <p:strVal val="#ppt_h"/>
                                          </p:val>
                                        </p:tav>
                                      </p:tavLst>
                                    </p:anim>
                                  </p:childTnLst>
                                </p:cTn>
                              </p:par>
                            </p:childTnLst>
                          </p:cTn>
                        </p:par>
                        <p:par>
                          <p:cTn id="9" fill="hold">
                            <p:stCondLst>
                              <p:cond delay="1000"/>
                            </p:stCondLst>
                            <p:childTnLst>
                              <p:par>
                                <p:cTn id="10" presetID="2" presetClass="entr" presetSubtype="1" fill="hold" nodeType="afterEffect">
                                  <p:stCondLst>
                                    <p:cond delay="0"/>
                                  </p:stCondLst>
                                  <p:childTnLst>
                                    <p:set>
                                      <p:cBhvr>
                                        <p:cTn id="11" dur="1" fill="hold">
                                          <p:stCondLst>
                                            <p:cond delay="0"/>
                                          </p:stCondLst>
                                        </p:cTn>
                                        <p:tgtEl>
                                          <p:spTgt spid="2150"/>
                                        </p:tgtEl>
                                        <p:attrNameLst>
                                          <p:attrName>style.visibility</p:attrName>
                                        </p:attrNameLst>
                                      </p:cBhvr>
                                      <p:to>
                                        <p:strVal val="visible"/>
                                      </p:to>
                                    </p:set>
                                    <p:anim calcmode="lin" valueType="num">
                                      <p:cBhvr additive="base">
                                        <p:cTn id="12" dur="1000"/>
                                        <p:tgtEl>
                                          <p:spTgt spid="2150"/>
                                        </p:tgtEl>
                                        <p:attrNameLst>
                                          <p:attrName>ppt_y</p:attrName>
                                        </p:attrNameLst>
                                      </p:cBhvr>
                                      <p:tavLst>
                                        <p:tav tm="0">
                                          <p:val>
                                            <p:strVal val="#ppt_y-1"/>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155"/>
                                        </p:tgtEl>
                                        <p:attrNameLst>
                                          <p:attrName>style.visibility</p:attrName>
                                        </p:attrNameLst>
                                      </p:cBhvr>
                                      <p:to>
                                        <p:strVal val="visible"/>
                                      </p:to>
                                    </p:set>
                                    <p:anim calcmode="lin" valueType="num">
                                      <p:cBhvr additive="base">
                                        <p:cTn id="15" dur="1000"/>
                                        <p:tgtEl>
                                          <p:spTgt spid="215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2165"/>
        <p:cNvGrpSpPr/>
        <p:nvPr/>
      </p:nvGrpSpPr>
      <p:grpSpPr>
        <a:xfrm>
          <a:off x="0" y="0"/>
          <a:ext cx="0" cy="0"/>
          <a:chOff x="0" y="0"/>
          <a:chExt cx="0" cy="0"/>
        </a:xfrm>
      </p:grpSpPr>
      <p:sp>
        <p:nvSpPr>
          <p:cNvPr id="2166" name="Google Shape;2166;p77"/>
          <p:cNvSpPr/>
          <p:nvPr/>
        </p:nvSpPr>
        <p:spPr>
          <a:xfrm flipH="1">
            <a:off x="954075" y="1366400"/>
            <a:ext cx="4044600" cy="3073500"/>
          </a:xfrm>
          <a:prstGeom prst="roundRect">
            <a:avLst>
              <a:gd name="adj" fmla="val 3396"/>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77"/>
          <p:cNvSpPr txBox="1">
            <a:spLocks noGrp="1"/>
          </p:cNvSpPr>
          <p:nvPr>
            <p:ph type="body" idx="1"/>
          </p:nvPr>
        </p:nvSpPr>
        <p:spPr>
          <a:xfrm>
            <a:off x="5205225" y="1366325"/>
            <a:ext cx="2984700" cy="3120300"/>
          </a:xfrm>
          <a:prstGeom prst="rect">
            <a:avLst/>
          </a:prstGeom>
        </p:spPr>
        <p:txBody>
          <a:bodyPr spcFirstLastPara="1" wrap="square" lIns="91425" tIns="91425" rIns="91425" bIns="91425" anchor="ctr" anchorCtr="0">
            <a:noAutofit/>
          </a:bodyPr>
          <a:lstStyle/>
          <a:p>
            <a:pPr marL="457200" lvl="0" indent="-330200" algn="l" rtl="0">
              <a:spcBef>
                <a:spcPts val="1000"/>
              </a:spcBef>
              <a:spcAft>
                <a:spcPts val="0"/>
              </a:spcAft>
              <a:buClr>
                <a:schemeClr val="accent5"/>
              </a:buClr>
              <a:buSzPts val="1600"/>
              <a:buChar char="●"/>
            </a:pPr>
            <a:r>
              <a:rPr lang="en">
                <a:solidFill>
                  <a:schemeClr val="accent5"/>
                </a:solidFill>
              </a:rPr>
              <a:t>You can write about the topic here</a:t>
            </a:r>
            <a:endParaRPr>
              <a:solidFill>
                <a:schemeClr val="accent5"/>
              </a:solidFill>
            </a:endParaRPr>
          </a:p>
          <a:p>
            <a:pPr marL="457200" lvl="0" indent="-330200" algn="l" rtl="0">
              <a:spcBef>
                <a:spcPts val="1600"/>
              </a:spcBef>
              <a:spcAft>
                <a:spcPts val="0"/>
              </a:spcAft>
              <a:buClr>
                <a:schemeClr val="accent5"/>
              </a:buClr>
              <a:buSzPts val="1600"/>
              <a:buChar char="●"/>
            </a:pPr>
            <a:r>
              <a:rPr lang="en">
                <a:solidFill>
                  <a:schemeClr val="accent5"/>
                </a:solidFill>
              </a:rPr>
              <a:t>You can write about the topic here</a:t>
            </a:r>
            <a:endParaRPr>
              <a:solidFill>
                <a:schemeClr val="accent5"/>
              </a:solidFill>
            </a:endParaRPr>
          </a:p>
          <a:p>
            <a:pPr marL="457200" lvl="0" indent="-330200" algn="l" rtl="0">
              <a:spcBef>
                <a:spcPts val="1600"/>
              </a:spcBef>
              <a:spcAft>
                <a:spcPts val="0"/>
              </a:spcAft>
              <a:buClr>
                <a:schemeClr val="accent5"/>
              </a:buClr>
              <a:buSzPts val="1600"/>
              <a:buChar char="●"/>
            </a:pPr>
            <a:r>
              <a:rPr lang="en">
                <a:solidFill>
                  <a:schemeClr val="accent5"/>
                </a:solidFill>
              </a:rPr>
              <a:t>You can write about the topic here</a:t>
            </a:r>
            <a:endParaRPr>
              <a:solidFill>
                <a:schemeClr val="accent5"/>
              </a:solidFill>
            </a:endParaRPr>
          </a:p>
          <a:p>
            <a:pPr marL="457200" lvl="0" indent="-342900" algn="l" rtl="0">
              <a:spcBef>
                <a:spcPts val="1600"/>
              </a:spcBef>
              <a:spcAft>
                <a:spcPts val="1600"/>
              </a:spcAft>
              <a:buClr>
                <a:schemeClr val="accent5"/>
              </a:buClr>
              <a:buSzPts val="1800"/>
              <a:buChar char="●"/>
            </a:pPr>
            <a:r>
              <a:rPr lang="en">
                <a:solidFill>
                  <a:schemeClr val="accent5"/>
                </a:solidFill>
              </a:rPr>
              <a:t>You can write about the topic here</a:t>
            </a:r>
            <a:endParaRPr>
              <a:solidFill>
                <a:schemeClr val="accent5"/>
              </a:solidFill>
            </a:endParaRPr>
          </a:p>
        </p:txBody>
      </p:sp>
      <p:sp>
        <p:nvSpPr>
          <p:cNvPr id="2168" name="Google Shape;2168;p77"/>
          <p:cNvSpPr txBox="1">
            <a:spLocks noGrp="1"/>
          </p:cNvSpPr>
          <p:nvPr>
            <p:ph type="title"/>
          </p:nvPr>
        </p:nvSpPr>
        <p:spPr>
          <a:xfrm>
            <a:off x="722375" y="530750"/>
            <a:ext cx="79278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FEATURES OF THE TOPIC </a:t>
            </a:r>
            <a:endParaRPr/>
          </a:p>
        </p:txBody>
      </p:sp>
      <p:grpSp>
        <p:nvGrpSpPr>
          <p:cNvPr id="2169" name="Google Shape;2169;p77"/>
          <p:cNvGrpSpPr/>
          <p:nvPr/>
        </p:nvGrpSpPr>
        <p:grpSpPr>
          <a:xfrm>
            <a:off x="1259648" y="1678376"/>
            <a:ext cx="3426788" cy="2448157"/>
            <a:chOff x="884172" y="1689117"/>
            <a:chExt cx="3727200" cy="2605808"/>
          </a:xfrm>
        </p:grpSpPr>
        <p:pic>
          <p:nvPicPr>
            <p:cNvPr id="2170" name="Google Shape;2170;p77"/>
            <p:cNvPicPr preferRelativeResize="0"/>
            <p:nvPr/>
          </p:nvPicPr>
          <p:blipFill rotWithShape="1">
            <a:blip r:embed="rId3">
              <a:alphaModFix/>
            </a:blip>
            <a:srcRect l="3254" r="1307"/>
            <a:stretch/>
          </p:blipFill>
          <p:spPr>
            <a:xfrm>
              <a:off x="884172" y="1689125"/>
              <a:ext cx="3727200" cy="2605800"/>
            </a:xfrm>
            <a:prstGeom prst="roundRect">
              <a:avLst>
                <a:gd name="adj" fmla="val 3654"/>
              </a:avLst>
            </a:prstGeom>
            <a:noFill/>
            <a:ln w="28575" cap="flat" cmpd="sng">
              <a:solidFill>
                <a:schemeClr val="accent5"/>
              </a:solidFill>
              <a:prstDash val="solid"/>
              <a:round/>
              <a:headEnd type="none" w="sm" len="sm"/>
              <a:tailEnd type="none" w="sm" len="sm"/>
            </a:ln>
          </p:spPr>
        </p:pic>
        <p:pic>
          <p:nvPicPr>
            <p:cNvPr id="2171" name="Google Shape;2171;p77"/>
            <p:cNvPicPr preferRelativeResize="0"/>
            <p:nvPr/>
          </p:nvPicPr>
          <p:blipFill rotWithShape="1">
            <a:blip r:embed="rId4">
              <a:alphaModFix amt="50000"/>
            </a:blip>
            <a:srcRect l="3254" r="1307"/>
            <a:stretch/>
          </p:blipFill>
          <p:spPr>
            <a:xfrm>
              <a:off x="884172" y="1689117"/>
              <a:ext cx="3727200" cy="2605800"/>
            </a:xfrm>
            <a:prstGeom prst="roundRect">
              <a:avLst>
                <a:gd name="adj" fmla="val 3654"/>
              </a:avLst>
            </a:prstGeom>
            <a:noFill/>
            <a:ln w="28575" cap="flat" cmpd="sng">
              <a:solidFill>
                <a:schemeClr val="accent5"/>
              </a:solidFill>
              <a:prstDash val="solid"/>
              <a:round/>
              <a:headEnd type="none" w="sm" len="sm"/>
              <a:tailEnd type="none" w="sm" len="sm"/>
            </a:ln>
          </p:spPr>
        </p:pic>
      </p:grpSp>
      <p:sp>
        <p:nvSpPr>
          <p:cNvPr id="2172" name="Google Shape;2172;p77"/>
          <p:cNvSpPr/>
          <p:nvPr/>
        </p:nvSpPr>
        <p:spPr>
          <a:xfrm flipH="1">
            <a:off x="966280" y="2356532"/>
            <a:ext cx="934551" cy="74779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77"/>
          <p:cNvSpPr/>
          <p:nvPr/>
        </p:nvSpPr>
        <p:spPr>
          <a:xfrm flipH="1">
            <a:off x="1502236" y="1382975"/>
            <a:ext cx="1490739" cy="949406"/>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77"/>
          <p:cNvSpPr/>
          <p:nvPr/>
        </p:nvSpPr>
        <p:spPr>
          <a:xfrm flipH="1">
            <a:off x="2355049" y="1382984"/>
            <a:ext cx="1165141" cy="736588"/>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77"/>
          <p:cNvSpPr/>
          <p:nvPr/>
        </p:nvSpPr>
        <p:spPr>
          <a:xfrm flipH="1">
            <a:off x="2934657" y="3514607"/>
            <a:ext cx="1443743" cy="911041"/>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77"/>
          <p:cNvSpPr/>
          <p:nvPr/>
        </p:nvSpPr>
        <p:spPr>
          <a:xfrm rot="10800000" flipH="1">
            <a:off x="4010753" y="3409012"/>
            <a:ext cx="975390" cy="78033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77" name="Google Shape;2177;p77"/>
          <p:cNvGrpSpPr/>
          <p:nvPr/>
        </p:nvGrpSpPr>
        <p:grpSpPr>
          <a:xfrm>
            <a:off x="2730040" y="1471162"/>
            <a:ext cx="492658" cy="106303"/>
            <a:chOff x="-3037735" y="-542969"/>
            <a:chExt cx="581170" cy="125387"/>
          </a:xfrm>
        </p:grpSpPr>
        <p:sp>
          <p:nvSpPr>
            <p:cNvPr id="2178" name="Google Shape;2178;p77"/>
            <p:cNvSpPr/>
            <p:nvPr/>
          </p:nvSpPr>
          <p:spPr>
            <a:xfrm>
              <a:off x="-3034701" y="-537273"/>
              <a:ext cx="575100" cy="1140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79" name="Google Shape;2179;p77"/>
            <p:cNvGrpSpPr/>
            <p:nvPr/>
          </p:nvGrpSpPr>
          <p:grpSpPr>
            <a:xfrm>
              <a:off x="-3037735" y="-542969"/>
              <a:ext cx="581170" cy="125387"/>
              <a:chOff x="4390000" y="182175"/>
              <a:chExt cx="419375" cy="90473"/>
            </a:xfrm>
          </p:grpSpPr>
          <p:sp>
            <p:nvSpPr>
              <p:cNvPr id="2180" name="Google Shape;2180;p77"/>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77"/>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82" name="Google Shape;2182;p77">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77">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push dir="r"/>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2187"/>
        <p:cNvGrpSpPr/>
        <p:nvPr/>
      </p:nvGrpSpPr>
      <p:grpSpPr>
        <a:xfrm>
          <a:off x="0" y="0"/>
          <a:ext cx="0" cy="0"/>
          <a:chOff x="0" y="0"/>
          <a:chExt cx="0" cy="0"/>
        </a:xfrm>
      </p:grpSpPr>
      <p:sp>
        <p:nvSpPr>
          <p:cNvPr id="2188" name="Google Shape;2188;p78"/>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FEATURES OF THIS TOPIC</a:t>
            </a:r>
            <a:endParaRPr/>
          </a:p>
        </p:txBody>
      </p:sp>
      <p:grpSp>
        <p:nvGrpSpPr>
          <p:cNvPr id="2189" name="Google Shape;2189;p78"/>
          <p:cNvGrpSpPr/>
          <p:nvPr/>
        </p:nvGrpSpPr>
        <p:grpSpPr>
          <a:xfrm>
            <a:off x="4238322" y="2450765"/>
            <a:ext cx="667254" cy="887570"/>
            <a:chOff x="3600400" y="2783875"/>
            <a:chExt cx="402275" cy="535100"/>
          </a:xfrm>
        </p:grpSpPr>
        <p:sp>
          <p:nvSpPr>
            <p:cNvPr id="2190" name="Google Shape;2190;p78"/>
            <p:cNvSpPr/>
            <p:nvPr/>
          </p:nvSpPr>
          <p:spPr>
            <a:xfrm>
              <a:off x="3631725" y="3070825"/>
              <a:ext cx="195525" cy="237500"/>
            </a:xfrm>
            <a:custGeom>
              <a:avLst/>
              <a:gdLst/>
              <a:ahLst/>
              <a:cxnLst/>
              <a:rect l="l" t="t" r="r" b="b"/>
              <a:pathLst>
                <a:path w="7821" h="9500" extrusionOk="0">
                  <a:moveTo>
                    <a:pt x="3033" y="1"/>
                  </a:moveTo>
                  <a:lnTo>
                    <a:pt x="1" y="7620"/>
                  </a:lnTo>
                  <a:lnTo>
                    <a:pt x="2808" y="7520"/>
                  </a:lnTo>
                  <a:lnTo>
                    <a:pt x="4687" y="9500"/>
                  </a:lnTo>
                  <a:lnTo>
                    <a:pt x="7820" y="1881"/>
                  </a:lnTo>
                  <a:lnTo>
                    <a:pt x="303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78"/>
            <p:cNvSpPr/>
            <p:nvPr/>
          </p:nvSpPr>
          <p:spPr>
            <a:xfrm>
              <a:off x="3623575" y="3062700"/>
              <a:ext cx="211825" cy="256275"/>
            </a:xfrm>
            <a:custGeom>
              <a:avLst/>
              <a:gdLst/>
              <a:ahLst/>
              <a:cxnLst/>
              <a:rect l="l" t="t" r="r" b="b"/>
              <a:pathLst>
                <a:path w="8473" h="10251" extrusionOk="0">
                  <a:moveTo>
                    <a:pt x="3459" y="627"/>
                  </a:moveTo>
                  <a:lnTo>
                    <a:pt x="7845" y="2306"/>
                  </a:lnTo>
                  <a:lnTo>
                    <a:pt x="5009" y="9483"/>
                  </a:lnTo>
                  <a:lnTo>
                    <a:pt x="3259" y="7644"/>
                  </a:lnTo>
                  <a:lnTo>
                    <a:pt x="627" y="7744"/>
                  </a:lnTo>
                  <a:lnTo>
                    <a:pt x="3459" y="627"/>
                  </a:lnTo>
                  <a:close/>
                  <a:moveTo>
                    <a:pt x="3259" y="0"/>
                  </a:moveTo>
                  <a:lnTo>
                    <a:pt x="1" y="8145"/>
                  </a:lnTo>
                  <a:lnTo>
                    <a:pt x="1" y="8145"/>
                  </a:lnTo>
                  <a:lnTo>
                    <a:pt x="3033" y="8045"/>
                  </a:lnTo>
                  <a:lnTo>
                    <a:pt x="5139" y="10251"/>
                  </a:lnTo>
                  <a:lnTo>
                    <a:pt x="5239" y="9925"/>
                  </a:lnTo>
                  <a:lnTo>
                    <a:pt x="8472" y="2105"/>
                  </a:lnTo>
                  <a:lnTo>
                    <a:pt x="3259" y="0"/>
                  </a:ln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78"/>
            <p:cNvSpPr/>
            <p:nvPr/>
          </p:nvSpPr>
          <p:spPr>
            <a:xfrm>
              <a:off x="3775225" y="3070825"/>
              <a:ext cx="196125" cy="237500"/>
            </a:xfrm>
            <a:custGeom>
              <a:avLst/>
              <a:gdLst/>
              <a:ahLst/>
              <a:cxnLst/>
              <a:rect l="l" t="t" r="r" b="b"/>
              <a:pathLst>
                <a:path w="7845" h="9500" extrusionOk="0">
                  <a:moveTo>
                    <a:pt x="4812" y="1"/>
                  </a:moveTo>
                  <a:lnTo>
                    <a:pt x="0" y="1881"/>
                  </a:lnTo>
                  <a:lnTo>
                    <a:pt x="3033" y="9500"/>
                  </a:lnTo>
                  <a:lnTo>
                    <a:pt x="5013" y="7520"/>
                  </a:lnTo>
                  <a:lnTo>
                    <a:pt x="7845" y="7620"/>
                  </a:lnTo>
                  <a:lnTo>
                    <a:pt x="7845" y="7620"/>
                  </a:lnTo>
                  <a:lnTo>
                    <a:pt x="481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78"/>
            <p:cNvSpPr/>
            <p:nvPr/>
          </p:nvSpPr>
          <p:spPr>
            <a:xfrm>
              <a:off x="3767700" y="3062700"/>
              <a:ext cx="211175" cy="256275"/>
            </a:xfrm>
            <a:custGeom>
              <a:avLst/>
              <a:gdLst/>
              <a:ahLst/>
              <a:cxnLst/>
              <a:rect l="l" t="t" r="r" b="b"/>
              <a:pathLst>
                <a:path w="8447" h="10251" extrusionOk="0">
                  <a:moveTo>
                    <a:pt x="5013" y="627"/>
                  </a:moveTo>
                  <a:lnTo>
                    <a:pt x="7820" y="7744"/>
                  </a:lnTo>
                  <a:lnTo>
                    <a:pt x="5213" y="7644"/>
                  </a:lnTo>
                  <a:lnTo>
                    <a:pt x="3421" y="9436"/>
                  </a:lnTo>
                  <a:lnTo>
                    <a:pt x="3421" y="9436"/>
                  </a:lnTo>
                  <a:lnTo>
                    <a:pt x="627" y="2306"/>
                  </a:lnTo>
                  <a:lnTo>
                    <a:pt x="5013" y="627"/>
                  </a:lnTo>
                  <a:close/>
                  <a:moveTo>
                    <a:pt x="5213" y="0"/>
                  </a:moveTo>
                  <a:lnTo>
                    <a:pt x="0" y="2105"/>
                  </a:lnTo>
                  <a:lnTo>
                    <a:pt x="3233" y="10251"/>
                  </a:lnTo>
                  <a:lnTo>
                    <a:pt x="3434" y="10025"/>
                  </a:lnTo>
                  <a:lnTo>
                    <a:pt x="5314" y="8045"/>
                  </a:lnTo>
                  <a:lnTo>
                    <a:pt x="8446" y="8145"/>
                  </a:lnTo>
                  <a:lnTo>
                    <a:pt x="5213" y="0"/>
                  </a:ln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78"/>
            <p:cNvSpPr/>
            <p:nvPr/>
          </p:nvSpPr>
          <p:spPr>
            <a:xfrm>
              <a:off x="3605425" y="2788875"/>
              <a:ext cx="391625" cy="396650"/>
            </a:xfrm>
            <a:custGeom>
              <a:avLst/>
              <a:gdLst/>
              <a:ahLst/>
              <a:cxnLst/>
              <a:rect l="l" t="t" r="r" b="b"/>
              <a:pathLst>
                <a:path w="15665" h="15866" extrusionOk="0">
                  <a:moveTo>
                    <a:pt x="7845" y="1"/>
                  </a:moveTo>
                  <a:lnTo>
                    <a:pt x="6491" y="527"/>
                  </a:lnTo>
                  <a:lnTo>
                    <a:pt x="5113" y="527"/>
                  </a:lnTo>
                  <a:lnTo>
                    <a:pt x="4085" y="1454"/>
                  </a:lnTo>
                  <a:lnTo>
                    <a:pt x="2732" y="1880"/>
                  </a:lnTo>
                  <a:lnTo>
                    <a:pt x="2105" y="3133"/>
                  </a:lnTo>
                  <a:lnTo>
                    <a:pt x="952" y="3961"/>
                  </a:lnTo>
                  <a:lnTo>
                    <a:pt x="727" y="5314"/>
                  </a:lnTo>
                  <a:lnTo>
                    <a:pt x="0" y="6567"/>
                  </a:lnTo>
                  <a:lnTo>
                    <a:pt x="326" y="7946"/>
                  </a:lnTo>
                  <a:lnTo>
                    <a:pt x="0" y="9299"/>
                  </a:lnTo>
                  <a:lnTo>
                    <a:pt x="727" y="10552"/>
                  </a:lnTo>
                  <a:lnTo>
                    <a:pt x="952" y="11905"/>
                  </a:lnTo>
                  <a:lnTo>
                    <a:pt x="2105" y="12833"/>
                  </a:lnTo>
                  <a:lnTo>
                    <a:pt x="2732" y="14086"/>
                  </a:lnTo>
                  <a:lnTo>
                    <a:pt x="4085" y="14512"/>
                  </a:lnTo>
                  <a:lnTo>
                    <a:pt x="5113" y="15464"/>
                  </a:lnTo>
                  <a:lnTo>
                    <a:pt x="6491" y="15339"/>
                  </a:lnTo>
                  <a:lnTo>
                    <a:pt x="7845" y="15865"/>
                  </a:lnTo>
                  <a:lnTo>
                    <a:pt x="9198" y="15339"/>
                  </a:lnTo>
                  <a:lnTo>
                    <a:pt x="10551" y="15464"/>
                  </a:lnTo>
                  <a:lnTo>
                    <a:pt x="11604" y="14512"/>
                  </a:lnTo>
                  <a:lnTo>
                    <a:pt x="12957" y="14086"/>
                  </a:lnTo>
                  <a:lnTo>
                    <a:pt x="13584" y="12833"/>
                  </a:lnTo>
                  <a:lnTo>
                    <a:pt x="14737" y="11905"/>
                  </a:lnTo>
                  <a:lnTo>
                    <a:pt x="14937" y="10552"/>
                  </a:lnTo>
                  <a:lnTo>
                    <a:pt x="15664" y="9299"/>
                  </a:lnTo>
                  <a:lnTo>
                    <a:pt x="15363" y="7946"/>
                  </a:lnTo>
                  <a:lnTo>
                    <a:pt x="15664" y="6567"/>
                  </a:lnTo>
                  <a:lnTo>
                    <a:pt x="14937" y="5314"/>
                  </a:lnTo>
                  <a:lnTo>
                    <a:pt x="14737" y="3961"/>
                  </a:lnTo>
                  <a:lnTo>
                    <a:pt x="13584" y="3133"/>
                  </a:lnTo>
                  <a:lnTo>
                    <a:pt x="12957" y="1880"/>
                  </a:lnTo>
                  <a:lnTo>
                    <a:pt x="11604" y="1454"/>
                  </a:lnTo>
                  <a:lnTo>
                    <a:pt x="10551" y="527"/>
                  </a:lnTo>
                  <a:lnTo>
                    <a:pt x="9198" y="527"/>
                  </a:lnTo>
                  <a:lnTo>
                    <a:pt x="784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78"/>
            <p:cNvSpPr/>
            <p:nvPr/>
          </p:nvSpPr>
          <p:spPr>
            <a:xfrm>
              <a:off x="3600400" y="2783875"/>
              <a:ext cx="402275" cy="409800"/>
            </a:xfrm>
            <a:custGeom>
              <a:avLst/>
              <a:gdLst/>
              <a:ahLst/>
              <a:cxnLst/>
              <a:rect l="l" t="t" r="r" b="b"/>
              <a:pathLst>
                <a:path w="16091" h="16392" extrusionOk="0">
                  <a:moveTo>
                    <a:pt x="8046" y="401"/>
                  </a:moveTo>
                  <a:lnTo>
                    <a:pt x="9299" y="927"/>
                  </a:lnTo>
                  <a:lnTo>
                    <a:pt x="10652" y="927"/>
                  </a:lnTo>
                  <a:lnTo>
                    <a:pt x="11705" y="1755"/>
                  </a:lnTo>
                  <a:lnTo>
                    <a:pt x="13058" y="2181"/>
                  </a:lnTo>
                  <a:lnTo>
                    <a:pt x="13685" y="3434"/>
                  </a:lnTo>
                  <a:lnTo>
                    <a:pt x="14712" y="4261"/>
                  </a:lnTo>
                  <a:lnTo>
                    <a:pt x="14938" y="5639"/>
                  </a:lnTo>
                  <a:lnTo>
                    <a:pt x="15665" y="6767"/>
                  </a:lnTo>
                  <a:lnTo>
                    <a:pt x="15339" y="8146"/>
                  </a:lnTo>
                  <a:lnTo>
                    <a:pt x="15339" y="8246"/>
                  </a:lnTo>
                  <a:lnTo>
                    <a:pt x="15665" y="9499"/>
                  </a:lnTo>
                  <a:lnTo>
                    <a:pt x="14938" y="10652"/>
                  </a:lnTo>
                  <a:lnTo>
                    <a:pt x="14712" y="12005"/>
                  </a:lnTo>
                  <a:lnTo>
                    <a:pt x="13685" y="12832"/>
                  </a:lnTo>
                  <a:lnTo>
                    <a:pt x="13058" y="14085"/>
                  </a:lnTo>
                  <a:lnTo>
                    <a:pt x="11705" y="14511"/>
                  </a:lnTo>
                  <a:lnTo>
                    <a:pt x="10652" y="15439"/>
                  </a:lnTo>
                  <a:lnTo>
                    <a:pt x="9299" y="15339"/>
                  </a:lnTo>
                  <a:lnTo>
                    <a:pt x="8046" y="15865"/>
                  </a:lnTo>
                  <a:lnTo>
                    <a:pt x="6793" y="15339"/>
                  </a:lnTo>
                  <a:lnTo>
                    <a:pt x="5439" y="15439"/>
                  </a:lnTo>
                  <a:lnTo>
                    <a:pt x="4386" y="14511"/>
                  </a:lnTo>
                  <a:lnTo>
                    <a:pt x="3033" y="14085"/>
                  </a:lnTo>
                  <a:lnTo>
                    <a:pt x="2407" y="12832"/>
                  </a:lnTo>
                  <a:lnTo>
                    <a:pt x="1354" y="12005"/>
                  </a:lnTo>
                  <a:lnTo>
                    <a:pt x="1153" y="10652"/>
                  </a:lnTo>
                  <a:lnTo>
                    <a:pt x="427" y="9499"/>
                  </a:lnTo>
                  <a:lnTo>
                    <a:pt x="727" y="8146"/>
                  </a:lnTo>
                  <a:lnTo>
                    <a:pt x="427" y="6767"/>
                  </a:lnTo>
                  <a:lnTo>
                    <a:pt x="1153" y="5639"/>
                  </a:lnTo>
                  <a:lnTo>
                    <a:pt x="1354" y="4261"/>
                  </a:lnTo>
                  <a:lnTo>
                    <a:pt x="2407" y="3434"/>
                  </a:lnTo>
                  <a:lnTo>
                    <a:pt x="3033" y="2181"/>
                  </a:lnTo>
                  <a:lnTo>
                    <a:pt x="4386" y="1755"/>
                  </a:lnTo>
                  <a:lnTo>
                    <a:pt x="5439" y="927"/>
                  </a:lnTo>
                  <a:lnTo>
                    <a:pt x="6793" y="927"/>
                  </a:lnTo>
                  <a:lnTo>
                    <a:pt x="8046" y="401"/>
                  </a:lnTo>
                  <a:close/>
                  <a:moveTo>
                    <a:pt x="8046" y="0"/>
                  </a:moveTo>
                  <a:lnTo>
                    <a:pt x="6692" y="501"/>
                  </a:lnTo>
                  <a:lnTo>
                    <a:pt x="5214" y="501"/>
                  </a:lnTo>
                  <a:lnTo>
                    <a:pt x="4186" y="1454"/>
                  </a:lnTo>
                  <a:lnTo>
                    <a:pt x="2808" y="1880"/>
                  </a:lnTo>
                  <a:lnTo>
                    <a:pt x="2081" y="3133"/>
                  </a:lnTo>
                  <a:lnTo>
                    <a:pt x="928" y="4060"/>
                  </a:lnTo>
                  <a:lnTo>
                    <a:pt x="727" y="5514"/>
                  </a:lnTo>
                  <a:lnTo>
                    <a:pt x="1" y="6767"/>
                  </a:lnTo>
                  <a:lnTo>
                    <a:pt x="301" y="8146"/>
                  </a:lnTo>
                  <a:lnTo>
                    <a:pt x="1" y="9599"/>
                  </a:lnTo>
                  <a:lnTo>
                    <a:pt x="727" y="10852"/>
                  </a:lnTo>
                  <a:lnTo>
                    <a:pt x="928" y="12206"/>
                  </a:lnTo>
                  <a:lnTo>
                    <a:pt x="2081" y="13158"/>
                  </a:lnTo>
                  <a:lnTo>
                    <a:pt x="2808" y="14411"/>
                  </a:lnTo>
                  <a:lnTo>
                    <a:pt x="4186" y="14912"/>
                  </a:lnTo>
                  <a:lnTo>
                    <a:pt x="5214" y="15865"/>
                  </a:lnTo>
                  <a:lnTo>
                    <a:pt x="6692" y="15765"/>
                  </a:lnTo>
                  <a:lnTo>
                    <a:pt x="8046" y="16391"/>
                  </a:lnTo>
                  <a:lnTo>
                    <a:pt x="9399" y="15765"/>
                  </a:lnTo>
                  <a:lnTo>
                    <a:pt x="10853" y="15865"/>
                  </a:lnTo>
                  <a:lnTo>
                    <a:pt x="11905" y="14912"/>
                  </a:lnTo>
                  <a:lnTo>
                    <a:pt x="13259" y="14411"/>
                  </a:lnTo>
                  <a:lnTo>
                    <a:pt x="13986" y="13158"/>
                  </a:lnTo>
                  <a:lnTo>
                    <a:pt x="15138" y="12206"/>
                  </a:lnTo>
                  <a:lnTo>
                    <a:pt x="15339" y="10852"/>
                  </a:lnTo>
                  <a:lnTo>
                    <a:pt x="16091" y="9599"/>
                  </a:lnTo>
                  <a:lnTo>
                    <a:pt x="15776" y="8195"/>
                  </a:lnTo>
                  <a:lnTo>
                    <a:pt x="16091" y="6767"/>
                  </a:lnTo>
                  <a:lnTo>
                    <a:pt x="15339" y="5514"/>
                  </a:lnTo>
                  <a:lnTo>
                    <a:pt x="15138" y="4060"/>
                  </a:lnTo>
                  <a:lnTo>
                    <a:pt x="13986" y="3133"/>
                  </a:lnTo>
                  <a:lnTo>
                    <a:pt x="13259" y="1880"/>
                  </a:lnTo>
                  <a:lnTo>
                    <a:pt x="11905" y="1454"/>
                  </a:lnTo>
                  <a:lnTo>
                    <a:pt x="10853" y="501"/>
                  </a:lnTo>
                  <a:lnTo>
                    <a:pt x="9399" y="501"/>
                  </a:lnTo>
                  <a:lnTo>
                    <a:pt x="8046" y="0"/>
                  </a:ln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78"/>
            <p:cNvSpPr/>
            <p:nvPr/>
          </p:nvSpPr>
          <p:spPr>
            <a:xfrm>
              <a:off x="3663050" y="2851525"/>
              <a:ext cx="276975" cy="273850"/>
            </a:xfrm>
            <a:custGeom>
              <a:avLst/>
              <a:gdLst/>
              <a:ahLst/>
              <a:cxnLst/>
              <a:rect l="l" t="t" r="r" b="b"/>
              <a:pathLst>
                <a:path w="11079" h="10954" extrusionOk="0">
                  <a:moveTo>
                    <a:pt x="5540" y="302"/>
                  </a:moveTo>
                  <a:cubicBezTo>
                    <a:pt x="6993" y="302"/>
                    <a:pt x="8246" y="828"/>
                    <a:pt x="9199" y="1780"/>
                  </a:cubicBezTo>
                  <a:cubicBezTo>
                    <a:pt x="10126" y="2708"/>
                    <a:pt x="10753" y="4061"/>
                    <a:pt x="10753" y="5440"/>
                  </a:cubicBezTo>
                  <a:cubicBezTo>
                    <a:pt x="10753" y="6893"/>
                    <a:pt x="10126" y="8146"/>
                    <a:pt x="9199" y="9074"/>
                  </a:cubicBezTo>
                  <a:cubicBezTo>
                    <a:pt x="8246" y="10026"/>
                    <a:pt x="6993" y="10653"/>
                    <a:pt x="5540" y="10653"/>
                  </a:cubicBezTo>
                  <a:cubicBezTo>
                    <a:pt x="4061" y="10653"/>
                    <a:pt x="2808" y="10026"/>
                    <a:pt x="1880" y="9074"/>
                  </a:cubicBezTo>
                  <a:cubicBezTo>
                    <a:pt x="928" y="8146"/>
                    <a:pt x="302" y="6893"/>
                    <a:pt x="302" y="5440"/>
                  </a:cubicBezTo>
                  <a:cubicBezTo>
                    <a:pt x="302" y="4061"/>
                    <a:pt x="928" y="2708"/>
                    <a:pt x="1880" y="1780"/>
                  </a:cubicBezTo>
                  <a:cubicBezTo>
                    <a:pt x="2808" y="828"/>
                    <a:pt x="4061" y="302"/>
                    <a:pt x="5540" y="302"/>
                  </a:cubicBezTo>
                  <a:close/>
                  <a:moveTo>
                    <a:pt x="5540" y="1"/>
                  </a:moveTo>
                  <a:cubicBezTo>
                    <a:pt x="2507" y="1"/>
                    <a:pt x="1" y="2407"/>
                    <a:pt x="1" y="5440"/>
                  </a:cubicBezTo>
                  <a:cubicBezTo>
                    <a:pt x="1" y="8447"/>
                    <a:pt x="2507" y="10953"/>
                    <a:pt x="5540" y="10953"/>
                  </a:cubicBezTo>
                  <a:cubicBezTo>
                    <a:pt x="8572" y="10953"/>
                    <a:pt x="11079" y="8447"/>
                    <a:pt x="11079" y="5440"/>
                  </a:cubicBezTo>
                  <a:cubicBezTo>
                    <a:pt x="11079" y="2407"/>
                    <a:pt x="8572" y="1"/>
                    <a:pt x="5540" y="1"/>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7" name="Google Shape;2197;p78"/>
          <p:cNvSpPr txBox="1"/>
          <p:nvPr/>
        </p:nvSpPr>
        <p:spPr>
          <a:xfrm>
            <a:off x="6067433" y="1464400"/>
            <a:ext cx="2007000" cy="315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1800" b="1">
                <a:solidFill>
                  <a:schemeClr val="accent5"/>
                </a:solidFill>
                <a:latin typeface="Aldrich"/>
                <a:ea typeface="Aldrich"/>
                <a:cs typeface="Aldrich"/>
                <a:sym typeface="Aldrich"/>
              </a:rPr>
              <a:t>JUPITER</a:t>
            </a:r>
            <a:endParaRPr sz="1800" b="1">
              <a:solidFill>
                <a:schemeClr val="accent5"/>
              </a:solidFill>
              <a:latin typeface="Aldrich"/>
              <a:ea typeface="Aldrich"/>
              <a:cs typeface="Aldrich"/>
              <a:sym typeface="Aldrich"/>
            </a:endParaRPr>
          </a:p>
        </p:txBody>
      </p:sp>
      <p:sp>
        <p:nvSpPr>
          <p:cNvPr id="2198" name="Google Shape;2198;p78"/>
          <p:cNvSpPr txBox="1"/>
          <p:nvPr/>
        </p:nvSpPr>
        <p:spPr>
          <a:xfrm>
            <a:off x="1069483" y="1787175"/>
            <a:ext cx="2007000" cy="4746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600">
                <a:solidFill>
                  <a:schemeClr val="accent5"/>
                </a:solidFill>
                <a:latin typeface="Didact Gothic"/>
                <a:ea typeface="Didact Gothic"/>
                <a:cs typeface="Didact Gothic"/>
                <a:sym typeface="Didact Gothic"/>
              </a:rPr>
              <a:t>Mercury is the smallest planet</a:t>
            </a:r>
            <a:endParaRPr sz="1600">
              <a:solidFill>
                <a:schemeClr val="accent5"/>
              </a:solidFill>
              <a:latin typeface="Didact Gothic"/>
              <a:ea typeface="Didact Gothic"/>
              <a:cs typeface="Didact Gothic"/>
              <a:sym typeface="Didact Gothic"/>
            </a:endParaRPr>
          </a:p>
        </p:txBody>
      </p:sp>
      <p:sp>
        <p:nvSpPr>
          <p:cNvPr id="2199" name="Google Shape;2199;p78"/>
          <p:cNvSpPr txBox="1"/>
          <p:nvPr/>
        </p:nvSpPr>
        <p:spPr>
          <a:xfrm>
            <a:off x="1069483" y="3843199"/>
            <a:ext cx="2007000" cy="4758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600">
                <a:solidFill>
                  <a:schemeClr val="accent5"/>
                </a:solidFill>
                <a:latin typeface="Didact Gothic"/>
                <a:ea typeface="Didact Gothic"/>
                <a:cs typeface="Didact Gothic"/>
                <a:sym typeface="Didact Gothic"/>
              </a:rPr>
              <a:t>Venus has beautiful name but is hot</a:t>
            </a:r>
            <a:endParaRPr sz="1600">
              <a:solidFill>
                <a:schemeClr val="accent5"/>
              </a:solidFill>
              <a:latin typeface="Didact Gothic"/>
              <a:ea typeface="Didact Gothic"/>
              <a:cs typeface="Didact Gothic"/>
              <a:sym typeface="Didact Gothic"/>
            </a:endParaRPr>
          </a:p>
        </p:txBody>
      </p:sp>
      <p:sp>
        <p:nvSpPr>
          <p:cNvPr id="2200" name="Google Shape;2200;p78"/>
          <p:cNvSpPr txBox="1"/>
          <p:nvPr/>
        </p:nvSpPr>
        <p:spPr>
          <a:xfrm>
            <a:off x="6067433" y="1787152"/>
            <a:ext cx="2007000" cy="4746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1600">
                <a:solidFill>
                  <a:schemeClr val="accent5"/>
                </a:solidFill>
                <a:latin typeface="Didact Gothic"/>
                <a:ea typeface="Didact Gothic"/>
                <a:cs typeface="Didact Gothic"/>
                <a:sym typeface="Didact Gothic"/>
              </a:rPr>
              <a:t>Jupiter is the biggest planet of them all</a:t>
            </a:r>
            <a:endParaRPr sz="1600">
              <a:solidFill>
                <a:schemeClr val="accent5"/>
              </a:solidFill>
              <a:latin typeface="Didact Gothic"/>
              <a:ea typeface="Didact Gothic"/>
              <a:cs typeface="Didact Gothic"/>
              <a:sym typeface="Didact Gothic"/>
            </a:endParaRPr>
          </a:p>
        </p:txBody>
      </p:sp>
      <p:sp>
        <p:nvSpPr>
          <p:cNvPr id="2201" name="Google Shape;2201;p78"/>
          <p:cNvSpPr txBox="1"/>
          <p:nvPr/>
        </p:nvSpPr>
        <p:spPr>
          <a:xfrm>
            <a:off x="1069483" y="2493731"/>
            <a:ext cx="2007000" cy="3141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800" b="1">
                <a:solidFill>
                  <a:schemeClr val="accent5"/>
                </a:solidFill>
                <a:latin typeface="Aldrich"/>
                <a:ea typeface="Aldrich"/>
                <a:cs typeface="Aldrich"/>
                <a:sym typeface="Aldrich"/>
              </a:rPr>
              <a:t>SATURN</a:t>
            </a:r>
            <a:endParaRPr sz="1800" b="1">
              <a:solidFill>
                <a:schemeClr val="accent5"/>
              </a:solidFill>
              <a:latin typeface="Aldrich"/>
              <a:ea typeface="Aldrich"/>
              <a:cs typeface="Aldrich"/>
              <a:sym typeface="Aldrich"/>
            </a:endParaRPr>
          </a:p>
        </p:txBody>
      </p:sp>
      <p:sp>
        <p:nvSpPr>
          <p:cNvPr id="2202" name="Google Shape;2202;p78"/>
          <p:cNvSpPr txBox="1"/>
          <p:nvPr/>
        </p:nvSpPr>
        <p:spPr>
          <a:xfrm>
            <a:off x="6067433" y="3522163"/>
            <a:ext cx="2007000" cy="315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1800" b="1">
                <a:solidFill>
                  <a:schemeClr val="accent5"/>
                </a:solidFill>
                <a:latin typeface="Aldrich"/>
                <a:ea typeface="Aldrich"/>
                <a:cs typeface="Aldrich"/>
                <a:sym typeface="Aldrich"/>
              </a:rPr>
              <a:t>NEPTUNE</a:t>
            </a:r>
            <a:endParaRPr sz="1800" b="1">
              <a:solidFill>
                <a:schemeClr val="accent5"/>
              </a:solidFill>
              <a:latin typeface="Aldrich"/>
              <a:ea typeface="Aldrich"/>
              <a:cs typeface="Aldrich"/>
              <a:sym typeface="Aldrich"/>
            </a:endParaRPr>
          </a:p>
        </p:txBody>
      </p:sp>
      <p:sp>
        <p:nvSpPr>
          <p:cNvPr id="2203" name="Google Shape;2203;p78"/>
          <p:cNvSpPr txBox="1"/>
          <p:nvPr/>
        </p:nvSpPr>
        <p:spPr>
          <a:xfrm>
            <a:off x="1069483" y="2815184"/>
            <a:ext cx="2007000" cy="4746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600">
                <a:solidFill>
                  <a:schemeClr val="accent5"/>
                </a:solidFill>
                <a:latin typeface="Didact Gothic"/>
                <a:ea typeface="Didact Gothic"/>
                <a:cs typeface="Didact Gothic"/>
                <a:sym typeface="Didact Gothic"/>
              </a:rPr>
              <a:t>Saturn is a gas giant and it has rings</a:t>
            </a:r>
            <a:endParaRPr sz="1600">
              <a:solidFill>
                <a:schemeClr val="accent5"/>
              </a:solidFill>
              <a:latin typeface="Didact Gothic"/>
              <a:ea typeface="Didact Gothic"/>
              <a:cs typeface="Didact Gothic"/>
              <a:sym typeface="Didact Gothic"/>
            </a:endParaRPr>
          </a:p>
        </p:txBody>
      </p:sp>
      <p:sp>
        <p:nvSpPr>
          <p:cNvPr id="2204" name="Google Shape;2204;p78"/>
          <p:cNvSpPr txBox="1"/>
          <p:nvPr/>
        </p:nvSpPr>
        <p:spPr>
          <a:xfrm>
            <a:off x="6067433" y="3843199"/>
            <a:ext cx="2007000" cy="4758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1600">
                <a:solidFill>
                  <a:schemeClr val="accent5"/>
                </a:solidFill>
                <a:latin typeface="Didact Gothic"/>
                <a:ea typeface="Didact Gothic"/>
                <a:cs typeface="Didact Gothic"/>
                <a:sym typeface="Didact Gothic"/>
              </a:rPr>
              <a:t>Neptune is far away from Earth </a:t>
            </a:r>
            <a:endParaRPr sz="1600">
              <a:solidFill>
                <a:schemeClr val="accent5"/>
              </a:solidFill>
              <a:latin typeface="Didact Gothic"/>
              <a:ea typeface="Didact Gothic"/>
              <a:cs typeface="Didact Gothic"/>
              <a:sym typeface="Didact Gothic"/>
            </a:endParaRPr>
          </a:p>
        </p:txBody>
      </p:sp>
      <p:sp>
        <p:nvSpPr>
          <p:cNvPr id="2205" name="Google Shape;2205;p78"/>
          <p:cNvSpPr txBox="1"/>
          <p:nvPr/>
        </p:nvSpPr>
        <p:spPr>
          <a:xfrm>
            <a:off x="6067433" y="2815176"/>
            <a:ext cx="2007000" cy="4746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1600">
                <a:solidFill>
                  <a:schemeClr val="accent5"/>
                </a:solidFill>
                <a:latin typeface="Didact Gothic"/>
                <a:ea typeface="Didact Gothic"/>
                <a:cs typeface="Didact Gothic"/>
                <a:sym typeface="Didact Gothic"/>
              </a:rPr>
              <a:t>Mars is actually a very cold place</a:t>
            </a:r>
            <a:endParaRPr sz="1600">
              <a:solidFill>
                <a:schemeClr val="accent5"/>
              </a:solidFill>
              <a:latin typeface="Didact Gothic"/>
              <a:ea typeface="Didact Gothic"/>
              <a:cs typeface="Didact Gothic"/>
              <a:sym typeface="Didact Gothic"/>
            </a:endParaRPr>
          </a:p>
        </p:txBody>
      </p:sp>
      <p:sp>
        <p:nvSpPr>
          <p:cNvPr id="2206" name="Google Shape;2206;p78"/>
          <p:cNvSpPr txBox="1"/>
          <p:nvPr/>
        </p:nvSpPr>
        <p:spPr>
          <a:xfrm>
            <a:off x="1069483" y="1464400"/>
            <a:ext cx="2007000" cy="3150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800" b="1">
                <a:solidFill>
                  <a:schemeClr val="accent5"/>
                </a:solidFill>
                <a:latin typeface="Aldrich"/>
                <a:ea typeface="Aldrich"/>
                <a:cs typeface="Aldrich"/>
                <a:sym typeface="Aldrich"/>
              </a:rPr>
              <a:t>MERCURY</a:t>
            </a:r>
            <a:endParaRPr sz="1800" b="1">
              <a:solidFill>
                <a:schemeClr val="accent5"/>
              </a:solidFill>
              <a:latin typeface="Aldrich"/>
              <a:ea typeface="Aldrich"/>
              <a:cs typeface="Aldrich"/>
              <a:sym typeface="Aldrich"/>
            </a:endParaRPr>
          </a:p>
        </p:txBody>
      </p:sp>
      <p:sp>
        <p:nvSpPr>
          <p:cNvPr id="2207" name="Google Shape;2207;p78"/>
          <p:cNvSpPr txBox="1"/>
          <p:nvPr/>
        </p:nvSpPr>
        <p:spPr>
          <a:xfrm>
            <a:off x="1069483" y="3522163"/>
            <a:ext cx="2007000" cy="3150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800" b="1">
                <a:solidFill>
                  <a:schemeClr val="accent5"/>
                </a:solidFill>
                <a:latin typeface="Aldrich"/>
                <a:ea typeface="Aldrich"/>
                <a:cs typeface="Aldrich"/>
                <a:sym typeface="Aldrich"/>
              </a:rPr>
              <a:t>VENUS</a:t>
            </a:r>
            <a:endParaRPr sz="1800" b="1">
              <a:solidFill>
                <a:schemeClr val="accent5"/>
              </a:solidFill>
              <a:latin typeface="Aldrich"/>
              <a:ea typeface="Aldrich"/>
              <a:cs typeface="Aldrich"/>
              <a:sym typeface="Aldrich"/>
            </a:endParaRPr>
          </a:p>
        </p:txBody>
      </p:sp>
      <p:sp>
        <p:nvSpPr>
          <p:cNvPr id="2208" name="Google Shape;2208;p78"/>
          <p:cNvSpPr txBox="1"/>
          <p:nvPr/>
        </p:nvSpPr>
        <p:spPr>
          <a:xfrm>
            <a:off x="6067517" y="2493731"/>
            <a:ext cx="2007000" cy="3141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1800" b="1">
                <a:solidFill>
                  <a:schemeClr val="accent5"/>
                </a:solidFill>
                <a:latin typeface="Aldrich"/>
                <a:ea typeface="Aldrich"/>
                <a:cs typeface="Aldrich"/>
                <a:sym typeface="Aldrich"/>
              </a:rPr>
              <a:t>MARS</a:t>
            </a:r>
            <a:endParaRPr sz="1800" b="1">
              <a:solidFill>
                <a:schemeClr val="accent5"/>
              </a:solidFill>
              <a:latin typeface="Aldrich"/>
              <a:ea typeface="Aldrich"/>
              <a:cs typeface="Aldrich"/>
              <a:sym typeface="Aldrich"/>
            </a:endParaRPr>
          </a:p>
        </p:txBody>
      </p:sp>
      <p:sp>
        <p:nvSpPr>
          <p:cNvPr id="2209" name="Google Shape;2209;p78"/>
          <p:cNvSpPr/>
          <p:nvPr/>
        </p:nvSpPr>
        <p:spPr>
          <a:xfrm>
            <a:off x="723300" y="1533525"/>
            <a:ext cx="306000" cy="306000"/>
          </a:xfrm>
          <a:prstGeom prst="ellipse">
            <a:avLst/>
          </a:prstGeom>
          <a:solidFill>
            <a:schemeClr val="l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78"/>
          <p:cNvSpPr/>
          <p:nvPr/>
        </p:nvSpPr>
        <p:spPr>
          <a:xfrm>
            <a:off x="723300" y="2571750"/>
            <a:ext cx="306000" cy="306000"/>
          </a:xfrm>
          <a:prstGeom prst="ellipse">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78"/>
          <p:cNvSpPr/>
          <p:nvPr/>
        </p:nvSpPr>
        <p:spPr>
          <a:xfrm>
            <a:off x="723300" y="3609975"/>
            <a:ext cx="306000" cy="306000"/>
          </a:xfrm>
          <a:prstGeom prst="ellipse">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78"/>
          <p:cNvSpPr/>
          <p:nvPr/>
        </p:nvSpPr>
        <p:spPr>
          <a:xfrm>
            <a:off x="8114700" y="1533525"/>
            <a:ext cx="306000" cy="306000"/>
          </a:xfrm>
          <a:prstGeom prst="ellipse">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78"/>
          <p:cNvSpPr/>
          <p:nvPr/>
        </p:nvSpPr>
        <p:spPr>
          <a:xfrm>
            <a:off x="8114700" y="2571750"/>
            <a:ext cx="306000" cy="306000"/>
          </a:xfrm>
          <a:prstGeom prst="ellipse">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78"/>
          <p:cNvSpPr/>
          <p:nvPr/>
        </p:nvSpPr>
        <p:spPr>
          <a:xfrm>
            <a:off x="8114700" y="3609975"/>
            <a:ext cx="306000" cy="306000"/>
          </a:xfrm>
          <a:prstGeom prst="ellipse">
            <a:avLst/>
          </a:prstGeom>
          <a:solidFill>
            <a:schemeClr val="accent5"/>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5" name="Google Shape;2215;p78"/>
          <p:cNvGrpSpPr/>
          <p:nvPr/>
        </p:nvGrpSpPr>
        <p:grpSpPr>
          <a:xfrm>
            <a:off x="3323015" y="1645382"/>
            <a:ext cx="2497868" cy="2498336"/>
            <a:chOff x="3323015" y="1645382"/>
            <a:chExt cx="2497868" cy="2498336"/>
          </a:xfrm>
        </p:grpSpPr>
        <p:grpSp>
          <p:nvGrpSpPr>
            <p:cNvPr id="2216" name="Google Shape;2216;p78"/>
            <p:cNvGrpSpPr/>
            <p:nvPr/>
          </p:nvGrpSpPr>
          <p:grpSpPr>
            <a:xfrm>
              <a:off x="3323015" y="1645382"/>
              <a:ext cx="2497868" cy="2498336"/>
              <a:chOff x="2565073" y="2075876"/>
              <a:chExt cx="672482" cy="672518"/>
            </a:xfrm>
          </p:grpSpPr>
          <p:sp>
            <p:nvSpPr>
              <p:cNvPr id="2217" name="Google Shape;2217;p78"/>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78"/>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chemeClr val="accent5"/>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78"/>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78"/>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78"/>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chemeClr val="l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78"/>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23" name="Google Shape;2223;p78"/>
            <p:cNvSpPr/>
            <p:nvPr/>
          </p:nvSpPr>
          <p:spPr>
            <a:xfrm>
              <a:off x="4024750" y="1817525"/>
              <a:ext cx="394800" cy="394800"/>
            </a:xfrm>
            <a:prstGeom prst="ellipse">
              <a:avLst/>
            </a:prstGeom>
            <a:solidFill>
              <a:schemeClr val="lt2"/>
            </a:solidFill>
            <a:ln w="28575" cap="flat" cmpd="sng">
              <a:solidFill>
                <a:schemeClr val="accent5"/>
              </a:solidFill>
              <a:prstDash val="solid"/>
              <a:round/>
              <a:headEnd type="none" w="sm" len="sm"/>
              <a:tailEnd type="none" w="sm" len="sm"/>
            </a:ln>
          </p:spPr>
          <p:txBody>
            <a:bodyPr spcFirstLastPara="1" wrap="square" lIns="73150" tIns="91425" rIns="91425" bIns="91425" anchor="ctr" anchorCtr="0">
              <a:noAutofit/>
            </a:bodyPr>
            <a:lstStyle/>
            <a:p>
              <a:pPr marL="0" lvl="0" indent="0" algn="ctr" rtl="0">
                <a:spcBef>
                  <a:spcPts val="0"/>
                </a:spcBef>
                <a:spcAft>
                  <a:spcPts val="0"/>
                </a:spcAft>
                <a:buNone/>
              </a:pPr>
              <a:r>
                <a:rPr lang="en" b="1">
                  <a:solidFill>
                    <a:schemeClr val="accent5"/>
                  </a:solidFill>
                  <a:latin typeface="Aldrich"/>
                  <a:ea typeface="Aldrich"/>
                  <a:cs typeface="Aldrich"/>
                  <a:sym typeface="Aldrich"/>
                </a:rPr>
                <a:t>A</a:t>
              </a:r>
              <a:endParaRPr b="1">
                <a:solidFill>
                  <a:schemeClr val="accent5"/>
                </a:solidFill>
                <a:latin typeface="Aldrich"/>
                <a:ea typeface="Aldrich"/>
                <a:cs typeface="Aldrich"/>
                <a:sym typeface="Aldrich"/>
              </a:endParaRPr>
            </a:p>
          </p:txBody>
        </p:sp>
        <p:sp>
          <p:nvSpPr>
            <p:cNvPr id="2224" name="Google Shape;2224;p78"/>
            <p:cNvSpPr/>
            <p:nvPr/>
          </p:nvSpPr>
          <p:spPr>
            <a:xfrm>
              <a:off x="4967725" y="1950875"/>
              <a:ext cx="394800" cy="394800"/>
            </a:xfrm>
            <a:prstGeom prst="ellipse">
              <a:avLst/>
            </a:prstGeom>
            <a:solidFill>
              <a:schemeClr val="accent2"/>
            </a:solidFill>
            <a:ln w="28575" cap="flat" cmpd="sng">
              <a:solidFill>
                <a:schemeClr val="accent5"/>
              </a:solidFill>
              <a:prstDash val="solid"/>
              <a:round/>
              <a:headEnd type="none" w="sm" len="sm"/>
              <a:tailEnd type="none" w="sm" len="sm"/>
            </a:ln>
          </p:spPr>
          <p:txBody>
            <a:bodyPr spcFirstLastPara="1" wrap="square" lIns="73150" tIns="91425" rIns="91425" bIns="91425" anchor="ctr" anchorCtr="0">
              <a:noAutofit/>
            </a:bodyPr>
            <a:lstStyle/>
            <a:p>
              <a:pPr marL="0" lvl="0" indent="0" algn="ctr" rtl="0">
                <a:spcBef>
                  <a:spcPts val="0"/>
                </a:spcBef>
                <a:spcAft>
                  <a:spcPts val="0"/>
                </a:spcAft>
                <a:buNone/>
              </a:pPr>
              <a:r>
                <a:rPr lang="en" b="1">
                  <a:solidFill>
                    <a:schemeClr val="accent5"/>
                  </a:solidFill>
                  <a:latin typeface="Aldrich"/>
                  <a:ea typeface="Aldrich"/>
                  <a:cs typeface="Aldrich"/>
                  <a:sym typeface="Aldrich"/>
                </a:rPr>
                <a:t>B</a:t>
              </a:r>
              <a:endParaRPr b="1">
                <a:solidFill>
                  <a:schemeClr val="accent5"/>
                </a:solidFill>
                <a:latin typeface="Aldrich"/>
                <a:ea typeface="Aldrich"/>
                <a:cs typeface="Aldrich"/>
                <a:sym typeface="Aldrich"/>
              </a:endParaRPr>
            </a:p>
          </p:txBody>
        </p:sp>
        <p:sp>
          <p:nvSpPr>
            <p:cNvPr id="2225" name="Google Shape;2225;p78"/>
            <p:cNvSpPr/>
            <p:nvPr/>
          </p:nvSpPr>
          <p:spPr>
            <a:xfrm>
              <a:off x="5320150" y="2817650"/>
              <a:ext cx="394800" cy="394800"/>
            </a:xfrm>
            <a:prstGeom prst="ellipse">
              <a:avLst/>
            </a:prstGeom>
            <a:solidFill>
              <a:schemeClr val="accent6"/>
            </a:solidFill>
            <a:ln w="28575" cap="flat" cmpd="sng">
              <a:solidFill>
                <a:schemeClr val="accent5"/>
              </a:solidFill>
              <a:prstDash val="solid"/>
              <a:round/>
              <a:headEnd type="none" w="sm" len="sm"/>
              <a:tailEnd type="none" w="sm" len="sm"/>
            </a:ln>
          </p:spPr>
          <p:txBody>
            <a:bodyPr spcFirstLastPara="1" wrap="square" lIns="73150" tIns="91425" rIns="91425" bIns="91425" anchor="ctr" anchorCtr="0">
              <a:noAutofit/>
            </a:bodyPr>
            <a:lstStyle/>
            <a:p>
              <a:pPr marL="0" lvl="0" indent="0" algn="ctr" rtl="0">
                <a:spcBef>
                  <a:spcPts val="0"/>
                </a:spcBef>
                <a:spcAft>
                  <a:spcPts val="0"/>
                </a:spcAft>
                <a:buNone/>
              </a:pPr>
              <a:r>
                <a:rPr lang="en" b="1">
                  <a:solidFill>
                    <a:schemeClr val="accent5"/>
                  </a:solidFill>
                  <a:latin typeface="Aldrich"/>
                  <a:ea typeface="Aldrich"/>
                  <a:cs typeface="Aldrich"/>
                  <a:sym typeface="Aldrich"/>
                </a:rPr>
                <a:t>C</a:t>
              </a:r>
              <a:endParaRPr b="1">
                <a:solidFill>
                  <a:schemeClr val="accent5"/>
                </a:solidFill>
                <a:latin typeface="Aldrich"/>
                <a:ea typeface="Aldrich"/>
                <a:cs typeface="Aldrich"/>
                <a:sym typeface="Aldrich"/>
              </a:endParaRPr>
            </a:p>
          </p:txBody>
        </p:sp>
        <p:sp>
          <p:nvSpPr>
            <p:cNvPr id="2226" name="Google Shape;2226;p78"/>
            <p:cNvSpPr/>
            <p:nvPr/>
          </p:nvSpPr>
          <p:spPr>
            <a:xfrm>
              <a:off x="4767700" y="3589175"/>
              <a:ext cx="394800" cy="394800"/>
            </a:xfrm>
            <a:prstGeom prst="ellipse">
              <a:avLst/>
            </a:prstGeom>
            <a:solidFill>
              <a:schemeClr val="accent5"/>
            </a:solidFill>
            <a:ln w="28575" cap="flat" cmpd="sng">
              <a:solidFill>
                <a:schemeClr val="lt2"/>
              </a:solidFill>
              <a:prstDash val="solid"/>
              <a:round/>
              <a:headEnd type="none" w="sm" len="sm"/>
              <a:tailEnd type="none" w="sm" len="sm"/>
            </a:ln>
          </p:spPr>
          <p:txBody>
            <a:bodyPr spcFirstLastPara="1" wrap="square" lIns="73150" tIns="91425" rIns="91425" bIns="91425" anchor="ctr" anchorCtr="0">
              <a:noAutofit/>
            </a:bodyPr>
            <a:lstStyle/>
            <a:p>
              <a:pPr marL="0" lvl="0" indent="0" algn="ctr" rtl="0">
                <a:spcBef>
                  <a:spcPts val="0"/>
                </a:spcBef>
                <a:spcAft>
                  <a:spcPts val="0"/>
                </a:spcAft>
                <a:buNone/>
              </a:pPr>
              <a:r>
                <a:rPr lang="en" b="1">
                  <a:solidFill>
                    <a:schemeClr val="lt2"/>
                  </a:solidFill>
                  <a:latin typeface="Aldrich"/>
                  <a:ea typeface="Aldrich"/>
                  <a:cs typeface="Aldrich"/>
                  <a:sym typeface="Aldrich"/>
                </a:rPr>
                <a:t>D</a:t>
              </a:r>
              <a:endParaRPr b="1">
                <a:solidFill>
                  <a:schemeClr val="lt2"/>
                </a:solidFill>
                <a:latin typeface="Aldrich"/>
                <a:ea typeface="Aldrich"/>
                <a:cs typeface="Aldrich"/>
                <a:sym typeface="Aldrich"/>
              </a:endParaRPr>
            </a:p>
          </p:txBody>
        </p:sp>
        <p:sp>
          <p:nvSpPr>
            <p:cNvPr id="2227" name="Google Shape;2227;p78"/>
            <p:cNvSpPr/>
            <p:nvPr/>
          </p:nvSpPr>
          <p:spPr>
            <a:xfrm>
              <a:off x="3777100" y="3465350"/>
              <a:ext cx="394800" cy="394800"/>
            </a:xfrm>
            <a:prstGeom prst="ellipse">
              <a:avLst/>
            </a:prstGeom>
            <a:solidFill>
              <a:schemeClr val="accent1"/>
            </a:solidFill>
            <a:ln w="28575" cap="flat" cmpd="sng">
              <a:solidFill>
                <a:schemeClr val="accent5"/>
              </a:solidFill>
              <a:prstDash val="solid"/>
              <a:round/>
              <a:headEnd type="none" w="sm" len="sm"/>
              <a:tailEnd type="none" w="sm" len="sm"/>
            </a:ln>
          </p:spPr>
          <p:txBody>
            <a:bodyPr spcFirstLastPara="1" wrap="square" lIns="73150" tIns="91425" rIns="91425" bIns="91425" anchor="ctr" anchorCtr="0">
              <a:noAutofit/>
            </a:bodyPr>
            <a:lstStyle/>
            <a:p>
              <a:pPr marL="0" lvl="0" indent="0" algn="ctr" rtl="0">
                <a:spcBef>
                  <a:spcPts val="0"/>
                </a:spcBef>
                <a:spcAft>
                  <a:spcPts val="0"/>
                </a:spcAft>
                <a:buNone/>
              </a:pPr>
              <a:r>
                <a:rPr lang="en" b="1">
                  <a:solidFill>
                    <a:schemeClr val="accent5"/>
                  </a:solidFill>
                  <a:latin typeface="Aldrich"/>
                  <a:ea typeface="Aldrich"/>
                  <a:cs typeface="Aldrich"/>
                  <a:sym typeface="Aldrich"/>
                </a:rPr>
                <a:t>E</a:t>
              </a:r>
              <a:endParaRPr b="1">
                <a:solidFill>
                  <a:schemeClr val="accent5"/>
                </a:solidFill>
                <a:latin typeface="Aldrich"/>
                <a:ea typeface="Aldrich"/>
                <a:cs typeface="Aldrich"/>
                <a:sym typeface="Aldrich"/>
              </a:endParaRPr>
            </a:p>
          </p:txBody>
        </p:sp>
        <p:sp>
          <p:nvSpPr>
            <p:cNvPr id="2228" name="Google Shape;2228;p78"/>
            <p:cNvSpPr/>
            <p:nvPr/>
          </p:nvSpPr>
          <p:spPr>
            <a:xfrm>
              <a:off x="3415150" y="2550950"/>
              <a:ext cx="394800" cy="394800"/>
            </a:xfrm>
            <a:prstGeom prst="ellipse">
              <a:avLst/>
            </a:prstGeom>
            <a:solidFill>
              <a:schemeClr val="accent3"/>
            </a:solidFill>
            <a:ln w="28575" cap="flat" cmpd="sng">
              <a:solidFill>
                <a:schemeClr val="accent5"/>
              </a:solidFill>
              <a:prstDash val="solid"/>
              <a:round/>
              <a:headEnd type="none" w="sm" len="sm"/>
              <a:tailEnd type="none" w="sm" len="sm"/>
            </a:ln>
          </p:spPr>
          <p:txBody>
            <a:bodyPr spcFirstLastPara="1" wrap="square" lIns="82275" tIns="91425" rIns="91425" bIns="91425" anchor="ctr" anchorCtr="0">
              <a:noAutofit/>
            </a:bodyPr>
            <a:lstStyle/>
            <a:p>
              <a:pPr marL="0" lvl="0" indent="0" algn="ctr" rtl="0">
                <a:spcBef>
                  <a:spcPts val="0"/>
                </a:spcBef>
                <a:spcAft>
                  <a:spcPts val="0"/>
                </a:spcAft>
                <a:buNone/>
              </a:pPr>
              <a:r>
                <a:rPr lang="en" b="1">
                  <a:solidFill>
                    <a:schemeClr val="accent5"/>
                  </a:solidFill>
                  <a:latin typeface="Aldrich"/>
                  <a:ea typeface="Aldrich"/>
                  <a:cs typeface="Aldrich"/>
                  <a:sym typeface="Aldrich"/>
                </a:rPr>
                <a:t>F</a:t>
              </a:r>
              <a:endParaRPr b="1">
                <a:solidFill>
                  <a:schemeClr val="accent5"/>
                </a:solidFill>
                <a:latin typeface="Aldrich"/>
                <a:ea typeface="Aldrich"/>
                <a:cs typeface="Aldrich"/>
                <a:sym typeface="Aldrich"/>
              </a:endParaRPr>
            </a:p>
          </p:txBody>
        </p:sp>
      </p:grpSp>
      <p:sp>
        <p:nvSpPr>
          <p:cNvPr id="2229" name="Google Shape;2229;p78">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78">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2189"/>
                                        </p:tgtEl>
                                        <p:attrNameLst>
                                          <p:attrName>style.visibility</p:attrName>
                                        </p:attrNameLst>
                                      </p:cBhvr>
                                      <p:to>
                                        <p:strVal val="visible"/>
                                      </p:to>
                                    </p:set>
                                    <p:anim calcmode="lin" valueType="num">
                                      <p:cBhvr additive="base">
                                        <p:cTn id="7" dur="1000"/>
                                        <p:tgtEl>
                                          <p:spTgt spid="2189"/>
                                        </p:tgtEl>
                                        <p:attrNameLst>
                                          <p:attrName>ppt_w</p:attrName>
                                        </p:attrNameLst>
                                      </p:cBhvr>
                                      <p:tavLst>
                                        <p:tav tm="0">
                                          <p:val>
                                            <p:strVal val="0"/>
                                          </p:val>
                                        </p:tav>
                                        <p:tav tm="100000">
                                          <p:val>
                                            <p:strVal val="#ppt_w"/>
                                          </p:val>
                                        </p:tav>
                                      </p:tavLst>
                                    </p:anim>
                                    <p:anim calcmode="lin" valueType="num">
                                      <p:cBhvr additive="base">
                                        <p:cTn id="8" dur="1000"/>
                                        <p:tgtEl>
                                          <p:spTgt spid="2189"/>
                                        </p:tgtEl>
                                        <p:attrNameLst>
                                          <p:attrName>ppt_h</p:attrName>
                                        </p:attrNameLst>
                                      </p:cBhvr>
                                      <p:tavLst>
                                        <p:tav tm="0">
                                          <p:val>
                                            <p:str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2234"/>
        <p:cNvGrpSpPr/>
        <p:nvPr/>
      </p:nvGrpSpPr>
      <p:grpSpPr>
        <a:xfrm>
          <a:off x="0" y="0"/>
          <a:ext cx="0" cy="0"/>
          <a:chOff x="0" y="0"/>
          <a:chExt cx="0" cy="0"/>
        </a:xfrm>
      </p:grpSpPr>
      <p:sp>
        <p:nvSpPr>
          <p:cNvPr id="2235" name="Google Shape;2235;p79"/>
          <p:cNvSpPr txBox="1">
            <a:spLocks noGrp="1"/>
          </p:cNvSpPr>
          <p:nvPr>
            <p:ph type="title"/>
          </p:nvPr>
        </p:nvSpPr>
        <p:spPr>
          <a:xfrm>
            <a:off x="2518494" y="2069467"/>
            <a:ext cx="4107000" cy="5811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en"/>
              <a:t>44,000,000</a:t>
            </a:r>
            <a:endParaRPr/>
          </a:p>
        </p:txBody>
      </p:sp>
      <p:sp>
        <p:nvSpPr>
          <p:cNvPr id="2236" name="Google Shape;2236;p79"/>
          <p:cNvSpPr txBox="1">
            <a:spLocks noGrp="1"/>
          </p:cNvSpPr>
          <p:nvPr>
            <p:ph type="title" idx="2"/>
          </p:nvPr>
        </p:nvSpPr>
        <p:spPr>
          <a:xfrm>
            <a:off x="2268900" y="716920"/>
            <a:ext cx="4606200" cy="5811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en"/>
              <a:t>100,000,000</a:t>
            </a:r>
            <a:endParaRPr/>
          </a:p>
        </p:txBody>
      </p:sp>
      <p:sp>
        <p:nvSpPr>
          <p:cNvPr id="2237" name="Google Shape;2237;p79"/>
          <p:cNvSpPr txBox="1">
            <a:spLocks noGrp="1"/>
          </p:cNvSpPr>
          <p:nvPr>
            <p:ph type="title" idx="3"/>
          </p:nvPr>
        </p:nvSpPr>
        <p:spPr>
          <a:xfrm>
            <a:off x="2518494" y="3422642"/>
            <a:ext cx="4107000" cy="5811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en"/>
              <a:t>56,000,000</a:t>
            </a:r>
            <a:endParaRPr/>
          </a:p>
        </p:txBody>
      </p:sp>
      <p:sp>
        <p:nvSpPr>
          <p:cNvPr id="2238" name="Google Shape;2238;p79"/>
          <p:cNvSpPr txBox="1">
            <a:spLocks noGrp="1"/>
          </p:cNvSpPr>
          <p:nvPr>
            <p:ph type="subTitle" idx="1"/>
          </p:nvPr>
        </p:nvSpPr>
        <p:spPr>
          <a:xfrm>
            <a:off x="2518507" y="2718654"/>
            <a:ext cx="4107000" cy="4725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Illiterate young men</a:t>
            </a:r>
            <a:endParaRPr/>
          </a:p>
        </p:txBody>
      </p:sp>
      <p:sp>
        <p:nvSpPr>
          <p:cNvPr id="2239" name="Google Shape;2239;p79"/>
          <p:cNvSpPr txBox="1">
            <a:spLocks noGrp="1"/>
          </p:cNvSpPr>
          <p:nvPr>
            <p:ph type="subTitle" idx="4"/>
          </p:nvPr>
        </p:nvSpPr>
        <p:spPr>
          <a:xfrm>
            <a:off x="2518507" y="1366104"/>
            <a:ext cx="4107000" cy="4725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Illiterate youth in the world</a:t>
            </a:r>
            <a:endParaRPr/>
          </a:p>
        </p:txBody>
      </p:sp>
      <p:sp>
        <p:nvSpPr>
          <p:cNvPr id="2240" name="Google Shape;2240;p79"/>
          <p:cNvSpPr txBox="1">
            <a:spLocks noGrp="1"/>
          </p:cNvSpPr>
          <p:nvPr>
            <p:ph type="subTitle" idx="5"/>
          </p:nvPr>
        </p:nvSpPr>
        <p:spPr>
          <a:xfrm>
            <a:off x="2518493" y="4087430"/>
            <a:ext cx="4107000" cy="4725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Illiterate young women</a:t>
            </a:r>
            <a:endParaRPr/>
          </a:p>
        </p:txBody>
      </p:sp>
      <p:sp>
        <p:nvSpPr>
          <p:cNvPr id="2241" name="Google Shape;2241;p79"/>
          <p:cNvSpPr/>
          <p:nvPr/>
        </p:nvSpPr>
        <p:spPr>
          <a:xfrm>
            <a:off x="-193825" y="960076"/>
            <a:ext cx="1832405" cy="244805"/>
          </a:xfrm>
          <a:custGeom>
            <a:avLst/>
            <a:gdLst/>
            <a:ahLst/>
            <a:cxnLst/>
            <a:rect l="l" t="t" r="r" b="b"/>
            <a:pathLst>
              <a:path w="55866" h="7463" extrusionOk="0">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42" name="Google Shape;2242;p79"/>
          <p:cNvGrpSpPr/>
          <p:nvPr/>
        </p:nvGrpSpPr>
        <p:grpSpPr>
          <a:xfrm rot="-9105843">
            <a:off x="7595279" y="1884345"/>
            <a:ext cx="1385920" cy="2705233"/>
            <a:chOff x="409722" y="228600"/>
            <a:chExt cx="1385931" cy="2705253"/>
          </a:xfrm>
        </p:grpSpPr>
        <p:grpSp>
          <p:nvGrpSpPr>
            <p:cNvPr id="2243" name="Google Shape;2243;p79"/>
            <p:cNvGrpSpPr/>
            <p:nvPr/>
          </p:nvGrpSpPr>
          <p:grpSpPr>
            <a:xfrm rot="-617154" flipH="1">
              <a:off x="575967" y="402323"/>
              <a:ext cx="1053440" cy="2450002"/>
              <a:chOff x="3817855" y="1437512"/>
              <a:chExt cx="541146" cy="1128254"/>
            </a:xfrm>
          </p:grpSpPr>
          <p:sp>
            <p:nvSpPr>
              <p:cNvPr id="2244" name="Google Shape;2244;p79"/>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79"/>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6" name="Google Shape;2246;p79"/>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7" name="Google Shape;2247;p79">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79">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236"/>
                                        </p:tgtEl>
                                        <p:attrNameLst>
                                          <p:attrName>style.visibility</p:attrName>
                                        </p:attrNameLst>
                                      </p:cBhvr>
                                      <p:to>
                                        <p:strVal val="visible"/>
                                      </p:to>
                                    </p:set>
                                    <p:animEffect transition="in" filter="fade">
                                      <p:cBhvr>
                                        <p:cTn id="7" dur="1000"/>
                                        <p:tgtEl>
                                          <p:spTgt spid="2236"/>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2235"/>
                                        </p:tgtEl>
                                        <p:attrNameLst>
                                          <p:attrName>style.visibility</p:attrName>
                                        </p:attrNameLst>
                                      </p:cBhvr>
                                      <p:to>
                                        <p:strVal val="visible"/>
                                      </p:to>
                                    </p:set>
                                    <p:animEffect transition="in" filter="fade">
                                      <p:cBhvr>
                                        <p:cTn id="11" dur="1000"/>
                                        <p:tgtEl>
                                          <p:spTgt spid="2235"/>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2237"/>
                                        </p:tgtEl>
                                        <p:attrNameLst>
                                          <p:attrName>style.visibility</p:attrName>
                                        </p:attrNameLst>
                                      </p:cBhvr>
                                      <p:to>
                                        <p:strVal val="visible"/>
                                      </p:to>
                                    </p:set>
                                    <p:animEffect transition="in" filter="fade">
                                      <p:cBhvr>
                                        <p:cTn id="15" dur="1000"/>
                                        <p:tgtEl>
                                          <p:spTgt spid="2237"/>
                                        </p:tgtEl>
                                      </p:cBhvr>
                                    </p:animEffect>
                                  </p:childTnLst>
                                </p:cTn>
                              </p:par>
                            </p:childTnLst>
                          </p:cTn>
                        </p:par>
                        <p:par>
                          <p:cTn id="16" fill="hold">
                            <p:stCondLst>
                              <p:cond delay="3000"/>
                            </p:stCondLst>
                            <p:childTnLst>
                              <p:par>
                                <p:cTn id="17" presetID="2" presetClass="entr" presetSubtype="8" fill="hold" nodeType="afterEffect">
                                  <p:stCondLst>
                                    <p:cond delay="0"/>
                                  </p:stCondLst>
                                  <p:childTnLst>
                                    <p:set>
                                      <p:cBhvr>
                                        <p:cTn id="18" dur="1" fill="hold">
                                          <p:stCondLst>
                                            <p:cond delay="0"/>
                                          </p:stCondLst>
                                        </p:cTn>
                                        <p:tgtEl>
                                          <p:spTgt spid="2241"/>
                                        </p:tgtEl>
                                        <p:attrNameLst>
                                          <p:attrName>style.visibility</p:attrName>
                                        </p:attrNameLst>
                                      </p:cBhvr>
                                      <p:to>
                                        <p:strVal val="visible"/>
                                      </p:to>
                                    </p:set>
                                    <p:anim calcmode="lin" valueType="num">
                                      <p:cBhvr additive="base">
                                        <p:cTn id="19" dur="1000"/>
                                        <p:tgtEl>
                                          <p:spTgt spid="2241"/>
                                        </p:tgtEl>
                                        <p:attrNameLst>
                                          <p:attrName>ppt_x</p:attrName>
                                        </p:attrNameLst>
                                      </p:cBhvr>
                                      <p:tavLst>
                                        <p:tav tm="0">
                                          <p:val>
                                            <p:strVal val="#ppt_x-1"/>
                                          </p:val>
                                        </p:tav>
                                        <p:tav tm="100000">
                                          <p:val>
                                            <p:strVal val="#ppt_x"/>
                                          </p:val>
                                        </p:tav>
                                      </p:tavLst>
                                    </p:anim>
                                  </p:childTnLst>
                                </p:cTn>
                              </p:par>
                            </p:childTnLst>
                          </p:cTn>
                        </p:par>
                        <p:par>
                          <p:cTn id="20" fill="hold">
                            <p:stCondLst>
                              <p:cond delay="4000"/>
                            </p:stCondLst>
                            <p:childTnLst>
                              <p:par>
                                <p:cTn id="21" presetID="2" presetClass="entr" presetSubtype="2" fill="hold" nodeType="afterEffect">
                                  <p:stCondLst>
                                    <p:cond delay="0"/>
                                  </p:stCondLst>
                                  <p:childTnLst>
                                    <p:set>
                                      <p:cBhvr>
                                        <p:cTn id="22" dur="1" fill="hold">
                                          <p:stCondLst>
                                            <p:cond delay="0"/>
                                          </p:stCondLst>
                                        </p:cTn>
                                        <p:tgtEl>
                                          <p:spTgt spid="2242"/>
                                        </p:tgtEl>
                                        <p:attrNameLst>
                                          <p:attrName>style.visibility</p:attrName>
                                        </p:attrNameLst>
                                      </p:cBhvr>
                                      <p:to>
                                        <p:strVal val="visible"/>
                                      </p:to>
                                    </p:set>
                                    <p:anim calcmode="lin" valueType="num">
                                      <p:cBhvr additive="base">
                                        <p:cTn id="23" dur="1000"/>
                                        <p:tgtEl>
                                          <p:spTgt spid="2242"/>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2252"/>
        <p:cNvGrpSpPr/>
        <p:nvPr/>
      </p:nvGrpSpPr>
      <p:grpSpPr>
        <a:xfrm>
          <a:off x="0" y="0"/>
          <a:ext cx="0" cy="0"/>
          <a:chOff x="0" y="0"/>
          <a:chExt cx="0" cy="0"/>
        </a:xfrm>
      </p:grpSpPr>
      <p:sp>
        <p:nvSpPr>
          <p:cNvPr id="2253" name="Google Shape;2253;p80"/>
          <p:cNvSpPr/>
          <p:nvPr/>
        </p:nvSpPr>
        <p:spPr>
          <a:xfrm>
            <a:off x="4818700" y="3209925"/>
            <a:ext cx="3277500" cy="572700"/>
          </a:xfrm>
          <a:prstGeom prst="roundRect">
            <a:avLst>
              <a:gd name="adj" fmla="val 16667"/>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80"/>
          <p:cNvSpPr/>
          <p:nvPr/>
        </p:nvSpPr>
        <p:spPr>
          <a:xfrm>
            <a:off x="1047800" y="1543050"/>
            <a:ext cx="3277500" cy="572700"/>
          </a:xfrm>
          <a:prstGeom prst="roundRect">
            <a:avLst>
              <a:gd name="adj" fmla="val 16667"/>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80"/>
          <p:cNvSpPr/>
          <p:nvPr/>
        </p:nvSpPr>
        <p:spPr>
          <a:xfrm>
            <a:off x="4818700" y="1543050"/>
            <a:ext cx="3277500" cy="572700"/>
          </a:xfrm>
          <a:prstGeom prst="roundRect">
            <a:avLst>
              <a:gd name="adj" fmla="val 16667"/>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80"/>
          <p:cNvSpPr/>
          <p:nvPr/>
        </p:nvSpPr>
        <p:spPr>
          <a:xfrm>
            <a:off x="1047800" y="3209925"/>
            <a:ext cx="3277500" cy="572700"/>
          </a:xfrm>
          <a:prstGeom prst="roundRect">
            <a:avLst>
              <a:gd name="adj" fmla="val 16667"/>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80"/>
          <p:cNvSpPr txBox="1">
            <a:spLocks noGrp="1"/>
          </p:cNvSpPr>
          <p:nvPr>
            <p:ph type="title"/>
          </p:nvPr>
        </p:nvSpPr>
        <p:spPr>
          <a:xfrm>
            <a:off x="4818700" y="3302925"/>
            <a:ext cx="3277500" cy="38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16,000</a:t>
            </a:r>
            <a:endParaRPr/>
          </a:p>
        </p:txBody>
      </p:sp>
      <p:sp>
        <p:nvSpPr>
          <p:cNvPr id="2258" name="Google Shape;2258;p80"/>
          <p:cNvSpPr txBox="1">
            <a:spLocks noGrp="1"/>
          </p:cNvSpPr>
          <p:nvPr>
            <p:ph type="title" idx="3"/>
          </p:nvPr>
        </p:nvSpPr>
        <p:spPr>
          <a:xfrm>
            <a:off x="1047800" y="3302925"/>
            <a:ext cx="3277500" cy="38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6,000</a:t>
            </a:r>
            <a:endParaRPr/>
          </a:p>
        </p:txBody>
      </p:sp>
      <p:sp>
        <p:nvSpPr>
          <p:cNvPr id="2259" name="Google Shape;2259;p80"/>
          <p:cNvSpPr txBox="1">
            <a:spLocks noGrp="1"/>
          </p:cNvSpPr>
          <p:nvPr>
            <p:ph type="title" idx="8"/>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NUMBERS</a:t>
            </a:r>
            <a:endParaRPr/>
          </a:p>
        </p:txBody>
      </p:sp>
      <p:sp>
        <p:nvSpPr>
          <p:cNvPr id="2260" name="Google Shape;2260;p80"/>
          <p:cNvSpPr txBox="1">
            <a:spLocks noGrp="1"/>
          </p:cNvSpPr>
          <p:nvPr>
            <p:ph type="subTitle" idx="4"/>
          </p:nvPr>
        </p:nvSpPr>
        <p:spPr>
          <a:xfrm>
            <a:off x="1047800" y="2169250"/>
            <a:ext cx="3277500" cy="57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 is a gas giant and the biggest planet in the Solar System</a:t>
            </a:r>
            <a:endParaRPr/>
          </a:p>
        </p:txBody>
      </p:sp>
      <p:sp>
        <p:nvSpPr>
          <p:cNvPr id="2261" name="Google Shape;2261;p80"/>
          <p:cNvSpPr txBox="1">
            <a:spLocks noGrp="1"/>
          </p:cNvSpPr>
          <p:nvPr>
            <p:ph type="subTitle" idx="5"/>
          </p:nvPr>
        </p:nvSpPr>
        <p:spPr>
          <a:xfrm>
            <a:off x="4818700" y="2169250"/>
            <a:ext cx="3277500" cy="57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has a beautiful name and is the second planet from the Sun</a:t>
            </a:r>
            <a:endParaRPr/>
          </a:p>
        </p:txBody>
      </p:sp>
      <p:sp>
        <p:nvSpPr>
          <p:cNvPr id="2262" name="Google Shape;2262;p80"/>
          <p:cNvSpPr txBox="1">
            <a:spLocks noGrp="1"/>
          </p:cNvSpPr>
          <p:nvPr>
            <p:ph type="subTitle" idx="2"/>
          </p:nvPr>
        </p:nvSpPr>
        <p:spPr>
          <a:xfrm>
            <a:off x="4818700" y="3840600"/>
            <a:ext cx="3277500" cy="57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Despite being red, Mars is actually a cold place full of iron oxide dust</a:t>
            </a:r>
            <a:endParaRPr/>
          </a:p>
        </p:txBody>
      </p:sp>
      <p:sp>
        <p:nvSpPr>
          <p:cNvPr id="2263" name="Google Shape;2263;p80"/>
          <p:cNvSpPr txBox="1">
            <a:spLocks noGrp="1"/>
          </p:cNvSpPr>
          <p:nvPr>
            <p:ph type="subTitle" idx="1"/>
          </p:nvPr>
        </p:nvSpPr>
        <p:spPr>
          <a:xfrm>
            <a:off x="1047800" y="3840600"/>
            <a:ext cx="3277500" cy="57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 is composed mostly of hydrogen and also helium</a:t>
            </a:r>
            <a:endParaRPr/>
          </a:p>
        </p:txBody>
      </p:sp>
      <p:sp>
        <p:nvSpPr>
          <p:cNvPr id="2264" name="Google Shape;2264;p80"/>
          <p:cNvSpPr txBox="1">
            <a:spLocks noGrp="1"/>
          </p:cNvSpPr>
          <p:nvPr>
            <p:ph type="title" idx="6"/>
          </p:nvPr>
        </p:nvSpPr>
        <p:spPr>
          <a:xfrm>
            <a:off x="4818700" y="1636050"/>
            <a:ext cx="3277500" cy="38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20,000</a:t>
            </a:r>
            <a:endParaRPr/>
          </a:p>
        </p:txBody>
      </p:sp>
      <p:sp>
        <p:nvSpPr>
          <p:cNvPr id="2265" name="Google Shape;2265;p80"/>
          <p:cNvSpPr txBox="1">
            <a:spLocks noGrp="1"/>
          </p:cNvSpPr>
          <p:nvPr>
            <p:ph type="title" idx="7"/>
          </p:nvPr>
        </p:nvSpPr>
        <p:spPr>
          <a:xfrm>
            <a:off x="1047800" y="1636050"/>
            <a:ext cx="3277500" cy="38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70,000</a:t>
            </a:r>
            <a:endParaRPr/>
          </a:p>
        </p:txBody>
      </p:sp>
      <p:sp>
        <p:nvSpPr>
          <p:cNvPr id="2266" name="Google Shape;2266;p80">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80">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2271"/>
        <p:cNvGrpSpPr/>
        <p:nvPr/>
      </p:nvGrpSpPr>
      <p:grpSpPr>
        <a:xfrm>
          <a:off x="0" y="0"/>
          <a:ext cx="0" cy="0"/>
          <a:chOff x="0" y="0"/>
          <a:chExt cx="0" cy="0"/>
        </a:xfrm>
      </p:grpSpPr>
      <p:sp>
        <p:nvSpPr>
          <p:cNvPr id="2272" name="Google Shape;2272;p81"/>
          <p:cNvSpPr txBox="1">
            <a:spLocks noGrp="1"/>
          </p:cNvSpPr>
          <p:nvPr>
            <p:ph type="subTitle" idx="3"/>
          </p:nvPr>
        </p:nvSpPr>
        <p:spPr>
          <a:xfrm>
            <a:off x="1297865" y="3645247"/>
            <a:ext cx="2218500" cy="4596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Despite being red, Mars is a cold place</a:t>
            </a:r>
            <a:endParaRPr/>
          </a:p>
        </p:txBody>
      </p:sp>
      <p:sp>
        <p:nvSpPr>
          <p:cNvPr id="2273" name="Google Shape;2273;p81"/>
          <p:cNvSpPr txBox="1">
            <a:spLocks noGrp="1"/>
          </p:cNvSpPr>
          <p:nvPr>
            <p:ph type="subTitle" idx="1"/>
          </p:nvPr>
        </p:nvSpPr>
        <p:spPr>
          <a:xfrm>
            <a:off x="2117765" y="3228984"/>
            <a:ext cx="1398600" cy="4056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MARS</a:t>
            </a:r>
            <a:endParaRPr/>
          </a:p>
        </p:txBody>
      </p:sp>
      <p:sp>
        <p:nvSpPr>
          <p:cNvPr id="2274" name="Google Shape;2274;p81"/>
          <p:cNvSpPr txBox="1">
            <a:spLocks noGrp="1"/>
          </p:cNvSpPr>
          <p:nvPr>
            <p:ph type="subTitle" idx="2"/>
          </p:nvPr>
        </p:nvSpPr>
        <p:spPr>
          <a:xfrm>
            <a:off x="5627635" y="3228984"/>
            <a:ext cx="1398600" cy="405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2275" name="Google Shape;2275;p81"/>
          <p:cNvSpPr txBox="1">
            <a:spLocks noGrp="1"/>
          </p:cNvSpPr>
          <p:nvPr>
            <p:ph type="subTitle" idx="4"/>
          </p:nvPr>
        </p:nvSpPr>
        <p:spPr>
          <a:xfrm>
            <a:off x="5627635" y="3645247"/>
            <a:ext cx="2218500" cy="459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It’s a giant and the biggest planet</a:t>
            </a:r>
            <a:endParaRPr/>
          </a:p>
        </p:txBody>
      </p:sp>
      <p:sp>
        <p:nvSpPr>
          <p:cNvPr id="2276" name="Google Shape;2276;p81"/>
          <p:cNvSpPr txBox="1">
            <a:spLocks noGrp="1"/>
          </p:cNvSpPr>
          <p:nvPr>
            <p:ph type="subTitle" idx="5"/>
          </p:nvPr>
        </p:nvSpPr>
        <p:spPr>
          <a:xfrm>
            <a:off x="2117765" y="1709641"/>
            <a:ext cx="1398600" cy="4056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VENUS</a:t>
            </a:r>
            <a:endParaRPr/>
          </a:p>
        </p:txBody>
      </p:sp>
      <p:sp>
        <p:nvSpPr>
          <p:cNvPr id="2277" name="Google Shape;2277;p81"/>
          <p:cNvSpPr txBox="1">
            <a:spLocks noGrp="1"/>
          </p:cNvSpPr>
          <p:nvPr>
            <p:ph type="subTitle" idx="6"/>
          </p:nvPr>
        </p:nvSpPr>
        <p:spPr>
          <a:xfrm>
            <a:off x="5627635" y="1709641"/>
            <a:ext cx="1398600" cy="405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2278" name="Google Shape;2278;p81"/>
          <p:cNvSpPr txBox="1">
            <a:spLocks noGrp="1"/>
          </p:cNvSpPr>
          <p:nvPr>
            <p:ph type="subTitle" idx="7"/>
          </p:nvPr>
        </p:nvSpPr>
        <p:spPr>
          <a:xfrm>
            <a:off x="1297865" y="2125989"/>
            <a:ext cx="2218500" cy="4596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Venus has a very beautiful name</a:t>
            </a:r>
            <a:endParaRPr/>
          </a:p>
        </p:txBody>
      </p:sp>
      <p:sp>
        <p:nvSpPr>
          <p:cNvPr id="2279" name="Google Shape;2279;p81"/>
          <p:cNvSpPr txBox="1">
            <a:spLocks noGrp="1"/>
          </p:cNvSpPr>
          <p:nvPr>
            <p:ph type="subTitle" idx="8"/>
          </p:nvPr>
        </p:nvSpPr>
        <p:spPr>
          <a:xfrm>
            <a:off x="5627635" y="2125989"/>
            <a:ext cx="2218500" cy="459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 is a gas giant with several rings</a:t>
            </a:r>
            <a:endParaRPr/>
          </a:p>
        </p:txBody>
      </p:sp>
      <p:sp>
        <p:nvSpPr>
          <p:cNvPr id="2280" name="Google Shape;2280;p81"/>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PRACTICAL USES OF THIS SUBJECT</a:t>
            </a:r>
            <a:endParaRPr/>
          </a:p>
        </p:txBody>
      </p:sp>
      <p:grpSp>
        <p:nvGrpSpPr>
          <p:cNvPr id="2281" name="Google Shape;2281;p81"/>
          <p:cNvGrpSpPr/>
          <p:nvPr/>
        </p:nvGrpSpPr>
        <p:grpSpPr>
          <a:xfrm>
            <a:off x="3669181" y="1828947"/>
            <a:ext cx="579262" cy="688357"/>
            <a:chOff x="1782113" y="1157525"/>
            <a:chExt cx="414025" cy="492000"/>
          </a:xfrm>
        </p:grpSpPr>
        <p:sp>
          <p:nvSpPr>
            <p:cNvPr id="2282" name="Google Shape;2282;p81"/>
            <p:cNvSpPr/>
            <p:nvPr/>
          </p:nvSpPr>
          <p:spPr>
            <a:xfrm>
              <a:off x="1789538" y="1180275"/>
              <a:ext cx="143375" cy="97100"/>
            </a:xfrm>
            <a:custGeom>
              <a:avLst/>
              <a:gdLst/>
              <a:ahLst/>
              <a:cxnLst/>
              <a:rect l="l" t="t" r="r" b="b"/>
              <a:pathLst>
                <a:path w="5735" h="3884" extrusionOk="0">
                  <a:moveTo>
                    <a:pt x="3189" y="1"/>
                  </a:moveTo>
                  <a:cubicBezTo>
                    <a:pt x="2804" y="1"/>
                    <a:pt x="2409" y="83"/>
                    <a:pt x="2022" y="258"/>
                  </a:cubicBezTo>
                  <a:cubicBezTo>
                    <a:pt x="645" y="833"/>
                    <a:pt x="0" y="2507"/>
                    <a:pt x="575" y="3884"/>
                  </a:cubicBezTo>
                  <a:lnTo>
                    <a:pt x="5735" y="1705"/>
                  </a:lnTo>
                  <a:cubicBezTo>
                    <a:pt x="5248" y="640"/>
                    <a:pt x="4260" y="1"/>
                    <a:pt x="3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81"/>
            <p:cNvSpPr/>
            <p:nvPr/>
          </p:nvSpPr>
          <p:spPr>
            <a:xfrm>
              <a:off x="2052738" y="1180275"/>
              <a:ext cx="143400" cy="97100"/>
            </a:xfrm>
            <a:custGeom>
              <a:avLst/>
              <a:gdLst/>
              <a:ahLst/>
              <a:cxnLst/>
              <a:rect l="l" t="t" r="r" b="b"/>
              <a:pathLst>
                <a:path w="5736" h="3884" extrusionOk="0">
                  <a:moveTo>
                    <a:pt x="2537" y="1"/>
                  </a:moveTo>
                  <a:cubicBezTo>
                    <a:pt x="1469" y="1"/>
                    <a:pt x="475" y="640"/>
                    <a:pt x="0" y="1705"/>
                  </a:cubicBezTo>
                  <a:lnTo>
                    <a:pt x="5160" y="3884"/>
                  </a:lnTo>
                  <a:cubicBezTo>
                    <a:pt x="5735" y="2507"/>
                    <a:pt x="5073" y="833"/>
                    <a:pt x="3696" y="258"/>
                  </a:cubicBezTo>
                  <a:cubicBezTo>
                    <a:pt x="3314" y="83"/>
                    <a:pt x="2920" y="1"/>
                    <a:pt x="25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81"/>
            <p:cNvSpPr/>
            <p:nvPr/>
          </p:nvSpPr>
          <p:spPr>
            <a:xfrm>
              <a:off x="1814813" y="1257300"/>
              <a:ext cx="357800" cy="357800"/>
            </a:xfrm>
            <a:custGeom>
              <a:avLst/>
              <a:gdLst/>
              <a:ahLst/>
              <a:cxnLst/>
              <a:rect l="l" t="t" r="r" b="b"/>
              <a:pathLst>
                <a:path w="14312" h="14312" extrusionOk="0">
                  <a:moveTo>
                    <a:pt x="7112" y="1"/>
                  </a:moveTo>
                  <a:cubicBezTo>
                    <a:pt x="3190" y="1"/>
                    <a:pt x="0" y="3191"/>
                    <a:pt x="0" y="7200"/>
                  </a:cubicBezTo>
                  <a:cubicBezTo>
                    <a:pt x="0" y="11122"/>
                    <a:pt x="3190" y="14312"/>
                    <a:pt x="7112" y="14312"/>
                  </a:cubicBezTo>
                  <a:cubicBezTo>
                    <a:pt x="11034" y="14312"/>
                    <a:pt x="14311" y="11122"/>
                    <a:pt x="14311" y="7200"/>
                  </a:cubicBezTo>
                  <a:cubicBezTo>
                    <a:pt x="14311" y="3191"/>
                    <a:pt x="11034" y="1"/>
                    <a:pt x="71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81"/>
            <p:cNvSpPr/>
            <p:nvPr/>
          </p:nvSpPr>
          <p:spPr>
            <a:xfrm>
              <a:off x="1814813" y="1257300"/>
              <a:ext cx="177800" cy="357800"/>
            </a:xfrm>
            <a:custGeom>
              <a:avLst/>
              <a:gdLst/>
              <a:ahLst/>
              <a:cxnLst/>
              <a:rect l="l" t="t" r="r" b="b"/>
              <a:pathLst>
                <a:path w="7112" h="14312" extrusionOk="0">
                  <a:moveTo>
                    <a:pt x="7112" y="1"/>
                  </a:moveTo>
                  <a:cubicBezTo>
                    <a:pt x="3190" y="1"/>
                    <a:pt x="0" y="3191"/>
                    <a:pt x="0" y="7200"/>
                  </a:cubicBezTo>
                  <a:cubicBezTo>
                    <a:pt x="0" y="11122"/>
                    <a:pt x="3190" y="14312"/>
                    <a:pt x="7112" y="14312"/>
                  </a:cubicBezTo>
                  <a:lnTo>
                    <a:pt x="711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81"/>
            <p:cNvSpPr/>
            <p:nvPr/>
          </p:nvSpPr>
          <p:spPr>
            <a:xfrm>
              <a:off x="1845738" y="1288250"/>
              <a:ext cx="294175" cy="295925"/>
            </a:xfrm>
            <a:custGeom>
              <a:avLst/>
              <a:gdLst/>
              <a:ahLst/>
              <a:cxnLst/>
              <a:rect l="l" t="t" r="r" b="b"/>
              <a:pathLst>
                <a:path w="11767" h="11837" extrusionOk="0">
                  <a:moveTo>
                    <a:pt x="5875" y="1"/>
                  </a:moveTo>
                  <a:cubicBezTo>
                    <a:pt x="2615" y="1"/>
                    <a:pt x="1" y="2685"/>
                    <a:pt x="1" y="5962"/>
                  </a:cubicBezTo>
                  <a:cubicBezTo>
                    <a:pt x="1" y="9152"/>
                    <a:pt x="2615" y="11836"/>
                    <a:pt x="5875" y="11836"/>
                  </a:cubicBezTo>
                  <a:cubicBezTo>
                    <a:pt x="9152" y="11836"/>
                    <a:pt x="11767" y="9152"/>
                    <a:pt x="11767" y="5962"/>
                  </a:cubicBezTo>
                  <a:cubicBezTo>
                    <a:pt x="11767" y="2685"/>
                    <a:pt x="9152" y="1"/>
                    <a:pt x="58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81"/>
            <p:cNvSpPr/>
            <p:nvPr/>
          </p:nvSpPr>
          <p:spPr>
            <a:xfrm>
              <a:off x="1836588" y="1279100"/>
              <a:ext cx="312475" cy="312475"/>
            </a:xfrm>
            <a:custGeom>
              <a:avLst/>
              <a:gdLst/>
              <a:ahLst/>
              <a:cxnLst/>
              <a:rect l="l" t="t" r="r" b="b"/>
              <a:pathLst>
                <a:path w="12499" h="12499" extrusionOk="0">
                  <a:moveTo>
                    <a:pt x="6241" y="663"/>
                  </a:moveTo>
                  <a:cubicBezTo>
                    <a:pt x="9361" y="663"/>
                    <a:pt x="11906" y="3121"/>
                    <a:pt x="11906" y="6241"/>
                  </a:cubicBezTo>
                  <a:cubicBezTo>
                    <a:pt x="11906" y="9378"/>
                    <a:pt x="9361" y="11906"/>
                    <a:pt x="6241" y="11906"/>
                  </a:cubicBezTo>
                  <a:cubicBezTo>
                    <a:pt x="3121" y="11906"/>
                    <a:pt x="646" y="9378"/>
                    <a:pt x="646" y="6241"/>
                  </a:cubicBezTo>
                  <a:cubicBezTo>
                    <a:pt x="646" y="3121"/>
                    <a:pt x="3121" y="663"/>
                    <a:pt x="6241" y="663"/>
                  </a:cubicBezTo>
                  <a:close/>
                  <a:moveTo>
                    <a:pt x="6241" y="1"/>
                  </a:moveTo>
                  <a:cubicBezTo>
                    <a:pt x="2824" y="1"/>
                    <a:pt x="1" y="2842"/>
                    <a:pt x="1" y="6241"/>
                  </a:cubicBezTo>
                  <a:cubicBezTo>
                    <a:pt x="1" y="9727"/>
                    <a:pt x="2824" y="12499"/>
                    <a:pt x="6241" y="12499"/>
                  </a:cubicBezTo>
                  <a:cubicBezTo>
                    <a:pt x="9727" y="12499"/>
                    <a:pt x="12499" y="9727"/>
                    <a:pt x="12499" y="6241"/>
                  </a:cubicBezTo>
                  <a:cubicBezTo>
                    <a:pt x="12499" y="2842"/>
                    <a:pt x="9727" y="1"/>
                    <a:pt x="624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81"/>
            <p:cNvSpPr/>
            <p:nvPr/>
          </p:nvSpPr>
          <p:spPr>
            <a:xfrm>
              <a:off x="1985638" y="1311775"/>
              <a:ext cx="14400" cy="16600"/>
            </a:xfrm>
            <a:custGeom>
              <a:avLst/>
              <a:gdLst/>
              <a:ahLst/>
              <a:cxnLst/>
              <a:rect l="l" t="t" r="r" b="b"/>
              <a:pathLst>
                <a:path w="576" h="664" extrusionOk="0">
                  <a:moveTo>
                    <a:pt x="0" y="1"/>
                  </a:moveTo>
                  <a:lnTo>
                    <a:pt x="0" y="663"/>
                  </a:lnTo>
                  <a:lnTo>
                    <a:pt x="575" y="663"/>
                  </a:lnTo>
                  <a:lnTo>
                    <a:pt x="57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81"/>
            <p:cNvSpPr/>
            <p:nvPr/>
          </p:nvSpPr>
          <p:spPr>
            <a:xfrm>
              <a:off x="1869263" y="1428125"/>
              <a:ext cx="16150" cy="14425"/>
            </a:xfrm>
            <a:custGeom>
              <a:avLst/>
              <a:gdLst/>
              <a:ahLst/>
              <a:cxnLst/>
              <a:rect l="l" t="t" r="r" b="b"/>
              <a:pathLst>
                <a:path w="646" h="577" extrusionOk="0">
                  <a:moveTo>
                    <a:pt x="1" y="1"/>
                  </a:moveTo>
                  <a:lnTo>
                    <a:pt x="1" y="576"/>
                  </a:lnTo>
                  <a:lnTo>
                    <a:pt x="646" y="576"/>
                  </a:lnTo>
                  <a:lnTo>
                    <a:pt x="64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81"/>
            <p:cNvSpPr/>
            <p:nvPr/>
          </p:nvSpPr>
          <p:spPr>
            <a:xfrm>
              <a:off x="1985638" y="1542300"/>
              <a:ext cx="14400" cy="16600"/>
            </a:xfrm>
            <a:custGeom>
              <a:avLst/>
              <a:gdLst/>
              <a:ahLst/>
              <a:cxnLst/>
              <a:rect l="l" t="t" r="r" b="b"/>
              <a:pathLst>
                <a:path w="576" h="664" extrusionOk="0">
                  <a:moveTo>
                    <a:pt x="0" y="1"/>
                  </a:moveTo>
                  <a:lnTo>
                    <a:pt x="0" y="663"/>
                  </a:lnTo>
                  <a:lnTo>
                    <a:pt x="575" y="663"/>
                  </a:lnTo>
                  <a:lnTo>
                    <a:pt x="57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81"/>
            <p:cNvSpPr/>
            <p:nvPr/>
          </p:nvSpPr>
          <p:spPr>
            <a:xfrm>
              <a:off x="2099813" y="1428125"/>
              <a:ext cx="16575" cy="14425"/>
            </a:xfrm>
            <a:custGeom>
              <a:avLst/>
              <a:gdLst/>
              <a:ahLst/>
              <a:cxnLst/>
              <a:rect l="l" t="t" r="r" b="b"/>
              <a:pathLst>
                <a:path w="663" h="577" extrusionOk="0">
                  <a:moveTo>
                    <a:pt x="0" y="1"/>
                  </a:moveTo>
                  <a:lnTo>
                    <a:pt x="0" y="576"/>
                  </a:lnTo>
                  <a:lnTo>
                    <a:pt x="662" y="576"/>
                  </a:lnTo>
                  <a:lnTo>
                    <a:pt x="66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81"/>
            <p:cNvSpPr/>
            <p:nvPr/>
          </p:nvSpPr>
          <p:spPr>
            <a:xfrm>
              <a:off x="1925488" y="1368000"/>
              <a:ext cx="125525" cy="158200"/>
            </a:xfrm>
            <a:custGeom>
              <a:avLst/>
              <a:gdLst/>
              <a:ahLst/>
              <a:cxnLst/>
              <a:rect l="l" t="t" r="r" b="b"/>
              <a:pathLst>
                <a:path w="5021" h="6328" extrusionOk="0">
                  <a:moveTo>
                    <a:pt x="436" y="0"/>
                  </a:moveTo>
                  <a:lnTo>
                    <a:pt x="1" y="436"/>
                  </a:lnTo>
                  <a:lnTo>
                    <a:pt x="2406" y="2842"/>
                  </a:lnTo>
                  <a:lnTo>
                    <a:pt x="2406" y="6328"/>
                  </a:lnTo>
                  <a:lnTo>
                    <a:pt x="2981" y="6328"/>
                  </a:lnTo>
                  <a:lnTo>
                    <a:pt x="2981" y="2981"/>
                  </a:lnTo>
                  <a:lnTo>
                    <a:pt x="5021" y="2981"/>
                  </a:lnTo>
                  <a:lnTo>
                    <a:pt x="5021" y="2406"/>
                  </a:lnTo>
                  <a:lnTo>
                    <a:pt x="2842" y="2406"/>
                  </a:lnTo>
                  <a:lnTo>
                    <a:pt x="43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81"/>
            <p:cNvSpPr/>
            <p:nvPr/>
          </p:nvSpPr>
          <p:spPr>
            <a:xfrm>
              <a:off x="1782113" y="1176425"/>
              <a:ext cx="154300" cy="111850"/>
            </a:xfrm>
            <a:custGeom>
              <a:avLst/>
              <a:gdLst/>
              <a:ahLst/>
              <a:cxnLst/>
              <a:rect l="l" t="t" r="r" b="b"/>
              <a:pathLst>
                <a:path w="6172" h="4474" extrusionOk="0">
                  <a:moveTo>
                    <a:pt x="3417" y="621"/>
                  </a:moveTo>
                  <a:cubicBezTo>
                    <a:pt x="3626" y="621"/>
                    <a:pt x="3923" y="691"/>
                    <a:pt x="4219" y="761"/>
                  </a:cubicBezTo>
                  <a:cubicBezTo>
                    <a:pt x="4655" y="918"/>
                    <a:pt x="5091" y="1284"/>
                    <a:pt x="5370" y="1719"/>
                  </a:cubicBezTo>
                  <a:lnTo>
                    <a:pt x="1169" y="3672"/>
                  </a:lnTo>
                  <a:cubicBezTo>
                    <a:pt x="803" y="2504"/>
                    <a:pt x="1308" y="1353"/>
                    <a:pt x="2389" y="848"/>
                  </a:cubicBezTo>
                  <a:cubicBezTo>
                    <a:pt x="2755" y="691"/>
                    <a:pt x="3051" y="621"/>
                    <a:pt x="3417" y="621"/>
                  </a:cubicBezTo>
                  <a:close/>
                  <a:moveTo>
                    <a:pt x="3428" y="1"/>
                  </a:moveTo>
                  <a:cubicBezTo>
                    <a:pt x="2983" y="1"/>
                    <a:pt x="2545" y="97"/>
                    <a:pt x="2180" y="255"/>
                  </a:cubicBezTo>
                  <a:cubicBezTo>
                    <a:pt x="646" y="987"/>
                    <a:pt x="1" y="2730"/>
                    <a:pt x="733" y="4177"/>
                  </a:cubicBezTo>
                  <a:lnTo>
                    <a:pt x="872" y="4474"/>
                  </a:lnTo>
                  <a:lnTo>
                    <a:pt x="6171" y="1998"/>
                  </a:lnTo>
                  <a:lnTo>
                    <a:pt x="6102" y="1719"/>
                  </a:lnTo>
                  <a:cubicBezTo>
                    <a:pt x="5736" y="987"/>
                    <a:pt x="5160" y="482"/>
                    <a:pt x="4428" y="186"/>
                  </a:cubicBezTo>
                  <a:cubicBezTo>
                    <a:pt x="4111" y="57"/>
                    <a:pt x="3768" y="1"/>
                    <a:pt x="34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81"/>
            <p:cNvSpPr/>
            <p:nvPr/>
          </p:nvSpPr>
          <p:spPr>
            <a:xfrm>
              <a:off x="1818288" y="1157525"/>
              <a:ext cx="20075" cy="21800"/>
            </a:xfrm>
            <a:custGeom>
              <a:avLst/>
              <a:gdLst/>
              <a:ahLst/>
              <a:cxnLst/>
              <a:rect l="l" t="t" r="r" b="b"/>
              <a:pathLst>
                <a:path w="803" h="872" extrusionOk="0">
                  <a:moveTo>
                    <a:pt x="593" y="0"/>
                  </a:moveTo>
                  <a:lnTo>
                    <a:pt x="0" y="209"/>
                  </a:lnTo>
                  <a:lnTo>
                    <a:pt x="297" y="872"/>
                  </a:lnTo>
                  <a:lnTo>
                    <a:pt x="802" y="576"/>
                  </a:lnTo>
                  <a:lnTo>
                    <a:pt x="59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81"/>
            <p:cNvSpPr/>
            <p:nvPr/>
          </p:nvSpPr>
          <p:spPr>
            <a:xfrm>
              <a:off x="2048813" y="1176425"/>
              <a:ext cx="145575" cy="111850"/>
            </a:xfrm>
            <a:custGeom>
              <a:avLst/>
              <a:gdLst/>
              <a:ahLst/>
              <a:cxnLst/>
              <a:rect l="l" t="t" r="r" b="b"/>
              <a:pathLst>
                <a:path w="5823" h="4474" extrusionOk="0">
                  <a:moveTo>
                    <a:pt x="2824" y="613"/>
                  </a:moveTo>
                  <a:cubicBezTo>
                    <a:pt x="3153" y="613"/>
                    <a:pt x="3471" y="687"/>
                    <a:pt x="3783" y="848"/>
                  </a:cubicBezTo>
                  <a:cubicBezTo>
                    <a:pt x="4358" y="1127"/>
                    <a:pt x="4794" y="1563"/>
                    <a:pt x="5021" y="2155"/>
                  </a:cubicBezTo>
                  <a:cubicBezTo>
                    <a:pt x="5160" y="2661"/>
                    <a:pt x="5160" y="3166"/>
                    <a:pt x="5021" y="3672"/>
                  </a:cubicBezTo>
                  <a:lnTo>
                    <a:pt x="802" y="1719"/>
                  </a:lnTo>
                  <a:cubicBezTo>
                    <a:pt x="1099" y="1284"/>
                    <a:pt x="1535" y="918"/>
                    <a:pt x="1970" y="761"/>
                  </a:cubicBezTo>
                  <a:cubicBezTo>
                    <a:pt x="2265" y="665"/>
                    <a:pt x="2548" y="613"/>
                    <a:pt x="2824" y="613"/>
                  </a:cubicBezTo>
                  <a:close/>
                  <a:moveTo>
                    <a:pt x="2796" y="1"/>
                  </a:moveTo>
                  <a:cubicBezTo>
                    <a:pt x="2467" y="1"/>
                    <a:pt x="2141" y="57"/>
                    <a:pt x="1831" y="186"/>
                  </a:cubicBezTo>
                  <a:cubicBezTo>
                    <a:pt x="1029" y="482"/>
                    <a:pt x="436" y="987"/>
                    <a:pt x="157" y="1719"/>
                  </a:cubicBezTo>
                  <a:lnTo>
                    <a:pt x="1" y="1998"/>
                  </a:lnTo>
                  <a:lnTo>
                    <a:pt x="5387" y="4474"/>
                  </a:lnTo>
                  <a:lnTo>
                    <a:pt x="5457" y="4177"/>
                  </a:lnTo>
                  <a:cubicBezTo>
                    <a:pt x="5823" y="3463"/>
                    <a:pt x="5823" y="2661"/>
                    <a:pt x="5596" y="1929"/>
                  </a:cubicBezTo>
                  <a:cubicBezTo>
                    <a:pt x="5317" y="1197"/>
                    <a:pt x="4724" y="621"/>
                    <a:pt x="4080" y="255"/>
                  </a:cubicBezTo>
                  <a:cubicBezTo>
                    <a:pt x="3665" y="97"/>
                    <a:pt x="3227" y="1"/>
                    <a:pt x="27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81"/>
            <p:cNvSpPr/>
            <p:nvPr/>
          </p:nvSpPr>
          <p:spPr>
            <a:xfrm>
              <a:off x="2146863" y="1157525"/>
              <a:ext cx="20075" cy="21800"/>
            </a:xfrm>
            <a:custGeom>
              <a:avLst/>
              <a:gdLst/>
              <a:ahLst/>
              <a:cxnLst/>
              <a:rect l="l" t="t" r="r" b="b"/>
              <a:pathLst>
                <a:path w="803" h="872" extrusionOk="0">
                  <a:moveTo>
                    <a:pt x="297" y="0"/>
                  </a:moveTo>
                  <a:lnTo>
                    <a:pt x="1" y="576"/>
                  </a:lnTo>
                  <a:lnTo>
                    <a:pt x="593" y="872"/>
                  </a:lnTo>
                  <a:lnTo>
                    <a:pt x="802" y="209"/>
                  </a:lnTo>
                  <a:lnTo>
                    <a:pt x="29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81"/>
            <p:cNvSpPr/>
            <p:nvPr/>
          </p:nvSpPr>
          <p:spPr>
            <a:xfrm>
              <a:off x="1803913" y="1246425"/>
              <a:ext cx="377850" cy="403100"/>
            </a:xfrm>
            <a:custGeom>
              <a:avLst/>
              <a:gdLst/>
              <a:ahLst/>
              <a:cxnLst/>
              <a:rect l="l" t="t" r="r" b="b"/>
              <a:pathLst>
                <a:path w="15114" h="16124" extrusionOk="0">
                  <a:moveTo>
                    <a:pt x="7548" y="575"/>
                  </a:moveTo>
                  <a:cubicBezTo>
                    <a:pt x="11400" y="575"/>
                    <a:pt x="14520" y="3713"/>
                    <a:pt x="14520" y="7548"/>
                  </a:cubicBezTo>
                  <a:cubicBezTo>
                    <a:pt x="14520" y="11400"/>
                    <a:pt x="11400" y="14520"/>
                    <a:pt x="7548" y="14520"/>
                  </a:cubicBezTo>
                  <a:cubicBezTo>
                    <a:pt x="3696" y="14520"/>
                    <a:pt x="575" y="11400"/>
                    <a:pt x="575" y="7548"/>
                  </a:cubicBezTo>
                  <a:cubicBezTo>
                    <a:pt x="575" y="3713"/>
                    <a:pt x="3696" y="575"/>
                    <a:pt x="7548" y="575"/>
                  </a:cubicBezTo>
                  <a:close/>
                  <a:moveTo>
                    <a:pt x="7548" y="0"/>
                  </a:moveTo>
                  <a:cubicBezTo>
                    <a:pt x="6031" y="0"/>
                    <a:pt x="4567" y="436"/>
                    <a:pt x="3347" y="1238"/>
                  </a:cubicBezTo>
                  <a:lnTo>
                    <a:pt x="3051" y="663"/>
                  </a:lnTo>
                  <a:lnTo>
                    <a:pt x="2545" y="872"/>
                  </a:lnTo>
                  <a:lnTo>
                    <a:pt x="2824" y="1604"/>
                  </a:lnTo>
                  <a:cubicBezTo>
                    <a:pt x="1081" y="2981"/>
                    <a:pt x="0" y="5160"/>
                    <a:pt x="0" y="7548"/>
                  </a:cubicBezTo>
                  <a:cubicBezTo>
                    <a:pt x="0" y="10685"/>
                    <a:pt x="1883" y="13370"/>
                    <a:pt x="4567" y="14520"/>
                  </a:cubicBezTo>
                  <a:lnTo>
                    <a:pt x="4567" y="16124"/>
                  </a:lnTo>
                  <a:lnTo>
                    <a:pt x="5230" y="16124"/>
                  </a:lnTo>
                  <a:lnTo>
                    <a:pt x="5230" y="14747"/>
                  </a:lnTo>
                  <a:cubicBezTo>
                    <a:pt x="5962" y="15043"/>
                    <a:pt x="6746" y="15113"/>
                    <a:pt x="7548" y="15113"/>
                  </a:cubicBezTo>
                  <a:cubicBezTo>
                    <a:pt x="8350" y="15113"/>
                    <a:pt x="9152" y="15043"/>
                    <a:pt x="9884" y="14747"/>
                  </a:cubicBezTo>
                  <a:lnTo>
                    <a:pt x="9884" y="16124"/>
                  </a:lnTo>
                  <a:lnTo>
                    <a:pt x="10529" y="16124"/>
                  </a:lnTo>
                  <a:lnTo>
                    <a:pt x="10529" y="14520"/>
                  </a:lnTo>
                  <a:cubicBezTo>
                    <a:pt x="13213" y="13370"/>
                    <a:pt x="15113" y="10685"/>
                    <a:pt x="15113" y="7548"/>
                  </a:cubicBezTo>
                  <a:cubicBezTo>
                    <a:pt x="15113" y="5160"/>
                    <a:pt x="14015" y="2981"/>
                    <a:pt x="12272" y="1604"/>
                  </a:cubicBezTo>
                  <a:lnTo>
                    <a:pt x="12638" y="872"/>
                  </a:lnTo>
                  <a:lnTo>
                    <a:pt x="12063" y="663"/>
                  </a:lnTo>
                  <a:lnTo>
                    <a:pt x="11766" y="1238"/>
                  </a:lnTo>
                  <a:cubicBezTo>
                    <a:pt x="10529" y="436"/>
                    <a:pt x="9082" y="0"/>
                    <a:pt x="75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81"/>
            <p:cNvSpPr/>
            <p:nvPr/>
          </p:nvSpPr>
          <p:spPr>
            <a:xfrm>
              <a:off x="1967313" y="1204575"/>
              <a:ext cx="51025" cy="32725"/>
            </a:xfrm>
            <a:custGeom>
              <a:avLst/>
              <a:gdLst/>
              <a:ahLst/>
              <a:cxnLst/>
              <a:rect l="l" t="t" r="r" b="b"/>
              <a:pathLst>
                <a:path w="2041" h="1309" extrusionOk="0">
                  <a:moveTo>
                    <a:pt x="1" y="1"/>
                  </a:moveTo>
                  <a:lnTo>
                    <a:pt x="1" y="663"/>
                  </a:lnTo>
                  <a:lnTo>
                    <a:pt x="733" y="663"/>
                  </a:lnTo>
                  <a:lnTo>
                    <a:pt x="733" y="1308"/>
                  </a:lnTo>
                  <a:lnTo>
                    <a:pt x="1308" y="1308"/>
                  </a:lnTo>
                  <a:lnTo>
                    <a:pt x="1308" y="663"/>
                  </a:lnTo>
                  <a:lnTo>
                    <a:pt x="2040" y="663"/>
                  </a:lnTo>
                  <a:lnTo>
                    <a:pt x="204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9" name="Google Shape;2299;p81"/>
          <p:cNvGrpSpPr/>
          <p:nvPr/>
        </p:nvGrpSpPr>
        <p:grpSpPr>
          <a:xfrm>
            <a:off x="3679255" y="3348867"/>
            <a:ext cx="559115" cy="688357"/>
            <a:chOff x="4739763" y="1157525"/>
            <a:chExt cx="399625" cy="492000"/>
          </a:xfrm>
        </p:grpSpPr>
        <p:sp>
          <p:nvSpPr>
            <p:cNvPr id="2300" name="Google Shape;2300;p81"/>
            <p:cNvSpPr/>
            <p:nvPr/>
          </p:nvSpPr>
          <p:spPr>
            <a:xfrm>
              <a:off x="4957663" y="1164925"/>
              <a:ext cx="85425" cy="85000"/>
            </a:xfrm>
            <a:custGeom>
              <a:avLst/>
              <a:gdLst/>
              <a:ahLst/>
              <a:cxnLst/>
              <a:rect l="l" t="t" r="r" b="b"/>
              <a:pathLst>
                <a:path w="3417" h="3400" extrusionOk="0">
                  <a:moveTo>
                    <a:pt x="1673" y="1"/>
                  </a:moveTo>
                  <a:cubicBezTo>
                    <a:pt x="732" y="1"/>
                    <a:pt x="0" y="785"/>
                    <a:pt x="0" y="1744"/>
                  </a:cubicBezTo>
                  <a:lnTo>
                    <a:pt x="0" y="3330"/>
                  </a:lnTo>
                  <a:cubicBezTo>
                    <a:pt x="0" y="3400"/>
                    <a:pt x="0" y="3400"/>
                    <a:pt x="87" y="3400"/>
                  </a:cubicBezTo>
                  <a:lnTo>
                    <a:pt x="1673" y="3400"/>
                  </a:lnTo>
                  <a:cubicBezTo>
                    <a:pt x="2615" y="3400"/>
                    <a:pt x="3417" y="2615"/>
                    <a:pt x="3417" y="1657"/>
                  </a:cubicBezTo>
                  <a:lnTo>
                    <a:pt x="3417" y="70"/>
                  </a:lnTo>
                  <a:lnTo>
                    <a:pt x="334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81"/>
            <p:cNvSpPr/>
            <p:nvPr/>
          </p:nvSpPr>
          <p:spPr>
            <a:xfrm>
              <a:off x="4832588" y="1171900"/>
              <a:ext cx="85425" cy="85425"/>
            </a:xfrm>
            <a:custGeom>
              <a:avLst/>
              <a:gdLst/>
              <a:ahLst/>
              <a:cxnLst/>
              <a:rect l="l" t="t" r="r" b="b"/>
              <a:pathLst>
                <a:path w="3417" h="3417" extrusionOk="0">
                  <a:moveTo>
                    <a:pt x="140" y="1"/>
                  </a:moveTo>
                  <a:cubicBezTo>
                    <a:pt x="70" y="1"/>
                    <a:pt x="0" y="70"/>
                    <a:pt x="0" y="157"/>
                  </a:cubicBezTo>
                  <a:lnTo>
                    <a:pt x="0" y="1604"/>
                  </a:lnTo>
                  <a:cubicBezTo>
                    <a:pt x="0" y="2615"/>
                    <a:pt x="872" y="3417"/>
                    <a:pt x="1883" y="3417"/>
                  </a:cubicBezTo>
                  <a:lnTo>
                    <a:pt x="3347" y="3417"/>
                  </a:lnTo>
                  <a:cubicBezTo>
                    <a:pt x="3417" y="3417"/>
                    <a:pt x="3417" y="3417"/>
                    <a:pt x="3417" y="3347"/>
                  </a:cubicBezTo>
                  <a:lnTo>
                    <a:pt x="3417" y="1900"/>
                  </a:lnTo>
                  <a:cubicBezTo>
                    <a:pt x="3417" y="872"/>
                    <a:pt x="2615" y="1"/>
                    <a:pt x="160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81"/>
            <p:cNvSpPr/>
            <p:nvPr/>
          </p:nvSpPr>
          <p:spPr>
            <a:xfrm>
              <a:off x="4747163" y="1290000"/>
              <a:ext cx="310750" cy="356050"/>
            </a:xfrm>
            <a:custGeom>
              <a:avLst/>
              <a:gdLst/>
              <a:ahLst/>
              <a:cxnLst/>
              <a:rect l="l" t="t" r="r" b="b"/>
              <a:pathLst>
                <a:path w="12430" h="14242" extrusionOk="0">
                  <a:moveTo>
                    <a:pt x="6241" y="0"/>
                  </a:moveTo>
                  <a:cubicBezTo>
                    <a:pt x="2842" y="0"/>
                    <a:pt x="1" y="3190"/>
                    <a:pt x="1" y="7112"/>
                  </a:cubicBezTo>
                  <a:cubicBezTo>
                    <a:pt x="1" y="11034"/>
                    <a:pt x="2842" y="14242"/>
                    <a:pt x="6241" y="14242"/>
                  </a:cubicBezTo>
                  <a:cubicBezTo>
                    <a:pt x="9658" y="14242"/>
                    <a:pt x="12429" y="11034"/>
                    <a:pt x="12429" y="7112"/>
                  </a:cubicBezTo>
                  <a:cubicBezTo>
                    <a:pt x="12429" y="3190"/>
                    <a:pt x="9658" y="0"/>
                    <a:pt x="62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81"/>
            <p:cNvSpPr/>
            <p:nvPr/>
          </p:nvSpPr>
          <p:spPr>
            <a:xfrm>
              <a:off x="4801638" y="1288250"/>
              <a:ext cx="334275" cy="357800"/>
            </a:xfrm>
            <a:custGeom>
              <a:avLst/>
              <a:gdLst/>
              <a:ahLst/>
              <a:cxnLst/>
              <a:rect l="l" t="t" r="r" b="b"/>
              <a:pathLst>
                <a:path w="13371" h="14312" extrusionOk="0">
                  <a:moveTo>
                    <a:pt x="8141" y="1"/>
                  </a:moveTo>
                  <a:cubicBezTo>
                    <a:pt x="3626" y="1"/>
                    <a:pt x="1" y="3626"/>
                    <a:pt x="1" y="8141"/>
                  </a:cubicBezTo>
                  <a:cubicBezTo>
                    <a:pt x="1" y="10459"/>
                    <a:pt x="1012" y="12568"/>
                    <a:pt x="2615" y="14015"/>
                  </a:cubicBezTo>
                  <a:lnTo>
                    <a:pt x="4358" y="14015"/>
                  </a:lnTo>
                  <a:lnTo>
                    <a:pt x="5596" y="13719"/>
                  </a:lnTo>
                  <a:lnTo>
                    <a:pt x="8141" y="14312"/>
                  </a:lnTo>
                  <a:lnTo>
                    <a:pt x="10895" y="12778"/>
                  </a:lnTo>
                  <a:lnTo>
                    <a:pt x="12429" y="10599"/>
                  </a:lnTo>
                  <a:lnTo>
                    <a:pt x="13370" y="7479"/>
                  </a:lnTo>
                  <a:lnTo>
                    <a:pt x="12778" y="4358"/>
                  </a:lnTo>
                  <a:lnTo>
                    <a:pt x="10895" y="1308"/>
                  </a:lnTo>
                  <a:lnTo>
                    <a:pt x="814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81"/>
            <p:cNvSpPr/>
            <p:nvPr/>
          </p:nvSpPr>
          <p:spPr>
            <a:xfrm>
              <a:off x="4927138" y="1213725"/>
              <a:ext cx="16150" cy="65400"/>
            </a:xfrm>
            <a:custGeom>
              <a:avLst/>
              <a:gdLst/>
              <a:ahLst/>
              <a:cxnLst/>
              <a:rect l="l" t="t" r="r" b="b"/>
              <a:pathLst>
                <a:path w="646" h="2616" extrusionOk="0">
                  <a:moveTo>
                    <a:pt x="1" y="1"/>
                  </a:moveTo>
                  <a:lnTo>
                    <a:pt x="1" y="2616"/>
                  </a:lnTo>
                  <a:lnTo>
                    <a:pt x="646" y="2616"/>
                  </a:lnTo>
                  <a:lnTo>
                    <a:pt x="64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81"/>
            <p:cNvSpPr/>
            <p:nvPr/>
          </p:nvSpPr>
          <p:spPr>
            <a:xfrm>
              <a:off x="4739763" y="1279100"/>
              <a:ext cx="399625" cy="370425"/>
            </a:xfrm>
            <a:custGeom>
              <a:avLst/>
              <a:gdLst/>
              <a:ahLst/>
              <a:cxnLst/>
              <a:rect l="l" t="t" r="r" b="b"/>
              <a:pathLst>
                <a:path w="15985" h="14817" extrusionOk="0">
                  <a:moveTo>
                    <a:pt x="9884" y="663"/>
                  </a:moveTo>
                  <a:cubicBezTo>
                    <a:pt x="12934" y="663"/>
                    <a:pt x="15340" y="3713"/>
                    <a:pt x="15340" y="7409"/>
                  </a:cubicBezTo>
                  <a:cubicBezTo>
                    <a:pt x="15340" y="11191"/>
                    <a:pt x="12934" y="14242"/>
                    <a:pt x="9884" y="14242"/>
                  </a:cubicBezTo>
                  <a:cubicBezTo>
                    <a:pt x="9309" y="14242"/>
                    <a:pt x="8716" y="14085"/>
                    <a:pt x="8141" y="13876"/>
                  </a:cubicBezTo>
                  <a:lnTo>
                    <a:pt x="8001" y="13806"/>
                  </a:lnTo>
                  <a:lnTo>
                    <a:pt x="7844" y="13876"/>
                  </a:lnTo>
                  <a:cubicBezTo>
                    <a:pt x="7269" y="14085"/>
                    <a:pt x="6694" y="14242"/>
                    <a:pt x="6101" y="14242"/>
                  </a:cubicBezTo>
                  <a:cubicBezTo>
                    <a:pt x="3051" y="14242"/>
                    <a:pt x="663" y="11191"/>
                    <a:pt x="663" y="7409"/>
                  </a:cubicBezTo>
                  <a:cubicBezTo>
                    <a:pt x="663" y="3713"/>
                    <a:pt x="3051" y="663"/>
                    <a:pt x="6101" y="663"/>
                  </a:cubicBezTo>
                  <a:cubicBezTo>
                    <a:pt x="6467" y="663"/>
                    <a:pt x="6903" y="733"/>
                    <a:pt x="7269" y="802"/>
                  </a:cubicBezTo>
                  <a:lnTo>
                    <a:pt x="5753" y="1674"/>
                  </a:lnTo>
                  <a:lnTo>
                    <a:pt x="6032" y="2249"/>
                  </a:lnTo>
                  <a:lnTo>
                    <a:pt x="8141" y="1012"/>
                  </a:lnTo>
                  <a:cubicBezTo>
                    <a:pt x="8716" y="733"/>
                    <a:pt x="9309" y="663"/>
                    <a:pt x="9884" y="663"/>
                  </a:cubicBezTo>
                  <a:close/>
                  <a:moveTo>
                    <a:pt x="6101" y="1"/>
                  </a:moveTo>
                  <a:cubicBezTo>
                    <a:pt x="4445" y="1"/>
                    <a:pt x="2911" y="802"/>
                    <a:pt x="1744" y="2179"/>
                  </a:cubicBezTo>
                  <a:cubicBezTo>
                    <a:pt x="663" y="3626"/>
                    <a:pt x="0" y="5456"/>
                    <a:pt x="0" y="7409"/>
                  </a:cubicBezTo>
                  <a:cubicBezTo>
                    <a:pt x="0" y="9378"/>
                    <a:pt x="663" y="11261"/>
                    <a:pt x="1744" y="12638"/>
                  </a:cubicBezTo>
                  <a:cubicBezTo>
                    <a:pt x="2911" y="14085"/>
                    <a:pt x="4445" y="14817"/>
                    <a:pt x="6101" y="14817"/>
                  </a:cubicBezTo>
                  <a:cubicBezTo>
                    <a:pt x="6764" y="14817"/>
                    <a:pt x="7409" y="14747"/>
                    <a:pt x="8001" y="14451"/>
                  </a:cubicBezTo>
                  <a:cubicBezTo>
                    <a:pt x="8577" y="14747"/>
                    <a:pt x="9239" y="14817"/>
                    <a:pt x="9884" y="14817"/>
                  </a:cubicBezTo>
                  <a:cubicBezTo>
                    <a:pt x="11557" y="14817"/>
                    <a:pt x="13074" y="14085"/>
                    <a:pt x="14242" y="12638"/>
                  </a:cubicBezTo>
                  <a:cubicBezTo>
                    <a:pt x="15340" y="11261"/>
                    <a:pt x="15985" y="9378"/>
                    <a:pt x="15985" y="7409"/>
                  </a:cubicBezTo>
                  <a:cubicBezTo>
                    <a:pt x="15985" y="5456"/>
                    <a:pt x="15340" y="3626"/>
                    <a:pt x="14242" y="2179"/>
                  </a:cubicBezTo>
                  <a:cubicBezTo>
                    <a:pt x="13074" y="802"/>
                    <a:pt x="11557" y="1"/>
                    <a:pt x="9884" y="1"/>
                  </a:cubicBezTo>
                  <a:cubicBezTo>
                    <a:pt x="9239" y="1"/>
                    <a:pt x="8577" y="140"/>
                    <a:pt x="8001" y="367"/>
                  </a:cubicBezTo>
                  <a:cubicBezTo>
                    <a:pt x="7409" y="140"/>
                    <a:pt x="6764" y="1"/>
                    <a:pt x="6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81"/>
            <p:cNvSpPr/>
            <p:nvPr/>
          </p:nvSpPr>
          <p:spPr>
            <a:xfrm>
              <a:off x="4952413" y="1157525"/>
              <a:ext cx="98075" cy="96325"/>
            </a:xfrm>
            <a:custGeom>
              <a:avLst/>
              <a:gdLst/>
              <a:ahLst/>
              <a:cxnLst/>
              <a:rect l="l" t="t" r="r" b="b"/>
              <a:pathLst>
                <a:path w="3923" h="3853" extrusionOk="0">
                  <a:moveTo>
                    <a:pt x="3260" y="576"/>
                  </a:moveTo>
                  <a:lnTo>
                    <a:pt x="3260" y="1883"/>
                  </a:lnTo>
                  <a:cubicBezTo>
                    <a:pt x="3260" y="2615"/>
                    <a:pt x="2616" y="3260"/>
                    <a:pt x="1883" y="3260"/>
                  </a:cubicBezTo>
                  <a:lnTo>
                    <a:pt x="1082" y="3260"/>
                  </a:lnTo>
                  <a:lnTo>
                    <a:pt x="2546" y="1743"/>
                  </a:lnTo>
                  <a:lnTo>
                    <a:pt x="2110" y="1308"/>
                  </a:lnTo>
                  <a:lnTo>
                    <a:pt x="646" y="2824"/>
                  </a:lnTo>
                  <a:lnTo>
                    <a:pt x="646" y="1953"/>
                  </a:lnTo>
                  <a:cubicBezTo>
                    <a:pt x="646" y="1238"/>
                    <a:pt x="1238" y="576"/>
                    <a:pt x="1953" y="576"/>
                  </a:cubicBezTo>
                  <a:close/>
                  <a:moveTo>
                    <a:pt x="1953" y="0"/>
                  </a:moveTo>
                  <a:cubicBezTo>
                    <a:pt x="872" y="0"/>
                    <a:pt x="1" y="872"/>
                    <a:pt x="1" y="1953"/>
                  </a:cubicBezTo>
                  <a:lnTo>
                    <a:pt x="1" y="3853"/>
                  </a:lnTo>
                  <a:lnTo>
                    <a:pt x="1883" y="3853"/>
                  </a:lnTo>
                  <a:cubicBezTo>
                    <a:pt x="2982" y="3853"/>
                    <a:pt x="3923" y="2981"/>
                    <a:pt x="3923" y="1883"/>
                  </a:cubicBezTo>
                  <a:lnTo>
                    <a:pt x="392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81"/>
            <p:cNvSpPr/>
            <p:nvPr/>
          </p:nvSpPr>
          <p:spPr>
            <a:xfrm>
              <a:off x="4825163" y="1168425"/>
              <a:ext cx="98075" cy="98075"/>
            </a:xfrm>
            <a:custGeom>
              <a:avLst/>
              <a:gdLst/>
              <a:ahLst/>
              <a:cxnLst/>
              <a:rect l="l" t="t" r="r" b="b"/>
              <a:pathLst>
                <a:path w="3923" h="3923" extrusionOk="0">
                  <a:moveTo>
                    <a:pt x="1901" y="645"/>
                  </a:moveTo>
                  <a:cubicBezTo>
                    <a:pt x="2685" y="645"/>
                    <a:pt x="3278" y="1238"/>
                    <a:pt x="3278" y="2039"/>
                  </a:cubicBezTo>
                  <a:lnTo>
                    <a:pt x="3278" y="2824"/>
                  </a:lnTo>
                  <a:lnTo>
                    <a:pt x="1744" y="1307"/>
                  </a:lnTo>
                  <a:lnTo>
                    <a:pt x="1308" y="1743"/>
                  </a:lnTo>
                  <a:lnTo>
                    <a:pt x="2842" y="3260"/>
                  </a:lnTo>
                  <a:lnTo>
                    <a:pt x="1971" y="3260"/>
                  </a:lnTo>
                  <a:cubicBezTo>
                    <a:pt x="1239" y="3260"/>
                    <a:pt x="663" y="2684"/>
                    <a:pt x="663" y="1883"/>
                  </a:cubicBezTo>
                  <a:lnTo>
                    <a:pt x="663" y="645"/>
                  </a:lnTo>
                  <a:close/>
                  <a:moveTo>
                    <a:pt x="1" y="0"/>
                  </a:moveTo>
                  <a:lnTo>
                    <a:pt x="1" y="1883"/>
                  </a:lnTo>
                  <a:cubicBezTo>
                    <a:pt x="1" y="2981"/>
                    <a:pt x="872" y="3922"/>
                    <a:pt x="1971" y="3922"/>
                  </a:cubicBezTo>
                  <a:lnTo>
                    <a:pt x="3923" y="3922"/>
                  </a:lnTo>
                  <a:lnTo>
                    <a:pt x="3923" y="2039"/>
                  </a:lnTo>
                  <a:cubicBezTo>
                    <a:pt x="3923" y="872"/>
                    <a:pt x="2982" y="0"/>
                    <a:pt x="19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81"/>
            <p:cNvSpPr/>
            <p:nvPr/>
          </p:nvSpPr>
          <p:spPr>
            <a:xfrm>
              <a:off x="4934113" y="1600700"/>
              <a:ext cx="16600" cy="14400"/>
            </a:xfrm>
            <a:custGeom>
              <a:avLst/>
              <a:gdLst/>
              <a:ahLst/>
              <a:cxnLst/>
              <a:rect l="l" t="t" r="r" b="b"/>
              <a:pathLst>
                <a:path w="664" h="576" extrusionOk="0">
                  <a:moveTo>
                    <a:pt x="1" y="1"/>
                  </a:moveTo>
                  <a:lnTo>
                    <a:pt x="1" y="576"/>
                  </a:lnTo>
                  <a:lnTo>
                    <a:pt x="663" y="576"/>
                  </a:lnTo>
                  <a:lnTo>
                    <a:pt x="6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9" name="Google Shape;2309;p81"/>
          <p:cNvGrpSpPr/>
          <p:nvPr/>
        </p:nvGrpSpPr>
        <p:grpSpPr>
          <a:xfrm>
            <a:off x="4842693" y="1857360"/>
            <a:ext cx="632109" cy="631531"/>
            <a:chOff x="6166938" y="1157525"/>
            <a:chExt cx="492450" cy="492000"/>
          </a:xfrm>
        </p:grpSpPr>
        <p:sp>
          <p:nvSpPr>
            <p:cNvPr id="2310" name="Google Shape;2310;p81"/>
            <p:cNvSpPr/>
            <p:nvPr/>
          </p:nvSpPr>
          <p:spPr>
            <a:xfrm>
              <a:off x="6181763" y="1164925"/>
              <a:ext cx="468475" cy="477200"/>
            </a:xfrm>
            <a:custGeom>
              <a:avLst/>
              <a:gdLst/>
              <a:ahLst/>
              <a:cxnLst/>
              <a:rect l="l" t="t" r="r" b="b"/>
              <a:pathLst>
                <a:path w="18739" h="19088" extrusionOk="0">
                  <a:moveTo>
                    <a:pt x="9361" y="1"/>
                  </a:moveTo>
                  <a:cubicBezTo>
                    <a:pt x="4201" y="1"/>
                    <a:pt x="0" y="4271"/>
                    <a:pt x="0" y="9588"/>
                  </a:cubicBezTo>
                  <a:cubicBezTo>
                    <a:pt x="0" y="14817"/>
                    <a:pt x="4201" y="19088"/>
                    <a:pt x="9361" y="19088"/>
                  </a:cubicBezTo>
                  <a:cubicBezTo>
                    <a:pt x="14521" y="19088"/>
                    <a:pt x="18739" y="14817"/>
                    <a:pt x="18739" y="9588"/>
                  </a:cubicBezTo>
                  <a:cubicBezTo>
                    <a:pt x="18739" y="4271"/>
                    <a:pt x="14521" y="1"/>
                    <a:pt x="936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81"/>
            <p:cNvSpPr/>
            <p:nvPr/>
          </p:nvSpPr>
          <p:spPr>
            <a:xfrm>
              <a:off x="6174338" y="1164925"/>
              <a:ext cx="237975" cy="477200"/>
            </a:xfrm>
            <a:custGeom>
              <a:avLst/>
              <a:gdLst/>
              <a:ahLst/>
              <a:cxnLst/>
              <a:rect l="l" t="t" r="r" b="b"/>
              <a:pathLst>
                <a:path w="9519" h="19088" extrusionOk="0">
                  <a:moveTo>
                    <a:pt x="9518" y="1"/>
                  </a:moveTo>
                  <a:lnTo>
                    <a:pt x="5806" y="646"/>
                  </a:lnTo>
                  <a:lnTo>
                    <a:pt x="2476" y="3121"/>
                  </a:lnTo>
                  <a:lnTo>
                    <a:pt x="297" y="7112"/>
                  </a:lnTo>
                  <a:lnTo>
                    <a:pt x="1" y="10808"/>
                  </a:lnTo>
                  <a:lnTo>
                    <a:pt x="1239" y="14451"/>
                  </a:lnTo>
                  <a:lnTo>
                    <a:pt x="4585" y="17867"/>
                  </a:lnTo>
                  <a:lnTo>
                    <a:pt x="7706" y="19088"/>
                  </a:lnTo>
                  <a:lnTo>
                    <a:pt x="9518" y="19088"/>
                  </a:lnTo>
                  <a:lnTo>
                    <a:pt x="9518" y="1221"/>
                  </a:lnTo>
                  <a:lnTo>
                    <a:pt x="951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81"/>
            <p:cNvSpPr/>
            <p:nvPr/>
          </p:nvSpPr>
          <p:spPr>
            <a:xfrm>
              <a:off x="6174338" y="1233775"/>
              <a:ext cx="145150" cy="339500"/>
            </a:xfrm>
            <a:custGeom>
              <a:avLst/>
              <a:gdLst/>
              <a:ahLst/>
              <a:cxnLst/>
              <a:rect l="l" t="t" r="r" b="b"/>
              <a:pathLst>
                <a:path w="5806" h="13580" extrusionOk="0">
                  <a:moveTo>
                    <a:pt x="2755" y="1"/>
                  </a:moveTo>
                  <a:lnTo>
                    <a:pt x="576" y="3051"/>
                  </a:lnTo>
                  <a:lnTo>
                    <a:pt x="1" y="6171"/>
                  </a:lnTo>
                  <a:lnTo>
                    <a:pt x="297" y="9588"/>
                  </a:lnTo>
                  <a:lnTo>
                    <a:pt x="1814" y="12638"/>
                  </a:lnTo>
                  <a:lnTo>
                    <a:pt x="2755" y="13580"/>
                  </a:lnTo>
                  <a:cubicBezTo>
                    <a:pt x="4585" y="12272"/>
                    <a:pt x="5806" y="9727"/>
                    <a:pt x="5806" y="6834"/>
                  </a:cubicBezTo>
                  <a:cubicBezTo>
                    <a:pt x="5806" y="3853"/>
                    <a:pt x="4585" y="1308"/>
                    <a:pt x="27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81"/>
            <p:cNvSpPr/>
            <p:nvPr/>
          </p:nvSpPr>
          <p:spPr>
            <a:xfrm>
              <a:off x="6504663" y="1233775"/>
              <a:ext cx="145575" cy="339500"/>
            </a:xfrm>
            <a:custGeom>
              <a:avLst/>
              <a:gdLst/>
              <a:ahLst/>
              <a:cxnLst/>
              <a:rect l="l" t="t" r="r" b="b"/>
              <a:pathLst>
                <a:path w="5823" h="13580" extrusionOk="0">
                  <a:moveTo>
                    <a:pt x="2772" y="1"/>
                  </a:moveTo>
                  <a:lnTo>
                    <a:pt x="593" y="3051"/>
                  </a:lnTo>
                  <a:lnTo>
                    <a:pt x="1" y="6171"/>
                  </a:lnTo>
                  <a:lnTo>
                    <a:pt x="297" y="9588"/>
                  </a:lnTo>
                  <a:lnTo>
                    <a:pt x="1831" y="12638"/>
                  </a:lnTo>
                  <a:lnTo>
                    <a:pt x="2772" y="13580"/>
                  </a:lnTo>
                  <a:cubicBezTo>
                    <a:pt x="4585" y="12272"/>
                    <a:pt x="5823" y="9727"/>
                    <a:pt x="5823" y="6834"/>
                  </a:cubicBezTo>
                  <a:cubicBezTo>
                    <a:pt x="5823" y="3853"/>
                    <a:pt x="4585" y="1308"/>
                    <a:pt x="27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81"/>
            <p:cNvSpPr/>
            <p:nvPr/>
          </p:nvSpPr>
          <p:spPr>
            <a:xfrm>
              <a:off x="6404888" y="1435100"/>
              <a:ext cx="16575" cy="190900"/>
            </a:xfrm>
            <a:custGeom>
              <a:avLst/>
              <a:gdLst/>
              <a:ahLst/>
              <a:cxnLst/>
              <a:rect l="l" t="t" r="r" b="b"/>
              <a:pathLst>
                <a:path w="663" h="7636" extrusionOk="0">
                  <a:moveTo>
                    <a:pt x="0" y="1"/>
                  </a:moveTo>
                  <a:lnTo>
                    <a:pt x="0" y="7636"/>
                  </a:lnTo>
                  <a:lnTo>
                    <a:pt x="662" y="7636"/>
                  </a:lnTo>
                  <a:lnTo>
                    <a:pt x="66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81"/>
            <p:cNvSpPr/>
            <p:nvPr/>
          </p:nvSpPr>
          <p:spPr>
            <a:xfrm>
              <a:off x="6404888" y="1181050"/>
              <a:ext cx="16575" cy="207025"/>
            </a:xfrm>
            <a:custGeom>
              <a:avLst/>
              <a:gdLst/>
              <a:ahLst/>
              <a:cxnLst/>
              <a:rect l="l" t="t" r="r" b="b"/>
              <a:pathLst>
                <a:path w="663" h="8281" extrusionOk="0">
                  <a:moveTo>
                    <a:pt x="0" y="1"/>
                  </a:moveTo>
                  <a:lnTo>
                    <a:pt x="0" y="8280"/>
                  </a:lnTo>
                  <a:lnTo>
                    <a:pt x="662" y="8280"/>
                  </a:lnTo>
                  <a:lnTo>
                    <a:pt x="66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81"/>
            <p:cNvSpPr/>
            <p:nvPr/>
          </p:nvSpPr>
          <p:spPr>
            <a:xfrm>
              <a:off x="6166938" y="1157525"/>
              <a:ext cx="492450" cy="492000"/>
            </a:xfrm>
            <a:custGeom>
              <a:avLst/>
              <a:gdLst/>
              <a:ahLst/>
              <a:cxnLst/>
              <a:rect l="l" t="t" r="r" b="b"/>
              <a:pathLst>
                <a:path w="19698" h="19680" extrusionOk="0">
                  <a:moveTo>
                    <a:pt x="16421" y="3347"/>
                  </a:moveTo>
                  <a:cubicBezTo>
                    <a:pt x="18164" y="5090"/>
                    <a:pt x="19105" y="7408"/>
                    <a:pt x="19105" y="9884"/>
                  </a:cubicBezTo>
                  <a:cubicBezTo>
                    <a:pt x="19105" y="12272"/>
                    <a:pt x="18164" y="14520"/>
                    <a:pt x="16491" y="16263"/>
                  </a:cubicBezTo>
                  <a:cubicBezTo>
                    <a:pt x="15689" y="15462"/>
                    <a:pt x="15114" y="14590"/>
                    <a:pt x="14608" y="13579"/>
                  </a:cubicBezTo>
                  <a:cubicBezTo>
                    <a:pt x="14172" y="12568"/>
                    <a:pt x="13946" y="11540"/>
                    <a:pt x="13876" y="10459"/>
                  </a:cubicBezTo>
                  <a:lnTo>
                    <a:pt x="18739" y="10459"/>
                  </a:lnTo>
                  <a:lnTo>
                    <a:pt x="18739" y="9884"/>
                  </a:lnTo>
                  <a:lnTo>
                    <a:pt x="13806" y="9884"/>
                  </a:lnTo>
                  <a:lnTo>
                    <a:pt x="13806" y="9797"/>
                  </a:lnTo>
                  <a:cubicBezTo>
                    <a:pt x="13806" y="8489"/>
                    <a:pt x="14102" y="7182"/>
                    <a:pt x="14608" y="6031"/>
                  </a:cubicBezTo>
                  <a:cubicBezTo>
                    <a:pt x="15114" y="5003"/>
                    <a:pt x="15689" y="4131"/>
                    <a:pt x="16421" y="3347"/>
                  </a:cubicBezTo>
                  <a:close/>
                  <a:moveTo>
                    <a:pt x="3208" y="3347"/>
                  </a:moveTo>
                  <a:cubicBezTo>
                    <a:pt x="4951" y="5090"/>
                    <a:pt x="5892" y="7408"/>
                    <a:pt x="5892" y="9797"/>
                  </a:cubicBezTo>
                  <a:lnTo>
                    <a:pt x="5892" y="9884"/>
                  </a:lnTo>
                  <a:lnTo>
                    <a:pt x="959" y="9884"/>
                  </a:lnTo>
                  <a:lnTo>
                    <a:pt x="959" y="10459"/>
                  </a:lnTo>
                  <a:lnTo>
                    <a:pt x="5823" y="10459"/>
                  </a:lnTo>
                  <a:cubicBezTo>
                    <a:pt x="5666" y="12638"/>
                    <a:pt x="4794" y="14747"/>
                    <a:pt x="3208" y="16333"/>
                  </a:cubicBezTo>
                  <a:cubicBezTo>
                    <a:pt x="1535" y="14590"/>
                    <a:pt x="593" y="12272"/>
                    <a:pt x="593" y="9884"/>
                  </a:cubicBezTo>
                  <a:cubicBezTo>
                    <a:pt x="593" y="7408"/>
                    <a:pt x="1535" y="5090"/>
                    <a:pt x="3208" y="3347"/>
                  </a:cubicBezTo>
                  <a:close/>
                  <a:moveTo>
                    <a:pt x="9814" y="576"/>
                  </a:moveTo>
                  <a:cubicBezTo>
                    <a:pt x="12133" y="576"/>
                    <a:pt x="14312" y="1447"/>
                    <a:pt x="15985" y="2911"/>
                  </a:cubicBezTo>
                  <a:cubicBezTo>
                    <a:pt x="15183" y="3783"/>
                    <a:pt x="14538" y="4724"/>
                    <a:pt x="14102" y="5805"/>
                  </a:cubicBezTo>
                  <a:cubicBezTo>
                    <a:pt x="13510" y="7042"/>
                    <a:pt x="13231" y="8419"/>
                    <a:pt x="13231" y="9797"/>
                  </a:cubicBezTo>
                  <a:lnTo>
                    <a:pt x="13231" y="9884"/>
                  </a:lnTo>
                  <a:lnTo>
                    <a:pt x="10756" y="9884"/>
                  </a:lnTo>
                  <a:lnTo>
                    <a:pt x="10756" y="10459"/>
                  </a:lnTo>
                  <a:lnTo>
                    <a:pt x="13231" y="10459"/>
                  </a:lnTo>
                  <a:cubicBezTo>
                    <a:pt x="13301" y="11627"/>
                    <a:pt x="13597" y="12777"/>
                    <a:pt x="14102" y="13806"/>
                  </a:cubicBezTo>
                  <a:cubicBezTo>
                    <a:pt x="14538" y="14886"/>
                    <a:pt x="15253" y="15828"/>
                    <a:pt x="16055" y="16699"/>
                  </a:cubicBezTo>
                  <a:cubicBezTo>
                    <a:pt x="14381" y="18233"/>
                    <a:pt x="12133" y="19105"/>
                    <a:pt x="9814" y="19105"/>
                  </a:cubicBezTo>
                  <a:cubicBezTo>
                    <a:pt x="7566" y="19105"/>
                    <a:pt x="5387" y="18233"/>
                    <a:pt x="3644" y="16699"/>
                  </a:cubicBezTo>
                  <a:cubicBezTo>
                    <a:pt x="5317" y="15026"/>
                    <a:pt x="6328" y="12847"/>
                    <a:pt x="6468" y="10459"/>
                  </a:cubicBezTo>
                  <a:lnTo>
                    <a:pt x="8943" y="10459"/>
                  </a:lnTo>
                  <a:lnTo>
                    <a:pt x="8943" y="9884"/>
                  </a:lnTo>
                  <a:lnTo>
                    <a:pt x="6468" y="9884"/>
                  </a:lnTo>
                  <a:lnTo>
                    <a:pt x="6468" y="9797"/>
                  </a:lnTo>
                  <a:cubicBezTo>
                    <a:pt x="6468" y="7269"/>
                    <a:pt x="5457" y="4794"/>
                    <a:pt x="3713" y="2981"/>
                  </a:cubicBezTo>
                  <a:cubicBezTo>
                    <a:pt x="5387" y="1447"/>
                    <a:pt x="7566" y="576"/>
                    <a:pt x="9814" y="576"/>
                  </a:cubicBezTo>
                  <a:close/>
                  <a:moveTo>
                    <a:pt x="9814" y="0"/>
                  </a:moveTo>
                  <a:cubicBezTo>
                    <a:pt x="7200" y="0"/>
                    <a:pt x="4725" y="1011"/>
                    <a:pt x="2842" y="2911"/>
                  </a:cubicBezTo>
                  <a:cubicBezTo>
                    <a:pt x="1029" y="4724"/>
                    <a:pt x="1" y="7182"/>
                    <a:pt x="1" y="9884"/>
                  </a:cubicBezTo>
                  <a:cubicBezTo>
                    <a:pt x="1" y="12498"/>
                    <a:pt x="1029" y="14956"/>
                    <a:pt x="2842" y="16856"/>
                  </a:cubicBezTo>
                  <a:cubicBezTo>
                    <a:pt x="4725" y="18669"/>
                    <a:pt x="7200" y="19680"/>
                    <a:pt x="9814" y="19680"/>
                  </a:cubicBezTo>
                  <a:cubicBezTo>
                    <a:pt x="12499" y="19680"/>
                    <a:pt x="14974" y="18669"/>
                    <a:pt x="16787" y="16856"/>
                  </a:cubicBezTo>
                  <a:cubicBezTo>
                    <a:pt x="18669" y="14956"/>
                    <a:pt x="19698" y="12498"/>
                    <a:pt x="19698" y="9884"/>
                  </a:cubicBezTo>
                  <a:cubicBezTo>
                    <a:pt x="19698" y="7182"/>
                    <a:pt x="18669" y="4724"/>
                    <a:pt x="16787" y="2911"/>
                  </a:cubicBezTo>
                  <a:cubicBezTo>
                    <a:pt x="14974" y="1011"/>
                    <a:pt x="12499" y="0"/>
                    <a:pt x="98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81"/>
            <p:cNvSpPr/>
            <p:nvPr/>
          </p:nvSpPr>
          <p:spPr>
            <a:xfrm>
              <a:off x="6404888" y="1404600"/>
              <a:ext cx="16575" cy="14400"/>
            </a:xfrm>
            <a:custGeom>
              <a:avLst/>
              <a:gdLst/>
              <a:ahLst/>
              <a:cxnLst/>
              <a:rect l="l" t="t" r="r" b="b"/>
              <a:pathLst>
                <a:path w="663" h="576" extrusionOk="0">
                  <a:moveTo>
                    <a:pt x="0" y="1"/>
                  </a:moveTo>
                  <a:lnTo>
                    <a:pt x="0" y="576"/>
                  </a:lnTo>
                  <a:lnTo>
                    <a:pt x="662" y="576"/>
                  </a:lnTo>
                  <a:lnTo>
                    <a:pt x="66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8" name="Google Shape;2318;p81"/>
          <p:cNvGrpSpPr/>
          <p:nvPr/>
        </p:nvGrpSpPr>
        <p:grpSpPr>
          <a:xfrm>
            <a:off x="4932846" y="3347676"/>
            <a:ext cx="451804" cy="688357"/>
            <a:chOff x="6987963" y="1157525"/>
            <a:chExt cx="322925" cy="492000"/>
          </a:xfrm>
        </p:grpSpPr>
        <p:sp>
          <p:nvSpPr>
            <p:cNvPr id="2319" name="Google Shape;2319;p81"/>
            <p:cNvSpPr/>
            <p:nvPr/>
          </p:nvSpPr>
          <p:spPr>
            <a:xfrm>
              <a:off x="7134813" y="1611600"/>
              <a:ext cx="30950" cy="30525"/>
            </a:xfrm>
            <a:custGeom>
              <a:avLst/>
              <a:gdLst/>
              <a:ahLst/>
              <a:cxnLst/>
              <a:rect l="l" t="t" r="r" b="b"/>
              <a:pathLst>
                <a:path w="1238" h="1221" extrusionOk="0">
                  <a:moveTo>
                    <a:pt x="593" y="0"/>
                  </a:moveTo>
                  <a:cubicBezTo>
                    <a:pt x="227" y="0"/>
                    <a:pt x="0" y="279"/>
                    <a:pt x="0" y="645"/>
                  </a:cubicBezTo>
                  <a:cubicBezTo>
                    <a:pt x="0" y="942"/>
                    <a:pt x="227" y="1221"/>
                    <a:pt x="593" y="1221"/>
                  </a:cubicBezTo>
                  <a:cubicBezTo>
                    <a:pt x="942" y="1221"/>
                    <a:pt x="1238" y="942"/>
                    <a:pt x="1238" y="645"/>
                  </a:cubicBezTo>
                  <a:cubicBezTo>
                    <a:pt x="1238" y="279"/>
                    <a:pt x="942" y="0"/>
                    <a:pt x="593" y="0"/>
                  </a:cubicBezTo>
                  <a:close/>
                </a:path>
              </a:pathLst>
            </a:custGeom>
            <a:solidFill>
              <a:srgbClr val="A4C5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81"/>
            <p:cNvSpPr/>
            <p:nvPr/>
          </p:nvSpPr>
          <p:spPr>
            <a:xfrm>
              <a:off x="7025863" y="1199350"/>
              <a:ext cx="247125" cy="342975"/>
            </a:xfrm>
            <a:custGeom>
              <a:avLst/>
              <a:gdLst/>
              <a:ahLst/>
              <a:cxnLst/>
              <a:rect l="l" t="t" r="r" b="b"/>
              <a:pathLst>
                <a:path w="9885" h="13719" extrusionOk="0">
                  <a:moveTo>
                    <a:pt x="4289" y="1"/>
                  </a:moveTo>
                  <a:cubicBezTo>
                    <a:pt x="1970" y="1"/>
                    <a:pt x="1" y="2023"/>
                    <a:pt x="1" y="4358"/>
                  </a:cubicBezTo>
                  <a:lnTo>
                    <a:pt x="1" y="13719"/>
                  </a:lnTo>
                  <a:lnTo>
                    <a:pt x="9884" y="13719"/>
                  </a:lnTo>
                  <a:lnTo>
                    <a:pt x="9884" y="4358"/>
                  </a:lnTo>
                  <a:cubicBezTo>
                    <a:pt x="9884" y="2023"/>
                    <a:pt x="7914" y="1"/>
                    <a:pt x="55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81"/>
            <p:cNvSpPr/>
            <p:nvPr/>
          </p:nvSpPr>
          <p:spPr>
            <a:xfrm>
              <a:off x="7205838" y="1212000"/>
              <a:ext cx="67150" cy="330325"/>
            </a:xfrm>
            <a:custGeom>
              <a:avLst/>
              <a:gdLst/>
              <a:ahLst/>
              <a:cxnLst/>
              <a:rect l="l" t="t" r="r" b="b"/>
              <a:pathLst>
                <a:path w="2686" h="13213" extrusionOk="0">
                  <a:moveTo>
                    <a:pt x="1" y="0"/>
                  </a:moveTo>
                  <a:lnTo>
                    <a:pt x="210" y="13213"/>
                  </a:lnTo>
                  <a:lnTo>
                    <a:pt x="2685" y="13213"/>
                  </a:lnTo>
                  <a:lnTo>
                    <a:pt x="2685" y="4428"/>
                  </a:lnTo>
                  <a:cubicBezTo>
                    <a:pt x="2685" y="2615"/>
                    <a:pt x="1587" y="872"/>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81"/>
            <p:cNvSpPr/>
            <p:nvPr/>
          </p:nvSpPr>
          <p:spPr>
            <a:xfrm>
              <a:off x="6994913" y="1542300"/>
              <a:ext cx="309000" cy="30975"/>
            </a:xfrm>
            <a:custGeom>
              <a:avLst/>
              <a:gdLst/>
              <a:ahLst/>
              <a:cxnLst/>
              <a:rect l="l" t="t" r="r" b="b"/>
              <a:pathLst>
                <a:path w="12360" h="1239" extrusionOk="0">
                  <a:moveTo>
                    <a:pt x="1" y="1"/>
                  </a:moveTo>
                  <a:lnTo>
                    <a:pt x="1" y="1239"/>
                  </a:lnTo>
                  <a:lnTo>
                    <a:pt x="12360" y="1239"/>
                  </a:lnTo>
                  <a:lnTo>
                    <a:pt x="1236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81"/>
            <p:cNvSpPr/>
            <p:nvPr/>
          </p:nvSpPr>
          <p:spPr>
            <a:xfrm>
              <a:off x="7196688" y="1542300"/>
              <a:ext cx="107225" cy="30975"/>
            </a:xfrm>
            <a:custGeom>
              <a:avLst/>
              <a:gdLst/>
              <a:ahLst/>
              <a:cxnLst/>
              <a:rect l="l" t="t" r="r" b="b"/>
              <a:pathLst>
                <a:path w="4289" h="1239" extrusionOk="0">
                  <a:moveTo>
                    <a:pt x="1" y="1"/>
                  </a:moveTo>
                  <a:lnTo>
                    <a:pt x="1" y="1239"/>
                  </a:lnTo>
                  <a:lnTo>
                    <a:pt x="4289" y="1239"/>
                  </a:lnTo>
                  <a:lnTo>
                    <a:pt x="428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81"/>
            <p:cNvSpPr/>
            <p:nvPr/>
          </p:nvSpPr>
          <p:spPr>
            <a:xfrm>
              <a:off x="7125663" y="1587625"/>
              <a:ext cx="47525" cy="61900"/>
            </a:xfrm>
            <a:custGeom>
              <a:avLst/>
              <a:gdLst/>
              <a:ahLst/>
              <a:cxnLst/>
              <a:rect l="l" t="t" r="r" b="b"/>
              <a:pathLst>
                <a:path w="1901" h="2476" extrusionOk="0">
                  <a:moveTo>
                    <a:pt x="959" y="1238"/>
                  </a:moveTo>
                  <a:cubicBezTo>
                    <a:pt x="1168" y="1238"/>
                    <a:pt x="1238" y="1395"/>
                    <a:pt x="1238" y="1604"/>
                  </a:cubicBezTo>
                  <a:cubicBezTo>
                    <a:pt x="1238" y="1744"/>
                    <a:pt x="1168" y="1901"/>
                    <a:pt x="959" y="1901"/>
                  </a:cubicBezTo>
                  <a:cubicBezTo>
                    <a:pt x="802" y="1901"/>
                    <a:pt x="663" y="1744"/>
                    <a:pt x="663" y="1604"/>
                  </a:cubicBezTo>
                  <a:cubicBezTo>
                    <a:pt x="663" y="1395"/>
                    <a:pt x="802" y="1238"/>
                    <a:pt x="959" y="1238"/>
                  </a:cubicBezTo>
                  <a:close/>
                  <a:moveTo>
                    <a:pt x="663" y="1"/>
                  </a:moveTo>
                  <a:lnTo>
                    <a:pt x="663" y="733"/>
                  </a:lnTo>
                  <a:cubicBezTo>
                    <a:pt x="297" y="803"/>
                    <a:pt x="0" y="1169"/>
                    <a:pt x="0" y="1604"/>
                  </a:cubicBezTo>
                  <a:cubicBezTo>
                    <a:pt x="0" y="2110"/>
                    <a:pt x="436" y="2476"/>
                    <a:pt x="959" y="2476"/>
                  </a:cubicBezTo>
                  <a:cubicBezTo>
                    <a:pt x="1465" y="2476"/>
                    <a:pt x="1900" y="2110"/>
                    <a:pt x="1900" y="1604"/>
                  </a:cubicBezTo>
                  <a:cubicBezTo>
                    <a:pt x="1900" y="1169"/>
                    <a:pt x="1604" y="803"/>
                    <a:pt x="1238" y="733"/>
                  </a:cubicBezTo>
                  <a:lnTo>
                    <a:pt x="123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81"/>
            <p:cNvSpPr/>
            <p:nvPr/>
          </p:nvSpPr>
          <p:spPr>
            <a:xfrm>
              <a:off x="6987963" y="1157525"/>
              <a:ext cx="322925" cy="423150"/>
            </a:xfrm>
            <a:custGeom>
              <a:avLst/>
              <a:gdLst/>
              <a:ahLst/>
              <a:cxnLst/>
              <a:rect l="l" t="t" r="r" b="b"/>
              <a:pathLst>
                <a:path w="12917" h="16926" extrusionOk="0">
                  <a:moveTo>
                    <a:pt x="6467" y="1813"/>
                  </a:moveTo>
                  <a:cubicBezTo>
                    <a:pt x="8995" y="1813"/>
                    <a:pt x="11104" y="3922"/>
                    <a:pt x="11104" y="6467"/>
                  </a:cubicBezTo>
                  <a:lnTo>
                    <a:pt x="11104" y="14154"/>
                  </a:lnTo>
                  <a:cubicBezTo>
                    <a:pt x="11104" y="14520"/>
                    <a:pt x="11173" y="14817"/>
                    <a:pt x="11400" y="15113"/>
                  </a:cubicBezTo>
                  <a:lnTo>
                    <a:pt x="1517" y="15113"/>
                  </a:lnTo>
                  <a:cubicBezTo>
                    <a:pt x="1743" y="14817"/>
                    <a:pt x="1883" y="14520"/>
                    <a:pt x="1883" y="14154"/>
                  </a:cubicBezTo>
                  <a:lnTo>
                    <a:pt x="1883" y="6467"/>
                  </a:lnTo>
                  <a:cubicBezTo>
                    <a:pt x="1883" y="3922"/>
                    <a:pt x="3922" y="1813"/>
                    <a:pt x="6467" y="1813"/>
                  </a:cubicBezTo>
                  <a:close/>
                  <a:moveTo>
                    <a:pt x="12341" y="15688"/>
                  </a:moveTo>
                  <a:lnTo>
                    <a:pt x="12341" y="16333"/>
                  </a:lnTo>
                  <a:lnTo>
                    <a:pt x="645" y="16333"/>
                  </a:lnTo>
                  <a:lnTo>
                    <a:pt x="645" y="15688"/>
                  </a:lnTo>
                  <a:close/>
                  <a:moveTo>
                    <a:pt x="6171" y="0"/>
                  </a:moveTo>
                  <a:lnTo>
                    <a:pt x="6171" y="1238"/>
                  </a:lnTo>
                  <a:cubicBezTo>
                    <a:pt x="3417" y="1377"/>
                    <a:pt x="1238" y="3696"/>
                    <a:pt x="1238" y="6467"/>
                  </a:cubicBezTo>
                  <a:lnTo>
                    <a:pt x="1238" y="14154"/>
                  </a:lnTo>
                  <a:cubicBezTo>
                    <a:pt x="1238" y="14677"/>
                    <a:pt x="802" y="15113"/>
                    <a:pt x="279" y="15113"/>
                  </a:cubicBezTo>
                  <a:lnTo>
                    <a:pt x="0" y="15113"/>
                  </a:lnTo>
                  <a:lnTo>
                    <a:pt x="0" y="16926"/>
                  </a:lnTo>
                  <a:lnTo>
                    <a:pt x="12917" y="16926"/>
                  </a:lnTo>
                  <a:lnTo>
                    <a:pt x="12917" y="15113"/>
                  </a:lnTo>
                  <a:lnTo>
                    <a:pt x="12638" y="15113"/>
                  </a:lnTo>
                  <a:cubicBezTo>
                    <a:pt x="12132" y="15113"/>
                    <a:pt x="11696" y="14677"/>
                    <a:pt x="11696" y="14154"/>
                  </a:cubicBezTo>
                  <a:lnTo>
                    <a:pt x="11696" y="6467"/>
                  </a:lnTo>
                  <a:cubicBezTo>
                    <a:pt x="11696" y="3696"/>
                    <a:pt x="9518" y="1377"/>
                    <a:pt x="6746" y="1238"/>
                  </a:cubicBezTo>
                  <a:lnTo>
                    <a:pt x="674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81"/>
            <p:cNvSpPr/>
            <p:nvPr/>
          </p:nvSpPr>
          <p:spPr>
            <a:xfrm>
              <a:off x="7049388" y="1219400"/>
              <a:ext cx="100275" cy="99825"/>
            </a:xfrm>
            <a:custGeom>
              <a:avLst/>
              <a:gdLst/>
              <a:ahLst/>
              <a:cxnLst/>
              <a:rect l="l" t="t" r="r" b="b"/>
              <a:pathLst>
                <a:path w="4011" h="3993" extrusionOk="0">
                  <a:moveTo>
                    <a:pt x="4010" y="0"/>
                  </a:moveTo>
                  <a:cubicBezTo>
                    <a:pt x="1831" y="0"/>
                    <a:pt x="1" y="1813"/>
                    <a:pt x="1" y="3992"/>
                  </a:cubicBezTo>
                  <a:lnTo>
                    <a:pt x="594" y="3992"/>
                  </a:lnTo>
                  <a:cubicBezTo>
                    <a:pt x="594" y="2092"/>
                    <a:pt x="2110" y="576"/>
                    <a:pt x="4010" y="576"/>
                  </a:cubicBezTo>
                  <a:lnTo>
                    <a:pt x="401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81"/>
            <p:cNvSpPr/>
            <p:nvPr/>
          </p:nvSpPr>
          <p:spPr>
            <a:xfrm>
              <a:off x="7049388" y="1333575"/>
              <a:ext cx="14850" cy="40125"/>
            </a:xfrm>
            <a:custGeom>
              <a:avLst/>
              <a:gdLst/>
              <a:ahLst/>
              <a:cxnLst/>
              <a:rect l="l" t="t" r="r" b="b"/>
              <a:pathLst>
                <a:path w="594" h="1605" extrusionOk="0">
                  <a:moveTo>
                    <a:pt x="1" y="0"/>
                  </a:moveTo>
                  <a:lnTo>
                    <a:pt x="1" y="1604"/>
                  </a:lnTo>
                  <a:lnTo>
                    <a:pt x="594" y="1604"/>
                  </a:lnTo>
                  <a:lnTo>
                    <a:pt x="59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28" name="Google Shape;2328;p81">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81">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281"/>
                                        </p:tgtEl>
                                        <p:attrNameLst>
                                          <p:attrName>style.visibility</p:attrName>
                                        </p:attrNameLst>
                                      </p:cBhvr>
                                      <p:to>
                                        <p:strVal val="visible"/>
                                      </p:to>
                                    </p:set>
                                    <p:animEffect transition="in" filter="fade">
                                      <p:cBhvr>
                                        <p:cTn id="7" dur="1000"/>
                                        <p:tgtEl>
                                          <p:spTgt spid="2281"/>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2309"/>
                                        </p:tgtEl>
                                        <p:attrNameLst>
                                          <p:attrName>style.visibility</p:attrName>
                                        </p:attrNameLst>
                                      </p:cBhvr>
                                      <p:to>
                                        <p:strVal val="visible"/>
                                      </p:to>
                                    </p:set>
                                    <p:animEffect transition="in" filter="fade">
                                      <p:cBhvr>
                                        <p:cTn id="11" dur="1000"/>
                                        <p:tgtEl>
                                          <p:spTgt spid="2309"/>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2299"/>
                                        </p:tgtEl>
                                        <p:attrNameLst>
                                          <p:attrName>style.visibility</p:attrName>
                                        </p:attrNameLst>
                                      </p:cBhvr>
                                      <p:to>
                                        <p:strVal val="visible"/>
                                      </p:to>
                                    </p:set>
                                    <p:animEffect transition="in" filter="fade">
                                      <p:cBhvr>
                                        <p:cTn id="15" dur="1000"/>
                                        <p:tgtEl>
                                          <p:spTgt spid="2299"/>
                                        </p:tgtEl>
                                      </p:cBhvr>
                                    </p:animEffect>
                                  </p:childTnLst>
                                </p:cTn>
                              </p:par>
                            </p:childTnLst>
                          </p:cTn>
                        </p:par>
                        <p:par>
                          <p:cTn id="16" fill="hold">
                            <p:stCondLst>
                              <p:cond delay="3000"/>
                            </p:stCondLst>
                            <p:childTnLst>
                              <p:par>
                                <p:cTn id="17" presetID="10" presetClass="entr" presetSubtype="0" fill="hold" nodeType="afterEffect">
                                  <p:stCondLst>
                                    <p:cond delay="0"/>
                                  </p:stCondLst>
                                  <p:childTnLst>
                                    <p:set>
                                      <p:cBhvr>
                                        <p:cTn id="18" dur="1" fill="hold">
                                          <p:stCondLst>
                                            <p:cond delay="0"/>
                                          </p:stCondLst>
                                        </p:cTn>
                                        <p:tgtEl>
                                          <p:spTgt spid="2318"/>
                                        </p:tgtEl>
                                        <p:attrNameLst>
                                          <p:attrName>style.visibility</p:attrName>
                                        </p:attrNameLst>
                                      </p:cBhvr>
                                      <p:to>
                                        <p:strVal val="visible"/>
                                      </p:to>
                                    </p:set>
                                    <p:animEffect transition="in" filter="fade">
                                      <p:cBhvr>
                                        <p:cTn id="19" dur="1000"/>
                                        <p:tgtEl>
                                          <p:spTgt spid="23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2333"/>
        <p:cNvGrpSpPr/>
        <p:nvPr/>
      </p:nvGrpSpPr>
      <p:grpSpPr>
        <a:xfrm>
          <a:off x="0" y="0"/>
          <a:ext cx="0" cy="0"/>
          <a:chOff x="0" y="0"/>
          <a:chExt cx="0" cy="0"/>
        </a:xfrm>
      </p:grpSpPr>
      <p:sp>
        <p:nvSpPr>
          <p:cNvPr id="2334" name="Google Shape;2334;p82"/>
          <p:cNvSpPr/>
          <p:nvPr/>
        </p:nvSpPr>
        <p:spPr>
          <a:xfrm>
            <a:off x="3808277" y="1341950"/>
            <a:ext cx="1124100" cy="762000"/>
          </a:xfrm>
          <a:prstGeom prst="round2SameRect">
            <a:avLst>
              <a:gd name="adj1" fmla="val 16667"/>
              <a:gd name="adj2" fmla="val 0"/>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82"/>
          <p:cNvSpPr/>
          <p:nvPr/>
        </p:nvSpPr>
        <p:spPr>
          <a:xfrm>
            <a:off x="4932377" y="1341950"/>
            <a:ext cx="1124100" cy="762000"/>
          </a:xfrm>
          <a:prstGeom prst="round2SameRect">
            <a:avLst>
              <a:gd name="adj1" fmla="val 16667"/>
              <a:gd name="adj2" fmla="val 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82"/>
          <p:cNvSpPr/>
          <p:nvPr/>
        </p:nvSpPr>
        <p:spPr>
          <a:xfrm>
            <a:off x="6056402" y="1341950"/>
            <a:ext cx="1124100" cy="762000"/>
          </a:xfrm>
          <a:prstGeom prst="round2SameRect">
            <a:avLst>
              <a:gd name="adj1" fmla="val 16667"/>
              <a:gd name="adj2" fmla="val 0"/>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82"/>
          <p:cNvSpPr/>
          <p:nvPr/>
        </p:nvSpPr>
        <p:spPr>
          <a:xfrm>
            <a:off x="7182502" y="1341950"/>
            <a:ext cx="1124100" cy="762000"/>
          </a:xfrm>
          <a:prstGeom prst="round2SameRect">
            <a:avLst>
              <a:gd name="adj1" fmla="val 16667"/>
              <a:gd name="adj2" fmla="val 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82"/>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PENDING THINGS</a:t>
            </a:r>
            <a:endParaRPr/>
          </a:p>
        </p:txBody>
      </p:sp>
      <p:graphicFrame>
        <p:nvGraphicFramePr>
          <p:cNvPr id="2339" name="Google Shape;2339;p82"/>
          <p:cNvGraphicFramePr/>
          <p:nvPr/>
        </p:nvGraphicFramePr>
        <p:xfrm>
          <a:off x="837398" y="1341959"/>
          <a:ext cx="7467275" cy="3244075"/>
        </p:xfrm>
        <a:graphic>
          <a:graphicData uri="http://schemas.openxmlformats.org/drawingml/2006/table">
            <a:tbl>
              <a:tblPr>
                <a:noFill/>
                <a:tableStyleId>{2829158E-518A-43E2-9EA4-46D35B15BF13}</a:tableStyleId>
              </a:tblPr>
              <a:tblGrid>
                <a:gridCol w="2970875">
                  <a:extLst>
                    <a:ext uri="{9D8B030D-6E8A-4147-A177-3AD203B41FA5}">
                      <a16:colId xmlns:a16="http://schemas.microsoft.com/office/drawing/2014/main" val="20000"/>
                    </a:ext>
                  </a:extLst>
                </a:gridCol>
                <a:gridCol w="1124100">
                  <a:extLst>
                    <a:ext uri="{9D8B030D-6E8A-4147-A177-3AD203B41FA5}">
                      <a16:colId xmlns:a16="http://schemas.microsoft.com/office/drawing/2014/main" val="20001"/>
                    </a:ext>
                  </a:extLst>
                </a:gridCol>
                <a:gridCol w="1124100">
                  <a:extLst>
                    <a:ext uri="{9D8B030D-6E8A-4147-A177-3AD203B41FA5}">
                      <a16:colId xmlns:a16="http://schemas.microsoft.com/office/drawing/2014/main" val="20002"/>
                    </a:ext>
                  </a:extLst>
                </a:gridCol>
                <a:gridCol w="1124100">
                  <a:extLst>
                    <a:ext uri="{9D8B030D-6E8A-4147-A177-3AD203B41FA5}">
                      <a16:colId xmlns:a16="http://schemas.microsoft.com/office/drawing/2014/main" val="20003"/>
                    </a:ext>
                  </a:extLst>
                </a:gridCol>
                <a:gridCol w="1124100">
                  <a:extLst>
                    <a:ext uri="{9D8B030D-6E8A-4147-A177-3AD203B41FA5}">
                      <a16:colId xmlns:a16="http://schemas.microsoft.com/office/drawing/2014/main" val="20004"/>
                    </a:ext>
                  </a:extLst>
                </a:gridCol>
              </a:tblGrid>
              <a:tr h="762075">
                <a:tc>
                  <a:txBody>
                    <a:bodyPr/>
                    <a:lstStyle/>
                    <a:p>
                      <a:pPr marL="0" lvl="0" indent="0" algn="ctr" rtl="0">
                        <a:spcBef>
                          <a:spcPts val="0"/>
                        </a:spcBef>
                        <a:spcAft>
                          <a:spcPts val="0"/>
                        </a:spcAft>
                        <a:buNone/>
                      </a:pPr>
                      <a:endParaRPr>
                        <a:solidFill>
                          <a:srgbClr val="FFFFFF"/>
                        </a:solidFill>
                        <a:latin typeface="Ubuntu"/>
                        <a:ea typeface="Ubuntu"/>
                        <a:cs typeface="Ubuntu"/>
                        <a:sym typeface="Ubuntu"/>
                      </a:endParaRPr>
                    </a:p>
                  </a:txBody>
                  <a:tcPr marL="91425" marR="91425" marT="91425" marB="91425" anchor="ctr">
                    <a:lnL w="9525" cap="flat" cmpd="sng">
                      <a:solidFill>
                        <a:srgbClr val="434343">
                          <a:alpha val="0"/>
                        </a:srgbClr>
                      </a:solidFill>
                      <a:prstDash val="solid"/>
                      <a:round/>
                      <a:headEnd type="none" w="sm" len="sm"/>
                      <a:tailEnd type="none" w="sm" len="sm"/>
                    </a:lnL>
                    <a:lnR w="28575" cap="flat" cmpd="sng">
                      <a:solidFill>
                        <a:schemeClr val="accent5">
                          <a:alpha val="0"/>
                        </a:schemeClr>
                      </a:solidFill>
                      <a:prstDash val="solid"/>
                      <a:round/>
                      <a:headEnd type="none" w="sm" len="sm"/>
                      <a:tailEnd type="none" w="sm" len="sm"/>
                    </a:lnR>
                    <a:lnT w="9525" cap="flat" cmpd="sng">
                      <a:solidFill>
                        <a:srgbClr val="434343">
                          <a:alpha val="0"/>
                        </a:srgbClr>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1 WEEK</a:t>
                      </a:r>
                      <a:endParaRPr sz="1800" b="1">
                        <a:solidFill>
                          <a:schemeClr val="accent5"/>
                        </a:solidFill>
                        <a:latin typeface="Aldrich"/>
                        <a:ea typeface="Aldrich"/>
                        <a:cs typeface="Aldrich"/>
                        <a:sym typeface="Aldrich"/>
                      </a:endParaRPr>
                    </a:p>
                  </a:txBody>
                  <a:tcPr marL="91425" marR="91425" marT="91425" marB="91425" anchor="ctr">
                    <a:lnL w="28575" cap="flat" cmpd="sng">
                      <a:solidFill>
                        <a:schemeClr val="accent5">
                          <a:alpha val="0"/>
                        </a:schemeClr>
                      </a:solidFill>
                      <a:prstDash val="solid"/>
                      <a:round/>
                      <a:headEnd type="none" w="sm" len="sm"/>
                      <a:tailEnd type="none" w="sm" len="sm"/>
                    </a:lnL>
                    <a:lnR w="9525" cap="flat" cmpd="sng">
                      <a:solidFill>
                        <a:srgbClr val="434343">
                          <a:alpha val="0"/>
                        </a:srgbClr>
                      </a:solidFill>
                      <a:prstDash val="solid"/>
                      <a:round/>
                      <a:headEnd type="none" w="sm" len="sm"/>
                      <a:tailEnd type="none" w="sm" len="sm"/>
                    </a:lnR>
                    <a:lnT w="28575" cap="flat" cmpd="sng">
                      <a:solidFill>
                        <a:schemeClr val="accent5">
                          <a:alpha val="0"/>
                        </a:schemeClr>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2 WEEK</a:t>
                      </a:r>
                      <a:endParaRPr sz="1800" b="1">
                        <a:solidFill>
                          <a:schemeClr val="accent5"/>
                        </a:solidFill>
                        <a:latin typeface="Aldrich"/>
                        <a:ea typeface="Aldrich"/>
                        <a:cs typeface="Aldrich"/>
                        <a:sym typeface="Aldrich"/>
                      </a:endParaRPr>
                    </a:p>
                  </a:txBody>
                  <a:tcPr marL="91425" marR="91425" marT="91425" marB="91425" anchor="ctr">
                    <a:lnL w="9525" cap="flat" cmpd="sng">
                      <a:solidFill>
                        <a:srgbClr val="434343">
                          <a:alpha val="0"/>
                        </a:srgbClr>
                      </a:solidFill>
                      <a:prstDash val="solid"/>
                      <a:round/>
                      <a:headEnd type="none" w="sm" len="sm"/>
                      <a:tailEnd type="none" w="sm" len="sm"/>
                    </a:lnL>
                    <a:lnR w="9525" cap="flat" cmpd="sng">
                      <a:solidFill>
                        <a:srgbClr val="434343">
                          <a:alpha val="0"/>
                        </a:srgbClr>
                      </a:solidFill>
                      <a:prstDash val="solid"/>
                      <a:round/>
                      <a:headEnd type="none" w="sm" len="sm"/>
                      <a:tailEnd type="none" w="sm" len="sm"/>
                    </a:lnR>
                    <a:lnT w="28575" cap="flat" cmpd="sng">
                      <a:solidFill>
                        <a:schemeClr val="accent5">
                          <a:alpha val="0"/>
                        </a:schemeClr>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3 WEEK</a:t>
                      </a:r>
                      <a:endParaRPr sz="1800" b="1">
                        <a:solidFill>
                          <a:schemeClr val="accent5"/>
                        </a:solidFill>
                        <a:latin typeface="Aldrich"/>
                        <a:ea typeface="Aldrich"/>
                        <a:cs typeface="Aldrich"/>
                        <a:sym typeface="Aldrich"/>
                      </a:endParaRPr>
                    </a:p>
                  </a:txBody>
                  <a:tcPr marL="91425" marR="91425" marT="91425" marB="91425" anchor="ctr">
                    <a:lnL w="9525" cap="flat" cmpd="sng">
                      <a:solidFill>
                        <a:srgbClr val="434343">
                          <a:alpha val="0"/>
                        </a:srgbClr>
                      </a:solidFill>
                      <a:prstDash val="solid"/>
                      <a:round/>
                      <a:headEnd type="none" w="sm" len="sm"/>
                      <a:tailEnd type="none" w="sm" len="sm"/>
                    </a:lnL>
                    <a:lnR w="9525" cap="flat" cmpd="sng">
                      <a:solidFill>
                        <a:srgbClr val="434343">
                          <a:alpha val="0"/>
                        </a:srgbClr>
                      </a:solidFill>
                      <a:prstDash val="solid"/>
                      <a:round/>
                      <a:headEnd type="none" w="sm" len="sm"/>
                      <a:tailEnd type="none" w="sm" len="sm"/>
                    </a:lnR>
                    <a:lnT w="28575" cap="flat" cmpd="sng">
                      <a:solidFill>
                        <a:schemeClr val="accent5">
                          <a:alpha val="0"/>
                        </a:schemeClr>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4 WEEK</a:t>
                      </a:r>
                      <a:endParaRPr sz="1800" b="1">
                        <a:solidFill>
                          <a:schemeClr val="accent5"/>
                        </a:solidFill>
                        <a:latin typeface="Aldrich"/>
                        <a:ea typeface="Aldrich"/>
                        <a:cs typeface="Aldrich"/>
                        <a:sym typeface="Aldrich"/>
                      </a:endParaRPr>
                    </a:p>
                  </a:txBody>
                  <a:tcPr marL="91425" marR="91425" marT="91425" marB="91425" anchor="ctr">
                    <a:lnL w="9525" cap="flat" cmpd="sng">
                      <a:solidFill>
                        <a:srgbClr val="434343">
                          <a:alpha val="0"/>
                        </a:srgbClr>
                      </a:solidFill>
                      <a:prstDash val="solid"/>
                      <a:round/>
                      <a:headEnd type="none" w="sm" len="sm"/>
                      <a:tailEnd type="none" w="sm" len="sm"/>
                    </a:lnL>
                    <a:lnR w="28575" cap="flat" cmpd="sng">
                      <a:solidFill>
                        <a:schemeClr val="accent5">
                          <a:alpha val="0"/>
                        </a:schemeClr>
                      </a:solidFill>
                      <a:prstDash val="solid"/>
                      <a:round/>
                      <a:headEnd type="none" w="sm" len="sm"/>
                      <a:tailEnd type="none" w="sm" len="sm"/>
                    </a:lnR>
                    <a:lnT w="28575" cap="flat" cmpd="sng">
                      <a:solidFill>
                        <a:schemeClr val="accent5">
                          <a:alpha val="0"/>
                        </a:schemeClr>
                      </a:solidFill>
                      <a:prstDash val="solid"/>
                      <a:round/>
                      <a:headEnd type="none" w="sm" len="sm"/>
                      <a:tailEnd type="none" w="sm" len="sm"/>
                    </a:lnT>
                    <a:lnB w="28575" cap="flat" cmpd="sng">
                      <a:solidFill>
                        <a:schemeClr val="accent5"/>
                      </a:solidFill>
                      <a:prstDash val="solid"/>
                      <a:round/>
                      <a:headEnd type="none" w="sm" len="sm"/>
                      <a:tailEnd type="none" w="sm" len="sm"/>
                    </a:lnB>
                  </a:tcPr>
                </a:tc>
                <a:extLst>
                  <a:ext uri="{0D108BD9-81ED-4DB2-BD59-A6C34878D82A}">
                    <a16:rowId xmlns:a16="http://schemas.microsoft.com/office/drawing/2014/main" val="10000"/>
                  </a:ext>
                </a:extLst>
              </a:tr>
              <a:tr h="620500">
                <a:tc>
                  <a:txBody>
                    <a:bodyPr/>
                    <a:lstStyle/>
                    <a:p>
                      <a:pPr marL="0" lvl="0" indent="0" algn="l" rtl="0">
                        <a:spcBef>
                          <a:spcPts val="0"/>
                        </a:spcBef>
                        <a:spcAft>
                          <a:spcPts val="0"/>
                        </a:spcAft>
                        <a:buNone/>
                      </a:pPr>
                      <a:r>
                        <a:rPr lang="en" sz="1600">
                          <a:solidFill>
                            <a:schemeClr val="accent5"/>
                          </a:solidFill>
                          <a:latin typeface="Didact Gothic"/>
                          <a:ea typeface="Didact Gothic"/>
                          <a:cs typeface="Didact Gothic"/>
                          <a:sym typeface="Didact Gothic"/>
                        </a:rPr>
                        <a:t>Describe your task 01 here</a:t>
                      </a:r>
                      <a:endParaRPr sz="1600">
                        <a:solidFill>
                          <a:schemeClr val="accent5"/>
                        </a:solidFill>
                        <a:latin typeface="Didact Gothic"/>
                        <a:ea typeface="Didact Gothic"/>
                        <a:cs typeface="Didact Gothic"/>
                        <a:sym typeface="Didact Gothic"/>
                      </a:endParaRPr>
                    </a:p>
                  </a:txBody>
                  <a:tcPr marL="18287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9525" cap="flat" cmpd="sng">
                      <a:solidFill>
                        <a:schemeClr val="lt1">
                          <a:alpha val="0"/>
                        </a:schemeClr>
                      </a:solidFill>
                      <a:prstDash val="solid"/>
                      <a:round/>
                      <a:headEnd type="none" w="sm" len="sm"/>
                      <a:tailEnd type="none" w="sm" len="sm"/>
                    </a:lnB>
                    <a:solidFill>
                      <a:schemeClr val="accent6"/>
                    </a:solidFill>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9525" cap="flat" cmpd="sng">
                      <a:solidFill>
                        <a:schemeClr val="lt1">
                          <a:alpha val="0"/>
                        </a:scheme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9525" cap="flat" cmpd="sng">
                      <a:solidFill>
                        <a:schemeClr val="lt1">
                          <a:alpha val="0"/>
                        </a:schemeClr>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9525" cap="flat" cmpd="sng">
                      <a:solidFill>
                        <a:schemeClr val="lt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1"/>
                  </a:ext>
                </a:extLst>
              </a:tr>
              <a:tr h="620500">
                <a:tc>
                  <a:txBody>
                    <a:bodyPr/>
                    <a:lstStyle/>
                    <a:p>
                      <a:pPr marL="0" lvl="0" indent="0" algn="l" rtl="0">
                        <a:spcBef>
                          <a:spcPts val="0"/>
                        </a:spcBef>
                        <a:spcAft>
                          <a:spcPts val="0"/>
                        </a:spcAft>
                        <a:buNone/>
                      </a:pPr>
                      <a:r>
                        <a:rPr lang="en" sz="1600">
                          <a:solidFill>
                            <a:schemeClr val="accent5"/>
                          </a:solidFill>
                          <a:latin typeface="Didact Gothic"/>
                          <a:ea typeface="Didact Gothic"/>
                          <a:cs typeface="Didact Gothic"/>
                          <a:sym typeface="Didact Gothic"/>
                        </a:rPr>
                        <a:t>Describe your task 02 here</a:t>
                      </a:r>
                      <a:endParaRPr sz="1600">
                        <a:solidFill>
                          <a:schemeClr val="accent5"/>
                        </a:solidFill>
                        <a:latin typeface="Didact Gothic"/>
                        <a:ea typeface="Didact Gothic"/>
                        <a:cs typeface="Didact Gothic"/>
                        <a:sym typeface="Didact Gothic"/>
                      </a:endParaRPr>
                    </a:p>
                  </a:txBody>
                  <a:tcPr marL="182875" marR="91425" marT="91425" marB="91425" anchor="ctr">
                    <a:lnL w="28575" cap="flat" cmpd="sng">
                      <a:solidFill>
                        <a:schemeClr val="lt1"/>
                      </a:solidFill>
                      <a:prstDash val="solid"/>
                      <a:round/>
                      <a:headEnd type="none" w="sm" len="sm"/>
                      <a:tailEnd type="none" w="sm" len="sm"/>
                    </a:lnL>
                    <a:lnR w="28575" cap="flat" cmpd="sng">
                      <a:solidFill>
                        <a:schemeClr val="lt1"/>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lt1"/>
                      </a:solidFill>
                      <a:prstDash val="solid"/>
                      <a:round/>
                      <a:headEnd type="none" w="sm" len="sm"/>
                      <a:tailEnd type="none" w="sm" len="sm"/>
                    </a:lnL>
                    <a:lnR w="28575" cap="flat" cmpd="sng">
                      <a:solidFill>
                        <a:schemeClr val="lt1"/>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alpha val="0"/>
                        </a:schemeClr>
                      </a:solidFill>
                      <a:prstDash val="solid"/>
                      <a:round/>
                      <a:headEnd type="none" w="sm" len="sm"/>
                      <a:tailEnd type="none" w="sm" len="sm"/>
                    </a:lnB>
                    <a:solidFill>
                      <a:schemeClr val="accent6"/>
                    </a:solidFill>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lt1"/>
                      </a:solidFill>
                      <a:prstDash val="solid"/>
                      <a:round/>
                      <a:headEnd type="none" w="sm" len="sm"/>
                      <a:tailEnd type="none" w="sm" len="sm"/>
                    </a:lnL>
                    <a:lnR w="28575" cap="flat" cmpd="sng">
                      <a:solidFill>
                        <a:schemeClr val="lt1"/>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alpha val="0"/>
                        </a:scheme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lt1"/>
                      </a:solidFill>
                      <a:prstDash val="solid"/>
                      <a:round/>
                      <a:headEnd type="none" w="sm" len="sm"/>
                      <a:tailEnd type="none" w="sm" len="sm"/>
                    </a:lnL>
                    <a:lnR w="28575" cap="flat" cmpd="sng">
                      <a:solidFill>
                        <a:schemeClr val="lt1"/>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alpha val="0"/>
                        </a:schemeClr>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lt1"/>
                      </a:solidFill>
                      <a:prstDash val="solid"/>
                      <a:round/>
                      <a:headEnd type="none" w="sm" len="sm"/>
                      <a:tailEnd type="none" w="sm" len="sm"/>
                    </a:lnL>
                    <a:lnR w="28575" cap="flat" cmpd="sng">
                      <a:solidFill>
                        <a:schemeClr val="lt1"/>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2"/>
                  </a:ext>
                </a:extLst>
              </a:tr>
              <a:tr h="620500">
                <a:tc>
                  <a:txBody>
                    <a:bodyPr/>
                    <a:lstStyle/>
                    <a:p>
                      <a:pPr marL="0" lvl="0" indent="0" algn="l" rtl="0">
                        <a:spcBef>
                          <a:spcPts val="0"/>
                        </a:spcBef>
                        <a:spcAft>
                          <a:spcPts val="0"/>
                        </a:spcAft>
                        <a:buNone/>
                      </a:pPr>
                      <a:r>
                        <a:rPr lang="en" sz="1600">
                          <a:solidFill>
                            <a:schemeClr val="accent5"/>
                          </a:solidFill>
                          <a:latin typeface="Didact Gothic"/>
                          <a:ea typeface="Didact Gothic"/>
                          <a:cs typeface="Didact Gothic"/>
                          <a:sym typeface="Didact Gothic"/>
                        </a:rPr>
                        <a:t>Describe your task 03 here</a:t>
                      </a:r>
                      <a:endParaRPr sz="1600">
                        <a:solidFill>
                          <a:schemeClr val="accent5"/>
                        </a:solidFill>
                        <a:latin typeface="Didact Gothic"/>
                        <a:ea typeface="Didact Gothic"/>
                        <a:cs typeface="Didact Gothic"/>
                        <a:sym typeface="Didact Gothic"/>
                      </a:endParaRPr>
                    </a:p>
                  </a:txBody>
                  <a:tcPr marL="182875" marR="91425" marT="91425" marB="91425" anchor="ctr">
                    <a:lnL w="28575" cap="flat" cmpd="sng">
                      <a:solidFill>
                        <a:schemeClr val="lt1"/>
                      </a:solidFill>
                      <a:prstDash val="solid"/>
                      <a:round/>
                      <a:headEnd type="none" w="sm" len="sm"/>
                      <a:tailEnd type="none" w="sm" len="sm"/>
                    </a:lnL>
                    <a:lnR w="28575" cap="flat" cmpd="sng">
                      <a:solidFill>
                        <a:schemeClr val="lt1"/>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lt1"/>
                      </a:solidFill>
                      <a:prstDash val="solid"/>
                      <a:round/>
                      <a:headEnd type="none" w="sm" len="sm"/>
                      <a:tailEnd type="none" w="sm" len="sm"/>
                    </a:lnL>
                    <a:lnR w="28575" cap="flat" cmpd="sng">
                      <a:solidFill>
                        <a:schemeClr val="lt1"/>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alpha val="0"/>
                        </a:schemeClr>
                      </a:solidFill>
                      <a:prstDash val="solid"/>
                      <a:round/>
                      <a:headEnd type="none" w="sm" len="sm"/>
                      <a:tailEnd type="none" w="sm" len="sm"/>
                    </a:lnB>
                    <a:solidFill>
                      <a:schemeClr val="accent6"/>
                    </a:solidFill>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lt1"/>
                      </a:solidFill>
                      <a:prstDash val="solid"/>
                      <a:round/>
                      <a:headEnd type="none" w="sm" len="sm"/>
                      <a:tailEnd type="none" w="sm" len="sm"/>
                    </a:lnL>
                    <a:lnR w="28575" cap="flat" cmpd="sng">
                      <a:solidFill>
                        <a:schemeClr val="lt1"/>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alpha val="0"/>
                        </a:schemeClr>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lt1"/>
                      </a:solidFill>
                      <a:prstDash val="solid"/>
                      <a:round/>
                      <a:headEnd type="none" w="sm" len="sm"/>
                      <a:tailEnd type="none" w="sm" len="sm"/>
                    </a:lnL>
                    <a:lnR w="28575" cap="flat" cmpd="sng">
                      <a:solidFill>
                        <a:schemeClr val="lt1"/>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alpha val="0"/>
                        </a:schemeClr>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lt1"/>
                      </a:solidFill>
                      <a:prstDash val="solid"/>
                      <a:round/>
                      <a:headEnd type="none" w="sm" len="sm"/>
                      <a:tailEnd type="none" w="sm" len="sm"/>
                    </a:lnL>
                    <a:lnR w="28575" cap="flat" cmpd="sng">
                      <a:solidFill>
                        <a:schemeClr val="lt1"/>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9525" cap="flat" cmpd="sng">
                      <a:solidFill>
                        <a:schemeClr val="lt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3"/>
                  </a:ext>
                </a:extLst>
              </a:tr>
              <a:tr h="620500">
                <a:tc>
                  <a:txBody>
                    <a:bodyPr/>
                    <a:lstStyle/>
                    <a:p>
                      <a:pPr marL="0" lvl="0" indent="0" algn="l" rtl="0">
                        <a:spcBef>
                          <a:spcPts val="0"/>
                        </a:spcBef>
                        <a:spcAft>
                          <a:spcPts val="0"/>
                        </a:spcAft>
                        <a:buClr>
                          <a:schemeClr val="dk1"/>
                        </a:buClr>
                        <a:buSzPts val="1100"/>
                        <a:buFont typeface="Arial"/>
                        <a:buNone/>
                      </a:pPr>
                      <a:r>
                        <a:rPr lang="en" sz="1600">
                          <a:solidFill>
                            <a:schemeClr val="accent5"/>
                          </a:solidFill>
                          <a:latin typeface="Didact Gothic"/>
                          <a:ea typeface="Didact Gothic"/>
                          <a:cs typeface="Didact Gothic"/>
                          <a:sym typeface="Didact Gothic"/>
                        </a:rPr>
                        <a:t>Describe your task 04 here</a:t>
                      </a:r>
                      <a:endParaRPr sz="1600">
                        <a:solidFill>
                          <a:schemeClr val="accent5"/>
                        </a:solidFill>
                        <a:latin typeface="Didact Gothic"/>
                        <a:ea typeface="Didact Gothic"/>
                        <a:cs typeface="Didact Gothic"/>
                        <a:sym typeface="Didact Gothic"/>
                      </a:endParaRPr>
                    </a:p>
                  </a:txBody>
                  <a:tcPr marL="182875" marR="91425" marT="91425" marB="91425" anchor="ctr">
                    <a:lnL w="28575" cap="flat" cmpd="sng">
                      <a:solidFill>
                        <a:schemeClr val="lt1"/>
                      </a:solidFill>
                      <a:prstDash val="solid"/>
                      <a:round/>
                      <a:headEnd type="none" w="sm" len="sm"/>
                      <a:tailEnd type="none" w="sm" len="sm"/>
                    </a:lnL>
                    <a:lnR w="28575" cap="flat" cmpd="sng">
                      <a:solidFill>
                        <a:schemeClr val="lt1"/>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2857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lt1"/>
                      </a:solidFill>
                      <a:prstDash val="solid"/>
                      <a:round/>
                      <a:headEnd type="none" w="sm" len="sm"/>
                      <a:tailEnd type="none" w="sm" len="sm"/>
                    </a:lnL>
                    <a:lnR w="28575" cap="flat" cmpd="sng">
                      <a:solidFill>
                        <a:schemeClr val="lt1"/>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28575" cap="flat" cmpd="sng">
                      <a:solidFill>
                        <a:schemeClr val="lt1"/>
                      </a:solidFill>
                      <a:prstDash val="solid"/>
                      <a:round/>
                      <a:headEnd type="none" w="sm" len="sm"/>
                      <a:tailEnd type="none" w="sm" len="sm"/>
                    </a:lnB>
                    <a:solidFill>
                      <a:schemeClr val="accent6"/>
                    </a:solidFill>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lt1"/>
                      </a:solidFill>
                      <a:prstDash val="solid"/>
                      <a:round/>
                      <a:headEnd type="none" w="sm" len="sm"/>
                      <a:tailEnd type="none" w="sm" len="sm"/>
                    </a:lnL>
                    <a:lnR w="28575" cap="flat" cmpd="sng">
                      <a:solidFill>
                        <a:schemeClr val="lt1"/>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28575" cap="flat" cmpd="sng">
                      <a:solidFill>
                        <a:schemeClr val="lt1"/>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lt1"/>
                      </a:solidFill>
                      <a:prstDash val="solid"/>
                      <a:round/>
                      <a:headEnd type="none" w="sm" len="sm"/>
                      <a:tailEnd type="none" w="sm" len="sm"/>
                    </a:lnL>
                    <a:lnR w="28575" cap="flat" cmpd="sng">
                      <a:solidFill>
                        <a:schemeClr val="lt1"/>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28575" cap="flat" cmpd="sng">
                      <a:solidFill>
                        <a:schemeClr val="l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lt1"/>
                      </a:solidFill>
                      <a:prstDash val="solid"/>
                      <a:round/>
                      <a:headEnd type="none" w="sm" len="sm"/>
                      <a:tailEnd type="none" w="sm" len="sm"/>
                    </a:lnL>
                    <a:lnR w="28575" cap="flat" cmpd="sng">
                      <a:solidFill>
                        <a:schemeClr val="lt1"/>
                      </a:solidFill>
                      <a:prstDash val="solid"/>
                      <a:round/>
                      <a:headEnd type="none" w="sm" len="sm"/>
                      <a:tailEnd type="none" w="sm" len="sm"/>
                    </a:lnR>
                    <a:lnT w="9525" cap="flat" cmpd="sng">
                      <a:solidFill>
                        <a:schemeClr val="lt1">
                          <a:alpha val="0"/>
                        </a:schemeClr>
                      </a:solidFill>
                      <a:prstDash val="solid"/>
                      <a:round/>
                      <a:headEnd type="none" w="sm" len="sm"/>
                      <a:tailEnd type="none" w="sm" len="sm"/>
                    </a:lnT>
                    <a:lnB w="28575" cap="flat" cmpd="sng">
                      <a:solidFill>
                        <a:schemeClr val="lt1"/>
                      </a:solidFill>
                      <a:prstDash val="solid"/>
                      <a:round/>
                      <a:headEnd type="none" w="sm" len="sm"/>
                      <a:tailEnd type="none" w="sm" len="sm"/>
                    </a:lnB>
                    <a:solidFill>
                      <a:schemeClr val="accent3"/>
                    </a:solidFill>
                  </a:tcPr>
                </a:tc>
                <a:extLst>
                  <a:ext uri="{0D108BD9-81ED-4DB2-BD59-A6C34878D82A}">
                    <a16:rowId xmlns:a16="http://schemas.microsoft.com/office/drawing/2014/main" val="10004"/>
                  </a:ext>
                </a:extLst>
              </a:tr>
            </a:tbl>
          </a:graphicData>
        </a:graphic>
      </p:graphicFrame>
      <p:grpSp>
        <p:nvGrpSpPr>
          <p:cNvPr id="2340" name="Google Shape;2340;p82"/>
          <p:cNvGrpSpPr/>
          <p:nvPr/>
        </p:nvGrpSpPr>
        <p:grpSpPr>
          <a:xfrm rot="3610375">
            <a:off x="1340678" y="917468"/>
            <a:ext cx="591326" cy="1432760"/>
            <a:chOff x="9476725" y="44025"/>
            <a:chExt cx="542850" cy="1315200"/>
          </a:xfrm>
        </p:grpSpPr>
        <p:sp>
          <p:nvSpPr>
            <p:cNvPr id="2341" name="Google Shape;2341;p82"/>
            <p:cNvSpPr/>
            <p:nvPr/>
          </p:nvSpPr>
          <p:spPr>
            <a:xfrm>
              <a:off x="9565475" y="577225"/>
              <a:ext cx="311500" cy="743775"/>
            </a:xfrm>
            <a:custGeom>
              <a:avLst/>
              <a:gdLst/>
              <a:ahLst/>
              <a:cxnLst/>
              <a:rect l="l" t="t" r="r" b="b"/>
              <a:pathLst>
                <a:path w="12460" h="29751" extrusionOk="0">
                  <a:moveTo>
                    <a:pt x="8203" y="1"/>
                  </a:moveTo>
                  <a:lnTo>
                    <a:pt x="1" y="29751"/>
                  </a:lnTo>
                  <a:lnTo>
                    <a:pt x="6789" y="29751"/>
                  </a:lnTo>
                  <a:lnTo>
                    <a:pt x="12460" y="247"/>
                  </a:lnTo>
                  <a:lnTo>
                    <a:pt x="8203" y="1"/>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82"/>
            <p:cNvSpPr/>
            <p:nvPr/>
          </p:nvSpPr>
          <p:spPr>
            <a:xfrm>
              <a:off x="9504250" y="44025"/>
              <a:ext cx="515325" cy="1129050"/>
            </a:xfrm>
            <a:custGeom>
              <a:avLst/>
              <a:gdLst/>
              <a:ahLst/>
              <a:cxnLst/>
              <a:rect l="l" t="t" r="r" b="b"/>
              <a:pathLst>
                <a:path w="20613" h="45162" extrusionOk="0">
                  <a:moveTo>
                    <a:pt x="16429" y="0"/>
                  </a:moveTo>
                  <a:cubicBezTo>
                    <a:pt x="14381" y="0"/>
                    <a:pt x="12453" y="1267"/>
                    <a:pt x="11720" y="3298"/>
                  </a:cubicBezTo>
                  <a:cubicBezTo>
                    <a:pt x="11572" y="3660"/>
                    <a:pt x="11474" y="4038"/>
                    <a:pt x="11391" y="4416"/>
                  </a:cubicBezTo>
                  <a:lnTo>
                    <a:pt x="6329" y="22479"/>
                  </a:lnTo>
                  <a:lnTo>
                    <a:pt x="4850" y="27739"/>
                  </a:lnTo>
                  <a:lnTo>
                    <a:pt x="1" y="44915"/>
                  </a:lnTo>
                  <a:lnTo>
                    <a:pt x="8515" y="45162"/>
                  </a:lnTo>
                  <a:lnTo>
                    <a:pt x="13199" y="28594"/>
                  </a:lnTo>
                  <a:lnTo>
                    <a:pt x="14662" y="23383"/>
                  </a:lnTo>
                  <a:lnTo>
                    <a:pt x="20053" y="4350"/>
                  </a:lnTo>
                  <a:cubicBezTo>
                    <a:pt x="20612" y="2706"/>
                    <a:pt x="19774" y="915"/>
                    <a:pt x="18147" y="307"/>
                  </a:cubicBezTo>
                  <a:cubicBezTo>
                    <a:pt x="17581" y="99"/>
                    <a:pt x="17000" y="0"/>
                    <a:pt x="16429" y="0"/>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82"/>
            <p:cNvSpPr/>
            <p:nvPr/>
          </p:nvSpPr>
          <p:spPr>
            <a:xfrm>
              <a:off x="9625475" y="542250"/>
              <a:ext cx="246175" cy="216625"/>
            </a:xfrm>
            <a:custGeom>
              <a:avLst/>
              <a:gdLst/>
              <a:ahLst/>
              <a:cxnLst/>
              <a:rect l="l" t="t" r="r" b="b"/>
              <a:pathLst>
                <a:path w="9847" h="8665" extrusionOk="0">
                  <a:moveTo>
                    <a:pt x="5910" y="1"/>
                  </a:moveTo>
                  <a:cubicBezTo>
                    <a:pt x="4128" y="1"/>
                    <a:pt x="2419" y="932"/>
                    <a:pt x="1480" y="2550"/>
                  </a:cubicBezTo>
                  <a:lnTo>
                    <a:pt x="1" y="7810"/>
                  </a:lnTo>
                  <a:cubicBezTo>
                    <a:pt x="941" y="6201"/>
                    <a:pt x="2656" y="5263"/>
                    <a:pt x="4442" y="5263"/>
                  </a:cubicBezTo>
                  <a:cubicBezTo>
                    <a:pt x="5028" y="5263"/>
                    <a:pt x="5621" y="5364"/>
                    <a:pt x="6197" y="5575"/>
                  </a:cubicBezTo>
                  <a:cubicBezTo>
                    <a:pt x="7496" y="6051"/>
                    <a:pt x="8350" y="7284"/>
                    <a:pt x="8350" y="8665"/>
                  </a:cubicBezTo>
                  <a:lnTo>
                    <a:pt x="9813" y="3454"/>
                  </a:lnTo>
                  <a:cubicBezTo>
                    <a:pt x="9846" y="2057"/>
                    <a:pt x="8991" y="792"/>
                    <a:pt x="7676" y="315"/>
                  </a:cubicBezTo>
                  <a:cubicBezTo>
                    <a:pt x="7097" y="103"/>
                    <a:pt x="6500" y="1"/>
                    <a:pt x="5910" y="1"/>
                  </a:cubicBez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82"/>
            <p:cNvSpPr/>
            <p:nvPr/>
          </p:nvSpPr>
          <p:spPr>
            <a:xfrm>
              <a:off x="9476725" y="1084850"/>
              <a:ext cx="217000" cy="274375"/>
            </a:xfrm>
            <a:custGeom>
              <a:avLst/>
              <a:gdLst/>
              <a:ahLst/>
              <a:cxnLst/>
              <a:rect l="l" t="t" r="r" b="b"/>
              <a:pathLst>
                <a:path w="8680" h="10975" extrusionOk="0">
                  <a:moveTo>
                    <a:pt x="5815" y="0"/>
                  </a:moveTo>
                  <a:cubicBezTo>
                    <a:pt x="4111" y="0"/>
                    <a:pt x="2479" y="871"/>
                    <a:pt x="1546" y="2395"/>
                  </a:cubicBezTo>
                  <a:lnTo>
                    <a:pt x="1118" y="3299"/>
                  </a:lnTo>
                  <a:lnTo>
                    <a:pt x="872" y="4088"/>
                  </a:lnTo>
                  <a:cubicBezTo>
                    <a:pt x="855" y="4137"/>
                    <a:pt x="839" y="4170"/>
                    <a:pt x="839" y="4203"/>
                  </a:cubicBezTo>
                  <a:cubicBezTo>
                    <a:pt x="1" y="7884"/>
                    <a:pt x="2400" y="10761"/>
                    <a:pt x="6246" y="10975"/>
                  </a:cubicBezTo>
                  <a:lnTo>
                    <a:pt x="7529" y="5698"/>
                  </a:lnTo>
                  <a:lnTo>
                    <a:pt x="8679" y="1030"/>
                  </a:lnTo>
                  <a:cubicBezTo>
                    <a:pt x="8350" y="702"/>
                    <a:pt x="7972" y="455"/>
                    <a:pt x="7545" y="307"/>
                  </a:cubicBezTo>
                  <a:cubicBezTo>
                    <a:pt x="6976" y="100"/>
                    <a:pt x="6391" y="0"/>
                    <a:pt x="5815" y="0"/>
                  </a:cubicBezTo>
                  <a:close/>
                </a:path>
              </a:pathLst>
            </a:custGeom>
            <a:solidFill>
              <a:schemeClr val="accent6"/>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82"/>
            <p:cNvSpPr/>
            <p:nvPr/>
          </p:nvSpPr>
          <p:spPr>
            <a:xfrm>
              <a:off x="9622600" y="1088400"/>
              <a:ext cx="105225" cy="138925"/>
            </a:xfrm>
            <a:custGeom>
              <a:avLst/>
              <a:gdLst/>
              <a:ahLst/>
              <a:cxnLst/>
              <a:rect l="l" t="t" r="r" b="b"/>
              <a:pathLst>
                <a:path w="4209" h="5557" extrusionOk="0">
                  <a:moveTo>
                    <a:pt x="1200" y="1"/>
                  </a:moveTo>
                  <a:lnTo>
                    <a:pt x="264" y="3798"/>
                  </a:lnTo>
                  <a:cubicBezTo>
                    <a:pt x="1" y="4455"/>
                    <a:pt x="346" y="5195"/>
                    <a:pt x="1020" y="5441"/>
                  </a:cubicBezTo>
                  <a:cubicBezTo>
                    <a:pt x="1233" y="5524"/>
                    <a:pt x="1463" y="5556"/>
                    <a:pt x="1710" y="5556"/>
                  </a:cubicBezTo>
                  <a:cubicBezTo>
                    <a:pt x="2548" y="5556"/>
                    <a:pt x="3304" y="5030"/>
                    <a:pt x="3600" y="4241"/>
                  </a:cubicBezTo>
                  <a:lnTo>
                    <a:pt x="3600" y="4225"/>
                  </a:lnTo>
                  <a:cubicBezTo>
                    <a:pt x="4208" y="2581"/>
                    <a:pt x="3354" y="757"/>
                    <a:pt x="1710" y="165"/>
                  </a:cubicBezTo>
                  <a:cubicBezTo>
                    <a:pt x="1546" y="99"/>
                    <a:pt x="1381" y="50"/>
                    <a:pt x="1200" y="1"/>
                  </a:cubicBezTo>
                  <a:close/>
                </a:path>
              </a:pathLst>
            </a:custGeom>
            <a:solidFill>
              <a:schemeClr val="accent1"/>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82"/>
            <p:cNvSpPr/>
            <p:nvPr/>
          </p:nvSpPr>
          <p:spPr>
            <a:xfrm>
              <a:off x="9629175" y="1088400"/>
              <a:ext cx="54275" cy="96600"/>
            </a:xfrm>
            <a:custGeom>
              <a:avLst/>
              <a:gdLst/>
              <a:ahLst/>
              <a:cxnLst/>
              <a:rect l="l" t="t" r="r" b="b"/>
              <a:pathLst>
                <a:path w="2171" h="3864" extrusionOk="0">
                  <a:moveTo>
                    <a:pt x="954" y="1"/>
                  </a:moveTo>
                  <a:lnTo>
                    <a:pt x="1" y="3798"/>
                  </a:lnTo>
                  <a:cubicBezTo>
                    <a:pt x="118" y="3472"/>
                    <a:pt x="432" y="3260"/>
                    <a:pt x="770" y="3260"/>
                  </a:cubicBezTo>
                  <a:cubicBezTo>
                    <a:pt x="858" y="3260"/>
                    <a:pt x="948" y="3274"/>
                    <a:pt x="1036" y="3305"/>
                  </a:cubicBezTo>
                  <a:cubicBezTo>
                    <a:pt x="1250" y="3387"/>
                    <a:pt x="1398" y="3617"/>
                    <a:pt x="1365" y="3863"/>
                  </a:cubicBezTo>
                  <a:lnTo>
                    <a:pt x="2170" y="527"/>
                  </a:lnTo>
                  <a:cubicBezTo>
                    <a:pt x="1940" y="379"/>
                    <a:pt x="1710" y="247"/>
                    <a:pt x="1447" y="165"/>
                  </a:cubicBezTo>
                  <a:cubicBezTo>
                    <a:pt x="1283" y="99"/>
                    <a:pt x="1118" y="50"/>
                    <a:pt x="954" y="1"/>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82"/>
            <p:cNvSpPr/>
            <p:nvPr/>
          </p:nvSpPr>
          <p:spPr>
            <a:xfrm>
              <a:off x="9652175" y="1172650"/>
              <a:ext cx="11550" cy="20250"/>
            </a:xfrm>
            <a:custGeom>
              <a:avLst/>
              <a:gdLst/>
              <a:ahLst/>
              <a:cxnLst/>
              <a:rect l="l" t="t" r="r" b="b"/>
              <a:pathLst>
                <a:path w="462" h="810" extrusionOk="0">
                  <a:moveTo>
                    <a:pt x="231" y="0"/>
                  </a:moveTo>
                  <a:lnTo>
                    <a:pt x="1" y="789"/>
                  </a:lnTo>
                  <a:cubicBezTo>
                    <a:pt x="36" y="803"/>
                    <a:pt x="72" y="810"/>
                    <a:pt x="107" y="810"/>
                  </a:cubicBezTo>
                  <a:cubicBezTo>
                    <a:pt x="237" y="810"/>
                    <a:pt x="360" y="721"/>
                    <a:pt x="412" y="592"/>
                  </a:cubicBezTo>
                  <a:cubicBezTo>
                    <a:pt x="428" y="559"/>
                    <a:pt x="428" y="526"/>
                    <a:pt x="445" y="493"/>
                  </a:cubicBezTo>
                  <a:cubicBezTo>
                    <a:pt x="461" y="296"/>
                    <a:pt x="379" y="115"/>
                    <a:pt x="231" y="0"/>
                  </a:cubicBezTo>
                  <a:close/>
                </a:path>
              </a:pathLst>
            </a:custGeom>
            <a:solidFill>
              <a:srgbClr val="FFFFFF"/>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82"/>
            <p:cNvSpPr/>
            <p:nvPr/>
          </p:nvSpPr>
          <p:spPr>
            <a:xfrm>
              <a:off x="9477125" y="1073200"/>
              <a:ext cx="246575" cy="286025"/>
            </a:xfrm>
            <a:custGeom>
              <a:avLst/>
              <a:gdLst/>
              <a:ahLst/>
              <a:cxnLst/>
              <a:rect l="l" t="t" r="r" b="b"/>
              <a:pathLst>
                <a:path w="9863" h="11441" fill="none" extrusionOk="0">
                  <a:moveTo>
                    <a:pt x="7003" y="4784"/>
                  </a:moveTo>
                  <a:cubicBezTo>
                    <a:pt x="7167" y="4833"/>
                    <a:pt x="7348" y="4751"/>
                    <a:pt x="7414" y="4587"/>
                  </a:cubicBezTo>
                  <a:cubicBezTo>
                    <a:pt x="7414" y="4554"/>
                    <a:pt x="7430" y="4521"/>
                    <a:pt x="7430" y="4488"/>
                  </a:cubicBezTo>
                  <a:cubicBezTo>
                    <a:pt x="7463" y="4291"/>
                    <a:pt x="7381" y="4093"/>
                    <a:pt x="7233" y="3995"/>
                  </a:cubicBezTo>
                  <a:cubicBezTo>
                    <a:pt x="7200" y="3962"/>
                    <a:pt x="7151" y="3945"/>
                    <a:pt x="7118" y="3929"/>
                  </a:cubicBezTo>
                  <a:cubicBezTo>
                    <a:pt x="6691" y="3781"/>
                    <a:pt x="6230" y="3995"/>
                    <a:pt x="6083" y="4406"/>
                  </a:cubicBezTo>
                  <a:cubicBezTo>
                    <a:pt x="5836" y="5080"/>
                    <a:pt x="6181" y="5819"/>
                    <a:pt x="6855" y="6049"/>
                  </a:cubicBezTo>
                  <a:cubicBezTo>
                    <a:pt x="7069" y="6132"/>
                    <a:pt x="7299" y="6181"/>
                    <a:pt x="7529" y="6181"/>
                  </a:cubicBezTo>
                  <a:cubicBezTo>
                    <a:pt x="8384" y="6181"/>
                    <a:pt x="9140" y="5655"/>
                    <a:pt x="9436" y="4849"/>
                  </a:cubicBezTo>
                  <a:cubicBezTo>
                    <a:pt x="9863" y="3683"/>
                    <a:pt x="9567" y="2368"/>
                    <a:pt x="8680" y="1496"/>
                  </a:cubicBezTo>
                  <a:cubicBezTo>
                    <a:pt x="8548" y="1365"/>
                    <a:pt x="8417" y="1250"/>
                    <a:pt x="8269" y="1151"/>
                  </a:cubicBezTo>
                  <a:cubicBezTo>
                    <a:pt x="8038" y="1003"/>
                    <a:pt x="7808" y="872"/>
                    <a:pt x="7545" y="790"/>
                  </a:cubicBezTo>
                  <a:cubicBezTo>
                    <a:pt x="7381" y="724"/>
                    <a:pt x="7217" y="675"/>
                    <a:pt x="7052" y="625"/>
                  </a:cubicBezTo>
                  <a:cubicBezTo>
                    <a:pt x="4554" y="1"/>
                    <a:pt x="1990" y="1349"/>
                    <a:pt x="1119" y="3765"/>
                  </a:cubicBezTo>
                  <a:cubicBezTo>
                    <a:pt x="1020" y="4028"/>
                    <a:pt x="938" y="4291"/>
                    <a:pt x="872" y="4570"/>
                  </a:cubicBezTo>
                  <a:cubicBezTo>
                    <a:pt x="872" y="4603"/>
                    <a:pt x="856" y="4636"/>
                    <a:pt x="856" y="4685"/>
                  </a:cubicBezTo>
                  <a:cubicBezTo>
                    <a:pt x="1" y="8350"/>
                    <a:pt x="2401" y="11227"/>
                    <a:pt x="6263" y="11441"/>
                  </a:cubicBezTo>
                </a:path>
              </a:pathLst>
            </a:custGeom>
            <a:noFill/>
            <a:ln w="19050" cap="flat" cmpd="sng">
              <a:solidFill>
                <a:schemeClr val="accent5"/>
              </a:solidFill>
              <a:prstDash val="solid"/>
              <a:miter lim="1643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82"/>
            <p:cNvSpPr/>
            <p:nvPr/>
          </p:nvSpPr>
          <p:spPr>
            <a:xfrm>
              <a:off x="9701075" y="566800"/>
              <a:ext cx="125775" cy="78850"/>
            </a:xfrm>
            <a:custGeom>
              <a:avLst/>
              <a:gdLst/>
              <a:ahLst/>
              <a:cxnLst/>
              <a:rect l="l" t="t" r="r" b="b"/>
              <a:pathLst>
                <a:path w="5031" h="3154" extrusionOk="0">
                  <a:moveTo>
                    <a:pt x="2459" y="0"/>
                  </a:moveTo>
                  <a:cubicBezTo>
                    <a:pt x="1340" y="0"/>
                    <a:pt x="375" y="541"/>
                    <a:pt x="198" y="1305"/>
                  </a:cubicBezTo>
                  <a:cubicBezTo>
                    <a:pt x="1" y="2177"/>
                    <a:pt x="889" y="2998"/>
                    <a:pt x="2154" y="3130"/>
                  </a:cubicBezTo>
                  <a:cubicBezTo>
                    <a:pt x="2290" y="3146"/>
                    <a:pt x="2424" y="3153"/>
                    <a:pt x="2556" y="3153"/>
                  </a:cubicBezTo>
                  <a:cubicBezTo>
                    <a:pt x="3676" y="3153"/>
                    <a:pt x="4642" y="2612"/>
                    <a:pt x="4833" y="1848"/>
                  </a:cubicBezTo>
                  <a:cubicBezTo>
                    <a:pt x="5031" y="977"/>
                    <a:pt x="4143" y="155"/>
                    <a:pt x="2861" y="23"/>
                  </a:cubicBezTo>
                  <a:cubicBezTo>
                    <a:pt x="2725" y="8"/>
                    <a:pt x="2591" y="0"/>
                    <a:pt x="2459" y="0"/>
                  </a:cubicBez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82"/>
            <p:cNvSpPr/>
            <p:nvPr/>
          </p:nvSpPr>
          <p:spPr>
            <a:xfrm>
              <a:off x="9725325" y="582175"/>
              <a:ext cx="76875" cy="48075"/>
            </a:xfrm>
            <a:custGeom>
              <a:avLst/>
              <a:gdLst/>
              <a:ahLst/>
              <a:cxnLst/>
              <a:rect l="l" t="t" r="r" b="b"/>
              <a:pathLst>
                <a:path w="3075" h="1923" extrusionOk="0">
                  <a:moveTo>
                    <a:pt x="1500" y="0"/>
                  </a:moveTo>
                  <a:cubicBezTo>
                    <a:pt x="817" y="0"/>
                    <a:pt x="234" y="338"/>
                    <a:pt x="132" y="806"/>
                  </a:cubicBezTo>
                  <a:cubicBezTo>
                    <a:pt x="1" y="1331"/>
                    <a:pt x="543" y="1825"/>
                    <a:pt x="1316" y="1907"/>
                  </a:cubicBezTo>
                  <a:cubicBezTo>
                    <a:pt x="1403" y="1918"/>
                    <a:pt x="1490" y="1923"/>
                    <a:pt x="1576" y="1923"/>
                  </a:cubicBezTo>
                  <a:cubicBezTo>
                    <a:pt x="2261" y="1923"/>
                    <a:pt x="2857" y="1585"/>
                    <a:pt x="2959" y="1118"/>
                  </a:cubicBezTo>
                  <a:cubicBezTo>
                    <a:pt x="3074" y="592"/>
                    <a:pt x="2532" y="99"/>
                    <a:pt x="1759" y="17"/>
                  </a:cubicBezTo>
                  <a:cubicBezTo>
                    <a:pt x="1672" y="6"/>
                    <a:pt x="1585" y="0"/>
                    <a:pt x="1500" y="0"/>
                  </a:cubicBez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1" name="Google Shape;2351;p82"/>
          <p:cNvGrpSpPr/>
          <p:nvPr/>
        </p:nvGrpSpPr>
        <p:grpSpPr>
          <a:xfrm rot="3173444" flipH="1">
            <a:off x="2598320" y="1201995"/>
            <a:ext cx="864799" cy="693025"/>
            <a:chOff x="10049025" y="922900"/>
            <a:chExt cx="537625" cy="430800"/>
          </a:xfrm>
        </p:grpSpPr>
        <p:sp>
          <p:nvSpPr>
            <p:cNvPr id="2352" name="Google Shape;2352;p82"/>
            <p:cNvSpPr/>
            <p:nvPr/>
          </p:nvSpPr>
          <p:spPr>
            <a:xfrm>
              <a:off x="10056525" y="930425"/>
              <a:ext cx="521975" cy="331475"/>
            </a:xfrm>
            <a:custGeom>
              <a:avLst/>
              <a:gdLst/>
              <a:ahLst/>
              <a:cxnLst/>
              <a:rect l="l" t="t" r="r" b="b"/>
              <a:pathLst>
                <a:path w="20879" h="13259" extrusionOk="0">
                  <a:moveTo>
                    <a:pt x="14412" y="0"/>
                  </a:moveTo>
                  <a:lnTo>
                    <a:pt x="1" y="226"/>
                  </a:lnTo>
                  <a:cubicBezTo>
                    <a:pt x="1254" y="2506"/>
                    <a:pt x="2407" y="4812"/>
                    <a:pt x="3334" y="7218"/>
                  </a:cubicBezTo>
                  <a:lnTo>
                    <a:pt x="12532" y="13258"/>
                  </a:lnTo>
                  <a:lnTo>
                    <a:pt x="20878" y="12757"/>
                  </a:lnTo>
                  <a:lnTo>
                    <a:pt x="144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82"/>
            <p:cNvSpPr/>
            <p:nvPr/>
          </p:nvSpPr>
          <p:spPr>
            <a:xfrm>
              <a:off x="10049025" y="922900"/>
              <a:ext cx="537625" cy="347150"/>
            </a:xfrm>
            <a:custGeom>
              <a:avLst/>
              <a:gdLst/>
              <a:ahLst/>
              <a:cxnLst/>
              <a:rect l="l" t="t" r="r" b="b"/>
              <a:pathLst>
                <a:path w="21505" h="13886" extrusionOk="0">
                  <a:moveTo>
                    <a:pt x="14574" y="527"/>
                  </a:moveTo>
                  <a:cubicBezTo>
                    <a:pt x="16433" y="4242"/>
                    <a:pt x="18292" y="7862"/>
                    <a:pt x="20151" y="11579"/>
                  </a:cubicBezTo>
                  <a:cubicBezTo>
                    <a:pt x="20376" y="11973"/>
                    <a:pt x="20614" y="12366"/>
                    <a:pt x="20804" y="12760"/>
                  </a:cubicBezTo>
                  <a:lnTo>
                    <a:pt x="20804" y="12760"/>
                  </a:lnTo>
                  <a:cubicBezTo>
                    <a:pt x="18222" y="12953"/>
                    <a:pt x="15639" y="13167"/>
                    <a:pt x="13033" y="13359"/>
                  </a:cubicBezTo>
                  <a:lnTo>
                    <a:pt x="12933" y="13359"/>
                  </a:lnTo>
                  <a:cubicBezTo>
                    <a:pt x="12832" y="13359"/>
                    <a:pt x="12732" y="13259"/>
                    <a:pt x="12732" y="13259"/>
                  </a:cubicBezTo>
                  <a:cubicBezTo>
                    <a:pt x="12206" y="12933"/>
                    <a:pt x="11780" y="12632"/>
                    <a:pt x="11379" y="12306"/>
                  </a:cubicBezTo>
                  <a:cubicBezTo>
                    <a:pt x="9800" y="11379"/>
                    <a:pt x="8346" y="10326"/>
                    <a:pt x="6892" y="9399"/>
                  </a:cubicBezTo>
                  <a:cubicBezTo>
                    <a:pt x="5891" y="8707"/>
                    <a:pt x="4889" y="8106"/>
                    <a:pt x="3909" y="7402"/>
                  </a:cubicBezTo>
                  <a:lnTo>
                    <a:pt x="3909" y="7402"/>
                  </a:lnTo>
                  <a:cubicBezTo>
                    <a:pt x="2933" y="5179"/>
                    <a:pt x="1872" y="2958"/>
                    <a:pt x="726" y="817"/>
                  </a:cubicBezTo>
                  <a:lnTo>
                    <a:pt x="726" y="817"/>
                  </a:lnTo>
                  <a:cubicBezTo>
                    <a:pt x="4768" y="720"/>
                    <a:pt x="8788" y="623"/>
                    <a:pt x="12832" y="527"/>
                  </a:cubicBezTo>
                  <a:close/>
                  <a:moveTo>
                    <a:pt x="14712" y="0"/>
                  </a:moveTo>
                  <a:cubicBezTo>
                    <a:pt x="10527" y="101"/>
                    <a:pt x="6366" y="201"/>
                    <a:pt x="2181" y="301"/>
                  </a:cubicBezTo>
                  <a:lnTo>
                    <a:pt x="301" y="301"/>
                  </a:lnTo>
                  <a:cubicBezTo>
                    <a:pt x="100" y="301"/>
                    <a:pt x="0" y="527"/>
                    <a:pt x="100" y="727"/>
                  </a:cubicBezTo>
                  <a:cubicBezTo>
                    <a:pt x="1343" y="2890"/>
                    <a:pt x="2364" y="5176"/>
                    <a:pt x="3408" y="7560"/>
                  </a:cubicBezTo>
                  <a:lnTo>
                    <a:pt x="3408" y="7560"/>
                  </a:lnTo>
                  <a:cubicBezTo>
                    <a:pt x="3411" y="7606"/>
                    <a:pt x="3428" y="7647"/>
                    <a:pt x="3462" y="7679"/>
                  </a:cubicBezTo>
                  <a:lnTo>
                    <a:pt x="3462" y="7679"/>
                  </a:lnTo>
                  <a:cubicBezTo>
                    <a:pt x="3505" y="7746"/>
                    <a:pt x="3576" y="7784"/>
                    <a:pt x="3651" y="7796"/>
                  </a:cubicBezTo>
                  <a:lnTo>
                    <a:pt x="3651" y="7796"/>
                  </a:lnTo>
                  <a:cubicBezTo>
                    <a:pt x="6015" y="9352"/>
                    <a:pt x="8285" y="10978"/>
                    <a:pt x="10652" y="12532"/>
                  </a:cubicBezTo>
                  <a:cubicBezTo>
                    <a:pt x="11153" y="12832"/>
                    <a:pt x="11679" y="13259"/>
                    <a:pt x="12206" y="13559"/>
                  </a:cubicBezTo>
                  <a:cubicBezTo>
                    <a:pt x="12406" y="13685"/>
                    <a:pt x="12632" y="13885"/>
                    <a:pt x="12832" y="13885"/>
                  </a:cubicBezTo>
                  <a:cubicBezTo>
                    <a:pt x="13258" y="13885"/>
                    <a:pt x="13785" y="13785"/>
                    <a:pt x="14286" y="13785"/>
                  </a:cubicBezTo>
                  <a:cubicBezTo>
                    <a:pt x="15138" y="13685"/>
                    <a:pt x="16065" y="13685"/>
                    <a:pt x="16918" y="13559"/>
                  </a:cubicBezTo>
                  <a:cubicBezTo>
                    <a:pt x="18371" y="13459"/>
                    <a:pt x="19725" y="13359"/>
                    <a:pt x="21178" y="13259"/>
                  </a:cubicBezTo>
                  <a:cubicBezTo>
                    <a:pt x="21404" y="13259"/>
                    <a:pt x="21504" y="13058"/>
                    <a:pt x="21404" y="12933"/>
                  </a:cubicBezTo>
                  <a:lnTo>
                    <a:pt x="15765" y="1654"/>
                  </a:lnTo>
                  <a:cubicBezTo>
                    <a:pt x="15439" y="1153"/>
                    <a:pt x="15138" y="627"/>
                    <a:pt x="14912" y="101"/>
                  </a:cubicBezTo>
                  <a:cubicBezTo>
                    <a:pt x="14812" y="101"/>
                    <a:pt x="14812" y="0"/>
                    <a:pt x="147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82"/>
            <p:cNvSpPr/>
            <p:nvPr/>
          </p:nvSpPr>
          <p:spPr>
            <a:xfrm>
              <a:off x="10351650" y="961750"/>
              <a:ext cx="44500" cy="75825"/>
            </a:xfrm>
            <a:custGeom>
              <a:avLst/>
              <a:gdLst/>
              <a:ahLst/>
              <a:cxnLst/>
              <a:rect l="l" t="t" r="r" b="b"/>
              <a:pathLst>
                <a:path w="1780" h="3033" extrusionOk="0">
                  <a:moveTo>
                    <a:pt x="1780" y="0"/>
                  </a:moveTo>
                  <a:lnTo>
                    <a:pt x="1780" y="0"/>
                  </a:lnTo>
                  <a:cubicBezTo>
                    <a:pt x="1153" y="953"/>
                    <a:pt x="527" y="1980"/>
                    <a:pt x="0" y="3033"/>
                  </a:cubicBezTo>
                  <a:lnTo>
                    <a:pt x="1780" y="0"/>
                  </a:ln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82"/>
            <p:cNvSpPr/>
            <p:nvPr/>
          </p:nvSpPr>
          <p:spPr>
            <a:xfrm>
              <a:off x="10344450" y="955525"/>
              <a:ext cx="60000" cy="88025"/>
            </a:xfrm>
            <a:custGeom>
              <a:avLst/>
              <a:gdLst/>
              <a:ahLst/>
              <a:cxnLst/>
              <a:rect l="l" t="t" r="r" b="b"/>
              <a:pathLst>
                <a:path w="2400" h="3521" extrusionOk="0">
                  <a:moveTo>
                    <a:pt x="2109" y="0"/>
                  </a:moveTo>
                  <a:cubicBezTo>
                    <a:pt x="2021" y="0"/>
                    <a:pt x="1921" y="44"/>
                    <a:pt x="1842" y="149"/>
                  </a:cubicBezTo>
                  <a:cubicBezTo>
                    <a:pt x="1216" y="1101"/>
                    <a:pt x="589" y="2129"/>
                    <a:pt x="88" y="3182"/>
                  </a:cubicBezTo>
                  <a:cubicBezTo>
                    <a:pt x="1" y="3321"/>
                    <a:pt x="180" y="3520"/>
                    <a:pt x="331" y="3520"/>
                  </a:cubicBezTo>
                  <a:cubicBezTo>
                    <a:pt x="397" y="3520"/>
                    <a:pt x="458" y="3482"/>
                    <a:pt x="489" y="3382"/>
                  </a:cubicBezTo>
                  <a:cubicBezTo>
                    <a:pt x="1116" y="2354"/>
                    <a:pt x="1642" y="1302"/>
                    <a:pt x="2268" y="349"/>
                  </a:cubicBezTo>
                  <a:cubicBezTo>
                    <a:pt x="2399" y="154"/>
                    <a:pt x="2274" y="0"/>
                    <a:pt x="21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82"/>
            <p:cNvSpPr/>
            <p:nvPr/>
          </p:nvSpPr>
          <p:spPr>
            <a:xfrm>
              <a:off x="10098525" y="969875"/>
              <a:ext cx="31350" cy="33875"/>
            </a:xfrm>
            <a:custGeom>
              <a:avLst/>
              <a:gdLst/>
              <a:ahLst/>
              <a:cxnLst/>
              <a:rect l="l" t="t" r="r" b="b"/>
              <a:pathLst>
                <a:path w="1254" h="1355" extrusionOk="0">
                  <a:moveTo>
                    <a:pt x="0" y="1"/>
                  </a:moveTo>
                  <a:lnTo>
                    <a:pt x="0" y="1"/>
                  </a:lnTo>
                  <a:cubicBezTo>
                    <a:pt x="401" y="527"/>
                    <a:pt x="827" y="928"/>
                    <a:pt x="1253" y="1354"/>
                  </a:cubicBezTo>
                  <a:lnTo>
                    <a:pt x="0" y="1"/>
                  </a:ln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82"/>
            <p:cNvSpPr/>
            <p:nvPr/>
          </p:nvSpPr>
          <p:spPr>
            <a:xfrm>
              <a:off x="10090375" y="965025"/>
              <a:ext cx="44500" cy="45625"/>
            </a:xfrm>
            <a:custGeom>
              <a:avLst/>
              <a:gdLst/>
              <a:ahLst/>
              <a:cxnLst/>
              <a:rect l="l" t="t" r="r" b="b"/>
              <a:pathLst>
                <a:path w="1780" h="1825" extrusionOk="0">
                  <a:moveTo>
                    <a:pt x="323" y="1"/>
                  </a:moveTo>
                  <a:cubicBezTo>
                    <a:pt x="245" y="1"/>
                    <a:pt x="163" y="32"/>
                    <a:pt x="101" y="95"/>
                  </a:cubicBezTo>
                  <a:cubicBezTo>
                    <a:pt x="0" y="195"/>
                    <a:pt x="0" y="295"/>
                    <a:pt x="101" y="396"/>
                  </a:cubicBezTo>
                  <a:cubicBezTo>
                    <a:pt x="527" y="822"/>
                    <a:pt x="953" y="1348"/>
                    <a:pt x="1354" y="1749"/>
                  </a:cubicBezTo>
                  <a:cubicBezTo>
                    <a:pt x="1416" y="1799"/>
                    <a:pt x="1498" y="1824"/>
                    <a:pt x="1576" y="1824"/>
                  </a:cubicBezTo>
                  <a:cubicBezTo>
                    <a:pt x="1654" y="1824"/>
                    <a:pt x="1730" y="1799"/>
                    <a:pt x="1780" y="1749"/>
                  </a:cubicBezTo>
                  <a:lnTo>
                    <a:pt x="1780" y="1348"/>
                  </a:lnTo>
                  <a:lnTo>
                    <a:pt x="527" y="95"/>
                  </a:lnTo>
                  <a:cubicBezTo>
                    <a:pt x="476" y="32"/>
                    <a:pt x="401" y="1"/>
                    <a:pt x="3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82"/>
            <p:cNvSpPr/>
            <p:nvPr/>
          </p:nvSpPr>
          <p:spPr>
            <a:xfrm>
              <a:off x="10479475" y="1207350"/>
              <a:ext cx="57675" cy="15700"/>
            </a:xfrm>
            <a:custGeom>
              <a:avLst/>
              <a:gdLst/>
              <a:ahLst/>
              <a:cxnLst/>
              <a:rect l="l" t="t" r="r" b="b"/>
              <a:pathLst>
                <a:path w="2307" h="628" extrusionOk="0">
                  <a:moveTo>
                    <a:pt x="0" y="1"/>
                  </a:moveTo>
                  <a:lnTo>
                    <a:pt x="2306" y="627"/>
                  </a:lnTo>
                  <a:cubicBezTo>
                    <a:pt x="1579" y="427"/>
                    <a:pt x="827" y="201"/>
                    <a:pt x="0" y="1"/>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82"/>
            <p:cNvSpPr/>
            <p:nvPr/>
          </p:nvSpPr>
          <p:spPr>
            <a:xfrm>
              <a:off x="10474450" y="1201025"/>
              <a:ext cx="67700" cy="28075"/>
            </a:xfrm>
            <a:custGeom>
              <a:avLst/>
              <a:gdLst/>
              <a:ahLst/>
              <a:cxnLst/>
              <a:rect l="l" t="t" r="r" b="b"/>
              <a:pathLst>
                <a:path w="2708" h="1123" extrusionOk="0">
                  <a:moveTo>
                    <a:pt x="193" y="1"/>
                  </a:moveTo>
                  <a:cubicBezTo>
                    <a:pt x="99" y="1"/>
                    <a:pt x="1" y="83"/>
                    <a:pt x="1" y="154"/>
                  </a:cubicBezTo>
                  <a:cubicBezTo>
                    <a:pt x="1" y="354"/>
                    <a:pt x="1" y="454"/>
                    <a:pt x="201" y="555"/>
                  </a:cubicBezTo>
                  <a:cubicBezTo>
                    <a:pt x="928" y="680"/>
                    <a:pt x="1655" y="880"/>
                    <a:pt x="2407" y="1081"/>
                  </a:cubicBezTo>
                  <a:cubicBezTo>
                    <a:pt x="2436" y="1110"/>
                    <a:pt x="2474" y="1122"/>
                    <a:pt x="2513" y="1122"/>
                  </a:cubicBezTo>
                  <a:cubicBezTo>
                    <a:pt x="2607" y="1122"/>
                    <a:pt x="2708" y="1052"/>
                    <a:pt x="2708" y="981"/>
                  </a:cubicBezTo>
                  <a:cubicBezTo>
                    <a:pt x="2708" y="780"/>
                    <a:pt x="2708" y="680"/>
                    <a:pt x="2507" y="555"/>
                  </a:cubicBezTo>
                  <a:cubicBezTo>
                    <a:pt x="1780" y="354"/>
                    <a:pt x="1028" y="154"/>
                    <a:pt x="302" y="53"/>
                  </a:cubicBezTo>
                  <a:cubicBezTo>
                    <a:pt x="272" y="16"/>
                    <a:pt x="233" y="1"/>
                    <a:pt x="1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82"/>
            <p:cNvSpPr/>
            <p:nvPr/>
          </p:nvSpPr>
          <p:spPr>
            <a:xfrm>
              <a:off x="10074700" y="1008725"/>
              <a:ext cx="384125" cy="339625"/>
            </a:xfrm>
            <a:custGeom>
              <a:avLst/>
              <a:gdLst/>
              <a:ahLst/>
              <a:cxnLst/>
              <a:rect l="l" t="t" r="r" b="b"/>
              <a:pathLst>
                <a:path w="15365" h="13585" extrusionOk="0">
                  <a:moveTo>
                    <a:pt x="3359" y="1"/>
                  </a:moveTo>
                  <a:cubicBezTo>
                    <a:pt x="1981" y="2206"/>
                    <a:pt x="853" y="4487"/>
                    <a:pt x="1" y="6793"/>
                  </a:cubicBezTo>
                  <a:cubicBezTo>
                    <a:pt x="1" y="6793"/>
                    <a:pt x="1154" y="8998"/>
                    <a:pt x="4286" y="11079"/>
                  </a:cubicBezTo>
                  <a:cubicBezTo>
                    <a:pt x="7319" y="13159"/>
                    <a:pt x="10026" y="13585"/>
                    <a:pt x="10026" y="13585"/>
                  </a:cubicBezTo>
                  <a:cubicBezTo>
                    <a:pt x="12006" y="11906"/>
                    <a:pt x="14111" y="9725"/>
                    <a:pt x="15364" y="7520"/>
                  </a:cubicBezTo>
                  <a:cubicBezTo>
                    <a:pt x="15364" y="7520"/>
                    <a:pt x="13585" y="3986"/>
                    <a:pt x="10251" y="1981"/>
                  </a:cubicBezTo>
                  <a:cubicBezTo>
                    <a:pt x="6893" y="101"/>
                    <a:pt x="3359" y="1"/>
                    <a:pt x="33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82"/>
            <p:cNvSpPr/>
            <p:nvPr/>
          </p:nvSpPr>
          <p:spPr>
            <a:xfrm>
              <a:off x="10067175" y="1002600"/>
              <a:ext cx="399150" cy="351100"/>
            </a:xfrm>
            <a:custGeom>
              <a:avLst/>
              <a:gdLst/>
              <a:ahLst/>
              <a:cxnLst/>
              <a:rect l="l" t="t" r="r" b="b"/>
              <a:pathLst>
                <a:path w="15966" h="14044" extrusionOk="0">
                  <a:moveTo>
                    <a:pt x="3795" y="575"/>
                  </a:moveTo>
                  <a:cubicBezTo>
                    <a:pt x="8594" y="722"/>
                    <a:pt x="13202" y="3473"/>
                    <a:pt x="15385" y="7757"/>
                  </a:cubicBezTo>
                  <a:lnTo>
                    <a:pt x="15385" y="7757"/>
                  </a:lnTo>
                  <a:cubicBezTo>
                    <a:pt x="14070" y="9966"/>
                    <a:pt x="12272" y="11875"/>
                    <a:pt x="10281" y="13504"/>
                  </a:cubicBezTo>
                  <a:lnTo>
                    <a:pt x="10227" y="13504"/>
                  </a:lnTo>
                  <a:cubicBezTo>
                    <a:pt x="10126" y="13504"/>
                    <a:pt x="10026" y="13404"/>
                    <a:pt x="9801" y="13404"/>
                  </a:cubicBezTo>
                  <a:cubicBezTo>
                    <a:pt x="9400" y="13304"/>
                    <a:pt x="8973" y="13203"/>
                    <a:pt x="8447" y="13003"/>
                  </a:cubicBezTo>
                  <a:cubicBezTo>
                    <a:pt x="6993" y="12477"/>
                    <a:pt x="5540" y="11750"/>
                    <a:pt x="4161" y="10697"/>
                  </a:cubicBezTo>
                  <a:cubicBezTo>
                    <a:pt x="3034" y="9870"/>
                    <a:pt x="1981" y="8918"/>
                    <a:pt x="1154" y="7865"/>
                  </a:cubicBezTo>
                  <a:cubicBezTo>
                    <a:pt x="928" y="7564"/>
                    <a:pt x="728" y="7364"/>
                    <a:pt x="628" y="7038"/>
                  </a:cubicBezTo>
                  <a:cubicBezTo>
                    <a:pt x="543" y="7038"/>
                    <a:pt x="530" y="6967"/>
                    <a:pt x="528" y="6944"/>
                  </a:cubicBezTo>
                  <a:lnTo>
                    <a:pt x="528" y="6944"/>
                  </a:lnTo>
                  <a:cubicBezTo>
                    <a:pt x="528" y="6950"/>
                    <a:pt x="530" y="6953"/>
                    <a:pt x="533" y="6953"/>
                  </a:cubicBezTo>
                  <a:cubicBezTo>
                    <a:pt x="567" y="6953"/>
                    <a:pt x="728" y="6612"/>
                    <a:pt x="728" y="6612"/>
                  </a:cubicBezTo>
                  <a:cubicBezTo>
                    <a:pt x="828" y="6311"/>
                    <a:pt x="928" y="5985"/>
                    <a:pt x="1029" y="5785"/>
                  </a:cubicBezTo>
                  <a:cubicBezTo>
                    <a:pt x="1863" y="3944"/>
                    <a:pt x="2769" y="2200"/>
                    <a:pt x="3795" y="575"/>
                  </a:cubicBezTo>
                  <a:close/>
                  <a:moveTo>
                    <a:pt x="3780" y="1"/>
                  </a:moveTo>
                  <a:cubicBezTo>
                    <a:pt x="3694" y="1"/>
                    <a:pt x="3610" y="12"/>
                    <a:pt x="3535" y="45"/>
                  </a:cubicBezTo>
                  <a:cubicBezTo>
                    <a:pt x="3234" y="146"/>
                    <a:pt x="3134" y="672"/>
                    <a:pt x="2908" y="872"/>
                  </a:cubicBezTo>
                  <a:cubicBezTo>
                    <a:pt x="2708" y="1399"/>
                    <a:pt x="2407" y="1825"/>
                    <a:pt x="2181" y="2351"/>
                  </a:cubicBezTo>
                  <a:cubicBezTo>
                    <a:pt x="1655" y="3278"/>
                    <a:pt x="1154" y="4331"/>
                    <a:pt x="728" y="5359"/>
                  </a:cubicBezTo>
                  <a:cubicBezTo>
                    <a:pt x="527" y="5785"/>
                    <a:pt x="302" y="6211"/>
                    <a:pt x="201" y="6612"/>
                  </a:cubicBezTo>
                  <a:cubicBezTo>
                    <a:pt x="101" y="6837"/>
                    <a:pt x="1" y="7038"/>
                    <a:pt x="101" y="7238"/>
                  </a:cubicBezTo>
                  <a:cubicBezTo>
                    <a:pt x="201" y="7464"/>
                    <a:pt x="402" y="7765"/>
                    <a:pt x="628" y="7990"/>
                  </a:cubicBezTo>
                  <a:cubicBezTo>
                    <a:pt x="1029" y="8492"/>
                    <a:pt x="1455" y="9018"/>
                    <a:pt x="1881" y="9444"/>
                  </a:cubicBezTo>
                  <a:cubicBezTo>
                    <a:pt x="3435" y="10998"/>
                    <a:pt x="5314" y="12251"/>
                    <a:pt x="7294" y="13103"/>
                  </a:cubicBezTo>
                  <a:cubicBezTo>
                    <a:pt x="8247" y="13504"/>
                    <a:pt x="9299" y="13930"/>
                    <a:pt x="10327" y="14030"/>
                  </a:cubicBezTo>
                  <a:cubicBezTo>
                    <a:pt x="10356" y="14039"/>
                    <a:pt x="10383" y="14044"/>
                    <a:pt x="10407" y="14044"/>
                  </a:cubicBezTo>
                  <a:cubicBezTo>
                    <a:pt x="10491" y="14044"/>
                    <a:pt x="10542" y="13993"/>
                    <a:pt x="10562" y="13922"/>
                  </a:cubicBezTo>
                  <a:lnTo>
                    <a:pt x="10562" y="13922"/>
                  </a:lnTo>
                  <a:cubicBezTo>
                    <a:pt x="12112" y="12671"/>
                    <a:pt x="13562" y="11220"/>
                    <a:pt x="14713" y="9644"/>
                  </a:cubicBezTo>
                  <a:cubicBezTo>
                    <a:pt x="15039" y="9243"/>
                    <a:pt x="15339" y="8817"/>
                    <a:pt x="15565" y="8391"/>
                  </a:cubicBezTo>
                  <a:cubicBezTo>
                    <a:pt x="15765" y="8191"/>
                    <a:pt x="15966" y="7865"/>
                    <a:pt x="15866" y="7664"/>
                  </a:cubicBezTo>
                  <a:cubicBezTo>
                    <a:pt x="15866" y="7464"/>
                    <a:pt x="15665" y="7238"/>
                    <a:pt x="15565" y="7038"/>
                  </a:cubicBezTo>
                  <a:cubicBezTo>
                    <a:pt x="13986" y="4431"/>
                    <a:pt x="11680" y="2351"/>
                    <a:pt x="8873" y="1198"/>
                  </a:cubicBezTo>
                  <a:cubicBezTo>
                    <a:pt x="7420" y="572"/>
                    <a:pt x="5841" y="246"/>
                    <a:pt x="4287" y="45"/>
                  </a:cubicBezTo>
                  <a:cubicBezTo>
                    <a:pt x="4136" y="45"/>
                    <a:pt x="3953" y="1"/>
                    <a:pt x="378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82"/>
            <p:cNvSpPr/>
            <p:nvPr/>
          </p:nvSpPr>
          <p:spPr>
            <a:xfrm>
              <a:off x="10111675" y="1019375"/>
              <a:ext cx="94000" cy="198650"/>
            </a:xfrm>
            <a:custGeom>
              <a:avLst/>
              <a:gdLst/>
              <a:ahLst/>
              <a:cxnLst/>
              <a:rect l="l" t="t" r="r" b="b"/>
              <a:pathLst>
                <a:path w="3760" h="7946" extrusionOk="0">
                  <a:moveTo>
                    <a:pt x="3760" y="1"/>
                  </a:moveTo>
                  <a:lnTo>
                    <a:pt x="3760" y="1"/>
                  </a:lnTo>
                  <a:cubicBezTo>
                    <a:pt x="2507" y="2607"/>
                    <a:pt x="1128" y="5214"/>
                    <a:pt x="0" y="7946"/>
                  </a:cubicBezTo>
                  <a:lnTo>
                    <a:pt x="3760" y="1"/>
                  </a:ln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82"/>
            <p:cNvSpPr/>
            <p:nvPr/>
          </p:nvSpPr>
          <p:spPr>
            <a:xfrm>
              <a:off x="10101750" y="1013500"/>
              <a:ext cx="113225" cy="210150"/>
            </a:xfrm>
            <a:custGeom>
              <a:avLst/>
              <a:gdLst/>
              <a:ahLst/>
              <a:cxnLst/>
              <a:rect l="l" t="t" r="r" b="b"/>
              <a:pathLst>
                <a:path w="4529" h="8406" extrusionOk="0">
                  <a:moveTo>
                    <a:pt x="4160" y="0"/>
                  </a:moveTo>
                  <a:cubicBezTo>
                    <a:pt x="4080" y="0"/>
                    <a:pt x="3998" y="40"/>
                    <a:pt x="3931" y="136"/>
                  </a:cubicBezTo>
                  <a:cubicBezTo>
                    <a:pt x="2678" y="2742"/>
                    <a:pt x="1325" y="5349"/>
                    <a:pt x="72" y="7955"/>
                  </a:cubicBezTo>
                  <a:cubicBezTo>
                    <a:pt x="0" y="8186"/>
                    <a:pt x="194" y="8405"/>
                    <a:pt x="385" y="8405"/>
                  </a:cubicBezTo>
                  <a:cubicBezTo>
                    <a:pt x="462" y="8405"/>
                    <a:pt x="540" y="8368"/>
                    <a:pt x="598" y="8281"/>
                  </a:cubicBezTo>
                  <a:cubicBezTo>
                    <a:pt x="1851" y="5675"/>
                    <a:pt x="3104" y="3043"/>
                    <a:pt x="4458" y="436"/>
                  </a:cubicBezTo>
                  <a:cubicBezTo>
                    <a:pt x="4528" y="225"/>
                    <a:pt x="4350" y="0"/>
                    <a:pt x="41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82"/>
            <p:cNvSpPr/>
            <p:nvPr/>
          </p:nvSpPr>
          <p:spPr>
            <a:xfrm>
              <a:off x="10139875" y="1035050"/>
              <a:ext cx="120325" cy="219325"/>
            </a:xfrm>
            <a:custGeom>
              <a:avLst/>
              <a:gdLst/>
              <a:ahLst/>
              <a:cxnLst/>
              <a:rect l="l" t="t" r="r" b="b"/>
              <a:pathLst>
                <a:path w="4813" h="8773" extrusionOk="0">
                  <a:moveTo>
                    <a:pt x="4812" y="1"/>
                  </a:moveTo>
                  <a:lnTo>
                    <a:pt x="1692" y="5688"/>
                  </a:lnTo>
                  <a:lnTo>
                    <a:pt x="1692" y="5688"/>
                  </a:lnTo>
                  <a:cubicBezTo>
                    <a:pt x="2744" y="3794"/>
                    <a:pt x="3805" y="1902"/>
                    <a:pt x="4812" y="1"/>
                  </a:cubicBezTo>
                  <a:close/>
                  <a:moveTo>
                    <a:pt x="1692" y="5688"/>
                  </a:moveTo>
                  <a:cubicBezTo>
                    <a:pt x="1122" y="6714"/>
                    <a:pt x="555" y="7742"/>
                    <a:pt x="0" y="8773"/>
                  </a:cubicBezTo>
                  <a:lnTo>
                    <a:pt x="1692" y="5688"/>
                  </a:ln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82"/>
            <p:cNvSpPr/>
            <p:nvPr/>
          </p:nvSpPr>
          <p:spPr>
            <a:xfrm>
              <a:off x="10131375" y="1029075"/>
              <a:ext cx="137750" cy="231275"/>
            </a:xfrm>
            <a:custGeom>
              <a:avLst/>
              <a:gdLst/>
              <a:ahLst/>
              <a:cxnLst/>
              <a:rect l="l" t="t" r="r" b="b"/>
              <a:pathLst>
                <a:path w="5510" h="9251" extrusionOk="0">
                  <a:moveTo>
                    <a:pt x="5130" y="1"/>
                  </a:moveTo>
                  <a:cubicBezTo>
                    <a:pt x="5053" y="1"/>
                    <a:pt x="4982" y="40"/>
                    <a:pt x="4952" y="139"/>
                  </a:cubicBezTo>
                  <a:cubicBezTo>
                    <a:pt x="3273" y="3047"/>
                    <a:pt x="1719" y="5979"/>
                    <a:pt x="140" y="8911"/>
                  </a:cubicBezTo>
                  <a:cubicBezTo>
                    <a:pt x="1" y="9050"/>
                    <a:pt x="212" y="9250"/>
                    <a:pt x="387" y="9250"/>
                  </a:cubicBezTo>
                  <a:cubicBezTo>
                    <a:pt x="465" y="9250"/>
                    <a:pt x="535" y="9211"/>
                    <a:pt x="566" y="9112"/>
                  </a:cubicBezTo>
                  <a:cubicBezTo>
                    <a:pt x="2120" y="6179"/>
                    <a:pt x="3799" y="3272"/>
                    <a:pt x="5353" y="340"/>
                  </a:cubicBezTo>
                  <a:cubicBezTo>
                    <a:pt x="5509" y="201"/>
                    <a:pt x="5304" y="1"/>
                    <a:pt x="513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82"/>
            <p:cNvSpPr/>
            <p:nvPr/>
          </p:nvSpPr>
          <p:spPr>
            <a:xfrm>
              <a:off x="10176825" y="1053225"/>
              <a:ext cx="132875" cy="224325"/>
            </a:xfrm>
            <a:custGeom>
              <a:avLst/>
              <a:gdLst/>
              <a:ahLst/>
              <a:cxnLst/>
              <a:rect l="l" t="t" r="r" b="b"/>
              <a:pathLst>
                <a:path w="5315" h="8973" extrusionOk="0">
                  <a:moveTo>
                    <a:pt x="5314" y="0"/>
                  </a:moveTo>
                  <a:lnTo>
                    <a:pt x="5314" y="0"/>
                  </a:lnTo>
                  <a:cubicBezTo>
                    <a:pt x="3334" y="2933"/>
                    <a:pt x="1555" y="5965"/>
                    <a:pt x="1" y="8973"/>
                  </a:cubicBezTo>
                  <a:lnTo>
                    <a:pt x="5314" y="0"/>
                  </a:ln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82"/>
            <p:cNvSpPr/>
            <p:nvPr/>
          </p:nvSpPr>
          <p:spPr>
            <a:xfrm>
              <a:off x="10166900" y="1045925"/>
              <a:ext cx="152025" cy="240375"/>
            </a:xfrm>
            <a:custGeom>
              <a:avLst/>
              <a:gdLst/>
              <a:ahLst/>
              <a:cxnLst/>
              <a:rect l="l" t="t" r="r" b="b"/>
              <a:pathLst>
                <a:path w="6081" h="9615" extrusionOk="0">
                  <a:moveTo>
                    <a:pt x="5672" y="0"/>
                  </a:moveTo>
                  <a:cubicBezTo>
                    <a:pt x="5602" y="0"/>
                    <a:pt x="5539" y="28"/>
                    <a:pt x="5511" y="92"/>
                  </a:cubicBezTo>
                  <a:cubicBezTo>
                    <a:pt x="3531" y="3124"/>
                    <a:pt x="1751" y="6032"/>
                    <a:pt x="72" y="9165"/>
                  </a:cubicBezTo>
                  <a:cubicBezTo>
                    <a:pt x="1" y="9396"/>
                    <a:pt x="195" y="9614"/>
                    <a:pt x="385" y="9614"/>
                  </a:cubicBezTo>
                  <a:cubicBezTo>
                    <a:pt x="463" y="9614"/>
                    <a:pt x="540" y="9578"/>
                    <a:pt x="598" y="9490"/>
                  </a:cubicBezTo>
                  <a:cubicBezTo>
                    <a:pt x="2177" y="6358"/>
                    <a:pt x="3932" y="3325"/>
                    <a:pt x="5937" y="393"/>
                  </a:cubicBezTo>
                  <a:cubicBezTo>
                    <a:pt x="6080" y="177"/>
                    <a:pt x="5851" y="0"/>
                    <a:pt x="567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82"/>
            <p:cNvSpPr/>
            <p:nvPr/>
          </p:nvSpPr>
          <p:spPr>
            <a:xfrm>
              <a:off x="10208175" y="1082050"/>
              <a:ext cx="138475" cy="216800"/>
            </a:xfrm>
            <a:custGeom>
              <a:avLst/>
              <a:gdLst/>
              <a:ahLst/>
              <a:cxnLst/>
              <a:rect l="l" t="t" r="r" b="b"/>
              <a:pathLst>
                <a:path w="5539" h="8672" extrusionOk="0">
                  <a:moveTo>
                    <a:pt x="5539" y="0"/>
                  </a:moveTo>
                  <a:lnTo>
                    <a:pt x="0" y="8672"/>
                  </a:lnTo>
                  <a:cubicBezTo>
                    <a:pt x="1980" y="5840"/>
                    <a:pt x="3760" y="2933"/>
                    <a:pt x="5539" y="0"/>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82"/>
            <p:cNvSpPr/>
            <p:nvPr/>
          </p:nvSpPr>
          <p:spPr>
            <a:xfrm>
              <a:off x="10199025" y="1074750"/>
              <a:ext cx="154450" cy="229800"/>
            </a:xfrm>
            <a:custGeom>
              <a:avLst/>
              <a:gdLst/>
              <a:ahLst/>
              <a:cxnLst/>
              <a:rect l="l" t="t" r="r" b="b"/>
              <a:pathLst>
                <a:path w="6178" h="9192" extrusionOk="0">
                  <a:moveTo>
                    <a:pt x="5787" y="0"/>
                  </a:moveTo>
                  <a:cubicBezTo>
                    <a:pt x="5711" y="0"/>
                    <a:pt x="5636" y="28"/>
                    <a:pt x="5579" y="92"/>
                  </a:cubicBezTo>
                  <a:cubicBezTo>
                    <a:pt x="3900" y="3099"/>
                    <a:pt x="2020" y="5931"/>
                    <a:pt x="141" y="8864"/>
                  </a:cubicBezTo>
                  <a:cubicBezTo>
                    <a:pt x="1" y="9003"/>
                    <a:pt x="214" y="9191"/>
                    <a:pt x="390" y="9191"/>
                  </a:cubicBezTo>
                  <a:cubicBezTo>
                    <a:pt x="466" y="9191"/>
                    <a:pt x="536" y="9156"/>
                    <a:pt x="567" y="9064"/>
                  </a:cubicBezTo>
                  <a:cubicBezTo>
                    <a:pt x="2547" y="6232"/>
                    <a:pt x="4326" y="3325"/>
                    <a:pt x="6105" y="392"/>
                  </a:cubicBezTo>
                  <a:cubicBezTo>
                    <a:pt x="6177" y="177"/>
                    <a:pt x="5979" y="0"/>
                    <a:pt x="578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82"/>
            <p:cNvSpPr/>
            <p:nvPr/>
          </p:nvSpPr>
          <p:spPr>
            <a:xfrm>
              <a:off x="10249525" y="1105225"/>
              <a:ext cx="130975" cy="211800"/>
            </a:xfrm>
            <a:custGeom>
              <a:avLst/>
              <a:gdLst/>
              <a:ahLst/>
              <a:cxnLst/>
              <a:rect l="l" t="t" r="r" b="b"/>
              <a:pathLst>
                <a:path w="5239" h="8472" extrusionOk="0">
                  <a:moveTo>
                    <a:pt x="5238" y="1"/>
                  </a:moveTo>
                  <a:lnTo>
                    <a:pt x="1466" y="6101"/>
                  </a:lnTo>
                  <a:lnTo>
                    <a:pt x="1466" y="6101"/>
                  </a:lnTo>
                  <a:cubicBezTo>
                    <a:pt x="2796" y="4100"/>
                    <a:pt x="4064" y="2088"/>
                    <a:pt x="5238" y="1"/>
                  </a:cubicBezTo>
                  <a:close/>
                  <a:moveTo>
                    <a:pt x="1466" y="6101"/>
                  </a:moveTo>
                  <a:cubicBezTo>
                    <a:pt x="1263" y="6407"/>
                    <a:pt x="1058" y="6713"/>
                    <a:pt x="852" y="7018"/>
                  </a:cubicBezTo>
                  <a:cubicBezTo>
                    <a:pt x="527" y="7519"/>
                    <a:pt x="226" y="7945"/>
                    <a:pt x="0" y="8472"/>
                  </a:cubicBezTo>
                  <a:lnTo>
                    <a:pt x="1466" y="6101"/>
                  </a:ln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82"/>
            <p:cNvSpPr/>
            <p:nvPr/>
          </p:nvSpPr>
          <p:spPr>
            <a:xfrm>
              <a:off x="10241025" y="1099025"/>
              <a:ext cx="147775" cy="223975"/>
            </a:xfrm>
            <a:custGeom>
              <a:avLst/>
              <a:gdLst/>
              <a:ahLst/>
              <a:cxnLst/>
              <a:rect l="l" t="t" r="r" b="b"/>
              <a:pathLst>
                <a:path w="5911" h="8959" extrusionOk="0">
                  <a:moveTo>
                    <a:pt x="5617" y="1"/>
                  </a:moveTo>
                  <a:cubicBezTo>
                    <a:pt x="5529" y="1"/>
                    <a:pt x="5430" y="45"/>
                    <a:pt x="5353" y="148"/>
                  </a:cubicBezTo>
                  <a:cubicBezTo>
                    <a:pt x="4526" y="1627"/>
                    <a:pt x="3699" y="2980"/>
                    <a:pt x="2746" y="4434"/>
                  </a:cubicBezTo>
                  <a:cubicBezTo>
                    <a:pt x="2345" y="5161"/>
                    <a:pt x="1919" y="5787"/>
                    <a:pt x="1393" y="6514"/>
                  </a:cubicBezTo>
                  <a:cubicBezTo>
                    <a:pt x="967" y="7141"/>
                    <a:pt x="466" y="7893"/>
                    <a:pt x="140" y="8620"/>
                  </a:cubicBezTo>
                  <a:cubicBezTo>
                    <a:pt x="1" y="8759"/>
                    <a:pt x="151" y="8958"/>
                    <a:pt x="332" y="8958"/>
                  </a:cubicBezTo>
                  <a:cubicBezTo>
                    <a:pt x="411" y="8958"/>
                    <a:pt x="497" y="8920"/>
                    <a:pt x="566" y="8820"/>
                  </a:cubicBezTo>
                  <a:cubicBezTo>
                    <a:pt x="967" y="8093"/>
                    <a:pt x="1393" y="7467"/>
                    <a:pt x="1919" y="6740"/>
                  </a:cubicBezTo>
                  <a:cubicBezTo>
                    <a:pt x="2345" y="6113"/>
                    <a:pt x="2746" y="5386"/>
                    <a:pt x="3273" y="4760"/>
                  </a:cubicBezTo>
                  <a:cubicBezTo>
                    <a:pt x="4100" y="3281"/>
                    <a:pt x="4952" y="1828"/>
                    <a:pt x="5779" y="374"/>
                  </a:cubicBezTo>
                  <a:cubicBezTo>
                    <a:pt x="5910" y="160"/>
                    <a:pt x="5783" y="1"/>
                    <a:pt x="56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82"/>
            <p:cNvSpPr/>
            <p:nvPr/>
          </p:nvSpPr>
          <p:spPr>
            <a:xfrm>
              <a:off x="10289000" y="1142200"/>
              <a:ext cx="125325" cy="190500"/>
            </a:xfrm>
            <a:custGeom>
              <a:avLst/>
              <a:gdLst/>
              <a:ahLst/>
              <a:cxnLst/>
              <a:rect l="l" t="t" r="r" b="b"/>
              <a:pathLst>
                <a:path w="5013" h="7620" extrusionOk="0">
                  <a:moveTo>
                    <a:pt x="5013" y="0"/>
                  </a:moveTo>
                  <a:lnTo>
                    <a:pt x="0" y="7619"/>
                  </a:lnTo>
                  <a:cubicBezTo>
                    <a:pt x="1780" y="5113"/>
                    <a:pt x="3434" y="2607"/>
                    <a:pt x="5013" y="0"/>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82"/>
            <p:cNvSpPr/>
            <p:nvPr/>
          </p:nvSpPr>
          <p:spPr>
            <a:xfrm>
              <a:off x="10279925" y="1135550"/>
              <a:ext cx="143025" cy="201675"/>
            </a:xfrm>
            <a:custGeom>
              <a:avLst/>
              <a:gdLst/>
              <a:ahLst/>
              <a:cxnLst/>
              <a:rect l="l" t="t" r="r" b="b"/>
              <a:pathLst>
                <a:path w="5721" h="8067" extrusionOk="0">
                  <a:moveTo>
                    <a:pt x="5437" y="0"/>
                  </a:moveTo>
                  <a:cubicBezTo>
                    <a:pt x="5348" y="0"/>
                    <a:pt x="5247" y="49"/>
                    <a:pt x="5175" y="166"/>
                  </a:cubicBezTo>
                  <a:cubicBezTo>
                    <a:pt x="3596" y="2773"/>
                    <a:pt x="1917" y="5279"/>
                    <a:pt x="163" y="7685"/>
                  </a:cubicBezTo>
                  <a:cubicBezTo>
                    <a:pt x="0" y="7902"/>
                    <a:pt x="176" y="8066"/>
                    <a:pt x="362" y="8066"/>
                  </a:cubicBezTo>
                  <a:cubicBezTo>
                    <a:pt x="434" y="8066"/>
                    <a:pt x="508" y="8042"/>
                    <a:pt x="564" y="7986"/>
                  </a:cubicBezTo>
                  <a:cubicBezTo>
                    <a:pt x="2343" y="5580"/>
                    <a:pt x="4022" y="2973"/>
                    <a:pt x="5576" y="367"/>
                  </a:cubicBezTo>
                  <a:cubicBezTo>
                    <a:pt x="5721" y="157"/>
                    <a:pt x="5597" y="0"/>
                    <a:pt x="543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82"/>
            <p:cNvSpPr/>
            <p:nvPr/>
          </p:nvSpPr>
          <p:spPr>
            <a:xfrm>
              <a:off x="10377975" y="1199200"/>
              <a:ext cx="49525" cy="68325"/>
            </a:xfrm>
            <a:custGeom>
              <a:avLst/>
              <a:gdLst/>
              <a:ahLst/>
              <a:cxnLst/>
              <a:rect l="l" t="t" r="r" b="b"/>
              <a:pathLst>
                <a:path w="1981" h="2733" extrusionOk="0">
                  <a:moveTo>
                    <a:pt x="1980" y="1"/>
                  </a:moveTo>
                  <a:lnTo>
                    <a:pt x="0" y="2733"/>
                  </a:lnTo>
                  <a:cubicBezTo>
                    <a:pt x="627" y="1881"/>
                    <a:pt x="1353" y="953"/>
                    <a:pt x="1980" y="1"/>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82"/>
            <p:cNvSpPr/>
            <p:nvPr/>
          </p:nvSpPr>
          <p:spPr>
            <a:xfrm>
              <a:off x="10369825" y="1193550"/>
              <a:ext cx="66175" cy="80875"/>
            </a:xfrm>
            <a:custGeom>
              <a:avLst/>
              <a:gdLst/>
              <a:ahLst/>
              <a:cxnLst/>
              <a:rect l="l" t="t" r="r" b="b"/>
              <a:pathLst>
                <a:path w="2647" h="3235" extrusionOk="0">
                  <a:moveTo>
                    <a:pt x="2311" y="0"/>
                  </a:moveTo>
                  <a:cubicBezTo>
                    <a:pt x="2232" y="0"/>
                    <a:pt x="2148" y="36"/>
                    <a:pt x="2080" y="127"/>
                  </a:cubicBezTo>
                  <a:cubicBezTo>
                    <a:pt x="1454" y="1079"/>
                    <a:pt x="827" y="1906"/>
                    <a:pt x="101" y="2859"/>
                  </a:cubicBezTo>
                  <a:cubicBezTo>
                    <a:pt x="0" y="2959"/>
                    <a:pt x="0" y="3059"/>
                    <a:pt x="101" y="3159"/>
                  </a:cubicBezTo>
                  <a:cubicBezTo>
                    <a:pt x="151" y="3209"/>
                    <a:pt x="232" y="3235"/>
                    <a:pt x="301" y="3235"/>
                  </a:cubicBezTo>
                  <a:cubicBezTo>
                    <a:pt x="370" y="3235"/>
                    <a:pt x="426" y="3209"/>
                    <a:pt x="426" y="3159"/>
                  </a:cubicBezTo>
                  <a:cubicBezTo>
                    <a:pt x="1153" y="2332"/>
                    <a:pt x="1880" y="1280"/>
                    <a:pt x="2507" y="352"/>
                  </a:cubicBezTo>
                  <a:cubicBezTo>
                    <a:pt x="2647" y="195"/>
                    <a:pt x="2493" y="0"/>
                    <a:pt x="23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82"/>
            <p:cNvSpPr/>
            <p:nvPr/>
          </p:nvSpPr>
          <p:spPr>
            <a:xfrm>
              <a:off x="10202525" y="1050725"/>
              <a:ext cx="13175" cy="28825"/>
            </a:xfrm>
            <a:custGeom>
              <a:avLst/>
              <a:gdLst/>
              <a:ahLst/>
              <a:cxnLst/>
              <a:rect l="l" t="t" r="r" b="b"/>
              <a:pathLst>
                <a:path w="527" h="1153" extrusionOk="0">
                  <a:moveTo>
                    <a:pt x="527" y="0"/>
                  </a:moveTo>
                  <a:lnTo>
                    <a:pt x="527" y="0"/>
                  </a:lnTo>
                  <a:cubicBezTo>
                    <a:pt x="494" y="69"/>
                    <a:pt x="465" y="135"/>
                    <a:pt x="436" y="198"/>
                  </a:cubicBezTo>
                  <a:lnTo>
                    <a:pt x="436" y="198"/>
                  </a:lnTo>
                  <a:lnTo>
                    <a:pt x="527" y="0"/>
                  </a:lnTo>
                  <a:close/>
                  <a:moveTo>
                    <a:pt x="436" y="198"/>
                  </a:moveTo>
                  <a:lnTo>
                    <a:pt x="1" y="1153"/>
                  </a:lnTo>
                  <a:cubicBezTo>
                    <a:pt x="190" y="796"/>
                    <a:pt x="291" y="527"/>
                    <a:pt x="436" y="198"/>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82"/>
            <p:cNvSpPr/>
            <p:nvPr/>
          </p:nvSpPr>
          <p:spPr>
            <a:xfrm>
              <a:off x="10195000" y="1045700"/>
              <a:ext cx="28850" cy="38875"/>
            </a:xfrm>
            <a:custGeom>
              <a:avLst/>
              <a:gdLst/>
              <a:ahLst/>
              <a:cxnLst/>
              <a:rect l="l" t="t" r="r" b="b"/>
              <a:pathLst>
                <a:path w="1154" h="1555" extrusionOk="0">
                  <a:moveTo>
                    <a:pt x="928" y="1"/>
                  </a:moveTo>
                  <a:cubicBezTo>
                    <a:pt x="828" y="1"/>
                    <a:pt x="728" y="1"/>
                    <a:pt x="627" y="101"/>
                  </a:cubicBezTo>
                  <a:cubicBezTo>
                    <a:pt x="427" y="502"/>
                    <a:pt x="201" y="828"/>
                    <a:pt x="101" y="1128"/>
                  </a:cubicBezTo>
                  <a:cubicBezTo>
                    <a:pt x="1" y="1254"/>
                    <a:pt x="1" y="1454"/>
                    <a:pt x="101" y="1554"/>
                  </a:cubicBezTo>
                  <a:cubicBezTo>
                    <a:pt x="302" y="1554"/>
                    <a:pt x="427" y="1554"/>
                    <a:pt x="527" y="1454"/>
                  </a:cubicBezTo>
                  <a:cubicBezTo>
                    <a:pt x="728" y="1028"/>
                    <a:pt x="928" y="727"/>
                    <a:pt x="1053" y="402"/>
                  </a:cubicBezTo>
                  <a:cubicBezTo>
                    <a:pt x="1154" y="301"/>
                    <a:pt x="1154" y="101"/>
                    <a:pt x="9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82"/>
            <p:cNvSpPr/>
            <p:nvPr/>
          </p:nvSpPr>
          <p:spPr>
            <a:xfrm>
              <a:off x="10098525" y="1136550"/>
              <a:ext cx="20700" cy="39500"/>
            </a:xfrm>
            <a:custGeom>
              <a:avLst/>
              <a:gdLst/>
              <a:ahLst/>
              <a:cxnLst/>
              <a:rect l="l" t="t" r="r" b="b"/>
              <a:pathLst>
                <a:path w="828" h="1580" extrusionOk="0">
                  <a:moveTo>
                    <a:pt x="827" y="1"/>
                  </a:moveTo>
                  <a:lnTo>
                    <a:pt x="0" y="1580"/>
                  </a:lnTo>
                  <a:cubicBezTo>
                    <a:pt x="301" y="1053"/>
                    <a:pt x="627" y="527"/>
                    <a:pt x="827" y="1"/>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82"/>
            <p:cNvSpPr/>
            <p:nvPr/>
          </p:nvSpPr>
          <p:spPr>
            <a:xfrm>
              <a:off x="10090375" y="1129675"/>
              <a:ext cx="36975" cy="52425"/>
            </a:xfrm>
            <a:custGeom>
              <a:avLst/>
              <a:gdLst/>
              <a:ahLst/>
              <a:cxnLst/>
              <a:rect l="l" t="t" r="r" b="b"/>
              <a:pathLst>
                <a:path w="1479" h="2097" extrusionOk="0">
                  <a:moveTo>
                    <a:pt x="1116" y="0"/>
                  </a:moveTo>
                  <a:cubicBezTo>
                    <a:pt x="1053" y="0"/>
                    <a:pt x="1003" y="25"/>
                    <a:pt x="953" y="75"/>
                  </a:cubicBezTo>
                  <a:cubicBezTo>
                    <a:pt x="627" y="602"/>
                    <a:pt x="426" y="1228"/>
                    <a:pt x="101" y="1754"/>
                  </a:cubicBezTo>
                  <a:cubicBezTo>
                    <a:pt x="0" y="1855"/>
                    <a:pt x="101" y="1955"/>
                    <a:pt x="226" y="2055"/>
                  </a:cubicBezTo>
                  <a:cubicBezTo>
                    <a:pt x="255" y="2085"/>
                    <a:pt x="285" y="2097"/>
                    <a:pt x="314" y="2097"/>
                  </a:cubicBezTo>
                  <a:cubicBezTo>
                    <a:pt x="385" y="2097"/>
                    <a:pt x="456" y="2026"/>
                    <a:pt x="527" y="1955"/>
                  </a:cubicBezTo>
                  <a:cubicBezTo>
                    <a:pt x="852" y="1429"/>
                    <a:pt x="1153" y="902"/>
                    <a:pt x="1479" y="401"/>
                  </a:cubicBezTo>
                  <a:cubicBezTo>
                    <a:pt x="1479" y="276"/>
                    <a:pt x="1479" y="75"/>
                    <a:pt x="1354" y="75"/>
                  </a:cubicBezTo>
                  <a:cubicBezTo>
                    <a:pt x="1253" y="25"/>
                    <a:pt x="1178" y="0"/>
                    <a:pt x="111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82"/>
            <p:cNvSpPr/>
            <p:nvPr/>
          </p:nvSpPr>
          <p:spPr>
            <a:xfrm>
              <a:off x="10278350" y="1100225"/>
              <a:ext cx="28825" cy="55150"/>
            </a:xfrm>
            <a:custGeom>
              <a:avLst/>
              <a:gdLst/>
              <a:ahLst/>
              <a:cxnLst/>
              <a:rect l="l" t="t" r="r" b="b"/>
              <a:pathLst>
                <a:path w="1153" h="2206" extrusionOk="0">
                  <a:moveTo>
                    <a:pt x="1153" y="0"/>
                  </a:moveTo>
                  <a:lnTo>
                    <a:pt x="1153" y="0"/>
                  </a:lnTo>
                  <a:cubicBezTo>
                    <a:pt x="905" y="424"/>
                    <a:pt x="699" y="847"/>
                    <a:pt x="486" y="1276"/>
                  </a:cubicBezTo>
                  <a:lnTo>
                    <a:pt x="486" y="1276"/>
                  </a:lnTo>
                  <a:lnTo>
                    <a:pt x="1153" y="0"/>
                  </a:lnTo>
                  <a:close/>
                  <a:moveTo>
                    <a:pt x="486" y="1276"/>
                  </a:moveTo>
                  <a:lnTo>
                    <a:pt x="0" y="2206"/>
                  </a:lnTo>
                  <a:cubicBezTo>
                    <a:pt x="178" y="1892"/>
                    <a:pt x="334" y="1582"/>
                    <a:pt x="486" y="1276"/>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82"/>
            <p:cNvSpPr/>
            <p:nvPr/>
          </p:nvSpPr>
          <p:spPr>
            <a:xfrm>
              <a:off x="10269825" y="1093700"/>
              <a:ext cx="46050" cy="67350"/>
            </a:xfrm>
            <a:custGeom>
              <a:avLst/>
              <a:gdLst/>
              <a:ahLst/>
              <a:cxnLst/>
              <a:rect l="l" t="t" r="r" b="b"/>
              <a:pathLst>
                <a:path w="1842" h="2694" extrusionOk="0">
                  <a:moveTo>
                    <a:pt x="1503" y="1"/>
                  </a:moveTo>
                  <a:cubicBezTo>
                    <a:pt x="1415" y="1"/>
                    <a:pt x="1328" y="48"/>
                    <a:pt x="1294" y="161"/>
                  </a:cubicBezTo>
                  <a:cubicBezTo>
                    <a:pt x="867" y="888"/>
                    <a:pt x="441" y="1614"/>
                    <a:pt x="141" y="2341"/>
                  </a:cubicBezTo>
                  <a:cubicBezTo>
                    <a:pt x="0" y="2499"/>
                    <a:pt x="154" y="2693"/>
                    <a:pt x="337" y="2693"/>
                  </a:cubicBezTo>
                  <a:cubicBezTo>
                    <a:pt x="415" y="2693"/>
                    <a:pt x="499" y="2657"/>
                    <a:pt x="567" y="2567"/>
                  </a:cubicBezTo>
                  <a:cubicBezTo>
                    <a:pt x="968" y="1840"/>
                    <a:pt x="1294" y="1088"/>
                    <a:pt x="1695" y="361"/>
                  </a:cubicBezTo>
                  <a:cubicBezTo>
                    <a:pt x="1842" y="165"/>
                    <a:pt x="1669" y="1"/>
                    <a:pt x="15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82"/>
            <p:cNvSpPr/>
            <p:nvPr/>
          </p:nvSpPr>
          <p:spPr>
            <a:xfrm>
              <a:off x="10346625" y="1191700"/>
              <a:ext cx="7550" cy="15675"/>
            </a:xfrm>
            <a:custGeom>
              <a:avLst/>
              <a:gdLst/>
              <a:ahLst/>
              <a:cxnLst/>
              <a:rect l="l" t="t" r="r" b="b"/>
              <a:pathLst>
                <a:path w="302" h="627" extrusionOk="0">
                  <a:moveTo>
                    <a:pt x="302" y="0"/>
                  </a:moveTo>
                  <a:lnTo>
                    <a:pt x="302" y="0"/>
                  </a:lnTo>
                  <a:cubicBezTo>
                    <a:pt x="252" y="100"/>
                    <a:pt x="201" y="207"/>
                    <a:pt x="151" y="314"/>
                  </a:cubicBezTo>
                  <a:lnTo>
                    <a:pt x="302" y="0"/>
                  </a:lnTo>
                  <a:close/>
                  <a:moveTo>
                    <a:pt x="151" y="314"/>
                  </a:moveTo>
                  <a:lnTo>
                    <a:pt x="1" y="627"/>
                  </a:lnTo>
                  <a:cubicBezTo>
                    <a:pt x="51" y="527"/>
                    <a:pt x="101" y="420"/>
                    <a:pt x="151" y="314"/>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82"/>
            <p:cNvSpPr/>
            <p:nvPr/>
          </p:nvSpPr>
          <p:spPr>
            <a:xfrm>
              <a:off x="10338500" y="1184575"/>
              <a:ext cx="23825" cy="30325"/>
            </a:xfrm>
            <a:custGeom>
              <a:avLst/>
              <a:gdLst/>
              <a:ahLst/>
              <a:cxnLst/>
              <a:rect l="l" t="t" r="r" b="b"/>
              <a:pathLst>
                <a:path w="953" h="1213" extrusionOk="0">
                  <a:moveTo>
                    <a:pt x="617" y="1"/>
                  </a:moveTo>
                  <a:cubicBezTo>
                    <a:pt x="541" y="1"/>
                    <a:pt x="484" y="56"/>
                    <a:pt x="426" y="185"/>
                  </a:cubicBezTo>
                  <a:cubicBezTo>
                    <a:pt x="326" y="385"/>
                    <a:pt x="201" y="586"/>
                    <a:pt x="0" y="812"/>
                  </a:cubicBezTo>
                  <a:cubicBezTo>
                    <a:pt x="0" y="912"/>
                    <a:pt x="0" y="1112"/>
                    <a:pt x="100" y="1213"/>
                  </a:cubicBezTo>
                  <a:cubicBezTo>
                    <a:pt x="201" y="1213"/>
                    <a:pt x="426" y="1213"/>
                    <a:pt x="526" y="1112"/>
                  </a:cubicBezTo>
                  <a:cubicBezTo>
                    <a:pt x="627" y="812"/>
                    <a:pt x="727" y="586"/>
                    <a:pt x="827" y="385"/>
                  </a:cubicBezTo>
                  <a:cubicBezTo>
                    <a:pt x="953" y="285"/>
                    <a:pt x="953" y="85"/>
                    <a:pt x="827" y="85"/>
                  </a:cubicBezTo>
                  <a:cubicBezTo>
                    <a:pt x="742" y="31"/>
                    <a:pt x="674" y="1"/>
                    <a:pt x="6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4" name="Google Shape;2384;p82"/>
          <p:cNvGrpSpPr/>
          <p:nvPr/>
        </p:nvGrpSpPr>
        <p:grpSpPr>
          <a:xfrm>
            <a:off x="4178011" y="2246637"/>
            <a:ext cx="388079" cy="367909"/>
            <a:chOff x="6856635" y="2291787"/>
            <a:chExt cx="388079" cy="367909"/>
          </a:xfrm>
        </p:grpSpPr>
        <p:sp>
          <p:nvSpPr>
            <p:cNvPr id="2385" name="Google Shape;2385;p82"/>
            <p:cNvSpPr/>
            <p:nvPr/>
          </p:nvSpPr>
          <p:spPr>
            <a:xfrm>
              <a:off x="6862921" y="2453646"/>
              <a:ext cx="106587" cy="199763"/>
            </a:xfrm>
            <a:custGeom>
              <a:avLst/>
              <a:gdLst/>
              <a:ahLst/>
              <a:cxnLst/>
              <a:rect l="l" t="t" r="r" b="b"/>
              <a:pathLst>
                <a:path w="4069" h="7626" extrusionOk="0">
                  <a:moveTo>
                    <a:pt x="508" y="1"/>
                  </a:moveTo>
                  <a:cubicBezTo>
                    <a:pt x="227" y="1"/>
                    <a:pt x="1" y="231"/>
                    <a:pt x="1" y="512"/>
                  </a:cubicBezTo>
                  <a:lnTo>
                    <a:pt x="1" y="7118"/>
                  </a:lnTo>
                  <a:cubicBezTo>
                    <a:pt x="1" y="7399"/>
                    <a:pt x="227" y="7626"/>
                    <a:pt x="508" y="7626"/>
                  </a:cubicBezTo>
                  <a:lnTo>
                    <a:pt x="3558" y="7626"/>
                  </a:lnTo>
                  <a:cubicBezTo>
                    <a:pt x="3839" y="7626"/>
                    <a:pt x="4065" y="7399"/>
                    <a:pt x="4068" y="7118"/>
                  </a:cubicBezTo>
                  <a:lnTo>
                    <a:pt x="4068" y="512"/>
                  </a:lnTo>
                  <a:cubicBezTo>
                    <a:pt x="4068" y="231"/>
                    <a:pt x="3839" y="1"/>
                    <a:pt x="35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82"/>
            <p:cNvSpPr/>
            <p:nvPr/>
          </p:nvSpPr>
          <p:spPr>
            <a:xfrm>
              <a:off x="6862843" y="2453646"/>
              <a:ext cx="39974" cy="199763"/>
            </a:xfrm>
            <a:custGeom>
              <a:avLst/>
              <a:gdLst/>
              <a:ahLst/>
              <a:cxnLst/>
              <a:rect l="l" t="t" r="r" b="b"/>
              <a:pathLst>
                <a:path w="1526" h="7626" extrusionOk="0">
                  <a:moveTo>
                    <a:pt x="511" y="1"/>
                  </a:moveTo>
                  <a:cubicBezTo>
                    <a:pt x="230" y="1"/>
                    <a:pt x="0" y="231"/>
                    <a:pt x="0" y="512"/>
                  </a:cubicBezTo>
                  <a:lnTo>
                    <a:pt x="0" y="7118"/>
                  </a:lnTo>
                  <a:cubicBezTo>
                    <a:pt x="0" y="7399"/>
                    <a:pt x="230" y="7626"/>
                    <a:pt x="511" y="7626"/>
                  </a:cubicBezTo>
                  <a:lnTo>
                    <a:pt x="1525" y="7626"/>
                  </a:lnTo>
                  <a:cubicBezTo>
                    <a:pt x="1244" y="7626"/>
                    <a:pt x="1018" y="7399"/>
                    <a:pt x="1018" y="7118"/>
                  </a:cubicBezTo>
                  <a:lnTo>
                    <a:pt x="1018" y="512"/>
                  </a:lnTo>
                  <a:cubicBezTo>
                    <a:pt x="1018" y="231"/>
                    <a:pt x="1244" y="1"/>
                    <a:pt x="152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82"/>
            <p:cNvSpPr/>
            <p:nvPr/>
          </p:nvSpPr>
          <p:spPr>
            <a:xfrm>
              <a:off x="6969378" y="2298048"/>
              <a:ext cx="267608" cy="335427"/>
            </a:xfrm>
            <a:custGeom>
              <a:avLst/>
              <a:gdLst/>
              <a:ahLst/>
              <a:cxnLst/>
              <a:rect l="l" t="t" r="r" b="b"/>
              <a:pathLst>
                <a:path w="10216" h="12805" extrusionOk="0">
                  <a:moveTo>
                    <a:pt x="3521" y="0"/>
                  </a:moveTo>
                  <a:cubicBezTo>
                    <a:pt x="3112" y="0"/>
                    <a:pt x="2797" y="95"/>
                    <a:pt x="2797" y="95"/>
                  </a:cubicBezTo>
                  <a:lnTo>
                    <a:pt x="2797" y="3402"/>
                  </a:lnTo>
                  <a:lnTo>
                    <a:pt x="1" y="6959"/>
                  </a:lnTo>
                  <a:lnTo>
                    <a:pt x="1" y="12041"/>
                  </a:lnTo>
                  <a:lnTo>
                    <a:pt x="1526" y="12805"/>
                  </a:lnTo>
                  <a:lnTo>
                    <a:pt x="8389" y="12805"/>
                  </a:lnTo>
                  <a:cubicBezTo>
                    <a:pt x="8907" y="12798"/>
                    <a:pt x="9342" y="12400"/>
                    <a:pt x="9390" y="11883"/>
                  </a:cubicBezTo>
                  <a:cubicBezTo>
                    <a:pt x="9438" y="11362"/>
                    <a:pt x="9089" y="10893"/>
                    <a:pt x="8578" y="10790"/>
                  </a:cubicBezTo>
                  <a:lnTo>
                    <a:pt x="8578" y="10769"/>
                  </a:lnTo>
                  <a:cubicBezTo>
                    <a:pt x="8599" y="10769"/>
                    <a:pt x="8619" y="10773"/>
                    <a:pt x="8640" y="10773"/>
                  </a:cubicBezTo>
                  <a:cubicBezTo>
                    <a:pt x="9178" y="10773"/>
                    <a:pt x="9623" y="10355"/>
                    <a:pt x="9657" y="9820"/>
                  </a:cubicBezTo>
                  <a:cubicBezTo>
                    <a:pt x="9688" y="9282"/>
                    <a:pt x="9301" y="8813"/>
                    <a:pt x="8766" y="8748"/>
                  </a:cubicBezTo>
                  <a:lnTo>
                    <a:pt x="8766" y="8730"/>
                  </a:lnTo>
                  <a:cubicBezTo>
                    <a:pt x="8811" y="8737"/>
                    <a:pt x="8852" y="8737"/>
                    <a:pt x="8897" y="8737"/>
                  </a:cubicBezTo>
                  <a:cubicBezTo>
                    <a:pt x="8899" y="8737"/>
                    <a:pt x="8901" y="8737"/>
                    <a:pt x="8903" y="8737"/>
                  </a:cubicBezTo>
                  <a:cubicBezTo>
                    <a:pt x="9452" y="8737"/>
                    <a:pt x="9901" y="8300"/>
                    <a:pt x="9918" y="7754"/>
                  </a:cubicBezTo>
                  <a:cubicBezTo>
                    <a:pt x="9935" y="7202"/>
                    <a:pt x="9510" y="6739"/>
                    <a:pt x="8962" y="6705"/>
                  </a:cubicBezTo>
                  <a:lnTo>
                    <a:pt x="8962" y="6685"/>
                  </a:lnTo>
                  <a:cubicBezTo>
                    <a:pt x="9026" y="6697"/>
                    <a:pt x="9090" y="6703"/>
                    <a:pt x="9153" y="6703"/>
                  </a:cubicBezTo>
                  <a:cubicBezTo>
                    <a:pt x="9664" y="6703"/>
                    <a:pt x="10112" y="6311"/>
                    <a:pt x="10161" y="5783"/>
                  </a:cubicBezTo>
                  <a:cubicBezTo>
                    <a:pt x="10216" y="5187"/>
                    <a:pt x="9750" y="4670"/>
                    <a:pt x="9150" y="4670"/>
                  </a:cubicBezTo>
                  <a:lnTo>
                    <a:pt x="5336" y="4670"/>
                  </a:lnTo>
                  <a:lnTo>
                    <a:pt x="5336" y="2130"/>
                  </a:lnTo>
                  <a:cubicBezTo>
                    <a:pt x="5336" y="319"/>
                    <a:pt x="4271" y="0"/>
                    <a:pt x="35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82"/>
            <p:cNvSpPr/>
            <p:nvPr/>
          </p:nvSpPr>
          <p:spPr>
            <a:xfrm>
              <a:off x="6969378" y="2593501"/>
              <a:ext cx="251472" cy="39974"/>
            </a:xfrm>
            <a:custGeom>
              <a:avLst/>
              <a:gdLst/>
              <a:ahLst/>
              <a:cxnLst/>
              <a:rect l="l" t="t" r="r" b="b"/>
              <a:pathLst>
                <a:path w="9600" h="1526" extrusionOk="0">
                  <a:moveTo>
                    <a:pt x="1" y="1"/>
                  </a:moveTo>
                  <a:lnTo>
                    <a:pt x="1" y="762"/>
                  </a:lnTo>
                  <a:lnTo>
                    <a:pt x="1526" y="1526"/>
                  </a:lnTo>
                  <a:lnTo>
                    <a:pt x="8389" y="1526"/>
                  </a:lnTo>
                  <a:cubicBezTo>
                    <a:pt x="9109" y="1526"/>
                    <a:pt x="9599" y="796"/>
                    <a:pt x="9332" y="128"/>
                  </a:cubicBezTo>
                  <a:lnTo>
                    <a:pt x="9332" y="128"/>
                  </a:lnTo>
                  <a:cubicBezTo>
                    <a:pt x="9174" y="512"/>
                    <a:pt x="8801" y="762"/>
                    <a:pt x="8389" y="762"/>
                  </a:cubicBezTo>
                  <a:lnTo>
                    <a:pt x="1526" y="762"/>
                  </a:lnTo>
                  <a:lnTo>
                    <a:pt x="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82"/>
            <p:cNvSpPr/>
            <p:nvPr/>
          </p:nvSpPr>
          <p:spPr>
            <a:xfrm>
              <a:off x="7155913" y="2546848"/>
              <a:ext cx="70045" cy="33320"/>
            </a:xfrm>
            <a:custGeom>
              <a:avLst/>
              <a:gdLst/>
              <a:ahLst/>
              <a:cxnLst/>
              <a:rect l="l" t="t" r="r" b="b"/>
              <a:pathLst>
                <a:path w="2674" h="1272" extrusionOk="0">
                  <a:moveTo>
                    <a:pt x="2509" y="0"/>
                  </a:moveTo>
                  <a:cubicBezTo>
                    <a:pt x="2392" y="452"/>
                    <a:pt x="1988" y="764"/>
                    <a:pt x="1526" y="764"/>
                  </a:cubicBezTo>
                  <a:lnTo>
                    <a:pt x="1" y="764"/>
                  </a:lnTo>
                  <a:lnTo>
                    <a:pt x="1" y="1271"/>
                  </a:lnTo>
                  <a:lnTo>
                    <a:pt x="1526" y="1271"/>
                  </a:lnTo>
                  <a:cubicBezTo>
                    <a:pt x="2187" y="1271"/>
                    <a:pt x="2673" y="644"/>
                    <a:pt x="25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82"/>
            <p:cNvSpPr/>
            <p:nvPr/>
          </p:nvSpPr>
          <p:spPr>
            <a:xfrm>
              <a:off x="7155834" y="2493593"/>
              <a:ext cx="76778" cy="33346"/>
            </a:xfrm>
            <a:custGeom>
              <a:avLst/>
              <a:gdLst/>
              <a:ahLst/>
              <a:cxnLst/>
              <a:rect l="l" t="t" r="r" b="b"/>
              <a:pathLst>
                <a:path w="2931" h="1273" extrusionOk="0">
                  <a:moveTo>
                    <a:pt x="2766" y="1"/>
                  </a:moveTo>
                  <a:cubicBezTo>
                    <a:pt x="2649" y="450"/>
                    <a:pt x="2245" y="765"/>
                    <a:pt x="1779" y="765"/>
                  </a:cubicBezTo>
                  <a:lnTo>
                    <a:pt x="0" y="765"/>
                  </a:lnTo>
                  <a:lnTo>
                    <a:pt x="0" y="1272"/>
                  </a:lnTo>
                  <a:lnTo>
                    <a:pt x="1779" y="1272"/>
                  </a:lnTo>
                  <a:cubicBezTo>
                    <a:pt x="2443" y="1272"/>
                    <a:pt x="2930" y="645"/>
                    <a:pt x="276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82"/>
            <p:cNvSpPr/>
            <p:nvPr/>
          </p:nvSpPr>
          <p:spPr>
            <a:xfrm>
              <a:off x="7155834" y="2440365"/>
              <a:ext cx="83405" cy="33346"/>
            </a:xfrm>
            <a:custGeom>
              <a:avLst/>
              <a:gdLst/>
              <a:ahLst/>
              <a:cxnLst/>
              <a:rect l="l" t="t" r="r" b="b"/>
              <a:pathLst>
                <a:path w="3184" h="1273" extrusionOk="0">
                  <a:moveTo>
                    <a:pt x="3019" y="1"/>
                  </a:moveTo>
                  <a:lnTo>
                    <a:pt x="3019" y="1"/>
                  </a:lnTo>
                  <a:cubicBezTo>
                    <a:pt x="2903" y="450"/>
                    <a:pt x="2498" y="762"/>
                    <a:pt x="2032" y="762"/>
                  </a:cubicBezTo>
                  <a:lnTo>
                    <a:pt x="0" y="762"/>
                  </a:lnTo>
                  <a:lnTo>
                    <a:pt x="0" y="1272"/>
                  </a:lnTo>
                  <a:lnTo>
                    <a:pt x="2032" y="1272"/>
                  </a:lnTo>
                  <a:cubicBezTo>
                    <a:pt x="2697" y="1272"/>
                    <a:pt x="3184" y="645"/>
                    <a:pt x="30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82"/>
            <p:cNvSpPr/>
            <p:nvPr/>
          </p:nvSpPr>
          <p:spPr>
            <a:xfrm>
              <a:off x="6916150" y="2600155"/>
              <a:ext cx="26693" cy="26588"/>
            </a:xfrm>
            <a:custGeom>
              <a:avLst/>
              <a:gdLst/>
              <a:ahLst/>
              <a:cxnLst/>
              <a:rect l="l" t="t" r="r" b="b"/>
              <a:pathLst>
                <a:path w="1019" h="1015" extrusionOk="0">
                  <a:moveTo>
                    <a:pt x="511" y="1"/>
                  </a:moveTo>
                  <a:cubicBezTo>
                    <a:pt x="230" y="1"/>
                    <a:pt x="1" y="227"/>
                    <a:pt x="1" y="508"/>
                  </a:cubicBezTo>
                  <a:cubicBezTo>
                    <a:pt x="1" y="789"/>
                    <a:pt x="230" y="1015"/>
                    <a:pt x="511" y="1015"/>
                  </a:cubicBezTo>
                  <a:cubicBezTo>
                    <a:pt x="789" y="1015"/>
                    <a:pt x="1018" y="789"/>
                    <a:pt x="1018" y="508"/>
                  </a:cubicBezTo>
                  <a:cubicBezTo>
                    <a:pt x="1018" y="227"/>
                    <a:pt x="789" y="1"/>
                    <a:pt x="5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82"/>
            <p:cNvSpPr/>
            <p:nvPr/>
          </p:nvSpPr>
          <p:spPr>
            <a:xfrm>
              <a:off x="6856635" y="2291787"/>
              <a:ext cx="388079" cy="367909"/>
            </a:xfrm>
            <a:custGeom>
              <a:avLst/>
              <a:gdLst/>
              <a:ahLst/>
              <a:cxnLst/>
              <a:rect l="l" t="t" r="r" b="b"/>
              <a:pathLst>
                <a:path w="14815" h="14045" extrusionOk="0">
                  <a:moveTo>
                    <a:pt x="7830" y="0"/>
                  </a:moveTo>
                  <a:cubicBezTo>
                    <a:pt x="7395" y="0"/>
                    <a:pt x="7060" y="99"/>
                    <a:pt x="7032" y="108"/>
                  </a:cubicBezTo>
                  <a:cubicBezTo>
                    <a:pt x="6933" y="135"/>
                    <a:pt x="6861" y="231"/>
                    <a:pt x="6861" y="334"/>
                  </a:cubicBezTo>
                  <a:lnTo>
                    <a:pt x="6861" y="3558"/>
                  </a:lnTo>
                  <a:lnTo>
                    <a:pt x="4527" y="6530"/>
                  </a:lnTo>
                  <a:cubicBezTo>
                    <a:pt x="4452" y="6187"/>
                    <a:pt x="4147" y="5944"/>
                    <a:pt x="3798" y="5944"/>
                  </a:cubicBezTo>
                  <a:lnTo>
                    <a:pt x="748" y="5944"/>
                  </a:lnTo>
                  <a:cubicBezTo>
                    <a:pt x="336" y="5944"/>
                    <a:pt x="1" y="6276"/>
                    <a:pt x="1" y="6691"/>
                  </a:cubicBezTo>
                  <a:lnTo>
                    <a:pt x="1" y="7451"/>
                  </a:lnTo>
                  <a:cubicBezTo>
                    <a:pt x="1" y="7585"/>
                    <a:pt x="107" y="7691"/>
                    <a:pt x="241" y="7691"/>
                  </a:cubicBezTo>
                  <a:cubicBezTo>
                    <a:pt x="371" y="7691"/>
                    <a:pt x="477" y="7585"/>
                    <a:pt x="477" y="7451"/>
                  </a:cubicBezTo>
                  <a:lnTo>
                    <a:pt x="477" y="6691"/>
                  </a:lnTo>
                  <a:cubicBezTo>
                    <a:pt x="477" y="6540"/>
                    <a:pt x="600" y="6420"/>
                    <a:pt x="748" y="6420"/>
                  </a:cubicBezTo>
                  <a:lnTo>
                    <a:pt x="3798" y="6420"/>
                  </a:lnTo>
                  <a:cubicBezTo>
                    <a:pt x="3945" y="6420"/>
                    <a:pt x="4068" y="6540"/>
                    <a:pt x="4068" y="6691"/>
                  </a:cubicBezTo>
                  <a:lnTo>
                    <a:pt x="4068" y="13297"/>
                  </a:lnTo>
                  <a:cubicBezTo>
                    <a:pt x="4068" y="13445"/>
                    <a:pt x="3945" y="13568"/>
                    <a:pt x="3798" y="13568"/>
                  </a:cubicBezTo>
                  <a:lnTo>
                    <a:pt x="748" y="13568"/>
                  </a:lnTo>
                  <a:cubicBezTo>
                    <a:pt x="600" y="13568"/>
                    <a:pt x="477" y="13445"/>
                    <a:pt x="477" y="13297"/>
                  </a:cubicBezTo>
                  <a:lnTo>
                    <a:pt x="477" y="8469"/>
                  </a:lnTo>
                  <a:cubicBezTo>
                    <a:pt x="477" y="8335"/>
                    <a:pt x="371" y="8229"/>
                    <a:pt x="241" y="8229"/>
                  </a:cubicBezTo>
                  <a:cubicBezTo>
                    <a:pt x="107" y="8229"/>
                    <a:pt x="1" y="8335"/>
                    <a:pt x="1" y="8469"/>
                  </a:cubicBezTo>
                  <a:lnTo>
                    <a:pt x="1" y="13297"/>
                  </a:lnTo>
                  <a:cubicBezTo>
                    <a:pt x="1" y="13709"/>
                    <a:pt x="336" y="14041"/>
                    <a:pt x="748" y="14044"/>
                  </a:cubicBezTo>
                  <a:lnTo>
                    <a:pt x="3798" y="14044"/>
                  </a:lnTo>
                  <a:cubicBezTo>
                    <a:pt x="4209" y="14041"/>
                    <a:pt x="4545" y="13709"/>
                    <a:pt x="4545" y="13297"/>
                  </a:cubicBezTo>
                  <a:lnTo>
                    <a:pt x="4545" y="12667"/>
                  </a:lnTo>
                  <a:lnTo>
                    <a:pt x="5723" y="13256"/>
                  </a:lnTo>
                  <a:cubicBezTo>
                    <a:pt x="5758" y="13273"/>
                    <a:pt x="5795" y="13280"/>
                    <a:pt x="5833" y="13280"/>
                  </a:cubicBezTo>
                  <a:lnTo>
                    <a:pt x="10408" y="13280"/>
                  </a:lnTo>
                  <a:cubicBezTo>
                    <a:pt x="10538" y="13280"/>
                    <a:pt x="10644" y="13174"/>
                    <a:pt x="10644" y="13044"/>
                  </a:cubicBezTo>
                  <a:cubicBezTo>
                    <a:pt x="10644" y="12910"/>
                    <a:pt x="10538" y="12804"/>
                    <a:pt x="10408" y="12804"/>
                  </a:cubicBezTo>
                  <a:lnTo>
                    <a:pt x="5888" y="12804"/>
                  </a:lnTo>
                  <a:lnTo>
                    <a:pt x="4545" y="12132"/>
                  </a:lnTo>
                  <a:lnTo>
                    <a:pt x="4545" y="7280"/>
                  </a:lnTo>
                  <a:lnTo>
                    <a:pt x="7289" y="3788"/>
                  </a:lnTo>
                  <a:cubicBezTo>
                    <a:pt x="7324" y="3744"/>
                    <a:pt x="7341" y="3692"/>
                    <a:pt x="7341" y="3641"/>
                  </a:cubicBezTo>
                  <a:lnTo>
                    <a:pt x="7341" y="526"/>
                  </a:lnTo>
                  <a:cubicBezTo>
                    <a:pt x="7462" y="503"/>
                    <a:pt x="7638" y="478"/>
                    <a:pt x="7837" y="478"/>
                  </a:cubicBezTo>
                  <a:cubicBezTo>
                    <a:pt x="8145" y="478"/>
                    <a:pt x="8507" y="538"/>
                    <a:pt x="8801" y="759"/>
                  </a:cubicBezTo>
                  <a:cubicBezTo>
                    <a:pt x="9202" y="1057"/>
                    <a:pt x="9404" y="1598"/>
                    <a:pt x="9404" y="2369"/>
                  </a:cubicBezTo>
                  <a:lnTo>
                    <a:pt x="9404" y="4912"/>
                  </a:lnTo>
                  <a:cubicBezTo>
                    <a:pt x="9404" y="5042"/>
                    <a:pt x="9510" y="5149"/>
                    <a:pt x="9644" y="5149"/>
                  </a:cubicBezTo>
                  <a:lnTo>
                    <a:pt x="13454" y="5149"/>
                  </a:lnTo>
                  <a:cubicBezTo>
                    <a:pt x="13886" y="5149"/>
                    <a:pt x="14232" y="5498"/>
                    <a:pt x="14232" y="5926"/>
                  </a:cubicBezTo>
                  <a:cubicBezTo>
                    <a:pt x="14232" y="6358"/>
                    <a:pt x="13886" y="6704"/>
                    <a:pt x="13454" y="6704"/>
                  </a:cubicBezTo>
                  <a:lnTo>
                    <a:pt x="11422" y="6704"/>
                  </a:lnTo>
                  <a:cubicBezTo>
                    <a:pt x="11292" y="6704"/>
                    <a:pt x="11182" y="6811"/>
                    <a:pt x="11182" y="6944"/>
                  </a:cubicBezTo>
                  <a:cubicBezTo>
                    <a:pt x="11182" y="7074"/>
                    <a:pt x="11292" y="7181"/>
                    <a:pt x="11422" y="7181"/>
                  </a:cubicBezTo>
                  <a:lnTo>
                    <a:pt x="13249" y="7181"/>
                  </a:lnTo>
                  <a:cubicBezTo>
                    <a:pt x="13667" y="7208"/>
                    <a:pt x="13989" y="7564"/>
                    <a:pt x="13975" y="7982"/>
                  </a:cubicBezTo>
                  <a:cubicBezTo>
                    <a:pt x="13965" y="8401"/>
                    <a:pt x="13619" y="8736"/>
                    <a:pt x="13201" y="8736"/>
                  </a:cubicBezTo>
                  <a:lnTo>
                    <a:pt x="11422" y="8736"/>
                  </a:lnTo>
                  <a:cubicBezTo>
                    <a:pt x="11292" y="8736"/>
                    <a:pt x="11182" y="8843"/>
                    <a:pt x="11182" y="8976"/>
                  </a:cubicBezTo>
                  <a:cubicBezTo>
                    <a:pt x="11182" y="9106"/>
                    <a:pt x="11292" y="9213"/>
                    <a:pt x="11422" y="9213"/>
                  </a:cubicBezTo>
                  <a:lnTo>
                    <a:pt x="13012" y="9213"/>
                  </a:lnTo>
                  <a:cubicBezTo>
                    <a:pt x="13022" y="9216"/>
                    <a:pt x="13033" y="9220"/>
                    <a:pt x="13043" y="9220"/>
                  </a:cubicBezTo>
                  <a:cubicBezTo>
                    <a:pt x="13451" y="9271"/>
                    <a:pt x="13746" y="9631"/>
                    <a:pt x="13722" y="10042"/>
                  </a:cubicBezTo>
                  <a:cubicBezTo>
                    <a:pt x="13694" y="10450"/>
                    <a:pt x="13358" y="10768"/>
                    <a:pt x="12947" y="10768"/>
                  </a:cubicBezTo>
                  <a:lnTo>
                    <a:pt x="11422" y="10768"/>
                  </a:lnTo>
                  <a:cubicBezTo>
                    <a:pt x="11292" y="10768"/>
                    <a:pt x="11182" y="10878"/>
                    <a:pt x="11182" y="11008"/>
                  </a:cubicBezTo>
                  <a:cubicBezTo>
                    <a:pt x="11182" y="11139"/>
                    <a:pt x="11292" y="11248"/>
                    <a:pt x="11422" y="11248"/>
                  </a:cubicBezTo>
                  <a:lnTo>
                    <a:pt x="12793" y="11248"/>
                  </a:lnTo>
                  <a:cubicBezTo>
                    <a:pt x="12807" y="11252"/>
                    <a:pt x="12824" y="11258"/>
                    <a:pt x="12837" y="11262"/>
                  </a:cubicBezTo>
                  <a:cubicBezTo>
                    <a:pt x="13231" y="11337"/>
                    <a:pt x="13502" y="11701"/>
                    <a:pt x="13465" y="12098"/>
                  </a:cubicBezTo>
                  <a:cubicBezTo>
                    <a:pt x="13427" y="12496"/>
                    <a:pt x="13094" y="12801"/>
                    <a:pt x="12693" y="12804"/>
                  </a:cubicBezTo>
                  <a:lnTo>
                    <a:pt x="11422" y="12804"/>
                  </a:lnTo>
                  <a:cubicBezTo>
                    <a:pt x="11292" y="12804"/>
                    <a:pt x="11186" y="12910"/>
                    <a:pt x="11186" y="13040"/>
                  </a:cubicBezTo>
                  <a:cubicBezTo>
                    <a:pt x="11186" y="13174"/>
                    <a:pt x="11292" y="13280"/>
                    <a:pt x="11422" y="13280"/>
                  </a:cubicBezTo>
                  <a:lnTo>
                    <a:pt x="12693" y="13280"/>
                  </a:lnTo>
                  <a:cubicBezTo>
                    <a:pt x="13211" y="13280"/>
                    <a:pt x="13674" y="12962"/>
                    <a:pt x="13862" y="12478"/>
                  </a:cubicBezTo>
                  <a:cubicBezTo>
                    <a:pt x="14047" y="11995"/>
                    <a:pt x="13920" y="11447"/>
                    <a:pt x="13536" y="11097"/>
                  </a:cubicBezTo>
                  <a:cubicBezTo>
                    <a:pt x="14301" y="10690"/>
                    <a:pt x="14431" y="9648"/>
                    <a:pt x="13790" y="9065"/>
                  </a:cubicBezTo>
                  <a:cubicBezTo>
                    <a:pt x="14201" y="8846"/>
                    <a:pt x="14455" y="8421"/>
                    <a:pt x="14458" y="7958"/>
                  </a:cubicBezTo>
                  <a:cubicBezTo>
                    <a:pt x="14455" y="7606"/>
                    <a:pt x="14308" y="7270"/>
                    <a:pt x="14047" y="7033"/>
                  </a:cubicBezTo>
                  <a:cubicBezTo>
                    <a:pt x="14554" y="6763"/>
                    <a:pt x="14815" y="6180"/>
                    <a:pt x="14674" y="5621"/>
                  </a:cubicBezTo>
                  <a:cubicBezTo>
                    <a:pt x="14534" y="5063"/>
                    <a:pt x="14033" y="4672"/>
                    <a:pt x="13454" y="4672"/>
                  </a:cubicBezTo>
                  <a:lnTo>
                    <a:pt x="9884" y="4672"/>
                  </a:lnTo>
                  <a:lnTo>
                    <a:pt x="9884" y="2369"/>
                  </a:lnTo>
                  <a:cubicBezTo>
                    <a:pt x="9884" y="1441"/>
                    <a:pt x="9616" y="769"/>
                    <a:pt x="9085" y="375"/>
                  </a:cubicBezTo>
                  <a:cubicBezTo>
                    <a:pt x="8689" y="80"/>
                    <a:pt x="8220" y="0"/>
                    <a:pt x="78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82"/>
            <p:cNvSpPr/>
            <p:nvPr/>
          </p:nvSpPr>
          <p:spPr>
            <a:xfrm>
              <a:off x="6903314" y="2593868"/>
              <a:ext cx="45710" cy="39162"/>
            </a:xfrm>
            <a:custGeom>
              <a:avLst/>
              <a:gdLst/>
              <a:ahLst/>
              <a:cxnLst/>
              <a:rect l="l" t="t" r="r" b="b"/>
              <a:pathLst>
                <a:path w="1745" h="1495" extrusionOk="0">
                  <a:moveTo>
                    <a:pt x="1003" y="478"/>
                  </a:moveTo>
                  <a:cubicBezTo>
                    <a:pt x="1069" y="478"/>
                    <a:pt x="1136" y="502"/>
                    <a:pt x="1190" y="556"/>
                  </a:cubicBezTo>
                  <a:cubicBezTo>
                    <a:pt x="1361" y="727"/>
                    <a:pt x="1241" y="1018"/>
                    <a:pt x="1001" y="1018"/>
                  </a:cubicBezTo>
                  <a:cubicBezTo>
                    <a:pt x="850" y="1018"/>
                    <a:pt x="730" y="898"/>
                    <a:pt x="730" y="748"/>
                  </a:cubicBezTo>
                  <a:cubicBezTo>
                    <a:pt x="730" y="585"/>
                    <a:pt x="864" y="478"/>
                    <a:pt x="1003" y="478"/>
                  </a:cubicBezTo>
                  <a:close/>
                  <a:moveTo>
                    <a:pt x="994" y="0"/>
                  </a:moveTo>
                  <a:cubicBezTo>
                    <a:pt x="810" y="0"/>
                    <a:pt x="623" y="68"/>
                    <a:pt x="470" y="220"/>
                  </a:cubicBezTo>
                  <a:cubicBezTo>
                    <a:pt x="1" y="689"/>
                    <a:pt x="333" y="1495"/>
                    <a:pt x="1001" y="1495"/>
                  </a:cubicBezTo>
                  <a:cubicBezTo>
                    <a:pt x="1412" y="1495"/>
                    <a:pt x="1745" y="1159"/>
                    <a:pt x="1745" y="748"/>
                  </a:cubicBezTo>
                  <a:cubicBezTo>
                    <a:pt x="1745" y="298"/>
                    <a:pt x="1378" y="0"/>
                    <a:pt x="99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5" name="Google Shape;2395;p82"/>
          <p:cNvGrpSpPr/>
          <p:nvPr/>
        </p:nvGrpSpPr>
        <p:grpSpPr>
          <a:xfrm>
            <a:off x="4178011" y="4080200"/>
            <a:ext cx="388079" cy="367909"/>
            <a:chOff x="6856635" y="2291787"/>
            <a:chExt cx="388079" cy="367909"/>
          </a:xfrm>
        </p:grpSpPr>
        <p:sp>
          <p:nvSpPr>
            <p:cNvPr id="2396" name="Google Shape;2396;p82"/>
            <p:cNvSpPr/>
            <p:nvPr/>
          </p:nvSpPr>
          <p:spPr>
            <a:xfrm>
              <a:off x="6862921" y="2453646"/>
              <a:ext cx="106587" cy="199763"/>
            </a:xfrm>
            <a:custGeom>
              <a:avLst/>
              <a:gdLst/>
              <a:ahLst/>
              <a:cxnLst/>
              <a:rect l="l" t="t" r="r" b="b"/>
              <a:pathLst>
                <a:path w="4069" h="7626" extrusionOk="0">
                  <a:moveTo>
                    <a:pt x="508" y="1"/>
                  </a:moveTo>
                  <a:cubicBezTo>
                    <a:pt x="227" y="1"/>
                    <a:pt x="1" y="231"/>
                    <a:pt x="1" y="512"/>
                  </a:cubicBezTo>
                  <a:lnTo>
                    <a:pt x="1" y="7118"/>
                  </a:lnTo>
                  <a:cubicBezTo>
                    <a:pt x="1" y="7399"/>
                    <a:pt x="227" y="7626"/>
                    <a:pt x="508" y="7626"/>
                  </a:cubicBezTo>
                  <a:lnTo>
                    <a:pt x="3558" y="7626"/>
                  </a:lnTo>
                  <a:cubicBezTo>
                    <a:pt x="3839" y="7626"/>
                    <a:pt x="4065" y="7399"/>
                    <a:pt x="4068" y="7118"/>
                  </a:cubicBezTo>
                  <a:lnTo>
                    <a:pt x="4068" y="512"/>
                  </a:lnTo>
                  <a:cubicBezTo>
                    <a:pt x="4068" y="231"/>
                    <a:pt x="3839" y="1"/>
                    <a:pt x="35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82"/>
            <p:cNvSpPr/>
            <p:nvPr/>
          </p:nvSpPr>
          <p:spPr>
            <a:xfrm>
              <a:off x="6862843" y="2453646"/>
              <a:ext cx="39974" cy="199763"/>
            </a:xfrm>
            <a:custGeom>
              <a:avLst/>
              <a:gdLst/>
              <a:ahLst/>
              <a:cxnLst/>
              <a:rect l="l" t="t" r="r" b="b"/>
              <a:pathLst>
                <a:path w="1526" h="7626" extrusionOk="0">
                  <a:moveTo>
                    <a:pt x="511" y="1"/>
                  </a:moveTo>
                  <a:cubicBezTo>
                    <a:pt x="230" y="1"/>
                    <a:pt x="0" y="231"/>
                    <a:pt x="0" y="512"/>
                  </a:cubicBezTo>
                  <a:lnTo>
                    <a:pt x="0" y="7118"/>
                  </a:lnTo>
                  <a:cubicBezTo>
                    <a:pt x="0" y="7399"/>
                    <a:pt x="230" y="7626"/>
                    <a:pt x="511" y="7626"/>
                  </a:cubicBezTo>
                  <a:lnTo>
                    <a:pt x="1525" y="7626"/>
                  </a:lnTo>
                  <a:cubicBezTo>
                    <a:pt x="1244" y="7626"/>
                    <a:pt x="1018" y="7399"/>
                    <a:pt x="1018" y="7118"/>
                  </a:cubicBezTo>
                  <a:lnTo>
                    <a:pt x="1018" y="512"/>
                  </a:lnTo>
                  <a:cubicBezTo>
                    <a:pt x="1018" y="231"/>
                    <a:pt x="1244" y="1"/>
                    <a:pt x="152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82"/>
            <p:cNvSpPr/>
            <p:nvPr/>
          </p:nvSpPr>
          <p:spPr>
            <a:xfrm>
              <a:off x="6969378" y="2298048"/>
              <a:ext cx="267608" cy="335427"/>
            </a:xfrm>
            <a:custGeom>
              <a:avLst/>
              <a:gdLst/>
              <a:ahLst/>
              <a:cxnLst/>
              <a:rect l="l" t="t" r="r" b="b"/>
              <a:pathLst>
                <a:path w="10216" h="12805" extrusionOk="0">
                  <a:moveTo>
                    <a:pt x="3521" y="0"/>
                  </a:moveTo>
                  <a:cubicBezTo>
                    <a:pt x="3112" y="0"/>
                    <a:pt x="2797" y="95"/>
                    <a:pt x="2797" y="95"/>
                  </a:cubicBezTo>
                  <a:lnTo>
                    <a:pt x="2797" y="3402"/>
                  </a:lnTo>
                  <a:lnTo>
                    <a:pt x="1" y="6959"/>
                  </a:lnTo>
                  <a:lnTo>
                    <a:pt x="1" y="12041"/>
                  </a:lnTo>
                  <a:lnTo>
                    <a:pt x="1526" y="12805"/>
                  </a:lnTo>
                  <a:lnTo>
                    <a:pt x="8389" y="12805"/>
                  </a:lnTo>
                  <a:cubicBezTo>
                    <a:pt x="8907" y="12798"/>
                    <a:pt x="9342" y="12400"/>
                    <a:pt x="9390" y="11883"/>
                  </a:cubicBezTo>
                  <a:cubicBezTo>
                    <a:pt x="9438" y="11362"/>
                    <a:pt x="9089" y="10893"/>
                    <a:pt x="8578" y="10790"/>
                  </a:cubicBezTo>
                  <a:lnTo>
                    <a:pt x="8578" y="10769"/>
                  </a:lnTo>
                  <a:cubicBezTo>
                    <a:pt x="8599" y="10769"/>
                    <a:pt x="8619" y="10773"/>
                    <a:pt x="8640" y="10773"/>
                  </a:cubicBezTo>
                  <a:cubicBezTo>
                    <a:pt x="9178" y="10773"/>
                    <a:pt x="9623" y="10355"/>
                    <a:pt x="9657" y="9820"/>
                  </a:cubicBezTo>
                  <a:cubicBezTo>
                    <a:pt x="9688" y="9282"/>
                    <a:pt x="9301" y="8813"/>
                    <a:pt x="8766" y="8748"/>
                  </a:cubicBezTo>
                  <a:lnTo>
                    <a:pt x="8766" y="8730"/>
                  </a:lnTo>
                  <a:cubicBezTo>
                    <a:pt x="8811" y="8737"/>
                    <a:pt x="8852" y="8737"/>
                    <a:pt x="8897" y="8737"/>
                  </a:cubicBezTo>
                  <a:cubicBezTo>
                    <a:pt x="8899" y="8737"/>
                    <a:pt x="8901" y="8737"/>
                    <a:pt x="8903" y="8737"/>
                  </a:cubicBezTo>
                  <a:cubicBezTo>
                    <a:pt x="9452" y="8737"/>
                    <a:pt x="9901" y="8300"/>
                    <a:pt x="9918" y="7754"/>
                  </a:cubicBezTo>
                  <a:cubicBezTo>
                    <a:pt x="9935" y="7202"/>
                    <a:pt x="9510" y="6739"/>
                    <a:pt x="8962" y="6705"/>
                  </a:cubicBezTo>
                  <a:lnTo>
                    <a:pt x="8962" y="6685"/>
                  </a:lnTo>
                  <a:cubicBezTo>
                    <a:pt x="9026" y="6697"/>
                    <a:pt x="9090" y="6703"/>
                    <a:pt x="9153" y="6703"/>
                  </a:cubicBezTo>
                  <a:cubicBezTo>
                    <a:pt x="9664" y="6703"/>
                    <a:pt x="10112" y="6311"/>
                    <a:pt x="10161" y="5783"/>
                  </a:cubicBezTo>
                  <a:cubicBezTo>
                    <a:pt x="10216" y="5187"/>
                    <a:pt x="9750" y="4670"/>
                    <a:pt x="9150" y="4670"/>
                  </a:cubicBezTo>
                  <a:lnTo>
                    <a:pt x="5336" y="4670"/>
                  </a:lnTo>
                  <a:lnTo>
                    <a:pt x="5336" y="2130"/>
                  </a:lnTo>
                  <a:cubicBezTo>
                    <a:pt x="5336" y="319"/>
                    <a:pt x="4271" y="0"/>
                    <a:pt x="35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82"/>
            <p:cNvSpPr/>
            <p:nvPr/>
          </p:nvSpPr>
          <p:spPr>
            <a:xfrm>
              <a:off x="6969378" y="2593501"/>
              <a:ext cx="251472" cy="39974"/>
            </a:xfrm>
            <a:custGeom>
              <a:avLst/>
              <a:gdLst/>
              <a:ahLst/>
              <a:cxnLst/>
              <a:rect l="l" t="t" r="r" b="b"/>
              <a:pathLst>
                <a:path w="9600" h="1526" extrusionOk="0">
                  <a:moveTo>
                    <a:pt x="1" y="1"/>
                  </a:moveTo>
                  <a:lnTo>
                    <a:pt x="1" y="762"/>
                  </a:lnTo>
                  <a:lnTo>
                    <a:pt x="1526" y="1526"/>
                  </a:lnTo>
                  <a:lnTo>
                    <a:pt x="8389" y="1526"/>
                  </a:lnTo>
                  <a:cubicBezTo>
                    <a:pt x="9109" y="1526"/>
                    <a:pt x="9599" y="796"/>
                    <a:pt x="9332" y="128"/>
                  </a:cubicBezTo>
                  <a:lnTo>
                    <a:pt x="9332" y="128"/>
                  </a:lnTo>
                  <a:cubicBezTo>
                    <a:pt x="9174" y="512"/>
                    <a:pt x="8801" y="762"/>
                    <a:pt x="8389" y="762"/>
                  </a:cubicBezTo>
                  <a:lnTo>
                    <a:pt x="1526" y="762"/>
                  </a:lnTo>
                  <a:lnTo>
                    <a:pt x="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82"/>
            <p:cNvSpPr/>
            <p:nvPr/>
          </p:nvSpPr>
          <p:spPr>
            <a:xfrm>
              <a:off x="7155913" y="2546848"/>
              <a:ext cx="70045" cy="33320"/>
            </a:xfrm>
            <a:custGeom>
              <a:avLst/>
              <a:gdLst/>
              <a:ahLst/>
              <a:cxnLst/>
              <a:rect l="l" t="t" r="r" b="b"/>
              <a:pathLst>
                <a:path w="2674" h="1272" extrusionOk="0">
                  <a:moveTo>
                    <a:pt x="2509" y="0"/>
                  </a:moveTo>
                  <a:cubicBezTo>
                    <a:pt x="2392" y="452"/>
                    <a:pt x="1988" y="764"/>
                    <a:pt x="1526" y="764"/>
                  </a:cubicBezTo>
                  <a:lnTo>
                    <a:pt x="1" y="764"/>
                  </a:lnTo>
                  <a:lnTo>
                    <a:pt x="1" y="1271"/>
                  </a:lnTo>
                  <a:lnTo>
                    <a:pt x="1526" y="1271"/>
                  </a:lnTo>
                  <a:cubicBezTo>
                    <a:pt x="2187" y="1271"/>
                    <a:pt x="2673" y="644"/>
                    <a:pt x="25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82"/>
            <p:cNvSpPr/>
            <p:nvPr/>
          </p:nvSpPr>
          <p:spPr>
            <a:xfrm>
              <a:off x="7155834" y="2493593"/>
              <a:ext cx="76778" cy="33346"/>
            </a:xfrm>
            <a:custGeom>
              <a:avLst/>
              <a:gdLst/>
              <a:ahLst/>
              <a:cxnLst/>
              <a:rect l="l" t="t" r="r" b="b"/>
              <a:pathLst>
                <a:path w="2931" h="1273" extrusionOk="0">
                  <a:moveTo>
                    <a:pt x="2766" y="1"/>
                  </a:moveTo>
                  <a:cubicBezTo>
                    <a:pt x="2649" y="450"/>
                    <a:pt x="2245" y="765"/>
                    <a:pt x="1779" y="765"/>
                  </a:cubicBezTo>
                  <a:lnTo>
                    <a:pt x="0" y="765"/>
                  </a:lnTo>
                  <a:lnTo>
                    <a:pt x="0" y="1272"/>
                  </a:lnTo>
                  <a:lnTo>
                    <a:pt x="1779" y="1272"/>
                  </a:lnTo>
                  <a:cubicBezTo>
                    <a:pt x="2443" y="1272"/>
                    <a:pt x="2930" y="645"/>
                    <a:pt x="276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82"/>
            <p:cNvSpPr/>
            <p:nvPr/>
          </p:nvSpPr>
          <p:spPr>
            <a:xfrm>
              <a:off x="7155834" y="2440365"/>
              <a:ext cx="83405" cy="33346"/>
            </a:xfrm>
            <a:custGeom>
              <a:avLst/>
              <a:gdLst/>
              <a:ahLst/>
              <a:cxnLst/>
              <a:rect l="l" t="t" r="r" b="b"/>
              <a:pathLst>
                <a:path w="3184" h="1273" extrusionOk="0">
                  <a:moveTo>
                    <a:pt x="3019" y="1"/>
                  </a:moveTo>
                  <a:lnTo>
                    <a:pt x="3019" y="1"/>
                  </a:lnTo>
                  <a:cubicBezTo>
                    <a:pt x="2903" y="450"/>
                    <a:pt x="2498" y="762"/>
                    <a:pt x="2032" y="762"/>
                  </a:cubicBezTo>
                  <a:lnTo>
                    <a:pt x="0" y="762"/>
                  </a:lnTo>
                  <a:lnTo>
                    <a:pt x="0" y="1272"/>
                  </a:lnTo>
                  <a:lnTo>
                    <a:pt x="2032" y="1272"/>
                  </a:lnTo>
                  <a:cubicBezTo>
                    <a:pt x="2697" y="1272"/>
                    <a:pt x="3184" y="645"/>
                    <a:pt x="30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82"/>
            <p:cNvSpPr/>
            <p:nvPr/>
          </p:nvSpPr>
          <p:spPr>
            <a:xfrm>
              <a:off x="6916150" y="2600155"/>
              <a:ext cx="26693" cy="26588"/>
            </a:xfrm>
            <a:custGeom>
              <a:avLst/>
              <a:gdLst/>
              <a:ahLst/>
              <a:cxnLst/>
              <a:rect l="l" t="t" r="r" b="b"/>
              <a:pathLst>
                <a:path w="1019" h="1015" extrusionOk="0">
                  <a:moveTo>
                    <a:pt x="511" y="1"/>
                  </a:moveTo>
                  <a:cubicBezTo>
                    <a:pt x="230" y="1"/>
                    <a:pt x="1" y="227"/>
                    <a:pt x="1" y="508"/>
                  </a:cubicBezTo>
                  <a:cubicBezTo>
                    <a:pt x="1" y="789"/>
                    <a:pt x="230" y="1015"/>
                    <a:pt x="511" y="1015"/>
                  </a:cubicBezTo>
                  <a:cubicBezTo>
                    <a:pt x="789" y="1015"/>
                    <a:pt x="1018" y="789"/>
                    <a:pt x="1018" y="508"/>
                  </a:cubicBezTo>
                  <a:cubicBezTo>
                    <a:pt x="1018" y="227"/>
                    <a:pt x="789" y="1"/>
                    <a:pt x="5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82"/>
            <p:cNvSpPr/>
            <p:nvPr/>
          </p:nvSpPr>
          <p:spPr>
            <a:xfrm>
              <a:off x="6856635" y="2291787"/>
              <a:ext cx="388079" cy="367909"/>
            </a:xfrm>
            <a:custGeom>
              <a:avLst/>
              <a:gdLst/>
              <a:ahLst/>
              <a:cxnLst/>
              <a:rect l="l" t="t" r="r" b="b"/>
              <a:pathLst>
                <a:path w="14815" h="14045" extrusionOk="0">
                  <a:moveTo>
                    <a:pt x="7830" y="0"/>
                  </a:moveTo>
                  <a:cubicBezTo>
                    <a:pt x="7395" y="0"/>
                    <a:pt x="7060" y="99"/>
                    <a:pt x="7032" y="108"/>
                  </a:cubicBezTo>
                  <a:cubicBezTo>
                    <a:pt x="6933" y="135"/>
                    <a:pt x="6861" y="231"/>
                    <a:pt x="6861" y="334"/>
                  </a:cubicBezTo>
                  <a:lnTo>
                    <a:pt x="6861" y="3558"/>
                  </a:lnTo>
                  <a:lnTo>
                    <a:pt x="4527" y="6530"/>
                  </a:lnTo>
                  <a:cubicBezTo>
                    <a:pt x="4452" y="6187"/>
                    <a:pt x="4147" y="5944"/>
                    <a:pt x="3798" y="5944"/>
                  </a:cubicBezTo>
                  <a:lnTo>
                    <a:pt x="748" y="5944"/>
                  </a:lnTo>
                  <a:cubicBezTo>
                    <a:pt x="336" y="5944"/>
                    <a:pt x="1" y="6276"/>
                    <a:pt x="1" y="6691"/>
                  </a:cubicBezTo>
                  <a:lnTo>
                    <a:pt x="1" y="7451"/>
                  </a:lnTo>
                  <a:cubicBezTo>
                    <a:pt x="1" y="7585"/>
                    <a:pt x="107" y="7691"/>
                    <a:pt x="241" y="7691"/>
                  </a:cubicBezTo>
                  <a:cubicBezTo>
                    <a:pt x="371" y="7691"/>
                    <a:pt x="477" y="7585"/>
                    <a:pt x="477" y="7451"/>
                  </a:cubicBezTo>
                  <a:lnTo>
                    <a:pt x="477" y="6691"/>
                  </a:lnTo>
                  <a:cubicBezTo>
                    <a:pt x="477" y="6540"/>
                    <a:pt x="600" y="6420"/>
                    <a:pt x="748" y="6420"/>
                  </a:cubicBezTo>
                  <a:lnTo>
                    <a:pt x="3798" y="6420"/>
                  </a:lnTo>
                  <a:cubicBezTo>
                    <a:pt x="3945" y="6420"/>
                    <a:pt x="4068" y="6540"/>
                    <a:pt x="4068" y="6691"/>
                  </a:cubicBezTo>
                  <a:lnTo>
                    <a:pt x="4068" y="13297"/>
                  </a:lnTo>
                  <a:cubicBezTo>
                    <a:pt x="4068" y="13445"/>
                    <a:pt x="3945" y="13568"/>
                    <a:pt x="3798" y="13568"/>
                  </a:cubicBezTo>
                  <a:lnTo>
                    <a:pt x="748" y="13568"/>
                  </a:lnTo>
                  <a:cubicBezTo>
                    <a:pt x="600" y="13568"/>
                    <a:pt x="477" y="13445"/>
                    <a:pt x="477" y="13297"/>
                  </a:cubicBezTo>
                  <a:lnTo>
                    <a:pt x="477" y="8469"/>
                  </a:lnTo>
                  <a:cubicBezTo>
                    <a:pt x="477" y="8335"/>
                    <a:pt x="371" y="8229"/>
                    <a:pt x="241" y="8229"/>
                  </a:cubicBezTo>
                  <a:cubicBezTo>
                    <a:pt x="107" y="8229"/>
                    <a:pt x="1" y="8335"/>
                    <a:pt x="1" y="8469"/>
                  </a:cubicBezTo>
                  <a:lnTo>
                    <a:pt x="1" y="13297"/>
                  </a:lnTo>
                  <a:cubicBezTo>
                    <a:pt x="1" y="13709"/>
                    <a:pt x="336" y="14041"/>
                    <a:pt x="748" y="14044"/>
                  </a:cubicBezTo>
                  <a:lnTo>
                    <a:pt x="3798" y="14044"/>
                  </a:lnTo>
                  <a:cubicBezTo>
                    <a:pt x="4209" y="14041"/>
                    <a:pt x="4545" y="13709"/>
                    <a:pt x="4545" y="13297"/>
                  </a:cubicBezTo>
                  <a:lnTo>
                    <a:pt x="4545" y="12667"/>
                  </a:lnTo>
                  <a:lnTo>
                    <a:pt x="5723" y="13256"/>
                  </a:lnTo>
                  <a:cubicBezTo>
                    <a:pt x="5758" y="13273"/>
                    <a:pt x="5795" y="13280"/>
                    <a:pt x="5833" y="13280"/>
                  </a:cubicBezTo>
                  <a:lnTo>
                    <a:pt x="10408" y="13280"/>
                  </a:lnTo>
                  <a:cubicBezTo>
                    <a:pt x="10538" y="13280"/>
                    <a:pt x="10644" y="13174"/>
                    <a:pt x="10644" y="13044"/>
                  </a:cubicBezTo>
                  <a:cubicBezTo>
                    <a:pt x="10644" y="12910"/>
                    <a:pt x="10538" y="12804"/>
                    <a:pt x="10408" y="12804"/>
                  </a:cubicBezTo>
                  <a:lnTo>
                    <a:pt x="5888" y="12804"/>
                  </a:lnTo>
                  <a:lnTo>
                    <a:pt x="4545" y="12132"/>
                  </a:lnTo>
                  <a:lnTo>
                    <a:pt x="4545" y="7280"/>
                  </a:lnTo>
                  <a:lnTo>
                    <a:pt x="7289" y="3788"/>
                  </a:lnTo>
                  <a:cubicBezTo>
                    <a:pt x="7324" y="3744"/>
                    <a:pt x="7341" y="3692"/>
                    <a:pt x="7341" y="3641"/>
                  </a:cubicBezTo>
                  <a:lnTo>
                    <a:pt x="7341" y="526"/>
                  </a:lnTo>
                  <a:cubicBezTo>
                    <a:pt x="7462" y="503"/>
                    <a:pt x="7638" y="478"/>
                    <a:pt x="7837" y="478"/>
                  </a:cubicBezTo>
                  <a:cubicBezTo>
                    <a:pt x="8145" y="478"/>
                    <a:pt x="8507" y="538"/>
                    <a:pt x="8801" y="759"/>
                  </a:cubicBezTo>
                  <a:cubicBezTo>
                    <a:pt x="9202" y="1057"/>
                    <a:pt x="9404" y="1598"/>
                    <a:pt x="9404" y="2369"/>
                  </a:cubicBezTo>
                  <a:lnTo>
                    <a:pt x="9404" y="4912"/>
                  </a:lnTo>
                  <a:cubicBezTo>
                    <a:pt x="9404" y="5042"/>
                    <a:pt x="9510" y="5149"/>
                    <a:pt x="9644" y="5149"/>
                  </a:cubicBezTo>
                  <a:lnTo>
                    <a:pt x="13454" y="5149"/>
                  </a:lnTo>
                  <a:cubicBezTo>
                    <a:pt x="13886" y="5149"/>
                    <a:pt x="14232" y="5498"/>
                    <a:pt x="14232" y="5926"/>
                  </a:cubicBezTo>
                  <a:cubicBezTo>
                    <a:pt x="14232" y="6358"/>
                    <a:pt x="13886" y="6704"/>
                    <a:pt x="13454" y="6704"/>
                  </a:cubicBezTo>
                  <a:lnTo>
                    <a:pt x="11422" y="6704"/>
                  </a:lnTo>
                  <a:cubicBezTo>
                    <a:pt x="11292" y="6704"/>
                    <a:pt x="11182" y="6811"/>
                    <a:pt x="11182" y="6944"/>
                  </a:cubicBezTo>
                  <a:cubicBezTo>
                    <a:pt x="11182" y="7074"/>
                    <a:pt x="11292" y="7181"/>
                    <a:pt x="11422" y="7181"/>
                  </a:cubicBezTo>
                  <a:lnTo>
                    <a:pt x="13249" y="7181"/>
                  </a:lnTo>
                  <a:cubicBezTo>
                    <a:pt x="13667" y="7208"/>
                    <a:pt x="13989" y="7564"/>
                    <a:pt x="13975" y="7982"/>
                  </a:cubicBezTo>
                  <a:cubicBezTo>
                    <a:pt x="13965" y="8401"/>
                    <a:pt x="13619" y="8736"/>
                    <a:pt x="13201" y="8736"/>
                  </a:cubicBezTo>
                  <a:lnTo>
                    <a:pt x="11422" y="8736"/>
                  </a:lnTo>
                  <a:cubicBezTo>
                    <a:pt x="11292" y="8736"/>
                    <a:pt x="11182" y="8843"/>
                    <a:pt x="11182" y="8976"/>
                  </a:cubicBezTo>
                  <a:cubicBezTo>
                    <a:pt x="11182" y="9106"/>
                    <a:pt x="11292" y="9213"/>
                    <a:pt x="11422" y="9213"/>
                  </a:cubicBezTo>
                  <a:lnTo>
                    <a:pt x="13012" y="9213"/>
                  </a:lnTo>
                  <a:cubicBezTo>
                    <a:pt x="13022" y="9216"/>
                    <a:pt x="13033" y="9220"/>
                    <a:pt x="13043" y="9220"/>
                  </a:cubicBezTo>
                  <a:cubicBezTo>
                    <a:pt x="13451" y="9271"/>
                    <a:pt x="13746" y="9631"/>
                    <a:pt x="13722" y="10042"/>
                  </a:cubicBezTo>
                  <a:cubicBezTo>
                    <a:pt x="13694" y="10450"/>
                    <a:pt x="13358" y="10768"/>
                    <a:pt x="12947" y="10768"/>
                  </a:cubicBezTo>
                  <a:lnTo>
                    <a:pt x="11422" y="10768"/>
                  </a:lnTo>
                  <a:cubicBezTo>
                    <a:pt x="11292" y="10768"/>
                    <a:pt x="11182" y="10878"/>
                    <a:pt x="11182" y="11008"/>
                  </a:cubicBezTo>
                  <a:cubicBezTo>
                    <a:pt x="11182" y="11139"/>
                    <a:pt x="11292" y="11248"/>
                    <a:pt x="11422" y="11248"/>
                  </a:cubicBezTo>
                  <a:lnTo>
                    <a:pt x="12793" y="11248"/>
                  </a:lnTo>
                  <a:cubicBezTo>
                    <a:pt x="12807" y="11252"/>
                    <a:pt x="12824" y="11258"/>
                    <a:pt x="12837" y="11262"/>
                  </a:cubicBezTo>
                  <a:cubicBezTo>
                    <a:pt x="13231" y="11337"/>
                    <a:pt x="13502" y="11701"/>
                    <a:pt x="13465" y="12098"/>
                  </a:cubicBezTo>
                  <a:cubicBezTo>
                    <a:pt x="13427" y="12496"/>
                    <a:pt x="13094" y="12801"/>
                    <a:pt x="12693" y="12804"/>
                  </a:cubicBezTo>
                  <a:lnTo>
                    <a:pt x="11422" y="12804"/>
                  </a:lnTo>
                  <a:cubicBezTo>
                    <a:pt x="11292" y="12804"/>
                    <a:pt x="11186" y="12910"/>
                    <a:pt x="11186" y="13040"/>
                  </a:cubicBezTo>
                  <a:cubicBezTo>
                    <a:pt x="11186" y="13174"/>
                    <a:pt x="11292" y="13280"/>
                    <a:pt x="11422" y="13280"/>
                  </a:cubicBezTo>
                  <a:lnTo>
                    <a:pt x="12693" y="13280"/>
                  </a:lnTo>
                  <a:cubicBezTo>
                    <a:pt x="13211" y="13280"/>
                    <a:pt x="13674" y="12962"/>
                    <a:pt x="13862" y="12478"/>
                  </a:cubicBezTo>
                  <a:cubicBezTo>
                    <a:pt x="14047" y="11995"/>
                    <a:pt x="13920" y="11447"/>
                    <a:pt x="13536" y="11097"/>
                  </a:cubicBezTo>
                  <a:cubicBezTo>
                    <a:pt x="14301" y="10690"/>
                    <a:pt x="14431" y="9648"/>
                    <a:pt x="13790" y="9065"/>
                  </a:cubicBezTo>
                  <a:cubicBezTo>
                    <a:pt x="14201" y="8846"/>
                    <a:pt x="14455" y="8421"/>
                    <a:pt x="14458" y="7958"/>
                  </a:cubicBezTo>
                  <a:cubicBezTo>
                    <a:pt x="14455" y="7606"/>
                    <a:pt x="14308" y="7270"/>
                    <a:pt x="14047" y="7033"/>
                  </a:cubicBezTo>
                  <a:cubicBezTo>
                    <a:pt x="14554" y="6763"/>
                    <a:pt x="14815" y="6180"/>
                    <a:pt x="14674" y="5621"/>
                  </a:cubicBezTo>
                  <a:cubicBezTo>
                    <a:pt x="14534" y="5063"/>
                    <a:pt x="14033" y="4672"/>
                    <a:pt x="13454" y="4672"/>
                  </a:cubicBezTo>
                  <a:lnTo>
                    <a:pt x="9884" y="4672"/>
                  </a:lnTo>
                  <a:lnTo>
                    <a:pt x="9884" y="2369"/>
                  </a:lnTo>
                  <a:cubicBezTo>
                    <a:pt x="9884" y="1441"/>
                    <a:pt x="9616" y="769"/>
                    <a:pt x="9085" y="375"/>
                  </a:cubicBezTo>
                  <a:cubicBezTo>
                    <a:pt x="8689" y="80"/>
                    <a:pt x="8220" y="0"/>
                    <a:pt x="78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82"/>
            <p:cNvSpPr/>
            <p:nvPr/>
          </p:nvSpPr>
          <p:spPr>
            <a:xfrm>
              <a:off x="6903314" y="2593868"/>
              <a:ext cx="45710" cy="39162"/>
            </a:xfrm>
            <a:custGeom>
              <a:avLst/>
              <a:gdLst/>
              <a:ahLst/>
              <a:cxnLst/>
              <a:rect l="l" t="t" r="r" b="b"/>
              <a:pathLst>
                <a:path w="1745" h="1495" extrusionOk="0">
                  <a:moveTo>
                    <a:pt x="1003" y="478"/>
                  </a:moveTo>
                  <a:cubicBezTo>
                    <a:pt x="1069" y="478"/>
                    <a:pt x="1136" y="502"/>
                    <a:pt x="1190" y="556"/>
                  </a:cubicBezTo>
                  <a:cubicBezTo>
                    <a:pt x="1361" y="727"/>
                    <a:pt x="1241" y="1018"/>
                    <a:pt x="1001" y="1018"/>
                  </a:cubicBezTo>
                  <a:cubicBezTo>
                    <a:pt x="850" y="1018"/>
                    <a:pt x="730" y="898"/>
                    <a:pt x="730" y="748"/>
                  </a:cubicBezTo>
                  <a:cubicBezTo>
                    <a:pt x="730" y="585"/>
                    <a:pt x="864" y="478"/>
                    <a:pt x="1003" y="478"/>
                  </a:cubicBezTo>
                  <a:close/>
                  <a:moveTo>
                    <a:pt x="994" y="0"/>
                  </a:moveTo>
                  <a:cubicBezTo>
                    <a:pt x="810" y="0"/>
                    <a:pt x="623" y="68"/>
                    <a:pt x="470" y="220"/>
                  </a:cubicBezTo>
                  <a:cubicBezTo>
                    <a:pt x="1" y="689"/>
                    <a:pt x="333" y="1495"/>
                    <a:pt x="1001" y="1495"/>
                  </a:cubicBezTo>
                  <a:cubicBezTo>
                    <a:pt x="1412" y="1495"/>
                    <a:pt x="1745" y="1159"/>
                    <a:pt x="1745" y="748"/>
                  </a:cubicBezTo>
                  <a:cubicBezTo>
                    <a:pt x="1745" y="298"/>
                    <a:pt x="1378" y="0"/>
                    <a:pt x="99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6" name="Google Shape;2406;p82"/>
          <p:cNvGrpSpPr/>
          <p:nvPr/>
        </p:nvGrpSpPr>
        <p:grpSpPr>
          <a:xfrm>
            <a:off x="5298311" y="3621809"/>
            <a:ext cx="388079" cy="367909"/>
            <a:chOff x="6856635" y="2291787"/>
            <a:chExt cx="388079" cy="367909"/>
          </a:xfrm>
        </p:grpSpPr>
        <p:sp>
          <p:nvSpPr>
            <p:cNvPr id="2407" name="Google Shape;2407;p82"/>
            <p:cNvSpPr/>
            <p:nvPr/>
          </p:nvSpPr>
          <p:spPr>
            <a:xfrm>
              <a:off x="6862921" y="2453646"/>
              <a:ext cx="106587" cy="199763"/>
            </a:xfrm>
            <a:custGeom>
              <a:avLst/>
              <a:gdLst/>
              <a:ahLst/>
              <a:cxnLst/>
              <a:rect l="l" t="t" r="r" b="b"/>
              <a:pathLst>
                <a:path w="4069" h="7626" extrusionOk="0">
                  <a:moveTo>
                    <a:pt x="508" y="1"/>
                  </a:moveTo>
                  <a:cubicBezTo>
                    <a:pt x="227" y="1"/>
                    <a:pt x="1" y="231"/>
                    <a:pt x="1" y="512"/>
                  </a:cubicBezTo>
                  <a:lnTo>
                    <a:pt x="1" y="7118"/>
                  </a:lnTo>
                  <a:cubicBezTo>
                    <a:pt x="1" y="7399"/>
                    <a:pt x="227" y="7626"/>
                    <a:pt x="508" y="7626"/>
                  </a:cubicBezTo>
                  <a:lnTo>
                    <a:pt x="3558" y="7626"/>
                  </a:lnTo>
                  <a:cubicBezTo>
                    <a:pt x="3839" y="7626"/>
                    <a:pt x="4065" y="7399"/>
                    <a:pt x="4068" y="7118"/>
                  </a:cubicBezTo>
                  <a:lnTo>
                    <a:pt x="4068" y="512"/>
                  </a:lnTo>
                  <a:cubicBezTo>
                    <a:pt x="4068" y="231"/>
                    <a:pt x="3839" y="1"/>
                    <a:pt x="35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82"/>
            <p:cNvSpPr/>
            <p:nvPr/>
          </p:nvSpPr>
          <p:spPr>
            <a:xfrm>
              <a:off x="6862843" y="2453646"/>
              <a:ext cx="39974" cy="199763"/>
            </a:xfrm>
            <a:custGeom>
              <a:avLst/>
              <a:gdLst/>
              <a:ahLst/>
              <a:cxnLst/>
              <a:rect l="l" t="t" r="r" b="b"/>
              <a:pathLst>
                <a:path w="1526" h="7626" extrusionOk="0">
                  <a:moveTo>
                    <a:pt x="511" y="1"/>
                  </a:moveTo>
                  <a:cubicBezTo>
                    <a:pt x="230" y="1"/>
                    <a:pt x="0" y="231"/>
                    <a:pt x="0" y="512"/>
                  </a:cubicBezTo>
                  <a:lnTo>
                    <a:pt x="0" y="7118"/>
                  </a:lnTo>
                  <a:cubicBezTo>
                    <a:pt x="0" y="7399"/>
                    <a:pt x="230" y="7626"/>
                    <a:pt x="511" y="7626"/>
                  </a:cubicBezTo>
                  <a:lnTo>
                    <a:pt x="1525" y="7626"/>
                  </a:lnTo>
                  <a:cubicBezTo>
                    <a:pt x="1244" y="7626"/>
                    <a:pt x="1018" y="7399"/>
                    <a:pt x="1018" y="7118"/>
                  </a:cubicBezTo>
                  <a:lnTo>
                    <a:pt x="1018" y="512"/>
                  </a:lnTo>
                  <a:cubicBezTo>
                    <a:pt x="1018" y="231"/>
                    <a:pt x="1244" y="1"/>
                    <a:pt x="152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82"/>
            <p:cNvSpPr/>
            <p:nvPr/>
          </p:nvSpPr>
          <p:spPr>
            <a:xfrm>
              <a:off x="6969378" y="2298048"/>
              <a:ext cx="267608" cy="335427"/>
            </a:xfrm>
            <a:custGeom>
              <a:avLst/>
              <a:gdLst/>
              <a:ahLst/>
              <a:cxnLst/>
              <a:rect l="l" t="t" r="r" b="b"/>
              <a:pathLst>
                <a:path w="10216" h="12805" extrusionOk="0">
                  <a:moveTo>
                    <a:pt x="3521" y="0"/>
                  </a:moveTo>
                  <a:cubicBezTo>
                    <a:pt x="3112" y="0"/>
                    <a:pt x="2797" y="95"/>
                    <a:pt x="2797" y="95"/>
                  </a:cubicBezTo>
                  <a:lnTo>
                    <a:pt x="2797" y="3402"/>
                  </a:lnTo>
                  <a:lnTo>
                    <a:pt x="1" y="6959"/>
                  </a:lnTo>
                  <a:lnTo>
                    <a:pt x="1" y="12041"/>
                  </a:lnTo>
                  <a:lnTo>
                    <a:pt x="1526" y="12805"/>
                  </a:lnTo>
                  <a:lnTo>
                    <a:pt x="8389" y="12805"/>
                  </a:lnTo>
                  <a:cubicBezTo>
                    <a:pt x="8907" y="12798"/>
                    <a:pt x="9342" y="12400"/>
                    <a:pt x="9390" y="11883"/>
                  </a:cubicBezTo>
                  <a:cubicBezTo>
                    <a:pt x="9438" y="11362"/>
                    <a:pt x="9089" y="10893"/>
                    <a:pt x="8578" y="10790"/>
                  </a:cubicBezTo>
                  <a:lnTo>
                    <a:pt x="8578" y="10769"/>
                  </a:lnTo>
                  <a:cubicBezTo>
                    <a:pt x="8599" y="10769"/>
                    <a:pt x="8619" y="10773"/>
                    <a:pt x="8640" y="10773"/>
                  </a:cubicBezTo>
                  <a:cubicBezTo>
                    <a:pt x="9178" y="10773"/>
                    <a:pt x="9623" y="10355"/>
                    <a:pt x="9657" y="9820"/>
                  </a:cubicBezTo>
                  <a:cubicBezTo>
                    <a:pt x="9688" y="9282"/>
                    <a:pt x="9301" y="8813"/>
                    <a:pt x="8766" y="8748"/>
                  </a:cubicBezTo>
                  <a:lnTo>
                    <a:pt x="8766" y="8730"/>
                  </a:lnTo>
                  <a:cubicBezTo>
                    <a:pt x="8811" y="8737"/>
                    <a:pt x="8852" y="8737"/>
                    <a:pt x="8897" y="8737"/>
                  </a:cubicBezTo>
                  <a:cubicBezTo>
                    <a:pt x="8899" y="8737"/>
                    <a:pt x="8901" y="8737"/>
                    <a:pt x="8903" y="8737"/>
                  </a:cubicBezTo>
                  <a:cubicBezTo>
                    <a:pt x="9452" y="8737"/>
                    <a:pt x="9901" y="8300"/>
                    <a:pt x="9918" y="7754"/>
                  </a:cubicBezTo>
                  <a:cubicBezTo>
                    <a:pt x="9935" y="7202"/>
                    <a:pt x="9510" y="6739"/>
                    <a:pt x="8962" y="6705"/>
                  </a:cubicBezTo>
                  <a:lnTo>
                    <a:pt x="8962" y="6685"/>
                  </a:lnTo>
                  <a:cubicBezTo>
                    <a:pt x="9026" y="6697"/>
                    <a:pt x="9090" y="6703"/>
                    <a:pt x="9153" y="6703"/>
                  </a:cubicBezTo>
                  <a:cubicBezTo>
                    <a:pt x="9664" y="6703"/>
                    <a:pt x="10112" y="6311"/>
                    <a:pt x="10161" y="5783"/>
                  </a:cubicBezTo>
                  <a:cubicBezTo>
                    <a:pt x="10216" y="5187"/>
                    <a:pt x="9750" y="4670"/>
                    <a:pt x="9150" y="4670"/>
                  </a:cubicBezTo>
                  <a:lnTo>
                    <a:pt x="5336" y="4670"/>
                  </a:lnTo>
                  <a:lnTo>
                    <a:pt x="5336" y="2130"/>
                  </a:lnTo>
                  <a:cubicBezTo>
                    <a:pt x="5336" y="319"/>
                    <a:pt x="4271" y="0"/>
                    <a:pt x="35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82"/>
            <p:cNvSpPr/>
            <p:nvPr/>
          </p:nvSpPr>
          <p:spPr>
            <a:xfrm>
              <a:off x="6969378" y="2593501"/>
              <a:ext cx="251472" cy="39974"/>
            </a:xfrm>
            <a:custGeom>
              <a:avLst/>
              <a:gdLst/>
              <a:ahLst/>
              <a:cxnLst/>
              <a:rect l="l" t="t" r="r" b="b"/>
              <a:pathLst>
                <a:path w="9600" h="1526" extrusionOk="0">
                  <a:moveTo>
                    <a:pt x="1" y="1"/>
                  </a:moveTo>
                  <a:lnTo>
                    <a:pt x="1" y="762"/>
                  </a:lnTo>
                  <a:lnTo>
                    <a:pt x="1526" y="1526"/>
                  </a:lnTo>
                  <a:lnTo>
                    <a:pt x="8389" y="1526"/>
                  </a:lnTo>
                  <a:cubicBezTo>
                    <a:pt x="9109" y="1526"/>
                    <a:pt x="9599" y="796"/>
                    <a:pt x="9332" y="128"/>
                  </a:cubicBezTo>
                  <a:lnTo>
                    <a:pt x="9332" y="128"/>
                  </a:lnTo>
                  <a:cubicBezTo>
                    <a:pt x="9174" y="512"/>
                    <a:pt x="8801" y="762"/>
                    <a:pt x="8389" y="762"/>
                  </a:cubicBezTo>
                  <a:lnTo>
                    <a:pt x="1526" y="762"/>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82"/>
            <p:cNvSpPr/>
            <p:nvPr/>
          </p:nvSpPr>
          <p:spPr>
            <a:xfrm>
              <a:off x="7155913" y="2546848"/>
              <a:ext cx="70045" cy="33320"/>
            </a:xfrm>
            <a:custGeom>
              <a:avLst/>
              <a:gdLst/>
              <a:ahLst/>
              <a:cxnLst/>
              <a:rect l="l" t="t" r="r" b="b"/>
              <a:pathLst>
                <a:path w="2674" h="1272" extrusionOk="0">
                  <a:moveTo>
                    <a:pt x="2509" y="0"/>
                  </a:moveTo>
                  <a:cubicBezTo>
                    <a:pt x="2392" y="452"/>
                    <a:pt x="1988" y="764"/>
                    <a:pt x="1526" y="764"/>
                  </a:cubicBezTo>
                  <a:lnTo>
                    <a:pt x="1" y="764"/>
                  </a:lnTo>
                  <a:lnTo>
                    <a:pt x="1" y="1271"/>
                  </a:lnTo>
                  <a:lnTo>
                    <a:pt x="1526" y="1271"/>
                  </a:lnTo>
                  <a:cubicBezTo>
                    <a:pt x="2187" y="1271"/>
                    <a:pt x="2673" y="644"/>
                    <a:pt x="250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82"/>
            <p:cNvSpPr/>
            <p:nvPr/>
          </p:nvSpPr>
          <p:spPr>
            <a:xfrm>
              <a:off x="7155834" y="2493593"/>
              <a:ext cx="76778" cy="33346"/>
            </a:xfrm>
            <a:custGeom>
              <a:avLst/>
              <a:gdLst/>
              <a:ahLst/>
              <a:cxnLst/>
              <a:rect l="l" t="t" r="r" b="b"/>
              <a:pathLst>
                <a:path w="2931" h="1273" extrusionOk="0">
                  <a:moveTo>
                    <a:pt x="2766" y="1"/>
                  </a:moveTo>
                  <a:cubicBezTo>
                    <a:pt x="2649" y="450"/>
                    <a:pt x="2245" y="765"/>
                    <a:pt x="1779" y="765"/>
                  </a:cubicBezTo>
                  <a:lnTo>
                    <a:pt x="0" y="765"/>
                  </a:lnTo>
                  <a:lnTo>
                    <a:pt x="0" y="1272"/>
                  </a:lnTo>
                  <a:lnTo>
                    <a:pt x="1779" y="1272"/>
                  </a:lnTo>
                  <a:cubicBezTo>
                    <a:pt x="2443" y="1272"/>
                    <a:pt x="2930" y="645"/>
                    <a:pt x="276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82"/>
            <p:cNvSpPr/>
            <p:nvPr/>
          </p:nvSpPr>
          <p:spPr>
            <a:xfrm>
              <a:off x="7155834" y="2440365"/>
              <a:ext cx="83405" cy="33346"/>
            </a:xfrm>
            <a:custGeom>
              <a:avLst/>
              <a:gdLst/>
              <a:ahLst/>
              <a:cxnLst/>
              <a:rect l="l" t="t" r="r" b="b"/>
              <a:pathLst>
                <a:path w="3184" h="1273" extrusionOk="0">
                  <a:moveTo>
                    <a:pt x="3019" y="1"/>
                  </a:moveTo>
                  <a:lnTo>
                    <a:pt x="3019" y="1"/>
                  </a:lnTo>
                  <a:cubicBezTo>
                    <a:pt x="2903" y="450"/>
                    <a:pt x="2498" y="762"/>
                    <a:pt x="2032" y="762"/>
                  </a:cubicBezTo>
                  <a:lnTo>
                    <a:pt x="0" y="762"/>
                  </a:lnTo>
                  <a:lnTo>
                    <a:pt x="0" y="1272"/>
                  </a:lnTo>
                  <a:lnTo>
                    <a:pt x="2032" y="1272"/>
                  </a:lnTo>
                  <a:cubicBezTo>
                    <a:pt x="2697" y="1272"/>
                    <a:pt x="3184" y="645"/>
                    <a:pt x="30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82"/>
            <p:cNvSpPr/>
            <p:nvPr/>
          </p:nvSpPr>
          <p:spPr>
            <a:xfrm>
              <a:off x="6916150" y="2600155"/>
              <a:ext cx="26693" cy="26588"/>
            </a:xfrm>
            <a:custGeom>
              <a:avLst/>
              <a:gdLst/>
              <a:ahLst/>
              <a:cxnLst/>
              <a:rect l="l" t="t" r="r" b="b"/>
              <a:pathLst>
                <a:path w="1019" h="1015" extrusionOk="0">
                  <a:moveTo>
                    <a:pt x="511" y="1"/>
                  </a:moveTo>
                  <a:cubicBezTo>
                    <a:pt x="230" y="1"/>
                    <a:pt x="1" y="227"/>
                    <a:pt x="1" y="508"/>
                  </a:cubicBezTo>
                  <a:cubicBezTo>
                    <a:pt x="1" y="789"/>
                    <a:pt x="230" y="1015"/>
                    <a:pt x="511" y="1015"/>
                  </a:cubicBezTo>
                  <a:cubicBezTo>
                    <a:pt x="789" y="1015"/>
                    <a:pt x="1018" y="789"/>
                    <a:pt x="1018" y="508"/>
                  </a:cubicBezTo>
                  <a:cubicBezTo>
                    <a:pt x="1018" y="227"/>
                    <a:pt x="789" y="1"/>
                    <a:pt x="5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82"/>
            <p:cNvSpPr/>
            <p:nvPr/>
          </p:nvSpPr>
          <p:spPr>
            <a:xfrm>
              <a:off x="6856635" y="2291787"/>
              <a:ext cx="388079" cy="367909"/>
            </a:xfrm>
            <a:custGeom>
              <a:avLst/>
              <a:gdLst/>
              <a:ahLst/>
              <a:cxnLst/>
              <a:rect l="l" t="t" r="r" b="b"/>
              <a:pathLst>
                <a:path w="14815" h="14045" extrusionOk="0">
                  <a:moveTo>
                    <a:pt x="7830" y="0"/>
                  </a:moveTo>
                  <a:cubicBezTo>
                    <a:pt x="7395" y="0"/>
                    <a:pt x="7060" y="99"/>
                    <a:pt x="7032" y="108"/>
                  </a:cubicBezTo>
                  <a:cubicBezTo>
                    <a:pt x="6933" y="135"/>
                    <a:pt x="6861" y="231"/>
                    <a:pt x="6861" y="334"/>
                  </a:cubicBezTo>
                  <a:lnTo>
                    <a:pt x="6861" y="3558"/>
                  </a:lnTo>
                  <a:lnTo>
                    <a:pt x="4527" y="6530"/>
                  </a:lnTo>
                  <a:cubicBezTo>
                    <a:pt x="4452" y="6187"/>
                    <a:pt x="4147" y="5944"/>
                    <a:pt x="3798" y="5944"/>
                  </a:cubicBezTo>
                  <a:lnTo>
                    <a:pt x="748" y="5944"/>
                  </a:lnTo>
                  <a:cubicBezTo>
                    <a:pt x="336" y="5944"/>
                    <a:pt x="1" y="6276"/>
                    <a:pt x="1" y="6691"/>
                  </a:cubicBezTo>
                  <a:lnTo>
                    <a:pt x="1" y="7451"/>
                  </a:lnTo>
                  <a:cubicBezTo>
                    <a:pt x="1" y="7585"/>
                    <a:pt x="107" y="7691"/>
                    <a:pt x="241" y="7691"/>
                  </a:cubicBezTo>
                  <a:cubicBezTo>
                    <a:pt x="371" y="7691"/>
                    <a:pt x="477" y="7585"/>
                    <a:pt x="477" y="7451"/>
                  </a:cubicBezTo>
                  <a:lnTo>
                    <a:pt x="477" y="6691"/>
                  </a:lnTo>
                  <a:cubicBezTo>
                    <a:pt x="477" y="6540"/>
                    <a:pt x="600" y="6420"/>
                    <a:pt x="748" y="6420"/>
                  </a:cubicBezTo>
                  <a:lnTo>
                    <a:pt x="3798" y="6420"/>
                  </a:lnTo>
                  <a:cubicBezTo>
                    <a:pt x="3945" y="6420"/>
                    <a:pt x="4068" y="6540"/>
                    <a:pt x="4068" y="6691"/>
                  </a:cubicBezTo>
                  <a:lnTo>
                    <a:pt x="4068" y="13297"/>
                  </a:lnTo>
                  <a:cubicBezTo>
                    <a:pt x="4068" y="13445"/>
                    <a:pt x="3945" y="13568"/>
                    <a:pt x="3798" y="13568"/>
                  </a:cubicBezTo>
                  <a:lnTo>
                    <a:pt x="748" y="13568"/>
                  </a:lnTo>
                  <a:cubicBezTo>
                    <a:pt x="600" y="13568"/>
                    <a:pt x="477" y="13445"/>
                    <a:pt x="477" y="13297"/>
                  </a:cubicBezTo>
                  <a:lnTo>
                    <a:pt x="477" y="8469"/>
                  </a:lnTo>
                  <a:cubicBezTo>
                    <a:pt x="477" y="8335"/>
                    <a:pt x="371" y="8229"/>
                    <a:pt x="241" y="8229"/>
                  </a:cubicBezTo>
                  <a:cubicBezTo>
                    <a:pt x="107" y="8229"/>
                    <a:pt x="1" y="8335"/>
                    <a:pt x="1" y="8469"/>
                  </a:cubicBezTo>
                  <a:lnTo>
                    <a:pt x="1" y="13297"/>
                  </a:lnTo>
                  <a:cubicBezTo>
                    <a:pt x="1" y="13709"/>
                    <a:pt x="336" y="14041"/>
                    <a:pt x="748" y="14044"/>
                  </a:cubicBezTo>
                  <a:lnTo>
                    <a:pt x="3798" y="14044"/>
                  </a:lnTo>
                  <a:cubicBezTo>
                    <a:pt x="4209" y="14041"/>
                    <a:pt x="4545" y="13709"/>
                    <a:pt x="4545" y="13297"/>
                  </a:cubicBezTo>
                  <a:lnTo>
                    <a:pt x="4545" y="12667"/>
                  </a:lnTo>
                  <a:lnTo>
                    <a:pt x="5723" y="13256"/>
                  </a:lnTo>
                  <a:cubicBezTo>
                    <a:pt x="5758" y="13273"/>
                    <a:pt x="5795" y="13280"/>
                    <a:pt x="5833" y="13280"/>
                  </a:cubicBezTo>
                  <a:lnTo>
                    <a:pt x="10408" y="13280"/>
                  </a:lnTo>
                  <a:cubicBezTo>
                    <a:pt x="10538" y="13280"/>
                    <a:pt x="10644" y="13174"/>
                    <a:pt x="10644" y="13044"/>
                  </a:cubicBezTo>
                  <a:cubicBezTo>
                    <a:pt x="10644" y="12910"/>
                    <a:pt x="10538" y="12804"/>
                    <a:pt x="10408" y="12804"/>
                  </a:cubicBezTo>
                  <a:lnTo>
                    <a:pt x="5888" y="12804"/>
                  </a:lnTo>
                  <a:lnTo>
                    <a:pt x="4545" y="12132"/>
                  </a:lnTo>
                  <a:lnTo>
                    <a:pt x="4545" y="7280"/>
                  </a:lnTo>
                  <a:lnTo>
                    <a:pt x="7289" y="3788"/>
                  </a:lnTo>
                  <a:cubicBezTo>
                    <a:pt x="7324" y="3744"/>
                    <a:pt x="7341" y="3692"/>
                    <a:pt x="7341" y="3641"/>
                  </a:cubicBezTo>
                  <a:lnTo>
                    <a:pt x="7341" y="526"/>
                  </a:lnTo>
                  <a:cubicBezTo>
                    <a:pt x="7462" y="503"/>
                    <a:pt x="7638" y="478"/>
                    <a:pt x="7837" y="478"/>
                  </a:cubicBezTo>
                  <a:cubicBezTo>
                    <a:pt x="8145" y="478"/>
                    <a:pt x="8507" y="538"/>
                    <a:pt x="8801" y="759"/>
                  </a:cubicBezTo>
                  <a:cubicBezTo>
                    <a:pt x="9202" y="1057"/>
                    <a:pt x="9404" y="1598"/>
                    <a:pt x="9404" y="2369"/>
                  </a:cubicBezTo>
                  <a:lnTo>
                    <a:pt x="9404" y="4912"/>
                  </a:lnTo>
                  <a:cubicBezTo>
                    <a:pt x="9404" y="5042"/>
                    <a:pt x="9510" y="5149"/>
                    <a:pt x="9644" y="5149"/>
                  </a:cubicBezTo>
                  <a:lnTo>
                    <a:pt x="13454" y="5149"/>
                  </a:lnTo>
                  <a:cubicBezTo>
                    <a:pt x="13886" y="5149"/>
                    <a:pt x="14232" y="5498"/>
                    <a:pt x="14232" y="5926"/>
                  </a:cubicBezTo>
                  <a:cubicBezTo>
                    <a:pt x="14232" y="6358"/>
                    <a:pt x="13886" y="6704"/>
                    <a:pt x="13454" y="6704"/>
                  </a:cubicBezTo>
                  <a:lnTo>
                    <a:pt x="11422" y="6704"/>
                  </a:lnTo>
                  <a:cubicBezTo>
                    <a:pt x="11292" y="6704"/>
                    <a:pt x="11182" y="6811"/>
                    <a:pt x="11182" y="6944"/>
                  </a:cubicBezTo>
                  <a:cubicBezTo>
                    <a:pt x="11182" y="7074"/>
                    <a:pt x="11292" y="7181"/>
                    <a:pt x="11422" y="7181"/>
                  </a:cubicBezTo>
                  <a:lnTo>
                    <a:pt x="13249" y="7181"/>
                  </a:lnTo>
                  <a:cubicBezTo>
                    <a:pt x="13667" y="7208"/>
                    <a:pt x="13989" y="7564"/>
                    <a:pt x="13975" y="7982"/>
                  </a:cubicBezTo>
                  <a:cubicBezTo>
                    <a:pt x="13965" y="8401"/>
                    <a:pt x="13619" y="8736"/>
                    <a:pt x="13201" y="8736"/>
                  </a:cubicBezTo>
                  <a:lnTo>
                    <a:pt x="11422" y="8736"/>
                  </a:lnTo>
                  <a:cubicBezTo>
                    <a:pt x="11292" y="8736"/>
                    <a:pt x="11182" y="8843"/>
                    <a:pt x="11182" y="8976"/>
                  </a:cubicBezTo>
                  <a:cubicBezTo>
                    <a:pt x="11182" y="9106"/>
                    <a:pt x="11292" y="9213"/>
                    <a:pt x="11422" y="9213"/>
                  </a:cubicBezTo>
                  <a:lnTo>
                    <a:pt x="13012" y="9213"/>
                  </a:lnTo>
                  <a:cubicBezTo>
                    <a:pt x="13022" y="9216"/>
                    <a:pt x="13033" y="9220"/>
                    <a:pt x="13043" y="9220"/>
                  </a:cubicBezTo>
                  <a:cubicBezTo>
                    <a:pt x="13451" y="9271"/>
                    <a:pt x="13746" y="9631"/>
                    <a:pt x="13722" y="10042"/>
                  </a:cubicBezTo>
                  <a:cubicBezTo>
                    <a:pt x="13694" y="10450"/>
                    <a:pt x="13358" y="10768"/>
                    <a:pt x="12947" y="10768"/>
                  </a:cubicBezTo>
                  <a:lnTo>
                    <a:pt x="11422" y="10768"/>
                  </a:lnTo>
                  <a:cubicBezTo>
                    <a:pt x="11292" y="10768"/>
                    <a:pt x="11182" y="10878"/>
                    <a:pt x="11182" y="11008"/>
                  </a:cubicBezTo>
                  <a:cubicBezTo>
                    <a:pt x="11182" y="11139"/>
                    <a:pt x="11292" y="11248"/>
                    <a:pt x="11422" y="11248"/>
                  </a:cubicBezTo>
                  <a:lnTo>
                    <a:pt x="12793" y="11248"/>
                  </a:lnTo>
                  <a:cubicBezTo>
                    <a:pt x="12807" y="11252"/>
                    <a:pt x="12824" y="11258"/>
                    <a:pt x="12837" y="11262"/>
                  </a:cubicBezTo>
                  <a:cubicBezTo>
                    <a:pt x="13231" y="11337"/>
                    <a:pt x="13502" y="11701"/>
                    <a:pt x="13465" y="12098"/>
                  </a:cubicBezTo>
                  <a:cubicBezTo>
                    <a:pt x="13427" y="12496"/>
                    <a:pt x="13094" y="12801"/>
                    <a:pt x="12693" y="12804"/>
                  </a:cubicBezTo>
                  <a:lnTo>
                    <a:pt x="11422" y="12804"/>
                  </a:lnTo>
                  <a:cubicBezTo>
                    <a:pt x="11292" y="12804"/>
                    <a:pt x="11186" y="12910"/>
                    <a:pt x="11186" y="13040"/>
                  </a:cubicBezTo>
                  <a:cubicBezTo>
                    <a:pt x="11186" y="13174"/>
                    <a:pt x="11292" y="13280"/>
                    <a:pt x="11422" y="13280"/>
                  </a:cubicBezTo>
                  <a:lnTo>
                    <a:pt x="12693" y="13280"/>
                  </a:lnTo>
                  <a:cubicBezTo>
                    <a:pt x="13211" y="13280"/>
                    <a:pt x="13674" y="12962"/>
                    <a:pt x="13862" y="12478"/>
                  </a:cubicBezTo>
                  <a:cubicBezTo>
                    <a:pt x="14047" y="11995"/>
                    <a:pt x="13920" y="11447"/>
                    <a:pt x="13536" y="11097"/>
                  </a:cubicBezTo>
                  <a:cubicBezTo>
                    <a:pt x="14301" y="10690"/>
                    <a:pt x="14431" y="9648"/>
                    <a:pt x="13790" y="9065"/>
                  </a:cubicBezTo>
                  <a:cubicBezTo>
                    <a:pt x="14201" y="8846"/>
                    <a:pt x="14455" y="8421"/>
                    <a:pt x="14458" y="7958"/>
                  </a:cubicBezTo>
                  <a:cubicBezTo>
                    <a:pt x="14455" y="7606"/>
                    <a:pt x="14308" y="7270"/>
                    <a:pt x="14047" y="7033"/>
                  </a:cubicBezTo>
                  <a:cubicBezTo>
                    <a:pt x="14554" y="6763"/>
                    <a:pt x="14815" y="6180"/>
                    <a:pt x="14674" y="5621"/>
                  </a:cubicBezTo>
                  <a:cubicBezTo>
                    <a:pt x="14534" y="5063"/>
                    <a:pt x="14033" y="4672"/>
                    <a:pt x="13454" y="4672"/>
                  </a:cubicBezTo>
                  <a:lnTo>
                    <a:pt x="9884" y="4672"/>
                  </a:lnTo>
                  <a:lnTo>
                    <a:pt x="9884" y="2369"/>
                  </a:lnTo>
                  <a:cubicBezTo>
                    <a:pt x="9884" y="1441"/>
                    <a:pt x="9616" y="769"/>
                    <a:pt x="9085" y="375"/>
                  </a:cubicBezTo>
                  <a:cubicBezTo>
                    <a:pt x="8689" y="80"/>
                    <a:pt x="8220" y="0"/>
                    <a:pt x="78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82"/>
            <p:cNvSpPr/>
            <p:nvPr/>
          </p:nvSpPr>
          <p:spPr>
            <a:xfrm>
              <a:off x="6903314" y="2593868"/>
              <a:ext cx="45710" cy="39162"/>
            </a:xfrm>
            <a:custGeom>
              <a:avLst/>
              <a:gdLst/>
              <a:ahLst/>
              <a:cxnLst/>
              <a:rect l="l" t="t" r="r" b="b"/>
              <a:pathLst>
                <a:path w="1745" h="1495" extrusionOk="0">
                  <a:moveTo>
                    <a:pt x="1003" y="478"/>
                  </a:moveTo>
                  <a:cubicBezTo>
                    <a:pt x="1069" y="478"/>
                    <a:pt x="1136" y="502"/>
                    <a:pt x="1190" y="556"/>
                  </a:cubicBezTo>
                  <a:cubicBezTo>
                    <a:pt x="1361" y="727"/>
                    <a:pt x="1241" y="1018"/>
                    <a:pt x="1001" y="1018"/>
                  </a:cubicBezTo>
                  <a:cubicBezTo>
                    <a:pt x="850" y="1018"/>
                    <a:pt x="730" y="898"/>
                    <a:pt x="730" y="748"/>
                  </a:cubicBezTo>
                  <a:cubicBezTo>
                    <a:pt x="730" y="585"/>
                    <a:pt x="864" y="478"/>
                    <a:pt x="1003" y="478"/>
                  </a:cubicBezTo>
                  <a:close/>
                  <a:moveTo>
                    <a:pt x="994" y="0"/>
                  </a:moveTo>
                  <a:cubicBezTo>
                    <a:pt x="810" y="0"/>
                    <a:pt x="623" y="68"/>
                    <a:pt x="470" y="220"/>
                  </a:cubicBezTo>
                  <a:cubicBezTo>
                    <a:pt x="1" y="689"/>
                    <a:pt x="333" y="1495"/>
                    <a:pt x="1001" y="1495"/>
                  </a:cubicBezTo>
                  <a:cubicBezTo>
                    <a:pt x="1412" y="1495"/>
                    <a:pt x="1745" y="1159"/>
                    <a:pt x="1745" y="748"/>
                  </a:cubicBezTo>
                  <a:cubicBezTo>
                    <a:pt x="1745" y="298"/>
                    <a:pt x="1378" y="0"/>
                    <a:pt x="99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7" name="Google Shape;2417;p82"/>
          <p:cNvGrpSpPr/>
          <p:nvPr/>
        </p:nvGrpSpPr>
        <p:grpSpPr>
          <a:xfrm>
            <a:off x="6424411" y="3163418"/>
            <a:ext cx="388079" cy="367909"/>
            <a:chOff x="6856635" y="2291787"/>
            <a:chExt cx="388079" cy="367909"/>
          </a:xfrm>
        </p:grpSpPr>
        <p:sp>
          <p:nvSpPr>
            <p:cNvPr id="2418" name="Google Shape;2418;p82"/>
            <p:cNvSpPr/>
            <p:nvPr/>
          </p:nvSpPr>
          <p:spPr>
            <a:xfrm>
              <a:off x="6862921" y="2453646"/>
              <a:ext cx="106587" cy="199763"/>
            </a:xfrm>
            <a:custGeom>
              <a:avLst/>
              <a:gdLst/>
              <a:ahLst/>
              <a:cxnLst/>
              <a:rect l="l" t="t" r="r" b="b"/>
              <a:pathLst>
                <a:path w="4069" h="7626" extrusionOk="0">
                  <a:moveTo>
                    <a:pt x="508" y="1"/>
                  </a:moveTo>
                  <a:cubicBezTo>
                    <a:pt x="227" y="1"/>
                    <a:pt x="1" y="231"/>
                    <a:pt x="1" y="512"/>
                  </a:cubicBezTo>
                  <a:lnTo>
                    <a:pt x="1" y="7118"/>
                  </a:lnTo>
                  <a:cubicBezTo>
                    <a:pt x="1" y="7399"/>
                    <a:pt x="227" y="7626"/>
                    <a:pt x="508" y="7626"/>
                  </a:cubicBezTo>
                  <a:lnTo>
                    <a:pt x="3558" y="7626"/>
                  </a:lnTo>
                  <a:cubicBezTo>
                    <a:pt x="3839" y="7626"/>
                    <a:pt x="4065" y="7399"/>
                    <a:pt x="4068" y="7118"/>
                  </a:cubicBezTo>
                  <a:lnTo>
                    <a:pt x="4068" y="512"/>
                  </a:lnTo>
                  <a:cubicBezTo>
                    <a:pt x="4068" y="231"/>
                    <a:pt x="3839" y="1"/>
                    <a:pt x="35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82"/>
            <p:cNvSpPr/>
            <p:nvPr/>
          </p:nvSpPr>
          <p:spPr>
            <a:xfrm>
              <a:off x="6862843" y="2453646"/>
              <a:ext cx="39974" cy="199763"/>
            </a:xfrm>
            <a:custGeom>
              <a:avLst/>
              <a:gdLst/>
              <a:ahLst/>
              <a:cxnLst/>
              <a:rect l="l" t="t" r="r" b="b"/>
              <a:pathLst>
                <a:path w="1526" h="7626" extrusionOk="0">
                  <a:moveTo>
                    <a:pt x="511" y="1"/>
                  </a:moveTo>
                  <a:cubicBezTo>
                    <a:pt x="230" y="1"/>
                    <a:pt x="0" y="231"/>
                    <a:pt x="0" y="512"/>
                  </a:cubicBezTo>
                  <a:lnTo>
                    <a:pt x="0" y="7118"/>
                  </a:lnTo>
                  <a:cubicBezTo>
                    <a:pt x="0" y="7399"/>
                    <a:pt x="230" y="7626"/>
                    <a:pt x="511" y="7626"/>
                  </a:cubicBezTo>
                  <a:lnTo>
                    <a:pt x="1525" y="7626"/>
                  </a:lnTo>
                  <a:cubicBezTo>
                    <a:pt x="1244" y="7626"/>
                    <a:pt x="1018" y="7399"/>
                    <a:pt x="1018" y="7118"/>
                  </a:cubicBezTo>
                  <a:lnTo>
                    <a:pt x="1018" y="512"/>
                  </a:lnTo>
                  <a:cubicBezTo>
                    <a:pt x="1018" y="231"/>
                    <a:pt x="1244" y="1"/>
                    <a:pt x="15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82"/>
            <p:cNvSpPr/>
            <p:nvPr/>
          </p:nvSpPr>
          <p:spPr>
            <a:xfrm>
              <a:off x="6969378" y="2298048"/>
              <a:ext cx="267608" cy="335427"/>
            </a:xfrm>
            <a:custGeom>
              <a:avLst/>
              <a:gdLst/>
              <a:ahLst/>
              <a:cxnLst/>
              <a:rect l="l" t="t" r="r" b="b"/>
              <a:pathLst>
                <a:path w="10216" h="12805" extrusionOk="0">
                  <a:moveTo>
                    <a:pt x="3521" y="0"/>
                  </a:moveTo>
                  <a:cubicBezTo>
                    <a:pt x="3112" y="0"/>
                    <a:pt x="2797" y="95"/>
                    <a:pt x="2797" y="95"/>
                  </a:cubicBezTo>
                  <a:lnTo>
                    <a:pt x="2797" y="3402"/>
                  </a:lnTo>
                  <a:lnTo>
                    <a:pt x="1" y="6959"/>
                  </a:lnTo>
                  <a:lnTo>
                    <a:pt x="1" y="12041"/>
                  </a:lnTo>
                  <a:lnTo>
                    <a:pt x="1526" y="12805"/>
                  </a:lnTo>
                  <a:lnTo>
                    <a:pt x="8389" y="12805"/>
                  </a:lnTo>
                  <a:cubicBezTo>
                    <a:pt x="8907" y="12798"/>
                    <a:pt x="9342" y="12400"/>
                    <a:pt x="9390" y="11883"/>
                  </a:cubicBezTo>
                  <a:cubicBezTo>
                    <a:pt x="9438" y="11362"/>
                    <a:pt x="9089" y="10893"/>
                    <a:pt x="8578" y="10790"/>
                  </a:cubicBezTo>
                  <a:lnTo>
                    <a:pt x="8578" y="10769"/>
                  </a:lnTo>
                  <a:cubicBezTo>
                    <a:pt x="8599" y="10769"/>
                    <a:pt x="8619" y="10773"/>
                    <a:pt x="8640" y="10773"/>
                  </a:cubicBezTo>
                  <a:cubicBezTo>
                    <a:pt x="9178" y="10773"/>
                    <a:pt x="9623" y="10355"/>
                    <a:pt x="9657" y="9820"/>
                  </a:cubicBezTo>
                  <a:cubicBezTo>
                    <a:pt x="9688" y="9282"/>
                    <a:pt x="9301" y="8813"/>
                    <a:pt x="8766" y="8748"/>
                  </a:cubicBezTo>
                  <a:lnTo>
                    <a:pt x="8766" y="8730"/>
                  </a:lnTo>
                  <a:cubicBezTo>
                    <a:pt x="8811" y="8737"/>
                    <a:pt x="8852" y="8737"/>
                    <a:pt x="8897" y="8737"/>
                  </a:cubicBezTo>
                  <a:cubicBezTo>
                    <a:pt x="8899" y="8737"/>
                    <a:pt x="8901" y="8737"/>
                    <a:pt x="8903" y="8737"/>
                  </a:cubicBezTo>
                  <a:cubicBezTo>
                    <a:pt x="9452" y="8737"/>
                    <a:pt x="9901" y="8300"/>
                    <a:pt x="9918" y="7754"/>
                  </a:cubicBezTo>
                  <a:cubicBezTo>
                    <a:pt x="9935" y="7202"/>
                    <a:pt x="9510" y="6739"/>
                    <a:pt x="8962" y="6705"/>
                  </a:cubicBezTo>
                  <a:lnTo>
                    <a:pt x="8962" y="6685"/>
                  </a:lnTo>
                  <a:cubicBezTo>
                    <a:pt x="9026" y="6697"/>
                    <a:pt x="9090" y="6703"/>
                    <a:pt x="9153" y="6703"/>
                  </a:cubicBezTo>
                  <a:cubicBezTo>
                    <a:pt x="9664" y="6703"/>
                    <a:pt x="10112" y="6311"/>
                    <a:pt x="10161" y="5783"/>
                  </a:cubicBezTo>
                  <a:cubicBezTo>
                    <a:pt x="10216" y="5187"/>
                    <a:pt x="9750" y="4670"/>
                    <a:pt x="9150" y="4670"/>
                  </a:cubicBezTo>
                  <a:lnTo>
                    <a:pt x="5336" y="4670"/>
                  </a:lnTo>
                  <a:lnTo>
                    <a:pt x="5336" y="2130"/>
                  </a:lnTo>
                  <a:cubicBezTo>
                    <a:pt x="5336" y="319"/>
                    <a:pt x="4271" y="0"/>
                    <a:pt x="35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82"/>
            <p:cNvSpPr/>
            <p:nvPr/>
          </p:nvSpPr>
          <p:spPr>
            <a:xfrm>
              <a:off x="6969378" y="2593501"/>
              <a:ext cx="251472" cy="39974"/>
            </a:xfrm>
            <a:custGeom>
              <a:avLst/>
              <a:gdLst/>
              <a:ahLst/>
              <a:cxnLst/>
              <a:rect l="l" t="t" r="r" b="b"/>
              <a:pathLst>
                <a:path w="9600" h="1526" extrusionOk="0">
                  <a:moveTo>
                    <a:pt x="1" y="1"/>
                  </a:moveTo>
                  <a:lnTo>
                    <a:pt x="1" y="762"/>
                  </a:lnTo>
                  <a:lnTo>
                    <a:pt x="1526" y="1526"/>
                  </a:lnTo>
                  <a:lnTo>
                    <a:pt x="8389" y="1526"/>
                  </a:lnTo>
                  <a:cubicBezTo>
                    <a:pt x="9109" y="1526"/>
                    <a:pt x="9599" y="796"/>
                    <a:pt x="9332" y="128"/>
                  </a:cubicBezTo>
                  <a:lnTo>
                    <a:pt x="9332" y="128"/>
                  </a:lnTo>
                  <a:cubicBezTo>
                    <a:pt x="9174" y="512"/>
                    <a:pt x="8801" y="762"/>
                    <a:pt x="8389" y="762"/>
                  </a:cubicBezTo>
                  <a:lnTo>
                    <a:pt x="1526" y="762"/>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82"/>
            <p:cNvSpPr/>
            <p:nvPr/>
          </p:nvSpPr>
          <p:spPr>
            <a:xfrm>
              <a:off x="7155913" y="2546848"/>
              <a:ext cx="70045" cy="33320"/>
            </a:xfrm>
            <a:custGeom>
              <a:avLst/>
              <a:gdLst/>
              <a:ahLst/>
              <a:cxnLst/>
              <a:rect l="l" t="t" r="r" b="b"/>
              <a:pathLst>
                <a:path w="2674" h="1272" extrusionOk="0">
                  <a:moveTo>
                    <a:pt x="2509" y="0"/>
                  </a:moveTo>
                  <a:cubicBezTo>
                    <a:pt x="2392" y="452"/>
                    <a:pt x="1988" y="764"/>
                    <a:pt x="1526" y="764"/>
                  </a:cubicBezTo>
                  <a:lnTo>
                    <a:pt x="1" y="764"/>
                  </a:lnTo>
                  <a:lnTo>
                    <a:pt x="1" y="1271"/>
                  </a:lnTo>
                  <a:lnTo>
                    <a:pt x="1526" y="1271"/>
                  </a:lnTo>
                  <a:cubicBezTo>
                    <a:pt x="2187" y="1271"/>
                    <a:pt x="2673" y="644"/>
                    <a:pt x="250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82"/>
            <p:cNvSpPr/>
            <p:nvPr/>
          </p:nvSpPr>
          <p:spPr>
            <a:xfrm>
              <a:off x="7155834" y="2493593"/>
              <a:ext cx="76778" cy="33346"/>
            </a:xfrm>
            <a:custGeom>
              <a:avLst/>
              <a:gdLst/>
              <a:ahLst/>
              <a:cxnLst/>
              <a:rect l="l" t="t" r="r" b="b"/>
              <a:pathLst>
                <a:path w="2931" h="1273" extrusionOk="0">
                  <a:moveTo>
                    <a:pt x="2766" y="1"/>
                  </a:moveTo>
                  <a:cubicBezTo>
                    <a:pt x="2649" y="450"/>
                    <a:pt x="2245" y="765"/>
                    <a:pt x="1779" y="765"/>
                  </a:cubicBezTo>
                  <a:lnTo>
                    <a:pt x="0" y="765"/>
                  </a:lnTo>
                  <a:lnTo>
                    <a:pt x="0" y="1272"/>
                  </a:lnTo>
                  <a:lnTo>
                    <a:pt x="1779" y="1272"/>
                  </a:lnTo>
                  <a:cubicBezTo>
                    <a:pt x="2443" y="1272"/>
                    <a:pt x="2930" y="645"/>
                    <a:pt x="276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82"/>
            <p:cNvSpPr/>
            <p:nvPr/>
          </p:nvSpPr>
          <p:spPr>
            <a:xfrm>
              <a:off x="7155834" y="2440365"/>
              <a:ext cx="83405" cy="33346"/>
            </a:xfrm>
            <a:custGeom>
              <a:avLst/>
              <a:gdLst/>
              <a:ahLst/>
              <a:cxnLst/>
              <a:rect l="l" t="t" r="r" b="b"/>
              <a:pathLst>
                <a:path w="3184" h="1273" extrusionOk="0">
                  <a:moveTo>
                    <a:pt x="3019" y="1"/>
                  </a:moveTo>
                  <a:lnTo>
                    <a:pt x="3019" y="1"/>
                  </a:lnTo>
                  <a:cubicBezTo>
                    <a:pt x="2903" y="450"/>
                    <a:pt x="2498" y="762"/>
                    <a:pt x="2032" y="762"/>
                  </a:cubicBezTo>
                  <a:lnTo>
                    <a:pt x="0" y="762"/>
                  </a:lnTo>
                  <a:lnTo>
                    <a:pt x="0" y="1272"/>
                  </a:lnTo>
                  <a:lnTo>
                    <a:pt x="2032" y="1272"/>
                  </a:lnTo>
                  <a:cubicBezTo>
                    <a:pt x="2697" y="1272"/>
                    <a:pt x="3184" y="645"/>
                    <a:pt x="30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82"/>
            <p:cNvSpPr/>
            <p:nvPr/>
          </p:nvSpPr>
          <p:spPr>
            <a:xfrm>
              <a:off x="6916150" y="2600155"/>
              <a:ext cx="26693" cy="26588"/>
            </a:xfrm>
            <a:custGeom>
              <a:avLst/>
              <a:gdLst/>
              <a:ahLst/>
              <a:cxnLst/>
              <a:rect l="l" t="t" r="r" b="b"/>
              <a:pathLst>
                <a:path w="1019" h="1015" extrusionOk="0">
                  <a:moveTo>
                    <a:pt x="511" y="1"/>
                  </a:moveTo>
                  <a:cubicBezTo>
                    <a:pt x="230" y="1"/>
                    <a:pt x="1" y="227"/>
                    <a:pt x="1" y="508"/>
                  </a:cubicBezTo>
                  <a:cubicBezTo>
                    <a:pt x="1" y="789"/>
                    <a:pt x="230" y="1015"/>
                    <a:pt x="511" y="1015"/>
                  </a:cubicBezTo>
                  <a:cubicBezTo>
                    <a:pt x="789" y="1015"/>
                    <a:pt x="1018" y="789"/>
                    <a:pt x="1018" y="508"/>
                  </a:cubicBezTo>
                  <a:cubicBezTo>
                    <a:pt x="1018" y="227"/>
                    <a:pt x="789" y="1"/>
                    <a:pt x="5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82"/>
            <p:cNvSpPr/>
            <p:nvPr/>
          </p:nvSpPr>
          <p:spPr>
            <a:xfrm>
              <a:off x="6856635" y="2291787"/>
              <a:ext cx="388079" cy="367909"/>
            </a:xfrm>
            <a:custGeom>
              <a:avLst/>
              <a:gdLst/>
              <a:ahLst/>
              <a:cxnLst/>
              <a:rect l="l" t="t" r="r" b="b"/>
              <a:pathLst>
                <a:path w="14815" h="14045" extrusionOk="0">
                  <a:moveTo>
                    <a:pt x="7830" y="0"/>
                  </a:moveTo>
                  <a:cubicBezTo>
                    <a:pt x="7395" y="0"/>
                    <a:pt x="7060" y="99"/>
                    <a:pt x="7032" y="108"/>
                  </a:cubicBezTo>
                  <a:cubicBezTo>
                    <a:pt x="6933" y="135"/>
                    <a:pt x="6861" y="231"/>
                    <a:pt x="6861" y="334"/>
                  </a:cubicBezTo>
                  <a:lnTo>
                    <a:pt x="6861" y="3558"/>
                  </a:lnTo>
                  <a:lnTo>
                    <a:pt x="4527" y="6530"/>
                  </a:lnTo>
                  <a:cubicBezTo>
                    <a:pt x="4452" y="6187"/>
                    <a:pt x="4147" y="5944"/>
                    <a:pt x="3798" y="5944"/>
                  </a:cubicBezTo>
                  <a:lnTo>
                    <a:pt x="748" y="5944"/>
                  </a:lnTo>
                  <a:cubicBezTo>
                    <a:pt x="336" y="5944"/>
                    <a:pt x="1" y="6276"/>
                    <a:pt x="1" y="6691"/>
                  </a:cubicBezTo>
                  <a:lnTo>
                    <a:pt x="1" y="7451"/>
                  </a:lnTo>
                  <a:cubicBezTo>
                    <a:pt x="1" y="7585"/>
                    <a:pt x="107" y="7691"/>
                    <a:pt x="241" y="7691"/>
                  </a:cubicBezTo>
                  <a:cubicBezTo>
                    <a:pt x="371" y="7691"/>
                    <a:pt x="477" y="7585"/>
                    <a:pt x="477" y="7451"/>
                  </a:cubicBezTo>
                  <a:lnTo>
                    <a:pt x="477" y="6691"/>
                  </a:lnTo>
                  <a:cubicBezTo>
                    <a:pt x="477" y="6540"/>
                    <a:pt x="600" y="6420"/>
                    <a:pt x="748" y="6420"/>
                  </a:cubicBezTo>
                  <a:lnTo>
                    <a:pt x="3798" y="6420"/>
                  </a:lnTo>
                  <a:cubicBezTo>
                    <a:pt x="3945" y="6420"/>
                    <a:pt x="4068" y="6540"/>
                    <a:pt x="4068" y="6691"/>
                  </a:cubicBezTo>
                  <a:lnTo>
                    <a:pt x="4068" y="13297"/>
                  </a:lnTo>
                  <a:cubicBezTo>
                    <a:pt x="4068" y="13445"/>
                    <a:pt x="3945" y="13568"/>
                    <a:pt x="3798" y="13568"/>
                  </a:cubicBezTo>
                  <a:lnTo>
                    <a:pt x="748" y="13568"/>
                  </a:lnTo>
                  <a:cubicBezTo>
                    <a:pt x="600" y="13568"/>
                    <a:pt x="477" y="13445"/>
                    <a:pt x="477" y="13297"/>
                  </a:cubicBezTo>
                  <a:lnTo>
                    <a:pt x="477" y="8469"/>
                  </a:lnTo>
                  <a:cubicBezTo>
                    <a:pt x="477" y="8335"/>
                    <a:pt x="371" y="8229"/>
                    <a:pt x="241" y="8229"/>
                  </a:cubicBezTo>
                  <a:cubicBezTo>
                    <a:pt x="107" y="8229"/>
                    <a:pt x="1" y="8335"/>
                    <a:pt x="1" y="8469"/>
                  </a:cubicBezTo>
                  <a:lnTo>
                    <a:pt x="1" y="13297"/>
                  </a:lnTo>
                  <a:cubicBezTo>
                    <a:pt x="1" y="13709"/>
                    <a:pt x="336" y="14041"/>
                    <a:pt x="748" y="14044"/>
                  </a:cubicBezTo>
                  <a:lnTo>
                    <a:pt x="3798" y="14044"/>
                  </a:lnTo>
                  <a:cubicBezTo>
                    <a:pt x="4209" y="14041"/>
                    <a:pt x="4545" y="13709"/>
                    <a:pt x="4545" y="13297"/>
                  </a:cubicBezTo>
                  <a:lnTo>
                    <a:pt x="4545" y="12667"/>
                  </a:lnTo>
                  <a:lnTo>
                    <a:pt x="5723" y="13256"/>
                  </a:lnTo>
                  <a:cubicBezTo>
                    <a:pt x="5758" y="13273"/>
                    <a:pt x="5795" y="13280"/>
                    <a:pt x="5833" y="13280"/>
                  </a:cubicBezTo>
                  <a:lnTo>
                    <a:pt x="10408" y="13280"/>
                  </a:lnTo>
                  <a:cubicBezTo>
                    <a:pt x="10538" y="13280"/>
                    <a:pt x="10644" y="13174"/>
                    <a:pt x="10644" y="13044"/>
                  </a:cubicBezTo>
                  <a:cubicBezTo>
                    <a:pt x="10644" y="12910"/>
                    <a:pt x="10538" y="12804"/>
                    <a:pt x="10408" y="12804"/>
                  </a:cubicBezTo>
                  <a:lnTo>
                    <a:pt x="5888" y="12804"/>
                  </a:lnTo>
                  <a:lnTo>
                    <a:pt x="4545" y="12132"/>
                  </a:lnTo>
                  <a:lnTo>
                    <a:pt x="4545" y="7280"/>
                  </a:lnTo>
                  <a:lnTo>
                    <a:pt x="7289" y="3788"/>
                  </a:lnTo>
                  <a:cubicBezTo>
                    <a:pt x="7324" y="3744"/>
                    <a:pt x="7341" y="3692"/>
                    <a:pt x="7341" y="3641"/>
                  </a:cubicBezTo>
                  <a:lnTo>
                    <a:pt x="7341" y="526"/>
                  </a:lnTo>
                  <a:cubicBezTo>
                    <a:pt x="7462" y="503"/>
                    <a:pt x="7638" y="478"/>
                    <a:pt x="7837" y="478"/>
                  </a:cubicBezTo>
                  <a:cubicBezTo>
                    <a:pt x="8145" y="478"/>
                    <a:pt x="8507" y="538"/>
                    <a:pt x="8801" y="759"/>
                  </a:cubicBezTo>
                  <a:cubicBezTo>
                    <a:pt x="9202" y="1057"/>
                    <a:pt x="9404" y="1598"/>
                    <a:pt x="9404" y="2369"/>
                  </a:cubicBezTo>
                  <a:lnTo>
                    <a:pt x="9404" y="4912"/>
                  </a:lnTo>
                  <a:cubicBezTo>
                    <a:pt x="9404" y="5042"/>
                    <a:pt x="9510" y="5149"/>
                    <a:pt x="9644" y="5149"/>
                  </a:cubicBezTo>
                  <a:lnTo>
                    <a:pt x="13454" y="5149"/>
                  </a:lnTo>
                  <a:cubicBezTo>
                    <a:pt x="13886" y="5149"/>
                    <a:pt x="14232" y="5498"/>
                    <a:pt x="14232" y="5926"/>
                  </a:cubicBezTo>
                  <a:cubicBezTo>
                    <a:pt x="14232" y="6358"/>
                    <a:pt x="13886" y="6704"/>
                    <a:pt x="13454" y="6704"/>
                  </a:cubicBezTo>
                  <a:lnTo>
                    <a:pt x="11422" y="6704"/>
                  </a:lnTo>
                  <a:cubicBezTo>
                    <a:pt x="11292" y="6704"/>
                    <a:pt x="11182" y="6811"/>
                    <a:pt x="11182" y="6944"/>
                  </a:cubicBezTo>
                  <a:cubicBezTo>
                    <a:pt x="11182" y="7074"/>
                    <a:pt x="11292" y="7181"/>
                    <a:pt x="11422" y="7181"/>
                  </a:cubicBezTo>
                  <a:lnTo>
                    <a:pt x="13249" y="7181"/>
                  </a:lnTo>
                  <a:cubicBezTo>
                    <a:pt x="13667" y="7208"/>
                    <a:pt x="13989" y="7564"/>
                    <a:pt x="13975" y="7982"/>
                  </a:cubicBezTo>
                  <a:cubicBezTo>
                    <a:pt x="13965" y="8401"/>
                    <a:pt x="13619" y="8736"/>
                    <a:pt x="13201" y="8736"/>
                  </a:cubicBezTo>
                  <a:lnTo>
                    <a:pt x="11422" y="8736"/>
                  </a:lnTo>
                  <a:cubicBezTo>
                    <a:pt x="11292" y="8736"/>
                    <a:pt x="11182" y="8843"/>
                    <a:pt x="11182" y="8976"/>
                  </a:cubicBezTo>
                  <a:cubicBezTo>
                    <a:pt x="11182" y="9106"/>
                    <a:pt x="11292" y="9213"/>
                    <a:pt x="11422" y="9213"/>
                  </a:cubicBezTo>
                  <a:lnTo>
                    <a:pt x="13012" y="9213"/>
                  </a:lnTo>
                  <a:cubicBezTo>
                    <a:pt x="13022" y="9216"/>
                    <a:pt x="13033" y="9220"/>
                    <a:pt x="13043" y="9220"/>
                  </a:cubicBezTo>
                  <a:cubicBezTo>
                    <a:pt x="13451" y="9271"/>
                    <a:pt x="13746" y="9631"/>
                    <a:pt x="13722" y="10042"/>
                  </a:cubicBezTo>
                  <a:cubicBezTo>
                    <a:pt x="13694" y="10450"/>
                    <a:pt x="13358" y="10768"/>
                    <a:pt x="12947" y="10768"/>
                  </a:cubicBezTo>
                  <a:lnTo>
                    <a:pt x="11422" y="10768"/>
                  </a:lnTo>
                  <a:cubicBezTo>
                    <a:pt x="11292" y="10768"/>
                    <a:pt x="11182" y="10878"/>
                    <a:pt x="11182" y="11008"/>
                  </a:cubicBezTo>
                  <a:cubicBezTo>
                    <a:pt x="11182" y="11139"/>
                    <a:pt x="11292" y="11248"/>
                    <a:pt x="11422" y="11248"/>
                  </a:cubicBezTo>
                  <a:lnTo>
                    <a:pt x="12793" y="11248"/>
                  </a:lnTo>
                  <a:cubicBezTo>
                    <a:pt x="12807" y="11252"/>
                    <a:pt x="12824" y="11258"/>
                    <a:pt x="12837" y="11262"/>
                  </a:cubicBezTo>
                  <a:cubicBezTo>
                    <a:pt x="13231" y="11337"/>
                    <a:pt x="13502" y="11701"/>
                    <a:pt x="13465" y="12098"/>
                  </a:cubicBezTo>
                  <a:cubicBezTo>
                    <a:pt x="13427" y="12496"/>
                    <a:pt x="13094" y="12801"/>
                    <a:pt x="12693" y="12804"/>
                  </a:cubicBezTo>
                  <a:lnTo>
                    <a:pt x="11422" y="12804"/>
                  </a:lnTo>
                  <a:cubicBezTo>
                    <a:pt x="11292" y="12804"/>
                    <a:pt x="11186" y="12910"/>
                    <a:pt x="11186" y="13040"/>
                  </a:cubicBezTo>
                  <a:cubicBezTo>
                    <a:pt x="11186" y="13174"/>
                    <a:pt x="11292" y="13280"/>
                    <a:pt x="11422" y="13280"/>
                  </a:cubicBezTo>
                  <a:lnTo>
                    <a:pt x="12693" y="13280"/>
                  </a:lnTo>
                  <a:cubicBezTo>
                    <a:pt x="13211" y="13280"/>
                    <a:pt x="13674" y="12962"/>
                    <a:pt x="13862" y="12478"/>
                  </a:cubicBezTo>
                  <a:cubicBezTo>
                    <a:pt x="14047" y="11995"/>
                    <a:pt x="13920" y="11447"/>
                    <a:pt x="13536" y="11097"/>
                  </a:cubicBezTo>
                  <a:cubicBezTo>
                    <a:pt x="14301" y="10690"/>
                    <a:pt x="14431" y="9648"/>
                    <a:pt x="13790" y="9065"/>
                  </a:cubicBezTo>
                  <a:cubicBezTo>
                    <a:pt x="14201" y="8846"/>
                    <a:pt x="14455" y="8421"/>
                    <a:pt x="14458" y="7958"/>
                  </a:cubicBezTo>
                  <a:cubicBezTo>
                    <a:pt x="14455" y="7606"/>
                    <a:pt x="14308" y="7270"/>
                    <a:pt x="14047" y="7033"/>
                  </a:cubicBezTo>
                  <a:cubicBezTo>
                    <a:pt x="14554" y="6763"/>
                    <a:pt x="14815" y="6180"/>
                    <a:pt x="14674" y="5621"/>
                  </a:cubicBezTo>
                  <a:cubicBezTo>
                    <a:pt x="14534" y="5063"/>
                    <a:pt x="14033" y="4672"/>
                    <a:pt x="13454" y="4672"/>
                  </a:cubicBezTo>
                  <a:lnTo>
                    <a:pt x="9884" y="4672"/>
                  </a:lnTo>
                  <a:lnTo>
                    <a:pt x="9884" y="2369"/>
                  </a:lnTo>
                  <a:cubicBezTo>
                    <a:pt x="9884" y="1441"/>
                    <a:pt x="9616" y="769"/>
                    <a:pt x="9085" y="375"/>
                  </a:cubicBezTo>
                  <a:cubicBezTo>
                    <a:pt x="8689" y="80"/>
                    <a:pt x="8220" y="0"/>
                    <a:pt x="78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82"/>
            <p:cNvSpPr/>
            <p:nvPr/>
          </p:nvSpPr>
          <p:spPr>
            <a:xfrm>
              <a:off x="6903314" y="2593868"/>
              <a:ext cx="45710" cy="39162"/>
            </a:xfrm>
            <a:custGeom>
              <a:avLst/>
              <a:gdLst/>
              <a:ahLst/>
              <a:cxnLst/>
              <a:rect l="l" t="t" r="r" b="b"/>
              <a:pathLst>
                <a:path w="1745" h="1495" extrusionOk="0">
                  <a:moveTo>
                    <a:pt x="1003" y="478"/>
                  </a:moveTo>
                  <a:cubicBezTo>
                    <a:pt x="1069" y="478"/>
                    <a:pt x="1136" y="502"/>
                    <a:pt x="1190" y="556"/>
                  </a:cubicBezTo>
                  <a:cubicBezTo>
                    <a:pt x="1361" y="727"/>
                    <a:pt x="1241" y="1018"/>
                    <a:pt x="1001" y="1018"/>
                  </a:cubicBezTo>
                  <a:cubicBezTo>
                    <a:pt x="850" y="1018"/>
                    <a:pt x="730" y="898"/>
                    <a:pt x="730" y="748"/>
                  </a:cubicBezTo>
                  <a:cubicBezTo>
                    <a:pt x="730" y="585"/>
                    <a:pt x="864" y="478"/>
                    <a:pt x="1003" y="478"/>
                  </a:cubicBezTo>
                  <a:close/>
                  <a:moveTo>
                    <a:pt x="994" y="0"/>
                  </a:moveTo>
                  <a:cubicBezTo>
                    <a:pt x="810" y="0"/>
                    <a:pt x="623" y="68"/>
                    <a:pt x="470" y="220"/>
                  </a:cubicBezTo>
                  <a:cubicBezTo>
                    <a:pt x="1" y="689"/>
                    <a:pt x="333" y="1495"/>
                    <a:pt x="1001" y="1495"/>
                  </a:cubicBezTo>
                  <a:cubicBezTo>
                    <a:pt x="1412" y="1495"/>
                    <a:pt x="1745" y="1159"/>
                    <a:pt x="1745" y="748"/>
                  </a:cubicBezTo>
                  <a:cubicBezTo>
                    <a:pt x="1745" y="298"/>
                    <a:pt x="1378" y="0"/>
                    <a:pt x="9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8" name="Google Shape;2428;p82"/>
          <p:cNvGrpSpPr/>
          <p:nvPr/>
        </p:nvGrpSpPr>
        <p:grpSpPr>
          <a:xfrm>
            <a:off x="5298311" y="2705028"/>
            <a:ext cx="388079" cy="367909"/>
            <a:chOff x="6856635" y="2291787"/>
            <a:chExt cx="388079" cy="367909"/>
          </a:xfrm>
        </p:grpSpPr>
        <p:sp>
          <p:nvSpPr>
            <p:cNvPr id="2429" name="Google Shape;2429;p82"/>
            <p:cNvSpPr/>
            <p:nvPr/>
          </p:nvSpPr>
          <p:spPr>
            <a:xfrm>
              <a:off x="6862921" y="2453646"/>
              <a:ext cx="106587" cy="199763"/>
            </a:xfrm>
            <a:custGeom>
              <a:avLst/>
              <a:gdLst/>
              <a:ahLst/>
              <a:cxnLst/>
              <a:rect l="l" t="t" r="r" b="b"/>
              <a:pathLst>
                <a:path w="4069" h="7626" extrusionOk="0">
                  <a:moveTo>
                    <a:pt x="508" y="1"/>
                  </a:moveTo>
                  <a:cubicBezTo>
                    <a:pt x="227" y="1"/>
                    <a:pt x="1" y="231"/>
                    <a:pt x="1" y="512"/>
                  </a:cubicBezTo>
                  <a:lnTo>
                    <a:pt x="1" y="7118"/>
                  </a:lnTo>
                  <a:cubicBezTo>
                    <a:pt x="1" y="7399"/>
                    <a:pt x="227" y="7626"/>
                    <a:pt x="508" y="7626"/>
                  </a:cubicBezTo>
                  <a:lnTo>
                    <a:pt x="3558" y="7626"/>
                  </a:lnTo>
                  <a:cubicBezTo>
                    <a:pt x="3839" y="7626"/>
                    <a:pt x="4065" y="7399"/>
                    <a:pt x="4068" y="7118"/>
                  </a:cubicBezTo>
                  <a:lnTo>
                    <a:pt x="4068" y="512"/>
                  </a:lnTo>
                  <a:cubicBezTo>
                    <a:pt x="4068" y="231"/>
                    <a:pt x="3839" y="1"/>
                    <a:pt x="35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82"/>
            <p:cNvSpPr/>
            <p:nvPr/>
          </p:nvSpPr>
          <p:spPr>
            <a:xfrm>
              <a:off x="6862843" y="2453646"/>
              <a:ext cx="39974" cy="199763"/>
            </a:xfrm>
            <a:custGeom>
              <a:avLst/>
              <a:gdLst/>
              <a:ahLst/>
              <a:cxnLst/>
              <a:rect l="l" t="t" r="r" b="b"/>
              <a:pathLst>
                <a:path w="1526" h="7626" extrusionOk="0">
                  <a:moveTo>
                    <a:pt x="511" y="1"/>
                  </a:moveTo>
                  <a:cubicBezTo>
                    <a:pt x="230" y="1"/>
                    <a:pt x="0" y="231"/>
                    <a:pt x="0" y="512"/>
                  </a:cubicBezTo>
                  <a:lnTo>
                    <a:pt x="0" y="7118"/>
                  </a:lnTo>
                  <a:cubicBezTo>
                    <a:pt x="0" y="7399"/>
                    <a:pt x="230" y="7626"/>
                    <a:pt x="511" y="7626"/>
                  </a:cubicBezTo>
                  <a:lnTo>
                    <a:pt x="1525" y="7626"/>
                  </a:lnTo>
                  <a:cubicBezTo>
                    <a:pt x="1244" y="7626"/>
                    <a:pt x="1018" y="7399"/>
                    <a:pt x="1018" y="7118"/>
                  </a:cubicBezTo>
                  <a:lnTo>
                    <a:pt x="1018" y="512"/>
                  </a:lnTo>
                  <a:cubicBezTo>
                    <a:pt x="1018" y="231"/>
                    <a:pt x="1244" y="1"/>
                    <a:pt x="152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82"/>
            <p:cNvSpPr/>
            <p:nvPr/>
          </p:nvSpPr>
          <p:spPr>
            <a:xfrm>
              <a:off x="6969378" y="2298048"/>
              <a:ext cx="267608" cy="335427"/>
            </a:xfrm>
            <a:custGeom>
              <a:avLst/>
              <a:gdLst/>
              <a:ahLst/>
              <a:cxnLst/>
              <a:rect l="l" t="t" r="r" b="b"/>
              <a:pathLst>
                <a:path w="10216" h="12805" extrusionOk="0">
                  <a:moveTo>
                    <a:pt x="3521" y="0"/>
                  </a:moveTo>
                  <a:cubicBezTo>
                    <a:pt x="3112" y="0"/>
                    <a:pt x="2797" y="95"/>
                    <a:pt x="2797" y="95"/>
                  </a:cubicBezTo>
                  <a:lnTo>
                    <a:pt x="2797" y="3402"/>
                  </a:lnTo>
                  <a:lnTo>
                    <a:pt x="1" y="6959"/>
                  </a:lnTo>
                  <a:lnTo>
                    <a:pt x="1" y="12041"/>
                  </a:lnTo>
                  <a:lnTo>
                    <a:pt x="1526" y="12805"/>
                  </a:lnTo>
                  <a:lnTo>
                    <a:pt x="8389" y="12805"/>
                  </a:lnTo>
                  <a:cubicBezTo>
                    <a:pt x="8907" y="12798"/>
                    <a:pt x="9342" y="12400"/>
                    <a:pt x="9390" y="11883"/>
                  </a:cubicBezTo>
                  <a:cubicBezTo>
                    <a:pt x="9438" y="11362"/>
                    <a:pt x="9089" y="10893"/>
                    <a:pt x="8578" y="10790"/>
                  </a:cubicBezTo>
                  <a:lnTo>
                    <a:pt x="8578" y="10769"/>
                  </a:lnTo>
                  <a:cubicBezTo>
                    <a:pt x="8599" y="10769"/>
                    <a:pt x="8619" y="10773"/>
                    <a:pt x="8640" y="10773"/>
                  </a:cubicBezTo>
                  <a:cubicBezTo>
                    <a:pt x="9178" y="10773"/>
                    <a:pt x="9623" y="10355"/>
                    <a:pt x="9657" y="9820"/>
                  </a:cubicBezTo>
                  <a:cubicBezTo>
                    <a:pt x="9688" y="9282"/>
                    <a:pt x="9301" y="8813"/>
                    <a:pt x="8766" y="8748"/>
                  </a:cubicBezTo>
                  <a:lnTo>
                    <a:pt x="8766" y="8730"/>
                  </a:lnTo>
                  <a:cubicBezTo>
                    <a:pt x="8811" y="8737"/>
                    <a:pt x="8852" y="8737"/>
                    <a:pt x="8897" y="8737"/>
                  </a:cubicBezTo>
                  <a:cubicBezTo>
                    <a:pt x="8899" y="8737"/>
                    <a:pt x="8901" y="8737"/>
                    <a:pt x="8903" y="8737"/>
                  </a:cubicBezTo>
                  <a:cubicBezTo>
                    <a:pt x="9452" y="8737"/>
                    <a:pt x="9901" y="8300"/>
                    <a:pt x="9918" y="7754"/>
                  </a:cubicBezTo>
                  <a:cubicBezTo>
                    <a:pt x="9935" y="7202"/>
                    <a:pt x="9510" y="6739"/>
                    <a:pt x="8962" y="6705"/>
                  </a:cubicBezTo>
                  <a:lnTo>
                    <a:pt x="8962" y="6685"/>
                  </a:lnTo>
                  <a:cubicBezTo>
                    <a:pt x="9026" y="6697"/>
                    <a:pt x="9090" y="6703"/>
                    <a:pt x="9153" y="6703"/>
                  </a:cubicBezTo>
                  <a:cubicBezTo>
                    <a:pt x="9664" y="6703"/>
                    <a:pt x="10112" y="6311"/>
                    <a:pt x="10161" y="5783"/>
                  </a:cubicBezTo>
                  <a:cubicBezTo>
                    <a:pt x="10216" y="5187"/>
                    <a:pt x="9750" y="4670"/>
                    <a:pt x="9150" y="4670"/>
                  </a:cubicBezTo>
                  <a:lnTo>
                    <a:pt x="5336" y="4670"/>
                  </a:lnTo>
                  <a:lnTo>
                    <a:pt x="5336" y="2130"/>
                  </a:lnTo>
                  <a:cubicBezTo>
                    <a:pt x="5336" y="319"/>
                    <a:pt x="4271" y="0"/>
                    <a:pt x="35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82"/>
            <p:cNvSpPr/>
            <p:nvPr/>
          </p:nvSpPr>
          <p:spPr>
            <a:xfrm>
              <a:off x="6969378" y="2593501"/>
              <a:ext cx="251472" cy="39974"/>
            </a:xfrm>
            <a:custGeom>
              <a:avLst/>
              <a:gdLst/>
              <a:ahLst/>
              <a:cxnLst/>
              <a:rect l="l" t="t" r="r" b="b"/>
              <a:pathLst>
                <a:path w="9600" h="1526" extrusionOk="0">
                  <a:moveTo>
                    <a:pt x="1" y="1"/>
                  </a:moveTo>
                  <a:lnTo>
                    <a:pt x="1" y="762"/>
                  </a:lnTo>
                  <a:lnTo>
                    <a:pt x="1526" y="1526"/>
                  </a:lnTo>
                  <a:lnTo>
                    <a:pt x="8389" y="1526"/>
                  </a:lnTo>
                  <a:cubicBezTo>
                    <a:pt x="9109" y="1526"/>
                    <a:pt x="9599" y="796"/>
                    <a:pt x="9332" y="128"/>
                  </a:cubicBezTo>
                  <a:lnTo>
                    <a:pt x="9332" y="128"/>
                  </a:lnTo>
                  <a:cubicBezTo>
                    <a:pt x="9174" y="512"/>
                    <a:pt x="8801" y="762"/>
                    <a:pt x="8389" y="762"/>
                  </a:cubicBezTo>
                  <a:lnTo>
                    <a:pt x="1526" y="762"/>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82"/>
            <p:cNvSpPr/>
            <p:nvPr/>
          </p:nvSpPr>
          <p:spPr>
            <a:xfrm>
              <a:off x="7155913" y="2546848"/>
              <a:ext cx="70045" cy="33320"/>
            </a:xfrm>
            <a:custGeom>
              <a:avLst/>
              <a:gdLst/>
              <a:ahLst/>
              <a:cxnLst/>
              <a:rect l="l" t="t" r="r" b="b"/>
              <a:pathLst>
                <a:path w="2674" h="1272" extrusionOk="0">
                  <a:moveTo>
                    <a:pt x="2509" y="0"/>
                  </a:moveTo>
                  <a:cubicBezTo>
                    <a:pt x="2392" y="452"/>
                    <a:pt x="1988" y="764"/>
                    <a:pt x="1526" y="764"/>
                  </a:cubicBezTo>
                  <a:lnTo>
                    <a:pt x="1" y="764"/>
                  </a:lnTo>
                  <a:lnTo>
                    <a:pt x="1" y="1271"/>
                  </a:lnTo>
                  <a:lnTo>
                    <a:pt x="1526" y="1271"/>
                  </a:lnTo>
                  <a:cubicBezTo>
                    <a:pt x="2187" y="1271"/>
                    <a:pt x="2673" y="644"/>
                    <a:pt x="250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82"/>
            <p:cNvSpPr/>
            <p:nvPr/>
          </p:nvSpPr>
          <p:spPr>
            <a:xfrm>
              <a:off x="7155834" y="2493593"/>
              <a:ext cx="76778" cy="33346"/>
            </a:xfrm>
            <a:custGeom>
              <a:avLst/>
              <a:gdLst/>
              <a:ahLst/>
              <a:cxnLst/>
              <a:rect l="l" t="t" r="r" b="b"/>
              <a:pathLst>
                <a:path w="2931" h="1273" extrusionOk="0">
                  <a:moveTo>
                    <a:pt x="2766" y="1"/>
                  </a:moveTo>
                  <a:cubicBezTo>
                    <a:pt x="2649" y="450"/>
                    <a:pt x="2245" y="765"/>
                    <a:pt x="1779" y="765"/>
                  </a:cubicBezTo>
                  <a:lnTo>
                    <a:pt x="0" y="765"/>
                  </a:lnTo>
                  <a:lnTo>
                    <a:pt x="0" y="1272"/>
                  </a:lnTo>
                  <a:lnTo>
                    <a:pt x="1779" y="1272"/>
                  </a:lnTo>
                  <a:cubicBezTo>
                    <a:pt x="2443" y="1272"/>
                    <a:pt x="2930" y="645"/>
                    <a:pt x="276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82"/>
            <p:cNvSpPr/>
            <p:nvPr/>
          </p:nvSpPr>
          <p:spPr>
            <a:xfrm>
              <a:off x="7155834" y="2440365"/>
              <a:ext cx="83405" cy="33346"/>
            </a:xfrm>
            <a:custGeom>
              <a:avLst/>
              <a:gdLst/>
              <a:ahLst/>
              <a:cxnLst/>
              <a:rect l="l" t="t" r="r" b="b"/>
              <a:pathLst>
                <a:path w="3184" h="1273" extrusionOk="0">
                  <a:moveTo>
                    <a:pt x="3019" y="1"/>
                  </a:moveTo>
                  <a:lnTo>
                    <a:pt x="3019" y="1"/>
                  </a:lnTo>
                  <a:cubicBezTo>
                    <a:pt x="2903" y="450"/>
                    <a:pt x="2498" y="762"/>
                    <a:pt x="2032" y="762"/>
                  </a:cubicBezTo>
                  <a:lnTo>
                    <a:pt x="0" y="762"/>
                  </a:lnTo>
                  <a:lnTo>
                    <a:pt x="0" y="1272"/>
                  </a:lnTo>
                  <a:lnTo>
                    <a:pt x="2032" y="1272"/>
                  </a:lnTo>
                  <a:cubicBezTo>
                    <a:pt x="2697" y="1272"/>
                    <a:pt x="3184" y="645"/>
                    <a:pt x="30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82"/>
            <p:cNvSpPr/>
            <p:nvPr/>
          </p:nvSpPr>
          <p:spPr>
            <a:xfrm>
              <a:off x="6916150" y="2600155"/>
              <a:ext cx="26693" cy="26588"/>
            </a:xfrm>
            <a:custGeom>
              <a:avLst/>
              <a:gdLst/>
              <a:ahLst/>
              <a:cxnLst/>
              <a:rect l="l" t="t" r="r" b="b"/>
              <a:pathLst>
                <a:path w="1019" h="1015" extrusionOk="0">
                  <a:moveTo>
                    <a:pt x="511" y="1"/>
                  </a:moveTo>
                  <a:cubicBezTo>
                    <a:pt x="230" y="1"/>
                    <a:pt x="1" y="227"/>
                    <a:pt x="1" y="508"/>
                  </a:cubicBezTo>
                  <a:cubicBezTo>
                    <a:pt x="1" y="789"/>
                    <a:pt x="230" y="1015"/>
                    <a:pt x="511" y="1015"/>
                  </a:cubicBezTo>
                  <a:cubicBezTo>
                    <a:pt x="789" y="1015"/>
                    <a:pt x="1018" y="789"/>
                    <a:pt x="1018" y="508"/>
                  </a:cubicBezTo>
                  <a:cubicBezTo>
                    <a:pt x="1018" y="227"/>
                    <a:pt x="789" y="1"/>
                    <a:pt x="5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82"/>
            <p:cNvSpPr/>
            <p:nvPr/>
          </p:nvSpPr>
          <p:spPr>
            <a:xfrm>
              <a:off x="6856635" y="2291787"/>
              <a:ext cx="388079" cy="367909"/>
            </a:xfrm>
            <a:custGeom>
              <a:avLst/>
              <a:gdLst/>
              <a:ahLst/>
              <a:cxnLst/>
              <a:rect l="l" t="t" r="r" b="b"/>
              <a:pathLst>
                <a:path w="14815" h="14045" extrusionOk="0">
                  <a:moveTo>
                    <a:pt x="7830" y="0"/>
                  </a:moveTo>
                  <a:cubicBezTo>
                    <a:pt x="7395" y="0"/>
                    <a:pt x="7060" y="99"/>
                    <a:pt x="7032" y="108"/>
                  </a:cubicBezTo>
                  <a:cubicBezTo>
                    <a:pt x="6933" y="135"/>
                    <a:pt x="6861" y="231"/>
                    <a:pt x="6861" y="334"/>
                  </a:cubicBezTo>
                  <a:lnTo>
                    <a:pt x="6861" y="3558"/>
                  </a:lnTo>
                  <a:lnTo>
                    <a:pt x="4527" y="6530"/>
                  </a:lnTo>
                  <a:cubicBezTo>
                    <a:pt x="4452" y="6187"/>
                    <a:pt x="4147" y="5944"/>
                    <a:pt x="3798" y="5944"/>
                  </a:cubicBezTo>
                  <a:lnTo>
                    <a:pt x="748" y="5944"/>
                  </a:lnTo>
                  <a:cubicBezTo>
                    <a:pt x="336" y="5944"/>
                    <a:pt x="1" y="6276"/>
                    <a:pt x="1" y="6691"/>
                  </a:cubicBezTo>
                  <a:lnTo>
                    <a:pt x="1" y="7451"/>
                  </a:lnTo>
                  <a:cubicBezTo>
                    <a:pt x="1" y="7585"/>
                    <a:pt x="107" y="7691"/>
                    <a:pt x="241" y="7691"/>
                  </a:cubicBezTo>
                  <a:cubicBezTo>
                    <a:pt x="371" y="7691"/>
                    <a:pt x="477" y="7585"/>
                    <a:pt x="477" y="7451"/>
                  </a:cubicBezTo>
                  <a:lnTo>
                    <a:pt x="477" y="6691"/>
                  </a:lnTo>
                  <a:cubicBezTo>
                    <a:pt x="477" y="6540"/>
                    <a:pt x="600" y="6420"/>
                    <a:pt x="748" y="6420"/>
                  </a:cubicBezTo>
                  <a:lnTo>
                    <a:pt x="3798" y="6420"/>
                  </a:lnTo>
                  <a:cubicBezTo>
                    <a:pt x="3945" y="6420"/>
                    <a:pt x="4068" y="6540"/>
                    <a:pt x="4068" y="6691"/>
                  </a:cubicBezTo>
                  <a:lnTo>
                    <a:pt x="4068" y="13297"/>
                  </a:lnTo>
                  <a:cubicBezTo>
                    <a:pt x="4068" y="13445"/>
                    <a:pt x="3945" y="13568"/>
                    <a:pt x="3798" y="13568"/>
                  </a:cubicBezTo>
                  <a:lnTo>
                    <a:pt x="748" y="13568"/>
                  </a:lnTo>
                  <a:cubicBezTo>
                    <a:pt x="600" y="13568"/>
                    <a:pt x="477" y="13445"/>
                    <a:pt x="477" y="13297"/>
                  </a:cubicBezTo>
                  <a:lnTo>
                    <a:pt x="477" y="8469"/>
                  </a:lnTo>
                  <a:cubicBezTo>
                    <a:pt x="477" y="8335"/>
                    <a:pt x="371" y="8229"/>
                    <a:pt x="241" y="8229"/>
                  </a:cubicBezTo>
                  <a:cubicBezTo>
                    <a:pt x="107" y="8229"/>
                    <a:pt x="1" y="8335"/>
                    <a:pt x="1" y="8469"/>
                  </a:cubicBezTo>
                  <a:lnTo>
                    <a:pt x="1" y="13297"/>
                  </a:lnTo>
                  <a:cubicBezTo>
                    <a:pt x="1" y="13709"/>
                    <a:pt x="336" y="14041"/>
                    <a:pt x="748" y="14044"/>
                  </a:cubicBezTo>
                  <a:lnTo>
                    <a:pt x="3798" y="14044"/>
                  </a:lnTo>
                  <a:cubicBezTo>
                    <a:pt x="4209" y="14041"/>
                    <a:pt x="4545" y="13709"/>
                    <a:pt x="4545" y="13297"/>
                  </a:cubicBezTo>
                  <a:lnTo>
                    <a:pt x="4545" y="12667"/>
                  </a:lnTo>
                  <a:lnTo>
                    <a:pt x="5723" y="13256"/>
                  </a:lnTo>
                  <a:cubicBezTo>
                    <a:pt x="5758" y="13273"/>
                    <a:pt x="5795" y="13280"/>
                    <a:pt x="5833" y="13280"/>
                  </a:cubicBezTo>
                  <a:lnTo>
                    <a:pt x="10408" y="13280"/>
                  </a:lnTo>
                  <a:cubicBezTo>
                    <a:pt x="10538" y="13280"/>
                    <a:pt x="10644" y="13174"/>
                    <a:pt x="10644" y="13044"/>
                  </a:cubicBezTo>
                  <a:cubicBezTo>
                    <a:pt x="10644" y="12910"/>
                    <a:pt x="10538" y="12804"/>
                    <a:pt x="10408" y="12804"/>
                  </a:cubicBezTo>
                  <a:lnTo>
                    <a:pt x="5888" y="12804"/>
                  </a:lnTo>
                  <a:lnTo>
                    <a:pt x="4545" y="12132"/>
                  </a:lnTo>
                  <a:lnTo>
                    <a:pt x="4545" y="7280"/>
                  </a:lnTo>
                  <a:lnTo>
                    <a:pt x="7289" y="3788"/>
                  </a:lnTo>
                  <a:cubicBezTo>
                    <a:pt x="7324" y="3744"/>
                    <a:pt x="7341" y="3692"/>
                    <a:pt x="7341" y="3641"/>
                  </a:cubicBezTo>
                  <a:lnTo>
                    <a:pt x="7341" y="526"/>
                  </a:lnTo>
                  <a:cubicBezTo>
                    <a:pt x="7462" y="503"/>
                    <a:pt x="7638" y="478"/>
                    <a:pt x="7837" y="478"/>
                  </a:cubicBezTo>
                  <a:cubicBezTo>
                    <a:pt x="8145" y="478"/>
                    <a:pt x="8507" y="538"/>
                    <a:pt x="8801" y="759"/>
                  </a:cubicBezTo>
                  <a:cubicBezTo>
                    <a:pt x="9202" y="1057"/>
                    <a:pt x="9404" y="1598"/>
                    <a:pt x="9404" y="2369"/>
                  </a:cubicBezTo>
                  <a:lnTo>
                    <a:pt x="9404" y="4912"/>
                  </a:lnTo>
                  <a:cubicBezTo>
                    <a:pt x="9404" y="5042"/>
                    <a:pt x="9510" y="5149"/>
                    <a:pt x="9644" y="5149"/>
                  </a:cubicBezTo>
                  <a:lnTo>
                    <a:pt x="13454" y="5149"/>
                  </a:lnTo>
                  <a:cubicBezTo>
                    <a:pt x="13886" y="5149"/>
                    <a:pt x="14232" y="5498"/>
                    <a:pt x="14232" y="5926"/>
                  </a:cubicBezTo>
                  <a:cubicBezTo>
                    <a:pt x="14232" y="6358"/>
                    <a:pt x="13886" y="6704"/>
                    <a:pt x="13454" y="6704"/>
                  </a:cubicBezTo>
                  <a:lnTo>
                    <a:pt x="11422" y="6704"/>
                  </a:lnTo>
                  <a:cubicBezTo>
                    <a:pt x="11292" y="6704"/>
                    <a:pt x="11182" y="6811"/>
                    <a:pt x="11182" y="6944"/>
                  </a:cubicBezTo>
                  <a:cubicBezTo>
                    <a:pt x="11182" y="7074"/>
                    <a:pt x="11292" y="7181"/>
                    <a:pt x="11422" y="7181"/>
                  </a:cubicBezTo>
                  <a:lnTo>
                    <a:pt x="13249" y="7181"/>
                  </a:lnTo>
                  <a:cubicBezTo>
                    <a:pt x="13667" y="7208"/>
                    <a:pt x="13989" y="7564"/>
                    <a:pt x="13975" y="7982"/>
                  </a:cubicBezTo>
                  <a:cubicBezTo>
                    <a:pt x="13965" y="8401"/>
                    <a:pt x="13619" y="8736"/>
                    <a:pt x="13201" y="8736"/>
                  </a:cubicBezTo>
                  <a:lnTo>
                    <a:pt x="11422" y="8736"/>
                  </a:lnTo>
                  <a:cubicBezTo>
                    <a:pt x="11292" y="8736"/>
                    <a:pt x="11182" y="8843"/>
                    <a:pt x="11182" y="8976"/>
                  </a:cubicBezTo>
                  <a:cubicBezTo>
                    <a:pt x="11182" y="9106"/>
                    <a:pt x="11292" y="9213"/>
                    <a:pt x="11422" y="9213"/>
                  </a:cubicBezTo>
                  <a:lnTo>
                    <a:pt x="13012" y="9213"/>
                  </a:lnTo>
                  <a:cubicBezTo>
                    <a:pt x="13022" y="9216"/>
                    <a:pt x="13033" y="9220"/>
                    <a:pt x="13043" y="9220"/>
                  </a:cubicBezTo>
                  <a:cubicBezTo>
                    <a:pt x="13451" y="9271"/>
                    <a:pt x="13746" y="9631"/>
                    <a:pt x="13722" y="10042"/>
                  </a:cubicBezTo>
                  <a:cubicBezTo>
                    <a:pt x="13694" y="10450"/>
                    <a:pt x="13358" y="10768"/>
                    <a:pt x="12947" y="10768"/>
                  </a:cubicBezTo>
                  <a:lnTo>
                    <a:pt x="11422" y="10768"/>
                  </a:lnTo>
                  <a:cubicBezTo>
                    <a:pt x="11292" y="10768"/>
                    <a:pt x="11182" y="10878"/>
                    <a:pt x="11182" y="11008"/>
                  </a:cubicBezTo>
                  <a:cubicBezTo>
                    <a:pt x="11182" y="11139"/>
                    <a:pt x="11292" y="11248"/>
                    <a:pt x="11422" y="11248"/>
                  </a:cubicBezTo>
                  <a:lnTo>
                    <a:pt x="12793" y="11248"/>
                  </a:lnTo>
                  <a:cubicBezTo>
                    <a:pt x="12807" y="11252"/>
                    <a:pt x="12824" y="11258"/>
                    <a:pt x="12837" y="11262"/>
                  </a:cubicBezTo>
                  <a:cubicBezTo>
                    <a:pt x="13231" y="11337"/>
                    <a:pt x="13502" y="11701"/>
                    <a:pt x="13465" y="12098"/>
                  </a:cubicBezTo>
                  <a:cubicBezTo>
                    <a:pt x="13427" y="12496"/>
                    <a:pt x="13094" y="12801"/>
                    <a:pt x="12693" y="12804"/>
                  </a:cubicBezTo>
                  <a:lnTo>
                    <a:pt x="11422" y="12804"/>
                  </a:lnTo>
                  <a:cubicBezTo>
                    <a:pt x="11292" y="12804"/>
                    <a:pt x="11186" y="12910"/>
                    <a:pt x="11186" y="13040"/>
                  </a:cubicBezTo>
                  <a:cubicBezTo>
                    <a:pt x="11186" y="13174"/>
                    <a:pt x="11292" y="13280"/>
                    <a:pt x="11422" y="13280"/>
                  </a:cubicBezTo>
                  <a:lnTo>
                    <a:pt x="12693" y="13280"/>
                  </a:lnTo>
                  <a:cubicBezTo>
                    <a:pt x="13211" y="13280"/>
                    <a:pt x="13674" y="12962"/>
                    <a:pt x="13862" y="12478"/>
                  </a:cubicBezTo>
                  <a:cubicBezTo>
                    <a:pt x="14047" y="11995"/>
                    <a:pt x="13920" y="11447"/>
                    <a:pt x="13536" y="11097"/>
                  </a:cubicBezTo>
                  <a:cubicBezTo>
                    <a:pt x="14301" y="10690"/>
                    <a:pt x="14431" y="9648"/>
                    <a:pt x="13790" y="9065"/>
                  </a:cubicBezTo>
                  <a:cubicBezTo>
                    <a:pt x="14201" y="8846"/>
                    <a:pt x="14455" y="8421"/>
                    <a:pt x="14458" y="7958"/>
                  </a:cubicBezTo>
                  <a:cubicBezTo>
                    <a:pt x="14455" y="7606"/>
                    <a:pt x="14308" y="7270"/>
                    <a:pt x="14047" y="7033"/>
                  </a:cubicBezTo>
                  <a:cubicBezTo>
                    <a:pt x="14554" y="6763"/>
                    <a:pt x="14815" y="6180"/>
                    <a:pt x="14674" y="5621"/>
                  </a:cubicBezTo>
                  <a:cubicBezTo>
                    <a:pt x="14534" y="5063"/>
                    <a:pt x="14033" y="4672"/>
                    <a:pt x="13454" y="4672"/>
                  </a:cubicBezTo>
                  <a:lnTo>
                    <a:pt x="9884" y="4672"/>
                  </a:lnTo>
                  <a:lnTo>
                    <a:pt x="9884" y="2369"/>
                  </a:lnTo>
                  <a:cubicBezTo>
                    <a:pt x="9884" y="1441"/>
                    <a:pt x="9616" y="769"/>
                    <a:pt x="9085" y="375"/>
                  </a:cubicBezTo>
                  <a:cubicBezTo>
                    <a:pt x="8689" y="80"/>
                    <a:pt x="8220" y="0"/>
                    <a:pt x="78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82"/>
            <p:cNvSpPr/>
            <p:nvPr/>
          </p:nvSpPr>
          <p:spPr>
            <a:xfrm>
              <a:off x="6903314" y="2593868"/>
              <a:ext cx="45710" cy="39162"/>
            </a:xfrm>
            <a:custGeom>
              <a:avLst/>
              <a:gdLst/>
              <a:ahLst/>
              <a:cxnLst/>
              <a:rect l="l" t="t" r="r" b="b"/>
              <a:pathLst>
                <a:path w="1745" h="1495" extrusionOk="0">
                  <a:moveTo>
                    <a:pt x="1003" y="478"/>
                  </a:moveTo>
                  <a:cubicBezTo>
                    <a:pt x="1069" y="478"/>
                    <a:pt x="1136" y="502"/>
                    <a:pt x="1190" y="556"/>
                  </a:cubicBezTo>
                  <a:cubicBezTo>
                    <a:pt x="1361" y="727"/>
                    <a:pt x="1241" y="1018"/>
                    <a:pt x="1001" y="1018"/>
                  </a:cubicBezTo>
                  <a:cubicBezTo>
                    <a:pt x="850" y="1018"/>
                    <a:pt x="730" y="898"/>
                    <a:pt x="730" y="748"/>
                  </a:cubicBezTo>
                  <a:cubicBezTo>
                    <a:pt x="730" y="585"/>
                    <a:pt x="864" y="478"/>
                    <a:pt x="1003" y="478"/>
                  </a:cubicBezTo>
                  <a:close/>
                  <a:moveTo>
                    <a:pt x="994" y="0"/>
                  </a:moveTo>
                  <a:cubicBezTo>
                    <a:pt x="810" y="0"/>
                    <a:pt x="623" y="68"/>
                    <a:pt x="470" y="220"/>
                  </a:cubicBezTo>
                  <a:cubicBezTo>
                    <a:pt x="1" y="689"/>
                    <a:pt x="333" y="1495"/>
                    <a:pt x="1001" y="1495"/>
                  </a:cubicBezTo>
                  <a:cubicBezTo>
                    <a:pt x="1412" y="1495"/>
                    <a:pt x="1745" y="1159"/>
                    <a:pt x="1745" y="748"/>
                  </a:cubicBezTo>
                  <a:cubicBezTo>
                    <a:pt x="1745" y="298"/>
                    <a:pt x="1378" y="0"/>
                    <a:pt x="99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9" name="Google Shape;2439;p82"/>
          <p:cNvGrpSpPr/>
          <p:nvPr/>
        </p:nvGrpSpPr>
        <p:grpSpPr>
          <a:xfrm>
            <a:off x="7550511" y="4080200"/>
            <a:ext cx="388079" cy="367909"/>
            <a:chOff x="6856635" y="2291787"/>
            <a:chExt cx="388079" cy="367909"/>
          </a:xfrm>
        </p:grpSpPr>
        <p:sp>
          <p:nvSpPr>
            <p:cNvPr id="2440" name="Google Shape;2440;p82"/>
            <p:cNvSpPr/>
            <p:nvPr/>
          </p:nvSpPr>
          <p:spPr>
            <a:xfrm>
              <a:off x="6862921" y="2453646"/>
              <a:ext cx="106587" cy="199763"/>
            </a:xfrm>
            <a:custGeom>
              <a:avLst/>
              <a:gdLst/>
              <a:ahLst/>
              <a:cxnLst/>
              <a:rect l="l" t="t" r="r" b="b"/>
              <a:pathLst>
                <a:path w="4069" h="7626" extrusionOk="0">
                  <a:moveTo>
                    <a:pt x="508" y="1"/>
                  </a:moveTo>
                  <a:cubicBezTo>
                    <a:pt x="227" y="1"/>
                    <a:pt x="1" y="231"/>
                    <a:pt x="1" y="512"/>
                  </a:cubicBezTo>
                  <a:lnTo>
                    <a:pt x="1" y="7118"/>
                  </a:lnTo>
                  <a:cubicBezTo>
                    <a:pt x="1" y="7399"/>
                    <a:pt x="227" y="7626"/>
                    <a:pt x="508" y="7626"/>
                  </a:cubicBezTo>
                  <a:lnTo>
                    <a:pt x="3558" y="7626"/>
                  </a:lnTo>
                  <a:cubicBezTo>
                    <a:pt x="3839" y="7626"/>
                    <a:pt x="4065" y="7399"/>
                    <a:pt x="4068" y="7118"/>
                  </a:cubicBezTo>
                  <a:lnTo>
                    <a:pt x="4068" y="512"/>
                  </a:lnTo>
                  <a:cubicBezTo>
                    <a:pt x="4068" y="231"/>
                    <a:pt x="3839" y="1"/>
                    <a:pt x="35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82"/>
            <p:cNvSpPr/>
            <p:nvPr/>
          </p:nvSpPr>
          <p:spPr>
            <a:xfrm>
              <a:off x="6862843" y="2453646"/>
              <a:ext cx="39974" cy="199763"/>
            </a:xfrm>
            <a:custGeom>
              <a:avLst/>
              <a:gdLst/>
              <a:ahLst/>
              <a:cxnLst/>
              <a:rect l="l" t="t" r="r" b="b"/>
              <a:pathLst>
                <a:path w="1526" h="7626" extrusionOk="0">
                  <a:moveTo>
                    <a:pt x="511" y="1"/>
                  </a:moveTo>
                  <a:cubicBezTo>
                    <a:pt x="230" y="1"/>
                    <a:pt x="0" y="231"/>
                    <a:pt x="0" y="512"/>
                  </a:cubicBezTo>
                  <a:lnTo>
                    <a:pt x="0" y="7118"/>
                  </a:lnTo>
                  <a:cubicBezTo>
                    <a:pt x="0" y="7399"/>
                    <a:pt x="230" y="7626"/>
                    <a:pt x="511" y="7626"/>
                  </a:cubicBezTo>
                  <a:lnTo>
                    <a:pt x="1525" y="7626"/>
                  </a:lnTo>
                  <a:cubicBezTo>
                    <a:pt x="1244" y="7626"/>
                    <a:pt x="1018" y="7399"/>
                    <a:pt x="1018" y="7118"/>
                  </a:cubicBezTo>
                  <a:lnTo>
                    <a:pt x="1018" y="512"/>
                  </a:lnTo>
                  <a:cubicBezTo>
                    <a:pt x="1018" y="231"/>
                    <a:pt x="1244" y="1"/>
                    <a:pt x="152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82"/>
            <p:cNvSpPr/>
            <p:nvPr/>
          </p:nvSpPr>
          <p:spPr>
            <a:xfrm>
              <a:off x="6969378" y="2298048"/>
              <a:ext cx="267608" cy="335427"/>
            </a:xfrm>
            <a:custGeom>
              <a:avLst/>
              <a:gdLst/>
              <a:ahLst/>
              <a:cxnLst/>
              <a:rect l="l" t="t" r="r" b="b"/>
              <a:pathLst>
                <a:path w="10216" h="12805" extrusionOk="0">
                  <a:moveTo>
                    <a:pt x="3521" y="0"/>
                  </a:moveTo>
                  <a:cubicBezTo>
                    <a:pt x="3112" y="0"/>
                    <a:pt x="2797" y="95"/>
                    <a:pt x="2797" y="95"/>
                  </a:cubicBezTo>
                  <a:lnTo>
                    <a:pt x="2797" y="3402"/>
                  </a:lnTo>
                  <a:lnTo>
                    <a:pt x="1" y="6959"/>
                  </a:lnTo>
                  <a:lnTo>
                    <a:pt x="1" y="12041"/>
                  </a:lnTo>
                  <a:lnTo>
                    <a:pt x="1526" y="12805"/>
                  </a:lnTo>
                  <a:lnTo>
                    <a:pt x="8389" y="12805"/>
                  </a:lnTo>
                  <a:cubicBezTo>
                    <a:pt x="8907" y="12798"/>
                    <a:pt x="9342" y="12400"/>
                    <a:pt x="9390" y="11883"/>
                  </a:cubicBezTo>
                  <a:cubicBezTo>
                    <a:pt x="9438" y="11362"/>
                    <a:pt x="9089" y="10893"/>
                    <a:pt x="8578" y="10790"/>
                  </a:cubicBezTo>
                  <a:lnTo>
                    <a:pt x="8578" y="10769"/>
                  </a:lnTo>
                  <a:cubicBezTo>
                    <a:pt x="8599" y="10769"/>
                    <a:pt x="8619" y="10773"/>
                    <a:pt x="8640" y="10773"/>
                  </a:cubicBezTo>
                  <a:cubicBezTo>
                    <a:pt x="9178" y="10773"/>
                    <a:pt x="9623" y="10355"/>
                    <a:pt x="9657" y="9820"/>
                  </a:cubicBezTo>
                  <a:cubicBezTo>
                    <a:pt x="9688" y="9282"/>
                    <a:pt x="9301" y="8813"/>
                    <a:pt x="8766" y="8748"/>
                  </a:cubicBezTo>
                  <a:lnTo>
                    <a:pt x="8766" y="8730"/>
                  </a:lnTo>
                  <a:cubicBezTo>
                    <a:pt x="8811" y="8737"/>
                    <a:pt x="8852" y="8737"/>
                    <a:pt x="8897" y="8737"/>
                  </a:cubicBezTo>
                  <a:cubicBezTo>
                    <a:pt x="8899" y="8737"/>
                    <a:pt x="8901" y="8737"/>
                    <a:pt x="8903" y="8737"/>
                  </a:cubicBezTo>
                  <a:cubicBezTo>
                    <a:pt x="9452" y="8737"/>
                    <a:pt x="9901" y="8300"/>
                    <a:pt x="9918" y="7754"/>
                  </a:cubicBezTo>
                  <a:cubicBezTo>
                    <a:pt x="9935" y="7202"/>
                    <a:pt x="9510" y="6739"/>
                    <a:pt x="8962" y="6705"/>
                  </a:cubicBezTo>
                  <a:lnTo>
                    <a:pt x="8962" y="6685"/>
                  </a:lnTo>
                  <a:cubicBezTo>
                    <a:pt x="9026" y="6697"/>
                    <a:pt x="9090" y="6703"/>
                    <a:pt x="9153" y="6703"/>
                  </a:cubicBezTo>
                  <a:cubicBezTo>
                    <a:pt x="9664" y="6703"/>
                    <a:pt x="10112" y="6311"/>
                    <a:pt x="10161" y="5783"/>
                  </a:cubicBezTo>
                  <a:cubicBezTo>
                    <a:pt x="10216" y="5187"/>
                    <a:pt x="9750" y="4670"/>
                    <a:pt x="9150" y="4670"/>
                  </a:cubicBezTo>
                  <a:lnTo>
                    <a:pt x="5336" y="4670"/>
                  </a:lnTo>
                  <a:lnTo>
                    <a:pt x="5336" y="2130"/>
                  </a:lnTo>
                  <a:cubicBezTo>
                    <a:pt x="5336" y="319"/>
                    <a:pt x="4271" y="0"/>
                    <a:pt x="35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82"/>
            <p:cNvSpPr/>
            <p:nvPr/>
          </p:nvSpPr>
          <p:spPr>
            <a:xfrm>
              <a:off x="6969378" y="2593501"/>
              <a:ext cx="251472" cy="39974"/>
            </a:xfrm>
            <a:custGeom>
              <a:avLst/>
              <a:gdLst/>
              <a:ahLst/>
              <a:cxnLst/>
              <a:rect l="l" t="t" r="r" b="b"/>
              <a:pathLst>
                <a:path w="9600" h="1526" extrusionOk="0">
                  <a:moveTo>
                    <a:pt x="1" y="1"/>
                  </a:moveTo>
                  <a:lnTo>
                    <a:pt x="1" y="762"/>
                  </a:lnTo>
                  <a:lnTo>
                    <a:pt x="1526" y="1526"/>
                  </a:lnTo>
                  <a:lnTo>
                    <a:pt x="8389" y="1526"/>
                  </a:lnTo>
                  <a:cubicBezTo>
                    <a:pt x="9109" y="1526"/>
                    <a:pt x="9599" y="796"/>
                    <a:pt x="9332" y="128"/>
                  </a:cubicBezTo>
                  <a:lnTo>
                    <a:pt x="9332" y="128"/>
                  </a:lnTo>
                  <a:cubicBezTo>
                    <a:pt x="9174" y="512"/>
                    <a:pt x="8801" y="762"/>
                    <a:pt x="8389" y="762"/>
                  </a:cubicBezTo>
                  <a:lnTo>
                    <a:pt x="1526" y="762"/>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82"/>
            <p:cNvSpPr/>
            <p:nvPr/>
          </p:nvSpPr>
          <p:spPr>
            <a:xfrm>
              <a:off x="7155913" y="2546848"/>
              <a:ext cx="70045" cy="33320"/>
            </a:xfrm>
            <a:custGeom>
              <a:avLst/>
              <a:gdLst/>
              <a:ahLst/>
              <a:cxnLst/>
              <a:rect l="l" t="t" r="r" b="b"/>
              <a:pathLst>
                <a:path w="2674" h="1272" extrusionOk="0">
                  <a:moveTo>
                    <a:pt x="2509" y="0"/>
                  </a:moveTo>
                  <a:cubicBezTo>
                    <a:pt x="2392" y="452"/>
                    <a:pt x="1988" y="764"/>
                    <a:pt x="1526" y="764"/>
                  </a:cubicBezTo>
                  <a:lnTo>
                    <a:pt x="1" y="764"/>
                  </a:lnTo>
                  <a:lnTo>
                    <a:pt x="1" y="1271"/>
                  </a:lnTo>
                  <a:lnTo>
                    <a:pt x="1526" y="1271"/>
                  </a:lnTo>
                  <a:cubicBezTo>
                    <a:pt x="2187" y="1271"/>
                    <a:pt x="2673" y="644"/>
                    <a:pt x="250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82"/>
            <p:cNvSpPr/>
            <p:nvPr/>
          </p:nvSpPr>
          <p:spPr>
            <a:xfrm>
              <a:off x="7155834" y="2493593"/>
              <a:ext cx="76778" cy="33346"/>
            </a:xfrm>
            <a:custGeom>
              <a:avLst/>
              <a:gdLst/>
              <a:ahLst/>
              <a:cxnLst/>
              <a:rect l="l" t="t" r="r" b="b"/>
              <a:pathLst>
                <a:path w="2931" h="1273" extrusionOk="0">
                  <a:moveTo>
                    <a:pt x="2766" y="1"/>
                  </a:moveTo>
                  <a:cubicBezTo>
                    <a:pt x="2649" y="450"/>
                    <a:pt x="2245" y="765"/>
                    <a:pt x="1779" y="765"/>
                  </a:cubicBezTo>
                  <a:lnTo>
                    <a:pt x="0" y="765"/>
                  </a:lnTo>
                  <a:lnTo>
                    <a:pt x="0" y="1272"/>
                  </a:lnTo>
                  <a:lnTo>
                    <a:pt x="1779" y="1272"/>
                  </a:lnTo>
                  <a:cubicBezTo>
                    <a:pt x="2443" y="1272"/>
                    <a:pt x="2930" y="645"/>
                    <a:pt x="276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82"/>
            <p:cNvSpPr/>
            <p:nvPr/>
          </p:nvSpPr>
          <p:spPr>
            <a:xfrm>
              <a:off x="7155834" y="2440365"/>
              <a:ext cx="83405" cy="33346"/>
            </a:xfrm>
            <a:custGeom>
              <a:avLst/>
              <a:gdLst/>
              <a:ahLst/>
              <a:cxnLst/>
              <a:rect l="l" t="t" r="r" b="b"/>
              <a:pathLst>
                <a:path w="3184" h="1273" extrusionOk="0">
                  <a:moveTo>
                    <a:pt x="3019" y="1"/>
                  </a:moveTo>
                  <a:lnTo>
                    <a:pt x="3019" y="1"/>
                  </a:lnTo>
                  <a:cubicBezTo>
                    <a:pt x="2903" y="450"/>
                    <a:pt x="2498" y="762"/>
                    <a:pt x="2032" y="762"/>
                  </a:cubicBezTo>
                  <a:lnTo>
                    <a:pt x="0" y="762"/>
                  </a:lnTo>
                  <a:lnTo>
                    <a:pt x="0" y="1272"/>
                  </a:lnTo>
                  <a:lnTo>
                    <a:pt x="2032" y="1272"/>
                  </a:lnTo>
                  <a:cubicBezTo>
                    <a:pt x="2697" y="1272"/>
                    <a:pt x="3184" y="645"/>
                    <a:pt x="30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82"/>
            <p:cNvSpPr/>
            <p:nvPr/>
          </p:nvSpPr>
          <p:spPr>
            <a:xfrm>
              <a:off x="6916150" y="2600155"/>
              <a:ext cx="26693" cy="26588"/>
            </a:xfrm>
            <a:custGeom>
              <a:avLst/>
              <a:gdLst/>
              <a:ahLst/>
              <a:cxnLst/>
              <a:rect l="l" t="t" r="r" b="b"/>
              <a:pathLst>
                <a:path w="1019" h="1015" extrusionOk="0">
                  <a:moveTo>
                    <a:pt x="511" y="1"/>
                  </a:moveTo>
                  <a:cubicBezTo>
                    <a:pt x="230" y="1"/>
                    <a:pt x="1" y="227"/>
                    <a:pt x="1" y="508"/>
                  </a:cubicBezTo>
                  <a:cubicBezTo>
                    <a:pt x="1" y="789"/>
                    <a:pt x="230" y="1015"/>
                    <a:pt x="511" y="1015"/>
                  </a:cubicBezTo>
                  <a:cubicBezTo>
                    <a:pt x="789" y="1015"/>
                    <a:pt x="1018" y="789"/>
                    <a:pt x="1018" y="508"/>
                  </a:cubicBezTo>
                  <a:cubicBezTo>
                    <a:pt x="1018" y="227"/>
                    <a:pt x="789" y="1"/>
                    <a:pt x="5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82"/>
            <p:cNvSpPr/>
            <p:nvPr/>
          </p:nvSpPr>
          <p:spPr>
            <a:xfrm>
              <a:off x="6856635" y="2291787"/>
              <a:ext cx="388079" cy="367909"/>
            </a:xfrm>
            <a:custGeom>
              <a:avLst/>
              <a:gdLst/>
              <a:ahLst/>
              <a:cxnLst/>
              <a:rect l="l" t="t" r="r" b="b"/>
              <a:pathLst>
                <a:path w="14815" h="14045" extrusionOk="0">
                  <a:moveTo>
                    <a:pt x="7830" y="0"/>
                  </a:moveTo>
                  <a:cubicBezTo>
                    <a:pt x="7395" y="0"/>
                    <a:pt x="7060" y="99"/>
                    <a:pt x="7032" y="108"/>
                  </a:cubicBezTo>
                  <a:cubicBezTo>
                    <a:pt x="6933" y="135"/>
                    <a:pt x="6861" y="231"/>
                    <a:pt x="6861" y="334"/>
                  </a:cubicBezTo>
                  <a:lnTo>
                    <a:pt x="6861" y="3558"/>
                  </a:lnTo>
                  <a:lnTo>
                    <a:pt x="4527" y="6530"/>
                  </a:lnTo>
                  <a:cubicBezTo>
                    <a:pt x="4452" y="6187"/>
                    <a:pt x="4147" y="5944"/>
                    <a:pt x="3798" y="5944"/>
                  </a:cubicBezTo>
                  <a:lnTo>
                    <a:pt x="748" y="5944"/>
                  </a:lnTo>
                  <a:cubicBezTo>
                    <a:pt x="336" y="5944"/>
                    <a:pt x="1" y="6276"/>
                    <a:pt x="1" y="6691"/>
                  </a:cubicBezTo>
                  <a:lnTo>
                    <a:pt x="1" y="7451"/>
                  </a:lnTo>
                  <a:cubicBezTo>
                    <a:pt x="1" y="7585"/>
                    <a:pt x="107" y="7691"/>
                    <a:pt x="241" y="7691"/>
                  </a:cubicBezTo>
                  <a:cubicBezTo>
                    <a:pt x="371" y="7691"/>
                    <a:pt x="477" y="7585"/>
                    <a:pt x="477" y="7451"/>
                  </a:cubicBezTo>
                  <a:lnTo>
                    <a:pt x="477" y="6691"/>
                  </a:lnTo>
                  <a:cubicBezTo>
                    <a:pt x="477" y="6540"/>
                    <a:pt x="600" y="6420"/>
                    <a:pt x="748" y="6420"/>
                  </a:cubicBezTo>
                  <a:lnTo>
                    <a:pt x="3798" y="6420"/>
                  </a:lnTo>
                  <a:cubicBezTo>
                    <a:pt x="3945" y="6420"/>
                    <a:pt x="4068" y="6540"/>
                    <a:pt x="4068" y="6691"/>
                  </a:cubicBezTo>
                  <a:lnTo>
                    <a:pt x="4068" y="13297"/>
                  </a:lnTo>
                  <a:cubicBezTo>
                    <a:pt x="4068" y="13445"/>
                    <a:pt x="3945" y="13568"/>
                    <a:pt x="3798" y="13568"/>
                  </a:cubicBezTo>
                  <a:lnTo>
                    <a:pt x="748" y="13568"/>
                  </a:lnTo>
                  <a:cubicBezTo>
                    <a:pt x="600" y="13568"/>
                    <a:pt x="477" y="13445"/>
                    <a:pt x="477" y="13297"/>
                  </a:cubicBezTo>
                  <a:lnTo>
                    <a:pt x="477" y="8469"/>
                  </a:lnTo>
                  <a:cubicBezTo>
                    <a:pt x="477" y="8335"/>
                    <a:pt x="371" y="8229"/>
                    <a:pt x="241" y="8229"/>
                  </a:cubicBezTo>
                  <a:cubicBezTo>
                    <a:pt x="107" y="8229"/>
                    <a:pt x="1" y="8335"/>
                    <a:pt x="1" y="8469"/>
                  </a:cubicBezTo>
                  <a:lnTo>
                    <a:pt x="1" y="13297"/>
                  </a:lnTo>
                  <a:cubicBezTo>
                    <a:pt x="1" y="13709"/>
                    <a:pt x="336" y="14041"/>
                    <a:pt x="748" y="14044"/>
                  </a:cubicBezTo>
                  <a:lnTo>
                    <a:pt x="3798" y="14044"/>
                  </a:lnTo>
                  <a:cubicBezTo>
                    <a:pt x="4209" y="14041"/>
                    <a:pt x="4545" y="13709"/>
                    <a:pt x="4545" y="13297"/>
                  </a:cubicBezTo>
                  <a:lnTo>
                    <a:pt x="4545" y="12667"/>
                  </a:lnTo>
                  <a:lnTo>
                    <a:pt x="5723" y="13256"/>
                  </a:lnTo>
                  <a:cubicBezTo>
                    <a:pt x="5758" y="13273"/>
                    <a:pt x="5795" y="13280"/>
                    <a:pt x="5833" y="13280"/>
                  </a:cubicBezTo>
                  <a:lnTo>
                    <a:pt x="10408" y="13280"/>
                  </a:lnTo>
                  <a:cubicBezTo>
                    <a:pt x="10538" y="13280"/>
                    <a:pt x="10644" y="13174"/>
                    <a:pt x="10644" y="13044"/>
                  </a:cubicBezTo>
                  <a:cubicBezTo>
                    <a:pt x="10644" y="12910"/>
                    <a:pt x="10538" y="12804"/>
                    <a:pt x="10408" y="12804"/>
                  </a:cubicBezTo>
                  <a:lnTo>
                    <a:pt x="5888" y="12804"/>
                  </a:lnTo>
                  <a:lnTo>
                    <a:pt x="4545" y="12132"/>
                  </a:lnTo>
                  <a:lnTo>
                    <a:pt x="4545" y="7280"/>
                  </a:lnTo>
                  <a:lnTo>
                    <a:pt x="7289" y="3788"/>
                  </a:lnTo>
                  <a:cubicBezTo>
                    <a:pt x="7324" y="3744"/>
                    <a:pt x="7341" y="3692"/>
                    <a:pt x="7341" y="3641"/>
                  </a:cubicBezTo>
                  <a:lnTo>
                    <a:pt x="7341" y="526"/>
                  </a:lnTo>
                  <a:cubicBezTo>
                    <a:pt x="7462" y="503"/>
                    <a:pt x="7638" y="478"/>
                    <a:pt x="7837" y="478"/>
                  </a:cubicBezTo>
                  <a:cubicBezTo>
                    <a:pt x="8145" y="478"/>
                    <a:pt x="8507" y="538"/>
                    <a:pt x="8801" y="759"/>
                  </a:cubicBezTo>
                  <a:cubicBezTo>
                    <a:pt x="9202" y="1057"/>
                    <a:pt x="9404" y="1598"/>
                    <a:pt x="9404" y="2369"/>
                  </a:cubicBezTo>
                  <a:lnTo>
                    <a:pt x="9404" y="4912"/>
                  </a:lnTo>
                  <a:cubicBezTo>
                    <a:pt x="9404" y="5042"/>
                    <a:pt x="9510" y="5149"/>
                    <a:pt x="9644" y="5149"/>
                  </a:cubicBezTo>
                  <a:lnTo>
                    <a:pt x="13454" y="5149"/>
                  </a:lnTo>
                  <a:cubicBezTo>
                    <a:pt x="13886" y="5149"/>
                    <a:pt x="14232" y="5498"/>
                    <a:pt x="14232" y="5926"/>
                  </a:cubicBezTo>
                  <a:cubicBezTo>
                    <a:pt x="14232" y="6358"/>
                    <a:pt x="13886" y="6704"/>
                    <a:pt x="13454" y="6704"/>
                  </a:cubicBezTo>
                  <a:lnTo>
                    <a:pt x="11422" y="6704"/>
                  </a:lnTo>
                  <a:cubicBezTo>
                    <a:pt x="11292" y="6704"/>
                    <a:pt x="11182" y="6811"/>
                    <a:pt x="11182" y="6944"/>
                  </a:cubicBezTo>
                  <a:cubicBezTo>
                    <a:pt x="11182" y="7074"/>
                    <a:pt x="11292" y="7181"/>
                    <a:pt x="11422" y="7181"/>
                  </a:cubicBezTo>
                  <a:lnTo>
                    <a:pt x="13249" y="7181"/>
                  </a:lnTo>
                  <a:cubicBezTo>
                    <a:pt x="13667" y="7208"/>
                    <a:pt x="13989" y="7564"/>
                    <a:pt x="13975" y="7982"/>
                  </a:cubicBezTo>
                  <a:cubicBezTo>
                    <a:pt x="13965" y="8401"/>
                    <a:pt x="13619" y="8736"/>
                    <a:pt x="13201" y="8736"/>
                  </a:cubicBezTo>
                  <a:lnTo>
                    <a:pt x="11422" y="8736"/>
                  </a:lnTo>
                  <a:cubicBezTo>
                    <a:pt x="11292" y="8736"/>
                    <a:pt x="11182" y="8843"/>
                    <a:pt x="11182" y="8976"/>
                  </a:cubicBezTo>
                  <a:cubicBezTo>
                    <a:pt x="11182" y="9106"/>
                    <a:pt x="11292" y="9213"/>
                    <a:pt x="11422" y="9213"/>
                  </a:cubicBezTo>
                  <a:lnTo>
                    <a:pt x="13012" y="9213"/>
                  </a:lnTo>
                  <a:cubicBezTo>
                    <a:pt x="13022" y="9216"/>
                    <a:pt x="13033" y="9220"/>
                    <a:pt x="13043" y="9220"/>
                  </a:cubicBezTo>
                  <a:cubicBezTo>
                    <a:pt x="13451" y="9271"/>
                    <a:pt x="13746" y="9631"/>
                    <a:pt x="13722" y="10042"/>
                  </a:cubicBezTo>
                  <a:cubicBezTo>
                    <a:pt x="13694" y="10450"/>
                    <a:pt x="13358" y="10768"/>
                    <a:pt x="12947" y="10768"/>
                  </a:cubicBezTo>
                  <a:lnTo>
                    <a:pt x="11422" y="10768"/>
                  </a:lnTo>
                  <a:cubicBezTo>
                    <a:pt x="11292" y="10768"/>
                    <a:pt x="11182" y="10878"/>
                    <a:pt x="11182" y="11008"/>
                  </a:cubicBezTo>
                  <a:cubicBezTo>
                    <a:pt x="11182" y="11139"/>
                    <a:pt x="11292" y="11248"/>
                    <a:pt x="11422" y="11248"/>
                  </a:cubicBezTo>
                  <a:lnTo>
                    <a:pt x="12793" y="11248"/>
                  </a:lnTo>
                  <a:cubicBezTo>
                    <a:pt x="12807" y="11252"/>
                    <a:pt x="12824" y="11258"/>
                    <a:pt x="12837" y="11262"/>
                  </a:cubicBezTo>
                  <a:cubicBezTo>
                    <a:pt x="13231" y="11337"/>
                    <a:pt x="13502" y="11701"/>
                    <a:pt x="13465" y="12098"/>
                  </a:cubicBezTo>
                  <a:cubicBezTo>
                    <a:pt x="13427" y="12496"/>
                    <a:pt x="13094" y="12801"/>
                    <a:pt x="12693" y="12804"/>
                  </a:cubicBezTo>
                  <a:lnTo>
                    <a:pt x="11422" y="12804"/>
                  </a:lnTo>
                  <a:cubicBezTo>
                    <a:pt x="11292" y="12804"/>
                    <a:pt x="11186" y="12910"/>
                    <a:pt x="11186" y="13040"/>
                  </a:cubicBezTo>
                  <a:cubicBezTo>
                    <a:pt x="11186" y="13174"/>
                    <a:pt x="11292" y="13280"/>
                    <a:pt x="11422" y="13280"/>
                  </a:cubicBezTo>
                  <a:lnTo>
                    <a:pt x="12693" y="13280"/>
                  </a:lnTo>
                  <a:cubicBezTo>
                    <a:pt x="13211" y="13280"/>
                    <a:pt x="13674" y="12962"/>
                    <a:pt x="13862" y="12478"/>
                  </a:cubicBezTo>
                  <a:cubicBezTo>
                    <a:pt x="14047" y="11995"/>
                    <a:pt x="13920" y="11447"/>
                    <a:pt x="13536" y="11097"/>
                  </a:cubicBezTo>
                  <a:cubicBezTo>
                    <a:pt x="14301" y="10690"/>
                    <a:pt x="14431" y="9648"/>
                    <a:pt x="13790" y="9065"/>
                  </a:cubicBezTo>
                  <a:cubicBezTo>
                    <a:pt x="14201" y="8846"/>
                    <a:pt x="14455" y="8421"/>
                    <a:pt x="14458" y="7958"/>
                  </a:cubicBezTo>
                  <a:cubicBezTo>
                    <a:pt x="14455" y="7606"/>
                    <a:pt x="14308" y="7270"/>
                    <a:pt x="14047" y="7033"/>
                  </a:cubicBezTo>
                  <a:cubicBezTo>
                    <a:pt x="14554" y="6763"/>
                    <a:pt x="14815" y="6180"/>
                    <a:pt x="14674" y="5621"/>
                  </a:cubicBezTo>
                  <a:cubicBezTo>
                    <a:pt x="14534" y="5063"/>
                    <a:pt x="14033" y="4672"/>
                    <a:pt x="13454" y="4672"/>
                  </a:cubicBezTo>
                  <a:lnTo>
                    <a:pt x="9884" y="4672"/>
                  </a:lnTo>
                  <a:lnTo>
                    <a:pt x="9884" y="2369"/>
                  </a:lnTo>
                  <a:cubicBezTo>
                    <a:pt x="9884" y="1441"/>
                    <a:pt x="9616" y="769"/>
                    <a:pt x="9085" y="375"/>
                  </a:cubicBezTo>
                  <a:cubicBezTo>
                    <a:pt x="8689" y="80"/>
                    <a:pt x="8220" y="0"/>
                    <a:pt x="78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82"/>
            <p:cNvSpPr/>
            <p:nvPr/>
          </p:nvSpPr>
          <p:spPr>
            <a:xfrm>
              <a:off x="6903314" y="2593868"/>
              <a:ext cx="45710" cy="39162"/>
            </a:xfrm>
            <a:custGeom>
              <a:avLst/>
              <a:gdLst/>
              <a:ahLst/>
              <a:cxnLst/>
              <a:rect l="l" t="t" r="r" b="b"/>
              <a:pathLst>
                <a:path w="1745" h="1495" extrusionOk="0">
                  <a:moveTo>
                    <a:pt x="1003" y="478"/>
                  </a:moveTo>
                  <a:cubicBezTo>
                    <a:pt x="1069" y="478"/>
                    <a:pt x="1136" y="502"/>
                    <a:pt x="1190" y="556"/>
                  </a:cubicBezTo>
                  <a:cubicBezTo>
                    <a:pt x="1361" y="727"/>
                    <a:pt x="1241" y="1018"/>
                    <a:pt x="1001" y="1018"/>
                  </a:cubicBezTo>
                  <a:cubicBezTo>
                    <a:pt x="850" y="1018"/>
                    <a:pt x="730" y="898"/>
                    <a:pt x="730" y="748"/>
                  </a:cubicBezTo>
                  <a:cubicBezTo>
                    <a:pt x="730" y="585"/>
                    <a:pt x="864" y="478"/>
                    <a:pt x="1003" y="478"/>
                  </a:cubicBezTo>
                  <a:close/>
                  <a:moveTo>
                    <a:pt x="994" y="0"/>
                  </a:moveTo>
                  <a:cubicBezTo>
                    <a:pt x="810" y="0"/>
                    <a:pt x="623" y="68"/>
                    <a:pt x="470" y="220"/>
                  </a:cubicBezTo>
                  <a:cubicBezTo>
                    <a:pt x="1" y="689"/>
                    <a:pt x="333" y="1495"/>
                    <a:pt x="1001" y="1495"/>
                  </a:cubicBezTo>
                  <a:cubicBezTo>
                    <a:pt x="1412" y="1495"/>
                    <a:pt x="1745" y="1159"/>
                    <a:pt x="1745" y="748"/>
                  </a:cubicBezTo>
                  <a:cubicBezTo>
                    <a:pt x="1745" y="298"/>
                    <a:pt x="1378" y="0"/>
                    <a:pt x="99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0" name="Google Shape;2450;p82"/>
          <p:cNvGrpSpPr/>
          <p:nvPr/>
        </p:nvGrpSpPr>
        <p:grpSpPr>
          <a:xfrm>
            <a:off x="7550511" y="3621809"/>
            <a:ext cx="388079" cy="367909"/>
            <a:chOff x="6856635" y="2291787"/>
            <a:chExt cx="388079" cy="367909"/>
          </a:xfrm>
        </p:grpSpPr>
        <p:sp>
          <p:nvSpPr>
            <p:cNvPr id="2451" name="Google Shape;2451;p82"/>
            <p:cNvSpPr/>
            <p:nvPr/>
          </p:nvSpPr>
          <p:spPr>
            <a:xfrm>
              <a:off x="6862921" y="2453646"/>
              <a:ext cx="106587" cy="199763"/>
            </a:xfrm>
            <a:custGeom>
              <a:avLst/>
              <a:gdLst/>
              <a:ahLst/>
              <a:cxnLst/>
              <a:rect l="l" t="t" r="r" b="b"/>
              <a:pathLst>
                <a:path w="4069" h="7626" extrusionOk="0">
                  <a:moveTo>
                    <a:pt x="508" y="1"/>
                  </a:moveTo>
                  <a:cubicBezTo>
                    <a:pt x="227" y="1"/>
                    <a:pt x="1" y="231"/>
                    <a:pt x="1" y="512"/>
                  </a:cubicBezTo>
                  <a:lnTo>
                    <a:pt x="1" y="7118"/>
                  </a:lnTo>
                  <a:cubicBezTo>
                    <a:pt x="1" y="7399"/>
                    <a:pt x="227" y="7626"/>
                    <a:pt x="508" y="7626"/>
                  </a:cubicBezTo>
                  <a:lnTo>
                    <a:pt x="3558" y="7626"/>
                  </a:lnTo>
                  <a:cubicBezTo>
                    <a:pt x="3839" y="7626"/>
                    <a:pt x="4065" y="7399"/>
                    <a:pt x="4068" y="7118"/>
                  </a:cubicBezTo>
                  <a:lnTo>
                    <a:pt x="4068" y="512"/>
                  </a:lnTo>
                  <a:cubicBezTo>
                    <a:pt x="4068" y="231"/>
                    <a:pt x="3839" y="1"/>
                    <a:pt x="35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82"/>
            <p:cNvSpPr/>
            <p:nvPr/>
          </p:nvSpPr>
          <p:spPr>
            <a:xfrm>
              <a:off x="6862843" y="2453646"/>
              <a:ext cx="39974" cy="199763"/>
            </a:xfrm>
            <a:custGeom>
              <a:avLst/>
              <a:gdLst/>
              <a:ahLst/>
              <a:cxnLst/>
              <a:rect l="l" t="t" r="r" b="b"/>
              <a:pathLst>
                <a:path w="1526" h="7626" extrusionOk="0">
                  <a:moveTo>
                    <a:pt x="511" y="1"/>
                  </a:moveTo>
                  <a:cubicBezTo>
                    <a:pt x="230" y="1"/>
                    <a:pt x="0" y="231"/>
                    <a:pt x="0" y="512"/>
                  </a:cubicBezTo>
                  <a:lnTo>
                    <a:pt x="0" y="7118"/>
                  </a:lnTo>
                  <a:cubicBezTo>
                    <a:pt x="0" y="7399"/>
                    <a:pt x="230" y="7626"/>
                    <a:pt x="511" y="7626"/>
                  </a:cubicBezTo>
                  <a:lnTo>
                    <a:pt x="1525" y="7626"/>
                  </a:lnTo>
                  <a:cubicBezTo>
                    <a:pt x="1244" y="7626"/>
                    <a:pt x="1018" y="7399"/>
                    <a:pt x="1018" y="7118"/>
                  </a:cubicBezTo>
                  <a:lnTo>
                    <a:pt x="1018" y="512"/>
                  </a:lnTo>
                  <a:cubicBezTo>
                    <a:pt x="1018" y="231"/>
                    <a:pt x="1244" y="1"/>
                    <a:pt x="152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82"/>
            <p:cNvSpPr/>
            <p:nvPr/>
          </p:nvSpPr>
          <p:spPr>
            <a:xfrm>
              <a:off x="6969378" y="2298048"/>
              <a:ext cx="267608" cy="335427"/>
            </a:xfrm>
            <a:custGeom>
              <a:avLst/>
              <a:gdLst/>
              <a:ahLst/>
              <a:cxnLst/>
              <a:rect l="l" t="t" r="r" b="b"/>
              <a:pathLst>
                <a:path w="10216" h="12805" extrusionOk="0">
                  <a:moveTo>
                    <a:pt x="3521" y="0"/>
                  </a:moveTo>
                  <a:cubicBezTo>
                    <a:pt x="3112" y="0"/>
                    <a:pt x="2797" y="95"/>
                    <a:pt x="2797" y="95"/>
                  </a:cubicBezTo>
                  <a:lnTo>
                    <a:pt x="2797" y="3402"/>
                  </a:lnTo>
                  <a:lnTo>
                    <a:pt x="1" y="6959"/>
                  </a:lnTo>
                  <a:lnTo>
                    <a:pt x="1" y="12041"/>
                  </a:lnTo>
                  <a:lnTo>
                    <a:pt x="1526" y="12805"/>
                  </a:lnTo>
                  <a:lnTo>
                    <a:pt x="8389" y="12805"/>
                  </a:lnTo>
                  <a:cubicBezTo>
                    <a:pt x="8907" y="12798"/>
                    <a:pt x="9342" y="12400"/>
                    <a:pt x="9390" y="11883"/>
                  </a:cubicBezTo>
                  <a:cubicBezTo>
                    <a:pt x="9438" y="11362"/>
                    <a:pt x="9089" y="10893"/>
                    <a:pt x="8578" y="10790"/>
                  </a:cubicBezTo>
                  <a:lnTo>
                    <a:pt x="8578" y="10769"/>
                  </a:lnTo>
                  <a:cubicBezTo>
                    <a:pt x="8599" y="10769"/>
                    <a:pt x="8619" y="10773"/>
                    <a:pt x="8640" y="10773"/>
                  </a:cubicBezTo>
                  <a:cubicBezTo>
                    <a:pt x="9178" y="10773"/>
                    <a:pt x="9623" y="10355"/>
                    <a:pt x="9657" y="9820"/>
                  </a:cubicBezTo>
                  <a:cubicBezTo>
                    <a:pt x="9688" y="9282"/>
                    <a:pt x="9301" y="8813"/>
                    <a:pt x="8766" y="8748"/>
                  </a:cubicBezTo>
                  <a:lnTo>
                    <a:pt x="8766" y="8730"/>
                  </a:lnTo>
                  <a:cubicBezTo>
                    <a:pt x="8811" y="8737"/>
                    <a:pt x="8852" y="8737"/>
                    <a:pt x="8897" y="8737"/>
                  </a:cubicBezTo>
                  <a:cubicBezTo>
                    <a:pt x="8899" y="8737"/>
                    <a:pt x="8901" y="8737"/>
                    <a:pt x="8903" y="8737"/>
                  </a:cubicBezTo>
                  <a:cubicBezTo>
                    <a:pt x="9452" y="8737"/>
                    <a:pt x="9901" y="8300"/>
                    <a:pt x="9918" y="7754"/>
                  </a:cubicBezTo>
                  <a:cubicBezTo>
                    <a:pt x="9935" y="7202"/>
                    <a:pt x="9510" y="6739"/>
                    <a:pt x="8962" y="6705"/>
                  </a:cubicBezTo>
                  <a:lnTo>
                    <a:pt x="8962" y="6685"/>
                  </a:lnTo>
                  <a:cubicBezTo>
                    <a:pt x="9026" y="6697"/>
                    <a:pt x="9090" y="6703"/>
                    <a:pt x="9153" y="6703"/>
                  </a:cubicBezTo>
                  <a:cubicBezTo>
                    <a:pt x="9664" y="6703"/>
                    <a:pt x="10112" y="6311"/>
                    <a:pt x="10161" y="5783"/>
                  </a:cubicBezTo>
                  <a:cubicBezTo>
                    <a:pt x="10216" y="5187"/>
                    <a:pt x="9750" y="4670"/>
                    <a:pt x="9150" y="4670"/>
                  </a:cubicBezTo>
                  <a:lnTo>
                    <a:pt x="5336" y="4670"/>
                  </a:lnTo>
                  <a:lnTo>
                    <a:pt x="5336" y="2130"/>
                  </a:lnTo>
                  <a:cubicBezTo>
                    <a:pt x="5336" y="319"/>
                    <a:pt x="4271" y="0"/>
                    <a:pt x="35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82"/>
            <p:cNvSpPr/>
            <p:nvPr/>
          </p:nvSpPr>
          <p:spPr>
            <a:xfrm>
              <a:off x="6969378" y="2593501"/>
              <a:ext cx="251472" cy="39974"/>
            </a:xfrm>
            <a:custGeom>
              <a:avLst/>
              <a:gdLst/>
              <a:ahLst/>
              <a:cxnLst/>
              <a:rect l="l" t="t" r="r" b="b"/>
              <a:pathLst>
                <a:path w="9600" h="1526" extrusionOk="0">
                  <a:moveTo>
                    <a:pt x="1" y="1"/>
                  </a:moveTo>
                  <a:lnTo>
                    <a:pt x="1" y="762"/>
                  </a:lnTo>
                  <a:lnTo>
                    <a:pt x="1526" y="1526"/>
                  </a:lnTo>
                  <a:lnTo>
                    <a:pt x="8389" y="1526"/>
                  </a:lnTo>
                  <a:cubicBezTo>
                    <a:pt x="9109" y="1526"/>
                    <a:pt x="9599" y="796"/>
                    <a:pt x="9332" y="128"/>
                  </a:cubicBezTo>
                  <a:lnTo>
                    <a:pt x="9332" y="128"/>
                  </a:lnTo>
                  <a:cubicBezTo>
                    <a:pt x="9174" y="512"/>
                    <a:pt x="8801" y="762"/>
                    <a:pt x="8389" y="762"/>
                  </a:cubicBezTo>
                  <a:lnTo>
                    <a:pt x="1526" y="762"/>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82"/>
            <p:cNvSpPr/>
            <p:nvPr/>
          </p:nvSpPr>
          <p:spPr>
            <a:xfrm>
              <a:off x="7155913" y="2546848"/>
              <a:ext cx="70045" cy="33320"/>
            </a:xfrm>
            <a:custGeom>
              <a:avLst/>
              <a:gdLst/>
              <a:ahLst/>
              <a:cxnLst/>
              <a:rect l="l" t="t" r="r" b="b"/>
              <a:pathLst>
                <a:path w="2674" h="1272" extrusionOk="0">
                  <a:moveTo>
                    <a:pt x="2509" y="0"/>
                  </a:moveTo>
                  <a:cubicBezTo>
                    <a:pt x="2392" y="452"/>
                    <a:pt x="1988" y="764"/>
                    <a:pt x="1526" y="764"/>
                  </a:cubicBezTo>
                  <a:lnTo>
                    <a:pt x="1" y="764"/>
                  </a:lnTo>
                  <a:lnTo>
                    <a:pt x="1" y="1271"/>
                  </a:lnTo>
                  <a:lnTo>
                    <a:pt x="1526" y="1271"/>
                  </a:lnTo>
                  <a:cubicBezTo>
                    <a:pt x="2187" y="1271"/>
                    <a:pt x="2673" y="644"/>
                    <a:pt x="250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82"/>
            <p:cNvSpPr/>
            <p:nvPr/>
          </p:nvSpPr>
          <p:spPr>
            <a:xfrm>
              <a:off x="7155834" y="2493593"/>
              <a:ext cx="76778" cy="33346"/>
            </a:xfrm>
            <a:custGeom>
              <a:avLst/>
              <a:gdLst/>
              <a:ahLst/>
              <a:cxnLst/>
              <a:rect l="l" t="t" r="r" b="b"/>
              <a:pathLst>
                <a:path w="2931" h="1273" extrusionOk="0">
                  <a:moveTo>
                    <a:pt x="2766" y="1"/>
                  </a:moveTo>
                  <a:cubicBezTo>
                    <a:pt x="2649" y="450"/>
                    <a:pt x="2245" y="765"/>
                    <a:pt x="1779" y="765"/>
                  </a:cubicBezTo>
                  <a:lnTo>
                    <a:pt x="0" y="765"/>
                  </a:lnTo>
                  <a:lnTo>
                    <a:pt x="0" y="1272"/>
                  </a:lnTo>
                  <a:lnTo>
                    <a:pt x="1779" y="1272"/>
                  </a:lnTo>
                  <a:cubicBezTo>
                    <a:pt x="2443" y="1272"/>
                    <a:pt x="2930" y="645"/>
                    <a:pt x="276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82"/>
            <p:cNvSpPr/>
            <p:nvPr/>
          </p:nvSpPr>
          <p:spPr>
            <a:xfrm>
              <a:off x="7155834" y="2440365"/>
              <a:ext cx="83405" cy="33346"/>
            </a:xfrm>
            <a:custGeom>
              <a:avLst/>
              <a:gdLst/>
              <a:ahLst/>
              <a:cxnLst/>
              <a:rect l="l" t="t" r="r" b="b"/>
              <a:pathLst>
                <a:path w="3184" h="1273" extrusionOk="0">
                  <a:moveTo>
                    <a:pt x="3019" y="1"/>
                  </a:moveTo>
                  <a:lnTo>
                    <a:pt x="3019" y="1"/>
                  </a:lnTo>
                  <a:cubicBezTo>
                    <a:pt x="2903" y="450"/>
                    <a:pt x="2498" y="762"/>
                    <a:pt x="2032" y="762"/>
                  </a:cubicBezTo>
                  <a:lnTo>
                    <a:pt x="0" y="762"/>
                  </a:lnTo>
                  <a:lnTo>
                    <a:pt x="0" y="1272"/>
                  </a:lnTo>
                  <a:lnTo>
                    <a:pt x="2032" y="1272"/>
                  </a:lnTo>
                  <a:cubicBezTo>
                    <a:pt x="2697" y="1272"/>
                    <a:pt x="3184" y="645"/>
                    <a:pt x="30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82"/>
            <p:cNvSpPr/>
            <p:nvPr/>
          </p:nvSpPr>
          <p:spPr>
            <a:xfrm>
              <a:off x="6916150" y="2600155"/>
              <a:ext cx="26693" cy="26588"/>
            </a:xfrm>
            <a:custGeom>
              <a:avLst/>
              <a:gdLst/>
              <a:ahLst/>
              <a:cxnLst/>
              <a:rect l="l" t="t" r="r" b="b"/>
              <a:pathLst>
                <a:path w="1019" h="1015" extrusionOk="0">
                  <a:moveTo>
                    <a:pt x="511" y="1"/>
                  </a:moveTo>
                  <a:cubicBezTo>
                    <a:pt x="230" y="1"/>
                    <a:pt x="1" y="227"/>
                    <a:pt x="1" y="508"/>
                  </a:cubicBezTo>
                  <a:cubicBezTo>
                    <a:pt x="1" y="789"/>
                    <a:pt x="230" y="1015"/>
                    <a:pt x="511" y="1015"/>
                  </a:cubicBezTo>
                  <a:cubicBezTo>
                    <a:pt x="789" y="1015"/>
                    <a:pt x="1018" y="789"/>
                    <a:pt x="1018" y="508"/>
                  </a:cubicBezTo>
                  <a:cubicBezTo>
                    <a:pt x="1018" y="227"/>
                    <a:pt x="789" y="1"/>
                    <a:pt x="5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82"/>
            <p:cNvSpPr/>
            <p:nvPr/>
          </p:nvSpPr>
          <p:spPr>
            <a:xfrm>
              <a:off x="6856635" y="2291787"/>
              <a:ext cx="388079" cy="367909"/>
            </a:xfrm>
            <a:custGeom>
              <a:avLst/>
              <a:gdLst/>
              <a:ahLst/>
              <a:cxnLst/>
              <a:rect l="l" t="t" r="r" b="b"/>
              <a:pathLst>
                <a:path w="14815" h="14045" extrusionOk="0">
                  <a:moveTo>
                    <a:pt x="7830" y="0"/>
                  </a:moveTo>
                  <a:cubicBezTo>
                    <a:pt x="7395" y="0"/>
                    <a:pt x="7060" y="99"/>
                    <a:pt x="7032" y="108"/>
                  </a:cubicBezTo>
                  <a:cubicBezTo>
                    <a:pt x="6933" y="135"/>
                    <a:pt x="6861" y="231"/>
                    <a:pt x="6861" y="334"/>
                  </a:cubicBezTo>
                  <a:lnTo>
                    <a:pt x="6861" y="3558"/>
                  </a:lnTo>
                  <a:lnTo>
                    <a:pt x="4527" y="6530"/>
                  </a:lnTo>
                  <a:cubicBezTo>
                    <a:pt x="4452" y="6187"/>
                    <a:pt x="4147" y="5944"/>
                    <a:pt x="3798" y="5944"/>
                  </a:cubicBezTo>
                  <a:lnTo>
                    <a:pt x="748" y="5944"/>
                  </a:lnTo>
                  <a:cubicBezTo>
                    <a:pt x="336" y="5944"/>
                    <a:pt x="1" y="6276"/>
                    <a:pt x="1" y="6691"/>
                  </a:cubicBezTo>
                  <a:lnTo>
                    <a:pt x="1" y="7451"/>
                  </a:lnTo>
                  <a:cubicBezTo>
                    <a:pt x="1" y="7585"/>
                    <a:pt x="107" y="7691"/>
                    <a:pt x="241" y="7691"/>
                  </a:cubicBezTo>
                  <a:cubicBezTo>
                    <a:pt x="371" y="7691"/>
                    <a:pt x="477" y="7585"/>
                    <a:pt x="477" y="7451"/>
                  </a:cubicBezTo>
                  <a:lnTo>
                    <a:pt x="477" y="6691"/>
                  </a:lnTo>
                  <a:cubicBezTo>
                    <a:pt x="477" y="6540"/>
                    <a:pt x="600" y="6420"/>
                    <a:pt x="748" y="6420"/>
                  </a:cubicBezTo>
                  <a:lnTo>
                    <a:pt x="3798" y="6420"/>
                  </a:lnTo>
                  <a:cubicBezTo>
                    <a:pt x="3945" y="6420"/>
                    <a:pt x="4068" y="6540"/>
                    <a:pt x="4068" y="6691"/>
                  </a:cubicBezTo>
                  <a:lnTo>
                    <a:pt x="4068" y="13297"/>
                  </a:lnTo>
                  <a:cubicBezTo>
                    <a:pt x="4068" y="13445"/>
                    <a:pt x="3945" y="13568"/>
                    <a:pt x="3798" y="13568"/>
                  </a:cubicBezTo>
                  <a:lnTo>
                    <a:pt x="748" y="13568"/>
                  </a:lnTo>
                  <a:cubicBezTo>
                    <a:pt x="600" y="13568"/>
                    <a:pt x="477" y="13445"/>
                    <a:pt x="477" y="13297"/>
                  </a:cubicBezTo>
                  <a:lnTo>
                    <a:pt x="477" y="8469"/>
                  </a:lnTo>
                  <a:cubicBezTo>
                    <a:pt x="477" y="8335"/>
                    <a:pt x="371" y="8229"/>
                    <a:pt x="241" y="8229"/>
                  </a:cubicBezTo>
                  <a:cubicBezTo>
                    <a:pt x="107" y="8229"/>
                    <a:pt x="1" y="8335"/>
                    <a:pt x="1" y="8469"/>
                  </a:cubicBezTo>
                  <a:lnTo>
                    <a:pt x="1" y="13297"/>
                  </a:lnTo>
                  <a:cubicBezTo>
                    <a:pt x="1" y="13709"/>
                    <a:pt x="336" y="14041"/>
                    <a:pt x="748" y="14044"/>
                  </a:cubicBezTo>
                  <a:lnTo>
                    <a:pt x="3798" y="14044"/>
                  </a:lnTo>
                  <a:cubicBezTo>
                    <a:pt x="4209" y="14041"/>
                    <a:pt x="4545" y="13709"/>
                    <a:pt x="4545" y="13297"/>
                  </a:cubicBezTo>
                  <a:lnTo>
                    <a:pt x="4545" y="12667"/>
                  </a:lnTo>
                  <a:lnTo>
                    <a:pt x="5723" y="13256"/>
                  </a:lnTo>
                  <a:cubicBezTo>
                    <a:pt x="5758" y="13273"/>
                    <a:pt x="5795" y="13280"/>
                    <a:pt x="5833" y="13280"/>
                  </a:cubicBezTo>
                  <a:lnTo>
                    <a:pt x="10408" y="13280"/>
                  </a:lnTo>
                  <a:cubicBezTo>
                    <a:pt x="10538" y="13280"/>
                    <a:pt x="10644" y="13174"/>
                    <a:pt x="10644" y="13044"/>
                  </a:cubicBezTo>
                  <a:cubicBezTo>
                    <a:pt x="10644" y="12910"/>
                    <a:pt x="10538" y="12804"/>
                    <a:pt x="10408" y="12804"/>
                  </a:cubicBezTo>
                  <a:lnTo>
                    <a:pt x="5888" y="12804"/>
                  </a:lnTo>
                  <a:lnTo>
                    <a:pt x="4545" y="12132"/>
                  </a:lnTo>
                  <a:lnTo>
                    <a:pt x="4545" y="7280"/>
                  </a:lnTo>
                  <a:lnTo>
                    <a:pt x="7289" y="3788"/>
                  </a:lnTo>
                  <a:cubicBezTo>
                    <a:pt x="7324" y="3744"/>
                    <a:pt x="7341" y="3692"/>
                    <a:pt x="7341" y="3641"/>
                  </a:cubicBezTo>
                  <a:lnTo>
                    <a:pt x="7341" y="526"/>
                  </a:lnTo>
                  <a:cubicBezTo>
                    <a:pt x="7462" y="503"/>
                    <a:pt x="7638" y="478"/>
                    <a:pt x="7837" y="478"/>
                  </a:cubicBezTo>
                  <a:cubicBezTo>
                    <a:pt x="8145" y="478"/>
                    <a:pt x="8507" y="538"/>
                    <a:pt x="8801" y="759"/>
                  </a:cubicBezTo>
                  <a:cubicBezTo>
                    <a:pt x="9202" y="1057"/>
                    <a:pt x="9404" y="1598"/>
                    <a:pt x="9404" y="2369"/>
                  </a:cubicBezTo>
                  <a:lnTo>
                    <a:pt x="9404" y="4912"/>
                  </a:lnTo>
                  <a:cubicBezTo>
                    <a:pt x="9404" y="5042"/>
                    <a:pt x="9510" y="5149"/>
                    <a:pt x="9644" y="5149"/>
                  </a:cubicBezTo>
                  <a:lnTo>
                    <a:pt x="13454" y="5149"/>
                  </a:lnTo>
                  <a:cubicBezTo>
                    <a:pt x="13886" y="5149"/>
                    <a:pt x="14232" y="5498"/>
                    <a:pt x="14232" y="5926"/>
                  </a:cubicBezTo>
                  <a:cubicBezTo>
                    <a:pt x="14232" y="6358"/>
                    <a:pt x="13886" y="6704"/>
                    <a:pt x="13454" y="6704"/>
                  </a:cubicBezTo>
                  <a:lnTo>
                    <a:pt x="11422" y="6704"/>
                  </a:lnTo>
                  <a:cubicBezTo>
                    <a:pt x="11292" y="6704"/>
                    <a:pt x="11182" y="6811"/>
                    <a:pt x="11182" y="6944"/>
                  </a:cubicBezTo>
                  <a:cubicBezTo>
                    <a:pt x="11182" y="7074"/>
                    <a:pt x="11292" y="7181"/>
                    <a:pt x="11422" y="7181"/>
                  </a:cubicBezTo>
                  <a:lnTo>
                    <a:pt x="13249" y="7181"/>
                  </a:lnTo>
                  <a:cubicBezTo>
                    <a:pt x="13667" y="7208"/>
                    <a:pt x="13989" y="7564"/>
                    <a:pt x="13975" y="7982"/>
                  </a:cubicBezTo>
                  <a:cubicBezTo>
                    <a:pt x="13965" y="8401"/>
                    <a:pt x="13619" y="8736"/>
                    <a:pt x="13201" y="8736"/>
                  </a:cubicBezTo>
                  <a:lnTo>
                    <a:pt x="11422" y="8736"/>
                  </a:lnTo>
                  <a:cubicBezTo>
                    <a:pt x="11292" y="8736"/>
                    <a:pt x="11182" y="8843"/>
                    <a:pt x="11182" y="8976"/>
                  </a:cubicBezTo>
                  <a:cubicBezTo>
                    <a:pt x="11182" y="9106"/>
                    <a:pt x="11292" y="9213"/>
                    <a:pt x="11422" y="9213"/>
                  </a:cubicBezTo>
                  <a:lnTo>
                    <a:pt x="13012" y="9213"/>
                  </a:lnTo>
                  <a:cubicBezTo>
                    <a:pt x="13022" y="9216"/>
                    <a:pt x="13033" y="9220"/>
                    <a:pt x="13043" y="9220"/>
                  </a:cubicBezTo>
                  <a:cubicBezTo>
                    <a:pt x="13451" y="9271"/>
                    <a:pt x="13746" y="9631"/>
                    <a:pt x="13722" y="10042"/>
                  </a:cubicBezTo>
                  <a:cubicBezTo>
                    <a:pt x="13694" y="10450"/>
                    <a:pt x="13358" y="10768"/>
                    <a:pt x="12947" y="10768"/>
                  </a:cubicBezTo>
                  <a:lnTo>
                    <a:pt x="11422" y="10768"/>
                  </a:lnTo>
                  <a:cubicBezTo>
                    <a:pt x="11292" y="10768"/>
                    <a:pt x="11182" y="10878"/>
                    <a:pt x="11182" y="11008"/>
                  </a:cubicBezTo>
                  <a:cubicBezTo>
                    <a:pt x="11182" y="11139"/>
                    <a:pt x="11292" y="11248"/>
                    <a:pt x="11422" y="11248"/>
                  </a:cubicBezTo>
                  <a:lnTo>
                    <a:pt x="12793" y="11248"/>
                  </a:lnTo>
                  <a:cubicBezTo>
                    <a:pt x="12807" y="11252"/>
                    <a:pt x="12824" y="11258"/>
                    <a:pt x="12837" y="11262"/>
                  </a:cubicBezTo>
                  <a:cubicBezTo>
                    <a:pt x="13231" y="11337"/>
                    <a:pt x="13502" y="11701"/>
                    <a:pt x="13465" y="12098"/>
                  </a:cubicBezTo>
                  <a:cubicBezTo>
                    <a:pt x="13427" y="12496"/>
                    <a:pt x="13094" y="12801"/>
                    <a:pt x="12693" y="12804"/>
                  </a:cubicBezTo>
                  <a:lnTo>
                    <a:pt x="11422" y="12804"/>
                  </a:lnTo>
                  <a:cubicBezTo>
                    <a:pt x="11292" y="12804"/>
                    <a:pt x="11186" y="12910"/>
                    <a:pt x="11186" y="13040"/>
                  </a:cubicBezTo>
                  <a:cubicBezTo>
                    <a:pt x="11186" y="13174"/>
                    <a:pt x="11292" y="13280"/>
                    <a:pt x="11422" y="13280"/>
                  </a:cubicBezTo>
                  <a:lnTo>
                    <a:pt x="12693" y="13280"/>
                  </a:lnTo>
                  <a:cubicBezTo>
                    <a:pt x="13211" y="13280"/>
                    <a:pt x="13674" y="12962"/>
                    <a:pt x="13862" y="12478"/>
                  </a:cubicBezTo>
                  <a:cubicBezTo>
                    <a:pt x="14047" y="11995"/>
                    <a:pt x="13920" y="11447"/>
                    <a:pt x="13536" y="11097"/>
                  </a:cubicBezTo>
                  <a:cubicBezTo>
                    <a:pt x="14301" y="10690"/>
                    <a:pt x="14431" y="9648"/>
                    <a:pt x="13790" y="9065"/>
                  </a:cubicBezTo>
                  <a:cubicBezTo>
                    <a:pt x="14201" y="8846"/>
                    <a:pt x="14455" y="8421"/>
                    <a:pt x="14458" y="7958"/>
                  </a:cubicBezTo>
                  <a:cubicBezTo>
                    <a:pt x="14455" y="7606"/>
                    <a:pt x="14308" y="7270"/>
                    <a:pt x="14047" y="7033"/>
                  </a:cubicBezTo>
                  <a:cubicBezTo>
                    <a:pt x="14554" y="6763"/>
                    <a:pt x="14815" y="6180"/>
                    <a:pt x="14674" y="5621"/>
                  </a:cubicBezTo>
                  <a:cubicBezTo>
                    <a:pt x="14534" y="5063"/>
                    <a:pt x="14033" y="4672"/>
                    <a:pt x="13454" y="4672"/>
                  </a:cubicBezTo>
                  <a:lnTo>
                    <a:pt x="9884" y="4672"/>
                  </a:lnTo>
                  <a:lnTo>
                    <a:pt x="9884" y="2369"/>
                  </a:lnTo>
                  <a:cubicBezTo>
                    <a:pt x="9884" y="1441"/>
                    <a:pt x="9616" y="769"/>
                    <a:pt x="9085" y="375"/>
                  </a:cubicBezTo>
                  <a:cubicBezTo>
                    <a:pt x="8689" y="80"/>
                    <a:pt x="8220" y="0"/>
                    <a:pt x="78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82"/>
            <p:cNvSpPr/>
            <p:nvPr/>
          </p:nvSpPr>
          <p:spPr>
            <a:xfrm>
              <a:off x="6903314" y="2593868"/>
              <a:ext cx="45710" cy="39162"/>
            </a:xfrm>
            <a:custGeom>
              <a:avLst/>
              <a:gdLst/>
              <a:ahLst/>
              <a:cxnLst/>
              <a:rect l="l" t="t" r="r" b="b"/>
              <a:pathLst>
                <a:path w="1745" h="1495" extrusionOk="0">
                  <a:moveTo>
                    <a:pt x="1003" y="478"/>
                  </a:moveTo>
                  <a:cubicBezTo>
                    <a:pt x="1069" y="478"/>
                    <a:pt x="1136" y="502"/>
                    <a:pt x="1190" y="556"/>
                  </a:cubicBezTo>
                  <a:cubicBezTo>
                    <a:pt x="1361" y="727"/>
                    <a:pt x="1241" y="1018"/>
                    <a:pt x="1001" y="1018"/>
                  </a:cubicBezTo>
                  <a:cubicBezTo>
                    <a:pt x="850" y="1018"/>
                    <a:pt x="730" y="898"/>
                    <a:pt x="730" y="748"/>
                  </a:cubicBezTo>
                  <a:cubicBezTo>
                    <a:pt x="730" y="585"/>
                    <a:pt x="864" y="478"/>
                    <a:pt x="1003" y="478"/>
                  </a:cubicBezTo>
                  <a:close/>
                  <a:moveTo>
                    <a:pt x="994" y="0"/>
                  </a:moveTo>
                  <a:cubicBezTo>
                    <a:pt x="810" y="0"/>
                    <a:pt x="623" y="68"/>
                    <a:pt x="470" y="220"/>
                  </a:cubicBezTo>
                  <a:cubicBezTo>
                    <a:pt x="1" y="689"/>
                    <a:pt x="333" y="1495"/>
                    <a:pt x="1001" y="1495"/>
                  </a:cubicBezTo>
                  <a:cubicBezTo>
                    <a:pt x="1412" y="1495"/>
                    <a:pt x="1745" y="1159"/>
                    <a:pt x="1745" y="748"/>
                  </a:cubicBezTo>
                  <a:cubicBezTo>
                    <a:pt x="1745" y="298"/>
                    <a:pt x="1378" y="0"/>
                    <a:pt x="99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61" name="Google Shape;2461;p82">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82">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afterEffect">
                                  <p:stCondLst>
                                    <p:cond delay="0"/>
                                  </p:stCondLst>
                                  <p:childTnLst>
                                    <p:set>
                                      <p:cBhvr>
                                        <p:cTn id="6" dur="1" fill="hold">
                                          <p:stCondLst>
                                            <p:cond delay="0"/>
                                          </p:stCondLst>
                                        </p:cTn>
                                        <p:tgtEl>
                                          <p:spTgt spid="2340"/>
                                        </p:tgtEl>
                                        <p:attrNameLst>
                                          <p:attrName>style.visibility</p:attrName>
                                        </p:attrNameLst>
                                      </p:cBhvr>
                                      <p:to>
                                        <p:strVal val="visible"/>
                                      </p:to>
                                    </p:set>
                                    <p:anim calcmode="lin" valueType="num">
                                      <p:cBhvr additive="base">
                                        <p:cTn id="7" dur="1000"/>
                                        <p:tgtEl>
                                          <p:spTgt spid="2340"/>
                                        </p:tgtEl>
                                        <p:attrNameLst>
                                          <p:attrName>ppt_y</p:attrName>
                                        </p:attrNameLst>
                                      </p:cBhvr>
                                      <p:tavLst>
                                        <p:tav tm="0">
                                          <p:val>
                                            <p:strVal val="#ppt_y-1"/>
                                          </p:val>
                                        </p:tav>
                                        <p:tav tm="100000">
                                          <p:val>
                                            <p:strVal val="#ppt_y"/>
                                          </p:val>
                                        </p:tav>
                                      </p:tavLst>
                                    </p:anim>
                                  </p:childTnLst>
                                </p:cTn>
                              </p:par>
                            </p:childTnLst>
                          </p:cTn>
                        </p:par>
                        <p:par>
                          <p:cTn id="8" fill="hold">
                            <p:stCondLst>
                              <p:cond delay="1000"/>
                            </p:stCondLst>
                            <p:childTnLst>
                              <p:par>
                                <p:cTn id="9" presetID="2" presetClass="entr" presetSubtype="1" fill="hold" nodeType="afterEffect">
                                  <p:stCondLst>
                                    <p:cond delay="0"/>
                                  </p:stCondLst>
                                  <p:childTnLst>
                                    <p:set>
                                      <p:cBhvr>
                                        <p:cTn id="10" dur="1" fill="hold">
                                          <p:stCondLst>
                                            <p:cond delay="0"/>
                                          </p:stCondLst>
                                        </p:cTn>
                                        <p:tgtEl>
                                          <p:spTgt spid="2351"/>
                                        </p:tgtEl>
                                        <p:attrNameLst>
                                          <p:attrName>style.visibility</p:attrName>
                                        </p:attrNameLst>
                                      </p:cBhvr>
                                      <p:to>
                                        <p:strVal val="visible"/>
                                      </p:to>
                                    </p:set>
                                    <p:anim calcmode="lin" valueType="num">
                                      <p:cBhvr additive="base">
                                        <p:cTn id="11" dur="1000"/>
                                        <p:tgtEl>
                                          <p:spTgt spid="235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2466"/>
        <p:cNvGrpSpPr/>
        <p:nvPr/>
      </p:nvGrpSpPr>
      <p:grpSpPr>
        <a:xfrm>
          <a:off x="0" y="0"/>
          <a:ext cx="0" cy="0"/>
          <a:chOff x="0" y="0"/>
          <a:chExt cx="0" cy="0"/>
        </a:xfrm>
      </p:grpSpPr>
      <p:sp>
        <p:nvSpPr>
          <p:cNvPr id="2467" name="Google Shape;2467;p83"/>
          <p:cNvSpPr/>
          <p:nvPr/>
        </p:nvSpPr>
        <p:spPr>
          <a:xfrm flipH="1">
            <a:off x="4133865" y="818464"/>
            <a:ext cx="4044600" cy="3120300"/>
          </a:xfrm>
          <a:prstGeom prst="roundRect">
            <a:avLst>
              <a:gd name="adj" fmla="val 3396"/>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68" name="Google Shape;2468;p83"/>
          <p:cNvGrpSpPr/>
          <p:nvPr/>
        </p:nvGrpSpPr>
        <p:grpSpPr>
          <a:xfrm>
            <a:off x="4294633" y="978375"/>
            <a:ext cx="3728100" cy="2800500"/>
            <a:chOff x="4863138" y="978375"/>
            <a:chExt cx="3728100" cy="2800500"/>
          </a:xfrm>
        </p:grpSpPr>
        <p:pic>
          <p:nvPicPr>
            <p:cNvPr id="2469" name="Google Shape;2469;p83"/>
            <p:cNvPicPr preferRelativeResize="0"/>
            <p:nvPr/>
          </p:nvPicPr>
          <p:blipFill rotWithShape="1">
            <a:blip r:embed="rId3">
              <a:alphaModFix/>
            </a:blip>
            <a:srcRect l="4340" r="6905"/>
            <a:stretch/>
          </p:blipFill>
          <p:spPr>
            <a:xfrm>
              <a:off x="4863138" y="978375"/>
              <a:ext cx="3728100" cy="2800500"/>
            </a:xfrm>
            <a:prstGeom prst="roundRect">
              <a:avLst>
                <a:gd name="adj" fmla="val 5249"/>
              </a:avLst>
            </a:prstGeom>
            <a:noFill/>
            <a:ln w="28575" cap="flat" cmpd="sng">
              <a:solidFill>
                <a:schemeClr val="accent5"/>
              </a:solidFill>
              <a:prstDash val="solid"/>
              <a:round/>
              <a:headEnd type="none" w="sm" len="sm"/>
              <a:tailEnd type="none" w="sm" len="sm"/>
            </a:ln>
          </p:spPr>
        </p:pic>
        <p:pic>
          <p:nvPicPr>
            <p:cNvPr id="2470" name="Google Shape;2470;p83"/>
            <p:cNvPicPr preferRelativeResize="0"/>
            <p:nvPr/>
          </p:nvPicPr>
          <p:blipFill rotWithShape="1">
            <a:blip r:embed="rId4">
              <a:alphaModFix amt="47000"/>
            </a:blip>
            <a:srcRect l="4340" r="6905"/>
            <a:stretch/>
          </p:blipFill>
          <p:spPr>
            <a:xfrm>
              <a:off x="4863138" y="978375"/>
              <a:ext cx="3728100" cy="2800500"/>
            </a:xfrm>
            <a:prstGeom prst="roundRect">
              <a:avLst>
                <a:gd name="adj" fmla="val 4568"/>
              </a:avLst>
            </a:prstGeom>
            <a:noFill/>
            <a:ln w="28575" cap="flat" cmpd="sng">
              <a:solidFill>
                <a:schemeClr val="accent5"/>
              </a:solidFill>
              <a:prstDash val="solid"/>
              <a:round/>
              <a:headEnd type="none" w="sm" len="sm"/>
              <a:tailEnd type="none" w="sm" len="sm"/>
            </a:ln>
          </p:spPr>
        </p:pic>
      </p:grpSp>
      <p:sp>
        <p:nvSpPr>
          <p:cNvPr id="2471" name="Google Shape;2471;p83"/>
          <p:cNvSpPr txBox="1">
            <a:spLocks noGrp="1"/>
          </p:cNvSpPr>
          <p:nvPr>
            <p:ph type="subTitle" idx="1"/>
          </p:nvPr>
        </p:nvSpPr>
        <p:spPr>
          <a:xfrm>
            <a:off x="949500" y="2215050"/>
            <a:ext cx="2907600" cy="11337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a:t>Despite being red, Mars is a cold place. It’s full of iron oxide dust, which gives the planet its reddish cast</a:t>
            </a:r>
            <a:endParaRPr/>
          </a:p>
        </p:txBody>
      </p:sp>
      <p:sp>
        <p:nvSpPr>
          <p:cNvPr id="2472" name="Google Shape;2472;p83"/>
          <p:cNvSpPr txBox="1">
            <a:spLocks noGrp="1"/>
          </p:cNvSpPr>
          <p:nvPr>
            <p:ph type="title"/>
          </p:nvPr>
        </p:nvSpPr>
        <p:spPr>
          <a:xfrm>
            <a:off x="992071" y="1521350"/>
            <a:ext cx="26496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DEMO</a:t>
            </a:r>
            <a:endParaRPr/>
          </a:p>
        </p:txBody>
      </p:sp>
      <p:sp>
        <p:nvSpPr>
          <p:cNvPr id="2473" name="Google Shape;2473;p83"/>
          <p:cNvSpPr txBox="1">
            <a:spLocks noGrp="1"/>
          </p:cNvSpPr>
          <p:nvPr>
            <p:ph type="subTitle" idx="4294967295"/>
          </p:nvPr>
        </p:nvSpPr>
        <p:spPr>
          <a:xfrm>
            <a:off x="4087558" y="4041626"/>
            <a:ext cx="4060800" cy="615600"/>
          </a:xfrm>
          <a:prstGeom prst="rect">
            <a:avLst/>
          </a:prstGeom>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1200"/>
              <a:t>You can add your own multimedia content here. Delete this image and insert the video</a:t>
            </a:r>
            <a:endParaRPr sz="1200"/>
          </a:p>
        </p:txBody>
      </p:sp>
      <p:sp>
        <p:nvSpPr>
          <p:cNvPr id="2474" name="Google Shape;2474;p83"/>
          <p:cNvSpPr/>
          <p:nvPr/>
        </p:nvSpPr>
        <p:spPr>
          <a:xfrm flipH="1">
            <a:off x="4682033" y="830185"/>
            <a:ext cx="1490739" cy="942371"/>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83"/>
          <p:cNvSpPr/>
          <p:nvPr/>
        </p:nvSpPr>
        <p:spPr>
          <a:xfrm flipH="1">
            <a:off x="5534836" y="835059"/>
            <a:ext cx="1165141" cy="736588"/>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83"/>
          <p:cNvSpPr/>
          <p:nvPr/>
        </p:nvSpPr>
        <p:spPr>
          <a:xfrm flipH="1">
            <a:off x="4146066" y="1808607"/>
            <a:ext cx="934551" cy="74779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83"/>
          <p:cNvSpPr/>
          <p:nvPr/>
        </p:nvSpPr>
        <p:spPr>
          <a:xfrm flipH="1">
            <a:off x="6114446" y="2999418"/>
            <a:ext cx="1443743" cy="924910"/>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83"/>
          <p:cNvSpPr/>
          <p:nvPr/>
        </p:nvSpPr>
        <p:spPr>
          <a:xfrm rot="10800000" flipH="1">
            <a:off x="7192921" y="2861087"/>
            <a:ext cx="975390" cy="78033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FFFFFF">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83"/>
          <p:cNvSpPr/>
          <p:nvPr/>
        </p:nvSpPr>
        <p:spPr>
          <a:xfrm>
            <a:off x="5828097" y="3348738"/>
            <a:ext cx="65005" cy="62549"/>
          </a:xfrm>
          <a:custGeom>
            <a:avLst/>
            <a:gdLst/>
            <a:ahLst/>
            <a:cxnLst/>
            <a:rect l="l" t="t" r="r" b="b"/>
            <a:pathLst>
              <a:path w="4155" h="3998" extrusionOk="0">
                <a:moveTo>
                  <a:pt x="2156" y="1"/>
                </a:moveTo>
                <a:cubicBezTo>
                  <a:pt x="1348" y="1"/>
                  <a:pt x="619" y="488"/>
                  <a:pt x="308" y="1234"/>
                </a:cubicBezTo>
                <a:cubicBezTo>
                  <a:pt x="0" y="1982"/>
                  <a:pt x="171" y="2841"/>
                  <a:pt x="744" y="3411"/>
                </a:cubicBezTo>
                <a:cubicBezTo>
                  <a:pt x="1127" y="3794"/>
                  <a:pt x="1637" y="3997"/>
                  <a:pt x="2157" y="3997"/>
                </a:cubicBezTo>
                <a:cubicBezTo>
                  <a:pt x="2414" y="3997"/>
                  <a:pt x="2674" y="3947"/>
                  <a:pt x="2921" y="3844"/>
                </a:cubicBezTo>
                <a:cubicBezTo>
                  <a:pt x="3667" y="3533"/>
                  <a:pt x="4154" y="2804"/>
                  <a:pt x="4154" y="1997"/>
                </a:cubicBezTo>
                <a:cubicBezTo>
                  <a:pt x="4154" y="894"/>
                  <a:pt x="3259" y="1"/>
                  <a:pt x="21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80" name="Google Shape;2480;p83"/>
          <p:cNvGrpSpPr/>
          <p:nvPr/>
        </p:nvGrpSpPr>
        <p:grpSpPr>
          <a:xfrm>
            <a:off x="4531220" y="2004870"/>
            <a:ext cx="3254927" cy="1600603"/>
            <a:chOff x="4566325" y="2004870"/>
            <a:chExt cx="3254927" cy="1600603"/>
          </a:xfrm>
        </p:grpSpPr>
        <p:sp>
          <p:nvSpPr>
            <p:cNvPr id="2481" name="Google Shape;2481;p83"/>
            <p:cNvSpPr/>
            <p:nvPr/>
          </p:nvSpPr>
          <p:spPr>
            <a:xfrm>
              <a:off x="4566325" y="3371439"/>
              <a:ext cx="3254927" cy="18164"/>
            </a:xfrm>
            <a:custGeom>
              <a:avLst/>
              <a:gdLst/>
              <a:ahLst/>
              <a:cxnLst/>
              <a:rect l="l" t="t" r="r" b="b"/>
              <a:pathLst>
                <a:path w="208049" h="1161" extrusionOk="0">
                  <a:moveTo>
                    <a:pt x="1" y="0"/>
                  </a:moveTo>
                  <a:lnTo>
                    <a:pt x="1" y="1160"/>
                  </a:lnTo>
                  <a:lnTo>
                    <a:pt x="208049" y="1160"/>
                  </a:lnTo>
                  <a:lnTo>
                    <a:pt x="2080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83"/>
            <p:cNvSpPr/>
            <p:nvPr/>
          </p:nvSpPr>
          <p:spPr>
            <a:xfrm>
              <a:off x="4566325" y="3371439"/>
              <a:ext cx="1329309" cy="18164"/>
            </a:xfrm>
            <a:custGeom>
              <a:avLst/>
              <a:gdLst/>
              <a:ahLst/>
              <a:cxnLst/>
              <a:rect l="l" t="t" r="r" b="b"/>
              <a:pathLst>
                <a:path w="84967" h="1161" extrusionOk="0">
                  <a:moveTo>
                    <a:pt x="1" y="0"/>
                  </a:moveTo>
                  <a:lnTo>
                    <a:pt x="1" y="1160"/>
                  </a:lnTo>
                  <a:lnTo>
                    <a:pt x="84966" y="1160"/>
                  </a:lnTo>
                  <a:lnTo>
                    <a:pt x="8496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83" name="Google Shape;2483;p83"/>
            <p:cNvGrpSpPr/>
            <p:nvPr/>
          </p:nvGrpSpPr>
          <p:grpSpPr>
            <a:xfrm>
              <a:off x="4665546" y="3451322"/>
              <a:ext cx="3107754" cy="154150"/>
              <a:chOff x="4665546" y="3603722"/>
              <a:chExt cx="3107754" cy="154150"/>
            </a:xfrm>
          </p:grpSpPr>
          <p:sp>
            <p:nvSpPr>
              <p:cNvPr id="2484" name="Google Shape;2484;p83"/>
              <p:cNvSpPr/>
              <p:nvPr/>
            </p:nvSpPr>
            <p:spPr>
              <a:xfrm>
                <a:off x="5189841" y="3624765"/>
                <a:ext cx="86220" cy="121280"/>
              </a:xfrm>
              <a:custGeom>
                <a:avLst/>
                <a:gdLst/>
                <a:ahLst/>
                <a:cxnLst/>
                <a:rect l="l" t="t" r="r" b="b"/>
                <a:pathLst>
                  <a:path w="5511" h="7752" extrusionOk="0">
                    <a:moveTo>
                      <a:pt x="1" y="1"/>
                    </a:moveTo>
                    <a:lnTo>
                      <a:pt x="1" y="7752"/>
                    </a:lnTo>
                    <a:lnTo>
                      <a:pt x="5510" y="3876"/>
                    </a:ln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83"/>
              <p:cNvSpPr/>
              <p:nvPr/>
            </p:nvSpPr>
            <p:spPr>
              <a:xfrm>
                <a:off x="5290970" y="3624765"/>
                <a:ext cx="20229" cy="121280"/>
              </a:xfrm>
              <a:custGeom>
                <a:avLst/>
                <a:gdLst/>
                <a:ahLst/>
                <a:cxnLst/>
                <a:rect l="l" t="t" r="r" b="b"/>
                <a:pathLst>
                  <a:path w="1293" h="7752" extrusionOk="0">
                    <a:moveTo>
                      <a:pt x="1" y="1"/>
                    </a:moveTo>
                    <a:lnTo>
                      <a:pt x="1" y="7752"/>
                    </a:lnTo>
                    <a:lnTo>
                      <a:pt x="1292" y="7752"/>
                    </a:lnTo>
                    <a:lnTo>
                      <a:pt x="129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83"/>
              <p:cNvSpPr/>
              <p:nvPr/>
            </p:nvSpPr>
            <p:spPr>
              <a:xfrm>
                <a:off x="4945262" y="3624765"/>
                <a:ext cx="86220" cy="121280"/>
              </a:xfrm>
              <a:custGeom>
                <a:avLst/>
                <a:gdLst/>
                <a:ahLst/>
                <a:cxnLst/>
                <a:rect l="l" t="t" r="r" b="b"/>
                <a:pathLst>
                  <a:path w="5511" h="7752" extrusionOk="0">
                    <a:moveTo>
                      <a:pt x="1" y="1"/>
                    </a:moveTo>
                    <a:lnTo>
                      <a:pt x="1" y="7752"/>
                    </a:lnTo>
                    <a:lnTo>
                      <a:pt x="5510" y="3876"/>
                    </a:ln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83"/>
              <p:cNvSpPr/>
              <p:nvPr/>
            </p:nvSpPr>
            <p:spPr>
              <a:xfrm>
                <a:off x="4700684" y="3624765"/>
                <a:ext cx="86204" cy="121280"/>
              </a:xfrm>
              <a:custGeom>
                <a:avLst/>
                <a:gdLst/>
                <a:ahLst/>
                <a:cxnLst/>
                <a:rect l="l" t="t" r="r" b="b"/>
                <a:pathLst>
                  <a:path w="5510" h="7752" extrusionOk="0">
                    <a:moveTo>
                      <a:pt x="5510" y="1"/>
                    </a:moveTo>
                    <a:lnTo>
                      <a:pt x="0" y="3876"/>
                    </a:lnTo>
                    <a:lnTo>
                      <a:pt x="5510" y="7752"/>
                    </a:lnTo>
                    <a:lnTo>
                      <a:pt x="55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83"/>
              <p:cNvSpPr/>
              <p:nvPr/>
            </p:nvSpPr>
            <p:spPr>
              <a:xfrm>
                <a:off x="4665546" y="3624765"/>
                <a:ext cx="20182" cy="121280"/>
              </a:xfrm>
              <a:custGeom>
                <a:avLst/>
                <a:gdLst/>
                <a:ahLst/>
                <a:cxnLst/>
                <a:rect l="l" t="t" r="r" b="b"/>
                <a:pathLst>
                  <a:path w="1290" h="7752" extrusionOk="0">
                    <a:moveTo>
                      <a:pt x="0" y="1"/>
                    </a:moveTo>
                    <a:lnTo>
                      <a:pt x="0" y="7752"/>
                    </a:lnTo>
                    <a:lnTo>
                      <a:pt x="1290" y="7752"/>
                    </a:lnTo>
                    <a:lnTo>
                      <a:pt x="129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83"/>
              <p:cNvSpPr/>
              <p:nvPr/>
            </p:nvSpPr>
            <p:spPr>
              <a:xfrm>
                <a:off x="7072451" y="3603722"/>
                <a:ext cx="157592" cy="154150"/>
              </a:xfrm>
              <a:custGeom>
                <a:avLst/>
                <a:gdLst/>
                <a:ahLst/>
                <a:cxnLst/>
                <a:rect l="l" t="t" r="r" b="b"/>
                <a:pathLst>
                  <a:path w="10073" h="9853" extrusionOk="0">
                    <a:moveTo>
                      <a:pt x="5038" y="3347"/>
                    </a:moveTo>
                    <a:cubicBezTo>
                      <a:pt x="5926" y="3347"/>
                      <a:pt x="6650" y="4057"/>
                      <a:pt x="6650" y="4923"/>
                    </a:cubicBezTo>
                    <a:cubicBezTo>
                      <a:pt x="6650" y="5794"/>
                      <a:pt x="5926" y="6503"/>
                      <a:pt x="5038" y="6503"/>
                    </a:cubicBezTo>
                    <a:cubicBezTo>
                      <a:pt x="4147" y="6503"/>
                      <a:pt x="3423" y="5794"/>
                      <a:pt x="3423" y="4923"/>
                    </a:cubicBezTo>
                    <a:cubicBezTo>
                      <a:pt x="3423" y="4054"/>
                      <a:pt x="4147" y="3347"/>
                      <a:pt x="5038" y="3347"/>
                    </a:cubicBezTo>
                    <a:close/>
                    <a:moveTo>
                      <a:pt x="4460" y="0"/>
                    </a:moveTo>
                    <a:cubicBezTo>
                      <a:pt x="4384" y="0"/>
                      <a:pt x="3880" y="1356"/>
                      <a:pt x="3880" y="1356"/>
                    </a:cubicBezTo>
                    <a:lnTo>
                      <a:pt x="3264" y="1603"/>
                    </a:lnTo>
                    <a:cubicBezTo>
                      <a:pt x="3264" y="1603"/>
                      <a:pt x="2015" y="1074"/>
                      <a:pt x="1863" y="1074"/>
                    </a:cubicBezTo>
                    <a:cubicBezTo>
                      <a:pt x="1857" y="1074"/>
                      <a:pt x="1852" y="1075"/>
                      <a:pt x="1850" y="1077"/>
                    </a:cubicBezTo>
                    <a:lnTo>
                      <a:pt x="1069" y="1840"/>
                    </a:lnTo>
                    <a:cubicBezTo>
                      <a:pt x="1013" y="1894"/>
                      <a:pt x="1637" y="3200"/>
                      <a:pt x="1637" y="3200"/>
                    </a:cubicBezTo>
                    <a:lnTo>
                      <a:pt x="1382" y="3802"/>
                    </a:lnTo>
                    <a:cubicBezTo>
                      <a:pt x="1382" y="3802"/>
                      <a:pt x="0" y="4336"/>
                      <a:pt x="0" y="4407"/>
                    </a:cubicBezTo>
                    <a:lnTo>
                      <a:pt x="0" y="5488"/>
                    </a:lnTo>
                    <a:cubicBezTo>
                      <a:pt x="0" y="5564"/>
                      <a:pt x="1385" y="6056"/>
                      <a:pt x="1385" y="6056"/>
                    </a:cubicBezTo>
                    <a:lnTo>
                      <a:pt x="1639" y="6657"/>
                    </a:lnTo>
                    <a:cubicBezTo>
                      <a:pt x="1639" y="6657"/>
                      <a:pt x="1050" y="7991"/>
                      <a:pt x="1101" y="8042"/>
                    </a:cubicBezTo>
                    <a:lnTo>
                      <a:pt x="1884" y="8808"/>
                    </a:lnTo>
                    <a:cubicBezTo>
                      <a:pt x="1886" y="8810"/>
                      <a:pt x="1890" y="8811"/>
                      <a:pt x="1896" y="8811"/>
                    </a:cubicBezTo>
                    <a:cubicBezTo>
                      <a:pt x="2042" y="8811"/>
                      <a:pt x="3271" y="8253"/>
                      <a:pt x="3271" y="8253"/>
                    </a:cubicBezTo>
                    <a:lnTo>
                      <a:pt x="3888" y="8502"/>
                    </a:lnTo>
                    <a:cubicBezTo>
                      <a:pt x="3888" y="8502"/>
                      <a:pt x="4431" y="9853"/>
                      <a:pt x="4507" y="9853"/>
                    </a:cubicBezTo>
                    <a:lnTo>
                      <a:pt x="5613" y="9853"/>
                    </a:lnTo>
                    <a:cubicBezTo>
                      <a:pt x="5688" y="9853"/>
                      <a:pt x="6192" y="8497"/>
                      <a:pt x="6192" y="8497"/>
                    </a:cubicBezTo>
                    <a:lnTo>
                      <a:pt x="6811" y="8248"/>
                    </a:lnTo>
                    <a:cubicBezTo>
                      <a:pt x="6811" y="8248"/>
                      <a:pt x="8056" y="8779"/>
                      <a:pt x="8209" y="8779"/>
                    </a:cubicBezTo>
                    <a:cubicBezTo>
                      <a:pt x="8216" y="8779"/>
                      <a:pt x="8221" y="8778"/>
                      <a:pt x="8223" y="8776"/>
                    </a:cubicBezTo>
                    <a:lnTo>
                      <a:pt x="9006" y="8010"/>
                    </a:lnTo>
                    <a:cubicBezTo>
                      <a:pt x="9060" y="7959"/>
                      <a:pt x="8436" y="6653"/>
                      <a:pt x="8436" y="6653"/>
                    </a:cubicBezTo>
                    <a:lnTo>
                      <a:pt x="8690" y="6048"/>
                    </a:lnTo>
                    <a:cubicBezTo>
                      <a:pt x="8690" y="6048"/>
                      <a:pt x="10070" y="5517"/>
                      <a:pt x="10070" y="5444"/>
                    </a:cubicBezTo>
                    <a:lnTo>
                      <a:pt x="10070" y="4363"/>
                    </a:lnTo>
                    <a:cubicBezTo>
                      <a:pt x="10073" y="4289"/>
                      <a:pt x="8688" y="3797"/>
                      <a:pt x="8688" y="3797"/>
                    </a:cubicBezTo>
                    <a:lnTo>
                      <a:pt x="8433" y="3193"/>
                    </a:lnTo>
                    <a:cubicBezTo>
                      <a:pt x="8433" y="3193"/>
                      <a:pt x="9025" y="1860"/>
                      <a:pt x="8972" y="1808"/>
                    </a:cubicBezTo>
                    <a:lnTo>
                      <a:pt x="8189" y="1045"/>
                    </a:lnTo>
                    <a:cubicBezTo>
                      <a:pt x="8186" y="1043"/>
                      <a:pt x="8182" y="1042"/>
                      <a:pt x="8175" y="1042"/>
                    </a:cubicBezTo>
                    <a:cubicBezTo>
                      <a:pt x="8024" y="1042"/>
                      <a:pt x="6799" y="1600"/>
                      <a:pt x="6799" y="1600"/>
                    </a:cubicBezTo>
                    <a:lnTo>
                      <a:pt x="6185" y="1351"/>
                    </a:lnTo>
                    <a:cubicBezTo>
                      <a:pt x="6185" y="1351"/>
                      <a:pt x="5639" y="0"/>
                      <a:pt x="55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83"/>
              <p:cNvSpPr/>
              <p:nvPr/>
            </p:nvSpPr>
            <p:spPr>
              <a:xfrm>
                <a:off x="7341607" y="3620681"/>
                <a:ext cx="179714" cy="118135"/>
              </a:xfrm>
              <a:custGeom>
                <a:avLst/>
                <a:gdLst/>
                <a:ahLst/>
                <a:cxnLst/>
                <a:rect l="l" t="t" r="r" b="b"/>
                <a:pathLst>
                  <a:path w="11487" h="7551" extrusionOk="0">
                    <a:moveTo>
                      <a:pt x="10640" y="844"/>
                    </a:moveTo>
                    <a:lnTo>
                      <a:pt x="10640" y="6706"/>
                    </a:lnTo>
                    <a:lnTo>
                      <a:pt x="844" y="6706"/>
                    </a:lnTo>
                    <a:lnTo>
                      <a:pt x="847" y="844"/>
                    </a:lnTo>
                    <a:close/>
                    <a:moveTo>
                      <a:pt x="0" y="0"/>
                    </a:moveTo>
                    <a:lnTo>
                      <a:pt x="0" y="7550"/>
                    </a:lnTo>
                    <a:lnTo>
                      <a:pt x="11487" y="7550"/>
                    </a:lnTo>
                    <a:lnTo>
                      <a:pt x="1148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83"/>
              <p:cNvSpPr/>
              <p:nvPr/>
            </p:nvSpPr>
            <p:spPr>
              <a:xfrm>
                <a:off x="7714412" y="3608119"/>
                <a:ext cx="58888" cy="58810"/>
              </a:xfrm>
              <a:custGeom>
                <a:avLst/>
                <a:gdLst/>
                <a:ahLst/>
                <a:cxnLst/>
                <a:rect l="l" t="t" r="r" b="b"/>
                <a:pathLst>
                  <a:path w="3764" h="3759" extrusionOk="0">
                    <a:moveTo>
                      <a:pt x="0" y="1"/>
                    </a:moveTo>
                    <a:lnTo>
                      <a:pt x="0" y="847"/>
                    </a:lnTo>
                    <a:lnTo>
                      <a:pt x="2917" y="847"/>
                    </a:lnTo>
                    <a:lnTo>
                      <a:pt x="2917" y="3759"/>
                    </a:lnTo>
                    <a:lnTo>
                      <a:pt x="3763" y="3759"/>
                    </a:lnTo>
                    <a:lnTo>
                      <a:pt x="376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83"/>
              <p:cNvSpPr/>
              <p:nvPr/>
            </p:nvSpPr>
            <p:spPr>
              <a:xfrm>
                <a:off x="7629929" y="3608119"/>
                <a:ext cx="58888" cy="58810"/>
              </a:xfrm>
              <a:custGeom>
                <a:avLst/>
                <a:gdLst/>
                <a:ahLst/>
                <a:cxnLst/>
                <a:rect l="l" t="t" r="r" b="b"/>
                <a:pathLst>
                  <a:path w="3764" h="3759" extrusionOk="0">
                    <a:moveTo>
                      <a:pt x="1" y="1"/>
                    </a:moveTo>
                    <a:lnTo>
                      <a:pt x="1" y="3759"/>
                    </a:lnTo>
                    <a:lnTo>
                      <a:pt x="847" y="3759"/>
                    </a:lnTo>
                    <a:lnTo>
                      <a:pt x="847" y="847"/>
                    </a:lnTo>
                    <a:lnTo>
                      <a:pt x="3764" y="847"/>
                    </a:lnTo>
                    <a:lnTo>
                      <a:pt x="376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83"/>
              <p:cNvSpPr/>
              <p:nvPr/>
            </p:nvSpPr>
            <p:spPr>
              <a:xfrm>
                <a:off x="7714412" y="3692555"/>
                <a:ext cx="58888" cy="58810"/>
              </a:xfrm>
              <a:custGeom>
                <a:avLst/>
                <a:gdLst/>
                <a:ahLst/>
                <a:cxnLst/>
                <a:rect l="l" t="t" r="r" b="b"/>
                <a:pathLst>
                  <a:path w="3764" h="3759" extrusionOk="0">
                    <a:moveTo>
                      <a:pt x="2917" y="1"/>
                    </a:moveTo>
                    <a:lnTo>
                      <a:pt x="2917" y="2915"/>
                    </a:lnTo>
                    <a:lnTo>
                      <a:pt x="0" y="2915"/>
                    </a:lnTo>
                    <a:lnTo>
                      <a:pt x="0" y="3759"/>
                    </a:lnTo>
                    <a:lnTo>
                      <a:pt x="3763" y="3759"/>
                    </a:lnTo>
                    <a:lnTo>
                      <a:pt x="376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83"/>
              <p:cNvSpPr/>
              <p:nvPr/>
            </p:nvSpPr>
            <p:spPr>
              <a:xfrm>
                <a:off x="7629929" y="3692555"/>
                <a:ext cx="58888" cy="58810"/>
              </a:xfrm>
              <a:custGeom>
                <a:avLst/>
                <a:gdLst/>
                <a:ahLst/>
                <a:cxnLst/>
                <a:rect l="l" t="t" r="r" b="b"/>
                <a:pathLst>
                  <a:path w="3764" h="3759" extrusionOk="0">
                    <a:moveTo>
                      <a:pt x="1" y="1"/>
                    </a:moveTo>
                    <a:lnTo>
                      <a:pt x="1" y="3759"/>
                    </a:lnTo>
                    <a:lnTo>
                      <a:pt x="3764" y="3759"/>
                    </a:lnTo>
                    <a:lnTo>
                      <a:pt x="3764" y="2915"/>
                    </a:lnTo>
                    <a:lnTo>
                      <a:pt x="847" y="2915"/>
                    </a:lnTo>
                    <a:lnTo>
                      <a:pt x="84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5" name="Google Shape;2495;p83"/>
            <p:cNvGrpSpPr/>
            <p:nvPr/>
          </p:nvGrpSpPr>
          <p:grpSpPr>
            <a:xfrm>
              <a:off x="5966843" y="2004870"/>
              <a:ext cx="469669" cy="469660"/>
              <a:chOff x="5966843" y="1884313"/>
              <a:chExt cx="469669" cy="469660"/>
            </a:xfrm>
          </p:grpSpPr>
          <p:sp>
            <p:nvSpPr>
              <p:cNvPr id="2496" name="Google Shape;2496;p83"/>
              <p:cNvSpPr/>
              <p:nvPr/>
            </p:nvSpPr>
            <p:spPr>
              <a:xfrm>
                <a:off x="5966843" y="1884313"/>
                <a:ext cx="469669" cy="469660"/>
              </a:xfrm>
              <a:custGeom>
                <a:avLst/>
                <a:gdLst/>
                <a:ahLst/>
                <a:cxnLst/>
                <a:rect l="l" t="t" r="r" b="b"/>
                <a:pathLst>
                  <a:path w="52624" h="52623" extrusionOk="0">
                    <a:moveTo>
                      <a:pt x="26311" y="0"/>
                    </a:moveTo>
                    <a:cubicBezTo>
                      <a:pt x="19333" y="0"/>
                      <a:pt x="12642" y="2772"/>
                      <a:pt x="7707" y="7707"/>
                    </a:cubicBezTo>
                    <a:cubicBezTo>
                      <a:pt x="2773" y="12641"/>
                      <a:pt x="1" y="19333"/>
                      <a:pt x="1" y="26313"/>
                    </a:cubicBezTo>
                    <a:cubicBezTo>
                      <a:pt x="1" y="33290"/>
                      <a:pt x="2773" y="39981"/>
                      <a:pt x="7707" y="44916"/>
                    </a:cubicBezTo>
                    <a:cubicBezTo>
                      <a:pt x="12642" y="49851"/>
                      <a:pt x="19333" y="52623"/>
                      <a:pt x="26311" y="52623"/>
                    </a:cubicBezTo>
                    <a:cubicBezTo>
                      <a:pt x="33291" y="52623"/>
                      <a:pt x="39982" y="49851"/>
                      <a:pt x="44917" y="44916"/>
                    </a:cubicBezTo>
                    <a:cubicBezTo>
                      <a:pt x="49851" y="39981"/>
                      <a:pt x="52623" y="33290"/>
                      <a:pt x="52623" y="26313"/>
                    </a:cubicBezTo>
                    <a:cubicBezTo>
                      <a:pt x="52623" y="19333"/>
                      <a:pt x="49851" y="12641"/>
                      <a:pt x="44917" y="7707"/>
                    </a:cubicBezTo>
                    <a:cubicBezTo>
                      <a:pt x="39982" y="2772"/>
                      <a:pt x="33291" y="0"/>
                      <a:pt x="26311" y="0"/>
                    </a:cubicBezTo>
                    <a:close/>
                  </a:path>
                </a:pathLst>
              </a:custGeom>
              <a:solidFill>
                <a:srgbClr val="B8D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83"/>
              <p:cNvSpPr/>
              <p:nvPr/>
            </p:nvSpPr>
            <p:spPr>
              <a:xfrm>
                <a:off x="6134610" y="1994536"/>
                <a:ext cx="188050" cy="249213"/>
              </a:xfrm>
              <a:custGeom>
                <a:avLst/>
                <a:gdLst/>
                <a:ahLst/>
                <a:cxnLst/>
                <a:rect l="l" t="t" r="r" b="b"/>
                <a:pathLst>
                  <a:path w="21070" h="27923" extrusionOk="0">
                    <a:moveTo>
                      <a:pt x="0" y="0"/>
                    </a:moveTo>
                    <a:lnTo>
                      <a:pt x="0" y="27923"/>
                    </a:lnTo>
                    <a:lnTo>
                      <a:pt x="21070" y="13963"/>
                    </a:ln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98" name="Google Shape;2498;p83"/>
          <p:cNvGrpSpPr/>
          <p:nvPr/>
        </p:nvGrpSpPr>
        <p:grpSpPr>
          <a:xfrm rot="1305467">
            <a:off x="191772" y="239326"/>
            <a:ext cx="1385992" cy="2705372"/>
            <a:chOff x="409722" y="228600"/>
            <a:chExt cx="1385931" cy="2705253"/>
          </a:xfrm>
        </p:grpSpPr>
        <p:grpSp>
          <p:nvGrpSpPr>
            <p:cNvPr id="2499" name="Google Shape;2499;p83"/>
            <p:cNvGrpSpPr/>
            <p:nvPr/>
          </p:nvGrpSpPr>
          <p:grpSpPr>
            <a:xfrm rot="-617154" flipH="1">
              <a:off x="575967" y="402323"/>
              <a:ext cx="1053440" cy="2450002"/>
              <a:chOff x="3817855" y="1437512"/>
              <a:chExt cx="541146" cy="1128254"/>
            </a:xfrm>
          </p:grpSpPr>
          <p:sp>
            <p:nvSpPr>
              <p:cNvPr id="2500" name="Google Shape;2500;p83"/>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83"/>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02" name="Google Shape;2502;p83"/>
            <p:cNvSpPr/>
            <p:nvPr/>
          </p:nvSpPr>
          <p:spPr>
            <a:xfrm>
              <a:off x="1419225" y="228600"/>
              <a:ext cx="142800" cy="142800"/>
            </a:xfrm>
            <a:prstGeom prst="ellipse">
              <a:avLst/>
            </a:pr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03" name="Google Shape;2503;p83">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83">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push dir="r"/>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2498"/>
                                        </p:tgtEl>
                                        <p:attrNameLst>
                                          <p:attrName>style.visibility</p:attrName>
                                        </p:attrNameLst>
                                      </p:cBhvr>
                                      <p:to>
                                        <p:strVal val="visible"/>
                                      </p:to>
                                    </p:set>
                                    <p:anim calcmode="lin" valueType="num">
                                      <p:cBhvr additive="base">
                                        <p:cTn id="7" dur="1000"/>
                                        <p:tgtEl>
                                          <p:spTgt spid="2498"/>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2508"/>
        <p:cNvGrpSpPr/>
        <p:nvPr/>
      </p:nvGrpSpPr>
      <p:grpSpPr>
        <a:xfrm>
          <a:off x="0" y="0"/>
          <a:ext cx="0" cy="0"/>
          <a:chOff x="0" y="0"/>
          <a:chExt cx="0" cy="0"/>
        </a:xfrm>
      </p:grpSpPr>
      <p:sp>
        <p:nvSpPr>
          <p:cNvPr id="2509" name="Google Shape;2509;p84"/>
          <p:cNvSpPr txBox="1">
            <a:spLocks noGrp="1"/>
          </p:cNvSpPr>
          <p:nvPr>
            <p:ph type="subTitle" idx="1"/>
          </p:nvPr>
        </p:nvSpPr>
        <p:spPr>
          <a:xfrm>
            <a:off x="6169684" y="2166691"/>
            <a:ext cx="2263800" cy="44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 is a gas giant and has several rings</a:t>
            </a:r>
            <a:endParaRPr/>
          </a:p>
        </p:txBody>
      </p:sp>
      <p:sp>
        <p:nvSpPr>
          <p:cNvPr id="2510" name="Google Shape;2510;p84"/>
          <p:cNvSpPr txBox="1">
            <a:spLocks noGrp="1"/>
          </p:cNvSpPr>
          <p:nvPr>
            <p:ph type="subTitle" idx="7"/>
          </p:nvPr>
        </p:nvSpPr>
        <p:spPr>
          <a:xfrm>
            <a:off x="6169684" y="3896075"/>
            <a:ext cx="2263800" cy="44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Neptune is the farthest planet from the Sun</a:t>
            </a:r>
            <a:endParaRPr/>
          </a:p>
        </p:txBody>
      </p:sp>
      <p:sp>
        <p:nvSpPr>
          <p:cNvPr id="2511" name="Google Shape;2511;p84"/>
          <p:cNvSpPr txBox="1">
            <a:spLocks noGrp="1"/>
          </p:cNvSpPr>
          <p:nvPr>
            <p:ph type="subTitle" idx="2"/>
          </p:nvPr>
        </p:nvSpPr>
        <p:spPr>
          <a:xfrm>
            <a:off x="3845700" y="1860635"/>
            <a:ext cx="1452600" cy="252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sp>
        <p:nvSpPr>
          <p:cNvPr id="2512" name="Google Shape;2512;p84"/>
          <p:cNvSpPr txBox="1">
            <a:spLocks noGrp="1"/>
          </p:cNvSpPr>
          <p:nvPr>
            <p:ph type="subTitle" idx="3"/>
          </p:nvPr>
        </p:nvSpPr>
        <p:spPr>
          <a:xfrm>
            <a:off x="3438150" y="2165641"/>
            <a:ext cx="2267700" cy="44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Despite being red, Mars is a cold place</a:t>
            </a:r>
            <a:endParaRPr/>
          </a:p>
        </p:txBody>
      </p:sp>
      <p:sp>
        <p:nvSpPr>
          <p:cNvPr id="2513" name="Google Shape;2513;p84"/>
          <p:cNvSpPr txBox="1">
            <a:spLocks noGrp="1"/>
          </p:cNvSpPr>
          <p:nvPr>
            <p:ph type="subTitle" idx="4"/>
          </p:nvPr>
        </p:nvSpPr>
        <p:spPr>
          <a:xfrm>
            <a:off x="1116112" y="1858985"/>
            <a:ext cx="1452600" cy="255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a:t>
            </a:r>
            <a:endParaRPr/>
          </a:p>
        </p:txBody>
      </p:sp>
      <p:sp>
        <p:nvSpPr>
          <p:cNvPr id="2514" name="Google Shape;2514;p84"/>
          <p:cNvSpPr txBox="1">
            <a:spLocks noGrp="1"/>
          </p:cNvSpPr>
          <p:nvPr>
            <p:ph type="subTitle" idx="5"/>
          </p:nvPr>
        </p:nvSpPr>
        <p:spPr>
          <a:xfrm>
            <a:off x="710512" y="2166691"/>
            <a:ext cx="2263800" cy="44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 is the closest planet to the Sun</a:t>
            </a:r>
            <a:endParaRPr/>
          </a:p>
        </p:txBody>
      </p:sp>
      <p:sp>
        <p:nvSpPr>
          <p:cNvPr id="2515" name="Google Shape;2515;p84"/>
          <p:cNvSpPr txBox="1">
            <a:spLocks noGrp="1"/>
          </p:cNvSpPr>
          <p:nvPr>
            <p:ph type="subTitle" idx="6"/>
          </p:nvPr>
        </p:nvSpPr>
        <p:spPr>
          <a:xfrm>
            <a:off x="6575284" y="1860635"/>
            <a:ext cx="1452600" cy="252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a:t>
            </a:r>
            <a:endParaRPr/>
          </a:p>
        </p:txBody>
      </p:sp>
      <p:sp>
        <p:nvSpPr>
          <p:cNvPr id="2516" name="Google Shape;2516;p84"/>
          <p:cNvSpPr txBox="1">
            <a:spLocks noGrp="1"/>
          </p:cNvSpPr>
          <p:nvPr>
            <p:ph type="subTitle" idx="8"/>
          </p:nvPr>
        </p:nvSpPr>
        <p:spPr>
          <a:xfrm>
            <a:off x="3439925" y="3896075"/>
            <a:ext cx="2263800" cy="44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It’s the biggest planet in the Solar System</a:t>
            </a:r>
            <a:endParaRPr/>
          </a:p>
        </p:txBody>
      </p:sp>
      <p:sp>
        <p:nvSpPr>
          <p:cNvPr id="2517" name="Google Shape;2517;p84"/>
          <p:cNvSpPr txBox="1">
            <a:spLocks noGrp="1"/>
          </p:cNvSpPr>
          <p:nvPr>
            <p:ph type="subTitle" idx="9"/>
          </p:nvPr>
        </p:nvSpPr>
        <p:spPr>
          <a:xfrm>
            <a:off x="710512" y="3896075"/>
            <a:ext cx="2263800" cy="44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is the second planet from the Sun</a:t>
            </a:r>
            <a:endParaRPr/>
          </a:p>
        </p:txBody>
      </p:sp>
      <p:sp>
        <p:nvSpPr>
          <p:cNvPr id="2518" name="Google Shape;2518;p84"/>
          <p:cNvSpPr txBox="1">
            <a:spLocks noGrp="1"/>
          </p:cNvSpPr>
          <p:nvPr>
            <p:ph type="subTitle" idx="13"/>
          </p:nvPr>
        </p:nvSpPr>
        <p:spPr>
          <a:xfrm>
            <a:off x="3845700" y="3589521"/>
            <a:ext cx="1452600" cy="252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a:t>
            </a:r>
            <a:endParaRPr/>
          </a:p>
        </p:txBody>
      </p:sp>
      <p:sp>
        <p:nvSpPr>
          <p:cNvPr id="2519" name="Google Shape;2519;p84"/>
          <p:cNvSpPr txBox="1">
            <a:spLocks noGrp="1"/>
          </p:cNvSpPr>
          <p:nvPr>
            <p:ph type="subTitle" idx="14"/>
          </p:nvPr>
        </p:nvSpPr>
        <p:spPr>
          <a:xfrm>
            <a:off x="1116112" y="3589521"/>
            <a:ext cx="1452600" cy="252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a:t>
            </a:r>
            <a:endParaRPr/>
          </a:p>
        </p:txBody>
      </p:sp>
      <p:sp>
        <p:nvSpPr>
          <p:cNvPr id="2520" name="Google Shape;2520;p84"/>
          <p:cNvSpPr txBox="1">
            <a:spLocks noGrp="1"/>
          </p:cNvSpPr>
          <p:nvPr>
            <p:ph type="subTitle" idx="15"/>
          </p:nvPr>
        </p:nvSpPr>
        <p:spPr>
          <a:xfrm>
            <a:off x="6575284" y="3589521"/>
            <a:ext cx="1452600" cy="252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NEPTUNE</a:t>
            </a:r>
            <a:endParaRPr/>
          </a:p>
        </p:txBody>
      </p:sp>
      <p:sp>
        <p:nvSpPr>
          <p:cNvPr id="2521" name="Google Shape;2521;p84"/>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DID YOU KNOW THIS?</a:t>
            </a:r>
            <a:endParaRPr/>
          </a:p>
        </p:txBody>
      </p:sp>
      <p:grpSp>
        <p:nvGrpSpPr>
          <p:cNvPr id="2522" name="Google Shape;2522;p84"/>
          <p:cNvGrpSpPr/>
          <p:nvPr/>
        </p:nvGrpSpPr>
        <p:grpSpPr>
          <a:xfrm rot="5400000">
            <a:off x="4485908" y="1226867"/>
            <a:ext cx="172183" cy="756030"/>
            <a:chOff x="4146238" y="3334675"/>
            <a:chExt cx="112450" cy="493750"/>
          </a:xfrm>
        </p:grpSpPr>
        <p:sp>
          <p:nvSpPr>
            <p:cNvPr id="2523" name="Google Shape;2523;p84"/>
            <p:cNvSpPr/>
            <p:nvPr/>
          </p:nvSpPr>
          <p:spPr>
            <a:xfrm>
              <a:off x="4149713" y="3352525"/>
              <a:ext cx="105475" cy="141650"/>
            </a:xfrm>
            <a:custGeom>
              <a:avLst/>
              <a:gdLst/>
              <a:ahLst/>
              <a:cxnLst/>
              <a:rect l="l" t="t" r="r" b="b"/>
              <a:pathLst>
                <a:path w="4219" h="5666" extrusionOk="0">
                  <a:moveTo>
                    <a:pt x="2110" y="1"/>
                  </a:moveTo>
                  <a:cubicBezTo>
                    <a:pt x="2110" y="1"/>
                    <a:pt x="1" y="2476"/>
                    <a:pt x="1" y="3574"/>
                  </a:cubicBezTo>
                  <a:cubicBezTo>
                    <a:pt x="1" y="4725"/>
                    <a:pt x="942" y="5666"/>
                    <a:pt x="2110" y="5666"/>
                  </a:cubicBezTo>
                  <a:cubicBezTo>
                    <a:pt x="3278" y="5666"/>
                    <a:pt x="4219" y="4725"/>
                    <a:pt x="4219" y="3574"/>
                  </a:cubicBezTo>
                  <a:cubicBezTo>
                    <a:pt x="4219" y="2476"/>
                    <a:pt x="2110" y="1"/>
                    <a:pt x="211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84"/>
            <p:cNvSpPr/>
            <p:nvPr/>
          </p:nvSpPr>
          <p:spPr>
            <a:xfrm>
              <a:off x="4197213" y="3454500"/>
              <a:ext cx="34450" cy="43600"/>
            </a:xfrm>
            <a:custGeom>
              <a:avLst/>
              <a:gdLst/>
              <a:ahLst/>
              <a:cxnLst/>
              <a:rect l="l" t="t" r="r" b="b"/>
              <a:pathLst>
                <a:path w="1378" h="1744" extrusionOk="0">
                  <a:moveTo>
                    <a:pt x="872" y="1"/>
                  </a:moveTo>
                  <a:lnTo>
                    <a:pt x="1" y="1447"/>
                  </a:lnTo>
                  <a:lnTo>
                    <a:pt x="506" y="1744"/>
                  </a:lnTo>
                  <a:lnTo>
                    <a:pt x="1378" y="280"/>
                  </a:lnTo>
                  <a:lnTo>
                    <a:pt x="87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84"/>
            <p:cNvSpPr/>
            <p:nvPr/>
          </p:nvSpPr>
          <p:spPr>
            <a:xfrm>
              <a:off x="4173238" y="3454500"/>
              <a:ext cx="36650" cy="43600"/>
            </a:xfrm>
            <a:custGeom>
              <a:avLst/>
              <a:gdLst/>
              <a:ahLst/>
              <a:cxnLst/>
              <a:rect l="l" t="t" r="r" b="b"/>
              <a:pathLst>
                <a:path w="1466" h="1744" extrusionOk="0">
                  <a:moveTo>
                    <a:pt x="524" y="1"/>
                  </a:moveTo>
                  <a:lnTo>
                    <a:pt x="1" y="280"/>
                  </a:lnTo>
                  <a:lnTo>
                    <a:pt x="960" y="1744"/>
                  </a:lnTo>
                  <a:lnTo>
                    <a:pt x="1465" y="1447"/>
                  </a:lnTo>
                  <a:lnTo>
                    <a:pt x="52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84"/>
            <p:cNvSpPr/>
            <p:nvPr/>
          </p:nvSpPr>
          <p:spPr>
            <a:xfrm>
              <a:off x="4188063" y="3518125"/>
              <a:ext cx="30975" cy="43600"/>
            </a:xfrm>
            <a:custGeom>
              <a:avLst/>
              <a:gdLst/>
              <a:ahLst/>
              <a:cxnLst/>
              <a:rect l="l" t="t" r="r" b="b"/>
              <a:pathLst>
                <a:path w="1239" h="1744" extrusionOk="0">
                  <a:moveTo>
                    <a:pt x="0" y="1"/>
                  </a:moveTo>
                  <a:lnTo>
                    <a:pt x="0" y="1744"/>
                  </a:lnTo>
                  <a:lnTo>
                    <a:pt x="1238" y="1744"/>
                  </a:lnTo>
                  <a:lnTo>
                    <a:pt x="123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84"/>
            <p:cNvSpPr/>
            <p:nvPr/>
          </p:nvSpPr>
          <p:spPr>
            <a:xfrm>
              <a:off x="4180663" y="3561700"/>
              <a:ext cx="45325" cy="255825"/>
            </a:xfrm>
            <a:custGeom>
              <a:avLst/>
              <a:gdLst/>
              <a:ahLst/>
              <a:cxnLst/>
              <a:rect l="l" t="t" r="r" b="b"/>
              <a:pathLst>
                <a:path w="1813" h="10233" extrusionOk="0">
                  <a:moveTo>
                    <a:pt x="1813" y="1"/>
                  </a:moveTo>
                  <a:lnTo>
                    <a:pt x="70" y="70"/>
                  </a:lnTo>
                  <a:lnTo>
                    <a:pt x="0" y="7845"/>
                  </a:lnTo>
                  <a:lnTo>
                    <a:pt x="872" y="10233"/>
                  </a:lnTo>
                  <a:lnTo>
                    <a:pt x="1743" y="8420"/>
                  </a:lnTo>
                  <a:lnTo>
                    <a:pt x="181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84"/>
            <p:cNvSpPr/>
            <p:nvPr/>
          </p:nvSpPr>
          <p:spPr>
            <a:xfrm>
              <a:off x="4146238" y="3334675"/>
              <a:ext cx="112450" cy="166925"/>
            </a:xfrm>
            <a:custGeom>
              <a:avLst/>
              <a:gdLst/>
              <a:ahLst/>
              <a:cxnLst/>
              <a:rect l="l" t="t" r="r" b="b"/>
              <a:pathLst>
                <a:path w="4498" h="6677" extrusionOk="0">
                  <a:moveTo>
                    <a:pt x="2249" y="1081"/>
                  </a:moveTo>
                  <a:cubicBezTo>
                    <a:pt x="2911" y="2022"/>
                    <a:pt x="3922" y="3695"/>
                    <a:pt x="3922" y="4428"/>
                  </a:cubicBezTo>
                  <a:cubicBezTo>
                    <a:pt x="3922" y="5369"/>
                    <a:pt x="3190" y="6101"/>
                    <a:pt x="2249" y="6101"/>
                  </a:cubicBezTo>
                  <a:cubicBezTo>
                    <a:pt x="1377" y="6101"/>
                    <a:pt x="645" y="5369"/>
                    <a:pt x="645" y="4428"/>
                  </a:cubicBezTo>
                  <a:cubicBezTo>
                    <a:pt x="645" y="3695"/>
                    <a:pt x="1673" y="2022"/>
                    <a:pt x="2249" y="1081"/>
                  </a:cubicBezTo>
                  <a:close/>
                  <a:moveTo>
                    <a:pt x="2249" y="0"/>
                  </a:moveTo>
                  <a:lnTo>
                    <a:pt x="2040" y="366"/>
                  </a:lnTo>
                  <a:cubicBezTo>
                    <a:pt x="1813" y="645"/>
                    <a:pt x="0" y="3260"/>
                    <a:pt x="0" y="4428"/>
                  </a:cubicBezTo>
                  <a:cubicBezTo>
                    <a:pt x="0" y="5665"/>
                    <a:pt x="1011" y="6676"/>
                    <a:pt x="2249" y="6676"/>
                  </a:cubicBezTo>
                  <a:cubicBezTo>
                    <a:pt x="3486" y="6676"/>
                    <a:pt x="4497" y="5665"/>
                    <a:pt x="4497" y="4428"/>
                  </a:cubicBezTo>
                  <a:cubicBezTo>
                    <a:pt x="4497" y="3260"/>
                    <a:pt x="2684" y="645"/>
                    <a:pt x="2545" y="366"/>
                  </a:cubicBezTo>
                  <a:lnTo>
                    <a:pt x="224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84"/>
            <p:cNvSpPr/>
            <p:nvPr/>
          </p:nvSpPr>
          <p:spPr>
            <a:xfrm>
              <a:off x="4168013" y="3507225"/>
              <a:ext cx="68875" cy="63225"/>
            </a:xfrm>
            <a:custGeom>
              <a:avLst/>
              <a:gdLst/>
              <a:ahLst/>
              <a:cxnLst/>
              <a:rect l="l" t="t" r="r" b="b"/>
              <a:pathLst>
                <a:path w="2755" h="2529" extrusionOk="0">
                  <a:moveTo>
                    <a:pt x="1674" y="576"/>
                  </a:moveTo>
                  <a:lnTo>
                    <a:pt x="1883" y="1953"/>
                  </a:lnTo>
                  <a:lnTo>
                    <a:pt x="942" y="1953"/>
                  </a:lnTo>
                  <a:lnTo>
                    <a:pt x="1081" y="576"/>
                  </a:lnTo>
                  <a:close/>
                  <a:moveTo>
                    <a:pt x="297" y="1"/>
                  </a:moveTo>
                  <a:lnTo>
                    <a:pt x="297" y="576"/>
                  </a:lnTo>
                  <a:lnTo>
                    <a:pt x="506" y="576"/>
                  </a:lnTo>
                  <a:lnTo>
                    <a:pt x="297" y="1953"/>
                  </a:lnTo>
                  <a:lnTo>
                    <a:pt x="1" y="1953"/>
                  </a:lnTo>
                  <a:lnTo>
                    <a:pt x="1" y="2528"/>
                  </a:lnTo>
                  <a:lnTo>
                    <a:pt x="2755" y="2528"/>
                  </a:lnTo>
                  <a:lnTo>
                    <a:pt x="2755" y="1953"/>
                  </a:lnTo>
                  <a:lnTo>
                    <a:pt x="2476" y="1953"/>
                  </a:lnTo>
                  <a:lnTo>
                    <a:pt x="2319" y="576"/>
                  </a:lnTo>
                  <a:lnTo>
                    <a:pt x="2546" y="576"/>
                  </a:lnTo>
                  <a:lnTo>
                    <a:pt x="254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84"/>
            <p:cNvSpPr/>
            <p:nvPr/>
          </p:nvSpPr>
          <p:spPr>
            <a:xfrm>
              <a:off x="4164538" y="3577825"/>
              <a:ext cx="78025" cy="250600"/>
            </a:xfrm>
            <a:custGeom>
              <a:avLst/>
              <a:gdLst/>
              <a:ahLst/>
              <a:cxnLst/>
              <a:rect l="l" t="t" r="r" b="b"/>
              <a:pathLst>
                <a:path w="3121" h="10024" extrusionOk="0">
                  <a:moveTo>
                    <a:pt x="436" y="1"/>
                  </a:moveTo>
                  <a:cubicBezTo>
                    <a:pt x="349" y="227"/>
                    <a:pt x="0" y="5962"/>
                    <a:pt x="436" y="7845"/>
                  </a:cubicBezTo>
                  <a:cubicBezTo>
                    <a:pt x="506" y="8350"/>
                    <a:pt x="1220" y="9448"/>
                    <a:pt x="1308" y="9588"/>
                  </a:cubicBezTo>
                  <a:lnTo>
                    <a:pt x="1517" y="10024"/>
                  </a:lnTo>
                  <a:lnTo>
                    <a:pt x="1813" y="9588"/>
                  </a:lnTo>
                  <a:cubicBezTo>
                    <a:pt x="1883" y="9448"/>
                    <a:pt x="2528" y="8350"/>
                    <a:pt x="2685" y="7845"/>
                  </a:cubicBezTo>
                  <a:cubicBezTo>
                    <a:pt x="3120" y="5962"/>
                    <a:pt x="2685" y="227"/>
                    <a:pt x="2685" y="1"/>
                  </a:cubicBezTo>
                  <a:lnTo>
                    <a:pt x="2092" y="1"/>
                  </a:lnTo>
                  <a:cubicBezTo>
                    <a:pt x="2092" y="70"/>
                    <a:pt x="2528" y="5892"/>
                    <a:pt x="2092" y="7705"/>
                  </a:cubicBezTo>
                  <a:cubicBezTo>
                    <a:pt x="2022" y="7914"/>
                    <a:pt x="1813" y="8420"/>
                    <a:pt x="1517" y="8856"/>
                  </a:cubicBezTo>
                  <a:cubicBezTo>
                    <a:pt x="1308" y="8420"/>
                    <a:pt x="1081" y="7914"/>
                    <a:pt x="1011" y="7705"/>
                  </a:cubicBezTo>
                  <a:cubicBezTo>
                    <a:pt x="575" y="5892"/>
                    <a:pt x="1011" y="70"/>
                    <a:pt x="101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1" name="Google Shape;2531;p84"/>
          <p:cNvGrpSpPr/>
          <p:nvPr/>
        </p:nvGrpSpPr>
        <p:grpSpPr>
          <a:xfrm rot="5400000">
            <a:off x="7198802" y="1210177"/>
            <a:ext cx="205564" cy="756030"/>
            <a:chOff x="7819413" y="3334675"/>
            <a:chExt cx="134250" cy="493750"/>
          </a:xfrm>
        </p:grpSpPr>
        <p:sp>
          <p:nvSpPr>
            <p:cNvPr id="2532" name="Google Shape;2532;p84"/>
            <p:cNvSpPr/>
            <p:nvPr/>
          </p:nvSpPr>
          <p:spPr>
            <a:xfrm>
              <a:off x="7848613" y="3679375"/>
              <a:ext cx="59725" cy="122025"/>
            </a:xfrm>
            <a:custGeom>
              <a:avLst/>
              <a:gdLst/>
              <a:ahLst/>
              <a:cxnLst/>
              <a:rect l="l" t="t" r="r" b="b"/>
              <a:pathLst>
                <a:path w="2389" h="4881" extrusionOk="0">
                  <a:moveTo>
                    <a:pt x="280" y="0"/>
                  </a:moveTo>
                  <a:lnTo>
                    <a:pt x="280" y="1238"/>
                  </a:lnTo>
                  <a:lnTo>
                    <a:pt x="1" y="2109"/>
                  </a:lnTo>
                  <a:lnTo>
                    <a:pt x="1238" y="4881"/>
                  </a:lnTo>
                  <a:lnTo>
                    <a:pt x="2389" y="2109"/>
                  </a:lnTo>
                  <a:lnTo>
                    <a:pt x="2110" y="1238"/>
                  </a:lnTo>
                  <a:lnTo>
                    <a:pt x="211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84"/>
            <p:cNvSpPr/>
            <p:nvPr/>
          </p:nvSpPr>
          <p:spPr>
            <a:xfrm>
              <a:off x="7848613" y="3545150"/>
              <a:ext cx="59725" cy="134250"/>
            </a:xfrm>
            <a:custGeom>
              <a:avLst/>
              <a:gdLst/>
              <a:ahLst/>
              <a:cxnLst/>
              <a:rect l="l" t="t" r="r" b="b"/>
              <a:pathLst>
                <a:path w="2389" h="5370" extrusionOk="0">
                  <a:moveTo>
                    <a:pt x="1" y="0"/>
                  </a:moveTo>
                  <a:lnTo>
                    <a:pt x="280" y="5369"/>
                  </a:lnTo>
                  <a:lnTo>
                    <a:pt x="2110" y="5369"/>
                  </a:lnTo>
                  <a:lnTo>
                    <a:pt x="238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84"/>
            <p:cNvSpPr/>
            <p:nvPr/>
          </p:nvSpPr>
          <p:spPr>
            <a:xfrm>
              <a:off x="7841213" y="3537725"/>
              <a:ext cx="76275" cy="150825"/>
            </a:xfrm>
            <a:custGeom>
              <a:avLst/>
              <a:gdLst/>
              <a:ahLst/>
              <a:cxnLst/>
              <a:rect l="l" t="t" r="r" b="b"/>
              <a:pathLst>
                <a:path w="3051" h="6033" extrusionOk="0">
                  <a:moveTo>
                    <a:pt x="2406" y="594"/>
                  </a:moveTo>
                  <a:lnTo>
                    <a:pt x="2110" y="5387"/>
                  </a:lnTo>
                  <a:lnTo>
                    <a:pt x="872" y="5387"/>
                  </a:lnTo>
                  <a:lnTo>
                    <a:pt x="663" y="594"/>
                  </a:lnTo>
                  <a:close/>
                  <a:moveTo>
                    <a:pt x="0" y="1"/>
                  </a:moveTo>
                  <a:lnTo>
                    <a:pt x="297" y="6032"/>
                  </a:lnTo>
                  <a:lnTo>
                    <a:pt x="2685" y="6032"/>
                  </a:lnTo>
                  <a:lnTo>
                    <a:pt x="3051" y="1"/>
                  </a:lnTo>
                  <a:close/>
                </a:path>
              </a:pathLst>
            </a:custGeom>
            <a:solidFill>
              <a:srgbClr val="1D1E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84"/>
            <p:cNvSpPr/>
            <p:nvPr/>
          </p:nvSpPr>
          <p:spPr>
            <a:xfrm>
              <a:off x="7848613" y="3341625"/>
              <a:ext cx="59725" cy="38375"/>
            </a:xfrm>
            <a:custGeom>
              <a:avLst/>
              <a:gdLst/>
              <a:ahLst/>
              <a:cxnLst/>
              <a:rect l="l" t="t" r="r" b="b"/>
              <a:pathLst>
                <a:path w="2389" h="1535" extrusionOk="0">
                  <a:moveTo>
                    <a:pt x="1" y="1"/>
                  </a:moveTo>
                  <a:lnTo>
                    <a:pt x="1" y="1535"/>
                  </a:lnTo>
                  <a:lnTo>
                    <a:pt x="2389" y="1535"/>
                  </a:lnTo>
                  <a:lnTo>
                    <a:pt x="238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84"/>
            <p:cNvSpPr/>
            <p:nvPr/>
          </p:nvSpPr>
          <p:spPr>
            <a:xfrm>
              <a:off x="7841213" y="3379975"/>
              <a:ext cx="74550" cy="165200"/>
            </a:xfrm>
            <a:custGeom>
              <a:avLst/>
              <a:gdLst/>
              <a:ahLst/>
              <a:cxnLst/>
              <a:rect l="l" t="t" r="r" b="b"/>
              <a:pathLst>
                <a:path w="2982" h="6608" extrusionOk="0">
                  <a:moveTo>
                    <a:pt x="0" y="1"/>
                  </a:moveTo>
                  <a:lnTo>
                    <a:pt x="0" y="6607"/>
                  </a:lnTo>
                  <a:lnTo>
                    <a:pt x="2981" y="6607"/>
                  </a:lnTo>
                  <a:lnTo>
                    <a:pt x="298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84"/>
            <p:cNvSpPr/>
            <p:nvPr/>
          </p:nvSpPr>
          <p:spPr>
            <a:xfrm>
              <a:off x="7819413" y="3334675"/>
              <a:ext cx="134250" cy="493750"/>
            </a:xfrm>
            <a:custGeom>
              <a:avLst/>
              <a:gdLst/>
              <a:ahLst/>
              <a:cxnLst/>
              <a:rect l="l" t="t" r="r" b="b"/>
              <a:pathLst>
                <a:path w="5370" h="19750" extrusionOk="0">
                  <a:moveTo>
                    <a:pt x="3278" y="645"/>
                  </a:moveTo>
                  <a:lnTo>
                    <a:pt x="3278" y="1517"/>
                  </a:lnTo>
                  <a:lnTo>
                    <a:pt x="1448" y="1517"/>
                  </a:lnTo>
                  <a:lnTo>
                    <a:pt x="1448" y="645"/>
                  </a:lnTo>
                  <a:close/>
                  <a:moveTo>
                    <a:pt x="3557" y="2109"/>
                  </a:moveTo>
                  <a:lnTo>
                    <a:pt x="3557" y="2388"/>
                  </a:lnTo>
                  <a:lnTo>
                    <a:pt x="3557" y="8123"/>
                  </a:lnTo>
                  <a:lnTo>
                    <a:pt x="1169" y="8123"/>
                  </a:lnTo>
                  <a:lnTo>
                    <a:pt x="1169" y="2388"/>
                  </a:lnTo>
                  <a:lnTo>
                    <a:pt x="1169" y="2109"/>
                  </a:lnTo>
                  <a:close/>
                  <a:moveTo>
                    <a:pt x="3278" y="8716"/>
                  </a:moveTo>
                  <a:lnTo>
                    <a:pt x="2982" y="13509"/>
                  </a:lnTo>
                  <a:lnTo>
                    <a:pt x="1744" y="13509"/>
                  </a:lnTo>
                  <a:lnTo>
                    <a:pt x="1535" y="8716"/>
                  </a:lnTo>
                  <a:close/>
                  <a:moveTo>
                    <a:pt x="2982" y="14154"/>
                  </a:moveTo>
                  <a:lnTo>
                    <a:pt x="2982" y="15095"/>
                  </a:lnTo>
                  <a:lnTo>
                    <a:pt x="3278" y="15897"/>
                  </a:lnTo>
                  <a:lnTo>
                    <a:pt x="2685" y="17205"/>
                  </a:lnTo>
                  <a:lnTo>
                    <a:pt x="2685" y="16194"/>
                  </a:lnTo>
                  <a:lnTo>
                    <a:pt x="2110" y="16194"/>
                  </a:lnTo>
                  <a:lnTo>
                    <a:pt x="2110" y="17205"/>
                  </a:lnTo>
                  <a:lnTo>
                    <a:pt x="1535" y="15897"/>
                  </a:lnTo>
                  <a:lnTo>
                    <a:pt x="1814" y="15095"/>
                  </a:lnTo>
                  <a:lnTo>
                    <a:pt x="1814" y="14154"/>
                  </a:lnTo>
                  <a:close/>
                  <a:moveTo>
                    <a:pt x="872" y="0"/>
                  </a:moveTo>
                  <a:lnTo>
                    <a:pt x="872" y="1517"/>
                  </a:lnTo>
                  <a:lnTo>
                    <a:pt x="1" y="1517"/>
                  </a:lnTo>
                  <a:lnTo>
                    <a:pt x="1" y="2109"/>
                  </a:lnTo>
                  <a:lnTo>
                    <a:pt x="576" y="2109"/>
                  </a:lnTo>
                  <a:lnTo>
                    <a:pt x="576" y="2388"/>
                  </a:lnTo>
                  <a:lnTo>
                    <a:pt x="576" y="8716"/>
                  </a:lnTo>
                  <a:lnTo>
                    <a:pt x="872" y="8716"/>
                  </a:lnTo>
                  <a:lnTo>
                    <a:pt x="1169" y="13875"/>
                  </a:lnTo>
                  <a:lnTo>
                    <a:pt x="1169" y="14956"/>
                  </a:lnTo>
                  <a:lnTo>
                    <a:pt x="872" y="15967"/>
                  </a:lnTo>
                  <a:lnTo>
                    <a:pt x="2406" y="19750"/>
                  </a:lnTo>
                  <a:lnTo>
                    <a:pt x="3923" y="15967"/>
                  </a:lnTo>
                  <a:lnTo>
                    <a:pt x="3557" y="14956"/>
                  </a:lnTo>
                  <a:lnTo>
                    <a:pt x="3557" y="13875"/>
                  </a:lnTo>
                  <a:lnTo>
                    <a:pt x="3853" y="8716"/>
                  </a:lnTo>
                  <a:lnTo>
                    <a:pt x="4219" y="8716"/>
                  </a:lnTo>
                  <a:lnTo>
                    <a:pt x="4219" y="2388"/>
                  </a:lnTo>
                  <a:lnTo>
                    <a:pt x="4219" y="2109"/>
                  </a:lnTo>
                  <a:lnTo>
                    <a:pt x="4794" y="2109"/>
                  </a:lnTo>
                  <a:lnTo>
                    <a:pt x="4794" y="6310"/>
                  </a:lnTo>
                  <a:lnTo>
                    <a:pt x="5370" y="6310"/>
                  </a:lnTo>
                  <a:lnTo>
                    <a:pt x="5370" y="1517"/>
                  </a:lnTo>
                  <a:lnTo>
                    <a:pt x="3853" y="1517"/>
                  </a:lnTo>
                  <a:lnTo>
                    <a:pt x="392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84"/>
            <p:cNvSpPr/>
            <p:nvPr/>
          </p:nvSpPr>
          <p:spPr>
            <a:xfrm>
              <a:off x="7855588" y="3507225"/>
              <a:ext cx="45775" cy="16150"/>
            </a:xfrm>
            <a:custGeom>
              <a:avLst/>
              <a:gdLst/>
              <a:ahLst/>
              <a:cxnLst/>
              <a:rect l="l" t="t" r="r" b="b"/>
              <a:pathLst>
                <a:path w="1831" h="646" extrusionOk="0">
                  <a:moveTo>
                    <a:pt x="1" y="1"/>
                  </a:moveTo>
                  <a:lnTo>
                    <a:pt x="1" y="646"/>
                  </a:lnTo>
                  <a:lnTo>
                    <a:pt x="1831" y="646"/>
                  </a:lnTo>
                  <a:lnTo>
                    <a:pt x="183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9" name="Google Shape;2539;p84"/>
          <p:cNvGrpSpPr/>
          <p:nvPr/>
        </p:nvGrpSpPr>
        <p:grpSpPr>
          <a:xfrm rot="-5400000">
            <a:off x="7045682" y="2783508"/>
            <a:ext cx="511804" cy="756719"/>
            <a:chOff x="7719638" y="4060675"/>
            <a:chExt cx="334250" cy="494200"/>
          </a:xfrm>
        </p:grpSpPr>
        <p:sp>
          <p:nvSpPr>
            <p:cNvPr id="2540" name="Google Shape;2540;p84"/>
            <p:cNvSpPr/>
            <p:nvPr/>
          </p:nvSpPr>
          <p:spPr>
            <a:xfrm>
              <a:off x="7727038" y="4206225"/>
              <a:ext cx="61475" cy="341225"/>
            </a:xfrm>
            <a:custGeom>
              <a:avLst/>
              <a:gdLst/>
              <a:ahLst/>
              <a:cxnLst/>
              <a:rect l="l" t="t" r="r" b="b"/>
              <a:pathLst>
                <a:path w="2459" h="13649" extrusionOk="0">
                  <a:moveTo>
                    <a:pt x="0" y="0"/>
                  </a:moveTo>
                  <a:lnTo>
                    <a:pt x="0" y="7844"/>
                  </a:lnTo>
                  <a:lnTo>
                    <a:pt x="1221" y="9361"/>
                  </a:lnTo>
                  <a:lnTo>
                    <a:pt x="1221" y="9953"/>
                  </a:lnTo>
                  <a:lnTo>
                    <a:pt x="0" y="9953"/>
                  </a:lnTo>
                  <a:lnTo>
                    <a:pt x="0" y="13649"/>
                  </a:lnTo>
                  <a:lnTo>
                    <a:pt x="942" y="13649"/>
                  </a:lnTo>
                  <a:lnTo>
                    <a:pt x="1221" y="12411"/>
                  </a:lnTo>
                  <a:lnTo>
                    <a:pt x="2458" y="11470"/>
                  </a:lnTo>
                  <a:lnTo>
                    <a:pt x="245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84"/>
            <p:cNvSpPr/>
            <p:nvPr/>
          </p:nvSpPr>
          <p:spPr>
            <a:xfrm>
              <a:off x="7727038" y="4158725"/>
              <a:ext cx="61475" cy="47525"/>
            </a:xfrm>
            <a:custGeom>
              <a:avLst/>
              <a:gdLst/>
              <a:ahLst/>
              <a:cxnLst/>
              <a:rect l="l" t="t" r="r" b="b"/>
              <a:pathLst>
                <a:path w="2459" h="1901" extrusionOk="0">
                  <a:moveTo>
                    <a:pt x="0" y="0"/>
                  </a:moveTo>
                  <a:lnTo>
                    <a:pt x="0" y="1900"/>
                  </a:lnTo>
                  <a:lnTo>
                    <a:pt x="2458" y="1900"/>
                  </a:lnTo>
                  <a:lnTo>
                    <a:pt x="245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84"/>
            <p:cNvSpPr/>
            <p:nvPr/>
          </p:nvSpPr>
          <p:spPr>
            <a:xfrm>
              <a:off x="7727038" y="4206225"/>
              <a:ext cx="61475" cy="74525"/>
            </a:xfrm>
            <a:custGeom>
              <a:avLst/>
              <a:gdLst/>
              <a:ahLst/>
              <a:cxnLst/>
              <a:rect l="l" t="t" r="r" b="b"/>
              <a:pathLst>
                <a:path w="2459" h="2981" extrusionOk="0">
                  <a:moveTo>
                    <a:pt x="0" y="0"/>
                  </a:moveTo>
                  <a:lnTo>
                    <a:pt x="0" y="2981"/>
                  </a:lnTo>
                  <a:lnTo>
                    <a:pt x="2458" y="2981"/>
                  </a:lnTo>
                  <a:lnTo>
                    <a:pt x="245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84"/>
            <p:cNvSpPr/>
            <p:nvPr/>
          </p:nvSpPr>
          <p:spPr>
            <a:xfrm>
              <a:off x="7741413" y="4197075"/>
              <a:ext cx="30975" cy="16150"/>
            </a:xfrm>
            <a:custGeom>
              <a:avLst/>
              <a:gdLst/>
              <a:ahLst/>
              <a:cxnLst/>
              <a:rect l="l" t="t" r="r" b="b"/>
              <a:pathLst>
                <a:path w="1239" h="646" extrusionOk="0">
                  <a:moveTo>
                    <a:pt x="1" y="0"/>
                  </a:moveTo>
                  <a:lnTo>
                    <a:pt x="1" y="645"/>
                  </a:lnTo>
                  <a:lnTo>
                    <a:pt x="1238" y="645"/>
                  </a:lnTo>
                  <a:lnTo>
                    <a:pt x="12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84"/>
            <p:cNvSpPr/>
            <p:nvPr/>
          </p:nvSpPr>
          <p:spPr>
            <a:xfrm>
              <a:off x="7719638" y="4144350"/>
              <a:ext cx="76275" cy="410525"/>
            </a:xfrm>
            <a:custGeom>
              <a:avLst/>
              <a:gdLst/>
              <a:ahLst/>
              <a:cxnLst/>
              <a:rect l="l" t="t" r="r" b="b"/>
              <a:pathLst>
                <a:path w="3051" h="16421" extrusionOk="0">
                  <a:moveTo>
                    <a:pt x="2388" y="941"/>
                  </a:moveTo>
                  <a:lnTo>
                    <a:pt x="2475" y="13875"/>
                  </a:lnTo>
                  <a:cubicBezTo>
                    <a:pt x="1604" y="14015"/>
                    <a:pt x="872" y="14816"/>
                    <a:pt x="872" y="15758"/>
                  </a:cubicBezTo>
                  <a:lnTo>
                    <a:pt x="575" y="15758"/>
                  </a:lnTo>
                  <a:lnTo>
                    <a:pt x="575" y="12777"/>
                  </a:lnTo>
                  <a:lnTo>
                    <a:pt x="1813" y="12707"/>
                  </a:lnTo>
                  <a:lnTo>
                    <a:pt x="1813" y="11627"/>
                  </a:lnTo>
                  <a:lnTo>
                    <a:pt x="575" y="10250"/>
                  </a:lnTo>
                  <a:lnTo>
                    <a:pt x="575" y="941"/>
                  </a:lnTo>
                  <a:close/>
                  <a:moveTo>
                    <a:pt x="1238" y="0"/>
                  </a:moveTo>
                  <a:lnTo>
                    <a:pt x="1238" y="296"/>
                  </a:lnTo>
                  <a:lnTo>
                    <a:pt x="0" y="296"/>
                  </a:lnTo>
                  <a:lnTo>
                    <a:pt x="0" y="10459"/>
                  </a:lnTo>
                  <a:lnTo>
                    <a:pt x="1238" y="11836"/>
                  </a:lnTo>
                  <a:lnTo>
                    <a:pt x="1238" y="12132"/>
                  </a:lnTo>
                  <a:lnTo>
                    <a:pt x="0" y="12132"/>
                  </a:lnTo>
                  <a:lnTo>
                    <a:pt x="0" y="16420"/>
                  </a:lnTo>
                  <a:lnTo>
                    <a:pt x="1447" y="16420"/>
                  </a:lnTo>
                  <a:lnTo>
                    <a:pt x="1447" y="15915"/>
                  </a:lnTo>
                  <a:cubicBezTo>
                    <a:pt x="1447" y="15113"/>
                    <a:pt x="2040" y="14450"/>
                    <a:pt x="2754" y="14450"/>
                  </a:cubicBezTo>
                  <a:lnTo>
                    <a:pt x="3051" y="14450"/>
                  </a:lnTo>
                  <a:lnTo>
                    <a:pt x="3051" y="296"/>
                  </a:lnTo>
                  <a:lnTo>
                    <a:pt x="1813" y="296"/>
                  </a:lnTo>
                  <a:lnTo>
                    <a:pt x="18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84"/>
            <p:cNvSpPr/>
            <p:nvPr/>
          </p:nvSpPr>
          <p:spPr>
            <a:xfrm>
              <a:off x="7750563" y="4060675"/>
              <a:ext cx="234050" cy="432300"/>
            </a:xfrm>
            <a:custGeom>
              <a:avLst/>
              <a:gdLst/>
              <a:ahLst/>
              <a:cxnLst/>
              <a:rect l="l" t="t" r="r" b="b"/>
              <a:pathLst>
                <a:path w="9362" h="17292" extrusionOk="0">
                  <a:moveTo>
                    <a:pt x="2180" y="0"/>
                  </a:moveTo>
                  <a:lnTo>
                    <a:pt x="2180" y="593"/>
                  </a:lnTo>
                  <a:cubicBezTo>
                    <a:pt x="2459" y="663"/>
                    <a:pt x="2825" y="732"/>
                    <a:pt x="3051" y="959"/>
                  </a:cubicBezTo>
                  <a:lnTo>
                    <a:pt x="3487" y="523"/>
                  </a:lnTo>
                  <a:cubicBezTo>
                    <a:pt x="3121" y="227"/>
                    <a:pt x="2685" y="0"/>
                    <a:pt x="2180" y="0"/>
                  </a:cubicBezTo>
                  <a:close/>
                  <a:moveTo>
                    <a:pt x="1517" y="87"/>
                  </a:moveTo>
                  <a:cubicBezTo>
                    <a:pt x="1081" y="227"/>
                    <a:pt x="646" y="523"/>
                    <a:pt x="367" y="872"/>
                  </a:cubicBezTo>
                  <a:lnTo>
                    <a:pt x="872" y="1238"/>
                  </a:lnTo>
                  <a:cubicBezTo>
                    <a:pt x="1081" y="959"/>
                    <a:pt x="1378" y="802"/>
                    <a:pt x="1674" y="663"/>
                  </a:cubicBezTo>
                  <a:lnTo>
                    <a:pt x="1517" y="87"/>
                  </a:lnTo>
                  <a:close/>
                  <a:moveTo>
                    <a:pt x="3923" y="1029"/>
                  </a:moveTo>
                  <a:lnTo>
                    <a:pt x="3417" y="1308"/>
                  </a:lnTo>
                  <a:cubicBezTo>
                    <a:pt x="3557" y="1604"/>
                    <a:pt x="3626" y="1831"/>
                    <a:pt x="3626" y="2109"/>
                  </a:cubicBezTo>
                  <a:lnTo>
                    <a:pt x="3626" y="2336"/>
                  </a:lnTo>
                  <a:lnTo>
                    <a:pt x="4202" y="2336"/>
                  </a:lnTo>
                  <a:lnTo>
                    <a:pt x="4202" y="2109"/>
                  </a:lnTo>
                  <a:cubicBezTo>
                    <a:pt x="4202" y="1743"/>
                    <a:pt x="4132" y="1395"/>
                    <a:pt x="3923" y="1029"/>
                  </a:cubicBezTo>
                  <a:close/>
                  <a:moveTo>
                    <a:pt x="70" y="1464"/>
                  </a:moveTo>
                  <a:cubicBezTo>
                    <a:pt x="1" y="1674"/>
                    <a:pt x="1" y="1900"/>
                    <a:pt x="1" y="2109"/>
                  </a:cubicBezTo>
                  <a:lnTo>
                    <a:pt x="1" y="2772"/>
                  </a:lnTo>
                  <a:lnTo>
                    <a:pt x="576" y="2772"/>
                  </a:lnTo>
                  <a:lnTo>
                    <a:pt x="576" y="2109"/>
                  </a:lnTo>
                  <a:cubicBezTo>
                    <a:pt x="576" y="1970"/>
                    <a:pt x="576" y="1831"/>
                    <a:pt x="646" y="1674"/>
                  </a:cubicBezTo>
                  <a:lnTo>
                    <a:pt x="70" y="1464"/>
                  </a:lnTo>
                  <a:close/>
                  <a:moveTo>
                    <a:pt x="3626" y="2911"/>
                  </a:moveTo>
                  <a:lnTo>
                    <a:pt x="3626" y="4079"/>
                  </a:lnTo>
                  <a:lnTo>
                    <a:pt x="4202" y="4079"/>
                  </a:lnTo>
                  <a:lnTo>
                    <a:pt x="4202" y="2911"/>
                  </a:lnTo>
                  <a:close/>
                  <a:moveTo>
                    <a:pt x="3626" y="4654"/>
                  </a:moveTo>
                  <a:lnTo>
                    <a:pt x="3626" y="5892"/>
                  </a:lnTo>
                  <a:lnTo>
                    <a:pt x="4202" y="5892"/>
                  </a:lnTo>
                  <a:lnTo>
                    <a:pt x="4202" y="4654"/>
                  </a:lnTo>
                  <a:close/>
                  <a:moveTo>
                    <a:pt x="3626" y="6467"/>
                  </a:moveTo>
                  <a:lnTo>
                    <a:pt x="3626" y="7635"/>
                  </a:lnTo>
                  <a:lnTo>
                    <a:pt x="4202" y="7635"/>
                  </a:lnTo>
                  <a:lnTo>
                    <a:pt x="4202" y="6467"/>
                  </a:lnTo>
                  <a:close/>
                  <a:moveTo>
                    <a:pt x="3626" y="8210"/>
                  </a:moveTo>
                  <a:lnTo>
                    <a:pt x="3626" y="9448"/>
                  </a:lnTo>
                  <a:lnTo>
                    <a:pt x="4202" y="9448"/>
                  </a:lnTo>
                  <a:lnTo>
                    <a:pt x="4202" y="8210"/>
                  </a:lnTo>
                  <a:close/>
                  <a:moveTo>
                    <a:pt x="3626" y="10023"/>
                  </a:moveTo>
                  <a:lnTo>
                    <a:pt x="3626" y="11191"/>
                  </a:lnTo>
                  <a:lnTo>
                    <a:pt x="4202" y="11191"/>
                  </a:lnTo>
                  <a:lnTo>
                    <a:pt x="4202" y="10023"/>
                  </a:lnTo>
                  <a:close/>
                  <a:moveTo>
                    <a:pt x="8786" y="11557"/>
                  </a:moveTo>
                  <a:lnTo>
                    <a:pt x="8786" y="12725"/>
                  </a:lnTo>
                  <a:lnTo>
                    <a:pt x="9361" y="12725"/>
                  </a:lnTo>
                  <a:lnTo>
                    <a:pt x="9361" y="11557"/>
                  </a:lnTo>
                  <a:close/>
                  <a:moveTo>
                    <a:pt x="3626" y="11766"/>
                  </a:moveTo>
                  <a:lnTo>
                    <a:pt x="3626" y="13004"/>
                  </a:lnTo>
                  <a:lnTo>
                    <a:pt x="4202" y="13004"/>
                  </a:lnTo>
                  <a:lnTo>
                    <a:pt x="4202" y="11766"/>
                  </a:lnTo>
                  <a:close/>
                  <a:moveTo>
                    <a:pt x="8786" y="13300"/>
                  </a:moveTo>
                  <a:lnTo>
                    <a:pt x="8786" y="14468"/>
                  </a:lnTo>
                  <a:lnTo>
                    <a:pt x="8786" y="14538"/>
                  </a:lnTo>
                  <a:lnTo>
                    <a:pt x="9361" y="14538"/>
                  </a:lnTo>
                  <a:lnTo>
                    <a:pt x="9361" y="14468"/>
                  </a:lnTo>
                  <a:lnTo>
                    <a:pt x="9361" y="13300"/>
                  </a:lnTo>
                  <a:close/>
                  <a:moveTo>
                    <a:pt x="3626" y="13597"/>
                  </a:moveTo>
                  <a:lnTo>
                    <a:pt x="3626" y="14468"/>
                  </a:lnTo>
                  <a:lnTo>
                    <a:pt x="3626" y="14817"/>
                  </a:lnTo>
                  <a:lnTo>
                    <a:pt x="4202" y="14747"/>
                  </a:lnTo>
                  <a:lnTo>
                    <a:pt x="4202" y="14468"/>
                  </a:lnTo>
                  <a:lnTo>
                    <a:pt x="4202" y="13597"/>
                  </a:lnTo>
                  <a:close/>
                  <a:moveTo>
                    <a:pt x="8716" y="15043"/>
                  </a:moveTo>
                  <a:cubicBezTo>
                    <a:pt x="8647" y="15340"/>
                    <a:pt x="8420" y="15688"/>
                    <a:pt x="8211" y="15915"/>
                  </a:cubicBezTo>
                  <a:lnTo>
                    <a:pt x="8647" y="16351"/>
                  </a:lnTo>
                  <a:cubicBezTo>
                    <a:pt x="8925" y="15985"/>
                    <a:pt x="9152" y="15619"/>
                    <a:pt x="9292" y="15183"/>
                  </a:cubicBezTo>
                  <a:lnTo>
                    <a:pt x="8716" y="15043"/>
                  </a:lnTo>
                  <a:close/>
                  <a:moveTo>
                    <a:pt x="4359" y="15252"/>
                  </a:moveTo>
                  <a:lnTo>
                    <a:pt x="3766" y="15409"/>
                  </a:lnTo>
                  <a:cubicBezTo>
                    <a:pt x="3923" y="15845"/>
                    <a:pt x="4202" y="16211"/>
                    <a:pt x="4498" y="16560"/>
                  </a:cubicBezTo>
                  <a:lnTo>
                    <a:pt x="4934" y="16054"/>
                  </a:lnTo>
                  <a:cubicBezTo>
                    <a:pt x="4637" y="15845"/>
                    <a:pt x="4498" y="15549"/>
                    <a:pt x="4359" y="15252"/>
                  </a:cubicBezTo>
                  <a:close/>
                  <a:moveTo>
                    <a:pt x="5370" y="16420"/>
                  </a:moveTo>
                  <a:lnTo>
                    <a:pt x="5073" y="16926"/>
                  </a:lnTo>
                  <a:cubicBezTo>
                    <a:pt x="5439" y="17152"/>
                    <a:pt x="5875" y="17292"/>
                    <a:pt x="6311" y="17292"/>
                  </a:cubicBezTo>
                  <a:lnTo>
                    <a:pt x="6311" y="16717"/>
                  </a:lnTo>
                  <a:cubicBezTo>
                    <a:pt x="6032" y="16717"/>
                    <a:pt x="5666" y="16560"/>
                    <a:pt x="5370" y="16420"/>
                  </a:cubicBezTo>
                  <a:close/>
                  <a:moveTo>
                    <a:pt x="7845" y="16281"/>
                  </a:moveTo>
                  <a:cubicBezTo>
                    <a:pt x="7548" y="16490"/>
                    <a:pt x="7182" y="16647"/>
                    <a:pt x="6903" y="16717"/>
                  </a:cubicBezTo>
                  <a:lnTo>
                    <a:pt x="6973" y="17292"/>
                  </a:lnTo>
                  <a:cubicBezTo>
                    <a:pt x="7409" y="17222"/>
                    <a:pt x="7845" y="16996"/>
                    <a:pt x="8211" y="16786"/>
                  </a:cubicBezTo>
                  <a:lnTo>
                    <a:pt x="7845" y="1628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84"/>
            <p:cNvSpPr/>
            <p:nvPr/>
          </p:nvSpPr>
          <p:spPr>
            <a:xfrm>
              <a:off x="7901338" y="4175275"/>
              <a:ext cx="152550" cy="159950"/>
            </a:xfrm>
            <a:custGeom>
              <a:avLst/>
              <a:gdLst/>
              <a:ahLst/>
              <a:cxnLst/>
              <a:rect l="l" t="t" r="r" b="b"/>
              <a:pathLst>
                <a:path w="6102" h="6398" extrusionOk="0">
                  <a:moveTo>
                    <a:pt x="3051" y="576"/>
                  </a:moveTo>
                  <a:cubicBezTo>
                    <a:pt x="4359" y="576"/>
                    <a:pt x="5439" y="1674"/>
                    <a:pt x="5439" y="3051"/>
                  </a:cubicBezTo>
                  <a:cubicBezTo>
                    <a:pt x="5439" y="4358"/>
                    <a:pt x="4359" y="5439"/>
                    <a:pt x="3051" y="5439"/>
                  </a:cubicBezTo>
                  <a:cubicBezTo>
                    <a:pt x="1744" y="5439"/>
                    <a:pt x="646" y="4358"/>
                    <a:pt x="646" y="3051"/>
                  </a:cubicBezTo>
                  <a:cubicBezTo>
                    <a:pt x="646" y="1674"/>
                    <a:pt x="1744" y="576"/>
                    <a:pt x="3051" y="576"/>
                  </a:cubicBezTo>
                  <a:close/>
                  <a:moveTo>
                    <a:pt x="3051" y="1"/>
                  </a:moveTo>
                  <a:cubicBezTo>
                    <a:pt x="1378" y="1"/>
                    <a:pt x="1" y="1378"/>
                    <a:pt x="1" y="3051"/>
                  </a:cubicBezTo>
                  <a:cubicBezTo>
                    <a:pt x="1" y="4568"/>
                    <a:pt x="1221" y="5875"/>
                    <a:pt x="2755" y="6032"/>
                  </a:cubicBezTo>
                  <a:lnTo>
                    <a:pt x="2755" y="6398"/>
                  </a:lnTo>
                  <a:lnTo>
                    <a:pt x="3330" y="6398"/>
                  </a:lnTo>
                  <a:lnTo>
                    <a:pt x="3330" y="6032"/>
                  </a:lnTo>
                  <a:cubicBezTo>
                    <a:pt x="4864" y="5875"/>
                    <a:pt x="6102" y="4568"/>
                    <a:pt x="6102" y="3051"/>
                  </a:cubicBezTo>
                  <a:cubicBezTo>
                    <a:pt x="6102" y="1378"/>
                    <a:pt x="4707" y="1"/>
                    <a:pt x="30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7" name="Google Shape;2547;p84"/>
          <p:cNvGrpSpPr/>
          <p:nvPr/>
        </p:nvGrpSpPr>
        <p:grpSpPr>
          <a:xfrm rot="-5400000">
            <a:off x="4488588" y="2956343"/>
            <a:ext cx="166824" cy="756030"/>
            <a:chOff x="7095163" y="3382300"/>
            <a:chExt cx="108950" cy="493750"/>
          </a:xfrm>
        </p:grpSpPr>
        <p:grpSp>
          <p:nvGrpSpPr>
            <p:cNvPr id="2548" name="Google Shape;2548;p84"/>
            <p:cNvGrpSpPr/>
            <p:nvPr/>
          </p:nvGrpSpPr>
          <p:grpSpPr>
            <a:xfrm>
              <a:off x="7095163" y="3389250"/>
              <a:ext cx="108950" cy="486800"/>
              <a:chOff x="7095163" y="3341625"/>
              <a:chExt cx="108950" cy="486800"/>
            </a:xfrm>
          </p:grpSpPr>
          <p:sp>
            <p:nvSpPr>
              <p:cNvPr id="2549" name="Google Shape;2549;p84"/>
              <p:cNvSpPr/>
              <p:nvPr/>
            </p:nvSpPr>
            <p:spPr>
              <a:xfrm>
                <a:off x="7125663" y="3728600"/>
                <a:ext cx="47525" cy="76300"/>
              </a:xfrm>
              <a:custGeom>
                <a:avLst/>
                <a:gdLst/>
                <a:ahLst/>
                <a:cxnLst/>
                <a:rect l="l" t="t" r="r" b="b"/>
                <a:pathLst>
                  <a:path w="1901" h="3052" extrusionOk="0">
                    <a:moveTo>
                      <a:pt x="0" y="1"/>
                    </a:moveTo>
                    <a:lnTo>
                      <a:pt x="366" y="2476"/>
                    </a:lnTo>
                    <a:lnTo>
                      <a:pt x="959" y="3051"/>
                    </a:lnTo>
                    <a:lnTo>
                      <a:pt x="1604" y="2476"/>
                    </a:lnTo>
                    <a:lnTo>
                      <a:pt x="1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84"/>
              <p:cNvSpPr/>
              <p:nvPr/>
            </p:nvSpPr>
            <p:spPr>
              <a:xfrm>
                <a:off x="7134813" y="3341625"/>
                <a:ext cx="30950" cy="61925"/>
              </a:xfrm>
              <a:custGeom>
                <a:avLst/>
                <a:gdLst/>
                <a:ahLst/>
                <a:cxnLst/>
                <a:rect l="l" t="t" r="r" b="b"/>
                <a:pathLst>
                  <a:path w="1238" h="2477" extrusionOk="0">
                    <a:moveTo>
                      <a:pt x="0" y="1"/>
                    </a:moveTo>
                    <a:lnTo>
                      <a:pt x="0" y="2476"/>
                    </a:lnTo>
                    <a:lnTo>
                      <a:pt x="1238" y="2476"/>
                    </a:lnTo>
                    <a:lnTo>
                      <a:pt x="123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84"/>
              <p:cNvSpPr/>
              <p:nvPr/>
            </p:nvSpPr>
            <p:spPr>
              <a:xfrm>
                <a:off x="7111288" y="3403525"/>
                <a:ext cx="76275" cy="47075"/>
              </a:xfrm>
              <a:custGeom>
                <a:avLst/>
                <a:gdLst/>
                <a:ahLst/>
                <a:cxnLst/>
                <a:rect l="l" t="t" r="r" b="b"/>
                <a:pathLst>
                  <a:path w="3051" h="1883" extrusionOk="0">
                    <a:moveTo>
                      <a:pt x="0" y="0"/>
                    </a:moveTo>
                    <a:lnTo>
                      <a:pt x="0" y="1883"/>
                    </a:lnTo>
                    <a:lnTo>
                      <a:pt x="3051" y="1883"/>
                    </a:lnTo>
                    <a:lnTo>
                      <a:pt x="30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84"/>
              <p:cNvSpPr/>
              <p:nvPr/>
            </p:nvSpPr>
            <p:spPr>
              <a:xfrm>
                <a:off x="7118688" y="3427050"/>
                <a:ext cx="61475" cy="30975"/>
              </a:xfrm>
              <a:custGeom>
                <a:avLst/>
                <a:gdLst/>
                <a:ahLst/>
                <a:cxnLst/>
                <a:rect l="l" t="t" r="r" b="b"/>
                <a:pathLst>
                  <a:path w="2459" h="1239" extrusionOk="0">
                    <a:moveTo>
                      <a:pt x="0" y="0"/>
                    </a:moveTo>
                    <a:lnTo>
                      <a:pt x="0" y="1238"/>
                    </a:lnTo>
                    <a:lnTo>
                      <a:pt x="2458" y="1238"/>
                    </a:lnTo>
                    <a:lnTo>
                      <a:pt x="245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84"/>
              <p:cNvSpPr/>
              <p:nvPr/>
            </p:nvSpPr>
            <p:spPr>
              <a:xfrm>
                <a:off x="7118688" y="3458000"/>
                <a:ext cx="61475" cy="270625"/>
              </a:xfrm>
              <a:custGeom>
                <a:avLst/>
                <a:gdLst/>
                <a:ahLst/>
                <a:cxnLst/>
                <a:rect l="l" t="t" r="r" b="b"/>
                <a:pathLst>
                  <a:path w="2459" h="10825" extrusionOk="0">
                    <a:moveTo>
                      <a:pt x="0" y="0"/>
                    </a:moveTo>
                    <a:lnTo>
                      <a:pt x="0" y="10825"/>
                    </a:lnTo>
                    <a:lnTo>
                      <a:pt x="2458" y="10825"/>
                    </a:lnTo>
                    <a:lnTo>
                      <a:pt x="245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84"/>
              <p:cNvSpPr/>
              <p:nvPr/>
            </p:nvSpPr>
            <p:spPr>
              <a:xfrm>
                <a:off x="7095163" y="3420075"/>
                <a:ext cx="108950" cy="408350"/>
              </a:xfrm>
              <a:custGeom>
                <a:avLst/>
                <a:gdLst/>
                <a:ahLst/>
                <a:cxnLst/>
                <a:rect l="l" t="t" r="r" b="b"/>
                <a:pathLst>
                  <a:path w="4358" h="16334" extrusionOk="0">
                    <a:moveTo>
                      <a:pt x="3120" y="576"/>
                    </a:moveTo>
                    <a:lnTo>
                      <a:pt x="3120" y="1221"/>
                    </a:lnTo>
                    <a:lnTo>
                      <a:pt x="1220" y="1221"/>
                    </a:lnTo>
                    <a:lnTo>
                      <a:pt x="1220" y="576"/>
                    </a:lnTo>
                    <a:close/>
                    <a:moveTo>
                      <a:pt x="3120" y="1813"/>
                    </a:moveTo>
                    <a:lnTo>
                      <a:pt x="3120" y="12045"/>
                    </a:lnTo>
                    <a:lnTo>
                      <a:pt x="1220" y="12045"/>
                    </a:lnTo>
                    <a:lnTo>
                      <a:pt x="1220" y="1813"/>
                    </a:lnTo>
                    <a:lnTo>
                      <a:pt x="1883" y="1813"/>
                    </a:lnTo>
                    <a:lnTo>
                      <a:pt x="1883" y="6171"/>
                    </a:lnTo>
                    <a:lnTo>
                      <a:pt x="2458" y="6171"/>
                    </a:lnTo>
                    <a:lnTo>
                      <a:pt x="2458" y="1813"/>
                    </a:lnTo>
                    <a:close/>
                    <a:moveTo>
                      <a:pt x="2824" y="12638"/>
                    </a:moveTo>
                    <a:lnTo>
                      <a:pt x="2824" y="14085"/>
                    </a:lnTo>
                    <a:lnTo>
                      <a:pt x="2318" y="14817"/>
                    </a:lnTo>
                    <a:lnTo>
                      <a:pt x="2022" y="14817"/>
                    </a:lnTo>
                    <a:lnTo>
                      <a:pt x="1586" y="14085"/>
                    </a:lnTo>
                    <a:lnTo>
                      <a:pt x="1586" y="12638"/>
                    </a:lnTo>
                    <a:close/>
                    <a:moveTo>
                      <a:pt x="645" y="1"/>
                    </a:moveTo>
                    <a:lnTo>
                      <a:pt x="645" y="1221"/>
                    </a:lnTo>
                    <a:lnTo>
                      <a:pt x="0" y="1221"/>
                    </a:lnTo>
                    <a:lnTo>
                      <a:pt x="0" y="1813"/>
                    </a:lnTo>
                    <a:lnTo>
                      <a:pt x="645" y="1813"/>
                    </a:lnTo>
                    <a:lnTo>
                      <a:pt x="645" y="12638"/>
                    </a:lnTo>
                    <a:lnTo>
                      <a:pt x="941" y="12638"/>
                    </a:lnTo>
                    <a:lnTo>
                      <a:pt x="941" y="14224"/>
                    </a:lnTo>
                    <a:lnTo>
                      <a:pt x="1743" y="15392"/>
                    </a:lnTo>
                    <a:lnTo>
                      <a:pt x="1883" y="15392"/>
                    </a:lnTo>
                    <a:lnTo>
                      <a:pt x="1883" y="16334"/>
                    </a:lnTo>
                    <a:lnTo>
                      <a:pt x="2458" y="16334"/>
                    </a:lnTo>
                    <a:lnTo>
                      <a:pt x="2458" y="15392"/>
                    </a:lnTo>
                    <a:lnTo>
                      <a:pt x="2685" y="15392"/>
                    </a:lnTo>
                    <a:lnTo>
                      <a:pt x="3399" y="14224"/>
                    </a:lnTo>
                    <a:lnTo>
                      <a:pt x="3399" y="12638"/>
                    </a:lnTo>
                    <a:lnTo>
                      <a:pt x="3696" y="12638"/>
                    </a:lnTo>
                    <a:lnTo>
                      <a:pt x="3696" y="1813"/>
                    </a:lnTo>
                    <a:lnTo>
                      <a:pt x="4358" y="1813"/>
                    </a:lnTo>
                    <a:lnTo>
                      <a:pt x="4358" y="1221"/>
                    </a:lnTo>
                    <a:lnTo>
                      <a:pt x="3696" y="1221"/>
                    </a:lnTo>
                    <a:lnTo>
                      <a:pt x="369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84"/>
              <p:cNvSpPr/>
              <p:nvPr/>
            </p:nvSpPr>
            <p:spPr>
              <a:xfrm>
                <a:off x="7134813" y="3628825"/>
                <a:ext cx="30950" cy="14400"/>
              </a:xfrm>
              <a:custGeom>
                <a:avLst/>
                <a:gdLst/>
                <a:ahLst/>
                <a:cxnLst/>
                <a:rect l="l" t="t" r="r" b="b"/>
                <a:pathLst>
                  <a:path w="1238" h="576" extrusionOk="0">
                    <a:moveTo>
                      <a:pt x="0" y="0"/>
                    </a:moveTo>
                    <a:lnTo>
                      <a:pt x="0" y="575"/>
                    </a:lnTo>
                    <a:lnTo>
                      <a:pt x="1238" y="575"/>
                    </a:lnTo>
                    <a:lnTo>
                      <a:pt x="12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6" name="Google Shape;2556;p84"/>
            <p:cNvSpPr/>
            <p:nvPr/>
          </p:nvSpPr>
          <p:spPr>
            <a:xfrm>
              <a:off x="7111288" y="3382300"/>
              <a:ext cx="76275" cy="78025"/>
            </a:xfrm>
            <a:custGeom>
              <a:avLst/>
              <a:gdLst/>
              <a:ahLst/>
              <a:cxnLst/>
              <a:rect l="l" t="t" r="r" b="b"/>
              <a:pathLst>
                <a:path w="3051" h="3121" extrusionOk="0">
                  <a:moveTo>
                    <a:pt x="1813" y="645"/>
                  </a:moveTo>
                  <a:lnTo>
                    <a:pt x="1813" y="2458"/>
                  </a:lnTo>
                  <a:lnTo>
                    <a:pt x="1238" y="2458"/>
                  </a:lnTo>
                  <a:lnTo>
                    <a:pt x="1238" y="645"/>
                  </a:lnTo>
                  <a:close/>
                  <a:moveTo>
                    <a:pt x="575" y="0"/>
                  </a:moveTo>
                  <a:lnTo>
                    <a:pt x="662" y="2458"/>
                  </a:lnTo>
                  <a:lnTo>
                    <a:pt x="0" y="2458"/>
                  </a:lnTo>
                  <a:lnTo>
                    <a:pt x="0" y="3120"/>
                  </a:lnTo>
                  <a:lnTo>
                    <a:pt x="3051" y="3120"/>
                  </a:lnTo>
                  <a:lnTo>
                    <a:pt x="3051" y="2458"/>
                  </a:lnTo>
                  <a:lnTo>
                    <a:pt x="2475" y="2458"/>
                  </a:lnTo>
                  <a:lnTo>
                    <a:pt x="247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7" name="Google Shape;2557;p84"/>
          <p:cNvGrpSpPr/>
          <p:nvPr/>
        </p:nvGrpSpPr>
        <p:grpSpPr>
          <a:xfrm rot="5400000">
            <a:off x="1760321" y="1230522"/>
            <a:ext cx="164183" cy="756719"/>
            <a:chOff x="1202963" y="4060675"/>
            <a:chExt cx="107225" cy="494200"/>
          </a:xfrm>
        </p:grpSpPr>
        <p:grpSp>
          <p:nvGrpSpPr>
            <p:cNvPr id="2558" name="Google Shape;2558;p84"/>
            <p:cNvGrpSpPr/>
            <p:nvPr/>
          </p:nvGrpSpPr>
          <p:grpSpPr>
            <a:xfrm>
              <a:off x="1202963" y="4060675"/>
              <a:ext cx="107225" cy="475900"/>
              <a:chOff x="1202963" y="4060675"/>
              <a:chExt cx="107225" cy="475900"/>
            </a:xfrm>
          </p:grpSpPr>
          <p:sp>
            <p:nvSpPr>
              <p:cNvPr id="2559" name="Google Shape;2559;p84"/>
              <p:cNvSpPr/>
              <p:nvPr/>
            </p:nvSpPr>
            <p:spPr>
              <a:xfrm>
                <a:off x="1240888" y="4491225"/>
                <a:ext cx="30950" cy="45350"/>
              </a:xfrm>
              <a:custGeom>
                <a:avLst/>
                <a:gdLst/>
                <a:ahLst/>
                <a:cxnLst/>
                <a:rect l="l" t="t" r="r" b="b"/>
                <a:pathLst>
                  <a:path w="1238" h="1814" extrusionOk="0">
                    <a:moveTo>
                      <a:pt x="296" y="0"/>
                    </a:moveTo>
                    <a:lnTo>
                      <a:pt x="0" y="297"/>
                    </a:lnTo>
                    <a:lnTo>
                      <a:pt x="593" y="1813"/>
                    </a:lnTo>
                    <a:lnTo>
                      <a:pt x="1238" y="297"/>
                    </a:lnTo>
                    <a:lnTo>
                      <a:pt x="941" y="0"/>
                    </a:lnTo>
                    <a:close/>
                  </a:path>
                </a:pathLst>
              </a:custGeom>
              <a:solidFill>
                <a:srgbClr val="A4C5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84"/>
              <p:cNvSpPr/>
              <p:nvPr/>
            </p:nvSpPr>
            <p:spPr>
              <a:xfrm>
                <a:off x="1209938" y="4429325"/>
                <a:ext cx="92850" cy="61925"/>
              </a:xfrm>
              <a:custGeom>
                <a:avLst/>
                <a:gdLst/>
                <a:ahLst/>
                <a:cxnLst/>
                <a:rect l="l" t="t" r="r" b="b"/>
                <a:pathLst>
                  <a:path w="3714" h="2477" extrusionOk="0">
                    <a:moveTo>
                      <a:pt x="297" y="1"/>
                    </a:moveTo>
                    <a:lnTo>
                      <a:pt x="1" y="594"/>
                    </a:lnTo>
                    <a:lnTo>
                      <a:pt x="1238" y="2476"/>
                    </a:lnTo>
                    <a:lnTo>
                      <a:pt x="2476" y="2476"/>
                    </a:lnTo>
                    <a:lnTo>
                      <a:pt x="2772" y="2110"/>
                    </a:lnTo>
                    <a:lnTo>
                      <a:pt x="371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84"/>
              <p:cNvSpPr/>
              <p:nvPr/>
            </p:nvSpPr>
            <p:spPr>
              <a:xfrm>
                <a:off x="1209938" y="4068075"/>
                <a:ext cx="92850" cy="47100"/>
              </a:xfrm>
              <a:custGeom>
                <a:avLst/>
                <a:gdLst/>
                <a:ahLst/>
                <a:cxnLst/>
                <a:rect l="l" t="t" r="r" b="b"/>
                <a:pathLst>
                  <a:path w="3714" h="1884" extrusionOk="0">
                    <a:moveTo>
                      <a:pt x="1" y="1"/>
                    </a:moveTo>
                    <a:lnTo>
                      <a:pt x="1" y="1883"/>
                    </a:lnTo>
                    <a:lnTo>
                      <a:pt x="3713" y="1883"/>
                    </a:lnTo>
                    <a:lnTo>
                      <a:pt x="371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84"/>
              <p:cNvSpPr/>
              <p:nvPr/>
            </p:nvSpPr>
            <p:spPr>
              <a:xfrm>
                <a:off x="1279238" y="4115150"/>
                <a:ext cx="23550" cy="307250"/>
              </a:xfrm>
              <a:custGeom>
                <a:avLst/>
                <a:gdLst/>
                <a:ahLst/>
                <a:cxnLst/>
                <a:rect l="l" t="t" r="r" b="b"/>
                <a:pathLst>
                  <a:path w="942" h="12290" extrusionOk="0">
                    <a:moveTo>
                      <a:pt x="0" y="0"/>
                    </a:moveTo>
                    <a:lnTo>
                      <a:pt x="0" y="12289"/>
                    </a:lnTo>
                    <a:lnTo>
                      <a:pt x="941" y="12289"/>
                    </a:lnTo>
                    <a:lnTo>
                      <a:pt x="94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84"/>
              <p:cNvSpPr/>
              <p:nvPr/>
            </p:nvSpPr>
            <p:spPr>
              <a:xfrm>
                <a:off x="1209938" y="4115150"/>
                <a:ext cx="24000" cy="307250"/>
              </a:xfrm>
              <a:custGeom>
                <a:avLst/>
                <a:gdLst/>
                <a:ahLst/>
                <a:cxnLst/>
                <a:rect l="l" t="t" r="r" b="b"/>
                <a:pathLst>
                  <a:path w="960" h="12290" extrusionOk="0">
                    <a:moveTo>
                      <a:pt x="1" y="0"/>
                    </a:moveTo>
                    <a:lnTo>
                      <a:pt x="1" y="12289"/>
                    </a:lnTo>
                    <a:lnTo>
                      <a:pt x="959" y="12289"/>
                    </a:lnTo>
                    <a:lnTo>
                      <a:pt x="95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84"/>
              <p:cNvSpPr/>
              <p:nvPr/>
            </p:nvSpPr>
            <p:spPr>
              <a:xfrm>
                <a:off x="1233913" y="4115150"/>
                <a:ext cx="45350" cy="314200"/>
              </a:xfrm>
              <a:custGeom>
                <a:avLst/>
                <a:gdLst/>
                <a:ahLst/>
                <a:cxnLst/>
                <a:rect l="l" t="t" r="r" b="b"/>
                <a:pathLst>
                  <a:path w="1814" h="12568" extrusionOk="0">
                    <a:moveTo>
                      <a:pt x="0" y="0"/>
                    </a:moveTo>
                    <a:lnTo>
                      <a:pt x="0" y="12568"/>
                    </a:lnTo>
                    <a:lnTo>
                      <a:pt x="1813" y="12568"/>
                    </a:lnTo>
                    <a:lnTo>
                      <a:pt x="181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84"/>
              <p:cNvSpPr/>
              <p:nvPr/>
            </p:nvSpPr>
            <p:spPr>
              <a:xfrm>
                <a:off x="1202963" y="4106425"/>
                <a:ext cx="107225" cy="16150"/>
              </a:xfrm>
              <a:custGeom>
                <a:avLst/>
                <a:gdLst/>
                <a:ahLst/>
                <a:cxnLst/>
                <a:rect l="l" t="t" r="r" b="b"/>
                <a:pathLst>
                  <a:path w="4289" h="646" extrusionOk="0">
                    <a:moveTo>
                      <a:pt x="1" y="1"/>
                    </a:moveTo>
                    <a:lnTo>
                      <a:pt x="1" y="645"/>
                    </a:lnTo>
                    <a:lnTo>
                      <a:pt x="4289" y="645"/>
                    </a:lnTo>
                    <a:lnTo>
                      <a:pt x="428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84"/>
              <p:cNvSpPr/>
              <p:nvPr/>
            </p:nvSpPr>
            <p:spPr>
              <a:xfrm>
                <a:off x="1202963" y="4060675"/>
                <a:ext cx="107225" cy="38375"/>
              </a:xfrm>
              <a:custGeom>
                <a:avLst/>
                <a:gdLst/>
                <a:ahLst/>
                <a:cxnLst/>
                <a:rect l="l" t="t" r="r" b="b"/>
                <a:pathLst>
                  <a:path w="4289" h="1535" extrusionOk="0">
                    <a:moveTo>
                      <a:pt x="1" y="0"/>
                    </a:moveTo>
                    <a:lnTo>
                      <a:pt x="1" y="1534"/>
                    </a:lnTo>
                    <a:lnTo>
                      <a:pt x="576" y="1534"/>
                    </a:lnTo>
                    <a:lnTo>
                      <a:pt x="576" y="593"/>
                    </a:lnTo>
                    <a:lnTo>
                      <a:pt x="3696" y="593"/>
                    </a:lnTo>
                    <a:lnTo>
                      <a:pt x="3696" y="1534"/>
                    </a:lnTo>
                    <a:lnTo>
                      <a:pt x="4289" y="1534"/>
                    </a:lnTo>
                    <a:lnTo>
                      <a:pt x="428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67" name="Google Shape;2567;p84"/>
            <p:cNvSpPr/>
            <p:nvPr/>
          </p:nvSpPr>
          <p:spPr>
            <a:xfrm>
              <a:off x="1202963" y="4129950"/>
              <a:ext cx="107225" cy="424925"/>
            </a:xfrm>
            <a:custGeom>
              <a:avLst/>
              <a:gdLst/>
              <a:ahLst/>
              <a:cxnLst/>
              <a:rect l="l" t="t" r="r" b="b"/>
              <a:pathLst>
                <a:path w="4289" h="16997" extrusionOk="0">
                  <a:moveTo>
                    <a:pt x="3051" y="12046"/>
                  </a:moveTo>
                  <a:lnTo>
                    <a:pt x="3626" y="12412"/>
                  </a:lnTo>
                  <a:lnTo>
                    <a:pt x="2755" y="14085"/>
                  </a:lnTo>
                  <a:lnTo>
                    <a:pt x="1447" y="14085"/>
                  </a:lnTo>
                  <a:lnTo>
                    <a:pt x="646" y="12412"/>
                  </a:lnTo>
                  <a:lnTo>
                    <a:pt x="1238" y="12046"/>
                  </a:lnTo>
                  <a:lnTo>
                    <a:pt x="2110" y="12638"/>
                  </a:lnTo>
                  <a:lnTo>
                    <a:pt x="3051" y="12046"/>
                  </a:lnTo>
                  <a:close/>
                  <a:moveTo>
                    <a:pt x="2546" y="14748"/>
                  </a:moveTo>
                  <a:lnTo>
                    <a:pt x="2110" y="15532"/>
                  </a:lnTo>
                  <a:lnTo>
                    <a:pt x="1744" y="14748"/>
                  </a:lnTo>
                  <a:close/>
                  <a:moveTo>
                    <a:pt x="1" y="1"/>
                  </a:moveTo>
                  <a:lnTo>
                    <a:pt x="1" y="12342"/>
                  </a:lnTo>
                  <a:lnTo>
                    <a:pt x="2110" y="16996"/>
                  </a:lnTo>
                  <a:lnTo>
                    <a:pt x="4289" y="12342"/>
                  </a:lnTo>
                  <a:lnTo>
                    <a:pt x="4289" y="1"/>
                  </a:lnTo>
                  <a:lnTo>
                    <a:pt x="3696" y="1"/>
                  </a:lnTo>
                  <a:lnTo>
                    <a:pt x="3696" y="11697"/>
                  </a:lnTo>
                  <a:lnTo>
                    <a:pt x="3330" y="11470"/>
                  </a:lnTo>
                  <a:lnTo>
                    <a:pt x="3330" y="1"/>
                  </a:lnTo>
                  <a:lnTo>
                    <a:pt x="2755" y="1"/>
                  </a:lnTo>
                  <a:lnTo>
                    <a:pt x="2755" y="11470"/>
                  </a:lnTo>
                  <a:lnTo>
                    <a:pt x="2110" y="11906"/>
                  </a:lnTo>
                  <a:lnTo>
                    <a:pt x="1517" y="11470"/>
                  </a:lnTo>
                  <a:lnTo>
                    <a:pt x="1517" y="1"/>
                  </a:lnTo>
                  <a:lnTo>
                    <a:pt x="942" y="1"/>
                  </a:lnTo>
                  <a:lnTo>
                    <a:pt x="942" y="11470"/>
                  </a:lnTo>
                  <a:lnTo>
                    <a:pt x="576" y="11697"/>
                  </a:lnTo>
                  <a:lnTo>
                    <a:pt x="57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8" name="Google Shape;2568;p84"/>
          <p:cNvGrpSpPr/>
          <p:nvPr/>
        </p:nvGrpSpPr>
        <p:grpSpPr>
          <a:xfrm>
            <a:off x="1436295" y="3091098"/>
            <a:ext cx="812235" cy="326672"/>
            <a:chOff x="3220188" y="2757250"/>
            <a:chExt cx="492025" cy="197875"/>
          </a:xfrm>
        </p:grpSpPr>
        <p:sp>
          <p:nvSpPr>
            <p:cNvPr id="2569" name="Google Shape;2569;p84"/>
            <p:cNvSpPr/>
            <p:nvPr/>
          </p:nvSpPr>
          <p:spPr>
            <a:xfrm>
              <a:off x="3258113" y="2871425"/>
              <a:ext cx="169100" cy="76300"/>
            </a:xfrm>
            <a:custGeom>
              <a:avLst/>
              <a:gdLst/>
              <a:ahLst/>
              <a:cxnLst/>
              <a:rect l="l" t="t" r="r" b="b"/>
              <a:pathLst>
                <a:path w="6764" h="3052" extrusionOk="0">
                  <a:moveTo>
                    <a:pt x="0" y="1"/>
                  </a:moveTo>
                  <a:lnTo>
                    <a:pt x="0" y="3051"/>
                  </a:lnTo>
                  <a:lnTo>
                    <a:pt x="6764" y="3051"/>
                  </a:lnTo>
                  <a:lnTo>
                    <a:pt x="676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84"/>
            <p:cNvSpPr/>
            <p:nvPr/>
          </p:nvSpPr>
          <p:spPr>
            <a:xfrm>
              <a:off x="3505188" y="2871425"/>
              <a:ext cx="169125" cy="76300"/>
            </a:xfrm>
            <a:custGeom>
              <a:avLst/>
              <a:gdLst/>
              <a:ahLst/>
              <a:cxnLst/>
              <a:rect l="l" t="t" r="r" b="b"/>
              <a:pathLst>
                <a:path w="6765" h="3052" extrusionOk="0">
                  <a:moveTo>
                    <a:pt x="1" y="1"/>
                  </a:moveTo>
                  <a:lnTo>
                    <a:pt x="1" y="3051"/>
                  </a:lnTo>
                  <a:lnTo>
                    <a:pt x="6764" y="3051"/>
                  </a:lnTo>
                  <a:lnTo>
                    <a:pt x="676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84"/>
            <p:cNvSpPr/>
            <p:nvPr/>
          </p:nvSpPr>
          <p:spPr>
            <a:xfrm>
              <a:off x="3258113" y="2871425"/>
              <a:ext cx="76275" cy="76300"/>
            </a:xfrm>
            <a:custGeom>
              <a:avLst/>
              <a:gdLst/>
              <a:ahLst/>
              <a:cxnLst/>
              <a:rect l="l" t="t" r="r" b="b"/>
              <a:pathLst>
                <a:path w="3051" h="3052" extrusionOk="0">
                  <a:moveTo>
                    <a:pt x="0" y="1"/>
                  </a:moveTo>
                  <a:lnTo>
                    <a:pt x="0" y="3051"/>
                  </a:lnTo>
                  <a:lnTo>
                    <a:pt x="3051" y="3051"/>
                  </a:lnTo>
                  <a:lnTo>
                    <a:pt x="305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84"/>
            <p:cNvSpPr/>
            <p:nvPr/>
          </p:nvSpPr>
          <p:spPr>
            <a:xfrm>
              <a:off x="3505188" y="2871425"/>
              <a:ext cx="76300" cy="76300"/>
            </a:xfrm>
            <a:custGeom>
              <a:avLst/>
              <a:gdLst/>
              <a:ahLst/>
              <a:cxnLst/>
              <a:rect l="l" t="t" r="r" b="b"/>
              <a:pathLst>
                <a:path w="3052" h="3052" extrusionOk="0">
                  <a:moveTo>
                    <a:pt x="1" y="1"/>
                  </a:moveTo>
                  <a:lnTo>
                    <a:pt x="1" y="3051"/>
                  </a:lnTo>
                  <a:lnTo>
                    <a:pt x="3051" y="3051"/>
                  </a:lnTo>
                  <a:lnTo>
                    <a:pt x="305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84"/>
            <p:cNvSpPr/>
            <p:nvPr/>
          </p:nvSpPr>
          <p:spPr>
            <a:xfrm>
              <a:off x="3220188" y="2864450"/>
              <a:ext cx="37950" cy="12675"/>
            </a:xfrm>
            <a:custGeom>
              <a:avLst/>
              <a:gdLst/>
              <a:ahLst/>
              <a:cxnLst/>
              <a:rect l="l" t="t" r="r" b="b"/>
              <a:pathLst>
                <a:path w="1518" h="507" extrusionOk="0">
                  <a:moveTo>
                    <a:pt x="1" y="1"/>
                  </a:moveTo>
                  <a:lnTo>
                    <a:pt x="1" y="506"/>
                  </a:lnTo>
                  <a:lnTo>
                    <a:pt x="1517" y="506"/>
                  </a:lnTo>
                  <a:lnTo>
                    <a:pt x="15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84"/>
            <p:cNvSpPr/>
            <p:nvPr/>
          </p:nvSpPr>
          <p:spPr>
            <a:xfrm>
              <a:off x="3674288" y="2864450"/>
              <a:ext cx="37925" cy="12675"/>
            </a:xfrm>
            <a:custGeom>
              <a:avLst/>
              <a:gdLst/>
              <a:ahLst/>
              <a:cxnLst/>
              <a:rect l="l" t="t" r="r" b="b"/>
              <a:pathLst>
                <a:path w="1517" h="507" extrusionOk="0">
                  <a:moveTo>
                    <a:pt x="0" y="1"/>
                  </a:moveTo>
                  <a:lnTo>
                    <a:pt x="0" y="506"/>
                  </a:lnTo>
                  <a:lnTo>
                    <a:pt x="1517" y="506"/>
                  </a:lnTo>
                  <a:lnTo>
                    <a:pt x="15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84"/>
            <p:cNvSpPr/>
            <p:nvPr/>
          </p:nvSpPr>
          <p:spPr>
            <a:xfrm>
              <a:off x="3251138" y="2864450"/>
              <a:ext cx="430125" cy="90675"/>
            </a:xfrm>
            <a:custGeom>
              <a:avLst/>
              <a:gdLst/>
              <a:ahLst/>
              <a:cxnLst/>
              <a:rect l="l" t="t" r="r" b="b"/>
              <a:pathLst>
                <a:path w="17205" h="3627" extrusionOk="0">
                  <a:moveTo>
                    <a:pt x="6816" y="506"/>
                  </a:moveTo>
                  <a:lnTo>
                    <a:pt x="6816" y="3121"/>
                  </a:lnTo>
                  <a:lnTo>
                    <a:pt x="576" y="3121"/>
                  </a:lnTo>
                  <a:lnTo>
                    <a:pt x="576" y="506"/>
                  </a:lnTo>
                  <a:close/>
                  <a:moveTo>
                    <a:pt x="16699" y="506"/>
                  </a:moveTo>
                  <a:lnTo>
                    <a:pt x="16699" y="3121"/>
                  </a:lnTo>
                  <a:lnTo>
                    <a:pt x="10389" y="3121"/>
                  </a:lnTo>
                  <a:lnTo>
                    <a:pt x="10389" y="506"/>
                  </a:lnTo>
                  <a:close/>
                  <a:moveTo>
                    <a:pt x="0" y="1"/>
                  </a:moveTo>
                  <a:lnTo>
                    <a:pt x="0" y="3627"/>
                  </a:lnTo>
                  <a:lnTo>
                    <a:pt x="7339" y="3627"/>
                  </a:lnTo>
                  <a:lnTo>
                    <a:pt x="7339" y="1814"/>
                  </a:lnTo>
                  <a:cubicBezTo>
                    <a:pt x="7339" y="1082"/>
                    <a:pt x="7914" y="506"/>
                    <a:pt x="8646" y="506"/>
                  </a:cubicBezTo>
                  <a:cubicBezTo>
                    <a:pt x="9291" y="506"/>
                    <a:pt x="9866" y="1082"/>
                    <a:pt x="9866" y="1814"/>
                  </a:cubicBezTo>
                  <a:lnTo>
                    <a:pt x="9866" y="3627"/>
                  </a:lnTo>
                  <a:lnTo>
                    <a:pt x="17205" y="3627"/>
                  </a:lnTo>
                  <a:lnTo>
                    <a:pt x="17205" y="1"/>
                  </a:lnTo>
                  <a:lnTo>
                    <a:pt x="9866" y="1"/>
                  </a:lnTo>
                  <a:lnTo>
                    <a:pt x="9866" y="506"/>
                  </a:lnTo>
                  <a:cubicBezTo>
                    <a:pt x="9588" y="210"/>
                    <a:pt x="9082" y="1"/>
                    <a:pt x="8646" y="1"/>
                  </a:cubicBezTo>
                  <a:cubicBezTo>
                    <a:pt x="8123" y="1"/>
                    <a:pt x="7618" y="210"/>
                    <a:pt x="7339" y="506"/>
                  </a:cubicBezTo>
                  <a:lnTo>
                    <a:pt x="733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84"/>
            <p:cNvSpPr/>
            <p:nvPr/>
          </p:nvSpPr>
          <p:spPr>
            <a:xfrm>
              <a:off x="3221938" y="2757250"/>
              <a:ext cx="159950" cy="118125"/>
            </a:xfrm>
            <a:custGeom>
              <a:avLst/>
              <a:gdLst/>
              <a:ahLst/>
              <a:cxnLst/>
              <a:rect l="l" t="t" r="r" b="b"/>
              <a:pathLst>
                <a:path w="6398" h="4725" extrusionOk="0">
                  <a:moveTo>
                    <a:pt x="4428" y="1"/>
                  </a:moveTo>
                  <a:lnTo>
                    <a:pt x="0" y="4359"/>
                  </a:lnTo>
                  <a:lnTo>
                    <a:pt x="436" y="4725"/>
                  </a:lnTo>
                  <a:lnTo>
                    <a:pt x="4655" y="506"/>
                  </a:lnTo>
                  <a:lnTo>
                    <a:pt x="6398" y="506"/>
                  </a:lnTo>
                  <a:lnTo>
                    <a:pt x="639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84"/>
            <p:cNvSpPr/>
            <p:nvPr/>
          </p:nvSpPr>
          <p:spPr>
            <a:xfrm>
              <a:off x="3550513" y="2757250"/>
              <a:ext cx="159950" cy="118125"/>
            </a:xfrm>
            <a:custGeom>
              <a:avLst/>
              <a:gdLst/>
              <a:ahLst/>
              <a:cxnLst/>
              <a:rect l="l" t="t" r="r" b="b"/>
              <a:pathLst>
                <a:path w="6398" h="4725" extrusionOk="0">
                  <a:moveTo>
                    <a:pt x="1" y="1"/>
                  </a:moveTo>
                  <a:lnTo>
                    <a:pt x="1" y="506"/>
                  </a:lnTo>
                  <a:lnTo>
                    <a:pt x="1744" y="506"/>
                  </a:lnTo>
                  <a:lnTo>
                    <a:pt x="6032" y="4725"/>
                  </a:lnTo>
                  <a:lnTo>
                    <a:pt x="6398" y="4359"/>
                  </a:lnTo>
                  <a:lnTo>
                    <a:pt x="197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84"/>
            <p:cNvSpPr/>
            <p:nvPr/>
          </p:nvSpPr>
          <p:spPr>
            <a:xfrm>
              <a:off x="3276413" y="2886250"/>
              <a:ext cx="43600" cy="43600"/>
            </a:xfrm>
            <a:custGeom>
              <a:avLst/>
              <a:gdLst/>
              <a:ahLst/>
              <a:cxnLst/>
              <a:rect l="l" t="t" r="r" b="b"/>
              <a:pathLst>
                <a:path w="1744" h="1744" extrusionOk="0">
                  <a:moveTo>
                    <a:pt x="1377" y="0"/>
                  </a:moveTo>
                  <a:lnTo>
                    <a:pt x="0" y="1378"/>
                  </a:lnTo>
                  <a:lnTo>
                    <a:pt x="366" y="1744"/>
                  </a:lnTo>
                  <a:lnTo>
                    <a:pt x="1743" y="349"/>
                  </a:lnTo>
                  <a:lnTo>
                    <a:pt x="137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84"/>
            <p:cNvSpPr/>
            <p:nvPr/>
          </p:nvSpPr>
          <p:spPr>
            <a:xfrm>
              <a:off x="3318238" y="2886250"/>
              <a:ext cx="45350" cy="43600"/>
            </a:xfrm>
            <a:custGeom>
              <a:avLst/>
              <a:gdLst/>
              <a:ahLst/>
              <a:cxnLst/>
              <a:rect l="l" t="t" r="r" b="b"/>
              <a:pathLst>
                <a:path w="1814" h="1744" extrusionOk="0">
                  <a:moveTo>
                    <a:pt x="1448" y="0"/>
                  </a:moveTo>
                  <a:lnTo>
                    <a:pt x="1" y="1378"/>
                  </a:lnTo>
                  <a:lnTo>
                    <a:pt x="437" y="1744"/>
                  </a:lnTo>
                  <a:lnTo>
                    <a:pt x="1814" y="349"/>
                  </a:lnTo>
                  <a:lnTo>
                    <a:pt x="144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84"/>
            <p:cNvSpPr/>
            <p:nvPr/>
          </p:nvSpPr>
          <p:spPr>
            <a:xfrm>
              <a:off x="3523488" y="2886250"/>
              <a:ext cx="43600" cy="43600"/>
            </a:xfrm>
            <a:custGeom>
              <a:avLst/>
              <a:gdLst/>
              <a:ahLst/>
              <a:cxnLst/>
              <a:rect l="l" t="t" r="r" b="b"/>
              <a:pathLst>
                <a:path w="1744" h="1744" extrusionOk="0">
                  <a:moveTo>
                    <a:pt x="1378" y="0"/>
                  </a:moveTo>
                  <a:lnTo>
                    <a:pt x="1" y="1378"/>
                  </a:lnTo>
                  <a:lnTo>
                    <a:pt x="367" y="1744"/>
                  </a:lnTo>
                  <a:lnTo>
                    <a:pt x="1744" y="349"/>
                  </a:lnTo>
                  <a:lnTo>
                    <a:pt x="137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84"/>
            <p:cNvSpPr/>
            <p:nvPr/>
          </p:nvSpPr>
          <p:spPr>
            <a:xfrm>
              <a:off x="3565338" y="2886250"/>
              <a:ext cx="45350" cy="43600"/>
            </a:xfrm>
            <a:custGeom>
              <a:avLst/>
              <a:gdLst/>
              <a:ahLst/>
              <a:cxnLst/>
              <a:rect l="l" t="t" r="r" b="b"/>
              <a:pathLst>
                <a:path w="1814" h="1744" extrusionOk="0">
                  <a:moveTo>
                    <a:pt x="1377" y="0"/>
                  </a:moveTo>
                  <a:lnTo>
                    <a:pt x="0" y="1378"/>
                  </a:lnTo>
                  <a:lnTo>
                    <a:pt x="349" y="1744"/>
                  </a:lnTo>
                  <a:lnTo>
                    <a:pt x="1813" y="349"/>
                  </a:lnTo>
                  <a:lnTo>
                    <a:pt x="137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82" name="Google Shape;2582;p84">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84">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2587"/>
        <p:cNvGrpSpPr/>
        <p:nvPr/>
      </p:nvGrpSpPr>
      <p:grpSpPr>
        <a:xfrm>
          <a:off x="0" y="0"/>
          <a:ext cx="0" cy="0"/>
          <a:chOff x="0" y="0"/>
          <a:chExt cx="0" cy="0"/>
        </a:xfrm>
      </p:grpSpPr>
      <p:sp>
        <p:nvSpPr>
          <p:cNvPr id="2588" name="Google Shape;2588;p85"/>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DID YOU KNOW THIS?</a:t>
            </a:r>
            <a:endParaRPr/>
          </a:p>
        </p:txBody>
      </p:sp>
      <p:cxnSp>
        <p:nvCxnSpPr>
          <p:cNvPr id="2589" name="Google Shape;2589;p85"/>
          <p:cNvCxnSpPr>
            <a:stCxn id="2590" idx="6"/>
          </p:cNvCxnSpPr>
          <p:nvPr/>
        </p:nvCxnSpPr>
        <p:spPr>
          <a:xfrm>
            <a:off x="3181038" y="2916649"/>
            <a:ext cx="481500" cy="0"/>
          </a:xfrm>
          <a:prstGeom prst="straightConnector1">
            <a:avLst/>
          </a:prstGeom>
          <a:noFill/>
          <a:ln w="28575" cap="flat" cmpd="sng">
            <a:solidFill>
              <a:schemeClr val="accent5"/>
            </a:solidFill>
            <a:prstDash val="solid"/>
            <a:round/>
            <a:headEnd type="oval" w="med" len="med"/>
            <a:tailEnd type="none" w="med" len="med"/>
          </a:ln>
        </p:spPr>
      </p:cxnSp>
      <p:cxnSp>
        <p:nvCxnSpPr>
          <p:cNvPr id="2591" name="Google Shape;2591;p85"/>
          <p:cNvCxnSpPr>
            <a:stCxn id="2592" idx="6"/>
            <a:endCxn id="2593" idx="1"/>
          </p:cNvCxnSpPr>
          <p:nvPr/>
        </p:nvCxnSpPr>
        <p:spPr>
          <a:xfrm>
            <a:off x="3181038" y="1783174"/>
            <a:ext cx="264300" cy="0"/>
          </a:xfrm>
          <a:prstGeom prst="straightConnector1">
            <a:avLst/>
          </a:prstGeom>
          <a:noFill/>
          <a:ln w="28575" cap="flat" cmpd="sng">
            <a:solidFill>
              <a:schemeClr val="accent5"/>
            </a:solidFill>
            <a:prstDash val="solid"/>
            <a:round/>
            <a:headEnd type="oval" w="med" len="med"/>
            <a:tailEnd type="none" w="med" len="med"/>
          </a:ln>
        </p:spPr>
      </p:cxnSp>
      <p:cxnSp>
        <p:nvCxnSpPr>
          <p:cNvPr id="2594" name="Google Shape;2594;p85"/>
          <p:cNvCxnSpPr>
            <a:stCxn id="2595" idx="6"/>
            <a:endCxn id="2590" idx="2"/>
          </p:cNvCxnSpPr>
          <p:nvPr/>
        </p:nvCxnSpPr>
        <p:spPr>
          <a:xfrm rot="10800000" flipH="1">
            <a:off x="1857800" y="2916750"/>
            <a:ext cx="546000" cy="3000"/>
          </a:xfrm>
          <a:prstGeom prst="straightConnector1">
            <a:avLst/>
          </a:prstGeom>
          <a:noFill/>
          <a:ln w="28575" cap="flat" cmpd="sng">
            <a:solidFill>
              <a:schemeClr val="accent5"/>
            </a:solidFill>
            <a:prstDash val="solid"/>
            <a:round/>
            <a:headEnd type="none" w="med" len="med"/>
            <a:tailEnd type="oval" w="med" len="med"/>
          </a:ln>
        </p:spPr>
      </p:cxnSp>
      <p:cxnSp>
        <p:nvCxnSpPr>
          <p:cNvPr id="2596" name="Google Shape;2596;p85"/>
          <p:cNvCxnSpPr>
            <a:stCxn id="2595" idx="6"/>
            <a:endCxn id="2592" idx="2"/>
          </p:cNvCxnSpPr>
          <p:nvPr/>
        </p:nvCxnSpPr>
        <p:spPr>
          <a:xfrm rot="10800000" flipH="1">
            <a:off x="1857800" y="1783050"/>
            <a:ext cx="546000" cy="1136700"/>
          </a:xfrm>
          <a:prstGeom prst="bentConnector3">
            <a:avLst>
              <a:gd name="adj1" fmla="val 49994"/>
            </a:avLst>
          </a:prstGeom>
          <a:noFill/>
          <a:ln w="28575" cap="flat" cmpd="sng">
            <a:solidFill>
              <a:schemeClr val="accent5"/>
            </a:solidFill>
            <a:prstDash val="solid"/>
            <a:round/>
            <a:headEnd type="none" w="med" len="med"/>
            <a:tailEnd type="oval" w="med" len="med"/>
          </a:ln>
        </p:spPr>
      </p:cxnSp>
      <p:cxnSp>
        <p:nvCxnSpPr>
          <p:cNvPr id="2597" name="Google Shape;2597;p85"/>
          <p:cNvCxnSpPr>
            <a:stCxn id="2595" idx="6"/>
            <a:endCxn id="2598" idx="2"/>
          </p:cNvCxnSpPr>
          <p:nvPr/>
        </p:nvCxnSpPr>
        <p:spPr>
          <a:xfrm>
            <a:off x="1857800" y="2919750"/>
            <a:ext cx="545400" cy="1134900"/>
          </a:xfrm>
          <a:prstGeom prst="bentConnector3">
            <a:avLst>
              <a:gd name="adj1" fmla="val 50008"/>
            </a:avLst>
          </a:prstGeom>
          <a:noFill/>
          <a:ln w="28575" cap="flat" cmpd="sng">
            <a:solidFill>
              <a:schemeClr val="accent5"/>
            </a:solidFill>
            <a:prstDash val="solid"/>
            <a:round/>
            <a:headEnd type="none" w="med" len="med"/>
            <a:tailEnd type="oval" w="med" len="med"/>
          </a:ln>
        </p:spPr>
      </p:cxnSp>
      <p:sp>
        <p:nvSpPr>
          <p:cNvPr id="2598" name="Google Shape;2598;p85"/>
          <p:cNvSpPr/>
          <p:nvPr/>
        </p:nvSpPr>
        <p:spPr>
          <a:xfrm>
            <a:off x="2403288" y="3665525"/>
            <a:ext cx="778200" cy="7782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85"/>
          <p:cNvSpPr txBox="1"/>
          <p:nvPr/>
        </p:nvSpPr>
        <p:spPr>
          <a:xfrm>
            <a:off x="5990500" y="1519324"/>
            <a:ext cx="2336400" cy="527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accent5"/>
                </a:solidFill>
                <a:latin typeface="Didact Gothic"/>
                <a:ea typeface="Didact Gothic"/>
                <a:cs typeface="Didact Gothic"/>
                <a:sym typeface="Didact Gothic"/>
              </a:rPr>
              <a:t>Mars is actually a cold very place</a:t>
            </a:r>
            <a:endParaRPr sz="1600">
              <a:solidFill>
                <a:schemeClr val="accent5"/>
              </a:solidFill>
              <a:latin typeface="Didact Gothic"/>
              <a:ea typeface="Didact Gothic"/>
              <a:cs typeface="Didact Gothic"/>
              <a:sym typeface="Didact Gothic"/>
            </a:endParaRPr>
          </a:p>
        </p:txBody>
      </p:sp>
      <p:sp>
        <p:nvSpPr>
          <p:cNvPr id="2600" name="Google Shape;2600;p85"/>
          <p:cNvSpPr txBox="1"/>
          <p:nvPr/>
        </p:nvSpPr>
        <p:spPr>
          <a:xfrm>
            <a:off x="5990500" y="2655050"/>
            <a:ext cx="2336400" cy="527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accent5"/>
                </a:solidFill>
                <a:latin typeface="Didact Gothic"/>
                <a:ea typeface="Didact Gothic"/>
                <a:cs typeface="Didact Gothic"/>
                <a:sym typeface="Didact Gothic"/>
              </a:rPr>
              <a:t>Jupiter is the biggest planet of them all</a:t>
            </a:r>
            <a:endParaRPr sz="1600">
              <a:solidFill>
                <a:schemeClr val="accent5"/>
              </a:solidFill>
              <a:latin typeface="Didact Gothic"/>
              <a:ea typeface="Didact Gothic"/>
              <a:cs typeface="Didact Gothic"/>
              <a:sym typeface="Didact Gothic"/>
            </a:endParaRPr>
          </a:p>
        </p:txBody>
      </p:sp>
      <p:sp>
        <p:nvSpPr>
          <p:cNvPr id="2601" name="Google Shape;2601;p85"/>
          <p:cNvSpPr txBox="1"/>
          <p:nvPr/>
        </p:nvSpPr>
        <p:spPr>
          <a:xfrm>
            <a:off x="5990500" y="3790775"/>
            <a:ext cx="2336400" cy="527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accent5"/>
                </a:solidFill>
                <a:latin typeface="Didact Gothic"/>
                <a:ea typeface="Didact Gothic"/>
                <a:cs typeface="Didact Gothic"/>
                <a:sym typeface="Didact Gothic"/>
              </a:rPr>
              <a:t>Venus is terribly hot even hotter than Mercury</a:t>
            </a:r>
            <a:endParaRPr sz="1600">
              <a:solidFill>
                <a:schemeClr val="accent5"/>
              </a:solidFill>
              <a:latin typeface="Didact Gothic"/>
              <a:ea typeface="Didact Gothic"/>
              <a:cs typeface="Didact Gothic"/>
              <a:sym typeface="Didact Gothic"/>
            </a:endParaRPr>
          </a:p>
        </p:txBody>
      </p:sp>
      <p:sp>
        <p:nvSpPr>
          <p:cNvPr id="2595" name="Google Shape;2595;p85"/>
          <p:cNvSpPr/>
          <p:nvPr/>
        </p:nvSpPr>
        <p:spPr>
          <a:xfrm>
            <a:off x="817100" y="2399400"/>
            <a:ext cx="1040700" cy="1040700"/>
          </a:xfrm>
          <a:prstGeom prst="ellipse">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85"/>
          <p:cNvSpPr/>
          <p:nvPr/>
        </p:nvSpPr>
        <p:spPr>
          <a:xfrm>
            <a:off x="2403738" y="2527999"/>
            <a:ext cx="777300" cy="7773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85"/>
          <p:cNvSpPr/>
          <p:nvPr/>
        </p:nvSpPr>
        <p:spPr>
          <a:xfrm>
            <a:off x="2403738" y="1394524"/>
            <a:ext cx="777300" cy="7773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85"/>
          <p:cNvSpPr/>
          <p:nvPr/>
        </p:nvSpPr>
        <p:spPr>
          <a:xfrm>
            <a:off x="3445299" y="3844325"/>
            <a:ext cx="2180700" cy="420600"/>
          </a:xfrm>
          <a:prstGeom prst="roundRect">
            <a:avLst>
              <a:gd name="adj" fmla="val 34302"/>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VENUS</a:t>
            </a:r>
            <a:endParaRPr sz="1800" b="1">
              <a:solidFill>
                <a:schemeClr val="accent5"/>
              </a:solidFill>
              <a:latin typeface="Aldrich"/>
              <a:ea typeface="Aldrich"/>
              <a:cs typeface="Aldrich"/>
              <a:sym typeface="Aldrich"/>
            </a:endParaRPr>
          </a:p>
        </p:txBody>
      </p:sp>
      <p:sp>
        <p:nvSpPr>
          <p:cNvPr id="2603" name="Google Shape;2603;p85"/>
          <p:cNvSpPr/>
          <p:nvPr/>
        </p:nvSpPr>
        <p:spPr>
          <a:xfrm>
            <a:off x="3445299" y="2706349"/>
            <a:ext cx="2180700" cy="420600"/>
          </a:xfrm>
          <a:prstGeom prst="roundRect">
            <a:avLst>
              <a:gd name="adj" fmla="val 34302"/>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JUPITER</a:t>
            </a:r>
            <a:endParaRPr sz="1800" b="1">
              <a:solidFill>
                <a:schemeClr val="accent5"/>
              </a:solidFill>
              <a:latin typeface="Aldrich"/>
              <a:ea typeface="Aldrich"/>
              <a:cs typeface="Aldrich"/>
              <a:sym typeface="Aldrich"/>
            </a:endParaRPr>
          </a:p>
        </p:txBody>
      </p:sp>
      <p:sp>
        <p:nvSpPr>
          <p:cNvPr id="2593" name="Google Shape;2593;p85"/>
          <p:cNvSpPr/>
          <p:nvPr/>
        </p:nvSpPr>
        <p:spPr>
          <a:xfrm>
            <a:off x="3445299" y="1572874"/>
            <a:ext cx="2180700" cy="420600"/>
          </a:xfrm>
          <a:prstGeom prst="roundRect">
            <a:avLst>
              <a:gd name="adj" fmla="val 34302"/>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MARS</a:t>
            </a:r>
            <a:endParaRPr sz="1800" b="1">
              <a:solidFill>
                <a:schemeClr val="accent5"/>
              </a:solidFill>
              <a:latin typeface="Aldrich"/>
              <a:ea typeface="Aldrich"/>
              <a:cs typeface="Aldrich"/>
              <a:sym typeface="Aldrich"/>
            </a:endParaRPr>
          </a:p>
        </p:txBody>
      </p:sp>
      <p:grpSp>
        <p:nvGrpSpPr>
          <p:cNvPr id="2604" name="Google Shape;2604;p85"/>
          <p:cNvGrpSpPr/>
          <p:nvPr/>
        </p:nvGrpSpPr>
        <p:grpSpPr>
          <a:xfrm>
            <a:off x="1098688" y="2680700"/>
            <a:ext cx="477525" cy="478100"/>
            <a:chOff x="7662000" y="4096500"/>
            <a:chExt cx="477525" cy="478100"/>
          </a:xfrm>
        </p:grpSpPr>
        <p:sp>
          <p:nvSpPr>
            <p:cNvPr id="2605" name="Google Shape;2605;p85"/>
            <p:cNvSpPr/>
            <p:nvPr/>
          </p:nvSpPr>
          <p:spPr>
            <a:xfrm>
              <a:off x="7700375" y="4266900"/>
              <a:ext cx="274550" cy="27950"/>
            </a:xfrm>
            <a:custGeom>
              <a:avLst/>
              <a:gdLst/>
              <a:ahLst/>
              <a:cxnLst/>
              <a:rect l="l" t="t" r="r" b="b"/>
              <a:pathLst>
                <a:path w="10982" h="1118" extrusionOk="0">
                  <a:moveTo>
                    <a:pt x="8585" y="1117"/>
                  </a:moveTo>
                  <a:lnTo>
                    <a:pt x="10981" y="1117"/>
                  </a:lnTo>
                  <a:lnTo>
                    <a:pt x="10981" y="1"/>
                  </a:lnTo>
                  <a:lnTo>
                    <a:pt x="8004" y="1"/>
                  </a:lnTo>
                  <a:cubicBezTo>
                    <a:pt x="8329" y="1"/>
                    <a:pt x="8562" y="233"/>
                    <a:pt x="8585" y="559"/>
                  </a:cubicBezTo>
                  <a:close/>
                  <a:moveTo>
                    <a:pt x="1" y="1117"/>
                  </a:moveTo>
                  <a:lnTo>
                    <a:pt x="2420" y="1117"/>
                  </a:lnTo>
                  <a:lnTo>
                    <a:pt x="2420" y="559"/>
                  </a:lnTo>
                  <a:cubicBezTo>
                    <a:pt x="2420" y="256"/>
                    <a:pt x="2676" y="1"/>
                    <a:pt x="2979" y="1"/>
                  </a:cubicBezTo>
                  <a:lnTo>
                    <a:pt x="1" y="1"/>
                  </a:lnTo>
                  <a:close/>
                  <a:moveTo>
                    <a:pt x="1" y="1117"/>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85"/>
            <p:cNvSpPr/>
            <p:nvPr/>
          </p:nvSpPr>
          <p:spPr>
            <a:xfrm>
              <a:off x="7760875" y="4266900"/>
              <a:ext cx="154150" cy="146600"/>
            </a:xfrm>
            <a:custGeom>
              <a:avLst/>
              <a:gdLst/>
              <a:ahLst/>
              <a:cxnLst/>
              <a:rect l="l" t="t" r="r" b="b"/>
              <a:pathLst>
                <a:path w="6166" h="5864" extrusionOk="0">
                  <a:moveTo>
                    <a:pt x="2513" y="3630"/>
                  </a:moveTo>
                  <a:lnTo>
                    <a:pt x="3629" y="3630"/>
                  </a:lnTo>
                  <a:lnTo>
                    <a:pt x="3629" y="5863"/>
                  </a:lnTo>
                  <a:lnTo>
                    <a:pt x="6165" y="5863"/>
                  </a:lnTo>
                  <a:lnTo>
                    <a:pt x="6165" y="559"/>
                  </a:lnTo>
                  <a:cubicBezTo>
                    <a:pt x="6142" y="256"/>
                    <a:pt x="5909" y="1"/>
                    <a:pt x="5584" y="1"/>
                  </a:cubicBezTo>
                  <a:lnTo>
                    <a:pt x="559" y="1"/>
                  </a:lnTo>
                  <a:cubicBezTo>
                    <a:pt x="256" y="1"/>
                    <a:pt x="0" y="256"/>
                    <a:pt x="0" y="559"/>
                  </a:cubicBezTo>
                  <a:lnTo>
                    <a:pt x="0" y="5863"/>
                  </a:lnTo>
                  <a:lnTo>
                    <a:pt x="2513" y="5863"/>
                  </a:lnTo>
                  <a:close/>
                  <a:moveTo>
                    <a:pt x="2513" y="3630"/>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85"/>
            <p:cNvSpPr/>
            <p:nvPr/>
          </p:nvSpPr>
          <p:spPr>
            <a:xfrm>
              <a:off x="7823675" y="4357625"/>
              <a:ext cx="27950" cy="153575"/>
            </a:xfrm>
            <a:custGeom>
              <a:avLst/>
              <a:gdLst/>
              <a:ahLst/>
              <a:cxnLst/>
              <a:rect l="l" t="t" r="r" b="b"/>
              <a:pathLst>
                <a:path w="1118" h="6143" extrusionOk="0">
                  <a:moveTo>
                    <a:pt x="1" y="1"/>
                  </a:moveTo>
                  <a:lnTo>
                    <a:pt x="1" y="6142"/>
                  </a:lnTo>
                  <a:lnTo>
                    <a:pt x="1117" y="6142"/>
                  </a:lnTo>
                  <a:lnTo>
                    <a:pt x="111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85"/>
            <p:cNvSpPr/>
            <p:nvPr/>
          </p:nvSpPr>
          <p:spPr>
            <a:xfrm>
              <a:off x="7746900" y="4469300"/>
              <a:ext cx="182075" cy="27950"/>
            </a:xfrm>
            <a:custGeom>
              <a:avLst/>
              <a:gdLst/>
              <a:ahLst/>
              <a:cxnLst/>
              <a:rect l="l" t="t" r="r" b="b"/>
              <a:pathLst>
                <a:path w="7283" h="1118" extrusionOk="0">
                  <a:moveTo>
                    <a:pt x="1" y="1117"/>
                  </a:moveTo>
                  <a:lnTo>
                    <a:pt x="3072" y="1117"/>
                  </a:lnTo>
                  <a:lnTo>
                    <a:pt x="3072" y="0"/>
                  </a:lnTo>
                  <a:lnTo>
                    <a:pt x="1" y="0"/>
                  </a:lnTo>
                  <a:close/>
                  <a:moveTo>
                    <a:pt x="4188" y="1117"/>
                  </a:moveTo>
                  <a:lnTo>
                    <a:pt x="7283" y="1117"/>
                  </a:lnTo>
                  <a:lnTo>
                    <a:pt x="7283" y="0"/>
                  </a:lnTo>
                  <a:lnTo>
                    <a:pt x="4188" y="0"/>
                  </a:lnTo>
                  <a:close/>
                  <a:moveTo>
                    <a:pt x="4188" y="1117"/>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85"/>
            <p:cNvSpPr/>
            <p:nvPr/>
          </p:nvSpPr>
          <p:spPr>
            <a:xfrm>
              <a:off x="7682925" y="4371600"/>
              <a:ext cx="435075" cy="196000"/>
            </a:xfrm>
            <a:custGeom>
              <a:avLst/>
              <a:gdLst/>
              <a:ahLst/>
              <a:cxnLst/>
              <a:rect l="l" t="t" r="r" b="b"/>
              <a:pathLst>
                <a:path w="17403" h="7840" extrusionOk="0">
                  <a:moveTo>
                    <a:pt x="1118" y="7840"/>
                  </a:moveTo>
                  <a:lnTo>
                    <a:pt x="1118" y="0"/>
                  </a:lnTo>
                  <a:lnTo>
                    <a:pt x="1" y="0"/>
                  </a:lnTo>
                  <a:lnTo>
                    <a:pt x="1" y="7840"/>
                  </a:lnTo>
                  <a:close/>
                  <a:moveTo>
                    <a:pt x="17402" y="7840"/>
                  </a:moveTo>
                  <a:lnTo>
                    <a:pt x="17402" y="0"/>
                  </a:lnTo>
                  <a:lnTo>
                    <a:pt x="16286" y="0"/>
                  </a:lnTo>
                  <a:lnTo>
                    <a:pt x="16286" y="7840"/>
                  </a:lnTo>
                  <a:close/>
                  <a:moveTo>
                    <a:pt x="17402" y="7840"/>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85"/>
            <p:cNvSpPr/>
            <p:nvPr/>
          </p:nvSpPr>
          <p:spPr>
            <a:xfrm>
              <a:off x="7668975" y="4343675"/>
              <a:ext cx="463550" cy="28525"/>
            </a:xfrm>
            <a:custGeom>
              <a:avLst/>
              <a:gdLst/>
              <a:ahLst/>
              <a:cxnLst/>
              <a:rect l="l" t="t" r="r" b="b"/>
              <a:pathLst>
                <a:path w="18542" h="1141" extrusionOk="0">
                  <a:moveTo>
                    <a:pt x="18542" y="1117"/>
                  </a:moveTo>
                  <a:lnTo>
                    <a:pt x="18542" y="0"/>
                  </a:lnTo>
                  <a:lnTo>
                    <a:pt x="9841" y="0"/>
                  </a:lnTo>
                  <a:lnTo>
                    <a:pt x="9841" y="1140"/>
                  </a:lnTo>
                  <a:close/>
                  <a:moveTo>
                    <a:pt x="3676" y="1117"/>
                  </a:moveTo>
                  <a:lnTo>
                    <a:pt x="3676" y="0"/>
                  </a:lnTo>
                  <a:lnTo>
                    <a:pt x="1" y="0"/>
                  </a:lnTo>
                  <a:lnTo>
                    <a:pt x="1" y="1140"/>
                  </a:lnTo>
                  <a:close/>
                  <a:moveTo>
                    <a:pt x="3676" y="1117"/>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85"/>
            <p:cNvSpPr/>
            <p:nvPr/>
          </p:nvSpPr>
          <p:spPr>
            <a:xfrm>
              <a:off x="7976650" y="4304700"/>
              <a:ext cx="59925" cy="39000"/>
            </a:xfrm>
            <a:custGeom>
              <a:avLst/>
              <a:gdLst/>
              <a:ahLst/>
              <a:cxnLst/>
              <a:rect l="l" t="t" r="r" b="b"/>
              <a:pathLst>
                <a:path w="2397" h="1560" extrusionOk="0">
                  <a:moveTo>
                    <a:pt x="70" y="1559"/>
                  </a:moveTo>
                  <a:lnTo>
                    <a:pt x="2303" y="1559"/>
                  </a:lnTo>
                  <a:cubicBezTo>
                    <a:pt x="2396" y="1"/>
                    <a:pt x="0" y="1"/>
                    <a:pt x="70" y="1559"/>
                  </a:cubicBezTo>
                  <a:close/>
                  <a:moveTo>
                    <a:pt x="70" y="1559"/>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85"/>
            <p:cNvSpPr/>
            <p:nvPr/>
          </p:nvSpPr>
          <p:spPr>
            <a:xfrm>
              <a:off x="8062725" y="4280850"/>
              <a:ext cx="55850" cy="62850"/>
            </a:xfrm>
            <a:custGeom>
              <a:avLst/>
              <a:gdLst/>
              <a:ahLst/>
              <a:cxnLst/>
              <a:rect l="l" t="t" r="r" b="b"/>
              <a:pathLst>
                <a:path w="2234" h="2514" extrusionOk="0">
                  <a:moveTo>
                    <a:pt x="559" y="2513"/>
                  </a:moveTo>
                  <a:lnTo>
                    <a:pt x="1675" y="2513"/>
                  </a:lnTo>
                  <a:cubicBezTo>
                    <a:pt x="1978" y="2513"/>
                    <a:pt x="2234" y="2281"/>
                    <a:pt x="2234" y="1955"/>
                  </a:cubicBezTo>
                  <a:lnTo>
                    <a:pt x="2234" y="1"/>
                  </a:lnTo>
                  <a:lnTo>
                    <a:pt x="0" y="1"/>
                  </a:lnTo>
                  <a:lnTo>
                    <a:pt x="0" y="1932"/>
                  </a:lnTo>
                  <a:cubicBezTo>
                    <a:pt x="0" y="2257"/>
                    <a:pt x="233" y="2490"/>
                    <a:pt x="559" y="2490"/>
                  </a:cubicBezTo>
                  <a:close/>
                  <a:moveTo>
                    <a:pt x="559" y="2513"/>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85"/>
            <p:cNvSpPr/>
            <p:nvPr/>
          </p:nvSpPr>
          <p:spPr>
            <a:xfrm>
              <a:off x="7964425" y="4371600"/>
              <a:ext cx="126225" cy="139600"/>
            </a:xfrm>
            <a:custGeom>
              <a:avLst/>
              <a:gdLst/>
              <a:ahLst/>
              <a:cxnLst/>
              <a:rect l="l" t="t" r="r" b="b"/>
              <a:pathLst>
                <a:path w="5049" h="5584" extrusionOk="0">
                  <a:moveTo>
                    <a:pt x="1" y="0"/>
                  </a:moveTo>
                  <a:lnTo>
                    <a:pt x="1" y="5583"/>
                  </a:lnTo>
                  <a:lnTo>
                    <a:pt x="5049" y="5583"/>
                  </a:lnTo>
                  <a:lnTo>
                    <a:pt x="50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85"/>
            <p:cNvSpPr/>
            <p:nvPr/>
          </p:nvSpPr>
          <p:spPr>
            <a:xfrm>
              <a:off x="7700375" y="4104050"/>
              <a:ext cx="274550" cy="162875"/>
            </a:xfrm>
            <a:custGeom>
              <a:avLst/>
              <a:gdLst/>
              <a:ahLst/>
              <a:cxnLst/>
              <a:rect l="l" t="t" r="r" b="b"/>
              <a:pathLst>
                <a:path w="10982" h="6515" extrusionOk="0">
                  <a:moveTo>
                    <a:pt x="1" y="1"/>
                  </a:moveTo>
                  <a:lnTo>
                    <a:pt x="1" y="6515"/>
                  </a:lnTo>
                  <a:lnTo>
                    <a:pt x="10981" y="6515"/>
                  </a:lnTo>
                  <a:lnTo>
                    <a:pt x="1098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85"/>
            <p:cNvSpPr/>
            <p:nvPr/>
          </p:nvSpPr>
          <p:spPr>
            <a:xfrm>
              <a:off x="7700375" y="4266900"/>
              <a:ext cx="20975" cy="27950"/>
            </a:xfrm>
            <a:custGeom>
              <a:avLst/>
              <a:gdLst/>
              <a:ahLst/>
              <a:cxnLst/>
              <a:rect l="l" t="t" r="r" b="b"/>
              <a:pathLst>
                <a:path w="839" h="1118" extrusionOk="0">
                  <a:moveTo>
                    <a:pt x="1" y="1"/>
                  </a:moveTo>
                  <a:lnTo>
                    <a:pt x="1" y="1117"/>
                  </a:lnTo>
                  <a:lnTo>
                    <a:pt x="838" y="1117"/>
                  </a:lnTo>
                  <a:lnTo>
                    <a:pt x="83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85"/>
            <p:cNvSpPr/>
            <p:nvPr/>
          </p:nvSpPr>
          <p:spPr>
            <a:xfrm>
              <a:off x="7700375" y="4104050"/>
              <a:ext cx="20975" cy="162875"/>
            </a:xfrm>
            <a:custGeom>
              <a:avLst/>
              <a:gdLst/>
              <a:ahLst/>
              <a:cxnLst/>
              <a:rect l="l" t="t" r="r" b="b"/>
              <a:pathLst>
                <a:path w="839" h="6515" extrusionOk="0">
                  <a:moveTo>
                    <a:pt x="1" y="1"/>
                  </a:moveTo>
                  <a:lnTo>
                    <a:pt x="1" y="6515"/>
                  </a:lnTo>
                  <a:lnTo>
                    <a:pt x="838" y="6515"/>
                  </a:lnTo>
                  <a:lnTo>
                    <a:pt x="83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85"/>
            <p:cNvSpPr/>
            <p:nvPr/>
          </p:nvSpPr>
          <p:spPr>
            <a:xfrm>
              <a:off x="7760875" y="4266900"/>
              <a:ext cx="104700" cy="146600"/>
            </a:xfrm>
            <a:custGeom>
              <a:avLst/>
              <a:gdLst/>
              <a:ahLst/>
              <a:cxnLst/>
              <a:rect l="l" t="t" r="r" b="b"/>
              <a:pathLst>
                <a:path w="4188" h="5864" extrusionOk="0">
                  <a:moveTo>
                    <a:pt x="1396" y="1"/>
                  </a:moveTo>
                  <a:lnTo>
                    <a:pt x="559" y="1"/>
                  </a:lnTo>
                  <a:cubicBezTo>
                    <a:pt x="256" y="1"/>
                    <a:pt x="0" y="233"/>
                    <a:pt x="0" y="559"/>
                  </a:cubicBezTo>
                  <a:lnTo>
                    <a:pt x="0" y="5863"/>
                  </a:lnTo>
                  <a:lnTo>
                    <a:pt x="838" y="5863"/>
                  </a:lnTo>
                  <a:lnTo>
                    <a:pt x="838" y="559"/>
                  </a:lnTo>
                  <a:cubicBezTo>
                    <a:pt x="838" y="256"/>
                    <a:pt x="1094" y="1"/>
                    <a:pt x="1396" y="1"/>
                  </a:cubicBezTo>
                  <a:close/>
                  <a:moveTo>
                    <a:pt x="3629" y="3351"/>
                  </a:moveTo>
                  <a:lnTo>
                    <a:pt x="3629" y="5863"/>
                  </a:lnTo>
                  <a:lnTo>
                    <a:pt x="4188" y="5863"/>
                  </a:lnTo>
                  <a:lnTo>
                    <a:pt x="4188" y="3351"/>
                  </a:lnTo>
                  <a:close/>
                  <a:moveTo>
                    <a:pt x="3629" y="3351"/>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85"/>
            <p:cNvSpPr/>
            <p:nvPr/>
          </p:nvSpPr>
          <p:spPr>
            <a:xfrm>
              <a:off x="7746900" y="4469300"/>
              <a:ext cx="118675" cy="27950"/>
            </a:xfrm>
            <a:custGeom>
              <a:avLst/>
              <a:gdLst/>
              <a:ahLst/>
              <a:cxnLst/>
              <a:rect l="l" t="t" r="r" b="b"/>
              <a:pathLst>
                <a:path w="4747" h="1118" extrusionOk="0">
                  <a:moveTo>
                    <a:pt x="1" y="1117"/>
                  </a:moveTo>
                  <a:lnTo>
                    <a:pt x="838" y="1117"/>
                  </a:lnTo>
                  <a:lnTo>
                    <a:pt x="838" y="0"/>
                  </a:lnTo>
                  <a:lnTo>
                    <a:pt x="1" y="0"/>
                  </a:lnTo>
                  <a:close/>
                  <a:moveTo>
                    <a:pt x="4747" y="0"/>
                  </a:moveTo>
                  <a:lnTo>
                    <a:pt x="4747" y="1117"/>
                  </a:lnTo>
                  <a:lnTo>
                    <a:pt x="4188" y="1117"/>
                  </a:lnTo>
                  <a:lnTo>
                    <a:pt x="4188" y="0"/>
                  </a:lnTo>
                  <a:close/>
                  <a:moveTo>
                    <a:pt x="4747" y="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85"/>
            <p:cNvSpPr/>
            <p:nvPr/>
          </p:nvSpPr>
          <p:spPr>
            <a:xfrm>
              <a:off x="7823675" y="4357625"/>
              <a:ext cx="14000" cy="153575"/>
            </a:xfrm>
            <a:custGeom>
              <a:avLst/>
              <a:gdLst/>
              <a:ahLst/>
              <a:cxnLst/>
              <a:rect l="l" t="t" r="r" b="b"/>
              <a:pathLst>
                <a:path w="560" h="6143" extrusionOk="0">
                  <a:moveTo>
                    <a:pt x="1" y="1"/>
                  </a:moveTo>
                  <a:lnTo>
                    <a:pt x="1" y="6142"/>
                  </a:lnTo>
                  <a:lnTo>
                    <a:pt x="559" y="6142"/>
                  </a:lnTo>
                  <a:lnTo>
                    <a:pt x="55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85"/>
            <p:cNvSpPr/>
            <p:nvPr/>
          </p:nvSpPr>
          <p:spPr>
            <a:xfrm>
              <a:off x="7682925" y="4371600"/>
              <a:ext cx="421100" cy="196000"/>
            </a:xfrm>
            <a:custGeom>
              <a:avLst/>
              <a:gdLst/>
              <a:ahLst/>
              <a:cxnLst/>
              <a:rect l="l" t="t" r="r" b="b"/>
              <a:pathLst>
                <a:path w="16844" h="7840" extrusionOk="0">
                  <a:moveTo>
                    <a:pt x="559" y="0"/>
                  </a:moveTo>
                  <a:lnTo>
                    <a:pt x="1" y="0"/>
                  </a:lnTo>
                  <a:lnTo>
                    <a:pt x="1" y="7840"/>
                  </a:lnTo>
                  <a:lnTo>
                    <a:pt x="559" y="7840"/>
                  </a:lnTo>
                  <a:close/>
                  <a:moveTo>
                    <a:pt x="16844" y="0"/>
                  </a:moveTo>
                  <a:lnTo>
                    <a:pt x="16286" y="0"/>
                  </a:lnTo>
                  <a:lnTo>
                    <a:pt x="16286" y="7840"/>
                  </a:lnTo>
                  <a:lnTo>
                    <a:pt x="16844" y="7840"/>
                  </a:lnTo>
                  <a:close/>
                  <a:moveTo>
                    <a:pt x="16844" y="0"/>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85"/>
            <p:cNvSpPr/>
            <p:nvPr/>
          </p:nvSpPr>
          <p:spPr>
            <a:xfrm>
              <a:off x="7668975" y="4343675"/>
              <a:ext cx="20975" cy="27950"/>
            </a:xfrm>
            <a:custGeom>
              <a:avLst/>
              <a:gdLst/>
              <a:ahLst/>
              <a:cxnLst/>
              <a:rect l="l" t="t" r="r" b="b"/>
              <a:pathLst>
                <a:path w="839" h="1118" extrusionOk="0">
                  <a:moveTo>
                    <a:pt x="1" y="0"/>
                  </a:moveTo>
                  <a:lnTo>
                    <a:pt x="1" y="1117"/>
                  </a:lnTo>
                  <a:lnTo>
                    <a:pt x="838" y="1117"/>
                  </a:lnTo>
                  <a:lnTo>
                    <a:pt x="8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85"/>
            <p:cNvSpPr/>
            <p:nvPr/>
          </p:nvSpPr>
          <p:spPr>
            <a:xfrm>
              <a:off x="7964425" y="4371600"/>
              <a:ext cx="21550" cy="139600"/>
            </a:xfrm>
            <a:custGeom>
              <a:avLst/>
              <a:gdLst/>
              <a:ahLst/>
              <a:cxnLst/>
              <a:rect l="l" t="t" r="r" b="b"/>
              <a:pathLst>
                <a:path w="862" h="5584" extrusionOk="0">
                  <a:moveTo>
                    <a:pt x="1" y="0"/>
                  </a:moveTo>
                  <a:lnTo>
                    <a:pt x="1" y="5583"/>
                  </a:lnTo>
                  <a:lnTo>
                    <a:pt x="861" y="5583"/>
                  </a:lnTo>
                  <a:lnTo>
                    <a:pt x="86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85"/>
            <p:cNvSpPr/>
            <p:nvPr/>
          </p:nvSpPr>
          <p:spPr>
            <a:xfrm>
              <a:off x="7978375" y="4312275"/>
              <a:ext cx="35525" cy="31425"/>
            </a:xfrm>
            <a:custGeom>
              <a:avLst/>
              <a:gdLst/>
              <a:ahLst/>
              <a:cxnLst/>
              <a:rect l="l" t="t" r="r" b="b"/>
              <a:pathLst>
                <a:path w="1421" h="1257" extrusionOk="0">
                  <a:moveTo>
                    <a:pt x="1" y="1256"/>
                  </a:moveTo>
                  <a:lnTo>
                    <a:pt x="559" y="1256"/>
                  </a:lnTo>
                  <a:cubicBezTo>
                    <a:pt x="559" y="745"/>
                    <a:pt x="908" y="303"/>
                    <a:pt x="1420" y="186"/>
                  </a:cubicBezTo>
                  <a:cubicBezTo>
                    <a:pt x="699" y="0"/>
                    <a:pt x="24" y="535"/>
                    <a:pt x="1" y="1256"/>
                  </a:cubicBezTo>
                  <a:close/>
                  <a:moveTo>
                    <a:pt x="1" y="1256"/>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85"/>
            <p:cNvSpPr/>
            <p:nvPr/>
          </p:nvSpPr>
          <p:spPr>
            <a:xfrm>
              <a:off x="8062725" y="4280850"/>
              <a:ext cx="27925" cy="62850"/>
            </a:xfrm>
            <a:custGeom>
              <a:avLst/>
              <a:gdLst/>
              <a:ahLst/>
              <a:cxnLst/>
              <a:rect l="l" t="t" r="r" b="b"/>
              <a:pathLst>
                <a:path w="1117" h="2514" extrusionOk="0">
                  <a:moveTo>
                    <a:pt x="559" y="2513"/>
                  </a:moveTo>
                  <a:lnTo>
                    <a:pt x="1117" y="2513"/>
                  </a:lnTo>
                  <a:cubicBezTo>
                    <a:pt x="791" y="2513"/>
                    <a:pt x="559" y="2281"/>
                    <a:pt x="559" y="1955"/>
                  </a:cubicBezTo>
                  <a:lnTo>
                    <a:pt x="559" y="1"/>
                  </a:lnTo>
                  <a:lnTo>
                    <a:pt x="0" y="1"/>
                  </a:lnTo>
                  <a:lnTo>
                    <a:pt x="0" y="1932"/>
                  </a:lnTo>
                  <a:cubicBezTo>
                    <a:pt x="0" y="2257"/>
                    <a:pt x="233" y="2490"/>
                    <a:pt x="559" y="2490"/>
                  </a:cubicBezTo>
                  <a:close/>
                  <a:moveTo>
                    <a:pt x="559" y="2513"/>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85"/>
            <p:cNvSpPr/>
            <p:nvPr/>
          </p:nvSpPr>
          <p:spPr>
            <a:xfrm>
              <a:off x="7851600" y="4125000"/>
              <a:ext cx="102375" cy="176825"/>
            </a:xfrm>
            <a:custGeom>
              <a:avLst/>
              <a:gdLst/>
              <a:ahLst/>
              <a:cxnLst/>
              <a:rect l="l" t="t" r="r" b="b"/>
              <a:pathLst>
                <a:path w="4095" h="7073" extrusionOk="0">
                  <a:moveTo>
                    <a:pt x="1303" y="0"/>
                  </a:moveTo>
                  <a:lnTo>
                    <a:pt x="1303" y="559"/>
                  </a:lnTo>
                  <a:lnTo>
                    <a:pt x="2978" y="559"/>
                  </a:lnTo>
                  <a:lnTo>
                    <a:pt x="2978" y="0"/>
                  </a:lnTo>
                  <a:close/>
                  <a:moveTo>
                    <a:pt x="3537" y="0"/>
                  </a:moveTo>
                  <a:lnTo>
                    <a:pt x="3537" y="559"/>
                  </a:lnTo>
                  <a:lnTo>
                    <a:pt x="4095" y="559"/>
                  </a:lnTo>
                  <a:lnTo>
                    <a:pt x="4095" y="0"/>
                  </a:lnTo>
                  <a:close/>
                  <a:moveTo>
                    <a:pt x="0" y="6514"/>
                  </a:moveTo>
                  <a:lnTo>
                    <a:pt x="0" y="7072"/>
                  </a:lnTo>
                  <a:lnTo>
                    <a:pt x="559" y="7072"/>
                  </a:lnTo>
                  <a:lnTo>
                    <a:pt x="559" y="6514"/>
                  </a:lnTo>
                  <a:close/>
                  <a:moveTo>
                    <a:pt x="1117" y="6514"/>
                  </a:moveTo>
                  <a:lnTo>
                    <a:pt x="1117" y="7072"/>
                  </a:lnTo>
                  <a:lnTo>
                    <a:pt x="1675" y="7072"/>
                  </a:lnTo>
                  <a:lnTo>
                    <a:pt x="1675" y="6514"/>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85"/>
            <p:cNvSpPr/>
            <p:nvPr/>
          </p:nvSpPr>
          <p:spPr>
            <a:xfrm>
              <a:off x="8013275" y="4469300"/>
              <a:ext cx="28525" cy="13975"/>
            </a:xfrm>
            <a:custGeom>
              <a:avLst/>
              <a:gdLst/>
              <a:ahLst/>
              <a:cxnLst/>
              <a:rect l="l" t="t" r="r" b="b"/>
              <a:pathLst>
                <a:path w="1141" h="559" extrusionOk="0">
                  <a:moveTo>
                    <a:pt x="1" y="0"/>
                  </a:moveTo>
                  <a:lnTo>
                    <a:pt x="1" y="559"/>
                  </a:lnTo>
                  <a:lnTo>
                    <a:pt x="1141" y="559"/>
                  </a:lnTo>
                  <a:lnTo>
                    <a:pt x="114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85"/>
            <p:cNvSpPr/>
            <p:nvPr/>
          </p:nvSpPr>
          <p:spPr>
            <a:xfrm>
              <a:off x="8013275" y="4399500"/>
              <a:ext cx="28525" cy="14000"/>
            </a:xfrm>
            <a:custGeom>
              <a:avLst/>
              <a:gdLst/>
              <a:ahLst/>
              <a:cxnLst/>
              <a:rect l="l" t="t" r="r" b="b"/>
              <a:pathLst>
                <a:path w="1141" h="560" extrusionOk="0">
                  <a:moveTo>
                    <a:pt x="1" y="1"/>
                  </a:moveTo>
                  <a:lnTo>
                    <a:pt x="1" y="559"/>
                  </a:lnTo>
                  <a:lnTo>
                    <a:pt x="1141" y="559"/>
                  </a:lnTo>
                  <a:lnTo>
                    <a:pt x="114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85"/>
            <p:cNvSpPr/>
            <p:nvPr/>
          </p:nvSpPr>
          <p:spPr>
            <a:xfrm>
              <a:off x="7662000" y="4096500"/>
              <a:ext cx="477525" cy="478100"/>
            </a:xfrm>
            <a:custGeom>
              <a:avLst/>
              <a:gdLst/>
              <a:ahLst/>
              <a:cxnLst/>
              <a:rect l="l" t="t" r="r" b="b"/>
              <a:pathLst>
                <a:path w="19101" h="19124" extrusionOk="0">
                  <a:moveTo>
                    <a:pt x="12237" y="7049"/>
                  </a:moveTo>
                  <a:lnTo>
                    <a:pt x="12237" y="7631"/>
                  </a:lnTo>
                  <a:lnTo>
                    <a:pt x="10399" y="7631"/>
                  </a:lnTo>
                  <a:lnTo>
                    <a:pt x="10399" y="7328"/>
                  </a:lnTo>
                  <a:cubicBezTo>
                    <a:pt x="10399" y="7235"/>
                    <a:pt x="10376" y="7142"/>
                    <a:pt x="10330" y="7049"/>
                  </a:cubicBezTo>
                  <a:close/>
                  <a:moveTo>
                    <a:pt x="3723" y="7072"/>
                  </a:moveTo>
                  <a:cubicBezTo>
                    <a:pt x="3699" y="7166"/>
                    <a:pt x="3676" y="7259"/>
                    <a:pt x="3676" y="7352"/>
                  </a:cubicBezTo>
                  <a:lnTo>
                    <a:pt x="3676" y="7654"/>
                  </a:lnTo>
                  <a:lnTo>
                    <a:pt x="1815" y="7631"/>
                  </a:lnTo>
                  <a:lnTo>
                    <a:pt x="1815" y="7072"/>
                  </a:lnTo>
                  <a:close/>
                  <a:moveTo>
                    <a:pt x="13773" y="9027"/>
                  </a:moveTo>
                  <a:cubicBezTo>
                    <a:pt x="14145" y="9027"/>
                    <a:pt x="14447" y="9236"/>
                    <a:pt x="14564" y="9585"/>
                  </a:cubicBezTo>
                  <a:lnTo>
                    <a:pt x="12982" y="9585"/>
                  </a:lnTo>
                  <a:cubicBezTo>
                    <a:pt x="13098" y="9236"/>
                    <a:pt x="13424" y="9027"/>
                    <a:pt x="13773" y="9027"/>
                  </a:cubicBezTo>
                  <a:close/>
                  <a:moveTo>
                    <a:pt x="17983" y="7631"/>
                  </a:moveTo>
                  <a:lnTo>
                    <a:pt x="17983" y="9306"/>
                  </a:lnTo>
                  <a:cubicBezTo>
                    <a:pt x="17983" y="9469"/>
                    <a:pt x="17844" y="9608"/>
                    <a:pt x="17681" y="9608"/>
                  </a:cubicBezTo>
                  <a:lnTo>
                    <a:pt x="16564" y="9608"/>
                  </a:lnTo>
                  <a:cubicBezTo>
                    <a:pt x="16401" y="9608"/>
                    <a:pt x="16285" y="9469"/>
                    <a:pt x="16285" y="9306"/>
                  </a:cubicBezTo>
                  <a:lnTo>
                    <a:pt x="16308" y="9306"/>
                  </a:lnTo>
                  <a:lnTo>
                    <a:pt x="16308" y="7631"/>
                  </a:lnTo>
                  <a:close/>
                  <a:moveTo>
                    <a:pt x="3676" y="10143"/>
                  </a:moveTo>
                  <a:lnTo>
                    <a:pt x="3676" y="10702"/>
                  </a:lnTo>
                  <a:lnTo>
                    <a:pt x="559" y="10702"/>
                  </a:lnTo>
                  <a:lnTo>
                    <a:pt x="559" y="10143"/>
                  </a:lnTo>
                  <a:close/>
                  <a:moveTo>
                    <a:pt x="18542" y="10143"/>
                  </a:moveTo>
                  <a:lnTo>
                    <a:pt x="18542" y="10702"/>
                  </a:lnTo>
                  <a:lnTo>
                    <a:pt x="10399" y="10702"/>
                  </a:lnTo>
                  <a:lnTo>
                    <a:pt x="10399" y="10143"/>
                  </a:lnTo>
                  <a:close/>
                  <a:moveTo>
                    <a:pt x="9562" y="7072"/>
                  </a:moveTo>
                  <a:cubicBezTo>
                    <a:pt x="9725" y="7072"/>
                    <a:pt x="9841" y="7212"/>
                    <a:pt x="9841" y="7375"/>
                  </a:cubicBezTo>
                  <a:lnTo>
                    <a:pt x="9841" y="12377"/>
                  </a:lnTo>
                  <a:lnTo>
                    <a:pt x="7864" y="12377"/>
                  </a:lnTo>
                  <a:lnTo>
                    <a:pt x="7864" y="10143"/>
                  </a:lnTo>
                  <a:lnTo>
                    <a:pt x="6189" y="10143"/>
                  </a:lnTo>
                  <a:lnTo>
                    <a:pt x="6189" y="12377"/>
                  </a:lnTo>
                  <a:lnTo>
                    <a:pt x="4234" y="12377"/>
                  </a:lnTo>
                  <a:lnTo>
                    <a:pt x="4234" y="7375"/>
                  </a:lnTo>
                  <a:cubicBezTo>
                    <a:pt x="4234" y="7212"/>
                    <a:pt x="4374" y="7072"/>
                    <a:pt x="4537" y="7072"/>
                  </a:cubicBezTo>
                  <a:close/>
                  <a:moveTo>
                    <a:pt x="6189" y="15168"/>
                  </a:moveTo>
                  <a:lnTo>
                    <a:pt x="6189" y="15727"/>
                  </a:lnTo>
                  <a:lnTo>
                    <a:pt x="3676" y="15727"/>
                  </a:lnTo>
                  <a:lnTo>
                    <a:pt x="3676" y="15168"/>
                  </a:lnTo>
                  <a:close/>
                  <a:moveTo>
                    <a:pt x="10399" y="15168"/>
                  </a:moveTo>
                  <a:lnTo>
                    <a:pt x="10399" y="15727"/>
                  </a:lnTo>
                  <a:lnTo>
                    <a:pt x="7864" y="15727"/>
                  </a:lnTo>
                  <a:lnTo>
                    <a:pt x="7864" y="15168"/>
                  </a:lnTo>
                  <a:close/>
                  <a:moveTo>
                    <a:pt x="7305" y="10725"/>
                  </a:moveTo>
                  <a:lnTo>
                    <a:pt x="7305" y="16308"/>
                  </a:lnTo>
                  <a:lnTo>
                    <a:pt x="6747" y="16285"/>
                  </a:lnTo>
                  <a:lnTo>
                    <a:pt x="6747" y="10725"/>
                  </a:lnTo>
                  <a:close/>
                  <a:moveTo>
                    <a:pt x="1257" y="0"/>
                  </a:moveTo>
                  <a:lnTo>
                    <a:pt x="1257" y="2257"/>
                  </a:lnTo>
                  <a:lnTo>
                    <a:pt x="1815" y="2257"/>
                  </a:lnTo>
                  <a:lnTo>
                    <a:pt x="1815" y="582"/>
                  </a:lnTo>
                  <a:lnTo>
                    <a:pt x="12237" y="582"/>
                  </a:lnTo>
                  <a:lnTo>
                    <a:pt x="12237" y="6537"/>
                  </a:lnTo>
                  <a:lnTo>
                    <a:pt x="1815" y="6537"/>
                  </a:lnTo>
                  <a:lnTo>
                    <a:pt x="1815" y="2815"/>
                  </a:lnTo>
                  <a:lnTo>
                    <a:pt x="1257" y="2815"/>
                  </a:lnTo>
                  <a:lnTo>
                    <a:pt x="1257" y="8212"/>
                  </a:lnTo>
                  <a:lnTo>
                    <a:pt x="3676" y="8212"/>
                  </a:lnTo>
                  <a:lnTo>
                    <a:pt x="3676" y="9608"/>
                  </a:lnTo>
                  <a:lnTo>
                    <a:pt x="0" y="9608"/>
                  </a:lnTo>
                  <a:lnTo>
                    <a:pt x="0" y="11283"/>
                  </a:lnTo>
                  <a:lnTo>
                    <a:pt x="559" y="11283"/>
                  </a:lnTo>
                  <a:lnTo>
                    <a:pt x="559" y="12958"/>
                  </a:lnTo>
                  <a:lnTo>
                    <a:pt x="1117" y="12958"/>
                  </a:lnTo>
                  <a:lnTo>
                    <a:pt x="1117" y="11283"/>
                  </a:lnTo>
                  <a:lnTo>
                    <a:pt x="1675" y="11283"/>
                  </a:lnTo>
                  <a:lnTo>
                    <a:pt x="1675" y="18565"/>
                  </a:lnTo>
                  <a:lnTo>
                    <a:pt x="1117" y="18565"/>
                  </a:lnTo>
                  <a:lnTo>
                    <a:pt x="1117" y="13517"/>
                  </a:lnTo>
                  <a:lnTo>
                    <a:pt x="559" y="13517"/>
                  </a:lnTo>
                  <a:lnTo>
                    <a:pt x="559" y="19123"/>
                  </a:lnTo>
                  <a:lnTo>
                    <a:pt x="2234" y="19123"/>
                  </a:lnTo>
                  <a:lnTo>
                    <a:pt x="2234" y="11283"/>
                  </a:lnTo>
                  <a:lnTo>
                    <a:pt x="3676" y="11283"/>
                  </a:lnTo>
                  <a:lnTo>
                    <a:pt x="3676" y="12958"/>
                  </a:lnTo>
                  <a:lnTo>
                    <a:pt x="6189" y="12958"/>
                  </a:lnTo>
                  <a:lnTo>
                    <a:pt x="6189" y="14633"/>
                  </a:lnTo>
                  <a:lnTo>
                    <a:pt x="3118" y="14633"/>
                  </a:lnTo>
                  <a:lnTo>
                    <a:pt x="3118" y="16308"/>
                  </a:lnTo>
                  <a:lnTo>
                    <a:pt x="6189" y="16308"/>
                  </a:lnTo>
                  <a:lnTo>
                    <a:pt x="6189" y="16867"/>
                  </a:lnTo>
                  <a:lnTo>
                    <a:pt x="6747" y="16867"/>
                  </a:lnTo>
                  <a:lnTo>
                    <a:pt x="6747" y="18006"/>
                  </a:lnTo>
                  <a:lnTo>
                    <a:pt x="3676" y="18006"/>
                  </a:lnTo>
                  <a:lnTo>
                    <a:pt x="3676" y="19123"/>
                  </a:lnTo>
                  <a:lnTo>
                    <a:pt x="4234" y="19123"/>
                  </a:lnTo>
                  <a:lnTo>
                    <a:pt x="4234" y="18565"/>
                  </a:lnTo>
                  <a:lnTo>
                    <a:pt x="6747" y="18565"/>
                  </a:lnTo>
                  <a:lnTo>
                    <a:pt x="6747" y="19123"/>
                  </a:lnTo>
                  <a:lnTo>
                    <a:pt x="7305" y="19123"/>
                  </a:lnTo>
                  <a:lnTo>
                    <a:pt x="7305" y="18565"/>
                  </a:lnTo>
                  <a:lnTo>
                    <a:pt x="9841" y="18565"/>
                  </a:lnTo>
                  <a:lnTo>
                    <a:pt x="9841" y="19123"/>
                  </a:lnTo>
                  <a:lnTo>
                    <a:pt x="10399" y="19123"/>
                  </a:lnTo>
                  <a:lnTo>
                    <a:pt x="10399" y="18006"/>
                  </a:lnTo>
                  <a:lnTo>
                    <a:pt x="7305" y="18006"/>
                  </a:lnTo>
                  <a:lnTo>
                    <a:pt x="7305" y="16867"/>
                  </a:lnTo>
                  <a:lnTo>
                    <a:pt x="7864" y="16867"/>
                  </a:lnTo>
                  <a:lnTo>
                    <a:pt x="7864" y="16308"/>
                  </a:lnTo>
                  <a:lnTo>
                    <a:pt x="10958" y="16308"/>
                  </a:lnTo>
                  <a:lnTo>
                    <a:pt x="10958" y="14633"/>
                  </a:lnTo>
                  <a:lnTo>
                    <a:pt x="7864" y="14633"/>
                  </a:lnTo>
                  <a:lnTo>
                    <a:pt x="7864" y="12958"/>
                  </a:lnTo>
                  <a:lnTo>
                    <a:pt x="10399" y="12958"/>
                  </a:lnTo>
                  <a:lnTo>
                    <a:pt x="10399" y="11283"/>
                  </a:lnTo>
                  <a:lnTo>
                    <a:pt x="11818" y="11283"/>
                  </a:lnTo>
                  <a:lnTo>
                    <a:pt x="11818" y="16867"/>
                  </a:lnTo>
                  <a:lnTo>
                    <a:pt x="16308" y="16867"/>
                  </a:lnTo>
                  <a:lnTo>
                    <a:pt x="16308" y="16308"/>
                  </a:lnTo>
                  <a:lnTo>
                    <a:pt x="12377" y="16308"/>
                  </a:lnTo>
                  <a:lnTo>
                    <a:pt x="12377" y="14075"/>
                  </a:lnTo>
                  <a:lnTo>
                    <a:pt x="16308" y="14075"/>
                  </a:lnTo>
                  <a:lnTo>
                    <a:pt x="16308" y="13517"/>
                  </a:lnTo>
                  <a:lnTo>
                    <a:pt x="12377" y="13517"/>
                  </a:lnTo>
                  <a:lnTo>
                    <a:pt x="12377" y="11283"/>
                  </a:lnTo>
                  <a:lnTo>
                    <a:pt x="16867" y="11283"/>
                  </a:lnTo>
                  <a:lnTo>
                    <a:pt x="16867" y="19123"/>
                  </a:lnTo>
                  <a:lnTo>
                    <a:pt x="18542" y="19123"/>
                  </a:lnTo>
                  <a:lnTo>
                    <a:pt x="18542" y="16867"/>
                  </a:lnTo>
                  <a:lnTo>
                    <a:pt x="17983" y="16867"/>
                  </a:lnTo>
                  <a:lnTo>
                    <a:pt x="17983" y="18565"/>
                  </a:lnTo>
                  <a:lnTo>
                    <a:pt x="17425" y="18565"/>
                  </a:lnTo>
                  <a:lnTo>
                    <a:pt x="17425" y="11283"/>
                  </a:lnTo>
                  <a:lnTo>
                    <a:pt x="17983" y="11283"/>
                  </a:lnTo>
                  <a:lnTo>
                    <a:pt x="17983" y="16308"/>
                  </a:lnTo>
                  <a:lnTo>
                    <a:pt x="18542" y="16308"/>
                  </a:lnTo>
                  <a:lnTo>
                    <a:pt x="18542" y="11283"/>
                  </a:lnTo>
                  <a:lnTo>
                    <a:pt x="19100" y="11283"/>
                  </a:lnTo>
                  <a:lnTo>
                    <a:pt x="19100" y="9608"/>
                  </a:lnTo>
                  <a:lnTo>
                    <a:pt x="18495" y="9608"/>
                  </a:lnTo>
                  <a:cubicBezTo>
                    <a:pt x="18518" y="9515"/>
                    <a:pt x="18542" y="9422"/>
                    <a:pt x="18542" y="9306"/>
                  </a:cubicBezTo>
                  <a:lnTo>
                    <a:pt x="18542" y="7072"/>
                  </a:lnTo>
                  <a:lnTo>
                    <a:pt x="17983" y="7072"/>
                  </a:lnTo>
                  <a:lnTo>
                    <a:pt x="17983" y="6235"/>
                  </a:lnTo>
                  <a:lnTo>
                    <a:pt x="17425" y="6235"/>
                  </a:lnTo>
                  <a:lnTo>
                    <a:pt x="17425" y="7072"/>
                  </a:lnTo>
                  <a:lnTo>
                    <a:pt x="16867" y="7072"/>
                  </a:lnTo>
                  <a:lnTo>
                    <a:pt x="16867" y="5677"/>
                  </a:lnTo>
                  <a:lnTo>
                    <a:pt x="16308" y="5677"/>
                  </a:lnTo>
                  <a:lnTo>
                    <a:pt x="16308" y="7072"/>
                  </a:lnTo>
                  <a:lnTo>
                    <a:pt x="15750" y="7072"/>
                  </a:lnTo>
                  <a:lnTo>
                    <a:pt x="15750" y="9306"/>
                  </a:lnTo>
                  <a:cubicBezTo>
                    <a:pt x="15750" y="9422"/>
                    <a:pt x="15750" y="9515"/>
                    <a:pt x="15797" y="9608"/>
                  </a:cubicBezTo>
                  <a:lnTo>
                    <a:pt x="15145" y="9608"/>
                  </a:lnTo>
                  <a:cubicBezTo>
                    <a:pt x="14994" y="8864"/>
                    <a:pt x="14389" y="8492"/>
                    <a:pt x="13784" y="8492"/>
                  </a:cubicBezTo>
                  <a:cubicBezTo>
                    <a:pt x="13179" y="8492"/>
                    <a:pt x="12575" y="8864"/>
                    <a:pt x="12423" y="9608"/>
                  </a:cubicBezTo>
                  <a:lnTo>
                    <a:pt x="10376" y="9608"/>
                  </a:lnTo>
                  <a:lnTo>
                    <a:pt x="10376" y="8212"/>
                  </a:lnTo>
                  <a:lnTo>
                    <a:pt x="12796" y="8212"/>
                  </a:lnTo>
                  <a:lnTo>
                    <a:pt x="1279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85"/>
            <p:cNvSpPr/>
            <p:nvPr/>
          </p:nvSpPr>
          <p:spPr>
            <a:xfrm>
              <a:off x="7844625" y="4175000"/>
              <a:ext cx="13975" cy="14000"/>
            </a:xfrm>
            <a:custGeom>
              <a:avLst/>
              <a:gdLst/>
              <a:ahLst/>
              <a:cxnLst/>
              <a:rect l="l" t="t" r="r" b="b"/>
              <a:pathLst>
                <a:path w="559" h="560" extrusionOk="0">
                  <a:moveTo>
                    <a:pt x="0" y="1"/>
                  </a:moveTo>
                  <a:lnTo>
                    <a:pt x="0"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85"/>
            <p:cNvSpPr/>
            <p:nvPr/>
          </p:nvSpPr>
          <p:spPr>
            <a:xfrm>
              <a:off x="7816700" y="4175000"/>
              <a:ext cx="13975" cy="14000"/>
            </a:xfrm>
            <a:custGeom>
              <a:avLst/>
              <a:gdLst/>
              <a:ahLst/>
              <a:cxnLst/>
              <a:rect l="l" t="t" r="r" b="b"/>
              <a:pathLst>
                <a:path w="559" h="560" extrusionOk="0">
                  <a:moveTo>
                    <a:pt x="1" y="1"/>
                  </a:moveTo>
                  <a:lnTo>
                    <a:pt x="1"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631" name="Google Shape;2631;p85"/>
          <p:cNvCxnSpPr>
            <a:stCxn id="2602" idx="1"/>
            <a:endCxn id="2598" idx="6"/>
          </p:cNvCxnSpPr>
          <p:nvPr/>
        </p:nvCxnSpPr>
        <p:spPr>
          <a:xfrm rot="10800000">
            <a:off x="3181599" y="4054625"/>
            <a:ext cx="263700" cy="0"/>
          </a:xfrm>
          <a:prstGeom prst="straightConnector1">
            <a:avLst/>
          </a:prstGeom>
          <a:noFill/>
          <a:ln w="28575" cap="flat" cmpd="sng">
            <a:solidFill>
              <a:schemeClr val="accent5"/>
            </a:solidFill>
            <a:prstDash val="solid"/>
            <a:round/>
            <a:headEnd type="none" w="med" len="med"/>
            <a:tailEnd type="oval" w="med" len="med"/>
          </a:ln>
        </p:spPr>
      </p:cxnSp>
      <p:cxnSp>
        <p:nvCxnSpPr>
          <p:cNvPr id="2632" name="Google Shape;2632;p85"/>
          <p:cNvCxnSpPr>
            <a:stCxn id="2593" idx="3"/>
            <a:endCxn id="2599" idx="1"/>
          </p:cNvCxnSpPr>
          <p:nvPr/>
        </p:nvCxnSpPr>
        <p:spPr>
          <a:xfrm>
            <a:off x="5625999" y="1783174"/>
            <a:ext cx="364500" cy="0"/>
          </a:xfrm>
          <a:prstGeom prst="straightConnector1">
            <a:avLst/>
          </a:prstGeom>
          <a:noFill/>
          <a:ln w="28575" cap="flat" cmpd="sng">
            <a:solidFill>
              <a:schemeClr val="accent5"/>
            </a:solidFill>
            <a:prstDash val="solid"/>
            <a:round/>
            <a:headEnd type="none" w="med" len="med"/>
            <a:tailEnd type="oval" w="med" len="med"/>
          </a:ln>
        </p:spPr>
      </p:cxnSp>
      <p:cxnSp>
        <p:nvCxnSpPr>
          <p:cNvPr id="2633" name="Google Shape;2633;p85"/>
          <p:cNvCxnSpPr>
            <a:stCxn id="2603" idx="3"/>
            <a:endCxn id="2600" idx="1"/>
          </p:cNvCxnSpPr>
          <p:nvPr/>
        </p:nvCxnSpPr>
        <p:spPr>
          <a:xfrm>
            <a:off x="5625999" y="2916649"/>
            <a:ext cx="364500" cy="2400"/>
          </a:xfrm>
          <a:prstGeom prst="straightConnector1">
            <a:avLst/>
          </a:prstGeom>
          <a:noFill/>
          <a:ln w="28575" cap="flat" cmpd="sng">
            <a:solidFill>
              <a:schemeClr val="accent5"/>
            </a:solidFill>
            <a:prstDash val="solid"/>
            <a:round/>
            <a:headEnd type="none" w="med" len="med"/>
            <a:tailEnd type="oval" w="med" len="med"/>
          </a:ln>
        </p:spPr>
      </p:cxnSp>
      <p:cxnSp>
        <p:nvCxnSpPr>
          <p:cNvPr id="2634" name="Google Shape;2634;p85"/>
          <p:cNvCxnSpPr>
            <a:stCxn id="2602" idx="3"/>
            <a:endCxn id="2601" idx="1"/>
          </p:cNvCxnSpPr>
          <p:nvPr/>
        </p:nvCxnSpPr>
        <p:spPr>
          <a:xfrm>
            <a:off x="5625999" y="4054625"/>
            <a:ext cx="364500" cy="0"/>
          </a:xfrm>
          <a:prstGeom prst="straightConnector1">
            <a:avLst/>
          </a:prstGeom>
          <a:noFill/>
          <a:ln w="28575" cap="flat" cmpd="sng">
            <a:solidFill>
              <a:schemeClr val="accent5"/>
            </a:solidFill>
            <a:prstDash val="solid"/>
            <a:round/>
            <a:headEnd type="none" w="med" len="med"/>
            <a:tailEnd type="oval" w="med" len="med"/>
          </a:ln>
        </p:spPr>
      </p:cxnSp>
      <p:grpSp>
        <p:nvGrpSpPr>
          <p:cNvPr id="2635" name="Google Shape;2635;p85"/>
          <p:cNvGrpSpPr/>
          <p:nvPr/>
        </p:nvGrpSpPr>
        <p:grpSpPr>
          <a:xfrm>
            <a:off x="2645525" y="2677899"/>
            <a:ext cx="293725" cy="477500"/>
            <a:chOff x="7753900" y="2663450"/>
            <a:chExt cx="293725" cy="477500"/>
          </a:xfrm>
        </p:grpSpPr>
        <p:sp>
          <p:nvSpPr>
            <p:cNvPr id="2636" name="Google Shape;2636;p85"/>
            <p:cNvSpPr/>
            <p:nvPr/>
          </p:nvSpPr>
          <p:spPr>
            <a:xfrm>
              <a:off x="7788775" y="2724525"/>
              <a:ext cx="55875" cy="27925"/>
            </a:xfrm>
            <a:custGeom>
              <a:avLst/>
              <a:gdLst/>
              <a:ahLst/>
              <a:cxnLst/>
              <a:rect l="l" t="t" r="r" b="b"/>
              <a:pathLst>
                <a:path w="2235" h="1117" extrusionOk="0">
                  <a:moveTo>
                    <a:pt x="1" y="0"/>
                  </a:moveTo>
                  <a:lnTo>
                    <a:pt x="1" y="1117"/>
                  </a:lnTo>
                  <a:lnTo>
                    <a:pt x="2234" y="1117"/>
                  </a:lnTo>
                  <a:lnTo>
                    <a:pt x="223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85"/>
            <p:cNvSpPr/>
            <p:nvPr/>
          </p:nvSpPr>
          <p:spPr>
            <a:xfrm>
              <a:off x="7802750" y="2689625"/>
              <a:ext cx="27925" cy="34925"/>
            </a:xfrm>
            <a:custGeom>
              <a:avLst/>
              <a:gdLst/>
              <a:ahLst/>
              <a:cxnLst/>
              <a:rect l="l" t="t" r="r" b="b"/>
              <a:pathLst>
                <a:path w="1117" h="1397" extrusionOk="0">
                  <a:moveTo>
                    <a:pt x="0" y="0"/>
                  </a:moveTo>
                  <a:lnTo>
                    <a:pt x="0" y="1396"/>
                  </a:lnTo>
                  <a:lnTo>
                    <a:pt x="1117" y="1396"/>
                  </a:lnTo>
                  <a:lnTo>
                    <a:pt x="111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85"/>
            <p:cNvSpPr/>
            <p:nvPr/>
          </p:nvSpPr>
          <p:spPr>
            <a:xfrm>
              <a:off x="7788775" y="2752425"/>
              <a:ext cx="55875" cy="135550"/>
            </a:xfrm>
            <a:custGeom>
              <a:avLst/>
              <a:gdLst/>
              <a:ahLst/>
              <a:cxnLst/>
              <a:rect l="l" t="t" r="r" b="b"/>
              <a:pathLst>
                <a:path w="2235" h="5422" extrusionOk="0">
                  <a:moveTo>
                    <a:pt x="1" y="1"/>
                  </a:moveTo>
                  <a:lnTo>
                    <a:pt x="1" y="5421"/>
                  </a:lnTo>
                  <a:lnTo>
                    <a:pt x="2234" y="5421"/>
                  </a:lnTo>
                  <a:lnTo>
                    <a:pt x="223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85"/>
            <p:cNvSpPr/>
            <p:nvPr/>
          </p:nvSpPr>
          <p:spPr>
            <a:xfrm>
              <a:off x="7872525" y="2675650"/>
              <a:ext cx="56450" cy="91350"/>
            </a:xfrm>
            <a:custGeom>
              <a:avLst/>
              <a:gdLst/>
              <a:ahLst/>
              <a:cxnLst/>
              <a:rect l="l" t="t" r="r" b="b"/>
              <a:pathLst>
                <a:path w="2258" h="3654" extrusionOk="0">
                  <a:moveTo>
                    <a:pt x="1" y="2234"/>
                  </a:moveTo>
                  <a:cubicBezTo>
                    <a:pt x="71" y="3653"/>
                    <a:pt x="2164" y="3653"/>
                    <a:pt x="2258" y="2234"/>
                  </a:cubicBezTo>
                  <a:cubicBezTo>
                    <a:pt x="2258" y="1234"/>
                    <a:pt x="1490" y="1"/>
                    <a:pt x="629" y="1"/>
                  </a:cubicBezTo>
                  <a:cubicBezTo>
                    <a:pt x="815" y="1234"/>
                    <a:pt x="1" y="1327"/>
                    <a:pt x="1" y="2234"/>
                  </a:cubicBezTo>
                  <a:close/>
                  <a:moveTo>
                    <a:pt x="1" y="2234"/>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85"/>
            <p:cNvSpPr/>
            <p:nvPr/>
          </p:nvSpPr>
          <p:spPr>
            <a:xfrm>
              <a:off x="7886500" y="2755925"/>
              <a:ext cx="27925" cy="32600"/>
            </a:xfrm>
            <a:custGeom>
              <a:avLst/>
              <a:gdLst/>
              <a:ahLst/>
              <a:cxnLst/>
              <a:rect l="l" t="t" r="r" b="b"/>
              <a:pathLst>
                <a:path w="1117" h="1304" extrusionOk="0">
                  <a:moveTo>
                    <a:pt x="0" y="1117"/>
                  </a:moveTo>
                  <a:cubicBezTo>
                    <a:pt x="349" y="1303"/>
                    <a:pt x="791" y="1303"/>
                    <a:pt x="1117" y="1117"/>
                  </a:cubicBezTo>
                  <a:lnTo>
                    <a:pt x="1117" y="0"/>
                  </a:lnTo>
                  <a:cubicBezTo>
                    <a:pt x="791" y="186"/>
                    <a:pt x="349" y="186"/>
                    <a:pt x="0" y="0"/>
                  </a:cubicBezTo>
                  <a:close/>
                  <a:moveTo>
                    <a:pt x="0" y="1117"/>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85"/>
            <p:cNvSpPr/>
            <p:nvPr/>
          </p:nvSpPr>
          <p:spPr>
            <a:xfrm>
              <a:off x="7886500" y="2783850"/>
              <a:ext cx="27925" cy="104125"/>
            </a:xfrm>
            <a:custGeom>
              <a:avLst/>
              <a:gdLst/>
              <a:ahLst/>
              <a:cxnLst/>
              <a:rect l="l" t="t" r="r" b="b"/>
              <a:pathLst>
                <a:path w="1117" h="4165" extrusionOk="0">
                  <a:moveTo>
                    <a:pt x="0" y="4164"/>
                  </a:moveTo>
                  <a:lnTo>
                    <a:pt x="1117" y="4164"/>
                  </a:lnTo>
                  <a:lnTo>
                    <a:pt x="1117" y="0"/>
                  </a:lnTo>
                  <a:cubicBezTo>
                    <a:pt x="791" y="186"/>
                    <a:pt x="349" y="186"/>
                    <a:pt x="0" y="0"/>
                  </a:cubicBezTo>
                  <a:close/>
                  <a:moveTo>
                    <a:pt x="0" y="4164"/>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85"/>
            <p:cNvSpPr/>
            <p:nvPr/>
          </p:nvSpPr>
          <p:spPr>
            <a:xfrm>
              <a:off x="7956875" y="2716950"/>
              <a:ext cx="55850" cy="171025"/>
            </a:xfrm>
            <a:custGeom>
              <a:avLst/>
              <a:gdLst/>
              <a:ahLst/>
              <a:cxnLst/>
              <a:rect l="l" t="t" r="r" b="b"/>
              <a:pathLst>
                <a:path w="2234" h="6841" extrusionOk="0">
                  <a:moveTo>
                    <a:pt x="0" y="6840"/>
                  </a:moveTo>
                  <a:lnTo>
                    <a:pt x="2234" y="6840"/>
                  </a:lnTo>
                  <a:lnTo>
                    <a:pt x="2234" y="1"/>
                  </a:lnTo>
                  <a:cubicBezTo>
                    <a:pt x="2234" y="303"/>
                    <a:pt x="1978" y="559"/>
                    <a:pt x="1675" y="559"/>
                  </a:cubicBezTo>
                  <a:lnTo>
                    <a:pt x="559" y="559"/>
                  </a:lnTo>
                  <a:cubicBezTo>
                    <a:pt x="256" y="559"/>
                    <a:pt x="0" y="303"/>
                    <a:pt x="0" y="1"/>
                  </a:cubicBezTo>
                  <a:close/>
                  <a:moveTo>
                    <a:pt x="0" y="684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85"/>
            <p:cNvSpPr/>
            <p:nvPr/>
          </p:nvSpPr>
          <p:spPr>
            <a:xfrm>
              <a:off x="7956875" y="2675650"/>
              <a:ext cx="55850" cy="55300"/>
            </a:xfrm>
            <a:custGeom>
              <a:avLst/>
              <a:gdLst/>
              <a:ahLst/>
              <a:cxnLst/>
              <a:rect l="l" t="t" r="r" b="b"/>
              <a:pathLst>
                <a:path w="2234" h="2212" extrusionOk="0">
                  <a:moveTo>
                    <a:pt x="559" y="2211"/>
                  </a:moveTo>
                  <a:lnTo>
                    <a:pt x="1675" y="2211"/>
                  </a:lnTo>
                  <a:cubicBezTo>
                    <a:pt x="1978" y="2211"/>
                    <a:pt x="2234" y="1955"/>
                    <a:pt x="2234" y="1653"/>
                  </a:cubicBezTo>
                  <a:lnTo>
                    <a:pt x="1117" y="1"/>
                  </a:lnTo>
                  <a:lnTo>
                    <a:pt x="0" y="1653"/>
                  </a:lnTo>
                  <a:cubicBezTo>
                    <a:pt x="0" y="1955"/>
                    <a:pt x="233" y="2211"/>
                    <a:pt x="559" y="2211"/>
                  </a:cubicBezTo>
                  <a:close/>
                  <a:moveTo>
                    <a:pt x="559" y="2211"/>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85"/>
            <p:cNvSpPr/>
            <p:nvPr/>
          </p:nvSpPr>
          <p:spPr>
            <a:xfrm>
              <a:off x="7760875" y="2887950"/>
              <a:ext cx="279775" cy="41900"/>
            </a:xfrm>
            <a:custGeom>
              <a:avLst/>
              <a:gdLst/>
              <a:ahLst/>
              <a:cxnLst/>
              <a:rect l="l" t="t" r="r" b="b"/>
              <a:pathLst>
                <a:path w="11191" h="1676" extrusionOk="0">
                  <a:moveTo>
                    <a:pt x="0" y="0"/>
                  </a:moveTo>
                  <a:lnTo>
                    <a:pt x="0" y="1675"/>
                  </a:lnTo>
                  <a:lnTo>
                    <a:pt x="11190" y="1675"/>
                  </a:lnTo>
                  <a:lnTo>
                    <a:pt x="1119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85"/>
            <p:cNvSpPr/>
            <p:nvPr/>
          </p:nvSpPr>
          <p:spPr>
            <a:xfrm>
              <a:off x="7774825" y="2929825"/>
              <a:ext cx="251850" cy="203575"/>
            </a:xfrm>
            <a:custGeom>
              <a:avLst/>
              <a:gdLst/>
              <a:ahLst/>
              <a:cxnLst/>
              <a:rect l="l" t="t" r="r" b="b"/>
              <a:pathLst>
                <a:path w="10074" h="8143" extrusionOk="0">
                  <a:moveTo>
                    <a:pt x="559" y="8143"/>
                  </a:moveTo>
                  <a:lnTo>
                    <a:pt x="9516" y="8143"/>
                  </a:lnTo>
                  <a:cubicBezTo>
                    <a:pt x="9818" y="8143"/>
                    <a:pt x="10074" y="7887"/>
                    <a:pt x="10074" y="7584"/>
                  </a:cubicBezTo>
                  <a:lnTo>
                    <a:pt x="10074" y="0"/>
                  </a:lnTo>
                  <a:lnTo>
                    <a:pt x="1" y="0"/>
                  </a:lnTo>
                  <a:lnTo>
                    <a:pt x="1" y="7584"/>
                  </a:lnTo>
                  <a:cubicBezTo>
                    <a:pt x="1" y="7887"/>
                    <a:pt x="257" y="8143"/>
                    <a:pt x="559" y="8143"/>
                  </a:cubicBezTo>
                  <a:close/>
                  <a:moveTo>
                    <a:pt x="559" y="8143"/>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85"/>
            <p:cNvSpPr/>
            <p:nvPr/>
          </p:nvSpPr>
          <p:spPr>
            <a:xfrm>
              <a:off x="7802750" y="2689625"/>
              <a:ext cx="13975" cy="34925"/>
            </a:xfrm>
            <a:custGeom>
              <a:avLst/>
              <a:gdLst/>
              <a:ahLst/>
              <a:cxnLst/>
              <a:rect l="l" t="t" r="r" b="b"/>
              <a:pathLst>
                <a:path w="559" h="1397" extrusionOk="0">
                  <a:moveTo>
                    <a:pt x="0" y="0"/>
                  </a:moveTo>
                  <a:lnTo>
                    <a:pt x="0" y="1396"/>
                  </a:lnTo>
                  <a:lnTo>
                    <a:pt x="559" y="1396"/>
                  </a:lnTo>
                  <a:lnTo>
                    <a:pt x="559" y="0"/>
                  </a:lnTo>
                  <a:close/>
                </a:path>
              </a:pathLst>
            </a:custGeom>
            <a:solidFill>
              <a:srgbClr val="717F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85"/>
            <p:cNvSpPr/>
            <p:nvPr/>
          </p:nvSpPr>
          <p:spPr>
            <a:xfrm>
              <a:off x="7788775" y="2724525"/>
              <a:ext cx="20975" cy="27925"/>
            </a:xfrm>
            <a:custGeom>
              <a:avLst/>
              <a:gdLst/>
              <a:ahLst/>
              <a:cxnLst/>
              <a:rect l="l" t="t" r="r" b="b"/>
              <a:pathLst>
                <a:path w="839" h="1117" extrusionOk="0">
                  <a:moveTo>
                    <a:pt x="1" y="0"/>
                  </a:moveTo>
                  <a:lnTo>
                    <a:pt x="1" y="1117"/>
                  </a:lnTo>
                  <a:lnTo>
                    <a:pt x="838" y="1117"/>
                  </a:lnTo>
                  <a:lnTo>
                    <a:pt x="83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85"/>
            <p:cNvSpPr/>
            <p:nvPr/>
          </p:nvSpPr>
          <p:spPr>
            <a:xfrm>
              <a:off x="7788775" y="2752425"/>
              <a:ext cx="20975" cy="135550"/>
            </a:xfrm>
            <a:custGeom>
              <a:avLst/>
              <a:gdLst/>
              <a:ahLst/>
              <a:cxnLst/>
              <a:rect l="l" t="t" r="r" b="b"/>
              <a:pathLst>
                <a:path w="839" h="5422" extrusionOk="0">
                  <a:moveTo>
                    <a:pt x="1" y="1"/>
                  </a:moveTo>
                  <a:lnTo>
                    <a:pt x="1" y="5421"/>
                  </a:lnTo>
                  <a:lnTo>
                    <a:pt x="838" y="5421"/>
                  </a:lnTo>
                  <a:lnTo>
                    <a:pt x="83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85"/>
            <p:cNvSpPr/>
            <p:nvPr/>
          </p:nvSpPr>
          <p:spPr>
            <a:xfrm>
              <a:off x="7802750" y="2689625"/>
              <a:ext cx="13975" cy="34925"/>
            </a:xfrm>
            <a:custGeom>
              <a:avLst/>
              <a:gdLst/>
              <a:ahLst/>
              <a:cxnLst/>
              <a:rect l="l" t="t" r="r" b="b"/>
              <a:pathLst>
                <a:path w="559" h="1397" extrusionOk="0">
                  <a:moveTo>
                    <a:pt x="0" y="0"/>
                  </a:moveTo>
                  <a:lnTo>
                    <a:pt x="0" y="1396"/>
                  </a:lnTo>
                  <a:lnTo>
                    <a:pt x="559" y="1396"/>
                  </a:lnTo>
                  <a:lnTo>
                    <a:pt x="55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85"/>
            <p:cNvSpPr/>
            <p:nvPr/>
          </p:nvSpPr>
          <p:spPr>
            <a:xfrm>
              <a:off x="7886500" y="2755925"/>
              <a:ext cx="13975" cy="31425"/>
            </a:xfrm>
            <a:custGeom>
              <a:avLst/>
              <a:gdLst/>
              <a:ahLst/>
              <a:cxnLst/>
              <a:rect l="l" t="t" r="r" b="b"/>
              <a:pathLst>
                <a:path w="559" h="1257" extrusionOk="0">
                  <a:moveTo>
                    <a:pt x="0" y="1117"/>
                  </a:moveTo>
                  <a:cubicBezTo>
                    <a:pt x="186" y="1210"/>
                    <a:pt x="373" y="1257"/>
                    <a:pt x="559" y="1257"/>
                  </a:cubicBezTo>
                  <a:lnTo>
                    <a:pt x="559" y="140"/>
                  </a:lnTo>
                  <a:cubicBezTo>
                    <a:pt x="373" y="140"/>
                    <a:pt x="186" y="93"/>
                    <a:pt x="0" y="0"/>
                  </a:cubicBezTo>
                  <a:close/>
                  <a:moveTo>
                    <a:pt x="0" y="1117"/>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85"/>
            <p:cNvSpPr/>
            <p:nvPr/>
          </p:nvSpPr>
          <p:spPr>
            <a:xfrm>
              <a:off x="7886500" y="2783850"/>
              <a:ext cx="13975" cy="104125"/>
            </a:xfrm>
            <a:custGeom>
              <a:avLst/>
              <a:gdLst/>
              <a:ahLst/>
              <a:cxnLst/>
              <a:rect l="l" t="t" r="r" b="b"/>
              <a:pathLst>
                <a:path w="559" h="4165" extrusionOk="0">
                  <a:moveTo>
                    <a:pt x="0" y="4164"/>
                  </a:moveTo>
                  <a:lnTo>
                    <a:pt x="559" y="4164"/>
                  </a:lnTo>
                  <a:lnTo>
                    <a:pt x="559" y="140"/>
                  </a:lnTo>
                  <a:cubicBezTo>
                    <a:pt x="373" y="140"/>
                    <a:pt x="186" y="93"/>
                    <a:pt x="0" y="0"/>
                  </a:cubicBezTo>
                  <a:close/>
                  <a:moveTo>
                    <a:pt x="0" y="4164"/>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85"/>
            <p:cNvSpPr/>
            <p:nvPr/>
          </p:nvSpPr>
          <p:spPr>
            <a:xfrm>
              <a:off x="7872525" y="2675650"/>
              <a:ext cx="35525" cy="87275"/>
            </a:xfrm>
            <a:custGeom>
              <a:avLst/>
              <a:gdLst/>
              <a:ahLst/>
              <a:cxnLst/>
              <a:rect l="l" t="t" r="r" b="b"/>
              <a:pathLst>
                <a:path w="1421" h="3491" extrusionOk="0">
                  <a:moveTo>
                    <a:pt x="1" y="2234"/>
                  </a:moveTo>
                  <a:cubicBezTo>
                    <a:pt x="1" y="2955"/>
                    <a:pt x="699" y="3491"/>
                    <a:pt x="1420" y="3328"/>
                  </a:cubicBezTo>
                  <a:cubicBezTo>
                    <a:pt x="908" y="3188"/>
                    <a:pt x="559" y="2746"/>
                    <a:pt x="559" y="2234"/>
                  </a:cubicBezTo>
                  <a:cubicBezTo>
                    <a:pt x="559" y="1374"/>
                    <a:pt x="1280" y="1234"/>
                    <a:pt x="1211" y="187"/>
                  </a:cubicBezTo>
                  <a:cubicBezTo>
                    <a:pt x="1025" y="71"/>
                    <a:pt x="838" y="1"/>
                    <a:pt x="629" y="1"/>
                  </a:cubicBezTo>
                  <a:cubicBezTo>
                    <a:pt x="815" y="1234"/>
                    <a:pt x="1" y="1327"/>
                    <a:pt x="1" y="2234"/>
                  </a:cubicBezTo>
                  <a:close/>
                  <a:moveTo>
                    <a:pt x="1" y="2234"/>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85"/>
            <p:cNvSpPr/>
            <p:nvPr/>
          </p:nvSpPr>
          <p:spPr>
            <a:xfrm>
              <a:off x="7956275" y="2716950"/>
              <a:ext cx="21550" cy="171025"/>
            </a:xfrm>
            <a:custGeom>
              <a:avLst/>
              <a:gdLst/>
              <a:ahLst/>
              <a:cxnLst/>
              <a:rect l="l" t="t" r="r" b="b"/>
              <a:pathLst>
                <a:path w="862" h="6841" extrusionOk="0">
                  <a:moveTo>
                    <a:pt x="24" y="6840"/>
                  </a:moveTo>
                  <a:lnTo>
                    <a:pt x="862" y="6840"/>
                  </a:lnTo>
                  <a:lnTo>
                    <a:pt x="862" y="559"/>
                  </a:lnTo>
                  <a:lnTo>
                    <a:pt x="559" y="559"/>
                  </a:lnTo>
                  <a:cubicBezTo>
                    <a:pt x="257" y="559"/>
                    <a:pt x="1" y="303"/>
                    <a:pt x="1" y="1"/>
                  </a:cubicBezTo>
                  <a:close/>
                  <a:moveTo>
                    <a:pt x="24" y="6840"/>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85"/>
            <p:cNvSpPr/>
            <p:nvPr/>
          </p:nvSpPr>
          <p:spPr>
            <a:xfrm>
              <a:off x="7956875" y="2675650"/>
              <a:ext cx="38400" cy="55300"/>
            </a:xfrm>
            <a:custGeom>
              <a:avLst/>
              <a:gdLst/>
              <a:ahLst/>
              <a:cxnLst/>
              <a:rect l="l" t="t" r="r" b="b"/>
              <a:pathLst>
                <a:path w="1536" h="2212" extrusionOk="0">
                  <a:moveTo>
                    <a:pt x="559" y="2211"/>
                  </a:moveTo>
                  <a:lnTo>
                    <a:pt x="838" y="2211"/>
                  </a:lnTo>
                  <a:lnTo>
                    <a:pt x="838" y="1653"/>
                  </a:lnTo>
                  <a:lnTo>
                    <a:pt x="1536" y="629"/>
                  </a:lnTo>
                  <a:lnTo>
                    <a:pt x="1117" y="1"/>
                  </a:lnTo>
                  <a:lnTo>
                    <a:pt x="0" y="1653"/>
                  </a:lnTo>
                  <a:cubicBezTo>
                    <a:pt x="0" y="1955"/>
                    <a:pt x="256" y="2211"/>
                    <a:pt x="559" y="2211"/>
                  </a:cubicBezTo>
                  <a:close/>
                  <a:moveTo>
                    <a:pt x="559" y="2211"/>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85"/>
            <p:cNvSpPr/>
            <p:nvPr/>
          </p:nvSpPr>
          <p:spPr>
            <a:xfrm>
              <a:off x="7760875" y="2887950"/>
              <a:ext cx="20950" cy="41900"/>
            </a:xfrm>
            <a:custGeom>
              <a:avLst/>
              <a:gdLst/>
              <a:ahLst/>
              <a:cxnLst/>
              <a:rect l="l" t="t" r="r" b="b"/>
              <a:pathLst>
                <a:path w="838" h="1676" extrusionOk="0">
                  <a:moveTo>
                    <a:pt x="0" y="0"/>
                  </a:moveTo>
                  <a:lnTo>
                    <a:pt x="0" y="1675"/>
                  </a:lnTo>
                  <a:lnTo>
                    <a:pt x="838" y="1675"/>
                  </a:lnTo>
                  <a:lnTo>
                    <a:pt x="83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85"/>
            <p:cNvSpPr/>
            <p:nvPr/>
          </p:nvSpPr>
          <p:spPr>
            <a:xfrm>
              <a:off x="7774825" y="2929825"/>
              <a:ext cx="34925" cy="203575"/>
            </a:xfrm>
            <a:custGeom>
              <a:avLst/>
              <a:gdLst/>
              <a:ahLst/>
              <a:cxnLst/>
              <a:rect l="l" t="t" r="r" b="b"/>
              <a:pathLst>
                <a:path w="1397" h="8143" extrusionOk="0">
                  <a:moveTo>
                    <a:pt x="559" y="8143"/>
                  </a:moveTo>
                  <a:lnTo>
                    <a:pt x="1396" y="8143"/>
                  </a:lnTo>
                  <a:cubicBezTo>
                    <a:pt x="1094" y="8143"/>
                    <a:pt x="838" y="7887"/>
                    <a:pt x="838" y="7584"/>
                  </a:cubicBezTo>
                  <a:lnTo>
                    <a:pt x="838" y="0"/>
                  </a:lnTo>
                  <a:lnTo>
                    <a:pt x="1" y="0"/>
                  </a:lnTo>
                  <a:lnTo>
                    <a:pt x="1" y="7584"/>
                  </a:lnTo>
                  <a:cubicBezTo>
                    <a:pt x="1" y="7887"/>
                    <a:pt x="257" y="8143"/>
                    <a:pt x="559" y="8143"/>
                  </a:cubicBezTo>
                  <a:close/>
                  <a:moveTo>
                    <a:pt x="559" y="8143"/>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85"/>
            <p:cNvSpPr/>
            <p:nvPr/>
          </p:nvSpPr>
          <p:spPr>
            <a:xfrm>
              <a:off x="7991775" y="2950750"/>
              <a:ext cx="13975" cy="69825"/>
            </a:xfrm>
            <a:custGeom>
              <a:avLst/>
              <a:gdLst/>
              <a:ahLst/>
              <a:cxnLst/>
              <a:rect l="l" t="t" r="r" b="b"/>
              <a:pathLst>
                <a:path w="559" h="2793" extrusionOk="0">
                  <a:moveTo>
                    <a:pt x="0" y="1"/>
                  </a:moveTo>
                  <a:lnTo>
                    <a:pt x="0" y="559"/>
                  </a:lnTo>
                  <a:lnTo>
                    <a:pt x="558" y="559"/>
                  </a:lnTo>
                  <a:lnTo>
                    <a:pt x="558" y="1"/>
                  </a:lnTo>
                  <a:close/>
                  <a:moveTo>
                    <a:pt x="0" y="1117"/>
                  </a:moveTo>
                  <a:lnTo>
                    <a:pt x="0" y="2792"/>
                  </a:lnTo>
                  <a:lnTo>
                    <a:pt x="558" y="2792"/>
                  </a:lnTo>
                  <a:lnTo>
                    <a:pt x="558" y="1117"/>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85"/>
            <p:cNvSpPr/>
            <p:nvPr/>
          </p:nvSpPr>
          <p:spPr>
            <a:xfrm>
              <a:off x="7767850" y="2992625"/>
              <a:ext cx="125650" cy="147750"/>
            </a:xfrm>
            <a:custGeom>
              <a:avLst/>
              <a:gdLst/>
              <a:ahLst/>
              <a:cxnLst/>
              <a:rect l="l" t="t" r="r" b="b"/>
              <a:pathLst>
                <a:path w="5026" h="5910" extrusionOk="0">
                  <a:moveTo>
                    <a:pt x="0" y="1"/>
                  </a:moveTo>
                  <a:lnTo>
                    <a:pt x="0" y="5072"/>
                  </a:lnTo>
                  <a:cubicBezTo>
                    <a:pt x="0" y="5537"/>
                    <a:pt x="373" y="5910"/>
                    <a:pt x="838" y="5910"/>
                  </a:cubicBezTo>
                  <a:lnTo>
                    <a:pt x="5025" y="5910"/>
                  </a:lnTo>
                  <a:lnTo>
                    <a:pt x="5025" y="5351"/>
                  </a:lnTo>
                  <a:lnTo>
                    <a:pt x="838" y="5351"/>
                  </a:lnTo>
                  <a:cubicBezTo>
                    <a:pt x="675" y="5351"/>
                    <a:pt x="559" y="5235"/>
                    <a:pt x="559" y="5072"/>
                  </a:cubicBez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85"/>
            <p:cNvSpPr/>
            <p:nvPr/>
          </p:nvSpPr>
          <p:spPr>
            <a:xfrm>
              <a:off x="7907425" y="3085100"/>
              <a:ext cx="125650" cy="55850"/>
            </a:xfrm>
            <a:custGeom>
              <a:avLst/>
              <a:gdLst/>
              <a:ahLst/>
              <a:cxnLst/>
              <a:rect l="l" t="t" r="r" b="b"/>
              <a:pathLst>
                <a:path w="5026" h="2234" extrusionOk="0">
                  <a:moveTo>
                    <a:pt x="4467" y="1"/>
                  </a:moveTo>
                  <a:lnTo>
                    <a:pt x="4491" y="1373"/>
                  </a:lnTo>
                  <a:cubicBezTo>
                    <a:pt x="4491" y="1536"/>
                    <a:pt x="4351" y="1676"/>
                    <a:pt x="4188" y="1676"/>
                  </a:cubicBezTo>
                  <a:lnTo>
                    <a:pt x="1" y="1676"/>
                  </a:lnTo>
                  <a:lnTo>
                    <a:pt x="1" y="2234"/>
                  </a:lnTo>
                  <a:lnTo>
                    <a:pt x="4188" y="2234"/>
                  </a:lnTo>
                  <a:cubicBezTo>
                    <a:pt x="4654" y="2234"/>
                    <a:pt x="5026" y="1838"/>
                    <a:pt x="5026" y="1396"/>
                  </a:cubicBezTo>
                  <a:lnTo>
                    <a:pt x="50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85"/>
            <p:cNvSpPr/>
            <p:nvPr/>
          </p:nvSpPr>
          <p:spPr>
            <a:xfrm>
              <a:off x="7879525" y="3024625"/>
              <a:ext cx="13975" cy="13975"/>
            </a:xfrm>
            <a:custGeom>
              <a:avLst/>
              <a:gdLst/>
              <a:ahLst/>
              <a:cxnLst/>
              <a:rect l="l" t="t" r="r" b="b"/>
              <a:pathLst>
                <a:path w="559" h="559" extrusionOk="0">
                  <a:moveTo>
                    <a:pt x="0" y="0"/>
                  </a:moveTo>
                  <a:lnTo>
                    <a:pt x="0" y="559"/>
                  </a:lnTo>
                  <a:lnTo>
                    <a:pt x="558" y="559"/>
                  </a:lnTo>
                  <a:lnTo>
                    <a:pt x="55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85"/>
            <p:cNvSpPr/>
            <p:nvPr/>
          </p:nvSpPr>
          <p:spPr>
            <a:xfrm>
              <a:off x="7907425" y="3024625"/>
              <a:ext cx="14000" cy="13975"/>
            </a:xfrm>
            <a:custGeom>
              <a:avLst/>
              <a:gdLst/>
              <a:ahLst/>
              <a:cxnLst/>
              <a:rect l="l" t="t" r="r" b="b"/>
              <a:pathLst>
                <a:path w="560" h="559" extrusionOk="0">
                  <a:moveTo>
                    <a:pt x="1" y="0"/>
                  </a:moveTo>
                  <a:lnTo>
                    <a:pt x="1"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85"/>
            <p:cNvSpPr/>
            <p:nvPr/>
          </p:nvSpPr>
          <p:spPr>
            <a:xfrm>
              <a:off x="7753900" y="2663450"/>
              <a:ext cx="293725" cy="407150"/>
            </a:xfrm>
            <a:custGeom>
              <a:avLst/>
              <a:gdLst/>
              <a:ahLst/>
              <a:cxnLst/>
              <a:rect l="l" t="t" r="r" b="b"/>
              <a:pathLst>
                <a:path w="11749" h="16286" extrusionOk="0">
                  <a:moveTo>
                    <a:pt x="2792" y="1326"/>
                  </a:moveTo>
                  <a:lnTo>
                    <a:pt x="2792" y="2164"/>
                  </a:lnTo>
                  <a:lnTo>
                    <a:pt x="2233" y="2164"/>
                  </a:lnTo>
                  <a:lnTo>
                    <a:pt x="2233" y="1326"/>
                  </a:lnTo>
                  <a:close/>
                  <a:moveTo>
                    <a:pt x="9236" y="977"/>
                  </a:moveTo>
                  <a:lnTo>
                    <a:pt x="10050" y="2210"/>
                  </a:lnTo>
                  <a:cubicBezTo>
                    <a:pt x="10027" y="2327"/>
                    <a:pt x="9911" y="2397"/>
                    <a:pt x="9794" y="2420"/>
                  </a:cubicBezTo>
                  <a:lnTo>
                    <a:pt x="8678" y="2420"/>
                  </a:lnTo>
                  <a:cubicBezTo>
                    <a:pt x="8538" y="2397"/>
                    <a:pt x="8445" y="2327"/>
                    <a:pt x="8398" y="2210"/>
                  </a:cubicBezTo>
                  <a:lnTo>
                    <a:pt x="9236" y="977"/>
                  </a:lnTo>
                  <a:close/>
                  <a:moveTo>
                    <a:pt x="3350" y="2722"/>
                  </a:moveTo>
                  <a:lnTo>
                    <a:pt x="3350" y="3281"/>
                  </a:lnTo>
                  <a:lnTo>
                    <a:pt x="1675" y="3281"/>
                  </a:lnTo>
                  <a:lnTo>
                    <a:pt x="1675" y="2722"/>
                  </a:lnTo>
                  <a:close/>
                  <a:moveTo>
                    <a:pt x="5677" y="838"/>
                  </a:moveTo>
                  <a:cubicBezTo>
                    <a:pt x="6235" y="1094"/>
                    <a:pt x="6723" y="2001"/>
                    <a:pt x="6723" y="2722"/>
                  </a:cubicBezTo>
                  <a:cubicBezTo>
                    <a:pt x="6723" y="3281"/>
                    <a:pt x="6305" y="3560"/>
                    <a:pt x="5886" y="3560"/>
                  </a:cubicBezTo>
                  <a:cubicBezTo>
                    <a:pt x="5467" y="3560"/>
                    <a:pt x="5048" y="3281"/>
                    <a:pt x="5048" y="2722"/>
                  </a:cubicBezTo>
                  <a:cubicBezTo>
                    <a:pt x="5048" y="2443"/>
                    <a:pt x="5141" y="2187"/>
                    <a:pt x="5304" y="1978"/>
                  </a:cubicBezTo>
                  <a:cubicBezTo>
                    <a:pt x="5537" y="1652"/>
                    <a:pt x="5677" y="1233"/>
                    <a:pt x="5677" y="838"/>
                  </a:cubicBezTo>
                  <a:close/>
                  <a:moveTo>
                    <a:pt x="5897" y="4118"/>
                  </a:moveTo>
                  <a:lnTo>
                    <a:pt x="5897" y="4118"/>
                  </a:lnTo>
                  <a:cubicBezTo>
                    <a:pt x="5894" y="4118"/>
                    <a:pt x="5890" y="4118"/>
                    <a:pt x="5886" y="4118"/>
                  </a:cubicBezTo>
                  <a:lnTo>
                    <a:pt x="5909" y="4118"/>
                  </a:lnTo>
                  <a:cubicBezTo>
                    <a:pt x="5905" y="4118"/>
                    <a:pt x="5901" y="4118"/>
                    <a:pt x="5897" y="4118"/>
                  </a:cubicBezTo>
                  <a:close/>
                  <a:moveTo>
                    <a:pt x="6165" y="4095"/>
                  </a:moveTo>
                  <a:lnTo>
                    <a:pt x="6165" y="4630"/>
                  </a:lnTo>
                  <a:cubicBezTo>
                    <a:pt x="6084" y="4653"/>
                    <a:pt x="5991" y="4665"/>
                    <a:pt x="5895" y="4665"/>
                  </a:cubicBezTo>
                  <a:cubicBezTo>
                    <a:pt x="5799" y="4665"/>
                    <a:pt x="5700" y="4653"/>
                    <a:pt x="5607" y="4630"/>
                  </a:cubicBezTo>
                  <a:lnTo>
                    <a:pt x="5607" y="4095"/>
                  </a:lnTo>
                  <a:cubicBezTo>
                    <a:pt x="5696" y="4095"/>
                    <a:pt x="5806" y="4116"/>
                    <a:pt x="5897" y="4118"/>
                  </a:cubicBezTo>
                  <a:lnTo>
                    <a:pt x="5897" y="4118"/>
                  </a:lnTo>
                  <a:cubicBezTo>
                    <a:pt x="5987" y="4116"/>
                    <a:pt x="6076" y="4095"/>
                    <a:pt x="6165" y="4095"/>
                  </a:cubicBezTo>
                  <a:close/>
                  <a:moveTo>
                    <a:pt x="3350" y="3839"/>
                  </a:moveTo>
                  <a:lnTo>
                    <a:pt x="3350" y="8701"/>
                  </a:lnTo>
                  <a:lnTo>
                    <a:pt x="1675" y="8701"/>
                  </a:lnTo>
                  <a:lnTo>
                    <a:pt x="1675" y="3839"/>
                  </a:lnTo>
                  <a:close/>
                  <a:moveTo>
                    <a:pt x="6142" y="5211"/>
                  </a:moveTo>
                  <a:lnTo>
                    <a:pt x="6142" y="8701"/>
                  </a:lnTo>
                  <a:lnTo>
                    <a:pt x="5583" y="8701"/>
                  </a:lnTo>
                  <a:lnTo>
                    <a:pt x="5583" y="5211"/>
                  </a:lnTo>
                  <a:cubicBezTo>
                    <a:pt x="5677" y="5223"/>
                    <a:pt x="5770" y="5229"/>
                    <a:pt x="5863" y="5229"/>
                  </a:cubicBezTo>
                  <a:cubicBezTo>
                    <a:pt x="5956" y="5229"/>
                    <a:pt x="6049" y="5223"/>
                    <a:pt x="6142" y="5211"/>
                  </a:cubicBezTo>
                  <a:close/>
                  <a:moveTo>
                    <a:pt x="8398" y="2932"/>
                  </a:moveTo>
                  <a:cubicBezTo>
                    <a:pt x="8491" y="2955"/>
                    <a:pt x="8584" y="2978"/>
                    <a:pt x="8678" y="2978"/>
                  </a:cubicBezTo>
                  <a:lnTo>
                    <a:pt x="8980" y="2978"/>
                  </a:lnTo>
                  <a:lnTo>
                    <a:pt x="8980" y="8701"/>
                  </a:lnTo>
                  <a:lnTo>
                    <a:pt x="8375" y="8701"/>
                  </a:lnTo>
                  <a:lnTo>
                    <a:pt x="8398" y="2932"/>
                  </a:lnTo>
                  <a:close/>
                  <a:moveTo>
                    <a:pt x="10073" y="2932"/>
                  </a:moveTo>
                  <a:lnTo>
                    <a:pt x="10073" y="8701"/>
                  </a:lnTo>
                  <a:lnTo>
                    <a:pt x="9515" y="8701"/>
                  </a:lnTo>
                  <a:lnTo>
                    <a:pt x="9515" y="2978"/>
                  </a:lnTo>
                  <a:lnTo>
                    <a:pt x="9794" y="2978"/>
                  </a:lnTo>
                  <a:cubicBezTo>
                    <a:pt x="9887" y="2978"/>
                    <a:pt x="9980" y="2955"/>
                    <a:pt x="10073" y="2932"/>
                  </a:cubicBezTo>
                  <a:close/>
                  <a:moveTo>
                    <a:pt x="9236" y="0"/>
                  </a:moveTo>
                  <a:lnTo>
                    <a:pt x="7817" y="2048"/>
                  </a:lnTo>
                  <a:lnTo>
                    <a:pt x="7817" y="8701"/>
                  </a:lnTo>
                  <a:lnTo>
                    <a:pt x="6700" y="8701"/>
                  </a:lnTo>
                  <a:lnTo>
                    <a:pt x="6700" y="3839"/>
                  </a:lnTo>
                  <a:cubicBezTo>
                    <a:pt x="7049" y="3583"/>
                    <a:pt x="7258" y="3164"/>
                    <a:pt x="7258" y="2722"/>
                  </a:cubicBezTo>
                  <a:cubicBezTo>
                    <a:pt x="7258" y="1582"/>
                    <a:pt x="6421" y="210"/>
                    <a:pt x="5374" y="210"/>
                  </a:cubicBezTo>
                  <a:lnTo>
                    <a:pt x="5048" y="210"/>
                  </a:lnTo>
                  <a:lnTo>
                    <a:pt x="5095" y="535"/>
                  </a:lnTo>
                  <a:cubicBezTo>
                    <a:pt x="5165" y="931"/>
                    <a:pt x="5072" y="1350"/>
                    <a:pt x="4816" y="1699"/>
                  </a:cubicBezTo>
                  <a:cubicBezTo>
                    <a:pt x="4606" y="2001"/>
                    <a:pt x="4490" y="2350"/>
                    <a:pt x="4467" y="2722"/>
                  </a:cubicBezTo>
                  <a:cubicBezTo>
                    <a:pt x="4467" y="3164"/>
                    <a:pt x="4676" y="3583"/>
                    <a:pt x="5025" y="3839"/>
                  </a:cubicBezTo>
                  <a:lnTo>
                    <a:pt x="5025" y="8701"/>
                  </a:lnTo>
                  <a:lnTo>
                    <a:pt x="3908" y="8701"/>
                  </a:lnTo>
                  <a:lnTo>
                    <a:pt x="3908" y="2164"/>
                  </a:lnTo>
                  <a:lnTo>
                    <a:pt x="3350" y="2164"/>
                  </a:lnTo>
                  <a:lnTo>
                    <a:pt x="3350" y="768"/>
                  </a:lnTo>
                  <a:lnTo>
                    <a:pt x="1675" y="768"/>
                  </a:lnTo>
                  <a:lnTo>
                    <a:pt x="1675" y="2164"/>
                  </a:lnTo>
                  <a:lnTo>
                    <a:pt x="1117" y="2164"/>
                  </a:lnTo>
                  <a:lnTo>
                    <a:pt x="1117" y="3281"/>
                  </a:lnTo>
                  <a:lnTo>
                    <a:pt x="0" y="3281"/>
                  </a:lnTo>
                  <a:lnTo>
                    <a:pt x="0" y="7468"/>
                  </a:lnTo>
                  <a:lnTo>
                    <a:pt x="558" y="7468"/>
                  </a:lnTo>
                  <a:lnTo>
                    <a:pt x="558" y="3839"/>
                  </a:lnTo>
                  <a:lnTo>
                    <a:pt x="1117" y="3839"/>
                  </a:lnTo>
                  <a:lnTo>
                    <a:pt x="1117" y="8701"/>
                  </a:lnTo>
                  <a:lnTo>
                    <a:pt x="0" y="8701"/>
                  </a:lnTo>
                  <a:lnTo>
                    <a:pt x="0" y="10934"/>
                  </a:lnTo>
                  <a:lnTo>
                    <a:pt x="558" y="10934"/>
                  </a:lnTo>
                  <a:lnTo>
                    <a:pt x="558" y="12609"/>
                  </a:lnTo>
                  <a:lnTo>
                    <a:pt x="1117" y="12609"/>
                  </a:lnTo>
                  <a:lnTo>
                    <a:pt x="1117" y="10934"/>
                  </a:lnTo>
                  <a:lnTo>
                    <a:pt x="5583" y="10934"/>
                  </a:lnTo>
                  <a:lnTo>
                    <a:pt x="5583" y="10376"/>
                  </a:lnTo>
                  <a:lnTo>
                    <a:pt x="558" y="10376"/>
                  </a:lnTo>
                  <a:lnTo>
                    <a:pt x="558" y="9259"/>
                  </a:lnTo>
                  <a:lnTo>
                    <a:pt x="11190" y="9259"/>
                  </a:lnTo>
                  <a:lnTo>
                    <a:pt x="11190" y="10376"/>
                  </a:lnTo>
                  <a:lnTo>
                    <a:pt x="6142" y="10376"/>
                  </a:lnTo>
                  <a:lnTo>
                    <a:pt x="6142" y="10934"/>
                  </a:lnTo>
                  <a:lnTo>
                    <a:pt x="10632" y="10934"/>
                  </a:lnTo>
                  <a:lnTo>
                    <a:pt x="10632" y="16285"/>
                  </a:lnTo>
                  <a:lnTo>
                    <a:pt x="11190" y="16285"/>
                  </a:lnTo>
                  <a:lnTo>
                    <a:pt x="11190" y="10934"/>
                  </a:lnTo>
                  <a:lnTo>
                    <a:pt x="11748" y="10934"/>
                  </a:lnTo>
                  <a:lnTo>
                    <a:pt x="11748" y="8701"/>
                  </a:lnTo>
                  <a:lnTo>
                    <a:pt x="10632" y="8701"/>
                  </a:lnTo>
                  <a:lnTo>
                    <a:pt x="10632" y="2048"/>
                  </a:lnTo>
                  <a:lnTo>
                    <a:pt x="923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3" name="Google Shape;2663;p85"/>
          <p:cNvGrpSpPr/>
          <p:nvPr/>
        </p:nvGrpSpPr>
        <p:grpSpPr>
          <a:xfrm>
            <a:off x="2553638" y="1595049"/>
            <a:ext cx="477500" cy="414350"/>
            <a:chOff x="7661425" y="1977750"/>
            <a:chExt cx="477500" cy="414350"/>
          </a:xfrm>
        </p:grpSpPr>
        <p:sp>
          <p:nvSpPr>
            <p:cNvPr id="2664" name="Google Shape;2664;p85"/>
            <p:cNvSpPr/>
            <p:nvPr/>
          </p:nvSpPr>
          <p:spPr>
            <a:xfrm>
              <a:off x="7668975" y="1984725"/>
              <a:ext cx="463550" cy="83775"/>
            </a:xfrm>
            <a:custGeom>
              <a:avLst/>
              <a:gdLst/>
              <a:ahLst/>
              <a:cxnLst/>
              <a:rect l="l" t="t" r="r" b="b"/>
              <a:pathLst>
                <a:path w="18542" h="3351" extrusionOk="0">
                  <a:moveTo>
                    <a:pt x="1" y="1"/>
                  </a:moveTo>
                  <a:lnTo>
                    <a:pt x="1" y="3351"/>
                  </a:lnTo>
                  <a:lnTo>
                    <a:pt x="18542" y="3351"/>
                  </a:lnTo>
                  <a:lnTo>
                    <a:pt x="1854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85"/>
            <p:cNvSpPr/>
            <p:nvPr/>
          </p:nvSpPr>
          <p:spPr>
            <a:xfrm>
              <a:off x="7668975" y="2110925"/>
              <a:ext cx="463550" cy="278025"/>
            </a:xfrm>
            <a:custGeom>
              <a:avLst/>
              <a:gdLst/>
              <a:ahLst/>
              <a:cxnLst/>
              <a:rect l="l" t="t" r="r" b="b"/>
              <a:pathLst>
                <a:path w="18542" h="11121" extrusionOk="0">
                  <a:moveTo>
                    <a:pt x="1652" y="3351"/>
                  </a:moveTo>
                  <a:cubicBezTo>
                    <a:pt x="1583" y="7608"/>
                    <a:pt x="5002" y="11121"/>
                    <a:pt x="9260" y="11121"/>
                  </a:cubicBezTo>
                  <a:cubicBezTo>
                    <a:pt x="13540" y="11121"/>
                    <a:pt x="16960" y="7608"/>
                    <a:pt x="16890" y="3351"/>
                  </a:cubicBezTo>
                  <a:lnTo>
                    <a:pt x="18542" y="3351"/>
                  </a:lnTo>
                  <a:lnTo>
                    <a:pt x="18542" y="1"/>
                  </a:lnTo>
                  <a:lnTo>
                    <a:pt x="1" y="1"/>
                  </a:lnTo>
                  <a:lnTo>
                    <a:pt x="1" y="3351"/>
                  </a:lnTo>
                  <a:close/>
                  <a:moveTo>
                    <a:pt x="9260" y="8725"/>
                  </a:moveTo>
                  <a:cubicBezTo>
                    <a:pt x="6305" y="8725"/>
                    <a:pt x="3886" y="6305"/>
                    <a:pt x="3886" y="3351"/>
                  </a:cubicBezTo>
                  <a:lnTo>
                    <a:pt x="14657" y="3351"/>
                  </a:lnTo>
                  <a:cubicBezTo>
                    <a:pt x="14657" y="6305"/>
                    <a:pt x="12237" y="8725"/>
                    <a:pt x="9283" y="8725"/>
                  </a:cubicBezTo>
                  <a:close/>
                  <a:moveTo>
                    <a:pt x="9260" y="8725"/>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85"/>
            <p:cNvSpPr/>
            <p:nvPr/>
          </p:nvSpPr>
          <p:spPr>
            <a:xfrm>
              <a:off x="7668975" y="1984725"/>
              <a:ext cx="20975" cy="83775"/>
            </a:xfrm>
            <a:custGeom>
              <a:avLst/>
              <a:gdLst/>
              <a:ahLst/>
              <a:cxnLst/>
              <a:rect l="l" t="t" r="r" b="b"/>
              <a:pathLst>
                <a:path w="839" h="3351" extrusionOk="0">
                  <a:moveTo>
                    <a:pt x="1" y="1"/>
                  </a:moveTo>
                  <a:lnTo>
                    <a:pt x="1" y="3351"/>
                  </a:lnTo>
                  <a:lnTo>
                    <a:pt x="838" y="3351"/>
                  </a:lnTo>
                  <a:lnTo>
                    <a:pt x="83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85"/>
            <p:cNvSpPr/>
            <p:nvPr/>
          </p:nvSpPr>
          <p:spPr>
            <a:xfrm>
              <a:off x="7668975" y="2110925"/>
              <a:ext cx="380400" cy="229175"/>
            </a:xfrm>
            <a:custGeom>
              <a:avLst/>
              <a:gdLst/>
              <a:ahLst/>
              <a:cxnLst/>
              <a:rect l="l" t="t" r="r" b="b"/>
              <a:pathLst>
                <a:path w="15216" h="9167" extrusionOk="0">
                  <a:moveTo>
                    <a:pt x="838" y="1"/>
                  </a:moveTo>
                  <a:lnTo>
                    <a:pt x="1" y="1"/>
                  </a:lnTo>
                  <a:lnTo>
                    <a:pt x="1" y="3351"/>
                  </a:lnTo>
                  <a:lnTo>
                    <a:pt x="838" y="3351"/>
                  </a:lnTo>
                  <a:close/>
                  <a:moveTo>
                    <a:pt x="15215" y="3072"/>
                  </a:moveTo>
                  <a:lnTo>
                    <a:pt x="14657" y="3072"/>
                  </a:lnTo>
                  <a:lnTo>
                    <a:pt x="14657" y="3351"/>
                  </a:lnTo>
                  <a:cubicBezTo>
                    <a:pt x="14657" y="6329"/>
                    <a:pt x="12237" y="8725"/>
                    <a:pt x="9260" y="8725"/>
                  </a:cubicBezTo>
                  <a:cubicBezTo>
                    <a:pt x="6305" y="8725"/>
                    <a:pt x="3886" y="6329"/>
                    <a:pt x="3886" y="3351"/>
                  </a:cubicBezTo>
                  <a:lnTo>
                    <a:pt x="3886" y="3072"/>
                  </a:lnTo>
                  <a:lnTo>
                    <a:pt x="3327" y="3072"/>
                  </a:lnTo>
                  <a:lnTo>
                    <a:pt x="3327" y="3351"/>
                  </a:lnTo>
                  <a:cubicBezTo>
                    <a:pt x="3397" y="6584"/>
                    <a:pt x="6049" y="9167"/>
                    <a:pt x="9260" y="9167"/>
                  </a:cubicBezTo>
                  <a:cubicBezTo>
                    <a:pt x="12493" y="9167"/>
                    <a:pt x="15122" y="6584"/>
                    <a:pt x="15215" y="3351"/>
                  </a:cubicBezTo>
                  <a:close/>
                  <a:moveTo>
                    <a:pt x="15215" y="3072"/>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85"/>
            <p:cNvSpPr/>
            <p:nvPr/>
          </p:nvSpPr>
          <p:spPr>
            <a:xfrm>
              <a:off x="8041775" y="2033575"/>
              <a:ext cx="69825" cy="140200"/>
            </a:xfrm>
            <a:custGeom>
              <a:avLst/>
              <a:gdLst/>
              <a:ahLst/>
              <a:cxnLst/>
              <a:rect l="l" t="t" r="r" b="b"/>
              <a:pathLst>
                <a:path w="2793" h="5608" extrusionOk="0">
                  <a:moveTo>
                    <a:pt x="1" y="1"/>
                  </a:moveTo>
                  <a:lnTo>
                    <a:pt x="1" y="559"/>
                  </a:lnTo>
                  <a:lnTo>
                    <a:pt x="1676" y="559"/>
                  </a:lnTo>
                  <a:lnTo>
                    <a:pt x="1676" y="1"/>
                  </a:lnTo>
                  <a:close/>
                  <a:moveTo>
                    <a:pt x="2234" y="1"/>
                  </a:moveTo>
                  <a:lnTo>
                    <a:pt x="2234" y="559"/>
                  </a:lnTo>
                  <a:lnTo>
                    <a:pt x="2792" y="559"/>
                  </a:lnTo>
                  <a:lnTo>
                    <a:pt x="2792" y="1"/>
                  </a:lnTo>
                  <a:close/>
                  <a:moveTo>
                    <a:pt x="1" y="5049"/>
                  </a:moveTo>
                  <a:lnTo>
                    <a:pt x="1" y="5607"/>
                  </a:lnTo>
                  <a:lnTo>
                    <a:pt x="1676" y="5607"/>
                  </a:lnTo>
                  <a:lnTo>
                    <a:pt x="1676" y="5049"/>
                  </a:lnTo>
                  <a:close/>
                  <a:moveTo>
                    <a:pt x="2234" y="5049"/>
                  </a:moveTo>
                  <a:lnTo>
                    <a:pt x="2234" y="5607"/>
                  </a:lnTo>
                  <a:lnTo>
                    <a:pt x="2792" y="5607"/>
                  </a:lnTo>
                  <a:lnTo>
                    <a:pt x="2792" y="5049"/>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85"/>
            <p:cNvSpPr/>
            <p:nvPr/>
          </p:nvSpPr>
          <p:spPr>
            <a:xfrm>
              <a:off x="7907425" y="2194675"/>
              <a:ext cx="162875" cy="169275"/>
            </a:xfrm>
            <a:custGeom>
              <a:avLst/>
              <a:gdLst/>
              <a:ahLst/>
              <a:cxnLst/>
              <a:rect l="l" t="t" r="r" b="b"/>
              <a:pathLst>
                <a:path w="6515" h="6771" extrusionOk="0">
                  <a:moveTo>
                    <a:pt x="5956" y="1"/>
                  </a:moveTo>
                  <a:cubicBezTo>
                    <a:pt x="5956" y="3328"/>
                    <a:pt x="3328" y="6073"/>
                    <a:pt x="1" y="6212"/>
                  </a:cubicBezTo>
                  <a:lnTo>
                    <a:pt x="24" y="6771"/>
                  </a:lnTo>
                  <a:cubicBezTo>
                    <a:pt x="3653" y="6608"/>
                    <a:pt x="6515" y="3630"/>
                    <a:pt x="65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85"/>
            <p:cNvSpPr/>
            <p:nvPr/>
          </p:nvSpPr>
          <p:spPr>
            <a:xfrm>
              <a:off x="7731200" y="2194675"/>
              <a:ext cx="162875" cy="169275"/>
            </a:xfrm>
            <a:custGeom>
              <a:avLst/>
              <a:gdLst/>
              <a:ahLst/>
              <a:cxnLst/>
              <a:rect l="l" t="t" r="r" b="b"/>
              <a:pathLst>
                <a:path w="6515" h="6771" extrusionOk="0">
                  <a:moveTo>
                    <a:pt x="1" y="1"/>
                  </a:moveTo>
                  <a:cubicBezTo>
                    <a:pt x="1" y="3630"/>
                    <a:pt x="2862" y="6608"/>
                    <a:pt x="6491" y="6771"/>
                  </a:cubicBezTo>
                  <a:lnTo>
                    <a:pt x="6515" y="6212"/>
                  </a:lnTo>
                  <a:cubicBezTo>
                    <a:pt x="3188" y="6073"/>
                    <a:pt x="559" y="3328"/>
                    <a:pt x="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85"/>
            <p:cNvSpPr/>
            <p:nvPr/>
          </p:nvSpPr>
          <p:spPr>
            <a:xfrm>
              <a:off x="7661425" y="1977750"/>
              <a:ext cx="477500" cy="97725"/>
            </a:xfrm>
            <a:custGeom>
              <a:avLst/>
              <a:gdLst/>
              <a:ahLst/>
              <a:cxnLst/>
              <a:rect l="l" t="t" r="r" b="b"/>
              <a:pathLst>
                <a:path w="19100" h="3909" extrusionOk="0">
                  <a:moveTo>
                    <a:pt x="23" y="0"/>
                  </a:moveTo>
                  <a:lnTo>
                    <a:pt x="23" y="1675"/>
                  </a:lnTo>
                  <a:lnTo>
                    <a:pt x="582" y="1675"/>
                  </a:lnTo>
                  <a:lnTo>
                    <a:pt x="582" y="559"/>
                  </a:lnTo>
                  <a:lnTo>
                    <a:pt x="1466" y="559"/>
                  </a:lnTo>
                  <a:lnTo>
                    <a:pt x="1466" y="1675"/>
                  </a:lnTo>
                  <a:lnTo>
                    <a:pt x="2024" y="1675"/>
                  </a:lnTo>
                  <a:lnTo>
                    <a:pt x="2024" y="559"/>
                  </a:lnTo>
                  <a:lnTo>
                    <a:pt x="2582" y="559"/>
                  </a:lnTo>
                  <a:lnTo>
                    <a:pt x="2582" y="1117"/>
                  </a:lnTo>
                  <a:lnTo>
                    <a:pt x="3141" y="1117"/>
                  </a:lnTo>
                  <a:lnTo>
                    <a:pt x="3141" y="559"/>
                  </a:lnTo>
                  <a:lnTo>
                    <a:pt x="3699" y="559"/>
                  </a:lnTo>
                  <a:lnTo>
                    <a:pt x="3699" y="1675"/>
                  </a:lnTo>
                  <a:lnTo>
                    <a:pt x="4257" y="1675"/>
                  </a:lnTo>
                  <a:lnTo>
                    <a:pt x="4257" y="559"/>
                  </a:lnTo>
                  <a:lnTo>
                    <a:pt x="4816" y="559"/>
                  </a:lnTo>
                  <a:lnTo>
                    <a:pt x="4816" y="1117"/>
                  </a:lnTo>
                  <a:lnTo>
                    <a:pt x="5374" y="1117"/>
                  </a:lnTo>
                  <a:lnTo>
                    <a:pt x="5374" y="559"/>
                  </a:lnTo>
                  <a:lnTo>
                    <a:pt x="5932" y="559"/>
                  </a:lnTo>
                  <a:lnTo>
                    <a:pt x="5932" y="1675"/>
                  </a:lnTo>
                  <a:lnTo>
                    <a:pt x="6491" y="1675"/>
                  </a:lnTo>
                  <a:lnTo>
                    <a:pt x="6491" y="559"/>
                  </a:lnTo>
                  <a:lnTo>
                    <a:pt x="7049" y="559"/>
                  </a:lnTo>
                  <a:lnTo>
                    <a:pt x="7049" y="1117"/>
                  </a:lnTo>
                  <a:lnTo>
                    <a:pt x="7607" y="1117"/>
                  </a:lnTo>
                  <a:lnTo>
                    <a:pt x="7607" y="559"/>
                  </a:lnTo>
                  <a:lnTo>
                    <a:pt x="8166" y="559"/>
                  </a:lnTo>
                  <a:lnTo>
                    <a:pt x="8166" y="1675"/>
                  </a:lnTo>
                  <a:lnTo>
                    <a:pt x="8724" y="1675"/>
                  </a:lnTo>
                  <a:lnTo>
                    <a:pt x="8724" y="559"/>
                  </a:lnTo>
                  <a:lnTo>
                    <a:pt x="9282" y="559"/>
                  </a:lnTo>
                  <a:lnTo>
                    <a:pt x="9282" y="1117"/>
                  </a:lnTo>
                  <a:lnTo>
                    <a:pt x="9841" y="1117"/>
                  </a:lnTo>
                  <a:lnTo>
                    <a:pt x="9841" y="559"/>
                  </a:lnTo>
                  <a:lnTo>
                    <a:pt x="10399" y="559"/>
                  </a:lnTo>
                  <a:lnTo>
                    <a:pt x="10399" y="1675"/>
                  </a:lnTo>
                  <a:lnTo>
                    <a:pt x="10957" y="1675"/>
                  </a:lnTo>
                  <a:lnTo>
                    <a:pt x="10957" y="559"/>
                  </a:lnTo>
                  <a:lnTo>
                    <a:pt x="11516" y="559"/>
                  </a:lnTo>
                  <a:lnTo>
                    <a:pt x="11516" y="1117"/>
                  </a:lnTo>
                  <a:lnTo>
                    <a:pt x="12074" y="1117"/>
                  </a:lnTo>
                  <a:lnTo>
                    <a:pt x="12074" y="559"/>
                  </a:lnTo>
                  <a:lnTo>
                    <a:pt x="12632" y="559"/>
                  </a:lnTo>
                  <a:lnTo>
                    <a:pt x="12632" y="1675"/>
                  </a:lnTo>
                  <a:lnTo>
                    <a:pt x="13191" y="1675"/>
                  </a:lnTo>
                  <a:lnTo>
                    <a:pt x="13191" y="559"/>
                  </a:lnTo>
                  <a:lnTo>
                    <a:pt x="13749" y="559"/>
                  </a:lnTo>
                  <a:lnTo>
                    <a:pt x="13749" y="1117"/>
                  </a:lnTo>
                  <a:lnTo>
                    <a:pt x="14307" y="1117"/>
                  </a:lnTo>
                  <a:lnTo>
                    <a:pt x="14307" y="559"/>
                  </a:lnTo>
                  <a:lnTo>
                    <a:pt x="14866" y="559"/>
                  </a:lnTo>
                  <a:lnTo>
                    <a:pt x="14866" y="1675"/>
                  </a:lnTo>
                  <a:lnTo>
                    <a:pt x="15424" y="1675"/>
                  </a:lnTo>
                  <a:lnTo>
                    <a:pt x="15424" y="559"/>
                  </a:lnTo>
                  <a:lnTo>
                    <a:pt x="15982" y="559"/>
                  </a:lnTo>
                  <a:lnTo>
                    <a:pt x="15982" y="1117"/>
                  </a:lnTo>
                  <a:lnTo>
                    <a:pt x="16541" y="1117"/>
                  </a:lnTo>
                  <a:lnTo>
                    <a:pt x="16541" y="559"/>
                  </a:lnTo>
                  <a:lnTo>
                    <a:pt x="17099" y="559"/>
                  </a:lnTo>
                  <a:lnTo>
                    <a:pt x="17099" y="1675"/>
                  </a:lnTo>
                  <a:lnTo>
                    <a:pt x="17657" y="1675"/>
                  </a:lnTo>
                  <a:lnTo>
                    <a:pt x="17657" y="559"/>
                  </a:lnTo>
                  <a:lnTo>
                    <a:pt x="18541" y="559"/>
                  </a:lnTo>
                  <a:lnTo>
                    <a:pt x="18541" y="3350"/>
                  </a:lnTo>
                  <a:lnTo>
                    <a:pt x="558" y="3350"/>
                  </a:lnTo>
                  <a:lnTo>
                    <a:pt x="558" y="2234"/>
                  </a:lnTo>
                  <a:lnTo>
                    <a:pt x="0" y="2234"/>
                  </a:lnTo>
                  <a:lnTo>
                    <a:pt x="0" y="3909"/>
                  </a:lnTo>
                  <a:lnTo>
                    <a:pt x="19100" y="3909"/>
                  </a:lnTo>
                  <a:lnTo>
                    <a:pt x="1910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85"/>
            <p:cNvSpPr/>
            <p:nvPr/>
          </p:nvSpPr>
          <p:spPr>
            <a:xfrm>
              <a:off x="7879525" y="2159800"/>
              <a:ext cx="13975" cy="13975"/>
            </a:xfrm>
            <a:custGeom>
              <a:avLst/>
              <a:gdLst/>
              <a:ahLst/>
              <a:cxnLst/>
              <a:rect l="l" t="t" r="r" b="b"/>
              <a:pathLst>
                <a:path w="559" h="559" extrusionOk="0">
                  <a:moveTo>
                    <a:pt x="0" y="0"/>
                  </a:moveTo>
                  <a:lnTo>
                    <a:pt x="0" y="558"/>
                  </a:lnTo>
                  <a:lnTo>
                    <a:pt x="558" y="558"/>
                  </a:lnTo>
                  <a:lnTo>
                    <a:pt x="55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85"/>
            <p:cNvSpPr/>
            <p:nvPr/>
          </p:nvSpPr>
          <p:spPr>
            <a:xfrm>
              <a:off x="7907425" y="2159800"/>
              <a:ext cx="14000" cy="13975"/>
            </a:xfrm>
            <a:custGeom>
              <a:avLst/>
              <a:gdLst/>
              <a:ahLst/>
              <a:cxnLst/>
              <a:rect l="l" t="t" r="r" b="b"/>
              <a:pathLst>
                <a:path w="560" h="559" extrusionOk="0">
                  <a:moveTo>
                    <a:pt x="1" y="0"/>
                  </a:moveTo>
                  <a:lnTo>
                    <a:pt x="1" y="558"/>
                  </a:lnTo>
                  <a:lnTo>
                    <a:pt x="559" y="558"/>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85"/>
            <p:cNvSpPr/>
            <p:nvPr/>
          </p:nvSpPr>
          <p:spPr>
            <a:xfrm>
              <a:off x="7907425" y="2033575"/>
              <a:ext cx="14000" cy="14000"/>
            </a:xfrm>
            <a:custGeom>
              <a:avLst/>
              <a:gdLst/>
              <a:ahLst/>
              <a:cxnLst/>
              <a:rect l="l" t="t" r="r" b="b"/>
              <a:pathLst>
                <a:path w="560" h="560" extrusionOk="0">
                  <a:moveTo>
                    <a:pt x="1" y="1"/>
                  </a:moveTo>
                  <a:lnTo>
                    <a:pt x="1"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85"/>
            <p:cNvSpPr/>
            <p:nvPr/>
          </p:nvSpPr>
          <p:spPr>
            <a:xfrm>
              <a:off x="7879525" y="2033575"/>
              <a:ext cx="13975" cy="14000"/>
            </a:xfrm>
            <a:custGeom>
              <a:avLst/>
              <a:gdLst/>
              <a:ahLst/>
              <a:cxnLst/>
              <a:rect l="l" t="t" r="r" b="b"/>
              <a:pathLst>
                <a:path w="559" h="560" extrusionOk="0">
                  <a:moveTo>
                    <a:pt x="0" y="1"/>
                  </a:moveTo>
                  <a:lnTo>
                    <a:pt x="0" y="559"/>
                  </a:lnTo>
                  <a:lnTo>
                    <a:pt x="558" y="559"/>
                  </a:lnTo>
                  <a:lnTo>
                    <a:pt x="5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85"/>
            <p:cNvSpPr/>
            <p:nvPr/>
          </p:nvSpPr>
          <p:spPr>
            <a:xfrm>
              <a:off x="7662000" y="2159200"/>
              <a:ext cx="373400" cy="232900"/>
            </a:xfrm>
            <a:custGeom>
              <a:avLst/>
              <a:gdLst/>
              <a:ahLst/>
              <a:cxnLst/>
              <a:rect l="l" t="t" r="r" b="b"/>
              <a:pathLst>
                <a:path w="14936" h="9316" extrusionOk="0">
                  <a:moveTo>
                    <a:pt x="0" y="1"/>
                  </a:moveTo>
                  <a:lnTo>
                    <a:pt x="0" y="1676"/>
                  </a:lnTo>
                  <a:lnTo>
                    <a:pt x="1652" y="1676"/>
                  </a:lnTo>
                  <a:cubicBezTo>
                    <a:pt x="1827" y="6290"/>
                    <a:pt x="5633" y="9316"/>
                    <a:pt x="9608" y="9316"/>
                  </a:cubicBezTo>
                  <a:cubicBezTo>
                    <a:pt x="11465" y="9316"/>
                    <a:pt x="13358" y="8656"/>
                    <a:pt x="14936" y="7189"/>
                  </a:cubicBezTo>
                  <a:lnTo>
                    <a:pt x="14540" y="6770"/>
                  </a:lnTo>
                  <a:cubicBezTo>
                    <a:pt x="13191" y="8050"/>
                    <a:pt x="11400" y="8748"/>
                    <a:pt x="9539" y="8748"/>
                  </a:cubicBezTo>
                  <a:cubicBezTo>
                    <a:pt x="5491" y="8748"/>
                    <a:pt x="2210" y="5468"/>
                    <a:pt x="2210" y="1420"/>
                  </a:cubicBezTo>
                  <a:lnTo>
                    <a:pt x="2210" y="1117"/>
                  </a:lnTo>
                  <a:lnTo>
                    <a:pt x="559" y="1117"/>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85"/>
            <p:cNvSpPr/>
            <p:nvPr/>
          </p:nvSpPr>
          <p:spPr>
            <a:xfrm>
              <a:off x="7662000" y="2103950"/>
              <a:ext cx="476925" cy="225100"/>
            </a:xfrm>
            <a:custGeom>
              <a:avLst/>
              <a:gdLst/>
              <a:ahLst/>
              <a:cxnLst/>
              <a:rect l="l" t="t" r="r" b="b"/>
              <a:pathLst>
                <a:path w="19077" h="9004" extrusionOk="0">
                  <a:moveTo>
                    <a:pt x="0" y="1"/>
                  </a:moveTo>
                  <a:lnTo>
                    <a:pt x="0" y="1676"/>
                  </a:lnTo>
                  <a:lnTo>
                    <a:pt x="559" y="1676"/>
                  </a:lnTo>
                  <a:lnTo>
                    <a:pt x="559" y="559"/>
                  </a:lnTo>
                  <a:lnTo>
                    <a:pt x="1443" y="559"/>
                  </a:lnTo>
                  <a:lnTo>
                    <a:pt x="1443" y="1117"/>
                  </a:lnTo>
                  <a:lnTo>
                    <a:pt x="2001" y="1117"/>
                  </a:lnTo>
                  <a:lnTo>
                    <a:pt x="2001" y="559"/>
                  </a:lnTo>
                  <a:lnTo>
                    <a:pt x="2559" y="559"/>
                  </a:lnTo>
                  <a:lnTo>
                    <a:pt x="2559" y="1676"/>
                  </a:lnTo>
                  <a:lnTo>
                    <a:pt x="3118" y="1676"/>
                  </a:lnTo>
                  <a:lnTo>
                    <a:pt x="3118" y="559"/>
                  </a:lnTo>
                  <a:lnTo>
                    <a:pt x="3676" y="559"/>
                  </a:lnTo>
                  <a:lnTo>
                    <a:pt x="3676" y="1117"/>
                  </a:lnTo>
                  <a:lnTo>
                    <a:pt x="4234" y="1117"/>
                  </a:lnTo>
                  <a:lnTo>
                    <a:pt x="4234" y="559"/>
                  </a:lnTo>
                  <a:lnTo>
                    <a:pt x="4793" y="559"/>
                  </a:lnTo>
                  <a:lnTo>
                    <a:pt x="4793" y="1676"/>
                  </a:lnTo>
                  <a:lnTo>
                    <a:pt x="5351" y="1676"/>
                  </a:lnTo>
                  <a:lnTo>
                    <a:pt x="5351" y="559"/>
                  </a:lnTo>
                  <a:lnTo>
                    <a:pt x="5909" y="559"/>
                  </a:lnTo>
                  <a:lnTo>
                    <a:pt x="5909" y="1117"/>
                  </a:lnTo>
                  <a:lnTo>
                    <a:pt x="6468" y="1117"/>
                  </a:lnTo>
                  <a:lnTo>
                    <a:pt x="6468" y="559"/>
                  </a:lnTo>
                  <a:lnTo>
                    <a:pt x="7026" y="559"/>
                  </a:lnTo>
                  <a:lnTo>
                    <a:pt x="7026" y="1676"/>
                  </a:lnTo>
                  <a:lnTo>
                    <a:pt x="7584" y="1676"/>
                  </a:lnTo>
                  <a:lnTo>
                    <a:pt x="7584" y="559"/>
                  </a:lnTo>
                  <a:lnTo>
                    <a:pt x="8143" y="559"/>
                  </a:lnTo>
                  <a:lnTo>
                    <a:pt x="8143" y="1117"/>
                  </a:lnTo>
                  <a:lnTo>
                    <a:pt x="8701" y="1117"/>
                  </a:lnTo>
                  <a:lnTo>
                    <a:pt x="8701" y="559"/>
                  </a:lnTo>
                  <a:lnTo>
                    <a:pt x="9259" y="559"/>
                  </a:lnTo>
                  <a:lnTo>
                    <a:pt x="9259" y="1676"/>
                  </a:lnTo>
                  <a:lnTo>
                    <a:pt x="9818" y="1676"/>
                  </a:lnTo>
                  <a:lnTo>
                    <a:pt x="9818" y="559"/>
                  </a:lnTo>
                  <a:lnTo>
                    <a:pt x="10376" y="559"/>
                  </a:lnTo>
                  <a:lnTo>
                    <a:pt x="10376" y="1117"/>
                  </a:lnTo>
                  <a:lnTo>
                    <a:pt x="10934" y="1117"/>
                  </a:lnTo>
                  <a:lnTo>
                    <a:pt x="10934" y="559"/>
                  </a:lnTo>
                  <a:lnTo>
                    <a:pt x="11493" y="559"/>
                  </a:lnTo>
                  <a:lnTo>
                    <a:pt x="11493" y="1676"/>
                  </a:lnTo>
                  <a:lnTo>
                    <a:pt x="12051" y="1676"/>
                  </a:lnTo>
                  <a:lnTo>
                    <a:pt x="12051" y="559"/>
                  </a:lnTo>
                  <a:lnTo>
                    <a:pt x="12609" y="559"/>
                  </a:lnTo>
                  <a:lnTo>
                    <a:pt x="12609" y="1117"/>
                  </a:lnTo>
                  <a:lnTo>
                    <a:pt x="13168" y="1117"/>
                  </a:lnTo>
                  <a:lnTo>
                    <a:pt x="13168" y="559"/>
                  </a:lnTo>
                  <a:lnTo>
                    <a:pt x="13726" y="559"/>
                  </a:lnTo>
                  <a:lnTo>
                    <a:pt x="13726" y="1676"/>
                  </a:lnTo>
                  <a:lnTo>
                    <a:pt x="14284" y="1676"/>
                  </a:lnTo>
                  <a:lnTo>
                    <a:pt x="14284" y="559"/>
                  </a:lnTo>
                  <a:lnTo>
                    <a:pt x="14843" y="559"/>
                  </a:lnTo>
                  <a:lnTo>
                    <a:pt x="14843" y="1117"/>
                  </a:lnTo>
                  <a:lnTo>
                    <a:pt x="15401" y="1117"/>
                  </a:lnTo>
                  <a:lnTo>
                    <a:pt x="15401" y="559"/>
                  </a:lnTo>
                  <a:lnTo>
                    <a:pt x="15959" y="559"/>
                  </a:lnTo>
                  <a:lnTo>
                    <a:pt x="15959" y="1676"/>
                  </a:lnTo>
                  <a:lnTo>
                    <a:pt x="16518" y="1676"/>
                  </a:lnTo>
                  <a:lnTo>
                    <a:pt x="16518" y="559"/>
                  </a:lnTo>
                  <a:lnTo>
                    <a:pt x="17076" y="559"/>
                  </a:lnTo>
                  <a:lnTo>
                    <a:pt x="17076" y="1117"/>
                  </a:lnTo>
                  <a:lnTo>
                    <a:pt x="17634" y="1117"/>
                  </a:lnTo>
                  <a:lnTo>
                    <a:pt x="17634" y="559"/>
                  </a:lnTo>
                  <a:lnTo>
                    <a:pt x="18518" y="559"/>
                  </a:lnTo>
                  <a:lnTo>
                    <a:pt x="18518" y="3351"/>
                  </a:lnTo>
                  <a:lnTo>
                    <a:pt x="16867" y="3351"/>
                  </a:lnTo>
                  <a:lnTo>
                    <a:pt x="16867" y="3630"/>
                  </a:lnTo>
                  <a:cubicBezTo>
                    <a:pt x="16867" y="5491"/>
                    <a:pt x="16169" y="7282"/>
                    <a:pt x="14913" y="8632"/>
                  </a:cubicBezTo>
                  <a:lnTo>
                    <a:pt x="15308" y="9004"/>
                  </a:lnTo>
                  <a:cubicBezTo>
                    <a:pt x="16611" y="7631"/>
                    <a:pt x="17355" y="5817"/>
                    <a:pt x="17425" y="3909"/>
                  </a:cubicBezTo>
                  <a:lnTo>
                    <a:pt x="19077" y="3909"/>
                  </a:lnTo>
                  <a:lnTo>
                    <a:pt x="1907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85"/>
            <p:cNvSpPr/>
            <p:nvPr/>
          </p:nvSpPr>
          <p:spPr>
            <a:xfrm>
              <a:off x="7759125" y="2187125"/>
              <a:ext cx="283250" cy="148900"/>
            </a:xfrm>
            <a:custGeom>
              <a:avLst/>
              <a:gdLst/>
              <a:ahLst/>
              <a:cxnLst/>
              <a:rect l="l" t="t" r="r" b="b"/>
              <a:pathLst>
                <a:path w="11330" h="5956" extrusionOk="0">
                  <a:moveTo>
                    <a:pt x="10772" y="582"/>
                  </a:moveTo>
                  <a:cubicBezTo>
                    <a:pt x="10609" y="3281"/>
                    <a:pt x="8375" y="5398"/>
                    <a:pt x="5677" y="5398"/>
                  </a:cubicBezTo>
                  <a:cubicBezTo>
                    <a:pt x="2978" y="5398"/>
                    <a:pt x="745" y="3281"/>
                    <a:pt x="582" y="582"/>
                  </a:cubicBezTo>
                  <a:close/>
                  <a:moveTo>
                    <a:pt x="0" y="0"/>
                  </a:moveTo>
                  <a:lnTo>
                    <a:pt x="0" y="303"/>
                  </a:lnTo>
                  <a:cubicBezTo>
                    <a:pt x="0" y="3420"/>
                    <a:pt x="2536" y="5956"/>
                    <a:pt x="5654" y="5956"/>
                  </a:cubicBezTo>
                  <a:cubicBezTo>
                    <a:pt x="8794" y="5956"/>
                    <a:pt x="11330" y="3420"/>
                    <a:pt x="11330" y="303"/>
                  </a:cubicBezTo>
                  <a:lnTo>
                    <a:pt x="1133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9" name="Google Shape;2679;p85"/>
          <p:cNvGrpSpPr/>
          <p:nvPr/>
        </p:nvGrpSpPr>
        <p:grpSpPr>
          <a:xfrm>
            <a:off x="2553638" y="3802637"/>
            <a:ext cx="477500" cy="465875"/>
            <a:chOff x="1004475" y="4102900"/>
            <a:chExt cx="477500" cy="465875"/>
          </a:xfrm>
        </p:grpSpPr>
        <p:sp>
          <p:nvSpPr>
            <p:cNvPr id="2680" name="Google Shape;2680;p85"/>
            <p:cNvSpPr/>
            <p:nvPr/>
          </p:nvSpPr>
          <p:spPr>
            <a:xfrm>
              <a:off x="1099275" y="4179075"/>
              <a:ext cx="287325" cy="242550"/>
            </a:xfrm>
            <a:custGeom>
              <a:avLst/>
              <a:gdLst/>
              <a:ahLst/>
              <a:cxnLst/>
              <a:rect l="l" t="t" r="r" b="b"/>
              <a:pathLst>
                <a:path w="11493" h="9702" extrusionOk="0">
                  <a:moveTo>
                    <a:pt x="5746" y="1815"/>
                  </a:moveTo>
                  <a:cubicBezTo>
                    <a:pt x="0" y="1"/>
                    <a:pt x="419" y="9702"/>
                    <a:pt x="5746" y="9702"/>
                  </a:cubicBezTo>
                  <a:cubicBezTo>
                    <a:pt x="11074" y="9702"/>
                    <a:pt x="11492" y="1"/>
                    <a:pt x="5746" y="1815"/>
                  </a:cubicBezTo>
                  <a:close/>
                  <a:moveTo>
                    <a:pt x="5746" y="1815"/>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85"/>
            <p:cNvSpPr/>
            <p:nvPr/>
          </p:nvSpPr>
          <p:spPr>
            <a:xfrm>
              <a:off x="1200450" y="4110450"/>
              <a:ext cx="85525" cy="89000"/>
            </a:xfrm>
            <a:custGeom>
              <a:avLst/>
              <a:gdLst/>
              <a:ahLst/>
              <a:cxnLst/>
              <a:rect l="l" t="t" r="r" b="b"/>
              <a:pathLst>
                <a:path w="3421" h="3560" extrusionOk="0">
                  <a:moveTo>
                    <a:pt x="1699" y="1"/>
                  </a:moveTo>
                  <a:cubicBezTo>
                    <a:pt x="1" y="559"/>
                    <a:pt x="1" y="2978"/>
                    <a:pt x="1699" y="3560"/>
                  </a:cubicBezTo>
                  <a:cubicBezTo>
                    <a:pt x="3421" y="2978"/>
                    <a:pt x="3421" y="559"/>
                    <a:pt x="1699" y="1"/>
                  </a:cubicBezTo>
                  <a:close/>
                  <a:moveTo>
                    <a:pt x="1699" y="1"/>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85"/>
            <p:cNvSpPr/>
            <p:nvPr/>
          </p:nvSpPr>
          <p:spPr>
            <a:xfrm>
              <a:off x="1039350" y="4449525"/>
              <a:ext cx="414700" cy="83775"/>
            </a:xfrm>
            <a:custGeom>
              <a:avLst/>
              <a:gdLst/>
              <a:ahLst/>
              <a:cxnLst/>
              <a:rect l="l" t="t" r="r" b="b"/>
              <a:pathLst>
                <a:path w="16588" h="3351" extrusionOk="0">
                  <a:moveTo>
                    <a:pt x="3351" y="2234"/>
                  </a:moveTo>
                  <a:lnTo>
                    <a:pt x="3351" y="3350"/>
                  </a:lnTo>
                  <a:lnTo>
                    <a:pt x="16588" y="3350"/>
                  </a:lnTo>
                  <a:lnTo>
                    <a:pt x="16588" y="0"/>
                  </a:lnTo>
                  <a:lnTo>
                    <a:pt x="1" y="0"/>
                  </a:lnTo>
                  <a:lnTo>
                    <a:pt x="1" y="3350"/>
                  </a:lnTo>
                  <a:lnTo>
                    <a:pt x="1117" y="3350"/>
                  </a:lnTo>
                  <a:lnTo>
                    <a:pt x="1117" y="2234"/>
                  </a:lnTo>
                  <a:close/>
                  <a:moveTo>
                    <a:pt x="3351" y="2234"/>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85"/>
            <p:cNvSpPr/>
            <p:nvPr/>
          </p:nvSpPr>
          <p:spPr>
            <a:xfrm>
              <a:off x="1011450" y="4421600"/>
              <a:ext cx="463550" cy="139625"/>
            </a:xfrm>
            <a:custGeom>
              <a:avLst/>
              <a:gdLst/>
              <a:ahLst/>
              <a:cxnLst/>
              <a:rect l="l" t="t" r="r" b="b"/>
              <a:pathLst>
                <a:path w="18542" h="5585" extrusionOk="0">
                  <a:moveTo>
                    <a:pt x="4467" y="5584"/>
                  </a:moveTo>
                  <a:lnTo>
                    <a:pt x="18541" y="5584"/>
                  </a:lnTo>
                  <a:lnTo>
                    <a:pt x="18541" y="4467"/>
                  </a:lnTo>
                  <a:lnTo>
                    <a:pt x="4467" y="4467"/>
                  </a:lnTo>
                  <a:close/>
                  <a:moveTo>
                    <a:pt x="0" y="5026"/>
                  </a:moveTo>
                  <a:lnTo>
                    <a:pt x="0" y="559"/>
                  </a:lnTo>
                  <a:cubicBezTo>
                    <a:pt x="0" y="257"/>
                    <a:pt x="256" y="1"/>
                    <a:pt x="558" y="1"/>
                  </a:cubicBezTo>
                  <a:lnTo>
                    <a:pt x="18541" y="1"/>
                  </a:lnTo>
                  <a:lnTo>
                    <a:pt x="18541" y="1117"/>
                  </a:lnTo>
                  <a:lnTo>
                    <a:pt x="1117" y="1117"/>
                  </a:lnTo>
                  <a:lnTo>
                    <a:pt x="1117" y="4467"/>
                  </a:lnTo>
                  <a:lnTo>
                    <a:pt x="2233" y="4467"/>
                  </a:lnTo>
                  <a:lnTo>
                    <a:pt x="2233" y="5584"/>
                  </a:lnTo>
                  <a:lnTo>
                    <a:pt x="558" y="5584"/>
                  </a:lnTo>
                  <a:cubicBezTo>
                    <a:pt x="256" y="5584"/>
                    <a:pt x="0" y="5351"/>
                    <a:pt x="0" y="5026"/>
                  </a:cubicBezTo>
                  <a:close/>
                  <a:moveTo>
                    <a:pt x="0" y="5026"/>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85"/>
            <p:cNvSpPr/>
            <p:nvPr/>
          </p:nvSpPr>
          <p:spPr>
            <a:xfrm>
              <a:off x="1067275" y="4505350"/>
              <a:ext cx="55850" cy="55875"/>
            </a:xfrm>
            <a:custGeom>
              <a:avLst/>
              <a:gdLst/>
              <a:ahLst/>
              <a:cxnLst/>
              <a:rect l="l" t="t" r="r" b="b"/>
              <a:pathLst>
                <a:path w="2234" h="2235" extrusionOk="0">
                  <a:moveTo>
                    <a:pt x="0" y="1"/>
                  </a:moveTo>
                  <a:lnTo>
                    <a:pt x="0" y="2234"/>
                  </a:lnTo>
                  <a:lnTo>
                    <a:pt x="2234" y="2234"/>
                  </a:lnTo>
                  <a:lnTo>
                    <a:pt x="22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85"/>
            <p:cNvSpPr/>
            <p:nvPr/>
          </p:nvSpPr>
          <p:spPr>
            <a:xfrm>
              <a:off x="1200450" y="4110450"/>
              <a:ext cx="52950" cy="89000"/>
            </a:xfrm>
            <a:custGeom>
              <a:avLst/>
              <a:gdLst/>
              <a:ahLst/>
              <a:cxnLst/>
              <a:rect l="l" t="t" r="r" b="b"/>
              <a:pathLst>
                <a:path w="2118" h="3560" extrusionOk="0">
                  <a:moveTo>
                    <a:pt x="1699" y="1"/>
                  </a:moveTo>
                  <a:cubicBezTo>
                    <a:pt x="1" y="559"/>
                    <a:pt x="1" y="2978"/>
                    <a:pt x="1699" y="3560"/>
                  </a:cubicBezTo>
                  <a:cubicBezTo>
                    <a:pt x="1862" y="3490"/>
                    <a:pt x="2002" y="3420"/>
                    <a:pt x="2118" y="3351"/>
                  </a:cubicBezTo>
                  <a:cubicBezTo>
                    <a:pt x="978" y="2606"/>
                    <a:pt x="978" y="931"/>
                    <a:pt x="2118" y="210"/>
                  </a:cubicBezTo>
                  <a:cubicBezTo>
                    <a:pt x="2002" y="117"/>
                    <a:pt x="1862" y="47"/>
                    <a:pt x="1699" y="1"/>
                  </a:cubicBezTo>
                  <a:close/>
                  <a:moveTo>
                    <a:pt x="1699" y="1"/>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85"/>
            <p:cNvSpPr/>
            <p:nvPr/>
          </p:nvSpPr>
          <p:spPr>
            <a:xfrm>
              <a:off x="1096925" y="4204675"/>
              <a:ext cx="156475" cy="229750"/>
            </a:xfrm>
            <a:custGeom>
              <a:avLst/>
              <a:gdLst/>
              <a:ahLst/>
              <a:cxnLst/>
              <a:rect l="l" t="t" r="r" b="b"/>
              <a:pathLst>
                <a:path w="6259" h="9190" extrusionOk="0">
                  <a:moveTo>
                    <a:pt x="4933" y="582"/>
                  </a:moveTo>
                  <a:cubicBezTo>
                    <a:pt x="1" y="0"/>
                    <a:pt x="885" y="9190"/>
                    <a:pt x="6259" y="8654"/>
                  </a:cubicBezTo>
                  <a:cubicBezTo>
                    <a:pt x="1932" y="8212"/>
                    <a:pt x="1234" y="1070"/>
                    <a:pt x="4933" y="582"/>
                  </a:cubicBezTo>
                  <a:close/>
                  <a:moveTo>
                    <a:pt x="4933" y="582"/>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85"/>
            <p:cNvSpPr/>
            <p:nvPr/>
          </p:nvSpPr>
          <p:spPr>
            <a:xfrm>
              <a:off x="1011450" y="4421600"/>
              <a:ext cx="125650" cy="139625"/>
            </a:xfrm>
            <a:custGeom>
              <a:avLst/>
              <a:gdLst/>
              <a:ahLst/>
              <a:cxnLst/>
              <a:rect l="l" t="t" r="r" b="b"/>
              <a:pathLst>
                <a:path w="5026" h="5585" extrusionOk="0">
                  <a:moveTo>
                    <a:pt x="0" y="5026"/>
                  </a:moveTo>
                  <a:cubicBezTo>
                    <a:pt x="0" y="5351"/>
                    <a:pt x="256" y="5584"/>
                    <a:pt x="558" y="5584"/>
                  </a:cubicBezTo>
                  <a:lnTo>
                    <a:pt x="1117" y="5584"/>
                  </a:lnTo>
                  <a:cubicBezTo>
                    <a:pt x="814" y="5584"/>
                    <a:pt x="558" y="5351"/>
                    <a:pt x="558" y="5026"/>
                  </a:cubicBezTo>
                  <a:lnTo>
                    <a:pt x="558" y="559"/>
                  </a:lnTo>
                  <a:cubicBezTo>
                    <a:pt x="558" y="257"/>
                    <a:pt x="814" y="1"/>
                    <a:pt x="1117" y="1"/>
                  </a:cubicBezTo>
                  <a:lnTo>
                    <a:pt x="558" y="1"/>
                  </a:lnTo>
                  <a:cubicBezTo>
                    <a:pt x="256" y="1"/>
                    <a:pt x="0" y="257"/>
                    <a:pt x="0" y="559"/>
                  </a:cubicBezTo>
                  <a:close/>
                  <a:moveTo>
                    <a:pt x="4467" y="5584"/>
                  </a:moveTo>
                  <a:lnTo>
                    <a:pt x="5025" y="5584"/>
                  </a:lnTo>
                  <a:lnTo>
                    <a:pt x="5025" y="4467"/>
                  </a:lnTo>
                  <a:lnTo>
                    <a:pt x="4467" y="4467"/>
                  </a:lnTo>
                  <a:close/>
                  <a:moveTo>
                    <a:pt x="4467" y="5584"/>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85"/>
            <p:cNvSpPr/>
            <p:nvPr/>
          </p:nvSpPr>
          <p:spPr>
            <a:xfrm>
              <a:off x="1067275" y="4505350"/>
              <a:ext cx="13975" cy="55875"/>
            </a:xfrm>
            <a:custGeom>
              <a:avLst/>
              <a:gdLst/>
              <a:ahLst/>
              <a:cxnLst/>
              <a:rect l="l" t="t" r="r" b="b"/>
              <a:pathLst>
                <a:path w="559" h="2235" extrusionOk="0">
                  <a:moveTo>
                    <a:pt x="0" y="1"/>
                  </a:moveTo>
                  <a:lnTo>
                    <a:pt x="0" y="2234"/>
                  </a:lnTo>
                  <a:lnTo>
                    <a:pt x="559" y="2234"/>
                  </a:lnTo>
                  <a:lnTo>
                    <a:pt x="55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85"/>
            <p:cNvSpPr/>
            <p:nvPr/>
          </p:nvSpPr>
          <p:spPr>
            <a:xfrm>
              <a:off x="1039350" y="4449525"/>
              <a:ext cx="97750" cy="83775"/>
            </a:xfrm>
            <a:custGeom>
              <a:avLst/>
              <a:gdLst/>
              <a:ahLst/>
              <a:cxnLst/>
              <a:rect l="l" t="t" r="r" b="b"/>
              <a:pathLst>
                <a:path w="3910" h="3351" extrusionOk="0">
                  <a:moveTo>
                    <a:pt x="838" y="0"/>
                  </a:moveTo>
                  <a:lnTo>
                    <a:pt x="1" y="0"/>
                  </a:lnTo>
                  <a:lnTo>
                    <a:pt x="1" y="3350"/>
                  </a:lnTo>
                  <a:lnTo>
                    <a:pt x="838" y="3350"/>
                  </a:lnTo>
                  <a:close/>
                  <a:moveTo>
                    <a:pt x="3374" y="2234"/>
                  </a:moveTo>
                  <a:lnTo>
                    <a:pt x="3909" y="2234"/>
                  </a:lnTo>
                  <a:lnTo>
                    <a:pt x="3909" y="3350"/>
                  </a:lnTo>
                  <a:lnTo>
                    <a:pt x="3351" y="3350"/>
                  </a:lnTo>
                  <a:close/>
                  <a:moveTo>
                    <a:pt x="3374" y="2234"/>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85"/>
            <p:cNvSpPr/>
            <p:nvPr/>
          </p:nvSpPr>
          <p:spPr>
            <a:xfrm>
              <a:off x="1274900" y="4240150"/>
              <a:ext cx="44225" cy="89000"/>
            </a:xfrm>
            <a:custGeom>
              <a:avLst/>
              <a:gdLst/>
              <a:ahLst/>
              <a:cxnLst/>
              <a:rect l="l" t="t" r="r" b="b"/>
              <a:pathLst>
                <a:path w="1769" h="3560" extrusionOk="0">
                  <a:moveTo>
                    <a:pt x="70" y="0"/>
                  </a:moveTo>
                  <a:lnTo>
                    <a:pt x="1" y="559"/>
                  </a:lnTo>
                  <a:cubicBezTo>
                    <a:pt x="1141" y="698"/>
                    <a:pt x="1210" y="2141"/>
                    <a:pt x="1210" y="2443"/>
                  </a:cubicBezTo>
                  <a:lnTo>
                    <a:pt x="1769" y="2443"/>
                  </a:lnTo>
                  <a:cubicBezTo>
                    <a:pt x="1769" y="1908"/>
                    <a:pt x="1652" y="1373"/>
                    <a:pt x="1397" y="908"/>
                  </a:cubicBezTo>
                  <a:cubicBezTo>
                    <a:pt x="1117" y="396"/>
                    <a:pt x="629" y="70"/>
                    <a:pt x="70" y="0"/>
                  </a:cubicBezTo>
                  <a:close/>
                  <a:moveTo>
                    <a:pt x="1210" y="2978"/>
                  </a:moveTo>
                  <a:lnTo>
                    <a:pt x="1210" y="3560"/>
                  </a:lnTo>
                  <a:lnTo>
                    <a:pt x="1745" y="3560"/>
                  </a:lnTo>
                  <a:lnTo>
                    <a:pt x="1745" y="2978"/>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85"/>
            <p:cNvSpPr/>
            <p:nvPr/>
          </p:nvSpPr>
          <p:spPr>
            <a:xfrm>
              <a:off x="1004475" y="4102900"/>
              <a:ext cx="477500" cy="465875"/>
            </a:xfrm>
            <a:custGeom>
              <a:avLst/>
              <a:gdLst/>
              <a:ahLst/>
              <a:cxnLst/>
              <a:rect l="l" t="t" r="r" b="b"/>
              <a:pathLst>
                <a:path w="19100" h="18635" extrusionOk="0">
                  <a:moveTo>
                    <a:pt x="9538" y="605"/>
                  </a:moveTo>
                  <a:cubicBezTo>
                    <a:pt x="10748" y="1070"/>
                    <a:pt x="10911" y="2699"/>
                    <a:pt x="9841" y="3397"/>
                  </a:cubicBezTo>
                  <a:lnTo>
                    <a:pt x="9841" y="1698"/>
                  </a:lnTo>
                  <a:lnTo>
                    <a:pt x="9282" y="1698"/>
                  </a:lnTo>
                  <a:lnTo>
                    <a:pt x="9282" y="3397"/>
                  </a:lnTo>
                  <a:cubicBezTo>
                    <a:pt x="8817" y="3118"/>
                    <a:pt x="8561" y="2606"/>
                    <a:pt x="8561" y="2071"/>
                  </a:cubicBezTo>
                  <a:cubicBezTo>
                    <a:pt x="8538" y="1419"/>
                    <a:pt x="8933" y="838"/>
                    <a:pt x="9538" y="605"/>
                  </a:cubicBezTo>
                  <a:close/>
                  <a:moveTo>
                    <a:pt x="2233" y="16378"/>
                  </a:moveTo>
                  <a:lnTo>
                    <a:pt x="2233" y="16936"/>
                  </a:lnTo>
                  <a:lnTo>
                    <a:pt x="1675" y="16936"/>
                  </a:lnTo>
                  <a:lnTo>
                    <a:pt x="1675" y="16378"/>
                  </a:lnTo>
                  <a:close/>
                  <a:moveTo>
                    <a:pt x="17704" y="14145"/>
                  </a:moveTo>
                  <a:lnTo>
                    <a:pt x="17681" y="14703"/>
                  </a:lnTo>
                  <a:lnTo>
                    <a:pt x="6165" y="14703"/>
                  </a:lnTo>
                  <a:lnTo>
                    <a:pt x="6165" y="15261"/>
                  </a:lnTo>
                  <a:lnTo>
                    <a:pt x="17704" y="15261"/>
                  </a:lnTo>
                  <a:lnTo>
                    <a:pt x="17704" y="15820"/>
                  </a:lnTo>
                  <a:lnTo>
                    <a:pt x="12749" y="15820"/>
                  </a:lnTo>
                  <a:lnTo>
                    <a:pt x="12749" y="16378"/>
                  </a:lnTo>
                  <a:lnTo>
                    <a:pt x="17704" y="16378"/>
                  </a:lnTo>
                  <a:lnTo>
                    <a:pt x="17704" y="16936"/>
                  </a:lnTo>
                  <a:lnTo>
                    <a:pt x="5025" y="16936"/>
                  </a:lnTo>
                  <a:lnTo>
                    <a:pt x="5025" y="16378"/>
                  </a:lnTo>
                  <a:lnTo>
                    <a:pt x="12190" y="16378"/>
                  </a:lnTo>
                  <a:lnTo>
                    <a:pt x="12190" y="15820"/>
                  </a:lnTo>
                  <a:lnTo>
                    <a:pt x="1675" y="15820"/>
                  </a:lnTo>
                  <a:lnTo>
                    <a:pt x="1675" y="15261"/>
                  </a:lnTo>
                  <a:lnTo>
                    <a:pt x="5583" y="15261"/>
                  </a:lnTo>
                  <a:lnTo>
                    <a:pt x="5583" y="14703"/>
                  </a:lnTo>
                  <a:lnTo>
                    <a:pt x="1675" y="14703"/>
                  </a:lnTo>
                  <a:lnTo>
                    <a:pt x="1675" y="14145"/>
                  </a:lnTo>
                  <a:close/>
                  <a:moveTo>
                    <a:pt x="18541" y="13005"/>
                  </a:moveTo>
                  <a:lnTo>
                    <a:pt x="18541" y="13563"/>
                  </a:lnTo>
                  <a:lnTo>
                    <a:pt x="1117" y="13563"/>
                  </a:lnTo>
                  <a:lnTo>
                    <a:pt x="1117" y="17495"/>
                  </a:lnTo>
                  <a:lnTo>
                    <a:pt x="2233" y="17495"/>
                  </a:lnTo>
                  <a:lnTo>
                    <a:pt x="2233" y="18053"/>
                  </a:lnTo>
                  <a:lnTo>
                    <a:pt x="837" y="18053"/>
                  </a:lnTo>
                  <a:cubicBezTo>
                    <a:pt x="675" y="18053"/>
                    <a:pt x="558" y="17913"/>
                    <a:pt x="558" y="17750"/>
                  </a:cubicBezTo>
                  <a:lnTo>
                    <a:pt x="558" y="13307"/>
                  </a:lnTo>
                  <a:cubicBezTo>
                    <a:pt x="558" y="13144"/>
                    <a:pt x="698" y="13005"/>
                    <a:pt x="861" y="13005"/>
                  </a:cubicBezTo>
                  <a:close/>
                  <a:moveTo>
                    <a:pt x="4467" y="16378"/>
                  </a:moveTo>
                  <a:lnTo>
                    <a:pt x="4467" y="18053"/>
                  </a:lnTo>
                  <a:lnTo>
                    <a:pt x="2792" y="18053"/>
                  </a:lnTo>
                  <a:lnTo>
                    <a:pt x="2792" y="16378"/>
                  </a:lnTo>
                  <a:close/>
                  <a:moveTo>
                    <a:pt x="9561" y="0"/>
                  </a:moveTo>
                  <a:lnTo>
                    <a:pt x="9468" y="47"/>
                  </a:lnTo>
                  <a:cubicBezTo>
                    <a:pt x="7607" y="652"/>
                    <a:pt x="7468" y="3257"/>
                    <a:pt x="9282" y="4048"/>
                  </a:cubicBezTo>
                  <a:lnTo>
                    <a:pt x="9282" y="4490"/>
                  </a:lnTo>
                  <a:cubicBezTo>
                    <a:pt x="8905" y="4397"/>
                    <a:pt x="8546" y="4351"/>
                    <a:pt x="8207" y="4351"/>
                  </a:cubicBezTo>
                  <a:cubicBezTo>
                    <a:pt x="7018" y="4351"/>
                    <a:pt x="6085" y="4916"/>
                    <a:pt x="5560" y="6002"/>
                  </a:cubicBezTo>
                  <a:lnTo>
                    <a:pt x="6049" y="6258"/>
                  </a:lnTo>
                  <a:cubicBezTo>
                    <a:pt x="6483" y="5371"/>
                    <a:pt x="7230" y="4914"/>
                    <a:pt x="8210" y="4914"/>
                  </a:cubicBezTo>
                  <a:cubicBezTo>
                    <a:pt x="8542" y="4914"/>
                    <a:pt x="8900" y="4966"/>
                    <a:pt x="9282" y="5072"/>
                  </a:cubicBezTo>
                  <a:lnTo>
                    <a:pt x="9282" y="5700"/>
                  </a:lnTo>
                  <a:lnTo>
                    <a:pt x="9841" y="5700"/>
                  </a:lnTo>
                  <a:lnTo>
                    <a:pt x="9841" y="5072"/>
                  </a:lnTo>
                  <a:cubicBezTo>
                    <a:pt x="10224" y="4961"/>
                    <a:pt x="10583" y="4907"/>
                    <a:pt x="10916" y="4907"/>
                  </a:cubicBezTo>
                  <a:cubicBezTo>
                    <a:pt x="11634" y="4907"/>
                    <a:pt x="12226" y="5161"/>
                    <a:pt x="12656" y="5653"/>
                  </a:cubicBezTo>
                  <a:cubicBezTo>
                    <a:pt x="13540" y="6654"/>
                    <a:pt x="13679" y="8538"/>
                    <a:pt x="12981" y="10097"/>
                  </a:cubicBezTo>
                  <a:cubicBezTo>
                    <a:pt x="12307" y="11609"/>
                    <a:pt x="11050" y="12446"/>
                    <a:pt x="9561" y="12446"/>
                  </a:cubicBezTo>
                  <a:cubicBezTo>
                    <a:pt x="9538" y="12447"/>
                    <a:pt x="9514" y="12447"/>
                    <a:pt x="9490" y="12447"/>
                  </a:cubicBezTo>
                  <a:cubicBezTo>
                    <a:pt x="8331" y="12447"/>
                    <a:pt x="7269" y="11892"/>
                    <a:pt x="6630" y="10957"/>
                  </a:cubicBezTo>
                  <a:cubicBezTo>
                    <a:pt x="5746" y="9724"/>
                    <a:pt x="5467" y="8189"/>
                    <a:pt x="5862" y="6723"/>
                  </a:cubicBezTo>
                  <a:lnTo>
                    <a:pt x="5327" y="6561"/>
                  </a:lnTo>
                  <a:lnTo>
                    <a:pt x="5327" y="6561"/>
                  </a:lnTo>
                  <a:cubicBezTo>
                    <a:pt x="4885" y="8189"/>
                    <a:pt x="5188" y="9934"/>
                    <a:pt x="6165" y="11283"/>
                  </a:cubicBezTo>
                  <a:cubicBezTo>
                    <a:pt x="6514" y="11772"/>
                    <a:pt x="6956" y="12167"/>
                    <a:pt x="7468" y="12446"/>
                  </a:cubicBezTo>
                  <a:lnTo>
                    <a:pt x="837" y="12446"/>
                  </a:lnTo>
                  <a:cubicBezTo>
                    <a:pt x="372" y="12446"/>
                    <a:pt x="0" y="12842"/>
                    <a:pt x="0" y="13284"/>
                  </a:cubicBezTo>
                  <a:lnTo>
                    <a:pt x="0" y="17774"/>
                  </a:lnTo>
                  <a:cubicBezTo>
                    <a:pt x="0" y="18239"/>
                    <a:pt x="372" y="18634"/>
                    <a:pt x="837" y="18634"/>
                  </a:cubicBezTo>
                  <a:lnTo>
                    <a:pt x="16308" y="18634"/>
                  </a:lnTo>
                  <a:lnTo>
                    <a:pt x="16308" y="18076"/>
                  </a:lnTo>
                  <a:lnTo>
                    <a:pt x="5025" y="18076"/>
                  </a:lnTo>
                  <a:lnTo>
                    <a:pt x="5025" y="17495"/>
                  </a:lnTo>
                  <a:lnTo>
                    <a:pt x="18541" y="17495"/>
                  </a:lnTo>
                  <a:lnTo>
                    <a:pt x="18541" y="18053"/>
                  </a:lnTo>
                  <a:lnTo>
                    <a:pt x="16843" y="18053"/>
                  </a:lnTo>
                  <a:lnTo>
                    <a:pt x="16843" y="18611"/>
                  </a:lnTo>
                  <a:lnTo>
                    <a:pt x="19100" y="18611"/>
                  </a:lnTo>
                  <a:lnTo>
                    <a:pt x="19100" y="16936"/>
                  </a:lnTo>
                  <a:lnTo>
                    <a:pt x="18262" y="16936"/>
                  </a:lnTo>
                  <a:lnTo>
                    <a:pt x="18262" y="14121"/>
                  </a:lnTo>
                  <a:lnTo>
                    <a:pt x="19100" y="14145"/>
                  </a:lnTo>
                  <a:lnTo>
                    <a:pt x="19100" y="12470"/>
                  </a:lnTo>
                  <a:lnTo>
                    <a:pt x="11655" y="12470"/>
                  </a:lnTo>
                  <a:cubicBezTo>
                    <a:pt x="12469" y="11958"/>
                    <a:pt x="13098" y="11213"/>
                    <a:pt x="13470" y="10353"/>
                  </a:cubicBezTo>
                  <a:cubicBezTo>
                    <a:pt x="13865" y="9492"/>
                    <a:pt x="14028" y="8561"/>
                    <a:pt x="13982" y="7654"/>
                  </a:cubicBezTo>
                  <a:cubicBezTo>
                    <a:pt x="13935" y="6770"/>
                    <a:pt x="13633" y="5956"/>
                    <a:pt x="13074" y="5281"/>
                  </a:cubicBezTo>
                  <a:cubicBezTo>
                    <a:pt x="12532" y="4671"/>
                    <a:pt x="11769" y="4358"/>
                    <a:pt x="10882" y="4358"/>
                  </a:cubicBezTo>
                  <a:cubicBezTo>
                    <a:pt x="10550" y="4358"/>
                    <a:pt x="10201" y="4401"/>
                    <a:pt x="9841" y="4490"/>
                  </a:cubicBezTo>
                  <a:lnTo>
                    <a:pt x="9841" y="4048"/>
                  </a:lnTo>
                  <a:cubicBezTo>
                    <a:pt x="11632" y="3257"/>
                    <a:pt x="11492" y="652"/>
                    <a:pt x="9655" y="47"/>
                  </a:cubicBezTo>
                  <a:lnTo>
                    <a:pt x="956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92" name="Google Shape;2692;p85">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85">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2604"/>
                                        </p:tgtEl>
                                        <p:attrNameLst>
                                          <p:attrName>style.visibility</p:attrName>
                                        </p:attrNameLst>
                                      </p:cBhvr>
                                      <p:to>
                                        <p:strVal val="visible"/>
                                      </p:to>
                                    </p:set>
                                    <p:anim calcmode="lin" valueType="num">
                                      <p:cBhvr additive="base">
                                        <p:cTn id="7" dur="1000"/>
                                        <p:tgtEl>
                                          <p:spTgt spid="2604"/>
                                        </p:tgtEl>
                                        <p:attrNameLst>
                                          <p:attrName>ppt_w</p:attrName>
                                        </p:attrNameLst>
                                      </p:cBhvr>
                                      <p:tavLst>
                                        <p:tav tm="0">
                                          <p:val>
                                            <p:strVal val="0"/>
                                          </p:val>
                                        </p:tav>
                                        <p:tav tm="100000">
                                          <p:val>
                                            <p:strVal val="#ppt_w"/>
                                          </p:val>
                                        </p:tav>
                                      </p:tavLst>
                                    </p:anim>
                                    <p:anim calcmode="lin" valueType="num">
                                      <p:cBhvr additive="base">
                                        <p:cTn id="8" dur="1000"/>
                                        <p:tgtEl>
                                          <p:spTgt spid="2604"/>
                                        </p:tgtEl>
                                        <p:attrNameLst>
                                          <p:attrName>ppt_h</p:attrName>
                                        </p:attrNameLst>
                                      </p:cBhvr>
                                      <p:tavLst>
                                        <p:tav tm="0">
                                          <p:val>
                                            <p:strVal val="0"/>
                                          </p:val>
                                        </p:tav>
                                        <p:tav tm="100000">
                                          <p:val>
                                            <p:strVal val="#ppt_h"/>
                                          </p:val>
                                        </p:tav>
                                      </p:tavLst>
                                    </p:anim>
                                  </p:childTnLst>
                                </p:cTn>
                              </p:par>
                            </p:childTnLst>
                          </p:cTn>
                        </p:par>
                        <p:par>
                          <p:cTn id="9" fill="hold">
                            <p:stCondLst>
                              <p:cond delay="1000"/>
                            </p:stCondLst>
                            <p:childTnLst>
                              <p:par>
                                <p:cTn id="10" presetID="10" presetClass="entr" presetSubtype="0" fill="hold" nodeType="afterEffect">
                                  <p:stCondLst>
                                    <p:cond delay="0"/>
                                  </p:stCondLst>
                                  <p:childTnLst>
                                    <p:set>
                                      <p:cBhvr>
                                        <p:cTn id="11" dur="1" fill="hold">
                                          <p:stCondLst>
                                            <p:cond delay="0"/>
                                          </p:stCondLst>
                                        </p:cTn>
                                        <p:tgtEl>
                                          <p:spTgt spid="2663"/>
                                        </p:tgtEl>
                                        <p:attrNameLst>
                                          <p:attrName>style.visibility</p:attrName>
                                        </p:attrNameLst>
                                      </p:cBhvr>
                                      <p:to>
                                        <p:strVal val="visible"/>
                                      </p:to>
                                    </p:set>
                                    <p:animEffect transition="in" filter="fade">
                                      <p:cBhvr>
                                        <p:cTn id="12" dur="1000"/>
                                        <p:tgtEl>
                                          <p:spTgt spid="2663"/>
                                        </p:tgtEl>
                                      </p:cBhvr>
                                    </p:animEffect>
                                  </p:childTnLst>
                                </p:cTn>
                              </p:par>
                            </p:childTnLst>
                          </p:cTn>
                        </p:par>
                        <p:par>
                          <p:cTn id="13" fill="hold">
                            <p:stCondLst>
                              <p:cond delay="2000"/>
                            </p:stCondLst>
                            <p:childTnLst>
                              <p:par>
                                <p:cTn id="14" presetID="10" presetClass="entr" presetSubtype="0" fill="hold" nodeType="afterEffect">
                                  <p:stCondLst>
                                    <p:cond delay="0"/>
                                  </p:stCondLst>
                                  <p:childTnLst>
                                    <p:set>
                                      <p:cBhvr>
                                        <p:cTn id="15" dur="1" fill="hold">
                                          <p:stCondLst>
                                            <p:cond delay="0"/>
                                          </p:stCondLst>
                                        </p:cTn>
                                        <p:tgtEl>
                                          <p:spTgt spid="2635"/>
                                        </p:tgtEl>
                                        <p:attrNameLst>
                                          <p:attrName>style.visibility</p:attrName>
                                        </p:attrNameLst>
                                      </p:cBhvr>
                                      <p:to>
                                        <p:strVal val="visible"/>
                                      </p:to>
                                    </p:set>
                                    <p:animEffect transition="in" filter="fade">
                                      <p:cBhvr>
                                        <p:cTn id="16" dur="1000"/>
                                        <p:tgtEl>
                                          <p:spTgt spid="2635"/>
                                        </p:tgtEl>
                                      </p:cBhvr>
                                    </p:animEffect>
                                  </p:childTnLst>
                                </p:cTn>
                              </p:par>
                            </p:childTnLst>
                          </p:cTn>
                        </p:par>
                        <p:par>
                          <p:cTn id="17" fill="hold">
                            <p:stCondLst>
                              <p:cond delay="3000"/>
                            </p:stCondLst>
                            <p:childTnLst>
                              <p:par>
                                <p:cTn id="18" presetID="10" presetClass="entr" presetSubtype="0" fill="hold" nodeType="afterEffect">
                                  <p:stCondLst>
                                    <p:cond delay="0"/>
                                  </p:stCondLst>
                                  <p:childTnLst>
                                    <p:set>
                                      <p:cBhvr>
                                        <p:cTn id="19" dur="1" fill="hold">
                                          <p:stCondLst>
                                            <p:cond delay="0"/>
                                          </p:stCondLst>
                                        </p:cTn>
                                        <p:tgtEl>
                                          <p:spTgt spid="2679"/>
                                        </p:tgtEl>
                                        <p:attrNameLst>
                                          <p:attrName>style.visibility</p:attrName>
                                        </p:attrNameLst>
                                      </p:cBhvr>
                                      <p:to>
                                        <p:strVal val="visible"/>
                                      </p:to>
                                    </p:set>
                                    <p:animEffect transition="in" filter="fade">
                                      <p:cBhvr>
                                        <p:cTn id="20" dur="1000"/>
                                        <p:tgtEl>
                                          <p:spTgt spid="26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Shape 2697"/>
        <p:cNvGrpSpPr/>
        <p:nvPr/>
      </p:nvGrpSpPr>
      <p:grpSpPr>
        <a:xfrm>
          <a:off x="0" y="0"/>
          <a:ext cx="0" cy="0"/>
          <a:chOff x="0" y="0"/>
          <a:chExt cx="0" cy="0"/>
        </a:xfrm>
      </p:grpSpPr>
      <p:sp>
        <p:nvSpPr>
          <p:cNvPr id="2698" name="Google Shape;2698;p86"/>
          <p:cNvSpPr txBox="1">
            <a:spLocks noGrp="1"/>
          </p:cNvSpPr>
          <p:nvPr>
            <p:ph type="subTitle" idx="1"/>
          </p:nvPr>
        </p:nvSpPr>
        <p:spPr>
          <a:xfrm>
            <a:off x="1379075" y="3084605"/>
            <a:ext cx="2371800" cy="771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Mercury is the closest planet to the Sun and the smallest one</a:t>
            </a:r>
            <a:endParaRPr/>
          </a:p>
        </p:txBody>
      </p:sp>
      <p:sp>
        <p:nvSpPr>
          <p:cNvPr id="2699" name="Google Shape;2699;p86"/>
          <p:cNvSpPr txBox="1">
            <a:spLocks noGrp="1"/>
          </p:cNvSpPr>
          <p:nvPr>
            <p:ph type="subTitle" idx="2"/>
          </p:nvPr>
        </p:nvSpPr>
        <p:spPr>
          <a:xfrm>
            <a:off x="5391200" y="3084606"/>
            <a:ext cx="2371800" cy="771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Jupiter is a gas giant and the biggest planet in the Solar System</a:t>
            </a:r>
            <a:endParaRPr/>
          </a:p>
        </p:txBody>
      </p:sp>
      <p:grpSp>
        <p:nvGrpSpPr>
          <p:cNvPr id="2700" name="Google Shape;2700;p86"/>
          <p:cNvGrpSpPr/>
          <p:nvPr/>
        </p:nvGrpSpPr>
        <p:grpSpPr>
          <a:xfrm>
            <a:off x="6141416" y="1669183"/>
            <a:ext cx="771920" cy="771920"/>
            <a:chOff x="1190625" y="238125"/>
            <a:chExt cx="5219200" cy="5219200"/>
          </a:xfrm>
        </p:grpSpPr>
        <p:sp>
          <p:nvSpPr>
            <p:cNvPr id="2701" name="Google Shape;2701;p86"/>
            <p:cNvSpPr/>
            <p:nvPr/>
          </p:nvSpPr>
          <p:spPr>
            <a:xfrm>
              <a:off x="3147000" y="2112950"/>
              <a:ext cx="2939075" cy="1632650"/>
            </a:xfrm>
            <a:custGeom>
              <a:avLst/>
              <a:gdLst/>
              <a:ahLst/>
              <a:cxnLst/>
              <a:rect l="l" t="t" r="r" b="b"/>
              <a:pathLst>
                <a:path w="117563" h="65306" extrusionOk="0">
                  <a:moveTo>
                    <a:pt x="32653" y="0"/>
                  </a:moveTo>
                  <a:cubicBezTo>
                    <a:pt x="14614" y="0"/>
                    <a:pt x="0" y="14614"/>
                    <a:pt x="0" y="32653"/>
                  </a:cubicBezTo>
                  <a:cubicBezTo>
                    <a:pt x="0" y="50691"/>
                    <a:pt x="14614" y="65305"/>
                    <a:pt x="32653" y="65305"/>
                  </a:cubicBezTo>
                  <a:lnTo>
                    <a:pt x="117562" y="65305"/>
                  </a:lnTo>
                  <a:lnTo>
                    <a:pt x="11756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86"/>
            <p:cNvSpPr/>
            <p:nvPr/>
          </p:nvSpPr>
          <p:spPr>
            <a:xfrm>
              <a:off x="1269725" y="317225"/>
              <a:ext cx="1714200" cy="5061000"/>
            </a:xfrm>
            <a:custGeom>
              <a:avLst/>
              <a:gdLst/>
              <a:ahLst/>
              <a:cxnLst/>
              <a:rect l="l" t="t" r="r" b="b"/>
              <a:pathLst>
                <a:path w="68568" h="202440" extrusionOk="0">
                  <a:moveTo>
                    <a:pt x="0" y="0"/>
                  </a:moveTo>
                  <a:lnTo>
                    <a:pt x="0" y="202439"/>
                  </a:lnTo>
                  <a:lnTo>
                    <a:pt x="68567" y="202439"/>
                  </a:lnTo>
                  <a:lnTo>
                    <a:pt x="685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86"/>
            <p:cNvSpPr/>
            <p:nvPr/>
          </p:nvSpPr>
          <p:spPr>
            <a:xfrm>
              <a:off x="3147000" y="2194500"/>
              <a:ext cx="408575" cy="1469550"/>
            </a:xfrm>
            <a:custGeom>
              <a:avLst/>
              <a:gdLst/>
              <a:ahLst/>
              <a:cxnLst/>
              <a:rect l="l" t="t" r="r" b="b"/>
              <a:pathLst>
                <a:path w="16343" h="58782" extrusionOk="0">
                  <a:moveTo>
                    <a:pt x="16343" y="0"/>
                  </a:moveTo>
                  <a:lnTo>
                    <a:pt x="9786" y="6524"/>
                  </a:lnTo>
                  <a:lnTo>
                    <a:pt x="0" y="26129"/>
                  </a:lnTo>
                  <a:lnTo>
                    <a:pt x="3262" y="42471"/>
                  </a:lnTo>
                  <a:lnTo>
                    <a:pt x="16343" y="58781"/>
                  </a:lnTo>
                  <a:lnTo>
                    <a:pt x="16343" y="9786"/>
                  </a:lnTo>
                  <a:lnTo>
                    <a:pt x="1634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86"/>
            <p:cNvSpPr/>
            <p:nvPr/>
          </p:nvSpPr>
          <p:spPr>
            <a:xfrm>
              <a:off x="3391650" y="3745575"/>
              <a:ext cx="2939050" cy="1632625"/>
            </a:xfrm>
            <a:custGeom>
              <a:avLst/>
              <a:gdLst/>
              <a:ahLst/>
              <a:cxnLst/>
              <a:rect l="l" t="t" r="r" b="b"/>
              <a:pathLst>
                <a:path w="117562" h="65305" extrusionOk="0">
                  <a:moveTo>
                    <a:pt x="0" y="0"/>
                  </a:moveTo>
                  <a:lnTo>
                    <a:pt x="0" y="65305"/>
                  </a:lnTo>
                  <a:lnTo>
                    <a:pt x="84910" y="65305"/>
                  </a:lnTo>
                  <a:cubicBezTo>
                    <a:pt x="102948" y="65305"/>
                    <a:pt x="117562" y="50691"/>
                    <a:pt x="117562" y="32653"/>
                  </a:cubicBezTo>
                  <a:cubicBezTo>
                    <a:pt x="117562" y="14614"/>
                    <a:pt x="102948" y="0"/>
                    <a:pt x="849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86"/>
            <p:cNvSpPr/>
            <p:nvPr/>
          </p:nvSpPr>
          <p:spPr>
            <a:xfrm>
              <a:off x="5922950" y="3827125"/>
              <a:ext cx="407750" cy="1469550"/>
            </a:xfrm>
            <a:custGeom>
              <a:avLst/>
              <a:gdLst/>
              <a:ahLst/>
              <a:cxnLst/>
              <a:rect l="l" t="t" r="r" b="b"/>
              <a:pathLst>
                <a:path w="16310" h="58782" extrusionOk="0">
                  <a:moveTo>
                    <a:pt x="0" y="0"/>
                  </a:moveTo>
                  <a:lnTo>
                    <a:pt x="0" y="9819"/>
                  </a:lnTo>
                  <a:lnTo>
                    <a:pt x="0" y="58781"/>
                  </a:lnTo>
                  <a:lnTo>
                    <a:pt x="13048" y="42471"/>
                  </a:lnTo>
                  <a:lnTo>
                    <a:pt x="16310" y="26129"/>
                  </a:lnTo>
                  <a:lnTo>
                    <a:pt x="6524" y="6557"/>
                  </a:lnTo>
                  <a:lnTo>
                    <a:pt x="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86"/>
            <p:cNvSpPr/>
            <p:nvPr/>
          </p:nvSpPr>
          <p:spPr>
            <a:xfrm>
              <a:off x="5595925" y="3745575"/>
              <a:ext cx="327050" cy="1632625"/>
            </a:xfrm>
            <a:custGeom>
              <a:avLst/>
              <a:gdLst/>
              <a:ahLst/>
              <a:cxnLst/>
              <a:rect l="l" t="t" r="r" b="b"/>
              <a:pathLst>
                <a:path w="13082" h="65305" extrusionOk="0">
                  <a:moveTo>
                    <a:pt x="1" y="0"/>
                  </a:moveTo>
                  <a:lnTo>
                    <a:pt x="1" y="65305"/>
                  </a:lnTo>
                  <a:lnTo>
                    <a:pt x="13081" y="62043"/>
                  </a:lnTo>
                  <a:lnTo>
                    <a:pt x="13081" y="326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86"/>
            <p:cNvSpPr/>
            <p:nvPr/>
          </p:nvSpPr>
          <p:spPr>
            <a:xfrm>
              <a:off x="1269725" y="317225"/>
              <a:ext cx="1142525" cy="5061000"/>
            </a:xfrm>
            <a:custGeom>
              <a:avLst/>
              <a:gdLst/>
              <a:ahLst/>
              <a:cxnLst/>
              <a:rect l="l" t="t" r="r" b="b"/>
              <a:pathLst>
                <a:path w="45701" h="202440" extrusionOk="0">
                  <a:moveTo>
                    <a:pt x="0" y="0"/>
                  </a:moveTo>
                  <a:lnTo>
                    <a:pt x="0" y="202439"/>
                  </a:lnTo>
                  <a:lnTo>
                    <a:pt x="45701" y="202439"/>
                  </a:lnTo>
                  <a:lnTo>
                    <a:pt x="4570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86"/>
            <p:cNvSpPr/>
            <p:nvPr/>
          </p:nvSpPr>
          <p:spPr>
            <a:xfrm>
              <a:off x="3555550" y="2112950"/>
              <a:ext cx="407775" cy="1632650"/>
            </a:xfrm>
            <a:custGeom>
              <a:avLst/>
              <a:gdLst/>
              <a:ahLst/>
              <a:cxnLst/>
              <a:rect l="l" t="t" r="r" b="b"/>
              <a:pathLst>
                <a:path w="16311" h="65306" extrusionOk="0">
                  <a:moveTo>
                    <a:pt x="16311" y="0"/>
                  </a:moveTo>
                  <a:lnTo>
                    <a:pt x="1" y="3262"/>
                  </a:lnTo>
                  <a:lnTo>
                    <a:pt x="1" y="65305"/>
                  </a:lnTo>
                  <a:lnTo>
                    <a:pt x="16311" y="65305"/>
                  </a:lnTo>
                  <a:lnTo>
                    <a:pt x="1631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86"/>
            <p:cNvSpPr/>
            <p:nvPr/>
          </p:nvSpPr>
          <p:spPr>
            <a:xfrm>
              <a:off x="2167575" y="317225"/>
              <a:ext cx="244675" cy="5061000"/>
            </a:xfrm>
            <a:custGeom>
              <a:avLst/>
              <a:gdLst/>
              <a:ahLst/>
              <a:cxnLst/>
              <a:rect l="l" t="t" r="r" b="b"/>
              <a:pathLst>
                <a:path w="9787" h="202440" extrusionOk="0">
                  <a:moveTo>
                    <a:pt x="1" y="0"/>
                  </a:moveTo>
                  <a:lnTo>
                    <a:pt x="1" y="202439"/>
                  </a:lnTo>
                  <a:lnTo>
                    <a:pt x="9787" y="202439"/>
                  </a:lnTo>
                  <a:lnTo>
                    <a:pt x="978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86"/>
            <p:cNvSpPr/>
            <p:nvPr/>
          </p:nvSpPr>
          <p:spPr>
            <a:xfrm>
              <a:off x="1840575" y="3991025"/>
              <a:ext cx="571675" cy="570875"/>
            </a:xfrm>
            <a:custGeom>
              <a:avLst/>
              <a:gdLst/>
              <a:ahLst/>
              <a:cxnLst/>
              <a:rect l="l" t="t" r="r" b="b"/>
              <a:pathLst>
                <a:path w="22867" h="22835" extrusionOk="0">
                  <a:moveTo>
                    <a:pt x="11450" y="1"/>
                  </a:moveTo>
                  <a:cubicBezTo>
                    <a:pt x="5121" y="1"/>
                    <a:pt x="0" y="5089"/>
                    <a:pt x="0" y="11418"/>
                  </a:cubicBezTo>
                  <a:cubicBezTo>
                    <a:pt x="0" y="17713"/>
                    <a:pt x="5121" y="22835"/>
                    <a:pt x="11450" y="22835"/>
                  </a:cubicBezTo>
                  <a:cubicBezTo>
                    <a:pt x="17745" y="22835"/>
                    <a:pt x="22867" y="17713"/>
                    <a:pt x="22867" y="11418"/>
                  </a:cubicBezTo>
                  <a:cubicBezTo>
                    <a:pt x="22867" y="5089"/>
                    <a:pt x="17745" y="1"/>
                    <a:pt x="114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86"/>
            <p:cNvSpPr/>
            <p:nvPr/>
          </p:nvSpPr>
          <p:spPr>
            <a:xfrm>
              <a:off x="1190625" y="238125"/>
              <a:ext cx="1870750" cy="5219200"/>
            </a:xfrm>
            <a:custGeom>
              <a:avLst/>
              <a:gdLst/>
              <a:ahLst/>
              <a:cxnLst/>
              <a:rect l="l" t="t" r="r" b="b"/>
              <a:pathLst>
                <a:path w="74830" h="208768" extrusionOk="0">
                  <a:moveTo>
                    <a:pt x="68534" y="6296"/>
                  </a:moveTo>
                  <a:lnTo>
                    <a:pt x="68534" y="202471"/>
                  </a:lnTo>
                  <a:lnTo>
                    <a:pt x="6296" y="202471"/>
                  </a:lnTo>
                  <a:lnTo>
                    <a:pt x="6296" y="6296"/>
                  </a:lnTo>
                  <a:close/>
                  <a:moveTo>
                    <a:pt x="0" y="0"/>
                  </a:moveTo>
                  <a:lnTo>
                    <a:pt x="0" y="208767"/>
                  </a:lnTo>
                  <a:lnTo>
                    <a:pt x="74830" y="208767"/>
                  </a:lnTo>
                  <a:lnTo>
                    <a:pt x="7483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86"/>
            <p:cNvSpPr/>
            <p:nvPr/>
          </p:nvSpPr>
          <p:spPr>
            <a:xfrm>
              <a:off x="1595100" y="646675"/>
              <a:ext cx="1061800" cy="157425"/>
            </a:xfrm>
            <a:custGeom>
              <a:avLst/>
              <a:gdLst/>
              <a:ahLst/>
              <a:cxnLst/>
              <a:rect l="l" t="t" r="r" b="b"/>
              <a:pathLst>
                <a:path w="42472" h="6297" extrusionOk="0">
                  <a:moveTo>
                    <a:pt x="0" y="1"/>
                  </a:moveTo>
                  <a:lnTo>
                    <a:pt x="0" y="6296"/>
                  </a:lnTo>
                  <a:lnTo>
                    <a:pt x="42472" y="6296"/>
                  </a:lnTo>
                  <a:lnTo>
                    <a:pt x="4247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86"/>
            <p:cNvSpPr/>
            <p:nvPr/>
          </p:nvSpPr>
          <p:spPr>
            <a:xfrm>
              <a:off x="1595100" y="4891325"/>
              <a:ext cx="1061800" cy="157425"/>
            </a:xfrm>
            <a:custGeom>
              <a:avLst/>
              <a:gdLst/>
              <a:ahLst/>
              <a:cxnLst/>
              <a:rect l="l" t="t" r="r" b="b"/>
              <a:pathLst>
                <a:path w="42472" h="6297" extrusionOk="0">
                  <a:moveTo>
                    <a:pt x="0" y="1"/>
                  </a:moveTo>
                  <a:lnTo>
                    <a:pt x="0" y="6297"/>
                  </a:lnTo>
                  <a:lnTo>
                    <a:pt x="42472" y="6297"/>
                  </a:lnTo>
                  <a:lnTo>
                    <a:pt x="4247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86"/>
            <p:cNvSpPr/>
            <p:nvPr/>
          </p:nvSpPr>
          <p:spPr>
            <a:xfrm>
              <a:off x="1595100" y="972875"/>
              <a:ext cx="1061800" cy="157425"/>
            </a:xfrm>
            <a:custGeom>
              <a:avLst/>
              <a:gdLst/>
              <a:ahLst/>
              <a:cxnLst/>
              <a:rect l="l" t="t" r="r" b="b"/>
              <a:pathLst>
                <a:path w="42472" h="6297" extrusionOk="0">
                  <a:moveTo>
                    <a:pt x="0" y="0"/>
                  </a:moveTo>
                  <a:lnTo>
                    <a:pt x="0" y="6296"/>
                  </a:lnTo>
                  <a:lnTo>
                    <a:pt x="42472" y="6296"/>
                  </a:lnTo>
                  <a:lnTo>
                    <a:pt x="4247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86"/>
            <p:cNvSpPr/>
            <p:nvPr/>
          </p:nvSpPr>
          <p:spPr>
            <a:xfrm>
              <a:off x="1922125" y="1299075"/>
              <a:ext cx="407750" cy="158225"/>
            </a:xfrm>
            <a:custGeom>
              <a:avLst/>
              <a:gdLst/>
              <a:ahLst/>
              <a:cxnLst/>
              <a:rect l="l" t="t" r="r" b="b"/>
              <a:pathLst>
                <a:path w="16310" h="6329" extrusionOk="0">
                  <a:moveTo>
                    <a:pt x="0" y="0"/>
                  </a:moveTo>
                  <a:lnTo>
                    <a:pt x="0" y="6329"/>
                  </a:lnTo>
                  <a:lnTo>
                    <a:pt x="16310" y="6329"/>
                  </a:lnTo>
                  <a:lnTo>
                    <a:pt x="1631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86"/>
            <p:cNvSpPr/>
            <p:nvPr/>
          </p:nvSpPr>
          <p:spPr>
            <a:xfrm>
              <a:off x="1762275" y="3911925"/>
              <a:ext cx="729075" cy="729075"/>
            </a:xfrm>
            <a:custGeom>
              <a:avLst/>
              <a:gdLst/>
              <a:ahLst/>
              <a:cxnLst/>
              <a:rect l="l" t="t" r="r" b="b"/>
              <a:pathLst>
                <a:path w="29163" h="29163" extrusionOk="0">
                  <a:moveTo>
                    <a:pt x="14582" y="6296"/>
                  </a:moveTo>
                  <a:cubicBezTo>
                    <a:pt x="19148" y="6296"/>
                    <a:pt x="22867" y="10015"/>
                    <a:pt x="22867" y="14582"/>
                  </a:cubicBezTo>
                  <a:cubicBezTo>
                    <a:pt x="22867" y="19148"/>
                    <a:pt x="19148" y="22867"/>
                    <a:pt x="14582" y="22867"/>
                  </a:cubicBezTo>
                  <a:cubicBezTo>
                    <a:pt x="10015" y="22867"/>
                    <a:pt x="6296" y="19148"/>
                    <a:pt x="6296" y="14582"/>
                  </a:cubicBezTo>
                  <a:cubicBezTo>
                    <a:pt x="6296" y="10015"/>
                    <a:pt x="10015" y="6296"/>
                    <a:pt x="14582" y="6296"/>
                  </a:cubicBezTo>
                  <a:close/>
                  <a:moveTo>
                    <a:pt x="14582" y="0"/>
                  </a:moveTo>
                  <a:cubicBezTo>
                    <a:pt x="6525" y="0"/>
                    <a:pt x="1" y="6524"/>
                    <a:pt x="1" y="14582"/>
                  </a:cubicBezTo>
                  <a:cubicBezTo>
                    <a:pt x="1" y="22606"/>
                    <a:pt x="6525" y="29163"/>
                    <a:pt x="14582" y="29163"/>
                  </a:cubicBezTo>
                  <a:cubicBezTo>
                    <a:pt x="22606" y="29163"/>
                    <a:pt x="29163" y="22606"/>
                    <a:pt x="29163" y="14582"/>
                  </a:cubicBezTo>
                  <a:cubicBezTo>
                    <a:pt x="29163" y="6524"/>
                    <a:pt x="22606" y="0"/>
                    <a:pt x="145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86"/>
            <p:cNvSpPr/>
            <p:nvPr/>
          </p:nvSpPr>
          <p:spPr>
            <a:xfrm>
              <a:off x="3147000" y="3667275"/>
              <a:ext cx="3262825" cy="1790050"/>
            </a:xfrm>
            <a:custGeom>
              <a:avLst/>
              <a:gdLst/>
              <a:ahLst/>
              <a:cxnLst/>
              <a:rect l="l" t="t" r="r" b="b"/>
              <a:pathLst>
                <a:path w="130513" h="71602" extrusionOk="0">
                  <a:moveTo>
                    <a:pt x="0" y="1"/>
                  </a:moveTo>
                  <a:lnTo>
                    <a:pt x="0" y="6296"/>
                  </a:lnTo>
                  <a:lnTo>
                    <a:pt x="94696" y="6296"/>
                  </a:lnTo>
                  <a:cubicBezTo>
                    <a:pt x="110973" y="6296"/>
                    <a:pt x="124216" y="19540"/>
                    <a:pt x="124216" y="35785"/>
                  </a:cubicBezTo>
                  <a:cubicBezTo>
                    <a:pt x="124216" y="52062"/>
                    <a:pt x="110973" y="65305"/>
                    <a:pt x="94696" y="65305"/>
                  </a:cubicBezTo>
                  <a:lnTo>
                    <a:pt x="0" y="65305"/>
                  </a:lnTo>
                  <a:lnTo>
                    <a:pt x="0" y="71601"/>
                  </a:lnTo>
                  <a:lnTo>
                    <a:pt x="94696" y="71601"/>
                  </a:lnTo>
                  <a:cubicBezTo>
                    <a:pt x="114463" y="71601"/>
                    <a:pt x="130512" y="55552"/>
                    <a:pt x="130512" y="35785"/>
                  </a:cubicBezTo>
                  <a:cubicBezTo>
                    <a:pt x="130512" y="16050"/>
                    <a:pt x="114463" y="1"/>
                    <a:pt x="946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86"/>
            <p:cNvSpPr/>
            <p:nvPr/>
          </p:nvSpPr>
          <p:spPr>
            <a:xfrm>
              <a:off x="5843825" y="4154125"/>
              <a:ext cx="157425" cy="816350"/>
            </a:xfrm>
            <a:custGeom>
              <a:avLst/>
              <a:gdLst/>
              <a:ahLst/>
              <a:cxnLst/>
              <a:rect l="l" t="t" r="r" b="b"/>
              <a:pathLst>
                <a:path w="6297" h="32654" extrusionOk="0">
                  <a:moveTo>
                    <a:pt x="1" y="1"/>
                  </a:moveTo>
                  <a:lnTo>
                    <a:pt x="1" y="32653"/>
                  </a:lnTo>
                  <a:lnTo>
                    <a:pt x="6297" y="32653"/>
                  </a:lnTo>
                  <a:lnTo>
                    <a:pt x="62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86"/>
            <p:cNvSpPr/>
            <p:nvPr/>
          </p:nvSpPr>
          <p:spPr>
            <a:xfrm>
              <a:off x="3391650" y="3993475"/>
              <a:ext cx="2286675" cy="157425"/>
            </a:xfrm>
            <a:custGeom>
              <a:avLst/>
              <a:gdLst/>
              <a:ahLst/>
              <a:cxnLst/>
              <a:rect l="l" t="t" r="r" b="b"/>
              <a:pathLst>
                <a:path w="91467" h="6297" extrusionOk="0">
                  <a:moveTo>
                    <a:pt x="0" y="0"/>
                  </a:moveTo>
                  <a:lnTo>
                    <a:pt x="0" y="6296"/>
                  </a:lnTo>
                  <a:lnTo>
                    <a:pt x="91466" y="6296"/>
                  </a:lnTo>
                  <a:lnTo>
                    <a:pt x="9146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86"/>
            <p:cNvSpPr/>
            <p:nvPr/>
          </p:nvSpPr>
          <p:spPr>
            <a:xfrm>
              <a:off x="3391650" y="4320500"/>
              <a:ext cx="2286675" cy="157400"/>
            </a:xfrm>
            <a:custGeom>
              <a:avLst/>
              <a:gdLst/>
              <a:ahLst/>
              <a:cxnLst/>
              <a:rect l="l" t="t" r="r" b="b"/>
              <a:pathLst>
                <a:path w="91467" h="6296" extrusionOk="0">
                  <a:moveTo>
                    <a:pt x="0" y="0"/>
                  </a:moveTo>
                  <a:lnTo>
                    <a:pt x="0" y="6296"/>
                  </a:lnTo>
                  <a:lnTo>
                    <a:pt x="91466" y="6296"/>
                  </a:lnTo>
                  <a:lnTo>
                    <a:pt x="9146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86"/>
            <p:cNvSpPr/>
            <p:nvPr/>
          </p:nvSpPr>
          <p:spPr>
            <a:xfrm>
              <a:off x="3391650" y="4646675"/>
              <a:ext cx="2286675" cy="157425"/>
            </a:xfrm>
            <a:custGeom>
              <a:avLst/>
              <a:gdLst/>
              <a:ahLst/>
              <a:cxnLst/>
              <a:rect l="l" t="t" r="r" b="b"/>
              <a:pathLst>
                <a:path w="91467" h="6297" extrusionOk="0">
                  <a:moveTo>
                    <a:pt x="0" y="1"/>
                  </a:moveTo>
                  <a:lnTo>
                    <a:pt x="0" y="6297"/>
                  </a:lnTo>
                  <a:lnTo>
                    <a:pt x="91466" y="6297"/>
                  </a:lnTo>
                  <a:lnTo>
                    <a:pt x="914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86"/>
            <p:cNvSpPr/>
            <p:nvPr/>
          </p:nvSpPr>
          <p:spPr>
            <a:xfrm>
              <a:off x="3391650" y="4972875"/>
              <a:ext cx="2286675" cy="158250"/>
            </a:xfrm>
            <a:custGeom>
              <a:avLst/>
              <a:gdLst/>
              <a:ahLst/>
              <a:cxnLst/>
              <a:rect l="l" t="t" r="r" b="b"/>
              <a:pathLst>
                <a:path w="91467" h="6330" extrusionOk="0">
                  <a:moveTo>
                    <a:pt x="0" y="1"/>
                  </a:moveTo>
                  <a:lnTo>
                    <a:pt x="0" y="6329"/>
                  </a:lnTo>
                  <a:lnTo>
                    <a:pt x="91466" y="6329"/>
                  </a:lnTo>
                  <a:lnTo>
                    <a:pt x="914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86"/>
            <p:cNvSpPr/>
            <p:nvPr/>
          </p:nvSpPr>
          <p:spPr>
            <a:xfrm>
              <a:off x="3068700" y="2033825"/>
              <a:ext cx="3262000" cy="1790875"/>
            </a:xfrm>
            <a:custGeom>
              <a:avLst/>
              <a:gdLst/>
              <a:ahLst/>
              <a:cxnLst/>
              <a:rect l="l" t="t" r="r" b="b"/>
              <a:pathLst>
                <a:path w="130480" h="71635" extrusionOk="0">
                  <a:moveTo>
                    <a:pt x="35785" y="1"/>
                  </a:moveTo>
                  <a:cubicBezTo>
                    <a:pt x="16050" y="1"/>
                    <a:pt x="1" y="16083"/>
                    <a:pt x="1" y="35818"/>
                  </a:cubicBezTo>
                  <a:cubicBezTo>
                    <a:pt x="1" y="55553"/>
                    <a:pt x="16050" y="71634"/>
                    <a:pt x="35785" y="71634"/>
                  </a:cubicBezTo>
                  <a:lnTo>
                    <a:pt x="130480" y="71634"/>
                  </a:lnTo>
                  <a:lnTo>
                    <a:pt x="130480" y="65339"/>
                  </a:lnTo>
                  <a:lnTo>
                    <a:pt x="35785" y="65339"/>
                  </a:lnTo>
                  <a:cubicBezTo>
                    <a:pt x="19507" y="65339"/>
                    <a:pt x="6296" y="52095"/>
                    <a:pt x="6296" y="35818"/>
                  </a:cubicBezTo>
                  <a:cubicBezTo>
                    <a:pt x="6296" y="19540"/>
                    <a:pt x="19507" y="6329"/>
                    <a:pt x="35785" y="6329"/>
                  </a:cubicBezTo>
                  <a:lnTo>
                    <a:pt x="130480" y="6329"/>
                  </a:lnTo>
                  <a:lnTo>
                    <a:pt x="13048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86"/>
            <p:cNvSpPr/>
            <p:nvPr/>
          </p:nvSpPr>
          <p:spPr>
            <a:xfrm>
              <a:off x="3476450" y="2521500"/>
              <a:ext cx="157425" cy="816350"/>
            </a:xfrm>
            <a:custGeom>
              <a:avLst/>
              <a:gdLst/>
              <a:ahLst/>
              <a:cxnLst/>
              <a:rect l="l" t="t" r="r" b="b"/>
              <a:pathLst>
                <a:path w="6297" h="32654" extrusionOk="0">
                  <a:moveTo>
                    <a:pt x="0" y="1"/>
                  </a:moveTo>
                  <a:lnTo>
                    <a:pt x="0" y="32653"/>
                  </a:lnTo>
                  <a:lnTo>
                    <a:pt x="6296" y="32653"/>
                  </a:lnTo>
                  <a:lnTo>
                    <a:pt x="629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86"/>
            <p:cNvSpPr/>
            <p:nvPr/>
          </p:nvSpPr>
          <p:spPr>
            <a:xfrm>
              <a:off x="3800200" y="2360850"/>
              <a:ext cx="2285875" cy="157425"/>
            </a:xfrm>
            <a:custGeom>
              <a:avLst/>
              <a:gdLst/>
              <a:ahLst/>
              <a:cxnLst/>
              <a:rect l="l" t="t" r="r" b="b"/>
              <a:pathLst>
                <a:path w="91435" h="6297" extrusionOk="0">
                  <a:moveTo>
                    <a:pt x="1" y="1"/>
                  </a:moveTo>
                  <a:lnTo>
                    <a:pt x="1" y="6296"/>
                  </a:lnTo>
                  <a:lnTo>
                    <a:pt x="91434" y="6296"/>
                  </a:lnTo>
                  <a:lnTo>
                    <a:pt x="9143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86"/>
            <p:cNvSpPr/>
            <p:nvPr/>
          </p:nvSpPr>
          <p:spPr>
            <a:xfrm>
              <a:off x="3800200" y="2687050"/>
              <a:ext cx="2285875" cy="158225"/>
            </a:xfrm>
            <a:custGeom>
              <a:avLst/>
              <a:gdLst/>
              <a:ahLst/>
              <a:cxnLst/>
              <a:rect l="l" t="t" r="r" b="b"/>
              <a:pathLst>
                <a:path w="91435" h="6329" extrusionOk="0">
                  <a:moveTo>
                    <a:pt x="1" y="0"/>
                  </a:moveTo>
                  <a:lnTo>
                    <a:pt x="1" y="6329"/>
                  </a:lnTo>
                  <a:lnTo>
                    <a:pt x="91434" y="6329"/>
                  </a:lnTo>
                  <a:lnTo>
                    <a:pt x="9143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86"/>
            <p:cNvSpPr/>
            <p:nvPr/>
          </p:nvSpPr>
          <p:spPr>
            <a:xfrm>
              <a:off x="3800200" y="3014075"/>
              <a:ext cx="2285875" cy="157400"/>
            </a:xfrm>
            <a:custGeom>
              <a:avLst/>
              <a:gdLst/>
              <a:ahLst/>
              <a:cxnLst/>
              <a:rect l="l" t="t" r="r" b="b"/>
              <a:pathLst>
                <a:path w="91435" h="6296" extrusionOk="0">
                  <a:moveTo>
                    <a:pt x="1" y="0"/>
                  </a:moveTo>
                  <a:lnTo>
                    <a:pt x="1" y="6296"/>
                  </a:lnTo>
                  <a:lnTo>
                    <a:pt x="91434" y="6296"/>
                  </a:lnTo>
                  <a:lnTo>
                    <a:pt x="9143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86"/>
            <p:cNvSpPr/>
            <p:nvPr/>
          </p:nvSpPr>
          <p:spPr>
            <a:xfrm>
              <a:off x="3800200" y="3340250"/>
              <a:ext cx="2285875" cy="157425"/>
            </a:xfrm>
            <a:custGeom>
              <a:avLst/>
              <a:gdLst/>
              <a:ahLst/>
              <a:cxnLst/>
              <a:rect l="l" t="t" r="r" b="b"/>
              <a:pathLst>
                <a:path w="91435" h="6297" extrusionOk="0">
                  <a:moveTo>
                    <a:pt x="1" y="1"/>
                  </a:moveTo>
                  <a:lnTo>
                    <a:pt x="1" y="6297"/>
                  </a:lnTo>
                  <a:lnTo>
                    <a:pt x="91434" y="6297"/>
                  </a:lnTo>
                  <a:lnTo>
                    <a:pt x="9143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9" name="Google Shape;2729;p86"/>
          <p:cNvGrpSpPr/>
          <p:nvPr/>
        </p:nvGrpSpPr>
        <p:grpSpPr>
          <a:xfrm>
            <a:off x="2138856" y="1586720"/>
            <a:ext cx="852251" cy="854383"/>
            <a:chOff x="1197125" y="238125"/>
            <a:chExt cx="5206175" cy="5219200"/>
          </a:xfrm>
        </p:grpSpPr>
        <p:sp>
          <p:nvSpPr>
            <p:cNvPr id="2730" name="Google Shape;2730;p86"/>
            <p:cNvSpPr/>
            <p:nvPr/>
          </p:nvSpPr>
          <p:spPr>
            <a:xfrm>
              <a:off x="2986325" y="4238125"/>
              <a:ext cx="488525" cy="243850"/>
            </a:xfrm>
            <a:custGeom>
              <a:avLst/>
              <a:gdLst/>
              <a:ahLst/>
              <a:cxnLst/>
              <a:rect l="l" t="t" r="r" b="b"/>
              <a:pathLst>
                <a:path w="19541" h="9754" extrusionOk="0">
                  <a:moveTo>
                    <a:pt x="1" y="0"/>
                  </a:moveTo>
                  <a:lnTo>
                    <a:pt x="1" y="9754"/>
                  </a:lnTo>
                  <a:lnTo>
                    <a:pt x="19540" y="9754"/>
                  </a:lnTo>
                  <a:lnTo>
                    <a:pt x="19540" y="0"/>
                  </a:lnTo>
                  <a:close/>
                </a:path>
              </a:pathLst>
            </a:custGeom>
            <a:solidFill>
              <a:srgbClr val="FFB0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86"/>
            <p:cNvSpPr/>
            <p:nvPr/>
          </p:nvSpPr>
          <p:spPr>
            <a:xfrm>
              <a:off x="1277875" y="983475"/>
              <a:ext cx="5044675" cy="2522350"/>
            </a:xfrm>
            <a:custGeom>
              <a:avLst/>
              <a:gdLst/>
              <a:ahLst/>
              <a:cxnLst/>
              <a:rect l="l" t="t" r="r" b="b"/>
              <a:pathLst>
                <a:path w="201787" h="100894" extrusionOk="0">
                  <a:moveTo>
                    <a:pt x="0" y="1"/>
                  </a:moveTo>
                  <a:lnTo>
                    <a:pt x="0" y="100894"/>
                  </a:lnTo>
                  <a:lnTo>
                    <a:pt x="201787" y="100894"/>
                  </a:lnTo>
                  <a:lnTo>
                    <a:pt x="20178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86"/>
            <p:cNvSpPr/>
            <p:nvPr/>
          </p:nvSpPr>
          <p:spPr>
            <a:xfrm>
              <a:off x="2498675" y="3342700"/>
              <a:ext cx="2603900" cy="325425"/>
            </a:xfrm>
            <a:custGeom>
              <a:avLst/>
              <a:gdLst/>
              <a:ahLst/>
              <a:cxnLst/>
              <a:rect l="l" t="t" r="r" b="b"/>
              <a:pathLst>
                <a:path w="104156" h="13017" extrusionOk="0">
                  <a:moveTo>
                    <a:pt x="0" y="1"/>
                  </a:moveTo>
                  <a:lnTo>
                    <a:pt x="0" y="13016"/>
                  </a:lnTo>
                  <a:lnTo>
                    <a:pt x="104155" y="13016"/>
                  </a:lnTo>
                  <a:lnTo>
                    <a:pt x="1041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86"/>
            <p:cNvSpPr/>
            <p:nvPr/>
          </p:nvSpPr>
          <p:spPr>
            <a:xfrm>
              <a:off x="2824050" y="1716600"/>
              <a:ext cx="1952325" cy="1172725"/>
            </a:xfrm>
            <a:custGeom>
              <a:avLst/>
              <a:gdLst/>
              <a:ahLst/>
              <a:cxnLst/>
              <a:rect l="l" t="t" r="r" b="b"/>
              <a:pathLst>
                <a:path w="78093" h="46909" extrusionOk="0">
                  <a:moveTo>
                    <a:pt x="1" y="1"/>
                  </a:moveTo>
                  <a:lnTo>
                    <a:pt x="1" y="6427"/>
                  </a:lnTo>
                  <a:lnTo>
                    <a:pt x="7373" y="6427"/>
                  </a:lnTo>
                  <a:lnTo>
                    <a:pt x="19507" y="46908"/>
                  </a:lnTo>
                  <a:lnTo>
                    <a:pt x="31674" y="6427"/>
                  </a:lnTo>
                  <a:lnTo>
                    <a:pt x="78093" y="6427"/>
                  </a:lnTo>
                  <a:lnTo>
                    <a:pt x="78093" y="1"/>
                  </a:lnTo>
                  <a:lnTo>
                    <a:pt x="26912" y="1"/>
                  </a:lnTo>
                  <a:lnTo>
                    <a:pt x="19507" y="24596"/>
                  </a:lnTo>
                  <a:lnTo>
                    <a:pt x="1213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86"/>
            <p:cNvSpPr/>
            <p:nvPr/>
          </p:nvSpPr>
          <p:spPr>
            <a:xfrm>
              <a:off x="3795300" y="2091725"/>
              <a:ext cx="631225" cy="631225"/>
            </a:xfrm>
            <a:custGeom>
              <a:avLst/>
              <a:gdLst/>
              <a:ahLst/>
              <a:cxnLst/>
              <a:rect l="l" t="t" r="r" b="b"/>
              <a:pathLst>
                <a:path w="25249" h="25249" extrusionOk="0">
                  <a:moveTo>
                    <a:pt x="4535" y="1"/>
                  </a:moveTo>
                  <a:lnTo>
                    <a:pt x="1" y="4535"/>
                  </a:lnTo>
                  <a:lnTo>
                    <a:pt x="8091" y="12625"/>
                  </a:lnTo>
                  <a:lnTo>
                    <a:pt x="1" y="20715"/>
                  </a:lnTo>
                  <a:lnTo>
                    <a:pt x="4535" y="25249"/>
                  </a:lnTo>
                  <a:lnTo>
                    <a:pt x="12625" y="17159"/>
                  </a:lnTo>
                  <a:lnTo>
                    <a:pt x="20714" y="25249"/>
                  </a:lnTo>
                  <a:lnTo>
                    <a:pt x="25249" y="20715"/>
                  </a:lnTo>
                  <a:lnTo>
                    <a:pt x="17159" y="12625"/>
                  </a:lnTo>
                  <a:lnTo>
                    <a:pt x="25249" y="4535"/>
                  </a:lnTo>
                  <a:lnTo>
                    <a:pt x="20714" y="1"/>
                  </a:lnTo>
                  <a:lnTo>
                    <a:pt x="12625" y="8091"/>
                  </a:lnTo>
                  <a:lnTo>
                    <a:pt x="453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86"/>
            <p:cNvSpPr/>
            <p:nvPr/>
          </p:nvSpPr>
          <p:spPr>
            <a:xfrm>
              <a:off x="2294800" y="3262800"/>
              <a:ext cx="3010825" cy="2194525"/>
            </a:xfrm>
            <a:custGeom>
              <a:avLst/>
              <a:gdLst/>
              <a:ahLst/>
              <a:cxnLst/>
              <a:rect l="l" t="t" r="r" b="b"/>
              <a:pathLst>
                <a:path w="120433" h="87781" extrusionOk="0">
                  <a:moveTo>
                    <a:pt x="109081" y="6394"/>
                  </a:moveTo>
                  <a:lnTo>
                    <a:pt x="109081" y="13015"/>
                  </a:lnTo>
                  <a:lnTo>
                    <a:pt x="11352" y="13015"/>
                  </a:lnTo>
                  <a:lnTo>
                    <a:pt x="11352" y="6394"/>
                  </a:lnTo>
                  <a:close/>
                  <a:moveTo>
                    <a:pt x="97077" y="19442"/>
                  </a:moveTo>
                  <a:lnTo>
                    <a:pt x="101220" y="45570"/>
                  </a:lnTo>
                  <a:lnTo>
                    <a:pt x="19213" y="45570"/>
                  </a:lnTo>
                  <a:lnTo>
                    <a:pt x="23356" y="19442"/>
                  </a:lnTo>
                  <a:close/>
                  <a:moveTo>
                    <a:pt x="4926" y="0"/>
                  </a:moveTo>
                  <a:lnTo>
                    <a:pt x="4926" y="19442"/>
                  </a:lnTo>
                  <a:lnTo>
                    <a:pt x="16865" y="19442"/>
                  </a:lnTo>
                  <a:lnTo>
                    <a:pt x="7014" y="81354"/>
                  </a:lnTo>
                  <a:lnTo>
                    <a:pt x="0" y="81354"/>
                  </a:lnTo>
                  <a:lnTo>
                    <a:pt x="0" y="87780"/>
                  </a:lnTo>
                  <a:lnTo>
                    <a:pt x="19540" y="87780"/>
                  </a:lnTo>
                  <a:lnTo>
                    <a:pt x="19540" y="81354"/>
                  </a:lnTo>
                  <a:lnTo>
                    <a:pt x="13538" y="81354"/>
                  </a:lnTo>
                  <a:lnTo>
                    <a:pt x="18202" y="51964"/>
                  </a:lnTo>
                  <a:lnTo>
                    <a:pt x="102231" y="51964"/>
                  </a:lnTo>
                  <a:lnTo>
                    <a:pt x="106896" y="81354"/>
                  </a:lnTo>
                  <a:lnTo>
                    <a:pt x="100894" y="81354"/>
                  </a:lnTo>
                  <a:lnTo>
                    <a:pt x="100894" y="87780"/>
                  </a:lnTo>
                  <a:lnTo>
                    <a:pt x="120433" y="87780"/>
                  </a:lnTo>
                  <a:lnTo>
                    <a:pt x="120433" y="81354"/>
                  </a:lnTo>
                  <a:lnTo>
                    <a:pt x="113420" y="81354"/>
                  </a:lnTo>
                  <a:lnTo>
                    <a:pt x="103568" y="19442"/>
                  </a:lnTo>
                  <a:lnTo>
                    <a:pt x="115507" y="19442"/>
                  </a:lnTo>
                  <a:lnTo>
                    <a:pt x="1155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86"/>
            <p:cNvSpPr/>
            <p:nvPr/>
          </p:nvSpPr>
          <p:spPr>
            <a:xfrm>
              <a:off x="2986325" y="4157400"/>
              <a:ext cx="488525" cy="160675"/>
            </a:xfrm>
            <a:custGeom>
              <a:avLst/>
              <a:gdLst/>
              <a:ahLst/>
              <a:cxnLst/>
              <a:rect l="l" t="t" r="r" b="b"/>
              <a:pathLst>
                <a:path w="19541" h="6427" extrusionOk="0">
                  <a:moveTo>
                    <a:pt x="1" y="0"/>
                  </a:moveTo>
                  <a:lnTo>
                    <a:pt x="1" y="6426"/>
                  </a:lnTo>
                  <a:lnTo>
                    <a:pt x="19540" y="6426"/>
                  </a:lnTo>
                  <a:lnTo>
                    <a:pt x="1954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86"/>
            <p:cNvSpPr/>
            <p:nvPr/>
          </p:nvSpPr>
          <p:spPr>
            <a:xfrm>
              <a:off x="3150250" y="3993475"/>
              <a:ext cx="160675" cy="244675"/>
            </a:xfrm>
            <a:custGeom>
              <a:avLst/>
              <a:gdLst/>
              <a:ahLst/>
              <a:cxnLst/>
              <a:rect l="l" t="t" r="r" b="b"/>
              <a:pathLst>
                <a:path w="6427" h="9787" extrusionOk="0">
                  <a:moveTo>
                    <a:pt x="1" y="0"/>
                  </a:moveTo>
                  <a:lnTo>
                    <a:pt x="1" y="9786"/>
                  </a:lnTo>
                  <a:lnTo>
                    <a:pt x="6427" y="9786"/>
                  </a:lnTo>
                  <a:lnTo>
                    <a:pt x="642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86"/>
            <p:cNvSpPr/>
            <p:nvPr/>
          </p:nvSpPr>
          <p:spPr>
            <a:xfrm>
              <a:off x="3881750" y="4157400"/>
              <a:ext cx="406950" cy="160675"/>
            </a:xfrm>
            <a:custGeom>
              <a:avLst/>
              <a:gdLst/>
              <a:ahLst/>
              <a:cxnLst/>
              <a:rect l="l" t="t" r="r" b="b"/>
              <a:pathLst>
                <a:path w="16278" h="6427" extrusionOk="0">
                  <a:moveTo>
                    <a:pt x="1" y="0"/>
                  </a:moveTo>
                  <a:lnTo>
                    <a:pt x="1" y="6426"/>
                  </a:lnTo>
                  <a:lnTo>
                    <a:pt x="16278" y="6426"/>
                  </a:lnTo>
                  <a:lnTo>
                    <a:pt x="1627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86"/>
            <p:cNvSpPr/>
            <p:nvPr/>
          </p:nvSpPr>
          <p:spPr>
            <a:xfrm>
              <a:off x="1197125" y="238125"/>
              <a:ext cx="5206175" cy="3347625"/>
            </a:xfrm>
            <a:custGeom>
              <a:avLst/>
              <a:gdLst/>
              <a:ahLst/>
              <a:cxnLst/>
              <a:rect l="l" t="t" r="r" b="b"/>
              <a:pathLst>
                <a:path w="208247" h="133905" extrusionOk="0">
                  <a:moveTo>
                    <a:pt x="121347" y="16734"/>
                  </a:moveTo>
                  <a:lnTo>
                    <a:pt x="122913" y="26585"/>
                  </a:lnTo>
                  <a:lnTo>
                    <a:pt x="85335" y="26585"/>
                  </a:lnTo>
                  <a:lnTo>
                    <a:pt x="86900" y="16734"/>
                  </a:lnTo>
                  <a:close/>
                  <a:moveTo>
                    <a:pt x="83051" y="0"/>
                  </a:moveTo>
                  <a:lnTo>
                    <a:pt x="78843" y="26585"/>
                  </a:lnTo>
                  <a:lnTo>
                    <a:pt x="1" y="26585"/>
                  </a:lnTo>
                  <a:lnTo>
                    <a:pt x="1" y="133905"/>
                  </a:lnTo>
                  <a:lnTo>
                    <a:pt x="45538" y="133905"/>
                  </a:lnTo>
                  <a:lnTo>
                    <a:pt x="45538" y="127478"/>
                  </a:lnTo>
                  <a:lnTo>
                    <a:pt x="6427" y="127478"/>
                  </a:lnTo>
                  <a:lnTo>
                    <a:pt x="6427" y="33011"/>
                  </a:lnTo>
                  <a:lnTo>
                    <a:pt x="201820" y="33011"/>
                  </a:lnTo>
                  <a:lnTo>
                    <a:pt x="201820" y="127478"/>
                  </a:lnTo>
                  <a:lnTo>
                    <a:pt x="162709" y="127478"/>
                  </a:lnTo>
                  <a:lnTo>
                    <a:pt x="162709" y="133905"/>
                  </a:lnTo>
                  <a:lnTo>
                    <a:pt x="208246" y="133905"/>
                  </a:lnTo>
                  <a:lnTo>
                    <a:pt x="208246" y="26585"/>
                  </a:lnTo>
                  <a:lnTo>
                    <a:pt x="129404" y="26585"/>
                  </a:lnTo>
                  <a:lnTo>
                    <a:pt x="125196" y="0"/>
                  </a:lnTo>
                  <a:lnTo>
                    <a:pt x="118868" y="1011"/>
                  </a:lnTo>
                  <a:lnTo>
                    <a:pt x="120336" y="10308"/>
                  </a:lnTo>
                  <a:lnTo>
                    <a:pt x="87911" y="10308"/>
                  </a:lnTo>
                  <a:lnTo>
                    <a:pt x="89379" y="1011"/>
                  </a:lnTo>
                  <a:lnTo>
                    <a:pt x="8305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40" name="Google Shape;2740;p86"/>
          <p:cNvSpPr txBox="1">
            <a:spLocks noGrp="1"/>
          </p:cNvSpPr>
          <p:nvPr>
            <p:ph type="title"/>
          </p:nvPr>
        </p:nvSpPr>
        <p:spPr>
          <a:xfrm>
            <a:off x="1276350" y="2638425"/>
            <a:ext cx="2581200" cy="420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PROBLEM</a:t>
            </a:r>
            <a:endParaRPr/>
          </a:p>
        </p:txBody>
      </p:sp>
      <p:sp>
        <p:nvSpPr>
          <p:cNvPr id="2741" name="Google Shape;2741;p86"/>
          <p:cNvSpPr txBox="1">
            <a:spLocks noGrp="1"/>
          </p:cNvSpPr>
          <p:nvPr>
            <p:ph type="title" idx="3"/>
          </p:nvPr>
        </p:nvSpPr>
        <p:spPr>
          <a:xfrm>
            <a:off x="5286375" y="2638425"/>
            <a:ext cx="2581200" cy="420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SOLUTION</a:t>
            </a:r>
            <a:endParaRPr/>
          </a:p>
        </p:txBody>
      </p:sp>
      <p:sp>
        <p:nvSpPr>
          <p:cNvPr id="2742" name="Google Shape;2742;p86">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86">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push dir="r"/>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729"/>
                                        </p:tgtEl>
                                        <p:attrNameLst>
                                          <p:attrName>style.visibility</p:attrName>
                                        </p:attrNameLst>
                                      </p:cBhvr>
                                      <p:to>
                                        <p:strVal val="visible"/>
                                      </p:to>
                                    </p:set>
                                    <p:animEffect transition="in" filter="fade">
                                      <p:cBhvr>
                                        <p:cTn id="7" dur="1000"/>
                                        <p:tgtEl>
                                          <p:spTgt spid="2729"/>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2700"/>
                                        </p:tgtEl>
                                        <p:attrNameLst>
                                          <p:attrName>style.visibility</p:attrName>
                                        </p:attrNameLst>
                                      </p:cBhvr>
                                      <p:to>
                                        <p:strVal val="visible"/>
                                      </p:to>
                                    </p:set>
                                    <p:animEffect transition="in" filter="fade">
                                      <p:cBhvr>
                                        <p:cTn id="11" dur="1000"/>
                                        <p:tgtEl>
                                          <p:spTgt spid="27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2747"/>
        <p:cNvGrpSpPr/>
        <p:nvPr/>
      </p:nvGrpSpPr>
      <p:grpSpPr>
        <a:xfrm>
          <a:off x="0" y="0"/>
          <a:ext cx="0" cy="0"/>
          <a:chOff x="0" y="0"/>
          <a:chExt cx="0" cy="0"/>
        </a:xfrm>
      </p:grpSpPr>
      <p:sp>
        <p:nvSpPr>
          <p:cNvPr id="2748" name="Google Shape;2748;p87"/>
          <p:cNvSpPr txBox="1">
            <a:spLocks noGrp="1"/>
          </p:cNvSpPr>
          <p:nvPr>
            <p:ph type="title"/>
          </p:nvPr>
        </p:nvSpPr>
        <p:spPr>
          <a:xfrm>
            <a:off x="1256775" y="1958850"/>
            <a:ext cx="2761500" cy="1225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PROBLEM VS. SOLUTION</a:t>
            </a:r>
            <a:endParaRPr/>
          </a:p>
        </p:txBody>
      </p:sp>
      <p:sp>
        <p:nvSpPr>
          <p:cNvPr id="2749" name="Google Shape;2749;p87"/>
          <p:cNvSpPr txBox="1">
            <a:spLocks noGrp="1"/>
          </p:cNvSpPr>
          <p:nvPr>
            <p:ph type="title" idx="2"/>
          </p:nvPr>
        </p:nvSpPr>
        <p:spPr>
          <a:xfrm>
            <a:off x="4895850" y="2893326"/>
            <a:ext cx="33147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SOLUTION</a:t>
            </a:r>
            <a:endParaRPr/>
          </a:p>
        </p:txBody>
      </p:sp>
      <p:sp>
        <p:nvSpPr>
          <p:cNvPr id="2750" name="Google Shape;2750;p87"/>
          <p:cNvSpPr txBox="1">
            <a:spLocks noGrp="1"/>
          </p:cNvSpPr>
          <p:nvPr>
            <p:ph type="subTitle" idx="1"/>
          </p:nvPr>
        </p:nvSpPr>
        <p:spPr>
          <a:xfrm>
            <a:off x="4895850" y="3409216"/>
            <a:ext cx="3314700" cy="960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has a beautiful name and is the second planet from the Sun. It’s really hot there</a:t>
            </a:r>
            <a:endParaRPr/>
          </a:p>
        </p:txBody>
      </p:sp>
      <p:sp>
        <p:nvSpPr>
          <p:cNvPr id="2751" name="Google Shape;2751;p87"/>
          <p:cNvSpPr txBox="1">
            <a:spLocks noGrp="1"/>
          </p:cNvSpPr>
          <p:nvPr>
            <p:ph type="title" idx="3"/>
          </p:nvPr>
        </p:nvSpPr>
        <p:spPr>
          <a:xfrm>
            <a:off x="4895850" y="774284"/>
            <a:ext cx="33147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PROBLEM</a:t>
            </a:r>
            <a:endParaRPr/>
          </a:p>
        </p:txBody>
      </p:sp>
      <p:sp>
        <p:nvSpPr>
          <p:cNvPr id="2752" name="Google Shape;2752;p87"/>
          <p:cNvSpPr txBox="1">
            <a:spLocks noGrp="1"/>
          </p:cNvSpPr>
          <p:nvPr>
            <p:ph type="subTitle" idx="4"/>
          </p:nvPr>
        </p:nvSpPr>
        <p:spPr>
          <a:xfrm>
            <a:off x="4895850" y="1292608"/>
            <a:ext cx="3314700" cy="956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 is the closest planet to the Sun and the smallest one in the entire Solar System</a:t>
            </a:r>
            <a:endParaRPr/>
          </a:p>
        </p:txBody>
      </p:sp>
      <p:grpSp>
        <p:nvGrpSpPr>
          <p:cNvPr id="2753" name="Google Shape;2753;p87"/>
          <p:cNvGrpSpPr/>
          <p:nvPr/>
        </p:nvGrpSpPr>
        <p:grpSpPr>
          <a:xfrm rot="-5399843" flipH="1">
            <a:off x="2291653" y="354168"/>
            <a:ext cx="541144" cy="2225365"/>
            <a:chOff x="871338" y="1945155"/>
            <a:chExt cx="247109" cy="1016148"/>
          </a:xfrm>
        </p:grpSpPr>
        <p:sp>
          <p:nvSpPr>
            <p:cNvPr id="2754" name="Google Shape;2754;p87"/>
            <p:cNvSpPr/>
            <p:nvPr/>
          </p:nvSpPr>
          <p:spPr>
            <a:xfrm>
              <a:off x="1017893" y="2858365"/>
              <a:ext cx="100554" cy="102938"/>
            </a:xfrm>
            <a:custGeom>
              <a:avLst/>
              <a:gdLst/>
              <a:ahLst/>
              <a:cxnLst/>
              <a:rect l="l" t="t" r="r" b="b"/>
              <a:pathLst>
                <a:path w="5314" h="5440" extrusionOk="0">
                  <a:moveTo>
                    <a:pt x="2707" y="0"/>
                  </a:moveTo>
                  <a:cubicBezTo>
                    <a:pt x="1253" y="0"/>
                    <a:pt x="0" y="1254"/>
                    <a:pt x="0" y="2707"/>
                  </a:cubicBezTo>
                  <a:cubicBezTo>
                    <a:pt x="0" y="4186"/>
                    <a:pt x="1253" y="5439"/>
                    <a:pt x="2707" y="5439"/>
                  </a:cubicBezTo>
                  <a:cubicBezTo>
                    <a:pt x="4161" y="5439"/>
                    <a:pt x="5314" y="4186"/>
                    <a:pt x="5314" y="2707"/>
                  </a:cubicBezTo>
                  <a:cubicBezTo>
                    <a:pt x="5314" y="1254"/>
                    <a:pt x="4161" y="0"/>
                    <a:pt x="27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87"/>
            <p:cNvSpPr/>
            <p:nvPr/>
          </p:nvSpPr>
          <p:spPr>
            <a:xfrm>
              <a:off x="871338" y="2075844"/>
              <a:ext cx="215338" cy="853670"/>
            </a:xfrm>
            <a:custGeom>
              <a:avLst/>
              <a:gdLst/>
              <a:ahLst/>
              <a:cxnLst/>
              <a:rect l="l" t="t" r="r" b="b"/>
              <a:pathLst>
                <a:path w="11380" h="45114" extrusionOk="0">
                  <a:moveTo>
                    <a:pt x="6066" y="1"/>
                  </a:moveTo>
                  <a:cubicBezTo>
                    <a:pt x="2206" y="5640"/>
                    <a:pt x="1" y="12332"/>
                    <a:pt x="1" y="19625"/>
                  </a:cubicBezTo>
                  <a:cubicBezTo>
                    <a:pt x="1" y="29650"/>
                    <a:pt x="4287" y="38748"/>
                    <a:pt x="11079" y="45114"/>
                  </a:cubicBezTo>
                  <a:lnTo>
                    <a:pt x="11379" y="44813"/>
                  </a:lnTo>
                  <a:cubicBezTo>
                    <a:pt x="4612" y="38547"/>
                    <a:pt x="427" y="29550"/>
                    <a:pt x="427" y="19625"/>
                  </a:cubicBezTo>
                  <a:cubicBezTo>
                    <a:pt x="427" y="12432"/>
                    <a:pt x="2607" y="5740"/>
                    <a:pt x="6367" y="201"/>
                  </a:cubicBezTo>
                  <a:lnTo>
                    <a:pt x="606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87"/>
            <p:cNvSpPr/>
            <p:nvPr/>
          </p:nvSpPr>
          <p:spPr>
            <a:xfrm>
              <a:off x="1051083" y="1945155"/>
              <a:ext cx="67364" cy="51242"/>
            </a:xfrm>
            <a:custGeom>
              <a:avLst/>
              <a:gdLst/>
              <a:ahLst/>
              <a:cxnLst/>
              <a:rect l="l" t="t" r="r" b="b"/>
              <a:pathLst>
                <a:path w="3560" h="2708" extrusionOk="0">
                  <a:moveTo>
                    <a:pt x="1780" y="1"/>
                  </a:moveTo>
                  <a:cubicBezTo>
                    <a:pt x="1" y="1"/>
                    <a:pt x="1" y="2708"/>
                    <a:pt x="1780" y="2708"/>
                  </a:cubicBezTo>
                  <a:cubicBezTo>
                    <a:pt x="3459" y="2708"/>
                    <a:pt x="3560" y="1"/>
                    <a:pt x="17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7" name="Google Shape;2757;p87"/>
          <p:cNvGrpSpPr/>
          <p:nvPr/>
        </p:nvGrpSpPr>
        <p:grpSpPr>
          <a:xfrm rot="5400157" flipH="1">
            <a:off x="2291653" y="2563968"/>
            <a:ext cx="541144" cy="2225365"/>
            <a:chOff x="871338" y="1945155"/>
            <a:chExt cx="247109" cy="1016148"/>
          </a:xfrm>
        </p:grpSpPr>
        <p:sp>
          <p:nvSpPr>
            <p:cNvPr id="2758" name="Google Shape;2758;p87"/>
            <p:cNvSpPr/>
            <p:nvPr/>
          </p:nvSpPr>
          <p:spPr>
            <a:xfrm>
              <a:off x="1017893" y="2858365"/>
              <a:ext cx="100554" cy="102938"/>
            </a:xfrm>
            <a:custGeom>
              <a:avLst/>
              <a:gdLst/>
              <a:ahLst/>
              <a:cxnLst/>
              <a:rect l="l" t="t" r="r" b="b"/>
              <a:pathLst>
                <a:path w="5314" h="5440" extrusionOk="0">
                  <a:moveTo>
                    <a:pt x="2707" y="0"/>
                  </a:moveTo>
                  <a:cubicBezTo>
                    <a:pt x="1253" y="0"/>
                    <a:pt x="0" y="1254"/>
                    <a:pt x="0" y="2707"/>
                  </a:cubicBezTo>
                  <a:cubicBezTo>
                    <a:pt x="0" y="4186"/>
                    <a:pt x="1253" y="5439"/>
                    <a:pt x="2707" y="5439"/>
                  </a:cubicBezTo>
                  <a:cubicBezTo>
                    <a:pt x="4161" y="5439"/>
                    <a:pt x="5314" y="4186"/>
                    <a:pt x="5314" y="2707"/>
                  </a:cubicBezTo>
                  <a:cubicBezTo>
                    <a:pt x="5314" y="1254"/>
                    <a:pt x="4161" y="0"/>
                    <a:pt x="27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87"/>
            <p:cNvSpPr/>
            <p:nvPr/>
          </p:nvSpPr>
          <p:spPr>
            <a:xfrm>
              <a:off x="871338" y="2075844"/>
              <a:ext cx="215338" cy="853670"/>
            </a:xfrm>
            <a:custGeom>
              <a:avLst/>
              <a:gdLst/>
              <a:ahLst/>
              <a:cxnLst/>
              <a:rect l="l" t="t" r="r" b="b"/>
              <a:pathLst>
                <a:path w="11380" h="45114" extrusionOk="0">
                  <a:moveTo>
                    <a:pt x="6066" y="1"/>
                  </a:moveTo>
                  <a:cubicBezTo>
                    <a:pt x="2206" y="5640"/>
                    <a:pt x="1" y="12332"/>
                    <a:pt x="1" y="19625"/>
                  </a:cubicBezTo>
                  <a:cubicBezTo>
                    <a:pt x="1" y="29650"/>
                    <a:pt x="4287" y="38748"/>
                    <a:pt x="11079" y="45114"/>
                  </a:cubicBezTo>
                  <a:lnTo>
                    <a:pt x="11379" y="44813"/>
                  </a:lnTo>
                  <a:cubicBezTo>
                    <a:pt x="4612" y="38547"/>
                    <a:pt x="427" y="29550"/>
                    <a:pt x="427" y="19625"/>
                  </a:cubicBezTo>
                  <a:cubicBezTo>
                    <a:pt x="427" y="12432"/>
                    <a:pt x="2607" y="5740"/>
                    <a:pt x="6367" y="201"/>
                  </a:cubicBezTo>
                  <a:lnTo>
                    <a:pt x="606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87"/>
            <p:cNvSpPr/>
            <p:nvPr/>
          </p:nvSpPr>
          <p:spPr>
            <a:xfrm>
              <a:off x="1051083" y="1945155"/>
              <a:ext cx="67364" cy="51242"/>
            </a:xfrm>
            <a:custGeom>
              <a:avLst/>
              <a:gdLst/>
              <a:ahLst/>
              <a:cxnLst/>
              <a:rect l="l" t="t" r="r" b="b"/>
              <a:pathLst>
                <a:path w="3560" h="2708" extrusionOk="0">
                  <a:moveTo>
                    <a:pt x="1780" y="1"/>
                  </a:moveTo>
                  <a:cubicBezTo>
                    <a:pt x="1" y="1"/>
                    <a:pt x="1" y="2708"/>
                    <a:pt x="1780" y="2708"/>
                  </a:cubicBezTo>
                  <a:cubicBezTo>
                    <a:pt x="3459" y="2708"/>
                    <a:pt x="3560" y="1"/>
                    <a:pt x="17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1" name="Google Shape;2761;p87"/>
          <p:cNvGrpSpPr/>
          <p:nvPr/>
        </p:nvGrpSpPr>
        <p:grpSpPr>
          <a:xfrm rot="-1115729">
            <a:off x="953785" y="3689943"/>
            <a:ext cx="508513" cy="676417"/>
            <a:chOff x="3600400" y="2783875"/>
            <a:chExt cx="402275" cy="535100"/>
          </a:xfrm>
        </p:grpSpPr>
        <p:sp>
          <p:nvSpPr>
            <p:cNvPr id="2762" name="Google Shape;2762;p87"/>
            <p:cNvSpPr/>
            <p:nvPr/>
          </p:nvSpPr>
          <p:spPr>
            <a:xfrm>
              <a:off x="3631725" y="3070825"/>
              <a:ext cx="195525" cy="237500"/>
            </a:xfrm>
            <a:custGeom>
              <a:avLst/>
              <a:gdLst/>
              <a:ahLst/>
              <a:cxnLst/>
              <a:rect l="l" t="t" r="r" b="b"/>
              <a:pathLst>
                <a:path w="7821" h="9500" extrusionOk="0">
                  <a:moveTo>
                    <a:pt x="3033" y="1"/>
                  </a:moveTo>
                  <a:lnTo>
                    <a:pt x="1" y="7620"/>
                  </a:lnTo>
                  <a:lnTo>
                    <a:pt x="2808" y="7520"/>
                  </a:lnTo>
                  <a:lnTo>
                    <a:pt x="4687" y="9500"/>
                  </a:lnTo>
                  <a:lnTo>
                    <a:pt x="7820" y="1881"/>
                  </a:lnTo>
                  <a:lnTo>
                    <a:pt x="303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87"/>
            <p:cNvSpPr/>
            <p:nvPr/>
          </p:nvSpPr>
          <p:spPr>
            <a:xfrm>
              <a:off x="3623575" y="3062700"/>
              <a:ext cx="211825" cy="256275"/>
            </a:xfrm>
            <a:custGeom>
              <a:avLst/>
              <a:gdLst/>
              <a:ahLst/>
              <a:cxnLst/>
              <a:rect l="l" t="t" r="r" b="b"/>
              <a:pathLst>
                <a:path w="8473" h="10251" extrusionOk="0">
                  <a:moveTo>
                    <a:pt x="3459" y="627"/>
                  </a:moveTo>
                  <a:lnTo>
                    <a:pt x="7845" y="2306"/>
                  </a:lnTo>
                  <a:lnTo>
                    <a:pt x="5009" y="9483"/>
                  </a:lnTo>
                  <a:lnTo>
                    <a:pt x="3259" y="7644"/>
                  </a:lnTo>
                  <a:lnTo>
                    <a:pt x="627" y="7744"/>
                  </a:lnTo>
                  <a:lnTo>
                    <a:pt x="3459" y="627"/>
                  </a:lnTo>
                  <a:close/>
                  <a:moveTo>
                    <a:pt x="3259" y="0"/>
                  </a:moveTo>
                  <a:lnTo>
                    <a:pt x="1" y="8145"/>
                  </a:lnTo>
                  <a:lnTo>
                    <a:pt x="1" y="8145"/>
                  </a:lnTo>
                  <a:lnTo>
                    <a:pt x="3033" y="8045"/>
                  </a:lnTo>
                  <a:lnTo>
                    <a:pt x="5139" y="10251"/>
                  </a:lnTo>
                  <a:lnTo>
                    <a:pt x="5239" y="9925"/>
                  </a:lnTo>
                  <a:lnTo>
                    <a:pt x="8472" y="2105"/>
                  </a:lnTo>
                  <a:lnTo>
                    <a:pt x="3259" y="0"/>
                  </a:ln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87"/>
            <p:cNvSpPr/>
            <p:nvPr/>
          </p:nvSpPr>
          <p:spPr>
            <a:xfrm>
              <a:off x="3775225" y="3070825"/>
              <a:ext cx="196125" cy="237500"/>
            </a:xfrm>
            <a:custGeom>
              <a:avLst/>
              <a:gdLst/>
              <a:ahLst/>
              <a:cxnLst/>
              <a:rect l="l" t="t" r="r" b="b"/>
              <a:pathLst>
                <a:path w="7845" h="9500" extrusionOk="0">
                  <a:moveTo>
                    <a:pt x="4812" y="1"/>
                  </a:moveTo>
                  <a:lnTo>
                    <a:pt x="0" y="1881"/>
                  </a:lnTo>
                  <a:lnTo>
                    <a:pt x="3033" y="9500"/>
                  </a:lnTo>
                  <a:lnTo>
                    <a:pt x="5013" y="7520"/>
                  </a:lnTo>
                  <a:lnTo>
                    <a:pt x="7845" y="7620"/>
                  </a:lnTo>
                  <a:lnTo>
                    <a:pt x="7845" y="7620"/>
                  </a:lnTo>
                  <a:lnTo>
                    <a:pt x="481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87"/>
            <p:cNvSpPr/>
            <p:nvPr/>
          </p:nvSpPr>
          <p:spPr>
            <a:xfrm>
              <a:off x="3767700" y="3062700"/>
              <a:ext cx="211175" cy="256275"/>
            </a:xfrm>
            <a:custGeom>
              <a:avLst/>
              <a:gdLst/>
              <a:ahLst/>
              <a:cxnLst/>
              <a:rect l="l" t="t" r="r" b="b"/>
              <a:pathLst>
                <a:path w="8447" h="10251" extrusionOk="0">
                  <a:moveTo>
                    <a:pt x="5013" y="627"/>
                  </a:moveTo>
                  <a:lnTo>
                    <a:pt x="7820" y="7744"/>
                  </a:lnTo>
                  <a:lnTo>
                    <a:pt x="5213" y="7644"/>
                  </a:lnTo>
                  <a:lnTo>
                    <a:pt x="3421" y="9436"/>
                  </a:lnTo>
                  <a:lnTo>
                    <a:pt x="3421" y="9436"/>
                  </a:lnTo>
                  <a:lnTo>
                    <a:pt x="627" y="2306"/>
                  </a:lnTo>
                  <a:lnTo>
                    <a:pt x="5013" y="627"/>
                  </a:lnTo>
                  <a:close/>
                  <a:moveTo>
                    <a:pt x="5213" y="0"/>
                  </a:moveTo>
                  <a:lnTo>
                    <a:pt x="0" y="2105"/>
                  </a:lnTo>
                  <a:lnTo>
                    <a:pt x="3233" y="10251"/>
                  </a:lnTo>
                  <a:lnTo>
                    <a:pt x="3434" y="10025"/>
                  </a:lnTo>
                  <a:lnTo>
                    <a:pt x="5314" y="8045"/>
                  </a:lnTo>
                  <a:lnTo>
                    <a:pt x="8446" y="8145"/>
                  </a:lnTo>
                  <a:lnTo>
                    <a:pt x="5213" y="0"/>
                  </a:ln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87"/>
            <p:cNvSpPr/>
            <p:nvPr/>
          </p:nvSpPr>
          <p:spPr>
            <a:xfrm>
              <a:off x="3605425" y="2788875"/>
              <a:ext cx="391625" cy="396650"/>
            </a:xfrm>
            <a:custGeom>
              <a:avLst/>
              <a:gdLst/>
              <a:ahLst/>
              <a:cxnLst/>
              <a:rect l="l" t="t" r="r" b="b"/>
              <a:pathLst>
                <a:path w="15665" h="15866" extrusionOk="0">
                  <a:moveTo>
                    <a:pt x="7845" y="1"/>
                  </a:moveTo>
                  <a:lnTo>
                    <a:pt x="6491" y="527"/>
                  </a:lnTo>
                  <a:lnTo>
                    <a:pt x="5113" y="527"/>
                  </a:lnTo>
                  <a:lnTo>
                    <a:pt x="4085" y="1454"/>
                  </a:lnTo>
                  <a:lnTo>
                    <a:pt x="2732" y="1880"/>
                  </a:lnTo>
                  <a:lnTo>
                    <a:pt x="2105" y="3133"/>
                  </a:lnTo>
                  <a:lnTo>
                    <a:pt x="952" y="3961"/>
                  </a:lnTo>
                  <a:lnTo>
                    <a:pt x="727" y="5314"/>
                  </a:lnTo>
                  <a:lnTo>
                    <a:pt x="0" y="6567"/>
                  </a:lnTo>
                  <a:lnTo>
                    <a:pt x="326" y="7946"/>
                  </a:lnTo>
                  <a:lnTo>
                    <a:pt x="0" y="9299"/>
                  </a:lnTo>
                  <a:lnTo>
                    <a:pt x="727" y="10552"/>
                  </a:lnTo>
                  <a:lnTo>
                    <a:pt x="952" y="11905"/>
                  </a:lnTo>
                  <a:lnTo>
                    <a:pt x="2105" y="12833"/>
                  </a:lnTo>
                  <a:lnTo>
                    <a:pt x="2732" y="14086"/>
                  </a:lnTo>
                  <a:lnTo>
                    <a:pt x="4085" y="14512"/>
                  </a:lnTo>
                  <a:lnTo>
                    <a:pt x="5113" y="15464"/>
                  </a:lnTo>
                  <a:lnTo>
                    <a:pt x="6491" y="15339"/>
                  </a:lnTo>
                  <a:lnTo>
                    <a:pt x="7845" y="15865"/>
                  </a:lnTo>
                  <a:lnTo>
                    <a:pt x="9198" y="15339"/>
                  </a:lnTo>
                  <a:lnTo>
                    <a:pt x="10551" y="15464"/>
                  </a:lnTo>
                  <a:lnTo>
                    <a:pt x="11604" y="14512"/>
                  </a:lnTo>
                  <a:lnTo>
                    <a:pt x="12957" y="14086"/>
                  </a:lnTo>
                  <a:lnTo>
                    <a:pt x="13584" y="12833"/>
                  </a:lnTo>
                  <a:lnTo>
                    <a:pt x="14737" y="11905"/>
                  </a:lnTo>
                  <a:lnTo>
                    <a:pt x="14937" y="10552"/>
                  </a:lnTo>
                  <a:lnTo>
                    <a:pt x="15664" y="9299"/>
                  </a:lnTo>
                  <a:lnTo>
                    <a:pt x="15363" y="7946"/>
                  </a:lnTo>
                  <a:lnTo>
                    <a:pt x="15664" y="6567"/>
                  </a:lnTo>
                  <a:lnTo>
                    <a:pt x="14937" y="5314"/>
                  </a:lnTo>
                  <a:lnTo>
                    <a:pt x="14737" y="3961"/>
                  </a:lnTo>
                  <a:lnTo>
                    <a:pt x="13584" y="3133"/>
                  </a:lnTo>
                  <a:lnTo>
                    <a:pt x="12957" y="1880"/>
                  </a:lnTo>
                  <a:lnTo>
                    <a:pt x="11604" y="1454"/>
                  </a:lnTo>
                  <a:lnTo>
                    <a:pt x="10551" y="527"/>
                  </a:lnTo>
                  <a:lnTo>
                    <a:pt x="9198" y="527"/>
                  </a:lnTo>
                  <a:lnTo>
                    <a:pt x="784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87"/>
            <p:cNvSpPr/>
            <p:nvPr/>
          </p:nvSpPr>
          <p:spPr>
            <a:xfrm>
              <a:off x="3600400" y="2783875"/>
              <a:ext cx="402275" cy="409800"/>
            </a:xfrm>
            <a:custGeom>
              <a:avLst/>
              <a:gdLst/>
              <a:ahLst/>
              <a:cxnLst/>
              <a:rect l="l" t="t" r="r" b="b"/>
              <a:pathLst>
                <a:path w="16091" h="16392" extrusionOk="0">
                  <a:moveTo>
                    <a:pt x="8046" y="401"/>
                  </a:moveTo>
                  <a:lnTo>
                    <a:pt x="9299" y="927"/>
                  </a:lnTo>
                  <a:lnTo>
                    <a:pt x="10652" y="927"/>
                  </a:lnTo>
                  <a:lnTo>
                    <a:pt x="11705" y="1755"/>
                  </a:lnTo>
                  <a:lnTo>
                    <a:pt x="13058" y="2181"/>
                  </a:lnTo>
                  <a:lnTo>
                    <a:pt x="13685" y="3434"/>
                  </a:lnTo>
                  <a:lnTo>
                    <a:pt x="14712" y="4261"/>
                  </a:lnTo>
                  <a:lnTo>
                    <a:pt x="14938" y="5639"/>
                  </a:lnTo>
                  <a:lnTo>
                    <a:pt x="15665" y="6767"/>
                  </a:lnTo>
                  <a:lnTo>
                    <a:pt x="15339" y="8146"/>
                  </a:lnTo>
                  <a:lnTo>
                    <a:pt x="15339" y="8246"/>
                  </a:lnTo>
                  <a:lnTo>
                    <a:pt x="15665" y="9499"/>
                  </a:lnTo>
                  <a:lnTo>
                    <a:pt x="14938" y="10652"/>
                  </a:lnTo>
                  <a:lnTo>
                    <a:pt x="14712" y="12005"/>
                  </a:lnTo>
                  <a:lnTo>
                    <a:pt x="13685" y="12832"/>
                  </a:lnTo>
                  <a:lnTo>
                    <a:pt x="13058" y="14085"/>
                  </a:lnTo>
                  <a:lnTo>
                    <a:pt x="11705" y="14511"/>
                  </a:lnTo>
                  <a:lnTo>
                    <a:pt x="10652" y="15439"/>
                  </a:lnTo>
                  <a:lnTo>
                    <a:pt x="9299" y="15339"/>
                  </a:lnTo>
                  <a:lnTo>
                    <a:pt x="8046" y="15865"/>
                  </a:lnTo>
                  <a:lnTo>
                    <a:pt x="6793" y="15339"/>
                  </a:lnTo>
                  <a:lnTo>
                    <a:pt x="5439" y="15439"/>
                  </a:lnTo>
                  <a:lnTo>
                    <a:pt x="4386" y="14511"/>
                  </a:lnTo>
                  <a:lnTo>
                    <a:pt x="3033" y="14085"/>
                  </a:lnTo>
                  <a:lnTo>
                    <a:pt x="2407" y="12832"/>
                  </a:lnTo>
                  <a:lnTo>
                    <a:pt x="1354" y="12005"/>
                  </a:lnTo>
                  <a:lnTo>
                    <a:pt x="1153" y="10652"/>
                  </a:lnTo>
                  <a:lnTo>
                    <a:pt x="427" y="9499"/>
                  </a:lnTo>
                  <a:lnTo>
                    <a:pt x="727" y="8146"/>
                  </a:lnTo>
                  <a:lnTo>
                    <a:pt x="427" y="6767"/>
                  </a:lnTo>
                  <a:lnTo>
                    <a:pt x="1153" y="5639"/>
                  </a:lnTo>
                  <a:lnTo>
                    <a:pt x="1354" y="4261"/>
                  </a:lnTo>
                  <a:lnTo>
                    <a:pt x="2407" y="3434"/>
                  </a:lnTo>
                  <a:lnTo>
                    <a:pt x="3033" y="2181"/>
                  </a:lnTo>
                  <a:lnTo>
                    <a:pt x="4386" y="1755"/>
                  </a:lnTo>
                  <a:lnTo>
                    <a:pt x="5439" y="927"/>
                  </a:lnTo>
                  <a:lnTo>
                    <a:pt x="6793" y="927"/>
                  </a:lnTo>
                  <a:lnTo>
                    <a:pt x="8046" y="401"/>
                  </a:lnTo>
                  <a:close/>
                  <a:moveTo>
                    <a:pt x="8046" y="0"/>
                  </a:moveTo>
                  <a:lnTo>
                    <a:pt x="6692" y="501"/>
                  </a:lnTo>
                  <a:lnTo>
                    <a:pt x="5214" y="501"/>
                  </a:lnTo>
                  <a:lnTo>
                    <a:pt x="4186" y="1454"/>
                  </a:lnTo>
                  <a:lnTo>
                    <a:pt x="2808" y="1880"/>
                  </a:lnTo>
                  <a:lnTo>
                    <a:pt x="2081" y="3133"/>
                  </a:lnTo>
                  <a:lnTo>
                    <a:pt x="928" y="4060"/>
                  </a:lnTo>
                  <a:lnTo>
                    <a:pt x="727" y="5514"/>
                  </a:lnTo>
                  <a:lnTo>
                    <a:pt x="1" y="6767"/>
                  </a:lnTo>
                  <a:lnTo>
                    <a:pt x="301" y="8146"/>
                  </a:lnTo>
                  <a:lnTo>
                    <a:pt x="1" y="9599"/>
                  </a:lnTo>
                  <a:lnTo>
                    <a:pt x="727" y="10852"/>
                  </a:lnTo>
                  <a:lnTo>
                    <a:pt x="928" y="12206"/>
                  </a:lnTo>
                  <a:lnTo>
                    <a:pt x="2081" y="13158"/>
                  </a:lnTo>
                  <a:lnTo>
                    <a:pt x="2808" y="14411"/>
                  </a:lnTo>
                  <a:lnTo>
                    <a:pt x="4186" y="14912"/>
                  </a:lnTo>
                  <a:lnTo>
                    <a:pt x="5214" y="15865"/>
                  </a:lnTo>
                  <a:lnTo>
                    <a:pt x="6692" y="15765"/>
                  </a:lnTo>
                  <a:lnTo>
                    <a:pt x="8046" y="16391"/>
                  </a:lnTo>
                  <a:lnTo>
                    <a:pt x="9399" y="15765"/>
                  </a:lnTo>
                  <a:lnTo>
                    <a:pt x="10853" y="15865"/>
                  </a:lnTo>
                  <a:lnTo>
                    <a:pt x="11905" y="14912"/>
                  </a:lnTo>
                  <a:lnTo>
                    <a:pt x="13259" y="14411"/>
                  </a:lnTo>
                  <a:lnTo>
                    <a:pt x="13986" y="13158"/>
                  </a:lnTo>
                  <a:lnTo>
                    <a:pt x="15138" y="12206"/>
                  </a:lnTo>
                  <a:lnTo>
                    <a:pt x="15339" y="10852"/>
                  </a:lnTo>
                  <a:lnTo>
                    <a:pt x="16091" y="9599"/>
                  </a:lnTo>
                  <a:lnTo>
                    <a:pt x="15776" y="8195"/>
                  </a:lnTo>
                  <a:lnTo>
                    <a:pt x="16091" y="6767"/>
                  </a:lnTo>
                  <a:lnTo>
                    <a:pt x="15339" y="5514"/>
                  </a:lnTo>
                  <a:lnTo>
                    <a:pt x="15138" y="4060"/>
                  </a:lnTo>
                  <a:lnTo>
                    <a:pt x="13986" y="3133"/>
                  </a:lnTo>
                  <a:lnTo>
                    <a:pt x="13259" y="1880"/>
                  </a:lnTo>
                  <a:lnTo>
                    <a:pt x="11905" y="1454"/>
                  </a:lnTo>
                  <a:lnTo>
                    <a:pt x="10853" y="501"/>
                  </a:lnTo>
                  <a:lnTo>
                    <a:pt x="9399" y="501"/>
                  </a:lnTo>
                  <a:lnTo>
                    <a:pt x="8046" y="0"/>
                  </a:ln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87"/>
            <p:cNvSpPr/>
            <p:nvPr/>
          </p:nvSpPr>
          <p:spPr>
            <a:xfrm>
              <a:off x="3663050" y="2851525"/>
              <a:ext cx="276975" cy="273850"/>
            </a:xfrm>
            <a:custGeom>
              <a:avLst/>
              <a:gdLst/>
              <a:ahLst/>
              <a:cxnLst/>
              <a:rect l="l" t="t" r="r" b="b"/>
              <a:pathLst>
                <a:path w="11079" h="10954" extrusionOk="0">
                  <a:moveTo>
                    <a:pt x="5540" y="302"/>
                  </a:moveTo>
                  <a:cubicBezTo>
                    <a:pt x="6993" y="302"/>
                    <a:pt x="8246" y="828"/>
                    <a:pt x="9199" y="1780"/>
                  </a:cubicBezTo>
                  <a:cubicBezTo>
                    <a:pt x="10126" y="2708"/>
                    <a:pt x="10753" y="4061"/>
                    <a:pt x="10753" y="5440"/>
                  </a:cubicBezTo>
                  <a:cubicBezTo>
                    <a:pt x="10753" y="6893"/>
                    <a:pt x="10126" y="8146"/>
                    <a:pt x="9199" y="9074"/>
                  </a:cubicBezTo>
                  <a:cubicBezTo>
                    <a:pt x="8246" y="10026"/>
                    <a:pt x="6993" y="10653"/>
                    <a:pt x="5540" y="10653"/>
                  </a:cubicBezTo>
                  <a:cubicBezTo>
                    <a:pt x="4061" y="10653"/>
                    <a:pt x="2808" y="10026"/>
                    <a:pt x="1880" y="9074"/>
                  </a:cubicBezTo>
                  <a:cubicBezTo>
                    <a:pt x="928" y="8146"/>
                    <a:pt x="302" y="6893"/>
                    <a:pt x="302" y="5440"/>
                  </a:cubicBezTo>
                  <a:cubicBezTo>
                    <a:pt x="302" y="4061"/>
                    <a:pt x="928" y="2708"/>
                    <a:pt x="1880" y="1780"/>
                  </a:cubicBezTo>
                  <a:cubicBezTo>
                    <a:pt x="2808" y="828"/>
                    <a:pt x="4061" y="302"/>
                    <a:pt x="5540" y="302"/>
                  </a:cubicBezTo>
                  <a:close/>
                  <a:moveTo>
                    <a:pt x="5540" y="1"/>
                  </a:moveTo>
                  <a:cubicBezTo>
                    <a:pt x="2507" y="1"/>
                    <a:pt x="1" y="2407"/>
                    <a:pt x="1" y="5440"/>
                  </a:cubicBezTo>
                  <a:cubicBezTo>
                    <a:pt x="1" y="8447"/>
                    <a:pt x="2507" y="10953"/>
                    <a:pt x="5540" y="10953"/>
                  </a:cubicBezTo>
                  <a:cubicBezTo>
                    <a:pt x="8572" y="10953"/>
                    <a:pt x="11079" y="8447"/>
                    <a:pt x="11079" y="5440"/>
                  </a:cubicBezTo>
                  <a:cubicBezTo>
                    <a:pt x="11079" y="2407"/>
                    <a:pt x="8572" y="1"/>
                    <a:pt x="5540" y="1"/>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9" name="Google Shape;2769;p87"/>
          <p:cNvGrpSpPr/>
          <p:nvPr/>
        </p:nvGrpSpPr>
        <p:grpSpPr>
          <a:xfrm rot="6731471">
            <a:off x="3415907" y="563762"/>
            <a:ext cx="549751" cy="1331970"/>
            <a:chOff x="9476725" y="44025"/>
            <a:chExt cx="542850" cy="1315200"/>
          </a:xfrm>
        </p:grpSpPr>
        <p:sp>
          <p:nvSpPr>
            <p:cNvPr id="2770" name="Google Shape;2770;p87"/>
            <p:cNvSpPr/>
            <p:nvPr/>
          </p:nvSpPr>
          <p:spPr>
            <a:xfrm>
              <a:off x="9565475" y="577225"/>
              <a:ext cx="311500" cy="743775"/>
            </a:xfrm>
            <a:custGeom>
              <a:avLst/>
              <a:gdLst/>
              <a:ahLst/>
              <a:cxnLst/>
              <a:rect l="l" t="t" r="r" b="b"/>
              <a:pathLst>
                <a:path w="12460" h="29751" extrusionOk="0">
                  <a:moveTo>
                    <a:pt x="8203" y="1"/>
                  </a:moveTo>
                  <a:lnTo>
                    <a:pt x="1" y="29751"/>
                  </a:lnTo>
                  <a:lnTo>
                    <a:pt x="6789" y="29751"/>
                  </a:lnTo>
                  <a:lnTo>
                    <a:pt x="12460" y="247"/>
                  </a:lnTo>
                  <a:lnTo>
                    <a:pt x="8203" y="1"/>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87"/>
            <p:cNvSpPr/>
            <p:nvPr/>
          </p:nvSpPr>
          <p:spPr>
            <a:xfrm>
              <a:off x="9504250" y="44025"/>
              <a:ext cx="515325" cy="1129050"/>
            </a:xfrm>
            <a:custGeom>
              <a:avLst/>
              <a:gdLst/>
              <a:ahLst/>
              <a:cxnLst/>
              <a:rect l="l" t="t" r="r" b="b"/>
              <a:pathLst>
                <a:path w="20613" h="45162" extrusionOk="0">
                  <a:moveTo>
                    <a:pt x="16429" y="0"/>
                  </a:moveTo>
                  <a:cubicBezTo>
                    <a:pt x="14381" y="0"/>
                    <a:pt x="12453" y="1267"/>
                    <a:pt x="11720" y="3298"/>
                  </a:cubicBezTo>
                  <a:cubicBezTo>
                    <a:pt x="11572" y="3660"/>
                    <a:pt x="11474" y="4038"/>
                    <a:pt x="11391" y="4416"/>
                  </a:cubicBezTo>
                  <a:lnTo>
                    <a:pt x="6329" y="22479"/>
                  </a:lnTo>
                  <a:lnTo>
                    <a:pt x="4850" y="27739"/>
                  </a:lnTo>
                  <a:lnTo>
                    <a:pt x="1" y="44915"/>
                  </a:lnTo>
                  <a:lnTo>
                    <a:pt x="8515" y="45162"/>
                  </a:lnTo>
                  <a:lnTo>
                    <a:pt x="13199" y="28594"/>
                  </a:lnTo>
                  <a:lnTo>
                    <a:pt x="14662" y="23383"/>
                  </a:lnTo>
                  <a:lnTo>
                    <a:pt x="20053" y="4350"/>
                  </a:lnTo>
                  <a:cubicBezTo>
                    <a:pt x="20612" y="2706"/>
                    <a:pt x="19774" y="915"/>
                    <a:pt x="18147" y="307"/>
                  </a:cubicBezTo>
                  <a:cubicBezTo>
                    <a:pt x="17581" y="99"/>
                    <a:pt x="17000" y="0"/>
                    <a:pt x="16429" y="0"/>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87"/>
            <p:cNvSpPr/>
            <p:nvPr/>
          </p:nvSpPr>
          <p:spPr>
            <a:xfrm>
              <a:off x="9625475" y="542250"/>
              <a:ext cx="246175" cy="216625"/>
            </a:xfrm>
            <a:custGeom>
              <a:avLst/>
              <a:gdLst/>
              <a:ahLst/>
              <a:cxnLst/>
              <a:rect l="l" t="t" r="r" b="b"/>
              <a:pathLst>
                <a:path w="9847" h="8665" extrusionOk="0">
                  <a:moveTo>
                    <a:pt x="5910" y="1"/>
                  </a:moveTo>
                  <a:cubicBezTo>
                    <a:pt x="4128" y="1"/>
                    <a:pt x="2419" y="932"/>
                    <a:pt x="1480" y="2550"/>
                  </a:cubicBezTo>
                  <a:lnTo>
                    <a:pt x="1" y="7810"/>
                  </a:lnTo>
                  <a:cubicBezTo>
                    <a:pt x="941" y="6201"/>
                    <a:pt x="2656" y="5263"/>
                    <a:pt x="4442" y="5263"/>
                  </a:cubicBezTo>
                  <a:cubicBezTo>
                    <a:pt x="5028" y="5263"/>
                    <a:pt x="5621" y="5364"/>
                    <a:pt x="6197" y="5575"/>
                  </a:cubicBezTo>
                  <a:cubicBezTo>
                    <a:pt x="7496" y="6051"/>
                    <a:pt x="8350" y="7284"/>
                    <a:pt x="8350" y="8665"/>
                  </a:cubicBezTo>
                  <a:lnTo>
                    <a:pt x="9813" y="3454"/>
                  </a:lnTo>
                  <a:cubicBezTo>
                    <a:pt x="9846" y="2057"/>
                    <a:pt x="8991" y="792"/>
                    <a:pt x="7676" y="315"/>
                  </a:cubicBezTo>
                  <a:cubicBezTo>
                    <a:pt x="7097" y="103"/>
                    <a:pt x="6500" y="1"/>
                    <a:pt x="5910" y="1"/>
                  </a:cubicBez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87"/>
            <p:cNvSpPr/>
            <p:nvPr/>
          </p:nvSpPr>
          <p:spPr>
            <a:xfrm>
              <a:off x="9476725" y="1084850"/>
              <a:ext cx="217000" cy="274375"/>
            </a:xfrm>
            <a:custGeom>
              <a:avLst/>
              <a:gdLst/>
              <a:ahLst/>
              <a:cxnLst/>
              <a:rect l="l" t="t" r="r" b="b"/>
              <a:pathLst>
                <a:path w="8680" h="10975" extrusionOk="0">
                  <a:moveTo>
                    <a:pt x="5815" y="0"/>
                  </a:moveTo>
                  <a:cubicBezTo>
                    <a:pt x="4111" y="0"/>
                    <a:pt x="2479" y="871"/>
                    <a:pt x="1546" y="2395"/>
                  </a:cubicBezTo>
                  <a:lnTo>
                    <a:pt x="1118" y="3299"/>
                  </a:lnTo>
                  <a:lnTo>
                    <a:pt x="872" y="4088"/>
                  </a:lnTo>
                  <a:cubicBezTo>
                    <a:pt x="855" y="4137"/>
                    <a:pt x="839" y="4170"/>
                    <a:pt x="839" y="4203"/>
                  </a:cubicBezTo>
                  <a:cubicBezTo>
                    <a:pt x="1" y="7884"/>
                    <a:pt x="2400" y="10761"/>
                    <a:pt x="6246" y="10975"/>
                  </a:cubicBezTo>
                  <a:lnTo>
                    <a:pt x="7529" y="5698"/>
                  </a:lnTo>
                  <a:lnTo>
                    <a:pt x="8679" y="1030"/>
                  </a:lnTo>
                  <a:cubicBezTo>
                    <a:pt x="8350" y="702"/>
                    <a:pt x="7972" y="455"/>
                    <a:pt x="7545" y="307"/>
                  </a:cubicBezTo>
                  <a:cubicBezTo>
                    <a:pt x="6976" y="100"/>
                    <a:pt x="6391" y="0"/>
                    <a:pt x="5815" y="0"/>
                  </a:cubicBezTo>
                  <a:close/>
                </a:path>
              </a:pathLst>
            </a:custGeom>
            <a:solidFill>
              <a:schemeClr val="accent6"/>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87"/>
            <p:cNvSpPr/>
            <p:nvPr/>
          </p:nvSpPr>
          <p:spPr>
            <a:xfrm>
              <a:off x="9622600" y="1088400"/>
              <a:ext cx="105225" cy="138925"/>
            </a:xfrm>
            <a:custGeom>
              <a:avLst/>
              <a:gdLst/>
              <a:ahLst/>
              <a:cxnLst/>
              <a:rect l="l" t="t" r="r" b="b"/>
              <a:pathLst>
                <a:path w="4209" h="5557" extrusionOk="0">
                  <a:moveTo>
                    <a:pt x="1200" y="1"/>
                  </a:moveTo>
                  <a:lnTo>
                    <a:pt x="264" y="3798"/>
                  </a:lnTo>
                  <a:cubicBezTo>
                    <a:pt x="1" y="4455"/>
                    <a:pt x="346" y="5195"/>
                    <a:pt x="1020" y="5441"/>
                  </a:cubicBezTo>
                  <a:cubicBezTo>
                    <a:pt x="1233" y="5524"/>
                    <a:pt x="1463" y="5556"/>
                    <a:pt x="1710" y="5556"/>
                  </a:cubicBezTo>
                  <a:cubicBezTo>
                    <a:pt x="2548" y="5556"/>
                    <a:pt x="3304" y="5030"/>
                    <a:pt x="3600" y="4241"/>
                  </a:cubicBezTo>
                  <a:lnTo>
                    <a:pt x="3600" y="4225"/>
                  </a:lnTo>
                  <a:cubicBezTo>
                    <a:pt x="4208" y="2581"/>
                    <a:pt x="3354" y="757"/>
                    <a:pt x="1710" y="165"/>
                  </a:cubicBezTo>
                  <a:cubicBezTo>
                    <a:pt x="1546" y="99"/>
                    <a:pt x="1381" y="50"/>
                    <a:pt x="1200" y="1"/>
                  </a:cubicBezTo>
                  <a:close/>
                </a:path>
              </a:pathLst>
            </a:custGeom>
            <a:solidFill>
              <a:schemeClr val="accent1"/>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87"/>
            <p:cNvSpPr/>
            <p:nvPr/>
          </p:nvSpPr>
          <p:spPr>
            <a:xfrm>
              <a:off x="9629175" y="1088400"/>
              <a:ext cx="54275" cy="96600"/>
            </a:xfrm>
            <a:custGeom>
              <a:avLst/>
              <a:gdLst/>
              <a:ahLst/>
              <a:cxnLst/>
              <a:rect l="l" t="t" r="r" b="b"/>
              <a:pathLst>
                <a:path w="2171" h="3864" extrusionOk="0">
                  <a:moveTo>
                    <a:pt x="954" y="1"/>
                  </a:moveTo>
                  <a:lnTo>
                    <a:pt x="1" y="3798"/>
                  </a:lnTo>
                  <a:cubicBezTo>
                    <a:pt x="118" y="3472"/>
                    <a:pt x="432" y="3260"/>
                    <a:pt x="770" y="3260"/>
                  </a:cubicBezTo>
                  <a:cubicBezTo>
                    <a:pt x="858" y="3260"/>
                    <a:pt x="948" y="3274"/>
                    <a:pt x="1036" y="3305"/>
                  </a:cubicBezTo>
                  <a:cubicBezTo>
                    <a:pt x="1250" y="3387"/>
                    <a:pt x="1398" y="3617"/>
                    <a:pt x="1365" y="3863"/>
                  </a:cubicBezTo>
                  <a:lnTo>
                    <a:pt x="2170" y="527"/>
                  </a:lnTo>
                  <a:cubicBezTo>
                    <a:pt x="1940" y="379"/>
                    <a:pt x="1710" y="247"/>
                    <a:pt x="1447" y="165"/>
                  </a:cubicBezTo>
                  <a:cubicBezTo>
                    <a:pt x="1283" y="99"/>
                    <a:pt x="1118" y="50"/>
                    <a:pt x="954" y="1"/>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87"/>
            <p:cNvSpPr/>
            <p:nvPr/>
          </p:nvSpPr>
          <p:spPr>
            <a:xfrm>
              <a:off x="9652175" y="1172650"/>
              <a:ext cx="11550" cy="20250"/>
            </a:xfrm>
            <a:custGeom>
              <a:avLst/>
              <a:gdLst/>
              <a:ahLst/>
              <a:cxnLst/>
              <a:rect l="l" t="t" r="r" b="b"/>
              <a:pathLst>
                <a:path w="462" h="810" extrusionOk="0">
                  <a:moveTo>
                    <a:pt x="231" y="0"/>
                  </a:moveTo>
                  <a:lnTo>
                    <a:pt x="1" y="789"/>
                  </a:lnTo>
                  <a:cubicBezTo>
                    <a:pt x="36" y="803"/>
                    <a:pt x="72" y="810"/>
                    <a:pt x="107" y="810"/>
                  </a:cubicBezTo>
                  <a:cubicBezTo>
                    <a:pt x="237" y="810"/>
                    <a:pt x="360" y="721"/>
                    <a:pt x="412" y="592"/>
                  </a:cubicBezTo>
                  <a:cubicBezTo>
                    <a:pt x="428" y="559"/>
                    <a:pt x="428" y="526"/>
                    <a:pt x="445" y="493"/>
                  </a:cubicBezTo>
                  <a:cubicBezTo>
                    <a:pt x="461" y="296"/>
                    <a:pt x="379" y="115"/>
                    <a:pt x="231" y="0"/>
                  </a:cubicBezTo>
                  <a:close/>
                </a:path>
              </a:pathLst>
            </a:custGeom>
            <a:solidFill>
              <a:srgbClr val="FFFFFF"/>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87"/>
            <p:cNvSpPr/>
            <p:nvPr/>
          </p:nvSpPr>
          <p:spPr>
            <a:xfrm>
              <a:off x="9477125" y="1073200"/>
              <a:ext cx="246575" cy="286025"/>
            </a:xfrm>
            <a:custGeom>
              <a:avLst/>
              <a:gdLst/>
              <a:ahLst/>
              <a:cxnLst/>
              <a:rect l="l" t="t" r="r" b="b"/>
              <a:pathLst>
                <a:path w="9863" h="11441" fill="none" extrusionOk="0">
                  <a:moveTo>
                    <a:pt x="7003" y="4784"/>
                  </a:moveTo>
                  <a:cubicBezTo>
                    <a:pt x="7167" y="4833"/>
                    <a:pt x="7348" y="4751"/>
                    <a:pt x="7414" y="4587"/>
                  </a:cubicBezTo>
                  <a:cubicBezTo>
                    <a:pt x="7414" y="4554"/>
                    <a:pt x="7430" y="4521"/>
                    <a:pt x="7430" y="4488"/>
                  </a:cubicBezTo>
                  <a:cubicBezTo>
                    <a:pt x="7463" y="4291"/>
                    <a:pt x="7381" y="4093"/>
                    <a:pt x="7233" y="3995"/>
                  </a:cubicBezTo>
                  <a:cubicBezTo>
                    <a:pt x="7200" y="3962"/>
                    <a:pt x="7151" y="3945"/>
                    <a:pt x="7118" y="3929"/>
                  </a:cubicBezTo>
                  <a:cubicBezTo>
                    <a:pt x="6691" y="3781"/>
                    <a:pt x="6230" y="3995"/>
                    <a:pt x="6083" y="4406"/>
                  </a:cubicBezTo>
                  <a:cubicBezTo>
                    <a:pt x="5836" y="5080"/>
                    <a:pt x="6181" y="5819"/>
                    <a:pt x="6855" y="6049"/>
                  </a:cubicBezTo>
                  <a:cubicBezTo>
                    <a:pt x="7069" y="6132"/>
                    <a:pt x="7299" y="6181"/>
                    <a:pt x="7529" y="6181"/>
                  </a:cubicBezTo>
                  <a:cubicBezTo>
                    <a:pt x="8384" y="6181"/>
                    <a:pt x="9140" y="5655"/>
                    <a:pt x="9436" y="4849"/>
                  </a:cubicBezTo>
                  <a:cubicBezTo>
                    <a:pt x="9863" y="3683"/>
                    <a:pt x="9567" y="2368"/>
                    <a:pt x="8680" y="1496"/>
                  </a:cubicBezTo>
                  <a:cubicBezTo>
                    <a:pt x="8548" y="1365"/>
                    <a:pt x="8417" y="1250"/>
                    <a:pt x="8269" y="1151"/>
                  </a:cubicBezTo>
                  <a:cubicBezTo>
                    <a:pt x="8038" y="1003"/>
                    <a:pt x="7808" y="872"/>
                    <a:pt x="7545" y="790"/>
                  </a:cubicBezTo>
                  <a:cubicBezTo>
                    <a:pt x="7381" y="724"/>
                    <a:pt x="7217" y="675"/>
                    <a:pt x="7052" y="625"/>
                  </a:cubicBezTo>
                  <a:cubicBezTo>
                    <a:pt x="4554" y="1"/>
                    <a:pt x="1990" y="1349"/>
                    <a:pt x="1119" y="3765"/>
                  </a:cubicBezTo>
                  <a:cubicBezTo>
                    <a:pt x="1020" y="4028"/>
                    <a:pt x="938" y="4291"/>
                    <a:pt x="872" y="4570"/>
                  </a:cubicBezTo>
                  <a:cubicBezTo>
                    <a:pt x="872" y="4603"/>
                    <a:pt x="856" y="4636"/>
                    <a:pt x="856" y="4685"/>
                  </a:cubicBezTo>
                  <a:cubicBezTo>
                    <a:pt x="1" y="8350"/>
                    <a:pt x="2401" y="11227"/>
                    <a:pt x="6263" y="11441"/>
                  </a:cubicBezTo>
                </a:path>
              </a:pathLst>
            </a:custGeom>
            <a:noFill/>
            <a:ln w="19050" cap="flat" cmpd="sng">
              <a:solidFill>
                <a:schemeClr val="accent5"/>
              </a:solidFill>
              <a:prstDash val="solid"/>
              <a:miter lim="1643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87"/>
            <p:cNvSpPr/>
            <p:nvPr/>
          </p:nvSpPr>
          <p:spPr>
            <a:xfrm>
              <a:off x="9701075" y="566800"/>
              <a:ext cx="125775" cy="78850"/>
            </a:xfrm>
            <a:custGeom>
              <a:avLst/>
              <a:gdLst/>
              <a:ahLst/>
              <a:cxnLst/>
              <a:rect l="l" t="t" r="r" b="b"/>
              <a:pathLst>
                <a:path w="5031" h="3154" extrusionOk="0">
                  <a:moveTo>
                    <a:pt x="2459" y="0"/>
                  </a:moveTo>
                  <a:cubicBezTo>
                    <a:pt x="1340" y="0"/>
                    <a:pt x="375" y="541"/>
                    <a:pt x="198" y="1305"/>
                  </a:cubicBezTo>
                  <a:cubicBezTo>
                    <a:pt x="1" y="2177"/>
                    <a:pt x="889" y="2998"/>
                    <a:pt x="2154" y="3130"/>
                  </a:cubicBezTo>
                  <a:cubicBezTo>
                    <a:pt x="2290" y="3146"/>
                    <a:pt x="2424" y="3153"/>
                    <a:pt x="2556" y="3153"/>
                  </a:cubicBezTo>
                  <a:cubicBezTo>
                    <a:pt x="3676" y="3153"/>
                    <a:pt x="4642" y="2612"/>
                    <a:pt x="4833" y="1848"/>
                  </a:cubicBezTo>
                  <a:cubicBezTo>
                    <a:pt x="5031" y="977"/>
                    <a:pt x="4143" y="155"/>
                    <a:pt x="2861" y="23"/>
                  </a:cubicBezTo>
                  <a:cubicBezTo>
                    <a:pt x="2725" y="8"/>
                    <a:pt x="2591" y="0"/>
                    <a:pt x="2459" y="0"/>
                  </a:cubicBez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87"/>
            <p:cNvSpPr/>
            <p:nvPr/>
          </p:nvSpPr>
          <p:spPr>
            <a:xfrm>
              <a:off x="9725325" y="582175"/>
              <a:ext cx="76875" cy="48075"/>
            </a:xfrm>
            <a:custGeom>
              <a:avLst/>
              <a:gdLst/>
              <a:ahLst/>
              <a:cxnLst/>
              <a:rect l="l" t="t" r="r" b="b"/>
              <a:pathLst>
                <a:path w="3075" h="1923" extrusionOk="0">
                  <a:moveTo>
                    <a:pt x="1500" y="0"/>
                  </a:moveTo>
                  <a:cubicBezTo>
                    <a:pt x="817" y="0"/>
                    <a:pt x="234" y="338"/>
                    <a:pt x="132" y="806"/>
                  </a:cubicBezTo>
                  <a:cubicBezTo>
                    <a:pt x="1" y="1331"/>
                    <a:pt x="543" y="1825"/>
                    <a:pt x="1316" y="1907"/>
                  </a:cubicBezTo>
                  <a:cubicBezTo>
                    <a:pt x="1403" y="1918"/>
                    <a:pt x="1490" y="1923"/>
                    <a:pt x="1576" y="1923"/>
                  </a:cubicBezTo>
                  <a:cubicBezTo>
                    <a:pt x="2261" y="1923"/>
                    <a:pt x="2857" y="1585"/>
                    <a:pt x="2959" y="1118"/>
                  </a:cubicBezTo>
                  <a:cubicBezTo>
                    <a:pt x="3074" y="592"/>
                    <a:pt x="2532" y="99"/>
                    <a:pt x="1759" y="17"/>
                  </a:cubicBezTo>
                  <a:cubicBezTo>
                    <a:pt x="1672" y="6"/>
                    <a:pt x="1585" y="0"/>
                    <a:pt x="1500" y="0"/>
                  </a:cubicBez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80" name="Google Shape;2780;p87">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87">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push dir="r"/>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761"/>
                                        </p:tgtEl>
                                        <p:attrNameLst>
                                          <p:attrName>style.visibility</p:attrName>
                                        </p:attrNameLst>
                                      </p:cBhvr>
                                      <p:to>
                                        <p:strVal val="visible"/>
                                      </p:to>
                                    </p:set>
                                    <p:animEffect transition="in" filter="fade">
                                      <p:cBhvr>
                                        <p:cTn id="7" dur="1000"/>
                                        <p:tgtEl>
                                          <p:spTgt spid="2761"/>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2769"/>
                                        </p:tgtEl>
                                        <p:attrNameLst>
                                          <p:attrName>style.visibility</p:attrName>
                                        </p:attrNameLst>
                                      </p:cBhvr>
                                      <p:to>
                                        <p:strVal val="visible"/>
                                      </p:to>
                                    </p:set>
                                    <p:animEffect transition="in" filter="fade">
                                      <p:cBhvr>
                                        <p:cTn id="11" dur="1000"/>
                                        <p:tgtEl>
                                          <p:spTgt spid="27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2785"/>
        <p:cNvGrpSpPr/>
        <p:nvPr/>
      </p:nvGrpSpPr>
      <p:grpSpPr>
        <a:xfrm>
          <a:off x="0" y="0"/>
          <a:ext cx="0" cy="0"/>
          <a:chOff x="0" y="0"/>
          <a:chExt cx="0" cy="0"/>
        </a:xfrm>
      </p:grpSpPr>
      <p:sp>
        <p:nvSpPr>
          <p:cNvPr id="2786" name="Google Shape;2786;p88"/>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PROCESS</a:t>
            </a:r>
            <a:endParaRPr/>
          </a:p>
        </p:txBody>
      </p:sp>
      <p:grpSp>
        <p:nvGrpSpPr>
          <p:cNvPr id="2787" name="Google Shape;2787;p88"/>
          <p:cNvGrpSpPr/>
          <p:nvPr/>
        </p:nvGrpSpPr>
        <p:grpSpPr>
          <a:xfrm>
            <a:off x="1304025" y="2125663"/>
            <a:ext cx="6535950" cy="1525075"/>
            <a:chOff x="1304025" y="2125663"/>
            <a:chExt cx="6535950" cy="1525075"/>
          </a:xfrm>
        </p:grpSpPr>
        <p:cxnSp>
          <p:nvCxnSpPr>
            <p:cNvPr id="2788" name="Google Shape;2788;p88"/>
            <p:cNvCxnSpPr>
              <a:endCxn id="2789" idx="3"/>
            </p:cNvCxnSpPr>
            <p:nvPr/>
          </p:nvCxnSpPr>
          <p:spPr>
            <a:xfrm>
              <a:off x="2758875" y="2888200"/>
              <a:ext cx="5081100" cy="0"/>
            </a:xfrm>
            <a:prstGeom prst="straightConnector1">
              <a:avLst/>
            </a:prstGeom>
            <a:noFill/>
            <a:ln w="28575" cap="flat" cmpd="sng">
              <a:solidFill>
                <a:schemeClr val="accent5"/>
              </a:solidFill>
              <a:prstDash val="solid"/>
              <a:round/>
              <a:headEnd type="none" w="med" len="med"/>
              <a:tailEnd type="none" w="med" len="med"/>
            </a:ln>
          </p:spPr>
        </p:cxnSp>
        <p:cxnSp>
          <p:nvCxnSpPr>
            <p:cNvPr id="2790" name="Google Shape;2790;p88"/>
            <p:cNvCxnSpPr>
              <a:stCxn id="2791" idx="0"/>
            </p:cNvCxnSpPr>
            <p:nvPr/>
          </p:nvCxnSpPr>
          <p:spPr>
            <a:xfrm rot="10800000">
              <a:off x="3725175" y="3210938"/>
              <a:ext cx="0" cy="439800"/>
            </a:xfrm>
            <a:prstGeom prst="straightConnector1">
              <a:avLst/>
            </a:prstGeom>
            <a:noFill/>
            <a:ln w="28575" cap="flat" cmpd="sng">
              <a:solidFill>
                <a:schemeClr val="accent5"/>
              </a:solidFill>
              <a:prstDash val="solid"/>
              <a:round/>
              <a:headEnd type="none" w="med" len="med"/>
              <a:tailEnd type="oval" w="med" len="med"/>
            </a:ln>
          </p:spPr>
        </p:cxnSp>
        <p:cxnSp>
          <p:nvCxnSpPr>
            <p:cNvPr id="2792" name="Google Shape;2792;p88"/>
            <p:cNvCxnSpPr>
              <a:stCxn id="2793" idx="2"/>
            </p:cNvCxnSpPr>
            <p:nvPr/>
          </p:nvCxnSpPr>
          <p:spPr>
            <a:xfrm>
              <a:off x="5418825" y="2125663"/>
              <a:ext cx="0" cy="439800"/>
            </a:xfrm>
            <a:prstGeom prst="straightConnector1">
              <a:avLst/>
            </a:prstGeom>
            <a:noFill/>
            <a:ln w="28575" cap="flat" cmpd="sng">
              <a:solidFill>
                <a:schemeClr val="accent5"/>
              </a:solidFill>
              <a:prstDash val="solid"/>
              <a:round/>
              <a:headEnd type="none" w="med" len="med"/>
              <a:tailEnd type="oval" w="med" len="med"/>
            </a:ln>
          </p:spPr>
        </p:cxnSp>
        <p:cxnSp>
          <p:nvCxnSpPr>
            <p:cNvPr id="2794" name="Google Shape;2794;p88"/>
            <p:cNvCxnSpPr>
              <a:stCxn id="2795" idx="0"/>
            </p:cNvCxnSpPr>
            <p:nvPr/>
          </p:nvCxnSpPr>
          <p:spPr>
            <a:xfrm rot="10800000">
              <a:off x="7112475" y="3210938"/>
              <a:ext cx="0" cy="439800"/>
            </a:xfrm>
            <a:prstGeom prst="straightConnector1">
              <a:avLst/>
            </a:prstGeom>
            <a:noFill/>
            <a:ln w="28575" cap="flat" cmpd="sng">
              <a:solidFill>
                <a:schemeClr val="accent5"/>
              </a:solidFill>
              <a:prstDash val="solid"/>
              <a:round/>
              <a:headEnd type="none" w="med" len="med"/>
              <a:tailEnd type="oval" w="med" len="med"/>
            </a:ln>
          </p:spPr>
        </p:cxnSp>
        <p:cxnSp>
          <p:nvCxnSpPr>
            <p:cNvPr id="2796" name="Google Shape;2796;p88"/>
            <p:cNvCxnSpPr>
              <a:stCxn id="2797" idx="2"/>
            </p:cNvCxnSpPr>
            <p:nvPr/>
          </p:nvCxnSpPr>
          <p:spPr>
            <a:xfrm>
              <a:off x="2031525" y="2125663"/>
              <a:ext cx="0" cy="439800"/>
            </a:xfrm>
            <a:prstGeom prst="straightConnector1">
              <a:avLst/>
            </a:prstGeom>
            <a:noFill/>
            <a:ln w="28575" cap="flat" cmpd="sng">
              <a:solidFill>
                <a:schemeClr val="accent5"/>
              </a:solidFill>
              <a:prstDash val="solid"/>
              <a:round/>
              <a:headEnd type="none" w="med" len="med"/>
              <a:tailEnd type="oval" w="med" len="med"/>
            </a:ln>
          </p:spPr>
        </p:cxnSp>
        <p:sp>
          <p:nvSpPr>
            <p:cNvPr id="2798" name="Google Shape;2798;p88"/>
            <p:cNvSpPr/>
            <p:nvPr/>
          </p:nvSpPr>
          <p:spPr>
            <a:xfrm>
              <a:off x="1304025" y="2706400"/>
              <a:ext cx="1455000" cy="363600"/>
            </a:xfrm>
            <a:prstGeom prst="roundRect">
              <a:avLst>
                <a:gd name="adj" fmla="val 34302"/>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accent5"/>
                  </a:solidFill>
                  <a:latin typeface="Aldrich"/>
                  <a:ea typeface="Aldrich"/>
                  <a:cs typeface="Aldrich"/>
                  <a:sym typeface="Aldrich"/>
                </a:rPr>
                <a:t>1960</a:t>
              </a:r>
              <a:endParaRPr sz="1600" b="1">
                <a:solidFill>
                  <a:schemeClr val="accent5"/>
                </a:solidFill>
                <a:latin typeface="Aldrich"/>
                <a:ea typeface="Aldrich"/>
                <a:cs typeface="Aldrich"/>
                <a:sym typeface="Aldrich"/>
              </a:endParaRPr>
            </a:p>
          </p:txBody>
        </p:sp>
        <p:sp>
          <p:nvSpPr>
            <p:cNvPr id="2799" name="Google Shape;2799;p88"/>
            <p:cNvSpPr/>
            <p:nvPr/>
          </p:nvSpPr>
          <p:spPr>
            <a:xfrm>
              <a:off x="2997675" y="2706400"/>
              <a:ext cx="1455000" cy="363600"/>
            </a:xfrm>
            <a:prstGeom prst="roundRect">
              <a:avLst>
                <a:gd name="adj" fmla="val 32178"/>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lt1"/>
                  </a:solidFill>
                  <a:latin typeface="Aldrich"/>
                  <a:ea typeface="Aldrich"/>
                  <a:cs typeface="Aldrich"/>
                  <a:sym typeface="Aldrich"/>
                </a:rPr>
                <a:t>1980</a:t>
              </a:r>
              <a:endParaRPr sz="1600" b="1">
                <a:solidFill>
                  <a:schemeClr val="lt1"/>
                </a:solidFill>
                <a:latin typeface="Aldrich"/>
                <a:ea typeface="Aldrich"/>
                <a:cs typeface="Aldrich"/>
                <a:sym typeface="Aldrich"/>
              </a:endParaRPr>
            </a:p>
          </p:txBody>
        </p:sp>
        <p:sp>
          <p:nvSpPr>
            <p:cNvPr id="2800" name="Google Shape;2800;p88"/>
            <p:cNvSpPr/>
            <p:nvPr/>
          </p:nvSpPr>
          <p:spPr>
            <a:xfrm>
              <a:off x="4691325" y="2706400"/>
              <a:ext cx="1455000" cy="363600"/>
            </a:xfrm>
            <a:prstGeom prst="roundRect">
              <a:avLst>
                <a:gd name="adj" fmla="val 35293"/>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accent5"/>
                  </a:solidFill>
                  <a:latin typeface="Aldrich"/>
                  <a:ea typeface="Aldrich"/>
                  <a:cs typeface="Aldrich"/>
                  <a:sym typeface="Aldrich"/>
                </a:rPr>
                <a:t>2000</a:t>
              </a:r>
              <a:endParaRPr sz="1600" b="1">
                <a:solidFill>
                  <a:schemeClr val="accent5"/>
                </a:solidFill>
                <a:latin typeface="Aldrich"/>
                <a:ea typeface="Aldrich"/>
                <a:cs typeface="Aldrich"/>
                <a:sym typeface="Aldrich"/>
              </a:endParaRPr>
            </a:p>
          </p:txBody>
        </p:sp>
        <p:sp>
          <p:nvSpPr>
            <p:cNvPr id="2789" name="Google Shape;2789;p88"/>
            <p:cNvSpPr/>
            <p:nvPr/>
          </p:nvSpPr>
          <p:spPr>
            <a:xfrm>
              <a:off x="6384975" y="2706400"/>
              <a:ext cx="1455000" cy="363600"/>
            </a:xfrm>
            <a:prstGeom prst="roundRect">
              <a:avLst>
                <a:gd name="adj" fmla="val 38407"/>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accent5"/>
                  </a:solidFill>
                  <a:latin typeface="Aldrich"/>
                  <a:ea typeface="Aldrich"/>
                  <a:cs typeface="Aldrich"/>
                  <a:sym typeface="Aldrich"/>
                </a:rPr>
                <a:t>2019</a:t>
              </a:r>
              <a:endParaRPr sz="1600" b="1">
                <a:solidFill>
                  <a:schemeClr val="accent5"/>
                </a:solidFill>
                <a:latin typeface="Aldrich"/>
                <a:ea typeface="Aldrich"/>
                <a:cs typeface="Aldrich"/>
                <a:sym typeface="Aldrich"/>
              </a:endParaRPr>
            </a:p>
          </p:txBody>
        </p:sp>
      </p:grpSp>
      <p:sp>
        <p:nvSpPr>
          <p:cNvPr id="2797" name="Google Shape;2797;p88"/>
          <p:cNvSpPr txBox="1"/>
          <p:nvPr/>
        </p:nvSpPr>
        <p:spPr>
          <a:xfrm>
            <a:off x="1121775" y="1427263"/>
            <a:ext cx="1819500" cy="698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500">
                <a:solidFill>
                  <a:schemeClr val="accent5"/>
                </a:solidFill>
                <a:latin typeface="Didact Gothic"/>
                <a:ea typeface="Didact Gothic"/>
                <a:cs typeface="Didact Gothic"/>
                <a:sym typeface="Didact Gothic"/>
              </a:rPr>
              <a:t>Mercury is the smallest planet</a:t>
            </a:r>
            <a:endParaRPr sz="1500">
              <a:solidFill>
                <a:schemeClr val="accent5"/>
              </a:solidFill>
              <a:latin typeface="Didact Gothic"/>
              <a:ea typeface="Didact Gothic"/>
              <a:cs typeface="Didact Gothic"/>
              <a:sym typeface="Didact Gothic"/>
            </a:endParaRPr>
          </a:p>
        </p:txBody>
      </p:sp>
      <p:sp>
        <p:nvSpPr>
          <p:cNvPr id="2791" name="Google Shape;2791;p88"/>
          <p:cNvSpPr txBox="1"/>
          <p:nvPr/>
        </p:nvSpPr>
        <p:spPr>
          <a:xfrm>
            <a:off x="2815425" y="3650738"/>
            <a:ext cx="1819500" cy="698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500">
                <a:solidFill>
                  <a:schemeClr val="accent5"/>
                </a:solidFill>
                <a:latin typeface="Didact Gothic"/>
                <a:ea typeface="Didact Gothic"/>
                <a:cs typeface="Didact Gothic"/>
                <a:sym typeface="Didact Gothic"/>
              </a:rPr>
              <a:t>Neptune is far away from Earth</a:t>
            </a:r>
            <a:endParaRPr sz="1500">
              <a:solidFill>
                <a:schemeClr val="accent5"/>
              </a:solidFill>
              <a:latin typeface="Didact Gothic"/>
              <a:ea typeface="Didact Gothic"/>
              <a:cs typeface="Didact Gothic"/>
              <a:sym typeface="Didact Gothic"/>
            </a:endParaRPr>
          </a:p>
          <a:p>
            <a:pPr marL="0" lvl="0" indent="0" algn="ctr" rtl="0">
              <a:spcBef>
                <a:spcPts val="0"/>
              </a:spcBef>
              <a:spcAft>
                <a:spcPts val="0"/>
              </a:spcAft>
              <a:buNone/>
            </a:pPr>
            <a:endParaRPr sz="1500">
              <a:solidFill>
                <a:schemeClr val="accent5"/>
              </a:solidFill>
              <a:latin typeface="Didact Gothic"/>
              <a:ea typeface="Didact Gothic"/>
              <a:cs typeface="Didact Gothic"/>
              <a:sym typeface="Didact Gothic"/>
            </a:endParaRPr>
          </a:p>
        </p:txBody>
      </p:sp>
      <p:sp>
        <p:nvSpPr>
          <p:cNvPr id="2793" name="Google Shape;2793;p88"/>
          <p:cNvSpPr txBox="1"/>
          <p:nvPr/>
        </p:nvSpPr>
        <p:spPr>
          <a:xfrm>
            <a:off x="4509075" y="1427263"/>
            <a:ext cx="1819500" cy="698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500">
                <a:solidFill>
                  <a:schemeClr val="accent5"/>
                </a:solidFill>
                <a:latin typeface="Didact Gothic"/>
                <a:ea typeface="Didact Gothic"/>
                <a:cs typeface="Didact Gothic"/>
                <a:sym typeface="Didact Gothic"/>
              </a:rPr>
              <a:t>Jupiter is the biggest planet</a:t>
            </a:r>
            <a:endParaRPr sz="1500">
              <a:solidFill>
                <a:schemeClr val="accent5"/>
              </a:solidFill>
              <a:latin typeface="Didact Gothic"/>
              <a:ea typeface="Didact Gothic"/>
              <a:cs typeface="Didact Gothic"/>
              <a:sym typeface="Didact Gothic"/>
            </a:endParaRPr>
          </a:p>
          <a:p>
            <a:pPr marL="0" lvl="0" indent="0" algn="ctr" rtl="0">
              <a:spcBef>
                <a:spcPts val="0"/>
              </a:spcBef>
              <a:spcAft>
                <a:spcPts val="0"/>
              </a:spcAft>
              <a:buNone/>
            </a:pPr>
            <a:endParaRPr sz="1500">
              <a:solidFill>
                <a:schemeClr val="accent5"/>
              </a:solidFill>
              <a:latin typeface="Didact Gothic"/>
              <a:ea typeface="Didact Gothic"/>
              <a:cs typeface="Didact Gothic"/>
              <a:sym typeface="Didact Gothic"/>
            </a:endParaRPr>
          </a:p>
        </p:txBody>
      </p:sp>
      <p:sp>
        <p:nvSpPr>
          <p:cNvPr id="2795" name="Google Shape;2795;p88"/>
          <p:cNvSpPr txBox="1"/>
          <p:nvPr/>
        </p:nvSpPr>
        <p:spPr>
          <a:xfrm>
            <a:off x="6202725" y="3650738"/>
            <a:ext cx="1819500" cy="698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500">
                <a:solidFill>
                  <a:schemeClr val="accent5"/>
                </a:solidFill>
                <a:latin typeface="Didact Gothic"/>
                <a:ea typeface="Didact Gothic"/>
                <a:cs typeface="Didact Gothic"/>
                <a:sym typeface="Didact Gothic"/>
              </a:rPr>
              <a:t>Venus has a beautiful name</a:t>
            </a:r>
            <a:endParaRPr sz="1500">
              <a:solidFill>
                <a:schemeClr val="accent5"/>
              </a:solidFill>
              <a:latin typeface="Didact Gothic"/>
              <a:ea typeface="Didact Gothic"/>
              <a:cs typeface="Didact Gothic"/>
              <a:sym typeface="Didact Gothic"/>
            </a:endParaRPr>
          </a:p>
          <a:p>
            <a:pPr marL="0" lvl="0" indent="0" algn="ctr" rtl="0">
              <a:spcBef>
                <a:spcPts val="0"/>
              </a:spcBef>
              <a:spcAft>
                <a:spcPts val="0"/>
              </a:spcAft>
              <a:buNone/>
            </a:pPr>
            <a:endParaRPr sz="1500">
              <a:solidFill>
                <a:schemeClr val="accent5"/>
              </a:solidFill>
              <a:latin typeface="Didact Gothic"/>
              <a:ea typeface="Didact Gothic"/>
              <a:cs typeface="Didact Gothic"/>
              <a:sym typeface="Didact Gothic"/>
            </a:endParaRPr>
          </a:p>
        </p:txBody>
      </p:sp>
      <p:sp>
        <p:nvSpPr>
          <p:cNvPr id="2801" name="Google Shape;2801;p88">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88">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2806"/>
        <p:cNvGrpSpPr/>
        <p:nvPr/>
      </p:nvGrpSpPr>
      <p:grpSpPr>
        <a:xfrm>
          <a:off x="0" y="0"/>
          <a:ext cx="0" cy="0"/>
          <a:chOff x="0" y="0"/>
          <a:chExt cx="0" cy="0"/>
        </a:xfrm>
      </p:grpSpPr>
      <p:sp>
        <p:nvSpPr>
          <p:cNvPr id="2807" name="Google Shape;2807;p89"/>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THIS IS A GRAPH</a:t>
            </a:r>
            <a:endParaRPr/>
          </a:p>
        </p:txBody>
      </p:sp>
      <p:pic>
        <p:nvPicPr>
          <p:cNvPr id="2808" name="Google Shape;2808;p89" title="Chart">
            <a:hlinkClick r:id="rId3"/>
          </p:cNvPr>
          <p:cNvPicPr preferRelativeResize="0"/>
          <p:nvPr/>
        </p:nvPicPr>
        <p:blipFill>
          <a:blip r:embed="rId4">
            <a:alphaModFix/>
          </a:blip>
          <a:stretch>
            <a:fillRect/>
          </a:stretch>
        </p:blipFill>
        <p:spPr>
          <a:xfrm>
            <a:off x="4081175" y="1362075"/>
            <a:ext cx="4463525" cy="3038475"/>
          </a:xfrm>
          <a:prstGeom prst="rect">
            <a:avLst/>
          </a:prstGeom>
          <a:noFill/>
          <a:ln>
            <a:noFill/>
          </a:ln>
        </p:spPr>
      </p:pic>
      <p:sp>
        <p:nvSpPr>
          <p:cNvPr id="2809" name="Google Shape;2809;p89"/>
          <p:cNvSpPr txBox="1"/>
          <p:nvPr/>
        </p:nvSpPr>
        <p:spPr>
          <a:xfrm>
            <a:off x="1607650" y="2583450"/>
            <a:ext cx="2507100" cy="527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800" b="1">
                <a:solidFill>
                  <a:schemeClr val="accent5"/>
                </a:solidFill>
                <a:latin typeface="Aldrich"/>
                <a:ea typeface="Aldrich"/>
                <a:cs typeface="Aldrich"/>
                <a:sym typeface="Aldrich"/>
              </a:rPr>
              <a:t>NEPTUNE</a:t>
            </a:r>
            <a:endParaRPr sz="1800" b="1">
              <a:solidFill>
                <a:schemeClr val="accent5"/>
              </a:solidFill>
              <a:latin typeface="Aldrich"/>
              <a:ea typeface="Aldrich"/>
              <a:cs typeface="Aldrich"/>
              <a:sym typeface="Aldrich"/>
            </a:endParaRPr>
          </a:p>
        </p:txBody>
      </p:sp>
      <p:sp>
        <p:nvSpPr>
          <p:cNvPr id="2810" name="Google Shape;2810;p89"/>
          <p:cNvSpPr txBox="1"/>
          <p:nvPr/>
        </p:nvSpPr>
        <p:spPr>
          <a:xfrm>
            <a:off x="1607650" y="1474775"/>
            <a:ext cx="2507100" cy="527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800" b="1">
                <a:solidFill>
                  <a:schemeClr val="accent5"/>
                </a:solidFill>
                <a:latin typeface="Aldrich"/>
                <a:ea typeface="Aldrich"/>
                <a:cs typeface="Aldrich"/>
                <a:sym typeface="Aldrich"/>
              </a:rPr>
              <a:t>MERCURY</a:t>
            </a:r>
            <a:endParaRPr sz="1800" b="1">
              <a:solidFill>
                <a:schemeClr val="accent5"/>
              </a:solidFill>
              <a:latin typeface="Aldrich"/>
              <a:ea typeface="Aldrich"/>
              <a:cs typeface="Aldrich"/>
              <a:sym typeface="Aldrich"/>
            </a:endParaRPr>
          </a:p>
        </p:txBody>
      </p:sp>
      <p:sp>
        <p:nvSpPr>
          <p:cNvPr id="2811" name="Google Shape;2811;p89"/>
          <p:cNvSpPr txBox="1"/>
          <p:nvPr/>
        </p:nvSpPr>
        <p:spPr>
          <a:xfrm>
            <a:off x="1607650" y="2029113"/>
            <a:ext cx="2507100" cy="527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800" b="1">
                <a:solidFill>
                  <a:schemeClr val="accent5"/>
                </a:solidFill>
                <a:latin typeface="Aldrich"/>
                <a:ea typeface="Aldrich"/>
                <a:cs typeface="Aldrich"/>
                <a:sym typeface="Aldrich"/>
              </a:rPr>
              <a:t>SATURN</a:t>
            </a:r>
            <a:endParaRPr sz="1800" b="1">
              <a:solidFill>
                <a:schemeClr val="accent5"/>
              </a:solidFill>
              <a:latin typeface="Aldrich"/>
              <a:ea typeface="Aldrich"/>
              <a:cs typeface="Aldrich"/>
              <a:sym typeface="Aldrich"/>
            </a:endParaRPr>
          </a:p>
        </p:txBody>
      </p:sp>
      <p:sp>
        <p:nvSpPr>
          <p:cNvPr id="2812" name="Google Shape;2812;p89"/>
          <p:cNvSpPr txBox="1"/>
          <p:nvPr/>
        </p:nvSpPr>
        <p:spPr>
          <a:xfrm>
            <a:off x="1607650" y="3169550"/>
            <a:ext cx="2507100" cy="942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accent5"/>
                </a:solidFill>
                <a:latin typeface="Didact Gothic"/>
                <a:ea typeface="Didact Gothic"/>
                <a:cs typeface="Didact Gothic"/>
                <a:sym typeface="Didact Gothic"/>
              </a:rPr>
              <a:t>Mercury is the closest planet to the Sun and the smallest one</a:t>
            </a:r>
            <a:endParaRPr sz="1600">
              <a:solidFill>
                <a:schemeClr val="accent5"/>
              </a:solidFill>
              <a:latin typeface="Didact Gothic"/>
              <a:ea typeface="Didact Gothic"/>
              <a:cs typeface="Didact Gothic"/>
              <a:sym typeface="Didact Gothic"/>
            </a:endParaRPr>
          </a:p>
        </p:txBody>
      </p:sp>
      <p:sp>
        <p:nvSpPr>
          <p:cNvPr id="2813" name="Google Shape;2813;p89"/>
          <p:cNvSpPr txBox="1"/>
          <p:nvPr/>
        </p:nvSpPr>
        <p:spPr>
          <a:xfrm>
            <a:off x="714225" y="4309525"/>
            <a:ext cx="7715400" cy="362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accent5"/>
                </a:solidFill>
                <a:latin typeface="Didact Gothic"/>
                <a:ea typeface="Didact Gothic"/>
                <a:cs typeface="Didact Gothic"/>
                <a:sym typeface="Didact Gothic"/>
              </a:rPr>
              <a:t>Follow the link in the graph to modify its data and then paste the new one here. </a:t>
            </a:r>
            <a:r>
              <a:rPr lang="en" sz="1200" b="1">
                <a:solidFill>
                  <a:schemeClr val="accent5"/>
                </a:solidFill>
                <a:uFill>
                  <a:noFill/>
                </a:uFill>
                <a:latin typeface="Didact Gothic"/>
                <a:ea typeface="Didact Gothic"/>
                <a:cs typeface="Didact Gothic"/>
                <a:sym typeface="Didact Gothic"/>
                <a:hlinkClick r:id="rId5">
                  <a:extLst>
                    <a:ext uri="{A12FA001-AC4F-418D-AE19-62706E023703}">
                      <ahyp:hlinkClr xmlns:ahyp="http://schemas.microsoft.com/office/drawing/2018/hyperlinkcolor" val="tx"/>
                    </a:ext>
                  </a:extLst>
                </a:hlinkClick>
              </a:rPr>
              <a:t>For more info, click here</a:t>
            </a:r>
            <a:endParaRPr sz="1200" b="1">
              <a:solidFill>
                <a:schemeClr val="accent5"/>
              </a:solidFill>
              <a:latin typeface="Didact Gothic"/>
              <a:ea typeface="Didact Gothic"/>
              <a:cs typeface="Didact Gothic"/>
              <a:sym typeface="Didact Gothic"/>
            </a:endParaRPr>
          </a:p>
        </p:txBody>
      </p:sp>
      <p:sp>
        <p:nvSpPr>
          <p:cNvPr id="2814" name="Google Shape;2814;p89"/>
          <p:cNvSpPr/>
          <p:nvPr/>
        </p:nvSpPr>
        <p:spPr>
          <a:xfrm>
            <a:off x="846200" y="1638300"/>
            <a:ext cx="639600" cy="219000"/>
          </a:xfrm>
          <a:prstGeom prst="roundRect">
            <a:avLst>
              <a:gd name="adj" fmla="val 16667"/>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89"/>
          <p:cNvSpPr/>
          <p:nvPr/>
        </p:nvSpPr>
        <p:spPr>
          <a:xfrm>
            <a:off x="846200" y="2190750"/>
            <a:ext cx="639600" cy="219000"/>
          </a:xfrm>
          <a:prstGeom prst="roundRect">
            <a:avLst>
              <a:gd name="adj" fmla="val 16667"/>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89"/>
          <p:cNvSpPr/>
          <p:nvPr/>
        </p:nvSpPr>
        <p:spPr>
          <a:xfrm>
            <a:off x="846200" y="2743200"/>
            <a:ext cx="639600" cy="219000"/>
          </a:xfrm>
          <a:prstGeom prst="roundRect">
            <a:avLst>
              <a:gd name="adj" fmla="val 16667"/>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89">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89">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810"/>
                                        </p:tgtEl>
                                        <p:attrNameLst>
                                          <p:attrName>style.visibility</p:attrName>
                                        </p:attrNameLst>
                                      </p:cBhvr>
                                      <p:to>
                                        <p:strVal val="visible"/>
                                      </p:to>
                                    </p:set>
                                    <p:animEffect transition="in" filter="fade">
                                      <p:cBhvr>
                                        <p:cTn id="7" dur="1000"/>
                                        <p:tgtEl>
                                          <p:spTgt spid="2810"/>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2811"/>
                                        </p:tgtEl>
                                        <p:attrNameLst>
                                          <p:attrName>style.visibility</p:attrName>
                                        </p:attrNameLst>
                                      </p:cBhvr>
                                      <p:to>
                                        <p:strVal val="visible"/>
                                      </p:to>
                                    </p:set>
                                    <p:animEffect transition="in" filter="fade">
                                      <p:cBhvr>
                                        <p:cTn id="11" dur="1000"/>
                                        <p:tgtEl>
                                          <p:spTgt spid="2811"/>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2809"/>
                                        </p:tgtEl>
                                        <p:attrNameLst>
                                          <p:attrName>style.visibility</p:attrName>
                                        </p:attrNameLst>
                                      </p:cBhvr>
                                      <p:to>
                                        <p:strVal val="visible"/>
                                      </p:to>
                                    </p:set>
                                    <p:animEffect transition="in" filter="fade">
                                      <p:cBhvr>
                                        <p:cTn id="15" dur="1000"/>
                                        <p:tgtEl>
                                          <p:spTgt spid="28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Shape 2822"/>
        <p:cNvGrpSpPr/>
        <p:nvPr/>
      </p:nvGrpSpPr>
      <p:grpSpPr>
        <a:xfrm>
          <a:off x="0" y="0"/>
          <a:ext cx="0" cy="0"/>
          <a:chOff x="0" y="0"/>
          <a:chExt cx="0" cy="0"/>
        </a:xfrm>
      </p:grpSpPr>
      <p:sp>
        <p:nvSpPr>
          <p:cNvPr id="2823" name="Google Shape;2823;p90"/>
          <p:cNvSpPr txBox="1">
            <a:spLocks noGrp="1"/>
          </p:cNvSpPr>
          <p:nvPr>
            <p:ph type="title"/>
          </p:nvPr>
        </p:nvSpPr>
        <p:spPr>
          <a:xfrm>
            <a:off x="2046600" y="1414500"/>
            <a:ext cx="5050800" cy="2314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AWESOME WORDS</a:t>
            </a:r>
            <a:endParaRPr/>
          </a:p>
        </p:txBody>
      </p:sp>
      <p:grpSp>
        <p:nvGrpSpPr>
          <p:cNvPr id="2824" name="Google Shape;2824;p90"/>
          <p:cNvGrpSpPr/>
          <p:nvPr/>
        </p:nvGrpSpPr>
        <p:grpSpPr>
          <a:xfrm rot="-552712" flipH="1">
            <a:off x="1612704" y="1218981"/>
            <a:ext cx="1271811" cy="1019154"/>
            <a:chOff x="10049025" y="922900"/>
            <a:chExt cx="537625" cy="430800"/>
          </a:xfrm>
        </p:grpSpPr>
        <p:sp>
          <p:nvSpPr>
            <p:cNvPr id="2825" name="Google Shape;2825;p90"/>
            <p:cNvSpPr/>
            <p:nvPr/>
          </p:nvSpPr>
          <p:spPr>
            <a:xfrm>
              <a:off x="10056525" y="930425"/>
              <a:ext cx="521975" cy="331475"/>
            </a:xfrm>
            <a:custGeom>
              <a:avLst/>
              <a:gdLst/>
              <a:ahLst/>
              <a:cxnLst/>
              <a:rect l="l" t="t" r="r" b="b"/>
              <a:pathLst>
                <a:path w="20879" h="13259" extrusionOk="0">
                  <a:moveTo>
                    <a:pt x="14412" y="0"/>
                  </a:moveTo>
                  <a:lnTo>
                    <a:pt x="1" y="226"/>
                  </a:lnTo>
                  <a:cubicBezTo>
                    <a:pt x="1254" y="2506"/>
                    <a:pt x="2407" y="4812"/>
                    <a:pt x="3334" y="7218"/>
                  </a:cubicBezTo>
                  <a:lnTo>
                    <a:pt x="12532" y="13258"/>
                  </a:lnTo>
                  <a:lnTo>
                    <a:pt x="20878" y="12757"/>
                  </a:lnTo>
                  <a:lnTo>
                    <a:pt x="144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90"/>
            <p:cNvSpPr/>
            <p:nvPr/>
          </p:nvSpPr>
          <p:spPr>
            <a:xfrm>
              <a:off x="10049025" y="922900"/>
              <a:ext cx="537625" cy="347150"/>
            </a:xfrm>
            <a:custGeom>
              <a:avLst/>
              <a:gdLst/>
              <a:ahLst/>
              <a:cxnLst/>
              <a:rect l="l" t="t" r="r" b="b"/>
              <a:pathLst>
                <a:path w="21505" h="13886" extrusionOk="0">
                  <a:moveTo>
                    <a:pt x="14574" y="527"/>
                  </a:moveTo>
                  <a:cubicBezTo>
                    <a:pt x="16433" y="4242"/>
                    <a:pt x="18292" y="7862"/>
                    <a:pt x="20151" y="11579"/>
                  </a:cubicBezTo>
                  <a:cubicBezTo>
                    <a:pt x="20376" y="11973"/>
                    <a:pt x="20614" y="12366"/>
                    <a:pt x="20804" y="12760"/>
                  </a:cubicBezTo>
                  <a:lnTo>
                    <a:pt x="20804" y="12760"/>
                  </a:lnTo>
                  <a:cubicBezTo>
                    <a:pt x="18222" y="12953"/>
                    <a:pt x="15639" y="13167"/>
                    <a:pt x="13033" y="13359"/>
                  </a:cubicBezTo>
                  <a:lnTo>
                    <a:pt x="12933" y="13359"/>
                  </a:lnTo>
                  <a:cubicBezTo>
                    <a:pt x="12832" y="13359"/>
                    <a:pt x="12732" y="13259"/>
                    <a:pt x="12732" y="13259"/>
                  </a:cubicBezTo>
                  <a:cubicBezTo>
                    <a:pt x="12206" y="12933"/>
                    <a:pt x="11780" y="12632"/>
                    <a:pt x="11379" y="12306"/>
                  </a:cubicBezTo>
                  <a:cubicBezTo>
                    <a:pt x="9800" y="11379"/>
                    <a:pt x="8346" y="10326"/>
                    <a:pt x="6892" y="9399"/>
                  </a:cubicBezTo>
                  <a:cubicBezTo>
                    <a:pt x="5891" y="8707"/>
                    <a:pt x="4889" y="8106"/>
                    <a:pt x="3909" y="7402"/>
                  </a:cubicBezTo>
                  <a:lnTo>
                    <a:pt x="3909" y="7402"/>
                  </a:lnTo>
                  <a:cubicBezTo>
                    <a:pt x="2933" y="5179"/>
                    <a:pt x="1872" y="2958"/>
                    <a:pt x="726" y="817"/>
                  </a:cubicBezTo>
                  <a:lnTo>
                    <a:pt x="726" y="817"/>
                  </a:lnTo>
                  <a:cubicBezTo>
                    <a:pt x="4768" y="720"/>
                    <a:pt x="8788" y="623"/>
                    <a:pt x="12832" y="527"/>
                  </a:cubicBezTo>
                  <a:close/>
                  <a:moveTo>
                    <a:pt x="14712" y="0"/>
                  </a:moveTo>
                  <a:cubicBezTo>
                    <a:pt x="10527" y="101"/>
                    <a:pt x="6366" y="201"/>
                    <a:pt x="2181" y="301"/>
                  </a:cubicBezTo>
                  <a:lnTo>
                    <a:pt x="301" y="301"/>
                  </a:lnTo>
                  <a:cubicBezTo>
                    <a:pt x="100" y="301"/>
                    <a:pt x="0" y="527"/>
                    <a:pt x="100" y="727"/>
                  </a:cubicBezTo>
                  <a:cubicBezTo>
                    <a:pt x="1343" y="2890"/>
                    <a:pt x="2364" y="5176"/>
                    <a:pt x="3408" y="7560"/>
                  </a:cubicBezTo>
                  <a:lnTo>
                    <a:pt x="3408" y="7560"/>
                  </a:lnTo>
                  <a:cubicBezTo>
                    <a:pt x="3411" y="7606"/>
                    <a:pt x="3428" y="7647"/>
                    <a:pt x="3462" y="7679"/>
                  </a:cubicBezTo>
                  <a:lnTo>
                    <a:pt x="3462" y="7679"/>
                  </a:lnTo>
                  <a:cubicBezTo>
                    <a:pt x="3505" y="7746"/>
                    <a:pt x="3576" y="7784"/>
                    <a:pt x="3651" y="7796"/>
                  </a:cubicBezTo>
                  <a:lnTo>
                    <a:pt x="3651" y="7796"/>
                  </a:lnTo>
                  <a:cubicBezTo>
                    <a:pt x="6015" y="9352"/>
                    <a:pt x="8285" y="10978"/>
                    <a:pt x="10652" y="12532"/>
                  </a:cubicBezTo>
                  <a:cubicBezTo>
                    <a:pt x="11153" y="12832"/>
                    <a:pt x="11679" y="13259"/>
                    <a:pt x="12206" y="13559"/>
                  </a:cubicBezTo>
                  <a:cubicBezTo>
                    <a:pt x="12406" y="13685"/>
                    <a:pt x="12632" y="13885"/>
                    <a:pt x="12832" y="13885"/>
                  </a:cubicBezTo>
                  <a:cubicBezTo>
                    <a:pt x="13258" y="13885"/>
                    <a:pt x="13785" y="13785"/>
                    <a:pt x="14286" y="13785"/>
                  </a:cubicBezTo>
                  <a:cubicBezTo>
                    <a:pt x="15138" y="13685"/>
                    <a:pt x="16065" y="13685"/>
                    <a:pt x="16918" y="13559"/>
                  </a:cubicBezTo>
                  <a:cubicBezTo>
                    <a:pt x="18371" y="13459"/>
                    <a:pt x="19725" y="13359"/>
                    <a:pt x="21178" y="13259"/>
                  </a:cubicBezTo>
                  <a:cubicBezTo>
                    <a:pt x="21404" y="13259"/>
                    <a:pt x="21504" y="13058"/>
                    <a:pt x="21404" y="12933"/>
                  </a:cubicBezTo>
                  <a:lnTo>
                    <a:pt x="15765" y="1654"/>
                  </a:lnTo>
                  <a:cubicBezTo>
                    <a:pt x="15439" y="1153"/>
                    <a:pt x="15138" y="627"/>
                    <a:pt x="14912" y="101"/>
                  </a:cubicBezTo>
                  <a:cubicBezTo>
                    <a:pt x="14812" y="101"/>
                    <a:pt x="14812" y="0"/>
                    <a:pt x="147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90"/>
            <p:cNvSpPr/>
            <p:nvPr/>
          </p:nvSpPr>
          <p:spPr>
            <a:xfrm>
              <a:off x="10351650" y="961750"/>
              <a:ext cx="44500" cy="75825"/>
            </a:xfrm>
            <a:custGeom>
              <a:avLst/>
              <a:gdLst/>
              <a:ahLst/>
              <a:cxnLst/>
              <a:rect l="l" t="t" r="r" b="b"/>
              <a:pathLst>
                <a:path w="1780" h="3033" extrusionOk="0">
                  <a:moveTo>
                    <a:pt x="1780" y="0"/>
                  </a:moveTo>
                  <a:lnTo>
                    <a:pt x="1780" y="0"/>
                  </a:lnTo>
                  <a:cubicBezTo>
                    <a:pt x="1153" y="953"/>
                    <a:pt x="527" y="1980"/>
                    <a:pt x="0" y="3033"/>
                  </a:cubicBezTo>
                  <a:lnTo>
                    <a:pt x="1780" y="0"/>
                  </a:ln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90"/>
            <p:cNvSpPr/>
            <p:nvPr/>
          </p:nvSpPr>
          <p:spPr>
            <a:xfrm>
              <a:off x="10344450" y="955525"/>
              <a:ext cx="60000" cy="88025"/>
            </a:xfrm>
            <a:custGeom>
              <a:avLst/>
              <a:gdLst/>
              <a:ahLst/>
              <a:cxnLst/>
              <a:rect l="l" t="t" r="r" b="b"/>
              <a:pathLst>
                <a:path w="2400" h="3521" extrusionOk="0">
                  <a:moveTo>
                    <a:pt x="2109" y="0"/>
                  </a:moveTo>
                  <a:cubicBezTo>
                    <a:pt x="2021" y="0"/>
                    <a:pt x="1921" y="44"/>
                    <a:pt x="1842" y="149"/>
                  </a:cubicBezTo>
                  <a:cubicBezTo>
                    <a:pt x="1216" y="1101"/>
                    <a:pt x="589" y="2129"/>
                    <a:pt x="88" y="3182"/>
                  </a:cubicBezTo>
                  <a:cubicBezTo>
                    <a:pt x="1" y="3321"/>
                    <a:pt x="180" y="3520"/>
                    <a:pt x="331" y="3520"/>
                  </a:cubicBezTo>
                  <a:cubicBezTo>
                    <a:pt x="397" y="3520"/>
                    <a:pt x="458" y="3482"/>
                    <a:pt x="489" y="3382"/>
                  </a:cubicBezTo>
                  <a:cubicBezTo>
                    <a:pt x="1116" y="2354"/>
                    <a:pt x="1642" y="1302"/>
                    <a:pt x="2268" y="349"/>
                  </a:cubicBezTo>
                  <a:cubicBezTo>
                    <a:pt x="2399" y="154"/>
                    <a:pt x="2274" y="0"/>
                    <a:pt x="21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90"/>
            <p:cNvSpPr/>
            <p:nvPr/>
          </p:nvSpPr>
          <p:spPr>
            <a:xfrm>
              <a:off x="10098525" y="969875"/>
              <a:ext cx="31350" cy="33875"/>
            </a:xfrm>
            <a:custGeom>
              <a:avLst/>
              <a:gdLst/>
              <a:ahLst/>
              <a:cxnLst/>
              <a:rect l="l" t="t" r="r" b="b"/>
              <a:pathLst>
                <a:path w="1254" h="1355" extrusionOk="0">
                  <a:moveTo>
                    <a:pt x="0" y="1"/>
                  </a:moveTo>
                  <a:lnTo>
                    <a:pt x="0" y="1"/>
                  </a:lnTo>
                  <a:cubicBezTo>
                    <a:pt x="401" y="527"/>
                    <a:pt x="827" y="928"/>
                    <a:pt x="1253" y="1354"/>
                  </a:cubicBezTo>
                  <a:lnTo>
                    <a:pt x="0" y="1"/>
                  </a:ln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90"/>
            <p:cNvSpPr/>
            <p:nvPr/>
          </p:nvSpPr>
          <p:spPr>
            <a:xfrm>
              <a:off x="10090375" y="965025"/>
              <a:ext cx="44500" cy="45625"/>
            </a:xfrm>
            <a:custGeom>
              <a:avLst/>
              <a:gdLst/>
              <a:ahLst/>
              <a:cxnLst/>
              <a:rect l="l" t="t" r="r" b="b"/>
              <a:pathLst>
                <a:path w="1780" h="1825" extrusionOk="0">
                  <a:moveTo>
                    <a:pt x="323" y="1"/>
                  </a:moveTo>
                  <a:cubicBezTo>
                    <a:pt x="245" y="1"/>
                    <a:pt x="163" y="32"/>
                    <a:pt x="101" y="95"/>
                  </a:cubicBezTo>
                  <a:cubicBezTo>
                    <a:pt x="0" y="195"/>
                    <a:pt x="0" y="295"/>
                    <a:pt x="101" y="396"/>
                  </a:cubicBezTo>
                  <a:cubicBezTo>
                    <a:pt x="527" y="822"/>
                    <a:pt x="953" y="1348"/>
                    <a:pt x="1354" y="1749"/>
                  </a:cubicBezTo>
                  <a:cubicBezTo>
                    <a:pt x="1416" y="1799"/>
                    <a:pt x="1498" y="1824"/>
                    <a:pt x="1576" y="1824"/>
                  </a:cubicBezTo>
                  <a:cubicBezTo>
                    <a:pt x="1654" y="1824"/>
                    <a:pt x="1730" y="1799"/>
                    <a:pt x="1780" y="1749"/>
                  </a:cubicBezTo>
                  <a:lnTo>
                    <a:pt x="1780" y="1348"/>
                  </a:lnTo>
                  <a:lnTo>
                    <a:pt x="527" y="95"/>
                  </a:lnTo>
                  <a:cubicBezTo>
                    <a:pt x="476" y="32"/>
                    <a:pt x="401" y="1"/>
                    <a:pt x="3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90"/>
            <p:cNvSpPr/>
            <p:nvPr/>
          </p:nvSpPr>
          <p:spPr>
            <a:xfrm>
              <a:off x="10479475" y="1207350"/>
              <a:ext cx="57675" cy="15700"/>
            </a:xfrm>
            <a:custGeom>
              <a:avLst/>
              <a:gdLst/>
              <a:ahLst/>
              <a:cxnLst/>
              <a:rect l="l" t="t" r="r" b="b"/>
              <a:pathLst>
                <a:path w="2307" h="628" extrusionOk="0">
                  <a:moveTo>
                    <a:pt x="0" y="1"/>
                  </a:moveTo>
                  <a:lnTo>
                    <a:pt x="2306" y="627"/>
                  </a:lnTo>
                  <a:cubicBezTo>
                    <a:pt x="1579" y="427"/>
                    <a:pt x="827" y="201"/>
                    <a:pt x="0" y="1"/>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90"/>
            <p:cNvSpPr/>
            <p:nvPr/>
          </p:nvSpPr>
          <p:spPr>
            <a:xfrm>
              <a:off x="10474450" y="1201025"/>
              <a:ext cx="67700" cy="28075"/>
            </a:xfrm>
            <a:custGeom>
              <a:avLst/>
              <a:gdLst/>
              <a:ahLst/>
              <a:cxnLst/>
              <a:rect l="l" t="t" r="r" b="b"/>
              <a:pathLst>
                <a:path w="2708" h="1123" extrusionOk="0">
                  <a:moveTo>
                    <a:pt x="193" y="1"/>
                  </a:moveTo>
                  <a:cubicBezTo>
                    <a:pt x="99" y="1"/>
                    <a:pt x="1" y="83"/>
                    <a:pt x="1" y="154"/>
                  </a:cubicBezTo>
                  <a:cubicBezTo>
                    <a:pt x="1" y="354"/>
                    <a:pt x="1" y="454"/>
                    <a:pt x="201" y="555"/>
                  </a:cubicBezTo>
                  <a:cubicBezTo>
                    <a:pt x="928" y="680"/>
                    <a:pt x="1655" y="880"/>
                    <a:pt x="2407" y="1081"/>
                  </a:cubicBezTo>
                  <a:cubicBezTo>
                    <a:pt x="2436" y="1110"/>
                    <a:pt x="2474" y="1122"/>
                    <a:pt x="2513" y="1122"/>
                  </a:cubicBezTo>
                  <a:cubicBezTo>
                    <a:pt x="2607" y="1122"/>
                    <a:pt x="2708" y="1052"/>
                    <a:pt x="2708" y="981"/>
                  </a:cubicBezTo>
                  <a:cubicBezTo>
                    <a:pt x="2708" y="780"/>
                    <a:pt x="2708" y="680"/>
                    <a:pt x="2507" y="555"/>
                  </a:cubicBezTo>
                  <a:cubicBezTo>
                    <a:pt x="1780" y="354"/>
                    <a:pt x="1028" y="154"/>
                    <a:pt x="302" y="53"/>
                  </a:cubicBezTo>
                  <a:cubicBezTo>
                    <a:pt x="272" y="16"/>
                    <a:pt x="233" y="1"/>
                    <a:pt x="1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90"/>
            <p:cNvSpPr/>
            <p:nvPr/>
          </p:nvSpPr>
          <p:spPr>
            <a:xfrm>
              <a:off x="10074700" y="1008725"/>
              <a:ext cx="384125" cy="339625"/>
            </a:xfrm>
            <a:custGeom>
              <a:avLst/>
              <a:gdLst/>
              <a:ahLst/>
              <a:cxnLst/>
              <a:rect l="l" t="t" r="r" b="b"/>
              <a:pathLst>
                <a:path w="15365" h="13585" extrusionOk="0">
                  <a:moveTo>
                    <a:pt x="3359" y="1"/>
                  </a:moveTo>
                  <a:cubicBezTo>
                    <a:pt x="1981" y="2206"/>
                    <a:pt x="853" y="4487"/>
                    <a:pt x="1" y="6793"/>
                  </a:cubicBezTo>
                  <a:cubicBezTo>
                    <a:pt x="1" y="6793"/>
                    <a:pt x="1154" y="8998"/>
                    <a:pt x="4286" y="11079"/>
                  </a:cubicBezTo>
                  <a:cubicBezTo>
                    <a:pt x="7319" y="13159"/>
                    <a:pt x="10026" y="13585"/>
                    <a:pt x="10026" y="13585"/>
                  </a:cubicBezTo>
                  <a:cubicBezTo>
                    <a:pt x="12006" y="11906"/>
                    <a:pt x="14111" y="9725"/>
                    <a:pt x="15364" y="7520"/>
                  </a:cubicBezTo>
                  <a:cubicBezTo>
                    <a:pt x="15364" y="7520"/>
                    <a:pt x="13585" y="3986"/>
                    <a:pt x="10251" y="1981"/>
                  </a:cubicBezTo>
                  <a:cubicBezTo>
                    <a:pt x="6893" y="101"/>
                    <a:pt x="3359" y="1"/>
                    <a:pt x="3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90"/>
            <p:cNvSpPr/>
            <p:nvPr/>
          </p:nvSpPr>
          <p:spPr>
            <a:xfrm>
              <a:off x="10067175" y="1002600"/>
              <a:ext cx="399150" cy="351100"/>
            </a:xfrm>
            <a:custGeom>
              <a:avLst/>
              <a:gdLst/>
              <a:ahLst/>
              <a:cxnLst/>
              <a:rect l="l" t="t" r="r" b="b"/>
              <a:pathLst>
                <a:path w="15966" h="14044" extrusionOk="0">
                  <a:moveTo>
                    <a:pt x="3795" y="575"/>
                  </a:moveTo>
                  <a:cubicBezTo>
                    <a:pt x="8594" y="722"/>
                    <a:pt x="13202" y="3473"/>
                    <a:pt x="15385" y="7757"/>
                  </a:cubicBezTo>
                  <a:lnTo>
                    <a:pt x="15385" y="7757"/>
                  </a:lnTo>
                  <a:cubicBezTo>
                    <a:pt x="14070" y="9966"/>
                    <a:pt x="12272" y="11875"/>
                    <a:pt x="10281" y="13504"/>
                  </a:cubicBezTo>
                  <a:lnTo>
                    <a:pt x="10227" y="13504"/>
                  </a:lnTo>
                  <a:cubicBezTo>
                    <a:pt x="10126" y="13504"/>
                    <a:pt x="10026" y="13404"/>
                    <a:pt x="9801" y="13404"/>
                  </a:cubicBezTo>
                  <a:cubicBezTo>
                    <a:pt x="9400" y="13304"/>
                    <a:pt x="8973" y="13203"/>
                    <a:pt x="8447" y="13003"/>
                  </a:cubicBezTo>
                  <a:cubicBezTo>
                    <a:pt x="6993" y="12477"/>
                    <a:pt x="5540" y="11750"/>
                    <a:pt x="4161" y="10697"/>
                  </a:cubicBezTo>
                  <a:cubicBezTo>
                    <a:pt x="3034" y="9870"/>
                    <a:pt x="1981" y="8918"/>
                    <a:pt x="1154" y="7865"/>
                  </a:cubicBezTo>
                  <a:cubicBezTo>
                    <a:pt x="928" y="7564"/>
                    <a:pt x="728" y="7364"/>
                    <a:pt x="628" y="7038"/>
                  </a:cubicBezTo>
                  <a:cubicBezTo>
                    <a:pt x="543" y="7038"/>
                    <a:pt x="530" y="6967"/>
                    <a:pt x="528" y="6944"/>
                  </a:cubicBezTo>
                  <a:lnTo>
                    <a:pt x="528" y="6944"/>
                  </a:lnTo>
                  <a:cubicBezTo>
                    <a:pt x="528" y="6950"/>
                    <a:pt x="530" y="6953"/>
                    <a:pt x="533" y="6953"/>
                  </a:cubicBezTo>
                  <a:cubicBezTo>
                    <a:pt x="567" y="6953"/>
                    <a:pt x="728" y="6612"/>
                    <a:pt x="728" y="6612"/>
                  </a:cubicBezTo>
                  <a:cubicBezTo>
                    <a:pt x="828" y="6311"/>
                    <a:pt x="928" y="5985"/>
                    <a:pt x="1029" y="5785"/>
                  </a:cubicBezTo>
                  <a:cubicBezTo>
                    <a:pt x="1863" y="3944"/>
                    <a:pt x="2769" y="2200"/>
                    <a:pt x="3795" y="575"/>
                  </a:cubicBezTo>
                  <a:close/>
                  <a:moveTo>
                    <a:pt x="3780" y="1"/>
                  </a:moveTo>
                  <a:cubicBezTo>
                    <a:pt x="3694" y="1"/>
                    <a:pt x="3610" y="12"/>
                    <a:pt x="3535" y="45"/>
                  </a:cubicBezTo>
                  <a:cubicBezTo>
                    <a:pt x="3234" y="146"/>
                    <a:pt x="3134" y="672"/>
                    <a:pt x="2908" y="872"/>
                  </a:cubicBezTo>
                  <a:cubicBezTo>
                    <a:pt x="2708" y="1399"/>
                    <a:pt x="2407" y="1825"/>
                    <a:pt x="2181" y="2351"/>
                  </a:cubicBezTo>
                  <a:cubicBezTo>
                    <a:pt x="1655" y="3278"/>
                    <a:pt x="1154" y="4331"/>
                    <a:pt x="728" y="5359"/>
                  </a:cubicBezTo>
                  <a:cubicBezTo>
                    <a:pt x="527" y="5785"/>
                    <a:pt x="302" y="6211"/>
                    <a:pt x="201" y="6612"/>
                  </a:cubicBezTo>
                  <a:cubicBezTo>
                    <a:pt x="101" y="6837"/>
                    <a:pt x="1" y="7038"/>
                    <a:pt x="101" y="7238"/>
                  </a:cubicBezTo>
                  <a:cubicBezTo>
                    <a:pt x="201" y="7464"/>
                    <a:pt x="402" y="7765"/>
                    <a:pt x="628" y="7990"/>
                  </a:cubicBezTo>
                  <a:cubicBezTo>
                    <a:pt x="1029" y="8492"/>
                    <a:pt x="1455" y="9018"/>
                    <a:pt x="1881" y="9444"/>
                  </a:cubicBezTo>
                  <a:cubicBezTo>
                    <a:pt x="3435" y="10998"/>
                    <a:pt x="5314" y="12251"/>
                    <a:pt x="7294" y="13103"/>
                  </a:cubicBezTo>
                  <a:cubicBezTo>
                    <a:pt x="8247" y="13504"/>
                    <a:pt x="9299" y="13930"/>
                    <a:pt x="10327" y="14030"/>
                  </a:cubicBezTo>
                  <a:cubicBezTo>
                    <a:pt x="10356" y="14039"/>
                    <a:pt x="10383" y="14044"/>
                    <a:pt x="10407" y="14044"/>
                  </a:cubicBezTo>
                  <a:cubicBezTo>
                    <a:pt x="10491" y="14044"/>
                    <a:pt x="10542" y="13993"/>
                    <a:pt x="10562" y="13922"/>
                  </a:cubicBezTo>
                  <a:lnTo>
                    <a:pt x="10562" y="13922"/>
                  </a:lnTo>
                  <a:cubicBezTo>
                    <a:pt x="12112" y="12671"/>
                    <a:pt x="13562" y="11220"/>
                    <a:pt x="14713" y="9644"/>
                  </a:cubicBezTo>
                  <a:cubicBezTo>
                    <a:pt x="15039" y="9243"/>
                    <a:pt x="15339" y="8817"/>
                    <a:pt x="15565" y="8391"/>
                  </a:cubicBezTo>
                  <a:cubicBezTo>
                    <a:pt x="15765" y="8191"/>
                    <a:pt x="15966" y="7865"/>
                    <a:pt x="15866" y="7664"/>
                  </a:cubicBezTo>
                  <a:cubicBezTo>
                    <a:pt x="15866" y="7464"/>
                    <a:pt x="15665" y="7238"/>
                    <a:pt x="15565" y="7038"/>
                  </a:cubicBezTo>
                  <a:cubicBezTo>
                    <a:pt x="13986" y="4431"/>
                    <a:pt x="11680" y="2351"/>
                    <a:pt x="8873" y="1198"/>
                  </a:cubicBezTo>
                  <a:cubicBezTo>
                    <a:pt x="7420" y="572"/>
                    <a:pt x="5841" y="246"/>
                    <a:pt x="4287" y="45"/>
                  </a:cubicBezTo>
                  <a:cubicBezTo>
                    <a:pt x="4136" y="45"/>
                    <a:pt x="3953" y="1"/>
                    <a:pt x="378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90"/>
            <p:cNvSpPr/>
            <p:nvPr/>
          </p:nvSpPr>
          <p:spPr>
            <a:xfrm>
              <a:off x="10111675" y="1019375"/>
              <a:ext cx="94000" cy="198650"/>
            </a:xfrm>
            <a:custGeom>
              <a:avLst/>
              <a:gdLst/>
              <a:ahLst/>
              <a:cxnLst/>
              <a:rect l="l" t="t" r="r" b="b"/>
              <a:pathLst>
                <a:path w="3760" h="7946" extrusionOk="0">
                  <a:moveTo>
                    <a:pt x="3760" y="1"/>
                  </a:moveTo>
                  <a:lnTo>
                    <a:pt x="3760" y="1"/>
                  </a:lnTo>
                  <a:cubicBezTo>
                    <a:pt x="2507" y="2607"/>
                    <a:pt x="1128" y="5214"/>
                    <a:pt x="0" y="7946"/>
                  </a:cubicBezTo>
                  <a:lnTo>
                    <a:pt x="3760" y="1"/>
                  </a:ln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90"/>
            <p:cNvSpPr/>
            <p:nvPr/>
          </p:nvSpPr>
          <p:spPr>
            <a:xfrm>
              <a:off x="10101750" y="1013500"/>
              <a:ext cx="113225" cy="210150"/>
            </a:xfrm>
            <a:custGeom>
              <a:avLst/>
              <a:gdLst/>
              <a:ahLst/>
              <a:cxnLst/>
              <a:rect l="l" t="t" r="r" b="b"/>
              <a:pathLst>
                <a:path w="4529" h="8406" extrusionOk="0">
                  <a:moveTo>
                    <a:pt x="4160" y="0"/>
                  </a:moveTo>
                  <a:cubicBezTo>
                    <a:pt x="4080" y="0"/>
                    <a:pt x="3998" y="40"/>
                    <a:pt x="3931" y="136"/>
                  </a:cubicBezTo>
                  <a:cubicBezTo>
                    <a:pt x="2678" y="2742"/>
                    <a:pt x="1325" y="5349"/>
                    <a:pt x="72" y="7955"/>
                  </a:cubicBezTo>
                  <a:cubicBezTo>
                    <a:pt x="0" y="8186"/>
                    <a:pt x="194" y="8405"/>
                    <a:pt x="385" y="8405"/>
                  </a:cubicBezTo>
                  <a:cubicBezTo>
                    <a:pt x="462" y="8405"/>
                    <a:pt x="540" y="8368"/>
                    <a:pt x="598" y="8281"/>
                  </a:cubicBezTo>
                  <a:cubicBezTo>
                    <a:pt x="1851" y="5675"/>
                    <a:pt x="3104" y="3043"/>
                    <a:pt x="4458" y="436"/>
                  </a:cubicBezTo>
                  <a:cubicBezTo>
                    <a:pt x="4528" y="225"/>
                    <a:pt x="4350" y="0"/>
                    <a:pt x="41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90"/>
            <p:cNvSpPr/>
            <p:nvPr/>
          </p:nvSpPr>
          <p:spPr>
            <a:xfrm>
              <a:off x="10139875" y="1035050"/>
              <a:ext cx="120325" cy="219325"/>
            </a:xfrm>
            <a:custGeom>
              <a:avLst/>
              <a:gdLst/>
              <a:ahLst/>
              <a:cxnLst/>
              <a:rect l="l" t="t" r="r" b="b"/>
              <a:pathLst>
                <a:path w="4813" h="8773" extrusionOk="0">
                  <a:moveTo>
                    <a:pt x="4812" y="1"/>
                  </a:moveTo>
                  <a:lnTo>
                    <a:pt x="1692" y="5688"/>
                  </a:lnTo>
                  <a:lnTo>
                    <a:pt x="1692" y="5688"/>
                  </a:lnTo>
                  <a:cubicBezTo>
                    <a:pt x="2744" y="3794"/>
                    <a:pt x="3805" y="1902"/>
                    <a:pt x="4812" y="1"/>
                  </a:cubicBezTo>
                  <a:close/>
                  <a:moveTo>
                    <a:pt x="1692" y="5688"/>
                  </a:moveTo>
                  <a:cubicBezTo>
                    <a:pt x="1122" y="6714"/>
                    <a:pt x="555" y="7742"/>
                    <a:pt x="0" y="8773"/>
                  </a:cubicBezTo>
                  <a:lnTo>
                    <a:pt x="1692" y="5688"/>
                  </a:ln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90"/>
            <p:cNvSpPr/>
            <p:nvPr/>
          </p:nvSpPr>
          <p:spPr>
            <a:xfrm>
              <a:off x="10131375" y="1029075"/>
              <a:ext cx="137750" cy="231275"/>
            </a:xfrm>
            <a:custGeom>
              <a:avLst/>
              <a:gdLst/>
              <a:ahLst/>
              <a:cxnLst/>
              <a:rect l="l" t="t" r="r" b="b"/>
              <a:pathLst>
                <a:path w="5510" h="9251" extrusionOk="0">
                  <a:moveTo>
                    <a:pt x="5130" y="1"/>
                  </a:moveTo>
                  <a:cubicBezTo>
                    <a:pt x="5053" y="1"/>
                    <a:pt x="4982" y="40"/>
                    <a:pt x="4952" y="139"/>
                  </a:cubicBezTo>
                  <a:cubicBezTo>
                    <a:pt x="3273" y="3047"/>
                    <a:pt x="1719" y="5979"/>
                    <a:pt x="140" y="8911"/>
                  </a:cubicBezTo>
                  <a:cubicBezTo>
                    <a:pt x="1" y="9050"/>
                    <a:pt x="212" y="9250"/>
                    <a:pt x="387" y="9250"/>
                  </a:cubicBezTo>
                  <a:cubicBezTo>
                    <a:pt x="465" y="9250"/>
                    <a:pt x="535" y="9211"/>
                    <a:pt x="566" y="9112"/>
                  </a:cubicBezTo>
                  <a:cubicBezTo>
                    <a:pt x="2120" y="6179"/>
                    <a:pt x="3799" y="3272"/>
                    <a:pt x="5353" y="340"/>
                  </a:cubicBezTo>
                  <a:cubicBezTo>
                    <a:pt x="5509" y="201"/>
                    <a:pt x="5304" y="1"/>
                    <a:pt x="513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90"/>
            <p:cNvSpPr/>
            <p:nvPr/>
          </p:nvSpPr>
          <p:spPr>
            <a:xfrm>
              <a:off x="10176825" y="1053225"/>
              <a:ext cx="132875" cy="224325"/>
            </a:xfrm>
            <a:custGeom>
              <a:avLst/>
              <a:gdLst/>
              <a:ahLst/>
              <a:cxnLst/>
              <a:rect l="l" t="t" r="r" b="b"/>
              <a:pathLst>
                <a:path w="5315" h="8973" extrusionOk="0">
                  <a:moveTo>
                    <a:pt x="5314" y="0"/>
                  </a:moveTo>
                  <a:lnTo>
                    <a:pt x="5314" y="0"/>
                  </a:lnTo>
                  <a:cubicBezTo>
                    <a:pt x="3334" y="2933"/>
                    <a:pt x="1555" y="5965"/>
                    <a:pt x="1" y="8973"/>
                  </a:cubicBezTo>
                  <a:lnTo>
                    <a:pt x="5314" y="0"/>
                  </a:ln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90"/>
            <p:cNvSpPr/>
            <p:nvPr/>
          </p:nvSpPr>
          <p:spPr>
            <a:xfrm>
              <a:off x="10166900" y="1045925"/>
              <a:ext cx="152025" cy="240375"/>
            </a:xfrm>
            <a:custGeom>
              <a:avLst/>
              <a:gdLst/>
              <a:ahLst/>
              <a:cxnLst/>
              <a:rect l="l" t="t" r="r" b="b"/>
              <a:pathLst>
                <a:path w="6081" h="9615" extrusionOk="0">
                  <a:moveTo>
                    <a:pt x="5672" y="0"/>
                  </a:moveTo>
                  <a:cubicBezTo>
                    <a:pt x="5602" y="0"/>
                    <a:pt x="5539" y="28"/>
                    <a:pt x="5511" y="92"/>
                  </a:cubicBezTo>
                  <a:cubicBezTo>
                    <a:pt x="3531" y="3124"/>
                    <a:pt x="1751" y="6032"/>
                    <a:pt x="72" y="9165"/>
                  </a:cubicBezTo>
                  <a:cubicBezTo>
                    <a:pt x="1" y="9396"/>
                    <a:pt x="195" y="9614"/>
                    <a:pt x="385" y="9614"/>
                  </a:cubicBezTo>
                  <a:cubicBezTo>
                    <a:pt x="463" y="9614"/>
                    <a:pt x="540" y="9578"/>
                    <a:pt x="598" y="9490"/>
                  </a:cubicBezTo>
                  <a:cubicBezTo>
                    <a:pt x="2177" y="6358"/>
                    <a:pt x="3932" y="3325"/>
                    <a:pt x="5937" y="393"/>
                  </a:cubicBezTo>
                  <a:cubicBezTo>
                    <a:pt x="6080" y="177"/>
                    <a:pt x="5851" y="0"/>
                    <a:pt x="567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90"/>
            <p:cNvSpPr/>
            <p:nvPr/>
          </p:nvSpPr>
          <p:spPr>
            <a:xfrm>
              <a:off x="10208175" y="1082050"/>
              <a:ext cx="138475" cy="216800"/>
            </a:xfrm>
            <a:custGeom>
              <a:avLst/>
              <a:gdLst/>
              <a:ahLst/>
              <a:cxnLst/>
              <a:rect l="l" t="t" r="r" b="b"/>
              <a:pathLst>
                <a:path w="5539" h="8672" extrusionOk="0">
                  <a:moveTo>
                    <a:pt x="5539" y="0"/>
                  </a:moveTo>
                  <a:lnTo>
                    <a:pt x="0" y="8672"/>
                  </a:lnTo>
                  <a:cubicBezTo>
                    <a:pt x="1980" y="5840"/>
                    <a:pt x="3760" y="2933"/>
                    <a:pt x="5539" y="0"/>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90"/>
            <p:cNvSpPr/>
            <p:nvPr/>
          </p:nvSpPr>
          <p:spPr>
            <a:xfrm>
              <a:off x="10199025" y="1074750"/>
              <a:ext cx="154450" cy="229800"/>
            </a:xfrm>
            <a:custGeom>
              <a:avLst/>
              <a:gdLst/>
              <a:ahLst/>
              <a:cxnLst/>
              <a:rect l="l" t="t" r="r" b="b"/>
              <a:pathLst>
                <a:path w="6178" h="9192" extrusionOk="0">
                  <a:moveTo>
                    <a:pt x="5787" y="0"/>
                  </a:moveTo>
                  <a:cubicBezTo>
                    <a:pt x="5711" y="0"/>
                    <a:pt x="5636" y="28"/>
                    <a:pt x="5579" y="92"/>
                  </a:cubicBezTo>
                  <a:cubicBezTo>
                    <a:pt x="3900" y="3099"/>
                    <a:pt x="2020" y="5931"/>
                    <a:pt x="141" y="8864"/>
                  </a:cubicBezTo>
                  <a:cubicBezTo>
                    <a:pt x="1" y="9003"/>
                    <a:pt x="214" y="9191"/>
                    <a:pt x="390" y="9191"/>
                  </a:cubicBezTo>
                  <a:cubicBezTo>
                    <a:pt x="466" y="9191"/>
                    <a:pt x="536" y="9156"/>
                    <a:pt x="567" y="9064"/>
                  </a:cubicBezTo>
                  <a:cubicBezTo>
                    <a:pt x="2547" y="6232"/>
                    <a:pt x="4326" y="3325"/>
                    <a:pt x="6105" y="392"/>
                  </a:cubicBezTo>
                  <a:cubicBezTo>
                    <a:pt x="6177" y="177"/>
                    <a:pt x="5979" y="0"/>
                    <a:pt x="578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90"/>
            <p:cNvSpPr/>
            <p:nvPr/>
          </p:nvSpPr>
          <p:spPr>
            <a:xfrm>
              <a:off x="10249525" y="1105225"/>
              <a:ext cx="130975" cy="211800"/>
            </a:xfrm>
            <a:custGeom>
              <a:avLst/>
              <a:gdLst/>
              <a:ahLst/>
              <a:cxnLst/>
              <a:rect l="l" t="t" r="r" b="b"/>
              <a:pathLst>
                <a:path w="5239" h="8472" extrusionOk="0">
                  <a:moveTo>
                    <a:pt x="5238" y="1"/>
                  </a:moveTo>
                  <a:lnTo>
                    <a:pt x="1466" y="6101"/>
                  </a:lnTo>
                  <a:lnTo>
                    <a:pt x="1466" y="6101"/>
                  </a:lnTo>
                  <a:cubicBezTo>
                    <a:pt x="2796" y="4100"/>
                    <a:pt x="4064" y="2088"/>
                    <a:pt x="5238" y="1"/>
                  </a:cubicBezTo>
                  <a:close/>
                  <a:moveTo>
                    <a:pt x="1466" y="6101"/>
                  </a:moveTo>
                  <a:cubicBezTo>
                    <a:pt x="1263" y="6407"/>
                    <a:pt x="1058" y="6713"/>
                    <a:pt x="852" y="7018"/>
                  </a:cubicBezTo>
                  <a:cubicBezTo>
                    <a:pt x="527" y="7519"/>
                    <a:pt x="226" y="7945"/>
                    <a:pt x="0" y="8472"/>
                  </a:cubicBezTo>
                  <a:lnTo>
                    <a:pt x="1466" y="6101"/>
                  </a:ln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90"/>
            <p:cNvSpPr/>
            <p:nvPr/>
          </p:nvSpPr>
          <p:spPr>
            <a:xfrm>
              <a:off x="10241025" y="1099025"/>
              <a:ext cx="147775" cy="223975"/>
            </a:xfrm>
            <a:custGeom>
              <a:avLst/>
              <a:gdLst/>
              <a:ahLst/>
              <a:cxnLst/>
              <a:rect l="l" t="t" r="r" b="b"/>
              <a:pathLst>
                <a:path w="5911" h="8959" extrusionOk="0">
                  <a:moveTo>
                    <a:pt x="5617" y="1"/>
                  </a:moveTo>
                  <a:cubicBezTo>
                    <a:pt x="5529" y="1"/>
                    <a:pt x="5430" y="45"/>
                    <a:pt x="5353" y="148"/>
                  </a:cubicBezTo>
                  <a:cubicBezTo>
                    <a:pt x="4526" y="1627"/>
                    <a:pt x="3699" y="2980"/>
                    <a:pt x="2746" y="4434"/>
                  </a:cubicBezTo>
                  <a:cubicBezTo>
                    <a:pt x="2345" y="5161"/>
                    <a:pt x="1919" y="5787"/>
                    <a:pt x="1393" y="6514"/>
                  </a:cubicBezTo>
                  <a:cubicBezTo>
                    <a:pt x="967" y="7141"/>
                    <a:pt x="466" y="7893"/>
                    <a:pt x="140" y="8620"/>
                  </a:cubicBezTo>
                  <a:cubicBezTo>
                    <a:pt x="1" y="8759"/>
                    <a:pt x="151" y="8958"/>
                    <a:pt x="332" y="8958"/>
                  </a:cubicBezTo>
                  <a:cubicBezTo>
                    <a:pt x="411" y="8958"/>
                    <a:pt x="497" y="8920"/>
                    <a:pt x="566" y="8820"/>
                  </a:cubicBezTo>
                  <a:cubicBezTo>
                    <a:pt x="967" y="8093"/>
                    <a:pt x="1393" y="7467"/>
                    <a:pt x="1919" y="6740"/>
                  </a:cubicBezTo>
                  <a:cubicBezTo>
                    <a:pt x="2345" y="6113"/>
                    <a:pt x="2746" y="5386"/>
                    <a:pt x="3273" y="4760"/>
                  </a:cubicBezTo>
                  <a:cubicBezTo>
                    <a:pt x="4100" y="3281"/>
                    <a:pt x="4952" y="1828"/>
                    <a:pt x="5779" y="374"/>
                  </a:cubicBezTo>
                  <a:cubicBezTo>
                    <a:pt x="5910" y="160"/>
                    <a:pt x="5783" y="1"/>
                    <a:pt x="56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90"/>
            <p:cNvSpPr/>
            <p:nvPr/>
          </p:nvSpPr>
          <p:spPr>
            <a:xfrm>
              <a:off x="10289000" y="1142200"/>
              <a:ext cx="125325" cy="190500"/>
            </a:xfrm>
            <a:custGeom>
              <a:avLst/>
              <a:gdLst/>
              <a:ahLst/>
              <a:cxnLst/>
              <a:rect l="l" t="t" r="r" b="b"/>
              <a:pathLst>
                <a:path w="5013" h="7620" extrusionOk="0">
                  <a:moveTo>
                    <a:pt x="5013" y="0"/>
                  </a:moveTo>
                  <a:lnTo>
                    <a:pt x="0" y="7619"/>
                  </a:lnTo>
                  <a:cubicBezTo>
                    <a:pt x="1780" y="5113"/>
                    <a:pt x="3434" y="2607"/>
                    <a:pt x="5013" y="0"/>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90"/>
            <p:cNvSpPr/>
            <p:nvPr/>
          </p:nvSpPr>
          <p:spPr>
            <a:xfrm>
              <a:off x="10279925" y="1135550"/>
              <a:ext cx="143025" cy="201675"/>
            </a:xfrm>
            <a:custGeom>
              <a:avLst/>
              <a:gdLst/>
              <a:ahLst/>
              <a:cxnLst/>
              <a:rect l="l" t="t" r="r" b="b"/>
              <a:pathLst>
                <a:path w="5721" h="8067" extrusionOk="0">
                  <a:moveTo>
                    <a:pt x="5437" y="0"/>
                  </a:moveTo>
                  <a:cubicBezTo>
                    <a:pt x="5348" y="0"/>
                    <a:pt x="5247" y="49"/>
                    <a:pt x="5175" y="166"/>
                  </a:cubicBezTo>
                  <a:cubicBezTo>
                    <a:pt x="3596" y="2773"/>
                    <a:pt x="1917" y="5279"/>
                    <a:pt x="163" y="7685"/>
                  </a:cubicBezTo>
                  <a:cubicBezTo>
                    <a:pt x="0" y="7902"/>
                    <a:pt x="176" y="8066"/>
                    <a:pt x="362" y="8066"/>
                  </a:cubicBezTo>
                  <a:cubicBezTo>
                    <a:pt x="434" y="8066"/>
                    <a:pt x="508" y="8042"/>
                    <a:pt x="564" y="7986"/>
                  </a:cubicBezTo>
                  <a:cubicBezTo>
                    <a:pt x="2343" y="5580"/>
                    <a:pt x="4022" y="2973"/>
                    <a:pt x="5576" y="367"/>
                  </a:cubicBezTo>
                  <a:cubicBezTo>
                    <a:pt x="5721" y="157"/>
                    <a:pt x="5597" y="0"/>
                    <a:pt x="543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90"/>
            <p:cNvSpPr/>
            <p:nvPr/>
          </p:nvSpPr>
          <p:spPr>
            <a:xfrm>
              <a:off x="10377975" y="1199200"/>
              <a:ext cx="49525" cy="68325"/>
            </a:xfrm>
            <a:custGeom>
              <a:avLst/>
              <a:gdLst/>
              <a:ahLst/>
              <a:cxnLst/>
              <a:rect l="l" t="t" r="r" b="b"/>
              <a:pathLst>
                <a:path w="1981" h="2733" extrusionOk="0">
                  <a:moveTo>
                    <a:pt x="1980" y="1"/>
                  </a:moveTo>
                  <a:lnTo>
                    <a:pt x="0" y="2733"/>
                  </a:lnTo>
                  <a:cubicBezTo>
                    <a:pt x="627" y="1881"/>
                    <a:pt x="1353" y="953"/>
                    <a:pt x="1980" y="1"/>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90"/>
            <p:cNvSpPr/>
            <p:nvPr/>
          </p:nvSpPr>
          <p:spPr>
            <a:xfrm>
              <a:off x="10369825" y="1193550"/>
              <a:ext cx="66175" cy="80875"/>
            </a:xfrm>
            <a:custGeom>
              <a:avLst/>
              <a:gdLst/>
              <a:ahLst/>
              <a:cxnLst/>
              <a:rect l="l" t="t" r="r" b="b"/>
              <a:pathLst>
                <a:path w="2647" h="3235" extrusionOk="0">
                  <a:moveTo>
                    <a:pt x="2311" y="0"/>
                  </a:moveTo>
                  <a:cubicBezTo>
                    <a:pt x="2232" y="0"/>
                    <a:pt x="2148" y="36"/>
                    <a:pt x="2080" y="127"/>
                  </a:cubicBezTo>
                  <a:cubicBezTo>
                    <a:pt x="1454" y="1079"/>
                    <a:pt x="827" y="1906"/>
                    <a:pt x="101" y="2859"/>
                  </a:cubicBezTo>
                  <a:cubicBezTo>
                    <a:pt x="0" y="2959"/>
                    <a:pt x="0" y="3059"/>
                    <a:pt x="101" y="3159"/>
                  </a:cubicBezTo>
                  <a:cubicBezTo>
                    <a:pt x="151" y="3209"/>
                    <a:pt x="232" y="3235"/>
                    <a:pt x="301" y="3235"/>
                  </a:cubicBezTo>
                  <a:cubicBezTo>
                    <a:pt x="370" y="3235"/>
                    <a:pt x="426" y="3209"/>
                    <a:pt x="426" y="3159"/>
                  </a:cubicBezTo>
                  <a:cubicBezTo>
                    <a:pt x="1153" y="2332"/>
                    <a:pt x="1880" y="1280"/>
                    <a:pt x="2507" y="352"/>
                  </a:cubicBezTo>
                  <a:cubicBezTo>
                    <a:pt x="2647" y="195"/>
                    <a:pt x="2493" y="0"/>
                    <a:pt x="23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90"/>
            <p:cNvSpPr/>
            <p:nvPr/>
          </p:nvSpPr>
          <p:spPr>
            <a:xfrm>
              <a:off x="10202525" y="1050725"/>
              <a:ext cx="13175" cy="28825"/>
            </a:xfrm>
            <a:custGeom>
              <a:avLst/>
              <a:gdLst/>
              <a:ahLst/>
              <a:cxnLst/>
              <a:rect l="l" t="t" r="r" b="b"/>
              <a:pathLst>
                <a:path w="527" h="1153" extrusionOk="0">
                  <a:moveTo>
                    <a:pt x="527" y="0"/>
                  </a:moveTo>
                  <a:lnTo>
                    <a:pt x="527" y="0"/>
                  </a:lnTo>
                  <a:cubicBezTo>
                    <a:pt x="494" y="69"/>
                    <a:pt x="465" y="135"/>
                    <a:pt x="436" y="198"/>
                  </a:cubicBezTo>
                  <a:lnTo>
                    <a:pt x="436" y="198"/>
                  </a:lnTo>
                  <a:lnTo>
                    <a:pt x="527" y="0"/>
                  </a:lnTo>
                  <a:close/>
                  <a:moveTo>
                    <a:pt x="436" y="198"/>
                  </a:moveTo>
                  <a:lnTo>
                    <a:pt x="1" y="1153"/>
                  </a:lnTo>
                  <a:cubicBezTo>
                    <a:pt x="190" y="796"/>
                    <a:pt x="291" y="527"/>
                    <a:pt x="436" y="198"/>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90"/>
            <p:cNvSpPr/>
            <p:nvPr/>
          </p:nvSpPr>
          <p:spPr>
            <a:xfrm>
              <a:off x="10195000" y="1045700"/>
              <a:ext cx="28850" cy="38875"/>
            </a:xfrm>
            <a:custGeom>
              <a:avLst/>
              <a:gdLst/>
              <a:ahLst/>
              <a:cxnLst/>
              <a:rect l="l" t="t" r="r" b="b"/>
              <a:pathLst>
                <a:path w="1154" h="1555" extrusionOk="0">
                  <a:moveTo>
                    <a:pt x="928" y="1"/>
                  </a:moveTo>
                  <a:cubicBezTo>
                    <a:pt x="828" y="1"/>
                    <a:pt x="728" y="1"/>
                    <a:pt x="627" y="101"/>
                  </a:cubicBezTo>
                  <a:cubicBezTo>
                    <a:pt x="427" y="502"/>
                    <a:pt x="201" y="828"/>
                    <a:pt x="101" y="1128"/>
                  </a:cubicBezTo>
                  <a:cubicBezTo>
                    <a:pt x="1" y="1254"/>
                    <a:pt x="1" y="1454"/>
                    <a:pt x="101" y="1554"/>
                  </a:cubicBezTo>
                  <a:cubicBezTo>
                    <a:pt x="302" y="1554"/>
                    <a:pt x="427" y="1554"/>
                    <a:pt x="527" y="1454"/>
                  </a:cubicBezTo>
                  <a:cubicBezTo>
                    <a:pt x="728" y="1028"/>
                    <a:pt x="928" y="727"/>
                    <a:pt x="1053" y="402"/>
                  </a:cubicBezTo>
                  <a:cubicBezTo>
                    <a:pt x="1154" y="301"/>
                    <a:pt x="1154" y="101"/>
                    <a:pt x="9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90"/>
            <p:cNvSpPr/>
            <p:nvPr/>
          </p:nvSpPr>
          <p:spPr>
            <a:xfrm>
              <a:off x="10098525" y="1136550"/>
              <a:ext cx="20700" cy="39500"/>
            </a:xfrm>
            <a:custGeom>
              <a:avLst/>
              <a:gdLst/>
              <a:ahLst/>
              <a:cxnLst/>
              <a:rect l="l" t="t" r="r" b="b"/>
              <a:pathLst>
                <a:path w="828" h="1580" extrusionOk="0">
                  <a:moveTo>
                    <a:pt x="827" y="1"/>
                  </a:moveTo>
                  <a:lnTo>
                    <a:pt x="0" y="1580"/>
                  </a:lnTo>
                  <a:cubicBezTo>
                    <a:pt x="301" y="1053"/>
                    <a:pt x="627" y="527"/>
                    <a:pt x="827" y="1"/>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90"/>
            <p:cNvSpPr/>
            <p:nvPr/>
          </p:nvSpPr>
          <p:spPr>
            <a:xfrm>
              <a:off x="10090375" y="1129675"/>
              <a:ext cx="36975" cy="52425"/>
            </a:xfrm>
            <a:custGeom>
              <a:avLst/>
              <a:gdLst/>
              <a:ahLst/>
              <a:cxnLst/>
              <a:rect l="l" t="t" r="r" b="b"/>
              <a:pathLst>
                <a:path w="1479" h="2097" extrusionOk="0">
                  <a:moveTo>
                    <a:pt x="1116" y="0"/>
                  </a:moveTo>
                  <a:cubicBezTo>
                    <a:pt x="1053" y="0"/>
                    <a:pt x="1003" y="25"/>
                    <a:pt x="953" y="75"/>
                  </a:cubicBezTo>
                  <a:cubicBezTo>
                    <a:pt x="627" y="602"/>
                    <a:pt x="426" y="1228"/>
                    <a:pt x="101" y="1754"/>
                  </a:cubicBezTo>
                  <a:cubicBezTo>
                    <a:pt x="0" y="1855"/>
                    <a:pt x="101" y="1955"/>
                    <a:pt x="226" y="2055"/>
                  </a:cubicBezTo>
                  <a:cubicBezTo>
                    <a:pt x="255" y="2085"/>
                    <a:pt x="285" y="2097"/>
                    <a:pt x="314" y="2097"/>
                  </a:cubicBezTo>
                  <a:cubicBezTo>
                    <a:pt x="385" y="2097"/>
                    <a:pt x="456" y="2026"/>
                    <a:pt x="527" y="1955"/>
                  </a:cubicBezTo>
                  <a:cubicBezTo>
                    <a:pt x="852" y="1429"/>
                    <a:pt x="1153" y="902"/>
                    <a:pt x="1479" y="401"/>
                  </a:cubicBezTo>
                  <a:cubicBezTo>
                    <a:pt x="1479" y="276"/>
                    <a:pt x="1479" y="75"/>
                    <a:pt x="1354" y="75"/>
                  </a:cubicBezTo>
                  <a:cubicBezTo>
                    <a:pt x="1253" y="25"/>
                    <a:pt x="1178" y="0"/>
                    <a:pt x="111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90"/>
            <p:cNvSpPr/>
            <p:nvPr/>
          </p:nvSpPr>
          <p:spPr>
            <a:xfrm>
              <a:off x="10278350" y="1100225"/>
              <a:ext cx="28825" cy="55150"/>
            </a:xfrm>
            <a:custGeom>
              <a:avLst/>
              <a:gdLst/>
              <a:ahLst/>
              <a:cxnLst/>
              <a:rect l="l" t="t" r="r" b="b"/>
              <a:pathLst>
                <a:path w="1153" h="2206" extrusionOk="0">
                  <a:moveTo>
                    <a:pt x="1153" y="0"/>
                  </a:moveTo>
                  <a:lnTo>
                    <a:pt x="1153" y="0"/>
                  </a:lnTo>
                  <a:cubicBezTo>
                    <a:pt x="905" y="424"/>
                    <a:pt x="699" y="847"/>
                    <a:pt x="486" y="1276"/>
                  </a:cubicBezTo>
                  <a:lnTo>
                    <a:pt x="486" y="1276"/>
                  </a:lnTo>
                  <a:lnTo>
                    <a:pt x="1153" y="0"/>
                  </a:lnTo>
                  <a:close/>
                  <a:moveTo>
                    <a:pt x="486" y="1276"/>
                  </a:moveTo>
                  <a:lnTo>
                    <a:pt x="0" y="2206"/>
                  </a:lnTo>
                  <a:cubicBezTo>
                    <a:pt x="178" y="1892"/>
                    <a:pt x="334" y="1582"/>
                    <a:pt x="486" y="1276"/>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90"/>
            <p:cNvSpPr/>
            <p:nvPr/>
          </p:nvSpPr>
          <p:spPr>
            <a:xfrm>
              <a:off x="10269825" y="1093700"/>
              <a:ext cx="46050" cy="67350"/>
            </a:xfrm>
            <a:custGeom>
              <a:avLst/>
              <a:gdLst/>
              <a:ahLst/>
              <a:cxnLst/>
              <a:rect l="l" t="t" r="r" b="b"/>
              <a:pathLst>
                <a:path w="1842" h="2694" extrusionOk="0">
                  <a:moveTo>
                    <a:pt x="1503" y="1"/>
                  </a:moveTo>
                  <a:cubicBezTo>
                    <a:pt x="1415" y="1"/>
                    <a:pt x="1328" y="48"/>
                    <a:pt x="1294" y="161"/>
                  </a:cubicBezTo>
                  <a:cubicBezTo>
                    <a:pt x="867" y="888"/>
                    <a:pt x="441" y="1614"/>
                    <a:pt x="141" y="2341"/>
                  </a:cubicBezTo>
                  <a:cubicBezTo>
                    <a:pt x="0" y="2499"/>
                    <a:pt x="154" y="2693"/>
                    <a:pt x="337" y="2693"/>
                  </a:cubicBezTo>
                  <a:cubicBezTo>
                    <a:pt x="415" y="2693"/>
                    <a:pt x="499" y="2657"/>
                    <a:pt x="567" y="2567"/>
                  </a:cubicBezTo>
                  <a:cubicBezTo>
                    <a:pt x="968" y="1840"/>
                    <a:pt x="1294" y="1088"/>
                    <a:pt x="1695" y="361"/>
                  </a:cubicBezTo>
                  <a:cubicBezTo>
                    <a:pt x="1842" y="165"/>
                    <a:pt x="1669" y="1"/>
                    <a:pt x="15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90"/>
            <p:cNvSpPr/>
            <p:nvPr/>
          </p:nvSpPr>
          <p:spPr>
            <a:xfrm>
              <a:off x="10346625" y="1191700"/>
              <a:ext cx="7550" cy="15675"/>
            </a:xfrm>
            <a:custGeom>
              <a:avLst/>
              <a:gdLst/>
              <a:ahLst/>
              <a:cxnLst/>
              <a:rect l="l" t="t" r="r" b="b"/>
              <a:pathLst>
                <a:path w="302" h="627" extrusionOk="0">
                  <a:moveTo>
                    <a:pt x="302" y="0"/>
                  </a:moveTo>
                  <a:lnTo>
                    <a:pt x="302" y="0"/>
                  </a:lnTo>
                  <a:cubicBezTo>
                    <a:pt x="252" y="100"/>
                    <a:pt x="201" y="207"/>
                    <a:pt x="151" y="314"/>
                  </a:cubicBezTo>
                  <a:lnTo>
                    <a:pt x="302" y="0"/>
                  </a:lnTo>
                  <a:close/>
                  <a:moveTo>
                    <a:pt x="151" y="314"/>
                  </a:moveTo>
                  <a:lnTo>
                    <a:pt x="1" y="627"/>
                  </a:lnTo>
                  <a:cubicBezTo>
                    <a:pt x="51" y="527"/>
                    <a:pt x="101" y="420"/>
                    <a:pt x="151" y="314"/>
                  </a:cubicBezTo>
                  <a:close/>
                </a:path>
              </a:pathLst>
            </a:custGeom>
            <a:solidFill>
              <a:srgbClr val="F46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90"/>
            <p:cNvSpPr/>
            <p:nvPr/>
          </p:nvSpPr>
          <p:spPr>
            <a:xfrm>
              <a:off x="10338500" y="1184575"/>
              <a:ext cx="23825" cy="30325"/>
            </a:xfrm>
            <a:custGeom>
              <a:avLst/>
              <a:gdLst/>
              <a:ahLst/>
              <a:cxnLst/>
              <a:rect l="l" t="t" r="r" b="b"/>
              <a:pathLst>
                <a:path w="953" h="1213" extrusionOk="0">
                  <a:moveTo>
                    <a:pt x="617" y="1"/>
                  </a:moveTo>
                  <a:cubicBezTo>
                    <a:pt x="541" y="1"/>
                    <a:pt x="484" y="56"/>
                    <a:pt x="426" y="185"/>
                  </a:cubicBezTo>
                  <a:cubicBezTo>
                    <a:pt x="326" y="385"/>
                    <a:pt x="201" y="586"/>
                    <a:pt x="0" y="812"/>
                  </a:cubicBezTo>
                  <a:cubicBezTo>
                    <a:pt x="0" y="912"/>
                    <a:pt x="0" y="1112"/>
                    <a:pt x="100" y="1213"/>
                  </a:cubicBezTo>
                  <a:cubicBezTo>
                    <a:pt x="201" y="1213"/>
                    <a:pt x="426" y="1213"/>
                    <a:pt x="526" y="1112"/>
                  </a:cubicBezTo>
                  <a:cubicBezTo>
                    <a:pt x="627" y="812"/>
                    <a:pt x="727" y="586"/>
                    <a:pt x="827" y="385"/>
                  </a:cubicBezTo>
                  <a:cubicBezTo>
                    <a:pt x="953" y="285"/>
                    <a:pt x="953" y="85"/>
                    <a:pt x="827" y="85"/>
                  </a:cubicBezTo>
                  <a:cubicBezTo>
                    <a:pt x="742" y="31"/>
                    <a:pt x="674" y="1"/>
                    <a:pt x="6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57" name="Google Shape;2857;p90"/>
          <p:cNvSpPr/>
          <p:nvPr/>
        </p:nvSpPr>
        <p:spPr>
          <a:xfrm>
            <a:off x="3655800" y="3484201"/>
            <a:ext cx="1832405" cy="244805"/>
          </a:xfrm>
          <a:custGeom>
            <a:avLst/>
            <a:gdLst/>
            <a:ahLst/>
            <a:cxnLst/>
            <a:rect l="l" t="t" r="r" b="b"/>
            <a:pathLst>
              <a:path w="55866" h="7463" extrusionOk="0">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8" name="Google Shape;2858;p90"/>
          <p:cNvGrpSpPr/>
          <p:nvPr/>
        </p:nvGrpSpPr>
        <p:grpSpPr>
          <a:xfrm rot="8100000">
            <a:off x="6704003" y="-124478"/>
            <a:ext cx="1385917" cy="2699994"/>
            <a:chOff x="409722" y="233833"/>
            <a:chExt cx="1385931" cy="2700020"/>
          </a:xfrm>
        </p:grpSpPr>
        <p:grpSp>
          <p:nvGrpSpPr>
            <p:cNvPr id="2859" name="Google Shape;2859;p90"/>
            <p:cNvGrpSpPr/>
            <p:nvPr/>
          </p:nvGrpSpPr>
          <p:grpSpPr>
            <a:xfrm rot="-617154" flipH="1">
              <a:off x="575967" y="402323"/>
              <a:ext cx="1053440" cy="2450002"/>
              <a:chOff x="3817855" y="1437512"/>
              <a:chExt cx="541146" cy="1128254"/>
            </a:xfrm>
          </p:grpSpPr>
          <p:sp>
            <p:nvSpPr>
              <p:cNvPr id="2860" name="Google Shape;2860;p90"/>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90"/>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62" name="Google Shape;2862;p90"/>
            <p:cNvSpPr/>
            <p:nvPr/>
          </p:nvSpPr>
          <p:spPr>
            <a:xfrm>
              <a:off x="1424458" y="233833"/>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3" name="Google Shape;2863;p90"/>
          <p:cNvGrpSpPr/>
          <p:nvPr/>
        </p:nvGrpSpPr>
        <p:grpSpPr>
          <a:xfrm rot="-2972274">
            <a:off x="796320" y="2522791"/>
            <a:ext cx="1386048" cy="2678158"/>
            <a:chOff x="409722" y="255923"/>
            <a:chExt cx="1385931" cy="2677930"/>
          </a:xfrm>
        </p:grpSpPr>
        <p:grpSp>
          <p:nvGrpSpPr>
            <p:cNvPr id="2864" name="Google Shape;2864;p90"/>
            <p:cNvGrpSpPr/>
            <p:nvPr/>
          </p:nvGrpSpPr>
          <p:grpSpPr>
            <a:xfrm rot="-617154" flipH="1">
              <a:off x="575967" y="402323"/>
              <a:ext cx="1053440" cy="2450002"/>
              <a:chOff x="3817855" y="1437512"/>
              <a:chExt cx="541146" cy="1128254"/>
            </a:xfrm>
          </p:grpSpPr>
          <p:sp>
            <p:nvSpPr>
              <p:cNvPr id="2865" name="Google Shape;2865;p90"/>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90"/>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67" name="Google Shape;2867;p90"/>
            <p:cNvSpPr/>
            <p:nvPr/>
          </p:nvSpPr>
          <p:spPr>
            <a:xfrm>
              <a:off x="1432804" y="255923"/>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8" name="Google Shape;2868;p90"/>
          <p:cNvGrpSpPr/>
          <p:nvPr/>
        </p:nvGrpSpPr>
        <p:grpSpPr>
          <a:xfrm>
            <a:off x="5910913" y="3409365"/>
            <a:ext cx="1697226" cy="604018"/>
            <a:chOff x="-5302450" y="3084350"/>
            <a:chExt cx="1519450" cy="540750"/>
          </a:xfrm>
        </p:grpSpPr>
        <p:sp>
          <p:nvSpPr>
            <p:cNvPr id="2869" name="Google Shape;2869;p90"/>
            <p:cNvSpPr/>
            <p:nvPr/>
          </p:nvSpPr>
          <p:spPr>
            <a:xfrm>
              <a:off x="-4388300" y="3084350"/>
              <a:ext cx="584625" cy="269450"/>
            </a:xfrm>
            <a:custGeom>
              <a:avLst/>
              <a:gdLst/>
              <a:ahLst/>
              <a:cxnLst/>
              <a:rect l="l" t="t" r="r" b="b"/>
              <a:pathLst>
                <a:path w="23385" h="10778" extrusionOk="0">
                  <a:moveTo>
                    <a:pt x="4286" y="1"/>
                  </a:moveTo>
                  <a:cubicBezTo>
                    <a:pt x="3334" y="1"/>
                    <a:pt x="2281" y="326"/>
                    <a:pt x="1454" y="953"/>
                  </a:cubicBezTo>
                  <a:cubicBezTo>
                    <a:pt x="1028" y="1254"/>
                    <a:pt x="627" y="1680"/>
                    <a:pt x="402" y="2206"/>
                  </a:cubicBezTo>
                  <a:cubicBezTo>
                    <a:pt x="101" y="2732"/>
                    <a:pt x="1" y="3259"/>
                    <a:pt x="1" y="3885"/>
                  </a:cubicBezTo>
                  <a:cubicBezTo>
                    <a:pt x="1" y="4612"/>
                    <a:pt x="201" y="5339"/>
                    <a:pt x="527" y="6166"/>
                  </a:cubicBezTo>
                  <a:lnTo>
                    <a:pt x="2181" y="5339"/>
                  </a:lnTo>
                  <a:cubicBezTo>
                    <a:pt x="1981" y="4712"/>
                    <a:pt x="1880" y="4286"/>
                    <a:pt x="1880" y="3885"/>
                  </a:cubicBezTo>
                  <a:cubicBezTo>
                    <a:pt x="1880" y="3559"/>
                    <a:pt x="1880" y="3259"/>
                    <a:pt x="2081" y="3033"/>
                  </a:cubicBezTo>
                  <a:cubicBezTo>
                    <a:pt x="2181" y="2632"/>
                    <a:pt x="2507" y="2407"/>
                    <a:pt x="2908" y="2206"/>
                  </a:cubicBezTo>
                  <a:cubicBezTo>
                    <a:pt x="3334" y="1880"/>
                    <a:pt x="3860" y="1780"/>
                    <a:pt x="4286" y="1780"/>
                  </a:cubicBezTo>
                  <a:cubicBezTo>
                    <a:pt x="4788" y="1780"/>
                    <a:pt x="5214" y="1880"/>
                    <a:pt x="5540" y="2106"/>
                  </a:cubicBezTo>
                  <a:cubicBezTo>
                    <a:pt x="5640" y="2206"/>
                    <a:pt x="5740" y="2206"/>
                    <a:pt x="5941" y="2306"/>
                  </a:cubicBezTo>
                  <a:cubicBezTo>
                    <a:pt x="7194" y="2933"/>
                    <a:pt x="11379" y="5138"/>
                    <a:pt x="15139" y="7018"/>
                  </a:cubicBezTo>
                  <a:cubicBezTo>
                    <a:pt x="18998" y="8998"/>
                    <a:pt x="22557" y="10778"/>
                    <a:pt x="22557" y="10778"/>
                  </a:cubicBezTo>
                  <a:lnTo>
                    <a:pt x="23384" y="9098"/>
                  </a:lnTo>
                  <a:cubicBezTo>
                    <a:pt x="23384" y="9098"/>
                    <a:pt x="23184" y="8998"/>
                    <a:pt x="22758" y="8772"/>
                  </a:cubicBezTo>
                  <a:cubicBezTo>
                    <a:pt x="21078" y="7945"/>
                    <a:pt x="17119" y="5965"/>
                    <a:pt x="13459" y="4086"/>
                  </a:cubicBezTo>
                  <a:cubicBezTo>
                    <a:pt x="11680" y="3133"/>
                    <a:pt x="9926" y="2306"/>
                    <a:pt x="8672" y="1680"/>
                  </a:cubicBezTo>
                  <a:cubicBezTo>
                    <a:pt x="7920" y="1379"/>
                    <a:pt x="7419" y="1053"/>
                    <a:pt x="7093" y="853"/>
                  </a:cubicBezTo>
                  <a:cubicBezTo>
                    <a:pt x="6893" y="752"/>
                    <a:pt x="6667" y="627"/>
                    <a:pt x="6567" y="627"/>
                  </a:cubicBezTo>
                  <a:cubicBezTo>
                    <a:pt x="6567" y="527"/>
                    <a:pt x="6467" y="527"/>
                    <a:pt x="6467" y="527"/>
                  </a:cubicBezTo>
                  <a:cubicBezTo>
                    <a:pt x="5840" y="126"/>
                    <a:pt x="5013" y="1"/>
                    <a:pt x="4286" y="1"/>
                  </a:cubicBezTo>
                  <a:close/>
                </a:path>
              </a:pathLst>
            </a:cu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90"/>
            <p:cNvSpPr/>
            <p:nvPr/>
          </p:nvSpPr>
          <p:spPr>
            <a:xfrm>
              <a:off x="-5302450" y="3142000"/>
              <a:ext cx="509425" cy="211800"/>
            </a:xfrm>
            <a:custGeom>
              <a:avLst/>
              <a:gdLst/>
              <a:ahLst/>
              <a:cxnLst/>
              <a:rect l="l" t="t" r="r" b="b"/>
              <a:pathLst>
                <a:path w="20377" h="8472" extrusionOk="0">
                  <a:moveTo>
                    <a:pt x="4286" y="0"/>
                  </a:moveTo>
                  <a:cubicBezTo>
                    <a:pt x="3358" y="0"/>
                    <a:pt x="2306" y="326"/>
                    <a:pt x="1479" y="953"/>
                  </a:cubicBezTo>
                  <a:cubicBezTo>
                    <a:pt x="1053" y="1253"/>
                    <a:pt x="627" y="1679"/>
                    <a:pt x="426" y="2206"/>
                  </a:cubicBezTo>
                  <a:cubicBezTo>
                    <a:pt x="125" y="2707"/>
                    <a:pt x="0" y="3233"/>
                    <a:pt x="0" y="3860"/>
                  </a:cubicBezTo>
                  <a:cubicBezTo>
                    <a:pt x="0" y="4587"/>
                    <a:pt x="226" y="5339"/>
                    <a:pt x="526" y="6166"/>
                  </a:cubicBezTo>
                  <a:lnTo>
                    <a:pt x="2206" y="5339"/>
                  </a:lnTo>
                  <a:cubicBezTo>
                    <a:pt x="2005" y="4812"/>
                    <a:pt x="1880" y="4286"/>
                    <a:pt x="1880" y="3860"/>
                  </a:cubicBezTo>
                  <a:cubicBezTo>
                    <a:pt x="1880" y="3559"/>
                    <a:pt x="2005" y="3233"/>
                    <a:pt x="2105" y="3033"/>
                  </a:cubicBezTo>
                  <a:cubicBezTo>
                    <a:pt x="2206" y="2707"/>
                    <a:pt x="2506" y="2406"/>
                    <a:pt x="2932" y="2206"/>
                  </a:cubicBezTo>
                  <a:cubicBezTo>
                    <a:pt x="3358" y="1980"/>
                    <a:pt x="3885" y="1880"/>
                    <a:pt x="4286" y="1880"/>
                  </a:cubicBezTo>
                  <a:cubicBezTo>
                    <a:pt x="4812" y="1880"/>
                    <a:pt x="5238" y="1980"/>
                    <a:pt x="5539" y="2081"/>
                  </a:cubicBezTo>
                  <a:lnTo>
                    <a:pt x="5539" y="2206"/>
                  </a:lnTo>
                  <a:cubicBezTo>
                    <a:pt x="5639" y="2206"/>
                    <a:pt x="5764" y="2306"/>
                    <a:pt x="5865" y="2306"/>
                  </a:cubicBezTo>
                  <a:cubicBezTo>
                    <a:pt x="6491" y="2607"/>
                    <a:pt x="7519" y="3133"/>
                    <a:pt x="8897" y="3760"/>
                  </a:cubicBezTo>
                  <a:cubicBezTo>
                    <a:pt x="13058" y="5639"/>
                    <a:pt x="19649" y="8472"/>
                    <a:pt x="19649" y="8472"/>
                  </a:cubicBezTo>
                  <a:lnTo>
                    <a:pt x="20376" y="6792"/>
                  </a:lnTo>
                  <a:cubicBezTo>
                    <a:pt x="20376" y="6792"/>
                    <a:pt x="20176" y="6692"/>
                    <a:pt x="19750" y="6592"/>
                  </a:cubicBezTo>
                  <a:cubicBezTo>
                    <a:pt x="18496" y="5965"/>
                    <a:pt x="15163" y="4487"/>
                    <a:pt x="12231" y="3133"/>
                  </a:cubicBezTo>
                  <a:cubicBezTo>
                    <a:pt x="10777" y="2507"/>
                    <a:pt x="9298" y="1880"/>
                    <a:pt x="8271" y="1354"/>
                  </a:cubicBezTo>
                  <a:cubicBezTo>
                    <a:pt x="7744" y="1153"/>
                    <a:pt x="7218" y="953"/>
                    <a:pt x="6892" y="727"/>
                  </a:cubicBezTo>
                  <a:cubicBezTo>
                    <a:pt x="6792" y="727"/>
                    <a:pt x="6692" y="627"/>
                    <a:pt x="6592" y="627"/>
                  </a:cubicBezTo>
                  <a:lnTo>
                    <a:pt x="6491" y="527"/>
                  </a:lnTo>
                  <a:cubicBezTo>
                    <a:pt x="5865" y="101"/>
                    <a:pt x="5138" y="0"/>
                    <a:pt x="4286" y="0"/>
                  </a:cubicBezTo>
                  <a:close/>
                </a:path>
              </a:pathLst>
            </a:cu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90"/>
            <p:cNvSpPr/>
            <p:nvPr/>
          </p:nvSpPr>
          <p:spPr>
            <a:xfrm>
              <a:off x="-4832525" y="3193825"/>
              <a:ext cx="451775" cy="409275"/>
            </a:xfrm>
            <a:custGeom>
              <a:avLst/>
              <a:gdLst/>
              <a:ahLst/>
              <a:cxnLst/>
              <a:rect l="l" t="t" r="r" b="b"/>
              <a:pathLst>
                <a:path w="18071" h="16371" extrusionOk="0">
                  <a:moveTo>
                    <a:pt x="9043" y="0"/>
                  </a:moveTo>
                  <a:cubicBezTo>
                    <a:pt x="8405" y="0"/>
                    <a:pt x="7759" y="76"/>
                    <a:pt x="7118" y="233"/>
                  </a:cubicBezTo>
                  <a:cubicBezTo>
                    <a:pt x="2732" y="1386"/>
                    <a:pt x="0" y="5872"/>
                    <a:pt x="1153" y="10258"/>
                  </a:cubicBezTo>
                  <a:cubicBezTo>
                    <a:pt x="2121" y="13942"/>
                    <a:pt x="5371" y="16371"/>
                    <a:pt x="8985" y="16371"/>
                  </a:cubicBezTo>
                  <a:cubicBezTo>
                    <a:pt x="9674" y="16371"/>
                    <a:pt x="10376" y="16282"/>
                    <a:pt x="11078" y="16098"/>
                  </a:cubicBezTo>
                  <a:cubicBezTo>
                    <a:pt x="15464" y="14945"/>
                    <a:pt x="18070" y="10559"/>
                    <a:pt x="17043" y="6173"/>
                  </a:cubicBezTo>
                  <a:cubicBezTo>
                    <a:pt x="16062" y="2443"/>
                    <a:pt x="12671" y="0"/>
                    <a:pt x="904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90"/>
            <p:cNvSpPr/>
            <p:nvPr/>
          </p:nvSpPr>
          <p:spPr>
            <a:xfrm>
              <a:off x="-4803700" y="3447750"/>
              <a:ext cx="25" cy="2550"/>
            </a:xfrm>
            <a:custGeom>
              <a:avLst/>
              <a:gdLst/>
              <a:ahLst/>
              <a:cxnLst/>
              <a:rect l="l" t="t" r="r" b="b"/>
              <a:pathLst>
                <a:path w="1" h="102" extrusionOk="0">
                  <a:moveTo>
                    <a:pt x="0" y="1"/>
                  </a:moveTo>
                  <a:lnTo>
                    <a:pt x="0" y="101"/>
                  </a:lnTo>
                  <a:lnTo>
                    <a:pt x="0" y="1"/>
                  </a:lnTo>
                  <a:close/>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90"/>
            <p:cNvSpPr/>
            <p:nvPr/>
          </p:nvSpPr>
          <p:spPr>
            <a:xfrm>
              <a:off x="-4808725" y="3197125"/>
              <a:ext cx="287000" cy="284500"/>
            </a:xfrm>
            <a:custGeom>
              <a:avLst/>
              <a:gdLst/>
              <a:ahLst/>
              <a:cxnLst/>
              <a:rect l="l" t="t" r="r" b="b"/>
              <a:pathLst>
                <a:path w="11480" h="11380" extrusionOk="0">
                  <a:moveTo>
                    <a:pt x="9299" y="1"/>
                  </a:moveTo>
                  <a:lnTo>
                    <a:pt x="1" y="9274"/>
                  </a:lnTo>
                  <a:cubicBezTo>
                    <a:pt x="101" y="9500"/>
                    <a:pt x="101" y="9800"/>
                    <a:pt x="201" y="10026"/>
                  </a:cubicBezTo>
                  <a:lnTo>
                    <a:pt x="201" y="10126"/>
                  </a:lnTo>
                  <a:cubicBezTo>
                    <a:pt x="301" y="10527"/>
                    <a:pt x="527" y="10953"/>
                    <a:pt x="627" y="11379"/>
                  </a:cubicBezTo>
                  <a:cubicBezTo>
                    <a:pt x="4286" y="7720"/>
                    <a:pt x="7820" y="4161"/>
                    <a:pt x="11479" y="627"/>
                  </a:cubicBezTo>
                  <a:cubicBezTo>
                    <a:pt x="10752" y="302"/>
                    <a:pt x="10026" y="101"/>
                    <a:pt x="92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90"/>
            <p:cNvSpPr/>
            <p:nvPr/>
          </p:nvSpPr>
          <p:spPr>
            <a:xfrm>
              <a:off x="-4777400" y="3228450"/>
              <a:ext cx="352150" cy="349650"/>
            </a:xfrm>
            <a:custGeom>
              <a:avLst/>
              <a:gdLst/>
              <a:ahLst/>
              <a:cxnLst/>
              <a:rect l="l" t="t" r="r" b="b"/>
              <a:pathLst>
                <a:path w="14086" h="13986" extrusionOk="0">
                  <a:moveTo>
                    <a:pt x="11279" y="1"/>
                  </a:moveTo>
                  <a:lnTo>
                    <a:pt x="1" y="11279"/>
                  </a:lnTo>
                  <a:cubicBezTo>
                    <a:pt x="828" y="12407"/>
                    <a:pt x="1880" y="13359"/>
                    <a:pt x="3033" y="13986"/>
                  </a:cubicBezTo>
                  <a:lnTo>
                    <a:pt x="14086" y="3008"/>
                  </a:lnTo>
                  <a:cubicBezTo>
                    <a:pt x="13459" y="1755"/>
                    <a:pt x="12532" y="728"/>
                    <a:pt x="112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90"/>
            <p:cNvSpPr/>
            <p:nvPr/>
          </p:nvSpPr>
          <p:spPr>
            <a:xfrm>
              <a:off x="-4237300" y="3179650"/>
              <a:ext cx="451800" cy="409300"/>
            </a:xfrm>
            <a:custGeom>
              <a:avLst/>
              <a:gdLst/>
              <a:ahLst/>
              <a:cxnLst/>
              <a:rect l="l" t="t" r="r" b="b"/>
              <a:pathLst>
                <a:path w="18072" h="16372" extrusionOk="0">
                  <a:moveTo>
                    <a:pt x="9118" y="1"/>
                  </a:moveTo>
                  <a:cubicBezTo>
                    <a:pt x="8425" y="1"/>
                    <a:pt x="7720" y="89"/>
                    <a:pt x="7018" y="274"/>
                  </a:cubicBezTo>
                  <a:cubicBezTo>
                    <a:pt x="2632" y="1427"/>
                    <a:pt x="1" y="5813"/>
                    <a:pt x="1154" y="10199"/>
                  </a:cubicBezTo>
                  <a:cubicBezTo>
                    <a:pt x="2049" y="13929"/>
                    <a:pt x="5427" y="16372"/>
                    <a:pt x="9115" y="16372"/>
                  </a:cubicBezTo>
                  <a:cubicBezTo>
                    <a:pt x="9764" y="16372"/>
                    <a:pt x="10422" y="16296"/>
                    <a:pt x="11079" y="16138"/>
                  </a:cubicBezTo>
                  <a:cubicBezTo>
                    <a:pt x="15465" y="14986"/>
                    <a:pt x="18071" y="10499"/>
                    <a:pt x="16918" y="6113"/>
                  </a:cubicBezTo>
                  <a:cubicBezTo>
                    <a:pt x="16055" y="2430"/>
                    <a:pt x="12752" y="1"/>
                    <a:pt x="911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90"/>
            <p:cNvSpPr/>
            <p:nvPr/>
          </p:nvSpPr>
          <p:spPr>
            <a:xfrm>
              <a:off x="-4832525" y="3170825"/>
              <a:ext cx="454275" cy="454275"/>
            </a:xfrm>
            <a:custGeom>
              <a:avLst/>
              <a:gdLst/>
              <a:ahLst/>
              <a:cxnLst/>
              <a:rect l="l" t="t" r="r" b="b"/>
              <a:pathLst>
                <a:path w="18171" h="18171" extrusionOk="0">
                  <a:moveTo>
                    <a:pt x="9098" y="1880"/>
                  </a:moveTo>
                  <a:cubicBezTo>
                    <a:pt x="10652" y="1880"/>
                    <a:pt x="12231" y="2406"/>
                    <a:pt x="13484" y="3334"/>
                  </a:cubicBezTo>
                  <a:cubicBezTo>
                    <a:pt x="14737" y="4286"/>
                    <a:pt x="15664" y="5639"/>
                    <a:pt x="16090" y="7319"/>
                  </a:cubicBezTo>
                  <a:cubicBezTo>
                    <a:pt x="16291" y="7945"/>
                    <a:pt x="16291" y="8572"/>
                    <a:pt x="16291" y="9073"/>
                  </a:cubicBezTo>
                  <a:cubicBezTo>
                    <a:pt x="16291" y="10752"/>
                    <a:pt x="15790" y="12331"/>
                    <a:pt x="14837" y="13459"/>
                  </a:cubicBezTo>
                  <a:cubicBezTo>
                    <a:pt x="13910" y="14712"/>
                    <a:pt x="12532" y="15664"/>
                    <a:pt x="10877" y="16090"/>
                  </a:cubicBezTo>
                  <a:cubicBezTo>
                    <a:pt x="10251" y="16291"/>
                    <a:pt x="9724" y="16391"/>
                    <a:pt x="9098" y="16391"/>
                  </a:cubicBezTo>
                  <a:cubicBezTo>
                    <a:pt x="7419" y="16391"/>
                    <a:pt x="5965" y="15765"/>
                    <a:pt x="4712" y="14837"/>
                  </a:cubicBezTo>
                  <a:cubicBezTo>
                    <a:pt x="3459" y="13885"/>
                    <a:pt x="2506" y="12532"/>
                    <a:pt x="2105" y="10852"/>
                  </a:cubicBezTo>
                  <a:cubicBezTo>
                    <a:pt x="1880" y="10326"/>
                    <a:pt x="1880" y="9699"/>
                    <a:pt x="1880" y="9073"/>
                  </a:cubicBezTo>
                  <a:cubicBezTo>
                    <a:pt x="1880" y="7519"/>
                    <a:pt x="2406" y="5940"/>
                    <a:pt x="3359" y="4687"/>
                  </a:cubicBezTo>
                  <a:cubicBezTo>
                    <a:pt x="4286" y="3434"/>
                    <a:pt x="5639" y="2506"/>
                    <a:pt x="7318" y="2080"/>
                  </a:cubicBezTo>
                  <a:cubicBezTo>
                    <a:pt x="7945" y="1980"/>
                    <a:pt x="8471" y="1880"/>
                    <a:pt x="9098" y="1880"/>
                  </a:cubicBezTo>
                  <a:close/>
                  <a:moveTo>
                    <a:pt x="9098" y="0"/>
                  </a:moveTo>
                  <a:cubicBezTo>
                    <a:pt x="8371" y="0"/>
                    <a:pt x="7644" y="100"/>
                    <a:pt x="6792" y="301"/>
                  </a:cubicBezTo>
                  <a:cubicBezTo>
                    <a:pt x="4812" y="827"/>
                    <a:pt x="3033" y="1980"/>
                    <a:pt x="1880" y="3559"/>
                  </a:cubicBezTo>
                  <a:cubicBezTo>
                    <a:pt x="627" y="5113"/>
                    <a:pt x="0" y="7093"/>
                    <a:pt x="0" y="9073"/>
                  </a:cubicBezTo>
                  <a:cubicBezTo>
                    <a:pt x="0" y="9825"/>
                    <a:pt x="125" y="10652"/>
                    <a:pt x="326" y="11379"/>
                  </a:cubicBezTo>
                  <a:cubicBezTo>
                    <a:pt x="852" y="13359"/>
                    <a:pt x="2005" y="15138"/>
                    <a:pt x="3559" y="16291"/>
                  </a:cubicBezTo>
                  <a:cubicBezTo>
                    <a:pt x="5138" y="17544"/>
                    <a:pt x="7018" y="18171"/>
                    <a:pt x="9098" y="18171"/>
                  </a:cubicBezTo>
                  <a:cubicBezTo>
                    <a:pt x="9825" y="18171"/>
                    <a:pt x="10552" y="18070"/>
                    <a:pt x="11404" y="17970"/>
                  </a:cubicBezTo>
                  <a:cubicBezTo>
                    <a:pt x="13384" y="17444"/>
                    <a:pt x="15163" y="16191"/>
                    <a:pt x="16291" y="14612"/>
                  </a:cubicBezTo>
                  <a:cubicBezTo>
                    <a:pt x="17544" y="13058"/>
                    <a:pt x="18171" y="11178"/>
                    <a:pt x="18171" y="9073"/>
                  </a:cubicBezTo>
                  <a:cubicBezTo>
                    <a:pt x="18171" y="8346"/>
                    <a:pt x="18070" y="7619"/>
                    <a:pt x="17870" y="6892"/>
                  </a:cubicBezTo>
                  <a:cubicBezTo>
                    <a:pt x="17344" y="4812"/>
                    <a:pt x="16191" y="3133"/>
                    <a:pt x="14637" y="1880"/>
                  </a:cubicBezTo>
                  <a:cubicBezTo>
                    <a:pt x="13058" y="727"/>
                    <a:pt x="11078" y="0"/>
                    <a:pt x="9098" y="0"/>
                  </a:cubicBezTo>
                  <a:close/>
                </a:path>
              </a:pathLst>
            </a:cu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90"/>
            <p:cNvSpPr/>
            <p:nvPr/>
          </p:nvSpPr>
          <p:spPr>
            <a:xfrm>
              <a:off x="-4208475" y="3434600"/>
              <a:ext cx="5675" cy="18200"/>
            </a:xfrm>
            <a:custGeom>
              <a:avLst/>
              <a:gdLst/>
              <a:ahLst/>
              <a:cxnLst/>
              <a:rect l="l" t="t" r="r" b="b"/>
              <a:pathLst>
                <a:path w="227" h="728" extrusionOk="0">
                  <a:moveTo>
                    <a:pt x="226" y="727"/>
                  </a:moveTo>
                  <a:lnTo>
                    <a:pt x="226" y="727"/>
                  </a:lnTo>
                  <a:lnTo>
                    <a:pt x="226" y="727"/>
                  </a:lnTo>
                  <a:close/>
                  <a:moveTo>
                    <a:pt x="226" y="727"/>
                  </a:moveTo>
                  <a:lnTo>
                    <a:pt x="226" y="727"/>
                  </a:lnTo>
                  <a:lnTo>
                    <a:pt x="226" y="727"/>
                  </a:lnTo>
                  <a:close/>
                  <a:moveTo>
                    <a:pt x="226" y="727"/>
                  </a:moveTo>
                  <a:lnTo>
                    <a:pt x="226" y="727"/>
                  </a:lnTo>
                  <a:lnTo>
                    <a:pt x="226" y="727"/>
                  </a:lnTo>
                  <a:close/>
                  <a:moveTo>
                    <a:pt x="226" y="727"/>
                  </a:moveTo>
                  <a:lnTo>
                    <a:pt x="226" y="727"/>
                  </a:lnTo>
                  <a:lnTo>
                    <a:pt x="226" y="727"/>
                  </a:lnTo>
                  <a:close/>
                  <a:moveTo>
                    <a:pt x="226" y="627"/>
                  </a:moveTo>
                  <a:lnTo>
                    <a:pt x="226" y="627"/>
                  </a:lnTo>
                  <a:lnTo>
                    <a:pt x="226" y="627"/>
                  </a:lnTo>
                  <a:close/>
                  <a:moveTo>
                    <a:pt x="226" y="627"/>
                  </a:moveTo>
                  <a:lnTo>
                    <a:pt x="226" y="627"/>
                  </a:lnTo>
                  <a:lnTo>
                    <a:pt x="226" y="627"/>
                  </a:lnTo>
                  <a:close/>
                  <a:moveTo>
                    <a:pt x="226" y="627"/>
                  </a:moveTo>
                  <a:lnTo>
                    <a:pt x="226" y="627"/>
                  </a:lnTo>
                  <a:lnTo>
                    <a:pt x="226" y="627"/>
                  </a:lnTo>
                  <a:close/>
                  <a:moveTo>
                    <a:pt x="101" y="627"/>
                  </a:moveTo>
                  <a:lnTo>
                    <a:pt x="226" y="627"/>
                  </a:lnTo>
                  <a:lnTo>
                    <a:pt x="101" y="627"/>
                  </a:lnTo>
                  <a:close/>
                  <a:moveTo>
                    <a:pt x="101" y="627"/>
                  </a:moveTo>
                  <a:lnTo>
                    <a:pt x="101" y="627"/>
                  </a:lnTo>
                  <a:lnTo>
                    <a:pt x="101" y="627"/>
                  </a:lnTo>
                  <a:close/>
                  <a:moveTo>
                    <a:pt x="1" y="101"/>
                  </a:moveTo>
                  <a:cubicBezTo>
                    <a:pt x="1" y="301"/>
                    <a:pt x="101" y="402"/>
                    <a:pt x="101" y="627"/>
                  </a:cubicBezTo>
                  <a:cubicBezTo>
                    <a:pt x="101" y="402"/>
                    <a:pt x="1" y="301"/>
                    <a:pt x="1" y="101"/>
                  </a:cubicBezTo>
                  <a:close/>
                  <a:moveTo>
                    <a:pt x="1" y="101"/>
                  </a:moveTo>
                  <a:lnTo>
                    <a:pt x="1" y="101"/>
                  </a:lnTo>
                  <a:lnTo>
                    <a:pt x="1" y="101"/>
                  </a:lnTo>
                  <a:close/>
                  <a:moveTo>
                    <a:pt x="1" y="101"/>
                  </a:moveTo>
                  <a:lnTo>
                    <a:pt x="1" y="101"/>
                  </a:lnTo>
                  <a:lnTo>
                    <a:pt x="1" y="101"/>
                  </a:lnTo>
                  <a:close/>
                  <a:moveTo>
                    <a:pt x="1" y="101"/>
                  </a:moveTo>
                  <a:lnTo>
                    <a:pt x="1" y="101"/>
                  </a:lnTo>
                  <a:lnTo>
                    <a:pt x="1" y="101"/>
                  </a:lnTo>
                  <a:close/>
                  <a:moveTo>
                    <a:pt x="1" y="1"/>
                  </a:moveTo>
                  <a:lnTo>
                    <a:pt x="1" y="1"/>
                  </a:lnTo>
                  <a:lnTo>
                    <a:pt x="1" y="1"/>
                  </a:lnTo>
                  <a:close/>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90"/>
            <p:cNvSpPr/>
            <p:nvPr/>
          </p:nvSpPr>
          <p:spPr>
            <a:xfrm>
              <a:off x="-4210975" y="3183975"/>
              <a:ext cx="308300" cy="307675"/>
            </a:xfrm>
            <a:custGeom>
              <a:avLst/>
              <a:gdLst/>
              <a:ahLst/>
              <a:cxnLst/>
              <a:rect l="l" t="t" r="r" b="b"/>
              <a:pathLst>
                <a:path w="12332" h="12307" extrusionOk="0">
                  <a:moveTo>
                    <a:pt x="9499" y="0"/>
                  </a:moveTo>
                  <a:cubicBezTo>
                    <a:pt x="6266" y="3133"/>
                    <a:pt x="3133" y="6366"/>
                    <a:pt x="0" y="9499"/>
                  </a:cubicBezTo>
                  <a:cubicBezTo>
                    <a:pt x="0" y="9700"/>
                    <a:pt x="0" y="9800"/>
                    <a:pt x="101" y="10026"/>
                  </a:cubicBezTo>
                  <a:lnTo>
                    <a:pt x="101" y="10126"/>
                  </a:lnTo>
                  <a:cubicBezTo>
                    <a:pt x="101" y="10326"/>
                    <a:pt x="201" y="10427"/>
                    <a:pt x="201" y="10652"/>
                  </a:cubicBezTo>
                  <a:lnTo>
                    <a:pt x="326" y="10652"/>
                  </a:lnTo>
                  <a:lnTo>
                    <a:pt x="326" y="10752"/>
                  </a:lnTo>
                  <a:cubicBezTo>
                    <a:pt x="527" y="11279"/>
                    <a:pt x="727" y="11805"/>
                    <a:pt x="1053" y="12306"/>
                  </a:cubicBezTo>
                  <a:lnTo>
                    <a:pt x="12331" y="1028"/>
                  </a:lnTo>
                  <a:cubicBezTo>
                    <a:pt x="11379" y="527"/>
                    <a:pt x="10452" y="201"/>
                    <a:pt x="94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90"/>
            <p:cNvSpPr/>
            <p:nvPr/>
          </p:nvSpPr>
          <p:spPr>
            <a:xfrm>
              <a:off x="-4166500" y="3228450"/>
              <a:ext cx="331500" cy="331500"/>
            </a:xfrm>
            <a:custGeom>
              <a:avLst/>
              <a:gdLst/>
              <a:ahLst/>
              <a:cxnLst/>
              <a:rect l="l" t="t" r="r" b="b"/>
              <a:pathLst>
                <a:path w="13260" h="13260" extrusionOk="0">
                  <a:moveTo>
                    <a:pt x="11480" y="1"/>
                  </a:moveTo>
                  <a:lnTo>
                    <a:pt x="1" y="11480"/>
                  </a:lnTo>
                  <a:cubicBezTo>
                    <a:pt x="627" y="12207"/>
                    <a:pt x="1254" y="12733"/>
                    <a:pt x="1981" y="13259"/>
                  </a:cubicBezTo>
                  <a:lnTo>
                    <a:pt x="13259" y="1981"/>
                  </a:lnTo>
                  <a:cubicBezTo>
                    <a:pt x="12733" y="1254"/>
                    <a:pt x="12206" y="628"/>
                    <a:pt x="114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90"/>
            <p:cNvSpPr/>
            <p:nvPr/>
          </p:nvSpPr>
          <p:spPr>
            <a:xfrm>
              <a:off x="-4239800" y="3157650"/>
              <a:ext cx="456800" cy="454300"/>
            </a:xfrm>
            <a:custGeom>
              <a:avLst/>
              <a:gdLst/>
              <a:ahLst/>
              <a:cxnLst/>
              <a:rect l="l" t="t" r="r" b="b"/>
              <a:pathLst>
                <a:path w="18272" h="18172" extrusionOk="0">
                  <a:moveTo>
                    <a:pt x="9199" y="1780"/>
                  </a:moveTo>
                  <a:cubicBezTo>
                    <a:pt x="10752" y="1780"/>
                    <a:pt x="12331" y="2407"/>
                    <a:pt x="13585" y="3334"/>
                  </a:cubicBezTo>
                  <a:cubicBezTo>
                    <a:pt x="14838" y="4287"/>
                    <a:pt x="15765" y="5640"/>
                    <a:pt x="16191" y="7319"/>
                  </a:cubicBezTo>
                  <a:cubicBezTo>
                    <a:pt x="16291" y="7846"/>
                    <a:pt x="16392" y="8472"/>
                    <a:pt x="16392" y="9099"/>
                  </a:cubicBezTo>
                  <a:cubicBezTo>
                    <a:pt x="16392" y="10653"/>
                    <a:pt x="15890" y="12232"/>
                    <a:pt x="14938" y="13485"/>
                  </a:cubicBezTo>
                  <a:cubicBezTo>
                    <a:pt x="13885" y="14738"/>
                    <a:pt x="12532" y="15665"/>
                    <a:pt x="10978" y="16091"/>
                  </a:cubicBezTo>
                  <a:cubicBezTo>
                    <a:pt x="10351" y="16191"/>
                    <a:pt x="9725" y="16292"/>
                    <a:pt x="9199" y="16292"/>
                  </a:cubicBezTo>
                  <a:cubicBezTo>
                    <a:pt x="7519" y="16292"/>
                    <a:pt x="5965" y="15765"/>
                    <a:pt x="4712" y="14838"/>
                  </a:cubicBezTo>
                  <a:cubicBezTo>
                    <a:pt x="3459" y="13886"/>
                    <a:pt x="2507" y="12532"/>
                    <a:pt x="2106" y="10853"/>
                  </a:cubicBezTo>
                  <a:cubicBezTo>
                    <a:pt x="1980" y="10226"/>
                    <a:pt x="1880" y="9600"/>
                    <a:pt x="1880" y="9099"/>
                  </a:cubicBezTo>
                  <a:cubicBezTo>
                    <a:pt x="1880" y="7419"/>
                    <a:pt x="2407" y="5840"/>
                    <a:pt x="3459" y="4587"/>
                  </a:cubicBezTo>
                  <a:cubicBezTo>
                    <a:pt x="4387" y="3460"/>
                    <a:pt x="5740" y="2507"/>
                    <a:pt x="7319" y="1981"/>
                  </a:cubicBezTo>
                  <a:cubicBezTo>
                    <a:pt x="7945" y="1881"/>
                    <a:pt x="8572" y="1780"/>
                    <a:pt x="9199" y="1780"/>
                  </a:cubicBezTo>
                  <a:close/>
                  <a:moveTo>
                    <a:pt x="9199" y="1"/>
                  </a:moveTo>
                  <a:cubicBezTo>
                    <a:pt x="8372" y="1"/>
                    <a:pt x="7620" y="1"/>
                    <a:pt x="6893" y="201"/>
                  </a:cubicBezTo>
                  <a:cubicBezTo>
                    <a:pt x="4813" y="728"/>
                    <a:pt x="3133" y="1981"/>
                    <a:pt x="1880" y="3560"/>
                  </a:cubicBezTo>
                  <a:cubicBezTo>
                    <a:pt x="727" y="5114"/>
                    <a:pt x="1" y="6993"/>
                    <a:pt x="1" y="9099"/>
                  </a:cubicBezTo>
                  <a:cubicBezTo>
                    <a:pt x="1" y="9825"/>
                    <a:pt x="101" y="10552"/>
                    <a:pt x="326" y="11279"/>
                  </a:cubicBezTo>
                  <a:cubicBezTo>
                    <a:pt x="853" y="13359"/>
                    <a:pt x="2106" y="15039"/>
                    <a:pt x="3660" y="16292"/>
                  </a:cubicBezTo>
                  <a:cubicBezTo>
                    <a:pt x="5239" y="17445"/>
                    <a:pt x="7118" y="18171"/>
                    <a:pt x="9199" y="18171"/>
                  </a:cubicBezTo>
                  <a:cubicBezTo>
                    <a:pt x="9925" y="18171"/>
                    <a:pt x="10652" y="18071"/>
                    <a:pt x="11379" y="17871"/>
                  </a:cubicBezTo>
                  <a:cubicBezTo>
                    <a:pt x="13484" y="17344"/>
                    <a:pt x="15138" y="16191"/>
                    <a:pt x="16392" y="14612"/>
                  </a:cubicBezTo>
                  <a:cubicBezTo>
                    <a:pt x="17544" y="13059"/>
                    <a:pt x="18271" y="11079"/>
                    <a:pt x="18271" y="9099"/>
                  </a:cubicBezTo>
                  <a:cubicBezTo>
                    <a:pt x="18271" y="8347"/>
                    <a:pt x="18171" y="7520"/>
                    <a:pt x="17971" y="6793"/>
                  </a:cubicBezTo>
                  <a:cubicBezTo>
                    <a:pt x="17444" y="4713"/>
                    <a:pt x="16291" y="3033"/>
                    <a:pt x="14737" y="1881"/>
                  </a:cubicBezTo>
                  <a:cubicBezTo>
                    <a:pt x="13159" y="627"/>
                    <a:pt x="11179" y="1"/>
                    <a:pt x="9199" y="1"/>
                  </a:cubicBezTo>
                  <a:close/>
                </a:path>
              </a:pathLst>
            </a:cu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90"/>
            <p:cNvSpPr/>
            <p:nvPr/>
          </p:nvSpPr>
          <p:spPr>
            <a:xfrm>
              <a:off x="-4427775" y="3254150"/>
              <a:ext cx="237500" cy="112175"/>
            </a:xfrm>
            <a:custGeom>
              <a:avLst/>
              <a:gdLst/>
              <a:ahLst/>
              <a:cxnLst/>
              <a:rect l="l" t="t" r="r" b="b"/>
              <a:pathLst>
                <a:path w="9500" h="4487" extrusionOk="0">
                  <a:moveTo>
                    <a:pt x="4813" y="1"/>
                  </a:moveTo>
                  <a:cubicBezTo>
                    <a:pt x="4387" y="1"/>
                    <a:pt x="4086" y="1"/>
                    <a:pt x="3660" y="101"/>
                  </a:cubicBezTo>
                  <a:cubicBezTo>
                    <a:pt x="2607" y="427"/>
                    <a:pt x="1780" y="953"/>
                    <a:pt x="1154" y="1680"/>
                  </a:cubicBezTo>
                  <a:cubicBezTo>
                    <a:pt x="527" y="2407"/>
                    <a:pt x="101" y="3234"/>
                    <a:pt x="1" y="4286"/>
                  </a:cubicBezTo>
                  <a:lnTo>
                    <a:pt x="1880" y="4487"/>
                  </a:lnTo>
                  <a:cubicBezTo>
                    <a:pt x="1880" y="3860"/>
                    <a:pt x="2206" y="3359"/>
                    <a:pt x="2607" y="2933"/>
                  </a:cubicBezTo>
                  <a:cubicBezTo>
                    <a:pt x="2933" y="2407"/>
                    <a:pt x="3459" y="2106"/>
                    <a:pt x="4086" y="1980"/>
                  </a:cubicBezTo>
                  <a:cubicBezTo>
                    <a:pt x="4387" y="1880"/>
                    <a:pt x="4612" y="1880"/>
                    <a:pt x="4813" y="1880"/>
                  </a:cubicBezTo>
                  <a:cubicBezTo>
                    <a:pt x="5540" y="1880"/>
                    <a:pt x="6166" y="2106"/>
                    <a:pt x="6692" y="2507"/>
                  </a:cubicBezTo>
                  <a:cubicBezTo>
                    <a:pt x="7219" y="2833"/>
                    <a:pt x="7520" y="3459"/>
                    <a:pt x="7745" y="4086"/>
                  </a:cubicBezTo>
                  <a:lnTo>
                    <a:pt x="9499" y="3660"/>
                  </a:lnTo>
                  <a:cubicBezTo>
                    <a:pt x="9299" y="2507"/>
                    <a:pt x="8572" y="1680"/>
                    <a:pt x="7745" y="1053"/>
                  </a:cubicBezTo>
                  <a:cubicBezTo>
                    <a:pt x="6993" y="427"/>
                    <a:pt x="5966" y="1"/>
                    <a:pt x="4813" y="1"/>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82" name="Google Shape;2882;p90">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90">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push dir="r"/>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2823"/>
                                        </p:tgtEl>
                                        <p:attrNameLst>
                                          <p:attrName>style.visibility</p:attrName>
                                        </p:attrNameLst>
                                      </p:cBhvr>
                                      <p:to>
                                        <p:strVal val="visible"/>
                                      </p:to>
                                    </p:set>
                                    <p:anim calcmode="lin" valueType="num">
                                      <p:cBhvr additive="base">
                                        <p:cTn id="7" dur="1000"/>
                                        <p:tgtEl>
                                          <p:spTgt spid="2823"/>
                                        </p:tgtEl>
                                        <p:attrNameLst>
                                          <p:attrName>ppt_w</p:attrName>
                                        </p:attrNameLst>
                                      </p:cBhvr>
                                      <p:tavLst>
                                        <p:tav tm="0">
                                          <p:val>
                                            <p:strVal val="0"/>
                                          </p:val>
                                        </p:tav>
                                        <p:tav tm="100000">
                                          <p:val>
                                            <p:strVal val="#ppt_w"/>
                                          </p:val>
                                        </p:tav>
                                      </p:tavLst>
                                    </p:anim>
                                    <p:anim calcmode="lin" valueType="num">
                                      <p:cBhvr additive="base">
                                        <p:cTn id="8" dur="1000"/>
                                        <p:tgtEl>
                                          <p:spTgt spid="2823"/>
                                        </p:tgtEl>
                                        <p:attrNameLst>
                                          <p:attrName>ppt_h</p:attrName>
                                        </p:attrNameLst>
                                      </p:cBhvr>
                                      <p:tavLst>
                                        <p:tav tm="0">
                                          <p:val>
                                            <p:strVal val="0"/>
                                          </p:val>
                                        </p:tav>
                                        <p:tav tm="100000">
                                          <p:val>
                                            <p:strVal val="#ppt_h"/>
                                          </p:val>
                                        </p:tav>
                                      </p:tavLst>
                                    </p:anim>
                                  </p:childTnLst>
                                </p:cTn>
                              </p:par>
                            </p:childTnLst>
                          </p:cTn>
                        </p:par>
                        <p:par>
                          <p:cTn id="9" fill="hold">
                            <p:stCondLst>
                              <p:cond delay="1000"/>
                            </p:stCondLst>
                            <p:childTnLst>
                              <p:par>
                                <p:cTn id="10" presetID="10" presetClass="entr" presetSubtype="0" fill="hold" nodeType="afterEffect">
                                  <p:stCondLst>
                                    <p:cond delay="0"/>
                                  </p:stCondLst>
                                  <p:childTnLst>
                                    <p:set>
                                      <p:cBhvr>
                                        <p:cTn id="11" dur="1" fill="hold">
                                          <p:stCondLst>
                                            <p:cond delay="0"/>
                                          </p:stCondLst>
                                        </p:cTn>
                                        <p:tgtEl>
                                          <p:spTgt spid="2824"/>
                                        </p:tgtEl>
                                        <p:attrNameLst>
                                          <p:attrName>style.visibility</p:attrName>
                                        </p:attrNameLst>
                                      </p:cBhvr>
                                      <p:to>
                                        <p:strVal val="visible"/>
                                      </p:to>
                                    </p:set>
                                    <p:animEffect transition="in" filter="fade">
                                      <p:cBhvr>
                                        <p:cTn id="12" dur="1000"/>
                                        <p:tgtEl>
                                          <p:spTgt spid="2824"/>
                                        </p:tgtEl>
                                      </p:cBhvr>
                                    </p:animEffect>
                                  </p:childTnLst>
                                </p:cTn>
                              </p:par>
                            </p:childTnLst>
                          </p:cTn>
                        </p:par>
                        <p:par>
                          <p:cTn id="13" fill="hold">
                            <p:stCondLst>
                              <p:cond delay="2000"/>
                            </p:stCondLst>
                            <p:childTnLst>
                              <p:par>
                                <p:cTn id="14" presetID="10" presetClass="entr" presetSubtype="0" fill="hold" nodeType="afterEffect">
                                  <p:stCondLst>
                                    <p:cond delay="0"/>
                                  </p:stCondLst>
                                  <p:childTnLst>
                                    <p:set>
                                      <p:cBhvr>
                                        <p:cTn id="15" dur="1" fill="hold">
                                          <p:stCondLst>
                                            <p:cond delay="0"/>
                                          </p:stCondLst>
                                        </p:cTn>
                                        <p:tgtEl>
                                          <p:spTgt spid="2868"/>
                                        </p:tgtEl>
                                        <p:attrNameLst>
                                          <p:attrName>style.visibility</p:attrName>
                                        </p:attrNameLst>
                                      </p:cBhvr>
                                      <p:to>
                                        <p:strVal val="visible"/>
                                      </p:to>
                                    </p:set>
                                    <p:animEffect transition="in" filter="fade">
                                      <p:cBhvr>
                                        <p:cTn id="16" dur="1000"/>
                                        <p:tgtEl>
                                          <p:spTgt spid="28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2887"/>
        <p:cNvGrpSpPr/>
        <p:nvPr/>
      </p:nvGrpSpPr>
      <p:grpSpPr>
        <a:xfrm>
          <a:off x="0" y="0"/>
          <a:ext cx="0" cy="0"/>
          <a:chOff x="0" y="0"/>
          <a:chExt cx="0" cy="0"/>
        </a:xfrm>
      </p:grpSpPr>
      <p:sp>
        <p:nvSpPr>
          <p:cNvPr id="2888" name="Google Shape;2888;p91"/>
          <p:cNvSpPr txBox="1">
            <a:spLocks noGrp="1"/>
          </p:cNvSpPr>
          <p:nvPr>
            <p:ph type="title"/>
          </p:nvPr>
        </p:nvSpPr>
        <p:spPr>
          <a:xfrm rot="359553">
            <a:off x="3429351" y="733198"/>
            <a:ext cx="3773018" cy="2314565"/>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AWESOME WORDS</a:t>
            </a:r>
            <a:endParaRPr/>
          </a:p>
        </p:txBody>
      </p:sp>
      <p:sp>
        <p:nvSpPr>
          <p:cNvPr id="2889" name="Google Shape;2889;p91"/>
          <p:cNvSpPr/>
          <p:nvPr/>
        </p:nvSpPr>
        <p:spPr>
          <a:xfrm rot="232069">
            <a:off x="3730473" y="768076"/>
            <a:ext cx="1832388" cy="244804"/>
          </a:xfrm>
          <a:custGeom>
            <a:avLst/>
            <a:gdLst/>
            <a:ahLst/>
            <a:cxnLst/>
            <a:rect l="l" t="t" r="r" b="b"/>
            <a:pathLst>
              <a:path w="55866" h="7463" extrusionOk="0">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90" name="Google Shape;2890;p91"/>
          <p:cNvGrpSpPr/>
          <p:nvPr/>
        </p:nvGrpSpPr>
        <p:grpSpPr>
          <a:xfrm rot="-1134854">
            <a:off x="5720485" y="2502015"/>
            <a:ext cx="1355612" cy="482443"/>
            <a:chOff x="-5302450" y="3084350"/>
            <a:chExt cx="1519450" cy="540750"/>
          </a:xfrm>
        </p:grpSpPr>
        <p:sp>
          <p:nvSpPr>
            <p:cNvPr id="2891" name="Google Shape;2891;p91"/>
            <p:cNvSpPr/>
            <p:nvPr/>
          </p:nvSpPr>
          <p:spPr>
            <a:xfrm>
              <a:off x="-4388300" y="3084350"/>
              <a:ext cx="584625" cy="269450"/>
            </a:xfrm>
            <a:custGeom>
              <a:avLst/>
              <a:gdLst/>
              <a:ahLst/>
              <a:cxnLst/>
              <a:rect l="l" t="t" r="r" b="b"/>
              <a:pathLst>
                <a:path w="23385" h="10778" extrusionOk="0">
                  <a:moveTo>
                    <a:pt x="4286" y="1"/>
                  </a:moveTo>
                  <a:cubicBezTo>
                    <a:pt x="3334" y="1"/>
                    <a:pt x="2281" y="326"/>
                    <a:pt x="1454" y="953"/>
                  </a:cubicBezTo>
                  <a:cubicBezTo>
                    <a:pt x="1028" y="1254"/>
                    <a:pt x="627" y="1680"/>
                    <a:pt x="402" y="2206"/>
                  </a:cubicBezTo>
                  <a:cubicBezTo>
                    <a:pt x="101" y="2732"/>
                    <a:pt x="1" y="3259"/>
                    <a:pt x="1" y="3885"/>
                  </a:cubicBezTo>
                  <a:cubicBezTo>
                    <a:pt x="1" y="4612"/>
                    <a:pt x="201" y="5339"/>
                    <a:pt x="527" y="6166"/>
                  </a:cubicBezTo>
                  <a:lnTo>
                    <a:pt x="2181" y="5339"/>
                  </a:lnTo>
                  <a:cubicBezTo>
                    <a:pt x="1981" y="4712"/>
                    <a:pt x="1880" y="4286"/>
                    <a:pt x="1880" y="3885"/>
                  </a:cubicBezTo>
                  <a:cubicBezTo>
                    <a:pt x="1880" y="3559"/>
                    <a:pt x="1880" y="3259"/>
                    <a:pt x="2081" y="3033"/>
                  </a:cubicBezTo>
                  <a:cubicBezTo>
                    <a:pt x="2181" y="2632"/>
                    <a:pt x="2507" y="2407"/>
                    <a:pt x="2908" y="2206"/>
                  </a:cubicBezTo>
                  <a:cubicBezTo>
                    <a:pt x="3334" y="1880"/>
                    <a:pt x="3860" y="1780"/>
                    <a:pt x="4286" y="1780"/>
                  </a:cubicBezTo>
                  <a:cubicBezTo>
                    <a:pt x="4788" y="1780"/>
                    <a:pt x="5214" y="1880"/>
                    <a:pt x="5540" y="2106"/>
                  </a:cubicBezTo>
                  <a:cubicBezTo>
                    <a:pt x="5640" y="2206"/>
                    <a:pt x="5740" y="2206"/>
                    <a:pt x="5941" y="2306"/>
                  </a:cubicBezTo>
                  <a:cubicBezTo>
                    <a:pt x="7194" y="2933"/>
                    <a:pt x="11379" y="5138"/>
                    <a:pt x="15139" y="7018"/>
                  </a:cubicBezTo>
                  <a:cubicBezTo>
                    <a:pt x="18998" y="8998"/>
                    <a:pt x="22557" y="10778"/>
                    <a:pt x="22557" y="10778"/>
                  </a:cubicBezTo>
                  <a:lnTo>
                    <a:pt x="23384" y="9098"/>
                  </a:lnTo>
                  <a:cubicBezTo>
                    <a:pt x="23384" y="9098"/>
                    <a:pt x="23184" y="8998"/>
                    <a:pt x="22758" y="8772"/>
                  </a:cubicBezTo>
                  <a:cubicBezTo>
                    <a:pt x="21078" y="7945"/>
                    <a:pt x="17119" y="5965"/>
                    <a:pt x="13459" y="4086"/>
                  </a:cubicBezTo>
                  <a:cubicBezTo>
                    <a:pt x="11680" y="3133"/>
                    <a:pt x="9926" y="2306"/>
                    <a:pt x="8672" y="1680"/>
                  </a:cubicBezTo>
                  <a:cubicBezTo>
                    <a:pt x="7920" y="1379"/>
                    <a:pt x="7419" y="1053"/>
                    <a:pt x="7093" y="853"/>
                  </a:cubicBezTo>
                  <a:cubicBezTo>
                    <a:pt x="6893" y="752"/>
                    <a:pt x="6667" y="627"/>
                    <a:pt x="6567" y="627"/>
                  </a:cubicBezTo>
                  <a:cubicBezTo>
                    <a:pt x="6567" y="527"/>
                    <a:pt x="6467" y="527"/>
                    <a:pt x="6467" y="527"/>
                  </a:cubicBezTo>
                  <a:cubicBezTo>
                    <a:pt x="5840" y="126"/>
                    <a:pt x="5013" y="1"/>
                    <a:pt x="4286" y="1"/>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91"/>
            <p:cNvSpPr/>
            <p:nvPr/>
          </p:nvSpPr>
          <p:spPr>
            <a:xfrm>
              <a:off x="-5302450" y="3142000"/>
              <a:ext cx="509425" cy="211800"/>
            </a:xfrm>
            <a:custGeom>
              <a:avLst/>
              <a:gdLst/>
              <a:ahLst/>
              <a:cxnLst/>
              <a:rect l="l" t="t" r="r" b="b"/>
              <a:pathLst>
                <a:path w="20377" h="8472" extrusionOk="0">
                  <a:moveTo>
                    <a:pt x="4286" y="0"/>
                  </a:moveTo>
                  <a:cubicBezTo>
                    <a:pt x="3358" y="0"/>
                    <a:pt x="2306" y="326"/>
                    <a:pt x="1479" y="953"/>
                  </a:cubicBezTo>
                  <a:cubicBezTo>
                    <a:pt x="1053" y="1253"/>
                    <a:pt x="627" y="1679"/>
                    <a:pt x="426" y="2206"/>
                  </a:cubicBezTo>
                  <a:cubicBezTo>
                    <a:pt x="125" y="2707"/>
                    <a:pt x="0" y="3233"/>
                    <a:pt x="0" y="3860"/>
                  </a:cubicBezTo>
                  <a:cubicBezTo>
                    <a:pt x="0" y="4587"/>
                    <a:pt x="226" y="5339"/>
                    <a:pt x="526" y="6166"/>
                  </a:cubicBezTo>
                  <a:lnTo>
                    <a:pt x="2206" y="5339"/>
                  </a:lnTo>
                  <a:cubicBezTo>
                    <a:pt x="2005" y="4812"/>
                    <a:pt x="1880" y="4286"/>
                    <a:pt x="1880" y="3860"/>
                  </a:cubicBezTo>
                  <a:cubicBezTo>
                    <a:pt x="1880" y="3559"/>
                    <a:pt x="2005" y="3233"/>
                    <a:pt x="2105" y="3033"/>
                  </a:cubicBezTo>
                  <a:cubicBezTo>
                    <a:pt x="2206" y="2707"/>
                    <a:pt x="2506" y="2406"/>
                    <a:pt x="2932" y="2206"/>
                  </a:cubicBezTo>
                  <a:cubicBezTo>
                    <a:pt x="3358" y="1980"/>
                    <a:pt x="3885" y="1880"/>
                    <a:pt x="4286" y="1880"/>
                  </a:cubicBezTo>
                  <a:cubicBezTo>
                    <a:pt x="4812" y="1880"/>
                    <a:pt x="5238" y="1980"/>
                    <a:pt x="5539" y="2081"/>
                  </a:cubicBezTo>
                  <a:lnTo>
                    <a:pt x="5539" y="2206"/>
                  </a:lnTo>
                  <a:cubicBezTo>
                    <a:pt x="5639" y="2206"/>
                    <a:pt x="5764" y="2306"/>
                    <a:pt x="5865" y="2306"/>
                  </a:cubicBezTo>
                  <a:cubicBezTo>
                    <a:pt x="6491" y="2607"/>
                    <a:pt x="7519" y="3133"/>
                    <a:pt x="8897" y="3760"/>
                  </a:cubicBezTo>
                  <a:cubicBezTo>
                    <a:pt x="13058" y="5639"/>
                    <a:pt x="19649" y="8472"/>
                    <a:pt x="19649" y="8472"/>
                  </a:cubicBezTo>
                  <a:lnTo>
                    <a:pt x="20376" y="6792"/>
                  </a:lnTo>
                  <a:cubicBezTo>
                    <a:pt x="20376" y="6792"/>
                    <a:pt x="20176" y="6692"/>
                    <a:pt x="19750" y="6592"/>
                  </a:cubicBezTo>
                  <a:cubicBezTo>
                    <a:pt x="18496" y="5965"/>
                    <a:pt x="15163" y="4487"/>
                    <a:pt x="12231" y="3133"/>
                  </a:cubicBezTo>
                  <a:cubicBezTo>
                    <a:pt x="10777" y="2507"/>
                    <a:pt x="9298" y="1880"/>
                    <a:pt x="8271" y="1354"/>
                  </a:cubicBezTo>
                  <a:cubicBezTo>
                    <a:pt x="7744" y="1153"/>
                    <a:pt x="7218" y="953"/>
                    <a:pt x="6892" y="727"/>
                  </a:cubicBezTo>
                  <a:cubicBezTo>
                    <a:pt x="6792" y="727"/>
                    <a:pt x="6692" y="627"/>
                    <a:pt x="6592" y="627"/>
                  </a:cubicBezTo>
                  <a:lnTo>
                    <a:pt x="6491" y="527"/>
                  </a:lnTo>
                  <a:cubicBezTo>
                    <a:pt x="5865" y="101"/>
                    <a:pt x="5138" y="0"/>
                    <a:pt x="4286"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91"/>
            <p:cNvSpPr/>
            <p:nvPr/>
          </p:nvSpPr>
          <p:spPr>
            <a:xfrm>
              <a:off x="-4832525" y="3193825"/>
              <a:ext cx="451775" cy="409275"/>
            </a:xfrm>
            <a:custGeom>
              <a:avLst/>
              <a:gdLst/>
              <a:ahLst/>
              <a:cxnLst/>
              <a:rect l="l" t="t" r="r" b="b"/>
              <a:pathLst>
                <a:path w="18071" h="16371" extrusionOk="0">
                  <a:moveTo>
                    <a:pt x="9043" y="0"/>
                  </a:moveTo>
                  <a:cubicBezTo>
                    <a:pt x="8405" y="0"/>
                    <a:pt x="7759" y="76"/>
                    <a:pt x="7118" y="233"/>
                  </a:cubicBezTo>
                  <a:cubicBezTo>
                    <a:pt x="2732" y="1386"/>
                    <a:pt x="0" y="5872"/>
                    <a:pt x="1153" y="10258"/>
                  </a:cubicBezTo>
                  <a:cubicBezTo>
                    <a:pt x="2121" y="13942"/>
                    <a:pt x="5371" y="16371"/>
                    <a:pt x="8985" y="16371"/>
                  </a:cubicBezTo>
                  <a:cubicBezTo>
                    <a:pt x="9674" y="16371"/>
                    <a:pt x="10376" y="16282"/>
                    <a:pt x="11078" y="16098"/>
                  </a:cubicBezTo>
                  <a:cubicBezTo>
                    <a:pt x="15464" y="14945"/>
                    <a:pt x="18070" y="10559"/>
                    <a:pt x="17043" y="6173"/>
                  </a:cubicBezTo>
                  <a:cubicBezTo>
                    <a:pt x="16062" y="2443"/>
                    <a:pt x="12671" y="0"/>
                    <a:pt x="904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91"/>
            <p:cNvSpPr/>
            <p:nvPr/>
          </p:nvSpPr>
          <p:spPr>
            <a:xfrm>
              <a:off x="-4803700" y="3447750"/>
              <a:ext cx="25" cy="2550"/>
            </a:xfrm>
            <a:custGeom>
              <a:avLst/>
              <a:gdLst/>
              <a:ahLst/>
              <a:cxnLst/>
              <a:rect l="l" t="t" r="r" b="b"/>
              <a:pathLst>
                <a:path w="1" h="102" extrusionOk="0">
                  <a:moveTo>
                    <a:pt x="0" y="1"/>
                  </a:moveTo>
                  <a:lnTo>
                    <a:pt x="0" y="101"/>
                  </a:lnTo>
                  <a:lnTo>
                    <a:pt x="0" y="1"/>
                  </a:lnTo>
                  <a:close/>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91"/>
            <p:cNvSpPr/>
            <p:nvPr/>
          </p:nvSpPr>
          <p:spPr>
            <a:xfrm>
              <a:off x="-4808725" y="3197125"/>
              <a:ext cx="287000" cy="284500"/>
            </a:xfrm>
            <a:custGeom>
              <a:avLst/>
              <a:gdLst/>
              <a:ahLst/>
              <a:cxnLst/>
              <a:rect l="l" t="t" r="r" b="b"/>
              <a:pathLst>
                <a:path w="11480" h="11380" extrusionOk="0">
                  <a:moveTo>
                    <a:pt x="9299" y="1"/>
                  </a:moveTo>
                  <a:lnTo>
                    <a:pt x="1" y="9274"/>
                  </a:lnTo>
                  <a:cubicBezTo>
                    <a:pt x="101" y="9500"/>
                    <a:pt x="101" y="9800"/>
                    <a:pt x="201" y="10026"/>
                  </a:cubicBezTo>
                  <a:lnTo>
                    <a:pt x="201" y="10126"/>
                  </a:lnTo>
                  <a:cubicBezTo>
                    <a:pt x="301" y="10527"/>
                    <a:pt x="527" y="10953"/>
                    <a:pt x="627" y="11379"/>
                  </a:cubicBezTo>
                  <a:cubicBezTo>
                    <a:pt x="4286" y="7720"/>
                    <a:pt x="7820" y="4161"/>
                    <a:pt x="11479" y="627"/>
                  </a:cubicBezTo>
                  <a:cubicBezTo>
                    <a:pt x="10752" y="302"/>
                    <a:pt x="10026" y="101"/>
                    <a:pt x="92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91"/>
            <p:cNvSpPr/>
            <p:nvPr/>
          </p:nvSpPr>
          <p:spPr>
            <a:xfrm>
              <a:off x="-4777400" y="3228450"/>
              <a:ext cx="352150" cy="349650"/>
            </a:xfrm>
            <a:custGeom>
              <a:avLst/>
              <a:gdLst/>
              <a:ahLst/>
              <a:cxnLst/>
              <a:rect l="l" t="t" r="r" b="b"/>
              <a:pathLst>
                <a:path w="14086" h="13986" extrusionOk="0">
                  <a:moveTo>
                    <a:pt x="11279" y="1"/>
                  </a:moveTo>
                  <a:lnTo>
                    <a:pt x="1" y="11279"/>
                  </a:lnTo>
                  <a:cubicBezTo>
                    <a:pt x="828" y="12407"/>
                    <a:pt x="1880" y="13359"/>
                    <a:pt x="3033" y="13986"/>
                  </a:cubicBezTo>
                  <a:lnTo>
                    <a:pt x="14086" y="3008"/>
                  </a:lnTo>
                  <a:cubicBezTo>
                    <a:pt x="13459" y="1755"/>
                    <a:pt x="12532" y="728"/>
                    <a:pt x="112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91"/>
            <p:cNvSpPr/>
            <p:nvPr/>
          </p:nvSpPr>
          <p:spPr>
            <a:xfrm>
              <a:off x="-4237300" y="3179650"/>
              <a:ext cx="451800" cy="409300"/>
            </a:xfrm>
            <a:custGeom>
              <a:avLst/>
              <a:gdLst/>
              <a:ahLst/>
              <a:cxnLst/>
              <a:rect l="l" t="t" r="r" b="b"/>
              <a:pathLst>
                <a:path w="18072" h="16372" extrusionOk="0">
                  <a:moveTo>
                    <a:pt x="9118" y="1"/>
                  </a:moveTo>
                  <a:cubicBezTo>
                    <a:pt x="8425" y="1"/>
                    <a:pt x="7720" y="89"/>
                    <a:pt x="7018" y="274"/>
                  </a:cubicBezTo>
                  <a:cubicBezTo>
                    <a:pt x="2632" y="1427"/>
                    <a:pt x="1" y="5813"/>
                    <a:pt x="1154" y="10199"/>
                  </a:cubicBezTo>
                  <a:cubicBezTo>
                    <a:pt x="2049" y="13929"/>
                    <a:pt x="5427" y="16372"/>
                    <a:pt x="9115" y="16372"/>
                  </a:cubicBezTo>
                  <a:cubicBezTo>
                    <a:pt x="9764" y="16372"/>
                    <a:pt x="10422" y="16296"/>
                    <a:pt x="11079" y="16138"/>
                  </a:cubicBezTo>
                  <a:cubicBezTo>
                    <a:pt x="15465" y="14986"/>
                    <a:pt x="18071" y="10499"/>
                    <a:pt x="16918" y="6113"/>
                  </a:cubicBezTo>
                  <a:cubicBezTo>
                    <a:pt x="16055" y="2430"/>
                    <a:pt x="12752" y="1"/>
                    <a:pt x="911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91"/>
            <p:cNvSpPr/>
            <p:nvPr/>
          </p:nvSpPr>
          <p:spPr>
            <a:xfrm>
              <a:off x="-4832525" y="3170825"/>
              <a:ext cx="454275" cy="454275"/>
            </a:xfrm>
            <a:custGeom>
              <a:avLst/>
              <a:gdLst/>
              <a:ahLst/>
              <a:cxnLst/>
              <a:rect l="l" t="t" r="r" b="b"/>
              <a:pathLst>
                <a:path w="18171" h="18171" extrusionOk="0">
                  <a:moveTo>
                    <a:pt x="9098" y="1880"/>
                  </a:moveTo>
                  <a:cubicBezTo>
                    <a:pt x="10652" y="1880"/>
                    <a:pt x="12231" y="2406"/>
                    <a:pt x="13484" y="3334"/>
                  </a:cubicBezTo>
                  <a:cubicBezTo>
                    <a:pt x="14737" y="4286"/>
                    <a:pt x="15664" y="5639"/>
                    <a:pt x="16090" y="7319"/>
                  </a:cubicBezTo>
                  <a:cubicBezTo>
                    <a:pt x="16291" y="7945"/>
                    <a:pt x="16291" y="8572"/>
                    <a:pt x="16291" y="9073"/>
                  </a:cubicBezTo>
                  <a:cubicBezTo>
                    <a:pt x="16291" y="10752"/>
                    <a:pt x="15790" y="12331"/>
                    <a:pt x="14837" y="13459"/>
                  </a:cubicBezTo>
                  <a:cubicBezTo>
                    <a:pt x="13910" y="14712"/>
                    <a:pt x="12532" y="15664"/>
                    <a:pt x="10877" y="16090"/>
                  </a:cubicBezTo>
                  <a:cubicBezTo>
                    <a:pt x="10251" y="16291"/>
                    <a:pt x="9724" y="16391"/>
                    <a:pt x="9098" y="16391"/>
                  </a:cubicBezTo>
                  <a:cubicBezTo>
                    <a:pt x="7419" y="16391"/>
                    <a:pt x="5965" y="15765"/>
                    <a:pt x="4712" y="14837"/>
                  </a:cubicBezTo>
                  <a:cubicBezTo>
                    <a:pt x="3459" y="13885"/>
                    <a:pt x="2506" y="12532"/>
                    <a:pt x="2105" y="10852"/>
                  </a:cubicBezTo>
                  <a:cubicBezTo>
                    <a:pt x="1880" y="10326"/>
                    <a:pt x="1880" y="9699"/>
                    <a:pt x="1880" y="9073"/>
                  </a:cubicBezTo>
                  <a:cubicBezTo>
                    <a:pt x="1880" y="7519"/>
                    <a:pt x="2406" y="5940"/>
                    <a:pt x="3359" y="4687"/>
                  </a:cubicBezTo>
                  <a:cubicBezTo>
                    <a:pt x="4286" y="3434"/>
                    <a:pt x="5639" y="2506"/>
                    <a:pt x="7318" y="2080"/>
                  </a:cubicBezTo>
                  <a:cubicBezTo>
                    <a:pt x="7945" y="1980"/>
                    <a:pt x="8471" y="1880"/>
                    <a:pt x="9098" y="1880"/>
                  </a:cubicBezTo>
                  <a:close/>
                  <a:moveTo>
                    <a:pt x="9098" y="0"/>
                  </a:moveTo>
                  <a:cubicBezTo>
                    <a:pt x="8371" y="0"/>
                    <a:pt x="7644" y="100"/>
                    <a:pt x="6792" y="301"/>
                  </a:cubicBezTo>
                  <a:cubicBezTo>
                    <a:pt x="4812" y="827"/>
                    <a:pt x="3033" y="1980"/>
                    <a:pt x="1880" y="3559"/>
                  </a:cubicBezTo>
                  <a:cubicBezTo>
                    <a:pt x="627" y="5113"/>
                    <a:pt x="0" y="7093"/>
                    <a:pt x="0" y="9073"/>
                  </a:cubicBezTo>
                  <a:cubicBezTo>
                    <a:pt x="0" y="9825"/>
                    <a:pt x="125" y="10652"/>
                    <a:pt x="326" y="11379"/>
                  </a:cubicBezTo>
                  <a:cubicBezTo>
                    <a:pt x="852" y="13359"/>
                    <a:pt x="2005" y="15138"/>
                    <a:pt x="3559" y="16291"/>
                  </a:cubicBezTo>
                  <a:cubicBezTo>
                    <a:pt x="5138" y="17544"/>
                    <a:pt x="7018" y="18171"/>
                    <a:pt x="9098" y="18171"/>
                  </a:cubicBezTo>
                  <a:cubicBezTo>
                    <a:pt x="9825" y="18171"/>
                    <a:pt x="10552" y="18070"/>
                    <a:pt x="11404" y="17970"/>
                  </a:cubicBezTo>
                  <a:cubicBezTo>
                    <a:pt x="13384" y="17444"/>
                    <a:pt x="15163" y="16191"/>
                    <a:pt x="16291" y="14612"/>
                  </a:cubicBezTo>
                  <a:cubicBezTo>
                    <a:pt x="17544" y="13058"/>
                    <a:pt x="18171" y="11178"/>
                    <a:pt x="18171" y="9073"/>
                  </a:cubicBezTo>
                  <a:cubicBezTo>
                    <a:pt x="18171" y="8346"/>
                    <a:pt x="18070" y="7619"/>
                    <a:pt x="17870" y="6892"/>
                  </a:cubicBezTo>
                  <a:cubicBezTo>
                    <a:pt x="17344" y="4812"/>
                    <a:pt x="16191" y="3133"/>
                    <a:pt x="14637" y="1880"/>
                  </a:cubicBezTo>
                  <a:cubicBezTo>
                    <a:pt x="13058" y="727"/>
                    <a:pt x="11078" y="0"/>
                    <a:pt x="9098"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91"/>
            <p:cNvSpPr/>
            <p:nvPr/>
          </p:nvSpPr>
          <p:spPr>
            <a:xfrm>
              <a:off x="-4208475" y="3434600"/>
              <a:ext cx="5675" cy="18200"/>
            </a:xfrm>
            <a:custGeom>
              <a:avLst/>
              <a:gdLst/>
              <a:ahLst/>
              <a:cxnLst/>
              <a:rect l="l" t="t" r="r" b="b"/>
              <a:pathLst>
                <a:path w="227" h="728" extrusionOk="0">
                  <a:moveTo>
                    <a:pt x="226" y="727"/>
                  </a:moveTo>
                  <a:lnTo>
                    <a:pt x="226" y="727"/>
                  </a:lnTo>
                  <a:lnTo>
                    <a:pt x="226" y="727"/>
                  </a:lnTo>
                  <a:close/>
                  <a:moveTo>
                    <a:pt x="226" y="727"/>
                  </a:moveTo>
                  <a:lnTo>
                    <a:pt x="226" y="727"/>
                  </a:lnTo>
                  <a:lnTo>
                    <a:pt x="226" y="727"/>
                  </a:lnTo>
                  <a:close/>
                  <a:moveTo>
                    <a:pt x="226" y="727"/>
                  </a:moveTo>
                  <a:lnTo>
                    <a:pt x="226" y="727"/>
                  </a:lnTo>
                  <a:lnTo>
                    <a:pt x="226" y="727"/>
                  </a:lnTo>
                  <a:close/>
                  <a:moveTo>
                    <a:pt x="226" y="727"/>
                  </a:moveTo>
                  <a:lnTo>
                    <a:pt x="226" y="727"/>
                  </a:lnTo>
                  <a:lnTo>
                    <a:pt x="226" y="727"/>
                  </a:lnTo>
                  <a:close/>
                  <a:moveTo>
                    <a:pt x="226" y="627"/>
                  </a:moveTo>
                  <a:lnTo>
                    <a:pt x="226" y="627"/>
                  </a:lnTo>
                  <a:lnTo>
                    <a:pt x="226" y="627"/>
                  </a:lnTo>
                  <a:close/>
                  <a:moveTo>
                    <a:pt x="226" y="627"/>
                  </a:moveTo>
                  <a:lnTo>
                    <a:pt x="226" y="627"/>
                  </a:lnTo>
                  <a:lnTo>
                    <a:pt x="226" y="627"/>
                  </a:lnTo>
                  <a:close/>
                  <a:moveTo>
                    <a:pt x="226" y="627"/>
                  </a:moveTo>
                  <a:lnTo>
                    <a:pt x="226" y="627"/>
                  </a:lnTo>
                  <a:lnTo>
                    <a:pt x="226" y="627"/>
                  </a:lnTo>
                  <a:close/>
                  <a:moveTo>
                    <a:pt x="101" y="627"/>
                  </a:moveTo>
                  <a:lnTo>
                    <a:pt x="226" y="627"/>
                  </a:lnTo>
                  <a:lnTo>
                    <a:pt x="101" y="627"/>
                  </a:lnTo>
                  <a:close/>
                  <a:moveTo>
                    <a:pt x="101" y="627"/>
                  </a:moveTo>
                  <a:lnTo>
                    <a:pt x="101" y="627"/>
                  </a:lnTo>
                  <a:lnTo>
                    <a:pt x="101" y="627"/>
                  </a:lnTo>
                  <a:close/>
                  <a:moveTo>
                    <a:pt x="1" y="101"/>
                  </a:moveTo>
                  <a:cubicBezTo>
                    <a:pt x="1" y="301"/>
                    <a:pt x="101" y="402"/>
                    <a:pt x="101" y="627"/>
                  </a:cubicBezTo>
                  <a:cubicBezTo>
                    <a:pt x="101" y="402"/>
                    <a:pt x="1" y="301"/>
                    <a:pt x="1" y="101"/>
                  </a:cubicBezTo>
                  <a:close/>
                  <a:moveTo>
                    <a:pt x="1" y="101"/>
                  </a:moveTo>
                  <a:lnTo>
                    <a:pt x="1" y="101"/>
                  </a:lnTo>
                  <a:lnTo>
                    <a:pt x="1" y="101"/>
                  </a:lnTo>
                  <a:close/>
                  <a:moveTo>
                    <a:pt x="1" y="101"/>
                  </a:moveTo>
                  <a:lnTo>
                    <a:pt x="1" y="101"/>
                  </a:lnTo>
                  <a:lnTo>
                    <a:pt x="1" y="101"/>
                  </a:lnTo>
                  <a:close/>
                  <a:moveTo>
                    <a:pt x="1" y="101"/>
                  </a:moveTo>
                  <a:lnTo>
                    <a:pt x="1" y="101"/>
                  </a:lnTo>
                  <a:lnTo>
                    <a:pt x="1" y="101"/>
                  </a:lnTo>
                  <a:close/>
                  <a:moveTo>
                    <a:pt x="1" y="1"/>
                  </a:moveTo>
                  <a:lnTo>
                    <a:pt x="1" y="1"/>
                  </a:lnTo>
                  <a:lnTo>
                    <a:pt x="1" y="1"/>
                  </a:lnTo>
                  <a:close/>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91"/>
            <p:cNvSpPr/>
            <p:nvPr/>
          </p:nvSpPr>
          <p:spPr>
            <a:xfrm>
              <a:off x="-4210975" y="3183975"/>
              <a:ext cx="308300" cy="307675"/>
            </a:xfrm>
            <a:custGeom>
              <a:avLst/>
              <a:gdLst/>
              <a:ahLst/>
              <a:cxnLst/>
              <a:rect l="l" t="t" r="r" b="b"/>
              <a:pathLst>
                <a:path w="12332" h="12307" extrusionOk="0">
                  <a:moveTo>
                    <a:pt x="9499" y="0"/>
                  </a:moveTo>
                  <a:cubicBezTo>
                    <a:pt x="6266" y="3133"/>
                    <a:pt x="3133" y="6366"/>
                    <a:pt x="0" y="9499"/>
                  </a:cubicBezTo>
                  <a:cubicBezTo>
                    <a:pt x="0" y="9700"/>
                    <a:pt x="0" y="9800"/>
                    <a:pt x="101" y="10026"/>
                  </a:cubicBezTo>
                  <a:lnTo>
                    <a:pt x="101" y="10126"/>
                  </a:lnTo>
                  <a:cubicBezTo>
                    <a:pt x="101" y="10326"/>
                    <a:pt x="201" y="10427"/>
                    <a:pt x="201" y="10652"/>
                  </a:cubicBezTo>
                  <a:lnTo>
                    <a:pt x="326" y="10652"/>
                  </a:lnTo>
                  <a:lnTo>
                    <a:pt x="326" y="10752"/>
                  </a:lnTo>
                  <a:cubicBezTo>
                    <a:pt x="527" y="11279"/>
                    <a:pt x="727" y="11805"/>
                    <a:pt x="1053" y="12306"/>
                  </a:cubicBezTo>
                  <a:lnTo>
                    <a:pt x="12331" y="1028"/>
                  </a:lnTo>
                  <a:cubicBezTo>
                    <a:pt x="11379" y="527"/>
                    <a:pt x="10452" y="201"/>
                    <a:pt x="94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91"/>
            <p:cNvSpPr/>
            <p:nvPr/>
          </p:nvSpPr>
          <p:spPr>
            <a:xfrm>
              <a:off x="-4166500" y="3228450"/>
              <a:ext cx="331500" cy="331500"/>
            </a:xfrm>
            <a:custGeom>
              <a:avLst/>
              <a:gdLst/>
              <a:ahLst/>
              <a:cxnLst/>
              <a:rect l="l" t="t" r="r" b="b"/>
              <a:pathLst>
                <a:path w="13260" h="13260" extrusionOk="0">
                  <a:moveTo>
                    <a:pt x="11480" y="1"/>
                  </a:moveTo>
                  <a:lnTo>
                    <a:pt x="1" y="11480"/>
                  </a:lnTo>
                  <a:cubicBezTo>
                    <a:pt x="627" y="12207"/>
                    <a:pt x="1254" y="12733"/>
                    <a:pt x="1981" y="13259"/>
                  </a:cubicBezTo>
                  <a:lnTo>
                    <a:pt x="13259" y="1981"/>
                  </a:lnTo>
                  <a:cubicBezTo>
                    <a:pt x="12733" y="1254"/>
                    <a:pt x="12206" y="628"/>
                    <a:pt x="114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91"/>
            <p:cNvSpPr/>
            <p:nvPr/>
          </p:nvSpPr>
          <p:spPr>
            <a:xfrm>
              <a:off x="-4239800" y="3157650"/>
              <a:ext cx="456800" cy="454300"/>
            </a:xfrm>
            <a:custGeom>
              <a:avLst/>
              <a:gdLst/>
              <a:ahLst/>
              <a:cxnLst/>
              <a:rect l="l" t="t" r="r" b="b"/>
              <a:pathLst>
                <a:path w="18272" h="18172" extrusionOk="0">
                  <a:moveTo>
                    <a:pt x="9199" y="1780"/>
                  </a:moveTo>
                  <a:cubicBezTo>
                    <a:pt x="10752" y="1780"/>
                    <a:pt x="12331" y="2407"/>
                    <a:pt x="13585" y="3334"/>
                  </a:cubicBezTo>
                  <a:cubicBezTo>
                    <a:pt x="14838" y="4287"/>
                    <a:pt x="15765" y="5640"/>
                    <a:pt x="16191" y="7319"/>
                  </a:cubicBezTo>
                  <a:cubicBezTo>
                    <a:pt x="16291" y="7846"/>
                    <a:pt x="16392" y="8472"/>
                    <a:pt x="16392" y="9099"/>
                  </a:cubicBezTo>
                  <a:cubicBezTo>
                    <a:pt x="16392" y="10653"/>
                    <a:pt x="15890" y="12232"/>
                    <a:pt x="14938" y="13485"/>
                  </a:cubicBezTo>
                  <a:cubicBezTo>
                    <a:pt x="13885" y="14738"/>
                    <a:pt x="12532" y="15665"/>
                    <a:pt x="10978" y="16091"/>
                  </a:cubicBezTo>
                  <a:cubicBezTo>
                    <a:pt x="10351" y="16191"/>
                    <a:pt x="9725" y="16292"/>
                    <a:pt x="9199" y="16292"/>
                  </a:cubicBezTo>
                  <a:cubicBezTo>
                    <a:pt x="7519" y="16292"/>
                    <a:pt x="5965" y="15765"/>
                    <a:pt x="4712" y="14838"/>
                  </a:cubicBezTo>
                  <a:cubicBezTo>
                    <a:pt x="3459" y="13886"/>
                    <a:pt x="2507" y="12532"/>
                    <a:pt x="2106" y="10853"/>
                  </a:cubicBezTo>
                  <a:cubicBezTo>
                    <a:pt x="1980" y="10226"/>
                    <a:pt x="1880" y="9600"/>
                    <a:pt x="1880" y="9099"/>
                  </a:cubicBezTo>
                  <a:cubicBezTo>
                    <a:pt x="1880" y="7419"/>
                    <a:pt x="2407" y="5840"/>
                    <a:pt x="3459" y="4587"/>
                  </a:cubicBezTo>
                  <a:cubicBezTo>
                    <a:pt x="4387" y="3460"/>
                    <a:pt x="5740" y="2507"/>
                    <a:pt x="7319" y="1981"/>
                  </a:cubicBezTo>
                  <a:cubicBezTo>
                    <a:pt x="7945" y="1881"/>
                    <a:pt x="8572" y="1780"/>
                    <a:pt x="9199" y="1780"/>
                  </a:cubicBezTo>
                  <a:close/>
                  <a:moveTo>
                    <a:pt x="9199" y="1"/>
                  </a:moveTo>
                  <a:cubicBezTo>
                    <a:pt x="8372" y="1"/>
                    <a:pt x="7620" y="1"/>
                    <a:pt x="6893" y="201"/>
                  </a:cubicBezTo>
                  <a:cubicBezTo>
                    <a:pt x="4813" y="728"/>
                    <a:pt x="3133" y="1981"/>
                    <a:pt x="1880" y="3560"/>
                  </a:cubicBezTo>
                  <a:cubicBezTo>
                    <a:pt x="727" y="5114"/>
                    <a:pt x="1" y="6993"/>
                    <a:pt x="1" y="9099"/>
                  </a:cubicBezTo>
                  <a:cubicBezTo>
                    <a:pt x="1" y="9825"/>
                    <a:pt x="101" y="10552"/>
                    <a:pt x="326" y="11279"/>
                  </a:cubicBezTo>
                  <a:cubicBezTo>
                    <a:pt x="853" y="13359"/>
                    <a:pt x="2106" y="15039"/>
                    <a:pt x="3660" y="16292"/>
                  </a:cubicBezTo>
                  <a:cubicBezTo>
                    <a:pt x="5239" y="17445"/>
                    <a:pt x="7118" y="18171"/>
                    <a:pt x="9199" y="18171"/>
                  </a:cubicBezTo>
                  <a:cubicBezTo>
                    <a:pt x="9925" y="18171"/>
                    <a:pt x="10652" y="18071"/>
                    <a:pt x="11379" y="17871"/>
                  </a:cubicBezTo>
                  <a:cubicBezTo>
                    <a:pt x="13484" y="17344"/>
                    <a:pt x="15138" y="16191"/>
                    <a:pt x="16392" y="14612"/>
                  </a:cubicBezTo>
                  <a:cubicBezTo>
                    <a:pt x="17544" y="13059"/>
                    <a:pt x="18271" y="11079"/>
                    <a:pt x="18271" y="9099"/>
                  </a:cubicBezTo>
                  <a:cubicBezTo>
                    <a:pt x="18271" y="8347"/>
                    <a:pt x="18171" y="7520"/>
                    <a:pt x="17971" y="6793"/>
                  </a:cubicBezTo>
                  <a:cubicBezTo>
                    <a:pt x="17444" y="4713"/>
                    <a:pt x="16291" y="3033"/>
                    <a:pt x="14737" y="1881"/>
                  </a:cubicBezTo>
                  <a:cubicBezTo>
                    <a:pt x="13159" y="627"/>
                    <a:pt x="11179" y="1"/>
                    <a:pt x="9199" y="1"/>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91"/>
            <p:cNvSpPr/>
            <p:nvPr/>
          </p:nvSpPr>
          <p:spPr>
            <a:xfrm>
              <a:off x="-4427775" y="3254150"/>
              <a:ext cx="237500" cy="112175"/>
            </a:xfrm>
            <a:custGeom>
              <a:avLst/>
              <a:gdLst/>
              <a:ahLst/>
              <a:cxnLst/>
              <a:rect l="l" t="t" r="r" b="b"/>
              <a:pathLst>
                <a:path w="9500" h="4487" extrusionOk="0">
                  <a:moveTo>
                    <a:pt x="4813" y="1"/>
                  </a:moveTo>
                  <a:cubicBezTo>
                    <a:pt x="4387" y="1"/>
                    <a:pt x="4086" y="1"/>
                    <a:pt x="3660" y="101"/>
                  </a:cubicBezTo>
                  <a:cubicBezTo>
                    <a:pt x="2607" y="427"/>
                    <a:pt x="1780" y="953"/>
                    <a:pt x="1154" y="1680"/>
                  </a:cubicBezTo>
                  <a:cubicBezTo>
                    <a:pt x="527" y="2407"/>
                    <a:pt x="101" y="3234"/>
                    <a:pt x="1" y="4286"/>
                  </a:cubicBezTo>
                  <a:lnTo>
                    <a:pt x="1880" y="4487"/>
                  </a:lnTo>
                  <a:cubicBezTo>
                    <a:pt x="1880" y="3860"/>
                    <a:pt x="2206" y="3359"/>
                    <a:pt x="2607" y="2933"/>
                  </a:cubicBezTo>
                  <a:cubicBezTo>
                    <a:pt x="2933" y="2407"/>
                    <a:pt x="3459" y="2106"/>
                    <a:pt x="4086" y="1980"/>
                  </a:cubicBezTo>
                  <a:cubicBezTo>
                    <a:pt x="4387" y="1880"/>
                    <a:pt x="4612" y="1880"/>
                    <a:pt x="4813" y="1880"/>
                  </a:cubicBezTo>
                  <a:cubicBezTo>
                    <a:pt x="5540" y="1880"/>
                    <a:pt x="6166" y="2106"/>
                    <a:pt x="6692" y="2507"/>
                  </a:cubicBezTo>
                  <a:cubicBezTo>
                    <a:pt x="7219" y="2833"/>
                    <a:pt x="7520" y="3459"/>
                    <a:pt x="7745" y="4086"/>
                  </a:cubicBezTo>
                  <a:lnTo>
                    <a:pt x="9499" y="3660"/>
                  </a:lnTo>
                  <a:cubicBezTo>
                    <a:pt x="9299" y="2507"/>
                    <a:pt x="8572" y="1680"/>
                    <a:pt x="7745" y="1053"/>
                  </a:cubicBezTo>
                  <a:cubicBezTo>
                    <a:pt x="6993" y="427"/>
                    <a:pt x="5966" y="1"/>
                    <a:pt x="4813" y="1"/>
                  </a:cubicBezTo>
                  <a:close/>
                </a:path>
              </a:pathLst>
            </a:cu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04" name="Google Shape;2904;p91">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91">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nodeType="clickEffect">
                                  <p:stCondLst>
                                    <p:cond delay="0"/>
                                  </p:stCondLst>
                                  <p:childTnLst>
                                    <p:set>
                                      <p:cBhvr>
                                        <p:cTn id="6" dur="1" fill="hold">
                                          <p:stCondLst>
                                            <p:cond delay="0"/>
                                          </p:stCondLst>
                                        </p:cTn>
                                        <p:tgtEl>
                                          <p:spTgt spid="2888"/>
                                        </p:tgtEl>
                                        <p:attrNameLst>
                                          <p:attrName>style.visibility</p:attrName>
                                        </p:attrNameLst>
                                      </p:cBhvr>
                                      <p:to>
                                        <p:strVal val="visible"/>
                                      </p:to>
                                    </p:set>
                                    <p:anim calcmode="lin" valueType="num">
                                      <p:cBhvr additive="base">
                                        <p:cTn id="7" dur="1000"/>
                                        <p:tgtEl>
                                          <p:spTgt spid="2888"/>
                                        </p:tgtEl>
                                        <p:attrNameLst>
                                          <p:attrName>ppt_w</p:attrName>
                                        </p:attrNameLst>
                                      </p:cBhvr>
                                      <p:tavLst>
                                        <p:tav tm="0">
                                          <p:val>
                                            <p:strVal val="0"/>
                                          </p:val>
                                        </p:tav>
                                        <p:tav tm="100000">
                                          <p:val>
                                            <p:strVal val="#ppt_w"/>
                                          </p:val>
                                        </p:tav>
                                      </p:tavLst>
                                    </p:anim>
                                    <p:anim calcmode="lin" valueType="num">
                                      <p:cBhvr additive="base">
                                        <p:cTn id="8" dur="1000"/>
                                        <p:tgtEl>
                                          <p:spTgt spid="2888"/>
                                        </p:tgtEl>
                                        <p:attrNameLst>
                                          <p:attrName>ppt_h</p:attrName>
                                        </p:attrNameLst>
                                      </p:cBhvr>
                                      <p:tavLst>
                                        <p:tav tm="0">
                                          <p:val>
                                            <p:strVal val="0"/>
                                          </p:val>
                                        </p:tav>
                                        <p:tav tm="100000">
                                          <p:val>
                                            <p:strVal val="#ppt_h"/>
                                          </p:val>
                                        </p:tav>
                                      </p:tavLst>
                                    </p:anim>
                                  </p:childTnLst>
                                </p:cTn>
                              </p:par>
                            </p:childTnLst>
                          </p:cTn>
                        </p:par>
                        <p:par>
                          <p:cTn id="9" fill="hold">
                            <p:stCondLst>
                              <p:cond delay="1000"/>
                            </p:stCondLst>
                            <p:childTnLst>
                              <p:par>
                                <p:cTn id="10" presetID="8" presetClass="emph" presetSubtype="0" fill="hold" nodeType="afterEffect">
                                  <p:stCondLst>
                                    <p:cond delay="0"/>
                                  </p:stCondLst>
                                  <p:childTnLst>
                                    <p:animRot by="-21600000">
                                      <p:cBhvr>
                                        <p:cTn id="11" dur="1000" fill="hold"/>
                                        <p:tgtEl>
                                          <p:spTgt spid="2890"/>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2909"/>
        <p:cNvGrpSpPr/>
        <p:nvPr/>
      </p:nvGrpSpPr>
      <p:grpSpPr>
        <a:xfrm>
          <a:off x="0" y="0"/>
          <a:ext cx="0" cy="0"/>
          <a:chOff x="0" y="0"/>
          <a:chExt cx="0" cy="0"/>
        </a:xfrm>
      </p:grpSpPr>
      <p:sp>
        <p:nvSpPr>
          <p:cNvPr id="2910" name="Google Shape;2910;p92"/>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OVERVIEW</a:t>
            </a:r>
            <a:endParaRPr/>
          </a:p>
        </p:txBody>
      </p:sp>
      <p:sp>
        <p:nvSpPr>
          <p:cNvPr id="2911" name="Google Shape;2911;p92"/>
          <p:cNvSpPr txBox="1"/>
          <p:nvPr/>
        </p:nvSpPr>
        <p:spPr>
          <a:xfrm>
            <a:off x="1028700" y="3422151"/>
            <a:ext cx="2224500" cy="698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500">
                <a:solidFill>
                  <a:schemeClr val="accent5"/>
                </a:solidFill>
                <a:latin typeface="Didact Gothic"/>
                <a:ea typeface="Didact Gothic"/>
                <a:cs typeface="Didact Gothic"/>
                <a:sym typeface="Didact Gothic"/>
              </a:rPr>
              <a:t>It is the farthest planet from the Sun</a:t>
            </a:r>
            <a:endParaRPr sz="1500">
              <a:solidFill>
                <a:schemeClr val="accent5"/>
              </a:solidFill>
              <a:latin typeface="Didact Gothic"/>
              <a:ea typeface="Didact Gothic"/>
              <a:cs typeface="Didact Gothic"/>
              <a:sym typeface="Didact Gothic"/>
            </a:endParaRPr>
          </a:p>
        </p:txBody>
      </p:sp>
      <p:sp>
        <p:nvSpPr>
          <p:cNvPr id="2912" name="Google Shape;2912;p92"/>
          <p:cNvSpPr txBox="1"/>
          <p:nvPr/>
        </p:nvSpPr>
        <p:spPr>
          <a:xfrm>
            <a:off x="5874663" y="3422151"/>
            <a:ext cx="2224500" cy="698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500">
                <a:solidFill>
                  <a:schemeClr val="accent5"/>
                </a:solidFill>
                <a:latin typeface="Didact Gothic"/>
                <a:ea typeface="Didact Gothic"/>
                <a:cs typeface="Didact Gothic"/>
                <a:sym typeface="Didact Gothic"/>
              </a:rPr>
              <a:t>Venus has a beautiful name, but it is hot</a:t>
            </a:r>
            <a:endParaRPr sz="1500">
              <a:solidFill>
                <a:schemeClr val="accent5"/>
              </a:solidFill>
              <a:latin typeface="Didact Gothic"/>
              <a:ea typeface="Didact Gothic"/>
              <a:cs typeface="Didact Gothic"/>
              <a:sym typeface="Didact Gothic"/>
            </a:endParaRPr>
          </a:p>
          <a:p>
            <a:pPr marL="0" lvl="0" indent="0" algn="ctr" rtl="0">
              <a:spcBef>
                <a:spcPts val="0"/>
              </a:spcBef>
              <a:spcAft>
                <a:spcPts val="0"/>
              </a:spcAft>
              <a:buNone/>
            </a:pPr>
            <a:endParaRPr sz="1500">
              <a:solidFill>
                <a:schemeClr val="accent5"/>
              </a:solidFill>
              <a:latin typeface="Didact Gothic"/>
              <a:ea typeface="Didact Gothic"/>
              <a:cs typeface="Didact Gothic"/>
              <a:sym typeface="Didact Gothic"/>
            </a:endParaRPr>
          </a:p>
        </p:txBody>
      </p:sp>
      <p:sp>
        <p:nvSpPr>
          <p:cNvPr id="2913" name="Google Shape;2913;p92"/>
          <p:cNvSpPr txBox="1"/>
          <p:nvPr/>
        </p:nvSpPr>
        <p:spPr>
          <a:xfrm>
            <a:off x="3451681" y="3422151"/>
            <a:ext cx="2224500" cy="698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500">
                <a:solidFill>
                  <a:schemeClr val="accent5"/>
                </a:solidFill>
                <a:latin typeface="Didact Gothic"/>
                <a:ea typeface="Didact Gothic"/>
                <a:cs typeface="Didact Gothic"/>
                <a:sym typeface="Didact Gothic"/>
              </a:rPr>
              <a:t>It is the biggest planet in the Solar System</a:t>
            </a:r>
            <a:endParaRPr sz="1500">
              <a:solidFill>
                <a:schemeClr val="accent5"/>
              </a:solidFill>
              <a:latin typeface="Didact Gothic"/>
              <a:ea typeface="Didact Gothic"/>
              <a:cs typeface="Didact Gothic"/>
              <a:sym typeface="Didact Gothic"/>
            </a:endParaRPr>
          </a:p>
          <a:p>
            <a:pPr marL="0" lvl="0" indent="0" algn="ctr" rtl="0">
              <a:spcBef>
                <a:spcPts val="0"/>
              </a:spcBef>
              <a:spcAft>
                <a:spcPts val="0"/>
              </a:spcAft>
              <a:buNone/>
            </a:pPr>
            <a:endParaRPr sz="1500">
              <a:solidFill>
                <a:schemeClr val="accent5"/>
              </a:solidFill>
              <a:latin typeface="Didact Gothic"/>
              <a:ea typeface="Didact Gothic"/>
              <a:cs typeface="Didact Gothic"/>
              <a:sym typeface="Didact Gothic"/>
            </a:endParaRPr>
          </a:p>
        </p:txBody>
      </p:sp>
      <p:grpSp>
        <p:nvGrpSpPr>
          <p:cNvPr id="2914" name="Google Shape;2914;p92"/>
          <p:cNvGrpSpPr/>
          <p:nvPr/>
        </p:nvGrpSpPr>
        <p:grpSpPr>
          <a:xfrm>
            <a:off x="1262173" y="1582453"/>
            <a:ext cx="6623855" cy="1882563"/>
            <a:chOff x="1863275" y="1582450"/>
            <a:chExt cx="5417400" cy="1882563"/>
          </a:xfrm>
        </p:grpSpPr>
        <p:sp>
          <p:nvSpPr>
            <p:cNvPr id="2915" name="Google Shape;2915;p92"/>
            <p:cNvSpPr/>
            <p:nvPr/>
          </p:nvSpPr>
          <p:spPr>
            <a:xfrm>
              <a:off x="3844475" y="1582450"/>
              <a:ext cx="1455000" cy="363600"/>
            </a:xfrm>
            <a:prstGeom prst="roundRect">
              <a:avLst>
                <a:gd name="adj" fmla="val 34302"/>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accent5"/>
                  </a:solidFill>
                  <a:latin typeface="Aldrich"/>
                  <a:ea typeface="Aldrich"/>
                  <a:cs typeface="Aldrich"/>
                  <a:sym typeface="Aldrich"/>
                </a:rPr>
                <a:t>MERCURY</a:t>
              </a:r>
              <a:endParaRPr sz="1600" b="1">
                <a:solidFill>
                  <a:schemeClr val="accent5"/>
                </a:solidFill>
                <a:latin typeface="Aldrich"/>
                <a:ea typeface="Aldrich"/>
                <a:cs typeface="Aldrich"/>
                <a:sym typeface="Aldrich"/>
              </a:endParaRPr>
            </a:p>
          </p:txBody>
        </p:sp>
        <p:sp>
          <p:nvSpPr>
            <p:cNvPr id="2916" name="Google Shape;2916;p92"/>
            <p:cNvSpPr/>
            <p:nvPr/>
          </p:nvSpPr>
          <p:spPr>
            <a:xfrm>
              <a:off x="3844475" y="2725450"/>
              <a:ext cx="1455000" cy="363600"/>
            </a:xfrm>
            <a:prstGeom prst="roundRect">
              <a:avLst>
                <a:gd name="adj" fmla="val 34302"/>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lt1"/>
                  </a:solidFill>
                  <a:latin typeface="Aldrich"/>
                  <a:ea typeface="Aldrich"/>
                  <a:cs typeface="Aldrich"/>
                  <a:sym typeface="Aldrich"/>
                </a:rPr>
                <a:t>JUPITER</a:t>
              </a:r>
              <a:endParaRPr sz="1600" b="1">
                <a:solidFill>
                  <a:schemeClr val="lt1"/>
                </a:solidFill>
                <a:latin typeface="Aldrich"/>
                <a:ea typeface="Aldrich"/>
                <a:cs typeface="Aldrich"/>
                <a:sym typeface="Aldrich"/>
              </a:endParaRPr>
            </a:p>
          </p:txBody>
        </p:sp>
        <p:sp>
          <p:nvSpPr>
            <p:cNvPr id="2917" name="Google Shape;2917;p92"/>
            <p:cNvSpPr/>
            <p:nvPr/>
          </p:nvSpPr>
          <p:spPr>
            <a:xfrm>
              <a:off x="5825675" y="2725450"/>
              <a:ext cx="1455000" cy="363600"/>
            </a:xfrm>
            <a:prstGeom prst="roundRect">
              <a:avLst>
                <a:gd name="adj" fmla="val 34302"/>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accent5"/>
                  </a:solidFill>
                  <a:latin typeface="Aldrich"/>
                  <a:ea typeface="Aldrich"/>
                  <a:cs typeface="Aldrich"/>
                  <a:sym typeface="Aldrich"/>
                </a:rPr>
                <a:t>VENUS</a:t>
              </a:r>
              <a:endParaRPr sz="1600" b="1">
                <a:solidFill>
                  <a:schemeClr val="accent5"/>
                </a:solidFill>
                <a:latin typeface="Aldrich"/>
                <a:ea typeface="Aldrich"/>
                <a:cs typeface="Aldrich"/>
                <a:sym typeface="Aldrich"/>
              </a:endParaRPr>
            </a:p>
          </p:txBody>
        </p:sp>
        <p:sp>
          <p:nvSpPr>
            <p:cNvPr id="2918" name="Google Shape;2918;p92"/>
            <p:cNvSpPr/>
            <p:nvPr/>
          </p:nvSpPr>
          <p:spPr>
            <a:xfrm>
              <a:off x="1863275" y="2725450"/>
              <a:ext cx="1455000" cy="363600"/>
            </a:xfrm>
            <a:prstGeom prst="roundRect">
              <a:avLst>
                <a:gd name="adj" fmla="val 34302"/>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accent5"/>
                  </a:solidFill>
                  <a:latin typeface="Aldrich"/>
                  <a:ea typeface="Aldrich"/>
                  <a:cs typeface="Aldrich"/>
                  <a:sym typeface="Aldrich"/>
                </a:rPr>
                <a:t>NEPTUNE</a:t>
              </a:r>
              <a:endParaRPr sz="1600" b="1">
                <a:solidFill>
                  <a:schemeClr val="accent5"/>
                </a:solidFill>
                <a:latin typeface="Aldrich"/>
                <a:ea typeface="Aldrich"/>
                <a:cs typeface="Aldrich"/>
                <a:sym typeface="Aldrich"/>
              </a:endParaRPr>
            </a:p>
          </p:txBody>
        </p:sp>
        <p:cxnSp>
          <p:nvCxnSpPr>
            <p:cNvPr id="2919" name="Google Shape;2919;p92"/>
            <p:cNvCxnSpPr>
              <a:stCxn id="2915" idx="2"/>
              <a:endCxn id="2916" idx="0"/>
            </p:cNvCxnSpPr>
            <p:nvPr/>
          </p:nvCxnSpPr>
          <p:spPr>
            <a:xfrm>
              <a:off x="4571975" y="1946050"/>
              <a:ext cx="0" cy="779400"/>
            </a:xfrm>
            <a:prstGeom prst="straightConnector1">
              <a:avLst/>
            </a:prstGeom>
            <a:noFill/>
            <a:ln w="28575" cap="flat" cmpd="sng">
              <a:solidFill>
                <a:schemeClr val="accent5"/>
              </a:solidFill>
              <a:prstDash val="solid"/>
              <a:round/>
              <a:headEnd type="none" w="med" len="med"/>
              <a:tailEnd type="none" w="med" len="med"/>
            </a:ln>
          </p:spPr>
        </p:cxnSp>
        <p:cxnSp>
          <p:nvCxnSpPr>
            <p:cNvPr id="2920" name="Google Shape;2920;p92"/>
            <p:cNvCxnSpPr>
              <a:stCxn id="2918" idx="0"/>
              <a:endCxn id="2915" idx="2"/>
            </p:cNvCxnSpPr>
            <p:nvPr/>
          </p:nvCxnSpPr>
          <p:spPr>
            <a:xfrm rot="-5400000">
              <a:off x="3191675" y="1345150"/>
              <a:ext cx="779400" cy="1981200"/>
            </a:xfrm>
            <a:prstGeom prst="bentConnector3">
              <a:avLst>
                <a:gd name="adj1" fmla="val 50000"/>
              </a:avLst>
            </a:prstGeom>
            <a:noFill/>
            <a:ln w="28575" cap="flat" cmpd="sng">
              <a:solidFill>
                <a:schemeClr val="accent5"/>
              </a:solidFill>
              <a:prstDash val="solid"/>
              <a:round/>
              <a:headEnd type="none" w="med" len="med"/>
              <a:tailEnd type="none" w="med" len="med"/>
            </a:ln>
          </p:spPr>
        </p:cxnSp>
        <p:cxnSp>
          <p:nvCxnSpPr>
            <p:cNvPr id="2921" name="Google Shape;2921;p92"/>
            <p:cNvCxnSpPr>
              <a:stCxn id="2917" idx="0"/>
              <a:endCxn id="2915" idx="2"/>
            </p:cNvCxnSpPr>
            <p:nvPr/>
          </p:nvCxnSpPr>
          <p:spPr>
            <a:xfrm rot="5400000" flipH="1">
              <a:off x="5172875" y="1345150"/>
              <a:ext cx="779400" cy="1981200"/>
            </a:xfrm>
            <a:prstGeom prst="bentConnector3">
              <a:avLst>
                <a:gd name="adj1" fmla="val 50000"/>
              </a:avLst>
            </a:prstGeom>
            <a:noFill/>
            <a:ln w="28575" cap="flat" cmpd="sng">
              <a:solidFill>
                <a:schemeClr val="accent5"/>
              </a:solidFill>
              <a:prstDash val="solid"/>
              <a:round/>
              <a:headEnd type="none" w="med" len="med"/>
              <a:tailEnd type="none" w="med" len="med"/>
            </a:ln>
          </p:spPr>
        </p:cxnSp>
        <p:cxnSp>
          <p:nvCxnSpPr>
            <p:cNvPr id="2922" name="Google Shape;2922;p92"/>
            <p:cNvCxnSpPr/>
            <p:nvPr/>
          </p:nvCxnSpPr>
          <p:spPr>
            <a:xfrm>
              <a:off x="2582175" y="3193513"/>
              <a:ext cx="0" cy="271500"/>
            </a:xfrm>
            <a:prstGeom prst="straightConnector1">
              <a:avLst/>
            </a:prstGeom>
            <a:noFill/>
            <a:ln w="28575" cap="flat" cmpd="sng">
              <a:solidFill>
                <a:schemeClr val="accent5"/>
              </a:solidFill>
              <a:prstDash val="solid"/>
              <a:round/>
              <a:headEnd type="none" w="med" len="med"/>
              <a:tailEnd type="oval" w="med" len="med"/>
            </a:ln>
          </p:spPr>
        </p:cxnSp>
        <p:cxnSp>
          <p:nvCxnSpPr>
            <p:cNvPr id="2923" name="Google Shape;2923;p92"/>
            <p:cNvCxnSpPr/>
            <p:nvPr/>
          </p:nvCxnSpPr>
          <p:spPr>
            <a:xfrm>
              <a:off x="4563375" y="3193513"/>
              <a:ext cx="0" cy="271500"/>
            </a:xfrm>
            <a:prstGeom prst="straightConnector1">
              <a:avLst/>
            </a:prstGeom>
            <a:noFill/>
            <a:ln w="28575" cap="flat" cmpd="sng">
              <a:solidFill>
                <a:schemeClr val="accent5"/>
              </a:solidFill>
              <a:prstDash val="solid"/>
              <a:round/>
              <a:headEnd type="none" w="med" len="med"/>
              <a:tailEnd type="oval" w="med" len="med"/>
            </a:ln>
          </p:spPr>
        </p:cxnSp>
        <p:cxnSp>
          <p:nvCxnSpPr>
            <p:cNvPr id="2924" name="Google Shape;2924;p92"/>
            <p:cNvCxnSpPr/>
            <p:nvPr/>
          </p:nvCxnSpPr>
          <p:spPr>
            <a:xfrm>
              <a:off x="6544575" y="3193513"/>
              <a:ext cx="0" cy="271500"/>
            </a:xfrm>
            <a:prstGeom prst="straightConnector1">
              <a:avLst/>
            </a:prstGeom>
            <a:noFill/>
            <a:ln w="28575" cap="flat" cmpd="sng">
              <a:solidFill>
                <a:schemeClr val="accent5"/>
              </a:solidFill>
              <a:prstDash val="solid"/>
              <a:round/>
              <a:headEnd type="none" w="med" len="med"/>
              <a:tailEnd type="oval" w="med" len="med"/>
            </a:ln>
          </p:spPr>
        </p:cxnSp>
      </p:grpSp>
      <p:sp>
        <p:nvSpPr>
          <p:cNvPr id="2925" name="Google Shape;2925;p92">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92">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2930"/>
        <p:cNvGrpSpPr/>
        <p:nvPr/>
      </p:nvGrpSpPr>
      <p:grpSpPr>
        <a:xfrm>
          <a:off x="0" y="0"/>
          <a:ext cx="0" cy="0"/>
          <a:chOff x="0" y="0"/>
          <a:chExt cx="0" cy="0"/>
        </a:xfrm>
      </p:grpSpPr>
      <p:sp>
        <p:nvSpPr>
          <p:cNvPr id="2931" name="Google Shape;2931;p93"/>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OVERVIEW</a:t>
            </a:r>
            <a:endParaRPr/>
          </a:p>
        </p:txBody>
      </p:sp>
      <p:sp>
        <p:nvSpPr>
          <p:cNvPr id="2932" name="Google Shape;2932;p93"/>
          <p:cNvSpPr txBox="1"/>
          <p:nvPr/>
        </p:nvSpPr>
        <p:spPr>
          <a:xfrm flipH="1">
            <a:off x="5955875" y="1459400"/>
            <a:ext cx="2465700" cy="4206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600">
                <a:solidFill>
                  <a:schemeClr val="accent5"/>
                </a:solidFill>
                <a:latin typeface="Didact Gothic"/>
                <a:ea typeface="Didact Gothic"/>
                <a:cs typeface="Didact Gothic"/>
                <a:sym typeface="Didact Gothic"/>
              </a:rPr>
              <a:t>It is the smallest planet in </a:t>
            </a:r>
            <a:endParaRPr sz="1600">
              <a:solidFill>
                <a:schemeClr val="accent5"/>
              </a:solidFill>
              <a:latin typeface="Didact Gothic"/>
              <a:ea typeface="Didact Gothic"/>
              <a:cs typeface="Didact Gothic"/>
              <a:sym typeface="Didact Gothic"/>
            </a:endParaRPr>
          </a:p>
          <a:p>
            <a:pPr marL="0" lvl="0" indent="0" algn="l" rtl="0">
              <a:lnSpc>
                <a:spcPct val="100000"/>
              </a:lnSpc>
              <a:spcBef>
                <a:spcPts val="0"/>
              </a:spcBef>
              <a:spcAft>
                <a:spcPts val="0"/>
              </a:spcAft>
              <a:buNone/>
            </a:pPr>
            <a:r>
              <a:rPr lang="en" sz="1600">
                <a:solidFill>
                  <a:schemeClr val="accent5"/>
                </a:solidFill>
                <a:latin typeface="Didact Gothic"/>
                <a:ea typeface="Didact Gothic"/>
                <a:cs typeface="Didact Gothic"/>
                <a:sym typeface="Didact Gothic"/>
              </a:rPr>
              <a:t>the Solar System</a:t>
            </a:r>
            <a:endParaRPr sz="1600">
              <a:solidFill>
                <a:schemeClr val="accent5"/>
              </a:solidFill>
              <a:latin typeface="Didact Gothic"/>
              <a:ea typeface="Didact Gothic"/>
              <a:cs typeface="Didact Gothic"/>
              <a:sym typeface="Didact Gothic"/>
            </a:endParaRPr>
          </a:p>
        </p:txBody>
      </p:sp>
      <p:sp>
        <p:nvSpPr>
          <p:cNvPr id="2933" name="Google Shape;2933;p93"/>
          <p:cNvSpPr txBox="1"/>
          <p:nvPr/>
        </p:nvSpPr>
        <p:spPr>
          <a:xfrm flipH="1">
            <a:off x="5955875" y="3811236"/>
            <a:ext cx="2465700" cy="4206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600">
                <a:solidFill>
                  <a:schemeClr val="accent5"/>
                </a:solidFill>
                <a:latin typeface="Didact Gothic"/>
                <a:ea typeface="Didact Gothic"/>
                <a:cs typeface="Didact Gothic"/>
                <a:sym typeface="Didact Gothic"/>
              </a:rPr>
              <a:t>It is the biggest planet </a:t>
            </a:r>
            <a:endParaRPr sz="1600">
              <a:solidFill>
                <a:schemeClr val="accent5"/>
              </a:solidFill>
              <a:latin typeface="Didact Gothic"/>
              <a:ea typeface="Didact Gothic"/>
              <a:cs typeface="Didact Gothic"/>
              <a:sym typeface="Didact Gothic"/>
            </a:endParaRPr>
          </a:p>
          <a:p>
            <a:pPr marL="0" lvl="0" indent="0" algn="l" rtl="0">
              <a:lnSpc>
                <a:spcPct val="100000"/>
              </a:lnSpc>
              <a:spcBef>
                <a:spcPts val="0"/>
              </a:spcBef>
              <a:spcAft>
                <a:spcPts val="0"/>
              </a:spcAft>
              <a:buNone/>
            </a:pPr>
            <a:r>
              <a:rPr lang="en" sz="1600">
                <a:solidFill>
                  <a:schemeClr val="accent5"/>
                </a:solidFill>
                <a:latin typeface="Didact Gothic"/>
                <a:ea typeface="Didact Gothic"/>
                <a:cs typeface="Didact Gothic"/>
                <a:sym typeface="Didact Gothic"/>
              </a:rPr>
              <a:t>in the Solar System</a:t>
            </a:r>
            <a:endParaRPr sz="1600">
              <a:solidFill>
                <a:schemeClr val="accent5"/>
              </a:solidFill>
              <a:latin typeface="Didact Gothic"/>
              <a:ea typeface="Didact Gothic"/>
              <a:cs typeface="Didact Gothic"/>
              <a:sym typeface="Didact Gothic"/>
            </a:endParaRPr>
          </a:p>
        </p:txBody>
      </p:sp>
      <p:sp>
        <p:nvSpPr>
          <p:cNvPr id="2934" name="Google Shape;2934;p93"/>
          <p:cNvSpPr txBox="1"/>
          <p:nvPr/>
        </p:nvSpPr>
        <p:spPr>
          <a:xfrm flipH="1">
            <a:off x="5955875" y="2126150"/>
            <a:ext cx="2465700" cy="4206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600">
                <a:solidFill>
                  <a:schemeClr val="accent5"/>
                </a:solidFill>
                <a:latin typeface="Didact Gothic"/>
                <a:ea typeface="Didact Gothic"/>
                <a:cs typeface="Didact Gothic"/>
                <a:sym typeface="Didact Gothic"/>
              </a:rPr>
              <a:t>It is composed mostly of </a:t>
            </a:r>
            <a:endParaRPr sz="1600">
              <a:solidFill>
                <a:schemeClr val="accent5"/>
              </a:solidFill>
              <a:latin typeface="Didact Gothic"/>
              <a:ea typeface="Didact Gothic"/>
              <a:cs typeface="Didact Gothic"/>
              <a:sym typeface="Didact Gothic"/>
            </a:endParaRPr>
          </a:p>
          <a:p>
            <a:pPr marL="0" lvl="0" indent="0" algn="l" rtl="0">
              <a:lnSpc>
                <a:spcPct val="100000"/>
              </a:lnSpc>
              <a:spcBef>
                <a:spcPts val="0"/>
              </a:spcBef>
              <a:spcAft>
                <a:spcPts val="0"/>
              </a:spcAft>
              <a:buNone/>
            </a:pPr>
            <a:r>
              <a:rPr lang="en" sz="1600">
                <a:solidFill>
                  <a:schemeClr val="accent5"/>
                </a:solidFill>
                <a:latin typeface="Didact Gothic"/>
                <a:ea typeface="Didact Gothic"/>
                <a:cs typeface="Didact Gothic"/>
                <a:sym typeface="Didact Gothic"/>
              </a:rPr>
              <a:t>hydrogen and helium</a:t>
            </a:r>
            <a:endParaRPr sz="1600">
              <a:solidFill>
                <a:schemeClr val="accent5"/>
              </a:solidFill>
              <a:latin typeface="Didact Gothic"/>
              <a:ea typeface="Didact Gothic"/>
              <a:cs typeface="Didact Gothic"/>
              <a:sym typeface="Didact Gothic"/>
            </a:endParaRPr>
          </a:p>
        </p:txBody>
      </p:sp>
      <p:sp>
        <p:nvSpPr>
          <p:cNvPr id="2935" name="Google Shape;2935;p93"/>
          <p:cNvSpPr txBox="1"/>
          <p:nvPr/>
        </p:nvSpPr>
        <p:spPr>
          <a:xfrm flipH="1">
            <a:off x="5955875" y="3145325"/>
            <a:ext cx="2465700" cy="420600"/>
          </a:xfrm>
          <a:prstGeom prst="rect">
            <a:avLst/>
          </a:prstGeom>
          <a:noFill/>
          <a:ln>
            <a:noFill/>
          </a:ln>
        </p:spPr>
        <p:txBody>
          <a:bodyPr spcFirstLastPara="1" wrap="square" lIns="91425" tIns="91425" rIns="91425" bIns="91425" anchor="ctr" anchorCtr="0">
            <a:noAutofit/>
          </a:bodyPr>
          <a:lstStyle/>
          <a:p>
            <a:pPr marL="12700" lvl="0" indent="0" algn="l" rtl="0">
              <a:lnSpc>
                <a:spcPct val="100000"/>
              </a:lnSpc>
              <a:spcBef>
                <a:spcPts val="0"/>
              </a:spcBef>
              <a:spcAft>
                <a:spcPts val="0"/>
              </a:spcAft>
              <a:buNone/>
            </a:pPr>
            <a:r>
              <a:rPr lang="en" sz="1600">
                <a:solidFill>
                  <a:schemeClr val="accent5"/>
                </a:solidFill>
                <a:latin typeface="Didact Gothic"/>
                <a:ea typeface="Didact Gothic"/>
                <a:cs typeface="Didact Gothic"/>
                <a:sym typeface="Didact Gothic"/>
              </a:rPr>
              <a:t>It has a beautiful name, </a:t>
            </a:r>
            <a:endParaRPr sz="1600">
              <a:solidFill>
                <a:schemeClr val="accent5"/>
              </a:solidFill>
              <a:latin typeface="Didact Gothic"/>
              <a:ea typeface="Didact Gothic"/>
              <a:cs typeface="Didact Gothic"/>
              <a:sym typeface="Didact Gothic"/>
            </a:endParaRPr>
          </a:p>
          <a:p>
            <a:pPr marL="12700" lvl="0" indent="0" algn="l" rtl="0">
              <a:lnSpc>
                <a:spcPct val="100000"/>
              </a:lnSpc>
              <a:spcBef>
                <a:spcPts val="0"/>
              </a:spcBef>
              <a:spcAft>
                <a:spcPts val="0"/>
              </a:spcAft>
              <a:buNone/>
            </a:pPr>
            <a:r>
              <a:rPr lang="en" sz="1600">
                <a:solidFill>
                  <a:schemeClr val="accent5"/>
                </a:solidFill>
                <a:latin typeface="Didact Gothic"/>
                <a:ea typeface="Didact Gothic"/>
                <a:cs typeface="Didact Gothic"/>
                <a:sym typeface="Didact Gothic"/>
              </a:rPr>
              <a:t>but it is terribly hot</a:t>
            </a:r>
            <a:endParaRPr sz="1600">
              <a:solidFill>
                <a:schemeClr val="accent5"/>
              </a:solidFill>
              <a:latin typeface="Didact Gothic"/>
              <a:ea typeface="Didact Gothic"/>
              <a:cs typeface="Didact Gothic"/>
              <a:sym typeface="Didact Gothic"/>
            </a:endParaRPr>
          </a:p>
        </p:txBody>
      </p:sp>
      <p:sp>
        <p:nvSpPr>
          <p:cNvPr id="2936" name="Google Shape;2936;p93"/>
          <p:cNvSpPr/>
          <p:nvPr/>
        </p:nvSpPr>
        <p:spPr>
          <a:xfrm>
            <a:off x="3453425" y="1459400"/>
            <a:ext cx="1641900" cy="420600"/>
          </a:xfrm>
          <a:prstGeom prst="roundRect">
            <a:avLst>
              <a:gd name="adj" fmla="val 27829"/>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MERCURY</a:t>
            </a:r>
            <a:endParaRPr sz="1800" b="1">
              <a:solidFill>
                <a:schemeClr val="accent5"/>
              </a:solidFill>
              <a:latin typeface="Aldrich"/>
              <a:ea typeface="Aldrich"/>
              <a:cs typeface="Aldrich"/>
              <a:sym typeface="Aldrich"/>
            </a:endParaRPr>
          </a:p>
        </p:txBody>
      </p:sp>
      <p:sp>
        <p:nvSpPr>
          <p:cNvPr id="2937" name="Google Shape;2937;p93"/>
          <p:cNvSpPr/>
          <p:nvPr/>
        </p:nvSpPr>
        <p:spPr>
          <a:xfrm>
            <a:off x="3453425" y="2126150"/>
            <a:ext cx="1641900" cy="420600"/>
          </a:xfrm>
          <a:prstGeom prst="roundRect">
            <a:avLst>
              <a:gd name="adj" fmla="val 30094"/>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SATURN</a:t>
            </a:r>
            <a:endParaRPr sz="1800" b="1">
              <a:solidFill>
                <a:schemeClr val="accent5"/>
              </a:solidFill>
              <a:latin typeface="Aldrich"/>
              <a:ea typeface="Aldrich"/>
              <a:cs typeface="Aldrich"/>
              <a:sym typeface="Aldrich"/>
            </a:endParaRPr>
          </a:p>
        </p:txBody>
      </p:sp>
      <p:sp>
        <p:nvSpPr>
          <p:cNvPr id="2938" name="Google Shape;2938;p93"/>
          <p:cNvSpPr/>
          <p:nvPr/>
        </p:nvSpPr>
        <p:spPr>
          <a:xfrm>
            <a:off x="3453425" y="3145325"/>
            <a:ext cx="1641900" cy="420600"/>
          </a:xfrm>
          <a:prstGeom prst="roundRect">
            <a:avLst>
              <a:gd name="adj" fmla="val 27829"/>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VENUS</a:t>
            </a:r>
            <a:endParaRPr sz="1800" b="1">
              <a:solidFill>
                <a:schemeClr val="accent5"/>
              </a:solidFill>
              <a:latin typeface="Aldrich"/>
              <a:ea typeface="Aldrich"/>
              <a:cs typeface="Aldrich"/>
              <a:sym typeface="Aldrich"/>
            </a:endParaRPr>
          </a:p>
        </p:txBody>
      </p:sp>
      <p:sp>
        <p:nvSpPr>
          <p:cNvPr id="2939" name="Google Shape;2939;p93"/>
          <p:cNvSpPr/>
          <p:nvPr/>
        </p:nvSpPr>
        <p:spPr>
          <a:xfrm>
            <a:off x="3453425" y="3811236"/>
            <a:ext cx="1641900" cy="420600"/>
          </a:xfrm>
          <a:prstGeom prst="roundRect">
            <a:avLst>
              <a:gd name="adj" fmla="val 21035"/>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JUPITER</a:t>
            </a:r>
            <a:endParaRPr sz="1800" b="1">
              <a:solidFill>
                <a:schemeClr val="accent5"/>
              </a:solidFill>
              <a:latin typeface="Aldrich"/>
              <a:ea typeface="Aldrich"/>
              <a:cs typeface="Aldrich"/>
              <a:sym typeface="Aldrich"/>
            </a:endParaRPr>
          </a:p>
        </p:txBody>
      </p:sp>
      <p:sp>
        <p:nvSpPr>
          <p:cNvPr id="2940" name="Google Shape;2940;p93"/>
          <p:cNvSpPr/>
          <p:nvPr/>
        </p:nvSpPr>
        <p:spPr>
          <a:xfrm>
            <a:off x="950975" y="3472625"/>
            <a:ext cx="1641900" cy="420600"/>
          </a:xfrm>
          <a:prstGeom prst="roundRect">
            <a:avLst>
              <a:gd name="adj" fmla="val 25273"/>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NEPTUNE</a:t>
            </a:r>
            <a:endParaRPr sz="1800" b="1">
              <a:solidFill>
                <a:schemeClr val="accent5"/>
              </a:solidFill>
              <a:latin typeface="Aldrich"/>
              <a:ea typeface="Aldrich"/>
              <a:cs typeface="Aldrich"/>
              <a:sym typeface="Aldrich"/>
            </a:endParaRPr>
          </a:p>
        </p:txBody>
      </p:sp>
      <p:sp>
        <p:nvSpPr>
          <p:cNvPr id="2941" name="Google Shape;2941;p93"/>
          <p:cNvSpPr/>
          <p:nvPr/>
        </p:nvSpPr>
        <p:spPr>
          <a:xfrm>
            <a:off x="950975" y="1792775"/>
            <a:ext cx="1641900" cy="420600"/>
          </a:xfrm>
          <a:prstGeom prst="roundRect">
            <a:avLst>
              <a:gd name="adj" fmla="val 27538"/>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MARS</a:t>
            </a:r>
            <a:endParaRPr sz="1800" b="1">
              <a:solidFill>
                <a:schemeClr val="accent5"/>
              </a:solidFill>
              <a:latin typeface="Aldrich"/>
              <a:ea typeface="Aldrich"/>
              <a:cs typeface="Aldrich"/>
              <a:sym typeface="Aldrich"/>
            </a:endParaRPr>
          </a:p>
        </p:txBody>
      </p:sp>
      <p:sp>
        <p:nvSpPr>
          <p:cNvPr id="2942" name="Google Shape;2942;p93"/>
          <p:cNvSpPr/>
          <p:nvPr/>
        </p:nvSpPr>
        <p:spPr>
          <a:xfrm>
            <a:off x="1442675" y="2506413"/>
            <a:ext cx="658500" cy="658500"/>
          </a:xfrm>
          <a:prstGeom prst="ellipse">
            <a:avLst/>
          </a:prstGeom>
          <a:solidFill>
            <a:schemeClr val="l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943" name="Google Shape;2943;p93"/>
          <p:cNvCxnSpPr>
            <a:stCxn id="2941" idx="0"/>
            <a:endCxn id="2936" idx="1"/>
          </p:cNvCxnSpPr>
          <p:nvPr/>
        </p:nvCxnSpPr>
        <p:spPr>
          <a:xfrm rot="-5400000">
            <a:off x="2551175" y="890525"/>
            <a:ext cx="123000" cy="1681500"/>
          </a:xfrm>
          <a:prstGeom prst="bentConnector2">
            <a:avLst/>
          </a:prstGeom>
          <a:noFill/>
          <a:ln w="28575" cap="flat" cmpd="sng">
            <a:solidFill>
              <a:schemeClr val="accent5"/>
            </a:solidFill>
            <a:prstDash val="solid"/>
            <a:round/>
            <a:headEnd type="none" w="med" len="med"/>
            <a:tailEnd type="none" w="med" len="med"/>
          </a:ln>
        </p:spPr>
      </p:cxnSp>
      <p:cxnSp>
        <p:nvCxnSpPr>
          <p:cNvPr id="2944" name="Google Shape;2944;p93"/>
          <p:cNvCxnSpPr>
            <a:stCxn id="2941" idx="2"/>
            <a:endCxn id="2937" idx="1"/>
          </p:cNvCxnSpPr>
          <p:nvPr/>
        </p:nvCxnSpPr>
        <p:spPr>
          <a:xfrm rot="-5400000" flipH="1">
            <a:off x="2551175" y="1434125"/>
            <a:ext cx="123000" cy="1681500"/>
          </a:xfrm>
          <a:prstGeom prst="bentConnector2">
            <a:avLst/>
          </a:prstGeom>
          <a:noFill/>
          <a:ln w="28575" cap="flat" cmpd="sng">
            <a:solidFill>
              <a:schemeClr val="accent5"/>
            </a:solidFill>
            <a:prstDash val="solid"/>
            <a:round/>
            <a:headEnd type="none" w="med" len="med"/>
            <a:tailEnd type="none" w="med" len="med"/>
          </a:ln>
        </p:spPr>
      </p:cxnSp>
      <p:cxnSp>
        <p:nvCxnSpPr>
          <p:cNvPr id="2945" name="Google Shape;2945;p93"/>
          <p:cNvCxnSpPr>
            <a:stCxn id="2941" idx="1"/>
            <a:endCxn id="2942" idx="2"/>
          </p:cNvCxnSpPr>
          <p:nvPr/>
        </p:nvCxnSpPr>
        <p:spPr>
          <a:xfrm>
            <a:off x="950975" y="2003075"/>
            <a:ext cx="491700" cy="832500"/>
          </a:xfrm>
          <a:prstGeom prst="bentConnector3">
            <a:avLst>
              <a:gd name="adj1" fmla="val -48429"/>
            </a:avLst>
          </a:prstGeom>
          <a:noFill/>
          <a:ln w="28575" cap="flat" cmpd="sng">
            <a:solidFill>
              <a:schemeClr val="accent5"/>
            </a:solidFill>
            <a:prstDash val="solid"/>
            <a:round/>
            <a:headEnd type="none" w="med" len="med"/>
            <a:tailEnd type="none" w="med" len="med"/>
          </a:ln>
        </p:spPr>
      </p:cxnSp>
      <p:cxnSp>
        <p:nvCxnSpPr>
          <p:cNvPr id="2946" name="Google Shape;2946;p93"/>
          <p:cNvCxnSpPr>
            <a:stCxn id="2940" idx="2"/>
            <a:endCxn id="2939" idx="1"/>
          </p:cNvCxnSpPr>
          <p:nvPr/>
        </p:nvCxnSpPr>
        <p:spPr>
          <a:xfrm rot="-5400000" flipH="1">
            <a:off x="2548475" y="3116675"/>
            <a:ext cx="128400" cy="1681500"/>
          </a:xfrm>
          <a:prstGeom prst="bentConnector2">
            <a:avLst/>
          </a:prstGeom>
          <a:noFill/>
          <a:ln w="28575" cap="flat" cmpd="sng">
            <a:solidFill>
              <a:schemeClr val="accent5"/>
            </a:solidFill>
            <a:prstDash val="solid"/>
            <a:round/>
            <a:headEnd type="none" w="med" len="med"/>
            <a:tailEnd type="none" w="med" len="med"/>
          </a:ln>
        </p:spPr>
      </p:cxnSp>
      <p:cxnSp>
        <p:nvCxnSpPr>
          <p:cNvPr id="2947" name="Google Shape;2947;p93"/>
          <p:cNvCxnSpPr>
            <a:stCxn id="2940" idx="0"/>
            <a:endCxn id="2938" idx="1"/>
          </p:cNvCxnSpPr>
          <p:nvPr/>
        </p:nvCxnSpPr>
        <p:spPr>
          <a:xfrm rot="-5400000">
            <a:off x="2554175" y="2573375"/>
            <a:ext cx="117000" cy="1681500"/>
          </a:xfrm>
          <a:prstGeom prst="bentConnector2">
            <a:avLst/>
          </a:prstGeom>
          <a:noFill/>
          <a:ln w="28575" cap="flat" cmpd="sng">
            <a:solidFill>
              <a:schemeClr val="accent5"/>
            </a:solidFill>
            <a:prstDash val="solid"/>
            <a:round/>
            <a:headEnd type="none" w="med" len="med"/>
            <a:tailEnd type="none" w="med" len="med"/>
          </a:ln>
        </p:spPr>
      </p:cxnSp>
      <p:cxnSp>
        <p:nvCxnSpPr>
          <p:cNvPr id="2948" name="Google Shape;2948;p93"/>
          <p:cNvCxnSpPr>
            <a:stCxn id="2940" idx="1"/>
            <a:endCxn id="2942" idx="2"/>
          </p:cNvCxnSpPr>
          <p:nvPr/>
        </p:nvCxnSpPr>
        <p:spPr>
          <a:xfrm rot="10800000" flipH="1">
            <a:off x="950975" y="2835725"/>
            <a:ext cx="491700" cy="847200"/>
          </a:xfrm>
          <a:prstGeom prst="bentConnector3">
            <a:avLst>
              <a:gd name="adj1" fmla="val -48429"/>
            </a:avLst>
          </a:prstGeom>
          <a:noFill/>
          <a:ln w="28575" cap="flat" cmpd="sng">
            <a:solidFill>
              <a:schemeClr val="accent5"/>
            </a:solidFill>
            <a:prstDash val="solid"/>
            <a:round/>
            <a:headEnd type="none" w="med" len="med"/>
            <a:tailEnd type="none" w="med" len="med"/>
          </a:ln>
        </p:spPr>
      </p:cxnSp>
      <p:cxnSp>
        <p:nvCxnSpPr>
          <p:cNvPr id="2949" name="Google Shape;2949;p93"/>
          <p:cNvCxnSpPr>
            <a:stCxn id="2936" idx="3"/>
            <a:endCxn id="2932" idx="3"/>
          </p:cNvCxnSpPr>
          <p:nvPr/>
        </p:nvCxnSpPr>
        <p:spPr>
          <a:xfrm>
            <a:off x="5095325" y="1669700"/>
            <a:ext cx="860700" cy="0"/>
          </a:xfrm>
          <a:prstGeom prst="straightConnector1">
            <a:avLst/>
          </a:prstGeom>
          <a:noFill/>
          <a:ln w="28575" cap="flat" cmpd="sng">
            <a:solidFill>
              <a:schemeClr val="accent5"/>
            </a:solidFill>
            <a:prstDash val="solid"/>
            <a:round/>
            <a:headEnd type="none" w="med" len="med"/>
            <a:tailEnd type="oval" w="med" len="med"/>
          </a:ln>
        </p:spPr>
      </p:cxnSp>
      <p:cxnSp>
        <p:nvCxnSpPr>
          <p:cNvPr id="2950" name="Google Shape;2950;p93"/>
          <p:cNvCxnSpPr>
            <a:stCxn id="2937" idx="3"/>
            <a:endCxn id="2934" idx="3"/>
          </p:cNvCxnSpPr>
          <p:nvPr/>
        </p:nvCxnSpPr>
        <p:spPr>
          <a:xfrm>
            <a:off x="5095325" y="2336450"/>
            <a:ext cx="860700" cy="0"/>
          </a:xfrm>
          <a:prstGeom prst="straightConnector1">
            <a:avLst/>
          </a:prstGeom>
          <a:noFill/>
          <a:ln w="28575" cap="flat" cmpd="sng">
            <a:solidFill>
              <a:schemeClr val="accent5"/>
            </a:solidFill>
            <a:prstDash val="solid"/>
            <a:round/>
            <a:headEnd type="none" w="med" len="med"/>
            <a:tailEnd type="oval" w="med" len="med"/>
          </a:ln>
        </p:spPr>
      </p:cxnSp>
      <p:cxnSp>
        <p:nvCxnSpPr>
          <p:cNvPr id="2951" name="Google Shape;2951;p93"/>
          <p:cNvCxnSpPr>
            <a:stCxn id="2938" idx="3"/>
            <a:endCxn id="2935" idx="3"/>
          </p:cNvCxnSpPr>
          <p:nvPr/>
        </p:nvCxnSpPr>
        <p:spPr>
          <a:xfrm>
            <a:off x="5095325" y="3355625"/>
            <a:ext cx="860700" cy="0"/>
          </a:xfrm>
          <a:prstGeom prst="straightConnector1">
            <a:avLst/>
          </a:prstGeom>
          <a:noFill/>
          <a:ln w="28575" cap="flat" cmpd="sng">
            <a:solidFill>
              <a:schemeClr val="accent5"/>
            </a:solidFill>
            <a:prstDash val="solid"/>
            <a:round/>
            <a:headEnd type="none" w="med" len="med"/>
            <a:tailEnd type="oval" w="med" len="med"/>
          </a:ln>
        </p:spPr>
      </p:cxnSp>
      <p:cxnSp>
        <p:nvCxnSpPr>
          <p:cNvPr id="2952" name="Google Shape;2952;p93"/>
          <p:cNvCxnSpPr>
            <a:stCxn id="2939" idx="3"/>
            <a:endCxn id="2933" idx="3"/>
          </p:cNvCxnSpPr>
          <p:nvPr/>
        </p:nvCxnSpPr>
        <p:spPr>
          <a:xfrm>
            <a:off x="5095325" y="4021536"/>
            <a:ext cx="860700" cy="0"/>
          </a:xfrm>
          <a:prstGeom prst="straightConnector1">
            <a:avLst/>
          </a:prstGeom>
          <a:noFill/>
          <a:ln w="28575" cap="flat" cmpd="sng">
            <a:solidFill>
              <a:schemeClr val="accent5"/>
            </a:solidFill>
            <a:prstDash val="solid"/>
            <a:round/>
            <a:headEnd type="none" w="med" len="med"/>
            <a:tailEnd type="oval" w="med" len="med"/>
          </a:ln>
        </p:spPr>
      </p:cxnSp>
      <p:grpSp>
        <p:nvGrpSpPr>
          <p:cNvPr id="2953" name="Google Shape;2953;p93"/>
          <p:cNvGrpSpPr/>
          <p:nvPr/>
        </p:nvGrpSpPr>
        <p:grpSpPr>
          <a:xfrm>
            <a:off x="1578588" y="2649503"/>
            <a:ext cx="386652" cy="373940"/>
            <a:chOff x="5442625" y="2671000"/>
            <a:chExt cx="477525" cy="461825"/>
          </a:xfrm>
        </p:grpSpPr>
        <p:sp>
          <p:nvSpPr>
            <p:cNvPr id="2954" name="Google Shape;2954;p93"/>
            <p:cNvSpPr/>
            <p:nvPr/>
          </p:nvSpPr>
          <p:spPr>
            <a:xfrm>
              <a:off x="5538000" y="2880975"/>
              <a:ext cx="69825" cy="69800"/>
            </a:xfrm>
            <a:custGeom>
              <a:avLst/>
              <a:gdLst/>
              <a:ahLst/>
              <a:cxnLst/>
              <a:rect l="l" t="t" r="r" b="b"/>
              <a:pathLst>
                <a:path w="2793" h="2792" extrusionOk="0">
                  <a:moveTo>
                    <a:pt x="838" y="2792"/>
                  </a:moveTo>
                  <a:lnTo>
                    <a:pt x="1955" y="2792"/>
                  </a:lnTo>
                  <a:lnTo>
                    <a:pt x="2792" y="1954"/>
                  </a:lnTo>
                  <a:lnTo>
                    <a:pt x="2792" y="0"/>
                  </a:lnTo>
                  <a:lnTo>
                    <a:pt x="1" y="0"/>
                  </a:lnTo>
                  <a:lnTo>
                    <a:pt x="1" y="1954"/>
                  </a:lnTo>
                  <a:close/>
                  <a:moveTo>
                    <a:pt x="838" y="2792"/>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93"/>
            <p:cNvSpPr/>
            <p:nvPr/>
          </p:nvSpPr>
          <p:spPr>
            <a:xfrm>
              <a:off x="5537425" y="2852475"/>
              <a:ext cx="70400" cy="28525"/>
            </a:xfrm>
            <a:custGeom>
              <a:avLst/>
              <a:gdLst/>
              <a:ahLst/>
              <a:cxnLst/>
              <a:rect l="l" t="t" r="r" b="b"/>
              <a:pathLst>
                <a:path w="2816" h="1141" extrusionOk="0">
                  <a:moveTo>
                    <a:pt x="24" y="1140"/>
                  </a:moveTo>
                  <a:lnTo>
                    <a:pt x="2815" y="1140"/>
                  </a:lnTo>
                  <a:lnTo>
                    <a:pt x="2815" y="582"/>
                  </a:lnTo>
                  <a:cubicBezTo>
                    <a:pt x="2815" y="256"/>
                    <a:pt x="2560" y="0"/>
                    <a:pt x="2234" y="23"/>
                  </a:cubicBezTo>
                  <a:lnTo>
                    <a:pt x="1" y="23"/>
                  </a:lnTo>
                  <a:close/>
                  <a:moveTo>
                    <a:pt x="24" y="114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93"/>
            <p:cNvSpPr/>
            <p:nvPr/>
          </p:nvSpPr>
          <p:spPr>
            <a:xfrm>
              <a:off x="5495550" y="2950750"/>
              <a:ext cx="154150" cy="90750"/>
            </a:xfrm>
            <a:custGeom>
              <a:avLst/>
              <a:gdLst/>
              <a:ahLst/>
              <a:cxnLst/>
              <a:rect l="l" t="t" r="r" b="b"/>
              <a:pathLst>
                <a:path w="6166" h="3630" extrusionOk="0">
                  <a:moveTo>
                    <a:pt x="6165" y="3630"/>
                  </a:moveTo>
                  <a:lnTo>
                    <a:pt x="6165" y="838"/>
                  </a:lnTo>
                  <a:lnTo>
                    <a:pt x="3653" y="1"/>
                  </a:lnTo>
                  <a:lnTo>
                    <a:pt x="2536" y="1"/>
                  </a:lnTo>
                  <a:lnTo>
                    <a:pt x="1" y="838"/>
                  </a:lnTo>
                  <a:lnTo>
                    <a:pt x="1" y="3630"/>
                  </a:lnTo>
                  <a:close/>
                  <a:moveTo>
                    <a:pt x="6165" y="3630"/>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93"/>
            <p:cNvSpPr/>
            <p:nvPr/>
          </p:nvSpPr>
          <p:spPr>
            <a:xfrm>
              <a:off x="5713650" y="2961225"/>
              <a:ext cx="153575" cy="80275"/>
            </a:xfrm>
            <a:custGeom>
              <a:avLst/>
              <a:gdLst/>
              <a:ahLst/>
              <a:cxnLst/>
              <a:rect l="l" t="t" r="r" b="b"/>
              <a:pathLst>
                <a:path w="6143" h="3211" extrusionOk="0">
                  <a:moveTo>
                    <a:pt x="6142" y="3211"/>
                  </a:moveTo>
                  <a:lnTo>
                    <a:pt x="6142" y="419"/>
                  </a:lnTo>
                  <a:lnTo>
                    <a:pt x="4886" y="0"/>
                  </a:lnTo>
                  <a:lnTo>
                    <a:pt x="3071" y="1396"/>
                  </a:lnTo>
                  <a:lnTo>
                    <a:pt x="1257" y="0"/>
                  </a:lnTo>
                  <a:lnTo>
                    <a:pt x="0" y="419"/>
                  </a:lnTo>
                  <a:lnTo>
                    <a:pt x="0" y="3211"/>
                  </a:lnTo>
                  <a:close/>
                  <a:moveTo>
                    <a:pt x="6142" y="3211"/>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93"/>
            <p:cNvSpPr/>
            <p:nvPr/>
          </p:nvSpPr>
          <p:spPr>
            <a:xfrm>
              <a:off x="5745050" y="2950750"/>
              <a:ext cx="90750" cy="45400"/>
            </a:xfrm>
            <a:custGeom>
              <a:avLst/>
              <a:gdLst/>
              <a:ahLst/>
              <a:cxnLst/>
              <a:rect l="l" t="t" r="r" b="b"/>
              <a:pathLst>
                <a:path w="3630" h="1816" extrusionOk="0">
                  <a:moveTo>
                    <a:pt x="1" y="419"/>
                  </a:moveTo>
                  <a:lnTo>
                    <a:pt x="1815" y="1815"/>
                  </a:lnTo>
                  <a:lnTo>
                    <a:pt x="3630" y="419"/>
                  </a:lnTo>
                  <a:lnTo>
                    <a:pt x="2374" y="1"/>
                  </a:lnTo>
                  <a:lnTo>
                    <a:pt x="1257" y="1"/>
                  </a:lnTo>
                  <a:close/>
                  <a:moveTo>
                    <a:pt x="1" y="419"/>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93"/>
            <p:cNvSpPr/>
            <p:nvPr/>
          </p:nvSpPr>
          <p:spPr>
            <a:xfrm>
              <a:off x="5755525" y="2880975"/>
              <a:ext cx="69825" cy="69800"/>
            </a:xfrm>
            <a:custGeom>
              <a:avLst/>
              <a:gdLst/>
              <a:ahLst/>
              <a:cxnLst/>
              <a:rect l="l" t="t" r="r" b="b"/>
              <a:pathLst>
                <a:path w="2793" h="2792" extrusionOk="0">
                  <a:moveTo>
                    <a:pt x="838" y="2792"/>
                  </a:moveTo>
                  <a:lnTo>
                    <a:pt x="1955" y="2792"/>
                  </a:lnTo>
                  <a:lnTo>
                    <a:pt x="2792" y="1675"/>
                  </a:lnTo>
                  <a:lnTo>
                    <a:pt x="2792" y="0"/>
                  </a:lnTo>
                  <a:lnTo>
                    <a:pt x="1373" y="0"/>
                  </a:lnTo>
                  <a:lnTo>
                    <a:pt x="0" y="838"/>
                  </a:lnTo>
                  <a:lnTo>
                    <a:pt x="0" y="1675"/>
                  </a:lnTo>
                  <a:close/>
                  <a:moveTo>
                    <a:pt x="838" y="2792"/>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93"/>
            <p:cNvSpPr/>
            <p:nvPr/>
          </p:nvSpPr>
          <p:spPr>
            <a:xfrm>
              <a:off x="5755525" y="2825125"/>
              <a:ext cx="69825" cy="76800"/>
            </a:xfrm>
            <a:custGeom>
              <a:avLst/>
              <a:gdLst/>
              <a:ahLst/>
              <a:cxnLst/>
              <a:rect l="l" t="t" r="r" b="b"/>
              <a:pathLst>
                <a:path w="2793" h="3072" extrusionOk="0">
                  <a:moveTo>
                    <a:pt x="2234" y="1117"/>
                  </a:moveTo>
                  <a:lnTo>
                    <a:pt x="2234" y="559"/>
                  </a:lnTo>
                  <a:cubicBezTo>
                    <a:pt x="2234" y="257"/>
                    <a:pt x="2001" y="1"/>
                    <a:pt x="1675" y="1"/>
                  </a:cubicBezTo>
                  <a:lnTo>
                    <a:pt x="1117" y="1"/>
                  </a:lnTo>
                  <a:cubicBezTo>
                    <a:pt x="815" y="1"/>
                    <a:pt x="559" y="233"/>
                    <a:pt x="559" y="559"/>
                  </a:cubicBezTo>
                  <a:lnTo>
                    <a:pt x="559" y="1117"/>
                  </a:lnTo>
                  <a:cubicBezTo>
                    <a:pt x="256" y="1117"/>
                    <a:pt x="0" y="1373"/>
                    <a:pt x="0" y="1676"/>
                  </a:cubicBezTo>
                  <a:lnTo>
                    <a:pt x="0" y="3072"/>
                  </a:lnTo>
                  <a:lnTo>
                    <a:pt x="1350" y="2234"/>
                  </a:lnTo>
                  <a:lnTo>
                    <a:pt x="2792" y="2234"/>
                  </a:lnTo>
                  <a:lnTo>
                    <a:pt x="2792" y="1676"/>
                  </a:lnTo>
                  <a:cubicBezTo>
                    <a:pt x="2792" y="1373"/>
                    <a:pt x="2560" y="1117"/>
                    <a:pt x="2234" y="1117"/>
                  </a:cubicBezTo>
                  <a:close/>
                  <a:moveTo>
                    <a:pt x="2234" y="1117"/>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93"/>
            <p:cNvSpPr/>
            <p:nvPr/>
          </p:nvSpPr>
          <p:spPr>
            <a:xfrm>
              <a:off x="5464150" y="2761725"/>
              <a:ext cx="435050" cy="279775"/>
            </a:xfrm>
            <a:custGeom>
              <a:avLst/>
              <a:gdLst/>
              <a:ahLst/>
              <a:cxnLst/>
              <a:rect l="l" t="t" r="r" b="b"/>
              <a:pathLst>
                <a:path w="17402" h="11191" extrusionOk="0">
                  <a:moveTo>
                    <a:pt x="7421" y="11191"/>
                  </a:moveTo>
                  <a:lnTo>
                    <a:pt x="9980" y="11191"/>
                  </a:lnTo>
                  <a:lnTo>
                    <a:pt x="9980" y="8399"/>
                  </a:lnTo>
                  <a:lnTo>
                    <a:pt x="12493" y="7562"/>
                  </a:lnTo>
                  <a:lnTo>
                    <a:pt x="11655" y="6445"/>
                  </a:lnTo>
                  <a:lnTo>
                    <a:pt x="11655" y="4212"/>
                  </a:lnTo>
                  <a:cubicBezTo>
                    <a:pt x="11655" y="3886"/>
                    <a:pt x="11911" y="3653"/>
                    <a:pt x="12214" y="3653"/>
                  </a:cubicBezTo>
                  <a:lnTo>
                    <a:pt x="12214" y="3095"/>
                  </a:lnTo>
                  <a:cubicBezTo>
                    <a:pt x="12214" y="2793"/>
                    <a:pt x="12470" y="2537"/>
                    <a:pt x="12772" y="2537"/>
                  </a:cubicBezTo>
                  <a:lnTo>
                    <a:pt x="13307" y="2537"/>
                  </a:lnTo>
                  <a:cubicBezTo>
                    <a:pt x="13633" y="2513"/>
                    <a:pt x="13889" y="2769"/>
                    <a:pt x="13889" y="3095"/>
                  </a:cubicBezTo>
                  <a:lnTo>
                    <a:pt x="13889" y="3653"/>
                  </a:lnTo>
                  <a:cubicBezTo>
                    <a:pt x="14215" y="3653"/>
                    <a:pt x="14447" y="3909"/>
                    <a:pt x="14447" y="4212"/>
                  </a:cubicBezTo>
                  <a:lnTo>
                    <a:pt x="14447" y="6445"/>
                  </a:lnTo>
                  <a:lnTo>
                    <a:pt x="13610" y="7562"/>
                  </a:lnTo>
                  <a:lnTo>
                    <a:pt x="16122" y="8399"/>
                  </a:lnTo>
                  <a:lnTo>
                    <a:pt x="16122" y="11191"/>
                  </a:lnTo>
                  <a:lnTo>
                    <a:pt x="17402" y="11191"/>
                  </a:lnTo>
                  <a:lnTo>
                    <a:pt x="17402" y="1"/>
                  </a:lnTo>
                  <a:lnTo>
                    <a:pt x="0" y="1"/>
                  </a:lnTo>
                  <a:lnTo>
                    <a:pt x="0" y="11191"/>
                  </a:lnTo>
                  <a:lnTo>
                    <a:pt x="1257" y="11191"/>
                  </a:lnTo>
                  <a:lnTo>
                    <a:pt x="1257" y="8399"/>
                  </a:lnTo>
                  <a:lnTo>
                    <a:pt x="3792" y="7562"/>
                  </a:lnTo>
                  <a:lnTo>
                    <a:pt x="2932" y="6724"/>
                  </a:lnTo>
                  <a:lnTo>
                    <a:pt x="2932" y="3653"/>
                  </a:lnTo>
                  <a:lnTo>
                    <a:pt x="5165" y="3653"/>
                  </a:lnTo>
                  <a:cubicBezTo>
                    <a:pt x="5491" y="3653"/>
                    <a:pt x="5723" y="3886"/>
                    <a:pt x="5723" y="4212"/>
                  </a:cubicBezTo>
                  <a:lnTo>
                    <a:pt x="5723" y="6724"/>
                  </a:lnTo>
                  <a:lnTo>
                    <a:pt x="4886" y="7562"/>
                  </a:lnTo>
                  <a:lnTo>
                    <a:pt x="7398" y="8399"/>
                  </a:lnTo>
                  <a:close/>
                  <a:moveTo>
                    <a:pt x="7421" y="1119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93"/>
            <p:cNvSpPr/>
            <p:nvPr/>
          </p:nvSpPr>
          <p:spPr>
            <a:xfrm>
              <a:off x="5611875" y="2705900"/>
              <a:ext cx="139600" cy="55850"/>
            </a:xfrm>
            <a:custGeom>
              <a:avLst/>
              <a:gdLst/>
              <a:ahLst/>
              <a:cxnLst/>
              <a:rect l="l" t="t" r="r" b="b"/>
              <a:pathLst>
                <a:path w="5584" h="2234" extrusionOk="0">
                  <a:moveTo>
                    <a:pt x="0" y="2234"/>
                  </a:moveTo>
                  <a:lnTo>
                    <a:pt x="5584" y="2234"/>
                  </a:lnTo>
                  <a:lnTo>
                    <a:pt x="5025" y="1"/>
                  </a:lnTo>
                  <a:lnTo>
                    <a:pt x="3909" y="1"/>
                  </a:lnTo>
                  <a:cubicBezTo>
                    <a:pt x="3955" y="652"/>
                    <a:pt x="3443" y="1187"/>
                    <a:pt x="2792" y="1187"/>
                  </a:cubicBezTo>
                  <a:cubicBezTo>
                    <a:pt x="2164" y="1187"/>
                    <a:pt x="1652" y="652"/>
                    <a:pt x="1675" y="1"/>
                  </a:cubicBezTo>
                  <a:lnTo>
                    <a:pt x="559" y="1"/>
                  </a:lnTo>
                  <a:close/>
                  <a:moveTo>
                    <a:pt x="0" y="2234"/>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93"/>
            <p:cNvSpPr/>
            <p:nvPr/>
          </p:nvSpPr>
          <p:spPr>
            <a:xfrm>
              <a:off x="5646175" y="2674500"/>
              <a:ext cx="69250" cy="66900"/>
            </a:xfrm>
            <a:custGeom>
              <a:avLst/>
              <a:gdLst/>
              <a:ahLst/>
              <a:cxnLst/>
              <a:rect l="l" t="t" r="r" b="b"/>
              <a:pathLst>
                <a:path w="2770" h="2676" extrusionOk="0">
                  <a:moveTo>
                    <a:pt x="1839" y="233"/>
                  </a:moveTo>
                  <a:cubicBezTo>
                    <a:pt x="2769" y="605"/>
                    <a:pt x="2769" y="1908"/>
                    <a:pt x="1862" y="2304"/>
                  </a:cubicBezTo>
                  <a:cubicBezTo>
                    <a:pt x="931" y="2676"/>
                    <a:pt x="1" y="1745"/>
                    <a:pt x="396" y="838"/>
                  </a:cubicBezTo>
                  <a:cubicBezTo>
                    <a:pt x="629" y="256"/>
                    <a:pt x="1280" y="0"/>
                    <a:pt x="1839" y="233"/>
                  </a:cubicBezTo>
                  <a:close/>
                  <a:moveTo>
                    <a:pt x="1839" y="233"/>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93"/>
            <p:cNvSpPr/>
            <p:nvPr/>
          </p:nvSpPr>
          <p:spPr>
            <a:xfrm>
              <a:off x="5464150" y="3041475"/>
              <a:ext cx="435625" cy="56450"/>
            </a:xfrm>
            <a:custGeom>
              <a:avLst/>
              <a:gdLst/>
              <a:ahLst/>
              <a:cxnLst/>
              <a:rect l="l" t="t" r="r" b="b"/>
              <a:pathLst>
                <a:path w="17425" h="2258" extrusionOk="0">
                  <a:moveTo>
                    <a:pt x="0" y="1118"/>
                  </a:moveTo>
                  <a:lnTo>
                    <a:pt x="6747" y="1118"/>
                  </a:lnTo>
                  <a:lnTo>
                    <a:pt x="7026" y="2257"/>
                  </a:lnTo>
                  <a:lnTo>
                    <a:pt x="10376" y="2257"/>
                  </a:lnTo>
                  <a:lnTo>
                    <a:pt x="10678" y="1118"/>
                  </a:lnTo>
                  <a:lnTo>
                    <a:pt x="17425" y="1118"/>
                  </a:lnTo>
                  <a:lnTo>
                    <a:pt x="17425" y="1"/>
                  </a:lnTo>
                  <a:lnTo>
                    <a:pt x="0" y="1"/>
                  </a:lnTo>
                  <a:close/>
                  <a:moveTo>
                    <a:pt x="0" y="1118"/>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93"/>
            <p:cNvSpPr/>
            <p:nvPr/>
          </p:nvSpPr>
          <p:spPr>
            <a:xfrm>
              <a:off x="5449600" y="3069400"/>
              <a:ext cx="463550" cy="56450"/>
            </a:xfrm>
            <a:custGeom>
              <a:avLst/>
              <a:gdLst/>
              <a:ahLst/>
              <a:cxnLst/>
              <a:rect l="l" t="t" r="r" b="b"/>
              <a:pathLst>
                <a:path w="18542" h="2258" extrusionOk="0">
                  <a:moveTo>
                    <a:pt x="582" y="2257"/>
                  </a:moveTo>
                  <a:lnTo>
                    <a:pt x="17984" y="2257"/>
                  </a:lnTo>
                  <a:cubicBezTo>
                    <a:pt x="18286" y="2234"/>
                    <a:pt x="18542" y="2001"/>
                    <a:pt x="18542" y="1699"/>
                  </a:cubicBezTo>
                  <a:lnTo>
                    <a:pt x="18542" y="1"/>
                  </a:lnTo>
                  <a:lnTo>
                    <a:pt x="11237" y="1"/>
                  </a:lnTo>
                  <a:lnTo>
                    <a:pt x="10935" y="1140"/>
                  </a:lnTo>
                  <a:lnTo>
                    <a:pt x="7608" y="1140"/>
                  </a:lnTo>
                  <a:lnTo>
                    <a:pt x="7306" y="1"/>
                  </a:lnTo>
                  <a:lnTo>
                    <a:pt x="1" y="1"/>
                  </a:lnTo>
                  <a:lnTo>
                    <a:pt x="1" y="1699"/>
                  </a:lnTo>
                  <a:cubicBezTo>
                    <a:pt x="1" y="2001"/>
                    <a:pt x="257" y="2234"/>
                    <a:pt x="559" y="2257"/>
                  </a:cubicBezTo>
                  <a:close/>
                  <a:moveTo>
                    <a:pt x="582" y="2257"/>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93"/>
            <p:cNvSpPr/>
            <p:nvPr/>
          </p:nvSpPr>
          <p:spPr>
            <a:xfrm>
              <a:off x="5653175" y="2674500"/>
              <a:ext cx="35500" cy="63425"/>
            </a:xfrm>
            <a:custGeom>
              <a:avLst/>
              <a:gdLst/>
              <a:ahLst/>
              <a:cxnLst/>
              <a:rect l="l" t="t" r="r" b="b"/>
              <a:pathLst>
                <a:path w="1420" h="2537" extrusionOk="0">
                  <a:moveTo>
                    <a:pt x="1419" y="2350"/>
                  </a:moveTo>
                  <a:cubicBezTo>
                    <a:pt x="302" y="2048"/>
                    <a:pt x="302" y="489"/>
                    <a:pt x="1419" y="187"/>
                  </a:cubicBezTo>
                  <a:cubicBezTo>
                    <a:pt x="698" y="0"/>
                    <a:pt x="0" y="535"/>
                    <a:pt x="0" y="1257"/>
                  </a:cubicBezTo>
                  <a:cubicBezTo>
                    <a:pt x="0" y="2001"/>
                    <a:pt x="698" y="2536"/>
                    <a:pt x="1419" y="2350"/>
                  </a:cubicBezTo>
                  <a:close/>
                  <a:moveTo>
                    <a:pt x="1419" y="235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93"/>
            <p:cNvSpPr/>
            <p:nvPr/>
          </p:nvSpPr>
          <p:spPr>
            <a:xfrm>
              <a:off x="5611875" y="2705900"/>
              <a:ext cx="27350" cy="55850"/>
            </a:xfrm>
            <a:custGeom>
              <a:avLst/>
              <a:gdLst/>
              <a:ahLst/>
              <a:cxnLst/>
              <a:rect l="l" t="t" r="r" b="b"/>
              <a:pathLst>
                <a:path w="1094" h="2234" extrusionOk="0">
                  <a:moveTo>
                    <a:pt x="0" y="2234"/>
                  </a:moveTo>
                  <a:lnTo>
                    <a:pt x="559" y="2234"/>
                  </a:lnTo>
                  <a:lnTo>
                    <a:pt x="1094" y="1"/>
                  </a:lnTo>
                  <a:lnTo>
                    <a:pt x="559" y="1"/>
                  </a:lnTo>
                  <a:close/>
                  <a:moveTo>
                    <a:pt x="0" y="2234"/>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93"/>
            <p:cNvSpPr/>
            <p:nvPr/>
          </p:nvSpPr>
          <p:spPr>
            <a:xfrm>
              <a:off x="5464150" y="2761725"/>
              <a:ext cx="20950" cy="279775"/>
            </a:xfrm>
            <a:custGeom>
              <a:avLst/>
              <a:gdLst/>
              <a:ahLst/>
              <a:cxnLst/>
              <a:rect l="l" t="t" r="r" b="b"/>
              <a:pathLst>
                <a:path w="838" h="11191" extrusionOk="0">
                  <a:moveTo>
                    <a:pt x="0" y="1"/>
                  </a:moveTo>
                  <a:lnTo>
                    <a:pt x="0" y="11191"/>
                  </a:lnTo>
                  <a:lnTo>
                    <a:pt x="838" y="11191"/>
                  </a:lnTo>
                  <a:lnTo>
                    <a:pt x="83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93"/>
            <p:cNvSpPr/>
            <p:nvPr/>
          </p:nvSpPr>
          <p:spPr>
            <a:xfrm>
              <a:off x="5538000" y="2880975"/>
              <a:ext cx="34925" cy="69800"/>
            </a:xfrm>
            <a:custGeom>
              <a:avLst/>
              <a:gdLst/>
              <a:ahLst/>
              <a:cxnLst/>
              <a:rect l="l" t="t" r="r" b="b"/>
              <a:pathLst>
                <a:path w="1397" h="2792" extrusionOk="0">
                  <a:moveTo>
                    <a:pt x="838" y="2792"/>
                  </a:moveTo>
                  <a:lnTo>
                    <a:pt x="1397" y="2792"/>
                  </a:lnTo>
                  <a:lnTo>
                    <a:pt x="559" y="1954"/>
                  </a:lnTo>
                  <a:lnTo>
                    <a:pt x="559" y="0"/>
                  </a:lnTo>
                  <a:lnTo>
                    <a:pt x="1" y="0"/>
                  </a:lnTo>
                  <a:lnTo>
                    <a:pt x="1" y="1954"/>
                  </a:lnTo>
                  <a:close/>
                  <a:moveTo>
                    <a:pt x="838" y="2792"/>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93"/>
            <p:cNvSpPr/>
            <p:nvPr/>
          </p:nvSpPr>
          <p:spPr>
            <a:xfrm>
              <a:off x="5537425" y="2853050"/>
              <a:ext cx="13975" cy="27950"/>
            </a:xfrm>
            <a:custGeom>
              <a:avLst/>
              <a:gdLst/>
              <a:ahLst/>
              <a:cxnLst/>
              <a:rect l="l" t="t" r="r" b="b"/>
              <a:pathLst>
                <a:path w="559" h="1118" extrusionOk="0">
                  <a:moveTo>
                    <a:pt x="1" y="0"/>
                  </a:moveTo>
                  <a:lnTo>
                    <a:pt x="1" y="1117"/>
                  </a:lnTo>
                  <a:lnTo>
                    <a:pt x="559" y="1117"/>
                  </a:lnTo>
                  <a:lnTo>
                    <a:pt x="55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93"/>
            <p:cNvSpPr/>
            <p:nvPr/>
          </p:nvSpPr>
          <p:spPr>
            <a:xfrm>
              <a:off x="5495550" y="2967050"/>
              <a:ext cx="13975" cy="74450"/>
            </a:xfrm>
            <a:custGeom>
              <a:avLst/>
              <a:gdLst/>
              <a:ahLst/>
              <a:cxnLst/>
              <a:rect l="l" t="t" r="r" b="b"/>
              <a:pathLst>
                <a:path w="559" h="2978" extrusionOk="0">
                  <a:moveTo>
                    <a:pt x="559" y="0"/>
                  </a:moveTo>
                  <a:lnTo>
                    <a:pt x="1" y="186"/>
                  </a:lnTo>
                  <a:lnTo>
                    <a:pt x="1" y="2978"/>
                  </a:lnTo>
                  <a:lnTo>
                    <a:pt x="559" y="2978"/>
                  </a:lnTo>
                  <a:close/>
                  <a:moveTo>
                    <a:pt x="559" y="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93"/>
            <p:cNvSpPr/>
            <p:nvPr/>
          </p:nvSpPr>
          <p:spPr>
            <a:xfrm>
              <a:off x="5464150" y="3041475"/>
              <a:ext cx="20950" cy="27950"/>
            </a:xfrm>
            <a:custGeom>
              <a:avLst/>
              <a:gdLst/>
              <a:ahLst/>
              <a:cxnLst/>
              <a:rect l="l" t="t" r="r" b="b"/>
              <a:pathLst>
                <a:path w="838" h="1118" extrusionOk="0">
                  <a:moveTo>
                    <a:pt x="0" y="1"/>
                  </a:moveTo>
                  <a:lnTo>
                    <a:pt x="0" y="1118"/>
                  </a:lnTo>
                  <a:lnTo>
                    <a:pt x="838" y="1118"/>
                  </a:lnTo>
                  <a:lnTo>
                    <a:pt x="83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93"/>
            <p:cNvSpPr/>
            <p:nvPr/>
          </p:nvSpPr>
          <p:spPr>
            <a:xfrm>
              <a:off x="5450175" y="3069400"/>
              <a:ext cx="34925" cy="56450"/>
            </a:xfrm>
            <a:custGeom>
              <a:avLst/>
              <a:gdLst/>
              <a:ahLst/>
              <a:cxnLst/>
              <a:rect l="l" t="t" r="r" b="b"/>
              <a:pathLst>
                <a:path w="1397" h="2258" extrusionOk="0">
                  <a:moveTo>
                    <a:pt x="559" y="2257"/>
                  </a:moveTo>
                  <a:lnTo>
                    <a:pt x="1397" y="2257"/>
                  </a:lnTo>
                  <a:cubicBezTo>
                    <a:pt x="1071" y="2234"/>
                    <a:pt x="838" y="2001"/>
                    <a:pt x="838" y="1699"/>
                  </a:cubicBezTo>
                  <a:lnTo>
                    <a:pt x="838" y="1"/>
                  </a:lnTo>
                  <a:lnTo>
                    <a:pt x="1" y="1"/>
                  </a:lnTo>
                  <a:lnTo>
                    <a:pt x="1" y="1699"/>
                  </a:lnTo>
                  <a:cubicBezTo>
                    <a:pt x="1" y="2001"/>
                    <a:pt x="234" y="2234"/>
                    <a:pt x="559" y="2257"/>
                  </a:cubicBezTo>
                  <a:close/>
                  <a:moveTo>
                    <a:pt x="559" y="2257"/>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93"/>
            <p:cNvSpPr/>
            <p:nvPr/>
          </p:nvSpPr>
          <p:spPr>
            <a:xfrm>
              <a:off x="5755525" y="2893175"/>
              <a:ext cx="34925" cy="57600"/>
            </a:xfrm>
            <a:custGeom>
              <a:avLst/>
              <a:gdLst/>
              <a:ahLst/>
              <a:cxnLst/>
              <a:rect l="l" t="t" r="r" b="b"/>
              <a:pathLst>
                <a:path w="1397" h="2304" extrusionOk="0">
                  <a:moveTo>
                    <a:pt x="838" y="2304"/>
                  </a:moveTo>
                  <a:lnTo>
                    <a:pt x="1396" y="2304"/>
                  </a:lnTo>
                  <a:lnTo>
                    <a:pt x="559" y="1187"/>
                  </a:lnTo>
                  <a:lnTo>
                    <a:pt x="559" y="1"/>
                  </a:lnTo>
                  <a:lnTo>
                    <a:pt x="0" y="350"/>
                  </a:lnTo>
                  <a:lnTo>
                    <a:pt x="0" y="1187"/>
                  </a:lnTo>
                  <a:close/>
                  <a:moveTo>
                    <a:pt x="838" y="2304"/>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93"/>
            <p:cNvSpPr/>
            <p:nvPr/>
          </p:nvSpPr>
          <p:spPr>
            <a:xfrm>
              <a:off x="5755525" y="2825125"/>
              <a:ext cx="41900" cy="76800"/>
            </a:xfrm>
            <a:custGeom>
              <a:avLst/>
              <a:gdLst/>
              <a:ahLst/>
              <a:cxnLst/>
              <a:rect l="l" t="t" r="r" b="b"/>
              <a:pathLst>
                <a:path w="1676" h="3072" extrusionOk="0">
                  <a:moveTo>
                    <a:pt x="0" y="3072"/>
                  </a:moveTo>
                  <a:lnTo>
                    <a:pt x="559" y="2723"/>
                  </a:lnTo>
                  <a:lnTo>
                    <a:pt x="559" y="1676"/>
                  </a:lnTo>
                  <a:cubicBezTo>
                    <a:pt x="559" y="1373"/>
                    <a:pt x="815" y="1117"/>
                    <a:pt x="1117" y="1117"/>
                  </a:cubicBezTo>
                  <a:lnTo>
                    <a:pt x="1117" y="559"/>
                  </a:lnTo>
                  <a:cubicBezTo>
                    <a:pt x="1117" y="257"/>
                    <a:pt x="1373" y="1"/>
                    <a:pt x="1675" y="1"/>
                  </a:cubicBezTo>
                  <a:lnTo>
                    <a:pt x="1117" y="1"/>
                  </a:lnTo>
                  <a:cubicBezTo>
                    <a:pt x="815" y="1"/>
                    <a:pt x="559" y="257"/>
                    <a:pt x="559" y="559"/>
                  </a:cubicBezTo>
                  <a:lnTo>
                    <a:pt x="559" y="1117"/>
                  </a:lnTo>
                  <a:cubicBezTo>
                    <a:pt x="256" y="1117"/>
                    <a:pt x="0" y="1373"/>
                    <a:pt x="0" y="1676"/>
                  </a:cubicBezTo>
                  <a:close/>
                  <a:moveTo>
                    <a:pt x="0" y="3072"/>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93"/>
            <p:cNvSpPr/>
            <p:nvPr/>
          </p:nvSpPr>
          <p:spPr>
            <a:xfrm>
              <a:off x="5713650" y="2967050"/>
              <a:ext cx="13975" cy="74450"/>
            </a:xfrm>
            <a:custGeom>
              <a:avLst/>
              <a:gdLst/>
              <a:ahLst/>
              <a:cxnLst/>
              <a:rect l="l" t="t" r="r" b="b"/>
              <a:pathLst>
                <a:path w="559" h="2978" extrusionOk="0">
                  <a:moveTo>
                    <a:pt x="559" y="0"/>
                  </a:moveTo>
                  <a:lnTo>
                    <a:pt x="0" y="186"/>
                  </a:lnTo>
                  <a:lnTo>
                    <a:pt x="0" y="2978"/>
                  </a:lnTo>
                  <a:lnTo>
                    <a:pt x="559" y="2978"/>
                  </a:lnTo>
                  <a:close/>
                  <a:moveTo>
                    <a:pt x="559" y="0"/>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93"/>
            <p:cNvSpPr/>
            <p:nvPr/>
          </p:nvSpPr>
          <p:spPr>
            <a:xfrm>
              <a:off x="5471125" y="2783250"/>
              <a:ext cx="407150" cy="321075"/>
            </a:xfrm>
            <a:custGeom>
              <a:avLst/>
              <a:gdLst/>
              <a:ahLst/>
              <a:cxnLst/>
              <a:rect l="l" t="t" r="r" b="b"/>
              <a:pathLst>
                <a:path w="16286" h="12843" extrusionOk="0">
                  <a:moveTo>
                    <a:pt x="15727" y="1"/>
                  </a:moveTo>
                  <a:lnTo>
                    <a:pt x="15727" y="559"/>
                  </a:lnTo>
                  <a:lnTo>
                    <a:pt x="16285" y="559"/>
                  </a:lnTo>
                  <a:lnTo>
                    <a:pt x="16285" y="1"/>
                  </a:lnTo>
                  <a:close/>
                  <a:moveTo>
                    <a:pt x="15727" y="1117"/>
                  </a:moveTo>
                  <a:lnTo>
                    <a:pt x="15727" y="2792"/>
                  </a:lnTo>
                  <a:lnTo>
                    <a:pt x="16285" y="2792"/>
                  </a:lnTo>
                  <a:lnTo>
                    <a:pt x="16285" y="1117"/>
                  </a:lnTo>
                  <a:close/>
                  <a:moveTo>
                    <a:pt x="0" y="12284"/>
                  </a:moveTo>
                  <a:lnTo>
                    <a:pt x="0" y="12842"/>
                  </a:lnTo>
                  <a:lnTo>
                    <a:pt x="559" y="12842"/>
                  </a:lnTo>
                  <a:lnTo>
                    <a:pt x="559" y="12284"/>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93"/>
            <p:cNvSpPr/>
            <p:nvPr/>
          </p:nvSpPr>
          <p:spPr>
            <a:xfrm>
              <a:off x="5674675" y="2698925"/>
              <a:ext cx="14000" cy="13975"/>
            </a:xfrm>
            <a:custGeom>
              <a:avLst/>
              <a:gdLst/>
              <a:ahLst/>
              <a:cxnLst/>
              <a:rect l="l" t="t" r="r" b="b"/>
              <a:pathLst>
                <a:path w="560" h="559" extrusionOk="0">
                  <a:moveTo>
                    <a:pt x="1" y="1"/>
                  </a:moveTo>
                  <a:lnTo>
                    <a:pt x="1"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93"/>
            <p:cNvSpPr/>
            <p:nvPr/>
          </p:nvSpPr>
          <p:spPr>
            <a:xfrm>
              <a:off x="5442625" y="2671000"/>
              <a:ext cx="477525" cy="461825"/>
            </a:xfrm>
            <a:custGeom>
              <a:avLst/>
              <a:gdLst/>
              <a:ahLst/>
              <a:cxnLst/>
              <a:rect l="l" t="t" r="r" b="b"/>
              <a:pathLst>
                <a:path w="19101" h="18473" extrusionOk="0">
                  <a:moveTo>
                    <a:pt x="9562" y="559"/>
                  </a:moveTo>
                  <a:cubicBezTo>
                    <a:pt x="10306" y="559"/>
                    <a:pt x="10679" y="1466"/>
                    <a:pt x="10144" y="2002"/>
                  </a:cubicBezTo>
                  <a:cubicBezTo>
                    <a:pt x="9973" y="2172"/>
                    <a:pt x="9764" y="2248"/>
                    <a:pt x="9559" y="2248"/>
                  </a:cubicBezTo>
                  <a:cubicBezTo>
                    <a:pt x="9122" y="2248"/>
                    <a:pt x="8701" y="1903"/>
                    <a:pt x="8701" y="1397"/>
                  </a:cubicBezTo>
                  <a:cubicBezTo>
                    <a:pt x="8701" y="931"/>
                    <a:pt x="9097" y="559"/>
                    <a:pt x="9562" y="559"/>
                  </a:cubicBezTo>
                  <a:close/>
                  <a:moveTo>
                    <a:pt x="11563" y="1676"/>
                  </a:moveTo>
                  <a:lnTo>
                    <a:pt x="11981" y="3351"/>
                  </a:lnTo>
                  <a:lnTo>
                    <a:pt x="7119" y="3351"/>
                  </a:lnTo>
                  <a:lnTo>
                    <a:pt x="7538" y="1676"/>
                  </a:lnTo>
                  <a:lnTo>
                    <a:pt x="8189" y="1676"/>
                  </a:lnTo>
                  <a:cubicBezTo>
                    <a:pt x="8341" y="2420"/>
                    <a:pt x="8945" y="2792"/>
                    <a:pt x="9550" y="2792"/>
                  </a:cubicBezTo>
                  <a:cubicBezTo>
                    <a:pt x="10155" y="2792"/>
                    <a:pt x="10760" y="2420"/>
                    <a:pt x="10911" y="1676"/>
                  </a:cubicBezTo>
                  <a:close/>
                  <a:moveTo>
                    <a:pt x="14168" y="6422"/>
                  </a:moveTo>
                  <a:cubicBezTo>
                    <a:pt x="14331" y="6422"/>
                    <a:pt x="14471" y="6538"/>
                    <a:pt x="14471" y="6701"/>
                  </a:cubicBezTo>
                  <a:lnTo>
                    <a:pt x="14471" y="7003"/>
                  </a:lnTo>
                  <a:lnTo>
                    <a:pt x="13354" y="7003"/>
                  </a:lnTo>
                  <a:lnTo>
                    <a:pt x="13354" y="6701"/>
                  </a:lnTo>
                  <a:cubicBezTo>
                    <a:pt x="13354" y="6538"/>
                    <a:pt x="13494" y="6422"/>
                    <a:pt x="13656" y="6422"/>
                  </a:cubicBezTo>
                  <a:close/>
                  <a:moveTo>
                    <a:pt x="6026" y="7562"/>
                  </a:moveTo>
                  <a:cubicBezTo>
                    <a:pt x="6189" y="7562"/>
                    <a:pt x="6328" y="7678"/>
                    <a:pt x="6328" y="7841"/>
                  </a:cubicBezTo>
                  <a:lnTo>
                    <a:pt x="6328" y="8143"/>
                  </a:lnTo>
                  <a:lnTo>
                    <a:pt x="4095" y="8143"/>
                  </a:lnTo>
                  <a:lnTo>
                    <a:pt x="4095" y="7585"/>
                  </a:lnTo>
                  <a:lnTo>
                    <a:pt x="6026" y="7562"/>
                  </a:lnTo>
                  <a:close/>
                  <a:moveTo>
                    <a:pt x="14750" y="7562"/>
                  </a:moveTo>
                  <a:cubicBezTo>
                    <a:pt x="14913" y="7562"/>
                    <a:pt x="15052" y="7678"/>
                    <a:pt x="15052" y="7841"/>
                  </a:cubicBezTo>
                  <a:lnTo>
                    <a:pt x="15052" y="8143"/>
                  </a:lnTo>
                  <a:lnTo>
                    <a:pt x="13819" y="8143"/>
                  </a:lnTo>
                  <a:lnTo>
                    <a:pt x="12819" y="8748"/>
                  </a:lnTo>
                  <a:lnTo>
                    <a:pt x="12819" y="7864"/>
                  </a:lnTo>
                  <a:cubicBezTo>
                    <a:pt x="12819" y="7701"/>
                    <a:pt x="12935" y="7562"/>
                    <a:pt x="13098" y="7562"/>
                  </a:cubicBezTo>
                  <a:close/>
                  <a:moveTo>
                    <a:pt x="6328" y="8678"/>
                  </a:moveTo>
                  <a:lnTo>
                    <a:pt x="6328" y="10237"/>
                  </a:lnTo>
                  <a:lnTo>
                    <a:pt x="5654" y="10912"/>
                  </a:lnTo>
                  <a:lnTo>
                    <a:pt x="4770" y="10912"/>
                  </a:lnTo>
                  <a:lnTo>
                    <a:pt x="4095" y="10237"/>
                  </a:lnTo>
                  <a:lnTo>
                    <a:pt x="4072" y="8678"/>
                  </a:lnTo>
                  <a:close/>
                  <a:moveTo>
                    <a:pt x="15052" y="8678"/>
                  </a:moveTo>
                  <a:lnTo>
                    <a:pt x="15052" y="9981"/>
                  </a:lnTo>
                  <a:lnTo>
                    <a:pt x="14354" y="10912"/>
                  </a:lnTo>
                  <a:lnTo>
                    <a:pt x="13494" y="10912"/>
                  </a:lnTo>
                  <a:lnTo>
                    <a:pt x="12796" y="9981"/>
                  </a:lnTo>
                  <a:lnTo>
                    <a:pt x="12796" y="9399"/>
                  </a:lnTo>
                  <a:lnTo>
                    <a:pt x="13959" y="8678"/>
                  </a:lnTo>
                  <a:close/>
                  <a:moveTo>
                    <a:pt x="14424" y="11470"/>
                  </a:moveTo>
                  <a:lnTo>
                    <a:pt x="15145" y="11703"/>
                  </a:lnTo>
                  <a:lnTo>
                    <a:pt x="13912" y="12656"/>
                  </a:lnTo>
                  <a:lnTo>
                    <a:pt x="12679" y="11703"/>
                  </a:lnTo>
                  <a:lnTo>
                    <a:pt x="13401" y="11470"/>
                  </a:lnTo>
                  <a:close/>
                  <a:moveTo>
                    <a:pt x="15773" y="11912"/>
                  </a:moveTo>
                  <a:lnTo>
                    <a:pt x="16704" y="12214"/>
                  </a:lnTo>
                  <a:lnTo>
                    <a:pt x="16704" y="14541"/>
                  </a:lnTo>
                  <a:lnTo>
                    <a:pt x="15866" y="14541"/>
                  </a:lnTo>
                  <a:lnTo>
                    <a:pt x="15866" y="13517"/>
                  </a:lnTo>
                  <a:lnTo>
                    <a:pt x="15308" y="13517"/>
                  </a:lnTo>
                  <a:lnTo>
                    <a:pt x="15308" y="14541"/>
                  </a:lnTo>
                  <a:lnTo>
                    <a:pt x="12516" y="14541"/>
                  </a:lnTo>
                  <a:lnTo>
                    <a:pt x="12516" y="13517"/>
                  </a:lnTo>
                  <a:lnTo>
                    <a:pt x="11958" y="13517"/>
                  </a:lnTo>
                  <a:lnTo>
                    <a:pt x="11958" y="14541"/>
                  </a:lnTo>
                  <a:lnTo>
                    <a:pt x="11121" y="14541"/>
                  </a:lnTo>
                  <a:lnTo>
                    <a:pt x="11121" y="12214"/>
                  </a:lnTo>
                  <a:lnTo>
                    <a:pt x="12028" y="11912"/>
                  </a:lnTo>
                  <a:lnTo>
                    <a:pt x="13912" y="13354"/>
                  </a:lnTo>
                  <a:lnTo>
                    <a:pt x="15773" y="11912"/>
                  </a:lnTo>
                  <a:close/>
                  <a:moveTo>
                    <a:pt x="17983" y="3909"/>
                  </a:moveTo>
                  <a:lnTo>
                    <a:pt x="17983" y="14541"/>
                  </a:lnTo>
                  <a:lnTo>
                    <a:pt x="17262" y="14541"/>
                  </a:lnTo>
                  <a:lnTo>
                    <a:pt x="17262" y="11819"/>
                  </a:lnTo>
                  <a:lnTo>
                    <a:pt x="14936" y="11051"/>
                  </a:lnTo>
                  <a:lnTo>
                    <a:pt x="15587" y="10167"/>
                  </a:lnTo>
                  <a:lnTo>
                    <a:pt x="15587" y="7841"/>
                  </a:lnTo>
                  <a:cubicBezTo>
                    <a:pt x="15587" y="7492"/>
                    <a:pt x="15378" y="7166"/>
                    <a:pt x="15029" y="7050"/>
                  </a:cubicBezTo>
                  <a:lnTo>
                    <a:pt x="15029" y="6724"/>
                  </a:lnTo>
                  <a:cubicBezTo>
                    <a:pt x="15029" y="6272"/>
                    <a:pt x="14677" y="5886"/>
                    <a:pt x="14209" y="5886"/>
                  </a:cubicBezTo>
                  <a:cubicBezTo>
                    <a:pt x="14196" y="5886"/>
                    <a:pt x="14182" y="5886"/>
                    <a:pt x="14168" y="5887"/>
                  </a:cubicBezTo>
                  <a:lnTo>
                    <a:pt x="13610" y="5887"/>
                  </a:lnTo>
                  <a:cubicBezTo>
                    <a:pt x="13145" y="5887"/>
                    <a:pt x="12772" y="6259"/>
                    <a:pt x="12772" y="6724"/>
                  </a:cubicBezTo>
                  <a:lnTo>
                    <a:pt x="12772" y="7050"/>
                  </a:lnTo>
                  <a:cubicBezTo>
                    <a:pt x="12447" y="7166"/>
                    <a:pt x="12214" y="7492"/>
                    <a:pt x="12214" y="7841"/>
                  </a:cubicBezTo>
                  <a:lnTo>
                    <a:pt x="12214" y="10167"/>
                  </a:lnTo>
                  <a:lnTo>
                    <a:pt x="12889" y="11028"/>
                  </a:lnTo>
                  <a:lnTo>
                    <a:pt x="10562" y="11819"/>
                  </a:lnTo>
                  <a:lnTo>
                    <a:pt x="10562" y="14541"/>
                  </a:lnTo>
                  <a:lnTo>
                    <a:pt x="9841" y="14541"/>
                  </a:lnTo>
                  <a:lnTo>
                    <a:pt x="9841" y="3909"/>
                  </a:lnTo>
                  <a:close/>
                  <a:moveTo>
                    <a:pt x="5700" y="11470"/>
                  </a:moveTo>
                  <a:lnTo>
                    <a:pt x="8003" y="12238"/>
                  </a:lnTo>
                  <a:lnTo>
                    <a:pt x="8003" y="14564"/>
                  </a:lnTo>
                  <a:lnTo>
                    <a:pt x="7143" y="14564"/>
                  </a:lnTo>
                  <a:lnTo>
                    <a:pt x="7143" y="13517"/>
                  </a:lnTo>
                  <a:lnTo>
                    <a:pt x="6584" y="13517"/>
                  </a:lnTo>
                  <a:lnTo>
                    <a:pt x="6584" y="14564"/>
                  </a:lnTo>
                  <a:lnTo>
                    <a:pt x="3793" y="14564"/>
                  </a:lnTo>
                  <a:lnTo>
                    <a:pt x="3793" y="13517"/>
                  </a:lnTo>
                  <a:lnTo>
                    <a:pt x="3234" y="13517"/>
                  </a:lnTo>
                  <a:lnTo>
                    <a:pt x="3234" y="14564"/>
                  </a:lnTo>
                  <a:lnTo>
                    <a:pt x="2397" y="14564"/>
                  </a:lnTo>
                  <a:lnTo>
                    <a:pt x="2397" y="12238"/>
                  </a:lnTo>
                  <a:lnTo>
                    <a:pt x="4677" y="11470"/>
                  </a:lnTo>
                  <a:close/>
                  <a:moveTo>
                    <a:pt x="18007" y="15122"/>
                  </a:moveTo>
                  <a:lnTo>
                    <a:pt x="18007" y="15681"/>
                  </a:lnTo>
                  <a:lnTo>
                    <a:pt x="9864" y="15681"/>
                  </a:lnTo>
                  <a:lnTo>
                    <a:pt x="9864" y="16239"/>
                  </a:lnTo>
                  <a:lnTo>
                    <a:pt x="11190" y="16239"/>
                  </a:lnTo>
                  <a:lnTo>
                    <a:pt x="11004" y="16797"/>
                  </a:lnTo>
                  <a:lnTo>
                    <a:pt x="8096" y="16797"/>
                  </a:lnTo>
                  <a:lnTo>
                    <a:pt x="7957" y="16239"/>
                  </a:lnTo>
                  <a:lnTo>
                    <a:pt x="9283" y="16239"/>
                  </a:lnTo>
                  <a:lnTo>
                    <a:pt x="9283" y="15681"/>
                  </a:lnTo>
                  <a:lnTo>
                    <a:pt x="1140" y="15681"/>
                  </a:lnTo>
                  <a:lnTo>
                    <a:pt x="1140" y="15122"/>
                  </a:lnTo>
                  <a:close/>
                  <a:moveTo>
                    <a:pt x="9562" y="1"/>
                  </a:moveTo>
                  <a:cubicBezTo>
                    <a:pt x="8951" y="1"/>
                    <a:pt x="8341" y="373"/>
                    <a:pt x="8189" y="1118"/>
                  </a:cubicBezTo>
                  <a:lnTo>
                    <a:pt x="7096" y="1118"/>
                  </a:lnTo>
                  <a:lnTo>
                    <a:pt x="6538" y="3351"/>
                  </a:lnTo>
                  <a:lnTo>
                    <a:pt x="582" y="3351"/>
                  </a:lnTo>
                  <a:lnTo>
                    <a:pt x="582" y="5607"/>
                  </a:lnTo>
                  <a:lnTo>
                    <a:pt x="1140" y="5607"/>
                  </a:lnTo>
                  <a:lnTo>
                    <a:pt x="1140" y="3909"/>
                  </a:lnTo>
                  <a:lnTo>
                    <a:pt x="9283" y="3909"/>
                  </a:lnTo>
                  <a:lnTo>
                    <a:pt x="9283" y="14541"/>
                  </a:lnTo>
                  <a:lnTo>
                    <a:pt x="8562" y="14541"/>
                  </a:lnTo>
                  <a:lnTo>
                    <a:pt x="8562" y="11819"/>
                  </a:lnTo>
                  <a:lnTo>
                    <a:pt x="6282" y="11074"/>
                  </a:lnTo>
                  <a:lnTo>
                    <a:pt x="6887" y="10470"/>
                  </a:lnTo>
                  <a:lnTo>
                    <a:pt x="6887" y="7841"/>
                  </a:lnTo>
                  <a:cubicBezTo>
                    <a:pt x="6887" y="7375"/>
                    <a:pt x="6491" y="7003"/>
                    <a:pt x="6026" y="7003"/>
                  </a:cubicBezTo>
                  <a:lnTo>
                    <a:pt x="3513" y="7003"/>
                  </a:lnTo>
                  <a:lnTo>
                    <a:pt x="3513" y="10470"/>
                  </a:lnTo>
                  <a:lnTo>
                    <a:pt x="4118" y="11074"/>
                  </a:lnTo>
                  <a:lnTo>
                    <a:pt x="1838" y="11819"/>
                  </a:lnTo>
                  <a:lnTo>
                    <a:pt x="1838" y="14541"/>
                  </a:lnTo>
                  <a:lnTo>
                    <a:pt x="1117" y="14541"/>
                  </a:lnTo>
                  <a:lnTo>
                    <a:pt x="1117" y="6166"/>
                  </a:lnTo>
                  <a:lnTo>
                    <a:pt x="559" y="6166"/>
                  </a:lnTo>
                  <a:lnTo>
                    <a:pt x="559" y="15657"/>
                  </a:lnTo>
                  <a:lnTo>
                    <a:pt x="1" y="15657"/>
                  </a:lnTo>
                  <a:lnTo>
                    <a:pt x="1" y="17635"/>
                  </a:lnTo>
                  <a:cubicBezTo>
                    <a:pt x="1" y="18077"/>
                    <a:pt x="373" y="18472"/>
                    <a:pt x="838" y="18472"/>
                  </a:cubicBezTo>
                  <a:lnTo>
                    <a:pt x="15750" y="18472"/>
                  </a:lnTo>
                  <a:lnTo>
                    <a:pt x="15750" y="17914"/>
                  </a:lnTo>
                  <a:lnTo>
                    <a:pt x="861" y="17914"/>
                  </a:lnTo>
                  <a:cubicBezTo>
                    <a:pt x="698" y="17914"/>
                    <a:pt x="559" y="17774"/>
                    <a:pt x="559" y="17612"/>
                  </a:cubicBezTo>
                  <a:lnTo>
                    <a:pt x="559" y="16216"/>
                  </a:lnTo>
                  <a:lnTo>
                    <a:pt x="7375" y="16216"/>
                  </a:lnTo>
                  <a:lnTo>
                    <a:pt x="7654" y="17332"/>
                  </a:lnTo>
                  <a:lnTo>
                    <a:pt x="11446" y="17332"/>
                  </a:lnTo>
                  <a:lnTo>
                    <a:pt x="11726" y="16216"/>
                  </a:lnTo>
                  <a:lnTo>
                    <a:pt x="18542" y="16216"/>
                  </a:lnTo>
                  <a:lnTo>
                    <a:pt x="18542" y="17612"/>
                  </a:lnTo>
                  <a:cubicBezTo>
                    <a:pt x="18542" y="17774"/>
                    <a:pt x="18402" y="17914"/>
                    <a:pt x="18239" y="17914"/>
                  </a:cubicBezTo>
                  <a:lnTo>
                    <a:pt x="16285" y="17914"/>
                  </a:lnTo>
                  <a:lnTo>
                    <a:pt x="16285" y="18472"/>
                  </a:lnTo>
                  <a:lnTo>
                    <a:pt x="18239" y="18472"/>
                  </a:lnTo>
                  <a:cubicBezTo>
                    <a:pt x="18705" y="18472"/>
                    <a:pt x="19100" y="18077"/>
                    <a:pt x="19100" y="17635"/>
                  </a:cubicBezTo>
                  <a:lnTo>
                    <a:pt x="19100" y="15657"/>
                  </a:lnTo>
                  <a:lnTo>
                    <a:pt x="18542" y="15657"/>
                  </a:lnTo>
                  <a:lnTo>
                    <a:pt x="18542" y="3351"/>
                  </a:lnTo>
                  <a:lnTo>
                    <a:pt x="12563" y="3351"/>
                  </a:lnTo>
                  <a:lnTo>
                    <a:pt x="12005" y="1118"/>
                  </a:lnTo>
                  <a:lnTo>
                    <a:pt x="10935" y="1118"/>
                  </a:lnTo>
                  <a:cubicBezTo>
                    <a:pt x="10783" y="373"/>
                    <a:pt x="10173" y="1"/>
                    <a:pt x="95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80" name="Google Shape;2980;p93">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93">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2985"/>
        <p:cNvGrpSpPr/>
        <p:nvPr/>
      </p:nvGrpSpPr>
      <p:grpSpPr>
        <a:xfrm>
          <a:off x="0" y="0"/>
          <a:ext cx="0" cy="0"/>
          <a:chOff x="0" y="0"/>
          <a:chExt cx="0" cy="0"/>
        </a:xfrm>
      </p:grpSpPr>
      <p:sp>
        <p:nvSpPr>
          <p:cNvPr id="2986" name="Google Shape;2986;p94"/>
          <p:cNvSpPr txBox="1">
            <a:spLocks noGrp="1"/>
          </p:cNvSpPr>
          <p:nvPr>
            <p:ph type="ctrTitle"/>
          </p:nvPr>
        </p:nvSpPr>
        <p:spPr>
          <a:xfrm flipH="1">
            <a:off x="1290638" y="1714500"/>
            <a:ext cx="4229100" cy="1289400"/>
          </a:xfrm>
          <a:prstGeom prst="rect">
            <a:avLst/>
          </a:prstGeom>
        </p:spPr>
        <p:txBody>
          <a:bodyPr spcFirstLastPara="1" wrap="square" lIns="0" tIns="0" rIns="0" bIns="0" anchor="b" anchorCtr="0">
            <a:noAutofit/>
          </a:bodyPr>
          <a:lstStyle/>
          <a:p>
            <a:pPr marL="0" lvl="0" indent="0" algn="r" rtl="0">
              <a:spcBef>
                <a:spcPts val="0"/>
              </a:spcBef>
              <a:spcAft>
                <a:spcPts val="0"/>
              </a:spcAft>
              <a:buNone/>
            </a:pPr>
            <a:r>
              <a:rPr lang="en"/>
              <a:t>ASSIGNMENT OF THIS LESSON</a:t>
            </a:r>
            <a:endParaRPr/>
          </a:p>
        </p:txBody>
      </p:sp>
      <p:sp>
        <p:nvSpPr>
          <p:cNvPr id="2987" name="Google Shape;2987;p94"/>
          <p:cNvSpPr txBox="1">
            <a:spLocks noGrp="1"/>
          </p:cNvSpPr>
          <p:nvPr>
            <p:ph type="subTitle" idx="1"/>
          </p:nvPr>
        </p:nvSpPr>
        <p:spPr>
          <a:xfrm flipH="1">
            <a:off x="1290638" y="3095225"/>
            <a:ext cx="4229100" cy="3363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a:t>You can enter a subtitle here if you need it</a:t>
            </a:r>
            <a:endParaRPr/>
          </a:p>
        </p:txBody>
      </p:sp>
      <p:sp>
        <p:nvSpPr>
          <p:cNvPr id="2988" name="Google Shape;2988;p94">
            <a:hlinkClick r:id="rId3" action="ppaction://hlinksldjump"/>
          </p:cNvPr>
          <p:cNvSpPr txBox="1">
            <a:spLocks noGrp="1"/>
          </p:cNvSpPr>
          <p:nvPr>
            <p:ph type="title" idx="2"/>
          </p:nvPr>
        </p:nvSpPr>
        <p:spPr>
          <a:xfrm flipH="1">
            <a:off x="5938763" y="1714500"/>
            <a:ext cx="1914600" cy="1285800"/>
          </a:xfrm>
          <a:prstGeom prst="rect">
            <a:avLst/>
          </a:prstGeom>
        </p:spPr>
        <p:txBody>
          <a:bodyPr spcFirstLastPara="1" wrap="square" lIns="0" tIns="0" rIns="0" bIns="0" anchor="ctr" anchorCtr="0">
            <a:noAutofit/>
          </a:bodyPr>
          <a:lstStyle/>
          <a:p>
            <a:pPr marL="0" lvl="0" indent="0" algn="l" rtl="0">
              <a:spcBef>
                <a:spcPts val="0"/>
              </a:spcBef>
              <a:spcAft>
                <a:spcPts val="0"/>
              </a:spcAft>
              <a:buNone/>
            </a:pPr>
            <a:r>
              <a:rPr lang="en"/>
              <a:t>03</a:t>
            </a:r>
            <a:endParaRPr/>
          </a:p>
        </p:txBody>
      </p:sp>
      <p:grpSp>
        <p:nvGrpSpPr>
          <p:cNvPr id="2989" name="Google Shape;2989;p94"/>
          <p:cNvGrpSpPr/>
          <p:nvPr/>
        </p:nvGrpSpPr>
        <p:grpSpPr>
          <a:xfrm rot="4281728" flipH="1">
            <a:off x="6304695" y="2317182"/>
            <a:ext cx="1385993" cy="2705375"/>
            <a:chOff x="409722" y="228600"/>
            <a:chExt cx="1385931" cy="2705253"/>
          </a:xfrm>
        </p:grpSpPr>
        <p:grpSp>
          <p:nvGrpSpPr>
            <p:cNvPr id="2990" name="Google Shape;2990;p94"/>
            <p:cNvGrpSpPr/>
            <p:nvPr/>
          </p:nvGrpSpPr>
          <p:grpSpPr>
            <a:xfrm rot="-617154" flipH="1">
              <a:off x="575967" y="402323"/>
              <a:ext cx="1053440" cy="2450002"/>
              <a:chOff x="3817855" y="1437512"/>
              <a:chExt cx="541146" cy="1128254"/>
            </a:xfrm>
          </p:grpSpPr>
          <p:sp>
            <p:nvSpPr>
              <p:cNvPr id="2991" name="Google Shape;2991;p94"/>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94"/>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93" name="Google Shape;2993;p94"/>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4" name="Google Shape;2994;p94"/>
          <p:cNvGrpSpPr/>
          <p:nvPr/>
        </p:nvGrpSpPr>
        <p:grpSpPr>
          <a:xfrm rot="-7676267" flipH="1">
            <a:off x="1151430" y="301788"/>
            <a:ext cx="1386144" cy="2705669"/>
            <a:chOff x="409722" y="228600"/>
            <a:chExt cx="1385931" cy="2705253"/>
          </a:xfrm>
        </p:grpSpPr>
        <p:grpSp>
          <p:nvGrpSpPr>
            <p:cNvPr id="2995" name="Google Shape;2995;p94"/>
            <p:cNvGrpSpPr/>
            <p:nvPr/>
          </p:nvGrpSpPr>
          <p:grpSpPr>
            <a:xfrm rot="-617154" flipH="1">
              <a:off x="575967" y="402323"/>
              <a:ext cx="1053440" cy="2450002"/>
              <a:chOff x="3817855" y="1437512"/>
              <a:chExt cx="541146" cy="1128254"/>
            </a:xfrm>
          </p:grpSpPr>
          <p:sp>
            <p:nvSpPr>
              <p:cNvPr id="2996" name="Google Shape;2996;p94"/>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94"/>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98" name="Google Shape;2998;p94"/>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99" name="Google Shape;2999;p94">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94">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push dir="r"/>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2988"/>
                                        </p:tgtEl>
                                        <p:attrNameLst>
                                          <p:attrName>style.visibility</p:attrName>
                                        </p:attrNameLst>
                                      </p:cBhvr>
                                      <p:to>
                                        <p:strVal val="visible"/>
                                      </p:to>
                                    </p:set>
                                    <p:anim calcmode="lin" valueType="num">
                                      <p:cBhvr additive="base">
                                        <p:cTn id="7" dur="1000"/>
                                        <p:tgtEl>
                                          <p:spTgt spid="2988"/>
                                        </p:tgtEl>
                                        <p:attrNameLst>
                                          <p:attrName>ppt_w</p:attrName>
                                        </p:attrNameLst>
                                      </p:cBhvr>
                                      <p:tavLst>
                                        <p:tav tm="0">
                                          <p:val>
                                            <p:strVal val="0"/>
                                          </p:val>
                                        </p:tav>
                                        <p:tav tm="100000">
                                          <p:val>
                                            <p:strVal val="#ppt_w"/>
                                          </p:val>
                                        </p:tav>
                                      </p:tavLst>
                                    </p:anim>
                                    <p:anim calcmode="lin" valueType="num">
                                      <p:cBhvr additive="base">
                                        <p:cTn id="8" dur="1000"/>
                                        <p:tgtEl>
                                          <p:spTgt spid="2988"/>
                                        </p:tgtEl>
                                        <p:attrNameLst>
                                          <p:attrName>ppt_h</p:attrName>
                                        </p:attrNameLst>
                                      </p:cBhvr>
                                      <p:tavLst>
                                        <p:tav tm="0">
                                          <p:val>
                                            <p:strVal val="0"/>
                                          </p:val>
                                        </p:tav>
                                        <p:tav tm="100000">
                                          <p:val>
                                            <p:strVal val="#ppt_h"/>
                                          </p:val>
                                        </p:tav>
                                      </p:tavLst>
                                    </p:anim>
                                  </p:childTnLst>
                                </p:cTn>
                              </p:par>
                            </p:childTnLst>
                          </p:cTn>
                        </p:par>
                        <p:par>
                          <p:cTn id="9" fill="hold">
                            <p:stCondLst>
                              <p:cond delay="1000"/>
                            </p:stCondLst>
                            <p:childTnLst>
                              <p:par>
                                <p:cTn id="10" presetID="2" presetClass="entr" presetSubtype="2" fill="hold" nodeType="afterEffect">
                                  <p:stCondLst>
                                    <p:cond delay="0"/>
                                  </p:stCondLst>
                                  <p:childTnLst>
                                    <p:set>
                                      <p:cBhvr>
                                        <p:cTn id="11" dur="1" fill="hold">
                                          <p:stCondLst>
                                            <p:cond delay="0"/>
                                          </p:stCondLst>
                                        </p:cTn>
                                        <p:tgtEl>
                                          <p:spTgt spid="2989"/>
                                        </p:tgtEl>
                                        <p:attrNameLst>
                                          <p:attrName>style.visibility</p:attrName>
                                        </p:attrNameLst>
                                      </p:cBhvr>
                                      <p:to>
                                        <p:strVal val="visible"/>
                                      </p:to>
                                    </p:set>
                                    <p:anim calcmode="lin" valueType="num">
                                      <p:cBhvr additive="base">
                                        <p:cTn id="12" dur="1000"/>
                                        <p:tgtEl>
                                          <p:spTgt spid="2989"/>
                                        </p:tgtEl>
                                        <p:attrNameLst>
                                          <p:attrName>ppt_x</p:attrName>
                                        </p:attrNameLst>
                                      </p:cBhvr>
                                      <p:tavLst>
                                        <p:tav tm="0">
                                          <p:val>
                                            <p:strVal val="#ppt_x+1"/>
                                          </p:val>
                                        </p:tav>
                                        <p:tav tm="100000">
                                          <p:val>
                                            <p:strVal val="#ppt_x"/>
                                          </p:val>
                                        </p:tav>
                                      </p:tavLst>
                                    </p:anim>
                                  </p:childTnLst>
                                </p:cTn>
                              </p:par>
                              <p:par>
                                <p:cTn id="13" presetID="2" presetClass="entr" presetSubtype="8" fill="hold" nodeType="withEffect">
                                  <p:stCondLst>
                                    <p:cond delay="0"/>
                                  </p:stCondLst>
                                  <p:childTnLst>
                                    <p:set>
                                      <p:cBhvr>
                                        <p:cTn id="14" dur="1" fill="hold">
                                          <p:stCondLst>
                                            <p:cond delay="0"/>
                                          </p:stCondLst>
                                        </p:cTn>
                                        <p:tgtEl>
                                          <p:spTgt spid="2994"/>
                                        </p:tgtEl>
                                        <p:attrNameLst>
                                          <p:attrName>style.visibility</p:attrName>
                                        </p:attrNameLst>
                                      </p:cBhvr>
                                      <p:to>
                                        <p:strVal val="visible"/>
                                      </p:to>
                                    </p:set>
                                    <p:anim calcmode="lin" valueType="num">
                                      <p:cBhvr additive="base">
                                        <p:cTn id="15" dur="1000"/>
                                        <p:tgtEl>
                                          <p:spTgt spid="2994"/>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3004"/>
        <p:cNvGrpSpPr/>
        <p:nvPr/>
      </p:nvGrpSpPr>
      <p:grpSpPr>
        <a:xfrm>
          <a:off x="0" y="0"/>
          <a:ext cx="0" cy="0"/>
          <a:chOff x="0" y="0"/>
          <a:chExt cx="0" cy="0"/>
        </a:xfrm>
      </p:grpSpPr>
      <p:sp>
        <p:nvSpPr>
          <p:cNvPr id="3005" name="Google Shape;3005;p95"/>
          <p:cNvSpPr/>
          <p:nvPr/>
        </p:nvSpPr>
        <p:spPr>
          <a:xfrm>
            <a:off x="1815275" y="1365975"/>
            <a:ext cx="1637400" cy="805200"/>
          </a:xfrm>
          <a:prstGeom prst="round2SameRect">
            <a:avLst>
              <a:gd name="adj1" fmla="val 16667"/>
              <a:gd name="adj2" fmla="val 0"/>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95"/>
          <p:cNvSpPr/>
          <p:nvPr/>
        </p:nvSpPr>
        <p:spPr>
          <a:xfrm>
            <a:off x="3455950" y="1365975"/>
            <a:ext cx="1596000" cy="805200"/>
          </a:xfrm>
          <a:prstGeom prst="round2SameRect">
            <a:avLst>
              <a:gd name="adj1" fmla="val 16667"/>
              <a:gd name="adj2" fmla="val 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95"/>
          <p:cNvSpPr/>
          <p:nvPr/>
        </p:nvSpPr>
        <p:spPr>
          <a:xfrm>
            <a:off x="5053775" y="1365975"/>
            <a:ext cx="3254700" cy="805200"/>
          </a:xfrm>
          <a:prstGeom prst="round2SameRect">
            <a:avLst>
              <a:gd name="adj1" fmla="val 16667"/>
              <a:gd name="adj2" fmla="val 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95"/>
          <p:cNvSpPr/>
          <p:nvPr/>
        </p:nvSpPr>
        <p:spPr>
          <a:xfrm>
            <a:off x="835500" y="1365975"/>
            <a:ext cx="979500" cy="805200"/>
          </a:xfrm>
          <a:prstGeom prst="round2SameRect">
            <a:avLst>
              <a:gd name="adj1" fmla="val 16667"/>
              <a:gd name="adj2" fmla="val 0"/>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95"/>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PRIORITIES</a:t>
            </a:r>
            <a:endParaRPr/>
          </a:p>
        </p:txBody>
      </p:sp>
      <p:graphicFrame>
        <p:nvGraphicFramePr>
          <p:cNvPr id="3010" name="Google Shape;3010;p95"/>
          <p:cNvGraphicFramePr/>
          <p:nvPr/>
        </p:nvGraphicFramePr>
        <p:xfrm>
          <a:off x="835500" y="1365975"/>
          <a:ext cx="7473000" cy="3083275"/>
        </p:xfrm>
        <a:graphic>
          <a:graphicData uri="http://schemas.openxmlformats.org/drawingml/2006/table">
            <a:tbl>
              <a:tblPr>
                <a:noFill/>
                <a:tableStyleId>{2829158E-518A-43E2-9EA4-46D35B15BF13}</a:tableStyleId>
              </a:tblPr>
              <a:tblGrid>
                <a:gridCol w="979775">
                  <a:extLst>
                    <a:ext uri="{9D8B030D-6E8A-4147-A177-3AD203B41FA5}">
                      <a16:colId xmlns:a16="http://schemas.microsoft.com/office/drawing/2014/main" val="20000"/>
                    </a:ext>
                  </a:extLst>
                </a:gridCol>
                <a:gridCol w="1637475">
                  <a:extLst>
                    <a:ext uri="{9D8B030D-6E8A-4147-A177-3AD203B41FA5}">
                      <a16:colId xmlns:a16="http://schemas.microsoft.com/office/drawing/2014/main" val="20001"/>
                    </a:ext>
                  </a:extLst>
                </a:gridCol>
                <a:gridCol w="1599250">
                  <a:extLst>
                    <a:ext uri="{9D8B030D-6E8A-4147-A177-3AD203B41FA5}">
                      <a16:colId xmlns:a16="http://schemas.microsoft.com/office/drawing/2014/main" val="20002"/>
                    </a:ext>
                  </a:extLst>
                </a:gridCol>
                <a:gridCol w="3256500">
                  <a:extLst>
                    <a:ext uri="{9D8B030D-6E8A-4147-A177-3AD203B41FA5}">
                      <a16:colId xmlns:a16="http://schemas.microsoft.com/office/drawing/2014/main" val="20003"/>
                    </a:ext>
                  </a:extLst>
                </a:gridCol>
              </a:tblGrid>
              <a:tr h="805275">
                <a:tc>
                  <a:txBody>
                    <a:bodyPr/>
                    <a:lstStyle/>
                    <a:p>
                      <a:pPr marL="0" lvl="0" indent="0" algn="ctr" rtl="0">
                        <a:spcBef>
                          <a:spcPts val="0"/>
                        </a:spcBef>
                        <a:spcAft>
                          <a:spcPts val="0"/>
                        </a:spcAft>
                        <a:buNone/>
                      </a:pPr>
                      <a:endParaRPr sz="1800" b="1">
                        <a:solidFill>
                          <a:schemeClr val="accent5"/>
                        </a:solidFill>
                        <a:latin typeface="Aldrich"/>
                        <a:ea typeface="Aldrich"/>
                        <a:cs typeface="Aldrich"/>
                        <a:sym typeface="Aldrich"/>
                      </a:endParaRPr>
                    </a:p>
                  </a:txBody>
                  <a:tcPr marL="91425" marR="91425" marT="91425" marB="91425" anchor="ctr">
                    <a:lnL w="28575" cap="flat" cmpd="sng">
                      <a:solidFill>
                        <a:schemeClr val="accent5">
                          <a:alpha val="0"/>
                        </a:schemeClr>
                      </a:solidFill>
                      <a:prstDash val="solid"/>
                      <a:round/>
                      <a:headEnd type="none" w="sm" len="sm"/>
                      <a:tailEnd type="none" w="sm" len="sm"/>
                    </a:lnL>
                    <a:lnR w="28575" cap="flat" cmpd="sng">
                      <a:solidFill>
                        <a:schemeClr val="accent5">
                          <a:alpha val="0"/>
                        </a:schemeClr>
                      </a:solidFill>
                      <a:prstDash val="solid"/>
                      <a:round/>
                      <a:headEnd type="none" w="sm" len="sm"/>
                      <a:tailEnd type="none" w="sm" len="sm"/>
                    </a:lnR>
                    <a:lnT w="28575" cap="flat" cmpd="sng">
                      <a:solidFill>
                        <a:schemeClr val="accent5">
                          <a:alpha val="0"/>
                        </a:schemeClr>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DEADLINE</a:t>
                      </a:r>
                      <a:endParaRPr sz="1800" b="1">
                        <a:solidFill>
                          <a:schemeClr val="accent5"/>
                        </a:solidFill>
                        <a:latin typeface="Aldrich"/>
                        <a:ea typeface="Aldrich"/>
                        <a:cs typeface="Aldrich"/>
                        <a:sym typeface="Aldrich"/>
                      </a:endParaRPr>
                    </a:p>
                  </a:txBody>
                  <a:tcPr marL="91425" marR="91425" marT="91425" marB="91425" anchor="ctr">
                    <a:lnL w="28575" cap="flat" cmpd="sng">
                      <a:solidFill>
                        <a:schemeClr val="accent5">
                          <a:alpha val="0"/>
                        </a:schemeClr>
                      </a:solidFill>
                      <a:prstDash val="solid"/>
                      <a:round/>
                      <a:headEnd type="none" w="sm" len="sm"/>
                      <a:tailEnd type="none" w="sm" len="sm"/>
                    </a:lnL>
                    <a:lnR w="28575" cap="flat" cmpd="sng">
                      <a:solidFill>
                        <a:schemeClr val="accent5">
                          <a:alpha val="0"/>
                        </a:schemeClr>
                      </a:solidFill>
                      <a:prstDash val="solid"/>
                      <a:round/>
                      <a:headEnd type="none" w="sm" len="sm"/>
                      <a:tailEnd type="none" w="sm" len="sm"/>
                    </a:lnR>
                    <a:lnT w="28575" cap="flat" cmpd="sng">
                      <a:solidFill>
                        <a:schemeClr val="accent5">
                          <a:alpha val="0"/>
                        </a:schemeClr>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PRIORITY</a:t>
                      </a:r>
                      <a:endParaRPr sz="1800" b="1">
                        <a:solidFill>
                          <a:schemeClr val="accent5"/>
                        </a:solidFill>
                        <a:latin typeface="Aldrich"/>
                        <a:ea typeface="Aldrich"/>
                        <a:cs typeface="Aldrich"/>
                        <a:sym typeface="Aldrich"/>
                      </a:endParaRPr>
                    </a:p>
                  </a:txBody>
                  <a:tcPr marL="91425" marR="91425" marT="91425" marB="91425" anchor="ctr">
                    <a:lnL w="28575" cap="flat" cmpd="sng">
                      <a:solidFill>
                        <a:schemeClr val="accent5">
                          <a:alpha val="0"/>
                        </a:schemeClr>
                      </a:solidFill>
                      <a:prstDash val="solid"/>
                      <a:round/>
                      <a:headEnd type="none" w="sm" len="sm"/>
                      <a:tailEnd type="none" w="sm" len="sm"/>
                    </a:lnL>
                    <a:lnR w="28575" cap="flat" cmpd="sng">
                      <a:solidFill>
                        <a:schemeClr val="accent5">
                          <a:alpha val="0"/>
                        </a:schemeClr>
                      </a:solidFill>
                      <a:prstDash val="solid"/>
                      <a:round/>
                      <a:headEnd type="none" w="sm" len="sm"/>
                      <a:tailEnd type="none" w="sm" len="sm"/>
                    </a:lnR>
                    <a:lnT w="28575" cap="flat" cmpd="sng">
                      <a:solidFill>
                        <a:schemeClr val="accent5">
                          <a:alpha val="0"/>
                        </a:schemeClr>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DESCRIPTION</a:t>
                      </a:r>
                      <a:endParaRPr sz="1800" b="1">
                        <a:solidFill>
                          <a:schemeClr val="accent5"/>
                        </a:solidFill>
                        <a:latin typeface="Aldrich"/>
                        <a:ea typeface="Aldrich"/>
                        <a:cs typeface="Aldrich"/>
                        <a:sym typeface="Aldrich"/>
                      </a:endParaRPr>
                    </a:p>
                  </a:txBody>
                  <a:tcPr marL="91425" marR="91425" marT="91425" marB="91425" anchor="ctr">
                    <a:lnL w="28575" cap="flat" cmpd="sng">
                      <a:solidFill>
                        <a:schemeClr val="accent5">
                          <a:alpha val="0"/>
                        </a:schemeClr>
                      </a:solidFill>
                      <a:prstDash val="solid"/>
                      <a:round/>
                      <a:headEnd type="none" w="sm" len="sm"/>
                      <a:tailEnd type="none" w="sm" len="sm"/>
                    </a:lnL>
                    <a:lnR w="28575" cap="flat" cmpd="sng">
                      <a:solidFill>
                        <a:schemeClr val="accent5">
                          <a:alpha val="0"/>
                        </a:schemeClr>
                      </a:solidFill>
                      <a:prstDash val="solid"/>
                      <a:round/>
                      <a:headEnd type="none" w="sm" len="sm"/>
                      <a:tailEnd type="none" w="sm" len="sm"/>
                    </a:lnR>
                    <a:lnT w="28575" cap="flat" cmpd="sng">
                      <a:solidFill>
                        <a:schemeClr val="accent5">
                          <a:alpha val="0"/>
                        </a:schemeClr>
                      </a:solidFill>
                      <a:prstDash val="solid"/>
                      <a:round/>
                      <a:headEnd type="none" w="sm" len="sm"/>
                      <a:tailEnd type="none" w="sm" len="sm"/>
                    </a:lnT>
                    <a:lnB w="28575" cap="flat" cmpd="sng">
                      <a:solidFill>
                        <a:schemeClr val="accent5"/>
                      </a:solidFill>
                      <a:prstDash val="solid"/>
                      <a:round/>
                      <a:headEnd type="none" w="sm" len="sm"/>
                      <a:tailEnd type="none" w="sm" len="sm"/>
                    </a:lnB>
                  </a:tcPr>
                </a:tc>
                <a:extLst>
                  <a:ext uri="{0D108BD9-81ED-4DB2-BD59-A6C34878D82A}">
                    <a16:rowId xmlns:a16="http://schemas.microsoft.com/office/drawing/2014/main" val="10000"/>
                  </a:ext>
                </a:extLst>
              </a:tr>
              <a:tr h="569500">
                <a:tc>
                  <a:txBody>
                    <a:bodyPr/>
                    <a:lstStyle/>
                    <a:p>
                      <a:pPr marL="0" lvl="0" indent="0" algn="l"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r>
                        <a:rPr lang="en" sz="1600">
                          <a:solidFill>
                            <a:schemeClr val="accent5"/>
                          </a:solidFill>
                          <a:latin typeface="Didact Gothic"/>
                          <a:ea typeface="Didact Gothic"/>
                          <a:cs typeface="Didact Gothic"/>
                          <a:sym typeface="Didact Gothic"/>
                        </a:rPr>
                        <a:t>01/30/22</a:t>
                      </a: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r>
                        <a:rPr lang="en" sz="1600">
                          <a:solidFill>
                            <a:schemeClr val="accent5"/>
                          </a:solidFill>
                          <a:latin typeface="Didact Gothic"/>
                          <a:ea typeface="Didact Gothic"/>
                          <a:cs typeface="Didact Gothic"/>
                          <a:sym typeface="Didact Gothic"/>
                        </a:rPr>
                        <a:t>Write your task here</a:t>
                      </a: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4"/>
                    </a:solidFill>
                  </a:tcPr>
                </a:tc>
                <a:extLst>
                  <a:ext uri="{0D108BD9-81ED-4DB2-BD59-A6C34878D82A}">
                    <a16:rowId xmlns:a16="http://schemas.microsoft.com/office/drawing/2014/main" val="10001"/>
                  </a:ext>
                </a:extLst>
              </a:tr>
              <a:tr h="569500">
                <a:tc>
                  <a:txBody>
                    <a:bodyPr/>
                    <a:lstStyle/>
                    <a:p>
                      <a:pPr marL="0" lvl="0" indent="0" algn="l"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Clr>
                          <a:srgbClr val="000000"/>
                        </a:buClr>
                        <a:buSzPts val="1100"/>
                        <a:buFont typeface="Arial"/>
                        <a:buNone/>
                      </a:pPr>
                      <a:r>
                        <a:rPr lang="en" sz="1600">
                          <a:solidFill>
                            <a:schemeClr val="accent5"/>
                          </a:solidFill>
                          <a:latin typeface="Didact Gothic"/>
                          <a:ea typeface="Didact Gothic"/>
                          <a:cs typeface="Didact Gothic"/>
                          <a:sym typeface="Didact Gothic"/>
                        </a:rPr>
                        <a:t>9/23/22</a:t>
                      </a: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4"/>
                    </a:solidFill>
                  </a:tcPr>
                </a:tc>
                <a:tc>
                  <a:txBody>
                    <a:bodyPr/>
                    <a:lstStyle/>
                    <a:p>
                      <a:pPr marL="0" lvl="0" indent="0" algn="l"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r>
                        <a:rPr lang="en" sz="1600">
                          <a:solidFill>
                            <a:schemeClr val="accent5"/>
                          </a:solidFill>
                          <a:latin typeface="Didact Gothic"/>
                          <a:ea typeface="Didact Gothic"/>
                          <a:cs typeface="Didact Gothic"/>
                          <a:sym typeface="Didact Gothic"/>
                        </a:rPr>
                        <a:t>Write your task here</a:t>
                      </a: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4"/>
                    </a:solidFill>
                  </a:tcPr>
                </a:tc>
                <a:extLst>
                  <a:ext uri="{0D108BD9-81ED-4DB2-BD59-A6C34878D82A}">
                    <a16:rowId xmlns:a16="http://schemas.microsoft.com/office/drawing/2014/main" val="10002"/>
                  </a:ext>
                </a:extLst>
              </a:tr>
              <a:tr h="569500">
                <a:tc>
                  <a:txBody>
                    <a:bodyPr/>
                    <a:lstStyle/>
                    <a:p>
                      <a:pPr marL="0" lvl="0" indent="0" algn="l"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Clr>
                          <a:srgbClr val="000000"/>
                        </a:buClr>
                        <a:buSzPts val="1100"/>
                        <a:buFont typeface="Arial"/>
                        <a:buNone/>
                      </a:pPr>
                      <a:r>
                        <a:rPr lang="en" sz="1600">
                          <a:solidFill>
                            <a:schemeClr val="accent5"/>
                          </a:solidFill>
                          <a:latin typeface="Didact Gothic"/>
                          <a:ea typeface="Didact Gothic"/>
                          <a:cs typeface="Didact Gothic"/>
                          <a:sym typeface="Didact Gothic"/>
                        </a:rPr>
                        <a:t>10/03/22</a:t>
                      </a: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4"/>
                    </a:solidFill>
                  </a:tcPr>
                </a:tc>
                <a:tc>
                  <a:txBody>
                    <a:bodyPr/>
                    <a:lstStyle/>
                    <a:p>
                      <a:pPr marL="0" lvl="0" indent="0" algn="l"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r>
                        <a:rPr lang="en" sz="1600">
                          <a:solidFill>
                            <a:schemeClr val="accent5"/>
                          </a:solidFill>
                          <a:latin typeface="Didact Gothic"/>
                          <a:ea typeface="Didact Gothic"/>
                          <a:cs typeface="Didact Gothic"/>
                          <a:sym typeface="Didact Gothic"/>
                        </a:rPr>
                        <a:t>Write your task here</a:t>
                      </a: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4"/>
                    </a:solidFill>
                  </a:tcPr>
                </a:tc>
                <a:extLst>
                  <a:ext uri="{0D108BD9-81ED-4DB2-BD59-A6C34878D82A}">
                    <a16:rowId xmlns:a16="http://schemas.microsoft.com/office/drawing/2014/main" val="10003"/>
                  </a:ext>
                </a:extLst>
              </a:tr>
              <a:tr h="569500">
                <a:tc>
                  <a:txBody>
                    <a:bodyPr/>
                    <a:lstStyle/>
                    <a:p>
                      <a:pPr marL="0" lvl="0" indent="0" algn="l"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Clr>
                          <a:schemeClr val="dk1"/>
                        </a:buClr>
                        <a:buSzPts val="1100"/>
                        <a:buFont typeface="Arial"/>
                        <a:buNone/>
                      </a:pPr>
                      <a:r>
                        <a:rPr lang="en" sz="1600">
                          <a:solidFill>
                            <a:schemeClr val="accent5"/>
                          </a:solidFill>
                          <a:latin typeface="Didact Gothic"/>
                          <a:ea typeface="Didact Gothic"/>
                          <a:cs typeface="Didact Gothic"/>
                          <a:sym typeface="Didact Gothic"/>
                        </a:rPr>
                        <a:t>12/10/22</a:t>
                      </a: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4"/>
                    </a:solidFill>
                  </a:tcPr>
                </a:tc>
                <a:tc>
                  <a:txBody>
                    <a:bodyPr/>
                    <a:lstStyle/>
                    <a:p>
                      <a:pPr marL="0" lvl="0" indent="0" algn="l"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Clr>
                          <a:schemeClr val="dk1"/>
                        </a:buClr>
                        <a:buSzPts val="1100"/>
                        <a:buFont typeface="Arial"/>
                        <a:buNone/>
                      </a:pPr>
                      <a:r>
                        <a:rPr lang="en" sz="1600">
                          <a:solidFill>
                            <a:schemeClr val="accent5"/>
                          </a:solidFill>
                          <a:latin typeface="Didact Gothic"/>
                          <a:ea typeface="Didact Gothic"/>
                          <a:cs typeface="Didact Gothic"/>
                          <a:sym typeface="Didact Gothic"/>
                        </a:rPr>
                        <a:t>Write your task here</a:t>
                      </a: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4"/>
                    </a:solidFill>
                  </a:tcPr>
                </a:tc>
                <a:extLst>
                  <a:ext uri="{0D108BD9-81ED-4DB2-BD59-A6C34878D82A}">
                    <a16:rowId xmlns:a16="http://schemas.microsoft.com/office/drawing/2014/main" val="10004"/>
                  </a:ext>
                </a:extLst>
              </a:tr>
            </a:tbl>
          </a:graphicData>
        </a:graphic>
      </p:graphicFrame>
      <p:sp>
        <p:nvSpPr>
          <p:cNvPr id="3011" name="Google Shape;3011;p95"/>
          <p:cNvSpPr/>
          <p:nvPr/>
        </p:nvSpPr>
        <p:spPr>
          <a:xfrm>
            <a:off x="3722092" y="2356125"/>
            <a:ext cx="207900" cy="207900"/>
          </a:xfrm>
          <a:prstGeom prst="ellipse">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95"/>
          <p:cNvSpPr/>
          <p:nvPr/>
        </p:nvSpPr>
        <p:spPr>
          <a:xfrm>
            <a:off x="4139790" y="2356125"/>
            <a:ext cx="207900" cy="207900"/>
          </a:xfrm>
          <a:prstGeom prst="ellipse">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95"/>
          <p:cNvSpPr/>
          <p:nvPr/>
        </p:nvSpPr>
        <p:spPr>
          <a:xfrm>
            <a:off x="4557487" y="2356125"/>
            <a:ext cx="207900" cy="207900"/>
          </a:xfrm>
          <a:prstGeom prst="ellipse">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95"/>
          <p:cNvSpPr/>
          <p:nvPr/>
        </p:nvSpPr>
        <p:spPr>
          <a:xfrm>
            <a:off x="3722092" y="2918100"/>
            <a:ext cx="207900" cy="207900"/>
          </a:xfrm>
          <a:prstGeom prst="ellipse">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95"/>
          <p:cNvSpPr/>
          <p:nvPr/>
        </p:nvSpPr>
        <p:spPr>
          <a:xfrm>
            <a:off x="4139790" y="2918100"/>
            <a:ext cx="207900" cy="207900"/>
          </a:xfrm>
          <a:prstGeom prst="ellipse">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95"/>
          <p:cNvSpPr/>
          <p:nvPr/>
        </p:nvSpPr>
        <p:spPr>
          <a:xfrm>
            <a:off x="4557487" y="2918100"/>
            <a:ext cx="207900" cy="207900"/>
          </a:xfrm>
          <a:prstGeom prst="ellipse">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95"/>
          <p:cNvSpPr/>
          <p:nvPr/>
        </p:nvSpPr>
        <p:spPr>
          <a:xfrm>
            <a:off x="3722092" y="3489050"/>
            <a:ext cx="207900" cy="207900"/>
          </a:xfrm>
          <a:prstGeom prst="ellipse">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95"/>
          <p:cNvSpPr/>
          <p:nvPr/>
        </p:nvSpPr>
        <p:spPr>
          <a:xfrm>
            <a:off x="4139790" y="3489050"/>
            <a:ext cx="207900" cy="207900"/>
          </a:xfrm>
          <a:prstGeom prst="ellipse">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95"/>
          <p:cNvSpPr/>
          <p:nvPr/>
        </p:nvSpPr>
        <p:spPr>
          <a:xfrm>
            <a:off x="4557487" y="3489050"/>
            <a:ext cx="207900" cy="207900"/>
          </a:xfrm>
          <a:prstGeom prst="ellipse">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95"/>
          <p:cNvSpPr/>
          <p:nvPr/>
        </p:nvSpPr>
        <p:spPr>
          <a:xfrm>
            <a:off x="3722092" y="4062625"/>
            <a:ext cx="207900" cy="207900"/>
          </a:xfrm>
          <a:prstGeom prst="ellipse">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95"/>
          <p:cNvSpPr/>
          <p:nvPr/>
        </p:nvSpPr>
        <p:spPr>
          <a:xfrm>
            <a:off x="4139790" y="4062625"/>
            <a:ext cx="207900" cy="207900"/>
          </a:xfrm>
          <a:prstGeom prst="ellipse">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95"/>
          <p:cNvSpPr/>
          <p:nvPr/>
        </p:nvSpPr>
        <p:spPr>
          <a:xfrm>
            <a:off x="4557487" y="4062625"/>
            <a:ext cx="207900" cy="207900"/>
          </a:xfrm>
          <a:prstGeom prst="ellipse">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23" name="Google Shape;3023;p95"/>
          <p:cNvGrpSpPr/>
          <p:nvPr/>
        </p:nvGrpSpPr>
        <p:grpSpPr>
          <a:xfrm>
            <a:off x="1090852" y="1594146"/>
            <a:ext cx="468808" cy="348850"/>
            <a:chOff x="5197967" y="3714018"/>
            <a:chExt cx="386455" cy="287569"/>
          </a:xfrm>
        </p:grpSpPr>
        <p:sp>
          <p:nvSpPr>
            <p:cNvPr id="3024" name="Google Shape;3024;p95"/>
            <p:cNvSpPr/>
            <p:nvPr/>
          </p:nvSpPr>
          <p:spPr>
            <a:xfrm>
              <a:off x="5204595" y="3720148"/>
              <a:ext cx="373200" cy="275336"/>
            </a:xfrm>
            <a:custGeom>
              <a:avLst/>
              <a:gdLst/>
              <a:ahLst/>
              <a:cxnLst/>
              <a:rect l="l" t="t" r="r" b="b"/>
              <a:pathLst>
                <a:path w="14247" h="10511" extrusionOk="0">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95"/>
            <p:cNvSpPr/>
            <p:nvPr/>
          </p:nvSpPr>
          <p:spPr>
            <a:xfrm>
              <a:off x="5319591" y="3758576"/>
              <a:ext cx="258204" cy="236908"/>
            </a:xfrm>
            <a:custGeom>
              <a:avLst/>
              <a:gdLst/>
              <a:ahLst/>
              <a:cxnLst/>
              <a:rect l="l" t="t" r="r" b="b"/>
              <a:pathLst>
                <a:path w="9857" h="9044" extrusionOk="0">
                  <a:moveTo>
                    <a:pt x="9130" y="0"/>
                  </a:moveTo>
                  <a:lnTo>
                    <a:pt x="830" y="8300"/>
                  </a:lnTo>
                  <a:cubicBezTo>
                    <a:pt x="604" y="8530"/>
                    <a:pt x="316" y="8687"/>
                    <a:pt x="1" y="8756"/>
                  </a:cubicBezTo>
                  <a:cubicBezTo>
                    <a:pt x="261" y="8941"/>
                    <a:pt x="576" y="9044"/>
                    <a:pt x="898" y="9044"/>
                  </a:cubicBezTo>
                  <a:cubicBezTo>
                    <a:pt x="1310" y="9044"/>
                    <a:pt x="1704" y="8879"/>
                    <a:pt x="1995" y="8588"/>
                  </a:cubicBezTo>
                  <a:lnTo>
                    <a:pt x="9856" y="727"/>
                  </a:lnTo>
                  <a:lnTo>
                    <a:pt x="913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95"/>
            <p:cNvSpPr/>
            <p:nvPr/>
          </p:nvSpPr>
          <p:spPr>
            <a:xfrm>
              <a:off x="5197967" y="3810259"/>
              <a:ext cx="323299" cy="191328"/>
            </a:xfrm>
            <a:custGeom>
              <a:avLst/>
              <a:gdLst/>
              <a:ahLst/>
              <a:cxnLst/>
              <a:rect l="l" t="t" r="r" b="b"/>
              <a:pathLst>
                <a:path w="12342" h="7304" extrusionOk="0">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95"/>
            <p:cNvSpPr/>
            <p:nvPr/>
          </p:nvSpPr>
          <p:spPr>
            <a:xfrm>
              <a:off x="5292217" y="3714018"/>
              <a:ext cx="292205" cy="184622"/>
            </a:xfrm>
            <a:custGeom>
              <a:avLst/>
              <a:gdLst/>
              <a:ahLst/>
              <a:cxnLst/>
              <a:rect l="l" t="t" r="r" b="b"/>
              <a:pathLst>
                <a:path w="11155" h="7048" extrusionOk="0">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8" name="Google Shape;3028;p95"/>
          <p:cNvGrpSpPr/>
          <p:nvPr/>
        </p:nvGrpSpPr>
        <p:grpSpPr>
          <a:xfrm>
            <a:off x="1090852" y="2279946"/>
            <a:ext cx="468808" cy="348850"/>
            <a:chOff x="5197967" y="3714018"/>
            <a:chExt cx="386455" cy="287569"/>
          </a:xfrm>
        </p:grpSpPr>
        <p:sp>
          <p:nvSpPr>
            <p:cNvPr id="3029" name="Google Shape;3029;p95"/>
            <p:cNvSpPr/>
            <p:nvPr/>
          </p:nvSpPr>
          <p:spPr>
            <a:xfrm>
              <a:off x="5204595" y="3720148"/>
              <a:ext cx="373200" cy="275336"/>
            </a:xfrm>
            <a:custGeom>
              <a:avLst/>
              <a:gdLst/>
              <a:ahLst/>
              <a:cxnLst/>
              <a:rect l="l" t="t" r="r" b="b"/>
              <a:pathLst>
                <a:path w="14247" h="10511" extrusionOk="0">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95"/>
            <p:cNvSpPr/>
            <p:nvPr/>
          </p:nvSpPr>
          <p:spPr>
            <a:xfrm>
              <a:off x="5319591" y="3758576"/>
              <a:ext cx="258204" cy="236908"/>
            </a:xfrm>
            <a:custGeom>
              <a:avLst/>
              <a:gdLst/>
              <a:ahLst/>
              <a:cxnLst/>
              <a:rect l="l" t="t" r="r" b="b"/>
              <a:pathLst>
                <a:path w="9857" h="9044" extrusionOk="0">
                  <a:moveTo>
                    <a:pt x="9130" y="0"/>
                  </a:moveTo>
                  <a:lnTo>
                    <a:pt x="830" y="8300"/>
                  </a:lnTo>
                  <a:cubicBezTo>
                    <a:pt x="604" y="8530"/>
                    <a:pt x="316" y="8687"/>
                    <a:pt x="1" y="8756"/>
                  </a:cubicBezTo>
                  <a:cubicBezTo>
                    <a:pt x="261" y="8941"/>
                    <a:pt x="576" y="9044"/>
                    <a:pt x="898" y="9044"/>
                  </a:cubicBezTo>
                  <a:cubicBezTo>
                    <a:pt x="1310" y="9044"/>
                    <a:pt x="1704" y="8879"/>
                    <a:pt x="1995" y="8588"/>
                  </a:cubicBezTo>
                  <a:lnTo>
                    <a:pt x="9856" y="727"/>
                  </a:lnTo>
                  <a:lnTo>
                    <a:pt x="913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95"/>
            <p:cNvSpPr/>
            <p:nvPr/>
          </p:nvSpPr>
          <p:spPr>
            <a:xfrm>
              <a:off x="5197967" y="3810259"/>
              <a:ext cx="323299" cy="191328"/>
            </a:xfrm>
            <a:custGeom>
              <a:avLst/>
              <a:gdLst/>
              <a:ahLst/>
              <a:cxnLst/>
              <a:rect l="l" t="t" r="r" b="b"/>
              <a:pathLst>
                <a:path w="12342" h="7304" extrusionOk="0">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95"/>
            <p:cNvSpPr/>
            <p:nvPr/>
          </p:nvSpPr>
          <p:spPr>
            <a:xfrm>
              <a:off x="5292217" y="3714018"/>
              <a:ext cx="292205" cy="184622"/>
            </a:xfrm>
            <a:custGeom>
              <a:avLst/>
              <a:gdLst/>
              <a:ahLst/>
              <a:cxnLst/>
              <a:rect l="l" t="t" r="r" b="b"/>
              <a:pathLst>
                <a:path w="11155" h="7048" extrusionOk="0">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3" name="Google Shape;3033;p95"/>
          <p:cNvGrpSpPr/>
          <p:nvPr/>
        </p:nvGrpSpPr>
        <p:grpSpPr>
          <a:xfrm>
            <a:off x="1090852" y="2851446"/>
            <a:ext cx="468808" cy="348850"/>
            <a:chOff x="5197967" y="3714018"/>
            <a:chExt cx="386455" cy="287569"/>
          </a:xfrm>
        </p:grpSpPr>
        <p:sp>
          <p:nvSpPr>
            <p:cNvPr id="3034" name="Google Shape;3034;p95"/>
            <p:cNvSpPr/>
            <p:nvPr/>
          </p:nvSpPr>
          <p:spPr>
            <a:xfrm>
              <a:off x="5204595" y="3720148"/>
              <a:ext cx="373200" cy="275336"/>
            </a:xfrm>
            <a:custGeom>
              <a:avLst/>
              <a:gdLst/>
              <a:ahLst/>
              <a:cxnLst/>
              <a:rect l="l" t="t" r="r" b="b"/>
              <a:pathLst>
                <a:path w="14247" h="10511" extrusionOk="0">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95"/>
            <p:cNvSpPr/>
            <p:nvPr/>
          </p:nvSpPr>
          <p:spPr>
            <a:xfrm>
              <a:off x="5319591" y="3758576"/>
              <a:ext cx="258204" cy="236908"/>
            </a:xfrm>
            <a:custGeom>
              <a:avLst/>
              <a:gdLst/>
              <a:ahLst/>
              <a:cxnLst/>
              <a:rect l="l" t="t" r="r" b="b"/>
              <a:pathLst>
                <a:path w="9857" h="9044" extrusionOk="0">
                  <a:moveTo>
                    <a:pt x="9130" y="0"/>
                  </a:moveTo>
                  <a:lnTo>
                    <a:pt x="830" y="8300"/>
                  </a:lnTo>
                  <a:cubicBezTo>
                    <a:pt x="604" y="8530"/>
                    <a:pt x="316" y="8687"/>
                    <a:pt x="1" y="8756"/>
                  </a:cubicBezTo>
                  <a:cubicBezTo>
                    <a:pt x="261" y="8941"/>
                    <a:pt x="576" y="9044"/>
                    <a:pt x="898" y="9044"/>
                  </a:cubicBezTo>
                  <a:cubicBezTo>
                    <a:pt x="1310" y="9044"/>
                    <a:pt x="1704" y="8879"/>
                    <a:pt x="1995" y="8588"/>
                  </a:cubicBezTo>
                  <a:lnTo>
                    <a:pt x="9856" y="727"/>
                  </a:lnTo>
                  <a:lnTo>
                    <a:pt x="913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95"/>
            <p:cNvSpPr/>
            <p:nvPr/>
          </p:nvSpPr>
          <p:spPr>
            <a:xfrm>
              <a:off x="5197967" y="3810259"/>
              <a:ext cx="323299" cy="191328"/>
            </a:xfrm>
            <a:custGeom>
              <a:avLst/>
              <a:gdLst/>
              <a:ahLst/>
              <a:cxnLst/>
              <a:rect l="l" t="t" r="r" b="b"/>
              <a:pathLst>
                <a:path w="12342" h="7304" extrusionOk="0">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95"/>
            <p:cNvSpPr/>
            <p:nvPr/>
          </p:nvSpPr>
          <p:spPr>
            <a:xfrm>
              <a:off x="5292217" y="3714018"/>
              <a:ext cx="292205" cy="184622"/>
            </a:xfrm>
            <a:custGeom>
              <a:avLst/>
              <a:gdLst/>
              <a:ahLst/>
              <a:cxnLst/>
              <a:rect l="l" t="t" r="r" b="b"/>
              <a:pathLst>
                <a:path w="11155" h="7048" extrusionOk="0">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38" name="Google Shape;3038;p95">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95">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3043"/>
        <p:cNvGrpSpPr/>
        <p:nvPr/>
      </p:nvGrpSpPr>
      <p:grpSpPr>
        <a:xfrm>
          <a:off x="0" y="0"/>
          <a:ext cx="0" cy="0"/>
          <a:chOff x="0" y="0"/>
          <a:chExt cx="0" cy="0"/>
        </a:xfrm>
      </p:grpSpPr>
      <p:sp>
        <p:nvSpPr>
          <p:cNvPr id="3044" name="Google Shape;3044;p96"/>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THIS IS ANOTHER GRAPH</a:t>
            </a:r>
            <a:endParaRPr/>
          </a:p>
        </p:txBody>
      </p:sp>
      <p:sp>
        <p:nvSpPr>
          <p:cNvPr id="3045" name="Google Shape;3045;p96"/>
          <p:cNvSpPr txBox="1"/>
          <p:nvPr/>
        </p:nvSpPr>
        <p:spPr>
          <a:xfrm>
            <a:off x="5867428" y="3464767"/>
            <a:ext cx="1986600" cy="407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800" b="1">
                <a:solidFill>
                  <a:schemeClr val="accent5"/>
                </a:solidFill>
                <a:latin typeface="Aldrich"/>
                <a:ea typeface="Aldrich"/>
                <a:cs typeface="Aldrich"/>
                <a:sym typeface="Aldrich"/>
              </a:rPr>
              <a:t>MERCURY</a:t>
            </a:r>
            <a:endParaRPr sz="1800" b="1">
              <a:solidFill>
                <a:schemeClr val="accent5"/>
              </a:solidFill>
              <a:latin typeface="Aldrich"/>
              <a:ea typeface="Aldrich"/>
              <a:cs typeface="Aldrich"/>
              <a:sym typeface="Aldrich"/>
            </a:endParaRPr>
          </a:p>
        </p:txBody>
      </p:sp>
      <p:sp>
        <p:nvSpPr>
          <p:cNvPr id="3046" name="Google Shape;3046;p96"/>
          <p:cNvSpPr txBox="1"/>
          <p:nvPr/>
        </p:nvSpPr>
        <p:spPr>
          <a:xfrm>
            <a:off x="5867433" y="3762475"/>
            <a:ext cx="2085600" cy="60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5"/>
                </a:solidFill>
                <a:latin typeface="Didact Gothic"/>
                <a:ea typeface="Didact Gothic"/>
                <a:cs typeface="Didact Gothic"/>
                <a:sym typeface="Didact Gothic"/>
              </a:rPr>
              <a:t>Mercury is the closest planet to the Sun</a:t>
            </a:r>
            <a:endParaRPr>
              <a:solidFill>
                <a:schemeClr val="accent5"/>
              </a:solidFill>
              <a:latin typeface="Didact Gothic"/>
              <a:ea typeface="Didact Gothic"/>
              <a:cs typeface="Didact Gothic"/>
              <a:sym typeface="Didact Gothic"/>
            </a:endParaRPr>
          </a:p>
        </p:txBody>
      </p:sp>
      <p:sp>
        <p:nvSpPr>
          <p:cNvPr id="3047" name="Google Shape;3047;p96"/>
          <p:cNvSpPr txBox="1"/>
          <p:nvPr/>
        </p:nvSpPr>
        <p:spPr>
          <a:xfrm>
            <a:off x="5867428" y="2401217"/>
            <a:ext cx="1986600" cy="407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800" b="1">
                <a:solidFill>
                  <a:schemeClr val="accent5"/>
                </a:solidFill>
                <a:latin typeface="Aldrich"/>
                <a:ea typeface="Aldrich"/>
                <a:cs typeface="Aldrich"/>
                <a:sym typeface="Aldrich"/>
              </a:rPr>
              <a:t>VENUS</a:t>
            </a:r>
            <a:endParaRPr sz="1800" b="1">
              <a:solidFill>
                <a:schemeClr val="accent5"/>
              </a:solidFill>
              <a:latin typeface="Aldrich"/>
              <a:ea typeface="Aldrich"/>
              <a:cs typeface="Aldrich"/>
              <a:sym typeface="Aldrich"/>
            </a:endParaRPr>
          </a:p>
        </p:txBody>
      </p:sp>
      <p:sp>
        <p:nvSpPr>
          <p:cNvPr id="3048" name="Google Shape;3048;p96"/>
          <p:cNvSpPr txBox="1"/>
          <p:nvPr/>
        </p:nvSpPr>
        <p:spPr>
          <a:xfrm>
            <a:off x="5867437" y="2695188"/>
            <a:ext cx="2083800" cy="60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5"/>
                </a:solidFill>
                <a:latin typeface="Didact Gothic"/>
                <a:ea typeface="Didact Gothic"/>
                <a:cs typeface="Didact Gothic"/>
                <a:sym typeface="Didact Gothic"/>
              </a:rPr>
              <a:t>Venus has a beautiful name, but it’s hot</a:t>
            </a:r>
            <a:endParaRPr>
              <a:solidFill>
                <a:schemeClr val="accent5"/>
              </a:solidFill>
              <a:latin typeface="Didact Gothic"/>
              <a:ea typeface="Didact Gothic"/>
              <a:cs typeface="Didact Gothic"/>
              <a:sym typeface="Didact Gothic"/>
            </a:endParaRPr>
          </a:p>
        </p:txBody>
      </p:sp>
      <p:sp>
        <p:nvSpPr>
          <p:cNvPr id="3049" name="Google Shape;3049;p96"/>
          <p:cNvSpPr txBox="1"/>
          <p:nvPr/>
        </p:nvSpPr>
        <p:spPr>
          <a:xfrm>
            <a:off x="5867428" y="1337667"/>
            <a:ext cx="1986600" cy="407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800" b="1">
                <a:solidFill>
                  <a:schemeClr val="accent5"/>
                </a:solidFill>
                <a:latin typeface="Aldrich"/>
                <a:ea typeface="Aldrich"/>
                <a:cs typeface="Aldrich"/>
                <a:sym typeface="Aldrich"/>
              </a:rPr>
              <a:t>NEPTUNE</a:t>
            </a:r>
            <a:endParaRPr sz="1800" b="1">
              <a:solidFill>
                <a:schemeClr val="accent5"/>
              </a:solidFill>
              <a:latin typeface="Aldrich"/>
              <a:ea typeface="Aldrich"/>
              <a:cs typeface="Aldrich"/>
              <a:sym typeface="Aldrich"/>
            </a:endParaRPr>
          </a:p>
        </p:txBody>
      </p:sp>
      <p:sp>
        <p:nvSpPr>
          <p:cNvPr id="3050" name="Google Shape;3050;p96"/>
          <p:cNvSpPr txBox="1"/>
          <p:nvPr/>
        </p:nvSpPr>
        <p:spPr>
          <a:xfrm>
            <a:off x="5867437" y="1630300"/>
            <a:ext cx="2085600" cy="601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5"/>
                </a:solidFill>
                <a:latin typeface="Didact Gothic"/>
                <a:ea typeface="Didact Gothic"/>
                <a:cs typeface="Didact Gothic"/>
                <a:sym typeface="Didact Gothic"/>
              </a:rPr>
              <a:t>Neptune is the farthest planet from the Sun</a:t>
            </a:r>
            <a:endParaRPr>
              <a:solidFill>
                <a:schemeClr val="accent5"/>
              </a:solidFill>
              <a:latin typeface="Didact Gothic"/>
              <a:ea typeface="Didact Gothic"/>
              <a:cs typeface="Didact Gothic"/>
              <a:sym typeface="Didact Gothic"/>
            </a:endParaRPr>
          </a:p>
          <a:p>
            <a:pPr marL="0" lvl="0" indent="0" algn="l" rtl="0">
              <a:spcBef>
                <a:spcPts val="0"/>
              </a:spcBef>
              <a:spcAft>
                <a:spcPts val="0"/>
              </a:spcAft>
              <a:buNone/>
            </a:pPr>
            <a:endParaRPr>
              <a:solidFill>
                <a:schemeClr val="accent5"/>
              </a:solidFill>
              <a:latin typeface="Didact Gothic"/>
              <a:ea typeface="Didact Gothic"/>
              <a:cs typeface="Didact Gothic"/>
              <a:sym typeface="Didact Gothic"/>
            </a:endParaRPr>
          </a:p>
        </p:txBody>
      </p:sp>
      <p:sp>
        <p:nvSpPr>
          <p:cNvPr id="3051" name="Google Shape;3051;p96"/>
          <p:cNvSpPr txBox="1"/>
          <p:nvPr/>
        </p:nvSpPr>
        <p:spPr>
          <a:xfrm>
            <a:off x="1149525" y="3975600"/>
            <a:ext cx="32208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100">
                <a:solidFill>
                  <a:schemeClr val="accent5"/>
                </a:solidFill>
                <a:latin typeface="Didact Gothic"/>
                <a:ea typeface="Didact Gothic"/>
                <a:cs typeface="Didact Gothic"/>
                <a:sym typeface="Didact Gothic"/>
              </a:rPr>
              <a:t>To modify this graph, click on it, follow the link, change the data and paste the new graph here</a:t>
            </a:r>
            <a:endParaRPr sz="1100">
              <a:solidFill>
                <a:schemeClr val="accent5"/>
              </a:solidFill>
              <a:latin typeface="Didact Gothic"/>
              <a:ea typeface="Didact Gothic"/>
              <a:cs typeface="Didact Gothic"/>
              <a:sym typeface="Didact Gothic"/>
            </a:endParaRPr>
          </a:p>
        </p:txBody>
      </p:sp>
      <p:sp>
        <p:nvSpPr>
          <p:cNvPr id="3052" name="Google Shape;3052;p96"/>
          <p:cNvSpPr/>
          <p:nvPr/>
        </p:nvSpPr>
        <p:spPr>
          <a:xfrm>
            <a:off x="5124058" y="1447400"/>
            <a:ext cx="667200" cy="667200"/>
          </a:xfrm>
          <a:prstGeom prst="roundRect">
            <a:avLst>
              <a:gd name="adj" fmla="val 16667"/>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latin typeface="Aldrich"/>
                <a:ea typeface="Aldrich"/>
                <a:cs typeface="Aldrich"/>
                <a:sym typeface="Aldrich"/>
              </a:rPr>
              <a:t>45%</a:t>
            </a:r>
            <a:endParaRPr>
              <a:solidFill>
                <a:schemeClr val="lt1"/>
              </a:solidFill>
              <a:latin typeface="Aldrich"/>
              <a:ea typeface="Aldrich"/>
              <a:cs typeface="Aldrich"/>
              <a:sym typeface="Aldrich"/>
            </a:endParaRPr>
          </a:p>
        </p:txBody>
      </p:sp>
      <p:sp>
        <p:nvSpPr>
          <p:cNvPr id="3053" name="Google Shape;3053;p96"/>
          <p:cNvSpPr/>
          <p:nvPr/>
        </p:nvSpPr>
        <p:spPr>
          <a:xfrm>
            <a:off x="5124058" y="2499913"/>
            <a:ext cx="667200" cy="667200"/>
          </a:xfrm>
          <a:prstGeom prst="roundRect">
            <a:avLst>
              <a:gd name="adj" fmla="val 16667"/>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5"/>
                </a:solidFill>
                <a:latin typeface="Aldrich"/>
                <a:ea typeface="Aldrich"/>
                <a:cs typeface="Aldrich"/>
                <a:sym typeface="Aldrich"/>
              </a:rPr>
              <a:t>15%</a:t>
            </a:r>
            <a:endParaRPr>
              <a:solidFill>
                <a:schemeClr val="accent5"/>
              </a:solidFill>
              <a:latin typeface="Aldrich"/>
              <a:ea typeface="Aldrich"/>
              <a:cs typeface="Aldrich"/>
              <a:sym typeface="Aldrich"/>
            </a:endParaRPr>
          </a:p>
        </p:txBody>
      </p:sp>
      <p:sp>
        <p:nvSpPr>
          <p:cNvPr id="3054" name="Google Shape;3054;p96"/>
          <p:cNvSpPr/>
          <p:nvPr/>
        </p:nvSpPr>
        <p:spPr>
          <a:xfrm>
            <a:off x="5124058" y="3552425"/>
            <a:ext cx="667200" cy="667200"/>
          </a:xfrm>
          <a:prstGeom prst="roundRect">
            <a:avLst>
              <a:gd name="adj" fmla="val 16667"/>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5"/>
                </a:solidFill>
                <a:latin typeface="Aldrich"/>
                <a:ea typeface="Aldrich"/>
                <a:cs typeface="Aldrich"/>
                <a:sym typeface="Aldrich"/>
              </a:rPr>
              <a:t>40%</a:t>
            </a:r>
            <a:endParaRPr>
              <a:solidFill>
                <a:schemeClr val="accent5"/>
              </a:solidFill>
              <a:latin typeface="Aldrich"/>
              <a:ea typeface="Aldrich"/>
              <a:cs typeface="Aldrich"/>
              <a:sym typeface="Aldrich"/>
            </a:endParaRPr>
          </a:p>
        </p:txBody>
      </p:sp>
      <p:pic>
        <p:nvPicPr>
          <p:cNvPr id="3055" name="Google Shape;3055;p96" title="Chart">
            <a:hlinkClick r:id="rId3"/>
          </p:cNvPr>
          <p:cNvPicPr preferRelativeResize="0"/>
          <p:nvPr/>
        </p:nvPicPr>
        <p:blipFill>
          <a:blip r:embed="rId4">
            <a:alphaModFix/>
          </a:blip>
          <a:stretch>
            <a:fillRect/>
          </a:stretch>
        </p:blipFill>
        <p:spPr>
          <a:xfrm>
            <a:off x="752813" y="1352550"/>
            <a:ext cx="4014225" cy="2482099"/>
          </a:xfrm>
          <a:prstGeom prst="rect">
            <a:avLst/>
          </a:prstGeom>
          <a:noFill/>
          <a:ln>
            <a:noFill/>
          </a:ln>
        </p:spPr>
      </p:pic>
      <p:sp>
        <p:nvSpPr>
          <p:cNvPr id="3056" name="Google Shape;3056;p96">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96">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052"/>
                                        </p:tgtEl>
                                        <p:attrNameLst>
                                          <p:attrName>style.visibility</p:attrName>
                                        </p:attrNameLst>
                                      </p:cBhvr>
                                      <p:to>
                                        <p:strVal val="visible"/>
                                      </p:to>
                                    </p:set>
                                    <p:animEffect transition="in" filter="fade">
                                      <p:cBhvr>
                                        <p:cTn id="7" dur="1000"/>
                                        <p:tgtEl>
                                          <p:spTgt spid="3052"/>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3053"/>
                                        </p:tgtEl>
                                        <p:attrNameLst>
                                          <p:attrName>style.visibility</p:attrName>
                                        </p:attrNameLst>
                                      </p:cBhvr>
                                      <p:to>
                                        <p:strVal val="visible"/>
                                      </p:to>
                                    </p:set>
                                    <p:animEffect transition="in" filter="fade">
                                      <p:cBhvr>
                                        <p:cTn id="11" dur="1000"/>
                                        <p:tgtEl>
                                          <p:spTgt spid="3053"/>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3054"/>
                                        </p:tgtEl>
                                        <p:attrNameLst>
                                          <p:attrName>style.visibility</p:attrName>
                                        </p:attrNameLst>
                                      </p:cBhvr>
                                      <p:to>
                                        <p:strVal val="visible"/>
                                      </p:to>
                                    </p:set>
                                    <p:animEffect transition="in" filter="fade">
                                      <p:cBhvr>
                                        <p:cTn id="15" dur="1000"/>
                                        <p:tgtEl>
                                          <p:spTgt spid="30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3061"/>
        <p:cNvGrpSpPr/>
        <p:nvPr/>
      </p:nvGrpSpPr>
      <p:grpSpPr>
        <a:xfrm>
          <a:off x="0" y="0"/>
          <a:ext cx="0" cy="0"/>
          <a:chOff x="0" y="0"/>
          <a:chExt cx="0" cy="0"/>
        </a:xfrm>
      </p:grpSpPr>
      <p:sp>
        <p:nvSpPr>
          <p:cNvPr id="3062" name="Google Shape;3062;p97"/>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THIS IS A TIMELINE</a:t>
            </a:r>
            <a:endParaRPr/>
          </a:p>
        </p:txBody>
      </p:sp>
      <p:sp>
        <p:nvSpPr>
          <p:cNvPr id="3063" name="Google Shape;3063;p97"/>
          <p:cNvSpPr txBox="1"/>
          <p:nvPr/>
        </p:nvSpPr>
        <p:spPr>
          <a:xfrm>
            <a:off x="829450" y="1401198"/>
            <a:ext cx="2873100" cy="4413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600">
                <a:solidFill>
                  <a:schemeClr val="accent5"/>
                </a:solidFill>
                <a:latin typeface="Didact Gothic"/>
                <a:ea typeface="Didact Gothic"/>
                <a:cs typeface="Didact Gothic"/>
                <a:sym typeface="Didact Gothic"/>
              </a:rPr>
              <a:t>Mercury is the closest planet to the Sun and the smallest one</a:t>
            </a:r>
            <a:endParaRPr sz="1600">
              <a:solidFill>
                <a:schemeClr val="accent5"/>
              </a:solidFill>
              <a:latin typeface="Didact Gothic"/>
              <a:ea typeface="Didact Gothic"/>
              <a:cs typeface="Didact Gothic"/>
              <a:sym typeface="Didact Gothic"/>
            </a:endParaRPr>
          </a:p>
        </p:txBody>
      </p:sp>
      <p:sp>
        <p:nvSpPr>
          <p:cNvPr id="3064" name="Google Shape;3064;p97"/>
          <p:cNvSpPr txBox="1"/>
          <p:nvPr/>
        </p:nvSpPr>
        <p:spPr>
          <a:xfrm>
            <a:off x="829450" y="4037550"/>
            <a:ext cx="2873100" cy="4413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600">
                <a:solidFill>
                  <a:schemeClr val="accent5"/>
                </a:solidFill>
                <a:latin typeface="Didact Gothic"/>
                <a:ea typeface="Didact Gothic"/>
                <a:cs typeface="Didact Gothic"/>
                <a:sym typeface="Didact Gothic"/>
              </a:rPr>
              <a:t>Despite being red, Mars is actually a cold place</a:t>
            </a:r>
            <a:endParaRPr sz="1600">
              <a:solidFill>
                <a:schemeClr val="accent5"/>
              </a:solidFill>
              <a:latin typeface="Didact Gothic"/>
              <a:ea typeface="Didact Gothic"/>
              <a:cs typeface="Didact Gothic"/>
              <a:sym typeface="Didact Gothic"/>
            </a:endParaRPr>
          </a:p>
        </p:txBody>
      </p:sp>
      <p:sp>
        <p:nvSpPr>
          <p:cNvPr id="3065" name="Google Shape;3065;p97"/>
          <p:cNvSpPr txBox="1"/>
          <p:nvPr/>
        </p:nvSpPr>
        <p:spPr>
          <a:xfrm>
            <a:off x="829450" y="2719374"/>
            <a:ext cx="2873100" cy="4413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600">
                <a:solidFill>
                  <a:schemeClr val="accent5"/>
                </a:solidFill>
                <a:latin typeface="Didact Gothic"/>
                <a:ea typeface="Didact Gothic"/>
                <a:cs typeface="Didact Gothic"/>
                <a:sym typeface="Didact Gothic"/>
              </a:rPr>
              <a:t>Saturn is a gas giant and it also has several rings</a:t>
            </a:r>
            <a:endParaRPr sz="1600">
              <a:solidFill>
                <a:schemeClr val="accent5"/>
              </a:solidFill>
              <a:latin typeface="Didact Gothic"/>
              <a:ea typeface="Didact Gothic"/>
              <a:cs typeface="Didact Gothic"/>
              <a:sym typeface="Didact Gothic"/>
            </a:endParaRPr>
          </a:p>
        </p:txBody>
      </p:sp>
      <p:sp>
        <p:nvSpPr>
          <p:cNvPr id="3066" name="Google Shape;3066;p97"/>
          <p:cNvSpPr txBox="1"/>
          <p:nvPr/>
        </p:nvSpPr>
        <p:spPr>
          <a:xfrm>
            <a:off x="5441450" y="2060286"/>
            <a:ext cx="2871300" cy="44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accent5"/>
                </a:solidFill>
                <a:latin typeface="Didact Gothic"/>
                <a:ea typeface="Didact Gothic"/>
                <a:cs typeface="Didact Gothic"/>
                <a:sym typeface="Didact Gothic"/>
              </a:rPr>
              <a:t>Neptune is the farthest planet from the Sun</a:t>
            </a:r>
            <a:endParaRPr sz="1600">
              <a:solidFill>
                <a:schemeClr val="accent5"/>
              </a:solidFill>
              <a:latin typeface="Didact Gothic"/>
              <a:ea typeface="Didact Gothic"/>
              <a:cs typeface="Didact Gothic"/>
              <a:sym typeface="Didact Gothic"/>
            </a:endParaRPr>
          </a:p>
        </p:txBody>
      </p:sp>
      <p:sp>
        <p:nvSpPr>
          <p:cNvPr id="3067" name="Google Shape;3067;p97"/>
          <p:cNvSpPr txBox="1"/>
          <p:nvPr/>
        </p:nvSpPr>
        <p:spPr>
          <a:xfrm>
            <a:off x="5441450" y="3378462"/>
            <a:ext cx="2871300" cy="44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accent5"/>
                </a:solidFill>
                <a:latin typeface="Didact Gothic"/>
                <a:ea typeface="Didact Gothic"/>
                <a:cs typeface="Didact Gothic"/>
                <a:sym typeface="Didact Gothic"/>
              </a:rPr>
              <a:t>Jupiter is a gas giant and the biggest planet of them all</a:t>
            </a:r>
            <a:endParaRPr sz="1600">
              <a:solidFill>
                <a:schemeClr val="accent5"/>
              </a:solidFill>
              <a:latin typeface="Didact Gothic"/>
              <a:ea typeface="Didact Gothic"/>
              <a:cs typeface="Didact Gothic"/>
              <a:sym typeface="Didact Gothic"/>
            </a:endParaRPr>
          </a:p>
        </p:txBody>
      </p:sp>
      <p:sp>
        <p:nvSpPr>
          <p:cNvPr id="3068" name="Google Shape;3068;p97"/>
          <p:cNvSpPr txBox="1"/>
          <p:nvPr/>
        </p:nvSpPr>
        <p:spPr>
          <a:xfrm>
            <a:off x="5441450" y="1401198"/>
            <a:ext cx="2873100" cy="441300"/>
          </a:xfrm>
          <a:prstGeom prst="rect">
            <a:avLst/>
          </a:prstGeom>
          <a:noFill/>
          <a:ln>
            <a:noFill/>
          </a:ln>
        </p:spPr>
        <p:txBody>
          <a:bodyPr spcFirstLastPara="1" wrap="square" lIns="91425" tIns="0" rIns="91425" bIns="0" anchor="ctr" anchorCtr="0">
            <a:noAutofit/>
          </a:bodyPr>
          <a:lstStyle/>
          <a:p>
            <a:pPr marL="0" lvl="0" indent="0" algn="l" rtl="0">
              <a:spcBef>
                <a:spcPts val="0"/>
              </a:spcBef>
              <a:spcAft>
                <a:spcPts val="0"/>
              </a:spcAft>
              <a:buNone/>
            </a:pPr>
            <a:r>
              <a:rPr lang="en" sz="1800" b="1">
                <a:solidFill>
                  <a:schemeClr val="accent5"/>
                </a:solidFill>
                <a:latin typeface="Aldrich"/>
                <a:ea typeface="Aldrich"/>
                <a:cs typeface="Aldrich"/>
                <a:sym typeface="Aldrich"/>
              </a:rPr>
              <a:t>MERCURY</a:t>
            </a:r>
            <a:endParaRPr sz="1800" b="1">
              <a:solidFill>
                <a:schemeClr val="accent5"/>
              </a:solidFill>
              <a:latin typeface="Aldrich"/>
              <a:ea typeface="Aldrich"/>
              <a:cs typeface="Aldrich"/>
              <a:sym typeface="Aldrich"/>
            </a:endParaRPr>
          </a:p>
        </p:txBody>
      </p:sp>
      <p:sp>
        <p:nvSpPr>
          <p:cNvPr id="3069" name="Google Shape;3069;p97"/>
          <p:cNvSpPr txBox="1"/>
          <p:nvPr/>
        </p:nvSpPr>
        <p:spPr>
          <a:xfrm>
            <a:off x="829450" y="2060286"/>
            <a:ext cx="2873100" cy="441300"/>
          </a:xfrm>
          <a:prstGeom prst="rect">
            <a:avLst/>
          </a:prstGeom>
          <a:noFill/>
          <a:ln>
            <a:noFill/>
          </a:ln>
        </p:spPr>
        <p:txBody>
          <a:bodyPr spcFirstLastPara="1" wrap="square" lIns="91425" tIns="0" rIns="91425" bIns="0" anchor="ctr" anchorCtr="0">
            <a:noAutofit/>
          </a:bodyPr>
          <a:lstStyle/>
          <a:p>
            <a:pPr marL="0" lvl="0" indent="0" algn="r" rtl="0">
              <a:lnSpc>
                <a:spcPct val="100000"/>
              </a:lnSpc>
              <a:spcBef>
                <a:spcPts val="0"/>
              </a:spcBef>
              <a:spcAft>
                <a:spcPts val="0"/>
              </a:spcAft>
              <a:buNone/>
            </a:pPr>
            <a:r>
              <a:rPr lang="en" sz="1800" b="1">
                <a:solidFill>
                  <a:schemeClr val="accent5"/>
                </a:solidFill>
                <a:latin typeface="Aldrich"/>
                <a:ea typeface="Aldrich"/>
                <a:cs typeface="Aldrich"/>
                <a:sym typeface="Aldrich"/>
              </a:rPr>
              <a:t>NEPTUNE</a:t>
            </a:r>
            <a:endParaRPr sz="1800" b="1">
              <a:solidFill>
                <a:schemeClr val="accent5"/>
              </a:solidFill>
              <a:latin typeface="Aldrich"/>
              <a:ea typeface="Aldrich"/>
              <a:cs typeface="Aldrich"/>
              <a:sym typeface="Aldrich"/>
            </a:endParaRPr>
          </a:p>
        </p:txBody>
      </p:sp>
      <p:sp>
        <p:nvSpPr>
          <p:cNvPr id="3070" name="Google Shape;3070;p97"/>
          <p:cNvSpPr txBox="1"/>
          <p:nvPr/>
        </p:nvSpPr>
        <p:spPr>
          <a:xfrm>
            <a:off x="5441450" y="2719374"/>
            <a:ext cx="2871300" cy="441300"/>
          </a:xfrm>
          <a:prstGeom prst="rect">
            <a:avLst/>
          </a:prstGeom>
          <a:noFill/>
          <a:ln>
            <a:noFill/>
          </a:ln>
        </p:spPr>
        <p:txBody>
          <a:bodyPr spcFirstLastPara="1" wrap="square" lIns="91425" tIns="0" rIns="91425" bIns="0" anchor="ctr" anchorCtr="0">
            <a:noAutofit/>
          </a:bodyPr>
          <a:lstStyle/>
          <a:p>
            <a:pPr marL="0" lvl="0" indent="0" algn="l" rtl="0">
              <a:spcBef>
                <a:spcPts val="0"/>
              </a:spcBef>
              <a:spcAft>
                <a:spcPts val="0"/>
              </a:spcAft>
              <a:buNone/>
            </a:pPr>
            <a:r>
              <a:rPr lang="en" sz="1800" b="1">
                <a:solidFill>
                  <a:schemeClr val="accent5"/>
                </a:solidFill>
                <a:latin typeface="Aldrich"/>
                <a:ea typeface="Aldrich"/>
                <a:cs typeface="Aldrich"/>
                <a:sym typeface="Aldrich"/>
              </a:rPr>
              <a:t>SATURN</a:t>
            </a:r>
            <a:endParaRPr sz="1800" b="1">
              <a:solidFill>
                <a:schemeClr val="accent5"/>
              </a:solidFill>
              <a:latin typeface="Aldrich"/>
              <a:ea typeface="Aldrich"/>
              <a:cs typeface="Aldrich"/>
              <a:sym typeface="Aldrich"/>
            </a:endParaRPr>
          </a:p>
        </p:txBody>
      </p:sp>
      <p:sp>
        <p:nvSpPr>
          <p:cNvPr id="3071" name="Google Shape;3071;p97"/>
          <p:cNvSpPr txBox="1"/>
          <p:nvPr/>
        </p:nvSpPr>
        <p:spPr>
          <a:xfrm>
            <a:off x="5441450" y="4037550"/>
            <a:ext cx="2871300" cy="441300"/>
          </a:xfrm>
          <a:prstGeom prst="rect">
            <a:avLst/>
          </a:prstGeom>
          <a:noFill/>
          <a:ln>
            <a:noFill/>
          </a:ln>
        </p:spPr>
        <p:txBody>
          <a:bodyPr spcFirstLastPara="1" wrap="square" lIns="91425" tIns="0" rIns="91425" bIns="0" anchor="ctr" anchorCtr="0">
            <a:noAutofit/>
          </a:bodyPr>
          <a:lstStyle/>
          <a:p>
            <a:pPr marL="0" lvl="0" indent="0" algn="l" rtl="0">
              <a:spcBef>
                <a:spcPts val="0"/>
              </a:spcBef>
              <a:spcAft>
                <a:spcPts val="0"/>
              </a:spcAft>
              <a:buNone/>
            </a:pPr>
            <a:r>
              <a:rPr lang="en" sz="1800" b="1">
                <a:solidFill>
                  <a:schemeClr val="accent5"/>
                </a:solidFill>
                <a:latin typeface="Aldrich"/>
                <a:ea typeface="Aldrich"/>
                <a:cs typeface="Aldrich"/>
                <a:sym typeface="Aldrich"/>
              </a:rPr>
              <a:t>MARS</a:t>
            </a:r>
            <a:endParaRPr sz="1800" b="1">
              <a:solidFill>
                <a:schemeClr val="accent5"/>
              </a:solidFill>
              <a:latin typeface="Aldrich"/>
              <a:ea typeface="Aldrich"/>
              <a:cs typeface="Aldrich"/>
              <a:sym typeface="Aldrich"/>
            </a:endParaRPr>
          </a:p>
        </p:txBody>
      </p:sp>
      <p:sp>
        <p:nvSpPr>
          <p:cNvPr id="3072" name="Google Shape;3072;p97"/>
          <p:cNvSpPr txBox="1"/>
          <p:nvPr/>
        </p:nvSpPr>
        <p:spPr>
          <a:xfrm>
            <a:off x="829450" y="3378462"/>
            <a:ext cx="2873100" cy="441300"/>
          </a:xfrm>
          <a:prstGeom prst="rect">
            <a:avLst/>
          </a:prstGeom>
          <a:noFill/>
          <a:ln>
            <a:noFill/>
          </a:ln>
        </p:spPr>
        <p:txBody>
          <a:bodyPr spcFirstLastPara="1" wrap="square" lIns="91425" tIns="0" rIns="91425" bIns="0" anchor="ctr" anchorCtr="0">
            <a:noAutofit/>
          </a:bodyPr>
          <a:lstStyle/>
          <a:p>
            <a:pPr marL="0" lvl="0" indent="0" algn="r" rtl="0">
              <a:lnSpc>
                <a:spcPct val="100000"/>
              </a:lnSpc>
              <a:spcBef>
                <a:spcPts val="0"/>
              </a:spcBef>
              <a:spcAft>
                <a:spcPts val="0"/>
              </a:spcAft>
              <a:buNone/>
            </a:pPr>
            <a:r>
              <a:rPr lang="en" sz="1800" b="1">
                <a:solidFill>
                  <a:schemeClr val="accent5"/>
                </a:solidFill>
                <a:latin typeface="Aldrich"/>
                <a:ea typeface="Aldrich"/>
                <a:cs typeface="Aldrich"/>
                <a:sym typeface="Aldrich"/>
              </a:rPr>
              <a:t>JUPITER</a:t>
            </a:r>
            <a:endParaRPr sz="1800" b="1">
              <a:solidFill>
                <a:schemeClr val="accent5"/>
              </a:solidFill>
              <a:latin typeface="Aldrich"/>
              <a:ea typeface="Aldrich"/>
              <a:cs typeface="Aldrich"/>
              <a:sym typeface="Aldrich"/>
            </a:endParaRPr>
          </a:p>
        </p:txBody>
      </p:sp>
      <p:grpSp>
        <p:nvGrpSpPr>
          <p:cNvPr id="3073" name="Google Shape;3073;p97"/>
          <p:cNvGrpSpPr/>
          <p:nvPr/>
        </p:nvGrpSpPr>
        <p:grpSpPr>
          <a:xfrm>
            <a:off x="3685125" y="1401198"/>
            <a:ext cx="1784524" cy="3079689"/>
            <a:chOff x="3685125" y="1401198"/>
            <a:chExt cx="1784524" cy="3079689"/>
          </a:xfrm>
        </p:grpSpPr>
        <p:cxnSp>
          <p:nvCxnSpPr>
            <p:cNvPr id="3074" name="Google Shape;3074;p97"/>
            <p:cNvCxnSpPr/>
            <p:nvPr/>
          </p:nvCxnSpPr>
          <p:spPr>
            <a:xfrm>
              <a:off x="3689330" y="4258200"/>
              <a:ext cx="573600" cy="0"/>
            </a:xfrm>
            <a:prstGeom prst="straightConnector1">
              <a:avLst/>
            </a:prstGeom>
            <a:noFill/>
            <a:ln w="28575" cap="flat" cmpd="sng">
              <a:solidFill>
                <a:schemeClr val="accent5"/>
              </a:solidFill>
              <a:prstDash val="solid"/>
              <a:round/>
              <a:headEnd type="none" w="med" len="med"/>
              <a:tailEnd type="none" w="med" len="med"/>
            </a:ln>
          </p:spPr>
        </p:cxnSp>
        <p:cxnSp>
          <p:nvCxnSpPr>
            <p:cNvPr id="3075" name="Google Shape;3075;p97"/>
            <p:cNvCxnSpPr/>
            <p:nvPr/>
          </p:nvCxnSpPr>
          <p:spPr>
            <a:xfrm rot="10800000">
              <a:off x="3687563" y="3599112"/>
              <a:ext cx="568800" cy="0"/>
            </a:xfrm>
            <a:prstGeom prst="straightConnector1">
              <a:avLst/>
            </a:prstGeom>
            <a:noFill/>
            <a:ln w="28575" cap="flat" cmpd="sng">
              <a:solidFill>
                <a:schemeClr val="accent5"/>
              </a:solidFill>
              <a:prstDash val="solid"/>
              <a:round/>
              <a:headEnd type="none" w="med" len="med"/>
              <a:tailEnd type="oval" w="med" len="med"/>
            </a:ln>
          </p:spPr>
        </p:cxnSp>
        <p:cxnSp>
          <p:nvCxnSpPr>
            <p:cNvPr id="3076" name="Google Shape;3076;p97"/>
            <p:cNvCxnSpPr/>
            <p:nvPr/>
          </p:nvCxnSpPr>
          <p:spPr>
            <a:xfrm>
              <a:off x="3685125" y="2940024"/>
              <a:ext cx="571200" cy="0"/>
            </a:xfrm>
            <a:prstGeom prst="straightConnector1">
              <a:avLst/>
            </a:prstGeom>
            <a:noFill/>
            <a:ln w="28575" cap="flat" cmpd="sng">
              <a:solidFill>
                <a:schemeClr val="accent5"/>
              </a:solidFill>
              <a:prstDash val="solid"/>
              <a:round/>
              <a:headEnd type="none" w="med" len="med"/>
              <a:tailEnd type="none" w="med" len="med"/>
            </a:ln>
          </p:spPr>
        </p:cxnSp>
        <p:cxnSp>
          <p:nvCxnSpPr>
            <p:cNvPr id="3077" name="Google Shape;3077;p97"/>
            <p:cNvCxnSpPr/>
            <p:nvPr/>
          </p:nvCxnSpPr>
          <p:spPr>
            <a:xfrm rot="10800000">
              <a:off x="3687588" y="2280936"/>
              <a:ext cx="566400" cy="0"/>
            </a:xfrm>
            <a:prstGeom prst="straightConnector1">
              <a:avLst/>
            </a:prstGeom>
            <a:noFill/>
            <a:ln w="28575" cap="flat" cmpd="sng">
              <a:solidFill>
                <a:schemeClr val="accent5"/>
              </a:solidFill>
              <a:prstDash val="solid"/>
              <a:round/>
              <a:headEnd type="none" w="med" len="med"/>
              <a:tailEnd type="oval" w="med" len="med"/>
            </a:ln>
          </p:spPr>
        </p:cxnSp>
        <p:cxnSp>
          <p:nvCxnSpPr>
            <p:cNvPr id="3078" name="Google Shape;3078;p97"/>
            <p:cNvCxnSpPr/>
            <p:nvPr/>
          </p:nvCxnSpPr>
          <p:spPr>
            <a:xfrm>
              <a:off x="3689330" y="1621850"/>
              <a:ext cx="568800" cy="0"/>
            </a:xfrm>
            <a:prstGeom prst="straightConnector1">
              <a:avLst/>
            </a:prstGeom>
            <a:noFill/>
            <a:ln w="28575" cap="flat" cmpd="sng">
              <a:solidFill>
                <a:schemeClr val="accent5"/>
              </a:solidFill>
              <a:prstDash val="solid"/>
              <a:round/>
              <a:headEnd type="none" w="med" len="med"/>
              <a:tailEnd type="none" w="med" len="med"/>
            </a:ln>
          </p:spPr>
        </p:cxnSp>
        <p:cxnSp>
          <p:nvCxnSpPr>
            <p:cNvPr id="3079" name="Google Shape;3079;p97"/>
            <p:cNvCxnSpPr/>
            <p:nvPr/>
          </p:nvCxnSpPr>
          <p:spPr>
            <a:xfrm>
              <a:off x="4572000" y="1401198"/>
              <a:ext cx="0" cy="3077700"/>
            </a:xfrm>
            <a:prstGeom prst="straightConnector1">
              <a:avLst/>
            </a:prstGeom>
            <a:noFill/>
            <a:ln w="28575" cap="flat" cmpd="sng">
              <a:solidFill>
                <a:schemeClr val="accent5"/>
              </a:solidFill>
              <a:prstDash val="solid"/>
              <a:round/>
              <a:headEnd type="none" w="med" len="med"/>
              <a:tailEnd type="none" w="med" len="med"/>
            </a:ln>
          </p:spPr>
        </p:cxnSp>
        <p:sp>
          <p:nvSpPr>
            <p:cNvPr id="3080" name="Google Shape;3080;p97"/>
            <p:cNvSpPr/>
            <p:nvPr/>
          </p:nvSpPr>
          <p:spPr>
            <a:xfrm>
              <a:off x="4500599" y="1570098"/>
              <a:ext cx="103500" cy="103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081" name="Google Shape;3081;p97"/>
            <p:cNvCxnSpPr/>
            <p:nvPr/>
          </p:nvCxnSpPr>
          <p:spPr>
            <a:xfrm rot="10800000">
              <a:off x="4885275" y="1621847"/>
              <a:ext cx="573600" cy="0"/>
            </a:xfrm>
            <a:prstGeom prst="straightConnector1">
              <a:avLst/>
            </a:prstGeom>
            <a:noFill/>
            <a:ln w="28575" cap="flat" cmpd="sng">
              <a:solidFill>
                <a:schemeClr val="accent5"/>
              </a:solidFill>
              <a:prstDash val="solid"/>
              <a:round/>
              <a:headEnd type="oval" w="med" len="med"/>
              <a:tailEnd type="none" w="med" len="med"/>
            </a:ln>
          </p:spPr>
        </p:cxnSp>
        <p:cxnSp>
          <p:nvCxnSpPr>
            <p:cNvPr id="3082" name="Google Shape;3082;p97"/>
            <p:cNvCxnSpPr/>
            <p:nvPr/>
          </p:nvCxnSpPr>
          <p:spPr>
            <a:xfrm>
              <a:off x="4900849" y="2280936"/>
              <a:ext cx="568800" cy="0"/>
            </a:xfrm>
            <a:prstGeom prst="straightConnector1">
              <a:avLst/>
            </a:prstGeom>
            <a:noFill/>
            <a:ln w="28575" cap="flat" cmpd="sng">
              <a:solidFill>
                <a:schemeClr val="accent5"/>
              </a:solidFill>
              <a:prstDash val="solid"/>
              <a:round/>
              <a:headEnd type="none" w="med" len="med"/>
              <a:tailEnd type="none" w="med" len="med"/>
            </a:ln>
          </p:spPr>
        </p:cxnSp>
        <p:cxnSp>
          <p:nvCxnSpPr>
            <p:cNvPr id="3083" name="Google Shape;3083;p97"/>
            <p:cNvCxnSpPr/>
            <p:nvPr/>
          </p:nvCxnSpPr>
          <p:spPr>
            <a:xfrm rot="10800000">
              <a:off x="4887675" y="2940024"/>
              <a:ext cx="571200" cy="0"/>
            </a:xfrm>
            <a:prstGeom prst="straightConnector1">
              <a:avLst/>
            </a:prstGeom>
            <a:noFill/>
            <a:ln w="28575" cap="flat" cmpd="sng">
              <a:solidFill>
                <a:schemeClr val="accent5"/>
              </a:solidFill>
              <a:prstDash val="solid"/>
              <a:round/>
              <a:headEnd type="oval" w="med" len="med"/>
              <a:tailEnd type="none" w="med" len="med"/>
            </a:ln>
          </p:spPr>
        </p:cxnSp>
        <p:cxnSp>
          <p:nvCxnSpPr>
            <p:cNvPr id="3084" name="Google Shape;3084;p97"/>
            <p:cNvCxnSpPr/>
            <p:nvPr/>
          </p:nvCxnSpPr>
          <p:spPr>
            <a:xfrm>
              <a:off x="4890012" y="3599112"/>
              <a:ext cx="566400" cy="0"/>
            </a:xfrm>
            <a:prstGeom prst="straightConnector1">
              <a:avLst/>
            </a:prstGeom>
            <a:noFill/>
            <a:ln w="28575" cap="flat" cmpd="sng">
              <a:solidFill>
                <a:schemeClr val="accent5"/>
              </a:solidFill>
              <a:prstDash val="solid"/>
              <a:round/>
              <a:headEnd type="none" w="med" len="med"/>
              <a:tailEnd type="none" w="med" len="med"/>
            </a:ln>
          </p:spPr>
        </p:cxnSp>
        <p:cxnSp>
          <p:nvCxnSpPr>
            <p:cNvPr id="3085" name="Google Shape;3085;p97"/>
            <p:cNvCxnSpPr/>
            <p:nvPr/>
          </p:nvCxnSpPr>
          <p:spPr>
            <a:xfrm rot="10800000">
              <a:off x="4890075" y="4258200"/>
              <a:ext cx="568800" cy="0"/>
            </a:xfrm>
            <a:prstGeom prst="straightConnector1">
              <a:avLst/>
            </a:prstGeom>
            <a:noFill/>
            <a:ln w="28575" cap="flat" cmpd="sng">
              <a:solidFill>
                <a:schemeClr val="accent5"/>
              </a:solidFill>
              <a:prstDash val="solid"/>
              <a:round/>
              <a:headEnd type="oval" w="med" len="med"/>
              <a:tailEnd type="none" w="med" len="med"/>
            </a:ln>
          </p:spPr>
        </p:cxnSp>
        <p:sp>
          <p:nvSpPr>
            <p:cNvPr id="3086" name="Google Shape;3086;p97"/>
            <p:cNvSpPr/>
            <p:nvPr/>
          </p:nvSpPr>
          <p:spPr>
            <a:xfrm>
              <a:off x="4352550" y="1403563"/>
              <a:ext cx="438300" cy="438900"/>
            </a:xfrm>
            <a:prstGeom prst="roundRect">
              <a:avLst>
                <a:gd name="adj" fmla="val 16667"/>
              </a:avLst>
            </a:prstGeom>
            <a:solidFill>
              <a:schemeClr val="l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accent5"/>
                  </a:solidFill>
                  <a:latin typeface="Aldrich"/>
                  <a:ea typeface="Aldrich"/>
                  <a:cs typeface="Aldrich"/>
                  <a:sym typeface="Aldrich"/>
                </a:rPr>
                <a:t>1</a:t>
              </a:r>
              <a:endParaRPr b="1">
                <a:solidFill>
                  <a:schemeClr val="accent5"/>
                </a:solidFill>
                <a:latin typeface="Aldrich"/>
                <a:ea typeface="Aldrich"/>
                <a:cs typeface="Aldrich"/>
                <a:sym typeface="Aldrich"/>
              </a:endParaRPr>
            </a:p>
          </p:txBody>
        </p:sp>
        <p:sp>
          <p:nvSpPr>
            <p:cNvPr id="3087" name="Google Shape;3087;p97"/>
            <p:cNvSpPr/>
            <p:nvPr/>
          </p:nvSpPr>
          <p:spPr>
            <a:xfrm>
              <a:off x="4352550" y="2063169"/>
              <a:ext cx="438300" cy="438900"/>
            </a:xfrm>
            <a:prstGeom prst="roundRect">
              <a:avLst>
                <a:gd name="adj" fmla="val 16667"/>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accent5"/>
                  </a:solidFill>
                  <a:latin typeface="Aldrich"/>
                  <a:ea typeface="Aldrich"/>
                  <a:cs typeface="Aldrich"/>
                  <a:sym typeface="Aldrich"/>
                </a:rPr>
                <a:t>2</a:t>
              </a:r>
              <a:endParaRPr b="1">
                <a:solidFill>
                  <a:schemeClr val="accent5"/>
                </a:solidFill>
                <a:latin typeface="Aldrich"/>
                <a:ea typeface="Aldrich"/>
                <a:cs typeface="Aldrich"/>
                <a:sym typeface="Aldrich"/>
              </a:endParaRPr>
            </a:p>
          </p:txBody>
        </p:sp>
        <p:sp>
          <p:nvSpPr>
            <p:cNvPr id="3088" name="Google Shape;3088;p97"/>
            <p:cNvSpPr/>
            <p:nvPr/>
          </p:nvSpPr>
          <p:spPr>
            <a:xfrm>
              <a:off x="4352550" y="2722775"/>
              <a:ext cx="438300" cy="438900"/>
            </a:xfrm>
            <a:prstGeom prst="roundRect">
              <a:avLst>
                <a:gd name="adj" fmla="val 16667"/>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accent5"/>
                  </a:solidFill>
                  <a:latin typeface="Aldrich"/>
                  <a:ea typeface="Aldrich"/>
                  <a:cs typeface="Aldrich"/>
                  <a:sym typeface="Aldrich"/>
                </a:rPr>
                <a:t>3</a:t>
              </a:r>
              <a:endParaRPr b="1">
                <a:solidFill>
                  <a:schemeClr val="accent5"/>
                </a:solidFill>
                <a:latin typeface="Aldrich"/>
                <a:ea typeface="Aldrich"/>
                <a:cs typeface="Aldrich"/>
                <a:sym typeface="Aldrich"/>
              </a:endParaRPr>
            </a:p>
          </p:txBody>
        </p:sp>
        <p:sp>
          <p:nvSpPr>
            <p:cNvPr id="3089" name="Google Shape;3089;p97"/>
            <p:cNvSpPr/>
            <p:nvPr/>
          </p:nvSpPr>
          <p:spPr>
            <a:xfrm>
              <a:off x="4352550" y="3382381"/>
              <a:ext cx="438300" cy="438900"/>
            </a:xfrm>
            <a:prstGeom prst="roundRect">
              <a:avLst>
                <a:gd name="adj" fmla="val 16667"/>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accent5"/>
                  </a:solidFill>
                  <a:latin typeface="Aldrich"/>
                  <a:ea typeface="Aldrich"/>
                  <a:cs typeface="Aldrich"/>
                  <a:sym typeface="Aldrich"/>
                </a:rPr>
                <a:t>4</a:t>
              </a:r>
              <a:endParaRPr b="1">
                <a:solidFill>
                  <a:schemeClr val="accent5"/>
                </a:solidFill>
                <a:latin typeface="Aldrich"/>
                <a:ea typeface="Aldrich"/>
                <a:cs typeface="Aldrich"/>
                <a:sym typeface="Aldrich"/>
              </a:endParaRPr>
            </a:p>
          </p:txBody>
        </p:sp>
        <p:sp>
          <p:nvSpPr>
            <p:cNvPr id="3090" name="Google Shape;3090;p97"/>
            <p:cNvSpPr/>
            <p:nvPr/>
          </p:nvSpPr>
          <p:spPr>
            <a:xfrm>
              <a:off x="4352550" y="4041988"/>
              <a:ext cx="438300" cy="438900"/>
            </a:xfrm>
            <a:prstGeom prst="roundRect">
              <a:avLst>
                <a:gd name="adj" fmla="val 16667"/>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accent5"/>
                  </a:solidFill>
                  <a:latin typeface="Aldrich"/>
                  <a:ea typeface="Aldrich"/>
                  <a:cs typeface="Aldrich"/>
                  <a:sym typeface="Aldrich"/>
                </a:rPr>
                <a:t>5</a:t>
              </a:r>
              <a:endParaRPr b="1">
                <a:solidFill>
                  <a:schemeClr val="accent5"/>
                </a:solidFill>
                <a:latin typeface="Aldrich"/>
                <a:ea typeface="Aldrich"/>
                <a:cs typeface="Aldrich"/>
                <a:sym typeface="Aldrich"/>
              </a:endParaRPr>
            </a:p>
          </p:txBody>
        </p:sp>
      </p:grpSp>
      <p:sp>
        <p:nvSpPr>
          <p:cNvPr id="3091" name="Google Shape;3091;p97">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97">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3096"/>
        <p:cNvGrpSpPr/>
        <p:nvPr/>
      </p:nvGrpSpPr>
      <p:grpSpPr>
        <a:xfrm>
          <a:off x="0" y="0"/>
          <a:ext cx="0" cy="0"/>
          <a:chOff x="0" y="0"/>
          <a:chExt cx="0" cy="0"/>
        </a:xfrm>
      </p:grpSpPr>
      <p:pic>
        <p:nvPicPr>
          <p:cNvPr id="3097" name="Google Shape;3097;p98"/>
          <p:cNvPicPr preferRelativeResize="0"/>
          <p:nvPr/>
        </p:nvPicPr>
        <p:blipFill>
          <a:blip r:embed="rId4">
            <a:alphaModFix amt="45000"/>
          </a:blip>
          <a:stretch>
            <a:fillRect/>
          </a:stretch>
        </p:blipFill>
        <p:spPr>
          <a:xfrm>
            <a:off x="0" y="0"/>
            <a:ext cx="9144000" cy="5143500"/>
          </a:xfrm>
          <a:prstGeom prst="rect">
            <a:avLst/>
          </a:prstGeom>
          <a:noFill/>
          <a:ln>
            <a:noFill/>
          </a:ln>
        </p:spPr>
      </p:pic>
      <p:grpSp>
        <p:nvGrpSpPr>
          <p:cNvPr id="3098" name="Google Shape;3098;p98"/>
          <p:cNvGrpSpPr/>
          <p:nvPr/>
        </p:nvGrpSpPr>
        <p:grpSpPr>
          <a:xfrm>
            <a:off x="-28563" y="-28573"/>
            <a:ext cx="9216047" cy="5191135"/>
            <a:chOff x="-28563" y="-28573"/>
            <a:chExt cx="9216047" cy="5191135"/>
          </a:xfrm>
        </p:grpSpPr>
        <p:sp>
          <p:nvSpPr>
            <p:cNvPr id="3099" name="Google Shape;3099;p98"/>
            <p:cNvSpPr/>
            <p:nvPr/>
          </p:nvSpPr>
          <p:spPr>
            <a:xfrm>
              <a:off x="319050" y="283350"/>
              <a:ext cx="8505900" cy="4576800"/>
            </a:xfrm>
            <a:prstGeom prst="roundRect">
              <a:avLst>
                <a:gd name="adj" fmla="val 3396"/>
              </a:avLst>
            </a:prstGeom>
            <a:no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98"/>
            <p:cNvSpPr/>
            <p:nvPr/>
          </p:nvSpPr>
          <p:spPr>
            <a:xfrm>
              <a:off x="7132742" y="-28573"/>
              <a:ext cx="1612254" cy="1208486"/>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98"/>
            <p:cNvSpPr/>
            <p:nvPr/>
          </p:nvSpPr>
          <p:spPr>
            <a:xfrm>
              <a:off x="6426313" y="-19056"/>
              <a:ext cx="1250789" cy="937634"/>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98"/>
            <p:cNvSpPr/>
            <p:nvPr/>
          </p:nvSpPr>
          <p:spPr>
            <a:xfrm>
              <a:off x="743298" y="3897826"/>
              <a:ext cx="1664900" cy="1264737"/>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98"/>
            <p:cNvSpPr/>
            <p:nvPr/>
          </p:nvSpPr>
          <p:spPr>
            <a:xfrm rot="10800000">
              <a:off x="-28563" y="3652041"/>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98"/>
            <p:cNvSpPr/>
            <p:nvPr/>
          </p:nvSpPr>
          <p:spPr>
            <a:xfrm rot="10800000">
              <a:off x="-19038" y="2774418"/>
              <a:ext cx="1143784" cy="1085055"/>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98"/>
            <p:cNvSpPr/>
            <p:nvPr/>
          </p:nvSpPr>
          <p:spPr>
            <a:xfrm>
              <a:off x="7991402" y="1381124"/>
              <a:ext cx="1196082" cy="1134709"/>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lt2">
                <a:alpha val="502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6" name="Google Shape;3106;p98"/>
          <p:cNvGrpSpPr/>
          <p:nvPr/>
        </p:nvGrpSpPr>
        <p:grpSpPr>
          <a:xfrm>
            <a:off x="4281415" y="75177"/>
            <a:ext cx="581170" cy="125403"/>
            <a:chOff x="4685288" y="186288"/>
            <a:chExt cx="419375" cy="90485"/>
          </a:xfrm>
        </p:grpSpPr>
        <p:sp>
          <p:nvSpPr>
            <p:cNvPr id="3107" name="Google Shape;3107;p98"/>
            <p:cNvSpPr/>
            <p:nvPr/>
          </p:nvSpPr>
          <p:spPr>
            <a:xfrm>
              <a:off x="4687513" y="186288"/>
              <a:ext cx="414900" cy="822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08" name="Google Shape;3108;p98"/>
            <p:cNvGrpSpPr/>
            <p:nvPr/>
          </p:nvGrpSpPr>
          <p:grpSpPr>
            <a:xfrm>
              <a:off x="4685288" y="186300"/>
              <a:ext cx="419375" cy="90473"/>
              <a:chOff x="4390000" y="182175"/>
              <a:chExt cx="419375" cy="90473"/>
            </a:xfrm>
          </p:grpSpPr>
          <p:sp>
            <p:nvSpPr>
              <p:cNvPr id="3109" name="Google Shape;3109;p98"/>
              <p:cNvSpPr/>
              <p:nvPr/>
            </p:nvSpPr>
            <p:spPr>
              <a:xfrm>
                <a:off x="4390000" y="182175"/>
                <a:ext cx="419375" cy="90473"/>
              </a:xfrm>
              <a:custGeom>
                <a:avLst/>
                <a:gdLst/>
                <a:ahLst/>
                <a:cxnLst/>
                <a:rect l="l" t="t" r="r" b="b"/>
                <a:pathLst>
                  <a:path w="8835" h="1906" extrusionOk="0">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98"/>
              <p:cNvSpPr/>
              <p:nvPr/>
            </p:nvSpPr>
            <p:spPr>
              <a:xfrm>
                <a:off x="4464048" y="201352"/>
                <a:ext cx="52024" cy="52072"/>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111" name="Google Shape;3111;p98"/>
          <p:cNvSpPr txBox="1">
            <a:spLocks noGrp="1"/>
          </p:cNvSpPr>
          <p:nvPr>
            <p:ph type="ctrTitle"/>
          </p:nvPr>
        </p:nvSpPr>
        <p:spPr>
          <a:xfrm>
            <a:off x="712850" y="539500"/>
            <a:ext cx="4278300" cy="1173600"/>
          </a:xfrm>
          <a:prstGeom prst="rect">
            <a:avLst/>
          </a:prstGeom>
        </p:spPr>
        <p:txBody>
          <a:bodyPr spcFirstLastPara="1" wrap="square" lIns="0" tIns="0" rIns="0" bIns="0" anchor="b" anchorCtr="0">
            <a:noAutofit/>
          </a:bodyPr>
          <a:lstStyle/>
          <a:p>
            <a:pPr marL="0" lvl="0" indent="0" algn="l" rtl="0">
              <a:spcBef>
                <a:spcPts val="0"/>
              </a:spcBef>
              <a:spcAft>
                <a:spcPts val="0"/>
              </a:spcAft>
              <a:buNone/>
            </a:pPr>
            <a:r>
              <a:rPr lang="en"/>
              <a:t>A PICTURE IS A WORTH A THOUSAND WORDS</a:t>
            </a:r>
            <a:endParaRPr/>
          </a:p>
        </p:txBody>
      </p:sp>
      <p:sp>
        <p:nvSpPr>
          <p:cNvPr id="3112" name="Google Shape;3112;p98"/>
          <p:cNvSpPr/>
          <p:nvPr/>
        </p:nvSpPr>
        <p:spPr>
          <a:xfrm>
            <a:off x="-193825" y="539501"/>
            <a:ext cx="1832405" cy="244805"/>
          </a:xfrm>
          <a:custGeom>
            <a:avLst/>
            <a:gdLst/>
            <a:ahLst/>
            <a:cxnLst/>
            <a:rect l="l" t="t" r="r" b="b"/>
            <a:pathLst>
              <a:path w="55866" h="7463" extrusionOk="0">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13" name="Google Shape;3113;p98"/>
          <p:cNvGrpSpPr/>
          <p:nvPr/>
        </p:nvGrpSpPr>
        <p:grpSpPr>
          <a:xfrm rot="10520177">
            <a:off x="7728704" y="2101673"/>
            <a:ext cx="1385807" cy="2705012"/>
            <a:chOff x="409722" y="228600"/>
            <a:chExt cx="1385931" cy="2705253"/>
          </a:xfrm>
        </p:grpSpPr>
        <p:grpSp>
          <p:nvGrpSpPr>
            <p:cNvPr id="3114" name="Google Shape;3114;p98"/>
            <p:cNvGrpSpPr/>
            <p:nvPr/>
          </p:nvGrpSpPr>
          <p:grpSpPr>
            <a:xfrm rot="-617154" flipH="1">
              <a:off x="575967" y="402323"/>
              <a:ext cx="1053440" cy="2450002"/>
              <a:chOff x="3817855" y="1437512"/>
              <a:chExt cx="541146" cy="1128254"/>
            </a:xfrm>
          </p:grpSpPr>
          <p:sp>
            <p:nvSpPr>
              <p:cNvPr id="3115" name="Google Shape;3115;p98"/>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98"/>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17" name="Google Shape;3117;p98"/>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18" name="Google Shape;3118;p98">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98">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afterEffect">
                                  <p:stCondLst>
                                    <p:cond delay="0"/>
                                  </p:stCondLst>
                                  <p:childTnLst>
                                    <p:set>
                                      <p:cBhvr>
                                        <p:cTn id="6" dur="1" fill="hold">
                                          <p:stCondLst>
                                            <p:cond delay="0"/>
                                          </p:stCondLst>
                                        </p:cTn>
                                        <p:tgtEl>
                                          <p:spTgt spid="3112"/>
                                        </p:tgtEl>
                                        <p:attrNameLst>
                                          <p:attrName>style.visibility</p:attrName>
                                        </p:attrNameLst>
                                      </p:cBhvr>
                                      <p:to>
                                        <p:strVal val="visible"/>
                                      </p:to>
                                    </p:set>
                                    <p:anim calcmode="lin" valueType="num">
                                      <p:cBhvr additive="base">
                                        <p:cTn id="7" dur="1000"/>
                                        <p:tgtEl>
                                          <p:spTgt spid="3112"/>
                                        </p:tgtEl>
                                        <p:attrNameLst>
                                          <p:attrName>ppt_y</p:attrName>
                                        </p:attrNameLst>
                                      </p:cBhvr>
                                      <p:tavLst>
                                        <p:tav tm="0">
                                          <p:val>
                                            <p:strVal val="#ppt_y-1"/>
                                          </p:val>
                                        </p:tav>
                                        <p:tav tm="100000">
                                          <p:val>
                                            <p:strVal val="#ppt_y"/>
                                          </p:val>
                                        </p:tav>
                                      </p:tavLst>
                                    </p:anim>
                                  </p:childTnLst>
                                </p:cTn>
                              </p:par>
                            </p:childTnLst>
                          </p:cTn>
                        </p:par>
                        <p:par>
                          <p:cTn id="8" fill="hold">
                            <p:stCondLst>
                              <p:cond delay="1000"/>
                            </p:stCondLst>
                            <p:childTnLst>
                              <p:par>
                                <p:cTn id="9" presetID="2" presetClass="entr" presetSubtype="2" fill="hold" nodeType="afterEffect">
                                  <p:stCondLst>
                                    <p:cond delay="0"/>
                                  </p:stCondLst>
                                  <p:childTnLst>
                                    <p:set>
                                      <p:cBhvr>
                                        <p:cTn id="10" dur="1" fill="hold">
                                          <p:stCondLst>
                                            <p:cond delay="0"/>
                                          </p:stCondLst>
                                        </p:cTn>
                                        <p:tgtEl>
                                          <p:spTgt spid="3113"/>
                                        </p:tgtEl>
                                        <p:attrNameLst>
                                          <p:attrName>style.visibility</p:attrName>
                                        </p:attrNameLst>
                                      </p:cBhvr>
                                      <p:to>
                                        <p:strVal val="visible"/>
                                      </p:to>
                                    </p:set>
                                    <p:anim calcmode="lin" valueType="num">
                                      <p:cBhvr additive="base">
                                        <p:cTn id="11" dur="1000"/>
                                        <p:tgtEl>
                                          <p:spTgt spid="3113"/>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3123"/>
        <p:cNvGrpSpPr/>
        <p:nvPr/>
      </p:nvGrpSpPr>
      <p:grpSpPr>
        <a:xfrm>
          <a:off x="0" y="0"/>
          <a:ext cx="0" cy="0"/>
          <a:chOff x="0" y="0"/>
          <a:chExt cx="0" cy="0"/>
        </a:xfrm>
      </p:grpSpPr>
      <p:sp>
        <p:nvSpPr>
          <p:cNvPr id="3124" name="Google Shape;3124;p99"/>
          <p:cNvSpPr txBox="1">
            <a:spLocks noGrp="1"/>
          </p:cNvSpPr>
          <p:nvPr>
            <p:ph type="title"/>
          </p:nvPr>
        </p:nvSpPr>
        <p:spPr>
          <a:xfrm>
            <a:off x="3888375" y="906650"/>
            <a:ext cx="4320000" cy="1031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 PICTURE IS WORTH A THOUSAND WORDS</a:t>
            </a:r>
            <a:endParaRPr/>
          </a:p>
        </p:txBody>
      </p:sp>
      <p:sp>
        <p:nvSpPr>
          <p:cNvPr id="3125" name="Google Shape;3125;p99"/>
          <p:cNvSpPr/>
          <p:nvPr/>
        </p:nvSpPr>
        <p:spPr>
          <a:xfrm>
            <a:off x="4061400" y="2039776"/>
            <a:ext cx="1832405" cy="244805"/>
          </a:xfrm>
          <a:custGeom>
            <a:avLst/>
            <a:gdLst/>
            <a:ahLst/>
            <a:cxnLst/>
            <a:rect l="l" t="t" r="r" b="b"/>
            <a:pathLst>
              <a:path w="55866" h="7463" extrusionOk="0">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26" name="Google Shape;3126;p99"/>
          <p:cNvGrpSpPr/>
          <p:nvPr/>
        </p:nvGrpSpPr>
        <p:grpSpPr>
          <a:xfrm rot="-5400000">
            <a:off x="6995270" y="2301724"/>
            <a:ext cx="1385792" cy="2704983"/>
            <a:chOff x="409722" y="228600"/>
            <a:chExt cx="1385931" cy="2705253"/>
          </a:xfrm>
        </p:grpSpPr>
        <p:grpSp>
          <p:nvGrpSpPr>
            <p:cNvPr id="3127" name="Google Shape;3127;p99"/>
            <p:cNvGrpSpPr/>
            <p:nvPr/>
          </p:nvGrpSpPr>
          <p:grpSpPr>
            <a:xfrm rot="-617154" flipH="1">
              <a:off x="575967" y="402323"/>
              <a:ext cx="1053440" cy="2450002"/>
              <a:chOff x="3817855" y="1437512"/>
              <a:chExt cx="541146" cy="1128254"/>
            </a:xfrm>
          </p:grpSpPr>
          <p:sp>
            <p:nvSpPr>
              <p:cNvPr id="3128" name="Google Shape;3128;p99"/>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99"/>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30" name="Google Shape;3130;p99"/>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31" name="Google Shape;3131;p99">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99">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afterEffect">
                                  <p:stCondLst>
                                    <p:cond delay="0"/>
                                  </p:stCondLst>
                                  <p:childTnLst>
                                    <p:set>
                                      <p:cBhvr>
                                        <p:cTn id="6" dur="1" fill="hold">
                                          <p:stCondLst>
                                            <p:cond delay="0"/>
                                          </p:stCondLst>
                                        </p:cTn>
                                        <p:tgtEl>
                                          <p:spTgt spid="3125"/>
                                        </p:tgtEl>
                                        <p:attrNameLst>
                                          <p:attrName>style.visibility</p:attrName>
                                        </p:attrNameLst>
                                      </p:cBhvr>
                                      <p:to>
                                        <p:strVal val="visible"/>
                                      </p:to>
                                    </p:set>
                                    <p:anim calcmode="lin" valueType="num">
                                      <p:cBhvr additive="base">
                                        <p:cTn id="7" dur="1000"/>
                                        <p:tgtEl>
                                          <p:spTgt spid="3125"/>
                                        </p:tgtEl>
                                        <p:attrNameLst>
                                          <p:attrName>ppt_y</p:attrName>
                                        </p:attrNameLst>
                                      </p:cBhvr>
                                      <p:tavLst>
                                        <p:tav tm="0">
                                          <p:val>
                                            <p:strVal val="#ppt_y-1"/>
                                          </p:val>
                                        </p:tav>
                                        <p:tav tm="100000">
                                          <p:val>
                                            <p:strVal val="#ppt_y"/>
                                          </p:val>
                                        </p:tav>
                                      </p:tavLst>
                                    </p:anim>
                                  </p:childTnLst>
                                </p:cTn>
                              </p:par>
                            </p:childTnLst>
                          </p:cTn>
                        </p:par>
                        <p:par>
                          <p:cTn id="8" fill="hold">
                            <p:stCondLst>
                              <p:cond delay="1000"/>
                            </p:stCondLst>
                            <p:childTnLst>
                              <p:par>
                                <p:cTn id="9" presetID="2" presetClass="entr" presetSubtype="4" fill="hold" nodeType="afterEffect">
                                  <p:stCondLst>
                                    <p:cond delay="0"/>
                                  </p:stCondLst>
                                  <p:childTnLst>
                                    <p:set>
                                      <p:cBhvr>
                                        <p:cTn id="10" dur="1" fill="hold">
                                          <p:stCondLst>
                                            <p:cond delay="0"/>
                                          </p:stCondLst>
                                        </p:cTn>
                                        <p:tgtEl>
                                          <p:spTgt spid="3126"/>
                                        </p:tgtEl>
                                        <p:attrNameLst>
                                          <p:attrName>style.visibility</p:attrName>
                                        </p:attrNameLst>
                                      </p:cBhvr>
                                      <p:to>
                                        <p:strVal val="visible"/>
                                      </p:to>
                                    </p:set>
                                    <p:anim calcmode="lin" valueType="num">
                                      <p:cBhvr additive="base">
                                        <p:cTn id="11" dur="1000"/>
                                        <p:tgtEl>
                                          <p:spTgt spid="312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3136"/>
        <p:cNvGrpSpPr/>
        <p:nvPr/>
      </p:nvGrpSpPr>
      <p:grpSpPr>
        <a:xfrm>
          <a:off x="0" y="0"/>
          <a:ext cx="0" cy="0"/>
          <a:chOff x="0" y="0"/>
          <a:chExt cx="0" cy="0"/>
        </a:xfrm>
      </p:grpSpPr>
      <p:sp>
        <p:nvSpPr>
          <p:cNvPr id="3137" name="Google Shape;3137;p100"/>
          <p:cNvSpPr/>
          <p:nvPr/>
        </p:nvSpPr>
        <p:spPr>
          <a:xfrm>
            <a:off x="837750" y="1341975"/>
            <a:ext cx="1242900" cy="3006000"/>
          </a:xfrm>
          <a:prstGeom prst="round2SameRect">
            <a:avLst>
              <a:gd name="adj1" fmla="val 8001"/>
              <a:gd name="adj2" fmla="val 0"/>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100"/>
          <p:cNvSpPr/>
          <p:nvPr/>
        </p:nvSpPr>
        <p:spPr>
          <a:xfrm>
            <a:off x="2080750" y="1341975"/>
            <a:ext cx="6228000" cy="468600"/>
          </a:xfrm>
          <a:prstGeom prst="round2SameRect">
            <a:avLst>
              <a:gd name="adj1" fmla="val 16667"/>
              <a:gd name="adj2" fmla="val 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100"/>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TIMETABLE</a:t>
            </a:r>
            <a:endParaRPr/>
          </a:p>
        </p:txBody>
      </p:sp>
      <p:graphicFrame>
        <p:nvGraphicFramePr>
          <p:cNvPr id="3140" name="Google Shape;3140;p100"/>
          <p:cNvGraphicFramePr/>
          <p:nvPr/>
        </p:nvGraphicFramePr>
        <p:xfrm>
          <a:off x="835125" y="1341971"/>
          <a:ext cx="7473750" cy="3002070"/>
        </p:xfrm>
        <a:graphic>
          <a:graphicData uri="http://schemas.openxmlformats.org/drawingml/2006/table">
            <a:tbl>
              <a:tblPr>
                <a:noFill/>
                <a:tableStyleId>{2829158E-518A-43E2-9EA4-46D35B15BF13}</a:tableStyleId>
              </a:tblPr>
              <a:tblGrid>
                <a:gridCol w="1245625">
                  <a:extLst>
                    <a:ext uri="{9D8B030D-6E8A-4147-A177-3AD203B41FA5}">
                      <a16:colId xmlns:a16="http://schemas.microsoft.com/office/drawing/2014/main" val="20000"/>
                    </a:ext>
                  </a:extLst>
                </a:gridCol>
                <a:gridCol w="1245625">
                  <a:extLst>
                    <a:ext uri="{9D8B030D-6E8A-4147-A177-3AD203B41FA5}">
                      <a16:colId xmlns:a16="http://schemas.microsoft.com/office/drawing/2014/main" val="20001"/>
                    </a:ext>
                  </a:extLst>
                </a:gridCol>
                <a:gridCol w="1245625">
                  <a:extLst>
                    <a:ext uri="{9D8B030D-6E8A-4147-A177-3AD203B41FA5}">
                      <a16:colId xmlns:a16="http://schemas.microsoft.com/office/drawing/2014/main" val="20002"/>
                    </a:ext>
                  </a:extLst>
                </a:gridCol>
                <a:gridCol w="1245625">
                  <a:extLst>
                    <a:ext uri="{9D8B030D-6E8A-4147-A177-3AD203B41FA5}">
                      <a16:colId xmlns:a16="http://schemas.microsoft.com/office/drawing/2014/main" val="20003"/>
                    </a:ext>
                  </a:extLst>
                </a:gridCol>
                <a:gridCol w="1245625">
                  <a:extLst>
                    <a:ext uri="{9D8B030D-6E8A-4147-A177-3AD203B41FA5}">
                      <a16:colId xmlns:a16="http://schemas.microsoft.com/office/drawing/2014/main" val="20004"/>
                    </a:ext>
                  </a:extLst>
                </a:gridCol>
                <a:gridCol w="1245625">
                  <a:extLst>
                    <a:ext uri="{9D8B030D-6E8A-4147-A177-3AD203B41FA5}">
                      <a16:colId xmlns:a16="http://schemas.microsoft.com/office/drawing/2014/main" val="20005"/>
                    </a:ext>
                  </a:extLst>
                </a:gridCol>
              </a:tblGrid>
              <a:tr h="401425">
                <a:tc>
                  <a:txBody>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HOUR</a:t>
                      </a:r>
                      <a:endParaRPr sz="1800" b="1">
                        <a:solidFill>
                          <a:schemeClr val="accent5"/>
                        </a:solidFill>
                        <a:latin typeface="Aldrich"/>
                        <a:ea typeface="Aldrich"/>
                        <a:cs typeface="Aldrich"/>
                        <a:sym typeface="Aldrich"/>
                      </a:endParaRPr>
                    </a:p>
                  </a:txBody>
                  <a:tcPr marL="91425" marR="91425" marT="91425" marB="91425" anchor="ctr">
                    <a:lnL w="28575" cap="flat" cmpd="sng">
                      <a:solidFill>
                        <a:schemeClr val="accent5">
                          <a:alpha val="0"/>
                        </a:schemeClr>
                      </a:solidFill>
                      <a:prstDash val="solid"/>
                      <a:round/>
                      <a:headEnd type="none" w="sm" len="sm"/>
                      <a:tailEnd type="none" w="sm" len="sm"/>
                    </a:lnL>
                    <a:lnR w="28575" cap="flat" cmpd="sng">
                      <a:solidFill>
                        <a:schemeClr val="accent5">
                          <a:alpha val="0"/>
                        </a:schemeClr>
                      </a:solidFill>
                      <a:prstDash val="solid"/>
                      <a:round/>
                      <a:headEnd type="none" w="sm" len="sm"/>
                      <a:tailEnd type="none" w="sm" len="sm"/>
                    </a:lnR>
                    <a:lnT w="28575" cap="flat" cmpd="sng">
                      <a:solidFill>
                        <a:schemeClr val="accent5">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MON</a:t>
                      </a:r>
                      <a:endParaRPr sz="1800" b="1">
                        <a:solidFill>
                          <a:schemeClr val="accent5"/>
                        </a:solidFill>
                        <a:latin typeface="Aldrich"/>
                        <a:ea typeface="Aldrich"/>
                        <a:cs typeface="Aldrich"/>
                        <a:sym typeface="Aldrich"/>
                      </a:endParaRPr>
                    </a:p>
                  </a:txBody>
                  <a:tcPr marL="91425" marR="91425" marT="91425" marB="91425" anchor="ctr">
                    <a:lnL w="28575" cap="flat" cmpd="sng">
                      <a:solidFill>
                        <a:schemeClr val="accent5">
                          <a:alpha val="0"/>
                        </a:schemeClr>
                      </a:solidFill>
                      <a:prstDash val="solid"/>
                      <a:round/>
                      <a:headEnd type="none" w="sm" len="sm"/>
                      <a:tailEnd type="none" w="sm" len="sm"/>
                    </a:lnL>
                    <a:lnR w="9525" cap="flat" cmpd="sng">
                      <a:solidFill>
                        <a:srgbClr val="FFFFFF">
                          <a:alpha val="0"/>
                        </a:srgbClr>
                      </a:solidFill>
                      <a:prstDash val="solid"/>
                      <a:round/>
                      <a:headEnd type="none" w="sm" len="sm"/>
                      <a:tailEnd type="none" w="sm" len="sm"/>
                    </a:lnR>
                    <a:lnT w="28575" cap="flat" cmpd="sng">
                      <a:solidFill>
                        <a:schemeClr val="accent5">
                          <a:alpha val="0"/>
                        </a:schemeClr>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r>
                        <a:rPr lang="en" sz="1900" b="1">
                          <a:solidFill>
                            <a:schemeClr val="accent5"/>
                          </a:solidFill>
                          <a:latin typeface="Aldrich"/>
                          <a:ea typeface="Aldrich"/>
                          <a:cs typeface="Aldrich"/>
                          <a:sym typeface="Aldrich"/>
                        </a:rPr>
                        <a:t>TUE</a:t>
                      </a:r>
                      <a:endParaRPr sz="1900" b="1">
                        <a:solidFill>
                          <a:schemeClr val="accent5"/>
                        </a:solidFill>
                        <a:latin typeface="Aldrich"/>
                        <a:ea typeface="Aldrich"/>
                        <a:cs typeface="Aldrich"/>
                        <a:sym typeface="Aldrich"/>
                      </a:endParaRPr>
                    </a:p>
                  </a:txBody>
                  <a:tcPr marL="91425" marR="91425" marT="91425" marB="91425" anchor="ctr">
                    <a:lnL w="9525" cap="flat" cmpd="sng">
                      <a:solidFill>
                        <a:srgbClr val="FFFFFF">
                          <a:alpha val="0"/>
                        </a:srgbClr>
                      </a:solidFill>
                      <a:prstDash val="solid"/>
                      <a:round/>
                      <a:headEnd type="none" w="sm" len="sm"/>
                      <a:tailEnd type="none" w="sm" len="sm"/>
                    </a:lnL>
                    <a:lnR w="9525" cap="flat" cmpd="sng">
                      <a:solidFill>
                        <a:srgbClr val="FFFFFF">
                          <a:alpha val="0"/>
                        </a:srgbClr>
                      </a:solidFill>
                      <a:prstDash val="solid"/>
                      <a:round/>
                      <a:headEnd type="none" w="sm" len="sm"/>
                      <a:tailEnd type="none" w="sm" len="sm"/>
                    </a:lnR>
                    <a:lnT w="28575" cap="flat" cmpd="sng">
                      <a:solidFill>
                        <a:schemeClr val="accent5">
                          <a:alpha val="0"/>
                        </a:schemeClr>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r>
                        <a:rPr lang="en" sz="1900" b="1">
                          <a:solidFill>
                            <a:schemeClr val="accent5"/>
                          </a:solidFill>
                          <a:latin typeface="Aldrich"/>
                          <a:ea typeface="Aldrich"/>
                          <a:cs typeface="Aldrich"/>
                          <a:sym typeface="Aldrich"/>
                        </a:rPr>
                        <a:t>WED</a:t>
                      </a:r>
                      <a:endParaRPr sz="1900" b="1">
                        <a:solidFill>
                          <a:schemeClr val="accent5"/>
                        </a:solidFill>
                        <a:latin typeface="Aldrich"/>
                        <a:ea typeface="Aldrich"/>
                        <a:cs typeface="Aldrich"/>
                        <a:sym typeface="Aldrich"/>
                      </a:endParaRPr>
                    </a:p>
                  </a:txBody>
                  <a:tcPr marL="91425" marR="91425" marT="91425" marB="91425" anchor="ctr">
                    <a:lnL w="9525" cap="flat" cmpd="sng">
                      <a:solidFill>
                        <a:srgbClr val="FFFFFF">
                          <a:alpha val="0"/>
                        </a:srgbClr>
                      </a:solidFill>
                      <a:prstDash val="solid"/>
                      <a:round/>
                      <a:headEnd type="none" w="sm" len="sm"/>
                      <a:tailEnd type="none" w="sm" len="sm"/>
                    </a:lnL>
                    <a:lnR w="9525" cap="flat" cmpd="sng">
                      <a:solidFill>
                        <a:srgbClr val="FFFFFF">
                          <a:alpha val="0"/>
                        </a:srgbClr>
                      </a:solidFill>
                      <a:prstDash val="solid"/>
                      <a:round/>
                      <a:headEnd type="none" w="sm" len="sm"/>
                      <a:tailEnd type="none" w="sm" len="sm"/>
                    </a:lnR>
                    <a:lnT w="28575" cap="flat" cmpd="sng">
                      <a:solidFill>
                        <a:schemeClr val="accent5">
                          <a:alpha val="0"/>
                        </a:schemeClr>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r>
                        <a:rPr lang="en" sz="1900" b="1">
                          <a:solidFill>
                            <a:schemeClr val="accent5"/>
                          </a:solidFill>
                          <a:latin typeface="Aldrich"/>
                          <a:ea typeface="Aldrich"/>
                          <a:cs typeface="Aldrich"/>
                          <a:sym typeface="Aldrich"/>
                        </a:rPr>
                        <a:t>THU</a:t>
                      </a:r>
                      <a:endParaRPr sz="1900" b="1">
                        <a:solidFill>
                          <a:schemeClr val="accent5"/>
                        </a:solidFill>
                        <a:latin typeface="Aldrich"/>
                        <a:ea typeface="Aldrich"/>
                        <a:cs typeface="Aldrich"/>
                        <a:sym typeface="Aldrich"/>
                      </a:endParaRPr>
                    </a:p>
                  </a:txBody>
                  <a:tcPr marL="91425" marR="91425" marT="91425" marB="91425" anchor="ctr">
                    <a:lnL w="9525" cap="flat" cmpd="sng">
                      <a:solidFill>
                        <a:srgbClr val="FFFFFF">
                          <a:alpha val="0"/>
                        </a:srgbClr>
                      </a:solidFill>
                      <a:prstDash val="solid"/>
                      <a:round/>
                      <a:headEnd type="none" w="sm" len="sm"/>
                      <a:tailEnd type="none" w="sm" len="sm"/>
                    </a:lnL>
                    <a:lnR w="9525" cap="flat" cmpd="sng">
                      <a:solidFill>
                        <a:srgbClr val="FFFFFF">
                          <a:alpha val="0"/>
                        </a:srgbClr>
                      </a:solidFill>
                      <a:prstDash val="solid"/>
                      <a:round/>
                      <a:headEnd type="none" w="sm" len="sm"/>
                      <a:tailEnd type="none" w="sm" len="sm"/>
                    </a:lnR>
                    <a:lnT w="28575" cap="flat" cmpd="sng">
                      <a:solidFill>
                        <a:schemeClr val="accent5">
                          <a:alpha val="0"/>
                        </a:schemeClr>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r>
                        <a:rPr lang="en" sz="1900" b="1">
                          <a:solidFill>
                            <a:schemeClr val="accent5"/>
                          </a:solidFill>
                          <a:latin typeface="Aldrich"/>
                          <a:ea typeface="Aldrich"/>
                          <a:cs typeface="Aldrich"/>
                          <a:sym typeface="Aldrich"/>
                        </a:rPr>
                        <a:t>FRI</a:t>
                      </a:r>
                      <a:endParaRPr sz="1900" b="1">
                        <a:solidFill>
                          <a:schemeClr val="accent5"/>
                        </a:solidFill>
                        <a:latin typeface="Aldrich"/>
                        <a:ea typeface="Aldrich"/>
                        <a:cs typeface="Aldrich"/>
                        <a:sym typeface="Aldrich"/>
                      </a:endParaRPr>
                    </a:p>
                  </a:txBody>
                  <a:tcPr marL="91425" marR="91425" marT="91425" marB="91425" anchor="ctr">
                    <a:lnL w="9525" cap="flat" cmpd="sng">
                      <a:solidFill>
                        <a:srgbClr val="FFFFFF">
                          <a:alpha val="0"/>
                        </a:srgbClr>
                      </a:solidFill>
                      <a:prstDash val="solid"/>
                      <a:round/>
                      <a:headEnd type="none" w="sm" len="sm"/>
                      <a:tailEnd type="none" w="sm" len="sm"/>
                    </a:lnL>
                    <a:lnR w="28575" cap="flat" cmpd="sng">
                      <a:solidFill>
                        <a:schemeClr val="accent5">
                          <a:alpha val="0"/>
                        </a:schemeClr>
                      </a:solidFill>
                      <a:prstDash val="solid"/>
                      <a:round/>
                      <a:headEnd type="none" w="sm" len="sm"/>
                      <a:tailEnd type="none" w="sm" len="sm"/>
                    </a:lnR>
                    <a:lnT w="28575" cap="flat" cmpd="sng">
                      <a:solidFill>
                        <a:schemeClr val="accent5">
                          <a:alpha val="0"/>
                        </a:schemeClr>
                      </a:solidFill>
                      <a:prstDash val="solid"/>
                      <a:round/>
                      <a:headEnd type="none" w="sm" len="sm"/>
                      <a:tailEnd type="none" w="sm" len="sm"/>
                    </a:lnT>
                    <a:lnB w="28575" cap="flat" cmpd="sng">
                      <a:solidFill>
                        <a:schemeClr val="accent5"/>
                      </a:solidFill>
                      <a:prstDash val="solid"/>
                      <a:round/>
                      <a:headEnd type="none" w="sm" len="sm"/>
                      <a:tailEnd type="none" w="sm" len="sm"/>
                    </a:lnB>
                  </a:tcPr>
                </a:tc>
                <a:extLst>
                  <a:ext uri="{0D108BD9-81ED-4DB2-BD59-A6C34878D82A}">
                    <a16:rowId xmlns:a16="http://schemas.microsoft.com/office/drawing/2014/main" val="10000"/>
                  </a:ext>
                </a:extLst>
              </a:tr>
              <a:tr h="294150">
                <a:tc>
                  <a:txBody>
                    <a:bodyPr/>
                    <a:lstStyle/>
                    <a:p>
                      <a:pPr marL="0" lvl="0" indent="0" algn="ctr" rtl="0">
                        <a:spcBef>
                          <a:spcPts val="0"/>
                        </a:spcBef>
                        <a:spcAft>
                          <a:spcPts val="0"/>
                        </a:spcAft>
                        <a:buNone/>
                      </a:pPr>
                      <a:endParaRPr sz="1000" b="1">
                        <a:solidFill>
                          <a:schemeClr val="accent5"/>
                        </a:solidFill>
                        <a:latin typeface="Aldrich"/>
                        <a:ea typeface="Aldrich"/>
                        <a:cs typeface="Aldrich"/>
                        <a:sym typeface="Aldrich"/>
                      </a:endParaRPr>
                    </a:p>
                  </a:txBody>
                  <a:tcPr marL="91425" marR="91425" marT="91425" marB="91425" anchor="ctr">
                    <a:lnL w="28575" cap="flat" cmpd="sng">
                      <a:solidFill>
                        <a:schemeClr val="dk1">
                          <a:alpha val="0"/>
                        </a:schemeClr>
                      </a:solidFill>
                      <a:prstDash val="solid"/>
                      <a:round/>
                      <a:headEnd type="none" w="sm" len="sm"/>
                      <a:tailEnd type="none" w="sm" len="sm"/>
                    </a:lnL>
                    <a:lnR w="28575" cap="flat" cmpd="sng">
                      <a:solidFill>
                        <a:schemeClr val="dk1"/>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accent5"/>
                          </a:solidFill>
                          <a:latin typeface="Aldrich"/>
                          <a:ea typeface="Aldrich"/>
                          <a:cs typeface="Aldrich"/>
                          <a:sym typeface="Aldrich"/>
                        </a:rPr>
                        <a:t>3</a:t>
                      </a:r>
                      <a:endParaRPr b="1">
                        <a:solidFill>
                          <a:schemeClr val="accent5"/>
                        </a:solidFill>
                        <a:latin typeface="Aldrich"/>
                        <a:ea typeface="Aldrich"/>
                        <a:cs typeface="Aldrich"/>
                        <a:sym typeface="Aldrich"/>
                      </a:endParaRPr>
                    </a:p>
                  </a:txBody>
                  <a:tcPr marL="91425" marR="91425" marT="91425" marB="91425" anchor="ctr">
                    <a:lnL w="28575" cap="flat" cmpd="sng">
                      <a:solidFill>
                        <a:schemeClr val="dk1"/>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b="1">
                          <a:solidFill>
                            <a:schemeClr val="accent5"/>
                          </a:solidFill>
                          <a:latin typeface="Aldrich"/>
                          <a:ea typeface="Aldrich"/>
                          <a:cs typeface="Aldrich"/>
                          <a:sym typeface="Aldrich"/>
                        </a:rPr>
                        <a:t>4</a:t>
                      </a:r>
                      <a:endParaRPr b="1">
                        <a:solidFill>
                          <a:schemeClr val="accent5"/>
                        </a:solidFill>
                        <a:latin typeface="Aldrich"/>
                        <a:ea typeface="Aldrich"/>
                        <a:cs typeface="Aldrich"/>
                        <a:sym typeface="Aldrich"/>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b="1">
                          <a:solidFill>
                            <a:schemeClr val="accent5"/>
                          </a:solidFill>
                          <a:latin typeface="Aldrich"/>
                          <a:ea typeface="Aldrich"/>
                          <a:cs typeface="Aldrich"/>
                          <a:sym typeface="Aldrich"/>
                        </a:rPr>
                        <a:t>5</a:t>
                      </a:r>
                      <a:endParaRPr b="1">
                        <a:solidFill>
                          <a:schemeClr val="accent5"/>
                        </a:solidFill>
                        <a:latin typeface="Aldrich"/>
                        <a:ea typeface="Aldrich"/>
                        <a:cs typeface="Aldrich"/>
                        <a:sym typeface="Aldrich"/>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b="1">
                          <a:solidFill>
                            <a:schemeClr val="accent5"/>
                          </a:solidFill>
                          <a:latin typeface="Aldrich"/>
                          <a:ea typeface="Aldrich"/>
                          <a:cs typeface="Aldrich"/>
                          <a:sym typeface="Aldrich"/>
                        </a:rPr>
                        <a:t>6</a:t>
                      </a:r>
                      <a:endParaRPr b="1">
                        <a:solidFill>
                          <a:schemeClr val="accent5"/>
                        </a:solidFill>
                        <a:latin typeface="Aldrich"/>
                        <a:ea typeface="Aldrich"/>
                        <a:cs typeface="Aldrich"/>
                        <a:sym typeface="Aldrich"/>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b="1">
                          <a:solidFill>
                            <a:schemeClr val="accent5"/>
                          </a:solidFill>
                          <a:latin typeface="Aldrich"/>
                          <a:ea typeface="Aldrich"/>
                          <a:cs typeface="Aldrich"/>
                          <a:sym typeface="Aldrich"/>
                        </a:rPr>
                        <a:t>7</a:t>
                      </a:r>
                      <a:endParaRPr b="1">
                        <a:solidFill>
                          <a:schemeClr val="accent5"/>
                        </a:solidFill>
                        <a:latin typeface="Aldrich"/>
                        <a:ea typeface="Aldrich"/>
                        <a:cs typeface="Aldrich"/>
                        <a:sym typeface="Aldrich"/>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3"/>
                    </a:solidFill>
                  </a:tcPr>
                </a:tc>
                <a:extLst>
                  <a:ext uri="{0D108BD9-81ED-4DB2-BD59-A6C34878D82A}">
                    <a16:rowId xmlns:a16="http://schemas.microsoft.com/office/drawing/2014/main" val="10001"/>
                  </a:ext>
                </a:extLst>
              </a:tr>
              <a:tr h="401425">
                <a:tc>
                  <a:txBody>
                    <a:bodyPr/>
                    <a:lstStyle/>
                    <a:p>
                      <a:pPr marL="0" lvl="0" indent="0" algn="ctr" rtl="0">
                        <a:spcBef>
                          <a:spcPts val="0"/>
                        </a:spcBef>
                        <a:spcAft>
                          <a:spcPts val="0"/>
                        </a:spcAft>
                        <a:buNone/>
                      </a:pPr>
                      <a:r>
                        <a:rPr lang="en" b="1">
                          <a:solidFill>
                            <a:schemeClr val="accent5"/>
                          </a:solidFill>
                          <a:latin typeface="Aldrich"/>
                          <a:ea typeface="Aldrich"/>
                          <a:cs typeface="Aldrich"/>
                          <a:sym typeface="Aldrich"/>
                        </a:rPr>
                        <a:t>10 AM</a:t>
                      </a:r>
                      <a:endParaRPr b="1">
                        <a:solidFill>
                          <a:schemeClr val="accent5"/>
                        </a:solidFill>
                        <a:latin typeface="Aldrich"/>
                        <a:ea typeface="Aldrich"/>
                        <a:cs typeface="Aldrich"/>
                        <a:sym typeface="Aldrich"/>
                      </a:endParaRPr>
                    </a:p>
                  </a:txBody>
                  <a:tcPr marL="91425" marR="91425" marT="91425" marB="91425" anchor="ctr">
                    <a:lnL w="28575" cap="flat" cmpd="sng">
                      <a:solidFill>
                        <a:schemeClr val="dk1">
                          <a:alpha val="0"/>
                        </a:schemeClr>
                      </a:solidFill>
                      <a:prstDash val="solid"/>
                      <a:round/>
                      <a:headEnd type="none" w="sm" len="sm"/>
                      <a:tailEnd type="none" w="sm" len="sm"/>
                    </a:lnL>
                    <a:lnR w="28575" cap="flat" cmpd="sng">
                      <a:solidFill>
                        <a:schemeClr val="dk1"/>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accent5"/>
                          </a:solidFill>
                          <a:latin typeface="Didact Gothic"/>
                          <a:ea typeface="Didact Gothic"/>
                          <a:cs typeface="Didact Gothic"/>
                          <a:sym typeface="Didact Gothic"/>
                        </a:rPr>
                        <a:t>Math</a:t>
                      </a: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dk1"/>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accent5"/>
                          </a:solidFill>
                          <a:latin typeface="Didact Gothic"/>
                          <a:ea typeface="Didact Gothic"/>
                          <a:cs typeface="Didact Gothic"/>
                          <a:sym typeface="Didact Gothic"/>
                        </a:rPr>
                        <a:t>Chemistry</a:t>
                      </a: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tcPr>
                </a:tc>
                <a:extLst>
                  <a:ext uri="{0D108BD9-81ED-4DB2-BD59-A6C34878D82A}">
                    <a16:rowId xmlns:a16="http://schemas.microsoft.com/office/drawing/2014/main" val="10002"/>
                  </a:ext>
                </a:extLst>
              </a:tr>
              <a:tr h="401425">
                <a:tc>
                  <a:txBody>
                    <a:bodyPr/>
                    <a:lstStyle/>
                    <a:p>
                      <a:pPr marL="0" lvl="0" indent="0" algn="ctr" rtl="0">
                        <a:spcBef>
                          <a:spcPts val="0"/>
                        </a:spcBef>
                        <a:spcAft>
                          <a:spcPts val="0"/>
                        </a:spcAft>
                        <a:buNone/>
                      </a:pPr>
                      <a:r>
                        <a:rPr lang="en" b="1">
                          <a:solidFill>
                            <a:schemeClr val="accent5"/>
                          </a:solidFill>
                          <a:latin typeface="Aldrich"/>
                          <a:ea typeface="Aldrich"/>
                          <a:cs typeface="Aldrich"/>
                          <a:sym typeface="Aldrich"/>
                        </a:rPr>
                        <a:t>11 AM</a:t>
                      </a:r>
                      <a:endParaRPr b="1">
                        <a:solidFill>
                          <a:schemeClr val="accent5"/>
                        </a:solidFill>
                        <a:latin typeface="Aldrich"/>
                        <a:ea typeface="Aldrich"/>
                        <a:cs typeface="Aldrich"/>
                        <a:sym typeface="Aldrich"/>
                      </a:endParaRPr>
                    </a:p>
                  </a:txBody>
                  <a:tcPr marL="91425" marR="91425" marT="91425" marB="91425" anchor="ctr">
                    <a:lnL w="28575" cap="flat" cmpd="sng">
                      <a:solidFill>
                        <a:schemeClr val="dk1">
                          <a:alpha val="0"/>
                        </a:schemeClr>
                      </a:solidFill>
                      <a:prstDash val="solid"/>
                      <a:round/>
                      <a:headEnd type="none" w="sm" len="sm"/>
                      <a:tailEnd type="none" w="sm" len="sm"/>
                    </a:lnL>
                    <a:lnR w="28575" cap="flat" cmpd="sng">
                      <a:solidFill>
                        <a:schemeClr val="dk1"/>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dk1"/>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l"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l"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l"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tcPr>
                </a:tc>
                <a:extLst>
                  <a:ext uri="{0D108BD9-81ED-4DB2-BD59-A6C34878D82A}">
                    <a16:rowId xmlns:a16="http://schemas.microsoft.com/office/drawing/2014/main" val="10003"/>
                  </a:ext>
                </a:extLst>
              </a:tr>
              <a:tr h="401425">
                <a:tc>
                  <a:txBody>
                    <a:bodyPr/>
                    <a:lstStyle/>
                    <a:p>
                      <a:pPr marL="0" lvl="0" indent="0" algn="ctr" rtl="0">
                        <a:spcBef>
                          <a:spcPts val="0"/>
                        </a:spcBef>
                        <a:spcAft>
                          <a:spcPts val="0"/>
                        </a:spcAft>
                        <a:buNone/>
                      </a:pPr>
                      <a:r>
                        <a:rPr lang="en" b="1">
                          <a:solidFill>
                            <a:schemeClr val="accent5"/>
                          </a:solidFill>
                          <a:latin typeface="Aldrich"/>
                          <a:ea typeface="Aldrich"/>
                          <a:cs typeface="Aldrich"/>
                          <a:sym typeface="Aldrich"/>
                        </a:rPr>
                        <a:t>12 PM</a:t>
                      </a:r>
                      <a:endParaRPr b="1">
                        <a:solidFill>
                          <a:schemeClr val="accent5"/>
                        </a:solidFill>
                        <a:latin typeface="Aldrich"/>
                        <a:ea typeface="Aldrich"/>
                        <a:cs typeface="Aldrich"/>
                        <a:sym typeface="Aldrich"/>
                      </a:endParaRPr>
                    </a:p>
                  </a:txBody>
                  <a:tcPr marL="91425" marR="91425" marT="91425" marB="91425" anchor="ctr">
                    <a:lnL w="28575" cap="flat" cmpd="sng">
                      <a:solidFill>
                        <a:schemeClr val="dk1">
                          <a:alpha val="0"/>
                        </a:schemeClr>
                      </a:solidFill>
                      <a:prstDash val="solid"/>
                      <a:round/>
                      <a:headEnd type="none" w="sm" len="sm"/>
                      <a:tailEnd type="none" w="sm" len="sm"/>
                    </a:lnL>
                    <a:lnR w="28575" cap="flat" cmpd="sng">
                      <a:solidFill>
                        <a:schemeClr val="dk1"/>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accent5"/>
                          </a:solidFill>
                          <a:latin typeface="Didact Gothic"/>
                          <a:ea typeface="Didact Gothic"/>
                          <a:cs typeface="Didact Gothic"/>
                          <a:sym typeface="Didact Gothic"/>
                        </a:rPr>
                        <a:t>Arts</a:t>
                      </a: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dk1"/>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accent5"/>
                          </a:solidFill>
                          <a:latin typeface="Didact Gothic"/>
                          <a:ea typeface="Didact Gothic"/>
                          <a:cs typeface="Didact Gothic"/>
                          <a:sym typeface="Didact Gothic"/>
                        </a:rPr>
                        <a:t>Physics </a:t>
                      </a: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accent5"/>
                          </a:solidFill>
                          <a:latin typeface="Didact Gothic"/>
                          <a:ea typeface="Didact Gothic"/>
                          <a:cs typeface="Didact Gothic"/>
                          <a:sym typeface="Didact Gothic"/>
                        </a:rPr>
                        <a:t>Math</a:t>
                      </a: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accent5"/>
                          </a:solidFill>
                          <a:latin typeface="Didact Gothic"/>
                          <a:ea typeface="Didact Gothic"/>
                          <a:cs typeface="Didact Gothic"/>
                          <a:sym typeface="Didact Gothic"/>
                        </a:rPr>
                        <a:t>Chemistry</a:t>
                      </a: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tcPr>
                </a:tc>
                <a:extLst>
                  <a:ext uri="{0D108BD9-81ED-4DB2-BD59-A6C34878D82A}">
                    <a16:rowId xmlns:a16="http://schemas.microsoft.com/office/drawing/2014/main" val="10004"/>
                  </a:ext>
                </a:extLst>
              </a:tr>
              <a:tr h="401425">
                <a:tc>
                  <a:txBody>
                    <a:bodyPr/>
                    <a:lstStyle/>
                    <a:p>
                      <a:pPr marL="0" lvl="0" indent="0" algn="ctr" rtl="0">
                        <a:spcBef>
                          <a:spcPts val="0"/>
                        </a:spcBef>
                        <a:spcAft>
                          <a:spcPts val="0"/>
                        </a:spcAft>
                        <a:buNone/>
                      </a:pPr>
                      <a:r>
                        <a:rPr lang="en" b="1">
                          <a:solidFill>
                            <a:schemeClr val="accent5"/>
                          </a:solidFill>
                          <a:latin typeface="Aldrich"/>
                          <a:ea typeface="Aldrich"/>
                          <a:cs typeface="Aldrich"/>
                          <a:sym typeface="Aldrich"/>
                        </a:rPr>
                        <a:t>1 PM</a:t>
                      </a:r>
                      <a:endParaRPr b="1">
                        <a:solidFill>
                          <a:schemeClr val="accent5"/>
                        </a:solidFill>
                        <a:latin typeface="Aldrich"/>
                        <a:ea typeface="Aldrich"/>
                        <a:cs typeface="Aldrich"/>
                        <a:sym typeface="Aldrich"/>
                      </a:endParaRPr>
                    </a:p>
                  </a:txBody>
                  <a:tcPr marL="91425" marR="91425" marT="91425" marB="91425" anchor="ctr">
                    <a:lnL w="28575" cap="flat" cmpd="sng">
                      <a:solidFill>
                        <a:schemeClr val="dk1">
                          <a:alpha val="0"/>
                        </a:schemeClr>
                      </a:solidFill>
                      <a:prstDash val="solid"/>
                      <a:round/>
                      <a:headEnd type="none" w="sm" len="sm"/>
                      <a:tailEnd type="none" w="sm" len="sm"/>
                    </a:lnL>
                    <a:lnR w="28575" cap="flat" cmpd="sng">
                      <a:solidFill>
                        <a:schemeClr val="dk1"/>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accent5"/>
                          </a:solidFill>
                          <a:latin typeface="Didact Gothic"/>
                          <a:ea typeface="Didact Gothic"/>
                          <a:cs typeface="Didact Gothic"/>
                          <a:sym typeface="Didact Gothic"/>
                        </a:rPr>
                        <a:t>Lunch</a:t>
                      </a: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dk1"/>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accent5"/>
                          </a:solidFill>
                          <a:latin typeface="Didact Gothic"/>
                          <a:ea typeface="Didact Gothic"/>
                          <a:cs typeface="Didact Gothic"/>
                          <a:sym typeface="Didact Gothic"/>
                        </a:rPr>
                        <a:t>Lunch</a:t>
                      </a: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accent5"/>
                          </a:solidFill>
                          <a:latin typeface="Didact Gothic"/>
                          <a:ea typeface="Didact Gothic"/>
                          <a:cs typeface="Didact Gothic"/>
                          <a:sym typeface="Didact Gothic"/>
                        </a:rPr>
                        <a:t>Lunch</a:t>
                      </a: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accent5"/>
                          </a:solidFill>
                          <a:latin typeface="Didact Gothic"/>
                          <a:ea typeface="Didact Gothic"/>
                          <a:cs typeface="Didact Gothic"/>
                          <a:sym typeface="Didact Gothic"/>
                        </a:rPr>
                        <a:t>Lunch</a:t>
                      </a: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accent5"/>
                          </a:solidFill>
                          <a:latin typeface="Didact Gothic"/>
                          <a:ea typeface="Didact Gothic"/>
                          <a:cs typeface="Didact Gothic"/>
                          <a:sym typeface="Didact Gothic"/>
                        </a:rPr>
                        <a:t>Lunch</a:t>
                      </a: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tcPr>
                </a:tc>
                <a:extLst>
                  <a:ext uri="{0D108BD9-81ED-4DB2-BD59-A6C34878D82A}">
                    <a16:rowId xmlns:a16="http://schemas.microsoft.com/office/drawing/2014/main" val="10005"/>
                  </a:ext>
                </a:extLst>
              </a:tr>
              <a:tr h="401425">
                <a:tc>
                  <a:txBody>
                    <a:bodyPr/>
                    <a:lstStyle/>
                    <a:p>
                      <a:pPr marL="0" lvl="0" indent="0" algn="ctr" rtl="0">
                        <a:spcBef>
                          <a:spcPts val="0"/>
                        </a:spcBef>
                        <a:spcAft>
                          <a:spcPts val="0"/>
                        </a:spcAft>
                        <a:buNone/>
                      </a:pPr>
                      <a:r>
                        <a:rPr lang="en" b="1">
                          <a:solidFill>
                            <a:schemeClr val="accent5"/>
                          </a:solidFill>
                          <a:latin typeface="Aldrich"/>
                          <a:ea typeface="Aldrich"/>
                          <a:cs typeface="Aldrich"/>
                          <a:sym typeface="Aldrich"/>
                        </a:rPr>
                        <a:t>2 PM</a:t>
                      </a:r>
                      <a:endParaRPr b="1">
                        <a:solidFill>
                          <a:schemeClr val="accent5"/>
                        </a:solidFill>
                        <a:latin typeface="Aldrich"/>
                        <a:ea typeface="Aldrich"/>
                        <a:cs typeface="Aldrich"/>
                        <a:sym typeface="Aldrich"/>
                      </a:endParaRPr>
                    </a:p>
                  </a:txBody>
                  <a:tcPr marL="91425" marR="91425" marT="91425" marB="91425" anchor="ctr">
                    <a:lnL w="28575" cap="flat" cmpd="sng">
                      <a:solidFill>
                        <a:schemeClr val="dk1">
                          <a:alpha val="0"/>
                        </a:schemeClr>
                      </a:solidFill>
                      <a:prstDash val="solid"/>
                      <a:round/>
                      <a:headEnd type="none" w="sm" len="sm"/>
                      <a:tailEnd type="none" w="sm" len="sm"/>
                    </a:lnL>
                    <a:lnR w="28575" cap="flat" cmpd="sng">
                      <a:solidFill>
                        <a:schemeClr val="dk1"/>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28575" cap="flat" cmpd="sng">
                      <a:solidFill>
                        <a:schemeClr val="dk1">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dk1"/>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endParaRPr sz="1600">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tcPr>
                </a:tc>
                <a:extLst>
                  <a:ext uri="{0D108BD9-81ED-4DB2-BD59-A6C34878D82A}">
                    <a16:rowId xmlns:a16="http://schemas.microsoft.com/office/drawing/2014/main" val="10006"/>
                  </a:ext>
                </a:extLst>
              </a:tr>
            </a:tbl>
          </a:graphicData>
        </a:graphic>
      </p:graphicFrame>
      <p:sp>
        <p:nvSpPr>
          <p:cNvPr id="3141" name="Google Shape;3141;p100">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100">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3146"/>
        <p:cNvGrpSpPr/>
        <p:nvPr/>
      </p:nvGrpSpPr>
      <p:grpSpPr>
        <a:xfrm>
          <a:off x="0" y="0"/>
          <a:ext cx="0" cy="0"/>
          <a:chOff x="0" y="0"/>
          <a:chExt cx="0" cy="0"/>
        </a:xfrm>
      </p:grpSpPr>
      <p:sp>
        <p:nvSpPr>
          <p:cNvPr id="3147" name="Google Shape;3147;p101"/>
          <p:cNvSpPr txBox="1">
            <a:spLocks noGrp="1"/>
          </p:cNvSpPr>
          <p:nvPr>
            <p:ph type="subTitle" idx="1"/>
          </p:nvPr>
        </p:nvSpPr>
        <p:spPr>
          <a:xfrm>
            <a:off x="1284000" y="3069625"/>
            <a:ext cx="6576000" cy="7134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sz="1800"/>
              <a:t>Big numbers catch your audience’s attention</a:t>
            </a:r>
            <a:endParaRPr sz="1800"/>
          </a:p>
        </p:txBody>
      </p:sp>
      <p:sp>
        <p:nvSpPr>
          <p:cNvPr id="3148" name="Google Shape;3148;p101"/>
          <p:cNvSpPr txBox="1">
            <a:spLocks noGrp="1"/>
          </p:cNvSpPr>
          <p:nvPr>
            <p:ph type="title"/>
          </p:nvPr>
        </p:nvSpPr>
        <p:spPr>
          <a:xfrm>
            <a:off x="1057200" y="1106125"/>
            <a:ext cx="7029600" cy="1963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13,012,400</a:t>
            </a:r>
            <a:endParaRPr/>
          </a:p>
        </p:txBody>
      </p:sp>
      <p:sp>
        <p:nvSpPr>
          <p:cNvPr id="3149" name="Google Shape;3149;p101"/>
          <p:cNvSpPr/>
          <p:nvPr/>
        </p:nvSpPr>
        <p:spPr>
          <a:xfrm>
            <a:off x="6399000" y="3666676"/>
            <a:ext cx="1832405" cy="244805"/>
          </a:xfrm>
          <a:custGeom>
            <a:avLst/>
            <a:gdLst/>
            <a:ahLst/>
            <a:cxnLst/>
            <a:rect l="l" t="t" r="r" b="b"/>
            <a:pathLst>
              <a:path w="55866" h="7463" extrusionOk="0">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50" name="Google Shape;3150;p101"/>
          <p:cNvGrpSpPr/>
          <p:nvPr/>
        </p:nvGrpSpPr>
        <p:grpSpPr>
          <a:xfrm rot="2850260">
            <a:off x="966786" y="406476"/>
            <a:ext cx="1386065" cy="2705516"/>
            <a:chOff x="409722" y="228600"/>
            <a:chExt cx="1385931" cy="2705253"/>
          </a:xfrm>
        </p:grpSpPr>
        <p:grpSp>
          <p:nvGrpSpPr>
            <p:cNvPr id="3151" name="Google Shape;3151;p101"/>
            <p:cNvGrpSpPr/>
            <p:nvPr/>
          </p:nvGrpSpPr>
          <p:grpSpPr>
            <a:xfrm rot="-617154" flipH="1">
              <a:off x="575967" y="402323"/>
              <a:ext cx="1053440" cy="2450002"/>
              <a:chOff x="3817855" y="1437512"/>
              <a:chExt cx="541146" cy="1128254"/>
            </a:xfrm>
          </p:grpSpPr>
          <p:sp>
            <p:nvSpPr>
              <p:cNvPr id="3152" name="Google Shape;3152;p101"/>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101"/>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54" name="Google Shape;3154;p101"/>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55" name="Google Shape;3155;p101">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101">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push dir="r"/>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3148"/>
                                        </p:tgtEl>
                                        <p:attrNameLst>
                                          <p:attrName>style.visibility</p:attrName>
                                        </p:attrNameLst>
                                      </p:cBhvr>
                                      <p:to>
                                        <p:strVal val="visible"/>
                                      </p:to>
                                    </p:set>
                                    <p:anim calcmode="lin" valueType="num">
                                      <p:cBhvr additive="base">
                                        <p:cTn id="7" dur="1000"/>
                                        <p:tgtEl>
                                          <p:spTgt spid="3148"/>
                                        </p:tgtEl>
                                        <p:attrNameLst>
                                          <p:attrName>ppt_w</p:attrName>
                                        </p:attrNameLst>
                                      </p:cBhvr>
                                      <p:tavLst>
                                        <p:tav tm="0">
                                          <p:val>
                                            <p:strVal val="0"/>
                                          </p:val>
                                        </p:tav>
                                        <p:tav tm="100000">
                                          <p:val>
                                            <p:strVal val="#ppt_w"/>
                                          </p:val>
                                        </p:tav>
                                      </p:tavLst>
                                    </p:anim>
                                    <p:anim calcmode="lin" valueType="num">
                                      <p:cBhvr additive="base">
                                        <p:cTn id="8" dur="1000"/>
                                        <p:tgtEl>
                                          <p:spTgt spid="3148"/>
                                        </p:tgtEl>
                                        <p:attrNameLst>
                                          <p:attrName>ppt_h</p:attrName>
                                        </p:attrNameLst>
                                      </p:cBhvr>
                                      <p:tavLst>
                                        <p:tav tm="0">
                                          <p:val>
                                            <p:strVal val="0"/>
                                          </p:val>
                                        </p:tav>
                                        <p:tav tm="100000">
                                          <p:val>
                                            <p:strVal val="#ppt_h"/>
                                          </p:val>
                                        </p:tav>
                                      </p:tavLst>
                                    </p:anim>
                                  </p:childTnLst>
                                </p:cTn>
                              </p:par>
                            </p:childTnLst>
                          </p:cTn>
                        </p:par>
                        <p:par>
                          <p:cTn id="9" fill="hold">
                            <p:stCondLst>
                              <p:cond delay="1000"/>
                            </p:stCondLst>
                            <p:childTnLst>
                              <p:par>
                                <p:cTn id="10" presetID="2" presetClass="entr" presetSubtype="1" fill="hold" nodeType="afterEffect">
                                  <p:stCondLst>
                                    <p:cond delay="0"/>
                                  </p:stCondLst>
                                  <p:childTnLst>
                                    <p:set>
                                      <p:cBhvr>
                                        <p:cTn id="11" dur="1" fill="hold">
                                          <p:stCondLst>
                                            <p:cond delay="0"/>
                                          </p:stCondLst>
                                        </p:cTn>
                                        <p:tgtEl>
                                          <p:spTgt spid="3150"/>
                                        </p:tgtEl>
                                        <p:attrNameLst>
                                          <p:attrName>style.visibility</p:attrName>
                                        </p:attrNameLst>
                                      </p:cBhvr>
                                      <p:to>
                                        <p:strVal val="visible"/>
                                      </p:to>
                                    </p:set>
                                    <p:anim calcmode="lin" valueType="num">
                                      <p:cBhvr additive="base">
                                        <p:cTn id="12" dur="1000"/>
                                        <p:tgtEl>
                                          <p:spTgt spid="3150"/>
                                        </p:tgtEl>
                                        <p:attrNameLst>
                                          <p:attrName>ppt_y</p:attrName>
                                        </p:attrNameLst>
                                      </p:cBhvr>
                                      <p:tavLst>
                                        <p:tav tm="0">
                                          <p:val>
                                            <p:strVal val="#ppt_y-1"/>
                                          </p:val>
                                        </p:tav>
                                        <p:tav tm="100000">
                                          <p:val>
                                            <p:strVal val="#ppt_y"/>
                                          </p:val>
                                        </p:tav>
                                      </p:tavLst>
                                    </p:anim>
                                  </p:childTnLst>
                                </p:cTn>
                              </p:par>
                            </p:childTnLst>
                          </p:cTn>
                        </p:par>
                        <p:par>
                          <p:cTn id="13" fill="hold">
                            <p:stCondLst>
                              <p:cond delay="2000"/>
                            </p:stCondLst>
                            <p:childTnLst>
                              <p:par>
                                <p:cTn id="14" presetID="2" presetClass="entr" presetSubtype="2" fill="hold" nodeType="afterEffect">
                                  <p:stCondLst>
                                    <p:cond delay="0"/>
                                  </p:stCondLst>
                                  <p:childTnLst>
                                    <p:set>
                                      <p:cBhvr>
                                        <p:cTn id="15" dur="1" fill="hold">
                                          <p:stCondLst>
                                            <p:cond delay="0"/>
                                          </p:stCondLst>
                                        </p:cTn>
                                        <p:tgtEl>
                                          <p:spTgt spid="3149"/>
                                        </p:tgtEl>
                                        <p:attrNameLst>
                                          <p:attrName>style.visibility</p:attrName>
                                        </p:attrNameLst>
                                      </p:cBhvr>
                                      <p:to>
                                        <p:strVal val="visible"/>
                                      </p:to>
                                    </p:set>
                                    <p:anim calcmode="lin" valueType="num">
                                      <p:cBhvr additive="base">
                                        <p:cTn id="16" dur="1000"/>
                                        <p:tgtEl>
                                          <p:spTgt spid="3149"/>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3160"/>
        <p:cNvGrpSpPr/>
        <p:nvPr/>
      </p:nvGrpSpPr>
      <p:grpSpPr>
        <a:xfrm>
          <a:off x="0" y="0"/>
          <a:ext cx="0" cy="0"/>
          <a:chOff x="0" y="0"/>
          <a:chExt cx="0" cy="0"/>
        </a:xfrm>
      </p:grpSpPr>
      <p:sp>
        <p:nvSpPr>
          <p:cNvPr id="3161" name="Google Shape;3161;p102"/>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EXERCISE</a:t>
            </a:r>
            <a:endParaRPr/>
          </a:p>
        </p:txBody>
      </p:sp>
      <p:grpSp>
        <p:nvGrpSpPr>
          <p:cNvPr id="3162" name="Google Shape;3162;p102"/>
          <p:cNvGrpSpPr/>
          <p:nvPr/>
        </p:nvGrpSpPr>
        <p:grpSpPr>
          <a:xfrm>
            <a:off x="866784" y="1351046"/>
            <a:ext cx="4579957" cy="3011658"/>
            <a:chOff x="235800" y="830650"/>
            <a:chExt cx="6978450" cy="4588844"/>
          </a:xfrm>
        </p:grpSpPr>
        <p:sp>
          <p:nvSpPr>
            <p:cNvPr id="3163" name="Google Shape;3163;p102"/>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102"/>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102"/>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102"/>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102"/>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102"/>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69" name="Google Shape;3169;p102"/>
          <p:cNvSpPr txBox="1"/>
          <p:nvPr/>
        </p:nvSpPr>
        <p:spPr>
          <a:xfrm>
            <a:off x="6331875" y="1645125"/>
            <a:ext cx="1611900" cy="5544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a:solidFill>
                  <a:schemeClr val="accent5"/>
                </a:solidFill>
                <a:latin typeface="Didact Gothic"/>
                <a:ea typeface="Didact Gothic"/>
                <a:cs typeface="Didact Gothic"/>
                <a:sym typeface="Didact Gothic"/>
              </a:rPr>
              <a:t>Venus has a beautiful name</a:t>
            </a:r>
            <a:endParaRPr>
              <a:solidFill>
                <a:schemeClr val="accent5"/>
              </a:solidFill>
              <a:latin typeface="Didact Gothic"/>
              <a:ea typeface="Didact Gothic"/>
              <a:cs typeface="Didact Gothic"/>
              <a:sym typeface="Didact Gothic"/>
            </a:endParaRPr>
          </a:p>
        </p:txBody>
      </p:sp>
      <p:sp>
        <p:nvSpPr>
          <p:cNvPr id="3170" name="Google Shape;3170;p102"/>
          <p:cNvSpPr txBox="1"/>
          <p:nvPr/>
        </p:nvSpPr>
        <p:spPr>
          <a:xfrm>
            <a:off x="6331413" y="1337300"/>
            <a:ext cx="1938600" cy="3234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b="1">
                <a:solidFill>
                  <a:schemeClr val="accent5"/>
                </a:solidFill>
                <a:latin typeface="Aldrich"/>
                <a:ea typeface="Aldrich"/>
                <a:cs typeface="Aldrich"/>
                <a:sym typeface="Aldrich"/>
              </a:rPr>
              <a:t>94%</a:t>
            </a:r>
            <a:endParaRPr sz="1800" b="1">
              <a:solidFill>
                <a:schemeClr val="accent5"/>
              </a:solidFill>
              <a:latin typeface="Aldrich"/>
              <a:ea typeface="Aldrich"/>
              <a:cs typeface="Aldrich"/>
              <a:sym typeface="Aldrich"/>
            </a:endParaRPr>
          </a:p>
        </p:txBody>
      </p:sp>
      <p:sp>
        <p:nvSpPr>
          <p:cNvPr id="3171" name="Google Shape;3171;p102"/>
          <p:cNvSpPr txBox="1"/>
          <p:nvPr/>
        </p:nvSpPr>
        <p:spPr>
          <a:xfrm>
            <a:off x="6331875" y="2702800"/>
            <a:ext cx="1611900" cy="554400"/>
          </a:xfrm>
          <a:prstGeom prst="rect">
            <a:avLst/>
          </a:prstGeom>
          <a:noFill/>
          <a:ln>
            <a:noFill/>
          </a:ln>
        </p:spPr>
        <p:txBody>
          <a:bodyPr spcFirstLastPara="1" wrap="square" lIns="0" tIns="0" rIns="0" bIns="0" anchor="ctr" anchorCtr="0">
            <a:noAutofit/>
          </a:bodyPr>
          <a:lstStyle/>
          <a:p>
            <a:pPr marL="0" lvl="0" indent="0" algn="l" rtl="0">
              <a:lnSpc>
                <a:spcPct val="100000"/>
              </a:lnSpc>
              <a:spcBef>
                <a:spcPts val="0"/>
              </a:spcBef>
              <a:spcAft>
                <a:spcPts val="0"/>
              </a:spcAft>
              <a:buNone/>
            </a:pPr>
            <a:r>
              <a:rPr lang="en">
                <a:solidFill>
                  <a:schemeClr val="accent5"/>
                </a:solidFill>
                <a:latin typeface="Didact Gothic"/>
                <a:ea typeface="Didact Gothic"/>
                <a:cs typeface="Didact Gothic"/>
                <a:sym typeface="Didact Gothic"/>
              </a:rPr>
              <a:t>Mercury is the smallest planet</a:t>
            </a:r>
            <a:endParaRPr>
              <a:solidFill>
                <a:schemeClr val="accent5"/>
              </a:solidFill>
              <a:latin typeface="Didact Gothic"/>
              <a:ea typeface="Didact Gothic"/>
              <a:cs typeface="Didact Gothic"/>
              <a:sym typeface="Didact Gothic"/>
            </a:endParaRPr>
          </a:p>
        </p:txBody>
      </p:sp>
      <p:sp>
        <p:nvSpPr>
          <p:cNvPr id="3172" name="Google Shape;3172;p102"/>
          <p:cNvSpPr txBox="1"/>
          <p:nvPr/>
        </p:nvSpPr>
        <p:spPr>
          <a:xfrm>
            <a:off x="6331413" y="2394975"/>
            <a:ext cx="1938600" cy="3234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b="1">
                <a:solidFill>
                  <a:schemeClr val="accent5"/>
                </a:solidFill>
                <a:latin typeface="Aldrich"/>
                <a:ea typeface="Aldrich"/>
                <a:cs typeface="Aldrich"/>
                <a:sym typeface="Aldrich"/>
              </a:rPr>
              <a:t>80%</a:t>
            </a:r>
            <a:endParaRPr sz="1800" b="1">
              <a:solidFill>
                <a:schemeClr val="accent5"/>
              </a:solidFill>
              <a:latin typeface="Aldrich"/>
              <a:ea typeface="Aldrich"/>
              <a:cs typeface="Aldrich"/>
              <a:sym typeface="Aldrich"/>
            </a:endParaRPr>
          </a:p>
        </p:txBody>
      </p:sp>
      <p:sp>
        <p:nvSpPr>
          <p:cNvPr id="3173" name="Google Shape;3173;p102"/>
          <p:cNvSpPr txBox="1"/>
          <p:nvPr/>
        </p:nvSpPr>
        <p:spPr>
          <a:xfrm>
            <a:off x="6331875" y="3760475"/>
            <a:ext cx="1611900" cy="5544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a:solidFill>
                  <a:schemeClr val="accent5"/>
                </a:solidFill>
                <a:latin typeface="Didact Gothic"/>
                <a:ea typeface="Didact Gothic"/>
                <a:cs typeface="Didact Gothic"/>
                <a:sym typeface="Didact Gothic"/>
              </a:rPr>
              <a:t>Despite being red, Mars is a cold place</a:t>
            </a:r>
            <a:endParaRPr>
              <a:solidFill>
                <a:schemeClr val="accent5"/>
              </a:solidFill>
              <a:latin typeface="Didact Gothic"/>
              <a:ea typeface="Didact Gothic"/>
              <a:cs typeface="Didact Gothic"/>
              <a:sym typeface="Didact Gothic"/>
            </a:endParaRPr>
          </a:p>
        </p:txBody>
      </p:sp>
      <p:sp>
        <p:nvSpPr>
          <p:cNvPr id="3174" name="Google Shape;3174;p102"/>
          <p:cNvSpPr txBox="1"/>
          <p:nvPr/>
        </p:nvSpPr>
        <p:spPr>
          <a:xfrm>
            <a:off x="6331413" y="3452650"/>
            <a:ext cx="1938600" cy="3234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b="1">
                <a:solidFill>
                  <a:schemeClr val="accent5"/>
                </a:solidFill>
                <a:latin typeface="Aldrich"/>
                <a:ea typeface="Aldrich"/>
                <a:cs typeface="Aldrich"/>
                <a:sym typeface="Aldrich"/>
              </a:rPr>
              <a:t>70%</a:t>
            </a:r>
            <a:endParaRPr sz="1800" b="1">
              <a:solidFill>
                <a:schemeClr val="accent5"/>
              </a:solidFill>
              <a:latin typeface="Aldrich"/>
              <a:ea typeface="Aldrich"/>
              <a:cs typeface="Aldrich"/>
              <a:sym typeface="Aldrich"/>
            </a:endParaRPr>
          </a:p>
        </p:txBody>
      </p:sp>
      <p:sp>
        <p:nvSpPr>
          <p:cNvPr id="3175" name="Google Shape;3175;p102"/>
          <p:cNvSpPr/>
          <p:nvPr/>
        </p:nvSpPr>
        <p:spPr>
          <a:xfrm>
            <a:off x="5986852" y="1403742"/>
            <a:ext cx="190500" cy="190500"/>
          </a:xfrm>
          <a:prstGeom prst="ellipse">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102"/>
          <p:cNvSpPr/>
          <p:nvPr/>
        </p:nvSpPr>
        <p:spPr>
          <a:xfrm>
            <a:off x="5986852" y="2461416"/>
            <a:ext cx="190500" cy="190500"/>
          </a:xfrm>
          <a:prstGeom prst="ellipse">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102"/>
          <p:cNvSpPr/>
          <p:nvPr/>
        </p:nvSpPr>
        <p:spPr>
          <a:xfrm>
            <a:off x="5986852" y="3519091"/>
            <a:ext cx="190500" cy="190500"/>
          </a:xfrm>
          <a:prstGeom prst="ellipse">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102"/>
          <p:cNvSpPr/>
          <p:nvPr/>
        </p:nvSpPr>
        <p:spPr>
          <a:xfrm>
            <a:off x="1576777" y="2461417"/>
            <a:ext cx="190500" cy="1905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102"/>
          <p:cNvSpPr/>
          <p:nvPr/>
        </p:nvSpPr>
        <p:spPr>
          <a:xfrm>
            <a:off x="3300802" y="1947067"/>
            <a:ext cx="190500" cy="1905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102"/>
          <p:cNvSpPr/>
          <p:nvPr/>
        </p:nvSpPr>
        <p:spPr>
          <a:xfrm>
            <a:off x="1957777" y="3899691"/>
            <a:ext cx="190500" cy="1905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102"/>
          <p:cNvSpPr/>
          <p:nvPr/>
        </p:nvSpPr>
        <p:spPr>
          <a:xfrm>
            <a:off x="3357952" y="3519091"/>
            <a:ext cx="190500" cy="1905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102"/>
          <p:cNvSpPr/>
          <p:nvPr/>
        </p:nvSpPr>
        <p:spPr>
          <a:xfrm>
            <a:off x="1624402" y="3014266"/>
            <a:ext cx="190500" cy="1905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102"/>
          <p:cNvSpPr/>
          <p:nvPr/>
        </p:nvSpPr>
        <p:spPr>
          <a:xfrm>
            <a:off x="3954102" y="2604691"/>
            <a:ext cx="190500" cy="1905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102">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102">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3189"/>
        <p:cNvGrpSpPr/>
        <p:nvPr/>
      </p:nvGrpSpPr>
      <p:grpSpPr>
        <a:xfrm>
          <a:off x="0" y="0"/>
          <a:ext cx="0" cy="0"/>
          <a:chOff x="0" y="0"/>
          <a:chExt cx="0" cy="0"/>
        </a:xfrm>
      </p:grpSpPr>
      <p:grpSp>
        <p:nvGrpSpPr>
          <p:cNvPr id="3190" name="Google Shape;3190;p103"/>
          <p:cNvGrpSpPr/>
          <p:nvPr/>
        </p:nvGrpSpPr>
        <p:grpSpPr>
          <a:xfrm>
            <a:off x="4953701" y="2402638"/>
            <a:ext cx="1130400" cy="1130400"/>
            <a:chOff x="5017061" y="2454325"/>
            <a:chExt cx="1130400" cy="1130400"/>
          </a:xfrm>
        </p:grpSpPr>
        <p:sp>
          <p:nvSpPr>
            <p:cNvPr id="3191" name="Google Shape;3191;p103"/>
            <p:cNvSpPr/>
            <p:nvPr/>
          </p:nvSpPr>
          <p:spPr>
            <a:xfrm>
              <a:off x="5017061" y="2454325"/>
              <a:ext cx="1130400" cy="1130400"/>
            </a:xfrm>
            <a:prstGeom prst="ellipse">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103"/>
            <p:cNvSpPr/>
            <p:nvPr/>
          </p:nvSpPr>
          <p:spPr>
            <a:xfrm>
              <a:off x="5111261" y="2548525"/>
              <a:ext cx="942000" cy="942000"/>
            </a:xfrm>
            <a:prstGeom prst="blockArc">
              <a:avLst>
                <a:gd name="adj1" fmla="val 16125644"/>
                <a:gd name="adj2" fmla="val 18654379"/>
                <a:gd name="adj3" fmla="val 7507"/>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3" name="Google Shape;3193;p103"/>
          <p:cNvGrpSpPr/>
          <p:nvPr/>
        </p:nvGrpSpPr>
        <p:grpSpPr>
          <a:xfrm>
            <a:off x="3185230" y="2402638"/>
            <a:ext cx="1130400" cy="1130400"/>
            <a:chOff x="3248586" y="2454325"/>
            <a:chExt cx="1130400" cy="1130400"/>
          </a:xfrm>
        </p:grpSpPr>
        <p:sp>
          <p:nvSpPr>
            <p:cNvPr id="3194" name="Google Shape;3194;p103"/>
            <p:cNvSpPr/>
            <p:nvPr/>
          </p:nvSpPr>
          <p:spPr>
            <a:xfrm>
              <a:off x="3248586" y="2454325"/>
              <a:ext cx="1130400" cy="1130400"/>
            </a:xfrm>
            <a:prstGeom prst="ellipse">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103"/>
            <p:cNvSpPr/>
            <p:nvPr/>
          </p:nvSpPr>
          <p:spPr>
            <a:xfrm>
              <a:off x="3342786" y="2548525"/>
              <a:ext cx="942000" cy="942000"/>
            </a:xfrm>
            <a:prstGeom prst="blockArc">
              <a:avLst>
                <a:gd name="adj1" fmla="val 16165589"/>
                <a:gd name="adj2" fmla="val 19351478"/>
                <a:gd name="adj3" fmla="val 7187"/>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6" name="Google Shape;3196;p103"/>
          <p:cNvGrpSpPr/>
          <p:nvPr/>
        </p:nvGrpSpPr>
        <p:grpSpPr>
          <a:xfrm>
            <a:off x="1416759" y="2402638"/>
            <a:ext cx="1130400" cy="1130400"/>
            <a:chOff x="1480111" y="2454325"/>
            <a:chExt cx="1130400" cy="1130400"/>
          </a:xfrm>
        </p:grpSpPr>
        <p:sp>
          <p:nvSpPr>
            <p:cNvPr id="3197" name="Google Shape;3197;p103"/>
            <p:cNvSpPr/>
            <p:nvPr/>
          </p:nvSpPr>
          <p:spPr>
            <a:xfrm>
              <a:off x="1480111" y="2454325"/>
              <a:ext cx="1130400" cy="1130400"/>
            </a:xfrm>
            <a:prstGeom prst="ellipse">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103"/>
            <p:cNvSpPr/>
            <p:nvPr/>
          </p:nvSpPr>
          <p:spPr>
            <a:xfrm>
              <a:off x="1574311" y="2548525"/>
              <a:ext cx="942000" cy="942000"/>
            </a:xfrm>
            <a:prstGeom prst="blockArc">
              <a:avLst>
                <a:gd name="adj1" fmla="val 16125644"/>
                <a:gd name="adj2" fmla="val 21107434"/>
                <a:gd name="adj3" fmla="val 7438"/>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9" name="Google Shape;3199;p103"/>
          <p:cNvGrpSpPr/>
          <p:nvPr/>
        </p:nvGrpSpPr>
        <p:grpSpPr>
          <a:xfrm>
            <a:off x="6722171" y="2402638"/>
            <a:ext cx="1130400" cy="1130400"/>
            <a:chOff x="6785536" y="2454325"/>
            <a:chExt cx="1130400" cy="1130400"/>
          </a:xfrm>
        </p:grpSpPr>
        <p:sp>
          <p:nvSpPr>
            <p:cNvPr id="3200" name="Google Shape;3200;p103"/>
            <p:cNvSpPr/>
            <p:nvPr/>
          </p:nvSpPr>
          <p:spPr>
            <a:xfrm>
              <a:off x="6785536" y="2454325"/>
              <a:ext cx="1130400" cy="1130400"/>
            </a:xfrm>
            <a:prstGeom prst="ellipse">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103"/>
            <p:cNvSpPr/>
            <p:nvPr/>
          </p:nvSpPr>
          <p:spPr>
            <a:xfrm>
              <a:off x="6879736" y="2548525"/>
              <a:ext cx="942000" cy="942000"/>
            </a:xfrm>
            <a:prstGeom prst="blockArc">
              <a:avLst>
                <a:gd name="adj1" fmla="val 16125644"/>
                <a:gd name="adj2" fmla="val 5439419"/>
                <a:gd name="adj3" fmla="val 7540"/>
              </a:avLst>
            </a:pr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02" name="Google Shape;3202;p103"/>
          <p:cNvSpPr txBox="1">
            <a:spLocks noGrp="1"/>
          </p:cNvSpPr>
          <p:nvPr>
            <p:ph type="title" idx="2"/>
          </p:nvPr>
        </p:nvSpPr>
        <p:spPr>
          <a:xfrm>
            <a:off x="1525659" y="2772538"/>
            <a:ext cx="912600" cy="390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25%</a:t>
            </a:r>
            <a:endParaRPr/>
          </a:p>
        </p:txBody>
      </p:sp>
      <p:sp>
        <p:nvSpPr>
          <p:cNvPr id="3203" name="Google Shape;3203;p103"/>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DO YOU NEED MORE PERCENTAGES?</a:t>
            </a:r>
            <a:endParaRPr/>
          </a:p>
        </p:txBody>
      </p:sp>
      <p:sp>
        <p:nvSpPr>
          <p:cNvPr id="3204" name="Google Shape;3204;p103"/>
          <p:cNvSpPr txBox="1">
            <a:spLocks noGrp="1"/>
          </p:cNvSpPr>
          <p:nvPr>
            <p:ph type="subTitle" idx="1"/>
          </p:nvPr>
        </p:nvSpPr>
        <p:spPr>
          <a:xfrm>
            <a:off x="992859" y="1265259"/>
            <a:ext cx="19782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is the second planet from the Sun</a:t>
            </a:r>
            <a:endParaRPr/>
          </a:p>
        </p:txBody>
      </p:sp>
      <p:sp>
        <p:nvSpPr>
          <p:cNvPr id="3205" name="Google Shape;3205;p103"/>
          <p:cNvSpPr txBox="1">
            <a:spLocks noGrp="1"/>
          </p:cNvSpPr>
          <p:nvPr>
            <p:ph type="title" idx="4"/>
          </p:nvPr>
        </p:nvSpPr>
        <p:spPr>
          <a:xfrm>
            <a:off x="3294130" y="2771188"/>
            <a:ext cx="912600" cy="393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15%</a:t>
            </a:r>
            <a:endParaRPr/>
          </a:p>
        </p:txBody>
      </p:sp>
      <p:sp>
        <p:nvSpPr>
          <p:cNvPr id="3206" name="Google Shape;3206;p103"/>
          <p:cNvSpPr txBox="1">
            <a:spLocks noGrp="1"/>
          </p:cNvSpPr>
          <p:nvPr>
            <p:ph type="subTitle" idx="6"/>
          </p:nvPr>
        </p:nvSpPr>
        <p:spPr>
          <a:xfrm>
            <a:off x="2761330" y="4092825"/>
            <a:ext cx="19782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Despite being red, Mars is a cold place</a:t>
            </a:r>
            <a:endParaRPr/>
          </a:p>
        </p:txBody>
      </p:sp>
      <p:sp>
        <p:nvSpPr>
          <p:cNvPr id="3207" name="Google Shape;3207;p103"/>
          <p:cNvSpPr txBox="1">
            <a:spLocks noGrp="1"/>
          </p:cNvSpPr>
          <p:nvPr>
            <p:ph type="title" idx="7"/>
          </p:nvPr>
        </p:nvSpPr>
        <p:spPr>
          <a:xfrm>
            <a:off x="5062601" y="2771188"/>
            <a:ext cx="912600" cy="393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10%</a:t>
            </a:r>
            <a:endParaRPr/>
          </a:p>
        </p:txBody>
      </p:sp>
      <p:sp>
        <p:nvSpPr>
          <p:cNvPr id="3208" name="Google Shape;3208;p103"/>
          <p:cNvSpPr txBox="1">
            <a:spLocks noGrp="1"/>
          </p:cNvSpPr>
          <p:nvPr>
            <p:ph type="subTitle" idx="9"/>
          </p:nvPr>
        </p:nvSpPr>
        <p:spPr>
          <a:xfrm>
            <a:off x="4529801" y="1265259"/>
            <a:ext cx="19782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It’s the biggest planet of them all</a:t>
            </a:r>
            <a:endParaRPr/>
          </a:p>
        </p:txBody>
      </p:sp>
      <p:sp>
        <p:nvSpPr>
          <p:cNvPr id="3209" name="Google Shape;3209;p103"/>
          <p:cNvSpPr txBox="1">
            <a:spLocks noGrp="1"/>
          </p:cNvSpPr>
          <p:nvPr>
            <p:ph type="title" idx="13"/>
          </p:nvPr>
        </p:nvSpPr>
        <p:spPr>
          <a:xfrm>
            <a:off x="6831071" y="2771188"/>
            <a:ext cx="912600" cy="393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50%</a:t>
            </a:r>
            <a:endParaRPr/>
          </a:p>
        </p:txBody>
      </p:sp>
      <p:sp>
        <p:nvSpPr>
          <p:cNvPr id="3210" name="Google Shape;3210;p103"/>
          <p:cNvSpPr txBox="1">
            <a:spLocks noGrp="1"/>
          </p:cNvSpPr>
          <p:nvPr>
            <p:ph type="subTitle" idx="15"/>
          </p:nvPr>
        </p:nvSpPr>
        <p:spPr>
          <a:xfrm>
            <a:off x="6298271" y="4092825"/>
            <a:ext cx="19782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 is a gas giant and has rings</a:t>
            </a:r>
            <a:endParaRPr/>
          </a:p>
        </p:txBody>
      </p:sp>
      <p:cxnSp>
        <p:nvCxnSpPr>
          <p:cNvPr id="3211" name="Google Shape;3211;p103"/>
          <p:cNvCxnSpPr>
            <a:stCxn id="3212" idx="1"/>
            <a:endCxn id="3197" idx="2"/>
          </p:cNvCxnSpPr>
          <p:nvPr/>
        </p:nvCxnSpPr>
        <p:spPr>
          <a:xfrm>
            <a:off x="992859" y="2034975"/>
            <a:ext cx="423900" cy="933000"/>
          </a:xfrm>
          <a:prstGeom prst="bentConnector3">
            <a:avLst>
              <a:gd name="adj1" fmla="val -29566"/>
            </a:avLst>
          </a:prstGeom>
          <a:noFill/>
          <a:ln w="28575" cap="flat" cmpd="sng">
            <a:solidFill>
              <a:schemeClr val="accent5"/>
            </a:solidFill>
            <a:prstDash val="solid"/>
            <a:round/>
            <a:headEnd type="none" w="med" len="med"/>
            <a:tailEnd type="none" w="med" len="med"/>
          </a:ln>
        </p:spPr>
      </p:cxnSp>
      <p:cxnSp>
        <p:nvCxnSpPr>
          <p:cNvPr id="3213" name="Google Shape;3213;p103"/>
          <p:cNvCxnSpPr>
            <a:stCxn id="3194" idx="2"/>
            <a:endCxn id="3214" idx="1"/>
          </p:cNvCxnSpPr>
          <p:nvPr/>
        </p:nvCxnSpPr>
        <p:spPr>
          <a:xfrm flipH="1">
            <a:off x="2761330" y="2967838"/>
            <a:ext cx="423900" cy="928200"/>
          </a:xfrm>
          <a:prstGeom prst="bentConnector3">
            <a:avLst>
              <a:gd name="adj1" fmla="val 122075"/>
            </a:avLst>
          </a:prstGeom>
          <a:noFill/>
          <a:ln w="28575" cap="flat" cmpd="sng">
            <a:solidFill>
              <a:schemeClr val="accent5"/>
            </a:solidFill>
            <a:prstDash val="solid"/>
            <a:round/>
            <a:headEnd type="none" w="med" len="med"/>
            <a:tailEnd type="none" w="med" len="med"/>
          </a:ln>
        </p:spPr>
      </p:cxnSp>
      <p:cxnSp>
        <p:nvCxnSpPr>
          <p:cNvPr id="3215" name="Google Shape;3215;p103"/>
          <p:cNvCxnSpPr>
            <a:stCxn id="3191" idx="2"/>
            <a:endCxn id="3216" idx="1"/>
          </p:cNvCxnSpPr>
          <p:nvPr/>
        </p:nvCxnSpPr>
        <p:spPr>
          <a:xfrm rot="10800000">
            <a:off x="4529801" y="2034838"/>
            <a:ext cx="423900" cy="933000"/>
          </a:xfrm>
          <a:prstGeom prst="bentConnector3">
            <a:avLst>
              <a:gd name="adj1" fmla="val 125819"/>
            </a:avLst>
          </a:prstGeom>
          <a:noFill/>
          <a:ln w="28575" cap="flat" cmpd="sng">
            <a:solidFill>
              <a:schemeClr val="accent5"/>
            </a:solidFill>
            <a:prstDash val="solid"/>
            <a:round/>
            <a:headEnd type="none" w="med" len="med"/>
            <a:tailEnd type="none" w="med" len="med"/>
          </a:ln>
        </p:spPr>
      </p:cxnSp>
      <p:cxnSp>
        <p:nvCxnSpPr>
          <p:cNvPr id="3217" name="Google Shape;3217;p103"/>
          <p:cNvCxnSpPr>
            <a:stCxn id="3200" idx="2"/>
            <a:endCxn id="3218" idx="1"/>
          </p:cNvCxnSpPr>
          <p:nvPr/>
        </p:nvCxnSpPr>
        <p:spPr>
          <a:xfrm flipH="1">
            <a:off x="6298271" y="2967838"/>
            <a:ext cx="423900" cy="928200"/>
          </a:xfrm>
          <a:prstGeom prst="bentConnector3">
            <a:avLst>
              <a:gd name="adj1" fmla="val 122822"/>
            </a:avLst>
          </a:prstGeom>
          <a:noFill/>
          <a:ln w="28575" cap="flat" cmpd="sng">
            <a:solidFill>
              <a:schemeClr val="accent5"/>
            </a:solidFill>
            <a:prstDash val="solid"/>
            <a:round/>
            <a:headEnd type="none" w="med" len="med"/>
            <a:tailEnd type="none" w="med" len="med"/>
          </a:ln>
        </p:spPr>
      </p:cxnSp>
      <p:sp>
        <p:nvSpPr>
          <p:cNvPr id="3212" name="Google Shape;3212;p103"/>
          <p:cNvSpPr/>
          <p:nvPr/>
        </p:nvSpPr>
        <p:spPr>
          <a:xfrm>
            <a:off x="992859" y="1838325"/>
            <a:ext cx="1978200" cy="393300"/>
          </a:xfrm>
          <a:prstGeom prst="roundRect">
            <a:avLst>
              <a:gd name="adj" fmla="val 16667"/>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800" b="1">
              <a:solidFill>
                <a:schemeClr val="accent5"/>
              </a:solidFill>
              <a:latin typeface="Aldrich"/>
              <a:ea typeface="Aldrich"/>
              <a:cs typeface="Aldrich"/>
              <a:sym typeface="Aldrich"/>
            </a:endParaRPr>
          </a:p>
        </p:txBody>
      </p:sp>
      <p:sp>
        <p:nvSpPr>
          <p:cNvPr id="3214" name="Google Shape;3214;p103"/>
          <p:cNvSpPr/>
          <p:nvPr/>
        </p:nvSpPr>
        <p:spPr>
          <a:xfrm>
            <a:off x="2761330" y="3699500"/>
            <a:ext cx="1978200" cy="393300"/>
          </a:xfrm>
          <a:prstGeom prst="roundRect">
            <a:avLst>
              <a:gd name="adj" fmla="val 16667"/>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800" b="1">
              <a:solidFill>
                <a:schemeClr val="accent5"/>
              </a:solidFill>
              <a:latin typeface="Aldrich"/>
              <a:ea typeface="Aldrich"/>
              <a:cs typeface="Aldrich"/>
              <a:sym typeface="Aldrich"/>
            </a:endParaRPr>
          </a:p>
        </p:txBody>
      </p:sp>
      <p:sp>
        <p:nvSpPr>
          <p:cNvPr id="3216" name="Google Shape;3216;p103"/>
          <p:cNvSpPr/>
          <p:nvPr/>
        </p:nvSpPr>
        <p:spPr>
          <a:xfrm>
            <a:off x="4529801" y="1838325"/>
            <a:ext cx="1978200" cy="393300"/>
          </a:xfrm>
          <a:prstGeom prst="roundRect">
            <a:avLst>
              <a:gd name="adj" fmla="val 16667"/>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800" b="1">
              <a:solidFill>
                <a:schemeClr val="accent5"/>
              </a:solidFill>
              <a:latin typeface="Aldrich"/>
              <a:ea typeface="Aldrich"/>
              <a:cs typeface="Aldrich"/>
              <a:sym typeface="Aldrich"/>
            </a:endParaRPr>
          </a:p>
        </p:txBody>
      </p:sp>
      <p:sp>
        <p:nvSpPr>
          <p:cNvPr id="3218" name="Google Shape;3218;p103"/>
          <p:cNvSpPr/>
          <p:nvPr/>
        </p:nvSpPr>
        <p:spPr>
          <a:xfrm>
            <a:off x="6298271" y="3699500"/>
            <a:ext cx="1978200" cy="393300"/>
          </a:xfrm>
          <a:prstGeom prst="roundRect">
            <a:avLst>
              <a:gd name="adj" fmla="val 16667"/>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800" b="1">
              <a:solidFill>
                <a:schemeClr val="accent5"/>
              </a:solidFill>
              <a:latin typeface="Aldrich"/>
              <a:ea typeface="Aldrich"/>
              <a:cs typeface="Aldrich"/>
              <a:sym typeface="Aldrich"/>
            </a:endParaRPr>
          </a:p>
        </p:txBody>
      </p:sp>
      <p:grpSp>
        <p:nvGrpSpPr>
          <p:cNvPr id="3219" name="Google Shape;3219;p103"/>
          <p:cNvGrpSpPr/>
          <p:nvPr/>
        </p:nvGrpSpPr>
        <p:grpSpPr>
          <a:xfrm rot="-900114" flipH="1">
            <a:off x="7729105" y="1350926"/>
            <a:ext cx="1386193" cy="2705765"/>
            <a:chOff x="409722" y="228600"/>
            <a:chExt cx="1385931" cy="2705253"/>
          </a:xfrm>
        </p:grpSpPr>
        <p:grpSp>
          <p:nvGrpSpPr>
            <p:cNvPr id="3220" name="Google Shape;3220;p103"/>
            <p:cNvGrpSpPr/>
            <p:nvPr/>
          </p:nvGrpSpPr>
          <p:grpSpPr>
            <a:xfrm rot="-617154" flipH="1">
              <a:off x="575967" y="402323"/>
              <a:ext cx="1053440" cy="2450002"/>
              <a:chOff x="3817855" y="1437512"/>
              <a:chExt cx="541146" cy="1128254"/>
            </a:xfrm>
          </p:grpSpPr>
          <p:sp>
            <p:nvSpPr>
              <p:cNvPr id="3221" name="Google Shape;3221;p103"/>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103"/>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23" name="Google Shape;3223;p103"/>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24" name="Google Shape;3224;p103"/>
          <p:cNvSpPr txBox="1">
            <a:spLocks noGrp="1"/>
          </p:cNvSpPr>
          <p:nvPr>
            <p:ph type="title" idx="3"/>
          </p:nvPr>
        </p:nvSpPr>
        <p:spPr>
          <a:xfrm>
            <a:off x="992859" y="1841025"/>
            <a:ext cx="1978200" cy="390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a:t>
            </a:r>
            <a:endParaRPr/>
          </a:p>
        </p:txBody>
      </p:sp>
      <p:sp>
        <p:nvSpPr>
          <p:cNvPr id="3225" name="Google Shape;3225;p103"/>
          <p:cNvSpPr txBox="1">
            <a:spLocks noGrp="1"/>
          </p:cNvSpPr>
          <p:nvPr>
            <p:ph type="title" idx="5"/>
          </p:nvPr>
        </p:nvSpPr>
        <p:spPr>
          <a:xfrm>
            <a:off x="2761330" y="3699500"/>
            <a:ext cx="1978200" cy="393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sp>
        <p:nvSpPr>
          <p:cNvPr id="3226" name="Google Shape;3226;p103"/>
          <p:cNvSpPr txBox="1">
            <a:spLocks noGrp="1"/>
          </p:cNvSpPr>
          <p:nvPr>
            <p:ph type="title" idx="8"/>
          </p:nvPr>
        </p:nvSpPr>
        <p:spPr>
          <a:xfrm>
            <a:off x="4529801" y="1833350"/>
            <a:ext cx="1978200" cy="390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a:t>
            </a:r>
            <a:endParaRPr/>
          </a:p>
        </p:txBody>
      </p:sp>
      <p:sp>
        <p:nvSpPr>
          <p:cNvPr id="3227" name="Google Shape;3227;p103"/>
          <p:cNvSpPr txBox="1">
            <a:spLocks noGrp="1"/>
          </p:cNvSpPr>
          <p:nvPr>
            <p:ph type="title" idx="14"/>
          </p:nvPr>
        </p:nvSpPr>
        <p:spPr>
          <a:xfrm>
            <a:off x="6298271" y="3699500"/>
            <a:ext cx="1978200" cy="393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a:t>
            </a:r>
            <a:endParaRPr/>
          </a:p>
        </p:txBody>
      </p:sp>
      <p:sp>
        <p:nvSpPr>
          <p:cNvPr id="3228" name="Google Shape;3228;p103">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103">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202"/>
                                        </p:tgtEl>
                                        <p:attrNameLst>
                                          <p:attrName>style.visibility</p:attrName>
                                        </p:attrNameLst>
                                      </p:cBhvr>
                                      <p:to>
                                        <p:strVal val="visible"/>
                                      </p:to>
                                    </p:set>
                                    <p:animEffect transition="in" filter="fade">
                                      <p:cBhvr>
                                        <p:cTn id="7" dur="1000"/>
                                        <p:tgtEl>
                                          <p:spTgt spid="3202"/>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3205"/>
                                        </p:tgtEl>
                                        <p:attrNameLst>
                                          <p:attrName>style.visibility</p:attrName>
                                        </p:attrNameLst>
                                      </p:cBhvr>
                                      <p:to>
                                        <p:strVal val="visible"/>
                                      </p:to>
                                    </p:set>
                                    <p:animEffect transition="in" filter="fade">
                                      <p:cBhvr>
                                        <p:cTn id="11" dur="1000"/>
                                        <p:tgtEl>
                                          <p:spTgt spid="3205"/>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3207"/>
                                        </p:tgtEl>
                                        <p:attrNameLst>
                                          <p:attrName>style.visibility</p:attrName>
                                        </p:attrNameLst>
                                      </p:cBhvr>
                                      <p:to>
                                        <p:strVal val="visible"/>
                                      </p:to>
                                    </p:set>
                                    <p:animEffect transition="in" filter="fade">
                                      <p:cBhvr>
                                        <p:cTn id="15" dur="1000"/>
                                        <p:tgtEl>
                                          <p:spTgt spid="3207"/>
                                        </p:tgtEl>
                                      </p:cBhvr>
                                    </p:animEffect>
                                  </p:childTnLst>
                                </p:cTn>
                              </p:par>
                            </p:childTnLst>
                          </p:cTn>
                        </p:par>
                        <p:par>
                          <p:cTn id="16" fill="hold">
                            <p:stCondLst>
                              <p:cond delay="3000"/>
                            </p:stCondLst>
                            <p:childTnLst>
                              <p:par>
                                <p:cTn id="17" presetID="10" presetClass="entr" presetSubtype="0" fill="hold" nodeType="afterEffect">
                                  <p:stCondLst>
                                    <p:cond delay="0"/>
                                  </p:stCondLst>
                                  <p:childTnLst>
                                    <p:set>
                                      <p:cBhvr>
                                        <p:cTn id="18" dur="1" fill="hold">
                                          <p:stCondLst>
                                            <p:cond delay="0"/>
                                          </p:stCondLst>
                                        </p:cTn>
                                        <p:tgtEl>
                                          <p:spTgt spid="3209"/>
                                        </p:tgtEl>
                                        <p:attrNameLst>
                                          <p:attrName>style.visibility</p:attrName>
                                        </p:attrNameLst>
                                      </p:cBhvr>
                                      <p:to>
                                        <p:strVal val="visible"/>
                                      </p:to>
                                    </p:set>
                                    <p:animEffect transition="in" filter="fade">
                                      <p:cBhvr>
                                        <p:cTn id="19" dur="1000"/>
                                        <p:tgtEl>
                                          <p:spTgt spid="32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Shape 3233"/>
        <p:cNvGrpSpPr/>
        <p:nvPr/>
      </p:nvGrpSpPr>
      <p:grpSpPr>
        <a:xfrm>
          <a:off x="0" y="0"/>
          <a:ext cx="0" cy="0"/>
          <a:chOff x="0" y="0"/>
          <a:chExt cx="0" cy="0"/>
        </a:xfrm>
      </p:grpSpPr>
      <p:sp>
        <p:nvSpPr>
          <p:cNvPr id="3234" name="Google Shape;3234;p104"/>
          <p:cNvSpPr/>
          <p:nvPr/>
        </p:nvSpPr>
        <p:spPr>
          <a:xfrm>
            <a:off x="3014500" y="1669050"/>
            <a:ext cx="4672500" cy="605700"/>
          </a:xfrm>
          <a:prstGeom prst="round2SameRect">
            <a:avLst>
              <a:gd name="adj1" fmla="val 16667"/>
              <a:gd name="adj2" fmla="val 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104"/>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THIS IS A TABLE</a:t>
            </a:r>
            <a:endParaRPr/>
          </a:p>
        </p:txBody>
      </p:sp>
      <p:graphicFrame>
        <p:nvGraphicFramePr>
          <p:cNvPr id="3236" name="Google Shape;3236;p104"/>
          <p:cNvGraphicFramePr/>
          <p:nvPr/>
        </p:nvGraphicFramePr>
        <p:xfrm>
          <a:off x="1457000" y="1695450"/>
          <a:ext cx="6230000" cy="2319700"/>
        </p:xfrm>
        <a:graphic>
          <a:graphicData uri="http://schemas.openxmlformats.org/drawingml/2006/table">
            <a:tbl>
              <a:tblPr>
                <a:noFill/>
                <a:tableStyleId>{2829158E-518A-43E2-9EA4-46D35B15BF13}</a:tableStyleId>
              </a:tblPr>
              <a:tblGrid>
                <a:gridCol w="1557500">
                  <a:extLst>
                    <a:ext uri="{9D8B030D-6E8A-4147-A177-3AD203B41FA5}">
                      <a16:colId xmlns:a16="http://schemas.microsoft.com/office/drawing/2014/main" val="20000"/>
                    </a:ext>
                  </a:extLst>
                </a:gridCol>
                <a:gridCol w="1557500">
                  <a:extLst>
                    <a:ext uri="{9D8B030D-6E8A-4147-A177-3AD203B41FA5}">
                      <a16:colId xmlns:a16="http://schemas.microsoft.com/office/drawing/2014/main" val="20001"/>
                    </a:ext>
                  </a:extLst>
                </a:gridCol>
                <a:gridCol w="1557500">
                  <a:extLst>
                    <a:ext uri="{9D8B030D-6E8A-4147-A177-3AD203B41FA5}">
                      <a16:colId xmlns:a16="http://schemas.microsoft.com/office/drawing/2014/main" val="20002"/>
                    </a:ext>
                  </a:extLst>
                </a:gridCol>
                <a:gridCol w="1557500">
                  <a:extLst>
                    <a:ext uri="{9D8B030D-6E8A-4147-A177-3AD203B41FA5}">
                      <a16:colId xmlns:a16="http://schemas.microsoft.com/office/drawing/2014/main" val="20003"/>
                    </a:ext>
                  </a:extLst>
                </a:gridCol>
              </a:tblGrid>
              <a:tr h="579925">
                <a:tc>
                  <a:txBody>
                    <a:bodyPr/>
                    <a:lstStyle/>
                    <a:p>
                      <a:pPr marL="0" lvl="0" indent="0" algn="l" rtl="0">
                        <a:spcBef>
                          <a:spcPts val="0"/>
                        </a:spcBef>
                        <a:spcAft>
                          <a:spcPts val="0"/>
                        </a:spcAft>
                        <a:buNone/>
                      </a:pPr>
                      <a:endParaRPr>
                        <a:latin typeface="Lato"/>
                        <a:ea typeface="Lato"/>
                        <a:cs typeface="Lato"/>
                        <a:sym typeface="Lato"/>
                      </a:endParaRPr>
                    </a:p>
                  </a:txBody>
                  <a:tcPr marL="91425" marR="91425" marT="91425" marB="91425">
                    <a:lnL w="28575" cap="flat" cmpd="sng">
                      <a:solidFill>
                        <a:schemeClr val="lt1">
                          <a:alpha val="0"/>
                        </a:schemeClr>
                      </a:solidFill>
                      <a:prstDash val="solid"/>
                      <a:round/>
                      <a:headEnd type="none" w="sm" len="sm"/>
                      <a:tailEnd type="none" w="sm" len="sm"/>
                    </a:lnL>
                    <a:lnR w="28575" cap="flat" cmpd="sng">
                      <a:solidFill>
                        <a:schemeClr val="lt1">
                          <a:alpha val="0"/>
                        </a:schemeClr>
                      </a:solidFill>
                      <a:prstDash val="solid"/>
                      <a:round/>
                      <a:headEnd type="none" w="sm" len="sm"/>
                      <a:tailEnd type="none" w="sm" len="sm"/>
                    </a:lnR>
                    <a:lnT w="28575" cap="flat" cmpd="sng">
                      <a:solidFill>
                        <a:schemeClr val="lt1">
                          <a:alpha val="0"/>
                        </a:schemeClr>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VENUS</a:t>
                      </a:r>
                      <a:endParaRPr sz="1800" b="1">
                        <a:solidFill>
                          <a:schemeClr val="accent5"/>
                        </a:solidFill>
                        <a:latin typeface="Aldrich"/>
                        <a:ea typeface="Aldrich"/>
                        <a:cs typeface="Aldrich"/>
                        <a:sym typeface="Aldrich"/>
                      </a:endParaRPr>
                    </a:p>
                  </a:txBody>
                  <a:tcPr marL="91425" marR="91425" marT="91425" marB="91425" anchor="ctr">
                    <a:lnL w="28575" cap="flat" cmpd="sng">
                      <a:solidFill>
                        <a:schemeClr val="lt1">
                          <a:alpha val="0"/>
                        </a:schemeClr>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alpha val="0"/>
                        </a:schemeClr>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SATURN</a:t>
                      </a:r>
                      <a:endParaRPr sz="1800" b="1">
                        <a:solidFill>
                          <a:schemeClr val="accent5"/>
                        </a:solidFill>
                        <a:latin typeface="Aldrich"/>
                        <a:ea typeface="Aldrich"/>
                        <a:cs typeface="Aldrich"/>
                        <a:sym typeface="Aldrich"/>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alpha val="0"/>
                        </a:schemeClr>
                      </a:solidFill>
                      <a:prstDash val="solid"/>
                      <a:round/>
                      <a:headEnd type="none" w="sm" len="sm"/>
                      <a:tailEnd type="none" w="sm" len="sm"/>
                    </a:lnT>
                    <a:lnB w="28575" cap="flat" cmpd="sng">
                      <a:solidFill>
                        <a:schemeClr val="accent5"/>
                      </a:solidFill>
                      <a:prstDash val="solid"/>
                      <a:round/>
                      <a:headEnd type="none" w="sm" len="sm"/>
                      <a:tailEnd type="none" w="sm" len="sm"/>
                    </a:lnB>
                  </a:tcPr>
                </a:tc>
                <a:tc>
                  <a:txBody>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EARTH</a:t>
                      </a:r>
                      <a:endParaRPr sz="1800" b="1">
                        <a:solidFill>
                          <a:schemeClr val="accent5"/>
                        </a:solidFill>
                        <a:latin typeface="Aldrich"/>
                        <a:ea typeface="Aldrich"/>
                        <a:cs typeface="Aldrich"/>
                        <a:sym typeface="Aldrich"/>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alpha val="0"/>
                        </a:schemeClr>
                      </a:solidFill>
                      <a:prstDash val="solid"/>
                      <a:round/>
                      <a:headEnd type="none" w="sm" len="sm"/>
                      <a:tailEnd type="none" w="sm" len="sm"/>
                    </a:lnR>
                    <a:lnT w="28575" cap="flat" cmpd="sng">
                      <a:solidFill>
                        <a:schemeClr val="accent5">
                          <a:alpha val="0"/>
                        </a:schemeClr>
                      </a:solidFill>
                      <a:prstDash val="solid"/>
                      <a:round/>
                      <a:headEnd type="none" w="sm" len="sm"/>
                      <a:tailEnd type="none" w="sm" len="sm"/>
                    </a:lnT>
                    <a:lnB w="28575" cap="flat" cmpd="sng">
                      <a:solidFill>
                        <a:schemeClr val="accent5"/>
                      </a:solidFill>
                      <a:prstDash val="solid"/>
                      <a:round/>
                      <a:headEnd type="none" w="sm" len="sm"/>
                      <a:tailEnd type="none" w="sm" len="sm"/>
                    </a:lnB>
                  </a:tcPr>
                </a:tc>
                <a:extLst>
                  <a:ext uri="{0D108BD9-81ED-4DB2-BD59-A6C34878D82A}">
                    <a16:rowId xmlns:a16="http://schemas.microsoft.com/office/drawing/2014/main" val="10000"/>
                  </a:ext>
                </a:extLst>
              </a:tr>
              <a:tr h="579925">
                <a:tc>
                  <a:txBody>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MASS</a:t>
                      </a:r>
                      <a:endParaRPr sz="1800" b="1">
                        <a:solidFill>
                          <a:schemeClr val="accent5"/>
                        </a:solidFill>
                        <a:latin typeface="Aldrich"/>
                        <a:ea typeface="Aldrich"/>
                        <a:cs typeface="Aldrich"/>
                        <a:sym typeface="Aldrich"/>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a:solidFill>
                            <a:schemeClr val="accent5"/>
                          </a:solidFill>
                          <a:latin typeface="Didact Gothic"/>
                          <a:ea typeface="Didact Gothic"/>
                          <a:cs typeface="Didact Gothic"/>
                          <a:sym typeface="Didact Gothic"/>
                        </a:rPr>
                        <a:t>0.08</a:t>
                      </a:r>
                      <a:endParaRPr>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6"/>
                    </a:solidFill>
                  </a:tcPr>
                </a:tc>
                <a:tc>
                  <a:txBody>
                    <a:bodyPr/>
                    <a:lstStyle/>
                    <a:p>
                      <a:pPr marL="0" lvl="0" indent="0" algn="ctr" rtl="0">
                        <a:spcBef>
                          <a:spcPts val="0"/>
                        </a:spcBef>
                        <a:spcAft>
                          <a:spcPts val="0"/>
                        </a:spcAft>
                        <a:buNone/>
                      </a:pPr>
                      <a:r>
                        <a:rPr lang="en">
                          <a:solidFill>
                            <a:schemeClr val="accent5"/>
                          </a:solidFill>
                          <a:latin typeface="Didact Gothic"/>
                          <a:ea typeface="Didact Gothic"/>
                          <a:cs typeface="Didact Gothic"/>
                          <a:sym typeface="Didact Gothic"/>
                        </a:rPr>
                        <a:t>2.50</a:t>
                      </a:r>
                      <a:endParaRPr>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6"/>
                    </a:solidFill>
                  </a:tcPr>
                </a:tc>
                <a:tc>
                  <a:txBody>
                    <a:bodyPr/>
                    <a:lstStyle/>
                    <a:p>
                      <a:pPr marL="0" lvl="0" indent="0" algn="ctr" rtl="0">
                        <a:spcBef>
                          <a:spcPts val="0"/>
                        </a:spcBef>
                        <a:spcAft>
                          <a:spcPts val="0"/>
                        </a:spcAft>
                        <a:buNone/>
                      </a:pPr>
                      <a:r>
                        <a:rPr lang="en">
                          <a:solidFill>
                            <a:schemeClr val="accent5"/>
                          </a:solidFill>
                          <a:latin typeface="Didact Gothic"/>
                          <a:ea typeface="Didact Gothic"/>
                          <a:cs typeface="Didact Gothic"/>
                          <a:sym typeface="Didact Gothic"/>
                        </a:rPr>
                        <a:t>1.15</a:t>
                      </a:r>
                      <a:endParaRPr>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6"/>
                    </a:solidFill>
                  </a:tcPr>
                </a:tc>
                <a:extLst>
                  <a:ext uri="{0D108BD9-81ED-4DB2-BD59-A6C34878D82A}">
                    <a16:rowId xmlns:a16="http://schemas.microsoft.com/office/drawing/2014/main" val="10001"/>
                  </a:ext>
                </a:extLst>
              </a:tr>
              <a:tr h="579925">
                <a:tc>
                  <a:txBody>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DIAMETER</a:t>
                      </a:r>
                      <a:endParaRPr sz="1800" b="1">
                        <a:solidFill>
                          <a:schemeClr val="accent5"/>
                        </a:solidFill>
                        <a:latin typeface="Aldrich"/>
                        <a:ea typeface="Aldrich"/>
                        <a:cs typeface="Aldrich"/>
                        <a:sym typeface="Aldrich"/>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a:solidFill>
                            <a:schemeClr val="accent5"/>
                          </a:solidFill>
                          <a:latin typeface="Didact Gothic"/>
                          <a:ea typeface="Didact Gothic"/>
                          <a:cs typeface="Didact Gothic"/>
                          <a:sym typeface="Didact Gothic"/>
                        </a:rPr>
                        <a:t>5.95</a:t>
                      </a:r>
                      <a:endParaRPr>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6"/>
                    </a:solidFill>
                  </a:tcPr>
                </a:tc>
                <a:tc>
                  <a:txBody>
                    <a:bodyPr/>
                    <a:lstStyle/>
                    <a:p>
                      <a:pPr marL="0" lvl="0" indent="0" algn="ctr" rtl="0">
                        <a:spcBef>
                          <a:spcPts val="0"/>
                        </a:spcBef>
                        <a:spcAft>
                          <a:spcPts val="0"/>
                        </a:spcAft>
                        <a:buNone/>
                      </a:pPr>
                      <a:r>
                        <a:rPr lang="en">
                          <a:solidFill>
                            <a:schemeClr val="accent5"/>
                          </a:solidFill>
                          <a:latin typeface="Didact Gothic"/>
                          <a:ea typeface="Didact Gothic"/>
                          <a:cs typeface="Didact Gothic"/>
                          <a:sym typeface="Didact Gothic"/>
                        </a:rPr>
                        <a:t>9.82</a:t>
                      </a:r>
                      <a:endParaRPr>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6"/>
                    </a:solidFill>
                  </a:tcPr>
                </a:tc>
                <a:tc>
                  <a:txBody>
                    <a:bodyPr/>
                    <a:lstStyle/>
                    <a:p>
                      <a:pPr marL="0" lvl="0" indent="0" algn="ctr" rtl="0">
                        <a:spcBef>
                          <a:spcPts val="0"/>
                        </a:spcBef>
                        <a:spcAft>
                          <a:spcPts val="0"/>
                        </a:spcAft>
                        <a:buNone/>
                      </a:pPr>
                      <a:r>
                        <a:rPr lang="en">
                          <a:solidFill>
                            <a:schemeClr val="accent5"/>
                          </a:solidFill>
                          <a:latin typeface="Didact Gothic"/>
                          <a:ea typeface="Didact Gothic"/>
                          <a:cs typeface="Didact Gothic"/>
                          <a:sym typeface="Didact Gothic"/>
                        </a:rPr>
                        <a:t>1.05</a:t>
                      </a:r>
                      <a:endParaRPr>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6"/>
                    </a:solidFill>
                  </a:tcPr>
                </a:tc>
                <a:extLst>
                  <a:ext uri="{0D108BD9-81ED-4DB2-BD59-A6C34878D82A}">
                    <a16:rowId xmlns:a16="http://schemas.microsoft.com/office/drawing/2014/main" val="10002"/>
                  </a:ext>
                </a:extLst>
              </a:tr>
              <a:tr h="579925">
                <a:tc>
                  <a:txBody>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GRAVITY</a:t>
                      </a:r>
                      <a:endParaRPr sz="1800" b="1">
                        <a:solidFill>
                          <a:schemeClr val="accent5"/>
                        </a:solidFill>
                        <a:latin typeface="Aldrich"/>
                        <a:ea typeface="Aldrich"/>
                        <a:cs typeface="Aldrich"/>
                        <a:sym typeface="Aldrich"/>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a:solidFill>
                            <a:schemeClr val="accent5"/>
                          </a:solidFill>
                          <a:latin typeface="Didact Gothic"/>
                          <a:ea typeface="Didact Gothic"/>
                          <a:cs typeface="Didact Gothic"/>
                          <a:sym typeface="Didact Gothic"/>
                        </a:rPr>
                        <a:t>1.02</a:t>
                      </a:r>
                      <a:endParaRPr>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6"/>
                    </a:solidFill>
                  </a:tcPr>
                </a:tc>
                <a:tc>
                  <a:txBody>
                    <a:bodyPr/>
                    <a:lstStyle/>
                    <a:p>
                      <a:pPr marL="0" lvl="0" indent="0" algn="ctr" rtl="0">
                        <a:spcBef>
                          <a:spcPts val="0"/>
                        </a:spcBef>
                        <a:spcAft>
                          <a:spcPts val="0"/>
                        </a:spcAft>
                        <a:buNone/>
                      </a:pPr>
                      <a:r>
                        <a:rPr lang="en">
                          <a:solidFill>
                            <a:schemeClr val="accent5"/>
                          </a:solidFill>
                          <a:latin typeface="Didact Gothic"/>
                          <a:ea typeface="Didact Gothic"/>
                          <a:cs typeface="Didact Gothic"/>
                          <a:sym typeface="Didact Gothic"/>
                        </a:rPr>
                        <a:t>2.08</a:t>
                      </a:r>
                      <a:endParaRPr>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6"/>
                    </a:solidFill>
                  </a:tcPr>
                </a:tc>
                <a:tc>
                  <a:txBody>
                    <a:bodyPr/>
                    <a:lstStyle/>
                    <a:p>
                      <a:pPr marL="0" lvl="0" indent="0" algn="ctr" rtl="0">
                        <a:spcBef>
                          <a:spcPts val="0"/>
                        </a:spcBef>
                        <a:spcAft>
                          <a:spcPts val="0"/>
                        </a:spcAft>
                        <a:buNone/>
                      </a:pPr>
                      <a:r>
                        <a:rPr lang="en">
                          <a:solidFill>
                            <a:schemeClr val="accent5"/>
                          </a:solidFill>
                          <a:latin typeface="Didact Gothic"/>
                          <a:ea typeface="Didact Gothic"/>
                          <a:cs typeface="Didact Gothic"/>
                          <a:sym typeface="Didact Gothic"/>
                        </a:rPr>
                        <a:t>1.13</a:t>
                      </a:r>
                      <a:endParaRPr>
                        <a:solidFill>
                          <a:schemeClr val="accent5"/>
                        </a:solidFill>
                        <a:latin typeface="Didact Gothic"/>
                        <a:ea typeface="Didact Gothic"/>
                        <a:cs typeface="Didact Gothic"/>
                        <a:sym typeface="Didact Gothic"/>
                      </a:endParaRPr>
                    </a:p>
                  </a:txBody>
                  <a:tcPr marL="91425" marR="91425" marT="91425" marB="91425" anchor="ctr">
                    <a:lnL w="28575" cap="flat" cmpd="sng">
                      <a:solidFill>
                        <a:schemeClr val="accent5"/>
                      </a:solidFill>
                      <a:prstDash val="solid"/>
                      <a:round/>
                      <a:headEnd type="none" w="sm" len="sm"/>
                      <a:tailEnd type="none" w="sm" len="sm"/>
                    </a:lnL>
                    <a:lnR w="28575" cap="flat" cmpd="sng">
                      <a:solidFill>
                        <a:schemeClr val="accent5"/>
                      </a:solidFill>
                      <a:prstDash val="solid"/>
                      <a:round/>
                      <a:headEnd type="none" w="sm" len="sm"/>
                      <a:tailEnd type="none" w="sm" len="sm"/>
                    </a:lnR>
                    <a:lnT w="28575" cap="flat" cmpd="sng">
                      <a:solidFill>
                        <a:schemeClr val="accent5"/>
                      </a:solidFill>
                      <a:prstDash val="solid"/>
                      <a:round/>
                      <a:headEnd type="none" w="sm" len="sm"/>
                      <a:tailEnd type="none" w="sm" len="sm"/>
                    </a:lnT>
                    <a:lnB w="28575" cap="flat" cmpd="sng">
                      <a:solidFill>
                        <a:schemeClr val="accent5"/>
                      </a:solidFill>
                      <a:prstDash val="solid"/>
                      <a:round/>
                      <a:headEnd type="none" w="sm" len="sm"/>
                      <a:tailEnd type="none" w="sm" len="sm"/>
                    </a:lnB>
                    <a:solidFill>
                      <a:schemeClr val="accent6"/>
                    </a:solidFill>
                  </a:tcPr>
                </a:tc>
                <a:extLst>
                  <a:ext uri="{0D108BD9-81ED-4DB2-BD59-A6C34878D82A}">
                    <a16:rowId xmlns:a16="http://schemas.microsoft.com/office/drawing/2014/main" val="10003"/>
                  </a:ext>
                </a:extLst>
              </a:tr>
            </a:tbl>
          </a:graphicData>
        </a:graphic>
      </p:graphicFrame>
      <p:sp>
        <p:nvSpPr>
          <p:cNvPr id="3237" name="Google Shape;3237;p104">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104">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Shape 3242"/>
        <p:cNvGrpSpPr/>
        <p:nvPr/>
      </p:nvGrpSpPr>
      <p:grpSpPr>
        <a:xfrm>
          <a:off x="0" y="0"/>
          <a:ext cx="0" cy="0"/>
          <a:chOff x="0" y="0"/>
          <a:chExt cx="0" cy="0"/>
        </a:xfrm>
      </p:grpSpPr>
      <p:grpSp>
        <p:nvGrpSpPr>
          <p:cNvPr id="3243" name="Google Shape;3243;p105"/>
          <p:cNvGrpSpPr/>
          <p:nvPr/>
        </p:nvGrpSpPr>
        <p:grpSpPr>
          <a:xfrm rot="-2876240" flipH="1">
            <a:off x="7062061" y="371642"/>
            <a:ext cx="541141" cy="2225326"/>
            <a:chOff x="871338" y="1945155"/>
            <a:chExt cx="247109" cy="1016148"/>
          </a:xfrm>
        </p:grpSpPr>
        <p:sp>
          <p:nvSpPr>
            <p:cNvPr id="3244" name="Google Shape;3244;p105"/>
            <p:cNvSpPr/>
            <p:nvPr/>
          </p:nvSpPr>
          <p:spPr>
            <a:xfrm>
              <a:off x="1017893" y="2858365"/>
              <a:ext cx="100554" cy="102938"/>
            </a:xfrm>
            <a:custGeom>
              <a:avLst/>
              <a:gdLst/>
              <a:ahLst/>
              <a:cxnLst/>
              <a:rect l="l" t="t" r="r" b="b"/>
              <a:pathLst>
                <a:path w="5314" h="5440" extrusionOk="0">
                  <a:moveTo>
                    <a:pt x="2707" y="0"/>
                  </a:moveTo>
                  <a:cubicBezTo>
                    <a:pt x="1253" y="0"/>
                    <a:pt x="0" y="1254"/>
                    <a:pt x="0" y="2707"/>
                  </a:cubicBezTo>
                  <a:cubicBezTo>
                    <a:pt x="0" y="4186"/>
                    <a:pt x="1253" y="5439"/>
                    <a:pt x="2707" y="5439"/>
                  </a:cubicBezTo>
                  <a:cubicBezTo>
                    <a:pt x="4161" y="5439"/>
                    <a:pt x="5314" y="4186"/>
                    <a:pt x="5314" y="2707"/>
                  </a:cubicBezTo>
                  <a:cubicBezTo>
                    <a:pt x="5314" y="1254"/>
                    <a:pt x="4161" y="0"/>
                    <a:pt x="27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105"/>
            <p:cNvSpPr/>
            <p:nvPr/>
          </p:nvSpPr>
          <p:spPr>
            <a:xfrm>
              <a:off x="871338" y="2075844"/>
              <a:ext cx="215338" cy="853670"/>
            </a:xfrm>
            <a:custGeom>
              <a:avLst/>
              <a:gdLst/>
              <a:ahLst/>
              <a:cxnLst/>
              <a:rect l="l" t="t" r="r" b="b"/>
              <a:pathLst>
                <a:path w="11380" h="45114" extrusionOk="0">
                  <a:moveTo>
                    <a:pt x="6066" y="1"/>
                  </a:moveTo>
                  <a:cubicBezTo>
                    <a:pt x="2206" y="5640"/>
                    <a:pt x="1" y="12332"/>
                    <a:pt x="1" y="19625"/>
                  </a:cubicBezTo>
                  <a:cubicBezTo>
                    <a:pt x="1" y="29650"/>
                    <a:pt x="4287" y="38748"/>
                    <a:pt x="11079" y="45114"/>
                  </a:cubicBezTo>
                  <a:lnTo>
                    <a:pt x="11379" y="44813"/>
                  </a:lnTo>
                  <a:cubicBezTo>
                    <a:pt x="4612" y="38547"/>
                    <a:pt x="427" y="29550"/>
                    <a:pt x="427" y="19625"/>
                  </a:cubicBezTo>
                  <a:cubicBezTo>
                    <a:pt x="427" y="12432"/>
                    <a:pt x="2607" y="5740"/>
                    <a:pt x="6367" y="201"/>
                  </a:cubicBezTo>
                  <a:lnTo>
                    <a:pt x="606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105"/>
            <p:cNvSpPr/>
            <p:nvPr/>
          </p:nvSpPr>
          <p:spPr>
            <a:xfrm>
              <a:off x="1051083" y="1945155"/>
              <a:ext cx="67364" cy="51242"/>
            </a:xfrm>
            <a:custGeom>
              <a:avLst/>
              <a:gdLst/>
              <a:ahLst/>
              <a:cxnLst/>
              <a:rect l="l" t="t" r="r" b="b"/>
              <a:pathLst>
                <a:path w="3560" h="2708" extrusionOk="0">
                  <a:moveTo>
                    <a:pt x="1780" y="1"/>
                  </a:moveTo>
                  <a:cubicBezTo>
                    <a:pt x="1" y="1"/>
                    <a:pt x="1" y="2708"/>
                    <a:pt x="1780" y="2708"/>
                  </a:cubicBezTo>
                  <a:cubicBezTo>
                    <a:pt x="3459" y="2708"/>
                    <a:pt x="3560" y="1"/>
                    <a:pt x="17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47" name="Google Shape;3247;p105"/>
          <p:cNvSpPr txBox="1">
            <a:spLocks noGrp="1"/>
          </p:cNvSpPr>
          <p:nvPr>
            <p:ph type="ctrTitle"/>
          </p:nvPr>
        </p:nvSpPr>
        <p:spPr>
          <a:xfrm>
            <a:off x="4302700" y="1714500"/>
            <a:ext cx="3374100" cy="1289400"/>
          </a:xfrm>
          <a:prstGeom prst="rect">
            <a:avLst/>
          </a:prstGeom>
        </p:spPr>
        <p:txBody>
          <a:bodyPr spcFirstLastPara="1" wrap="square" lIns="0" tIns="0" rIns="0" bIns="0" anchor="ctr" anchorCtr="0">
            <a:noAutofit/>
          </a:bodyPr>
          <a:lstStyle/>
          <a:p>
            <a:pPr marL="0" lvl="0" indent="0" algn="l" rtl="0">
              <a:spcBef>
                <a:spcPts val="0"/>
              </a:spcBef>
              <a:spcAft>
                <a:spcPts val="0"/>
              </a:spcAft>
              <a:buNone/>
            </a:pPr>
            <a:r>
              <a:rPr lang="en"/>
              <a:t>ABOUT THIS LESSON</a:t>
            </a:r>
            <a:endParaRPr/>
          </a:p>
        </p:txBody>
      </p:sp>
      <p:sp>
        <p:nvSpPr>
          <p:cNvPr id="3248" name="Google Shape;3248;p105"/>
          <p:cNvSpPr txBox="1">
            <a:spLocks noGrp="1"/>
          </p:cNvSpPr>
          <p:nvPr>
            <p:ph type="subTitle" idx="1"/>
          </p:nvPr>
        </p:nvSpPr>
        <p:spPr>
          <a:xfrm>
            <a:off x="4302700" y="3095225"/>
            <a:ext cx="2862000" cy="585300"/>
          </a:xfrm>
          <a:prstGeom prst="rect">
            <a:avLst/>
          </a:prstGeom>
        </p:spPr>
        <p:txBody>
          <a:bodyPr spcFirstLastPara="1" wrap="square" lIns="0" tIns="0" rIns="0" bIns="0" anchor="t" anchorCtr="0">
            <a:noAutofit/>
          </a:bodyPr>
          <a:lstStyle/>
          <a:p>
            <a:pPr marL="0" lvl="0" indent="0" algn="l" rtl="0">
              <a:spcBef>
                <a:spcPts val="0"/>
              </a:spcBef>
              <a:spcAft>
                <a:spcPts val="0"/>
              </a:spcAft>
              <a:buClr>
                <a:schemeClr val="dk1"/>
              </a:buClr>
              <a:buSzPts val="1100"/>
              <a:buFont typeface="Arial"/>
              <a:buNone/>
            </a:pPr>
            <a:r>
              <a:rPr lang="en"/>
              <a:t>You can enter a subtitle here if you need it</a:t>
            </a:r>
            <a:endParaRPr/>
          </a:p>
        </p:txBody>
      </p:sp>
      <p:sp>
        <p:nvSpPr>
          <p:cNvPr id="3249" name="Google Shape;3249;p105">
            <a:hlinkClick r:id="rId3" action="ppaction://hlinksldjump"/>
          </p:cNvPr>
          <p:cNvSpPr txBox="1">
            <a:spLocks noGrp="1"/>
          </p:cNvSpPr>
          <p:nvPr>
            <p:ph type="title" idx="2"/>
          </p:nvPr>
        </p:nvSpPr>
        <p:spPr>
          <a:xfrm>
            <a:off x="1044875" y="1714500"/>
            <a:ext cx="1914600" cy="12858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04</a:t>
            </a:r>
            <a:endParaRPr/>
          </a:p>
        </p:txBody>
      </p:sp>
      <p:grpSp>
        <p:nvGrpSpPr>
          <p:cNvPr id="3250" name="Google Shape;3250;p105"/>
          <p:cNvGrpSpPr/>
          <p:nvPr/>
        </p:nvGrpSpPr>
        <p:grpSpPr>
          <a:xfrm rot="-4639502">
            <a:off x="1731607" y="2697918"/>
            <a:ext cx="541135" cy="2225350"/>
            <a:chOff x="871338" y="1945155"/>
            <a:chExt cx="247109" cy="1016148"/>
          </a:xfrm>
        </p:grpSpPr>
        <p:sp>
          <p:nvSpPr>
            <p:cNvPr id="3251" name="Google Shape;3251;p105"/>
            <p:cNvSpPr/>
            <p:nvPr/>
          </p:nvSpPr>
          <p:spPr>
            <a:xfrm>
              <a:off x="1017893" y="2858365"/>
              <a:ext cx="100554" cy="102938"/>
            </a:xfrm>
            <a:custGeom>
              <a:avLst/>
              <a:gdLst/>
              <a:ahLst/>
              <a:cxnLst/>
              <a:rect l="l" t="t" r="r" b="b"/>
              <a:pathLst>
                <a:path w="5314" h="5440" extrusionOk="0">
                  <a:moveTo>
                    <a:pt x="2707" y="0"/>
                  </a:moveTo>
                  <a:cubicBezTo>
                    <a:pt x="1253" y="0"/>
                    <a:pt x="0" y="1254"/>
                    <a:pt x="0" y="2707"/>
                  </a:cubicBezTo>
                  <a:cubicBezTo>
                    <a:pt x="0" y="4186"/>
                    <a:pt x="1253" y="5439"/>
                    <a:pt x="2707" y="5439"/>
                  </a:cubicBezTo>
                  <a:cubicBezTo>
                    <a:pt x="4161" y="5439"/>
                    <a:pt x="5314" y="4186"/>
                    <a:pt x="5314" y="2707"/>
                  </a:cubicBezTo>
                  <a:cubicBezTo>
                    <a:pt x="5314" y="1254"/>
                    <a:pt x="4161" y="0"/>
                    <a:pt x="27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105"/>
            <p:cNvSpPr/>
            <p:nvPr/>
          </p:nvSpPr>
          <p:spPr>
            <a:xfrm>
              <a:off x="871338" y="2075844"/>
              <a:ext cx="215338" cy="853670"/>
            </a:xfrm>
            <a:custGeom>
              <a:avLst/>
              <a:gdLst/>
              <a:ahLst/>
              <a:cxnLst/>
              <a:rect l="l" t="t" r="r" b="b"/>
              <a:pathLst>
                <a:path w="11380" h="45114" extrusionOk="0">
                  <a:moveTo>
                    <a:pt x="6066" y="1"/>
                  </a:moveTo>
                  <a:cubicBezTo>
                    <a:pt x="2206" y="5640"/>
                    <a:pt x="1" y="12332"/>
                    <a:pt x="1" y="19625"/>
                  </a:cubicBezTo>
                  <a:cubicBezTo>
                    <a:pt x="1" y="29650"/>
                    <a:pt x="4287" y="38748"/>
                    <a:pt x="11079" y="45114"/>
                  </a:cubicBezTo>
                  <a:lnTo>
                    <a:pt x="11379" y="44813"/>
                  </a:lnTo>
                  <a:cubicBezTo>
                    <a:pt x="4612" y="38547"/>
                    <a:pt x="427" y="29550"/>
                    <a:pt x="427" y="19625"/>
                  </a:cubicBezTo>
                  <a:cubicBezTo>
                    <a:pt x="427" y="12432"/>
                    <a:pt x="2607" y="5740"/>
                    <a:pt x="6367" y="201"/>
                  </a:cubicBezTo>
                  <a:lnTo>
                    <a:pt x="606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105"/>
            <p:cNvSpPr/>
            <p:nvPr/>
          </p:nvSpPr>
          <p:spPr>
            <a:xfrm>
              <a:off x="1051083" y="1945155"/>
              <a:ext cx="67364" cy="51242"/>
            </a:xfrm>
            <a:custGeom>
              <a:avLst/>
              <a:gdLst/>
              <a:ahLst/>
              <a:cxnLst/>
              <a:rect l="l" t="t" r="r" b="b"/>
              <a:pathLst>
                <a:path w="3560" h="2708" extrusionOk="0">
                  <a:moveTo>
                    <a:pt x="1780" y="1"/>
                  </a:moveTo>
                  <a:cubicBezTo>
                    <a:pt x="1" y="1"/>
                    <a:pt x="1" y="2708"/>
                    <a:pt x="1780" y="2708"/>
                  </a:cubicBezTo>
                  <a:cubicBezTo>
                    <a:pt x="3459" y="2708"/>
                    <a:pt x="3560" y="1"/>
                    <a:pt x="17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54" name="Google Shape;3254;p105">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105">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push dir="r"/>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3249"/>
                                        </p:tgtEl>
                                        <p:attrNameLst>
                                          <p:attrName>style.visibility</p:attrName>
                                        </p:attrNameLst>
                                      </p:cBhvr>
                                      <p:to>
                                        <p:strVal val="visible"/>
                                      </p:to>
                                    </p:set>
                                    <p:anim calcmode="lin" valueType="num">
                                      <p:cBhvr additive="base">
                                        <p:cTn id="7" dur="1000"/>
                                        <p:tgtEl>
                                          <p:spTgt spid="3249"/>
                                        </p:tgtEl>
                                        <p:attrNameLst>
                                          <p:attrName>ppt_w</p:attrName>
                                        </p:attrNameLst>
                                      </p:cBhvr>
                                      <p:tavLst>
                                        <p:tav tm="0">
                                          <p:val>
                                            <p:strVal val="0"/>
                                          </p:val>
                                        </p:tav>
                                        <p:tav tm="100000">
                                          <p:val>
                                            <p:strVal val="#ppt_w"/>
                                          </p:val>
                                        </p:tav>
                                      </p:tavLst>
                                    </p:anim>
                                    <p:anim calcmode="lin" valueType="num">
                                      <p:cBhvr additive="base">
                                        <p:cTn id="8" dur="1000"/>
                                        <p:tgtEl>
                                          <p:spTgt spid="3249"/>
                                        </p:tgtEl>
                                        <p:attrNameLst>
                                          <p:attrName>ppt_h</p:attrName>
                                        </p:attrNameLst>
                                      </p:cBhvr>
                                      <p:tavLst>
                                        <p:tav tm="0">
                                          <p:val>
                                            <p:strVal val="0"/>
                                          </p:val>
                                        </p:tav>
                                        <p:tav tm="100000">
                                          <p:val>
                                            <p:strVal val="#ppt_h"/>
                                          </p:val>
                                        </p:tav>
                                      </p:tavLst>
                                    </p:anim>
                                  </p:childTnLst>
                                </p:cTn>
                              </p:par>
                            </p:childTnLst>
                          </p:cTn>
                        </p:par>
                        <p:par>
                          <p:cTn id="9" fill="hold">
                            <p:stCondLst>
                              <p:cond delay="1000"/>
                            </p:stCondLst>
                            <p:childTnLst>
                              <p:par>
                                <p:cTn id="10" presetID="2" presetClass="entr" presetSubtype="1" fill="hold" nodeType="afterEffect">
                                  <p:stCondLst>
                                    <p:cond delay="0"/>
                                  </p:stCondLst>
                                  <p:childTnLst>
                                    <p:set>
                                      <p:cBhvr>
                                        <p:cTn id="11" dur="1" fill="hold">
                                          <p:stCondLst>
                                            <p:cond delay="0"/>
                                          </p:stCondLst>
                                        </p:cTn>
                                        <p:tgtEl>
                                          <p:spTgt spid="3243"/>
                                        </p:tgtEl>
                                        <p:attrNameLst>
                                          <p:attrName>style.visibility</p:attrName>
                                        </p:attrNameLst>
                                      </p:cBhvr>
                                      <p:to>
                                        <p:strVal val="visible"/>
                                      </p:to>
                                    </p:set>
                                    <p:anim calcmode="lin" valueType="num">
                                      <p:cBhvr additive="base">
                                        <p:cTn id="12" dur="1000"/>
                                        <p:tgtEl>
                                          <p:spTgt spid="3243"/>
                                        </p:tgtEl>
                                        <p:attrNameLst>
                                          <p:attrName>ppt_y</p:attrName>
                                        </p:attrNameLst>
                                      </p:cBhvr>
                                      <p:tavLst>
                                        <p:tav tm="0">
                                          <p:val>
                                            <p:strVal val="#ppt_y-1"/>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3250"/>
                                        </p:tgtEl>
                                        <p:attrNameLst>
                                          <p:attrName>style.visibility</p:attrName>
                                        </p:attrNameLst>
                                      </p:cBhvr>
                                      <p:to>
                                        <p:strVal val="visible"/>
                                      </p:to>
                                    </p:set>
                                    <p:anim calcmode="lin" valueType="num">
                                      <p:cBhvr additive="base">
                                        <p:cTn id="15" dur="1000"/>
                                        <p:tgtEl>
                                          <p:spTgt spid="325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Shape 3259"/>
        <p:cNvGrpSpPr/>
        <p:nvPr/>
      </p:nvGrpSpPr>
      <p:grpSpPr>
        <a:xfrm>
          <a:off x="0" y="0"/>
          <a:ext cx="0" cy="0"/>
          <a:chOff x="0" y="0"/>
          <a:chExt cx="0" cy="0"/>
        </a:xfrm>
      </p:grpSpPr>
      <p:sp>
        <p:nvSpPr>
          <p:cNvPr id="3260" name="Google Shape;3260;p106"/>
          <p:cNvSpPr txBox="1">
            <a:spLocks noGrp="1"/>
          </p:cNvSpPr>
          <p:nvPr>
            <p:ph type="body" idx="1"/>
          </p:nvPr>
        </p:nvSpPr>
        <p:spPr>
          <a:xfrm>
            <a:off x="720000" y="1157450"/>
            <a:ext cx="4090200" cy="2616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5"/>
                </a:solidFill>
              </a:rPr>
              <a:t>Do you know what helps you make your point clear and understandable?</a:t>
            </a:r>
            <a:endParaRPr>
              <a:solidFill>
                <a:schemeClr val="accent5"/>
              </a:solidFill>
            </a:endParaRPr>
          </a:p>
          <a:p>
            <a:pPr marL="0" lvl="0" indent="0" algn="l" rtl="0">
              <a:spcBef>
                <a:spcPts val="0"/>
              </a:spcBef>
              <a:spcAft>
                <a:spcPts val="0"/>
              </a:spcAft>
              <a:buNone/>
            </a:pPr>
            <a:r>
              <a:rPr lang="en">
                <a:solidFill>
                  <a:schemeClr val="accent5"/>
                </a:solidFill>
              </a:rPr>
              <a:t>Lists like this one:</a:t>
            </a:r>
            <a:endParaRPr>
              <a:solidFill>
                <a:schemeClr val="accent5"/>
              </a:solidFill>
            </a:endParaRPr>
          </a:p>
          <a:p>
            <a:pPr marL="457200" lvl="0" indent="-330200" algn="l" rtl="0">
              <a:spcBef>
                <a:spcPts val="1600"/>
              </a:spcBef>
              <a:spcAft>
                <a:spcPts val="0"/>
              </a:spcAft>
              <a:buSzPts val="1600"/>
              <a:buChar char="●"/>
            </a:pPr>
            <a:r>
              <a:rPr lang="en">
                <a:solidFill>
                  <a:schemeClr val="accent5"/>
                </a:solidFill>
              </a:rPr>
              <a:t>They’re simple </a:t>
            </a:r>
            <a:endParaRPr>
              <a:solidFill>
                <a:schemeClr val="accent5"/>
              </a:solidFill>
            </a:endParaRPr>
          </a:p>
          <a:p>
            <a:pPr marL="457200" lvl="0" indent="-330200" algn="l" rtl="0">
              <a:spcBef>
                <a:spcPts val="0"/>
              </a:spcBef>
              <a:spcAft>
                <a:spcPts val="0"/>
              </a:spcAft>
              <a:buSzPts val="1600"/>
              <a:buChar char="●"/>
            </a:pPr>
            <a:r>
              <a:rPr lang="en">
                <a:solidFill>
                  <a:schemeClr val="accent5"/>
                </a:solidFill>
              </a:rPr>
              <a:t>You can organize your ideas clearly</a:t>
            </a:r>
            <a:endParaRPr>
              <a:solidFill>
                <a:schemeClr val="accent5"/>
              </a:solidFill>
            </a:endParaRPr>
          </a:p>
          <a:p>
            <a:pPr marL="457200" lvl="0" indent="-330200" algn="l" rtl="0">
              <a:spcBef>
                <a:spcPts val="0"/>
              </a:spcBef>
              <a:spcAft>
                <a:spcPts val="0"/>
              </a:spcAft>
              <a:buSzPts val="1600"/>
              <a:buChar char="●"/>
            </a:pPr>
            <a:r>
              <a:rPr lang="en">
                <a:solidFill>
                  <a:schemeClr val="accent5"/>
                </a:solidFill>
              </a:rPr>
              <a:t>You’ll never forget to buy milk!</a:t>
            </a:r>
            <a:endParaRPr>
              <a:solidFill>
                <a:schemeClr val="accent5"/>
              </a:solidFill>
            </a:endParaRPr>
          </a:p>
          <a:p>
            <a:pPr marL="0" lvl="0" indent="0" algn="l" rtl="0">
              <a:spcBef>
                <a:spcPts val="1600"/>
              </a:spcBef>
              <a:spcAft>
                <a:spcPts val="0"/>
              </a:spcAft>
              <a:buNone/>
            </a:pPr>
            <a:r>
              <a:rPr lang="en">
                <a:solidFill>
                  <a:schemeClr val="accent5"/>
                </a:solidFill>
              </a:rPr>
              <a:t>And the most important thing: the audience won’t miss the point of your presentation</a:t>
            </a:r>
            <a:endParaRPr>
              <a:solidFill>
                <a:schemeClr val="accent5"/>
              </a:solidFill>
            </a:endParaRPr>
          </a:p>
        </p:txBody>
      </p:sp>
      <p:sp>
        <p:nvSpPr>
          <p:cNvPr id="3261" name="Google Shape;3261;p106"/>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THIS TOPIC ABOUT</a:t>
            </a:r>
            <a:endParaRPr/>
          </a:p>
        </p:txBody>
      </p:sp>
      <p:grpSp>
        <p:nvGrpSpPr>
          <p:cNvPr id="3262" name="Google Shape;3262;p106"/>
          <p:cNvGrpSpPr/>
          <p:nvPr/>
        </p:nvGrpSpPr>
        <p:grpSpPr>
          <a:xfrm>
            <a:off x="-75225" y="1085860"/>
            <a:ext cx="9318618" cy="4139341"/>
            <a:chOff x="-75225" y="1009660"/>
            <a:chExt cx="9318618" cy="4139341"/>
          </a:xfrm>
        </p:grpSpPr>
        <p:grpSp>
          <p:nvGrpSpPr>
            <p:cNvPr id="3263" name="Google Shape;3263;p106"/>
            <p:cNvGrpSpPr/>
            <p:nvPr/>
          </p:nvGrpSpPr>
          <p:grpSpPr>
            <a:xfrm>
              <a:off x="-75225" y="1009660"/>
              <a:ext cx="9318618" cy="4139341"/>
              <a:chOff x="-75225" y="1009660"/>
              <a:chExt cx="9318618" cy="4139341"/>
            </a:xfrm>
          </p:grpSpPr>
          <p:grpSp>
            <p:nvGrpSpPr>
              <p:cNvPr id="3264" name="Google Shape;3264;p106"/>
              <p:cNvGrpSpPr/>
              <p:nvPr/>
            </p:nvGrpSpPr>
            <p:grpSpPr>
              <a:xfrm>
                <a:off x="-75225" y="1009660"/>
                <a:ext cx="9318618" cy="4139341"/>
                <a:chOff x="-4882607" y="238125"/>
                <a:chExt cx="11689185" cy="5192350"/>
              </a:xfrm>
            </p:grpSpPr>
            <p:sp>
              <p:nvSpPr>
                <p:cNvPr id="3265" name="Google Shape;3265;p106"/>
                <p:cNvSpPr/>
                <p:nvPr/>
              </p:nvSpPr>
              <p:spPr>
                <a:xfrm>
                  <a:off x="-4882607" y="4092760"/>
                  <a:ext cx="11689185" cy="1337700"/>
                </a:xfrm>
                <a:custGeom>
                  <a:avLst/>
                  <a:gdLst/>
                  <a:ahLst/>
                  <a:cxnLst/>
                  <a:rect l="l" t="t" r="r" b="b"/>
                  <a:pathLst>
                    <a:path w="230465" h="53508" extrusionOk="0">
                      <a:moveTo>
                        <a:pt x="0" y="0"/>
                      </a:moveTo>
                      <a:lnTo>
                        <a:pt x="0" y="53508"/>
                      </a:lnTo>
                      <a:lnTo>
                        <a:pt x="230464" y="53508"/>
                      </a:lnTo>
                      <a:lnTo>
                        <a:pt x="229876" y="589"/>
                      </a:lnTo>
                      <a:lnTo>
                        <a:pt x="0" y="0"/>
                      </a:ln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106"/>
                <p:cNvSpPr/>
                <p:nvPr/>
              </p:nvSpPr>
              <p:spPr>
                <a:xfrm>
                  <a:off x="-4717469" y="5217703"/>
                  <a:ext cx="11402256" cy="27188"/>
                </a:xfrm>
                <a:custGeom>
                  <a:avLst/>
                  <a:gdLst/>
                  <a:ahLst/>
                  <a:cxnLst/>
                  <a:rect l="l" t="t" r="r" b="b"/>
                  <a:pathLst>
                    <a:path w="230465" h="589" extrusionOk="0">
                      <a:moveTo>
                        <a:pt x="0" y="0"/>
                      </a:moveTo>
                      <a:lnTo>
                        <a:pt x="0" y="589"/>
                      </a:lnTo>
                      <a:lnTo>
                        <a:pt x="230464" y="589"/>
                      </a:lnTo>
                      <a:lnTo>
                        <a:pt x="23046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106"/>
                <p:cNvSpPr/>
                <p:nvPr/>
              </p:nvSpPr>
              <p:spPr>
                <a:xfrm>
                  <a:off x="1164025" y="4436800"/>
                  <a:ext cx="150550" cy="30600"/>
                </a:xfrm>
                <a:custGeom>
                  <a:avLst/>
                  <a:gdLst/>
                  <a:ahLst/>
                  <a:cxnLst/>
                  <a:rect l="l" t="t" r="r" b="b"/>
                  <a:pathLst>
                    <a:path w="6022" h="1224" extrusionOk="0">
                      <a:moveTo>
                        <a:pt x="589" y="1"/>
                      </a:moveTo>
                      <a:cubicBezTo>
                        <a:pt x="272" y="1"/>
                        <a:pt x="0" y="272"/>
                        <a:pt x="0" y="589"/>
                      </a:cubicBezTo>
                      <a:lnTo>
                        <a:pt x="0" y="635"/>
                      </a:lnTo>
                      <a:cubicBezTo>
                        <a:pt x="0" y="951"/>
                        <a:pt x="272" y="1223"/>
                        <a:pt x="589" y="1223"/>
                      </a:cubicBezTo>
                      <a:lnTo>
                        <a:pt x="5478" y="1223"/>
                      </a:lnTo>
                      <a:cubicBezTo>
                        <a:pt x="5795" y="1223"/>
                        <a:pt x="6021" y="951"/>
                        <a:pt x="6021" y="635"/>
                      </a:cubicBezTo>
                      <a:lnTo>
                        <a:pt x="6021" y="589"/>
                      </a:lnTo>
                      <a:cubicBezTo>
                        <a:pt x="6021" y="272"/>
                        <a:pt x="5795" y="1"/>
                        <a:pt x="54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106"/>
                <p:cNvSpPr/>
                <p:nvPr/>
              </p:nvSpPr>
              <p:spPr>
                <a:xfrm>
                  <a:off x="1089325" y="4512625"/>
                  <a:ext cx="150550" cy="29450"/>
                </a:xfrm>
                <a:custGeom>
                  <a:avLst/>
                  <a:gdLst/>
                  <a:ahLst/>
                  <a:cxnLst/>
                  <a:rect l="l" t="t" r="r" b="b"/>
                  <a:pathLst>
                    <a:path w="6022" h="1178" extrusionOk="0">
                      <a:moveTo>
                        <a:pt x="589" y="1"/>
                      </a:moveTo>
                      <a:cubicBezTo>
                        <a:pt x="272" y="1"/>
                        <a:pt x="1" y="227"/>
                        <a:pt x="1" y="544"/>
                      </a:cubicBezTo>
                      <a:lnTo>
                        <a:pt x="1" y="635"/>
                      </a:lnTo>
                      <a:cubicBezTo>
                        <a:pt x="1" y="952"/>
                        <a:pt x="272" y="1178"/>
                        <a:pt x="589" y="1178"/>
                      </a:cubicBezTo>
                      <a:lnTo>
                        <a:pt x="5433" y="1178"/>
                      </a:lnTo>
                      <a:cubicBezTo>
                        <a:pt x="5750" y="1178"/>
                        <a:pt x="6021" y="952"/>
                        <a:pt x="6021" y="635"/>
                      </a:cubicBezTo>
                      <a:lnTo>
                        <a:pt x="6021" y="544"/>
                      </a:lnTo>
                      <a:cubicBezTo>
                        <a:pt x="6021" y="227"/>
                        <a:pt x="5750" y="1"/>
                        <a:pt x="54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106"/>
                <p:cNvSpPr/>
                <p:nvPr/>
              </p:nvSpPr>
              <p:spPr>
                <a:xfrm>
                  <a:off x="1058775" y="4376825"/>
                  <a:ext cx="150550" cy="30575"/>
                </a:xfrm>
                <a:custGeom>
                  <a:avLst/>
                  <a:gdLst/>
                  <a:ahLst/>
                  <a:cxnLst/>
                  <a:rect l="l" t="t" r="r" b="b"/>
                  <a:pathLst>
                    <a:path w="6022" h="1223" extrusionOk="0">
                      <a:moveTo>
                        <a:pt x="589" y="1"/>
                      </a:moveTo>
                      <a:cubicBezTo>
                        <a:pt x="272" y="1"/>
                        <a:pt x="0" y="272"/>
                        <a:pt x="0" y="589"/>
                      </a:cubicBezTo>
                      <a:lnTo>
                        <a:pt x="0" y="634"/>
                      </a:lnTo>
                      <a:cubicBezTo>
                        <a:pt x="0" y="951"/>
                        <a:pt x="272" y="1223"/>
                        <a:pt x="589" y="1223"/>
                      </a:cubicBezTo>
                      <a:lnTo>
                        <a:pt x="5478" y="1223"/>
                      </a:lnTo>
                      <a:cubicBezTo>
                        <a:pt x="5795" y="1223"/>
                        <a:pt x="6021" y="951"/>
                        <a:pt x="6021" y="634"/>
                      </a:cubicBezTo>
                      <a:lnTo>
                        <a:pt x="6021" y="589"/>
                      </a:lnTo>
                      <a:cubicBezTo>
                        <a:pt x="6021" y="272"/>
                        <a:pt x="5795" y="1"/>
                        <a:pt x="54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106"/>
                <p:cNvSpPr/>
                <p:nvPr/>
              </p:nvSpPr>
              <p:spPr>
                <a:xfrm>
                  <a:off x="2473425" y="4993625"/>
                  <a:ext cx="149400" cy="30575"/>
                </a:xfrm>
                <a:custGeom>
                  <a:avLst/>
                  <a:gdLst/>
                  <a:ahLst/>
                  <a:cxnLst/>
                  <a:rect l="l" t="t" r="r" b="b"/>
                  <a:pathLst>
                    <a:path w="5976" h="1223" extrusionOk="0">
                      <a:moveTo>
                        <a:pt x="544" y="0"/>
                      </a:moveTo>
                      <a:cubicBezTo>
                        <a:pt x="227" y="0"/>
                        <a:pt x="0" y="272"/>
                        <a:pt x="0" y="589"/>
                      </a:cubicBezTo>
                      <a:lnTo>
                        <a:pt x="0" y="634"/>
                      </a:lnTo>
                      <a:cubicBezTo>
                        <a:pt x="0" y="951"/>
                        <a:pt x="227" y="1222"/>
                        <a:pt x="544" y="1222"/>
                      </a:cubicBezTo>
                      <a:lnTo>
                        <a:pt x="5433" y="1222"/>
                      </a:lnTo>
                      <a:cubicBezTo>
                        <a:pt x="5750" y="1222"/>
                        <a:pt x="5976" y="951"/>
                        <a:pt x="5976" y="634"/>
                      </a:cubicBezTo>
                      <a:lnTo>
                        <a:pt x="5976" y="589"/>
                      </a:lnTo>
                      <a:cubicBezTo>
                        <a:pt x="5976" y="272"/>
                        <a:pt x="5750" y="0"/>
                        <a:pt x="543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106"/>
                <p:cNvSpPr/>
                <p:nvPr/>
              </p:nvSpPr>
              <p:spPr>
                <a:xfrm>
                  <a:off x="2397600" y="5069450"/>
                  <a:ext cx="150550" cy="29450"/>
                </a:xfrm>
                <a:custGeom>
                  <a:avLst/>
                  <a:gdLst/>
                  <a:ahLst/>
                  <a:cxnLst/>
                  <a:rect l="l" t="t" r="r" b="b"/>
                  <a:pathLst>
                    <a:path w="6022" h="1178" extrusionOk="0">
                      <a:moveTo>
                        <a:pt x="589" y="0"/>
                      </a:moveTo>
                      <a:cubicBezTo>
                        <a:pt x="272" y="0"/>
                        <a:pt x="0" y="227"/>
                        <a:pt x="0" y="543"/>
                      </a:cubicBezTo>
                      <a:lnTo>
                        <a:pt x="0" y="634"/>
                      </a:lnTo>
                      <a:cubicBezTo>
                        <a:pt x="0" y="951"/>
                        <a:pt x="272" y="1177"/>
                        <a:pt x="589" y="1177"/>
                      </a:cubicBezTo>
                      <a:lnTo>
                        <a:pt x="5478" y="1177"/>
                      </a:lnTo>
                      <a:cubicBezTo>
                        <a:pt x="5795" y="1177"/>
                        <a:pt x="6021" y="951"/>
                        <a:pt x="6021" y="634"/>
                      </a:cubicBezTo>
                      <a:lnTo>
                        <a:pt x="6021" y="543"/>
                      </a:lnTo>
                      <a:cubicBezTo>
                        <a:pt x="6021" y="227"/>
                        <a:pt x="5795" y="0"/>
                        <a:pt x="54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106"/>
                <p:cNvSpPr/>
                <p:nvPr/>
              </p:nvSpPr>
              <p:spPr>
                <a:xfrm>
                  <a:off x="2368175" y="4933625"/>
                  <a:ext cx="149400" cy="30600"/>
                </a:xfrm>
                <a:custGeom>
                  <a:avLst/>
                  <a:gdLst/>
                  <a:ahLst/>
                  <a:cxnLst/>
                  <a:rect l="l" t="t" r="r" b="b"/>
                  <a:pathLst>
                    <a:path w="5976" h="1224" extrusionOk="0">
                      <a:moveTo>
                        <a:pt x="544" y="1"/>
                      </a:moveTo>
                      <a:cubicBezTo>
                        <a:pt x="227" y="1"/>
                        <a:pt x="0" y="227"/>
                        <a:pt x="0" y="544"/>
                      </a:cubicBezTo>
                      <a:lnTo>
                        <a:pt x="0" y="635"/>
                      </a:lnTo>
                      <a:cubicBezTo>
                        <a:pt x="0" y="952"/>
                        <a:pt x="227" y="1223"/>
                        <a:pt x="544" y="1223"/>
                      </a:cubicBezTo>
                      <a:lnTo>
                        <a:pt x="5433" y="1223"/>
                      </a:lnTo>
                      <a:cubicBezTo>
                        <a:pt x="5750" y="1223"/>
                        <a:pt x="5976" y="952"/>
                        <a:pt x="5976" y="635"/>
                      </a:cubicBezTo>
                      <a:lnTo>
                        <a:pt x="5976" y="544"/>
                      </a:lnTo>
                      <a:cubicBezTo>
                        <a:pt x="5976" y="227"/>
                        <a:pt x="5750" y="1"/>
                        <a:pt x="54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106"/>
                <p:cNvSpPr/>
                <p:nvPr/>
              </p:nvSpPr>
              <p:spPr>
                <a:xfrm>
                  <a:off x="4970000" y="4707300"/>
                  <a:ext cx="150550" cy="30575"/>
                </a:xfrm>
                <a:custGeom>
                  <a:avLst/>
                  <a:gdLst/>
                  <a:ahLst/>
                  <a:cxnLst/>
                  <a:rect l="l" t="t" r="r" b="b"/>
                  <a:pathLst>
                    <a:path w="6022" h="1223" extrusionOk="0">
                      <a:moveTo>
                        <a:pt x="544" y="0"/>
                      </a:moveTo>
                      <a:cubicBezTo>
                        <a:pt x="227" y="0"/>
                        <a:pt x="1" y="272"/>
                        <a:pt x="1" y="589"/>
                      </a:cubicBezTo>
                      <a:lnTo>
                        <a:pt x="1" y="679"/>
                      </a:lnTo>
                      <a:cubicBezTo>
                        <a:pt x="1" y="996"/>
                        <a:pt x="227" y="1222"/>
                        <a:pt x="544" y="1222"/>
                      </a:cubicBezTo>
                      <a:lnTo>
                        <a:pt x="5433" y="1222"/>
                      </a:lnTo>
                      <a:cubicBezTo>
                        <a:pt x="5750" y="1222"/>
                        <a:pt x="6021" y="996"/>
                        <a:pt x="6021" y="679"/>
                      </a:cubicBezTo>
                      <a:lnTo>
                        <a:pt x="6021" y="589"/>
                      </a:lnTo>
                      <a:cubicBezTo>
                        <a:pt x="6021" y="272"/>
                        <a:pt x="5750" y="0"/>
                        <a:pt x="543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106"/>
                <p:cNvSpPr/>
                <p:nvPr/>
              </p:nvSpPr>
              <p:spPr>
                <a:xfrm>
                  <a:off x="4894175" y="4783125"/>
                  <a:ext cx="150550" cy="30575"/>
                </a:xfrm>
                <a:custGeom>
                  <a:avLst/>
                  <a:gdLst/>
                  <a:ahLst/>
                  <a:cxnLst/>
                  <a:rect l="l" t="t" r="r" b="b"/>
                  <a:pathLst>
                    <a:path w="6022" h="1223" extrusionOk="0">
                      <a:moveTo>
                        <a:pt x="589" y="0"/>
                      </a:moveTo>
                      <a:cubicBezTo>
                        <a:pt x="272" y="0"/>
                        <a:pt x="1" y="272"/>
                        <a:pt x="1" y="543"/>
                      </a:cubicBezTo>
                      <a:lnTo>
                        <a:pt x="1" y="634"/>
                      </a:lnTo>
                      <a:cubicBezTo>
                        <a:pt x="1" y="951"/>
                        <a:pt x="272" y="1222"/>
                        <a:pt x="589" y="1222"/>
                      </a:cubicBezTo>
                      <a:lnTo>
                        <a:pt x="5478" y="1222"/>
                      </a:lnTo>
                      <a:cubicBezTo>
                        <a:pt x="5795" y="1222"/>
                        <a:pt x="6021" y="951"/>
                        <a:pt x="6021" y="634"/>
                      </a:cubicBezTo>
                      <a:lnTo>
                        <a:pt x="6021" y="543"/>
                      </a:lnTo>
                      <a:cubicBezTo>
                        <a:pt x="6021" y="272"/>
                        <a:pt x="5795" y="0"/>
                        <a:pt x="54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106"/>
                <p:cNvSpPr/>
                <p:nvPr/>
              </p:nvSpPr>
              <p:spPr>
                <a:xfrm>
                  <a:off x="4864750" y="4647300"/>
                  <a:ext cx="150550" cy="30600"/>
                </a:xfrm>
                <a:custGeom>
                  <a:avLst/>
                  <a:gdLst/>
                  <a:ahLst/>
                  <a:cxnLst/>
                  <a:rect l="l" t="t" r="r" b="b"/>
                  <a:pathLst>
                    <a:path w="6022" h="1224" extrusionOk="0">
                      <a:moveTo>
                        <a:pt x="544" y="1"/>
                      </a:moveTo>
                      <a:cubicBezTo>
                        <a:pt x="227" y="1"/>
                        <a:pt x="1" y="272"/>
                        <a:pt x="1" y="589"/>
                      </a:cubicBezTo>
                      <a:lnTo>
                        <a:pt x="1" y="635"/>
                      </a:lnTo>
                      <a:cubicBezTo>
                        <a:pt x="1" y="952"/>
                        <a:pt x="227" y="1223"/>
                        <a:pt x="544" y="1223"/>
                      </a:cubicBezTo>
                      <a:lnTo>
                        <a:pt x="5433" y="1223"/>
                      </a:lnTo>
                      <a:cubicBezTo>
                        <a:pt x="5750" y="1223"/>
                        <a:pt x="6021" y="952"/>
                        <a:pt x="6021" y="635"/>
                      </a:cubicBezTo>
                      <a:lnTo>
                        <a:pt x="6021" y="589"/>
                      </a:lnTo>
                      <a:cubicBezTo>
                        <a:pt x="6021" y="272"/>
                        <a:pt x="5750" y="1"/>
                        <a:pt x="54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106"/>
                <p:cNvSpPr/>
                <p:nvPr/>
              </p:nvSpPr>
              <p:spPr>
                <a:xfrm>
                  <a:off x="6414075" y="4542050"/>
                  <a:ext cx="150550" cy="30600"/>
                </a:xfrm>
                <a:custGeom>
                  <a:avLst/>
                  <a:gdLst/>
                  <a:ahLst/>
                  <a:cxnLst/>
                  <a:rect l="l" t="t" r="r" b="b"/>
                  <a:pathLst>
                    <a:path w="6022" h="1224" extrusionOk="0">
                      <a:moveTo>
                        <a:pt x="544" y="1"/>
                      </a:moveTo>
                      <a:cubicBezTo>
                        <a:pt x="227" y="1"/>
                        <a:pt x="1" y="272"/>
                        <a:pt x="1" y="589"/>
                      </a:cubicBezTo>
                      <a:lnTo>
                        <a:pt x="1" y="635"/>
                      </a:lnTo>
                      <a:cubicBezTo>
                        <a:pt x="1" y="951"/>
                        <a:pt x="227" y="1223"/>
                        <a:pt x="544" y="1223"/>
                      </a:cubicBezTo>
                      <a:lnTo>
                        <a:pt x="5433" y="1223"/>
                      </a:lnTo>
                      <a:cubicBezTo>
                        <a:pt x="5750" y="1223"/>
                        <a:pt x="6022" y="951"/>
                        <a:pt x="6022" y="635"/>
                      </a:cubicBezTo>
                      <a:lnTo>
                        <a:pt x="6022" y="589"/>
                      </a:lnTo>
                      <a:cubicBezTo>
                        <a:pt x="6022" y="272"/>
                        <a:pt x="5750" y="1"/>
                        <a:pt x="54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106"/>
                <p:cNvSpPr/>
                <p:nvPr/>
              </p:nvSpPr>
              <p:spPr>
                <a:xfrm>
                  <a:off x="6338250" y="4617875"/>
                  <a:ext cx="150550" cy="29450"/>
                </a:xfrm>
                <a:custGeom>
                  <a:avLst/>
                  <a:gdLst/>
                  <a:ahLst/>
                  <a:cxnLst/>
                  <a:rect l="l" t="t" r="r" b="b"/>
                  <a:pathLst>
                    <a:path w="6022" h="1178" extrusionOk="0">
                      <a:moveTo>
                        <a:pt x="589" y="1"/>
                      </a:moveTo>
                      <a:cubicBezTo>
                        <a:pt x="272" y="1"/>
                        <a:pt x="1" y="227"/>
                        <a:pt x="1" y="544"/>
                      </a:cubicBezTo>
                      <a:lnTo>
                        <a:pt x="1" y="635"/>
                      </a:lnTo>
                      <a:cubicBezTo>
                        <a:pt x="1" y="952"/>
                        <a:pt x="272" y="1178"/>
                        <a:pt x="589" y="1178"/>
                      </a:cubicBezTo>
                      <a:lnTo>
                        <a:pt x="5433" y="1178"/>
                      </a:lnTo>
                      <a:cubicBezTo>
                        <a:pt x="5750" y="1178"/>
                        <a:pt x="6022" y="952"/>
                        <a:pt x="6022" y="635"/>
                      </a:cubicBezTo>
                      <a:lnTo>
                        <a:pt x="6022" y="544"/>
                      </a:lnTo>
                      <a:cubicBezTo>
                        <a:pt x="6022" y="227"/>
                        <a:pt x="5750" y="1"/>
                        <a:pt x="54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106"/>
                <p:cNvSpPr/>
                <p:nvPr/>
              </p:nvSpPr>
              <p:spPr>
                <a:xfrm>
                  <a:off x="6308825" y="4482075"/>
                  <a:ext cx="150550" cy="30575"/>
                </a:xfrm>
                <a:custGeom>
                  <a:avLst/>
                  <a:gdLst/>
                  <a:ahLst/>
                  <a:cxnLst/>
                  <a:rect l="l" t="t" r="r" b="b"/>
                  <a:pathLst>
                    <a:path w="6022" h="1223" extrusionOk="0">
                      <a:moveTo>
                        <a:pt x="544" y="1"/>
                      </a:moveTo>
                      <a:cubicBezTo>
                        <a:pt x="227" y="1"/>
                        <a:pt x="1" y="272"/>
                        <a:pt x="1" y="589"/>
                      </a:cubicBezTo>
                      <a:lnTo>
                        <a:pt x="1" y="634"/>
                      </a:lnTo>
                      <a:cubicBezTo>
                        <a:pt x="1" y="951"/>
                        <a:pt x="227" y="1223"/>
                        <a:pt x="544" y="1223"/>
                      </a:cubicBezTo>
                      <a:lnTo>
                        <a:pt x="5433" y="1223"/>
                      </a:lnTo>
                      <a:cubicBezTo>
                        <a:pt x="5750" y="1223"/>
                        <a:pt x="6022" y="951"/>
                        <a:pt x="6022" y="634"/>
                      </a:cubicBezTo>
                      <a:lnTo>
                        <a:pt x="6022" y="589"/>
                      </a:lnTo>
                      <a:cubicBezTo>
                        <a:pt x="6022" y="272"/>
                        <a:pt x="5750" y="1"/>
                        <a:pt x="54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106"/>
                <p:cNvSpPr/>
                <p:nvPr/>
              </p:nvSpPr>
              <p:spPr>
                <a:xfrm>
                  <a:off x="6314500" y="3367325"/>
                  <a:ext cx="337275" cy="665475"/>
                </a:xfrm>
                <a:custGeom>
                  <a:avLst/>
                  <a:gdLst/>
                  <a:ahLst/>
                  <a:cxnLst/>
                  <a:rect l="l" t="t" r="r" b="b"/>
                  <a:pathLst>
                    <a:path w="13491" h="26619" extrusionOk="0">
                      <a:moveTo>
                        <a:pt x="1358" y="1404"/>
                      </a:moveTo>
                      <a:cubicBezTo>
                        <a:pt x="7560" y="1902"/>
                        <a:pt x="12359" y="7108"/>
                        <a:pt x="12359" y="13310"/>
                      </a:cubicBezTo>
                      <a:cubicBezTo>
                        <a:pt x="12359" y="19557"/>
                        <a:pt x="7560" y="24718"/>
                        <a:pt x="1358" y="25215"/>
                      </a:cubicBezTo>
                      <a:lnTo>
                        <a:pt x="1358" y="1404"/>
                      </a:lnTo>
                      <a:close/>
                      <a:moveTo>
                        <a:pt x="0" y="1"/>
                      </a:moveTo>
                      <a:lnTo>
                        <a:pt x="0" y="26619"/>
                      </a:lnTo>
                      <a:lnTo>
                        <a:pt x="724" y="26574"/>
                      </a:lnTo>
                      <a:cubicBezTo>
                        <a:pt x="7832" y="26302"/>
                        <a:pt x="13490" y="20417"/>
                        <a:pt x="13490" y="13310"/>
                      </a:cubicBezTo>
                      <a:cubicBezTo>
                        <a:pt x="13490" y="6157"/>
                        <a:pt x="7832" y="272"/>
                        <a:pt x="724" y="1"/>
                      </a:cubicBez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106"/>
                <p:cNvSpPr/>
                <p:nvPr/>
              </p:nvSpPr>
              <p:spPr>
                <a:xfrm>
                  <a:off x="5430625" y="3230400"/>
                  <a:ext cx="939350" cy="1043475"/>
                </a:xfrm>
                <a:custGeom>
                  <a:avLst/>
                  <a:gdLst/>
                  <a:ahLst/>
                  <a:cxnLst/>
                  <a:rect l="l" t="t" r="r" b="b"/>
                  <a:pathLst>
                    <a:path w="37574" h="41739" extrusionOk="0">
                      <a:moveTo>
                        <a:pt x="0" y="0"/>
                      </a:moveTo>
                      <a:lnTo>
                        <a:pt x="0" y="30557"/>
                      </a:lnTo>
                      <a:cubicBezTo>
                        <a:pt x="0" y="36713"/>
                        <a:pt x="8465" y="41738"/>
                        <a:pt x="18787" y="41738"/>
                      </a:cubicBezTo>
                      <a:cubicBezTo>
                        <a:pt x="29108" y="41738"/>
                        <a:pt x="37573" y="36713"/>
                        <a:pt x="37573" y="30557"/>
                      </a:cubicBezTo>
                      <a:lnTo>
                        <a:pt x="37573" y="0"/>
                      </a:ln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106"/>
                <p:cNvSpPr/>
                <p:nvPr/>
              </p:nvSpPr>
              <p:spPr>
                <a:xfrm>
                  <a:off x="5350240" y="3429564"/>
                  <a:ext cx="1019740" cy="172075"/>
                </a:xfrm>
                <a:custGeom>
                  <a:avLst/>
                  <a:gdLst/>
                  <a:ahLst/>
                  <a:cxnLst/>
                  <a:rect l="l" t="t" r="r" b="b"/>
                  <a:pathLst>
                    <a:path w="43686" h="6883" extrusionOk="0">
                      <a:moveTo>
                        <a:pt x="43006" y="0"/>
                      </a:moveTo>
                      <a:cubicBezTo>
                        <a:pt x="35843" y="4157"/>
                        <a:pt x="28564" y="5515"/>
                        <a:pt x="22107" y="5515"/>
                      </a:cubicBezTo>
                      <a:cubicBezTo>
                        <a:pt x="10000" y="5515"/>
                        <a:pt x="782" y="739"/>
                        <a:pt x="635" y="679"/>
                      </a:cubicBezTo>
                      <a:lnTo>
                        <a:pt x="1" y="1856"/>
                      </a:lnTo>
                      <a:cubicBezTo>
                        <a:pt x="6927" y="5116"/>
                        <a:pt x="14487" y="6836"/>
                        <a:pt x="22137" y="6881"/>
                      </a:cubicBezTo>
                      <a:cubicBezTo>
                        <a:pt x="22223" y="6882"/>
                        <a:pt x="22309" y="6882"/>
                        <a:pt x="22395" y="6882"/>
                      </a:cubicBezTo>
                      <a:cubicBezTo>
                        <a:pt x="29867" y="6882"/>
                        <a:pt x="37241" y="4937"/>
                        <a:pt x="43686" y="1177"/>
                      </a:cubicBezTo>
                      <a:lnTo>
                        <a:pt x="43006" y="0"/>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106"/>
                <p:cNvSpPr/>
                <p:nvPr/>
              </p:nvSpPr>
              <p:spPr>
                <a:xfrm>
                  <a:off x="5350240" y="3651395"/>
                  <a:ext cx="1019740" cy="172050"/>
                </a:xfrm>
                <a:custGeom>
                  <a:avLst/>
                  <a:gdLst/>
                  <a:ahLst/>
                  <a:cxnLst/>
                  <a:rect l="l" t="t" r="r" b="b"/>
                  <a:pathLst>
                    <a:path w="43686" h="6882" extrusionOk="0">
                      <a:moveTo>
                        <a:pt x="43006" y="0"/>
                      </a:moveTo>
                      <a:cubicBezTo>
                        <a:pt x="35843" y="4157"/>
                        <a:pt x="28564" y="5515"/>
                        <a:pt x="22107" y="5515"/>
                      </a:cubicBezTo>
                      <a:cubicBezTo>
                        <a:pt x="10000" y="5515"/>
                        <a:pt x="782" y="738"/>
                        <a:pt x="635" y="679"/>
                      </a:cubicBezTo>
                      <a:lnTo>
                        <a:pt x="1" y="1856"/>
                      </a:lnTo>
                      <a:cubicBezTo>
                        <a:pt x="6927" y="5116"/>
                        <a:pt x="14487" y="6836"/>
                        <a:pt x="22137" y="6881"/>
                      </a:cubicBezTo>
                      <a:cubicBezTo>
                        <a:pt x="22223" y="6882"/>
                        <a:pt x="22309" y="6882"/>
                        <a:pt x="22395" y="6882"/>
                      </a:cubicBezTo>
                      <a:cubicBezTo>
                        <a:pt x="29867" y="6882"/>
                        <a:pt x="37241" y="4937"/>
                        <a:pt x="43686" y="1177"/>
                      </a:cubicBezTo>
                      <a:lnTo>
                        <a:pt x="43006" y="0"/>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106"/>
                <p:cNvSpPr/>
                <p:nvPr/>
              </p:nvSpPr>
              <p:spPr>
                <a:xfrm>
                  <a:off x="5350240" y="3873202"/>
                  <a:ext cx="1019740" cy="172075"/>
                </a:xfrm>
                <a:custGeom>
                  <a:avLst/>
                  <a:gdLst/>
                  <a:ahLst/>
                  <a:cxnLst/>
                  <a:rect l="l" t="t" r="r" b="b"/>
                  <a:pathLst>
                    <a:path w="43686" h="6883" extrusionOk="0">
                      <a:moveTo>
                        <a:pt x="43006" y="1"/>
                      </a:moveTo>
                      <a:cubicBezTo>
                        <a:pt x="35843" y="4157"/>
                        <a:pt x="28564" y="5516"/>
                        <a:pt x="22107" y="5516"/>
                      </a:cubicBezTo>
                      <a:cubicBezTo>
                        <a:pt x="10000" y="5516"/>
                        <a:pt x="782" y="739"/>
                        <a:pt x="635" y="680"/>
                      </a:cubicBezTo>
                      <a:lnTo>
                        <a:pt x="1" y="1857"/>
                      </a:lnTo>
                      <a:cubicBezTo>
                        <a:pt x="6927" y="5162"/>
                        <a:pt x="14487" y="6837"/>
                        <a:pt x="22137" y="6882"/>
                      </a:cubicBezTo>
                      <a:cubicBezTo>
                        <a:pt x="22223" y="6882"/>
                        <a:pt x="22309" y="6883"/>
                        <a:pt x="22395" y="6883"/>
                      </a:cubicBezTo>
                      <a:cubicBezTo>
                        <a:pt x="29867" y="6883"/>
                        <a:pt x="37241" y="4937"/>
                        <a:pt x="43686" y="1178"/>
                      </a:cubicBezTo>
                      <a:lnTo>
                        <a:pt x="43006" y="1"/>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106"/>
                <p:cNvSpPr/>
                <p:nvPr/>
              </p:nvSpPr>
              <p:spPr>
                <a:xfrm>
                  <a:off x="5422700" y="3110425"/>
                  <a:ext cx="956325" cy="273900"/>
                </a:xfrm>
                <a:custGeom>
                  <a:avLst/>
                  <a:gdLst/>
                  <a:ahLst/>
                  <a:cxnLst/>
                  <a:rect l="l" t="t" r="r" b="b"/>
                  <a:pathLst>
                    <a:path w="38253" h="10956" extrusionOk="0">
                      <a:moveTo>
                        <a:pt x="19104" y="1"/>
                      </a:moveTo>
                      <a:cubicBezTo>
                        <a:pt x="8556" y="1"/>
                        <a:pt x="0" y="2445"/>
                        <a:pt x="0" y="5478"/>
                      </a:cubicBezTo>
                      <a:cubicBezTo>
                        <a:pt x="0" y="8511"/>
                        <a:pt x="8556" y="10956"/>
                        <a:pt x="19104" y="10956"/>
                      </a:cubicBezTo>
                      <a:cubicBezTo>
                        <a:pt x="29697" y="10956"/>
                        <a:pt x="38252" y="8511"/>
                        <a:pt x="38252" y="5478"/>
                      </a:cubicBezTo>
                      <a:cubicBezTo>
                        <a:pt x="38252" y="2445"/>
                        <a:pt x="29697" y="1"/>
                        <a:pt x="19104" y="1"/>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106"/>
                <p:cNvSpPr/>
                <p:nvPr/>
              </p:nvSpPr>
              <p:spPr>
                <a:xfrm>
                  <a:off x="5538125" y="3179475"/>
                  <a:ext cx="768475" cy="187875"/>
                </a:xfrm>
                <a:custGeom>
                  <a:avLst/>
                  <a:gdLst/>
                  <a:ahLst/>
                  <a:cxnLst/>
                  <a:rect l="l" t="t" r="r" b="b"/>
                  <a:pathLst>
                    <a:path w="30739" h="7515" extrusionOk="0">
                      <a:moveTo>
                        <a:pt x="15347" y="0"/>
                      </a:moveTo>
                      <a:cubicBezTo>
                        <a:pt x="6882" y="0"/>
                        <a:pt x="1" y="1675"/>
                        <a:pt x="1" y="3757"/>
                      </a:cubicBezTo>
                      <a:cubicBezTo>
                        <a:pt x="1" y="5840"/>
                        <a:pt x="6882" y="7515"/>
                        <a:pt x="15347" y="7515"/>
                      </a:cubicBezTo>
                      <a:cubicBezTo>
                        <a:pt x="23857" y="7515"/>
                        <a:pt x="30738" y="5840"/>
                        <a:pt x="30738" y="3757"/>
                      </a:cubicBezTo>
                      <a:cubicBezTo>
                        <a:pt x="30738" y="1675"/>
                        <a:pt x="23857" y="0"/>
                        <a:pt x="15347" y="0"/>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106"/>
                <p:cNvSpPr/>
                <p:nvPr/>
              </p:nvSpPr>
              <p:spPr>
                <a:xfrm>
                  <a:off x="5646775" y="2497325"/>
                  <a:ext cx="220700" cy="725800"/>
                </a:xfrm>
                <a:custGeom>
                  <a:avLst/>
                  <a:gdLst/>
                  <a:ahLst/>
                  <a:cxnLst/>
                  <a:rect l="l" t="t" r="r" b="b"/>
                  <a:pathLst>
                    <a:path w="8828" h="29032" extrusionOk="0">
                      <a:moveTo>
                        <a:pt x="4680" y="0"/>
                      </a:moveTo>
                      <a:cubicBezTo>
                        <a:pt x="4165" y="0"/>
                        <a:pt x="3667" y="328"/>
                        <a:pt x="3713" y="985"/>
                      </a:cubicBezTo>
                      <a:cubicBezTo>
                        <a:pt x="3848" y="3882"/>
                        <a:pt x="6157" y="5919"/>
                        <a:pt x="6519" y="8771"/>
                      </a:cubicBezTo>
                      <a:cubicBezTo>
                        <a:pt x="7108" y="12936"/>
                        <a:pt x="4120" y="15742"/>
                        <a:pt x="2581" y="19228"/>
                      </a:cubicBezTo>
                      <a:cubicBezTo>
                        <a:pt x="1087" y="22578"/>
                        <a:pt x="1223" y="27241"/>
                        <a:pt x="4980" y="28916"/>
                      </a:cubicBezTo>
                      <a:cubicBezTo>
                        <a:pt x="5141" y="28996"/>
                        <a:pt x="5300" y="29032"/>
                        <a:pt x="5451" y="29032"/>
                      </a:cubicBezTo>
                      <a:cubicBezTo>
                        <a:pt x="6401" y="29032"/>
                        <a:pt x="7037" y="27619"/>
                        <a:pt x="6021" y="27150"/>
                      </a:cubicBezTo>
                      <a:cubicBezTo>
                        <a:pt x="0" y="24434"/>
                        <a:pt x="6746" y="16965"/>
                        <a:pt x="8013" y="13434"/>
                      </a:cubicBezTo>
                      <a:cubicBezTo>
                        <a:pt x="8647" y="11804"/>
                        <a:pt x="8828" y="10039"/>
                        <a:pt x="8602" y="8364"/>
                      </a:cubicBezTo>
                      <a:cubicBezTo>
                        <a:pt x="8194" y="5693"/>
                        <a:pt x="5885" y="3565"/>
                        <a:pt x="5750" y="985"/>
                      </a:cubicBezTo>
                      <a:cubicBezTo>
                        <a:pt x="5727" y="328"/>
                        <a:pt x="5195" y="0"/>
                        <a:pt x="4680" y="0"/>
                      </a:cubicBezTo>
                      <a:close/>
                    </a:path>
                  </a:pathLst>
                </a:custGeom>
                <a:solidFill>
                  <a:srgbClr val="FFFFFF"/>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106"/>
                <p:cNvSpPr/>
                <p:nvPr/>
              </p:nvSpPr>
              <p:spPr>
                <a:xfrm>
                  <a:off x="5828975" y="2852475"/>
                  <a:ext cx="234475" cy="414800"/>
                </a:xfrm>
                <a:custGeom>
                  <a:avLst/>
                  <a:gdLst/>
                  <a:ahLst/>
                  <a:cxnLst/>
                  <a:rect l="l" t="t" r="r" b="b"/>
                  <a:pathLst>
                    <a:path w="9379" h="16592" extrusionOk="0">
                      <a:moveTo>
                        <a:pt x="5850" y="0"/>
                      </a:moveTo>
                      <a:cubicBezTo>
                        <a:pt x="5225" y="0"/>
                        <a:pt x="4599" y="501"/>
                        <a:pt x="4845" y="1265"/>
                      </a:cubicBezTo>
                      <a:cubicBezTo>
                        <a:pt x="6203" y="5565"/>
                        <a:pt x="1" y="14981"/>
                        <a:pt x="7606" y="16566"/>
                      </a:cubicBezTo>
                      <a:cubicBezTo>
                        <a:pt x="7686" y="16583"/>
                        <a:pt x="7764" y="16591"/>
                        <a:pt x="7839" y="16591"/>
                      </a:cubicBezTo>
                      <a:cubicBezTo>
                        <a:pt x="8941" y="16591"/>
                        <a:pt x="9379" y="14828"/>
                        <a:pt x="8149" y="14574"/>
                      </a:cubicBezTo>
                      <a:lnTo>
                        <a:pt x="8149" y="14529"/>
                      </a:lnTo>
                      <a:cubicBezTo>
                        <a:pt x="4030" y="13714"/>
                        <a:pt x="6112" y="8734"/>
                        <a:pt x="6791" y="6199"/>
                      </a:cubicBezTo>
                      <a:cubicBezTo>
                        <a:pt x="7334" y="4388"/>
                        <a:pt x="7334" y="2487"/>
                        <a:pt x="6836" y="722"/>
                      </a:cubicBezTo>
                      <a:cubicBezTo>
                        <a:pt x="6674" y="218"/>
                        <a:pt x="6262" y="0"/>
                        <a:pt x="5850" y="0"/>
                      </a:cubicBezTo>
                      <a:close/>
                    </a:path>
                  </a:pathLst>
                </a:custGeom>
                <a:solidFill>
                  <a:srgbClr val="FFFFFF"/>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106"/>
                <p:cNvSpPr/>
                <p:nvPr/>
              </p:nvSpPr>
              <p:spPr>
                <a:xfrm>
                  <a:off x="1293025" y="2586825"/>
                  <a:ext cx="608900" cy="818625"/>
                </a:xfrm>
                <a:custGeom>
                  <a:avLst/>
                  <a:gdLst/>
                  <a:ahLst/>
                  <a:cxnLst/>
                  <a:rect l="l" t="t" r="r" b="b"/>
                  <a:pathLst>
                    <a:path w="24356" h="32745" extrusionOk="0">
                      <a:moveTo>
                        <a:pt x="12925" y="0"/>
                      </a:moveTo>
                      <a:cubicBezTo>
                        <a:pt x="6916" y="0"/>
                        <a:pt x="1600" y="6659"/>
                        <a:pt x="816" y="15331"/>
                      </a:cubicBezTo>
                      <a:cubicBezTo>
                        <a:pt x="1" y="24385"/>
                        <a:pt x="4437" y="32126"/>
                        <a:pt x="10730" y="32715"/>
                      </a:cubicBezTo>
                      <a:cubicBezTo>
                        <a:pt x="10961" y="32735"/>
                        <a:pt x="11192" y="32745"/>
                        <a:pt x="11422" y="32745"/>
                      </a:cubicBezTo>
                      <a:cubicBezTo>
                        <a:pt x="17396" y="32745"/>
                        <a:pt x="22756" y="26043"/>
                        <a:pt x="23541" y="17368"/>
                      </a:cubicBezTo>
                      <a:cubicBezTo>
                        <a:pt x="24356" y="8360"/>
                        <a:pt x="19919" y="574"/>
                        <a:pt x="13627" y="30"/>
                      </a:cubicBezTo>
                      <a:cubicBezTo>
                        <a:pt x="13392" y="10"/>
                        <a:pt x="13158" y="0"/>
                        <a:pt x="12925" y="0"/>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106"/>
                <p:cNvSpPr/>
                <p:nvPr/>
              </p:nvSpPr>
              <p:spPr>
                <a:xfrm>
                  <a:off x="1484300" y="2596625"/>
                  <a:ext cx="267100" cy="817125"/>
                </a:xfrm>
                <a:custGeom>
                  <a:avLst/>
                  <a:gdLst/>
                  <a:ahLst/>
                  <a:cxnLst/>
                  <a:rect l="l" t="t" r="r" b="b"/>
                  <a:pathLst>
                    <a:path w="10684" h="32685" extrusionOk="0">
                      <a:moveTo>
                        <a:pt x="5931" y="1"/>
                      </a:moveTo>
                      <a:lnTo>
                        <a:pt x="4256" y="18742"/>
                      </a:lnTo>
                      <a:lnTo>
                        <a:pt x="408" y="12133"/>
                      </a:lnTo>
                      <a:lnTo>
                        <a:pt x="0" y="12585"/>
                      </a:lnTo>
                      <a:lnTo>
                        <a:pt x="4165" y="19783"/>
                      </a:lnTo>
                      <a:lnTo>
                        <a:pt x="3033" y="32639"/>
                      </a:lnTo>
                      <a:lnTo>
                        <a:pt x="3577" y="32685"/>
                      </a:lnTo>
                      <a:lnTo>
                        <a:pt x="4165" y="26121"/>
                      </a:lnTo>
                      <a:lnTo>
                        <a:pt x="4301" y="26302"/>
                      </a:lnTo>
                      <a:lnTo>
                        <a:pt x="10684" y="19285"/>
                      </a:lnTo>
                      <a:lnTo>
                        <a:pt x="10367" y="18742"/>
                      </a:lnTo>
                      <a:lnTo>
                        <a:pt x="4210" y="25442"/>
                      </a:lnTo>
                      <a:lnTo>
                        <a:pt x="4708" y="19964"/>
                      </a:lnTo>
                      <a:lnTo>
                        <a:pt x="4889" y="19783"/>
                      </a:lnTo>
                      <a:lnTo>
                        <a:pt x="4754" y="19557"/>
                      </a:lnTo>
                      <a:lnTo>
                        <a:pt x="6474" y="46"/>
                      </a:lnTo>
                      <a:lnTo>
                        <a:pt x="5931" y="1"/>
                      </a:lnTo>
                      <a:close/>
                    </a:path>
                  </a:pathLst>
                </a:custGeom>
                <a:solidFill>
                  <a:srgbClr val="16083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106"/>
                <p:cNvSpPr/>
                <p:nvPr/>
              </p:nvSpPr>
              <p:spPr>
                <a:xfrm>
                  <a:off x="1089325" y="3411475"/>
                  <a:ext cx="1067250" cy="931425"/>
                </a:xfrm>
                <a:custGeom>
                  <a:avLst/>
                  <a:gdLst/>
                  <a:ahLst/>
                  <a:cxnLst/>
                  <a:rect l="l" t="t" r="r" b="b"/>
                  <a:pathLst>
                    <a:path w="42690" h="37257" extrusionOk="0">
                      <a:moveTo>
                        <a:pt x="21367" y="0"/>
                      </a:moveTo>
                      <a:cubicBezTo>
                        <a:pt x="9552" y="0"/>
                        <a:pt x="1" y="8330"/>
                        <a:pt x="1" y="18606"/>
                      </a:cubicBezTo>
                      <a:cubicBezTo>
                        <a:pt x="1" y="28882"/>
                        <a:pt x="9552" y="37257"/>
                        <a:pt x="21367" y="37257"/>
                      </a:cubicBezTo>
                      <a:cubicBezTo>
                        <a:pt x="33137" y="37257"/>
                        <a:pt x="42689" y="28882"/>
                        <a:pt x="42689" y="18606"/>
                      </a:cubicBezTo>
                      <a:cubicBezTo>
                        <a:pt x="42689" y="8330"/>
                        <a:pt x="33137" y="0"/>
                        <a:pt x="21367" y="0"/>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106"/>
                <p:cNvSpPr/>
                <p:nvPr/>
              </p:nvSpPr>
              <p:spPr>
                <a:xfrm>
                  <a:off x="1316800" y="3456725"/>
                  <a:ext cx="613425" cy="363325"/>
                </a:xfrm>
                <a:custGeom>
                  <a:avLst/>
                  <a:gdLst/>
                  <a:ahLst/>
                  <a:cxnLst/>
                  <a:rect l="l" t="t" r="r" b="b"/>
                  <a:pathLst>
                    <a:path w="24537" h="14533" extrusionOk="0">
                      <a:moveTo>
                        <a:pt x="12268" y="1"/>
                      </a:moveTo>
                      <a:cubicBezTo>
                        <a:pt x="5478" y="1"/>
                        <a:pt x="1" y="3260"/>
                        <a:pt x="1" y="7289"/>
                      </a:cubicBezTo>
                      <a:cubicBezTo>
                        <a:pt x="1" y="11273"/>
                        <a:pt x="5478" y="14532"/>
                        <a:pt x="12268" y="14532"/>
                      </a:cubicBezTo>
                      <a:cubicBezTo>
                        <a:pt x="19014" y="14532"/>
                        <a:pt x="24536" y="11273"/>
                        <a:pt x="24536" y="7289"/>
                      </a:cubicBezTo>
                      <a:cubicBezTo>
                        <a:pt x="24536" y="3260"/>
                        <a:pt x="19014" y="1"/>
                        <a:pt x="12268" y="1"/>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106"/>
                <p:cNvSpPr/>
                <p:nvPr/>
              </p:nvSpPr>
              <p:spPr>
                <a:xfrm>
                  <a:off x="1029350" y="2977250"/>
                  <a:ext cx="720925" cy="764525"/>
                </a:xfrm>
                <a:custGeom>
                  <a:avLst/>
                  <a:gdLst/>
                  <a:ahLst/>
                  <a:cxnLst/>
                  <a:rect l="l" t="t" r="r" b="b"/>
                  <a:pathLst>
                    <a:path w="28837" h="30581" extrusionOk="0">
                      <a:moveTo>
                        <a:pt x="10477" y="0"/>
                      </a:moveTo>
                      <a:cubicBezTo>
                        <a:pt x="8956" y="0"/>
                        <a:pt x="7502" y="359"/>
                        <a:pt x="6202" y="1118"/>
                      </a:cubicBezTo>
                      <a:cubicBezTo>
                        <a:pt x="725" y="4286"/>
                        <a:pt x="0" y="13204"/>
                        <a:pt x="4572" y="21036"/>
                      </a:cubicBezTo>
                      <a:cubicBezTo>
                        <a:pt x="8010" y="26983"/>
                        <a:pt x="13509" y="30580"/>
                        <a:pt x="18335" y="30580"/>
                      </a:cubicBezTo>
                      <a:cubicBezTo>
                        <a:pt x="19865" y="30580"/>
                        <a:pt x="21327" y="30219"/>
                        <a:pt x="22635" y="29456"/>
                      </a:cubicBezTo>
                      <a:cubicBezTo>
                        <a:pt x="28112" y="26332"/>
                        <a:pt x="28837" y="17414"/>
                        <a:pt x="24310" y="9583"/>
                      </a:cubicBezTo>
                      <a:cubicBezTo>
                        <a:pt x="20832" y="3626"/>
                        <a:pt x="15311" y="0"/>
                        <a:pt x="10477" y="0"/>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106"/>
                <p:cNvSpPr/>
                <p:nvPr/>
              </p:nvSpPr>
              <p:spPr>
                <a:xfrm>
                  <a:off x="1188925" y="3006300"/>
                  <a:ext cx="423275" cy="715275"/>
                </a:xfrm>
                <a:custGeom>
                  <a:avLst/>
                  <a:gdLst/>
                  <a:ahLst/>
                  <a:cxnLst/>
                  <a:rect l="l" t="t" r="r" b="b"/>
                  <a:pathLst>
                    <a:path w="16931" h="28611" extrusionOk="0">
                      <a:moveTo>
                        <a:pt x="453" y="1"/>
                      </a:moveTo>
                      <a:lnTo>
                        <a:pt x="0" y="272"/>
                      </a:lnTo>
                      <a:lnTo>
                        <a:pt x="9461" y="16569"/>
                      </a:lnTo>
                      <a:lnTo>
                        <a:pt x="2490" y="13355"/>
                      </a:lnTo>
                      <a:lnTo>
                        <a:pt x="2399" y="13989"/>
                      </a:lnTo>
                      <a:lnTo>
                        <a:pt x="10005" y="17475"/>
                      </a:lnTo>
                      <a:lnTo>
                        <a:pt x="16478" y="28611"/>
                      </a:lnTo>
                      <a:lnTo>
                        <a:pt x="16931" y="28339"/>
                      </a:lnTo>
                      <a:lnTo>
                        <a:pt x="13626" y="22635"/>
                      </a:lnTo>
                      <a:lnTo>
                        <a:pt x="13807" y="22726"/>
                      </a:lnTo>
                      <a:lnTo>
                        <a:pt x="14984" y="13265"/>
                      </a:lnTo>
                      <a:lnTo>
                        <a:pt x="14396" y="13038"/>
                      </a:lnTo>
                      <a:lnTo>
                        <a:pt x="13264" y="22047"/>
                      </a:lnTo>
                      <a:lnTo>
                        <a:pt x="10503" y="17294"/>
                      </a:lnTo>
                      <a:lnTo>
                        <a:pt x="10548" y="17067"/>
                      </a:lnTo>
                      <a:lnTo>
                        <a:pt x="10322" y="16931"/>
                      </a:lnTo>
                      <a:lnTo>
                        <a:pt x="453" y="1"/>
                      </a:lnTo>
                      <a:close/>
                    </a:path>
                  </a:pathLst>
                </a:custGeom>
                <a:solidFill>
                  <a:srgbClr val="16083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106"/>
                <p:cNvSpPr/>
                <p:nvPr/>
              </p:nvSpPr>
              <p:spPr>
                <a:xfrm>
                  <a:off x="1497875" y="2904700"/>
                  <a:ext cx="607775" cy="817750"/>
                </a:xfrm>
                <a:custGeom>
                  <a:avLst/>
                  <a:gdLst/>
                  <a:ahLst/>
                  <a:cxnLst/>
                  <a:rect l="l" t="t" r="r" b="b"/>
                  <a:pathLst>
                    <a:path w="24311" h="32710" extrusionOk="0">
                      <a:moveTo>
                        <a:pt x="12875" y="1"/>
                      </a:moveTo>
                      <a:cubicBezTo>
                        <a:pt x="6883" y="1"/>
                        <a:pt x="1552" y="6688"/>
                        <a:pt x="770" y="15337"/>
                      </a:cubicBezTo>
                      <a:cubicBezTo>
                        <a:pt x="1" y="24345"/>
                        <a:pt x="4437" y="32132"/>
                        <a:pt x="10684" y="32675"/>
                      </a:cubicBezTo>
                      <a:cubicBezTo>
                        <a:pt x="10936" y="32698"/>
                        <a:pt x="11186" y="32710"/>
                        <a:pt x="11436" y="32710"/>
                      </a:cubicBezTo>
                      <a:cubicBezTo>
                        <a:pt x="17428" y="32710"/>
                        <a:pt x="22756" y="26022"/>
                        <a:pt x="23495" y="17374"/>
                      </a:cubicBezTo>
                      <a:cubicBezTo>
                        <a:pt x="24310" y="8365"/>
                        <a:pt x="19874" y="579"/>
                        <a:pt x="13627" y="36"/>
                      </a:cubicBezTo>
                      <a:cubicBezTo>
                        <a:pt x="13375" y="12"/>
                        <a:pt x="13124" y="1"/>
                        <a:pt x="12875" y="1"/>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106"/>
                <p:cNvSpPr/>
                <p:nvPr/>
              </p:nvSpPr>
              <p:spPr>
                <a:xfrm>
                  <a:off x="1688000" y="2913500"/>
                  <a:ext cx="268250" cy="818275"/>
                </a:xfrm>
                <a:custGeom>
                  <a:avLst/>
                  <a:gdLst/>
                  <a:ahLst/>
                  <a:cxnLst/>
                  <a:rect l="l" t="t" r="r" b="b"/>
                  <a:pathLst>
                    <a:path w="10730" h="32731" extrusionOk="0">
                      <a:moveTo>
                        <a:pt x="5976" y="1"/>
                      </a:moveTo>
                      <a:lnTo>
                        <a:pt x="4301" y="18787"/>
                      </a:lnTo>
                      <a:lnTo>
                        <a:pt x="453" y="12178"/>
                      </a:lnTo>
                      <a:lnTo>
                        <a:pt x="1" y="12631"/>
                      </a:lnTo>
                      <a:lnTo>
                        <a:pt x="4211" y="19829"/>
                      </a:lnTo>
                      <a:lnTo>
                        <a:pt x="3034" y="32685"/>
                      </a:lnTo>
                      <a:lnTo>
                        <a:pt x="3577" y="32730"/>
                      </a:lnTo>
                      <a:lnTo>
                        <a:pt x="4166" y="26121"/>
                      </a:lnTo>
                      <a:lnTo>
                        <a:pt x="4301" y="26347"/>
                      </a:lnTo>
                      <a:lnTo>
                        <a:pt x="10730" y="19285"/>
                      </a:lnTo>
                      <a:lnTo>
                        <a:pt x="10367" y="18787"/>
                      </a:lnTo>
                      <a:lnTo>
                        <a:pt x="4256" y="25487"/>
                      </a:lnTo>
                      <a:lnTo>
                        <a:pt x="4754" y="20010"/>
                      </a:lnTo>
                      <a:lnTo>
                        <a:pt x="4890" y="19829"/>
                      </a:lnTo>
                      <a:lnTo>
                        <a:pt x="4754" y="19602"/>
                      </a:lnTo>
                      <a:lnTo>
                        <a:pt x="6520" y="91"/>
                      </a:lnTo>
                      <a:lnTo>
                        <a:pt x="5976" y="1"/>
                      </a:lnTo>
                      <a:close/>
                    </a:path>
                  </a:pathLst>
                </a:custGeom>
                <a:solidFill>
                  <a:srgbClr val="16083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106"/>
                <p:cNvSpPr/>
                <p:nvPr/>
              </p:nvSpPr>
              <p:spPr>
                <a:xfrm>
                  <a:off x="2625825" y="4762700"/>
                  <a:ext cx="2143900" cy="172300"/>
                </a:xfrm>
                <a:custGeom>
                  <a:avLst/>
                  <a:gdLst/>
                  <a:ahLst/>
                  <a:cxnLst/>
                  <a:rect l="l" t="t" r="r" b="b"/>
                  <a:pathLst>
                    <a:path w="85756" h="6892" extrusionOk="0">
                      <a:moveTo>
                        <a:pt x="2598" y="1"/>
                      </a:moveTo>
                      <a:cubicBezTo>
                        <a:pt x="148" y="1"/>
                        <a:pt x="1" y="3716"/>
                        <a:pt x="2551" y="3850"/>
                      </a:cubicBezTo>
                      <a:lnTo>
                        <a:pt x="79915" y="6883"/>
                      </a:lnTo>
                      <a:cubicBezTo>
                        <a:pt x="79968" y="6889"/>
                        <a:pt x="80021" y="6892"/>
                        <a:pt x="80073" y="6892"/>
                      </a:cubicBezTo>
                      <a:cubicBezTo>
                        <a:pt x="80427" y="6892"/>
                        <a:pt x="80771" y="6763"/>
                        <a:pt x="81047" y="6566"/>
                      </a:cubicBezTo>
                      <a:lnTo>
                        <a:pt x="85755" y="5208"/>
                      </a:lnTo>
                      <a:lnTo>
                        <a:pt x="81183" y="3533"/>
                      </a:lnTo>
                      <a:cubicBezTo>
                        <a:pt x="80866" y="3262"/>
                        <a:pt x="80459" y="3126"/>
                        <a:pt x="80051" y="3081"/>
                      </a:cubicBezTo>
                      <a:lnTo>
                        <a:pt x="2687" y="2"/>
                      </a:lnTo>
                      <a:cubicBezTo>
                        <a:pt x="2657" y="1"/>
                        <a:pt x="2627" y="1"/>
                        <a:pt x="2598"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106"/>
                <p:cNvSpPr/>
                <p:nvPr/>
              </p:nvSpPr>
              <p:spPr>
                <a:xfrm>
                  <a:off x="2741650" y="4763875"/>
                  <a:ext cx="11325" cy="98475"/>
                </a:xfrm>
                <a:custGeom>
                  <a:avLst/>
                  <a:gdLst/>
                  <a:ahLst/>
                  <a:cxnLst/>
                  <a:rect l="l" t="t" r="r" b="b"/>
                  <a:pathLst>
                    <a:path w="453" h="3939" extrusionOk="0">
                      <a:moveTo>
                        <a:pt x="136" y="1"/>
                      </a:moveTo>
                      <a:lnTo>
                        <a:pt x="0" y="3939"/>
                      </a:lnTo>
                      <a:lnTo>
                        <a:pt x="317" y="3939"/>
                      </a:lnTo>
                      <a:lnTo>
                        <a:pt x="453" y="1"/>
                      </a:lnTo>
                      <a:close/>
                    </a:path>
                  </a:pathLst>
                </a:custGeom>
                <a:solidFill>
                  <a:srgbClr val="16083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106"/>
                <p:cNvSpPr/>
                <p:nvPr/>
              </p:nvSpPr>
              <p:spPr>
                <a:xfrm>
                  <a:off x="2794825" y="4810275"/>
                  <a:ext cx="1807400" cy="80375"/>
                </a:xfrm>
                <a:custGeom>
                  <a:avLst/>
                  <a:gdLst/>
                  <a:ahLst/>
                  <a:cxnLst/>
                  <a:rect l="l" t="t" r="r" b="b"/>
                  <a:pathLst>
                    <a:path w="72296" h="3215" extrusionOk="0">
                      <a:moveTo>
                        <a:pt x="46" y="1"/>
                      </a:moveTo>
                      <a:lnTo>
                        <a:pt x="1" y="317"/>
                      </a:lnTo>
                      <a:lnTo>
                        <a:pt x="72250" y="3215"/>
                      </a:lnTo>
                      <a:lnTo>
                        <a:pt x="72295" y="2853"/>
                      </a:lnTo>
                      <a:lnTo>
                        <a:pt x="46" y="1"/>
                      </a:lnTo>
                      <a:close/>
                    </a:path>
                  </a:pathLst>
                </a:custGeom>
                <a:solidFill>
                  <a:srgbClr val="16083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106"/>
                <p:cNvSpPr/>
                <p:nvPr/>
              </p:nvSpPr>
              <p:spPr>
                <a:xfrm>
                  <a:off x="2388550" y="878675"/>
                  <a:ext cx="2716150" cy="3653225"/>
                </a:xfrm>
                <a:custGeom>
                  <a:avLst/>
                  <a:gdLst/>
                  <a:ahLst/>
                  <a:cxnLst/>
                  <a:rect l="l" t="t" r="r" b="b"/>
                  <a:pathLst>
                    <a:path w="108646" h="146129" extrusionOk="0">
                      <a:moveTo>
                        <a:pt x="6791" y="0"/>
                      </a:moveTo>
                      <a:cubicBezTo>
                        <a:pt x="3033" y="0"/>
                        <a:pt x="0" y="3033"/>
                        <a:pt x="0" y="6791"/>
                      </a:cubicBezTo>
                      <a:lnTo>
                        <a:pt x="0" y="139338"/>
                      </a:lnTo>
                      <a:cubicBezTo>
                        <a:pt x="0" y="143141"/>
                        <a:pt x="3033" y="146128"/>
                        <a:pt x="6791" y="146128"/>
                      </a:cubicBezTo>
                      <a:lnTo>
                        <a:pt x="101855" y="146128"/>
                      </a:lnTo>
                      <a:cubicBezTo>
                        <a:pt x="105613" y="146128"/>
                        <a:pt x="108646" y="143141"/>
                        <a:pt x="108646" y="139338"/>
                      </a:cubicBezTo>
                      <a:lnTo>
                        <a:pt x="108646" y="6791"/>
                      </a:lnTo>
                      <a:cubicBezTo>
                        <a:pt x="108646" y="3033"/>
                        <a:pt x="105613" y="0"/>
                        <a:pt x="101855" y="0"/>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106"/>
                <p:cNvSpPr/>
                <p:nvPr/>
              </p:nvSpPr>
              <p:spPr>
                <a:xfrm>
                  <a:off x="2540200" y="1082375"/>
                  <a:ext cx="2412850" cy="3245825"/>
                </a:xfrm>
                <a:custGeom>
                  <a:avLst/>
                  <a:gdLst/>
                  <a:ahLst/>
                  <a:cxnLst/>
                  <a:rect l="l" t="t" r="r" b="b"/>
                  <a:pathLst>
                    <a:path w="96514" h="129833" extrusionOk="0">
                      <a:moveTo>
                        <a:pt x="6791" y="1"/>
                      </a:moveTo>
                      <a:cubicBezTo>
                        <a:pt x="3033" y="1"/>
                        <a:pt x="0" y="3034"/>
                        <a:pt x="0" y="6791"/>
                      </a:cubicBezTo>
                      <a:lnTo>
                        <a:pt x="0" y="123042"/>
                      </a:lnTo>
                      <a:cubicBezTo>
                        <a:pt x="0" y="126799"/>
                        <a:pt x="3033" y="129832"/>
                        <a:pt x="6791" y="129832"/>
                      </a:cubicBezTo>
                      <a:lnTo>
                        <a:pt x="89723" y="129832"/>
                      </a:lnTo>
                      <a:cubicBezTo>
                        <a:pt x="93481" y="129832"/>
                        <a:pt x="96514" y="126799"/>
                        <a:pt x="96514" y="123042"/>
                      </a:cubicBezTo>
                      <a:lnTo>
                        <a:pt x="96514" y="6791"/>
                      </a:lnTo>
                      <a:cubicBezTo>
                        <a:pt x="96514" y="3034"/>
                        <a:pt x="93481" y="1"/>
                        <a:pt x="89723" y="1"/>
                      </a:cubicBezTo>
                      <a:close/>
                    </a:path>
                  </a:pathLst>
                </a:custGeom>
                <a:solidFill>
                  <a:schemeClr val="accent4"/>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106"/>
                <p:cNvSpPr/>
                <p:nvPr/>
              </p:nvSpPr>
              <p:spPr>
                <a:xfrm>
                  <a:off x="2609225" y="1112925"/>
                  <a:ext cx="2275925" cy="3102100"/>
                </a:xfrm>
                <a:custGeom>
                  <a:avLst/>
                  <a:gdLst/>
                  <a:ahLst/>
                  <a:cxnLst/>
                  <a:rect l="l" t="t" r="r" b="b"/>
                  <a:pathLst>
                    <a:path w="91037" h="124084" fill="none" extrusionOk="0">
                      <a:moveTo>
                        <a:pt x="6791" y="1"/>
                      </a:moveTo>
                      <a:lnTo>
                        <a:pt x="84246" y="1"/>
                      </a:lnTo>
                      <a:cubicBezTo>
                        <a:pt x="88003" y="1"/>
                        <a:pt x="91036" y="3034"/>
                        <a:pt x="91036" y="6791"/>
                      </a:cubicBezTo>
                      <a:lnTo>
                        <a:pt x="91036" y="117293"/>
                      </a:lnTo>
                      <a:cubicBezTo>
                        <a:pt x="91036" y="121050"/>
                        <a:pt x="88003" y="124083"/>
                        <a:pt x="84246" y="124083"/>
                      </a:cubicBezTo>
                      <a:lnTo>
                        <a:pt x="6791" y="124083"/>
                      </a:lnTo>
                      <a:cubicBezTo>
                        <a:pt x="3034" y="124083"/>
                        <a:pt x="1" y="121050"/>
                        <a:pt x="1" y="117293"/>
                      </a:cubicBezTo>
                      <a:lnTo>
                        <a:pt x="1" y="6791"/>
                      </a:lnTo>
                      <a:cubicBezTo>
                        <a:pt x="1" y="3034"/>
                        <a:pt x="3034" y="1"/>
                        <a:pt x="6791" y="1"/>
                      </a:cubicBezTo>
                      <a:close/>
                    </a:path>
                  </a:pathLst>
                </a:custGeom>
                <a:noFill/>
                <a:ln w="19050" cap="flat" cmpd="sng">
                  <a:solidFill>
                    <a:schemeClr val="accent5"/>
                  </a:solidFill>
                  <a:prstDash val="solid"/>
                  <a:miter lim="4526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106"/>
                <p:cNvSpPr/>
                <p:nvPr/>
              </p:nvSpPr>
              <p:spPr>
                <a:xfrm>
                  <a:off x="2517576" y="1057480"/>
                  <a:ext cx="2482765" cy="1268700"/>
                </a:xfrm>
                <a:custGeom>
                  <a:avLst/>
                  <a:gdLst/>
                  <a:ahLst/>
                  <a:cxnLst/>
                  <a:rect l="l" t="t" r="r" b="b"/>
                  <a:pathLst>
                    <a:path w="112495" h="50748" extrusionOk="0">
                      <a:moveTo>
                        <a:pt x="112494" y="1"/>
                      </a:moveTo>
                      <a:lnTo>
                        <a:pt x="108782" y="91"/>
                      </a:lnTo>
                      <a:lnTo>
                        <a:pt x="10186" y="589"/>
                      </a:lnTo>
                      <a:cubicBezTo>
                        <a:pt x="10186" y="589"/>
                        <a:pt x="1" y="1676"/>
                        <a:pt x="5478" y="4437"/>
                      </a:cubicBezTo>
                      <a:lnTo>
                        <a:pt x="59846" y="50747"/>
                      </a:lnTo>
                      <a:lnTo>
                        <a:pt x="11249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106"/>
                <p:cNvSpPr/>
                <p:nvPr/>
              </p:nvSpPr>
              <p:spPr>
                <a:xfrm>
                  <a:off x="3162650" y="1346075"/>
                  <a:ext cx="130175" cy="155075"/>
                </a:xfrm>
                <a:custGeom>
                  <a:avLst/>
                  <a:gdLst/>
                  <a:ahLst/>
                  <a:cxnLst/>
                  <a:rect l="l" t="t" r="r" b="b"/>
                  <a:pathLst>
                    <a:path w="5207" h="6203" extrusionOk="0">
                      <a:moveTo>
                        <a:pt x="2762" y="0"/>
                      </a:moveTo>
                      <a:cubicBezTo>
                        <a:pt x="2264" y="0"/>
                        <a:pt x="1811" y="136"/>
                        <a:pt x="1404" y="408"/>
                      </a:cubicBezTo>
                      <a:cubicBezTo>
                        <a:pt x="996" y="634"/>
                        <a:pt x="634" y="1041"/>
                        <a:pt x="453" y="1449"/>
                      </a:cubicBezTo>
                      <a:cubicBezTo>
                        <a:pt x="0" y="2490"/>
                        <a:pt x="0" y="3712"/>
                        <a:pt x="453" y="4754"/>
                      </a:cubicBezTo>
                      <a:cubicBezTo>
                        <a:pt x="634" y="5206"/>
                        <a:pt x="996" y="5568"/>
                        <a:pt x="1404" y="5840"/>
                      </a:cubicBezTo>
                      <a:cubicBezTo>
                        <a:pt x="1811" y="6066"/>
                        <a:pt x="2264" y="6202"/>
                        <a:pt x="2762" y="6202"/>
                      </a:cubicBezTo>
                      <a:cubicBezTo>
                        <a:pt x="3124" y="6202"/>
                        <a:pt x="3531" y="6112"/>
                        <a:pt x="3893" y="5976"/>
                      </a:cubicBezTo>
                      <a:cubicBezTo>
                        <a:pt x="4210" y="5840"/>
                        <a:pt x="4527" y="5568"/>
                        <a:pt x="4753" y="5297"/>
                      </a:cubicBezTo>
                      <a:cubicBezTo>
                        <a:pt x="4980" y="4980"/>
                        <a:pt x="5116" y="4618"/>
                        <a:pt x="5206" y="4256"/>
                      </a:cubicBezTo>
                      <a:lnTo>
                        <a:pt x="4482" y="4256"/>
                      </a:lnTo>
                      <a:cubicBezTo>
                        <a:pt x="4437" y="4482"/>
                        <a:pt x="4301" y="4754"/>
                        <a:pt x="4120" y="4935"/>
                      </a:cubicBezTo>
                      <a:cubicBezTo>
                        <a:pt x="3984" y="5116"/>
                        <a:pt x="3758" y="5297"/>
                        <a:pt x="3531" y="5387"/>
                      </a:cubicBezTo>
                      <a:cubicBezTo>
                        <a:pt x="3305" y="5478"/>
                        <a:pt x="3033" y="5523"/>
                        <a:pt x="2762" y="5523"/>
                      </a:cubicBezTo>
                      <a:cubicBezTo>
                        <a:pt x="2445" y="5523"/>
                        <a:pt x="2083" y="5433"/>
                        <a:pt x="1766" y="5252"/>
                      </a:cubicBezTo>
                      <a:cubicBezTo>
                        <a:pt x="1494" y="5025"/>
                        <a:pt x="1222" y="4754"/>
                        <a:pt x="1087" y="4437"/>
                      </a:cubicBezTo>
                      <a:cubicBezTo>
                        <a:pt x="724" y="3577"/>
                        <a:pt x="724" y="2626"/>
                        <a:pt x="1087" y="1766"/>
                      </a:cubicBezTo>
                      <a:cubicBezTo>
                        <a:pt x="1222" y="1449"/>
                        <a:pt x="1494" y="1177"/>
                        <a:pt x="1766" y="951"/>
                      </a:cubicBezTo>
                      <a:cubicBezTo>
                        <a:pt x="2083" y="770"/>
                        <a:pt x="2445" y="679"/>
                        <a:pt x="2762" y="679"/>
                      </a:cubicBezTo>
                      <a:cubicBezTo>
                        <a:pt x="3033" y="679"/>
                        <a:pt x="3305" y="725"/>
                        <a:pt x="3531" y="860"/>
                      </a:cubicBezTo>
                      <a:cubicBezTo>
                        <a:pt x="3758" y="951"/>
                        <a:pt x="3984" y="1087"/>
                        <a:pt x="4120" y="1268"/>
                      </a:cubicBezTo>
                      <a:cubicBezTo>
                        <a:pt x="4301" y="1449"/>
                        <a:pt x="4437" y="1721"/>
                        <a:pt x="4482" y="1992"/>
                      </a:cubicBezTo>
                      <a:lnTo>
                        <a:pt x="5206" y="1992"/>
                      </a:lnTo>
                      <a:cubicBezTo>
                        <a:pt x="5116" y="1585"/>
                        <a:pt x="4980" y="1223"/>
                        <a:pt x="4753" y="906"/>
                      </a:cubicBezTo>
                      <a:cubicBezTo>
                        <a:pt x="4527" y="634"/>
                        <a:pt x="4210" y="408"/>
                        <a:pt x="3893" y="227"/>
                      </a:cubicBezTo>
                      <a:cubicBezTo>
                        <a:pt x="3531" y="91"/>
                        <a:pt x="3124" y="0"/>
                        <a:pt x="2762" y="0"/>
                      </a:cubicBez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106"/>
                <p:cNvSpPr/>
                <p:nvPr/>
              </p:nvSpPr>
              <p:spPr>
                <a:xfrm>
                  <a:off x="3322225" y="1348325"/>
                  <a:ext cx="92825" cy="150550"/>
                </a:xfrm>
                <a:custGeom>
                  <a:avLst/>
                  <a:gdLst/>
                  <a:ahLst/>
                  <a:cxnLst/>
                  <a:rect l="l" t="t" r="r" b="b"/>
                  <a:pathLst>
                    <a:path w="3713" h="6022" extrusionOk="0">
                      <a:moveTo>
                        <a:pt x="0" y="1"/>
                      </a:moveTo>
                      <a:lnTo>
                        <a:pt x="0" y="6022"/>
                      </a:lnTo>
                      <a:lnTo>
                        <a:pt x="3712" y="6022"/>
                      </a:lnTo>
                      <a:lnTo>
                        <a:pt x="3712" y="5388"/>
                      </a:lnTo>
                      <a:lnTo>
                        <a:pt x="724" y="5388"/>
                      </a:lnTo>
                      <a:lnTo>
                        <a:pt x="724" y="3351"/>
                      </a:lnTo>
                      <a:lnTo>
                        <a:pt x="3441" y="3351"/>
                      </a:lnTo>
                      <a:lnTo>
                        <a:pt x="3441" y="2672"/>
                      </a:lnTo>
                      <a:lnTo>
                        <a:pt x="724" y="2672"/>
                      </a:lnTo>
                      <a:lnTo>
                        <a:pt x="724" y="635"/>
                      </a:lnTo>
                      <a:lnTo>
                        <a:pt x="3667" y="635"/>
                      </a:lnTo>
                      <a:lnTo>
                        <a:pt x="3667" y="1"/>
                      </a:ln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106"/>
                <p:cNvSpPr/>
                <p:nvPr/>
              </p:nvSpPr>
              <p:spPr>
                <a:xfrm>
                  <a:off x="3445575" y="1348325"/>
                  <a:ext cx="107525" cy="150550"/>
                </a:xfrm>
                <a:custGeom>
                  <a:avLst/>
                  <a:gdLst/>
                  <a:ahLst/>
                  <a:cxnLst/>
                  <a:rect l="l" t="t" r="r" b="b"/>
                  <a:pathLst>
                    <a:path w="4301" h="6022" extrusionOk="0">
                      <a:moveTo>
                        <a:pt x="2175" y="626"/>
                      </a:moveTo>
                      <a:cubicBezTo>
                        <a:pt x="2491" y="626"/>
                        <a:pt x="2802" y="760"/>
                        <a:pt x="3079" y="997"/>
                      </a:cubicBezTo>
                      <a:cubicBezTo>
                        <a:pt x="3260" y="1223"/>
                        <a:pt x="3396" y="1540"/>
                        <a:pt x="3396" y="1857"/>
                      </a:cubicBezTo>
                      <a:cubicBezTo>
                        <a:pt x="3396" y="2174"/>
                        <a:pt x="3305" y="2491"/>
                        <a:pt x="3079" y="2717"/>
                      </a:cubicBezTo>
                      <a:cubicBezTo>
                        <a:pt x="2762" y="2943"/>
                        <a:pt x="2400" y="3034"/>
                        <a:pt x="2038" y="3034"/>
                      </a:cubicBezTo>
                      <a:lnTo>
                        <a:pt x="725" y="3034"/>
                      </a:lnTo>
                      <a:lnTo>
                        <a:pt x="725" y="635"/>
                      </a:lnTo>
                      <a:lnTo>
                        <a:pt x="2038" y="635"/>
                      </a:lnTo>
                      <a:cubicBezTo>
                        <a:pt x="2084" y="629"/>
                        <a:pt x="2130" y="626"/>
                        <a:pt x="2175" y="626"/>
                      </a:cubicBezTo>
                      <a:close/>
                      <a:moveTo>
                        <a:pt x="0" y="1"/>
                      </a:moveTo>
                      <a:lnTo>
                        <a:pt x="0" y="6022"/>
                      </a:lnTo>
                      <a:lnTo>
                        <a:pt x="725" y="6022"/>
                      </a:lnTo>
                      <a:lnTo>
                        <a:pt x="725" y="3668"/>
                      </a:lnTo>
                      <a:lnTo>
                        <a:pt x="2173" y="3668"/>
                      </a:lnTo>
                      <a:lnTo>
                        <a:pt x="3441" y="6022"/>
                      </a:lnTo>
                      <a:lnTo>
                        <a:pt x="4301" y="6022"/>
                      </a:lnTo>
                      <a:lnTo>
                        <a:pt x="2943" y="3532"/>
                      </a:lnTo>
                      <a:cubicBezTo>
                        <a:pt x="3305" y="3441"/>
                        <a:pt x="3577" y="3215"/>
                        <a:pt x="3803" y="2898"/>
                      </a:cubicBezTo>
                      <a:cubicBezTo>
                        <a:pt x="3984" y="2581"/>
                        <a:pt x="4075" y="2219"/>
                        <a:pt x="4075" y="1857"/>
                      </a:cubicBezTo>
                      <a:cubicBezTo>
                        <a:pt x="4075" y="1540"/>
                        <a:pt x="3984" y="1223"/>
                        <a:pt x="3848" y="906"/>
                      </a:cubicBezTo>
                      <a:cubicBezTo>
                        <a:pt x="3712" y="635"/>
                        <a:pt x="3486" y="408"/>
                        <a:pt x="3169" y="227"/>
                      </a:cubicBezTo>
                      <a:cubicBezTo>
                        <a:pt x="2852" y="91"/>
                        <a:pt x="2445" y="1"/>
                        <a:pt x="2038" y="1"/>
                      </a:cubicBez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106"/>
                <p:cNvSpPr/>
                <p:nvPr/>
              </p:nvSpPr>
              <p:spPr>
                <a:xfrm>
                  <a:off x="3570050" y="1348325"/>
                  <a:ext cx="113200" cy="150550"/>
                </a:xfrm>
                <a:custGeom>
                  <a:avLst/>
                  <a:gdLst/>
                  <a:ahLst/>
                  <a:cxnLst/>
                  <a:rect l="l" t="t" r="r" b="b"/>
                  <a:pathLst>
                    <a:path w="4528" h="6022" extrusionOk="0">
                      <a:moveTo>
                        <a:pt x="1" y="1"/>
                      </a:moveTo>
                      <a:lnTo>
                        <a:pt x="1" y="635"/>
                      </a:lnTo>
                      <a:lnTo>
                        <a:pt x="1902" y="635"/>
                      </a:lnTo>
                      <a:lnTo>
                        <a:pt x="1902" y="6022"/>
                      </a:lnTo>
                      <a:lnTo>
                        <a:pt x="2627" y="6022"/>
                      </a:lnTo>
                      <a:lnTo>
                        <a:pt x="2627" y="635"/>
                      </a:lnTo>
                      <a:lnTo>
                        <a:pt x="4528" y="635"/>
                      </a:lnTo>
                      <a:lnTo>
                        <a:pt x="4528" y="1"/>
                      </a:ln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106"/>
                <p:cNvSpPr/>
                <p:nvPr/>
              </p:nvSpPr>
              <p:spPr>
                <a:xfrm>
                  <a:off x="3711525" y="1348325"/>
                  <a:ext cx="18125" cy="150550"/>
                </a:xfrm>
                <a:custGeom>
                  <a:avLst/>
                  <a:gdLst/>
                  <a:ahLst/>
                  <a:cxnLst/>
                  <a:rect l="l" t="t" r="r" b="b"/>
                  <a:pathLst>
                    <a:path w="725" h="6022" extrusionOk="0">
                      <a:moveTo>
                        <a:pt x="1" y="1"/>
                      </a:moveTo>
                      <a:lnTo>
                        <a:pt x="1" y="6022"/>
                      </a:lnTo>
                      <a:lnTo>
                        <a:pt x="725" y="6022"/>
                      </a:lnTo>
                      <a:lnTo>
                        <a:pt x="725" y="1"/>
                      </a:ln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106"/>
                <p:cNvSpPr/>
                <p:nvPr/>
              </p:nvSpPr>
              <p:spPr>
                <a:xfrm>
                  <a:off x="3765850" y="1348325"/>
                  <a:ext cx="90575" cy="150550"/>
                </a:xfrm>
                <a:custGeom>
                  <a:avLst/>
                  <a:gdLst/>
                  <a:ahLst/>
                  <a:cxnLst/>
                  <a:rect l="l" t="t" r="r" b="b"/>
                  <a:pathLst>
                    <a:path w="3623" h="6022" extrusionOk="0">
                      <a:moveTo>
                        <a:pt x="1" y="1"/>
                      </a:moveTo>
                      <a:lnTo>
                        <a:pt x="1" y="6022"/>
                      </a:lnTo>
                      <a:lnTo>
                        <a:pt x="725" y="6022"/>
                      </a:lnTo>
                      <a:lnTo>
                        <a:pt x="725" y="3351"/>
                      </a:lnTo>
                      <a:lnTo>
                        <a:pt x="3350" y="3351"/>
                      </a:lnTo>
                      <a:lnTo>
                        <a:pt x="3350" y="2672"/>
                      </a:lnTo>
                      <a:lnTo>
                        <a:pt x="725" y="2672"/>
                      </a:lnTo>
                      <a:lnTo>
                        <a:pt x="725" y="635"/>
                      </a:lnTo>
                      <a:lnTo>
                        <a:pt x="3622" y="635"/>
                      </a:lnTo>
                      <a:lnTo>
                        <a:pt x="3622" y="1"/>
                      </a:ln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106"/>
                <p:cNvSpPr/>
                <p:nvPr/>
              </p:nvSpPr>
              <p:spPr>
                <a:xfrm>
                  <a:off x="3886950" y="1348325"/>
                  <a:ext cx="18125" cy="150550"/>
                </a:xfrm>
                <a:custGeom>
                  <a:avLst/>
                  <a:gdLst/>
                  <a:ahLst/>
                  <a:cxnLst/>
                  <a:rect l="l" t="t" r="r" b="b"/>
                  <a:pathLst>
                    <a:path w="725" h="6022" extrusionOk="0">
                      <a:moveTo>
                        <a:pt x="0" y="1"/>
                      </a:moveTo>
                      <a:lnTo>
                        <a:pt x="0" y="6022"/>
                      </a:lnTo>
                      <a:lnTo>
                        <a:pt x="725" y="6022"/>
                      </a:lnTo>
                      <a:lnTo>
                        <a:pt x="725" y="1"/>
                      </a:ln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106"/>
                <p:cNvSpPr/>
                <p:nvPr/>
              </p:nvSpPr>
              <p:spPr>
                <a:xfrm>
                  <a:off x="3933350" y="1346075"/>
                  <a:ext cx="130175" cy="155075"/>
                </a:xfrm>
                <a:custGeom>
                  <a:avLst/>
                  <a:gdLst/>
                  <a:ahLst/>
                  <a:cxnLst/>
                  <a:rect l="l" t="t" r="r" b="b"/>
                  <a:pathLst>
                    <a:path w="5207" h="6203" extrusionOk="0">
                      <a:moveTo>
                        <a:pt x="2762" y="0"/>
                      </a:moveTo>
                      <a:cubicBezTo>
                        <a:pt x="2264" y="0"/>
                        <a:pt x="1811" y="136"/>
                        <a:pt x="1404" y="408"/>
                      </a:cubicBezTo>
                      <a:cubicBezTo>
                        <a:pt x="996" y="634"/>
                        <a:pt x="634" y="1041"/>
                        <a:pt x="453" y="1449"/>
                      </a:cubicBezTo>
                      <a:cubicBezTo>
                        <a:pt x="0" y="2490"/>
                        <a:pt x="0" y="3712"/>
                        <a:pt x="453" y="4754"/>
                      </a:cubicBezTo>
                      <a:cubicBezTo>
                        <a:pt x="634" y="5206"/>
                        <a:pt x="996" y="5568"/>
                        <a:pt x="1404" y="5840"/>
                      </a:cubicBezTo>
                      <a:cubicBezTo>
                        <a:pt x="1811" y="6066"/>
                        <a:pt x="2264" y="6202"/>
                        <a:pt x="2762" y="6202"/>
                      </a:cubicBezTo>
                      <a:cubicBezTo>
                        <a:pt x="3124" y="6202"/>
                        <a:pt x="3531" y="6112"/>
                        <a:pt x="3893" y="5976"/>
                      </a:cubicBezTo>
                      <a:cubicBezTo>
                        <a:pt x="4210" y="5840"/>
                        <a:pt x="4527" y="5568"/>
                        <a:pt x="4754" y="5297"/>
                      </a:cubicBezTo>
                      <a:cubicBezTo>
                        <a:pt x="4980" y="4980"/>
                        <a:pt x="5116" y="4618"/>
                        <a:pt x="5206" y="4256"/>
                      </a:cubicBezTo>
                      <a:lnTo>
                        <a:pt x="4482" y="4256"/>
                      </a:lnTo>
                      <a:cubicBezTo>
                        <a:pt x="4437" y="4482"/>
                        <a:pt x="4301" y="4754"/>
                        <a:pt x="4120" y="4935"/>
                      </a:cubicBezTo>
                      <a:cubicBezTo>
                        <a:pt x="3984" y="5116"/>
                        <a:pt x="3758" y="5297"/>
                        <a:pt x="3531" y="5387"/>
                      </a:cubicBezTo>
                      <a:cubicBezTo>
                        <a:pt x="3305" y="5478"/>
                        <a:pt x="3033" y="5523"/>
                        <a:pt x="2762" y="5523"/>
                      </a:cubicBezTo>
                      <a:cubicBezTo>
                        <a:pt x="2445" y="5523"/>
                        <a:pt x="2083" y="5433"/>
                        <a:pt x="1766" y="5252"/>
                      </a:cubicBezTo>
                      <a:cubicBezTo>
                        <a:pt x="1494" y="5025"/>
                        <a:pt x="1223" y="4754"/>
                        <a:pt x="1087" y="4437"/>
                      </a:cubicBezTo>
                      <a:cubicBezTo>
                        <a:pt x="725" y="3577"/>
                        <a:pt x="725" y="2626"/>
                        <a:pt x="1087" y="1766"/>
                      </a:cubicBezTo>
                      <a:cubicBezTo>
                        <a:pt x="1223" y="1449"/>
                        <a:pt x="1494" y="1177"/>
                        <a:pt x="1766" y="951"/>
                      </a:cubicBezTo>
                      <a:cubicBezTo>
                        <a:pt x="2083" y="770"/>
                        <a:pt x="2445" y="679"/>
                        <a:pt x="2762" y="679"/>
                      </a:cubicBezTo>
                      <a:cubicBezTo>
                        <a:pt x="3033" y="679"/>
                        <a:pt x="3305" y="725"/>
                        <a:pt x="3531" y="860"/>
                      </a:cubicBezTo>
                      <a:cubicBezTo>
                        <a:pt x="3758" y="951"/>
                        <a:pt x="3984" y="1087"/>
                        <a:pt x="4120" y="1268"/>
                      </a:cubicBezTo>
                      <a:cubicBezTo>
                        <a:pt x="4301" y="1449"/>
                        <a:pt x="4437" y="1721"/>
                        <a:pt x="4482" y="1992"/>
                      </a:cubicBezTo>
                      <a:lnTo>
                        <a:pt x="5206" y="1992"/>
                      </a:lnTo>
                      <a:cubicBezTo>
                        <a:pt x="5116" y="1585"/>
                        <a:pt x="4980" y="1223"/>
                        <a:pt x="4754" y="906"/>
                      </a:cubicBezTo>
                      <a:cubicBezTo>
                        <a:pt x="4527" y="634"/>
                        <a:pt x="4210" y="408"/>
                        <a:pt x="3893" y="227"/>
                      </a:cubicBezTo>
                      <a:cubicBezTo>
                        <a:pt x="3531" y="91"/>
                        <a:pt x="3124" y="0"/>
                        <a:pt x="2762" y="0"/>
                      </a:cubicBez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106"/>
                <p:cNvSpPr/>
                <p:nvPr/>
              </p:nvSpPr>
              <p:spPr>
                <a:xfrm>
                  <a:off x="4079350" y="1348325"/>
                  <a:ext cx="130150" cy="150550"/>
                </a:xfrm>
                <a:custGeom>
                  <a:avLst/>
                  <a:gdLst/>
                  <a:ahLst/>
                  <a:cxnLst/>
                  <a:rect l="l" t="t" r="r" b="b"/>
                  <a:pathLst>
                    <a:path w="5206" h="6022" extrusionOk="0">
                      <a:moveTo>
                        <a:pt x="2626" y="951"/>
                      </a:moveTo>
                      <a:lnTo>
                        <a:pt x="3576" y="3668"/>
                      </a:lnTo>
                      <a:lnTo>
                        <a:pt x="1630" y="3668"/>
                      </a:lnTo>
                      <a:lnTo>
                        <a:pt x="2580" y="951"/>
                      </a:lnTo>
                      <a:close/>
                      <a:moveTo>
                        <a:pt x="2218" y="1"/>
                      </a:moveTo>
                      <a:lnTo>
                        <a:pt x="0" y="6022"/>
                      </a:lnTo>
                      <a:lnTo>
                        <a:pt x="770" y="6022"/>
                      </a:lnTo>
                      <a:lnTo>
                        <a:pt x="1403" y="4347"/>
                      </a:lnTo>
                      <a:lnTo>
                        <a:pt x="3848" y="4347"/>
                      </a:lnTo>
                      <a:lnTo>
                        <a:pt x="4436" y="6022"/>
                      </a:lnTo>
                      <a:lnTo>
                        <a:pt x="5206" y="6022"/>
                      </a:lnTo>
                      <a:lnTo>
                        <a:pt x="2988" y="1"/>
                      </a:ln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106"/>
                <p:cNvSpPr/>
                <p:nvPr/>
              </p:nvSpPr>
              <p:spPr>
                <a:xfrm>
                  <a:off x="4207225" y="1348325"/>
                  <a:ext cx="113200" cy="150550"/>
                </a:xfrm>
                <a:custGeom>
                  <a:avLst/>
                  <a:gdLst/>
                  <a:ahLst/>
                  <a:cxnLst/>
                  <a:rect l="l" t="t" r="r" b="b"/>
                  <a:pathLst>
                    <a:path w="4528" h="6022" extrusionOk="0">
                      <a:moveTo>
                        <a:pt x="0" y="1"/>
                      </a:moveTo>
                      <a:lnTo>
                        <a:pt x="0" y="635"/>
                      </a:lnTo>
                      <a:lnTo>
                        <a:pt x="1902" y="635"/>
                      </a:lnTo>
                      <a:lnTo>
                        <a:pt x="1902" y="6022"/>
                      </a:lnTo>
                      <a:lnTo>
                        <a:pt x="2626" y="6022"/>
                      </a:lnTo>
                      <a:lnTo>
                        <a:pt x="2626" y="635"/>
                      </a:lnTo>
                      <a:lnTo>
                        <a:pt x="4527" y="635"/>
                      </a:lnTo>
                      <a:lnTo>
                        <a:pt x="4527" y="1"/>
                      </a:ln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106"/>
                <p:cNvSpPr/>
                <p:nvPr/>
              </p:nvSpPr>
              <p:spPr>
                <a:xfrm>
                  <a:off x="4347550" y="1348325"/>
                  <a:ext cx="92825" cy="150550"/>
                </a:xfrm>
                <a:custGeom>
                  <a:avLst/>
                  <a:gdLst/>
                  <a:ahLst/>
                  <a:cxnLst/>
                  <a:rect l="l" t="t" r="r" b="b"/>
                  <a:pathLst>
                    <a:path w="3713" h="6022" extrusionOk="0">
                      <a:moveTo>
                        <a:pt x="1" y="1"/>
                      </a:moveTo>
                      <a:lnTo>
                        <a:pt x="1" y="6022"/>
                      </a:lnTo>
                      <a:lnTo>
                        <a:pt x="3713" y="6022"/>
                      </a:lnTo>
                      <a:lnTo>
                        <a:pt x="3713" y="5388"/>
                      </a:lnTo>
                      <a:lnTo>
                        <a:pt x="725" y="5388"/>
                      </a:lnTo>
                      <a:lnTo>
                        <a:pt x="725" y="3351"/>
                      </a:lnTo>
                      <a:lnTo>
                        <a:pt x="3441" y="3351"/>
                      </a:lnTo>
                      <a:lnTo>
                        <a:pt x="3441" y="2672"/>
                      </a:lnTo>
                      <a:lnTo>
                        <a:pt x="725" y="2672"/>
                      </a:lnTo>
                      <a:lnTo>
                        <a:pt x="725" y="635"/>
                      </a:lnTo>
                      <a:lnTo>
                        <a:pt x="3668" y="635"/>
                      </a:lnTo>
                      <a:lnTo>
                        <a:pt x="3668" y="1"/>
                      </a:ln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106"/>
                <p:cNvSpPr/>
                <p:nvPr/>
              </p:nvSpPr>
              <p:spPr>
                <a:xfrm>
                  <a:off x="3169425" y="1540725"/>
                  <a:ext cx="1268700" cy="27200"/>
                </a:xfrm>
                <a:custGeom>
                  <a:avLst/>
                  <a:gdLst/>
                  <a:ahLst/>
                  <a:cxnLst/>
                  <a:rect l="l" t="t" r="r" b="b"/>
                  <a:pathLst>
                    <a:path w="50748" h="1088" extrusionOk="0">
                      <a:moveTo>
                        <a:pt x="1" y="1"/>
                      </a:moveTo>
                      <a:lnTo>
                        <a:pt x="1" y="1087"/>
                      </a:lnTo>
                      <a:lnTo>
                        <a:pt x="50747" y="1087"/>
                      </a:lnTo>
                      <a:lnTo>
                        <a:pt x="50747" y="1"/>
                      </a:ln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106"/>
                <p:cNvSpPr/>
                <p:nvPr/>
              </p:nvSpPr>
              <p:spPr>
                <a:xfrm>
                  <a:off x="3437650" y="1913075"/>
                  <a:ext cx="731125" cy="731100"/>
                </a:xfrm>
                <a:custGeom>
                  <a:avLst/>
                  <a:gdLst/>
                  <a:ahLst/>
                  <a:cxnLst/>
                  <a:rect l="l" t="t" r="r" b="b"/>
                  <a:pathLst>
                    <a:path w="29245" h="29244" extrusionOk="0">
                      <a:moveTo>
                        <a:pt x="14622" y="0"/>
                      </a:moveTo>
                      <a:cubicBezTo>
                        <a:pt x="6565" y="0"/>
                        <a:pt x="1" y="6519"/>
                        <a:pt x="1" y="14622"/>
                      </a:cubicBezTo>
                      <a:cubicBezTo>
                        <a:pt x="1" y="22680"/>
                        <a:pt x="6565" y="29244"/>
                        <a:pt x="14622" y="29244"/>
                      </a:cubicBezTo>
                      <a:cubicBezTo>
                        <a:pt x="22726" y="29244"/>
                        <a:pt x="29244" y="22680"/>
                        <a:pt x="29244" y="14622"/>
                      </a:cubicBezTo>
                      <a:cubicBezTo>
                        <a:pt x="29244" y="6519"/>
                        <a:pt x="22726" y="0"/>
                        <a:pt x="1462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106"/>
                <p:cNvSpPr/>
                <p:nvPr/>
              </p:nvSpPr>
              <p:spPr>
                <a:xfrm>
                  <a:off x="3435375" y="1913075"/>
                  <a:ext cx="457250" cy="468550"/>
                </a:xfrm>
                <a:custGeom>
                  <a:avLst/>
                  <a:gdLst/>
                  <a:ahLst/>
                  <a:cxnLst/>
                  <a:rect l="l" t="t" r="r" b="b"/>
                  <a:pathLst>
                    <a:path w="18290" h="18742" extrusionOk="0">
                      <a:moveTo>
                        <a:pt x="14713" y="0"/>
                      </a:moveTo>
                      <a:cubicBezTo>
                        <a:pt x="14261" y="0"/>
                        <a:pt x="13853" y="0"/>
                        <a:pt x="13401" y="45"/>
                      </a:cubicBezTo>
                      <a:cubicBezTo>
                        <a:pt x="12178" y="1268"/>
                        <a:pt x="10911" y="2445"/>
                        <a:pt x="9689" y="3622"/>
                      </a:cubicBezTo>
                      <a:cubicBezTo>
                        <a:pt x="6520" y="6700"/>
                        <a:pt x="3351" y="9823"/>
                        <a:pt x="182" y="12992"/>
                      </a:cubicBezTo>
                      <a:cubicBezTo>
                        <a:pt x="1" y="14894"/>
                        <a:pt x="137" y="16885"/>
                        <a:pt x="725" y="18741"/>
                      </a:cubicBezTo>
                      <a:cubicBezTo>
                        <a:pt x="6656" y="12721"/>
                        <a:pt x="12495" y="6609"/>
                        <a:pt x="18290" y="453"/>
                      </a:cubicBezTo>
                      <a:cubicBezTo>
                        <a:pt x="17113" y="136"/>
                        <a:pt x="15936" y="0"/>
                        <a:pt x="14713" y="0"/>
                      </a:cubicBez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106"/>
                <p:cNvSpPr/>
                <p:nvPr/>
              </p:nvSpPr>
              <p:spPr>
                <a:xfrm>
                  <a:off x="3488575" y="1974175"/>
                  <a:ext cx="469700" cy="530800"/>
                </a:xfrm>
                <a:custGeom>
                  <a:avLst/>
                  <a:gdLst/>
                  <a:ahLst/>
                  <a:cxnLst/>
                  <a:rect l="l" t="t" r="r" b="b"/>
                  <a:pathLst>
                    <a:path w="18788" h="21232" extrusionOk="0">
                      <a:moveTo>
                        <a:pt x="18787" y="1"/>
                      </a:moveTo>
                      <a:cubicBezTo>
                        <a:pt x="12585" y="6565"/>
                        <a:pt x="6338" y="13129"/>
                        <a:pt x="1" y="19602"/>
                      </a:cubicBezTo>
                      <a:cubicBezTo>
                        <a:pt x="318" y="20145"/>
                        <a:pt x="725" y="20734"/>
                        <a:pt x="1132" y="21232"/>
                      </a:cubicBezTo>
                      <a:cubicBezTo>
                        <a:pt x="6202" y="15075"/>
                        <a:pt x="11454" y="9145"/>
                        <a:pt x="16795" y="3215"/>
                      </a:cubicBezTo>
                      <a:cubicBezTo>
                        <a:pt x="17429" y="2128"/>
                        <a:pt x="18108" y="1087"/>
                        <a:pt x="18787" y="1"/>
                      </a:cubicBez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106"/>
                <p:cNvSpPr/>
                <p:nvPr/>
              </p:nvSpPr>
              <p:spPr>
                <a:xfrm>
                  <a:off x="3520275" y="1995675"/>
                  <a:ext cx="565875" cy="565900"/>
                </a:xfrm>
                <a:custGeom>
                  <a:avLst/>
                  <a:gdLst/>
                  <a:ahLst/>
                  <a:cxnLst/>
                  <a:rect l="l" t="t" r="r" b="b"/>
                  <a:pathLst>
                    <a:path w="22635" h="22636" extrusionOk="0">
                      <a:moveTo>
                        <a:pt x="11317" y="1"/>
                      </a:moveTo>
                      <a:cubicBezTo>
                        <a:pt x="5070" y="1"/>
                        <a:pt x="0" y="5071"/>
                        <a:pt x="0" y="11318"/>
                      </a:cubicBezTo>
                      <a:cubicBezTo>
                        <a:pt x="0" y="17565"/>
                        <a:pt x="5070" y="22635"/>
                        <a:pt x="11317" y="22635"/>
                      </a:cubicBezTo>
                      <a:cubicBezTo>
                        <a:pt x="17565" y="22635"/>
                        <a:pt x="22635" y="17565"/>
                        <a:pt x="22635" y="11318"/>
                      </a:cubicBezTo>
                      <a:cubicBezTo>
                        <a:pt x="22635" y="5071"/>
                        <a:pt x="17565" y="1"/>
                        <a:pt x="11317" y="1"/>
                      </a:cubicBez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106"/>
                <p:cNvSpPr/>
                <p:nvPr/>
              </p:nvSpPr>
              <p:spPr>
                <a:xfrm>
                  <a:off x="3576850" y="2289925"/>
                  <a:ext cx="453850" cy="216175"/>
                </a:xfrm>
                <a:custGeom>
                  <a:avLst/>
                  <a:gdLst/>
                  <a:ahLst/>
                  <a:cxnLst/>
                  <a:rect l="l" t="t" r="r" b="b"/>
                  <a:pathLst>
                    <a:path w="18154" h="8647" fill="none" extrusionOk="0">
                      <a:moveTo>
                        <a:pt x="1" y="1"/>
                      </a:moveTo>
                      <a:cubicBezTo>
                        <a:pt x="227" y="4844"/>
                        <a:pt x="4211" y="8647"/>
                        <a:pt x="9054" y="8647"/>
                      </a:cubicBezTo>
                      <a:cubicBezTo>
                        <a:pt x="13898" y="8647"/>
                        <a:pt x="17882" y="4844"/>
                        <a:pt x="18153" y="1"/>
                      </a:cubicBezTo>
                    </a:path>
                  </a:pathLst>
                </a:custGeom>
                <a:noFill/>
                <a:ln w="19050" cap="flat" cmpd="sng">
                  <a:solidFill>
                    <a:schemeClr val="accent5"/>
                  </a:solidFill>
                  <a:prstDash val="solid"/>
                  <a:miter lim="4526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106"/>
                <p:cNvSpPr/>
                <p:nvPr/>
              </p:nvSpPr>
              <p:spPr>
                <a:xfrm>
                  <a:off x="3734175" y="2408750"/>
                  <a:ext cx="95075" cy="104150"/>
                </a:xfrm>
                <a:custGeom>
                  <a:avLst/>
                  <a:gdLst/>
                  <a:ahLst/>
                  <a:cxnLst/>
                  <a:rect l="l" t="t" r="r" b="b"/>
                  <a:pathLst>
                    <a:path w="3803" h="4166" extrusionOk="0">
                      <a:moveTo>
                        <a:pt x="1268" y="1"/>
                      </a:moveTo>
                      <a:lnTo>
                        <a:pt x="1268" y="1"/>
                      </a:lnTo>
                      <a:cubicBezTo>
                        <a:pt x="1267" y="1"/>
                        <a:pt x="0" y="3351"/>
                        <a:pt x="3803" y="4166"/>
                      </a:cubicBezTo>
                      <a:cubicBezTo>
                        <a:pt x="3667" y="2445"/>
                        <a:pt x="2716" y="906"/>
                        <a:pt x="1268" y="1"/>
                      </a:cubicBez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106"/>
                <p:cNvSpPr/>
                <p:nvPr/>
              </p:nvSpPr>
              <p:spPr>
                <a:xfrm>
                  <a:off x="3712650" y="2502900"/>
                  <a:ext cx="117725" cy="50900"/>
                </a:xfrm>
                <a:custGeom>
                  <a:avLst/>
                  <a:gdLst/>
                  <a:ahLst/>
                  <a:cxnLst/>
                  <a:rect l="l" t="t" r="r" b="b"/>
                  <a:pathLst>
                    <a:path w="4709" h="2036" extrusionOk="0">
                      <a:moveTo>
                        <a:pt x="3525" y="0"/>
                      </a:moveTo>
                      <a:cubicBezTo>
                        <a:pt x="2247" y="0"/>
                        <a:pt x="1005" y="450"/>
                        <a:pt x="1" y="1350"/>
                      </a:cubicBezTo>
                      <a:cubicBezTo>
                        <a:pt x="1" y="1350"/>
                        <a:pt x="885" y="2035"/>
                        <a:pt x="1998" y="2035"/>
                      </a:cubicBezTo>
                      <a:cubicBezTo>
                        <a:pt x="2867" y="2035"/>
                        <a:pt x="3875" y="1617"/>
                        <a:pt x="4709" y="128"/>
                      </a:cubicBezTo>
                      <a:cubicBezTo>
                        <a:pt x="4315" y="43"/>
                        <a:pt x="3918" y="0"/>
                        <a:pt x="3525" y="0"/>
                      </a:cubicBez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106"/>
                <p:cNvSpPr/>
                <p:nvPr/>
              </p:nvSpPr>
              <p:spPr>
                <a:xfrm>
                  <a:off x="3637975" y="2381600"/>
                  <a:ext cx="95075" cy="104150"/>
                </a:xfrm>
                <a:custGeom>
                  <a:avLst/>
                  <a:gdLst/>
                  <a:ahLst/>
                  <a:cxnLst/>
                  <a:rect l="l" t="t" r="r" b="b"/>
                  <a:pathLst>
                    <a:path w="3803" h="4166" extrusionOk="0">
                      <a:moveTo>
                        <a:pt x="1268" y="0"/>
                      </a:moveTo>
                      <a:cubicBezTo>
                        <a:pt x="1268" y="1"/>
                        <a:pt x="0" y="3305"/>
                        <a:pt x="3803" y="4165"/>
                      </a:cubicBezTo>
                      <a:cubicBezTo>
                        <a:pt x="3667" y="2445"/>
                        <a:pt x="2716" y="861"/>
                        <a:pt x="1268" y="0"/>
                      </a:cubicBez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106"/>
                <p:cNvSpPr/>
                <p:nvPr/>
              </p:nvSpPr>
              <p:spPr>
                <a:xfrm>
                  <a:off x="3520275" y="2209575"/>
                  <a:ext cx="91675" cy="120000"/>
                </a:xfrm>
                <a:custGeom>
                  <a:avLst/>
                  <a:gdLst/>
                  <a:ahLst/>
                  <a:cxnLst/>
                  <a:rect l="l" t="t" r="r" b="b"/>
                  <a:pathLst>
                    <a:path w="3667" h="4800" extrusionOk="0">
                      <a:moveTo>
                        <a:pt x="3033" y="1"/>
                      </a:moveTo>
                      <a:cubicBezTo>
                        <a:pt x="3033" y="1"/>
                        <a:pt x="0" y="1857"/>
                        <a:pt x="2535" y="4799"/>
                      </a:cubicBezTo>
                      <a:cubicBezTo>
                        <a:pt x="3486" y="3396"/>
                        <a:pt x="3667" y="1585"/>
                        <a:pt x="3033" y="1"/>
                      </a:cubicBez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106"/>
                <p:cNvSpPr/>
                <p:nvPr/>
              </p:nvSpPr>
              <p:spPr>
                <a:xfrm>
                  <a:off x="3561000" y="2305775"/>
                  <a:ext cx="90575" cy="121125"/>
                </a:xfrm>
                <a:custGeom>
                  <a:avLst/>
                  <a:gdLst/>
                  <a:ahLst/>
                  <a:cxnLst/>
                  <a:rect l="l" t="t" r="r" b="b"/>
                  <a:pathLst>
                    <a:path w="3623" h="4845" extrusionOk="0">
                      <a:moveTo>
                        <a:pt x="2898" y="0"/>
                      </a:moveTo>
                      <a:cubicBezTo>
                        <a:pt x="2898" y="1"/>
                        <a:pt x="1" y="2038"/>
                        <a:pt x="2762" y="4844"/>
                      </a:cubicBezTo>
                      <a:cubicBezTo>
                        <a:pt x="3577" y="3350"/>
                        <a:pt x="3622" y="1540"/>
                        <a:pt x="2898" y="0"/>
                      </a:cubicBez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106"/>
                <p:cNvSpPr/>
                <p:nvPr/>
              </p:nvSpPr>
              <p:spPr>
                <a:xfrm>
                  <a:off x="3533850" y="2332925"/>
                  <a:ext cx="97350" cy="90575"/>
                </a:xfrm>
                <a:custGeom>
                  <a:avLst/>
                  <a:gdLst/>
                  <a:ahLst/>
                  <a:cxnLst/>
                  <a:rect l="l" t="t" r="r" b="b"/>
                  <a:pathLst>
                    <a:path w="3894" h="3623" extrusionOk="0">
                      <a:moveTo>
                        <a:pt x="634" y="1"/>
                      </a:moveTo>
                      <a:cubicBezTo>
                        <a:pt x="634" y="1"/>
                        <a:pt x="0" y="3487"/>
                        <a:pt x="3894" y="3622"/>
                      </a:cubicBezTo>
                      <a:cubicBezTo>
                        <a:pt x="3441" y="1993"/>
                        <a:pt x="2264" y="635"/>
                        <a:pt x="634" y="1"/>
                      </a:cubicBez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106"/>
                <p:cNvSpPr/>
                <p:nvPr/>
              </p:nvSpPr>
              <p:spPr>
                <a:xfrm>
                  <a:off x="3611925" y="2471800"/>
                  <a:ext cx="121125" cy="45900"/>
                </a:xfrm>
                <a:custGeom>
                  <a:avLst/>
                  <a:gdLst/>
                  <a:ahLst/>
                  <a:cxnLst/>
                  <a:rect l="l" t="t" r="r" b="b"/>
                  <a:pathLst>
                    <a:path w="4845" h="1836" extrusionOk="0">
                      <a:moveTo>
                        <a:pt x="2553" y="1"/>
                      </a:moveTo>
                      <a:cubicBezTo>
                        <a:pt x="1672" y="1"/>
                        <a:pt x="792" y="216"/>
                        <a:pt x="1" y="648"/>
                      </a:cubicBezTo>
                      <a:cubicBezTo>
                        <a:pt x="1" y="648"/>
                        <a:pt x="955" y="1836"/>
                        <a:pt x="2353" y="1836"/>
                      </a:cubicBezTo>
                      <a:cubicBezTo>
                        <a:pt x="3086" y="1836"/>
                        <a:pt x="3941" y="1509"/>
                        <a:pt x="4845" y="512"/>
                      </a:cubicBezTo>
                      <a:cubicBezTo>
                        <a:pt x="4120" y="171"/>
                        <a:pt x="3336" y="1"/>
                        <a:pt x="2553" y="1"/>
                      </a:cubicBez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106"/>
                <p:cNvSpPr/>
                <p:nvPr/>
              </p:nvSpPr>
              <p:spPr>
                <a:xfrm>
                  <a:off x="3826975" y="2395175"/>
                  <a:ext cx="95075" cy="104150"/>
                </a:xfrm>
                <a:custGeom>
                  <a:avLst/>
                  <a:gdLst/>
                  <a:ahLst/>
                  <a:cxnLst/>
                  <a:rect l="l" t="t" r="r" b="b"/>
                  <a:pathLst>
                    <a:path w="3803" h="4166" extrusionOk="0">
                      <a:moveTo>
                        <a:pt x="2535" y="1"/>
                      </a:moveTo>
                      <a:lnTo>
                        <a:pt x="2535" y="1"/>
                      </a:lnTo>
                      <a:cubicBezTo>
                        <a:pt x="1041" y="906"/>
                        <a:pt x="91" y="2445"/>
                        <a:pt x="0" y="4165"/>
                      </a:cubicBezTo>
                      <a:cubicBezTo>
                        <a:pt x="3803" y="3305"/>
                        <a:pt x="2535" y="1"/>
                        <a:pt x="2535" y="1"/>
                      </a:cubicBez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106"/>
                <p:cNvSpPr/>
                <p:nvPr/>
              </p:nvSpPr>
              <p:spPr>
                <a:xfrm>
                  <a:off x="3824700" y="2489300"/>
                  <a:ext cx="117725" cy="50450"/>
                </a:xfrm>
                <a:custGeom>
                  <a:avLst/>
                  <a:gdLst/>
                  <a:ahLst/>
                  <a:cxnLst/>
                  <a:rect l="l" t="t" r="r" b="b"/>
                  <a:pathLst>
                    <a:path w="4709" h="2018" extrusionOk="0">
                      <a:moveTo>
                        <a:pt x="1199" y="0"/>
                      </a:moveTo>
                      <a:cubicBezTo>
                        <a:pt x="799" y="0"/>
                        <a:pt x="397" y="43"/>
                        <a:pt x="1" y="129"/>
                      </a:cubicBezTo>
                      <a:cubicBezTo>
                        <a:pt x="844" y="1601"/>
                        <a:pt x="1841" y="2018"/>
                        <a:pt x="2700" y="2018"/>
                      </a:cubicBezTo>
                      <a:cubicBezTo>
                        <a:pt x="3822" y="2018"/>
                        <a:pt x="4708" y="1306"/>
                        <a:pt x="4708" y="1306"/>
                      </a:cubicBezTo>
                      <a:cubicBezTo>
                        <a:pt x="3741" y="442"/>
                        <a:pt x="2484" y="0"/>
                        <a:pt x="1199" y="0"/>
                      </a:cubicBez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106"/>
                <p:cNvSpPr/>
                <p:nvPr/>
              </p:nvSpPr>
              <p:spPr>
                <a:xfrm>
                  <a:off x="3909575" y="2368025"/>
                  <a:ext cx="95100" cy="103000"/>
                </a:xfrm>
                <a:custGeom>
                  <a:avLst/>
                  <a:gdLst/>
                  <a:ahLst/>
                  <a:cxnLst/>
                  <a:rect l="l" t="t" r="r" b="b"/>
                  <a:pathLst>
                    <a:path w="3804" h="4120" extrusionOk="0">
                      <a:moveTo>
                        <a:pt x="2536" y="0"/>
                      </a:moveTo>
                      <a:lnTo>
                        <a:pt x="2536" y="0"/>
                      </a:lnTo>
                      <a:cubicBezTo>
                        <a:pt x="1042" y="906"/>
                        <a:pt x="91" y="2445"/>
                        <a:pt x="1" y="4120"/>
                      </a:cubicBezTo>
                      <a:cubicBezTo>
                        <a:pt x="3803" y="3305"/>
                        <a:pt x="2536" y="0"/>
                        <a:pt x="2536" y="0"/>
                      </a:cubicBez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106"/>
                <p:cNvSpPr/>
                <p:nvPr/>
              </p:nvSpPr>
              <p:spPr>
                <a:xfrm>
                  <a:off x="4015950" y="2181275"/>
                  <a:ext cx="91700" cy="121125"/>
                </a:xfrm>
                <a:custGeom>
                  <a:avLst/>
                  <a:gdLst/>
                  <a:ahLst/>
                  <a:cxnLst/>
                  <a:rect l="l" t="t" r="r" b="b"/>
                  <a:pathLst>
                    <a:path w="3668" h="4845" extrusionOk="0">
                      <a:moveTo>
                        <a:pt x="589" y="1"/>
                      </a:moveTo>
                      <a:lnTo>
                        <a:pt x="589" y="1"/>
                      </a:lnTo>
                      <a:cubicBezTo>
                        <a:pt x="1" y="1630"/>
                        <a:pt x="182" y="3396"/>
                        <a:pt x="1133" y="4845"/>
                      </a:cubicBezTo>
                      <a:cubicBezTo>
                        <a:pt x="3668" y="1857"/>
                        <a:pt x="590" y="1"/>
                        <a:pt x="589" y="1"/>
                      </a:cubicBez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106"/>
                <p:cNvSpPr/>
                <p:nvPr/>
              </p:nvSpPr>
              <p:spPr>
                <a:xfrm>
                  <a:off x="3987675" y="2285400"/>
                  <a:ext cx="93950" cy="118850"/>
                </a:xfrm>
                <a:custGeom>
                  <a:avLst/>
                  <a:gdLst/>
                  <a:ahLst/>
                  <a:cxnLst/>
                  <a:rect l="l" t="t" r="r" b="b"/>
                  <a:pathLst>
                    <a:path w="3758" h="4754" extrusionOk="0">
                      <a:moveTo>
                        <a:pt x="1449" y="1"/>
                      </a:moveTo>
                      <a:lnTo>
                        <a:pt x="1449" y="1"/>
                      </a:lnTo>
                      <a:cubicBezTo>
                        <a:pt x="362" y="1313"/>
                        <a:pt x="0" y="3079"/>
                        <a:pt x="453" y="4754"/>
                      </a:cubicBezTo>
                      <a:cubicBezTo>
                        <a:pt x="3757" y="2671"/>
                        <a:pt x="1449" y="1"/>
                        <a:pt x="1449" y="1"/>
                      </a:cubicBez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106"/>
                <p:cNvSpPr/>
                <p:nvPr/>
              </p:nvSpPr>
              <p:spPr>
                <a:xfrm>
                  <a:off x="3997850" y="2330675"/>
                  <a:ext cx="99625" cy="71800"/>
                </a:xfrm>
                <a:custGeom>
                  <a:avLst/>
                  <a:gdLst/>
                  <a:ahLst/>
                  <a:cxnLst/>
                  <a:rect l="l" t="t" r="r" b="b"/>
                  <a:pathLst>
                    <a:path w="3985" h="2872" extrusionOk="0">
                      <a:moveTo>
                        <a:pt x="3984" y="0"/>
                      </a:moveTo>
                      <a:lnTo>
                        <a:pt x="3984" y="0"/>
                      </a:lnTo>
                      <a:cubicBezTo>
                        <a:pt x="2309" y="227"/>
                        <a:pt x="815" y="1268"/>
                        <a:pt x="1" y="2762"/>
                      </a:cubicBezTo>
                      <a:cubicBezTo>
                        <a:pt x="379" y="2837"/>
                        <a:pt x="721" y="2871"/>
                        <a:pt x="1031" y="2871"/>
                      </a:cubicBezTo>
                      <a:cubicBezTo>
                        <a:pt x="3874" y="2871"/>
                        <a:pt x="3984" y="0"/>
                        <a:pt x="3984" y="0"/>
                      </a:cubicBez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106"/>
                <p:cNvSpPr/>
                <p:nvPr/>
              </p:nvSpPr>
              <p:spPr>
                <a:xfrm>
                  <a:off x="3909575" y="2457775"/>
                  <a:ext cx="121125" cy="46350"/>
                </a:xfrm>
                <a:custGeom>
                  <a:avLst/>
                  <a:gdLst/>
                  <a:ahLst/>
                  <a:cxnLst/>
                  <a:rect l="l" t="t" r="r" b="b"/>
                  <a:pathLst>
                    <a:path w="4845" h="1854" extrusionOk="0">
                      <a:moveTo>
                        <a:pt x="2262" y="0"/>
                      </a:moveTo>
                      <a:cubicBezTo>
                        <a:pt x="1489" y="0"/>
                        <a:pt x="715" y="172"/>
                        <a:pt x="1" y="530"/>
                      </a:cubicBezTo>
                      <a:cubicBezTo>
                        <a:pt x="873" y="1527"/>
                        <a:pt x="1718" y="1853"/>
                        <a:pt x="2452" y="1853"/>
                      </a:cubicBezTo>
                      <a:cubicBezTo>
                        <a:pt x="3851" y="1853"/>
                        <a:pt x="4844" y="665"/>
                        <a:pt x="4844" y="665"/>
                      </a:cubicBezTo>
                      <a:cubicBezTo>
                        <a:pt x="4044" y="229"/>
                        <a:pt x="3153" y="0"/>
                        <a:pt x="2262" y="0"/>
                      </a:cubicBezTo>
                      <a:close/>
                    </a:path>
                  </a:pathLst>
                </a:custGeom>
                <a:solidFill>
                  <a:schemeClr val="dk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106"/>
                <p:cNvSpPr/>
                <p:nvPr/>
              </p:nvSpPr>
              <p:spPr>
                <a:xfrm>
                  <a:off x="2580509" y="1062235"/>
                  <a:ext cx="2358966" cy="1221150"/>
                </a:xfrm>
                <a:custGeom>
                  <a:avLst/>
                  <a:gdLst/>
                  <a:ahLst/>
                  <a:cxnLst/>
                  <a:rect l="l" t="t" r="r" b="b"/>
                  <a:pathLst>
                    <a:path w="111272" h="48846" extrusionOk="0">
                      <a:moveTo>
                        <a:pt x="111271" y="1"/>
                      </a:moveTo>
                      <a:lnTo>
                        <a:pt x="679" y="725"/>
                      </a:lnTo>
                      <a:lnTo>
                        <a:pt x="0" y="3622"/>
                      </a:lnTo>
                      <a:lnTo>
                        <a:pt x="56768" y="48846"/>
                      </a:lnTo>
                      <a:lnTo>
                        <a:pt x="111271" y="1"/>
                      </a:ln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106"/>
                <p:cNvSpPr/>
                <p:nvPr/>
              </p:nvSpPr>
              <p:spPr>
                <a:xfrm>
                  <a:off x="3106050" y="1326602"/>
                  <a:ext cx="130175" cy="155050"/>
                </a:xfrm>
                <a:custGeom>
                  <a:avLst/>
                  <a:gdLst/>
                  <a:ahLst/>
                  <a:cxnLst/>
                  <a:rect l="l" t="t" r="r" b="b"/>
                  <a:pathLst>
                    <a:path w="5207" h="6202" extrusionOk="0">
                      <a:moveTo>
                        <a:pt x="2762" y="0"/>
                      </a:moveTo>
                      <a:cubicBezTo>
                        <a:pt x="2264" y="0"/>
                        <a:pt x="1811" y="91"/>
                        <a:pt x="1404" y="362"/>
                      </a:cubicBezTo>
                      <a:cubicBezTo>
                        <a:pt x="997" y="634"/>
                        <a:pt x="635" y="996"/>
                        <a:pt x="453" y="1449"/>
                      </a:cubicBezTo>
                      <a:cubicBezTo>
                        <a:pt x="1" y="2490"/>
                        <a:pt x="1" y="3667"/>
                        <a:pt x="453" y="4753"/>
                      </a:cubicBezTo>
                      <a:cubicBezTo>
                        <a:pt x="635" y="5161"/>
                        <a:pt x="997" y="5523"/>
                        <a:pt x="1404" y="5795"/>
                      </a:cubicBezTo>
                      <a:cubicBezTo>
                        <a:pt x="1811" y="6066"/>
                        <a:pt x="2264" y="6202"/>
                        <a:pt x="2762" y="6202"/>
                      </a:cubicBezTo>
                      <a:cubicBezTo>
                        <a:pt x="3124" y="6202"/>
                        <a:pt x="3532" y="6111"/>
                        <a:pt x="3894" y="5930"/>
                      </a:cubicBezTo>
                      <a:cubicBezTo>
                        <a:pt x="4211" y="5795"/>
                        <a:pt x="4528" y="5568"/>
                        <a:pt x="4754" y="5297"/>
                      </a:cubicBezTo>
                      <a:cubicBezTo>
                        <a:pt x="4980" y="4980"/>
                        <a:pt x="5116" y="4618"/>
                        <a:pt x="5207" y="4210"/>
                      </a:cubicBezTo>
                      <a:lnTo>
                        <a:pt x="4482" y="4210"/>
                      </a:lnTo>
                      <a:cubicBezTo>
                        <a:pt x="4437" y="4482"/>
                        <a:pt x="4301" y="4708"/>
                        <a:pt x="4120" y="4934"/>
                      </a:cubicBezTo>
                      <a:cubicBezTo>
                        <a:pt x="3984" y="5115"/>
                        <a:pt x="3758" y="5251"/>
                        <a:pt x="3532" y="5342"/>
                      </a:cubicBezTo>
                      <a:cubicBezTo>
                        <a:pt x="3305" y="5432"/>
                        <a:pt x="3034" y="5478"/>
                        <a:pt x="2762" y="5478"/>
                      </a:cubicBezTo>
                      <a:cubicBezTo>
                        <a:pt x="2445" y="5478"/>
                        <a:pt x="2083" y="5387"/>
                        <a:pt x="1766" y="5206"/>
                      </a:cubicBezTo>
                      <a:cubicBezTo>
                        <a:pt x="1495" y="5025"/>
                        <a:pt x="1223" y="4753"/>
                        <a:pt x="1087" y="4391"/>
                      </a:cubicBezTo>
                      <a:cubicBezTo>
                        <a:pt x="725" y="3576"/>
                        <a:pt x="725" y="2626"/>
                        <a:pt x="1087" y="1766"/>
                      </a:cubicBezTo>
                      <a:cubicBezTo>
                        <a:pt x="1223" y="1449"/>
                        <a:pt x="1495" y="1132"/>
                        <a:pt x="1766" y="951"/>
                      </a:cubicBezTo>
                      <a:cubicBezTo>
                        <a:pt x="2083" y="770"/>
                        <a:pt x="2445" y="679"/>
                        <a:pt x="2762" y="679"/>
                      </a:cubicBezTo>
                      <a:cubicBezTo>
                        <a:pt x="3034" y="679"/>
                        <a:pt x="3305" y="724"/>
                        <a:pt x="3532" y="815"/>
                      </a:cubicBezTo>
                      <a:cubicBezTo>
                        <a:pt x="3758" y="905"/>
                        <a:pt x="3984" y="1041"/>
                        <a:pt x="4120" y="1268"/>
                      </a:cubicBezTo>
                      <a:cubicBezTo>
                        <a:pt x="4301" y="1449"/>
                        <a:pt x="4437" y="1675"/>
                        <a:pt x="4482" y="1947"/>
                      </a:cubicBezTo>
                      <a:lnTo>
                        <a:pt x="5207" y="1947"/>
                      </a:lnTo>
                      <a:cubicBezTo>
                        <a:pt x="5116" y="1584"/>
                        <a:pt x="4980" y="1222"/>
                        <a:pt x="4754" y="905"/>
                      </a:cubicBezTo>
                      <a:cubicBezTo>
                        <a:pt x="4528" y="589"/>
                        <a:pt x="4211" y="362"/>
                        <a:pt x="3894" y="226"/>
                      </a:cubicBezTo>
                      <a:cubicBezTo>
                        <a:pt x="3532" y="45"/>
                        <a:pt x="3124" y="0"/>
                        <a:pt x="27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106"/>
                <p:cNvSpPr/>
                <p:nvPr/>
              </p:nvSpPr>
              <p:spPr>
                <a:xfrm>
                  <a:off x="3265625" y="1328852"/>
                  <a:ext cx="92825" cy="150550"/>
                </a:xfrm>
                <a:custGeom>
                  <a:avLst/>
                  <a:gdLst/>
                  <a:ahLst/>
                  <a:cxnLst/>
                  <a:rect l="l" t="t" r="r" b="b"/>
                  <a:pathLst>
                    <a:path w="3713" h="6022" extrusionOk="0">
                      <a:moveTo>
                        <a:pt x="1" y="1"/>
                      </a:moveTo>
                      <a:lnTo>
                        <a:pt x="1" y="6021"/>
                      </a:lnTo>
                      <a:lnTo>
                        <a:pt x="3713" y="6021"/>
                      </a:lnTo>
                      <a:lnTo>
                        <a:pt x="3713" y="5342"/>
                      </a:lnTo>
                      <a:lnTo>
                        <a:pt x="725" y="5342"/>
                      </a:lnTo>
                      <a:lnTo>
                        <a:pt x="725" y="3305"/>
                      </a:lnTo>
                      <a:lnTo>
                        <a:pt x="3441" y="3305"/>
                      </a:lnTo>
                      <a:lnTo>
                        <a:pt x="3441" y="2671"/>
                      </a:lnTo>
                      <a:lnTo>
                        <a:pt x="725" y="2671"/>
                      </a:lnTo>
                      <a:lnTo>
                        <a:pt x="725" y="634"/>
                      </a:lnTo>
                      <a:lnTo>
                        <a:pt x="3667" y="634"/>
                      </a:lnTo>
                      <a:lnTo>
                        <a:pt x="366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106"/>
                <p:cNvSpPr/>
                <p:nvPr/>
              </p:nvSpPr>
              <p:spPr>
                <a:xfrm>
                  <a:off x="3388975" y="1328577"/>
                  <a:ext cx="107550" cy="150825"/>
                </a:xfrm>
                <a:custGeom>
                  <a:avLst/>
                  <a:gdLst/>
                  <a:ahLst/>
                  <a:cxnLst/>
                  <a:rect l="l" t="t" r="r" b="b"/>
                  <a:pathLst>
                    <a:path w="4302" h="6033" extrusionOk="0">
                      <a:moveTo>
                        <a:pt x="2178" y="637"/>
                      </a:moveTo>
                      <a:cubicBezTo>
                        <a:pt x="2493" y="637"/>
                        <a:pt x="2803" y="765"/>
                        <a:pt x="3079" y="962"/>
                      </a:cubicBezTo>
                      <a:cubicBezTo>
                        <a:pt x="3260" y="1189"/>
                        <a:pt x="3396" y="1505"/>
                        <a:pt x="3396" y="1822"/>
                      </a:cubicBezTo>
                      <a:cubicBezTo>
                        <a:pt x="3396" y="2139"/>
                        <a:pt x="3306" y="2456"/>
                        <a:pt x="3079" y="2682"/>
                      </a:cubicBezTo>
                      <a:cubicBezTo>
                        <a:pt x="2803" y="2880"/>
                        <a:pt x="2493" y="3008"/>
                        <a:pt x="2178" y="3008"/>
                      </a:cubicBezTo>
                      <a:cubicBezTo>
                        <a:pt x="2132" y="3008"/>
                        <a:pt x="2085" y="3005"/>
                        <a:pt x="2038" y="2999"/>
                      </a:cubicBezTo>
                      <a:lnTo>
                        <a:pt x="725" y="2999"/>
                      </a:lnTo>
                      <a:lnTo>
                        <a:pt x="725" y="645"/>
                      </a:lnTo>
                      <a:lnTo>
                        <a:pt x="2038" y="645"/>
                      </a:lnTo>
                      <a:cubicBezTo>
                        <a:pt x="2085" y="640"/>
                        <a:pt x="2132" y="637"/>
                        <a:pt x="2178" y="637"/>
                      </a:cubicBezTo>
                      <a:close/>
                      <a:moveTo>
                        <a:pt x="2247" y="0"/>
                      </a:moveTo>
                      <a:cubicBezTo>
                        <a:pt x="2178" y="0"/>
                        <a:pt x="2108" y="4"/>
                        <a:pt x="2038" y="12"/>
                      </a:cubicBezTo>
                      <a:lnTo>
                        <a:pt x="1" y="12"/>
                      </a:lnTo>
                      <a:lnTo>
                        <a:pt x="1" y="6032"/>
                      </a:lnTo>
                      <a:lnTo>
                        <a:pt x="725" y="6032"/>
                      </a:lnTo>
                      <a:lnTo>
                        <a:pt x="725" y="3678"/>
                      </a:lnTo>
                      <a:lnTo>
                        <a:pt x="2174" y="3678"/>
                      </a:lnTo>
                      <a:lnTo>
                        <a:pt x="3441" y="6032"/>
                      </a:lnTo>
                      <a:lnTo>
                        <a:pt x="4302" y="6032"/>
                      </a:lnTo>
                      <a:lnTo>
                        <a:pt x="2943" y="3543"/>
                      </a:lnTo>
                      <a:cubicBezTo>
                        <a:pt x="3306" y="3452"/>
                        <a:pt x="3577" y="3180"/>
                        <a:pt x="3804" y="2909"/>
                      </a:cubicBezTo>
                      <a:cubicBezTo>
                        <a:pt x="3985" y="2592"/>
                        <a:pt x="4075" y="2230"/>
                        <a:pt x="4075" y="1822"/>
                      </a:cubicBezTo>
                      <a:cubicBezTo>
                        <a:pt x="4075" y="1505"/>
                        <a:pt x="3985" y="1189"/>
                        <a:pt x="3849" y="872"/>
                      </a:cubicBezTo>
                      <a:cubicBezTo>
                        <a:pt x="3713" y="600"/>
                        <a:pt x="3487" y="374"/>
                        <a:pt x="3170" y="238"/>
                      </a:cubicBezTo>
                      <a:cubicBezTo>
                        <a:pt x="2907" y="88"/>
                        <a:pt x="2583" y="0"/>
                        <a:pt x="224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106"/>
                <p:cNvSpPr/>
                <p:nvPr/>
              </p:nvSpPr>
              <p:spPr>
                <a:xfrm>
                  <a:off x="3513475" y="1328852"/>
                  <a:ext cx="113200" cy="150550"/>
                </a:xfrm>
                <a:custGeom>
                  <a:avLst/>
                  <a:gdLst/>
                  <a:ahLst/>
                  <a:cxnLst/>
                  <a:rect l="l" t="t" r="r" b="b"/>
                  <a:pathLst>
                    <a:path w="4528" h="6022" extrusionOk="0">
                      <a:moveTo>
                        <a:pt x="1" y="1"/>
                      </a:moveTo>
                      <a:lnTo>
                        <a:pt x="1" y="634"/>
                      </a:lnTo>
                      <a:lnTo>
                        <a:pt x="1902" y="634"/>
                      </a:lnTo>
                      <a:lnTo>
                        <a:pt x="1902" y="6021"/>
                      </a:lnTo>
                      <a:lnTo>
                        <a:pt x="2626" y="6021"/>
                      </a:lnTo>
                      <a:lnTo>
                        <a:pt x="2626" y="634"/>
                      </a:lnTo>
                      <a:lnTo>
                        <a:pt x="4527" y="634"/>
                      </a:lnTo>
                      <a:lnTo>
                        <a:pt x="452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106"/>
                <p:cNvSpPr/>
                <p:nvPr/>
              </p:nvSpPr>
              <p:spPr>
                <a:xfrm>
                  <a:off x="3654950" y="1328852"/>
                  <a:ext cx="18125" cy="150550"/>
                </a:xfrm>
                <a:custGeom>
                  <a:avLst/>
                  <a:gdLst/>
                  <a:ahLst/>
                  <a:cxnLst/>
                  <a:rect l="l" t="t" r="r" b="b"/>
                  <a:pathLst>
                    <a:path w="725" h="6022" extrusionOk="0">
                      <a:moveTo>
                        <a:pt x="0" y="1"/>
                      </a:moveTo>
                      <a:lnTo>
                        <a:pt x="0" y="6021"/>
                      </a:lnTo>
                      <a:lnTo>
                        <a:pt x="724" y="6021"/>
                      </a:lnTo>
                      <a:lnTo>
                        <a:pt x="72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106"/>
                <p:cNvSpPr/>
                <p:nvPr/>
              </p:nvSpPr>
              <p:spPr>
                <a:xfrm>
                  <a:off x="3709275" y="1328852"/>
                  <a:ext cx="90550" cy="150550"/>
                </a:xfrm>
                <a:custGeom>
                  <a:avLst/>
                  <a:gdLst/>
                  <a:ahLst/>
                  <a:cxnLst/>
                  <a:rect l="l" t="t" r="r" b="b"/>
                  <a:pathLst>
                    <a:path w="3622" h="6022" extrusionOk="0">
                      <a:moveTo>
                        <a:pt x="0" y="1"/>
                      </a:moveTo>
                      <a:lnTo>
                        <a:pt x="0" y="6021"/>
                      </a:lnTo>
                      <a:lnTo>
                        <a:pt x="724" y="6021"/>
                      </a:lnTo>
                      <a:lnTo>
                        <a:pt x="724" y="3305"/>
                      </a:lnTo>
                      <a:lnTo>
                        <a:pt x="3350" y="3305"/>
                      </a:lnTo>
                      <a:lnTo>
                        <a:pt x="3350" y="2671"/>
                      </a:lnTo>
                      <a:lnTo>
                        <a:pt x="724" y="2671"/>
                      </a:lnTo>
                      <a:lnTo>
                        <a:pt x="724" y="634"/>
                      </a:lnTo>
                      <a:lnTo>
                        <a:pt x="3622" y="634"/>
                      </a:lnTo>
                      <a:lnTo>
                        <a:pt x="362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106"/>
                <p:cNvSpPr/>
                <p:nvPr/>
              </p:nvSpPr>
              <p:spPr>
                <a:xfrm>
                  <a:off x="3830350" y="1328852"/>
                  <a:ext cx="19275" cy="150550"/>
                </a:xfrm>
                <a:custGeom>
                  <a:avLst/>
                  <a:gdLst/>
                  <a:ahLst/>
                  <a:cxnLst/>
                  <a:rect l="l" t="t" r="r" b="b"/>
                  <a:pathLst>
                    <a:path w="771" h="6022" extrusionOk="0">
                      <a:moveTo>
                        <a:pt x="1" y="1"/>
                      </a:moveTo>
                      <a:lnTo>
                        <a:pt x="1" y="6021"/>
                      </a:lnTo>
                      <a:lnTo>
                        <a:pt x="770" y="6021"/>
                      </a:lnTo>
                      <a:lnTo>
                        <a:pt x="77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106"/>
                <p:cNvSpPr/>
                <p:nvPr/>
              </p:nvSpPr>
              <p:spPr>
                <a:xfrm>
                  <a:off x="3876750" y="1326602"/>
                  <a:ext cx="130175" cy="155050"/>
                </a:xfrm>
                <a:custGeom>
                  <a:avLst/>
                  <a:gdLst/>
                  <a:ahLst/>
                  <a:cxnLst/>
                  <a:rect l="l" t="t" r="r" b="b"/>
                  <a:pathLst>
                    <a:path w="5207" h="6202" extrusionOk="0">
                      <a:moveTo>
                        <a:pt x="2762" y="0"/>
                      </a:moveTo>
                      <a:cubicBezTo>
                        <a:pt x="2264" y="0"/>
                        <a:pt x="1812" y="91"/>
                        <a:pt x="1404" y="362"/>
                      </a:cubicBezTo>
                      <a:cubicBezTo>
                        <a:pt x="997" y="634"/>
                        <a:pt x="635" y="996"/>
                        <a:pt x="454" y="1449"/>
                      </a:cubicBezTo>
                      <a:cubicBezTo>
                        <a:pt x="1" y="2490"/>
                        <a:pt x="1" y="3667"/>
                        <a:pt x="454" y="4753"/>
                      </a:cubicBezTo>
                      <a:cubicBezTo>
                        <a:pt x="635" y="5161"/>
                        <a:pt x="997" y="5523"/>
                        <a:pt x="1404" y="5795"/>
                      </a:cubicBezTo>
                      <a:cubicBezTo>
                        <a:pt x="1812" y="6066"/>
                        <a:pt x="2264" y="6202"/>
                        <a:pt x="2762" y="6202"/>
                      </a:cubicBezTo>
                      <a:cubicBezTo>
                        <a:pt x="3124" y="6202"/>
                        <a:pt x="3532" y="6111"/>
                        <a:pt x="3894" y="5930"/>
                      </a:cubicBezTo>
                      <a:cubicBezTo>
                        <a:pt x="4211" y="5795"/>
                        <a:pt x="4528" y="5568"/>
                        <a:pt x="4754" y="5297"/>
                      </a:cubicBezTo>
                      <a:cubicBezTo>
                        <a:pt x="4980" y="4980"/>
                        <a:pt x="5116" y="4618"/>
                        <a:pt x="5207" y="4210"/>
                      </a:cubicBezTo>
                      <a:lnTo>
                        <a:pt x="4482" y="4210"/>
                      </a:lnTo>
                      <a:cubicBezTo>
                        <a:pt x="4437" y="4482"/>
                        <a:pt x="4301" y="4708"/>
                        <a:pt x="4120" y="4934"/>
                      </a:cubicBezTo>
                      <a:cubicBezTo>
                        <a:pt x="3985" y="5115"/>
                        <a:pt x="3758" y="5251"/>
                        <a:pt x="3532" y="5342"/>
                      </a:cubicBezTo>
                      <a:cubicBezTo>
                        <a:pt x="3306" y="5432"/>
                        <a:pt x="3034" y="5478"/>
                        <a:pt x="2762" y="5478"/>
                      </a:cubicBezTo>
                      <a:cubicBezTo>
                        <a:pt x="2445" y="5478"/>
                        <a:pt x="2083" y="5387"/>
                        <a:pt x="1766" y="5206"/>
                      </a:cubicBezTo>
                      <a:cubicBezTo>
                        <a:pt x="1495" y="5025"/>
                        <a:pt x="1223" y="4753"/>
                        <a:pt x="1087" y="4391"/>
                      </a:cubicBezTo>
                      <a:cubicBezTo>
                        <a:pt x="725" y="3576"/>
                        <a:pt x="725" y="2626"/>
                        <a:pt x="1087" y="1766"/>
                      </a:cubicBezTo>
                      <a:cubicBezTo>
                        <a:pt x="1223" y="1449"/>
                        <a:pt x="1495" y="1132"/>
                        <a:pt x="1766" y="951"/>
                      </a:cubicBezTo>
                      <a:cubicBezTo>
                        <a:pt x="2083" y="770"/>
                        <a:pt x="2445" y="679"/>
                        <a:pt x="2762" y="679"/>
                      </a:cubicBezTo>
                      <a:cubicBezTo>
                        <a:pt x="3034" y="679"/>
                        <a:pt x="3306" y="724"/>
                        <a:pt x="3532" y="815"/>
                      </a:cubicBezTo>
                      <a:cubicBezTo>
                        <a:pt x="3758" y="905"/>
                        <a:pt x="3985" y="1041"/>
                        <a:pt x="4120" y="1268"/>
                      </a:cubicBezTo>
                      <a:cubicBezTo>
                        <a:pt x="4301" y="1449"/>
                        <a:pt x="4437" y="1675"/>
                        <a:pt x="4482" y="1947"/>
                      </a:cubicBezTo>
                      <a:lnTo>
                        <a:pt x="5207" y="1947"/>
                      </a:lnTo>
                      <a:cubicBezTo>
                        <a:pt x="5116" y="1584"/>
                        <a:pt x="4980" y="1222"/>
                        <a:pt x="4754" y="905"/>
                      </a:cubicBezTo>
                      <a:cubicBezTo>
                        <a:pt x="4528" y="589"/>
                        <a:pt x="4211" y="362"/>
                        <a:pt x="3894" y="226"/>
                      </a:cubicBezTo>
                      <a:cubicBezTo>
                        <a:pt x="3532" y="45"/>
                        <a:pt x="3124" y="0"/>
                        <a:pt x="27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106"/>
                <p:cNvSpPr/>
                <p:nvPr/>
              </p:nvSpPr>
              <p:spPr>
                <a:xfrm>
                  <a:off x="4022750" y="1328852"/>
                  <a:ext cx="130175" cy="150550"/>
                </a:xfrm>
                <a:custGeom>
                  <a:avLst/>
                  <a:gdLst/>
                  <a:ahLst/>
                  <a:cxnLst/>
                  <a:rect l="l" t="t" r="r" b="b"/>
                  <a:pathLst>
                    <a:path w="5207" h="6022" extrusionOk="0">
                      <a:moveTo>
                        <a:pt x="2626" y="951"/>
                      </a:moveTo>
                      <a:lnTo>
                        <a:pt x="3577" y="3667"/>
                      </a:lnTo>
                      <a:lnTo>
                        <a:pt x="1630" y="3667"/>
                      </a:lnTo>
                      <a:lnTo>
                        <a:pt x="2581" y="951"/>
                      </a:lnTo>
                      <a:close/>
                      <a:moveTo>
                        <a:pt x="2219" y="1"/>
                      </a:moveTo>
                      <a:lnTo>
                        <a:pt x="1" y="6021"/>
                      </a:lnTo>
                      <a:lnTo>
                        <a:pt x="770" y="6021"/>
                      </a:lnTo>
                      <a:lnTo>
                        <a:pt x="1404" y="4301"/>
                      </a:lnTo>
                      <a:lnTo>
                        <a:pt x="3848" y="4301"/>
                      </a:lnTo>
                      <a:lnTo>
                        <a:pt x="4437" y="6021"/>
                      </a:lnTo>
                      <a:lnTo>
                        <a:pt x="5206" y="6021"/>
                      </a:lnTo>
                      <a:lnTo>
                        <a:pt x="298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106"/>
                <p:cNvSpPr/>
                <p:nvPr/>
              </p:nvSpPr>
              <p:spPr>
                <a:xfrm>
                  <a:off x="4150625" y="1328852"/>
                  <a:ext cx="113200" cy="150550"/>
                </a:xfrm>
                <a:custGeom>
                  <a:avLst/>
                  <a:gdLst/>
                  <a:ahLst/>
                  <a:cxnLst/>
                  <a:rect l="l" t="t" r="r" b="b"/>
                  <a:pathLst>
                    <a:path w="4528" h="6022" extrusionOk="0">
                      <a:moveTo>
                        <a:pt x="1" y="1"/>
                      </a:moveTo>
                      <a:lnTo>
                        <a:pt x="1" y="634"/>
                      </a:lnTo>
                      <a:lnTo>
                        <a:pt x="1902" y="634"/>
                      </a:lnTo>
                      <a:lnTo>
                        <a:pt x="1902" y="6021"/>
                      </a:lnTo>
                      <a:lnTo>
                        <a:pt x="2627" y="6021"/>
                      </a:lnTo>
                      <a:lnTo>
                        <a:pt x="2627" y="634"/>
                      </a:lnTo>
                      <a:lnTo>
                        <a:pt x="4528" y="634"/>
                      </a:lnTo>
                      <a:lnTo>
                        <a:pt x="452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106"/>
                <p:cNvSpPr/>
                <p:nvPr/>
              </p:nvSpPr>
              <p:spPr>
                <a:xfrm>
                  <a:off x="4290975" y="1328852"/>
                  <a:ext cx="92825" cy="150550"/>
                </a:xfrm>
                <a:custGeom>
                  <a:avLst/>
                  <a:gdLst/>
                  <a:ahLst/>
                  <a:cxnLst/>
                  <a:rect l="l" t="t" r="r" b="b"/>
                  <a:pathLst>
                    <a:path w="3713" h="6022" extrusionOk="0">
                      <a:moveTo>
                        <a:pt x="0" y="1"/>
                      </a:moveTo>
                      <a:lnTo>
                        <a:pt x="0" y="6021"/>
                      </a:lnTo>
                      <a:lnTo>
                        <a:pt x="3712" y="6021"/>
                      </a:lnTo>
                      <a:lnTo>
                        <a:pt x="3712" y="5342"/>
                      </a:lnTo>
                      <a:lnTo>
                        <a:pt x="725" y="5342"/>
                      </a:lnTo>
                      <a:lnTo>
                        <a:pt x="725" y="3305"/>
                      </a:lnTo>
                      <a:lnTo>
                        <a:pt x="3441" y="3305"/>
                      </a:lnTo>
                      <a:lnTo>
                        <a:pt x="3441" y="2671"/>
                      </a:lnTo>
                      <a:lnTo>
                        <a:pt x="725" y="2671"/>
                      </a:lnTo>
                      <a:lnTo>
                        <a:pt x="725" y="634"/>
                      </a:lnTo>
                      <a:lnTo>
                        <a:pt x="3667" y="634"/>
                      </a:lnTo>
                      <a:lnTo>
                        <a:pt x="366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106"/>
                <p:cNvSpPr/>
                <p:nvPr/>
              </p:nvSpPr>
              <p:spPr>
                <a:xfrm>
                  <a:off x="3112850" y="1520127"/>
                  <a:ext cx="1268675" cy="28300"/>
                </a:xfrm>
                <a:custGeom>
                  <a:avLst/>
                  <a:gdLst/>
                  <a:ahLst/>
                  <a:cxnLst/>
                  <a:rect l="l" t="t" r="r" b="b"/>
                  <a:pathLst>
                    <a:path w="50747" h="1132" extrusionOk="0">
                      <a:moveTo>
                        <a:pt x="0" y="0"/>
                      </a:moveTo>
                      <a:lnTo>
                        <a:pt x="0" y="1132"/>
                      </a:lnTo>
                      <a:lnTo>
                        <a:pt x="50747" y="1132"/>
                      </a:lnTo>
                      <a:lnTo>
                        <a:pt x="5074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106"/>
                <p:cNvSpPr/>
                <p:nvPr/>
              </p:nvSpPr>
              <p:spPr>
                <a:xfrm>
                  <a:off x="3381075" y="1898350"/>
                  <a:ext cx="731100" cy="731125"/>
                </a:xfrm>
                <a:custGeom>
                  <a:avLst/>
                  <a:gdLst/>
                  <a:ahLst/>
                  <a:cxnLst/>
                  <a:rect l="l" t="t" r="r" b="b"/>
                  <a:pathLst>
                    <a:path w="29244" h="29245" extrusionOk="0">
                      <a:moveTo>
                        <a:pt x="14622" y="1"/>
                      </a:moveTo>
                      <a:cubicBezTo>
                        <a:pt x="6564" y="1"/>
                        <a:pt x="0" y="6565"/>
                        <a:pt x="0" y="14622"/>
                      </a:cubicBezTo>
                      <a:cubicBezTo>
                        <a:pt x="0" y="22726"/>
                        <a:pt x="6564" y="29244"/>
                        <a:pt x="14622" y="29244"/>
                      </a:cubicBezTo>
                      <a:cubicBezTo>
                        <a:pt x="22725" y="29244"/>
                        <a:pt x="29244" y="22726"/>
                        <a:pt x="29244" y="14622"/>
                      </a:cubicBezTo>
                      <a:cubicBezTo>
                        <a:pt x="29244" y="6565"/>
                        <a:pt x="22725" y="1"/>
                        <a:pt x="14622"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106"/>
                <p:cNvSpPr/>
                <p:nvPr/>
              </p:nvSpPr>
              <p:spPr>
                <a:xfrm>
                  <a:off x="3378800" y="1898350"/>
                  <a:ext cx="457250" cy="469700"/>
                </a:xfrm>
                <a:custGeom>
                  <a:avLst/>
                  <a:gdLst/>
                  <a:ahLst/>
                  <a:cxnLst/>
                  <a:rect l="l" t="t" r="r" b="b"/>
                  <a:pathLst>
                    <a:path w="18290" h="18788" extrusionOk="0">
                      <a:moveTo>
                        <a:pt x="14713" y="1"/>
                      </a:moveTo>
                      <a:cubicBezTo>
                        <a:pt x="14260" y="1"/>
                        <a:pt x="13853" y="1"/>
                        <a:pt x="13400" y="91"/>
                      </a:cubicBezTo>
                      <a:cubicBezTo>
                        <a:pt x="12178" y="1268"/>
                        <a:pt x="10910" y="2445"/>
                        <a:pt x="9688" y="3667"/>
                      </a:cubicBezTo>
                      <a:cubicBezTo>
                        <a:pt x="6519" y="6746"/>
                        <a:pt x="3350" y="9869"/>
                        <a:pt x="182" y="12993"/>
                      </a:cubicBezTo>
                      <a:cubicBezTo>
                        <a:pt x="1" y="14939"/>
                        <a:pt x="136" y="16886"/>
                        <a:pt x="725" y="18787"/>
                      </a:cubicBezTo>
                      <a:cubicBezTo>
                        <a:pt x="6655" y="12721"/>
                        <a:pt x="12495" y="6610"/>
                        <a:pt x="18289" y="453"/>
                      </a:cubicBezTo>
                      <a:cubicBezTo>
                        <a:pt x="17112" y="182"/>
                        <a:pt x="15935" y="1"/>
                        <a:pt x="14713" y="1"/>
                      </a:cubicBez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106"/>
                <p:cNvSpPr/>
                <p:nvPr/>
              </p:nvSpPr>
              <p:spPr>
                <a:xfrm>
                  <a:off x="3691150" y="2122425"/>
                  <a:ext cx="398400" cy="505925"/>
                </a:xfrm>
                <a:custGeom>
                  <a:avLst/>
                  <a:gdLst/>
                  <a:ahLst/>
                  <a:cxnLst/>
                  <a:rect l="l" t="t" r="r" b="b"/>
                  <a:pathLst>
                    <a:path w="15936" h="20237" extrusionOk="0">
                      <a:moveTo>
                        <a:pt x="15709" y="1"/>
                      </a:moveTo>
                      <a:cubicBezTo>
                        <a:pt x="10096" y="6384"/>
                        <a:pt x="4845" y="13129"/>
                        <a:pt x="1" y="20100"/>
                      </a:cubicBezTo>
                      <a:cubicBezTo>
                        <a:pt x="363" y="20191"/>
                        <a:pt x="770" y="20236"/>
                        <a:pt x="1132" y="20236"/>
                      </a:cubicBezTo>
                      <a:cubicBezTo>
                        <a:pt x="5976" y="13672"/>
                        <a:pt x="10956" y="7108"/>
                        <a:pt x="15935" y="635"/>
                      </a:cubicBezTo>
                      <a:cubicBezTo>
                        <a:pt x="15890" y="454"/>
                        <a:pt x="15800" y="227"/>
                        <a:pt x="15709" y="1"/>
                      </a:cubicBezTo>
                      <a:close/>
                    </a:path>
                  </a:pathLst>
                </a:custGeom>
                <a:solidFill>
                  <a:srgbClr val="FFFFFF"/>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106"/>
                <p:cNvSpPr/>
                <p:nvPr/>
              </p:nvSpPr>
              <p:spPr>
                <a:xfrm>
                  <a:off x="3432000" y="1959475"/>
                  <a:ext cx="469675" cy="531925"/>
                </a:xfrm>
                <a:custGeom>
                  <a:avLst/>
                  <a:gdLst/>
                  <a:ahLst/>
                  <a:cxnLst/>
                  <a:rect l="l" t="t" r="r" b="b"/>
                  <a:pathLst>
                    <a:path w="18787" h="21277" extrusionOk="0">
                      <a:moveTo>
                        <a:pt x="18787" y="0"/>
                      </a:moveTo>
                      <a:lnTo>
                        <a:pt x="18787" y="0"/>
                      </a:lnTo>
                      <a:cubicBezTo>
                        <a:pt x="12585" y="6609"/>
                        <a:pt x="6338" y="13128"/>
                        <a:pt x="0" y="19602"/>
                      </a:cubicBezTo>
                      <a:cubicBezTo>
                        <a:pt x="317" y="20190"/>
                        <a:pt x="724" y="20733"/>
                        <a:pt x="1132" y="21276"/>
                      </a:cubicBezTo>
                      <a:cubicBezTo>
                        <a:pt x="6202" y="15120"/>
                        <a:pt x="11453" y="9190"/>
                        <a:pt x="16795" y="3259"/>
                      </a:cubicBezTo>
                      <a:cubicBezTo>
                        <a:pt x="17429" y="2173"/>
                        <a:pt x="18108" y="1087"/>
                        <a:pt x="18787" y="0"/>
                      </a:cubicBez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106"/>
                <p:cNvSpPr/>
                <p:nvPr/>
              </p:nvSpPr>
              <p:spPr>
                <a:xfrm>
                  <a:off x="3463675" y="1982100"/>
                  <a:ext cx="565900" cy="564750"/>
                </a:xfrm>
                <a:custGeom>
                  <a:avLst/>
                  <a:gdLst/>
                  <a:ahLst/>
                  <a:cxnLst/>
                  <a:rect l="l" t="t" r="r" b="b"/>
                  <a:pathLst>
                    <a:path w="22636" h="22590" extrusionOk="0">
                      <a:moveTo>
                        <a:pt x="11318" y="0"/>
                      </a:moveTo>
                      <a:cubicBezTo>
                        <a:pt x="5071" y="0"/>
                        <a:pt x="1" y="5025"/>
                        <a:pt x="1" y="11272"/>
                      </a:cubicBezTo>
                      <a:cubicBezTo>
                        <a:pt x="1" y="17520"/>
                        <a:pt x="5071" y="22590"/>
                        <a:pt x="11318" y="22590"/>
                      </a:cubicBezTo>
                      <a:cubicBezTo>
                        <a:pt x="17565" y="22590"/>
                        <a:pt x="22635" y="17520"/>
                        <a:pt x="22635" y="11272"/>
                      </a:cubicBezTo>
                      <a:cubicBezTo>
                        <a:pt x="22635" y="5025"/>
                        <a:pt x="17565" y="0"/>
                        <a:pt x="11318" y="0"/>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106"/>
                <p:cNvSpPr/>
                <p:nvPr/>
              </p:nvSpPr>
              <p:spPr>
                <a:xfrm>
                  <a:off x="3520275" y="2276350"/>
                  <a:ext cx="453825" cy="216175"/>
                </a:xfrm>
                <a:custGeom>
                  <a:avLst/>
                  <a:gdLst/>
                  <a:ahLst/>
                  <a:cxnLst/>
                  <a:rect l="l" t="t" r="r" b="b"/>
                  <a:pathLst>
                    <a:path w="18153" h="8647" fill="none" extrusionOk="0">
                      <a:moveTo>
                        <a:pt x="0" y="0"/>
                      </a:moveTo>
                      <a:cubicBezTo>
                        <a:pt x="227" y="4844"/>
                        <a:pt x="4210" y="8647"/>
                        <a:pt x="9054" y="8647"/>
                      </a:cubicBezTo>
                      <a:cubicBezTo>
                        <a:pt x="13898" y="8647"/>
                        <a:pt x="17881" y="4844"/>
                        <a:pt x="18153" y="0"/>
                      </a:cubicBezTo>
                    </a:path>
                  </a:pathLst>
                </a:custGeom>
                <a:noFill/>
                <a:ln w="19050" cap="flat" cmpd="sng">
                  <a:solidFill>
                    <a:schemeClr val="accent5"/>
                  </a:solidFill>
                  <a:prstDash val="solid"/>
                  <a:miter lim="4526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106"/>
                <p:cNvSpPr/>
                <p:nvPr/>
              </p:nvSpPr>
              <p:spPr>
                <a:xfrm>
                  <a:off x="3677575" y="2395175"/>
                  <a:ext cx="95100" cy="103025"/>
                </a:xfrm>
                <a:custGeom>
                  <a:avLst/>
                  <a:gdLst/>
                  <a:ahLst/>
                  <a:cxnLst/>
                  <a:rect l="l" t="t" r="r" b="b"/>
                  <a:pathLst>
                    <a:path w="3804" h="4121" extrusionOk="0">
                      <a:moveTo>
                        <a:pt x="1268" y="1"/>
                      </a:moveTo>
                      <a:lnTo>
                        <a:pt x="1268" y="1"/>
                      </a:lnTo>
                      <a:cubicBezTo>
                        <a:pt x="1268" y="1"/>
                        <a:pt x="1" y="3305"/>
                        <a:pt x="3803" y="4120"/>
                      </a:cubicBezTo>
                      <a:cubicBezTo>
                        <a:pt x="3667" y="2445"/>
                        <a:pt x="2717" y="906"/>
                        <a:pt x="1268" y="1"/>
                      </a:cubicBez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106"/>
                <p:cNvSpPr/>
                <p:nvPr/>
              </p:nvSpPr>
              <p:spPr>
                <a:xfrm>
                  <a:off x="3656075" y="2488825"/>
                  <a:ext cx="117725" cy="50925"/>
                </a:xfrm>
                <a:custGeom>
                  <a:avLst/>
                  <a:gdLst/>
                  <a:ahLst/>
                  <a:cxnLst/>
                  <a:rect l="l" t="t" r="r" b="b"/>
                  <a:pathLst>
                    <a:path w="4709" h="2037" extrusionOk="0">
                      <a:moveTo>
                        <a:pt x="3486" y="1"/>
                      </a:moveTo>
                      <a:cubicBezTo>
                        <a:pt x="2221" y="1"/>
                        <a:pt x="994" y="468"/>
                        <a:pt x="0" y="1325"/>
                      </a:cubicBezTo>
                      <a:cubicBezTo>
                        <a:pt x="0" y="1325"/>
                        <a:pt x="901" y="2037"/>
                        <a:pt x="2028" y="2037"/>
                      </a:cubicBezTo>
                      <a:cubicBezTo>
                        <a:pt x="2890" y="2037"/>
                        <a:pt x="3884" y="1620"/>
                        <a:pt x="4708" y="148"/>
                      </a:cubicBezTo>
                      <a:cubicBezTo>
                        <a:pt x="4301" y="49"/>
                        <a:pt x="3891" y="1"/>
                        <a:pt x="3486" y="1"/>
                      </a:cubicBez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106"/>
                <p:cNvSpPr/>
                <p:nvPr/>
              </p:nvSpPr>
              <p:spPr>
                <a:xfrm>
                  <a:off x="3581375" y="2366875"/>
                  <a:ext cx="95100" cy="104150"/>
                </a:xfrm>
                <a:custGeom>
                  <a:avLst/>
                  <a:gdLst/>
                  <a:ahLst/>
                  <a:cxnLst/>
                  <a:rect l="l" t="t" r="r" b="b"/>
                  <a:pathLst>
                    <a:path w="3804" h="4166" extrusionOk="0">
                      <a:moveTo>
                        <a:pt x="1268" y="1"/>
                      </a:moveTo>
                      <a:lnTo>
                        <a:pt x="1268" y="1"/>
                      </a:lnTo>
                      <a:cubicBezTo>
                        <a:pt x="1268" y="1"/>
                        <a:pt x="1" y="3351"/>
                        <a:pt x="3803" y="4166"/>
                      </a:cubicBezTo>
                      <a:cubicBezTo>
                        <a:pt x="3667" y="2445"/>
                        <a:pt x="2717" y="906"/>
                        <a:pt x="1268" y="1"/>
                      </a:cubicBez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106"/>
                <p:cNvSpPr/>
                <p:nvPr/>
              </p:nvSpPr>
              <p:spPr>
                <a:xfrm>
                  <a:off x="3463675" y="2194875"/>
                  <a:ext cx="91700" cy="121100"/>
                </a:xfrm>
                <a:custGeom>
                  <a:avLst/>
                  <a:gdLst/>
                  <a:ahLst/>
                  <a:cxnLst/>
                  <a:rect l="l" t="t" r="r" b="b"/>
                  <a:pathLst>
                    <a:path w="3668" h="4844" extrusionOk="0">
                      <a:moveTo>
                        <a:pt x="3034" y="0"/>
                      </a:moveTo>
                      <a:cubicBezTo>
                        <a:pt x="3034" y="0"/>
                        <a:pt x="1" y="1856"/>
                        <a:pt x="2536" y="4844"/>
                      </a:cubicBezTo>
                      <a:cubicBezTo>
                        <a:pt x="3486" y="3395"/>
                        <a:pt x="3668" y="1584"/>
                        <a:pt x="3034" y="0"/>
                      </a:cubicBez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106"/>
                <p:cNvSpPr/>
                <p:nvPr/>
              </p:nvSpPr>
              <p:spPr>
                <a:xfrm>
                  <a:off x="3504425" y="2291050"/>
                  <a:ext cx="90550" cy="121125"/>
                </a:xfrm>
                <a:custGeom>
                  <a:avLst/>
                  <a:gdLst/>
                  <a:ahLst/>
                  <a:cxnLst/>
                  <a:rect l="l" t="t" r="r" b="b"/>
                  <a:pathLst>
                    <a:path w="3622" h="4845" extrusionOk="0">
                      <a:moveTo>
                        <a:pt x="2898" y="1"/>
                      </a:moveTo>
                      <a:cubicBezTo>
                        <a:pt x="2897" y="1"/>
                        <a:pt x="0" y="2083"/>
                        <a:pt x="2762" y="4845"/>
                      </a:cubicBezTo>
                      <a:cubicBezTo>
                        <a:pt x="3577" y="3351"/>
                        <a:pt x="3622" y="1540"/>
                        <a:pt x="2898" y="1"/>
                      </a:cubicBez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106"/>
                <p:cNvSpPr/>
                <p:nvPr/>
              </p:nvSpPr>
              <p:spPr>
                <a:xfrm>
                  <a:off x="3477275" y="2319350"/>
                  <a:ext cx="97350" cy="90575"/>
                </a:xfrm>
                <a:custGeom>
                  <a:avLst/>
                  <a:gdLst/>
                  <a:ahLst/>
                  <a:cxnLst/>
                  <a:rect l="l" t="t" r="r" b="b"/>
                  <a:pathLst>
                    <a:path w="3894" h="3623" extrusionOk="0">
                      <a:moveTo>
                        <a:pt x="634" y="1"/>
                      </a:moveTo>
                      <a:lnTo>
                        <a:pt x="634" y="1"/>
                      </a:lnTo>
                      <a:cubicBezTo>
                        <a:pt x="634" y="1"/>
                        <a:pt x="0" y="3441"/>
                        <a:pt x="3893" y="3622"/>
                      </a:cubicBezTo>
                      <a:cubicBezTo>
                        <a:pt x="3440" y="1947"/>
                        <a:pt x="2263" y="589"/>
                        <a:pt x="634" y="1"/>
                      </a:cubicBez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106"/>
                <p:cNvSpPr/>
                <p:nvPr/>
              </p:nvSpPr>
              <p:spPr>
                <a:xfrm>
                  <a:off x="3555350" y="2457600"/>
                  <a:ext cx="121125" cy="45700"/>
                </a:xfrm>
                <a:custGeom>
                  <a:avLst/>
                  <a:gdLst/>
                  <a:ahLst/>
                  <a:cxnLst/>
                  <a:rect l="l" t="t" r="r" b="b"/>
                  <a:pathLst>
                    <a:path w="4845" h="1828" extrusionOk="0">
                      <a:moveTo>
                        <a:pt x="2625" y="0"/>
                      </a:moveTo>
                      <a:cubicBezTo>
                        <a:pt x="1720" y="0"/>
                        <a:pt x="813" y="229"/>
                        <a:pt x="1" y="672"/>
                      </a:cubicBezTo>
                      <a:cubicBezTo>
                        <a:pt x="1" y="672"/>
                        <a:pt x="944" y="1828"/>
                        <a:pt x="2329" y="1828"/>
                      </a:cubicBezTo>
                      <a:cubicBezTo>
                        <a:pt x="3067" y="1828"/>
                        <a:pt x="3931" y="1499"/>
                        <a:pt x="4844" y="491"/>
                      </a:cubicBezTo>
                      <a:cubicBezTo>
                        <a:pt x="4142" y="161"/>
                        <a:pt x="3384" y="0"/>
                        <a:pt x="2625" y="0"/>
                      </a:cubicBez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106"/>
                <p:cNvSpPr/>
                <p:nvPr/>
              </p:nvSpPr>
              <p:spPr>
                <a:xfrm>
                  <a:off x="3770375" y="2381600"/>
                  <a:ext cx="95100" cy="103000"/>
                </a:xfrm>
                <a:custGeom>
                  <a:avLst/>
                  <a:gdLst/>
                  <a:ahLst/>
                  <a:cxnLst/>
                  <a:rect l="l" t="t" r="r" b="b"/>
                  <a:pathLst>
                    <a:path w="3804" h="4120" extrusionOk="0">
                      <a:moveTo>
                        <a:pt x="2536" y="0"/>
                      </a:moveTo>
                      <a:lnTo>
                        <a:pt x="2536" y="0"/>
                      </a:lnTo>
                      <a:cubicBezTo>
                        <a:pt x="1042" y="861"/>
                        <a:pt x="91" y="2445"/>
                        <a:pt x="1" y="4120"/>
                      </a:cubicBezTo>
                      <a:cubicBezTo>
                        <a:pt x="3803" y="3305"/>
                        <a:pt x="2536" y="1"/>
                        <a:pt x="2536" y="0"/>
                      </a:cubicBez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106"/>
                <p:cNvSpPr/>
                <p:nvPr/>
              </p:nvSpPr>
              <p:spPr>
                <a:xfrm>
                  <a:off x="3768125" y="2475250"/>
                  <a:ext cx="117725" cy="50450"/>
                </a:xfrm>
                <a:custGeom>
                  <a:avLst/>
                  <a:gdLst/>
                  <a:ahLst/>
                  <a:cxnLst/>
                  <a:rect l="l" t="t" r="r" b="b"/>
                  <a:pathLst>
                    <a:path w="4709" h="2018" extrusionOk="0">
                      <a:moveTo>
                        <a:pt x="1229" y="0"/>
                      </a:moveTo>
                      <a:cubicBezTo>
                        <a:pt x="820" y="0"/>
                        <a:pt x="407" y="49"/>
                        <a:pt x="0" y="148"/>
                      </a:cubicBezTo>
                      <a:cubicBezTo>
                        <a:pt x="847" y="1606"/>
                        <a:pt x="1849" y="2017"/>
                        <a:pt x="2710" y="2017"/>
                      </a:cubicBezTo>
                      <a:cubicBezTo>
                        <a:pt x="3827" y="2017"/>
                        <a:pt x="4708" y="1325"/>
                        <a:pt x="4708" y="1325"/>
                      </a:cubicBezTo>
                      <a:cubicBezTo>
                        <a:pt x="3749" y="468"/>
                        <a:pt x="2504" y="0"/>
                        <a:pt x="1229" y="0"/>
                      </a:cubicBez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106"/>
                <p:cNvSpPr/>
                <p:nvPr/>
              </p:nvSpPr>
              <p:spPr>
                <a:xfrm>
                  <a:off x="3853000" y="2354425"/>
                  <a:ext cx="95075" cy="103025"/>
                </a:xfrm>
                <a:custGeom>
                  <a:avLst/>
                  <a:gdLst/>
                  <a:ahLst/>
                  <a:cxnLst/>
                  <a:rect l="l" t="t" r="r" b="b"/>
                  <a:pathLst>
                    <a:path w="3803" h="4121" extrusionOk="0">
                      <a:moveTo>
                        <a:pt x="2535" y="1"/>
                      </a:moveTo>
                      <a:cubicBezTo>
                        <a:pt x="1041" y="861"/>
                        <a:pt x="91" y="2400"/>
                        <a:pt x="0" y="4120"/>
                      </a:cubicBezTo>
                      <a:cubicBezTo>
                        <a:pt x="3803" y="3306"/>
                        <a:pt x="2535" y="1"/>
                        <a:pt x="2535" y="1"/>
                      </a:cubicBez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106"/>
                <p:cNvSpPr/>
                <p:nvPr/>
              </p:nvSpPr>
              <p:spPr>
                <a:xfrm>
                  <a:off x="3959375" y="2167700"/>
                  <a:ext cx="91700" cy="120000"/>
                </a:xfrm>
                <a:custGeom>
                  <a:avLst/>
                  <a:gdLst/>
                  <a:ahLst/>
                  <a:cxnLst/>
                  <a:rect l="l" t="t" r="r" b="b"/>
                  <a:pathLst>
                    <a:path w="3668" h="4800" extrusionOk="0">
                      <a:moveTo>
                        <a:pt x="589" y="1"/>
                      </a:moveTo>
                      <a:lnTo>
                        <a:pt x="589" y="1"/>
                      </a:lnTo>
                      <a:cubicBezTo>
                        <a:pt x="1" y="1585"/>
                        <a:pt x="182" y="3396"/>
                        <a:pt x="1132" y="4799"/>
                      </a:cubicBezTo>
                      <a:cubicBezTo>
                        <a:pt x="3667" y="1857"/>
                        <a:pt x="589" y="1"/>
                        <a:pt x="589" y="1"/>
                      </a:cubicBez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106"/>
                <p:cNvSpPr/>
                <p:nvPr/>
              </p:nvSpPr>
              <p:spPr>
                <a:xfrm>
                  <a:off x="3931075" y="2270700"/>
                  <a:ext cx="93950" cy="118850"/>
                </a:xfrm>
                <a:custGeom>
                  <a:avLst/>
                  <a:gdLst/>
                  <a:ahLst/>
                  <a:cxnLst/>
                  <a:rect l="l" t="t" r="r" b="b"/>
                  <a:pathLst>
                    <a:path w="3758" h="4754" extrusionOk="0">
                      <a:moveTo>
                        <a:pt x="1449" y="0"/>
                      </a:moveTo>
                      <a:lnTo>
                        <a:pt x="1449" y="0"/>
                      </a:lnTo>
                      <a:cubicBezTo>
                        <a:pt x="363" y="1313"/>
                        <a:pt x="1" y="3124"/>
                        <a:pt x="453" y="4753"/>
                      </a:cubicBezTo>
                      <a:cubicBezTo>
                        <a:pt x="3758" y="2671"/>
                        <a:pt x="1450" y="0"/>
                        <a:pt x="1449" y="0"/>
                      </a:cubicBez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106"/>
                <p:cNvSpPr/>
                <p:nvPr/>
              </p:nvSpPr>
              <p:spPr>
                <a:xfrm>
                  <a:off x="3941275" y="2315950"/>
                  <a:ext cx="99600" cy="72900"/>
                </a:xfrm>
                <a:custGeom>
                  <a:avLst/>
                  <a:gdLst/>
                  <a:ahLst/>
                  <a:cxnLst/>
                  <a:rect l="l" t="t" r="r" b="b"/>
                  <a:pathLst>
                    <a:path w="3984" h="2916" extrusionOk="0">
                      <a:moveTo>
                        <a:pt x="3984" y="1"/>
                      </a:moveTo>
                      <a:lnTo>
                        <a:pt x="3984" y="1"/>
                      </a:lnTo>
                      <a:cubicBezTo>
                        <a:pt x="2309" y="272"/>
                        <a:pt x="815" y="1268"/>
                        <a:pt x="0" y="2807"/>
                      </a:cubicBezTo>
                      <a:cubicBezTo>
                        <a:pt x="374" y="2882"/>
                        <a:pt x="713" y="2916"/>
                        <a:pt x="1020" y="2916"/>
                      </a:cubicBezTo>
                      <a:cubicBezTo>
                        <a:pt x="3873" y="2916"/>
                        <a:pt x="3984" y="1"/>
                        <a:pt x="3984" y="1"/>
                      </a:cubicBez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106"/>
                <p:cNvSpPr/>
                <p:nvPr/>
              </p:nvSpPr>
              <p:spPr>
                <a:xfrm>
                  <a:off x="3853000" y="2443625"/>
                  <a:ext cx="121100" cy="46100"/>
                </a:xfrm>
                <a:custGeom>
                  <a:avLst/>
                  <a:gdLst/>
                  <a:ahLst/>
                  <a:cxnLst/>
                  <a:rect l="l" t="t" r="r" b="b"/>
                  <a:pathLst>
                    <a:path w="4844" h="1844" extrusionOk="0">
                      <a:moveTo>
                        <a:pt x="2261" y="1"/>
                      </a:moveTo>
                      <a:cubicBezTo>
                        <a:pt x="1488" y="1"/>
                        <a:pt x="715" y="171"/>
                        <a:pt x="0" y="507"/>
                      </a:cubicBezTo>
                      <a:cubicBezTo>
                        <a:pt x="882" y="1515"/>
                        <a:pt x="1736" y="1843"/>
                        <a:pt x="2476" y="1843"/>
                      </a:cubicBezTo>
                      <a:cubicBezTo>
                        <a:pt x="3862" y="1843"/>
                        <a:pt x="4844" y="688"/>
                        <a:pt x="4844" y="688"/>
                      </a:cubicBezTo>
                      <a:cubicBezTo>
                        <a:pt x="4044" y="227"/>
                        <a:pt x="3152" y="1"/>
                        <a:pt x="2261" y="1"/>
                      </a:cubicBez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106"/>
                <p:cNvSpPr/>
                <p:nvPr/>
              </p:nvSpPr>
              <p:spPr>
                <a:xfrm>
                  <a:off x="2799350" y="2725650"/>
                  <a:ext cx="1888875" cy="55475"/>
                </a:xfrm>
                <a:custGeom>
                  <a:avLst/>
                  <a:gdLst/>
                  <a:ahLst/>
                  <a:cxnLst/>
                  <a:rect l="l" t="t" r="r" b="b"/>
                  <a:pathLst>
                    <a:path w="75555" h="2219" extrusionOk="0">
                      <a:moveTo>
                        <a:pt x="816" y="0"/>
                      </a:moveTo>
                      <a:cubicBezTo>
                        <a:pt x="363" y="0"/>
                        <a:pt x="1" y="362"/>
                        <a:pt x="1" y="815"/>
                      </a:cubicBezTo>
                      <a:lnTo>
                        <a:pt x="1" y="1404"/>
                      </a:lnTo>
                      <a:cubicBezTo>
                        <a:pt x="1" y="1856"/>
                        <a:pt x="363" y="2218"/>
                        <a:pt x="816" y="2218"/>
                      </a:cubicBezTo>
                      <a:lnTo>
                        <a:pt x="74740" y="2218"/>
                      </a:lnTo>
                      <a:cubicBezTo>
                        <a:pt x="75193" y="2218"/>
                        <a:pt x="75555" y="1856"/>
                        <a:pt x="75555" y="1404"/>
                      </a:cubicBezTo>
                      <a:lnTo>
                        <a:pt x="75555" y="815"/>
                      </a:lnTo>
                      <a:cubicBezTo>
                        <a:pt x="75555" y="362"/>
                        <a:pt x="75193" y="0"/>
                        <a:pt x="7474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106"/>
                <p:cNvSpPr/>
                <p:nvPr/>
              </p:nvSpPr>
              <p:spPr>
                <a:xfrm>
                  <a:off x="2799350" y="2850125"/>
                  <a:ext cx="1888875" cy="55475"/>
                </a:xfrm>
                <a:custGeom>
                  <a:avLst/>
                  <a:gdLst/>
                  <a:ahLst/>
                  <a:cxnLst/>
                  <a:rect l="l" t="t" r="r" b="b"/>
                  <a:pathLst>
                    <a:path w="75555" h="2219" extrusionOk="0">
                      <a:moveTo>
                        <a:pt x="816" y="1"/>
                      </a:moveTo>
                      <a:cubicBezTo>
                        <a:pt x="363" y="1"/>
                        <a:pt x="1" y="363"/>
                        <a:pt x="1" y="816"/>
                      </a:cubicBezTo>
                      <a:lnTo>
                        <a:pt x="1" y="1404"/>
                      </a:lnTo>
                      <a:cubicBezTo>
                        <a:pt x="1" y="1857"/>
                        <a:pt x="363" y="2219"/>
                        <a:pt x="816" y="2219"/>
                      </a:cubicBezTo>
                      <a:lnTo>
                        <a:pt x="74740" y="2219"/>
                      </a:lnTo>
                      <a:cubicBezTo>
                        <a:pt x="75193" y="2219"/>
                        <a:pt x="75555" y="1857"/>
                        <a:pt x="75555" y="1404"/>
                      </a:cubicBezTo>
                      <a:lnTo>
                        <a:pt x="75555" y="816"/>
                      </a:lnTo>
                      <a:cubicBezTo>
                        <a:pt x="75555" y="363"/>
                        <a:pt x="75193" y="1"/>
                        <a:pt x="747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106"/>
                <p:cNvSpPr/>
                <p:nvPr/>
              </p:nvSpPr>
              <p:spPr>
                <a:xfrm>
                  <a:off x="2799350" y="2974625"/>
                  <a:ext cx="1888875" cy="54350"/>
                </a:xfrm>
                <a:custGeom>
                  <a:avLst/>
                  <a:gdLst/>
                  <a:ahLst/>
                  <a:cxnLst/>
                  <a:rect l="l" t="t" r="r" b="b"/>
                  <a:pathLst>
                    <a:path w="75555" h="2174" extrusionOk="0">
                      <a:moveTo>
                        <a:pt x="816" y="0"/>
                      </a:moveTo>
                      <a:cubicBezTo>
                        <a:pt x="363" y="0"/>
                        <a:pt x="1" y="362"/>
                        <a:pt x="1" y="815"/>
                      </a:cubicBezTo>
                      <a:lnTo>
                        <a:pt x="1" y="1404"/>
                      </a:lnTo>
                      <a:cubicBezTo>
                        <a:pt x="1" y="1856"/>
                        <a:pt x="363" y="2173"/>
                        <a:pt x="816" y="2173"/>
                      </a:cubicBezTo>
                      <a:lnTo>
                        <a:pt x="74740" y="2173"/>
                      </a:lnTo>
                      <a:cubicBezTo>
                        <a:pt x="75193" y="2173"/>
                        <a:pt x="75555" y="1856"/>
                        <a:pt x="75555" y="1404"/>
                      </a:cubicBezTo>
                      <a:lnTo>
                        <a:pt x="75555" y="815"/>
                      </a:lnTo>
                      <a:cubicBezTo>
                        <a:pt x="75555" y="362"/>
                        <a:pt x="75193" y="0"/>
                        <a:pt x="7474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106"/>
                <p:cNvSpPr/>
                <p:nvPr/>
              </p:nvSpPr>
              <p:spPr>
                <a:xfrm>
                  <a:off x="2799350" y="3097975"/>
                  <a:ext cx="1888875" cy="55475"/>
                </a:xfrm>
                <a:custGeom>
                  <a:avLst/>
                  <a:gdLst/>
                  <a:ahLst/>
                  <a:cxnLst/>
                  <a:rect l="l" t="t" r="r" b="b"/>
                  <a:pathLst>
                    <a:path w="75555" h="2219" extrusionOk="0">
                      <a:moveTo>
                        <a:pt x="816" y="1"/>
                      </a:moveTo>
                      <a:cubicBezTo>
                        <a:pt x="363" y="1"/>
                        <a:pt x="1" y="363"/>
                        <a:pt x="1" y="815"/>
                      </a:cubicBezTo>
                      <a:lnTo>
                        <a:pt x="1" y="1404"/>
                      </a:lnTo>
                      <a:cubicBezTo>
                        <a:pt x="1" y="1857"/>
                        <a:pt x="363" y="2219"/>
                        <a:pt x="816" y="2219"/>
                      </a:cubicBezTo>
                      <a:lnTo>
                        <a:pt x="74740" y="2219"/>
                      </a:lnTo>
                      <a:cubicBezTo>
                        <a:pt x="75193" y="2219"/>
                        <a:pt x="75555" y="1857"/>
                        <a:pt x="75555" y="1404"/>
                      </a:cubicBezTo>
                      <a:lnTo>
                        <a:pt x="75555" y="815"/>
                      </a:lnTo>
                      <a:cubicBezTo>
                        <a:pt x="75555" y="363"/>
                        <a:pt x="75193" y="1"/>
                        <a:pt x="747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106"/>
                <p:cNvSpPr/>
                <p:nvPr/>
              </p:nvSpPr>
              <p:spPr>
                <a:xfrm>
                  <a:off x="2799350" y="3222475"/>
                  <a:ext cx="1888875" cy="55475"/>
                </a:xfrm>
                <a:custGeom>
                  <a:avLst/>
                  <a:gdLst/>
                  <a:ahLst/>
                  <a:cxnLst/>
                  <a:rect l="l" t="t" r="r" b="b"/>
                  <a:pathLst>
                    <a:path w="75555" h="2219" extrusionOk="0">
                      <a:moveTo>
                        <a:pt x="816" y="0"/>
                      </a:moveTo>
                      <a:cubicBezTo>
                        <a:pt x="363" y="0"/>
                        <a:pt x="1" y="362"/>
                        <a:pt x="1" y="815"/>
                      </a:cubicBezTo>
                      <a:lnTo>
                        <a:pt x="1" y="1404"/>
                      </a:lnTo>
                      <a:cubicBezTo>
                        <a:pt x="1" y="1856"/>
                        <a:pt x="363" y="2218"/>
                        <a:pt x="816" y="2218"/>
                      </a:cubicBezTo>
                      <a:lnTo>
                        <a:pt x="74740" y="2218"/>
                      </a:lnTo>
                      <a:cubicBezTo>
                        <a:pt x="75193" y="2218"/>
                        <a:pt x="75555" y="1856"/>
                        <a:pt x="75555" y="1404"/>
                      </a:cubicBezTo>
                      <a:lnTo>
                        <a:pt x="75555" y="815"/>
                      </a:lnTo>
                      <a:cubicBezTo>
                        <a:pt x="75555" y="362"/>
                        <a:pt x="75193" y="0"/>
                        <a:pt x="7474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106"/>
                <p:cNvSpPr/>
                <p:nvPr/>
              </p:nvSpPr>
              <p:spPr>
                <a:xfrm>
                  <a:off x="2799350" y="3346950"/>
                  <a:ext cx="1888875" cy="54350"/>
                </a:xfrm>
                <a:custGeom>
                  <a:avLst/>
                  <a:gdLst/>
                  <a:ahLst/>
                  <a:cxnLst/>
                  <a:rect l="l" t="t" r="r" b="b"/>
                  <a:pathLst>
                    <a:path w="75555" h="2174" extrusionOk="0">
                      <a:moveTo>
                        <a:pt x="816" y="1"/>
                      </a:moveTo>
                      <a:cubicBezTo>
                        <a:pt x="363" y="1"/>
                        <a:pt x="1" y="363"/>
                        <a:pt x="1" y="770"/>
                      </a:cubicBezTo>
                      <a:lnTo>
                        <a:pt x="1" y="1359"/>
                      </a:lnTo>
                      <a:cubicBezTo>
                        <a:pt x="1" y="1812"/>
                        <a:pt x="363" y="2174"/>
                        <a:pt x="816" y="2174"/>
                      </a:cubicBezTo>
                      <a:lnTo>
                        <a:pt x="74740" y="2174"/>
                      </a:lnTo>
                      <a:cubicBezTo>
                        <a:pt x="75193" y="2174"/>
                        <a:pt x="75555" y="1812"/>
                        <a:pt x="75555" y="1359"/>
                      </a:cubicBezTo>
                      <a:lnTo>
                        <a:pt x="75555" y="770"/>
                      </a:lnTo>
                      <a:cubicBezTo>
                        <a:pt x="75555" y="363"/>
                        <a:pt x="75193" y="1"/>
                        <a:pt x="747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106"/>
                <p:cNvSpPr/>
                <p:nvPr/>
              </p:nvSpPr>
              <p:spPr>
                <a:xfrm>
                  <a:off x="2799350" y="3470325"/>
                  <a:ext cx="1888875" cy="55475"/>
                </a:xfrm>
                <a:custGeom>
                  <a:avLst/>
                  <a:gdLst/>
                  <a:ahLst/>
                  <a:cxnLst/>
                  <a:rect l="l" t="t" r="r" b="b"/>
                  <a:pathLst>
                    <a:path w="75555" h="2219" extrusionOk="0">
                      <a:moveTo>
                        <a:pt x="816" y="0"/>
                      </a:moveTo>
                      <a:cubicBezTo>
                        <a:pt x="363" y="0"/>
                        <a:pt x="1" y="362"/>
                        <a:pt x="1" y="815"/>
                      </a:cubicBezTo>
                      <a:lnTo>
                        <a:pt x="1" y="1403"/>
                      </a:lnTo>
                      <a:cubicBezTo>
                        <a:pt x="1" y="1856"/>
                        <a:pt x="363" y="2218"/>
                        <a:pt x="816" y="2218"/>
                      </a:cubicBezTo>
                      <a:lnTo>
                        <a:pt x="74740" y="2218"/>
                      </a:lnTo>
                      <a:cubicBezTo>
                        <a:pt x="75193" y="2218"/>
                        <a:pt x="75555" y="1856"/>
                        <a:pt x="75555" y="1403"/>
                      </a:cubicBezTo>
                      <a:lnTo>
                        <a:pt x="75555" y="815"/>
                      </a:lnTo>
                      <a:cubicBezTo>
                        <a:pt x="75555" y="362"/>
                        <a:pt x="75193" y="0"/>
                        <a:pt x="7474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106"/>
                <p:cNvSpPr/>
                <p:nvPr/>
              </p:nvSpPr>
              <p:spPr>
                <a:xfrm>
                  <a:off x="2846900" y="3898100"/>
                  <a:ext cx="772975" cy="55475"/>
                </a:xfrm>
                <a:custGeom>
                  <a:avLst/>
                  <a:gdLst/>
                  <a:ahLst/>
                  <a:cxnLst/>
                  <a:rect l="l" t="t" r="r" b="b"/>
                  <a:pathLst>
                    <a:path w="30919" h="2219" extrusionOk="0">
                      <a:moveTo>
                        <a:pt x="815" y="1"/>
                      </a:moveTo>
                      <a:cubicBezTo>
                        <a:pt x="362" y="1"/>
                        <a:pt x="0" y="363"/>
                        <a:pt x="0" y="816"/>
                      </a:cubicBezTo>
                      <a:lnTo>
                        <a:pt x="0" y="1404"/>
                      </a:lnTo>
                      <a:cubicBezTo>
                        <a:pt x="0" y="1857"/>
                        <a:pt x="362" y="2219"/>
                        <a:pt x="815" y="2219"/>
                      </a:cubicBezTo>
                      <a:lnTo>
                        <a:pt x="30104" y="2219"/>
                      </a:lnTo>
                      <a:cubicBezTo>
                        <a:pt x="30557" y="2219"/>
                        <a:pt x="30919" y="1857"/>
                        <a:pt x="30919" y="1404"/>
                      </a:cubicBezTo>
                      <a:lnTo>
                        <a:pt x="30919" y="816"/>
                      </a:lnTo>
                      <a:cubicBezTo>
                        <a:pt x="30919" y="363"/>
                        <a:pt x="30557" y="1"/>
                        <a:pt x="3010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106"/>
                <p:cNvSpPr/>
                <p:nvPr/>
              </p:nvSpPr>
              <p:spPr>
                <a:xfrm>
                  <a:off x="3923150" y="3898100"/>
                  <a:ext cx="771875" cy="55475"/>
                </a:xfrm>
                <a:custGeom>
                  <a:avLst/>
                  <a:gdLst/>
                  <a:ahLst/>
                  <a:cxnLst/>
                  <a:rect l="l" t="t" r="r" b="b"/>
                  <a:pathLst>
                    <a:path w="30875" h="2219" extrusionOk="0">
                      <a:moveTo>
                        <a:pt x="816" y="1"/>
                      </a:moveTo>
                      <a:cubicBezTo>
                        <a:pt x="363" y="1"/>
                        <a:pt x="1" y="363"/>
                        <a:pt x="1" y="816"/>
                      </a:cubicBezTo>
                      <a:lnTo>
                        <a:pt x="1" y="1404"/>
                      </a:lnTo>
                      <a:cubicBezTo>
                        <a:pt x="1" y="1857"/>
                        <a:pt x="363" y="2219"/>
                        <a:pt x="816" y="2219"/>
                      </a:cubicBezTo>
                      <a:lnTo>
                        <a:pt x="30059" y="2219"/>
                      </a:lnTo>
                      <a:cubicBezTo>
                        <a:pt x="30512" y="2219"/>
                        <a:pt x="30874" y="1857"/>
                        <a:pt x="30874" y="1404"/>
                      </a:cubicBezTo>
                      <a:lnTo>
                        <a:pt x="30874" y="816"/>
                      </a:lnTo>
                      <a:cubicBezTo>
                        <a:pt x="30874" y="363"/>
                        <a:pt x="30512" y="1"/>
                        <a:pt x="300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106"/>
                <p:cNvSpPr/>
                <p:nvPr/>
              </p:nvSpPr>
              <p:spPr>
                <a:xfrm>
                  <a:off x="3670775" y="4353050"/>
                  <a:ext cx="151675" cy="151675"/>
                </a:xfrm>
                <a:custGeom>
                  <a:avLst/>
                  <a:gdLst/>
                  <a:ahLst/>
                  <a:cxnLst/>
                  <a:rect l="l" t="t" r="r" b="b"/>
                  <a:pathLst>
                    <a:path w="6067" h="6067" fill="none" extrusionOk="0">
                      <a:moveTo>
                        <a:pt x="6067" y="3034"/>
                      </a:moveTo>
                      <a:cubicBezTo>
                        <a:pt x="6067" y="4709"/>
                        <a:pt x="4709" y="6067"/>
                        <a:pt x="3034" y="6067"/>
                      </a:cubicBezTo>
                      <a:cubicBezTo>
                        <a:pt x="1359" y="6067"/>
                        <a:pt x="1" y="4709"/>
                        <a:pt x="1" y="3034"/>
                      </a:cubicBezTo>
                      <a:cubicBezTo>
                        <a:pt x="1" y="1359"/>
                        <a:pt x="1359" y="1"/>
                        <a:pt x="3034" y="1"/>
                      </a:cubicBezTo>
                      <a:cubicBezTo>
                        <a:pt x="4709" y="1"/>
                        <a:pt x="6067" y="1359"/>
                        <a:pt x="6067" y="3034"/>
                      </a:cubicBezTo>
                      <a:close/>
                    </a:path>
                  </a:pathLst>
                </a:custGeom>
                <a:noFill/>
                <a:ln w="19050" cap="flat" cmpd="sng">
                  <a:solidFill>
                    <a:schemeClr val="accent5"/>
                  </a:solidFill>
                  <a:prstDash val="solid"/>
                  <a:miter lim="4526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106"/>
                <p:cNvSpPr/>
                <p:nvPr/>
              </p:nvSpPr>
              <p:spPr>
                <a:xfrm>
                  <a:off x="3712650" y="4394925"/>
                  <a:ext cx="69075" cy="69075"/>
                </a:xfrm>
                <a:custGeom>
                  <a:avLst/>
                  <a:gdLst/>
                  <a:ahLst/>
                  <a:cxnLst/>
                  <a:rect l="l" t="t" r="r" b="b"/>
                  <a:pathLst>
                    <a:path w="2763" h="2763" fill="none" extrusionOk="0">
                      <a:moveTo>
                        <a:pt x="2762" y="1359"/>
                      </a:moveTo>
                      <a:cubicBezTo>
                        <a:pt x="2762" y="2129"/>
                        <a:pt x="2129" y="2762"/>
                        <a:pt x="1359" y="2762"/>
                      </a:cubicBezTo>
                      <a:cubicBezTo>
                        <a:pt x="589" y="2762"/>
                        <a:pt x="1" y="2129"/>
                        <a:pt x="1" y="1359"/>
                      </a:cubicBezTo>
                      <a:cubicBezTo>
                        <a:pt x="1" y="589"/>
                        <a:pt x="589" y="1"/>
                        <a:pt x="1359" y="1"/>
                      </a:cubicBezTo>
                      <a:cubicBezTo>
                        <a:pt x="2129" y="1"/>
                        <a:pt x="2762" y="589"/>
                        <a:pt x="2762" y="1359"/>
                      </a:cubicBezTo>
                      <a:close/>
                    </a:path>
                  </a:pathLst>
                </a:custGeom>
                <a:noFill/>
                <a:ln w="19050" cap="flat" cmpd="sng">
                  <a:solidFill>
                    <a:schemeClr val="accent5"/>
                  </a:solidFill>
                  <a:prstDash val="solid"/>
                  <a:miter lim="4526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106"/>
                <p:cNvSpPr/>
                <p:nvPr/>
              </p:nvSpPr>
              <p:spPr>
                <a:xfrm>
                  <a:off x="3443300" y="947700"/>
                  <a:ext cx="510450" cy="54350"/>
                </a:xfrm>
                <a:custGeom>
                  <a:avLst/>
                  <a:gdLst/>
                  <a:ahLst/>
                  <a:cxnLst/>
                  <a:rect l="l" t="t" r="r" b="b"/>
                  <a:pathLst>
                    <a:path w="20418" h="2174" fill="none" extrusionOk="0">
                      <a:moveTo>
                        <a:pt x="816" y="1"/>
                      </a:moveTo>
                      <a:lnTo>
                        <a:pt x="19602" y="1"/>
                      </a:lnTo>
                      <a:cubicBezTo>
                        <a:pt x="20055" y="1"/>
                        <a:pt x="20417" y="363"/>
                        <a:pt x="20417" y="815"/>
                      </a:cubicBezTo>
                      <a:lnTo>
                        <a:pt x="20417" y="1404"/>
                      </a:lnTo>
                      <a:cubicBezTo>
                        <a:pt x="20417" y="1811"/>
                        <a:pt x="20055" y="2174"/>
                        <a:pt x="19602" y="2174"/>
                      </a:cubicBezTo>
                      <a:lnTo>
                        <a:pt x="816" y="2174"/>
                      </a:lnTo>
                      <a:cubicBezTo>
                        <a:pt x="363" y="2174"/>
                        <a:pt x="1" y="1811"/>
                        <a:pt x="1" y="1404"/>
                      </a:cubicBezTo>
                      <a:lnTo>
                        <a:pt x="1" y="815"/>
                      </a:lnTo>
                      <a:cubicBezTo>
                        <a:pt x="1" y="363"/>
                        <a:pt x="363" y="1"/>
                        <a:pt x="816" y="1"/>
                      </a:cubicBezTo>
                      <a:close/>
                    </a:path>
                  </a:pathLst>
                </a:custGeom>
                <a:noFill/>
                <a:ln w="19050" cap="flat" cmpd="sng">
                  <a:solidFill>
                    <a:schemeClr val="accent5"/>
                  </a:solidFill>
                  <a:prstDash val="solid"/>
                  <a:miter lim="4526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106"/>
                <p:cNvSpPr/>
                <p:nvPr/>
              </p:nvSpPr>
              <p:spPr>
                <a:xfrm>
                  <a:off x="3995600" y="947700"/>
                  <a:ext cx="54350" cy="54350"/>
                </a:xfrm>
                <a:custGeom>
                  <a:avLst/>
                  <a:gdLst/>
                  <a:ahLst/>
                  <a:cxnLst/>
                  <a:rect l="l" t="t" r="r" b="b"/>
                  <a:pathLst>
                    <a:path w="2174" h="2174" fill="none" extrusionOk="0">
                      <a:moveTo>
                        <a:pt x="2173" y="1087"/>
                      </a:moveTo>
                      <a:cubicBezTo>
                        <a:pt x="2173" y="1676"/>
                        <a:pt x="1675" y="2174"/>
                        <a:pt x="1087" y="2174"/>
                      </a:cubicBezTo>
                      <a:cubicBezTo>
                        <a:pt x="498" y="2174"/>
                        <a:pt x="0" y="1676"/>
                        <a:pt x="0" y="1087"/>
                      </a:cubicBezTo>
                      <a:cubicBezTo>
                        <a:pt x="0" y="499"/>
                        <a:pt x="498" y="1"/>
                        <a:pt x="1087" y="1"/>
                      </a:cubicBezTo>
                      <a:cubicBezTo>
                        <a:pt x="1675" y="1"/>
                        <a:pt x="2173" y="499"/>
                        <a:pt x="2173" y="1087"/>
                      </a:cubicBezTo>
                      <a:close/>
                    </a:path>
                  </a:pathLst>
                </a:custGeom>
                <a:noFill/>
                <a:ln w="19050" cap="flat" cmpd="sng">
                  <a:solidFill>
                    <a:schemeClr val="accent5"/>
                  </a:solidFill>
                  <a:prstDash val="solid"/>
                  <a:miter lim="4526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106"/>
                <p:cNvSpPr/>
                <p:nvPr/>
              </p:nvSpPr>
              <p:spPr>
                <a:xfrm>
                  <a:off x="2352325" y="1339275"/>
                  <a:ext cx="75850" cy="315775"/>
                </a:xfrm>
                <a:custGeom>
                  <a:avLst/>
                  <a:gdLst/>
                  <a:ahLst/>
                  <a:cxnLst/>
                  <a:rect l="l" t="t" r="r" b="b"/>
                  <a:pathLst>
                    <a:path w="3034" h="12631" extrusionOk="0">
                      <a:moveTo>
                        <a:pt x="1449" y="1"/>
                      </a:moveTo>
                      <a:cubicBezTo>
                        <a:pt x="634" y="1"/>
                        <a:pt x="1" y="589"/>
                        <a:pt x="1" y="1404"/>
                      </a:cubicBezTo>
                      <a:lnTo>
                        <a:pt x="1" y="11182"/>
                      </a:lnTo>
                      <a:cubicBezTo>
                        <a:pt x="1" y="11997"/>
                        <a:pt x="634" y="12631"/>
                        <a:pt x="1449" y="12631"/>
                      </a:cubicBezTo>
                      <a:lnTo>
                        <a:pt x="1630" y="12631"/>
                      </a:lnTo>
                      <a:cubicBezTo>
                        <a:pt x="2400" y="12631"/>
                        <a:pt x="3034" y="11997"/>
                        <a:pt x="3034" y="11182"/>
                      </a:cubicBezTo>
                      <a:lnTo>
                        <a:pt x="3034" y="1404"/>
                      </a:lnTo>
                      <a:cubicBezTo>
                        <a:pt x="3034" y="589"/>
                        <a:pt x="2400" y="1"/>
                        <a:pt x="1630" y="1"/>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106"/>
                <p:cNvSpPr/>
                <p:nvPr/>
              </p:nvSpPr>
              <p:spPr>
                <a:xfrm>
                  <a:off x="2352325" y="1684450"/>
                  <a:ext cx="75850" cy="315775"/>
                </a:xfrm>
                <a:custGeom>
                  <a:avLst/>
                  <a:gdLst/>
                  <a:ahLst/>
                  <a:cxnLst/>
                  <a:rect l="l" t="t" r="r" b="b"/>
                  <a:pathLst>
                    <a:path w="3034" h="12631" extrusionOk="0">
                      <a:moveTo>
                        <a:pt x="1449" y="1"/>
                      </a:moveTo>
                      <a:cubicBezTo>
                        <a:pt x="634" y="1"/>
                        <a:pt x="1" y="634"/>
                        <a:pt x="1" y="1449"/>
                      </a:cubicBezTo>
                      <a:lnTo>
                        <a:pt x="1" y="11227"/>
                      </a:lnTo>
                      <a:cubicBezTo>
                        <a:pt x="1" y="11997"/>
                        <a:pt x="634" y="12631"/>
                        <a:pt x="1449" y="12631"/>
                      </a:cubicBezTo>
                      <a:lnTo>
                        <a:pt x="1630" y="12631"/>
                      </a:lnTo>
                      <a:cubicBezTo>
                        <a:pt x="2400" y="12631"/>
                        <a:pt x="3034" y="11997"/>
                        <a:pt x="3034" y="11227"/>
                      </a:cubicBezTo>
                      <a:lnTo>
                        <a:pt x="3034" y="1449"/>
                      </a:lnTo>
                      <a:cubicBezTo>
                        <a:pt x="3034" y="634"/>
                        <a:pt x="2400" y="1"/>
                        <a:pt x="1630" y="1"/>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106"/>
                <p:cNvSpPr/>
                <p:nvPr/>
              </p:nvSpPr>
              <p:spPr>
                <a:xfrm>
                  <a:off x="5060550" y="1339275"/>
                  <a:ext cx="74700" cy="315775"/>
                </a:xfrm>
                <a:custGeom>
                  <a:avLst/>
                  <a:gdLst/>
                  <a:ahLst/>
                  <a:cxnLst/>
                  <a:rect l="l" t="t" r="r" b="b"/>
                  <a:pathLst>
                    <a:path w="2988" h="12631" extrusionOk="0">
                      <a:moveTo>
                        <a:pt x="1403" y="1"/>
                      </a:moveTo>
                      <a:cubicBezTo>
                        <a:pt x="589" y="1"/>
                        <a:pt x="0" y="589"/>
                        <a:pt x="0" y="1404"/>
                      </a:cubicBezTo>
                      <a:lnTo>
                        <a:pt x="0" y="11182"/>
                      </a:lnTo>
                      <a:cubicBezTo>
                        <a:pt x="0" y="11997"/>
                        <a:pt x="589" y="12631"/>
                        <a:pt x="1403" y="12631"/>
                      </a:cubicBezTo>
                      <a:lnTo>
                        <a:pt x="1585" y="12631"/>
                      </a:lnTo>
                      <a:cubicBezTo>
                        <a:pt x="2354" y="12631"/>
                        <a:pt x="2988" y="11997"/>
                        <a:pt x="2988" y="11182"/>
                      </a:cubicBezTo>
                      <a:lnTo>
                        <a:pt x="2988" y="1404"/>
                      </a:lnTo>
                      <a:cubicBezTo>
                        <a:pt x="2988" y="589"/>
                        <a:pt x="2354" y="1"/>
                        <a:pt x="1585" y="1"/>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106"/>
                <p:cNvSpPr/>
                <p:nvPr/>
              </p:nvSpPr>
              <p:spPr>
                <a:xfrm>
                  <a:off x="3524800" y="443550"/>
                  <a:ext cx="557950" cy="183900"/>
                </a:xfrm>
                <a:custGeom>
                  <a:avLst/>
                  <a:gdLst/>
                  <a:ahLst/>
                  <a:cxnLst/>
                  <a:rect l="l" t="t" r="r" b="b"/>
                  <a:pathLst>
                    <a:path w="22318" h="7356" extrusionOk="0">
                      <a:moveTo>
                        <a:pt x="10832" y="0"/>
                      </a:moveTo>
                      <a:cubicBezTo>
                        <a:pt x="7023" y="0"/>
                        <a:pt x="3206" y="1406"/>
                        <a:pt x="227" y="4232"/>
                      </a:cubicBezTo>
                      <a:lnTo>
                        <a:pt x="0" y="4458"/>
                      </a:lnTo>
                      <a:lnTo>
                        <a:pt x="2083" y="6767"/>
                      </a:lnTo>
                      <a:lnTo>
                        <a:pt x="2354" y="6541"/>
                      </a:lnTo>
                      <a:cubicBezTo>
                        <a:pt x="4723" y="4281"/>
                        <a:pt x="7762" y="3159"/>
                        <a:pt x="10796" y="3159"/>
                      </a:cubicBezTo>
                      <a:cubicBezTo>
                        <a:pt x="14023" y="3159"/>
                        <a:pt x="17244" y="4428"/>
                        <a:pt x="19647" y="6948"/>
                      </a:cubicBezTo>
                      <a:cubicBezTo>
                        <a:pt x="19737" y="7084"/>
                        <a:pt x="19873" y="7220"/>
                        <a:pt x="20009" y="7356"/>
                      </a:cubicBezTo>
                      <a:lnTo>
                        <a:pt x="22318" y="5183"/>
                      </a:lnTo>
                      <a:lnTo>
                        <a:pt x="21956" y="4775"/>
                      </a:lnTo>
                      <a:cubicBezTo>
                        <a:pt x="18942" y="1598"/>
                        <a:pt x="14892" y="0"/>
                        <a:pt x="10832" y="0"/>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106"/>
                <p:cNvSpPr/>
                <p:nvPr/>
              </p:nvSpPr>
              <p:spPr>
                <a:xfrm>
                  <a:off x="3615325" y="576575"/>
                  <a:ext cx="368975" cy="144800"/>
                </a:xfrm>
                <a:custGeom>
                  <a:avLst/>
                  <a:gdLst/>
                  <a:ahLst/>
                  <a:cxnLst/>
                  <a:rect l="l" t="t" r="r" b="b"/>
                  <a:pathLst>
                    <a:path w="14759" h="5792" extrusionOk="0">
                      <a:moveTo>
                        <a:pt x="7157" y="0"/>
                      </a:moveTo>
                      <a:cubicBezTo>
                        <a:pt x="4669" y="0"/>
                        <a:pt x="2178" y="918"/>
                        <a:pt x="227" y="2759"/>
                      </a:cubicBezTo>
                      <a:lnTo>
                        <a:pt x="1" y="3030"/>
                      </a:lnTo>
                      <a:lnTo>
                        <a:pt x="2174" y="5384"/>
                      </a:lnTo>
                      <a:lnTo>
                        <a:pt x="2445" y="5113"/>
                      </a:lnTo>
                      <a:cubicBezTo>
                        <a:pt x="3757" y="3889"/>
                        <a:pt x="5426" y="3277"/>
                        <a:pt x="7099" y="3277"/>
                      </a:cubicBezTo>
                      <a:cubicBezTo>
                        <a:pt x="8890" y="3277"/>
                        <a:pt x="10684" y="3980"/>
                        <a:pt x="12042" y="5384"/>
                      </a:cubicBezTo>
                      <a:cubicBezTo>
                        <a:pt x="12133" y="5520"/>
                        <a:pt x="12269" y="5611"/>
                        <a:pt x="12359" y="5792"/>
                      </a:cubicBezTo>
                      <a:lnTo>
                        <a:pt x="14758" y="3528"/>
                      </a:lnTo>
                      <a:cubicBezTo>
                        <a:pt x="14668" y="3393"/>
                        <a:pt x="14532" y="3257"/>
                        <a:pt x="14442" y="3121"/>
                      </a:cubicBezTo>
                      <a:cubicBezTo>
                        <a:pt x="12456" y="1042"/>
                        <a:pt x="9809" y="0"/>
                        <a:pt x="7157" y="0"/>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106"/>
                <p:cNvSpPr/>
                <p:nvPr/>
              </p:nvSpPr>
              <p:spPr>
                <a:xfrm>
                  <a:off x="3735300" y="708175"/>
                  <a:ext cx="124500" cy="113000"/>
                </a:xfrm>
                <a:custGeom>
                  <a:avLst/>
                  <a:gdLst/>
                  <a:ahLst/>
                  <a:cxnLst/>
                  <a:rect l="l" t="t" r="r" b="b"/>
                  <a:pathLst>
                    <a:path w="4980" h="4520" extrusionOk="0">
                      <a:moveTo>
                        <a:pt x="2508" y="1"/>
                      </a:moveTo>
                      <a:cubicBezTo>
                        <a:pt x="1947" y="1"/>
                        <a:pt x="1386" y="205"/>
                        <a:pt x="951" y="618"/>
                      </a:cubicBezTo>
                      <a:cubicBezTo>
                        <a:pt x="46" y="1478"/>
                        <a:pt x="0" y="2882"/>
                        <a:pt x="860" y="3787"/>
                      </a:cubicBezTo>
                      <a:cubicBezTo>
                        <a:pt x="1318" y="4269"/>
                        <a:pt x="1929" y="4520"/>
                        <a:pt x="2537" y="4520"/>
                      </a:cubicBezTo>
                      <a:cubicBezTo>
                        <a:pt x="3073" y="4520"/>
                        <a:pt x="3605" y="4326"/>
                        <a:pt x="4029" y="3923"/>
                      </a:cubicBezTo>
                      <a:cubicBezTo>
                        <a:pt x="4935" y="3063"/>
                        <a:pt x="4980" y="1614"/>
                        <a:pt x="4165" y="709"/>
                      </a:cubicBezTo>
                      <a:cubicBezTo>
                        <a:pt x="3718" y="239"/>
                        <a:pt x="3113" y="1"/>
                        <a:pt x="2508"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106"/>
                <p:cNvSpPr/>
                <p:nvPr/>
              </p:nvSpPr>
              <p:spPr>
                <a:xfrm>
                  <a:off x="1327000" y="2922550"/>
                  <a:ext cx="1139650" cy="2228400"/>
                </a:xfrm>
                <a:custGeom>
                  <a:avLst/>
                  <a:gdLst/>
                  <a:ahLst/>
                  <a:cxnLst/>
                  <a:rect l="l" t="t" r="r" b="b"/>
                  <a:pathLst>
                    <a:path w="45586" h="89136" extrusionOk="0">
                      <a:moveTo>
                        <a:pt x="40516" y="1"/>
                      </a:moveTo>
                      <a:cubicBezTo>
                        <a:pt x="36170" y="2355"/>
                        <a:pt x="32096" y="5116"/>
                        <a:pt x="28293" y="8240"/>
                      </a:cubicBezTo>
                      <a:cubicBezTo>
                        <a:pt x="20507" y="14804"/>
                        <a:pt x="18424" y="24220"/>
                        <a:pt x="15527" y="33500"/>
                      </a:cubicBezTo>
                      <a:cubicBezTo>
                        <a:pt x="15437" y="33817"/>
                        <a:pt x="15210" y="34134"/>
                        <a:pt x="14984" y="34360"/>
                      </a:cubicBezTo>
                      <a:lnTo>
                        <a:pt x="0" y="88864"/>
                      </a:lnTo>
                      <a:lnTo>
                        <a:pt x="26392" y="89136"/>
                      </a:lnTo>
                      <a:lnTo>
                        <a:pt x="33408" y="73608"/>
                      </a:lnTo>
                      <a:cubicBezTo>
                        <a:pt x="33408" y="73608"/>
                        <a:pt x="45586" y="66275"/>
                        <a:pt x="43141" y="39566"/>
                      </a:cubicBezTo>
                      <a:lnTo>
                        <a:pt x="42598" y="227"/>
                      </a:lnTo>
                      <a:lnTo>
                        <a:pt x="40516" y="1"/>
                      </a:ln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106"/>
                <p:cNvSpPr/>
                <p:nvPr/>
              </p:nvSpPr>
              <p:spPr>
                <a:xfrm>
                  <a:off x="2133050" y="3023225"/>
                  <a:ext cx="660300" cy="1121100"/>
                </a:xfrm>
                <a:custGeom>
                  <a:avLst/>
                  <a:gdLst/>
                  <a:ahLst/>
                  <a:cxnLst/>
                  <a:rect l="l" t="t" r="r" b="b"/>
                  <a:pathLst>
                    <a:path w="26412" h="44844" extrusionOk="0">
                      <a:moveTo>
                        <a:pt x="23787" y="0"/>
                      </a:moveTo>
                      <a:cubicBezTo>
                        <a:pt x="21712" y="0"/>
                        <a:pt x="17584" y="3282"/>
                        <a:pt x="9451" y="15032"/>
                      </a:cubicBezTo>
                      <a:cubicBezTo>
                        <a:pt x="9451" y="15032"/>
                        <a:pt x="0" y="44843"/>
                        <a:pt x="7475" y="44843"/>
                      </a:cubicBezTo>
                      <a:cubicBezTo>
                        <a:pt x="7897" y="44843"/>
                        <a:pt x="8373" y="44748"/>
                        <a:pt x="8907" y="44548"/>
                      </a:cubicBezTo>
                      <a:cubicBezTo>
                        <a:pt x="14702" y="31782"/>
                        <a:pt x="22669" y="23905"/>
                        <a:pt x="25747" y="5254"/>
                      </a:cubicBezTo>
                      <a:cubicBezTo>
                        <a:pt x="25747" y="5254"/>
                        <a:pt x="26411" y="0"/>
                        <a:pt x="237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106"/>
                <p:cNvSpPr/>
                <p:nvPr/>
              </p:nvSpPr>
              <p:spPr>
                <a:xfrm>
                  <a:off x="2095425" y="3339525"/>
                  <a:ext cx="304925" cy="525775"/>
                </a:xfrm>
                <a:custGeom>
                  <a:avLst/>
                  <a:gdLst/>
                  <a:ahLst/>
                  <a:cxnLst/>
                  <a:rect l="l" t="t" r="r" b="b"/>
                  <a:pathLst>
                    <a:path w="12197" h="21031" extrusionOk="0">
                      <a:moveTo>
                        <a:pt x="11789" y="1"/>
                      </a:moveTo>
                      <a:cubicBezTo>
                        <a:pt x="11695" y="1"/>
                        <a:pt x="11602" y="47"/>
                        <a:pt x="11544" y="162"/>
                      </a:cubicBezTo>
                      <a:cubicBezTo>
                        <a:pt x="11091" y="932"/>
                        <a:pt x="680" y="18858"/>
                        <a:pt x="91" y="20669"/>
                      </a:cubicBezTo>
                      <a:cubicBezTo>
                        <a:pt x="1" y="20805"/>
                        <a:pt x="91" y="20986"/>
                        <a:pt x="272" y="21031"/>
                      </a:cubicBezTo>
                      <a:lnTo>
                        <a:pt x="363" y="21031"/>
                      </a:lnTo>
                      <a:cubicBezTo>
                        <a:pt x="499" y="21031"/>
                        <a:pt x="589" y="20986"/>
                        <a:pt x="634" y="20850"/>
                      </a:cubicBezTo>
                      <a:cubicBezTo>
                        <a:pt x="1223" y="19084"/>
                        <a:pt x="11952" y="615"/>
                        <a:pt x="12042" y="434"/>
                      </a:cubicBezTo>
                      <a:cubicBezTo>
                        <a:pt x="12197" y="217"/>
                        <a:pt x="11992" y="1"/>
                        <a:pt x="11789" y="1"/>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106"/>
                <p:cNvSpPr/>
                <p:nvPr/>
              </p:nvSpPr>
              <p:spPr>
                <a:xfrm>
                  <a:off x="2303725" y="3172950"/>
                  <a:ext cx="97300" cy="48125"/>
                </a:xfrm>
                <a:custGeom>
                  <a:avLst/>
                  <a:gdLst/>
                  <a:ahLst/>
                  <a:cxnLst/>
                  <a:rect l="l" t="t" r="r" b="b"/>
                  <a:pathLst>
                    <a:path w="3892" h="1925" extrusionOk="0">
                      <a:moveTo>
                        <a:pt x="436" y="0"/>
                      </a:moveTo>
                      <a:cubicBezTo>
                        <a:pt x="130" y="0"/>
                        <a:pt x="0" y="460"/>
                        <a:pt x="315" y="578"/>
                      </a:cubicBezTo>
                      <a:lnTo>
                        <a:pt x="3393" y="1891"/>
                      </a:lnTo>
                      <a:cubicBezTo>
                        <a:pt x="3416" y="1913"/>
                        <a:pt x="3439" y="1925"/>
                        <a:pt x="3461" y="1925"/>
                      </a:cubicBezTo>
                      <a:cubicBezTo>
                        <a:pt x="3484" y="1925"/>
                        <a:pt x="3506" y="1913"/>
                        <a:pt x="3529" y="1891"/>
                      </a:cubicBezTo>
                      <a:lnTo>
                        <a:pt x="3529" y="1845"/>
                      </a:lnTo>
                      <a:cubicBezTo>
                        <a:pt x="3846" y="1845"/>
                        <a:pt x="3891" y="1438"/>
                        <a:pt x="3665" y="1302"/>
                      </a:cubicBezTo>
                      <a:lnTo>
                        <a:pt x="587" y="35"/>
                      </a:lnTo>
                      <a:cubicBezTo>
                        <a:pt x="533" y="11"/>
                        <a:pt x="483" y="0"/>
                        <a:pt x="436" y="0"/>
                      </a:cubicBezTo>
                      <a:close/>
                    </a:path>
                  </a:pathLst>
                </a:custGeom>
                <a:solidFill>
                  <a:srgbClr val="FF4270"/>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106"/>
                <p:cNvSpPr/>
                <p:nvPr/>
              </p:nvSpPr>
              <p:spPr>
                <a:xfrm>
                  <a:off x="2480800" y="3447850"/>
                  <a:ext cx="97900" cy="79075"/>
                </a:xfrm>
                <a:custGeom>
                  <a:avLst/>
                  <a:gdLst/>
                  <a:ahLst/>
                  <a:cxnLst/>
                  <a:rect l="l" t="t" r="r" b="b"/>
                  <a:pathLst>
                    <a:path w="3916" h="3163" extrusionOk="0">
                      <a:moveTo>
                        <a:pt x="406" y="1"/>
                      </a:moveTo>
                      <a:cubicBezTo>
                        <a:pt x="169" y="1"/>
                        <a:pt x="0" y="324"/>
                        <a:pt x="249" y="537"/>
                      </a:cubicBezTo>
                      <a:lnTo>
                        <a:pt x="3282" y="3072"/>
                      </a:lnTo>
                      <a:cubicBezTo>
                        <a:pt x="3327" y="3117"/>
                        <a:pt x="3417" y="3163"/>
                        <a:pt x="3463" y="3163"/>
                      </a:cubicBezTo>
                      <a:lnTo>
                        <a:pt x="3508" y="3163"/>
                      </a:lnTo>
                      <a:cubicBezTo>
                        <a:pt x="3780" y="3163"/>
                        <a:pt x="3915" y="2800"/>
                        <a:pt x="3689" y="2619"/>
                      </a:cubicBezTo>
                      <a:lnTo>
                        <a:pt x="611" y="84"/>
                      </a:lnTo>
                      <a:cubicBezTo>
                        <a:pt x="542" y="25"/>
                        <a:pt x="471" y="1"/>
                        <a:pt x="406" y="1"/>
                      </a:cubicBezTo>
                      <a:close/>
                    </a:path>
                  </a:pathLst>
                </a:custGeom>
                <a:solidFill>
                  <a:srgbClr val="FF4270"/>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106"/>
                <p:cNvSpPr/>
                <p:nvPr/>
              </p:nvSpPr>
              <p:spPr>
                <a:xfrm>
                  <a:off x="2526775" y="3402000"/>
                  <a:ext cx="87000" cy="68350"/>
                </a:xfrm>
                <a:custGeom>
                  <a:avLst/>
                  <a:gdLst/>
                  <a:ahLst/>
                  <a:cxnLst/>
                  <a:rect l="l" t="t" r="r" b="b"/>
                  <a:pathLst>
                    <a:path w="3480" h="2734" extrusionOk="0">
                      <a:moveTo>
                        <a:pt x="448" y="1"/>
                      </a:moveTo>
                      <a:cubicBezTo>
                        <a:pt x="196" y="1"/>
                        <a:pt x="0" y="340"/>
                        <a:pt x="220" y="560"/>
                      </a:cubicBezTo>
                      <a:lnTo>
                        <a:pt x="2891" y="2688"/>
                      </a:lnTo>
                      <a:cubicBezTo>
                        <a:pt x="2937" y="2733"/>
                        <a:pt x="3027" y="2733"/>
                        <a:pt x="3072" y="2733"/>
                      </a:cubicBezTo>
                      <a:cubicBezTo>
                        <a:pt x="3389" y="2733"/>
                        <a:pt x="3480" y="2371"/>
                        <a:pt x="3253" y="2190"/>
                      </a:cubicBezTo>
                      <a:lnTo>
                        <a:pt x="628" y="62"/>
                      </a:lnTo>
                      <a:cubicBezTo>
                        <a:pt x="568" y="19"/>
                        <a:pt x="506" y="1"/>
                        <a:pt x="448" y="1"/>
                      </a:cubicBezTo>
                      <a:close/>
                    </a:path>
                  </a:pathLst>
                </a:custGeom>
                <a:solidFill>
                  <a:srgbClr val="FF4270"/>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106"/>
                <p:cNvSpPr/>
                <p:nvPr/>
              </p:nvSpPr>
              <p:spPr>
                <a:xfrm>
                  <a:off x="2540200" y="3008800"/>
                  <a:ext cx="263675" cy="227100"/>
                </a:xfrm>
                <a:custGeom>
                  <a:avLst/>
                  <a:gdLst/>
                  <a:ahLst/>
                  <a:cxnLst/>
                  <a:rect l="l" t="t" r="r" b="b"/>
                  <a:pathLst>
                    <a:path w="10547" h="9084" extrusionOk="0">
                      <a:moveTo>
                        <a:pt x="8173" y="1"/>
                      </a:moveTo>
                      <a:cubicBezTo>
                        <a:pt x="7315" y="1"/>
                        <a:pt x="6030" y="667"/>
                        <a:pt x="4120" y="2481"/>
                      </a:cubicBezTo>
                      <a:cubicBezTo>
                        <a:pt x="4120" y="2481"/>
                        <a:pt x="0" y="6918"/>
                        <a:pt x="4210" y="8728"/>
                      </a:cubicBezTo>
                      <a:cubicBezTo>
                        <a:pt x="4803" y="8977"/>
                        <a:pt x="5337" y="9084"/>
                        <a:pt x="5816" y="9084"/>
                      </a:cubicBezTo>
                      <a:cubicBezTo>
                        <a:pt x="8740" y="9084"/>
                        <a:pt x="9643" y="5107"/>
                        <a:pt x="9643" y="5107"/>
                      </a:cubicBezTo>
                      <a:cubicBezTo>
                        <a:pt x="9643" y="5107"/>
                        <a:pt x="10546" y="1"/>
                        <a:pt x="8173"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106"/>
                <p:cNvSpPr/>
                <p:nvPr/>
              </p:nvSpPr>
              <p:spPr>
                <a:xfrm>
                  <a:off x="1044050" y="4920000"/>
                  <a:ext cx="1188350" cy="510475"/>
                </a:xfrm>
                <a:custGeom>
                  <a:avLst/>
                  <a:gdLst/>
                  <a:ahLst/>
                  <a:cxnLst/>
                  <a:rect l="l" t="t" r="r" b="b"/>
                  <a:pathLst>
                    <a:path w="47534" h="20419" extrusionOk="0">
                      <a:moveTo>
                        <a:pt x="14875" y="0"/>
                      </a:moveTo>
                      <a:cubicBezTo>
                        <a:pt x="14594" y="0"/>
                        <a:pt x="14328" y="1"/>
                        <a:pt x="14079" y="3"/>
                      </a:cubicBezTo>
                      <a:cubicBezTo>
                        <a:pt x="6519" y="48"/>
                        <a:pt x="1" y="20419"/>
                        <a:pt x="1" y="20419"/>
                      </a:cubicBezTo>
                      <a:lnTo>
                        <a:pt x="47533" y="20374"/>
                      </a:lnTo>
                      <a:cubicBezTo>
                        <a:pt x="47533" y="20374"/>
                        <a:pt x="45134" y="10188"/>
                        <a:pt x="45134" y="5344"/>
                      </a:cubicBezTo>
                      <a:cubicBezTo>
                        <a:pt x="45134" y="703"/>
                        <a:pt x="23193" y="0"/>
                        <a:pt x="14875" y="0"/>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106"/>
                <p:cNvSpPr/>
                <p:nvPr/>
              </p:nvSpPr>
              <p:spPr>
                <a:xfrm>
                  <a:off x="1346425" y="4827225"/>
                  <a:ext cx="795425" cy="208950"/>
                </a:xfrm>
                <a:custGeom>
                  <a:avLst/>
                  <a:gdLst/>
                  <a:ahLst/>
                  <a:cxnLst/>
                  <a:rect l="l" t="t" r="r" b="b"/>
                  <a:pathLst>
                    <a:path w="31817" h="8358" extrusionOk="0">
                      <a:moveTo>
                        <a:pt x="2197" y="1"/>
                      </a:moveTo>
                      <a:cubicBezTo>
                        <a:pt x="1" y="1"/>
                        <a:pt x="309" y="4166"/>
                        <a:pt x="309" y="4166"/>
                      </a:cubicBezTo>
                      <a:cubicBezTo>
                        <a:pt x="309" y="4166"/>
                        <a:pt x="21135" y="8358"/>
                        <a:pt x="28281" y="8358"/>
                      </a:cubicBezTo>
                      <a:cubicBezTo>
                        <a:pt x="29538" y="8358"/>
                        <a:pt x="30371" y="8228"/>
                        <a:pt x="30594" y="7924"/>
                      </a:cubicBezTo>
                      <a:cubicBezTo>
                        <a:pt x="31454" y="6792"/>
                        <a:pt x="31817" y="5343"/>
                        <a:pt x="31500" y="3940"/>
                      </a:cubicBezTo>
                      <a:cubicBezTo>
                        <a:pt x="31500" y="3940"/>
                        <a:pt x="5651" y="952"/>
                        <a:pt x="2799" y="92"/>
                      </a:cubicBezTo>
                      <a:cubicBezTo>
                        <a:pt x="2580" y="29"/>
                        <a:pt x="2380" y="1"/>
                        <a:pt x="2197" y="1"/>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106"/>
                <p:cNvSpPr/>
                <p:nvPr/>
              </p:nvSpPr>
              <p:spPr>
                <a:xfrm>
                  <a:off x="1329250" y="4918850"/>
                  <a:ext cx="824700" cy="324900"/>
                </a:xfrm>
                <a:custGeom>
                  <a:avLst/>
                  <a:gdLst/>
                  <a:ahLst/>
                  <a:cxnLst/>
                  <a:rect l="l" t="t" r="r" b="b"/>
                  <a:pathLst>
                    <a:path w="32988" h="12996" extrusionOk="0">
                      <a:moveTo>
                        <a:pt x="953" y="1"/>
                      </a:moveTo>
                      <a:cubicBezTo>
                        <a:pt x="583" y="1"/>
                        <a:pt x="514" y="548"/>
                        <a:pt x="906" y="592"/>
                      </a:cubicBezTo>
                      <a:lnTo>
                        <a:pt x="4799" y="1135"/>
                      </a:lnTo>
                      <a:cubicBezTo>
                        <a:pt x="3803" y="2448"/>
                        <a:pt x="1087" y="6341"/>
                        <a:pt x="91" y="9872"/>
                      </a:cubicBezTo>
                      <a:cubicBezTo>
                        <a:pt x="1" y="10008"/>
                        <a:pt x="91" y="10189"/>
                        <a:pt x="272" y="10234"/>
                      </a:cubicBezTo>
                      <a:lnTo>
                        <a:pt x="363" y="10234"/>
                      </a:lnTo>
                      <a:cubicBezTo>
                        <a:pt x="499" y="10234"/>
                        <a:pt x="589" y="10144"/>
                        <a:pt x="634" y="10008"/>
                      </a:cubicBezTo>
                      <a:cubicBezTo>
                        <a:pt x="1675" y="6341"/>
                        <a:pt x="4754" y="2131"/>
                        <a:pt x="5478" y="1180"/>
                      </a:cubicBezTo>
                      <a:lnTo>
                        <a:pt x="15437" y="2538"/>
                      </a:lnTo>
                      <a:cubicBezTo>
                        <a:pt x="15437" y="2584"/>
                        <a:pt x="15392" y="2629"/>
                        <a:pt x="15392" y="2674"/>
                      </a:cubicBezTo>
                      <a:cubicBezTo>
                        <a:pt x="15392" y="2765"/>
                        <a:pt x="15075" y="9917"/>
                        <a:pt x="14487" y="12271"/>
                      </a:cubicBezTo>
                      <a:cubicBezTo>
                        <a:pt x="14487" y="12407"/>
                        <a:pt x="14577" y="12588"/>
                        <a:pt x="14713" y="12633"/>
                      </a:cubicBezTo>
                      <a:lnTo>
                        <a:pt x="14803" y="12633"/>
                      </a:lnTo>
                      <a:cubicBezTo>
                        <a:pt x="14939" y="12633"/>
                        <a:pt x="15075" y="12498"/>
                        <a:pt x="15075" y="12407"/>
                      </a:cubicBezTo>
                      <a:cubicBezTo>
                        <a:pt x="15709" y="9963"/>
                        <a:pt x="15980" y="2991"/>
                        <a:pt x="16026" y="2674"/>
                      </a:cubicBezTo>
                      <a:cubicBezTo>
                        <a:pt x="16026" y="2674"/>
                        <a:pt x="16026" y="2629"/>
                        <a:pt x="16026" y="2584"/>
                      </a:cubicBezTo>
                      <a:lnTo>
                        <a:pt x="28565" y="4304"/>
                      </a:lnTo>
                      <a:cubicBezTo>
                        <a:pt x="28565" y="4304"/>
                        <a:pt x="28565" y="4349"/>
                        <a:pt x="28565" y="4349"/>
                      </a:cubicBezTo>
                      <a:cubicBezTo>
                        <a:pt x="28565" y="4395"/>
                        <a:pt x="29969" y="8921"/>
                        <a:pt x="29154" y="12633"/>
                      </a:cubicBezTo>
                      <a:cubicBezTo>
                        <a:pt x="29108" y="12815"/>
                        <a:pt x="29244" y="12950"/>
                        <a:pt x="29380" y="12996"/>
                      </a:cubicBezTo>
                      <a:lnTo>
                        <a:pt x="29471" y="12996"/>
                      </a:lnTo>
                      <a:cubicBezTo>
                        <a:pt x="29606" y="12996"/>
                        <a:pt x="29742" y="12905"/>
                        <a:pt x="29742" y="12769"/>
                      </a:cubicBezTo>
                      <a:cubicBezTo>
                        <a:pt x="30512" y="9284"/>
                        <a:pt x="29425" y="5255"/>
                        <a:pt x="29199" y="4349"/>
                      </a:cubicBezTo>
                      <a:lnTo>
                        <a:pt x="29199" y="4349"/>
                      </a:lnTo>
                      <a:lnTo>
                        <a:pt x="32504" y="4802"/>
                      </a:lnTo>
                      <a:lnTo>
                        <a:pt x="32549" y="4802"/>
                      </a:lnTo>
                      <a:cubicBezTo>
                        <a:pt x="32563" y="4803"/>
                        <a:pt x="32577" y="4804"/>
                        <a:pt x="32590" y="4804"/>
                      </a:cubicBezTo>
                      <a:cubicBezTo>
                        <a:pt x="32959" y="4804"/>
                        <a:pt x="32988" y="4213"/>
                        <a:pt x="32594" y="4213"/>
                      </a:cubicBezTo>
                      <a:lnTo>
                        <a:pt x="32549" y="4213"/>
                      </a:lnTo>
                      <a:lnTo>
                        <a:pt x="5569" y="592"/>
                      </a:lnTo>
                      <a:cubicBezTo>
                        <a:pt x="5523" y="547"/>
                        <a:pt x="5467" y="524"/>
                        <a:pt x="5410" y="524"/>
                      </a:cubicBezTo>
                      <a:cubicBezTo>
                        <a:pt x="5354" y="524"/>
                        <a:pt x="5297" y="547"/>
                        <a:pt x="5252" y="592"/>
                      </a:cubicBezTo>
                      <a:lnTo>
                        <a:pt x="996" y="3"/>
                      </a:lnTo>
                      <a:cubicBezTo>
                        <a:pt x="981" y="2"/>
                        <a:pt x="967" y="1"/>
                        <a:pt x="953" y="1"/>
                      </a:cubicBezTo>
                      <a:close/>
                    </a:path>
                  </a:pathLst>
                </a:custGeom>
                <a:solidFill>
                  <a:srgbClr val="16083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106"/>
                <p:cNvSpPr/>
                <p:nvPr/>
              </p:nvSpPr>
              <p:spPr>
                <a:xfrm>
                  <a:off x="5033375" y="2922550"/>
                  <a:ext cx="1139675" cy="2228400"/>
                </a:xfrm>
                <a:custGeom>
                  <a:avLst/>
                  <a:gdLst/>
                  <a:ahLst/>
                  <a:cxnLst/>
                  <a:rect l="l" t="t" r="r" b="b"/>
                  <a:pathLst>
                    <a:path w="45587" h="89136" extrusionOk="0">
                      <a:moveTo>
                        <a:pt x="5071" y="1"/>
                      </a:moveTo>
                      <a:lnTo>
                        <a:pt x="2943" y="227"/>
                      </a:lnTo>
                      <a:lnTo>
                        <a:pt x="2445" y="39566"/>
                      </a:lnTo>
                      <a:cubicBezTo>
                        <a:pt x="1" y="66275"/>
                        <a:pt x="12178" y="73608"/>
                        <a:pt x="12178" y="73608"/>
                      </a:cubicBezTo>
                      <a:lnTo>
                        <a:pt x="19195" y="89136"/>
                      </a:lnTo>
                      <a:lnTo>
                        <a:pt x="45587" y="88864"/>
                      </a:lnTo>
                      <a:lnTo>
                        <a:pt x="30602" y="34360"/>
                      </a:lnTo>
                      <a:cubicBezTo>
                        <a:pt x="30331" y="34134"/>
                        <a:pt x="30150" y="33817"/>
                        <a:pt x="30059" y="33500"/>
                      </a:cubicBezTo>
                      <a:cubicBezTo>
                        <a:pt x="27162" y="24220"/>
                        <a:pt x="25080" y="14804"/>
                        <a:pt x="17293" y="8240"/>
                      </a:cubicBezTo>
                      <a:cubicBezTo>
                        <a:pt x="13491" y="5116"/>
                        <a:pt x="9371" y="2355"/>
                        <a:pt x="5071" y="1"/>
                      </a:cubicBez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106"/>
                <p:cNvSpPr/>
                <p:nvPr/>
              </p:nvSpPr>
              <p:spPr>
                <a:xfrm>
                  <a:off x="4705925" y="3023225"/>
                  <a:ext cx="659950" cy="1121100"/>
                </a:xfrm>
                <a:custGeom>
                  <a:avLst/>
                  <a:gdLst/>
                  <a:ahLst/>
                  <a:cxnLst/>
                  <a:rect l="l" t="t" r="r" b="b"/>
                  <a:pathLst>
                    <a:path w="26398" h="44844" extrusionOk="0">
                      <a:moveTo>
                        <a:pt x="2637" y="0"/>
                      </a:moveTo>
                      <a:cubicBezTo>
                        <a:pt x="0" y="0"/>
                        <a:pt x="650" y="5254"/>
                        <a:pt x="650" y="5254"/>
                      </a:cubicBezTo>
                      <a:cubicBezTo>
                        <a:pt x="3728" y="23905"/>
                        <a:pt x="11741" y="31782"/>
                        <a:pt x="17535" y="44548"/>
                      </a:cubicBezTo>
                      <a:cubicBezTo>
                        <a:pt x="18067" y="44748"/>
                        <a:pt x="18541" y="44843"/>
                        <a:pt x="18961" y="44843"/>
                      </a:cubicBezTo>
                      <a:cubicBezTo>
                        <a:pt x="26397" y="44843"/>
                        <a:pt x="16949" y="15032"/>
                        <a:pt x="16992" y="15032"/>
                      </a:cubicBezTo>
                      <a:cubicBezTo>
                        <a:pt x="8859" y="3282"/>
                        <a:pt x="4721" y="0"/>
                        <a:pt x="26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106"/>
                <p:cNvSpPr/>
                <p:nvPr/>
              </p:nvSpPr>
              <p:spPr>
                <a:xfrm>
                  <a:off x="5099325" y="3339525"/>
                  <a:ext cx="304150" cy="525775"/>
                </a:xfrm>
                <a:custGeom>
                  <a:avLst/>
                  <a:gdLst/>
                  <a:ahLst/>
                  <a:cxnLst/>
                  <a:rect l="l" t="t" r="r" b="b"/>
                  <a:pathLst>
                    <a:path w="12166" h="21031" extrusionOk="0">
                      <a:moveTo>
                        <a:pt x="401" y="1"/>
                      </a:moveTo>
                      <a:cubicBezTo>
                        <a:pt x="194" y="1"/>
                        <a:pt x="0" y="217"/>
                        <a:pt x="124" y="434"/>
                      </a:cubicBezTo>
                      <a:cubicBezTo>
                        <a:pt x="260" y="615"/>
                        <a:pt x="10943" y="19084"/>
                        <a:pt x="11532" y="20850"/>
                      </a:cubicBezTo>
                      <a:cubicBezTo>
                        <a:pt x="11577" y="20986"/>
                        <a:pt x="11713" y="21031"/>
                        <a:pt x="11849" y="21031"/>
                      </a:cubicBezTo>
                      <a:lnTo>
                        <a:pt x="11939" y="21031"/>
                      </a:lnTo>
                      <a:cubicBezTo>
                        <a:pt x="12075" y="20986"/>
                        <a:pt x="12166" y="20805"/>
                        <a:pt x="12120" y="20669"/>
                      </a:cubicBezTo>
                      <a:cubicBezTo>
                        <a:pt x="11532" y="18858"/>
                        <a:pt x="1120" y="932"/>
                        <a:pt x="667" y="162"/>
                      </a:cubicBezTo>
                      <a:cubicBezTo>
                        <a:pt x="596" y="47"/>
                        <a:pt x="497" y="1"/>
                        <a:pt x="401" y="1"/>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106"/>
                <p:cNvSpPr/>
                <p:nvPr/>
              </p:nvSpPr>
              <p:spPr>
                <a:xfrm>
                  <a:off x="5097900" y="3174075"/>
                  <a:ext cx="97275" cy="47000"/>
                </a:xfrm>
                <a:custGeom>
                  <a:avLst/>
                  <a:gdLst/>
                  <a:ahLst/>
                  <a:cxnLst/>
                  <a:rect l="l" t="t" r="r" b="b"/>
                  <a:pathLst>
                    <a:path w="3891" h="1880" extrusionOk="0">
                      <a:moveTo>
                        <a:pt x="3485" y="1"/>
                      </a:moveTo>
                      <a:cubicBezTo>
                        <a:pt x="3443" y="1"/>
                        <a:pt x="3397" y="11"/>
                        <a:pt x="3350" y="35"/>
                      </a:cubicBezTo>
                      <a:lnTo>
                        <a:pt x="272" y="1302"/>
                      </a:lnTo>
                      <a:cubicBezTo>
                        <a:pt x="0" y="1438"/>
                        <a:pt x="91" y="1846"/>
                        <a:pt x="407" y="1846"/>
                      </a:cubicBezTo>
                      <a:cubicBezTo>
                        <a:pt x="407" y="1868"/>
                        <a:pt x="419" y="1880"/>
                        <a:pt x="436" y="1880"/>
                      </a:cubicBezTo>
                      <a:cubicBezTo>
                        <a:pt x="453" y="1880"/>
                        <a:pt x="475" y="1868"/>
                        <a:pt x="498" y="1846"/>
                      </a:cubicBezTo>
                      <a:lnTo>
                        <a:pt x="3576" y="578"/>
                      </a:lnTo>
                      <a:cubicBezTo>
                        <a:pt x="3891" y="460"/>
                        <a:pt x="3761" y="1"/>
                        <a:pt x="3485" y="1"/>
                      </a:cubicBezTo>
                      <a:close/>
                    </a:path>
                  </a:pathLst>
                </a:custGeom>
                <a:solidFill>
                  <a:srgbClr val="FF4270"/>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106"/>
                <p:cNvSpPr/>
                <p:nvPr/>
              </p:nvSpPr>
              <p:spPr>
                <a:xfrm>
                  <a:off x="4921350" y="3447850"/>
                  <a:ext cx="97875" cy="79075"/>
                </a:xfrm>
                <a:custGeom>
                  <a:avLst/>
                  <a:gdLst/>
                  <a:ahLst/>
                  <a:cxnLst/>
                  <a:rect l="l" t="t" r="r" b="b"/>
                  <a:pathLst>
                    <a:path w="3915" h="3163" extrusionOk="0">
                      <a:moveTo>
                        <a:pt x="3470" y="1"/>
                      </a:moveTo>
                      <a:cubicBezTo>
                        <a:pt x="3401" y="1"/>
                        <a:pt x="3328" y="25"/>
                        <a:pt x="3259" y="84"/>
                      </a:cubicBezTo>
                      <a:lnTo>
                        <a:pt x="226" y="2619"/>
                      </a:lnTo>
                      <a:cubicBezTo>
                        <a:pt x="0" y="2800"/>
                        <a:pt x="136" y="3163"/>
                        <a:pt x="408" y="3163"/>
                      </a:cubicBezTo>
                      <a:cubicBezTo>
                        <a:pt x="498" y="3163"/>
                        <a:pt x="543" y="3117"/>
                        <a:pt x="589" y="3072"/>
                      </a:cubicBezTo>
                      <a:lnTo>
                        <a:pt x="3667" y="537"/>
                      </a:lnTo>
                      <a:cubicBezTo>
                        <a:pt x="3915" y="324"/>
                        <a:pt x="3719" y="1"/>
                        <a:pt x="3470" y="1"/>
                      </a:cubicBezTo>
                      <a:close/>
                    </a:path>
                  </a:pathLst>
                </a:custGeom>
                <a:solidFill>
                  <a:srgbClr val="FF4270"/>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106"/>
                <p:cNvSpPr/>
                <p:nvPr/>
              </p:nvSpPr>
              <p:spPr>
                <a:xfrm>
                  <a:off x="4885125" y="3402000"/>
                  <a:ext cx="87925" cy="68350"/>
                </a:xfrm>
                <a:custGeom>
                  <a:avLst/>
                  <a:gdLst/>
                  <a:ahLst/>
                  <a:cxnLst/>
                  <a:rect l="l" t="t" r="r" b="b"/>
                  <a:pathLst>
                    <a:path w="3517" h="2734" extrusionOk="0">
                      <a:moveTo>
                        <a:pt x="3078" y="1"/>
                      </a:moveTo>
                      <a:cubicBezTo>
                        <a:pt x="3019" y="1"/>
                        <a:pt x="2958" y="19"/>
                        <a:pt x="2898" y="62"/>
                      </a:cubicBezTo>
                      <a:lnTo>
                        <a:pt x="227" y="2190"/>
                      </a:lnTo>
                      <a:cubicBezTo>
                        <a:pt x="0" y="2371"/>
                        <a:pt x="136" y="2733"/>
                        <a:pt x="408" y="2733"/>
                      </a:cubicBezTo>
                      <a:cubicBezTo>
                        <a:pt x="498" y="2733"/>
                        <a:pt x="544" y="2733"/>
                        <a:pt x="589" y="2688"/>
                      </a:cubicBezTo>
                      <a:lnTo>
                        <a:pt x="3260" y="560"/>
                      </a:lnTo>
                      <a:cubicBezTo>
                        <a:pt x="3517" y="340"/>
                        <a:pt x="3327" y="1"/>
                        <a:pt x="3078" y="1"/>
                      </a:cubicBezTo>
                      <a:close/>
                    </a:path>
                  </a:pathLst>
                </a:custGeom>
                <a:solidFill>
                  <a:srgbClr val="FF4270"/>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106"/>
                <p:cNvSpPr/>
                <p:nvPr/>
              </p:nvSpPr>
              <p:spPr>
                <a:xfrm>
                  <a:off x="4695650" y="3008800"/>
                  <a:ext cx="263050" cy="227100"/>
                </a:xfrm>
                <a:custGeom>
                  <a:avLst/>
                  <a:gdLst/>
                  <a:ahLst/>
                  <a:cxnLst/>
                  <a:rect l="l" t="t" r="r" b="b"/>
                  <a:pathLst>
                    <a:path w="10522" h="9084" extrusionOk="0">
                      <a:moveTo>
                        <a:pt x="2369" y="1"/>
                      </a:moveTo>
                      <a:cubicBezTo>
                        <a:pt x="0" y="1"/>
                        <a:pt x="880" y="5107"/>
                        <a:pt x="880" y="5107"/>
                      </a:cubicBezTo>
                      <a:cubicBezTo>
                        <a:pt x="880" y="5107"/>
                        <a:pt x="1782" y="9084"/>
                        <a:pt x="4706" y="9084"/>
                      </a:cubicBezTo>
                      <a:cubicBezTo>
                        <a:pt x="5186" y="9084"/>
                        <a:pt x="5719" y="8977"/>
                        <a:pt x="6312" y="8728"/>
                      </a:cubicBezTo>
                      <a:cubicBezTo>
                        <a:pt x="10522" y="6918"/>
                        <a:pt x="6402" y="2481"/>
                        <a:pt x="6402" y="2481"/>
                      </a:cubicBezTo>
                      <a:cubicBezTo>
                        <a:pt x="4504" y="667"/>
                        <a:pt x="3225" y="1"/>
                        <a:pt x="2369"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106"/>
                <p:cNvSpPr/>
                <p:nvPr/>
              </p:nvSpPr>
              <p:spPr>
                <a:xfrm>
                  <a:off x="5267650" y="4920000"/>
                  <a:ext cx="1188325" cy="510475"/>
                </a:xfrm>
                <a:custGeom>
                  <a:avLst/>
                  <a:gdLst/>
                  <a:ahLst/>
                  <a:cxnLst/>
                  <a:rect l="l" t="t" r="r" b="b"/>
                  <a:pathLst>
                    <a:path w="47533" h="20419" extrusionOk="0">
                      <a:moveTo>
                        <a:pt x="32618" y="0"/>
                      </a:moveTo>
                      <a:cubicBezTo>
                        <a:pt x="24341" y="0"/>
                        <a:pt x="2400" y="703"/>
                        <a:pt x="2400" y="5344"/>
                      </a:cubicBezTo>
                      <a:cubicBezTo>
                        <a:pt x="2400" y="10188"/>
                        <a:pt x="0" y="20374"/>
                        <a:pt x="0" y="20374"/>
                      </a:cubicBezTo>
                      <a:lnTo>
                        <a:pt x="47533" y="20419"/>
                      </a:lnTo>
                      <a:cubicBezTo>
                        <a:pt x="47533" y="20419"/>
                        <a:pt x="41014" y="48"/>
                        <a:pt x="33409" y="3"/>
                      </a:cubicBezTo>
                      <a:cubicBezTo>
                        <a:pt x="33162" y="1"/>
                        <a:pt x="32897" y="0"/>
                        <a:pt x="32618" y="0"/>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106"/>
                <p:cNvSpPr/>
                <p:nvPr/>
              </p:nvSpPr>
              <p:spPr>
                <a:xfrm>
                  <a:off x="5358175" y="4827225"/>
                  <a:ext cx="795425" cy="208950"/>
                </a:xfrm>
                <a:custGeom>
                  <a:avLst/>
                  <a:gdLst/>
                  <a:ahLst/>
                  <a:cxnLst/>
                  <a:rect l="l" t="t" r="r" b="b"/>
                  <a:pathLst>
                    <a:path w="31817" h="8358" extrusionOk="0">
                      <a:moveTo>
                        <a:pt x="29621" y="1"/>
                      </a:moveTo>
                      <a:cubicBezTo>
                        <a:pt x="29438" y="1"/>
                        <a:pt x="29238" y="29"/>
                        <a:pt x="29018" y="92"/>
                      </a:cubicBezTo>
                      <a:cubicBezTo>
                        <a:pt x="26121" y="952"/>
                        <a:pt x="272" y="3940"/>
                        <a:pt x="272" y="3940"/>
                      </a:cubicBezTo>
                      <a:cubicBezTo>
                        <a:pt x="1" y="5343"/>
                        <a:pt x="318" y="6792"/>
                        <a:pt x="1178" y="7924"/>
                      </a:cubicBezTo>
                      <a:cubicBezTo>
                        <a:pt x="1401" y="8228"/>
                        <a:pt x="2236" y="8358"/>
                        <a:pt x="3494" y="8358"/>
                      </a:cubicBezTo>
                      <a:cubicBezTo>
                        <a:pt x="10649" y="8358"/>
                        <a:pt x="31508" y="4166"/>
                        <a:pt x="31508" y="4166"/>
                      </a:cubicBezTo>
                      <a:cubicBezTo>
                        <a:pt x="31508" y="4166"/>
                        <a:pt x="31817" y="1"/>
                        <a:pt x="29621" y="1"/>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106"/>
                <p:cNvSpPr/>
                <p:nvPr/>
              </p:nvSpPr>
              <p:spPr>
                <a:xfrm>
                  <a:off x="5345750" y="4918850"/>
                  <a:ext cx="823900" cy="324900"/>
                </a:xfrm>
                <a:custGeom>
                  <a:avLst/>
                  <a:gdLst/>
                  <a:ahLst/>
                  <a:cxnLst/>
                  <a:rect l="l" t="t" r="r" b="b"/>
                  <a:pathLst>
                    <a:path w="32956" h="12996" extrusionOk="0">
                      <a:moveTo>
                        <a:pt x="32044" y="1"/>
                      </a:moveTo>
                      <a:cubicBezTo>
                        <a:pt x="32031" y="1"/>
                        <a:pt x="32018" y="2"/>
                        <a:pt x="32005" y="3"/>
                      </a:cubicBezTo>
                      <a:lnTo>
                        <a:pt x="27750" y="592"/>
                      </a:lnTo>
                      <a:cubicBezTo>
                        <a:pt x="27704" y="547"/>
                        <a:pt x="27648" y="524"/>
                        <a:pt x="27591" y="524"/>
                      </a:cubicBezTo>
                      <a:cubicBezTo>
                        <a:pt x="27535" y="524"/>
                        <a:pt x="27478" y="547"/>
                        <a:pt x="27433" y="592"/>
                      </a:cubicBezTo>
                      <a:lnTo>
                        <a:pt x="407" y="4213"/>
                      </a:lnTo>
                      <a:lnTo>
                        <a:pt x="362" y="4213"/>
                      </a:lnTo>
                      <a:cubicBezTo>
                        <a:pt x="12" y="4213"/>
                        <a:pt x="0" y="4804"/>
                        <a:pt x="367" y="4804"/>
                      </a:cubicBezTo>
                      <a:cubicBezTo>
                        <a:pt x="380" y="4804"/>
                        <a:pt x="393" y="4803"/>
                        <a:pt x="407" y="4802"/>
                      </a:cubicBezTo>
                      <a:lnTo>
                        <a:pt x="453" y="4802"/>
                      </a:lnTo>
                      <a:lnTo>
                        <a:pt x="3803" y="4349"/>
                      </a:lnTo>
                      <a:lnTo>
                        <a:pt x="3803" y="4349"/>
                      </a:lnTo>
                      <a:cubicBezTo>
                        <a:pt x="3531" y="5255"/>
                        <a:pt x="2490" y="9238"/>
                        <a:pt x="3214" y="12769"/>
                      </a:cubicBezTo>
                      <a:cubicBezTo>
                        <a:pt x="3259" y="12905"/>
                        <a:pt x="3395" y="12996"/>
                        <a:pt x="3531" y="12996"/>
                      </a:cubicBezTo>
                      <a:lnTo>
                        <a:pt x="3576" y="12996"/>
                      </a:lnTo>
                      <a:cubicBezTo>
                        <a:pt x="3757" y="12950"/>
                        <a:pt x="3848" y="12769"/>
                        <a:pt x="3803" y="12633"/>
                      </a:cubicBezTo>
                      <a:cubicBezTo>
                        <a:pt x="3033" y="8921"/>
                        <a:pt x="4436" y="4395"/>
                        <a:pt x="4436" y="4349"/>
                      </a:cubicBezTo>
                      <a:cubicBezTo>
                        <a:pt x="4436" y="4304"/>
                        <a:pt x="4436" y="4304"/>
                        <a:pt x="4436" y="4259"/>
                      </a:cubicBezTo>
                      <a:lnTo>
                        <a:pt x="16976" y="2584"/>
                      </a:lnTo>
                      <a:cubicBezTo>
                        <a:pt x="16976" y="2629"/>
                        <a:pt x="16976" y="2629"/>
                        <a:pt x="16976" y="2674"/>
                      </a:cubicBezTo>
                      <a:cubicBezTo>
                        <a:pt x="16976" y="2991"/>
                        <a:pt x="17293" y="9963"/>
                        <a:pt x="17881" y="12362"/>
                      </a:cubicBezTo>
                      <a:cubicBezTo>
                        <a:pt x="17926" y="12498"/>
                        <a:pt x="18062" y="12588"/>
                        <a:pt x="18198" y="12588"/>
                      </a:cubicBezTo>
                      <a:lnTo>
                        <a:pt x="18243" y="12588"/>
                      </a:lnTo>
                      <a:cubicBezTo>
                        <a:pt x="18424" y="12588"/>
                        <a:pt x="18515" y="12407"/>
                        <a:pt x="18470" y="12226"/>
                      </a:cubicBezTo>
                      <a:cubicBezTo>
                        <a:pt x="17881" y="9872"/>
                        <a:pt x="17610" y="2765"/>
                        <a:pt x="17610" y="2674"/>
                      </a:cubicBezTo>
                      <a:cubicBezTo>
                        <a:pt x="17564" y="2629"/>
                        <a:pt x="17564" y="2584"/>
                        <a:pt x="17519" y="2538"/>
                      </a:cubicBezTo>
                      <a:lnTo>
                        <a:pt x="27523" y="1180"/>
                      </a:lnTo>
                      <a:cubicBezTo>
                        <a:pt x="28202" y="2131"/>
                        <a:pt x="31281" y="6341"/>
                        <a:pt x="32322" y="10008"/>
                      </a:cubicBezTo>
                      <a:cubicBezTo>
                        <a:pt x="32367" y="10144"/>
                        <a:pt x="32503" y="10234"/>
                        <a:pt x="32639" y="10234"/>
                      </a:cubicBezTo>
                      <a:lnTo>
                        <a:pt x="32729" y="10234"/>
                      </a:lnTo>
                      <a:cubicBezTo>
                        <a:pt x="32865" y="10189"/>
                        <a:pt x="32956" y="10008"/>
                        <a:pt x="32910" y="9872"/>
                      </a:cubicBezTo>
                      <a:cubicBezTo>
                        <a:pt x="31915" y="6341"/>
                        <a:pt x="29198" y="2448"/>
                        <a:pt x="28202" y="1135"/>
                      </a:cubicBezTo>
                      <a:lnTo>
                        <a:pt x="32050" y="592"/>
                      </a:lnTo>
                      <a:cubicBezTo>
                        <a:pt x="32443" y="548"/>
                        <a:pt x="32373" y="1"/>
                        <a:pt x="32044" y="1"/>
                      </a:cubicBezTo>
                      <a:close/>
                    </a:path>
                  </a:pathLst>
                </a:custGeom>
                <a:solidFill>
                  <a:srgbClr val="16083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106"/>
                <p:cNvSpPr/>
                <p:nvPr/>
              </p:nvSpPr>
              <p:spPr>
                <a:xfrm>
                  <a:off x="4258150" y="442950"/>
                  <a:ext cx="1214375" cy="901750"/>
                </a:xfrm>
                <a:custGeom>
                  <a:avLst/>
                  <a:gdLst/>
                  <a:ahLst/>
                  <a:cxnLst/>
                  <a:rect l="l" t="t" r="r" b="b"/>
                  <a:pathLst>
                    <a:path w="48575" h="36070" extrusionOk="0">
                      <a:moveTo>
                        <a:pt x="8058" y="1"/>
                      </a:moveTo>
                      <a:lnTo>
                        <a:pt x="0" y="17972"/>
                      </a:lnTo>
                      <a:cubicBezTo>
                        <a:pt x="0" y="17972"/>
                        <a:pt x="20553" y="36069"/>
                        <a:pt x="38959" y="36069"/>
                      </a:cubicBezTo>
                      <a:cubicBezTo>
                        <a:pt x="39419" y="36069"/>
                        <a:pt x="39878" y="36058"/>
                        <a:pt x="40335" y="36035"/>
                      </a:cubicBezTo>
                      <a:lnTo>
                        <a:pt x="48574" y="19421"/>
                      </a:lnTo>
                      <a:lnTo>
                        <a:pt x="8058" y="1"/>
                      </a:lnTo>
                      <a:close/>
                    </a:path>
                  </a:pathLst>
                </a:custGeom>
                <a:solidFill>
                  <a:srgbClr val="006FE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106"/>
                <p:cNvSpPr/>
                <p:nvPr/>
              </p:nvSpPr>
              <p:spPr>
                <a:xfrm>
                  <a:off x="4258150" y="442950"/>
                  <a:ext cx="1214375" cy="901750"/>
                </a:xfrm>
                <a:custGeom>
                  <a:avLst/>
                  <a:gdLst/>
                  <a:ahLst/>
                  <a:cxnLst/>
                  <a:rect l="l" t="t" r="r" b="b"/>
                  <a:pathLst>
                    <a:path w="48575" h="36070" extrusionOk="0">
                      <a:moveTo>
                        <a:pt x="8058" y="1"/>
                      </a:moveTo>
                      <a:lnTo>
                        <a:pt x="0" y="17972"/>
                      </a:lnTo>
                      <a:cubicBezTo>
                        <a:pt x="0" y="17972"/>
                        <a:pt x="20553" y="36069"/>
                        <a:pt x="38959" y="36069"/>
                      </a:cubicBezTo>
                      <a:cubicBezTo>
                        <a:pt x="39419" y="36069"/>
                        <a:pt x="39878" y="36058"/>
                        <a:pt x="40335" y="36035"/>
                      </a:cubicBezTo>
                      <a:lnTo>
                        <a:pt x="48574" y="19421"/>
                      </a:lnTo>
                      <a:lnTo>
                        <a:pt x="8058" y="1"/>
                      </a:ln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106"/>
                <p:cNvSpPr/>
                <p:nvPr/>
              </p:nvSpPr>
              <p:spPr>
                <a:xfrm>
                  <a:off x="4114425" y="238125"/>
                  <a:ext cx="1793800" cy="946125"/>
                </a:xfrm>
                <a:custGeom>
                  <a:avLst/>
                  <a:gdLst/>
                  <a:ahLst/>
                  <a:cxnLst/>
                  <a:rect l="l" t="t" r="r" b="b"/>
                  <a:pathLst>
                    <a:path w="71752" h="37845" extrusionOk="0">
                      <a:moveTo>
                        <a:pt x="0" y="0"/>
                      </a:moveTo>
                      <a:lnTo>
                        <a:pt x="30783" y="32096"/>
                      </a:lnTo>
                      <a:lnTo>
                        <a:pt x="71752" y="37845"/>
                      </a:lnTo>
                      <a:lnTo>
                        <a:pt x="42191" y="6700"/>
                      </a:lnTo>
                      <a:lnTo>
                        <a:pt x="0" y="0"/>
                      </a:ln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106"/>
                <p:cNvSpPr/>
                <p:nvPr/>
              </p:nvSpPr>
              <p:spPr>
                <a:xfrm>
                  <a:off x="4938325" y="634550"/>
                  <a:ext cx="126775" cy="83750"/>
                </a:xfrm>
                <a:custGeom>
                  <a:avLst/>
                  <a:gdLst/>
                  <a:ahLst/>
                  <a:cxnLst/>
                  <a:rect l="l" t="t" r="r" b="b"/>
                  <a:pathLst>
                    <a:path w="5071" h="3350" extrusionOk="0">
                      <a:moveTo>
                        <a:pt x="1708" y="1"/>
                      </a:moveTo>
                      <a:cubicBezTo>
                        <a:pt x="1059" y="1"/>
                        <a:pt x="534" y="251"/>
                        <a:pt x="317" y="711"/>
                      </a:cubicBezTo>
                      <a:cubicBezTo>
                        <a:pt x="0" y="1436"/>
                        <a:pt x="724" y="2477"/>
                        <a:pt x="1901" y="3020"/>
                      </a:cubicBezTo>
                      <a:cubicBezTo>
                        <a:pt x="2397" y="3240"/>
                        <a:pt x="2900" y="3349"/>
                        <a:pt x="3347" y="3349"/>
                      </a:cubicBezTo>
                      <a:cubicBezTo>
                        <a:pt x="4003" y="3349"/>
                        <a:pt x="4538" y="3116"/>
                        <a:pt x="4753" y="2658"/>
                      </a:cubicBezTo>
                      <a:cubicBezTo>
                        <a:pt x="5070" y="1934"/>
                        <a:pt x="4346" y="893"/>
                        <a:pt x="3124" y="349"/>
                      </a:cubicBezTo>
                      <a:cubicBezTo>
                        <a:pt x="2633" y="113"/>
                        <a:pt x="2143" y="1"/>
                        <a:pt x="1708"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106"/>
                <p:cNvSpPr/>
                <p:nvPr/>
              </p:nvSpPr>
              <p:spPr>
                <a:xfrm>
                  <a:off x="4958025" y="669950"/>
                  <a:ext cx="506575" cy="1233725"/>
                </a:xfrm>
                <a:custGeom>
                  <a:avLst/>
                  <a:gdLst/>
                  <a:ahLst/>
                  <a:cxnLst/>
                  <a:rect l="l" t="t" r="r" b="b"/>
                  <a:pathLst>
                    <a:path w="20263" h="49349" extrusionOk="0">
                      <a:moveTo>
                        <a:pt x="1021" y="0"/>
                      </a:moveTo>
                      <a:cubicBezTo>
                        <a:pt x="226" y="0"/>
                        <a:pt x="0" y="1332"/>
                        <a:pt x="887" y="1695"/>
                      </a:cubicBezTo>
                      <a:cubicBezTo>
                        <a:pt x="6636" y="3958"/>
                        <a:pt x="13110" y="6493"/>
                        <a:pt x="16097" y="12333"/>
                      </a:cubicBezTo>
                      <a:cubicBezTo>
                        <a:pt x="19357" y="18625"/>
                        <a:pt x="15418" y="24918"/>
                        <a:pt x="11842" y="30124"/>
                      </a:cubicBezTo>
                      <a:cubicBezTo>
                        <a:pt x="9217" y="33881"/>
                        <a:pt x="5821" y="38317"/>
                        <a:pt x="6636" y="43206"/>
                      </a:cubicBezTo>
                      <a:cubicBezTo>
                        <a:pt x="7173" y="46636"/>
                        <a:pt x="9935" y="49349"/>
                        <a:pt x="13339" y="49349"/>
                      </a:cubicBezTo>
                      <a:cubicBezTo>
                        <a:pt x="13665" y="49349"/>
                        <a:pt x="13996" y="49324"/>
                        <a:pt x="14332" y="49272"/>
                      </a:cubicBezTo>
                      <a:cubicBezTo>
                        <a:pt x="15375" y="49142"/>
                        <a:pt x="14999" y="47635"/>
                        <a:pt x="14006" y="47635"/>
                      </a:cubicBezTo>
                      <a:cubicBezTo>
                        <a:pt x="13965" y="47635"/>
                        <a:pt x="13923" y="47637"/>
                        <a:pt x="13879" y="47643"/>
                      </a:cubicBezTo>
                      <a:cubicBezTo>
                        <a:pt x="13608" y="47684"/>
                        <a:pt x="13347" y="47703"/>
                        <a:pt x="13096" y="47703"/>
                      </a:cubicBezTo>
                      <a:cubicBezTo>
                        <a:pt x="9199" y="47703"/>
                        <a:pt x="7727" y="42950"/>
                        <a:pt x="8492" y="39675"/>
                      </a:cubicBezTo>
                      <a:cubicBezTo>
                        <a:pt x="9126" y="36869"/>
                        <a:pt x="10891" y="34424"/>
                        <a:pt x="12476" y="32115"/>
                      </a:cubicBezTo>
                      <a:cubicBezTo>
                        <a:pt x="15237" y="28177"/>
                        <a:pt x="18316" y="23967"/>
                        <a:pt x="18949" y="19033"/>
                      </a:cubicBezTo>
                      <a:cubicBezTo>
                        <a:pt x="20262" y="8440"/>
                        <a:pt x="9533" y="3234"/>
                        <a:pt x="1340" y="65"/>
                      </a:cubicBezTo>
                      <a:cubicBezTo>
                        <a:pt x="1226" y="20"/>
                        <a:pt x="1119" y="0"/>
                        <a:pt x="1021" y="0"/>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106"/>
                <p:cNvSpPr/>
                <p:nvPr/>
              </p:nvSpPr>
              <p:spPr>
                <a:xfrm>
                  <a:off x="5251800" y="1834450"/>
                  <a:ext cx="368975" cy="216700"/>
                </a:xfrm>
                <a:custGeom>
                  <a:avLst/>
                  <a:gdLst/>
                  <a:ahLst/>
                  <a:cxnLst/>
                  <a:rect l="l" t="t" r="r" b="b"/>
                  <a:pathLst>
                    <a:path w="14759" h="8668" extrusionOk="0">
                      <a:moveTo>
                        <a:pt x="5813" y="0"/>
                      </a:moveTo>
                      <a:cubicBezTo>
                        <a:pt x="2544" y="0"/>
                        <a:pt x="1" y="1742"/>
                        <a:pt x="1" y="1742"/>
                      </a:cubicBezTo>
                      <a:cubicBezTo>
                        <a:pt x="835" y="7496"/>
                        <a:pt x="7723" y="7581"/>
                        <a:pt x="8130" y="7581"/>
                      </a:cubicBezTo>
                      <a:cubicBezTo>
                        <a:pt x="8143" y="7581"/>
                        <a:pt x="8149" y="7581"/>
                        <a:pt x="8149" y="7581"/>
                      </a:cubicBezTo>
                      <a:lnTo>
                        <a:pt x="14170" y="8668"/>
                      </a:lnTo>
                      <a:lnTo>
                        <a:pt x="9371" y="5725"/>
                      </a:lnTo>
                      <a:lnTo>
                        <a:pt x="14758" y="7310"/>
                      </a:lnTo>
                      <a:lnTo>
                        <a:pt x="10141" y="4005"/>
                      </a:lnTo>
                      <a:lnTo>
                        <a:pt x="14351" y="5499"/>
                      </a:lnTo>
                      <a:cubicBezTo>
                        <a:pt x="11692" y="1183"/>
                        <a:pt x="8506" y="0"/>
                        <a:pt x="5813" y="0"/>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106"/>
                <p:cNvSpPr/>
                <p:nvPr/>
              </p:nvSpPr>
              <p:spPr>
                <a:xfrm>
                  <a:off x="4387175" y="549325"/>
                  <a:ext cx="993675" cy="613425"/>
                </a:xfrm>
                <a:custGeom>
                  <a:avLst/>
                  <a:gdLst/>
                  <a:ahLst/>
                  <a:cxnLst/>
                  <a:rect l="l" t="t" r="r" b="b"/>
                  <a:pathLst>
                    <a:path w="39747" h="24537" extrusionOk="0">
                      <a:moveTo>
                        <a:pt x="1087" y="1"/>
                      </a:moveTo>
                      <a:lnTo>
                        <a:pt x="0" y="2219"/>
                      </a:lnTo>
                      <a:lnTo>
                        <a:pt x="19104" y="21368"/>
                      </a:lnTo>
                      <a:lnTo>
                        <a:pt x="38796" y="24537"/>
                      </a:lnTo>
                      <a:lnTo>
                        <a:pt x="39746" y="22500"/>
                      </a:lnTo>
                      <a:lnTo>
                        <a:pt x="19873" y="19648"/>
                      </a:lnTo>
                      <a:lnTo>
                        <a:pt x="1087" y="1"/>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13" name="Google Shape;3413;p106"/>
              <p:cNvSpPr/>
              <p:nvPr/>
            </p:nvSpPr>
            <p:spPr>
              <a:xfrm>
                <a:off x="7655725" y="3240875"/>
                <a:ext cx="245275" cy="261950"/>
              </a:xfrm>
              <a:custGeom>
                <a:avLst/>
                <a:gdLst/>
                <a:ahLst/>
                <a:cxnLst/>
                <a:rect l="l" t="t" r="r" b="b"/>
                <a:pathLst>
                  <a:path w="9811" h="10478" extrusionOk="0">
                    <a:moveTo>
                      <a:pt x="9811" y="10478"/>
                    </a:moveTo>
                    <a:cubicBezTo>
                      <a:pt x="9271" y="9764"/>
                      <a:pt x="7604" y="7446"/>
                      <a:pt x="6572" y="6192"/>
                    </a:cubicBezTo>
                    <a:cubicBezTo>
                      <a:pt x="5540" y="4938"/>
                      <a:pt x="4714" y="3985"/>
                      <a:pt x="3619" y="2953"/>
                    </a:cubicBezTo>
                    <a:cubicBezTo>
                      <a:pt x="2524" y="1921"/>
                      <a:pt x="603" y="492"/>
                      <a:pt x="0" y="0"/>
                    </a:cubicBezTo>
                  </a:path>
                </a:pathLst>
              </a:custGeom>
              <a:noFill/>
              <a:ln w="19050" cap="flat" cmpd="sng">
                <a:solidFill>
                  <a:schemeClr val="accent5"/>
                </a:solidFill>
                <a:prstDash val="solid"/>
                <a:round/>
                <a:headEnd type="none" w="med" len="med"/>
                <a:tailEnd type="none" w="med" len="med"/>
              </a:ln>
            </p:spPr>
            <p:txBody>
              <a:bodyPr/>
              <a:lstStyle/>
              <a:p>
                <a:endParaRPr lang="nl-NL"/>
              </a:p>
            </p:txBody>
          </p:sp>
          <p:sp>
            <p:nvSpPr>
              <p:cNvPr id="3414" name="Google Shape;3414;p106"/>
              <p:cNvSpPr/>
              <p:nvPr/>
            </p:nvSpPr>
            <p:spPr>
              <a:xfrm>
                <a:off x="7574750" y="3305175"/>
                <a:ext cx="307200" cy="740575"/>
              </a:xfrm>
              <a:custGeom>
                <a:avLst/>
                <a:gdLst/>
                <a:ahLst/>
                <a:cxnLst/>
                <a:rect l="l" t="t" r="r" b="b"/>
                <a:pathLst>
                  <a:path w="12288" h="29623" extrusionOk="0">
                    <a:moveTo>
                      <a:pt x="0" y="0"/>
                    </a:moveTo>
                    <a:cubicBezTo>
                      <a:pt x="270" y="1191"/>
                      <a:pt x="842" y="4620"/>
                      <a:pt x="1620" y="7144"/>
                    </a:cubicBezTo>
                    <a:cubicBezTo>
                      <a:pt x="2398" y="9668"/>
                      <a:pt x="3620" y="12732"/>
                      <a:pt x="4668" y="15145"/>
                    </a:cubicBezTo>
                    <a:cubicBezTo>
                      <a:pt x="5716" y="17558"/>
                      <a:pt x="6636" y="19209"/>
                      <a:pt x="7906" y="21622"/>
                    </a:cubicBezTo>
                    <a:cubicBezTo>
                      <a:pt x="9176" y="24035"/>
                      <a:pt x="11558" y="28290"/>
                      <a:pt x="12288" y="29623"/>
                    </a:cubicBezTo>
                  </a:path>
                </a:pathLst>
              </a:custGeom>
              <a:noFill/>
              <a:ln w="19050" cap="flat" cmpd="sng">
                <a:solidFill>
                  <a:schemeClr val="accent5"/>
                </a:solidFill>
                <a:prstDash val="solid"/>
                <a:round/>
                <a:headEnd type="none" w="med" len="med"/>
                <a:tailEnd type="none" w="med" len="med"/>
              </a:ln>
            </p:spPr>
            <p:txBody>
              <a:bodyPr/>
              <a:lstStyle/>
              <a:p>
                <a:endParaRPr lang="nl-NL"/>
              </a:p>
            </p:txBody>
          </p:sp>
          <p:sp>
            <p:nvSpPr>
              <p:cNvPr id="3415" name="Google Shape;3415;p106"/>
              <p:cNvSpPr/>
              <p:nvPr/>
            </p:nvSpPr>
            <p:spPr>
              <a:xfrm>
                <a:off x="5698325" y="3226600"/>
                <a:ext cx="281000" cy="302425"/>
              </a:xfrm>
              <a:custGeom>
                <a:avLst/>
                <a:gdLst/>
                <a:ahLst/>
                <a:cxnLst/>
                <a:rect l="l" t="t" r="r" b="b"/>
                <a:pathLst>
                  <a:path w="11240" h="12097" extrusionOk="0">
                    <a:moveTo>
                      <a:pt x="0" y="12097"/>
                    </a:moveTo>
                    <a:cubicBezTo>
                      <a:pt x="842" y="10938"/>
                      <a:pt x="3176" y="7159"/>
                      <a:pt x="5049" y="5143"/>
                    </a:cubicBezTo>
                    <a:cubicBezTo>
                      <a:pt x="6922" y="3127"/>
                      <a:pt x="10208" y="857"/>
                      <a:pt x="11240" y="0"/>
                    </a:cubicBezTo>
                  </a:path>
                </a:pathLst>
              </a:custGeom>
              <a:noFill/>
              <a:ln w="19050" cap="flat" cmpd="sng">
                <a:solidFill>
                  <a:schemeClr val="accent5"/>
                </a:solidFill>
                <a:prstDash val="solid"/>
                <a:round/>
                <a:headEnd type="none" w="med" len="med"/>
                <a:tailEnd type="none" w="med" len="med"/>
              </a:ln>
            </p:spPr>
            <p:txBody>
              <a:bodyPr/>
              <a:lstStyle/>
              <a:p>
                <a:endParaRPr lang="nl-NL"/>
              </a:p>
            </p:txBody>
          </p:sp>
          <p:sp>
            <p:nvSpPr>
              <p:cNvPr id="3416" name="Google Shape;3416;p106"/>
              <p:cNvSpPr/>
              <p:nvPr/>
            </p:nvSpPr>
            <p:spPr>
              <a:xfrm>
                <a:off x="5719775" y="3305175"/>
                <a:ext cx="321450" cy="750100"/>
              </a:xfrm>
              <a:custGeom>
                <a:avLst/>
                <a:gdLst/>
                <a:ahLst/>
                <a:cxnLst/>
                <a:rect l="l" t="t" r="r" b="b"/>
                <a:pathLst>
                  <a:path w="12858" h="30004" extrusionOk="0">
                    <a:moveTo>
                      <a:pt x="12858" y="0"/>
                    </a:moveTo>
                    <a:cubicBezTo>
                      <a:pt x="12620" y="1080"/>
                      <a:pt x="12287" y="3778"/>
                      <a:pt x="11430" y="6477"/>
                    </a:cubicBezTo>
                    <a:cubicBezTo>
                      <a:pt x="10573" y="9176"/>
                      <a:pt x="9620" y="12272"/>
                      <a:pt x="7715" y="16193"/>
                    </a:cubicBezTo>
                    <a:cubicBezTo>
                      <a:pt x="5810" y="20114"/>
                      <a:pt x="1286" y="27702"/>
                      <a:pt x="0" y="30004"/>
                    </a:cubicBezTo>
                  </a:path>
                </a:pathLst>
              </a:custGeom>
              <a:noFill/>
              <a:ln w="19050" cap="flat" cmpd="sng">
                <a:solidFill>
                  <a:schemeClr val="accent5"/>
                </a:solidFill>
                <a:prstDash val="solid"/>
                <a:round/>
                <a:headEnd type="none" w="med" len="med"/>
                <a:tailEnd type="none" w="med" len="med"/>
              </a:ln>
            </p:spPr>
            <p:txBody>
              <a:bodyPr/>
              <a:lstStyle/>
              <a:p>
                <a:endParaRPr lang="nl-NL"/>
              </a:p>
            </p:txBody>
          </p:sp>
        </p:grpSp>
        <p:grpSp>
          <p:nvGrpSpPr>
            <p:cNvPr id="3417" name="Google Shape;3417;p106"/>
            <p:cNvGrpSpPr/>
            <p:nvPr/>
          </p:nvGrpSpPr>
          <p:grpSpPr>
            <a:xfrm>
              <a:off x="3365844" y="4690031"/>
              <a:ext cx="203924" cy="131737"/>
              <a:chOff x="1058775" y="4376825"/>
              <a:chExt cx="255800" cy="165250"/>
            </a:xfrm>
          </p:grpSpPr>
          <p:sp>
            <p:nvSpPr>
              <p:cNvPr id="3418" name="Google Shape;3418;p106"/>
              <p:cNvSpPr/>
              <p:nvPr/>
            </p:nvSpPr>
            <p:spPr>
              <a:xfrm>
                <a:off x="1164025" y="4436800"/>
                <a:ext cx="150550" cy="30600"/>
              </a:xfrm>
              <a:custGeom>
                <a:avLst/>
                <a:gdLst/>
                <a:ahLst/>
                <a:cxnLst/>
                <a:rect l="l" t="t" r="r" b="b"/>
                <a:pathLst>
                  <a:path w="6022" h="1224" extrusionOk="0">
                    <a:moveTo>
                      <a:pt x="589" y="1"/>
                    </a:moveTo>
                    <a:cubicBezTo>
                      <a:pt x="272" y="1"/>
                      <a:pt x="0" y="272"/>
                      <a:pt x="0" y="589"/>
                    </a:cubicBezTo>
                    <a:lnTo>
                      <a:pt x="0" y="635"/>
                    </a:lnTo>
                    <a:cubicBezTo>
                      <a:pt x="0" y="951"/>
                      <a:pt x="272" y="1223"/>
                      <a:pt x="589" y="1223"/>
                    </a:cubicBezTo>
                    <a:lnTo>
                      <a:pt x="5478" y="1223"/>
                    </a:lnTo>
                    <a:cubicBezTo>
                      <a:pt x="5795" y="1223"/>
                      <a:pt x="6021" y="951"/>
                      <a:pt x="6021" y="635"/>
                    </a:cubicBezTo>
                    <a:lnTo>
                      <a:pt x="6021" y="589"/>
                    </a:lnTo>
                    <a:cubicBezTo>
                      <a:pt x="6021" y="272"/>
                      <a:pt x="5795" y="1"/>
                      <a:pt x="54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106"/>
              <p:cNvSpPr/>
              <p:nvPr/>
            </p:nvSpPr>
            <p:spPr>
              <a:xfrm>
                <a:off x="1089325" y="4512625"/>
                <a:ext cx="150550" cy="29450"/>
              </a:xfrm>
              <a:custGeom>
                <a:avLst/>
                <a:gdLst/>
                <a:ahLst/>
                <a:cxnLst/>
                <a:rect l="l" t="t" r="r" b="b"/>
                <a:pathLst>
                  <a:path w="6022" h="1178" extrusionOk="0">
                    <a:moveTo>
                      <a:pt x="589" y="1"/>
                    </a:moveTo>
                    <a:cubicBezTo>
                      <a:pt x="272" y="1"/>
                      <a:pt x="1" y="227"/>
                      <a:pt x="1" y="544"/>
                    </a:cubicBezTo>
                    <a:lnTo>
                      <a:pt x="1" y="635"/>
                    </a:lnTo>
                    <a:cubicBezTo>
                      <a:pt x="1" y="952"/>
                      <a:pt x="272" y="1178"/>
                      <a:pt x="589" y="1178"/>
                    </a:cubicBezTo>
                    <a:lnTo>
                      <a:pt x="5433" y="1178"/>
                    </a:lnTo>
                    <a:cubicBezTo>
                      <a:pt x="5750" y="1178"/>
                      <a:pt x="6021" y="952"/>
                      <a:pt x="6021" y="635"/>
                    </a:cubicBezTo>
                    <a:lnTo>
                      <a:pt x="6021" y="544"/>
                    </a:lnTo>
                    <a:cubicBezTo>
                      <a:pt x="6021" y="227"/>
                      <a:pt x="5750" y="1"/>
                      <a:pt x="54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106"/>
              <p:cNvSpPr/>
              <p:nvPr/>
            </p:nvSpPr>
            <p:spPr>
              <a:xfrm>
                <a:off x="1058775" y="4376825"/>
                <a:ext cx="150550" cy="30575"/>
              </a:xfrm>
              <a:custGeom>
                <a:avLst/>
                <a:gdLst/>
                <a:ahLst/>
                <a:cxnLst/>
                <a:rect l="l" t="t" r="r" b="b"/>
                <a:pathLst>
                  <a:path w="6022" h="1223" extrusionOk="0">
                    <a:moveTo>
                      <a:pt x="589" y="1"/>
                    </a:moveTo>
                    <a:cubicBezTo>
                      <a:pt x="272" y="1"/>
                      <a:pt x="0" y="272"/>
                      <a:pt x="0" y="589"/>
                    </a:cubicBezTo>
                    <a:lnTo>
                      <a:pt x="0" y="634"/>
                    </a:lnTo>
                    <a:cubicBezTo>
                      <a:pt x="0" y="951"/>
                      <a:pt x="272" y="1223"/>
                      <a:pt x="589" y="1223"/>
                    </a:cubicBezTo>
                    <a:lnTo>
                      <a:pt x="5478" y="1223"/>
                    </a:lnTo>
                    <a:cubicBezTo>
                      <a:pt x="5795" y="1223"/>
                      <a:pt x="6021" y="951"/>
                      <a:pt x="6021" y="634"/>
                    </a:cubicBezTo>
                    <a:lnTo>
                      <a:pt x="6021" y="589"/>
                    </a:lnTo>
                    <a:cubicBezTo>
                      <a:pt x="6021" y="272"/>
                      <a:pt x="5795" y="1"/>
                      <a:pt x="54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1" name="Google Shape;3421;p106"/>
            <p:cNvGrpSpPr/>
            <p:nvPr/>
          </p:nvGrpSpPr>
          <p:grpSpPr>
            <a:xfrm>
              <a:off x="2299044" y="4309031"/>
              <a:ext cx="203924" cy="131737"/>
              <a:chOff x="1058775" y="4376825"/>
              <a:chExt cx="255800" cy="165250"/>
            </a:xfrm>
          </p:grpSpPr>
          <p:sp>
            <p:nvSpPr>
              <p:cNvPr id="3422" name="Google Shape;3422;p106"/>
              <p:cNvSpPr/>
              <p:nvPr/>
            </p:nvSpPr>
            <p:spPr>
              <a:xfrm>
                <a:off x="1164025" y="4436800"/>
                <a:ext cx="150550" cy="30600"/>
              </a:xfrm>
              <a:custGeom>
                <a:avLst/>
                <a:gdLst/>
                <a:ahLst/>
                <a:cxnLst/>
                <a:rect l="l" t="t" r="r" b="b"/>
                <a:pathLst>
                  <a:path w="6022" h="1224" extrusionOk="0">
                    <a:moveTo>
                      <a:pt x="589" y="1"/>
                    </a:moveTo>
                    <a:cubicBezTo>
                      <a:pt x="272" y="1"/>
                      <a:pt x="0" y="272"/>
                      <a:pt x="0" y="589"/>
                    </a:cubicBezTo>
                    <a:lnTo>
                      <a:pt x="0" y="635"/>
                    </a:lnTo>
                    <a:cubicBezTo>
                      <a:pt x="0" y="951"/>
                      <a:pt x="272" y="1223"/>
                      <a:pt x="589" y="1223"/>
                    </a:cubicBezTo>
                    <a:lnTo>
                      <a:pt x="5478" y="1223"/>
                    </a:lnTo>
                    <a:cubicBezTo>
                      <a:pt x="5795" y="1223"/>
                      <a:pt x="6021" y="951"/>
                      <a:pt x="6021" y="635"/>
                    </a:cubicBezTo>
                    <a:lnTo>
                      <a:pt x="6021" y="589"/>
                    </a:lnTo>
                    <a:cubicBezTo>
                      <a:pt x="6021" y="272"/>
                      <a:pt x="5795" y="1"/>
                      <a:pt x="54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106"/>
              <p:cNvSpPr/>
              <p:nvPr/>
            </p:nvSpPr>
            <p:spPr>
              <a:xfrm>
                <a:off x="1089325" y="4512625"/>
                <a:ext cx="150550" cy="29450"/>
              </a:xfrm>
              <a:custGeom>
                <a:avLst/>
                <a:gdLst/>
                <a:ahLst/>
                <a:cxnLst/>
                <a:rect l="l" t="t" r="r" b="b"/>
                <a:pathLst>
                  <a:path w="6022" h="1178" extrusionOk="0">
                    <a:moveTo>
                      <a:pt x="589" y="1"/>
                    </a:moveTo>
                    <a:cubicBezTo>
                      <a:pt x="272" y="1"/>
                      <a:pt x="1" y="227"/>
                      <a:pt x="1" y="544"/>
                    </a:cubicBezTo>
                    <a:lnTo>
                      <a:pt x="1" y="635"/>
                    </a:lnTo>
                    <a:cubicBezTo>
                      <a:pt x="1" y="952"/>
                      <a:pt x="272" y="1178"/>
                      <a:pt x="589" y="1178"/>
                    </a:cubicBezTo>
                    <a:lnTo>
                      <a:pt x="5433" y="1178"/>
                    </a:lnTo>
                    <a:cubicBezTo>
                      <a:pt x="5750" y="1178"/>
                      <a:pt x="6021" y="952"/>
                      <a:pt x="6021" y="635"/>
                    </a:cubicBezTo>
                    <a:lnTo>
                      <a:pt x="6021" y="544"/>
                    </a:lnTo>
                    <a:cubicBezTo>
                      <a:pt x="6021" y="227"/>
                      <a:pt x="5750" y="1"/>
                      <a:pt x="54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106"/>
              <p:cNvSpPr/>
              <p:nvPr/>
            </p:nvSpPr>
            <p:spPr>
              <a:xfrm>
                <a:off x="1058775" y="4376825"/>
                <a:ext cx="150550" cy="30575"/>
              </a:xfrm>
              <a:custGeom>
                <a:avLst/>
                <a:gdLst/>
                <a:ahLst/>
                <a:cxnLst/>
                <a:rect l="l" t="t" r="r" b="b"/>
                <a:pathLst>
                  <a:path w="6022" h="1223" extrusionOk="0">
                    <a:moveTo>
                      <a:pt x="589" y="1"/>
                    </a:moveTo>
                    <a:cubicBezTo>
                      <a:pt x="272" y="1"/>
                      <a:pt x="0" y="272"/>
                      <a:pt x="0" y="589"/>
                    </a:cubicBezTo>
                    <a:lnTo>
                      <a:pt x="0" y="634"/>
                    </a:lnTo>
                    <a:cubicBezTo>
                      <a:pt x="0" y="951"/>
                      <a:pt x="272" y="1223"/>
                      <a:pt x="589" y="1223"/>
                    </a:cubicBezTo>
                    <a:lnTo>
                      <a:pt x="5478" y="1223"/>
                    </a:lnTo>
                    <a:cubicBezTo>
                      <a:pt x="5795" y="1223"/>
                      <a:pt x="6021" y="951"/>
                      <a:pt x="6021" y="634"/>
                    </a:cubicBezTo>
                    <a:lnTo>
                      <a:pt x="6021" y="589"/>
                    </a:lnTo>
                    <a:cubicBezTo>
                      <a:pt x="6021" y="272"/>
                      <a:pt x="5795" y="1"/>
                      <a:pt x="54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5" name="Google Shape;3425;p106"/>
            <p:cNvGrpSpPr/>
            <p:nvPr/>
          </p:nvGrpSpPr>
          <p:grpSpPr>
            <a:xfrm>
              <a:off x="1308444" y="4690031"/>
              <a:ext cx="203924" cy="131737"/>
              <a:chOff x="1058775" y="4376825"/>
              <a:chExt cx="255800" cy="165250"/>
            </a:xfrm>
          </p:grpSpPr>
          <p:sp>
            <p:nvSpPr>
              <p:cNvPr id="3426" name="Google Shape;3426;p106"/>
              <p:cNvSpPr/>
              <p:nvPr/>
            </p:nvSpPr>
            <p:spPr>
              <a:xfrm>
                <a:off x="1164025" y="4436800"/>
                <a:ext cx="150550" cy="30600"/>
              </a:xfrm>
              <a:custGeom>
                <a:avLst/>
                <a:gdLst/>
                <a:ahLst/>
                <a:cxnLst/>
                <a:rect l="l" t="t" r="r" b="b"/>
                <a:pathLst>
                  <a:path w="6022" h="1224" extrusionOk="0">
                    <a:moveTo>
                      <a:pt x="589" y="1"/>
                    </a:moveTo>
                    <a:cubicBezTo>
                      <a:pt x="272" y="1"/>
                      <a:pt x="0" y="272"/>
                      <a:pt x="0" y="589"/>
                    </a:cubicBezTo>
                    <a:lnTo>
                      <a:pt x="0" y="635"/>
                    </a:lnTo>
                    <a:cubicBezTo>
                      <a:pt x="0" y="951"/>
                      <a:pt x="272" y="1223"/>
                      <a:pt x="589" y="1223"/>
                    </a:cubicBezTo>
                    <a:lnTo>
                      <a:pt x="5478" y="1223"/>
                    </a:lnTo>
                    <a:cubicBezTo>
                      <a:pt x="5795" y="1223"/>
                      <a:pt x="6021" y="951"/>
                      <a:pt x="6021" y="635"/>
                    </a:cubicBezTo>
                    <a:lnTo>
                      <a:pt x="6021" y="589"/>
                    </a:lnTo>
                    <a:cubicBezTo>
                      <a:pt x="6021" y="272"/>
                      <a:pt x="5795" y="1"/>
                      <a:pt x="54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106"/>
              <p:cNvSpPr/>
              <p:nvPr/>
            </p:nvSpPr>
            <p:spPr>
              <a:xfrm>
                <a:off x="1089325" y="4512625"/>
                <a:ext cx="150550" cy="29450"/>
              </a:xfrm>
              <a:custGeom>
                <a:avLst/>
                <a:gdLst/>
                <a:ahLst/>
                <a:cxnLst/>
                <a:rect l="l" t="t" r="r" b="b"/>
                <a:pathLst>
                  <a:path w="6022" h="1178" extrusionOk="0">
                    <a:moveTo>
                      <a:pt x="589" y="1"/>
                    </a:moveTo>
                    <a:cubicBezTo>
                      <a:pt x="272" y="1"/>
                      <a:pt x="1" y="227"/>
                      <a:pt x="1" y="544"/>
                    </a:cubicBezTo>
                    <a:lnTo>
                      <a:pt x="1" y="635"/>
                    </a:lnTo>
                    <a:cubicBezTo>
                      <a:pt x="1" y="952"/>
                      <a:pt x="272" y="1178"/>
                      <a:pt x="589" y="1178"/>
                    </a:cubicBezTo>
                    <a:lnTo>
                      <a:pt x="5433" y="1178"/>
                    </a:lnTo>
                    <a:cubicBezTo>
                      <a:pt x="5750" y="1178"/>
                      <a:pt x="6021" y="952"/>
                      <a:pt x="6021" y="635"/>
                    </a:cubicBezTo>
                    <a:lnTo>
                      <a:pt x="6021" y="544"/>
                    </a:lnTo>
                    <a:cubicBezTo>
                      <a:pt x="6021" y="227"/>
                      <a:pt x="5750" y="1"/>
                      <a:pt x="54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106"/>
              <p:cNvSpPr/>
              <p:nvPr/>
            </p:nvSpPr>
            <p:spPr>
              <a:xfrm>
                <a:off x="1058775" y="4376825"/>
                <a:ext cx="150550" cy="30575"/>
              </a:xfrm>
              <a:custGeom>
                <a:avLst/>
                <a:gdLst/>
                <a:ahLst/>
                <a:cxnLst/>
                <a:rect l="l" t="t" r="r" b="b"/>
                <a:pathLst>
                  <a:path w="6022" h="1223" extrusionOk="0">
                    <a:moveTo>
                      <a:pt x="589" y="1"/>
                    </a:moveTo>
                    <a:cubicBezTo>
                      <a:pt x="272" y="1"/>
                      <a:pt x="0" y="272"/>
                      <a:pt x="0" y="589"/>
                    </a:cubicBezTo>
                    <a:lnTo>
                      <a:pt x="0" y="634"/>
                    </a:lnTo>
                    <a:cubicBezTo>
                      <a:pt x="0" y="951"/>
                      <a:pt x="272" y="1223"/>
                      <a:pt x="589" y="1223"/>
                    </a:cubicBezTo>
                    <a:lnTo>
                      <a:pt x="5478" y="1223"/>
                    </a:lnTo>
                    <a:cubicBezTo>
                      <a:pt x="5795" y="1223"/>
                      <a:pt x="6021" y="951"/>
                      <a:pt x="6021" y="634"/>
                    </a:cubicBezTo>
                    <a:lnTo>
                      <a:pt x="6021" y="589"/>
                    </a:lnTo>
                    <a:cubicBezTo>
                      <a:pt x="6021" y="272"/>
                      <a:pt x="5795" y="1"/>
                      <a:pt x="54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9" name="Google Shape;3429;p106"/>
            <p:cNvGrpSpPr/>
            <p:nvPr/>
          </p:nvGrpSpPr>
          <p:grpSpPr>
            <a:xfrm>
              <a:off x="232119" y="4251881"/>
              <a:ext cx="203924" cy="131737"/>
              <a:chOff x="1058775" y="4376825"/>
              <a:chExt cx="255800" cy="165250"/>
            </a:xfrm>
          </p:grpSpPr>
          <p:sp>
            <p:nvSpPr>
              <p:cNvPr id="3430" name="Google Shape;3430;p106"/>
              <p:cNvSpPr/>
              <p:nvPr/>
            </p:nvSpPr>
            <p:spPr>
              <a:xfrm>
                <a:off x="1164025" y="4436800"/>
                <a:ext cx="150550" cy="30600"/>
              </a:xfrm>
              <a:custGeom>
                <a:avLst/>
                <a:gdLst/>
                <a:ahLst/>
                <a:cxnLst/>
                <a:rect l="l" t="t" r="r" b="b"/>
                <a:pathLst>
                  <a:path w="6022" h="1224" extrusionOk="0">
                    <a:moveTo>
                      <a:pt x="589" y="1"/>
                    </a:moveTo>
                    <a:cubicBezTo>
                      <a:pt x="272" y="1"/>
                      <a:pt x="0" y="272"/>
                      <a:pt x="0" y="589"/>
                    </a:cubicBezTo>
                    <a:lnTo>
                      <a:pt x="0" y="635"/>
                    </a:lnTo>
                    <a:cubicBezTo>
                      <a:pt x="0" y="951"/>
                      <a:pt x="272" y="1223"/>
                      <a:pt x="589" y="1223"/>
                    </a:cubicBezTo>
                    <a:lnTo>
                      <a:pt x="5478" y="1223"/>
                    </a:lnTo>
                    <a:cubicBezTo>
                      <a:pt x="5795" y="1223"/>
                      <a:pt x="6021" y="951"/>
                      <a:pt x="6021" y="635"/>
                    </a:cubicBezTo>
                    <a:lnTo>
                      <a:pt x="6021" y="589"/>
                    </a:lnTo>
                    <a:cubicBezTo>
                      <a:pt x="6021" y="272"/>
                      <a:pt x="5795" y="1"/>
                      <a:pt x="54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106"/>
              <p:cNvSpPr/>
              <p:nvPr/>
            </p:nvSpPr>
            <p:spPr>
              <a:xfrm>
                <a:off x="1089325" y="4512625"/>
                <a:ext cx="150550" cy="29450"/>
              </a:xfrm>
              <a:custGeom>
                <a:avLst/>
                <a:gdLst/>
                <a:ahLst/>
                <a:cxnLst/>
                <a:rect l="l" t="t" r="r" b="b"/>
                <a:pathLst>
                  <a:path w="6022" h="1178" extrusionOk="0">
                    <a:moveTo>
                      <a:pt x="589" y="1"/>
                    </a:moveTo>
                    <a:cubicBezTo>
                      <a:pt x="272" y="1"/>
                      <a:pt x="1" y="227"/>
                      <a:pt x="1" y="544"/>
                    </a:cubicBezTo>
                    <a:lnTo>
                      <a:pt x="1" y="635"/>
                    </a:lnTo>
                    <a:cubicBezTo>
                      <a:pt x="1" y="952"/>
                      <a:pt x="272" y="1178"/>
                      <a:pt x="589" y="1178"/>
                    </a:cubicBezTo>
                    <a:lnTo>
                      <a:pt x="5433" y="1178"/>
                    </a:lnTo>
                    <a:cubicBezTo>
                      <a:pt x="5750" y="1178"/>
                      <a:pt x="6021" y="952"/>
                      <a:pt x="6021" y="635"/>
                    </a:cubicBezTo>
                    <a:lnTo>
                      <a:pt x="6021" y="544"/>
                    </a:lnTo>
                    <a:cubicBezTo>
                      <a:pt x="6021" y="227"/>
                      <a:pt x="5750" y="1"/>
                      <a:pt x="54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106"/>
              <p:cNvSpPr/>
              <p:nvPr/>
            </p:nvSpPr>
            <p:spPr>
              <a:xfrm>
                <a:off x="1058775" y="4376825"/>
                <a:ext cx="150550" cy="30575"/>
              </a:xfrm>
              <a:custGeom>
                <a:avLst/>
                <a:gdLst/>
                <a:ahLst/>
                <a:cxnLst/>
                <a:rect l="l" t="t" r="r" b="b"/>
                <a:pathLst>
                  <a:path w="6022" h="1223" extrusionOk="0">
                    <a:moveTo>
                      <a:pt x="589" y="1"/>
                    </a:moveTo>
                    <a:cubicBezTo>
                      <a:pt x="272" y="1"/>
                      <a:pt x="0" y="272"/>
                      <a:pt x="0" y="589"/>
                    </a:cubicBezTo>
                    <a:lnTo>
                      <a:pt x="0" y="634"/>
                    </a:lnTo>
                    <a:cubicBezTo>
                      <a:pt x="0" y="951"/>
                      <a:pt x="272" y="1223"/>
                      <a:pt x="589" y="1223"/>
                    </a:cubicBezTo>
                    <a:lnTo>
                      <a:pt x="5478" y="1223"/>
                    </a:lnTo>
                    <a:cubicBezTo>
                      <a:pt x="5795" y="1223"/>
                      <a:pt x="6021" y="951"/>
                      <a:pt x="6021" y="634"/>
                    </a:cubicBezTo>
                    <a:lnTo>
                      <a:pt x="6021" y="589"/>
                    </a:lnTo>
                    <a:cubicBezTo>
                      <a:pt x="6021" y="272"/>
                      <a:pt x="5795" y="1"/>
                      <a:pt x="54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33" name="Google Shape;3433;p106"/>
          <p:cNvGrpSpPr/>
          <p:nvPr/>
        </p:nvGrpSpPr>
        <p:grpSpPr>
          <a:xfrm rot="7308881">
            <a:off x="7325955" y="-172846"/>
            <a:ext cx="1386000" cy="2705389"/>
            <a:chOff x="409722" y="228600"/>
            <a:chExt cx="1385931" cy="2705253"/>
          </a:xfrm>
        </p:grpSpPr>
        <p:grpSp>
          <p:nvGrpSpPr>
            <p:cNvPr id="3434" name="Google Shape;3434;p106"/>
            <p:cNvGrpSpPr/>
            <p:nvPr/>
          </p:nvGrpSpPr>
          <p:grpSpPr>
            <a:xfrm rot="-617154" flipH="1">
              <a:off x="575967" y="402323"/>
              <a:ext cx="1053440" cy="2450002"/>
              <a:chOff x="3817855" y="1437512"/>
              <a:chExt cx="541146" cy="1128254"/>
            </a:xfrm>
          </p:grpSpPr>
          <p:sp>
            <p:nvSpPr>
              <p:cNvPr id="3435" name="Google Shape;3435;p106"/>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106"/>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37" name="Google Shape;3437;p106"/>
            <p:cNvSpPr/>
            <p:nvPr/>
          </p:nvSpPr>
          <p:spPr>
            <a:xfrm>
              <a:off x="1419225" y="228600"/>
              <a:ext cx="142800" cy="142800"/>
            </a:xfrm>
            <a:prstGeom prst="ellipse">
              <a:avLst/>
            </a:pr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38" name="Google Shape;3438;p106">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106">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push dir="r"/>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afterEffect">
                                  <p:stCondLst>
                                    <p:cond delay="0"/>
                                  </p:stCondLst>
                                  <p:childTnLst>
                                    <p:set>
                                      <p:cBhvr>
                                        <p:cTn id="6" dur="1" fill="hold">
                                          <p:stCondLst>
                                            <p:cond delay="0"/>
                                          </p:stCondLst>
                                        </p:cTn>
                                        <p:tgtEl>
                                          <p:spTgt spid="3433"/>
                                        </p:tgtEl>
                                        <p:attrNameLst>
                                          <p:attrName>style.visibility</p:attrName>
                                        </p:attrNameLst>
                                      </p:cBhvr>
                                      <p:to>
                                        <p:strVal val="visible"/>
                                      </p:to>
                                    </p:set>
                                    <p:anim calcmode="lin" valueType="num">
                                      <p:cBhvr additive="base">
                                        <p:cTn id="7" dur="1000"/>
                                        <p:tgtEl>
                                          <p:spTgt spid="343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Shape 3443"/>
        <p:cNvGrpSpPr/>
        <p:nvPr/>
      </p:nvGrpSpPr>
      <p:grpSpPr>
        <a:xfrm>
          <a:off x="0" y="0"/>
          <a:ext cx="0" cy="0"/>
          <a:chOff x="0" y="0"/>
          <a:chExt cx="0" cy="0"/>
        </a:xfrm>
      </p:grpSpPr>
      <p:sp>
        <p:nvSpPr>
          <p:cNvPr id="3444" name="Google Shape;3444;p107"/>
          <p:cNvSpPr/>
          <p:nvPr/>
        </p:nvSpPr>
        <p:spPr>
          <a:xfrm>
            <a:off x="1169300" y="1465594"/>
            <a:ext cx="1437900" cy="1437600"/>
          </a:xfrm>
          <a:prstGeom prst="donut">
            <a:avLst>
              <a:gd name="adj" fmla="val 11953"/>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107"/>
          <p:cNvSpPr/>
          <p:nvPr/>
        </p:nvSpPr>
        <p:spPr>
          <a:xfrm>
            <a:off x="1169300" y="1465594"/>
            <a:ext cx="1437900" cy="1437600"/>
          </a:xfrm>
          <a:prstGeom prst="blockArc">
            <a:avLst>
              <a:gd name="adj1" fmla="val 16192143"/>
              <a:gd name="adj2" fmla="val 21579849"/>
              <a:gd name="adj3" fmla="val 11732"/>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107"/>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CLASS ATTENDANCE</a:t>
            </a:r>
            <a:endParaRPr/>
          </a:p>
        </p:txBody>
      </p:sp>
      <p:sp>
        <p:nvSpPr>
          <p:cNvPr id="3447" name="Google Shape;3447;p107"/>
          <p:cNvSpPr txBox="1">
            <a:spLocks noGrp="1"/>
          </p:cNvSpPr>
          <p:nvPr>
            <p:ph type="title" idx="2"/>
          </p:nvPr>
        </p:nvSpPr>
        <p:spPr>
          <a:xfrm>
            <a:off x="720000" y="3247722"/>
            <a:ext cx="2336400" cy="408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a:t>
            </a:r>
            <a:endParaRPr/>
          </a:p>
        </p:txBody>
      </p:sp>
      <p:sp>
        <p:nvSpPr>
          <p:cNvPr id="3448" name="Google Shape;3448;p107"/>
          <p:cNvSpPr txBox="1">
            <a:spLocks noGrp="1"/>
          </p:cNvSpPr>
          <p:nvPr>
            <p:ph type="subTitle" idx="1"/>
          </p:nvPr>
        </p:nvSpPr>
        <p:spPr>
          <a:xfrm>
            <a:off x="720000" y="3638507"/>
            <a:ext cx="2336400" cy="762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It’s the closest planet to the Sun and the smallest one in the Solar System</a:t>
            </a:r>
            <a:endParaRPr/>
          </a:p>
        </p:txBody>
      </p:sp>
      <p:sp>
        <p:nvSpPr>
          <p:cNvPr id="3449" name="Google Shape;3449;p107"/>
          <p:cNvSpPr txBox="1">
            <a:spLocks noGrp="1"/>
          </p:cNvSpPr>
          <p:nvPr>
            <p:ph type="title" idx="3"/>
          </p:nvPr>
        </p:nvSpPr>
        <p:spPr>
          <a:xfrm flipH="1">
            <a:off x="3403800" y="2193497"/>
            <a:ext cx="2336400" cy="408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a:t>
            </a:r>
            <a:endParaRPr/>
          </a:p>
        </p:txBody>
      </p:sp>
      <p:sp>
        <p:nvSpPr>
          <p:cNvPr id="3450" name="Google Shape;3450;p107"/>
          <p:cNvSpPr txBox="1">
            <a:spLocks noGrp="1"/>
          </p:cNvSpPr>
          <p:nvPr>
            <p:ph type="subTitle" idx="4"/>
          </p:nvPr>
        </p:nvSpPr>
        <p:spPr>
          <a:xfrm flipH="1">
            <a:off x="3403800" y="1405563"/>
            <a:ext cx="2336400" cy="762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has a beautiful name and is the second planet from the Sun</a:t>
            </a:r>
            <a:endParaRPr/>
          </a:p>
        </p:txBody>
      </p:sp>
      <p:sp>
        <p:nvSpPr>
          <p:cNvPr id="3451" name="Google Shape;3451;p107"/>
          <p:cNvSpPr txBox="1">
            <a:spLocks noGrp="1"/>
          </p:cNvSpPr>
          <p:nvPr>
            <p:ph type="title" idx="5"/>
          </p:nvPr>
        </p:nvSpPr>
        <p:spPr>
          <a:xfrm>
            <a:off x="6087600" y="3247722"/>
            <a:ext cx="2336400" cy="408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sp>
        <p:nvSpPr>
          <p:cNvPr id="3452" name="Google Shape;3452;p107"/>
          <p:cNvSpPr txBox="1">
            <a:spLocks noGrp="1"/>
          </p:cNvSpPr>
          <p:nvPr>
            <p:ph type="subTitle" idx="6"/>
          </p:nvPr>
        </p:nvSpPr>
        <p:spPr>
          <a:xfrm>
            <a:off x="6087600" y="3638507"/>
            <a:ext cx="2336400" cy="762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Despite being red, Mars is actually a cold place. It’s full of iron oxide dust</a:t>
            </a:r>
            <a:endParaRPr/>
          </a:p>
        </p:txBody>
      </p:sp>
      <p:sp>
        <p:nvSpPr>
          <p:cNvPr id="3453" name="Google Shape;3453;p107"/>
          <p:cNvSpPr txBox="1">
            <a:spLocks noGrp="1"/>
          </p:cNvSpPr>
          <p:nvPr>
            <p:ph type="title" idx="7"/>
          </p:nvPr>
        </p:nvSpPr>
        <p:spPr>
          <a:xfrm>
            <a:off x="1328550" y="1877400"/>
            <a:ext cx="1119300" cy="614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25%</a:t>
            </a:r>
            <a:endParaRPr/>
          </a:p>
        </p:txBody>
      </p:sp>
      <p:sp>
        <p:nvSpPr>
          <p:cNvPr id="3454" name="Google Shape;3454;p107"/>
          <p:cNvSpPr txBox="1">
            <a:spLocks noGrp="1"/>
          </p:cNvSpPr>
          <p:nvPr>
            <p:ph type="title" idx="8"/>
          </p:nvPr>
        </p:nvSpPr>
        <p:spPr>
          <a:xfrm flipH="1">
            <a:off x="4014650" y="3363244"/>
            <a:ext cx="1119300" cy="614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60%</a:t>
            </a:r>
            <a:endParaRPr/>
          </a:p>
        </p:txBody>
      </p:sp>
      <p:sp>
        <p:nvSpPr>
          <p:cNvPr id="3455" name="Google Shape;3455;p107"/>
          <p:cNvSpPr txBox="1">
            <a:spLocks noGrp="1"/>
          </p:cNvSpPr>
          <p:nvPr>
            <p:ph type="title" idx="9"/>
          </p:nvPr>
        </p:nvSpPr>
        <p:spPr>
          <a:xfrm>
            <a:off x="6711300" y="1877400"/>
            <a:ext cx="1089000" cy="614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15%</a:t>
            </a:r>
            <a:endParaRPr/>
          </a:p>
        </p:txBody>
      </p:sp>
      <p:sp>
        <p:nvSpPr>
          <p:cNvPr id="3456" name="Google Shape;3456;p107"/>
          <p:cNvSpPr/>
          <p:nvPr/>
        </p:nvSpPr>
        <p:spPr>
          <a:xfrm>
            <a:off x="3855350" y="2951494"/>
            <a:ext cx="1437900" cy="1437600"/>
          </a:xfrm>
          <a:prstGeom prst="donut">
            <a:avLst>
              <a:gd name="adj" fmla="val 11953"/>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107"/>
          <p:cNvSpPr/>
          <p:nvPr/>
        </p:nvSpPr>
        <p:spPr>
          <a:xfrm>
            <a:off x="3855350" y="2951494"/>
            <a:ext cx="1437900" cy="1437600"/>
          </a:xfrm>
          <a:prstGeom prst="blockArc">
            <a:avLst>
              <a:gd name="adj1" fmla="val 16192143"/>
              <a:gd name="adj2" fmla="val 6750644"/>
              <a:gd name="adj3" fmla="val 11517"/>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107"/>
          <p:cNvSpPr/>
          <p:nvPr/>
        </p:nvSpPr>
        <p:spPr>
          <a:xfrm>
            <a:off x="6531875" y="1465594"/>
            <a:ext cx="1437900" cy="1437600"/>
          </a:xfrm>
          <a:prstGeom prst="donut">
            <a:avLst>
              <a:gd name="adj" fmla="val 11953"/>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107"/>
          <p:cNvSpPr/>
          <p:nvPr/>
        </p:nvSpPr>
        <p:spPr>
          <a:xfrm>
            <a:off x="6531875" y="1465594"/>
            <a:ext cx="1437900" cy="1437600"/>
          </a:xfrm>
          <a:prstGeom prst="blockArc">
            <a:avLst>
              <a:gd name="adj1" fmla="val 16192143"/>
              <a:gd name="adj2" fmla="val 19171845"/>
              <a:gd name="adj3" fmla="val 11897"/>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460" name="Google Shape;3460;p107"/>
          <p:cNvCxnSpPr>
            <a:stCxn id="3444" idx="4"/>
            <a:endCxn id="3447" idx="0"/>
          </p:cNvCxnSpPr>
          <p:nvPr/>
        </p:nvCxnSpPr>
        <p:spPr>
          <a:xfrm>
            <a:off x="1888250" y="2903194"/>
            <a:ext cx="0" cy="344400"/>
          </a:xfrm>
          <a:prstGeom prst="straightConnector1">
            <a:avLst/>
          </a:prstGeom>
          <a:noFill/>
          <a:ln w="28575" cap="flat" cmpd="sng">
            <a:solidFill>
              <a:schemeClr val="accent5"/>
            </a:solidFill>
            <a:prstDash val="solid"/>
            <a:round/>
            <a:headEnd type="none" w="med" len="med"/>
            <a:tailEnd type="oval" w="med" len="med"/>
          </a:ln>
        </p:spPr>
      </p:cxnSp>
      <p:cxnSp>
        <p:nvCxnSpPr>
          <p:cNvPr id="3461" name="Google Shape;3461;p107"/>
          <p:cNvCxnSpPr>
            <a:stCxn id="3457" idx="0"/>
            <a:endCxn id="3449" idx="2"/>
          </p:cNvCxnSpPr>
          <p:nvPr/>
        </p:nvCxnSpPr>
        <p:spPr>
          <a:xfrm rot="10800000">
            <a:off x="4571947" y="2601680"/>
            <a:ext cx="900" cy="432600"/>
          </a:xfrm>
          <a:prstGeom prst="straightConnector1">
            <a:avLst/>
          </a:prstGeom>
          <a:noFill/>
          <a:ln w="28575" cap="flat" cmpd="sng">
            <a:solidFill>
              <a:schemeClr val="accent5"/>
            </a:solidFill>
            <a:prstDash val="solid"/>
            <a:round/>
            <a:headEnd type="none" w="med" len="med"/>
            <a:tailEnd type="oval" w="med" len="med"/>
          </a:ln>
        </p:spPr>
      </p:cxnSp>
      <p:cxnSp>
        <p:nvCxnSpPr>
          <p:cNvPr id="3462" name="Google Shape;3462;p107"/>
          <p:cNvCxnSpPr>
            <a:stCxn id="3458" idx="4"/>
            <a:endCxn id="3451" idx="0"/>
          </p:cNvCxnSpPr>
          <p:nvPr/>
        </p:nvCxnSpPr>
        <p:spPr>
          <a:xfrm>
            <a:off x="7250825" y="2903194"/>
            <a:ext cx="5100" cy="344400"/>
          </a:xfrm>
          <a:prstGeom prst="straightConnector1">
            <a:avLst/>
          </a:prstGeom>
          <a:noFill/>
          <a:ln w="28575" cap="flat" cmpd="sng">
            <a:solidFill>
              <a:schemeClr val="accent5"/>
            </a:solidFill>
            <a:prstDash val="solid"/>
            <a:round/>
            <a:headEnd type="none" w="med" len="med"/>
            <a:tailEnd type="oval" w="med" len="med"/>
          </a:ln>
        </p:spPr>
      </p:cxnSp>
      <p:sp>
        <p:nvSpPr>
          <p:cNvPr id="3463" name="Google Shape;3463;p107">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107">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453"/>
                                        </p:tgtEl>
                                        <p:attrNameLst>
                                          <p:attrName>style.visibility</p:attrName>
                                        </p:attrNameLst>
                                      </p:cBhvr>
                                      <p:to>
                                        <p:strVal val="visible"/>
                                      </p:to>
                                    </p:set>
                                    <p:animEffect transition="in" filter="fade">
                                      <p:cBhvr>
                                        <p:cTn id="7" dur="1000"/>
                                        <p:tgtEl>
                                          <p:spTgt spid="3453"/>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3454"/>
                                        </p:tgtEl>
                                        <p:attrNameLst>
                                          <p:attrName>style.visibility</p:attrName>
                                        </p:attrNameLst>
                                      </p:cBhvr>
                                      <p:to>
                                        <p:strVal val="visible"/>
                                      </p:to>
                                    </p:set>
                                    <p:animEffect transition="in" filter="fade">
                                      <p:cBhvr>
                                        <p:cTn id="11" dur="1000"/>
                                        <p:tgtEl>
                                          <p:spTgt spid="3454"/>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3455"/>
                                        </p:tgtEl>
                                        <p:attrNameLst>
                                          <p:attrName>style.visibility</p:attrName>
                                        </p:attrNameLst>
                                      </p:cBhvr>
                                      <p:to>
                                        <p:strVal val="visible"/>
                                      </p:to>
                                    </p:set>
                                    <p:animEffect transition="in" filter="fade">
                                      <p:cBhvr>
                                        <p:cTn id="15" dur="1000"/>
                                        <p:tgtEl>
                                          <p:spTgt spid="34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Shape 3468"/>
        <p:cNvGrpSpPr/>
        <p:nvPr/>
      </p:nvGrpSpPr>
      <p:grpSpPr>
        <a:xfrm>
          <a:off x="0" y="0"/>
          <a:ext cx="0" cy="0"/>
          <a:chOff x="0" y="0"/>
          <a:chExt cx="0" cy="0"/>
        </a:xfrm>
      </p:grpSpPr>
      <p:sp>
        <p:nvSpPr>
          <p:cNvPr id="3469" name="Google Shape;3469;p108"/>
          <p:cNvSpPr txBox="1">
            <a:spLocks noGrp="1"/>
          </p:cNvSpPr>
          <p:nvPr>
            <p:ph type="title" idx="5"/>
          </p:nvPr>
        </p:nvSpPr>
        <p:spPr>
          <a:xfrm>
            <a:off x="956140" y="3611250"/>
            <a:ext cx="2896500" cy="434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VANESSA DOE</a:t>
            </a:r>
            <a:endParaRPr/>
          </a:p>
        </p:txBody>
      </p:sp>
      <p:sp>
        <p:nvSpPr>
          <p:cNvPr id="3470" name="Google Shape;3470;p108"/>
          <p:cNvSpPr txBox="1">
            <a:spLocks noGrp="1"/>
          </p:cNvSpPr>
          <p:nvPr>
            <p:ph type="title" idx="3"/>
          </p:nvPr>
        </p:nvSpPr>
        <p:spPr>
          <a:xfrm>
            <a:off x="956140" y="1340825"/>
            <a:ext cx="2896500" cy="434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AMELIA THOMPSON</a:t>
            </a:r>
            <a:endParaRPr/>
          </a:p>
        </p:txBody>
      </p:sp>
      <p:sp>
        <p:nvSpPr>
          <p:cNvPr id="3471" name="Google Shape;3471;p108"/>
          <p:cNvSpPr txBox="1">
            <a:spLocks noGrp="1"/>
          </p:cNvSpPr>
          <p:nvPr>
            <p:ph type="title" idx="2"/>
          </p:nvPr>
        </p:nvSpPr>
        <p:spPr>
          <a:xfrm>
            <a:off x="956140" y="2476038"/>
            <a:ext cx="2896500" cy="434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JONATHAN SMITH</a:t>
            </a:r>
            <a:endParaRPr/>
          </a:p>
        </p:txBody>
      </p:sp>
      <p:sp>
        <p:nvSpPr>
          <p:cNvPr id="3472" name="Google Shape;3472;p108"/>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TEACHERS</a:t>
            </a:r>
            <a:endParaRPr/>
          </a:p>
        </p:txBody>
      </p:sp>
      <p:sp>
        <p:nvSpPr>
          <p:cNvPr id="3473" name="Google Shape;3473;p108"/>
          <p:cNvSpPr txBox="1">
            <a:spLocks noGrp="1"/>
          </p:cNvSpPr>
          <p:nvPr>
            <p:ph type="subTitle" idx="1"/>
          </p:nvPr>
        </p:nvSpPr>
        <p:spPr>
          <a:xfrm>
            <a:off x="956140" y="2871987"/>
            <a:ext cx="28965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You can speak a bit about this person here</a:t>
            </a:r>
            <a:endParaRPr/>
          </a:p>
        </p:txBody>
      </p:sp>
      <p:sp>
        <p:nvSpPr>
          <p:cNvPr id="3474" name="Google Shape;3474;p108"/>
          <p:cNvSpPr txBox="1">
            <a:spLocks noGrp="1"/>
          </p:cNvSpPr>
          <p:nvPr>
            <p:ph type="subTitle" idx="4"/>
          </p:nvPr>
        </p:nvSpPr>
        <p:spPr>
          <a:xfrm>
            <a:off x="956140" y="1736725"/>
            <a:ext cx="28965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speak a bit about this person here</a:t>
            </a:r>
            <a:endParaRPr/>
          </a:p>
        </p:txBody>
      </p:sp>
      <p:sp>
        <p:nvSpPr>
          <p:cNvPr id="3475" name="Google Shape;3475;p108"/>
          <p:cNvSpPr txBox="1">
            <a:spLocks noGrp="1"/>
          </p:cNvSpPr>
          <p:nvPr>
            <p:ph type="subTitle" idx="6"/>
          </p:nvPr>
        </p:nvSpPr>
        <p:spPr>
          <a:xfrm>
            <a:off x="956140" y="4007250"/>
            <a:ext cx="28965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You can speak a bit about this person here</a:t>
            </a:r>
            <a:endParaRPr/>
          </a:p>
        </p:txBody>
      </p:sp>
      <p:pic>
        <p:nvPicPr>
          <p:cNvPr id="3476" name="Google Shape;3476;p108"/>
          <p:cNvPicPr preferRelativeResize="0"/>
          <p:nvPr/>
        </p:nvPicPr>
        <p:blipFill rotWithShape="1">
          <a:blip r:embed="rId3">
            <a:alphaModFix/>
          </a:blip>
          <a:srcRect l="9355" r="13513"/>
          <a:stretch/>
        </p:blipFill>
        <p:spPr>
          <a:xfrm>
            <a:off x="4433360" y="1293200"/>
            <a:ext cx="3754500" cy="3245100"/>
          </a:xfrm>
          <a:prstGeom prst="roundRect">
            <a:avLst>
              <a:gd name="adj" fmla="val 3875"/>
            </a:avLst>
          </a:prstGeom>
          <a:noFill/>
          <a:ln w="28575" cap="flat" cmpd="sng">
            <a:solidFill>
              <a:schemeClr val="accent5"/>
            </a:solidFill>
            <a:prstDash val="solid"/>
            <a:round/>
            <a:headEnd type="none" w="sm" len="sm"/>
            <a:tailEnd type="none" w="sm" len="sm"/>
          </a:ln>
        </p:spPr>
      </p:pic>
      <p:grpSp>
        <p:nvGrpSpPr>
          <p:cNvPr id="3477" name="Google Shape;3477;p108"/>
          <p:cNvGrpSpPr/>
          <p:nvPr/>
        </p:nvGrpSpPr>
        <p:grpSpPr>
          <a:xfrm>
            <a:off x="7402008" y="1487771"/>
            <a:ext cx="641364" cy="434118"/>
            <a:chOff x="3524800" y="443550"/>
            <a:chExt cx="557950" cy="377625"/>
          </a:xfrm>
        </p:grpSpPr>
        <p:sp>
          <p:nvSpPr>
            <p:cNvPr id="3478" name="Google Shape;3478;p108"/>
            <p:cNvSpPr/>
            <p:nvPr/>
          </p:nvSpPr>
          <p:spPr>
            <a:xfrm>
              <a:off x="3524800" y="443550"/>
              <a:ext cx="557950" cy="183900"/>
            </a:xfrm>
            <a:custGeom>
              <a:avLst/>
              <a:gdLst/>
              <a:ahLst/>
              <a:cxnLst/>
              <a:rect l="l" t="t" r="r" b="b"/>
              <a:pathLst>
                <a:path w="22318" h="7356" extrusionOk="0">
                  <a:moveTo>
                    <a:pt x="10832" y="0"/>
                  </a:moveTo>
                  <a:cubicBezTo>
                    <a:pt x="7023" y="0"/>
                    <a:pt x="3206" y="1406"/>
                    <a:pt x="227" y="4232"/>
                  </a:cubicBezTo>
                  <a:lnTo>
                    <a:pt x="0" y="4458"/>
                  </a:lnTo>
                  <a:lnTo>
                    <a:pt x="2083" y="6767"/>
                  </a:lnTo>
                  <a:lnTo>
                    <a:pt x="2354" y="6541"/>
                  </a:lnTo>
                  <a:cubicBezTo>
                    <a:pt x="4723" y="4281"/>
                    <a:pt x="7762" y="3159"/>
                    <a:pt x="10796" y="3159"/>
                  </a:cubicBezTo>
                  <a:cubicBezTo>
                    <a:pt x="14023" y="3159"/>
                    <a:pt x="17244" y="4428"/>
                    <a:pt x="19647" y="6948"/>
                  </a:cubicBezTo>
                  <a:cubicBezTo>
                    <a:pt x="19737" y="7084"/>
                    <a:pt x="19873" y="7220"/>
                    <a:pt x="20009" y="7356"/>
                  </a:cubicBezTo>
                  <a:lnTo>
                    <a:pt x="22318" y="5183"/>
                  </a:lnTo>
                  <a:lnTo>
                    <a:pt x="21956" y="4775"/>
                  </a:lnTo>
                  <a:cubicBezTo>
                    <a:pt x="18942" y="1598"/>
                    <a:pt x="14892" y="0"/>
                    <a:pt x="10832"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108"/>
            <p:cNvSpPr/>
            <p:nvPr/>
          </p:nvSpPr>
          <p:spPr>
            <a:xfrm>
              <a:off x="3615325" y="576575"/>
              <a:ext cx="368975" cy="144800"/>
            </a:xfrm>
            <a:custGeom>
              <a:avLst/>
              <a:gdLst/>
              <a:ahLst/>
              <a:cxnLst/>
              <a:rect l="l" t="t" r="r" b="b"/>
              <a:pathLst>
                <a:path w="14759" h="5792" extrusionOk="0">
                  <a:moveTo>
                    <a:pt x="7157" y="0"/>
                  </a:moveTo>
                  <a:cubicBezTo>
                    <a:pt x="4669" y="0"/>
                    <a:pt x="2178" y="918"/>
                    <a:pt x="227" y="2759"/>
                  </a:cubicBezTo>
                  <a:lnTo>
                    <a:pt x="1" y="3030"/>
                  </a:lnTo>
                  <a:lnTo>
                    <a:pt x="2174" y="5384"/>
                  </a:lnTo>
                  <a:lnTo>
                    <a:pt x="2445" y="5113"/>
                  </a:lnTo>
                  <a:cubicBezTo>
                    <a:pt x="3757" y="3889"/>
                    <a:pt x="5426" y="3277"/>
                    <a:pt x="7099" y="3277"/>
                  </a:cubicBezTo>
                  <a:cubicBezTo>
                    <a:pt x="8890" y="3277"/>
                    <a:pt x="10684" y="3980"/>
                    <a:pt x="12042" y="5384"/>
                  </a:cubicBezTo>
                  <a:cubicBezTo>
                    <a:pt x="12133" y="5520"/>
                    <a:pt x="12269" y="5611"/>
                    <a:pt x="12359" y="5792"/>
                  </a:cubicBezTo>
                  <a:lnTo>
                    <a:pt x="14758" y="3528"/>
                  </a:lnTo>
                  <a:cubicBezTo>
                    <a:pt x="14668" y="3393"/>
                    <a:pt x="14532" y="3257"/>
                    <a:pt x="14442" y="3121"/>
                  </a:cubicBezTo>
                  <a:cubicBezTo>
                    <a:pt x="12456" y="1042"/>
                    <a:pt x="9809" y="0"/>
                    <a:pt x="7157"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108"/>
            <p:cNvSpPr/>
            <p:nvPr/>
          </p:nvSpPr>
          <p:spPr>
            <a:xfrm>
              <a:off x="3735300" y="708175"/>
              <a:ext cx="124500" cy="113000"/>
            </a:xfrm>
            <a:custGeom>
              <a:avLst/>
              <a:gdLst/>
              <a:ahLst/>
              <a:cxnLst/>
              <a:rect l="l" t="t" r="r" b="b"/>
              <a:pathLst>
                <a:path w="4980" h="4520" extrusionOk="0">
                  <a:moveTo>
                    <a:pt x="2508" y="1"/>
                  </a:moveTo>
                  <a:cubicBezTo>
                    <a:pt x="1947" y="1"/>
                    <a:pt x="1386" y="205"/>
                    <a:pt x="951" y="618"/>
                  </a:cubicBezTo>
                  <a:cubicBezTo>
                    <a:pt x="46" y="1478"/>
                    <a:pt x="0" y="2882"/>
                    <a:pt x="860" y="3787"/>
                  </a:cubicBezTo>
                  <a:cubicBezTo>
                    <a:pt x="1318" y="4269"/>
                    <a:pt x="1929" y="4520"/>
                    <a:pt x="2537" y="4520"/>
                  </a:cubicBezTo>
                  <a:cubicBezTo>
                    <a:pt x="3073" y="4520"/>
                    <a:pt x="3605" y="4326"/>
                    <a:pt x="4029" y="3923"/>
                  </a:cubicBezTo>
                  <a:cubicBezTo>
                    <a:pt x="4935" y="3063"/>
                    <a:pt x="4980" y="1614"/>
                    <a:pt x="4165" y="709"/>
                  </a:cubicBezTo>
                  <a:cubicBezTo>
                    <a:pt x="3718" y="239"/>
                    <a:pt x="3113" y="1"/>
                    <a:pt x="2508" y="1"/>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1" name="Google Shape;3481;p108"/>
          <p:cNvGrpSpPr/>
          <p:nvPr/>
        </p:nvGrpSpPr>
        <p:grpSpPr>
          <a:xfrm rot="-827330">
            <a:off x="4571642" y="3888190"/>
            <a:ext cx="1476455" cy="525383"/>
            <a:chOff x="-5302450" y="3084350"/>
            <a:chExt cx="1519450" cy="540750"/>
          </a:xfrm>
        </p:grpSpPr>
        <p:sp>
          <p:nvSpPr>
            <p:cNvPr id="3482" name="Google Shape;3482;p108"/>
            <p:cNvSpPr/>
            <p:nvPr/>
          </p:nvSpPr>
          <p:spPr>
            <a:xfrm>
              <a:off x="-4388300" y="3084350"/>
              <a:ext cx="584625" cy="269450"/>
            </a:xfrm>
            <a:custGeom>
              <a:avLst/>
              <a:gdLst/>
              <a:ahLst/>
              <a:cxnLst/>
              <a:rect l="l" t="t" r="r" b="b"/>
              <a:pathLst>
                <a:path w="23385" h="10778" extrusionOk="0">
                  <a:moveTo>
                    <a:pt x="4286" y="1"/>
                  </a:moveTo>
                  <a:cubicBezTo>
                    <a:pt x="3334" y="1"/>
                    <a:pt x="2281" y="326"/>
                    <a:pt x="1454" y="953"/>
                  </a:cubicBezTo>
                  <a:cubicBezTo>
                    <a:pt x="1028" y="1254"/>
                    <a:pt x="627" y="1680"/>
                    <a:pt x="402" y="2206"/>
                  </a:cubicBezTo>
                  <a:cubicBezTo>
                    <a:pt x="101" y="2732"/>
                    <a:pt x="1" y="3259"/>
                    <a:pt x="1" y="3885"/>
                  </a:cubicBezTo>
                  <a:cubicBezTo>
                    <a:pt x="1" y="4612"/>
                    <a:pt x="201" y="5339"/>
                    <a:pt x="527" y="6166"/>
                  </a:cubicBezTo>
                  <a:lnTo>
                    <a:pt x="2181" y="5339"/>
                  </a:lnTo>
                  <a:cubicBezTo>
                    <a:pt x="1981" y="4712"/>
                    <a:pt x="1880" y="4286"/>
                    <a:pt x="1880" y="3885"/>
                  </a:cubicBezTo>
                  <a:cubicBezTo>
                    <a:pt x="1880" y="3559"/>
                    <a:pt x="1880" y="3259"/>
                    <a:pt x="2081" y="3033"/>
                  </a:cubicBezTo>
                  <a:cubicBezTo>
                    <a:pt x="2181" y="2632"/>
                    <a:pt x="2507" y="2407"/>
                    <a:pt x="2908" y="2206"/>
                  </a:cubicBezTo>
                  <a:cubicBezTo>
                    <a:pt x="3334" y="1880"/>
                    <a:pt x="3860" y="1780"/>
                    <a:pt x="4286" y="1780"/>
                  </a:cubicBezTo>
                  <a:cubicBezTo>
                    <a:pt x="4788" y="1780"/>
                    <a:pt x="5214" y="1880"/>
                    <a:pt x="5540" y="2106"/>
                  </a:cubicBezTo>
                  <a:cubicBezTo>
                    <a:pt x="5640" y="2206"/>
                    <a:pt x="5740" y="2206"/>
                    <a:pt x="5941" y="2306"/>
                  </a:cubicBezTo>
                  <a:cubicBezTo>
                    <a:pt x="7194" y="2933"/>
                    <a:pt x="11379" y="5138"/>
                    <a:pt x="15139" y="7018"/>
                  </a:cubicBezTo>
                  <a:cubicBezTo>
                    <a:pt x="18998" y="8998"/>
                    <a:pt x="22557" y="10778"/>
                    <a:pt x="22557" y="10778"/>
                  </a:cubicBezTo>
                  <a:lnTo>
                    <a:pt x="23384" y="9098"/>
                  </a:lnTo>
                  <a:cubicBezTo>
                    <a:pt x="23384" y="9098"/>
                    <a:pt x="23184" y="8998"/>
                    <a:pt x="22758" y="8772"/>
                  </a:cubicBezTo>
                  <a:cubicBezTo>
                    <a:pt x="21078" y="7945"/>
                    <a:pt x="17119" y="5965"/>
                    <a:pt x="13459" y="4086"/>
                  </a:cubicBezTo>
                  <a:cubicBezTo>
                    <a:pt x="11680" y="3133"/>
                    <a:pt x="9926" y="2306"/>
                    <a:pt x="8672" y="1680"/>
                  </a:cubicBezTo>
                  <a:cubicBezTo>
                    <a:pt x="7920" y="1379"/>
                    <a:pt x="7419" y="1053"/>
                    <a:pt x="7093" y="853"/>
                  </a:cubicBezTo>
                  <a:cubicBezTo>
                    <a:pt x="6893" y="752"/>
                    <a:pt x="6667" y="627"/>
                    <a:pt x="6567" y="627"/>
                  </a:cubicBezTo>
                  <a:cubicBezTo>
                    <a:pt x="6567" y="527"/>
                    <a:pt x="6467" y="527"/>
                    <a:pt x="6467" y="527"/>
                  </a:cubicBezTo>
                  <a:cubicBezTo>
                    <a:pt x="5840" y="126"/>
                    <a:pt x="5013" y="1"/>
                    <a:pt x="4286" y="1"/>
                  </a:cubicBezTo>
                  <a:close/>
                </a:path>
              </a:pathLst>
            </a:cu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108"/>
            <p:cNvSpPr/>
            <p:nvPr/>
          </p:nvSpPr>
          <p:spPr>
            <a:xfrm>
              <a:off x="-5302450" y="3142000"/>
              <a:ext cx="509425" cy="211800"/>
            </a:xfrm>
            <a:custGeom>
              <a:avLst/>
              <a:gdLst/>
              <a:ahLst/>
              <a:cxnLst/>
              <a:rect l="l" t="t" r="r" b="b"/>
              <a:pathLst>
                <a:path w="20377" h="8472" extrusionOk="0">
                  <a:moveTo>
                    <a:pt x="4286" y="0"/>
                  </a:moveTo>
                  <a:cubicBezTo>
                    <a:pt x="3358" y="0"/>
                    <a:pt x="2306" y="326"/>
                    <a:pt x="1479" y="953"/>
                  </a:cubicBezTo>
                  <a:cubicBezTo>
                    <a:pt x="1053" y="1253"/>
                    <a:pt x="627" y="1679"/>
                    <a:pt x="426" y="2206"/>
                  </a:cubicBezTo>
                  <a:cubicBezTo>
                    <a:pt x="125" y="2707"/>
                    <a:pt x="0" y="3233"/>
                    <a:pt x="0" y="3860"/>
                  </a:cubicBezTo>
                  <a:cubicBezTo>
                    <a:pt x="0" y="4587"/>
                    <a:pt x="226" y="5339"/>
                    <a:pt x="526" y="6166"/>
                  </a:cubicBezTo>
                  <a:lnTo>
                    <a:pt x="2206" y="5339"/>
                  </a:lnTo>
                  <a:cubicBezTo>
                    <a:pt x="2005" y="4812"/>
                    <a:pt x="1880" y="4286"/>
                    <a:pt x="1880" y="3860"/>
                  </a:cubicBezTo>
                  <a:cubicBezTo>
                    <a:pt x="1880" y="3559"/>
                    <a:pt x="2005" y="3233"/>
                    <a:pt x="2105" y="3033"/>
                  </a:cubicBezTo>
                  <a:cubicBezTo>
                    <a:pt x="2206" y="2707"/>
                    <a:pt x="2506" y="2406"/>
                    <a:pt x="2932" y="2206"/>
                  </a:cubicBezTo>
                  <a:cubicBezTo>
                    <a:pt x="3358" y="1980"/>
                    <a:pt x="3885" y="1880"/>
                    <a:pt x="4286" y="1880"/>
                  </a:cubicBezTo>
                  <a:cubicBezTo>
                    <a:pt x="4812" y="1880"/>
                    <a:pt x="5238" y="1980"/>
                    <a:pt x="5539" y="2081"/>
                  </a:cubicBezTo>
                  <a:lnTo>
                    <a:pt x="5539" y="2206"/>
                  </a:lnTo>
                  <a:cubicBezTo>
                    <a:pt x="5639" y="2206"/>
                    <a:pt x="5764" y="2306"/>
                    <a:pt x="5865" y="2306"/>
                  </a:cubicBezTo>
                  <a:cubicBezTo>
                    <a:pt x="6491" y="2607"/>
                    <a:pt x="7519" y="3133"/>
                    <a:pt x="8897" y="3760"/>
                  </a:cubicBezTo>
                  <a:cubicBezTo>
                    <a:pt x="13058" y="5639"/>
                    <a:pt x="19649" y="8472"/>
                    <a:pt x="19649" y="8472"/>
                  </a:cubicBezTo>
                  <a:lnTo>
                    <a:pt x="20376" y="6792"/>
                  </a:lnTo>
                  <a:cubicBezTo>
                    <a:pt x="20376" y="6792"/>
                    <a:pt x="20176" y="6692"/>
                    <a:pt x="19750" y="6592"/>
                  </a:cubicBezTo>
                  <a:cubicBezTo>
                    <a:pt x="18496" y="5965"/>
                    <a:pt x="15163" y="4487"/>
                    <a:pt x="12231" y="3133"/>
                  </a:cubicBezTo>
                  <a:cubicBezTo>
                    <a:pt x="10777" y="2507"/>
                    <a:pt x="9298" y="1880"/>
                    <a:pt x="8271" y="1354"/>
                  </a:cubicBezTo>
                  <a:cubicBezTo>
                    <a:pt x="7744" y="1153"/>
                    <a:pt x="7218" y="953"/>
                    <a:pt x="6892" y="727"/>
                  </a:cubicBezTo>
                  <a:cubicBezTo>
                    <a:pt x="6792" y="727"/>
                    <a:pt x="6692" y="627"/>
                    <a:pt x="6592" y="627"/>
                  </a:cubicBezTo>
                  <a:lnTo>
                    <a:pt x="6491" y="527"/>
                  </a:lnTo>
                  <a:cubicBezTo>
                    <a:pt x="5865" y="101"/>
                    <a:pt x="5138" y="0"/>
                    <a:pt x="4286" y="0"/>
                  </a:cubicBezTo>
                  <a:close/>
                </a:path>
              </a:pathLst>
            </a:cu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108"/>
            <p:cNvSpPr/>
            <p:nvPr/>
          </p:nvSpPr>
          <p:spPr>
            <a:xfrm>
              <a:off x="-4832525" y="3193825"/>
              <a:ext cx="451775" cy="409275"/>
            </a:xfrm>
            <a:custGeom>
              <a:avLst/>
              <a:gdLst/>
              <a:ahLst/>
              <a:cxnLst/>
              <a:rect l="l" t="t" r="r" b="b"/>
              <a:pathLst>
                <a:path w="18071" h="16371" extrusionOk="0">
                  <a:moveTo>
                    <a:pt x="9043" y="0"/>
                  </a:moveTo>
                  <a:cubicBezTo>
                    <a:pt x="8405" y="0"/>
                    <a:pt x="7759" y="76"/>
                    <a:pt x="7118" y="233"/>
                  </a:cubicBezTo>
                  <a:cubicBezTo>
                    <a:pt x="2732" y="1386"/>
                    <a:pt x="0" y="5872"/>
                    <a:pt x="1153" y="10258"/>
                  </a:cubicBezTo>
                  <a:cubicBezTo>
                    <a:pt x="2121" y="13942"/>
                    <a:pt x="5371" y="16371"/>
                    <a:pt x="8985" y="16371"/>
                  </a:cubicBezTo>
                  <a:cubicBezTo>
                    <a:pt x="9674" y="16371"/>
                    <a:pt x="10376" y="16282"/>
                    <a:pt x="11078" y="16098"/>
                  </a:cubicBezTo>
                  <a:cubicBezTo>
                    <a:pt x="15464" y="14945"/>
                    <a:pt x="18070" y="10559"/>
                    <a:pt x="17043" y="6173"/>
                  </a:cubicBezTo>
                  <a:cubicBezTo>
                    <a:pt x="16062" y="2443"/>
                    <a:pt x="12671" y="0"/>
                    <a:pt x="904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108"/>
            <p:cNvSpPr/>
            <p:nvPr/>
          </p:nvSpPr>
          <p:spPr>
            <a:xfrm>
              <a:off x="-4803700" y="3447750"/>
              <a:ext cx="25" cy="2550"/>
            </a:xfrm>
            <a:custGeom>
              <a:avLst/>
              <a:gdLst/>
              <a:ahLst/>
              <a:cxnLst/>
              <a:rect l="l" t="t" r="r" b="b"/>
              <a:pathLst>
                <a:path w="1" h="102" extrusionOk="0">
                  <a:moveTo>
                    <a:pt x="0" y="1"/>
                  </a:moveTo>
                  <a:lnTo>
                    <a:pt x="0" y="101"/>
                  </a:lnTo>
                  <a:lnTo>
                    <a:pt x="0" y="1"/>
                  </a:lnTo>
                  <a:close/>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108"/>
            <p:cNvSpPr/>
            <p:nvPr/>
          </p:nvSpPr>
          <p:spPr>
            <a:xfrm>
              <a:off x="-4808725" y="3197125"/>
              <a:ext cx="287000" cy="284500"/>
            </a:xfrm>
            <a:custGeom>
              <a:avLst/>
              <a:gdLst/>
              <a:ahLst/>
              <a:cxnLst/>
              <a:rect l="l" t="t" r="r" b="b"/>
              <a:pathLst>
                <a:path w="11480" h="11380" extrusionOk="0">
                  <a:moveTo>
                    <a:pt x="9299" y="1"/>
                  </a:moveTo>
                  <a:lnTo>
                    <a:pt x="1" y="9274"/>
                  </a:lnTo>
                  <a:cubicBezTo>
                    <a:pt x="101" y="9500"/>
                    <a:pt x="101" y="9800"/>
                    <a:pt x="201" y="10026"/>
                  </a:cubicBezTo>
                  <a:lnTo>
                    <a:pt x="201" y="10126"/>
                  </a:lnTo>
                  <a:cubicBezTo>
                    <a:pt x="301" y="10527"/>
                    <a:pt x="527" y="10953"/>
                    <a:pt x="627" y="11379"/>
                  </a:cubicBezTo>
                  <a:cubicBezTo>
                    <a:pt x="4286" y="7720"/>
                    <a:pt x="7820" y="4161"/>
                    <a:pt x="11479" y="627"/>
                  </a:cubicBezTo>
                  <a:cubicBezTo>
                    <a:pt x="10752" y="302"/>
                    <a:pt x="10026" y="101"/>
                    <a:pt x="92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108"/>
            <p:cNvSpPr/>
            <p:nvPr/>
          </p:nvSpPr>
          <p:spPr>
            <a:xfrm>
              <a:off x="-4777400" y="3228450"/>
              <a:ext cx="352150" cy="349650"/>
            </a:xfrm>
            <a:custGeom>
              <a:avLst/>
              <a:gdLst/>
              <a:ahLst/>
              <a:cxnLst/>
              <a:rect l="l" t="t" r="r" b="b"/>
              <a:pathLst>
                <a:path w="14086" h="13986" extrusionOk="0">
                  <a:moveTo>
                    <a:pt x="11279" y="1"/>
                  </a:moveTo>
                  <a:lnTo>
                    <a:pt x="1" y="11279"/>
                  </a:lnTo>
                  <a:cubicBezTo>
                    <a:pt x="828" y="12407"/>
                    <a:pt x="1880" y="13359"/>
                    <a:pt x="3033" y="13986"/>
                  </a:cubicBezTo>
                  <a:lnTo>
                    <a:pt x="14086" y="3008"/>
                  </a:lnTo>
                  <a:cubicBezTo>
                    <a:pt x="13459" y="1755"/>
                    <a:pt x="12532" y="728"/>
                    <a:pt x="112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108"/>
            <p:cNvSpPr/>
            <p:nvPr/>
          </p:nvSpPr>
          <p:spPr>
            <a:xfrm>
              <a:off x="-4237300" y="3179650"/>
              <a:ext cx="451800" cy="409300"/>
            </a:xfrm>
            <a:custGeom>
              <a:avLst/>
              <a:gdLst/>
              <a:ahLst/>
              <a:cxnLst/>
              <a:rect l="l" t="t" r="r" b="b"/>
              <a:pathLst>
                <a:path w="18072" h="16372" extrusionOk="0">
                  <a:moveTo>
                    <a:pt x="9118" y="1"/>
                  </a:moveTo>
                  <a:cubicBezTo>
                    <a:pt x="8425" y="1"/>
                    <a:pt x="7720" y="89"/>
                    <a:pt x="7018" y="274"/>
                  </a:cubicBezTo>
                  <a:cubicBezTo>
                    <a:pt x="2632" y="1427"/>
                    <a:pt x="1" y="5813"/>
                    <a:pt x="1154" y="10199"/>
                  </a:cubicBezTo>
                  <a:cubicBezTo>
                    <a:pt x="2049" y="13929"/>
                    <a:pt x="5427" y="16372"/>
                    <a:pt x="9115" y="16372"/>
                  </a:cubicBezTo>
                  <a:cubicBezTo>
                    <a:pt x="9764" y="16372"/>
                    <a:pt x="10422" y="16296"/>
                    <a:pt x="11079" y="16138"/>
                  </a:cubicBezTo>
                  <a:cubicBezTo>
                    <a:pt x="15465" y="14986"/>
                    <a:pt x="18071" y="10499"/>
                    <a:pt x="16918" y="6113"/>
                  </a:cubicBezTo>
                  <a:cubicBezTo>
                    <a:pt x="16055" y="2430"/>
                    <a:pt x="12752" y="1"/>
                    <a:pt x="911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108"/>
            <p:cNvSpPr/>
            <p:nvPr/>
          </p:nvSpPr>
          <p:spPr>
            <a:xfrm>
              <a:off x="-4832525" y="3170825"/>
              <a:ext cx="454275" cy="454275"/>
            </a:xfrm>
            <a:custGeom>
              <a:avLst/>
              <a:gdLst/>
              <a:ahLst/>
              <a:cxnLst/>
              <a:rect l="l" t="t" r="r" b="b"/>
              <a:pathLst>
                <a:path w="18171" h="18171" extrusionOk="0">
                  <a:moveTo>
                    <a:pt x="9098" y="1880"/>
                  </a:moveTo>
                  <a:cubicBezTo>
                    <a:pt x="10652" y="1880"/>
                    <a:pt x="12231" y="2406"/>
                    <a:pt x="13484" y="3334"/>
                  </a:cubicBezTo>
                  <a:cubicBezTo>
                    <a:pt x="14737" y="4286"/>
                    <a:pt x="15664" y="5639"/>
                    <a:pt x="16090" y="7319"/>
                  </a:cubicBezTo>
                  <a:cubicBezTo>
                    <a:pt x="16291" y="7945"/>
                    <a:pt x="16291" y="8572"/>
                    <a:pt x="16291" y="9073"/>
                  </a:cubicBezTo>
                  <a:cubicBezTo>
                    <a:pt x="16291" y="10752"/>
                    <a:pt x="15790" y="12331"/>
                    <a:pt x="14837" y="13459"/>
                  </a:cubicBezTo>
                  <a:cubicBezTo>
                    <a:pt x="13910" y="14712"/>
                    <a:pt x="12532" y="15664"/>
                    <a:pt x="10877" y="16090"/>
                  </a:cubicBezTo>
                  <a:cubicBezTo>
                    <a:pt x="10251" y="16291"/>
                    <a:pt x="9724" y="16391"/>
                    <a:pt x="9098" y="16391"/>
                  </a:cubicBezTo>
                  <a:cubicBezTo>
                    <a:pt x="7419" y="16391"/>
                    <a:pt x="5965" y="15765"/>
                    <a:pt x="4712" y="14837"/>
                  </a:cubicBezTo>
                  <a:cubicBezTo>
                    <a:pt x="3459" y="13885"/>
                    <a:pt x="2506" y="12532"/>
                    <a:pt x="2105" y="10852"/>
                  </a:cubicBezTo>
                  <a:cubicBezTo>
                    <a:pt x="1880" y="10326"/>
                    <a:pt x="1880" y="9699"/>
                    <a:pt x="1880" y="9073"/>
                  </a:cubicBezTo>
                  <a:cubicBezTo>
                    <a:pt x="1880" y="7519"/>
                    <a:pt x="2406" y="5940"/>
                    <a:pt x="3359" y="4687"/>
                  </a:cubicBezTo>
                  <a:cubicBezTo>
                    <a:pt x="4286" y="3434"/>
                    <a:pt x="5639" y="2506"/>
                    <a:pt x="7318" y="2080"/>
                  </a:cubicBezTo>
                  <a:cubicBezTo>
                    <a:pt x="7945" y="1980"/>
                    <a:pt x="8471" y="1880"/>
                    <a:pt x="9098" y="1880"/>
                  </a:cubicBezTo>
                  <a:close/>
                  <a:moveTo>
                    <a:pt x="9098" y="0"/>
                  </a:moveTo>
                  <a:cubicBezTo>
                    <a:pt x="8371" y="0"/>
                    <a:pt x="7644" y="100"/>
                    <a:pt x="6792" y="301"/>
                  </a:cubicBezTo>
                  <a:cubicBezTo>
                    <a:pt x="4812" y="827"/>
                    <a:pt x="3033" y="1980"/>
                    <a:pt x="1880" y="3559"/>
                  </a:cubicBezTo>
                  <a:cubicBezTo>
                    <a:pt x="627" y="5113"/>
                    <a:pt x="0" y="7093"/>
                    <a:pt x="0" y="9073"/>
                  </a:cubicBezTo>
                  <a:cubicBezTo>
                    <a:pt x="0" y="9825"/>
                    <a:pt x="125" y="10652"/>
                    <a:pt x="326" y="11379"/>
                  </a:cubicBezTo>
                  <a:cubicBezTo>
                    <a:pt x="852" y="13359"/>
                    <a:pt x="2005" y="15138"/>
                    <a:pt x="3559" y="16291"/>
                  </a:cubicBezTo>
                  <a:cubicBezTo>
                    <a:pt x="5138" y="17544"/>
                    <a:pt x="7018" y="18171"/>
                    <a:pt x="9098" y="18171"/>
                  </a:cubicBezTo>
                  <a:cubicBezTo>
                    <a:pt x="9825" y="18171"/>
                    <a:pt x="10552" y="18070"/>
                    <a:pt x="11404" y="17970"/>
                  </a:cubicBezTo>
                  <a:cubicBezTo>
                    <a:pt x="13384" y="17444"/>
                    <a:pt x="15163" y="16191"/>
                    <a:pt x="16291" y="14612"/>
                  </a:cubicBezTo>
                  <a:cubicBezTo>
                    <a:pt x="17544" y="13058"/>
                    <a:pt x="18171" y="11178"/>
                    <a:pt x="18171" y="9073"/>
                  </a:cubicBezTo>
                  <a:cubicBezTo>
                    <a:pt x="18171" y="8346"/>
                    <a:pt x="18070" y="7619"/>
                    <a:pt x="17870" y="6892"/>
                  </a:cubicBezTo>
                  <a:cubicBezTo>
                    <a:pt x="17344" y="4812"/>
                    <a:pt x="16191" y="3133"/>
                    <a:pt x="14637" y="1880"/>
                  </a:cubicBezTo>
                  <a:cubicBezTo>
                    <a:pt x="13058" y="727"/>
                    <a:pt x="11078" y="0"/>
                    <a:pt x="9098" y="0"/>
                  </a:cubicBezTo>
                  <a:close/>
                </a:path>
              </a:pathLst>
            </a:cu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108"/>
            <p:cNvSpPr/>
            <p:nvPr/>
          </p:nvSpPr>
          <p:spPr>
            <a:xfrm>
              <a:off x="-4208475" y="3434600"/>
              <a:ext cx="5675" cy="18200"/>
            </a:xfrm>
            <a:custGeom>
              <a:avLst/>
              <a:gdLst/>
              <a:ahLst/>
              <a:cxnLst/>
              <a:rect l="l" t="t" r="r" b="b"/>
              <a:pathLst>
                <a:path w="227" h="728" extrusionOk="0">
                  <a:moveTo>
                    <a:pt x="226" y="727"/>
                  </a:moveTo>
                  <a:lnTo>
                    <a:pt x="226" y="727"/>
                  </a:lnTo>
                  <a:lnTo>
                    <a:pt x="226" y="727"/>
                  </a:lnTo>
                  <a:close/>
                  <a:moveTo>
                    <a:pt x="226" y="727"/>
                  </a:moveTo>
                  <a:lnTo>
                    <a:pt x="226" y="727"/>
                  </a:lnTo>
                  <a:lnTo>
                    <a:pt x="226" y="727"/>
                  </a:lnTo>
                  <a:close/>
                  <a:moveTo>
                    <a:pt x="226" y="727"/>
                  </a:moveTo>
                  <a:lnTo>
                    <a:pt x="226" y="727"/>
                  </a:lnTo>
                  <a:lnTo>
                    <a:pt x="226" y="727"/>
                  </a:lnTo>
                  <a:close/>
                  <a:moveTo>
                    <a:pt x="226" y="727"/>
                  </a:moveTo>
                  <a:lnTo>
                    <a:pt x="226" y="727"/>
                  </a:lnTo>
                  <a:lnTo>
                    <a:pt x="226" y="727"/>
                  </a:lnTo>
                  <a:close/>
                  <a:moveTo>
                    <a:pt x="226" y="627"/>
                  </a:moveTo>
                  <a:lnTo>
                    <a:pt x="226" y="627"/>
                  </a:lnTo>
                  <a:lnTo>
                    <a:pt x="226" y="627"/>
                  </a:lnTo>
                  <a:close/>
                  <a:moveTo>
                    <a:pt x="226" y="627"/>
                  </a:moveTo>
                  <a:lnTo>
                    <a:pt x="226" y="627"/>
                  </a:lnTo>
                  <a:lnTo>
                    <a:pt x="226" y="627"/>
                  </a:lnTo>
                  <a:close/>
                  <a:moveTo>
                    <a:pt x="226" y="627"/>
                  </a:moveTo>
                  <a:lnTo>
                    <a:pt x="226" y="627"/>
                  </a:lnTo>
                  <a:lnTo>
                    <a:pt x="226" y="627"/>
                  </a:lnTo>
                  <a:close/>
                  <a:moveTo>
                    <a:pt x="101" y="627"/>
                  </a:moveTo>
                  <a:lnTo>
                    <a:pt x="226" y="627"/>
                  </a:lnTo>
                  <a:lnTo>
                    <a:pt x="101" y="627"/>
                  </a:lnTo>
                  <a:close/>
                  <a:moveTo>
                    <a:pt x="101" y="627"/>
                  </a:moveTo>
                  <a:lnTo>
                    <a:pt x="101" y="627"/>
                  </a:lnTo>
                  <a:lnTo>
                    <a:pt x="101" y="627"/>
                  </a:lnTo>
                  <a:close/>
                  <a:moveTo>
                    <a:pt x="1" y="101"/>
                  </a:moveTo>
                  <a:cubicBezTo>
                    <a:pt x="1" y="301"/>
                    <a:pt x="101" y="402"/>
                    <a:pt x="101" y="627"/>
                  </a:cubicBezTo>
                  <a:cubicBezTo>
                    <a:pt x="101" y="402"/>
                    <a:pt x="1" y="301"/>
                    <a:pt x="1" y="101"/>
                  </a:cubicBezTo>
                  <a:close/>
                  <a:moveTo>
                    <a:pt x="1" y="101"/>
                  </a:moveTo>
                  <a:lnTo>
                    <a:pt x="1" y="101"/>
                  </a:lnTo>
                  <a:lnTo>
                    <a:pt x="1" y="101"/>
                  </a:lnTo>
                  <a:close/>
                  <a:moveTo>
                    <a:pt x="1" y="101"/>
                  </a:moveTo>
                  <a:lnTo>
                    <a:pt x="1" y="101"/>
                  </a:lnTo>
                  <a:lnTo>
                    <a:pt x="1" y="101"/>
                  </a:lnTo>
                  <a:close/>
                  <a:moveTo>
                    <a:pt x="1" y="101"/>
                  </a:moveTo>
                  <a:lnTo>
                    <a:pt x="1" y="101"/>
                  </a:lnTo>
                  <a:lnTo>
                    <a:pt x="1" y="101"/>
                  </a:lnTo>
                  <a:close/>
                  <a:moveTo>
                    <a:pt x="1" y="1"/>
                  </a:moveTo>
                  <a:lnTo>
                    <a:pt x="1" y="1"/>
                  </a:lnTo>
                  <a:lnTo>
                    <a:pt x="1" y="1"/>
                  </a:lnTo>
                  <a:close/>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108"/>
            <p:cNvSpPr/>
            <p:nvPr/>
          </p:nvSpPr>
          <p:spPr>
            <a:xfrm>
              <a:off x="-4210975" y="3183975"/>
              <a:ext cx="308300" cy="307675"/>
            </a:xfrm>
            <a:custGeom>
              <a:avLst/>
              <a:gdLst/>
              <a:ahLst/>
              <a:cxnLst/>
              <a:rect l="l" t="t" r="r" b="b"/>
              <a:pathLst>
                <a:path w="12332" h="12307" extrusionOk="0">
                  <a:moveTo>
                    <a:pt x="9499" y="0"/>
                  </a:moveTo>
                  <a:cubicBezTo>
                    <a:pt x="6266" y="3133"/>
                    <a:pt x="3133" y="6366"/>
                    <a:pt x="0" y="9499"/>
                  </a:cubicBezTo>
                  <a:cubicBezTo>
                    <a:pt x="0" y="9700"/>
                    <a:pt x="0" y="9800"/>
                    <a:pt x="101" y="10026"/>
                  </a:cubicBezTo>
                  <a:lnTo>
                    <a:pt x="101" y="10126"/>
                  </a:lnTo>
                  <a:cubicBezTo>
                    <a:pt x="101" y="10326"/>
                    <a:pt x="201" y="10427"/>
                    <a:pt x="201" y="10652"/>
                  </a:cubicBezTo>
                  <a:lnTo>
                    <a:pt x="326" y="10652"/>
                  </a:lnTo>
                  <a:lnTo>
                    <a:pt x="326" y="10752"/>
                  </a:lnTo>
                  <a:cubicBezTo>
                    <a:pt x="527" y="11279"/>
                    <a:pt x="727" y="11805"/>
                    <a:pt x="1053" y="12306"/>
                  </a:cubicBezTo>
                  <a:lnTo>
                    <a:pt x="12331" y="1028"/>
                  </a:lnTo>
                  <a:cubicBezTo>
                    <a:pt x="11379" y="527"/>
                    <a:pt x="10452" y="201"/>
                    <a:pt x="94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108"/>
            <p:cNvSpPr/>
            <p:nvPr/>
          </p:nvSpPr>
          <p:spPr>
            <a:xfrm>
              <a:off x="-4166500" y="3228450"/>
              <a:ext cx="331500" cy="331500"/>
            </a:xfrm>
            <a:custGeom>
              <a:avLst/>
              <a:gdLst/>
              <a:ahLst/>
              <a:cxnLst/>
              <a:rect l="l" t="t" r="r" b="b"/>
              <a:pathLst>
                <a:path w="13260" h="13260" extrusionOk="0">
                  <a:moveTo>
                    <a:pt x="11480" y="1"/>
                  </a:moveTo>
                  <a:lnTo>
                    <a:pt x="1" y="11480"/>
                  </a:lnTo>
                  <a:cubicBezTo>
                    <a:pt x="627" y="12207"/>
                    <a:pt x="1254" y="12733"/>
                    <a:pt x="1981" y="13259"/>
                  </a:cubicBezTo>
                  <a:lnTo>
                    <a:pt x="13259" y="1981"/>
                  </a:lnTo>
                  <a:cubicBezTo>
                    <a:pt x="12733" y="1254"/>
                    <a:pt x="12206" y="628"/>
                    <a:pt x="114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108"/>
            <p:cNvSpPr/>
            <p:nvPr/>
          </p:nvSpPr>
          <p:spPr>
            <a:xfrm>
              <a:off x="-4239800" y="3157650"/>
              <a:ext cx="456800" cy="454300"/>
            </a:xfrm>
            <a:custGeom>
              <a:avLst/>
              <a:gdLst/>
              <a:ahLst/>
              <a:cxnLst/>
              <a:rect l="l" t="t" r="r" b="b"/>
              <a:pathLst>
                <a:path w="18272" h="18172" extrusionOk="0">
                  <a:moveTo>
                    <a:pt x="9199" y="1780"/>
                  </a:moveTo>
                  <a:cubicBezTo>
                    <a:pt x="10752" y="1780"/>
                    <a:pt x="12331" y="2407"/>
                    <a:pt x="13585" y="3334"/>
                  </a:cubicBezTo>
                  <a:cubicBezTo>
                    <a:pt x="14838" y="4287"/>
                    <a:pt x="15765" y="5640"/>
                    <a:pt x="16191" y="7319"/>
                  </a:cubicBezTo>
                  <a:cubicBezTo>
                    <a:pt x="16291" y="7846"/>
                    <a:pt x="16392" y="8472"/>
                    <a:pt x="16392" y="9099"/>
                  </a:cubicBezTo>
                  <a:cubicBezTo>
                    <a:pt x="16392" y="10653"/>
                    <a:pt x="15890" y="12232"/>
                    <a:pt x="14938" y="13485"/>
                  </a:cubicBezTo>
                  <a:cubicBezTo>
                    <a:pt x="13885" y="14738"/>
                    <a:pt x="12532" y="15665"/>
                    <a:pt x="10978" y="16091"/>
                  </a:cubicBezTo>
                  <a:cubicBezTo>
                    <a:pt x="10351" y="16191"/>
                    <a:pt x="9725" y="16292"/>
                    <a:pt x="9199" y="16292"/>
                  </a:cubicBezTo>
                  <a:cubicBezTo>
                    <a:pt x="7519" y="16292"/>
                    <a:pt x="5965" y="15765"/>
                    <a:pt x="4712" y="14838"/>
                  </a:cubicBezTo>
                  <a:cubicBezTo>
                    <a:pt x="3459" y="13886"/>
                    <a:pt x="2507" y="12532"/>
                    <a:pt x="2106" y="10853"/>
                  </a:cubicBezTo>
                  <a:cubicBezTo>
                    <a:pt x="1980" y="10226"/>
                    <a:pt x="1880" y="9600"/>
                    <a:pt x="1880" y="9099"/>
                  </a:cubicBezTo>
                  <a:cubicBezTo>
                    <a:pt x="1880" y="7419"/>
                    <a:pt x="2407" y="5840"/>
                    <a:pt x="3459" y="4587"/>
                  </a:cubicBezTo>
                  <a:cubicBezTo>
                    <a:pt x="4387" y="3460"/>
                    <a:pt x="5740" y="2507"/>
                    <a:pt x="7319" y="1981"/>
                  </a:cubicBezTo>
                  <a:cubicBezTo>
                    <a:pt x="7945" y="1881"/>
                    <a:pt x="8572" y="1780"/>
                    <a:pt x="9199" y="1780"/>
                  </a:cubicBezTo>
                  <a:close/>
                  <a:moveTo>
                    <a:pt x="9199" y="1"/>
                  </a:moveTo>
                  <a:cubicBezTo>
                    <a:pt x="8372" y="1"/>
                    <a:pt x="7620" y="1"/>
                    <a:pt x="6893" y="201"/>
                  </a:cubicBezTo>
                  <a:cubicBezTo>
                    <a:pt x="4813" y="728"/>
                    <a:pt x="3133" y="1981"/>
                    <a:pt x="1880" y="3560"/>
                  </a:cubicBezTo>
                  <a:cubicBezTo>
                    <a:pt x="727" y="5114"/>
                    <a:pt x="1" y="6993"/>
                    <a:pt x="1" y="9099"/>
                  </a:cubicBezTo>
                  <a:cubicBezTo>
                    <a:pt x="1" y="9825"/>
                    <a:pt x="101" y="10552"/>
                    <a:pt x="326" y="11279"/>
                  </a:cubicBezTo>
                  <a:cubicBezTo>
                    <a:pt x="853" y="13359"/>
                    <a:pt x="2106" y="15039"/>
                    <a:pt x="3660" y="16292"/>
                  </a:cubicBezTo>
                  <a:cubicBezTo>
                    <a:pt x="5239" y="17445"/>
                    <a:pt x="7118" y="18171"/>
                    <a:pt x="9199" y="18171"/>
                  </a:cubicBezTo>
                  <a:cubicBezTo>
                    <a:pt x="9925" y="18171"/>
                    <a:pt x="10652" y="18071"/>
                    <a:pt x="11379" y="17871"/>
                  </a:cubicBezTo>
                  <a:cubicBezTo>
                    <a:pt x="13484" y="17344"/>
                    <a:pt x="15138" y="16191"/>
                    <a:pt x="16392" y="14612"/>
                  </a:cubicBezTo>
                  <a:cubicBezTo>
                    <a:pt x="17544" y="13059"/>
                    <a:pt x="18271" y="11079"/>
                    <a:pt x="18271" y="9099"/>
                  </a:cubicBezTo>
                  <a:cubicBezTo>
                    <a:pt x="18271" y="8347"/>
                    <a:pt x="18171" y="7520"/>
                    <a:pt x="17971" y="6793"/>
                  </a:cubicBezTo>
                  <a:cubicBezTo>
                    <a:pt x="17444" y="4713"/>
                    <a:pt x="16291" y="3033"/>
                    <a:pt x="14737" y="1881"/>
                  </a:cubicBezTo>
                  <a:cubicBezTo>
                    <a:pt x="13159" y="627"/>
                    <a:pt x="11179" y="1"/>
                    <a:pt x="9199" y="1"/>
                  </a:cubicBezTo>
                  <a:close/>
                </a:path>
              </a:pathLst>
            </a:cu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108"/>
            <p:cNvSpPr/>
            <p:nvPr/>
          </p:nvSpPr>
          <p:spPr>
            <a:xfrm>
              <a:off x="-4427775" y="3254150"/>
              <a:ext cx="237500" cy="112175"/>
            </a:xfrm>
            <a:custGeom>
              <a:avLst/>
              <a:gdLst/>
              <a:ahLst/>
              <a:cxnLst/>
              <a:rect l="l" t="t" r="r" b="b"/>
              <a:pathLst>
                <a:path w="9500" h="4487" extrusionOk="0">
                  <a:moveTo>
                    <a:pt x="4813" y="1"/>
                  </a:moveTo>
                  <a:cubicBezTo>
                    <a:pt x="4387" y="1"/>
                    <a:pt x="4086" y="1"/>
                    <a:pt x="3660" y="101"/>
                  </a:cubicBezTo>
                  <a:cubicBezTo>
                    <a:pt x="2607" y="427"/>
                    <a:pt x="1780" y="953"/>
                    <a:pt x="1154" y="1680"/>
                  </a:cubicBezTo>
                  <a:cubicBezTo>
                    <a:pt x="527" y="2407"/>
                    <a:pt x="101" y="3234"/>
                    <a:pt x="1" y="4286"/>
                  </a:cubicBezTo>
                  <a:lnTo>
                    <a:pt x="1880" y="4487"/>
                  </a:lnTo>
                  <a:cubicBezTo>
                    <a:pt x="1880" y="3860"/>
                    <a:pt x="2206" y="3359"/>
                    <a:pt x="2607" y="2933"/>
                  </a:cubicBezTo>
                  <a:cubicBezTo>
                    <a:pt x="2933" y="2407"/>
                    <a:pt x="3459" y="2106"/>
                    <a:pt x="4086" y="1980"/>
                  </a:cubicBezTo>
                  <a:cubicBezTo>
                    <a:pt x="4387" y="1880"/>
                    <a:pt x="4612" y="1880"/>
                    <a:pt x="4813" y="1880"/>
                  </a:cubicBezTo>
                  <a:cubicBezTo>
                    <a:pt x="5540" y="1880"/>
                    <a:pt x="6166" y="2106"/>
                    <a:pt x="6692" y="2507"/>
                  </a:cubicBezTo>
                  <a:cubicBezTo>
                    <a:pt x="7219" y="2833"/>
                    <a:pt x="7520" y="3459"/>
                    <a:pt x="7745" y="4086"/>
                  </a:cubicBezTo>
                  <a:lnTo>
                    <a:pt x="9499" y="3660"/>
                  </a:lnTo>
                  <a:cubicBezTo>
                    <a:pt x="9299" y="2507"/>
                    <a:pt x="8572" y="1680"/>
                    <a:pt x="7745" y="1053"/>
                  </a:cubicBezTo>
                  <a:cubicBezTo>
                    <a:pt x="6993" y="427"/>
                    <a:pt x="5966" y="1"/>
                    <a:pt x="4813" y="1"/>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95" name="Google Shape;3495;p108">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108">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fill="hold" nodeType="afterEffect">
                                  <p:stCondLst>
                                    <p:cond delay="0"/>
                                  </p:stCondLst>
                                  <p:childTnLst>
                                    <p:animRot by="-21600000">
                                      <p:cBhvr>
                                        <p:cTn id="6" dur="1000" fill="hold"/>
                                        <p:tgtEl>
                                          <p:spTgt spid="3481"/>
                                        </p:tgtEl>
                                        <p:attrNameLst>
                                          <p:attrName>r</p:attrName>
                                        </p:attrNameLst>
                                      </p:cBhvr>
                                    </p:animRot>
                                  </p:childTnLst>
                                </p:cTn>
                              </p:par>
                            </p:childTnLst>
                          </p:cTn>
                        </p:par>
                        <p:par>
                          <p:cTn id="7" fill="hold">
                            <p:stCondLst>
                              <p:cond delay="1000"/>
                            </p:stCondLst>
                            <p:childTnLst>
                              <p:par>
                                <p:cTn id="8" presetID="10" presetClass="entr" presetSubtype="0" fill="hold" nodeType="afterEffect">
                                  <p:stCondLst>
                                    <p:cond delay="0"/>
                                  </p:stCondLst>
                                  <p:childTnLst>
                                    <p:set>
                                      <p:cBhvr>
                                        <p:cTn id="9" dur="1" fill="hold">
                                          <p:stCondLst>
                                            <p:cond delay="0"/>
                                          </p:stCondLst>
                                        </p:cTn>
                                        <p:tgtEl>
                                          <p:spTgt spid="3477"/>
                                        </p:tgtEl>
                                        <p:attrNameLst>
                                          <p:attrName>style.visibility</p:attrName>
                                        </p:attrNameLst>
                                      </p:cBhvr>
                                      <p:to>
                                        <p:strVal val="visible"/>
                                      </p:to>
                                    </p:set>
                                    <p:animEffect transition="in" filter="fade">
                                      <p:cBhvr>
                                        <p:cTn id="10" dur="1000"/>
                                        <p:tgtEl>
                                          <p:spTgt spid="34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Shape 3500"/>
        <p:cNvGrpSpPr/>
        <p:nvPr/>
      </p:nvGrpSpPr>
      <p:grpSpPr>
        <a:xfrm>
          <a:off x="0" y="0"/>
          <a:ext cx="0" cy="0"/>
          <a:chOff x="0" y="0"/>
          <a:chExt cx="0" cy="0"/>
        </a:xfrm>
      </p:grpSpPr>
      <p:sp>
        <p:nvSpPr>
          <p:cNvPr id="3501" name="Google Shape;3501;p109"/>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TEACHERS</a:t>
            </a:r>
            <a:endParaRPr/>
          </a:p>
        </p:txBody>
      </p:sp>
      <p:sp>
        <p:nvSpPr>
          <p:cNvPr id="3502" name="Google Shape;3502;p109"/>
          <p:cNvSpPr txBox="1">
            <a:spLocks noGrp="1"/>
          </p:cNvSpPr>
          <p:nvPr>
            <p:ph type="title" idx="2"/>
          </p:nvPr>
        </p:nvSpPr>
        <p:spPr>
          <a:xfrm>
            <a:off x="712511" y="1629449"/>
            <a:ext cx="1929300" cy="592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MARIA SUMMERS</a:t>
            </a:r>
            <a:endParaRPr/>
          </a:p>
        </p:txBody>
      </p:sp>
      <p:sp>
        <p:nvSpPr>
          <p:cNvPr id="3503" name="Google Shape;3503;p109"/>
          <p:cNvSpPr txBox="1">
            <a:spLocks noGrp="1"/>
          </p:cNvSpPr>
          <p:nvPr>
            <p:ph type="subTitle" idx="1"/>
          </p:nvPr>
        </p:nvSpPr>
        <p:spPr>
          <a:xfrm>
            <a:off x="712511" y="3429438"/>
            <a:ext cx="1929300" cy="729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You can speak a bit about this person </a:t>
            </a:r>
            <a:endParaRPr/>
          </a:p>
        </p:txBody>
      </p:sp>
      <p:sp>
        <p:nvSpPr>
          <p:cNvPr id="3504" name="Google Shape;3504;p109"/>
          <p:cNvSpPr txBox="1">
            <a:spLocks noGrp="1"/>
          </p:cNvSpPr>
          <p:nvPr>
            <p:ph type="title" idx="3"/>
          </p:nvPr>
        </p:nvSpPr>
        <p:spPr>
          <a:xfrm>
            <a:off x="2640569" y="1630277"/>
            <a:ext cx="1929300" cy="592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JOHN JOHNSON</a:t>
            </a:r>
            <a:endParaRPr/>
          </a:p>
        </p:txBody>
      </p:sp>
      <p:sp>
        <p:nvSpPr>
          <p:cNvPr id="3505" name="Google Shape;3505;p109"/>
          <p:cNvSpPr txBox="1">
            <a:spLocks noGrp="1"/>
          </p:cNvSpPr>
          <p:nvPr>
            <p:ph type="subTitle" idx="4"/>
          </p:nvPr>
        </p:nvSpPr>
        <p:spPr>
          <a:xfrm>
            <a:off x="2640569" y="3430175"/>
            <a:ext cx="1929300" cy="729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You can speak a bit about this person </a:t>
            </a:r>
            <a:endParaRPr/>
          </a:p>
        </p:txBody>
      </p:sp>
      <p:sp>
        <p:nvSpPr>
          <p:cNvPr id="3506" name="Google Shape;3506;p109"/>
          <p:cNvSpPr txBox="1">
            <a:spLocks noGrp="1"/>
          </p:cNvSpPr>
          <p:nvPr>
            <p:ph type="title" idx="5"/>
          </p:nvPr>
        </p:nvSpPr>
        <p:spPr>
          <a:xfrm>
            <a:off x="4568627" y="1629463"/>
            <a:ext cx="1929300" cy="592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DAVID SCHEINER</a:t>
            </a:r>
            <a:endParaRPr/>
          </a:p>
        </p:txBody>
      </p:sp>
      <p:sp>
        <p:nvSpPr>
          <p:cNvPr id="3507" name="Google Shape;3507;p109"/>
          <p:cNvSpPr txBox="1">
            <a:spLocks noGrp="1"/>
          </p:cNvSpPr>
          <p:nvPr>
            <p:ph type="subTitle" idx="6"/>
          </p:nvPr>
        </p:nvSpPr>
        <p:spPr>
          <a:xfrm>
            <a:off x="4568627" y="3429450"/>
            <a:ext cx="1929300" cy="729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You can speak a bit about this person </a:t>
            </a:r>
            <a:endParaRPr/>
          </a:p>
        </p:txBody>
      </p:sp>
      <p:sp>
        <p:nvSpPr>
          <p:cNvPr id="3508" name="Google Shape;3508;p109"/>
          <p:cNvSpPr txBox="1">
            <a:spLocks noGrp="1"/>
          </p:cNvSpPr>
          <p:nvPr>
            <p:ph type="title" idx="7"/>
          </p:nvPr>
        </p:nvSpPr>
        <p:spPr>
          <a:xfrm>
            <a:off x="6505789" y="1630290"/>
            <a:ext cx="1925700" cy="592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LISA STRANSKY</a:t>
            </a:r>
            <a:endParaRPr/>
          </a:p>
        </p:txBody>
      </p:sp>
      <p:sp>
        <p:nvSpPr>
          <p:cNvPr id="3509" name="Google Shape;3509;p109"/>
          <p:cNvSpPr txBox="1">
            <a:spLocks noGrp="1"/>
          </p:cNvSpPr>
          <p:nvPr>
            <p:ph type="subTitle" idx="8"/>
          </p:nvPr>
        </p:nvSpPr>
        <p:spPr>
          <a:xfrm>
            <a:off x="6505789" y="3430179"/>
            <a:ext cx="1925700" cy="729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You can speak a bit about this person </a:t>
            </a:r>
            <a:endParaRPr/>
          </a:p>
        </p:txBody>
      </p:sp>
      <p:grpSp>
        <p:nvGrpSpPr>
          <p:cNvPr id="3510" name="Google Shape;3510;p109"/>
          <p:cNvGrpSpPr/>
          <p:nvPr/>
        </p:nvGrpSpPr>
        <p:grpSpPr>
          <a:xfrm>
            <a:off x="1379975" y="2463713"/>
            <a:ext cx="594372" cy="742528"/>
            <a:chOff x="2531150" y="4096475"/>
            <a:chExt cx="382725" cy="478125"/>
          </a:xfrm>
        </p:grpSpPr>
        <p:sp>
          <p:nvSpPr>
            <p:cNvPr id="3511" name="Google Shape;3511;p109"/>
            <p:cNvSpPr/>
            <p:nvPr/>
          </p:nvSpPr>
          <p:spPr>
            <a:xfrm>
              <a:off x="2612000" y="4245375"/>
              <a:ext cx="27925" cy="50625"/>
            </a:xfrm>
            <a:custGeom>
              <a:avLst/>
              <a:gdLst/>
              <a:ahLst/>
              <a:cxnLst/>
              <a:rect l="l" t="t" r="r" b="b"/>
              <a:pathLst>
                <a:path w="1117" h="2025" extrusionOk="0">
                  <a:moveTo>
                    <a:pt x="0" y="1490"/>
                  </a:moveTo>
                  <a:cubicBezTo>
                    <a:pt x="0" y="1792"/>
                    <a:pt x="256" y="2025"/>
                    <a:pt x="559" y="2025"/>
                  </a:cubicBezTo>
                  <a:lnTo>
                    <a:pt x="1117" y="2025"/>
                  </a:lnTo>
                  <a:lnTo>
                    <a:pt x="1117" y="1"/>
                  </a:lnTo>
                  <a:lnTo>
                    <a:pt x="0" y="792"/>
                  </a:lnTo>
                  <a:close/>
                  <a:moveTo>
                    <a:pt x="0" y="1490"/>
                  </a:moveTo>
                  <a:close/>
                </a:path>
              </a:pathLst>
            </a:custGeom>
            <a:solidFill>
              <a:srgbClr val="FBF2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109"/>
            <p:cNvSpPr/>
            <p:nvPr/>
          </p:nvSpPr>
          <p:spPr>
            <a:xfrm>
              <a:off x="2639900" y="4192450"/>
              <a:ext cx="165200" cy="196600"/>
            </a:xfrm>
            <a:custGeom>
              <a:avLst/>
              <a:gdLst/>
              <a:ahLst/>
              <a:cxnLst/>
              <a:rect l="l" t="t" r="r" b="b"/>
              <a:pathLst>
                <a:path w="6608" h="7864" extrusionOk="0">
                  <a:moveTo>
                    <a:pt x="1" y="5631"/>
                  </a:moveTo>
                  <a:lnTo>
                    <a:pt x="2467" y="7864"/>
                  </a:lnTo>
                  <a:lnTo>
                    <a:pt x="4142" y="7864"/>
                  </a:lnTo>
                  <a:lnTo>
                    <a:pt x="6608" y="5631"/>
                  </a:lnTo>
                  <a:lnTo>
                    <a:pt x="6608" y="2676"/>
                  </a:lnTo>
                  <a:cubicBezTo>
                    <a:pt x="5863" y="2537"/>
                    <a:pt x="3863" y="1862"/>
                    <a:pt x="1978" y="1"/>
                  </a:cubicBezTo>
                  <a:lnTo>
                    <a:pt x="1" y="2118"/>
                  </a:lnTo>
                  <a:close/>
                  <a:moveTo>
                    <a:pt x="1" y="563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109"/>
            <p:cNvSpPr/>
            <p:nvPr/>
          </p:nvSpPr>
          <p:spPr>
            <a:xfrm>
              <a:off x="2673650" y="4461150"/>
              <a:ext cx="98300" cy="106450"/>
            </a:xfrm>
            <a:custGeom>
              <a:avLst/>
              <a:gdLst/>
              <a:ahLst/>
              <a:cxnLst/>
              <a:rect l="l" t="t" r="r" b="b"/>
              <a:pathLst>
                <a:path w="3932" h="4258" extrusionOk="0">
                  <a:moveTo>
                    <a:pt x="0" y="4258"/>
                  </a:moveTo>
                  <a:lnTo>
                    <a:pt x="3932" y="4258"/>
                  </a:lnTo>
                  <a:lnTo>
                    <a:pt x="3932" y="1"/>
                  </a:lnTo>
                  <a:cubicBezTo>
                    <a:pt x="3583" y="303"/>
                    <a:pt x="3164" y="466"/>
                    <a:pt x="2699" y="466"/>
                  </a:cubicBezTo>
                  <a:lnTo>
                    <a:pt x="1233" y="466"/>
                  </a:lnTo>
                  <a:cubicBezTo>
                    <a:pt x="768" y="466"/>
                    <a:pt x="349" y="303"/>
                    <a:pt x="0" y="1"/>
                  </a:cubicBezTo>
                  <a:close/>
                  <a:moveTo>
                    <a:pt x="0" y="4258"/>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109"/>
            <p:cNvSpPr/>
            <p:nvPr/>
          </p:nvSpPr>
          <p:spPr>
            <a:xfrm>
              <a:off x="2674225" y="4370425"/>
              <a:ext cx="97150" cy="102375"/>
            </a:xfrm>
            <a:custGeom>
              <a:avLst/>
              <a:gdLst/>
              <a:ahLst/>
              <a:cxnLst/>
              <a:rect l="l" t="t" r="r" b="b"/>
              <a:pathLst>
                <a:path w="3886" h="4095" extrusionOk="0">
                  <a:moveTo>
                    <a:pt x="1210" y="4095"/>
                  </a:moveTo>
                  <a:lnTo>
                    <a:pt x="2676" y="4095"/>
                  </a:lnTo>
                  <a:cubicBezTo>
                    <a:pt x="3118" y="4095"/>
                    <a:pt x="3560" y="3932"/>
                    <a:pt x="3886" y="3630"/>
                  </a:cubicBezTo>
                  <a:lnTo>
                    <a:pt x="3886" y="1955"/>
                  </a:lnTo>
                  <a:lnTo>
                    <a:pt x="3606" y="1"/>
                  </a:lnTo>
                  <a:lnTo>
                    <a:pt x="2769" y="768"/>
                  </a:lnTo>
                  <a:lnTo>
                    <a:pt x="1094" y="768"/>
                  </a:lnTo>
                  <a:lnTo>
                    <a:pt x="280" y="24"/>
                  </a:lnTo>
                  <a:lnTo>
                    <a:pt x="1" y="1955"/>
                  </a:lnTo>
                  <a:lnTo>
                    <a:pt x="1" y="3630"/>
                  </a:lnTo>
                  <a:cubicBezTo>
                    <a:pt x="326" y="3932"/>
                    <a:pt x="768" y="4095"/>
                    <a:pt x="1210" y="4095"/>
                  </a:cubicBezTo>
                  <a:close/>
                  <a:moveTo>
                    <a:pt x="1210" y="4095"/>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109"/>
            <p:cNvSpPr/>
            <p:nvPr/>
          </p:nvSpPr>
          <p:spPr>
            <a:xfrm>
              <a:off x="2624200" y="4419275"/>
              <a:ext cx="196625" cy="148325"/>
            </a:xfrm>
            <a:custGeom>
              <a:avLst/>
              <a:gdLst/>
              <a:ahLst/>
              <a:cxnLst/>
              <a:rect l="l" t="t" r="r" b="b"/>
              <a:pathLst>
                <a:path w="7865" h="5933" extrusionOk="0">
                  <a:moveTo>
                    <a:pt x="5910" y="5933"/>
                  </a:moveTo>
                  <a:lnTo>
                    <a:pt x="7864" y="2281"/>
                  </a:lnTo>
                  <a:lnTo>
                    <a:pt x="5887" y="1"/>
                  </a:lnTo>
                  <a:close/>
                  <a:moveTo>
                    <a:pt x="1" y="2281"/>
                  </a:moveTo>
                  <a:lnTo>
                    <a:pt x="1978" y="5933"/>
                  </a:lnTo>
                  <a:lnTo>
                    <a:pt x="1978" y="1"/>
                  </a:lnTo>
                  <a:close/>
                  <a:moveTo>
                    <a:pt x="1" y="2281"/>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109"/>
            <p:cNvSpPr/>
            <p:nvPr/>
          </p:nvSpPr>
          <p:spPr>
            <a:xfrm>
              <a:off x="2538125" y="4419275"/>
              <a:ext cx="368775" cy="148325"/>
            </a:xfrm>
            <a:custGeom>
              <a:avLst/>
              <a:gdLst/>
              <a:ahLst/>
              <a:cxnLst/>
              <a:rect l="l" t="t" r="r" b="b"/>
              <a:pathLst>
                <a:path w="14751" h="5933" extrusionOk="0">
                  <a:moveTo>
                    <a:pt x="9353" y="5933"/>
                  </a:moveTo>
                  <a:lnTo>
                    <a:pt x="14750" y="5933"/>
                  </a:lnTo>
                  <a:lnTo>
                    <a:pt x="14750" y="2606"/>
                  </a:lnTo>
                  <a:cubicBezTo>
                    <a:pt x="14750" y="1490"/>
                    <a:pt x="13820" y="745"/>
                    <a:pt x="12703" y="559"/>
                  </a:cubicBezTo>
                  <a:lnTo>
                    <a:pt x="9330" y="1"/>
                  </a:lnTo>
                  <a:lnTo>
                    <a:pt x="11307" y="2281"/>
                  </a:lnTo>
                  <a:close/>
                  <a:moveTo>
                    <a:pt x="1" y="5933"/>
                  </a:moveTo>
                  <a:lnTo>
                    <a:pt x="5421" y="5933"/>
                  </a:lnTo>
                  <a:lnTo>
                    <a:pt x="3444" y="2281"/>
                  </a:lnTo>
                  <a:lnTo>
                    <a:pt x="5421" y="1"/>
                  </a:lnTo>
                  <a:lnTo>
                    <a:pt x="2071" y="559"/>
                  </a:lnTo>
                  <a:cubicBezTo>
                    <a:pt x="955" y="745"/>
                    <a:pt x="1" y="1466"/>
                    <a:pt x="1" y="2606"/>
                  </a:cubicBezTo>
                  <a:close/>
                  <a:moveTo>
                    <a:pt x="1" y="5933"/>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109"/>
            <p:cNvSpPr/>
            <p:nvPr/>
          </p:nvSpPr>
          <p:spPr>
            <a:xfrm>
              <a:off x="2584075" y="4103475"/>
              <a:ext cx="277450" cy="266975"/>
            </a:xfrm>
            <a:custGeom>
              <a:avLst/>
              <a:gdLst/>
              <a:ahLst/>
              <a:cxnLst/>
              <a:rect l="l" t="t" r="r" b="b"/>
              <a:pathLst>
                <a:path w="11098" h="10679" extrusionOk="0">
                  <a:moveTo>
                    <a:pt x="1" y="10679"/>
                  </a:moveTo>
                  <a:lnTo>
                    <a:pt x="3886" y="10679"/>
                  </a:lnTo>
                  <a:lnTo>
                    <a:pt x="2234" y="9190"/>
                  </a:lnTo>
                  <a:lnTo>
                    <a:pt x="2234" y="7701"/>
                  </a:lnTo>
                  <a:lnTo>
                    <a:pt x="1676" y="7701"/>
                  </a:lnTo>
                  <a:cubicBezTo>
                    <a:pt x="1373" y="7701"/>
                    <a:pt x="1117" y="7468"/>
                    <a:pt x="1117" y="7166"/>
                  </a:cubicBezTo>
                  <a:lnTo>
                    <a:pt x="1117" y="6468"/>
                  </a:lnTo>
                  <a:lnTo>
                    <a:pt x="2257" y="5677"/>
                  </a:lnTo>
                  <a:lnTo>
                    <a:pt x="4211" y="3560"/>
                  </a:lnTo>
                  <a:cubicBezTo>
                    <a:pt x="6096" y="5421"/>
                    <a:pt x="8120" y="6096"/>
                    <a:pt x="8841" y="6235"/>
                  </a:cubicBezTo>
                  <a:lnTo>
                    <a:pt x="8841" y="9190"/>
                  </a:lnTo>
                  <a:lnTo>
                    <a:pt x="7212" y="10679"/>
                  </a:lnTo>
                  <a:lnTo>
                    <a:pt x="11098" y="10679"/>
                  </a:lnTo>
                  <a:lnTo>
                    <a:pt x="11098" y="5537"/>
                  </a:lnTo>
                  <a:cubicBezTo>
                    <a:pt x="11098" y="2490"/>
                    <a:pt x="8608" y="0"/>
                    <a:pt x="5537" y="0"/>
                  </a:cubicBezTo>
                  <a:cubicBezTo>
                    <a:pt x="2490" y="0"/>
                    <a:pt x="1" y="2490"/>
                    <a:pt x="1" y="5537"/>
                  </a:cubicBezTo>
                  <a:close/>
                  <a:moveTo>
                    <a:pt x="1" y="10679"/>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109"/>
            <p:cNvSpPr/>
            <p:nvPr/>
          </p:nvSpPr>
          <p:spPr>
            <a:xfrm>
              <a:off x="2584075" y="4098250"/>
              <a:ext cx="148925" cy="272200"/>
            </a:xfrm>
            <a:custGeom>
              <a:avLst/>
              <a:gdLst/>
              <a:ahLst/>
              <a:cxnLst/>
              <a:rect l="l" t="t" r="r" b="b"/>
              <a:pathLst>
                <a:path w="5957" h="10888" extrusionOk="0">
                  <a:moveTo>
                    <a:pt x="1" y="10888"/>
                  </a:moveTo>
                  <a:lnTo>
                    <a:pt x="838" y="10888"/>
                  </a:lnTo>
                  <a:lnTo>
                    <a:pt x="838" y="5746"/>
                  </a:lnTo>
                  <a:cubicBezTo>
                    <a:pt x="861" y="2862"/>
                    <a:pt x="3071" y="465"/>
                    <a:pt x="5956" y="233"/>
                  </a:cubicBezTo>
                  <a:cubicBezTo>
                    <a:pt x="2746" y="0"/>
                    <a:pt x="1" y="2536"/>
                    <a:pt x="1" y="5746"/>
                  </a:cubicBezTo>
                  <a:close/>
                  <a:moveTo>
                    <a:pt x="1" y="10888"/>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109"/>
            <p:cNvSpPr/>
            <p:nvPr/>
          </p:nvSpPr>
          <p:spPr>
            <a:xfrm>
              <a:off x="2612000" y="4255275"/>
              <a:ext cx="27925" cy="40725"/>
            </a:xfrm>
            <a:custGeom>
              <a:avLst/>
              <a:gdLst/>
              <a:ahLst/>
              <a:cxnLst/>
              <a:rect l="l" t="t" r="r" b="b"/>
              <a:pathLst>
                <a:path w="1117" h="1629" extrusionOk="0">
                  <a:moveTo>
                    <a:pt x="0" y="1094"/>
                  </a:moveTo>
                  <a:cubicBezTo>
                    <a:pt x="0" y="1396"/>
                    <a:pt x="256" y="1629"/>
                    <a:pt x="559" y="1629"/>
                  </a:cubicBezTo>
                  <a:lnTo>
                    <a:pt x="1117" y="1629"/>
                  </a:lnTo>
                  <a:cubicBezTo>
                    <a:pt x="815" y="1629"/>
                    <a:pt x="559" y="1396"/>
                    <a:pt x="559" y="1094"/>
                  </a:cubicBezTo>
                  <a:lnTo>
                    <a:pt x="559" y="0"/>
                  </a:lnTo>
                  <a:lnTo>
                    <a:pt x="0" y="396"/>
                  </a:lnTo>
                  <a:close/>
                  <a:moveTo>
                    <a:pt x="0" y="1094"/>
                  </a:moveTo>
                  <a:close/>
                </a:path>
              </a:pathLst>
            </a:custGeom>
            <a:solidFill>
              <a:srgbClr val="F7E0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109"/>
            <p:cNvSpPr/>
            <p:nvPr/>
          </p:nvSpPr>
          <p:spPr>
            <a:xfrm>
              <a:off x="2639900" y="4222700"/>
              <a:ext cx="82625" cy="166350"/>
            </a:xfrm>
            <a:custGeom>
              <a:avLst/>
              <a:gdLst/>
              <a:ahLst/>
              <a:cxnLst/>
              <a:rect l="l" t="t" r="r" b="b"/>
              <a:pathLst>
                <a:path w="3305" h="6654" extrusionOk="0">
                  <a:moveTo>
                    <a:pt x="1" y="4421"/>
                  </a:moveTo>
                  <a:lnTo>
                    <a:pt x="2467" y="6654"/>
                  </a:lnTo>
                  <a:lnTo>
                    <a:pt x="3304" y="6654"/>
                  </a:lnTo>
                  <a:lnTo>
                    <a:pt x="838" y="4421"/>
                  </a:lnTo>
                  <a:lnTo>
                    <a:pt x="838" y="1"/>
                  </a:lnTo>
                  <a:lnTo>
                    <a:pt x="1" y="908"/>
                  </a:lnTo>
                  <a:close/>
                  <a:moveTo>
                    <a:pt x="1" y="4421"/>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109"/>
            <p:cNvSpPr/>
            <p:nvPr/>
          </p:nvSpPr>
          <p:spPr>
            <a:xfrm>
              <a:off x="2673650" y="4371000"/>
              <a:ext cx="26200" cy="101225"/>
            </a:xfrm>
            <a:custGeom>
              <a:avLst/>
              <a:gdLst/>
              <a:ahLst/>
              <a:cxnLst/>
              <a:rect l="l" t="t" r="r" b="b"/>
              <a:pathLst>
                <a:path w="1048" h="4049" extrusionOk="0">
                  <a:moveTo>
                    <a:pt x="1047" y="652"/>
                  </a:moveTo>
                  <a:lnTo>
                    <a:pt x="303" y="1"/>
                  </a:lnTo>
                  <a:lnTo>
                    <a:pt x="0" y="1932"/>
                  </a:lnTo>
                  <a:lnTo>
                    <a:pt x="0" y="3607"/>
                  </a:lnTo>
                  <a:cubicBezTo>
                    <a:pt x="256" y="3816"/>
                    <a:pt x="535" y="3979"/>
                    <a:pt x="861" y="4049"/>
                  </a:cubicBezTo>
                  <a:lnTo>
                    <a:pt x="861" y="1932"/>
                  </a:lnTo>
                  <a:close/>
                  <a:moveTo>
                    <a:pt x="1047" y="652"/>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109"/>
            <p:cNvSpPr/>
            <p:nvPr/>
          </p:nvSpPr>
          <p:spPr>
            <a:xfrm>
              <a:off x="2673650" y="4461150"/>
              <a:ext cx="20950" cy="106450"/>
            </a:xfrm>
            <a:custGeom>
              <a:avLst/>
              <a:gdLst/>
              <a:ahLst/>
              <a:cxnLst/>
              <a:rect l="l" t="t" r="r" b="b"/>
              <a:pathLst>
                <a:path w="838" h="4258" extrusionOk="0">
                  <a:moveTo>
                    <a:pt x="0" y="4258"/>
                  </a:moveTo>
                  <a:lnTo>
                    <a:pt x="838" y="4258"/>
                  </a:lnTo>
                  <a:lnTo>
                    <a:pt x="838" y="443"/>
                  </a:lnTo>
                  <a:cubicBezTo>
                    <a:pt x="535" y="373"/>
                    <a:pt x="233" y="210"/>
                    <a:pt x="0" y="1"/>
                  </a:cubicBezTo>
                  <a:close/>
                  <a:moveTo>
                    <a:pt x="0" y="4258"/>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109"/>
            <p:cNvSpPr/>
            <p:nvPr/>
          </p:nvSpPr>
          <p:spPr>
            <a:xfrm>
              <a:off x="2538125" y="4433250"/>
              <a:ext cx="51800" cy="134350"/>
            </a:xfrm>
            <a:custGeom>
              <a:avLst/>
              <a:gdLst/>
              <a:ahLst/>
              <a:cxnLst/>
              <a:rect l="l" t="t" r="r" b="b"/>
              <a:pathLst>
                <a:path w="2072" h="5374" extrusionOk="0">
                  <a:moveTo>
                    <a:pt x="1" y="5374"/>
                  </a:moveTo>
                  <a:lnTo>
                    <a:pt x="838" y="5374"/>
                  </a:lnTo>
                  <a:lnTo>
                    <a:pt x="838" y="2047"/>
                  </a:lnTo>
                  <a:cubicBezTo>
                    <a:pt x="838" y="1186"/>
                    <a:pt x="1304" y="419"/>
                    <a:pt x="2071" y="0"/>
                  </a:cubicBezTo>
                  <a:cubicBezTo>
                    <a:pt x="955" y="186"/>
                    <a:pt x="1" y="907"/>
                    <a:pt x="1" y="2047"/>
                  </a:cubicBezTo>
                  <a:close/>
                  <a:moveTo>
                    <a:pt x="1" y="5374"/>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109"/>
            <p:cNvSpPr/>
            <p:nvPr/>
          </p:nvSpPr>
          <p:spPr>
            <a:xfrm>
              <a:off x="2708550" y="4131400"/>
              <a:ext cx="177400" cy="394925"/>
            </a:xfrm>
            <a:custGeom>
              <a:avLst/>
              <a:gdLst/>
              <a:ahLst/>
              <a:cxnLst/>
              <a:rect l="l" t="t" r="r" b="b"/>
              <a:pathLst>
                <a:path w="7096" h="15797" extrusionOk="0">
                  <a:moveTo>
                    <a:pt x="0" y="0"/>
                  </a:moveTo>
                  <a:lnTo>
                    <a:pt x="0" y="558"/>
                  </a:lnTo>
                  <a:lnTo>
                    <a:pt x="558" y="558"/>
                  </a:lnTo>
                  <a:lnTo>
                    <a:pt x="558" y="0"/>
                  </a:lnTo>
                  <a:close/>
                  <a:moveTo>
                    <a:pt x="1117" y="0"/>
                  </a:moveTo>
                  <a:lnTo>
                    <a:pt x="1117" y="558"/>
                  </a:lnTo>
                  <a:cubicBezTo>
                    <a:pt x="2024" y="558"/>
                    <a:pt x="3397" y="1326"/>
                    <a:pt x="4048" y="2466"/>
                  </a:cubicBezTo>
                  <a:lnTo>
                    <a:pt x="4537" y="2187"/>
                  </a:lnTo>
                  <a:cubicBezTo>
                    <a:pt x="3769" y="838"/>
                    <a:pt x="2164" y="0"/>
                    <a:pt x="1117" y="0"/>
                  </a:cubicBezTo>
                  <a:close/>
                  <a:moveTo>
                    <a:pt x="5746" y="12888"/>
                  </a:moveTo>
                  <a:lnTo>
                    <a:pt x="5653" y="13447"/>
                  </a:lnTo>
                  <a:cubicBezTo>
                    <a:pt x="5746" y="13470"/>
                    <a:pt x="6537" y="13609"/>
                    <a:pt x="6537" y="14121"/>
                  </a:cubicBezTo>
                  <a:lnTo>
                    <a:pt x="6537" y="14680"/>
                  </a:lnTo>
                  <a:lnTo>
                    <a:pt x="7096" y="14680"/>
                  </a:lnTo>
                  <a:lnTo>
                    <a:pt x="7096" y="14121"/>
                  </a:lnTo>
                  <a:cubicBezTo>
                    <a:pt x="7096" y="13377"/>
                    <a:pt x="6374" y="13005"/>
                    <a:pt x="5746" y="12888"/>
                  </a:cubicBezTo>
                  <a:close/>
                  <a:moveTo>
                    <a:pt x="6537" y="15238"/>
                  </a:moveTo>
                  <a:lnTo>
                    <a:pt x="6537" y="15796"/>
                  </a:lnTo>
                  <a:lnTo>
                    <a:pt x="7096" y="15796"/>
                  </a:lnTo>
                  <a:lnTo>
                    <a:pt x="7096" y="15238"/>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109"/>
            <p:cNvSpPr/>
            <p:nvPr/>
          </p:nvSpPr>
          <p:spPr>
            <a:xfrm>
              <a:off x="2531150" y="4096475"/>
              <a:ext cx="382725" cy="478125"/>
            </a:xfrm>
            <a:custGeom>
              <a:avLst/>
              <a:gdLst/>
              <a:ahLst/>
              <a:cxnLst/>
              <a:rect l="l" t="t" r="r" b="b"/>
              <a:pathLst>
                <a:path w="15309" h="19125" extrusionOk="0">
                  <a:moveTo>
                    <a:pt x="4072" y="6492"/>
                  </a:moveTo>
                  <a:lnTo>
                    <a:pt x="4072" y="7702"/>
                  </a:lnTo>
                  <a:lnTo>
                    <a:pt x="3816" y="7725"/>
                  </a:lnTo>
                  <a:cubicBezTo>
                    <a:pt x="3653" y="7725"/>
                    <a:pt x="3513" y="7585"/>
                    <a:pt x="3513" y="7422"/>
                  </a:cubicBezTo>
                  <a:lnTo>
                    <a:pt x="3513" y="6887"/>
                  </a:lnTo>
                  <a:lnTo>
                    <a:pt x="4072" y="6492"/>
                  </a:lnTo>
                  <a:close/>
                  <a:moveTo>
                    <a:pt x="6352" y="4235"/>
                  </a:moveTo>
                  <a:cubicBezTo>
                    <a:pt x="7561" y="5422"/>
                    <a:pt x="9050" y="6283"/>
                    <a:pt x="10702" y="6748"/>
                  </a:cubicBezTo>
                  <a:lnTo>
                    <a:pt x="10702" y="9353"/>
                  </a:lnTo>
                  <a:lnTo>
                    <a:pt x="8399" y="11447"/>
                  </a:lnTo>
                  <a:lnTo>
                    <a:pt x="6957" y="11447"/>
                  </a:lnTo>
                  <a:lnTo>
                    <a:pt x="4653" y="9353"/>
                  </a:lnTo>
                  <a:lnTo>
                    <a:pt x="4653" y="6073"/>
                  </a:lnTo>
                  <a:lnTo>
                    <a:pt x="6352" y="4235"/>
                  </a:lnTo>
                  <a:close/>
                  <a:moveTo>
                    <a:pt x="9120" y="11517"/>
                  </a:moveTo>
                  <a:lnTo>
                    <a:pt x="9329" y="12936"/>
                  </a:lnTo>
                  <a:lnTo>
                    <a:pt x="9329" y="14448"/>
                  </a:lnTo>
                  <a:cubicBezTo>
                    <a:pt x="9074" y="14657"/>
                    <a:pt x="8725" y="14774"/>
                    <a:pt x="8399" y="14774"/>
                  </a:cubicBezTo>
                  <a:lnTo>
                    <a:pt x="6910" y="14774"/>
                  </a:lnTo>
                  <a:cubicBezTo>
                    <a:pt x="6584" y="14774"/>
                    <a:pt x="6235" y="14657"/>
                    <a:pt x="5979" y="14448"/>
                  </a:cubicBezTo>
                  <a:lnTo>
                    <a:pt x="5979" y="12936"/>
                  </a:lnTo>
                  <a:lnTo>
                    <a:pt x="6189" y="11517"/>
                  </a:lnTo>
                  <a:lnTo>
                    <a:pt x="6701" y="12005"/>
                  </a:lnTo>
                  <a:lnTo>
                    <a:pt x="8608" y="12005"/>
                  </a:lnTo>
                  <a:lnTo>
                    <a:pt x="9120" y="11517"/>
                  </a:lnTo>
                  <a:close/>
                  <a:moveTo>
                    <a:pt x="5421" y="13657"/>
                  </a:moveTo>
                  <a:lnTo>
                    <a:pt x="5421" y="17728"/>
                  </a:lnTo>
                  <a:lnTo>
                    <a:pt x="4072" y="15239"/>
                  </a:lnTo>
                  <a:lnTo>
                    <a:pt x="5421" y="13657"/>
                  </a:lnTo>
                  <a:close/>
                  <a:moveTo>
                    <a:pt x="9911" y="13657"/>
                  </a:moveTo>
                  <a:lnTo>
                    <a:pt x="11260" y="15239"/>
                  </a:lnTo>
                  <a:lnTo>
                    <a:pt x="9911" y="17728"/>
                  </a:lnTo>
                  <a:lnTo>
                    <a:pt x="9911" y="13657"/>
                  </a:lnTo>
                  <a:close/>
                  <a:moveTo>
                    <a:pt x="5002" y="13308"/>
                  </a:moveTo>
                  <a:lnTo>
                    <a:pt x="3420" y="15169"/>
                  </a:lnTo>
                  <a:lnTo>
                    <a:pt x="5258" y="18543"/>
                  </a:lnTo>
                  <a:lnTo>
                    <a:pt x="3374" y="18543"/>
                  </a:lnTo>
                  <a:lnTo>
                    <a:pt x="3374" y="16495"/>
                  </a:lnTo>
                  <a:lnTo>
                    <a:pt x="2792" y="16495"/>
                  </a:lnTo>
                  <a:lnTo>
                    <a:pt x="2792" y="18543"/>
                  </a:lnTo>
                  <a:lnTo>
                    <a:pt x="559" y="18543"/>
                  </a:lnTo>
                  <a:lnTo>
                    <a:pt x="582" y="15518"/>
                  </a:lnTo>
                  <a:cubicBezTo>
                    <a:pt x="582" y="14425"/>
                    <a:pt x="1559" y="13890"/>
                    <a:pt x="2397" y="13750"/>
                  </a:cubicBezTo>
                  <a:lnTo>
                    <a:pt x="5002" y="13308"/>
                  </a:lnTo>
                  <a:close/>
                  <a:moveTo>
                    <a:pt x="9329" y="15123"/>
                  </a:moveTo>
                  <a:lnTo>
                    <a:pt x="9329" y="18566"/>
                  </a:lnTo>
                  <a:lnTo>
                    <a:pt x="5979" y="18566"/>
                  </a:lnTo>
                  <a:lnTo>
                    <a:pt x="5979" y="15123"/>
                  </a:lnTo>
                  <a:cubicBezTo>
                    <a:pt x="6282" y="15262"/>
                    <a:pt x="6584" y="15332"/>
                    <a:pt x="6933" y="15332"/>
                  </a:cubicBezTo>
                  <a:lnTo>
                    <a:pt x="8399" y="15332"/>
                  </a:lnTo>
                  <a:cubicBezTo>
                    <a:pt x="8725" y="15332"/>
                    <a:pt x="9050" y="15262"/>
                    <a:pt x="9329" y="15123"/>
                  </a:cubicBezTo>
                  <a:close/>
                  <a:moveTo>
                    <a:pt x="7613" y="0"/>
                  </a:moveTo>
                  <a:cubicBezTo>
                    <a:pt x="6231" y="0"/>
                    <a:pt x="4821" y="497"/>
                    <a:pt x="3653" y="1607"/>
                  </a:cubicBezTo>
                  <a:lnTo>
                    <a:pt x="4049" y="2025"/>
                  </a:lnTo>
                  <a:cubicBezTo>
                    <a:pt x="5109" y="1016"/>
                    <a:pt x="6387" y="564"/>
                    <a:pt x="7637" y="564"/>
                  </a:cubicBezTo>
                  <a:cubicBezTo>
                    <a:pt x="10337" y="564"/>
                    <a:pt x="12912" y="2669"/>
                    <a:pt x="12912" y="5817"/>
                  </a:cubicBezTo>
                  <a:lnTo>
                    <a:pt x="12912" y="10679"/>
                  </a:lnTo>
                  <a:lnTo>
                    <a:pt x="10051" y="10679"/>
                  </a:lnTo>
                  <a:lnTo>
                    <a:pt x="11237" y="9586"/>
                  </a:lnTo>
                  <a:lnTo>
                    <a:pt x="11237" y="6283"/>
                  </a:lnTo>
                  <a:lnTo>
                    <a:pt x="11004" y="6236"/>
                  </a:lnTo>
                  <a:cubicBezTo>
                    <a:pt x="10237" y="6096"/>
                    <a:pt x="8306" y="5398"/>
                    <a:pt x="6538" y="3630"/>
                  </a:cubicBezTo>
                  <a:lnTo>
                    <a:pt x="6328" y="3444"/>
                  </a:lnTo>
                  <a:lnTo>
                    <a:pt x="4188" y="5747"/>
                  </a:lnTo>
                  <a:lnTo>
                    <a:pt x="2955" y="6608"/>
                  </a:lnTo>
                  <a:lnTo>
                    <a:pt x="2955" y="7446"/>
                  </a:lnTo>
                  <a:cubicBezTo>
                    <a:pt x="2955" y="7911"/>
                    <a:pt x="3351" y="8283"/>
                    <a:pt x="3816" y="8283"/>
                  </a:cubicBezTo>
                  <a:lnTo>
                    <a:pt x="4095" y="8283"/>
                  </a:lnTo>
                  <a:lnTo>
                    <a:pt x="4095" y="9609"/>
                  </a:lnTo>
                  <a:lnTo>
                    <a:pt x="5305" y="10703"/>
                  </a:lnTo>
                  <a:lnTo>
                    <a:pt x="2397" y="10703"/>
                  </a:lnTo>
                  <a:lnTo>
                    <a:pt x="2397" y="5817"/>
                  </a:lnTo>
                  <a:cubicBezTo>
                    <a:pt x="2397" y="4561"/>
                    <a:pt x="2839" y="3351"/>
                    <a:pt x="3676" y="2397"/>
                  </a:cubicBezTo>
                  <a:lnTo>
                    <a:pt x="3258" y="2049"/>
                  </a:lnTo>
                  <a:cubicBezTo>
                    <a:pt x="2350" y="3095"/>
                    <a:pt x="1838" y="4445"/>
                    <a:pt x="1838" y="5817"/>
                  </a:cubicBezTo>
                  <a:lnTo>
                    <a:pt x="1838" y="11238"/>
                  </a:lnTo>
                  <a:lnTo>
                    <a:pt x="5677" y="11238"/>
                  </a:lnTo>
                  <a:lnTo>
                    <a:pt x="5468" y="12657"/>
                  </a:lnTo>
                  <a:lnTo>
                    <a:pt x="2304" y="13169"/>
                  </a:lnTo>
                  <a:cubicBezTo>
                    <a:pt x="931" y="13401"/>
                    <a:pt x="1" y="14332"/>
                    <a:pt x="1" y="15495"/>
                  </a:cubicBezTo>
                  <a:lnTo>
                    <a:pt x="1" y="19124"/>
                  </a:lnTo>
                  <a:lnTo>
                    <a:pt x="13354" y="19124"/>
                  </a:lnTo>
                  <a:lnTo>
                    <a:pt x="13354" y="18566"/>
                  </a:lnTo>
                  <a:lnTo>
                    <a:pt x="12517" y="18566"/>
                  </a:lnTo>
                  <a:lnTo>
                    <a:pt x="12517" y="16495"/>
                  </a:lnTo>
                  <a:lnTo>
                    <a:pt x="11958" y="16495"/>
                  </a:lnTo>
                  <a:lnTo>
                    <a:pt x="11958" y="18566"/>
                  </a:lnTo>
                  <a:lnTo>
                    <a:pt x="10097" y="18566"/>
                  </a:lnTo>
                  <a:lnTo>
                    <a:pt x="11935" y="15169"/>
                  </a:lnTo>
                  <a:lnTo>
                    <a:pt x="10330" y="13308"/>
                  </a:lnTo>
                  <a:lnTo>
                    <a:pt x="12935" y="13750"/>
                  </a:lnTo>
                  <a:cubicBezTo>
                    <a:pt x="13773" y="13890"/>
                    <a:pt x="14750" y="14425"/>
                    <a:pt x="14750" y="15518"/>
                  </a:cubicBezTo>
                  <a:lnTo>
                    <a:pt x="14750" y="18566"/>
                  </a:lnTo>
                  <a:lnTo>
                    <a:pt x="13912" y="18566"/>
                  </a:lnTo>
                  <a:lnTo>
                    <a:pt x="13912" y="19124"/>
                  </a:lnTo>
                  <a:lnTo>
                    <a:pt x="15308" y="19124"/>
                  </a:lnTo>
                  <a:lnTo>
                    <a:pt x="15308" y="15518"/>
                  </a:lnTo>
                  <a:cubicBezTo>
                    <a:pt x="15308" y="14355"/>
                    <a:pt x="14401" y="13424"/>
                    <a:pt x="13028" y="13192"/>
                  </a:cubicBezTo>
                  <a:lnTo>
                    <a:pt x="9865" y="12657"/>
                  </a:lnTo>
                  <a:lnTo>
                    <a:pt x="9655" y="11238"/>
                  </a:lnTo>
                  <a:lnTo>
                    <a:pt x="13470" y="11238"/>
                  </a:lnTo>
                  <a:lnTo>
                    <a:pt x="13470" y="5817"/>
                  </a:lnTo>
                  <a:cubicBezTo>
                    <a:pt x="13470" y="2332"/>
                    <a:pt x="10607" y="0"/>
                    <a:pt x="76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109"/>
            <p:cNvSpPr/>
            <p:nvPr/>
          </p:nvSpPr>
          <p:spPr>
            <a:xfrm>
              <a:off x="2705050" y="4326225"/>
              <a:ext cx="34925" cy="13975"/>
            </a:xfrm>
            <a:custGeom>
              <a:avLst/>
              <a:gdLst/>
              <a:ahLst/>
              <a:cxnLst/>
              <a:rect l="l" t="t" r="r" b="b"/>
              <a:pathLst>
                <a:path w="1397" h="559" extrusionOk="0">
                  <a:moveTo>
                    <a:pt x="1" y="0"/>
                  </a:moveTo>
                  <a:lnTo>
                    <a:pt x="1" y="559"/>
                  </a:lnTo>
                  <a:lnTo>
                    <a:pt x="1396" y="559"/>
                  </a:lnTo>
                  <a:lnTo>
                    <a:pt x="139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109"/>
            <p:cNvSpPr/>
            <p:nvPr/>
          </p:nvSpPr>
          <p:spPr>
            <a:xfrm>
              <a:off x="2673650" y="4273300"/>
              <a:ext cx="13975" cy="13975"/>
            </a:xfrm>
            <a:custGeom>
              <a:avLst/>
              <a:gdLst/>
              <a:ahLst/>
              <a:cxnLst/>
              <a:rect l="l" t="t" r="r" b="b"/>
              <a:pathLst>
                <a:path w="559" h="559" extrusionOk="0">
                  <a:moveTo>
                    <a:pt x="0" y="0"/>
                  </a:moveTo>
                  <a:lnTo>
                    <a:pt x="0"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109"/>
            <p:cNvSpPr/>
            <p:nvPr/>
          </p:nvSpPr>
          <p:spPr>
            <a:xfrm>
              <a:off x="2757400" y="4273300"/>
              <a:ext cx="13975" cy="13975"/>
            </a:xfrm>
            <a:custGeom>
              <a:avLst/>
              <a:gdLst/>
              <a:ahLst/>
              <a:cxnLst/>
              <a:rect l="l" t="t" r="r" b="b"/>
              <a:pathLst>
                <a:path w="559" h="559" extrusionOk="0">
                  <a:moveTo>
                    <a:pt x="0" y="0"/>
                  </a:moveTo>
                  <a:lnTo>
                    <a:pt x="0"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9" name="Google Shape;3529;p109"/>
          <p:cNvGrpSpPr/>
          <p:nvPr/>
        </p:nvGrpSpPr>
        <p:grpSpPr>
          <a:xfrm>
            <a:off x="3275517" y="2463683"/>
            <a:ext cx="659404" cy="742683"/>
            <a:chOff x="3989800" y="2662725"/>
            <a:chExt cx="424600" cy="478225"/>
          </a:xfrm>
        </p:grpSpPr>
        <p:sp>
          <p:nvSpPr>
            <p:cNvPr id="3530" name="Google Shape;3530;p109"/>
            <p:cNvSpPr/>
            <p:nvPr/>
          </p:nvSpPr>
          <p:spPr>
            <a:xfrm>
              <a:off x="4141600" y="2790825"/>
              <a:ext cx="129125" cy="62825"/>
            </a:xfrm>
            <a:custGeom>
              <a:avLst/>
              <a:gdLst/>
              <a:ahLst/>
              <a:cxnLst/>
              <a:rect l="l" t="t" r="r" b="b"/>
              <a:pathLst>
                <a:path w="5165" h="2513" extrusionOk="0">
                  <a:moveTo>
                    <a:pt x="2978" y="1256"/>
                  </a:moveTo>
                  <a:cubicBezTo>
                    <a:pt x="2978" y="2094"/>
                    <a:pt x="3978" y="2513"/>
                    <a:pt x="4560" y="1908"/>
                  </a:cubicBezTo>
                  <a:cubicBezTo>
                    <a:pt x="5165" y="1326"/>
                    <a:pt x="4746" y="326"/>
                    <a:pt x="3909" y="326"/>
                  </a:cubicBezTo>
                  <a:cubicBezTo>
                    <a:pt x="3397" y="326"/>
                    <a:pt x="2978" y="745"/>
                    <a:pt x="2978" y="1256"/>
                  </a:cubicBezTo>
                  <a:close/>
                  <a:moveTo>
                    <a:pt x="931" y="2187"/>
                  </a:moveTo>
                  <a:cubicBezTo>
                    <a:pt x="1768" y="2187"/>
                    <a:pt x="2187" y="1187"/>
                    <a:pt x="1582" y="605"/>
                  </a:cubicBezTo>
                  <a:cubicBezTo>
                    <a:pt x="1001" y="0"/>
                    <a:pt x="0" y="419"/>
                    <a:pt x="0" y="1256"/>
                  </a:cubicBezTo>
                  <a:cubicBezTo>
                    <a:pt x="0" y="1768"/>
                    <a:pt x="419" y="2187"/>
                    <a:pt x="931" y="2187"/>
                  </a:cubicBezTo>
                  <a:close/>
                  <a:moveTo>
                    <a:pt x="931" y="2187"/>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109"/>
            <p:cNvSpPr/>
            <p:nvPr/>
          </p:nvSpPr>
          <p:spPr>
            <a:xfrm>
              <a:off x="4109600" y="2672750"/>
              <a:ext cx="184975" cy="269300"/>
            </a:xfrm>
            <a:custGeom>
              <a:avLst/>
              <a:gdLst/>
              <a:ahLst/>
              <a:cxnLst/>
              <a:rect l="l" t="t" r="r" b="b"/>
              <a:pathLst>
                <a:path w="7399" h="10772" extrusionOk="0">
                  <a:moveTo>
                    <a:pt x="2211" y="5049"/>
                  </a:moveTo>
                  <a:cubicBezTo>
                    <a:pt x="3048" y="5049"/>
                    <a:pt x="3467" y="6049"/>
                    <a:pt x="2862" y="6631"/>
                  </a:cubicBezTo>
                  <a:cubicBezTo>
                    <a:pt x="2281" y="7236"/>
                    <a:pt x="1280" y="6817"/>
                    <a:pt x="1280" y="5979"/>
                  </a:cubicBezTo>
                  <a:cubicBezTo>
                    <a:pt x="1280" y="5468"/>
                    <a:pt x="1699" y="5049"/>
                    <a:pt x="2211" y="5049"/>
                  </a:cubicBezTo>
                  <a:close/>
                  <a:moveTo>
                    <a:pt x="4258" y="5979"/>
                  </a:moveTo>
                  <a:cubicBezTo>
                    <a:pt x="4258" y="5142"/>
                    <a:pt x="5258" y="4723"/>
                    <a:pt x="5840" y="5328"/>
                  </a:cubicBezTo>
                  <a:cubicBezTo>
                    <a:pt x="6445" y="5910"/>
                    <a:pt x="6026" y="6910"/>
                    <a:pt x="5189" y="6910"/>
                  </a:cubicBezTo>
                  <a:cubicBezTo>
                    <a:pt x="4677" y="6910"/>
                    <a:pt x="4258" y="6491"/>
                    <a:pt x="4258" y="5979"/>
                  </a:cubicBezTo>
                  <a:close/>
                  <a:moveTo>
                    <a:pt x="7399" y="3583"/>
                  </a:moveTo>
                  <a:cubicBezTo>
                    <a:pt x="7329" y="1583"/>
                    <a:pt x="5700" y="1"/>
                    <a:pt x="3700" y="1"/>
                  </a:cubicBezTo>
                  <a:cubicBezTo>
                    <a:pt x="1699" y="1"/>
                    <a:pt x="71" y="1583"/>
                    <a:pt x="1" y="3583"/>
                  </a:cubicBezTo>
                  <a:lnTo>
                    <a:pt x="1" y="8445"/>
                  </a:lnTo>
                  <a:lnTo>
                    <a:pt x="2327" y="10772"/>
                  </a:lnTo>
                  <a:lnTo>
                    <a:pt x="5072" y="10772"/>
                  </a:lnTo>
                  <a:lnTo>
                    <a:pt x="7399" y="8445"/>
                  </a:lnTo>
                  <a:close/>
                  <a:moveTo>
                    <a:pt x="7399" y="3583"/>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109"/>
            <p:cNvSpPr/>
            <p:nvPr/>
          </p:nvSpPr>
          <p:spPr>
            <a:xfrm>
              <a:off x="4064250" y="2704150"/>
              <a:ext cx="275700" cy="100075"/>
            </a:xfrm>
            <a:custGeom>
              <a:avLst/>
              <a:gdLst/>
              <a:ahLst/>
              <a:cxnLst/>
              <a:rect l="l" t="t" r="r" b="b"/>
              <a:pathLst>
                <a:path w="11028" h="4003" extrusionOk="0">
                  <a:moveTo>
                    <a:pt x="1117" y="3444"/>
                  </a:moveTo>
                  <a:lnTo>
                    <a:pt x="1815" y="3444"/>
                  </a:lnTo>
                  <a:lnTo>
                    <a:pt x="1815" y="2327"/>
                  </a:lnTo>
                  <a:cubicBezTo>
                    <a:pt x="1815" y="1466"/>
                    <a:pt x="2117" y="652"/>
                    <a:pt x="2652" y="1"/>
                  </a:cubicBezTo>
                  <a:cubicBezTo>
                    <a:pt x="70" y="606"/>
                    <a:pt x="0" y="3002"/>
                    <a:pt x="559" y="4002"/>
                  </a:cubicBezTo>
                  <a:cubicBezTo>
                    <a:pt x="559" y="3700"/>
                    <a:pt x="791" y="3444"/>
                    <a:pt x="1117" y="3444"/>
                  </a:cubicBezTo>
                  <a:close/>
                  <a:moveTo>
                    <a:pt x="9911" y="3444"/>
                  </a:moveTo>
                  <a:lnTo>
                    <a:pt x="9213" y="3444"/>
                  </a:lnTo>
                  <a:lnTo>
                    <a:pt x="9213" y="2327"/>
                  </a:lnTo>
                  <a:cubicBezTo>
                    <a:pt x="9213" y="1466"/>
                    <a:pt x="8910" y="652"/>
                    <a:pt x="8375" y="1"/>
                  </a:cubicBezTo>
                  <a:cubicBezTo>
                    <a:pt x="10957" y="606"/>
                    <a:pt x="11027" y="3002"/>
                    <a:pt x="10469" y="4002"/>
                  </a:cubicBezTo>
                  <a:cubicBezTo>
                    <a:pt x="10469" y="3700"/>
                    <a:pt x="10213" y="3444"/>
                    <a:pt x="9911" y="3444"/>
                  </a:cubicBezTo>
                  <a:close/>
                  <a:moveTo>
                    <a:pt x="9911" y="3444"/>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109"/>
            <p:cNvSpPr/>
            <p:nvPr/>
          </p:nvSpPr>
          <p:spPr>
            <a:xfrm>
              <a:off x="4078200" y="2790225"/>
              <a:ext cx="31425" cy="71000"/>
            </a:xfrm>
            <a:custGeom>
              <a:avLst/>
              <a:gdLst/>
              <a:ahLst/>
              <a:cxnLst/>
              <a:rect l="l" t="t" r="r" b="b"/>
              <a:pathLst>
                <a:path w="1257" h="2840" extrusionOk="0">
                  <a:moveTo>
                    <a:pt x="559" y="2560"/>
                  </a:moveTo>
                  <a:lnTo>
                    <a:pt x="1257" y="2839"/>
                  </a:lnTo>
                  <a:lnTo>
                    <a:pt x="1257" y="1"/>
                  </a:lnTo>
                  <a:lnTo>
                    <a:pt x="559" y="1"/>
                  </a:lnTo>
                  <a:cubicBezTo>
                    <a:pt x="233" y="1"/>
                    <a:pt x="1" y="257"/>
                    <a:pt x="1" y="559"/>
                  </a:cubicBezTo>
                  <a:lnTo>
                    <a:pt x="1" y="2002"/>
                  </a:lnTo>
                  <a:cubicBezTo>
                    <a:pt x="1" y="2304"/>
                    <a:pt x="256" y="2444"/>
                    <a:pt x="559" y="2560"/>
                  </a:cubicBezTo>
                  <a:close/>
                  <a:moveTo>
                    <a:pt x="559" y="2560"/>
                  </a:moveTo>
                  <a:close/>
                </a:path>
              </a:pathLst>
            </a:custGeom>
            <a:solidFill>
              <a:srgbClr val="717F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109"/>
            <p:cNvSpPr/>
            <p:nvPr/>
          </p:nvSpPr>
          <p:spPr>
            <a:xfrm>
              <a:off x="4141600" y="2915275"/>
              <a:ext cx="121000" cy="75050"/>
            </a:xfrm>
            <a:custGeom>
              <a:avLst/>
              <a:gdLst/>
              <a:ahLst/>
              <a:cxnLst/>
              <a:rect l="l" t="t" r="r" b="b"/>
              <a:pathLst>
                <a:path w="4840" h="3002" extrusionOk="0">
                  <a:moveTo>
                    <a:pt x="0" y="1885"/>
                  </a:moveTo>
                  <a:lnTo>
                    <a:pt x="2420" y="3002"/>
                  </a:lnTo>
                  <a:lnTo>
                    <a:pt x="4839" y="1885"/>
                  </a:lnTo>
                  <a:lnTo>
                    <a:pt x="4839" y="1"/>
                  </a:lnTo>
                  <a:lnTo>
                    <a:pt x="3792" y="1047"/>
                  </a:lnTo>
                  <a:lnTo>
                    <a:pt x="1047" y="1047"/>
                  </a:lnTo>
                  <a:lnTo>
                    <a:pt x="0" y="1"/>
                  </a:lnTo>
                  <a:close/>
                  <a:moveTo>
                    <a:pt x="0" y="1885"/>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109"/>
            <p:cNvSpPr/>
            <p:nvPr/>
          </p:nvSpPr>
          <p:spPr>
            <a:xfrm>
              <a:off x="4106125" y="2962375"/>
              <a:ext cx="191950" cy="68675"/>
            </a:xfrm>
            <a:custGeom>
              <a:avLst/>
              <a:gdLst/>
              <a:ahLst/>
              <a:cxnLst/>
              <a:rect l="l" t="t" r="r" b="b"/>
              <a:pathLst>
                <a:path w="7678" h="2747" extrusionOk="0">
                  <a:moveTo>
                    <a:pt x="1954" y="2746"/>
                  </a:moveTo>
                  <a:lnTo>
                    <a:pt x="3839" y="1118"/>
                  </a:lnTo>
                  <a:lnTo>
                    <a:pt x="5723" y="2746"/>
                  </a:lnTo>
                  <a:lnTo>
                    <a:pt x="7677" y="420"/>
                  </a:lnTo>
                  <a:lnTo>
                    <a:pt x="6258" y="1"/>
                  </a:lnTo>
                  <a:lnTo>
                    <a:pt x="3839" y="1118"/>
                  </a:lnTo>
                  <a:lnTo>
                    <a:pt x="1419" y="1"/>
                  </a:lnTo>
                  <a:lnTo>
                    <a:pt x="0" y="420"/>
                  </a:lnTo>
                  <a:close/>
                  <a:moveTo>
                    <a:pt x="1954" y="2746"/>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109"/>
            <p:cNvSpPr/>
            <p:nvPr/>
          </p:nvSpPr>
          <p:spPr>
            <a:xfrm>
              <a:off x="4167175" y="2990300"/>
              <a:ext cx="69825" cy="61675"/>
            </a:xfrm>
            <a:custGeom>
              <a:avLst/>
              <a:gdLst/>
              <a:ahLst/>
              <a:cxnLst/>
              <a:rect l="l" t="t" r="r" b="b"/>
              <a:pathLst>
                <a:path w="2793" h="2467" extrusionOk="0">
                  <a:moveTo>
                    <a:pt x="838" y="2467"/>
                  </a:moveTo>
                  <a:lnTo>
                    <a:pt x="1955" y="2467"/>
                  </a:lnTo>
                  <a:lnTo>
                    <a:pt x="2793" y="1210"/>
                  </a:lnTo>
                  <a:lnTo>
                    <a:pt x="1397" y="1"/>
                  </a:lnTo>
                  <a:lnTo>
                    <a:pt x="1" y="1210"/>
                  </a:lnTo>
                  <a:close/>
                  <a:moveTo>
                    <a:pt x="838" y="2467"/>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109"/>
            <p:cNvSpPr/>
            <p:nvPr/>
          </p:nvSpPr>
          <p:spPr>
            <a:xfrm>
              <a:off x="4106125" y="2972850"/>
              <a:ext cx="191950" cy="122750"/>
            </a:xfrm>
            <a:custGeom>
              <a:avLst/>
              <a:gdLst/>
              <a:ahLst/>
              <a:cxnLst/>
              <a:rect l="l" t="t" r="r" b="b"/>
              <a:pathLst>
                <a:path w="7678" h="4910" extrusionOk="0">
                  <a:moveTo>
                    <a:pt x="0" y="1"/>
                  </a:moveTo>
                  <a:cubicBezTo>
                    <a:pt x="0" y="2118"/>
                    <a:pt x="1001" y="4258"/>
                    <a:pt x="2745" y="4909"/>
                  </a:cubicBezTo>
                  <a:lnTo>
                    <a:pt x="3280" y="3165"/>
                  </a:lnTo>
                  <a:lnTo>
                    <a:pt x="2443" y="1908"/>
                  </a:lnTo>
                  <a:lnTo>
                    <a:pt x="1954" y="2327"/>
                  </a:lnTo>
                  <a:close/>
                  <a:moveTo>
                    <a:pt x="4932" y="4909"/>
                  </a:moveTo>
                  <a:cubicBezTo>
                    <a:pt x="6677" y="4258"/>
                    <a:pt x="7677" y="2118"/>
                    <a:pt x="7677" y="1"/>
                  </a:cubicBezTo>
                  <a:lnTo>
                    <a:pt x="5723" y="2327"/>
                  </a:lnTo>
                  <a:lnTo>
                    <a:pt x="5235" y="1908"/>
                  </a:lnTo>
                  <a:lnTo>
                    <a:pt x="4397" y="3165"/>
                  </a:lnTo>
                  <a:close/>
                  <a:moveTo>
                    <a:pt x="4932" y="4909"/>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109"/>
            <p:cNvSpPr/>
            <p:nvPr/>
          </p:nvSpPr>
          <p:spPr>
            <a:xfrm>
              <a:off x="3996775" y="2983325"/>
              <a:ext cx="410625" cy="150075"/>
            </a:xfrm>
            <a:custGeom>
              <a:avLst/>
              <a:gdLst/>
              <a:ahLst/>
              <a:cxnLst/>
              <a:rect l="l" t="t" r="r" b="b"/>
              <a:pathLst>
                <a:path w="16425" h="6003" extrusionOk="0">
                  <a:moveTo>
                    <a:pt x="1" y="6003"/>
                  </a:moveTo>
                  <a:lnTo>
                    <a:pt x="2955" y="6003"/>
                  </a:lnTo>
                  <a:lnTo>
                    <a:pt x="2955" y="0"/>
                  </a:lnTo>
                  <a:cubicBezTo>
                    <a:pt x="1396" y="442"/>
                    <a:pt x="1" y="1327"/>
                    <a:pt x="1" y="2932"/>
                  </a:cubicBezTo>
                  <a:close/>
                  <a:moveTo>
                    <a:pt x="13470" y="6003"/>
                  </a:moveTo>
                  <a:lnTo>
                    <a:pt x="16425" y="6003"/>
                  </a:lnTo>
                  <a:lnTo>
                    <a:pt x="16425" y="2955"/>
                  </a:lnTo>
                  <a:cubicBezTo>
                    <a:pt x="16425" y="1327"/>
                    <a:pt x="15029" y="466"/>
                    <a:pt x="13470" y="0"/>
                  </a:cubicBezTo>
                  <a:close/>
                  <a:moveTo>
                    <a:pt x="13470" y="6003"/>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109"/>
            <p:cNvSpPr/>
            <p:nvPr/>
          </p:nvSpPr>
          <p:spPr>
            <a:xfrm>
              <a:off x="4070650" y="2972850"/>
              <a:ext cx="262900" cy="160550"/>
            </a:xfrm>
            <a:custGeom>
              <a:avLst/>
              <a:gdLst/>
              <a:ahLst/>
              <a:cxnLst/>
              <a:rect l="l" t="t" r="r" b="b"/>
              <a:pathLst>
                <a:path w="10516" h="6422" extrusionOk="0">
                  <a:moveTo>
                    <a:pt x="0" y="6422"/>
                  </a:moveTo>
                  <a:lnTo>
                    <a:pt x="10515" y="6422"/>
                  </a:lnTo>
                  <a:lnTo>
                    <a:pt x="10515" y="419"/>
                  </a:lnTo>
                  <a:lnTo>
                    <a:pt x="9096" y="1"/>
                  </a:lnTo>
                  <a:cubicBezTo>
                    <a:pt x="9096" y="2257"/>
                    <a:pt x="7863" y="5095"/>
                    <a:pt x="5258" y="5095"/>
                  </a:cubicBezTo>
                  <a:cubicBezTo>
                    <a:pt x="2652" y="5095"/>
                    <a:pt x="1419" y="2257"/>
                    <a:pt x="1419" y="1"/>
                  </a:cubicBezTo>
                  <a:lnTo>
                    <a:pt x="0" y="419"/>
                  </a:lnTo>
                  <a:lnTo>
                    <a:pt x="0" y="6422"/>
                  </a:lnTo>
                  <a:close/>
                  <a:moveTo>
                    <a:pt x="0" y="6422"/>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109"/>
            <p:cNvSpPr/>
            <p:nvPr/>
          </p:nvSpPr>
          <p:spPr>
            <a:xfrm>
              <a:off x="4174750" y="3051950"/>
              <a:ext cx="54700" cy="50050"/>
            </a:xfrm>
            <a:custGeom>
              <a:avLst/>
              <a:gdLst/>
              <a:ahLst/>
              <a:cxnLst/>
              <a:rect l="l" t="t" r="r" b="b"/>
              <a:pathLst>
                <a:path w="2188" h="2002" extrusionOk="0">
                  <a:moveTo>
                    <a:pt x="0" y="1745"/>
                  </a:moveTo>
                  <a:cubicBezTo>
                    <a:pt x="698" y="2001"/>
                    <a:pt x="1489" y="2001"/>
                    <a:pt x="2187" y="1745"/>
                  </a:cubicBezTo>
                  <a:lnTo>
                    <a:pt x="1652" y="1"/>
                  </a:lnTo>
                  <a:lnTo>
                    <a:pt x="535" y="1"/>
                  </a:lnTo>
                  <a:close/>
                  <a:moveTo>
                    <a:pt x="0" y="1745"/>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109"/>
            <p:cNvSpPr/>
            <p:nvPr/>
          </p:nvSpPr>
          <p:spPr>
            <a:xfrm>
              <a:off x="4078200" y="2790225"/>
              <a:ext cx="247775" cy="71000"/>
            </a:xfrm>
            <a:custGeom>
              <a:avLst/>
              <a:gdLst/>
              <a:ahLst/>
              <a:cxnLst/>
              <a:rect l="l" t="t" r="r" b="b"/>
              <a:pathLst>
                <a:path w="9911" h="2840" extrusionOk="0">
                  <a:moveTo>
                    <a:pt x="9353" y="2560"/>
                  </a:moveTo>
                  <a:lnTo>
                    <a:pt x="8655" y="2839"/>
                  </a:lnTo>
                  <a:lnTo>
                    <a:pt x="8655" y="1"/>
                  </a:lnTo>
                  <a:lnTo>
                    <a:pt x="9353" y="1"/>
                  </a:lnTo>
                  <a:cubicBezTo>
                    <a:pt x="9655" y="1"/>
                    <a:pt x="9911" y="257"/>
                    <a:pt x="9911" y="559"/>
                  </a:cubicBezTo>
                  <a:lnTo>
                    <a:pt x="9911" y="2002"/>
                  </a:lnTo>
                  <a:cubicBezTo>
                    <a:pt x="9911" y="2304"/>
                    <a:pt x="9632" y="2444"/>
                    <a:pt x="9353" y="2560"/>
                  </a:cubicBezTo>
                  <a:close/>
                  <a:moveTo>
                    <a:pt x="559" y="2560"/>
                  </a:moveTo>
                  <a:lnTo>
                    <a:pt x="1257" y="2839"/>
                  </a:lnTo>
                  <a:lnTo>
                    <a:pt x="1257" y="1"/>
                  </a:lnTo>
                  <a:lnTo>
                    <a:pt x="559" y="1"/>
                  </a:lnTo>
                  <a:cubicBezTo>
                    <a:pt x="233" y="1"/>
                    <a:pt x="1" y="257"/>
                    <a:pt x="1" y="559"/>
                  </a:cubicBezTo>
                  <a:lnTo>
                    <a:pt x="1" y="2002"/>
                  </a:lnTo>
                  <a:cubicBezTo>
                    <a:pt x="1" y="2304"/>
                    <a:pt x="256" y="2444"/>
                    <a:pt x="559" y="2560"/>
                  </a:cubicBezTo>
                  <a:close/>
                  <a:moveTo>
                    <a:pt x="559" y="256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109"/>
            <p:cNvSpPr/>
            <p:nvPr/>
          </p:nvSpPr>
          <p:spPr>
            <a:xfrm>
              <a:off x="4064250" y="2704150"/>
              <a:ext cx="244275" cy="100075"/>
            </a:xfrm>
            <a:custGeom>
              <a:avLst/>
              <a:gdLst/>
              <a:ahLst/>
              <a:cxnLst/>
              <a:rect l="l" t="t" r="r" b="b"/>
              <a:pathLst>
                <a:path w="9771" h="4003" extrusionOk="0">
                  <a:moveTo>
                    <a:pt x="2652" y="1"/>
                  </a:moveTo>
                  <a:cubicBezTo>
                    <a:pt x="70" y="606"/>
                    <a:pt x="0" y="3002"/>
                    <a:pt x="559" y="4002"/>
                  </a:cubicBezTo>
                  <a:cubicBezTo>
                    <a:pt x="559" y="3793"/>
                    <a:pt x="675" y="3583"/>
                    <a:pt x="861" y="3514"/>
                  </a:cubicBezTo>
                  <a:cubicBezTo>
                    <a:pt x="605" y="2071"/>
                    <a:pt x="1326" y="629"/>
                    <a:pt x="2652" y="1"/>
                  </a:cubicBezTo>
                  <a:close/>
                  <a:moveTo>
                    <a:pt x="9771" y="3444"/>
                  </a:moveTo>
                  <a:lnTo>
                    <a:pt x="9213" y="3444"/>
                  </a:lnTo>
                  <a:lnTo>
                    <a:pt x="9213" y="2327"/>
                  </a:lnTo>
                  <a:cubicBezTo>
                    <a:pt x="9213" y="1466"/>
                    <a:pt x="8910" y="652"/>
                    <a:pt x="8375" y="1"/>
                  </a:cubicBezTo>
                  <a:cubicBezTo>
                    <a:pt x="8678" y="71"/>
                    <a:pt x="8957" y="164"/>
                    <a:pt x="9236" y="303"/>
                  </a:cubicBezTo>
                  <a:cubicBezTo>
                    <a:pt x="9585" y="931"/>
                    <a:pt x="9748" y="1629"/>
                    <a:pt x="9748" y="2327"/>
                  </a:cubicBezTo>
                  <a:close/>
                  <a:moveTo>
                    <a:pt x="9771" y="3444"/>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109"/>
            <p:cNvSpPr/>
            <p:nvPr/>
          </p:nvSpPr>
          <p:spPr>
            <a:xfrm>
              <a:off x="4078200" y="2790225"/>
              <a:ext cx="230325" cy="71000"/>
            </a:xfrm>
            <a:custGeom>
              <a:avLst/>
              <a:gdLst/>
              <a:ahLst/>
              <a:cxnLst/>
              <a:rect l="l" t="t" r="r" b="b"/>
              <a:pathLst>
                <a:path w="9213" h="2840" extrusionOk="0">
                  <a:moveTo>
                    <a:pt x="9213" y="2606"/>
                  </a:moveTo>
                  <a:lnTo>
                    <a:pt x="8655" y="2839"/>
                  </a:lnTo>
                  <a:lnTo>
                    <a:pt x="8655" y="1"/>
                  </a:lnTo>
                  <a:lnTo>
                    <a:pt x="9213" y="1"/>
                  </a:lnTo>
                  <a:close/>
                  <a:moveTo>
                    <a:pt x="722" y="2606"/>
                  </a:moveTo>
                  <a:cubicBezTo>
                    <a:pt x="605" y="2537"/>
                    <a:pt x="559" y="2397"/>
                    <a:pt x="559" y="2281"/>
                  </a:cubicBezTo>
                  <a:lnTo>
                    <a:pt x="559" y="559"/>
                  </a:lnTo>
                  <a:cubicBezTo>
                    <a:pt x="559" y="257"/>
                    <a:pt x="791" y="1"/>
                    <a:pt x="1117" y="1"/>
                  </a:cubicBezTo>
                  <a:lnTo>
                    <a:pt x="559" y="1"/>
                  </a:lnTo>
                  <a:cubicBezTo>
                    <a:pt x="233" y="1"/>
                    <a:pt x="1" y="257"/>
                    <a:pt x="1" y="559"/>
                  </a:cubicBezTo>
                  <a:lnTo>
                    <a:pt x="1" y="2002"/>
                  </a:lnTo>
                  <a:cubicBezTo>
                    <a:pt x="1" y="2374"/>
                    <a:pt x="419" y="2490"/>
                    <a:pt x="722" y="2606"/>
                  </a:cubicBezTo>
                  <a:close/>
                  <a:moveTo>
                    <a:pt x="722" y="2606"/>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109"/>
            <p:cNvSpPr/>
            <p:nvPr/>
          </p:nvSpPr>
          <p:spPr>
            <a:xfrm>
              <a:off x="4109600" y="2664600"/>
              <a:ext cx="102975" cy="276875"/>
            </a:xfrm>
            <a:custGeom>
              <a:avLst/>
              <a:gdLst/>
              <a:ahLst/>
              <a:cxnLst/>
              <a:rect l="l" t="t" r="r" b="b"/>
              <a:pathLst>
                <a:path w="4119" h="11075" extrusionOk="0">
                  <a:moveTo>
                    <a:pt x="4118" y="257"/>
                  </a:moveTo>
                  <a:cubicBezTo>
                    <a:pt x="1932" y="1"/>
                    <a:pt x="24" y="1699"/>
                    <a:pt x="1" y="3909"/>
                  </a:cubicBezTo>
                  <a:lnTo>
                    <a:pt x="1" y="8748"/>
                  </a:lnTo>
                  <a:lnTo>
                    <a:pt x="2327" y="11074"/>
                  </a:lnTo>
                  <a:lnTo>
                    <a:pt x="3188" y="11074"/>
                  </a:lnTo>
                  <a:lnTo>
                    <a:pt x="862" y="8748"/>
                  </a:lnTo>
                  <a:lnTo>
                    <a:pt x="862" y="3909"/>
                  </a:lnTo>
                  <a:cubicBezTo>
                    <a:pt x="862" y="2025"/>
                    <a:pt x="2257" y="466"/>
                    <a:pt x="4118" y="257"/>
                  </a:cubicBezTo>
                  <a:close/>
                  <a:moveTo>
                    <a:pt x="4118" y="257"/>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109"/>
            <p:cNvSpPr/>
            <p:nvPr/>
          </p:nvSpPr>
          <p:spPr>
            <a:xfrm>
              <a:off x="4141600" y="2795475"/>
              <a:ext cx="104700" cy="54100"/>
            </a:xfrm>
            <a:custGeom>
              <a:avLst/>
              <a:gdLst/>
              <a:ahLst/>
              <a:cxnLst/>
              <a:rect l="l" t="t" r="r" b="b"/>
              <a:pathLst>
                <a:path w="4188" h="2164" extrusionOk="0">
                  <a:moveTo>
                    <a:pt x="2978" y="1070"/>
                  </a:moveTo>
                  <a:cubicBezTo>
                    <a:pt x="2978" y="1699"/>
                    <a:pt x="3583" y="2141"/>
                    <a:pt x="4188" y="1954"/>
                  </a:cubicBezTo>
                  <a:cubicBezTo>
                    <a:pt x="3327" y="1699"/>
                    <a:pt x="3327" y="466"/>
                    <a:pt x="4188" y="186"/>
                  </a:cubicBezTo>
                  <a:cubicBezTo>
                    <a:pt x="3583" y="0"/>
                    <a:pt x="2978" y="442"/>
                    <a:pt x="2978" y="1070"/>
                  </a:cubicBezTo>
                  <a:close/>
                  <a:moveTo>
                    <a:pt x="1210" y="1954"/>
                  </a:moveTo>
                  <a:cubicBezTo>
                    <a:pt x="349" y="1699"/>
                    <a:pt x="349" y="466"/>
                    <a:pt x="1210" y="186"/>
                  </a:cubicBezTo>
                  <a:cubicBezTo>
                    <a:pt x="605" y="0"/>
                    <a:pt x="0" y="442"/>
                    <a:pt x="0" y="1070"/>
                  </a:cubicBezTo>
                  <a:cubicBezTo>
                    <a:pt x="0" y="1699"/>
                    <a:pt x="605" y="2164"/>
                    <a:pt x="1210" y="1954"/>
                  </a:cubicBezTo>
                  <a:close/>
                  <a:moveTo>
                    <a:pt x="1210" y="1954"/>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109"/>
            <p:cNvSpPr/>
            <p:nvPr/>
          </p:nvSpPr>
          <p:spPr>
            <a:xfrm>
              <a:off x="4141600" y="2915275"/>
              <a:ext cx="20950" cy="56450"/>
            </a:xfrm>
            <a:custGeom>
              <a:avLst/>
              <a:gdLst/>
              <a:ahLst/>
              <a:cxnLst/>
              <a:rect l="l" t="t" r="r" b="b"/>
              <a:pathLst>
                <a:path w="838" h="2258" extrusionOk="0">
                  <a:moveTo>
                    <a:pt x="0" y="1885"/>
                  </a:moveTo>
                  <a:lnTo>
                    <a:pt x="838" y="2257"/>
                  </a:lnTo>
                  <a:lnTo>
                    <a:pt x="838" y="838"/>
                  </a:lnTo>
                  <a:lnTo>
                    <a:pt x="0" y="1"/>
                  </a:lnTo>
                  <a:close/>
                  <a:moveTo>
                    <a:pt x="0" y="1885"/>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109"/>
            <p:cNvSpPr/>
            <p:nvPr/>
          </p:nvSpPr>
          <p:spPr>
            <a:xfrm>
              <a:off x="4070650" y="2979250"/>
              <a:ext cx="13975" cy="154150"/>
            </a:xfrm>
            <a:custGeom>
              <a:avLst/>
              <a:gdLst/>
              <a:ahLst/>
              <a:cxnLst/>
              <a:rect l="l" t="t" r="r" b="b"/>
              <a:pathLst>
                <a:path w="559" h="6166" extrusionOk="0">
                  <a:moveTo>
                    <a:pt x="0" y="6166"/>
                  </a:moveTo>
                  <a:lnTo>
                    <a:pt x="558" y="6166"/>
                  </a:lnTo>
                  <a:lnTo>
                    <a:pt x="558" y="1"/>
                  </a:lnTo>
                  <a:lnTo>
                    <a:pt x="0" y="163"/>
                  </a:lnTo>
                  <a:close/>
                  <a:moveTo>
                    <a:pt x="0" y="6166"/>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109"/>
            <p:cNvSpPr/>
            <p:nvPr/>
          </p:nvSpPr>
          <p:spPr>
            <a:xfrm>
              <a:off x="3996775" y="2983325"/>
              <a:ext cx="350725" cy="150075"/>
            </a:xfrm>
            <a:custGeom>
              <a:avLst/>
              <a:gdLst/>
              <a:ahLst/>
              <a:cxnLst/>
              <a:rect l="l" t="t" r="r" b="b"/>
              <a:pathLst>
                <a:path w="14029" h="6003" extrusionOk="0">
                  <a:moveTo>
                    <a:pt x="1" y="6003"/>
                  </a:moveTo>
                  <a:lnTo>
                    <a:pt x="838" y="6003"/>
                  </a:lnTo>
                  <a:lnTo>
                    <a:pt x="838" y="2955"/>
                  </a:lnTo>
                  <a:cubicBezTo>
                    <a:pt x="838" y="1629"/>
                    <a:pt x="1769" y="815"/>
                    <a:pt x="2955" y="303"/>
                  </a:cubicBezTo>
                  <a:lnTo>
                    <a:pt x="2955" y="24"/>
                  </a:lnTo>
                  <a:cubicBezTo>
                    <a:pt x="1396" y="466"/>
                    <a:pt x="1" y="1350"/>
                    <a:pt x="1" y="2955"/>
                  </a:cubicBezTo>
                  <a:close/>
                  <a:moveTo>
                    <a:pt x="13470" y="6003"/>
                  </a:moveTo>
                  <a:lnTo>
                    <a:pt x="14029" y="6003"/>
                  </a:lnTo>
                  <a:lnTo>
                    <a:pt x="14029" y="187"/>
                  </a:lnTo>
                  <a:cubicBezTo>
                    <a:pt x="13843" y="117"/>
                    <a:pt x="13656" y="70"/>
                    <a:pt x="13470" y="0"/>
                  </a:cubicBezTo>
                  <a:close/>
                  <a:moveTo>
                    <a:pt x="13470" y="6003"/>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109"/>
            <p:cNvSpPr/>
            <p:nvPr/>
          </p:nvSpPr>
          <p:spPr>
            <a:xfrm>
              <a:off x="4216050" y="2698350"/>
              <a:ext cx="170425" cy="386775"/>
            </a:xfrm>
            <a:custGeom>
              <a:avLst/>
              <a:gdLst/>
              <a:ahLst/>
              <a:cxnLst/>
              <a:rect l="l" t="t" r="r" b="b"/>
              <a:pathLst>
                <a:path w="6817" h="15471" extrusionOk="0">
                  <a:moveTo>
                    <a:pt x="0" y="0"/>
                  </a:moveTo>
                  <a:lnTo>
                    <a:pt x="0" y="559"/>
                  </a:lnTo>
                  <a:lnTo>
                    <a:pt x="558" y="559"/>
                  </a:lnTo>
                  <a:lnTo>
                    <a:pt x="558" y="0"/>
                  </a:lnTo>
                  <a:close/>
                  <a:moveTo>
                    <a:pt x="558" y="559"/>
                  </a:moveTo>
                  <a:lnTo>
                    <a:pt x="558" y="1117"/>
                  </a:lnTo>
                  <a:lnTo>
                    <a:pt x="1117" y="1117"/>
                  </a:lnTo>
                  <a:lnTo>
                    <a:pt x="1117" y="559"/>
                  </a:lnTo>
                  <a:close/>
                  <a:moveTo>
                    <a:pt x="6235" y="13772"/>
                  </a:moveTo>
                  <a:lnTo>
                    <a:pt x="6235" y="14331"/>
                  </a:lnTo>
                  <a:lnTo>
                    <a:pt x="6816" y="14331"/>
                  </a:lnTo>
                  <a:lnTo>
                    <a:pt x="6793" y="13772"/>
                  </a:lnTo>
                  <a:close/>
                  <a:moveTo>
                    <a:pt x="6235" y="14912"/>
                  </a:moveTo>
                  <a:lnTo>
                    <a:pt x="6235" y="15471"/>
                  </a:lnTo>
                  <a:lnTo>
                    <a:pt x="6816" y="15471"/>
                  </a:lnTo>
                  <a:lnTo>
                    <a:pt x="6793" y="1491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109"/>
            <p:cNvSpPr/>
            <p:nvPr/>
          </p:nvSpPr>
          <p:spPr>
            <a:xfrm>
              <a:off x="3989800" y="2662725"/>
              <a:ext cx="424600" cy="478225"/>
            </a:xfrm>
            <a:custGeom>
              <a:avLst/>
              <a:gdLst/>
              <a:ahLst/>
              <a:cxnLst/>
              <a:rect l="l" t="t" r="r" b="b"/>
              <a:pathLst>
                <a:path w="16984" h="19129" extrusionOk="0">
                  <a:moveTo>
                    <a:pt x="4956" y="2193"/>
                  </a:moveTo>
                  <a:lnTo>
                    <a:pt x="4956" y="2193"/>
                  </a:lnTo>
                  <a:cubicBezTo>
                    <a:pt x="4676" y="2751"/>
                    <a:pt x="4514" y="3356"/>
                    <a:pt x="4514" y="3984"/>
                  </a:cubicBezTo>
                  <a:lnTo>
                    <a:pt x="4514" y="4822"/>
                  </a:lnTo>
                  <a:lnTo>
                    <a:pt x="4095" y="4822"/>
                  </a:lnTo>
                  <a:cubicBezTo>
                    <a:pt x="3909" y="4822"/>
                    <a:pt x="3723" y="4892"/>
                    <a:pt x="3583" y="5008"/>
                  </a:cubicBezTo>
                  <a:cubicBezTo>
                    <a:pt x="3467" y="4450"/>
                    <a:pt x="3537" y="3891"/>
                    <a:pt x="3746" y="3403"/>
                  </a:cubicBezTo>
                  <a:cubicBezTo>
                    <a:pt x="4002" y="2868"/>
                    <a:pt x="4421" y="2426"/>
                    <a:pt x="4956" y="2193"/>
                  </a:cubicBezTo>
                  <a:close/>
                  <a:moveTo>
                    <a:pt x="12051" y="2239"/>
                  </a:moveTo>
                  <a:lnTo>
                    <a:pt x="12051" y="2239"/>
                  </a:lnTo>
                  <a:cubicBezTo>
                    <a:pt x="12586" y="2472"/>
                    <a:pt x="13005" y="2891"/>
                    <a:pt x="13261" y="3426"/>
                  </a:cubicBezTo>
                  <a:lnTo>
                    <a:pt x="13261" y="3403"/>
                  </a:lnTo>
                  <a:cubicBezTo>
                    <a:pt x="13470" y="3914"/>
                    <a:pt x="13517" y="4473"/>
                    <a:pt x="13424" y="5008"/>
                  </a:cubicBezTo>
                  <a:cubicBezTo>
                    <a:pt x="13261" y="4892"/>
                    <a:pt x="13098" y="4822"/>
                    <a:pt x="12912" y="4822"/>
                  </a:cubicBezTo>
                  <a:lnTo>
                    <a:pt x="12470" y="4822"/>
                  </a:lnTo>
                  <a:lnTo>
                    <a:pt x="12470" y="3984"/>
                  </a:lnTo>
                  <a:cubicBezTo>
                    <a:pt x="12470" y="3379"/>
                    <a:pt x="12330" y="2775"/>
                    <a:pt x="12051" y="2239"/>
                  </a:cubicBezTo>
                  <a:close/>
                  <a:moveTo>
                    <a:pt x="8515" y="588"/>
                  </a:moveTo>
                  <a:cubicBezTo>
                    <a:pt x="10376" y="588"/>
                    <a:pt x="11912" y="2100"/>
                    <a:pt x="11912" y="3984"/>
                  </a:cubicBezTo>
                  <a:lnTo>
                    <a:pt x="11912" y="4985"/>
                  </a:lnTo>
                  <a:lnTo>
                    <a:pt x="11074" y="5845"/>
                  </a:lnTo>
                  <a:cubicBezTo>
                    <a:pt x="10845" y="5387"/>
                    <a:pt x="10419" y="5171"/>
                    <a:pt x="9996" y="5171"/>
                  </a:cubicBezTo>
                  <a:cubicBezTo>
                    <a:pt x="9475" y="5171"/>
                    <a:pt x="8959" y="5498"/>
                    <a:pt x="8817" y="6101"/>
                  </a:cubicBezTo>
                  <a:lnTo>
                    <a:pt x="8189" y="6101"/>
                  </a:lnTo>
                  <a:cubicBezTo>
                    <a:pt x="8048" y="5498"/>
                    <a:pt x="7531" y="5171"/>
                    <a:pt x="7011" y="5171"/>
                  </a:cubicBezTo>
                  <a:cubicBezTo>
                    <a:pt x="6588" y="5171"/>
                    <a:pt x="6162" y="5387"/>
                    <a:pt x="5933" y="5845"/>
                  </a:cubicBezTo>
                  <a:lnTo>
                    <a:pt x="5095" y="4985"/>
                  </a:lnTo>
                  <a:lnTo>
                    <a:pt x="5095" y="3984"/>
                  </a:lnTo>
                  <a:cubicBezTo>
                    <a:pt x="5095" y="2100"/>
                    <a:pt x="6631" y="588"/>
                    <a:pt x="8492" y="588"/>
                  </a:cubicBezTo>
                  <a:close/>
                  <a:moveTo>
                    <a:pt x="7003" y="5752"/>
                  </a:moveTo>
                  <a:cubicBezTo>
                    <a:pt x="7375" y="5752"/>
                    <a:pt x="7654" y="6031"/>
                    <a:pt x="7654" y="6404"/>
                  </a:cubicBezTo>
                  <a:cubicBezTo>
                    <a:pt x="7654" y="6793"/>
                    <a:pt x="7342" y="7046"/>
                    <a:pt x="7017" y="7046"/>
                  </a:cubicBezTo>
                  <a:cubicBezTo>
                    <a:pt x="6856" y="7046"/>
                    <a:pt x="6692" y="6984"/>
                    <a:pt x="6561" y="6846"/>
                  </a:cubicBezTo>
                  <a:cubicBezTo>
                    <a:pt x="6142" y="6450"/>
                    <a:pt x="6421" y="5752"/>
                    <a:pt x="7003" y="5752"/>
                  </a:cubicBezTo>
                  <a:close/>
                  <a:moveTo>
                    <a:pt x="10004" y="5752"/>
                  </a:moveTo>
                  <a:cubicBezTo>
                    <a:pt x="10353" y="5752"/>
                    <a:pt x="10632" y="6031"/>
                    <a:pt x="10632" y="6380"/>
                  </a:cubicBezTo>
                  <a:lnTo>
                    <a:pt x="10655" y="6404"/>
                  </a:lnTo>
                  <a:cubicBezTo>
                    <a:pt x="10655" y="6793"/>
                    <a:pt x="10333" y="7046"/>
                    <a:pt x="10000" y="7046"/>
                  </a:cubicBezTo>
                  <a:cubicBezTo>
                    <a:pt x="9836" y="7046"/>
                    <a:pt x="9670" y="6984"/>
                    <a:pt x="9539" y="6846"/>
                  </a:cubicBezTo>
                  <a:cubicBezTo>
                    <a:pt x="9120" y="6450"/>
                    <a:pt x="9422" y="5752"/>
                    <a:pt x="10004" y="5752"/>
                  </a:cubicBezTo>
                  <a:close/>
                  <a:moveTo>
                    <a:pt x="4537" y="5380"/>
                  </a:moveTo>
                  <a:lnTo>
                    <a:pt x="4537" y="7520"/>
                  </a:lnTo>
                  <a:lnTo>
                    <a:pt x="4188" y="7404"/>
                  </a:lnTo>
                  <a:cubicBezTo>
                    <a:pt x="3862" y="7264"/>
                    <a:pt x="3816" y="7195"/>
                    <a:pt x="3816" y="7102"/>
                  </a:cubicBezTo>
                  <a:lnTo>
                    <a:pt x="3816" y="5683"/>
                  </a:lnTo>
                  <a:cubicBezTo>
                    <a:pt x="3816" y="5520"/>
                    <a:pt x="3932" y="5380"/>
                    <a:pt x="4095" y="5380"/>
                  </a:cubicBezTo>
                  <a:close/>
                  <a:moveTo>
                    <a:pt x="12912" y="5380"/>
                  </a:moveTo>
                  <a:cubicBezTo>
                    <a:pt x="13075" y="5380"/>
                    <a:pt x="13191" y="5496"/>
                    <a:pt x="13191" y="5659"/>
                  </a:cubicBezTo>
                  <a:lnTo>
                    <a:pt x="13191" y="7102"/>
                  </a:lnTo>
                  <a:cubicBezTo>
                    <a:pt x="13191" y="7195"/>
                    <a:pt x="13121" y="7264"/>
                    <a:pt x="12796" y="7381"/>
                  </a:cubicBezTo>
                  <a:lnTo>
                    <a:pt x="12470" y="7520"/>
                  </a:lnTo>
                  <a:lnTo>
                    <a:pt x="12470" y="5380"/>
                  </a:lnTo>
                  <a:close/>
                  <a:moveTo>
                    <a:pt x="11912" y="5776"/>
                  </a:moveTo>
                  <a:lnTo>
                    <a:pt x="11912" y="8707"/>
                  </a:lnTo>
                  <a:lnTo>
                    <a:pt x="9748" y="10870"/>
                  </a:lnTo>
                  <a:lnTo>
                    <a:pt x="7235" y="10870"/>
                  </a:lnTo>
                  <a:lnTo>
                    <a:pt x="5095" y="8707"/>
                  </a:lnTo>
                  <a:lnTo>
                    <a:pt x="5072" y="5776"/>
                  </a:lnTo>
                  <a:lnTo>
                    <a:pt x="5793" y="6497"/>
                  </a:lnTo>
                  <a:cubicBezTo>
                    <a:pt x="5867" y="7209"/>
                    <a:pt x="6440" y="7585"/>
                    <a:pt x="7013" y="7585"/>
                  </a:cubicBezTo>
                  <a:cubicBezTo>
                    <a:pt x="7525" y="7585"/>
                    <a:pt x="8036" y="7285"/>
                    <a:pt x="8189" y="6660"/>
                  </a:cubicBezTo>
                  <a:lnTo>
                    <a:pt x="8794" y="6660"/>
                  </a:lnTo>
                  <a:cubicBezTo>
                    <a:pt x="8948" y="7285"/>
                    <a:pt x="9459" y="7585"/>
                    <a:pt x="9970" y="7585"/>
                  </a:cubicBezTo>
                  <a:cubicBezTo>
                    <a:pt x="10543" y="7585"/>
                    <a:pt x="11117" y="7209"/>
                    <a:pt x="11190" y="6497"/>
                  </a:cubicBezTo>
                  <a:lnTo>
                    <a:pt x="11912" y="5776"/>
                  </a:lnTo>
                  <a:close/>
                  <a:moveTo>
                    <a:pt x="10632" y="10754"/>
                  </a:moveTo>
                  <a:lnTo>
                    <a:pt x="10632" y="11801"/>
                  </a:lnTo>
                  <a:lnTo>
                    <a:pt x="8492" y="12778"/>
                  </a:lnTo>
                  <a:lnTo>
                    <a:pt x="6351" y="11801"/>
                  </a:lnTo>
                  <a:lnTo>
                    <a:pt x="6351" y="10754"/>
                  </a:lnTo>
                  <a:lnTo>
                    <a:pt x="7003" y="11405"/>
                  </a:lnTo>
                  <a:lnTo>
                    <a:pt x="9981" y="11405"/>
                  </a:lnTo>
                  <a:lnTo>
                    <a:pt x="10632" y="10754"/>
                  </a:lnTo>
                  <a:close/>
                  <a:moveTo>
                    <a:pt x="6049" y="12289"/>
                  </a:moveTo>
                  <a:lnTo>
                    <a:pt x="7980" y="13173"/>
                  </a:lnTo>
                  <a:lnTo>
                    <a:pt x="6654" y="14337"/>
                  </a:lnTo>
                  <a:lnTo>
                    <a:pt x="5142" y="12545"/>
                  </a:lnTo>
                  <a:lnTo>
                    <a:pt x="6049" y="12289"/>
                  </a:lnTo>
                  <a:close/>
                  <a:moveTo>
                    <a:pt x="10934" y="12289"/>
                  </a:moveTo>
                  <a:lnTo>
                    <a:pt x="11842" y="12545"/>
                  </a:lnTo>
                  <a:lnTo>
                    <a:pt x="10330" y="14337"/>
                  </a:lnTo>
                  <a:lnTo>
                    <a:pt x="9004" y="13173"/>
                  </a:lnTo>
                  <a:lnTo>
                    <a:pt x="10934" y="12289"/>
                  </a:lnTo>
                  <a:close/>
                  <a:moveTo>
                    <a:pt x="8492" y="13476"/>
                  </a:moveTo>
                  <a:lnTo>
                    <a:pt x="9515" y="14360"/>
                  </a:lnTo>
                  <a:lnTo>
                    <a:pt x="8887" y="15290"/>
                  </a:lnTo>
                  <a:lnTo>
                    <a:pt x="8073" y="15290"/>
                  </a:lnTo>
                  <a:lnTo>
                    <a:pt x="7468" y="14360"/>
                  </a:lnTo>
                  <a:lnTo>
                    <a:pt x="8492" y="13476"/>
                  </a:lnTo>
                  <a:close/>
                  <a:moveTo>
                    <a:pt x="4979" y="13243"/>
                  </a:moveTo>
                  <a:lnTo>
                    <a:pt x="6584" y="15128"/>
                  </a:lnTo>
                  <a:lnTo>
                    <a:pt x="7049" y="14732"/>
                  </a:lnTo>
                  <a:lnTo>
                    <a:pt x="7631" y="15593"/>
                  </a:lnTo>
                  <a:lnTo>
                    <a:pt x="7212" y="16942"/>
                  </a:lnTo>
                  <a:cubicBezTo>
                    <a:pt x="6677" y="16663"/>
                    <a:pt x="6235" y="16244"/>
                    <a:pt x="5886" y="15756"/>
                  </a:cubicBezTo>
                  <a:cubicBezTo>
                    <a:pt x="5398" y="14988"/>
                    <a:pt x="5095" y="14127"/>
                    <a:pt x="4979" y="13243"/>
                  </a:cubicBezTo>
                  <a:close/>
                  <a:moveTo>
                    <a:pt x="8841" y="15849"/>
                  </a:moveTo>
                  <a:lnTo>
                    <a:pt x="9236" y="17128"/>
                  </a:lnTo>
                  <a:cubicBezTo>
                    <a:pt x="9004" y="17198"/>
                    <a:pt x="8748" y="17245"/>
                    <a:pt x="8492" y="17245"/>
                  </a:cubicBezTo>
                  <a:cubicBezTo>
                    <a:pt x="8236" y="17245"/>
                    <a:pt x="7980" y="17198"/>
                    <a:pt x="7747" y="17128"/>
                  </a:cubicBezTo>
                  <a:lnTo>
                    <a:pt x="8143" y="15849"/>
                  </a:lnTo>
                  <a:close/>
                  <a:moveTo>
                    <a:pt x="2955" y="13220"/>
                  </a:moveTo>
                  <a:lnTo>
                    <a:pt x="2955" y="18571"/>
                  </a:lnTo>
                  <a:lnTo>
                    <a:pt x="559" y="18571"/>
                  </a:lnTo>
                  <a:lnTo>
                    <a:pt x="559" y="15779"/>
                  </a:lnTo>
                  <a:cubicBezTo>
                    <a:pt x="559" y="14616"/>
                    <a:pt x="1373" y="13755"/>
                    <a:pt x="2955" y="13220"/>
                  </a:cubicBezTo>
                  <a:close/>
                  <a:moveTo>
                    <a:pt x="14029" y="13220"/>
                  </a:moveTo>
                  <a:cubicBezTo>
                    <a:pt x="15610" y="13755"/>
                    <a:pt x="16425" y="14616"/>
                    <a:pt x="16425" y="15779"/>
                  </a:cubicBezTo>
                  <a:lnTo>
                    <a:pt x="16425" y="18571"/>
                  </a:lnTo>
                  <a:lnTo>
                    <a:pt x="14029" y="18571"/>
                  </a:lnTo>
                  <a:lnTo>
                    <a:pt x="14029" y="13220"/>
                  </a:lnTo>
                  <a:close/>
                  <a:moveTo>
                    <a:pt x="8515" y="0"/>
                  </a:moveTo>
                  <a:cubicBezTo>
                    <a:pt x="7402" y="0"/>
                    <a:pt x="6288" y="466"/>
                    <a:pt x="5491" y="1402"/>
                  </a:cubicBezTo>
                  <a:cubicBezTo>
                    <a:pt x="4141" y="1751"/>
                    <a:pt x="3537" y="2542"/>
                    <a:pt x="3257" y="3147"/>
                  </a:cubicBezTo>
                  <a:cubicBezTo>
                    <a:pt x="2885" y="3961"/>
                    <a:pt x="2885" y="4892"/>
                    <a:pt x="3257" y="5706"/>
                  </a:cubicBezTo>
                  <a:lnTo>
                    <a:pt x="3257" y="7078"/>
                  </a:lnTo>
                  <a:cubicBezTo>
                    <a:pt x="3257" y="7613"/>
                    <a:pt x="3746" y="7800"/>
                    <a:pt x="3979" y="7893"/>
                  </a:cubicBezTo>
                  <a:lnTo>
                    <a:pt x="4537" y="8102"/>
                  </a:lnTo>
                  <a:lnTo>
                    <a:pt x="4537" y="8916"/>
                  </a:lnTo>
                  <a:lnTo>
                    <a:pt x="5793" y="10196"/>
                  </a:lnTo>
                  <a:lnTo>
                    <a:pt x="5793" y="11754"/>
                  </a:lnTo>
                  <a:lnTo>
                    <a:pt x="3164" y="12522"/>
                  </a:lnTo>
                  <a:cubicBezTo>
                    <a:pt x="1094" y="13127"/>
                    <a:pt x="0" y="14244"/>
                    <a:pt x="0" y="15756"/>
                  </a:cubicBezTo>
                  <a:lnTo>
                    <a:pt x="0" y="19082"/>
                  </a:lnTo>
                  <a:lnTo>
                    <a:pt x="8213" y="19082"/>
                  </a:lnTo>
                  <a:lnTo>
                    <a:pt x="8213" y="18524"/>
                  </a:lnTo>
                  <a:lnTo>
                    <a:pt x="3513" y="18524"/>
                  </a:lnTo>
                  <a:lnTo>
                    <a:pt x="3513" y="13011"/>
                  </a:lnTo>
                  <a:lnTo>
                    <a:pt x="4374" y="12755"/>
                  </a:lnTo>
                  <a:cubicBezTo>
                    <a:pt x="4421" y="13918"/>
                    <a:pt x="4793" y="15081"/>
                    <a:pt x="5421" y="16058"/>
                  </a:cubicBezTo>
                  <a:cubicBezTo>
                    <a:pt x="6096" y="17128"/>
                    <a:pt x="7235" y="17780"/>
                    <a:pt x="8492" y="17780"/>
                  </a:cubicBezTo>
                  <a:cubicBezTo>
                    <a:pt x="9585" y="17780"/>
                    <a:pt x="10632" y="17268"/>
                    <a:pt x="11307" y="16407"/>
                  </a:cubicBezTo>
                  <a:lnTo>
                    <a:pt x="10865" y="16035"/>
                  </a:lnTo>
                  <a:cubicBezTo>
                    <a:pt x="10562" y="16407"/>
                    <a:pt x="10190" y="16733"/>
                    <a:pt x="9771" y="16942"/>
                  </a:cubicBezTo>
                  <a:lnTo>
                    <a:pt x="9352" y="15616"/>
                  </a:lnTo>
                  <a:lnTo>
                    <a:pt x="9934" y="14755"/>
                  </a:lnTo>
                  <a:lnTo>
                    <a:pt x="10399" y="15151"/>
                  </a:lnTo>
                  <a:lnTo>
                    <a:pt x="12005" y="13243"/>
                  </a:lnTo>
                  <a:lnTo>
                    <a:pt x="12005" y="13243"/>
                  </a:lnTo>
                  <a:cubicBezTo>
                    <a:pt x="11912" y="14104"/>
                    <a:pt x="11632" y="14895"/>
                    <a:pt x="11190" y="15639"/>
                  </a:cubicBezTo>
                  <a:lnTo>
                    <a:pt x="11656" y="15919"/>
                  </a:lnTo>
                  <a:cubicBezTo>
                    <a:pt x="12237" y="14965"/>
                    <a:pt x="12563" y="13895"/>
                    <a:pt x="12609" y="12778"/>
                  </a:cubicBezTo>
                  <a:lnTo>
                    <a:pt x="13470" y="13034"/>
                  </a:lnTo>
                  <a:lnTo>
                    <a:pt x="13470" y="18571"/>
                  </a:lnTo>
                  <a:lnTo>
                    <a:pt x="8771" y="18571"/>
                  </a:lnTo>
                  <a:lnTo>
                    <a:pt x="8771" y="19129"/>
                  </a:lnTo>
                  <a:lnTo>
                    <a:pt x="16983" y="19129"/>
                  </a:lnTo>
                  <a:lnTo>
                    <a:pt x="16983" y="15779"/>
                  </a:lnTo>
                  <a:cubicBezTo>
                    <a:pt x="16983" y="14290"/>
                    <a:pt x="15890" y="13150"/>
                    <a:pt x="13819" y="12569"/>
                  </a:cubicBezTo>
                  <a:lnTo>
                    <a:pt x="13842" y="12545"/>
                  </a:lnTo>
                  <a:lnTo>
                    <a:pt x="11190" y="11778"/>
                  </a:lnTo>
                  <a:lnTo>
                    <a:pt x="11190" y="10219"/>
                  </a:lnTo>
                  <a:lnTo>
                    <a:pt x="12470" y="8939"/>
                  </a:lnTo>
                  <a:lnTo>
                    <a:pt x="12470" y="8125"/>
                  </a:lnTo>
                  <a:lnTo>
                    <a:pt x="13005" y="7916"/>
                  </a:lnTo>
                  <a:cubicBezTo>
                    <a:pt x="13238" y="7823"/>
                    <a:pt x="13749" y="7613"/>
                    <a:pt x="13749" y="7102"/>
                  </a:cubicBezTo>
                  <a:lnTo>
                    <a:pt x="13749" y="5729"/>
                  </a:lnTo>
                  <a:cubicBezTo>
                    <a:pt x="14122" y="4915"/>
                    <a:pt x="14122" y="3984"/>
                    <a:pt x="13773" y="3170"/>
                  </a:cubicBezTo>
                  <a:cubicBezTo>
                    <a:pt x="13493" y="2565"/>
                    <a:pt x="12889" y="1797"/>
                    <a:pt x="11563" y="1425"/>
                  </a:cubicBezTo>
                  <a:cubicBezTo>
                    <a:pt x="10767" y="477"/>
                    <a:pt x="9641" y="0"/>
                    <a:pt x="85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109"/>
            <p:cNvSpPr/>
            <p:nvPr/>
          </p:nvSpPr>
          <p:spPr>
            <a:xfrm>
              <a:off x="4153800" y="2866425"/>
              <a:ext cx="41325" cy="24450"/>
            </a:xfrm>
            <a:custGeom>
              <a:avLst/>
              <a:gdLst/>
              <a:ahLst/>
              <a:cxnLst/>
              <a:rect l="l" t="t" r="r" b="b"/>
              <a:pathLst>
                <a:path w="1653" h="978" extrusionOk="0">
                  <a:moveTo>
                    <a:pt x="722" y="0"/>
                  </a:moveTo>
                  <a:lnTo>
                    <a:pt x="1" y="536"/>
                  </a:lnTo>
                  <a:lnTo>
                    <a:pt x="350" y="978"/>
                  </a:lnTo>
                  <a:lnTo>
                    <a:pt x="908" y="559"/>
                  </a:lnTo>
                  <a:lnTo>
                    <a:pt x="1653" y="559"/>
                  </a:lnTo>
                  <a:lnTo>
                    <a:pt x="165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109"/>
            <p:cNvSpPr/>
            <p:nvPr/>
          </p:nvSpPr>
          <p:spPr>
            <a:xfrm>
              <a:off x="4209050" y="2866425"/>
              <a:ext cx="41325" cy="24450"/>
            </a:xfrm>
            <a:custGeom>
              <a:avLst/>
              <a:gdLst/>
              <a:ahLst/>
              <a:cxnLst/>
              <a:rect l="l" t="t" r="r" b="b"/>
              <a:pathLst>
                <a:path w="1653" h="978" extrusionOk="0">
                  <a:moveTo>
                    <a:pt x="1" y="0"/>
                  </a:moveTo>
                  <a:lnTo>
                    <a:pt x="1" y="559"/>
                  </a:lnTo>
                  <a:lnTo>
                    <a:pt x="745" y="559"/>
                  </a:lnTo>
                  <a:lnTo>
                    <a:pt x="1304" y="978"/>
                  </a:lnTo>
                  <a:lnTo>
                    <a:pt x="1653" y="536"/>
                  </a:lnTo>
                  <a:lnTo>
                    <a:pt x="93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109"/>
            <p:cNvSpPr/>
            <p:nvPr/>
          </p:nvSpPr>
          <p:spPr>
            <a:xfrm>
              <a:off x="4184625" y="2894350"/>
              <a:ext cx="34925" cy="13975"/>
            </a:xfrm>
            <a:custGeom>
              <a:avLst/>
              <a:gdLst/>
              <a:ahLst/>
              <a:cxnLst/>
              <a:rect l="l" t="t" r="r" b="b"/>
              <a:pathLst>
                <a:path w="1397" h="559" extrusionOk="0">
                  <a:moveTo>
                    <a:pt x="1" y="0"/>
                  </a:moveTo>
                  <a:lnTo>
                    <a:pt x="1" y="558"/>
                  </a:lnTo>
                  <a:lnTo>
                    <a:pt x="1397" y="558"/>
                  </a:lnTo>
                  <a:lnTo>
                    <a:pt x="139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4" name="Google Shape;3554;p109"/>
          <p:cNvGrpSpPr/>
          <p:nvPr/>
        </p:nvGrpSpPr>
        <p:grpSpPr>
          <a:xfrm>
            <a:off x="5204041" y="2464308"/>
            <a:ext cx="658472" cy="741558"/>
            <a:chOff x="4730175" y="1229250"/>
            <a:chExt cx="424000" cy="477500"/>
          </a:xfrm>
        </p:grpSpPr>
        <p:sp>
          <p:nvSpPr>
            <p:cNvPr id="3555" name="Google Shape;3555;p109"/>
            <p:cNvSpPr/>
            <p:nvPr/>
          </p:nvSpPr>
          <p:spPr>
            <a:xfrm>
              <a:off x="4849400" y="1236225"/>
              <a:ext cx="184400" cy="106450"/>
            </a:xfrm>
            <a:custGeom>
              <a:avLst/>
              <a:gdLst/>
              <a:ahLst/>
              <a:cxnLst/>
              <a:rect l="l" t="t" r="r" b="b"/>
              <a:pathLst>
                <a:path w="7376" h="4258" extrusionOk="0">
                  <a:moveTo>
                    <a:pt x="0" y="4257"/>
                  </a:moveTo>
                  <a:lnTo>
                    <a:pt x="2327" y="2978"/>
                  </a:lnTo>
                  <a:lnTo>
                    <a:pt x="7375" y="4257"/>
                  </a:lnTo>
                  <a:lnTo>
                    <a:pt x="7375" y="1675"/>
                  </a:lnTo>
                  <a:cubicBezTo>
                    <a:pt x="7375" y="745"/>
                    <a:pt x="6631" y="0"/>
                    <a:pt x="5700" y="0"/>
                  </a:cubicBezTo>
                  <a:lnTo>
                    <a:pt x="1675" y="0"/>
                  </a:lnTo>
                  <a:cubicBezTo>
                    <a:pt x="1210" y="0"/>
                    <a:pt x="838" y="372"/>
                    <a:pt x="838" y="838"/>
                  </a:cubicBezTo>
                  <a:cubicBezTo>
                    <a:pt x="373" y="814"/>
                    <a:pt x="0" y="1187"/>
                    <a:pt x="0" y="1652"/>
                  </a:cubicBezTo>
                  <a:close/>
                  <a:moveTo>
                    <a:pt x="0" y="4257"/>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109"/>
            <p:cNvSpPr/>
            <p:nvPr/>
          </p:nvSpPr>
          <p:spPr>
            <a:xfrm>
              <a:off x="4849400" y="1310650"/>
              <a:ext cx="184975" cy="196625"/>
            </a:xfrm>
            <a:custGeom>
              <a:avLst/>
              <a:gdLst/>
              <a:ahLst/>
              <a:cxnLst/>
              <a:rect l="l" t="t" r="r" b="b"/>
              <a:pathLst>
                <a:path w="7399" h="7865" extrusionOk="0">
                  <a:moveTo>
                    <a:pt x="2327" y="7864"/>
                  </a:moveTo>
                  <a:lnTo>
                    <a:pt x="5072" y="7864"/>
                  </a:lnTo>
                  <a:lnTo>
                    <a:pt x="7398" y="5538"/>
                  </a:lnTo>
                  <a:lnTo>
                    <a:pt x="7398" y="3514"/>
                  </a:lnTo>
                  <a:cubicBezTo>
                    <a:pt x="7398" y="4119"/>
                    <a:pt x="6886" y="4630"/>
                    <a:pt x="6282" y="4630"/>
                  </a:cubicBezTo>
                  <a:lnTo>
                    <a:pt x="5374" y="4630"/>
                  </a:lnTo>
                  <a:cubicBezTo>
                    <a:pt x="4769" y="4630"/>
                    <a:pt x="4258" y="4119"/>
                    <a:pt x="4258" y="3514"/>
                  </a:cubicBezTo>
                  <a:lnTo>
                    <a:pt x="4258" y="2397"/>
                  </a:lnTo>
                  <a:lnTo>
                    <a:pt x="7375" y="2397"/>
                  </a:lnTo>
                  <a:lnTo>
                    <a:pt x="7375" y="1280"/>
                  </a:lnTo>
                  <a:lnTo>
                    <a:pt x="2327" y="1"/>
                  </a:lnTo>
                  <a:lnTo>
                    <a:pt x="0" y="1280"/>
                  </a:lnTo>
                  <a:lnTo>
                    <a:pt x="0" y="2397"/>
                  </a:lnTo>
                  <a:lnTo>
                    <a:pt x="3141" y="2397"/>
                  </a:lnTo>
                  <a:lnTo>
                    <a:pt x="3141" y="3514"/>
                  </a:lnTo>
                  <a:cubicBezTo>
                    <a:pt x="3141" y="4142"/>
                    <a:pt x="2629" y="4630"/>
                    <a:pt x="2024" y="4630"/>
                  </a:cubicBezTo>
                  <a:lnTo>
                    <a:pt x="1117" y="4630"/>
                  </a:lnTo>
                  <a:cubicBezTo>
                    <a:pt x="512" y="4630"/>
                    <a:pt x="0" y="4142"/>
                    <a:pt x="0" y="3514"/>
                  </a:cubicBezTo>
                  <a:lnTo>
                    <a:pt x="0" y="5561"/>
                  </a:lnTo>
                  <a:close/>
                  <a:moveTo>
                    <a:pt x="2327" y="7864"/>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109"/>
            <p:cNvSpPr/>
            <p:nvPr/>
          </p:nvSpPr>
          <p:spPr>
            <a:xfrm>
              <a:off x="4849400" y="1370575"/>
              <a:ext cx="184975" cy="55850"/>
            </a:xfrm>
            <a:custGeom>
              <a:avLst/>
              <a:gdLst/>
              <a:ahLst/>
              <a:cxnLst/>
              <a:rect l="l" t="t" r="r" b="b"/>
              <a:pathLst>
                <a:path w="7399" h="2234" extrusionOk="0">
                  <a:moveTo>
                    <a:pt x="4258" y="1117"/>
                  </a:moveTo>
                  <a:cubicBezTo>
                    <a:pt x="4258" y="1722"/>
                    <a:pt x="4746" y="2233"/>
                    <a:pt x="5374" y="2233"/>
                  </a:cubicBezTo>
                  <a:lnTo>
                    <a:pt x="6258" y="2233"/>
                  </a:lnTo>
                  <a:cubicBezTo>
                    <a:pt x="6886" y="2233"/>
                    <a:pt x="7375" y="1722"/>
                    <a:pt x="7398" y="1117"/>
                  </a:cubicBezTo>
                  <a:lnTo>
                    <a:pt x="7398" y="0"/>
                  </a:lnTo>
                  <a:lnTo>
                    <a:pt x="4258" y="0"/>
                  </a:lnTo>
                  <a:close/>
                  <a:moveTo>
                    <a:pt x="1117" y="2233"/>
                  </a:moveTo>
                  <a:lnTo>
                    <a:pt x="2024" y="2233"/>
                  </a:lnTo>
                  <a:cubicBezTo>
                    <a:pt x="2629" y="2233"/>
                    <a:pt x="3141" y="1722"/>
                    <a:pt x="3141" y="1117"/>
                  </a:cubicBezTo>
                  <a:lnTo>
                    <a:pt x="3141" y="0"/>
                  </a:lnTo>
                  <a:lnTo>
                    <a:pt x="0" y="0"/>
                  </a:lnTo>
                  <a:lnTo>
                    <a:pt x="0" y="1117"/>
                  </a:lnTo>
                  <a:cubicBezTo>
                    <a:pt x="0" y="1745"/>
                    <a:pt x="512" y="2233"/>
                    <a:pt x="1117" y="2233"/>
                  </a:cubicBezTo>
                  <a:close/>
                  <a:moveTo>
                    <a:pt x="1117" y="2233"/>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109"/>
            <p:cNvSpPr/>
            <p:nvPr/>
          </p:nvSpPr>
          <p:spPr>
            <a:xfrm>
              <a:off x="4817400" y="1356600"/>
              <a:ext cx="248375" cy="70975"/>
            </a:xfrm>
            <a:custGeom>
              <a:avLst/>
              <a:gdLst/>
              <a:ahLst/>
              <a:cxnLst/>
              <a:rect l="l" t="t" r="r" b="b"/>
              <a:pathLst>
                <a:path w="9935" h="2839" extrusionOk="0">
                  <a:moveTo>
                    <a:pt x="8655" y="2816"/>
                  </a:moveTo>
                  <a:lnTo>
                    <a:pt x="9376" y="2537"/>
                  </a:lnTo>
                  <a:cubicBezTo>
                    <a:pt x="9655" y="2420"/>
                    <a:pt x="9935" y="2281"/>
                    <a:pt x="9935" y="1978"/>
                  </a:cubicBezTo>
                  <a:lnTo>
                    <a:pt x="9935" y="559"/>
                  </a:lnTo>
                  <a:cubicBezTo>
                    <a:pt x="9935" y="257"/>
                    <a:pt x="9679" y="1"/>
                    <a:pt x="9376" y="1"/>
                  </a:cubicBezTo>
                  <a:lnTo>
                    <a:pt x="8655" y="1"/>
                  </a:lnTo>
                  <a:close/>
                  <a:moveTo>
                    <a:pt x="1" y="1978"/>
                  </a:moveTo>
                  <a:cubicBezTo>
                    <a:pt x="1" y="2281"/>
                    <a:pt x="280" y="2420"/>
                    <a:pt x="559" y="2537"/>
                  </a:cubicBezTo>
                  <a:lnTo>
                    <a:pt x="1280" y="2839"/>
                  </a:lnTo>
                  <a:lnTo>
                    <a:pt x="1280" y="1"/>
                  </a:lnTo>
                  <a:lnTo>
                    <a:pt x="559" y="1"/>
                  </a:lnTo>
                  <a:cubicBezTo>
                    <a:pt x="257" y="1"/>
                    <a:pt x="1" y="257"/>
                    <a:pt x="1" y="559"/>
                  </a:cubicBezTo>
                  <a:close/>
                  <a:moveTo>
                    <a:pt x="1" y="1978"/>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109"/>
            <p:cNvSpPr/>
            <p:nvPr/>
          </p:nvSpPr>
          <p:spPr>
            <a:xfrm>
              <a:off x="4880800" y="1481075"/>
              <a:ext cx="121000" cy="75050"/>
            </a:xfrm>
            <a:custGeom>
              <a:avLst/>
              <a:gdLst/>
              <a:ahLst/>
              <a:cxnLst/>
              <a:rect l="l" t="t" r="r" b="b"/>
              <a:pathLst>
                <a:path w="4840" h="3002" extrusionOk="0">
                  <a:moveTo>
                    <a:pt x="1" y="1885"/>
                  </a:moveTo>
                  <a:lnTo>
                    <a:pt x="2420" y="3001"/>
                  </a:lnTo>
                  <a:lnTo>
                    <a:pt x="4840" y="1885"/>
                  </a:lnTo>
                  <a:lnTo>
                    <a:pt x="4840" y="0"/>
                  </a:lnTo>
                  <a:lnTo>
                    <a:pt x="3793" y="1047"/>
                  </a:lnTo>
                  <a:lnTo>
                    <a:pt x="1048" y="1047"/>
                  </a:lnTo>
                  <a:lnTo>
                    <a:pt x="1" y="0"/>
                  </a:lnTo>
                  <a:close/>
                  <a:moveTo>
                    <a:pt x="1" y="1885"/>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109"/>
            <p:cNvSpPr/>
            <p:nvPr/>
          </p:nvSpPr>
          <p:spPr>
            <a:xfrm>
              <a:off x="4845325" y="1528175"/>
              <a:ext cx="96575" cy="68650"/>
            </a:xfrm>
            <a:custGeom>
              <a:avLst/>
              <a:gdLst/>
              <a:ahLst/>
              <a:cxnLst/>
              <a:rect l="l" t="t" r="r" b="b"/>
              <a:pathLst>
                <a:path w="3863" h="2746" extrusionOk="0">
                  <a:moveTo>
                    <a:pt x="1978" y="2746"/>
                  </a:moveTo>
                  <a:lnTo>
                    <a:pt x="3862" y="1117"/>
                  </a:lnTo>
                  <a:lnTo>
                    <a:pt x="1420" y="1"/>
                  </a:lnTo>
                  <a:lnTo>
                    <a:pt x="1" y="419"/>
                  </a:lnTo>
                  <a:close/>
                  <a:moveTo>
                    <a:pt x="1978" y="2746"/>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109"/>
            <p:cNvSpPr/>
            <p:nvPr/>
          </p:nvSpPr>
          <p:spPr>
            <a:xfrm>
              <a:off x="4941875" y="1528750"/>
              <a:ext cx="95975" cy="68650"/>
            </a:xfrm>
            <a:custGeom>
              <a:avLst/>
              <a:gdLst/>
              <a:ahLst/>
              <a:cxnLst/>
              <a:rect l="l" t="t" r="r" b="b"/>
              <a:pathLst>
                <a:path w="3839" h="2746" extrusionOk="0">
                  <a:moveTo>
                    <a:pt x="0" y="1094"/>
                  </a:moveTo>
                  <a:lnTo>
                    <a:pt x="1885" y="2746"/>
                  </a:lnTo>
                  <a:lnTo>
                    <a:pt x="3839" y="420"/>
                  </a:lnTo>
                  <a:lnTo>
                    <a:pt x="2420" y="1"/>
                  </a:lnTo>
                  <a:close/>
                  <a:moveTo>
                    <a:pt x="0" y="1094"/>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109"/>
            <p:cNvSpPr/>
            <p:nvPr/>
          </p:nvSpPr>
          <p:spPr>
            <a:xfrm>
              <a:off x="4810425" y="1538650"/>
              <a:ext cx="262900" cy="161125"/>
            </a:xfrm>
            <a:custGeom>
              <a:avLst/>
              <a:gdLst/>
              <a:ahLst/>
              <a:cxnLst/>
              <a:rect l="l" t="t" r="r" b="b"/>
              <a:pathLst>
                <a:path w="10516" h="6445" extrusionOk="0">
                  <a:moveTo>
                    <a:pt x="1" y="140"/>
                  </a:moveTo>
                  <a:lnTo>
                    <a:pt x="5258" y="6444"/>
                  </a:lnTo>
                  <a:lnTo>
                    <a:pt x="10516" y="140"/>
                  </a:lnTo>
                  <a:lnTo>
                    <a:pt x="9097" y="0"/>
                  </a:lnTo>
                  <a:lnTo>
                    <a:pt x="7119" y="2327"/>
                  </a:lnTo>
                  <a:lnTo>
                    <a:pt x="5258" y="698"/>
                  </a:lnTo>
                  <a:lnTo>
                    <a:pt x="3374" y="2327"/>
                  </a:lnTo>
                  <a:lnTo>
                    <a:pt x="1420" y="0"/>
                  </a:lnTo>
                  <a:close/>
                  <a:moveTo>
                    <a:pt x="1" y="140"/>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109"/>
            <p:cNvSpPr/>
            <p:nvPr/>
          </p:nvSpPr>
          <p:spPr>
            <a:xfrm>
              <a:off x="4736575" y="1542125"/>
              <a:ext cx="410625" cy="157650"/>
            </a:xfrm>
            <a:custGeom>
              <a:avLst/>
              <a:gdLst/>
              <a:ahLst/>
              <a:cxnLst/>
              <a:rect l="l" t="t" r="r" b="b"/>
              <a:pathLst>
                <a:path w="16425" h="6306" extrusionOk="0">
                  <a:moveTo>
                    <a:pt x="8212" y="6305"/>
                  </a:moveTo>
                  <a:lnTo>
                    <a:pt x="2955" y="1"/>
                  </a:lnTo>
                  <a:cubicBezTo>
                    <a:pt x="1326" y="164"/>
                    <a:pt x="0" y="1327"/>
                    <a:pt x="0" y="2955"/>
                  </a:cubicBezTo>
                  <a:lnTo>
                    <a:pt x="0" y="6305"/>
                  </a:lnTo>
                  <a:lnTo>
                    <a:pt x="16424" y="6305"/>
                  </a:lnTo>
                  <a:lnTo>
                    <a:pt x="16424" y="2955"/>
                  </a:lnTo>
                  <a:cubicBezTo>
                    <a:pt x="16424" y="1327"/>
                    <a:pt x="15075" y="164"/>
                    <a:pt x="13470" y="1"/>
                  </a:cubicBezTo>
                  <a:close/>
                  <a:moveTo>
                    <a:pt x="8212" y="6305"/>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109"/>
            <p:cNvSpPr/>
            <p:nvPr/>
          </p:nvSpPr>
          <p:spPr>
            <a:xfrm>
              <a:off x="4849400" y="1235625"/>
              <a:ext cx="56425" cy="107050"/>
            </a:xfrm>
            <a:custGeom>
              <a:avLst/>
              <a:gdLst/>
              <a:ahLst/>
              <a:cxnLst/>
              <a:rect l="l" t="t" r="r" b="b"/>
              <a:pathLst>
                <a:path w="2257" h="4282" extrusionOk="0">
                  <a:moveTo>
                    <a:pt x="0" y="4281"/>
                  </a:moveTo>
                  <a:lnTo>
                    <a:pt x="838" y="3816"/>
                  </a:lnTo>
                  <a:lnTo>
                    <a:pt x="838" y="1699"/>
                  </a:lnTo>
                  <a:cubicBezTo>
                    <a:pt x="838" y="1490"/>
                    <a:pt x="908" y="1280"/>
                    <a:pt x="1047" y="1141"/>
                  </a:cubicBezTo>
                  <a:lnTo>
                    <a:pt x="1396" y="1141"/>
                  </a:lnTo>
                  <a:lnTo>
                    <a:pt x="1396" y="838"/>
                  </a:lnTo>
                  <a:cubicBezTo>
                    <a:pt x="1396" y="373"/>
                    <a:pt x="1792" y="1"/>
                    <a:pt x="2257" y="24"/>
                  </a:cubicBezTo>
                  <a:lnTo>
                    <a:pt x="1699" y="24"/>
                  </a:lnTo>
                  <a:cubicBezTo>
                    <a:pt x="1233" y="1"/>
                    <a:pt x="838" y="373"/>
                    <a:pt x="838" y="838"/>
                  </a:cubicBezTo>
                  <a:cubicBezTo>
                    <a:pt x="373" y="838"/>
                    <a:pt x="0" y="1211"/>
                    <a:pt x="0" y="1676"/>
                  </a:cubicBezTo>
                  <a:close/>
                  <a:moveTo>
                    <a:pt x="0" y="4281"/>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109"/>
            <p:cNvSpPr/>
            <p:nvPr/>
          </p:nvSpPr>
          <p:spPr>
            <a:xfrm>
              <a:off x="4849400" y="1331025"/>
              <a:ext cx="79125" cy="176250"/>
            </a:xfrm>
            <a:custGeom>
              <a:avLst/>
              <a:gdLst/>
              <a:ahLst/>
              <a:cxnLst/>
              <a:rect l="l" t="t" r="r" b="b"/>
              <a:pathLst>
                <a:path w="3165" h="7050" extrusionOk="0">
                  <a:moveTo>
                    <a:pt x="2327" y="7049"/>
                  </a:moveTo>
                  <a:lnTo>
                    <a:pt x="3164" y="7049"/>
                  </a:lnTo>
                  <a:lnTo>
                    <a:pt x="838" y="4723"/>
                  </a:lnTo>
                  <a:lnTo>
                    <a:pt x="838" y="3769"/>
                  </a:lnTo>
                  <a:cubicBezTo>
                    <a:pt x="349" y="3629"/>
                    <a:pt x="0" y="3187"/>
                    <a:pt x="0" y="2675"/>
                  </a:cubicBezTo>
                  <a:lnTo>
                    <a:pt x="0" y="4723"/>
                  </a:lnTo>
                  <a:close/>
                  <a:moveTo>
                    <a:pt x="838" y="0"/>
                  </a:moveTo>
                  <a:lnTo>
                    <a:pt x="0" y="465"/>
                  </a:lnTo>
                  <a:lnTo>
                    <a:pt x="0" y="1582"/>
                  </a:lnTo>
                  <a:lnTo>
                    <a:pt x="838" y="1582"/>
                  </a:lnTo>
                  <a:close/>
                  <a:moveTo>
                    <a:pt x="838" y="0"/>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109"/>
            <p:cNvSpPr/>
            <p:nvPr/>
          </p:nvSpPr>
          <p:spPr>
            <a:xfrm>
              <a:off x="4880800" y="1481075"/>
              <a:ext cx="21550" cy="57025"/>
            </a:xfrm>
            <a:custGeom>
              <a:avLst/>
              <a:gdLst/>
              <a:ahLst/>
              <a:cxnLst/>
              <a:rect l="l" t="t" r="r" b="b"/>
              <a:pathLst>
                <a:path w="862" h="2281" extrusionOk="0">
                  <a:moveTo>
                    <a:pt x="1" y="1885"/>
                  </a:moveTo>
                  <a:lnTo>
                    <a:pt x="861" y="2280"/>
                  </a:lnTo>
                  <a:lnTo>
                    <a:pt x="861" y="838"/>
                  </a:lnTo>
                  <a:lnTo>
                    <a:pt x="1" y="0"/>
                  </a:lnTo>
                  <a:close/>
                  <a:moveTo>
                    <a:pt x="1" y="1885"/>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109"/>
            <p:cNvSpPr/>
            <p:nvPr/>
          </p:nvSpPr>
          <p:spPr>
            <a:xfrm>
              <a:off x="4817400" y="1356025"/>
              <a:ext cx="230925" cy="70975"/>
            </a:xfrm>
            <a:custGeom>
              <a:avLst/>
              <a:gdLst/>
              <a:ahLst/>
              <a:cxnLst/>
              <a:rect l="l" t="t" r="r" b="b"/>
              <a:pathLst>
                <a:path w="9237" h="2839" extrusionOk="0">
                  <a:moveTo>
                    <a:pt x="8655" y="2839"/>
                  </a:moveTo>
                  <a:lnTo>
                    <a:pt x="9237" y="2606"/>
                  </a:lnTo>
                  <a:lnTo>
                    <a:pt x="9237" y="0"/>
                  </a:lnTo>
                  <a:lnTo>
                    <a:pt x="8655" y="0"/>
                  </a:lnTo>
                  <a:close/>
                  <a:moveTo>
                    <a:pt x="1" y="2001"/>
                  </a:moveTo>
                  <a:cubicBezTo>
                    <a:pt x="1" y="2304"/>
                    <a:pt x="280" y="2443"/>
                    <a:pt x="559" y="2560"/>
                  </a:cubicBezTo>
                  <a:lnTo>
                    <a:pt x="559" y="582"/>
                  </a:lnTo>
                  <a:cubicBezTo>
                    <a:pt x="559" y="280"/>
                    <a:pt x="815" y="24"/>
                    <a:pt x="1118" y="24"/>
                  </a:cubicBezTo>
                  <a:lnTo>
                    <a:pt x="559" y="24"/>
                  </a:lnTo>
                  <a:cubicBezTo>
                    <a:pt x="257" y="24"/>
                    <a:pt x="1" y="280"/>
                    <a:pt x="1" y="582"/>
                  </a:cubicBezTo>
                  <a:close/>
                  <a:moveTo>
                    <a:pt x="1" y="2001"/>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109"/>
            <p:cNvSpPr/>
            <p:nvPr/>
          </p:nvSpPr>
          <p:spPr>
            <a:xfrm>
              <a:off x="4736575" y="1549125"/>
              <a:ext cx="46550" cy="150650"/>
            </a:xfrm>
            <a:custGeom>
              <a:avLst/>
              <a:gdLst/>
              <a:ahLst/>
              <a:cxnLst/>
              <a:rect l="l" t="t" r="r" b="b"/>
              <a:pathLst>
                <a:path w="1862" h="6026" extrusionOk="0">
                  <a:moveTo>
                    <a:pt x="1861" y="0"/>
                  </a:moveTo>
                  <a:cubicBezTo>
                    <a:pt x="745" y="419"/>
                    <a:pt x="23" y="1489"/>
                    <a:pt x="0" y="2675"/>
                  </a:cubicBezTo>
                  <a:lnTo>
                    <a:pt x="0" y="6025"/>
                  </a:lnTo>
                  <a:lnTo>
                    <a:pt x="838" y="6025"/>
                  </a:lnTo>
                  <a:lnTo>
                    <a:pt x="838" y="2675"/>
                  </a:lnTo>
                  <a:cubicBezTo>
                    <a:pt x="838" y="1675"/>
                    <a:pt x="1117" y="651"/>
                    <a:pt x="1861" y="0"/>
                  </a:cubicBezTo>
                  <a:close/>
                  <a:moveTo>
                    <a:pt x="1861" y="0"/>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109"/>
            <p:cNvSpPr/>
            <p:nvPr/>
          </p:nvSpPr>
          <p:spPr>
            <a:xfrm>
              <a:off x="4849400" y="1370575"/>
              <a:ext cx="155300" cy="55850"/>
            </a:xfrm>
            <a:custGeom>
              <a:avLst/>
              <a:gdLst/>
              <a:ahLst/>
              <a:cxnLst/>
              <a:rect l="l" t="t" r="r" b="b"/>
              <a:pathLst>
                <a:path w="6212" h="2234" extrusionOk="0">
                  <a:moveTo>
                    <a:pt x="4258" y="1117"/>
                  </a:moveTo>
                  <a:cubicBezTo>
                    <a:pt x="4258" y="1722"/>
                    <a:pt x="4746" y="2233"/>
                    <a:pt x="5374" y="2233"/>
                  </a:cubicBezTo>
                  <a:lnTo>
                    <a:pt x="6212" y="2233"/>
                  </a:lnTo>
                  <a:cubicBezTo>
                    <a:pt x="5584" y="2233"/>
                    <a:pt x="5095" y="1722"/>
                    <a:pt x="5095" y="1117"/>
                  </a:cubicBezTo>
                  <a:lnTo>
                    <a:pt x="5095" y="0"/>
                  </a:lnTo>
                  <a:lnTo>
                    <a:pt x="4258" y="0"/>
                  </a:lnTo>
                  <a:close/>
                  <a:moveTo>
                    <a:pt x="1117" y="2233"/>
                  </a:moveTo>
                  <a:lnTo>
                    <a:pt x="1978" y="2233"/>
                  </a:lnTo>
                  <a:cubicBezTo>
                    <a:pt x="1350" y="2233"/>
                    <a:pt x="838" y="1722"/>
                    <a:pt x="838" y="1117"/>
                  </a:cubicBezTo>
                  <a:lnTo>
                    <a:pt x="838" y="0"/>
                  </a:lnTo>
                  <a:lnTo>
                    <a:pt x="0" y="0"/>
                  </a:lnTo>
                  <a:lnTo>
                    <a:pt x="0" y="1117"/>
                  </a:lnTo>
                  <a:cubicBezTo>
                    <a:pt x="0" y="1745"/>
                    <a:pt x="512" y="2233"/>
                    <a:pt x="1117" y="2233"/>
                  </a:cubicBezTo>
                  <a:close/>
                  <a:moveTo>
                    <a:pt x="1117" y="2233"/>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109"/>
            <p:cNvSpPr/>
            <p:nvPr/>
          </p:nvSpPr>
          <p:spPr>
            <a:xfrm>
              <a:off x="4845325" y="1528175"/>
              <a:ext cx="192525" cy="68650"/>
            </a:xfrm>
            <a:custGeom>
              <a:avLst/>
              <a:gdLst/>
              <a:ahLst/>
              <a:cxnLst/>
              <a:rect l="l" t="t" r="r" b="b"/>
              <a:pathLst>
                <a:path w="7701" h="2746" extrusionOk="0">
                  <a:moveTo>
                    <a:pt x="1978" y="2746"/>
                  </a:moveTo>
                  <a:lnTo>
                    <a:pt x="3862" y="1117"/>
                  </a:lnTo>
                  <a:lnTo>
                    <a:pt x="5747" y="2746"/>
                  </a:lnTo>
                  <a:lnTo>
                    <a:pt x="7701" y="419"/>
                  </a:lnTo>
                  <a:lnTo>
                    <a:pt x="6282" y="24"/>
                  </a:lnTo>
                  <a:lnTo>
                    <a:pt x="3862" y="1140"/>
                  </a:lnTo>
                  <a:lnTo>
                    <a:pt x="1420" y="1"/>
                  </a:lnTo>
                  <a:lnTo>
                    <a:pt x="1" y="419"/>
                  </a:lnTo>
                  <a:close/>
                  <a:moveTo>
                    <a:pt x="1978" y="2746"/>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109"/>
            <p:cNvSpPr/>
            <p:nvPr/>
          </p:nvSpPr>
          <p:spPr>
            <a:xfrm>
              <a:off x="4957000" y="1257150"/>
              <a:ext cx="169250" cy="386800"/>
            </a:xfrm>
            <a:custGeom>
              <a:avLst/>
              <a:gdLst/>
              <a:ahLst/>
              <a:cxnLst/>
              <a:rect l="l" t="t" r="r" b="b"/>
              <a:pathLst>
                <a:path w="6770" h="15472" extrusionOk="0">
                  <a:moveTo>
                    <a:pt x="0" y="1"/>
                  </a:moveTo>
                  <a:lnTo>
                    <a:pt x="0" y="559"/>
                  </a:lnTo>
                  <a:lnTo>
                    <a:pt x="559" y="559"/>
                  </a:lnTo>
                  <a:lnTo>
                    <a:pt x="559" y="1"/>
                  </a:lnTo>
                  <a:close/>
                  <a:moveTo>
                    <a:pt x="1117" y="1"/>
                  </a:moveTo>
                  <a:lnTo>
                    <a:pt x="1117" y="559"/>
                  </a:lnTo>
                  <a:lnTo>
                    <a:pt x="1675" y="559"/>
                  </a:lnTo>
                  <a:lnTo>
                    <a:pt x="1675" y="1"/>
                  </a:lnTo>
                  <a:close/>
                  <a:moveTo>
                    <a:pt x="5211" y="12330"/>
                  </a:moveTo>
                  <a:lnTo>
                    <a:pt x="5072" y="12866"/>
                  </a:lnTo>
                  <a:cubicBezTo>
                    <a:pt x="5723" y="13052"/>
                    <a:pt x="6188" y="13656"/>
                    <a:pt x="6212" y="14354"/>
                  </a:cubicBezTo>
                  <a:lnTo>
                    <a:pt x="6770" y="14354"/>
                  </a:lnTo>
                  <a:cubicBezTo>
                    <a:pt x="6747" y="13401"/>
                    <a:pt x="6119" y="12586"/>
                    <a:pt x="5211" y="12330"/>
                  </a:cubicBezTo>
                  <a:close/>
                  <a:moveTo>
                    <a:pt x="6212" y="14913"/>
                  </a:moveTo>
                  <a:lnTo>
                    <a:pt x="6212" y="15471"/>
                  </a:lnTo>
                  <a:lnTo>
                    <a:pt x="6770" y="15471"/>
                  </a:lnTo>
                  <a:lnTo>
                    <a:pt x="6770" y="14913"/>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109"/>
            <p:cNvSpPr/>
            <p:nvPr/>
          </p:nvSpPr>
          <p:spPr>
            <a:xfrm>
              <a:off x="4730175" y="1229250"/>
              <a:ext cx="424000" cy="477500"/>
            </a:xfrm>
            <a:custGeom>
              <a:avLst/>
              <a:gdLst/>
              <a:ahLst/>
              <a:cxnLst/>
              <a:rect l="l" t="t" r="r" b="b"/>
              <a:pathLst>
                <a:path w="16960" h="19100" extrusionOk="0">
                  <a:moveTo>
                    <a:pt x="7142" y="3536"/>
                  </a:moveTo>
                  <a:lnTo>
                    <a:pt x="11865" y="4746"/>
                  </a:lnTo>
                  <a:lnTo>
                    <a:pt x="11865" y="5351"/>
                  </a:lnTo>
                  <a:lnTo>
                    <a:pt x="5049" y="5351"/>
                  </a:lnTo>
                  <a:lnTo>
                    <a:pt x="5049" y="4699"/>
                  </a:lnTo>
                  <a:lnTo>
                    <a:pt x="7142" y="3536"/>
                  </a:lnTo>
                  <a:close/>
                  <a:moveTo>
                    <a:pt x="4513" y="5351"/>
                  </a:moveTo>
                  <a:lnTo>
                    <a:pt x="4513" y="7491"/>
                  </a:lnTo>
                  <a:lnTo>
                    <a:pt x="4165" y="7398"/>
                  </a:lnTo>
                  <a:cubicBezTo>
                    <a:pt x="3839" y="7282"/>
                    <a:pt x="3792" y="7189"/>
                    <a:pt x="3792" y="7095"/>
                  </a:cubicBezTo>
                  <a:lnTo>
                    <a:pt x="3792" y="5653"/>
                  </a:lnTo>
                  <a:cubicBezTo>
                    <a:pt x="3792" y="5490"/>
                    <a:pt x="3909" y="5351"/>
                    <a:pt x="4071" y="5351"/>
                  </a:cubicBezTo>
                  <a:close/>
                  <a:moveTo>
                    <a:pt x="12865" y="5351"/>
                  </a:moveTo>
                  <a:cubicBezTo>
                    <a:pt x="13028" y="5351"/>
                    <a:pt x="13168" y="5490"/>
                    <a:pt x="13168" y="5653"/>
                  </a:cubicBezTo>
                  <a:lnTo>
                    <a:pt x="13168" y="7072"/>
                  </a:lnTo>
                  <a:cubicBezTo>
                    <a:pt x="13168" y="7189"/>
                    <a:pt x="13098" y="7258"/>
                    <a:pt x="12772" y="7375"/>
                  </a:cubicBezTo>
                  <a:lnTo>
                    <a:pt x="12446" y="7514"/>
                  </a:lnTo>
                  <a:lnTo>
                    <a:pt x="12446" y="5351"/>
                  </a:lnTo>
                  <a:close/>
                  <a:moveTo>
                    <a:pt x="11865" y="5932"/>
                  </a:moveTo>
                  <a:lnTo>
                    <a:pt x="11888" y="6770"/>
                  </a:lnTo>
                  <a:cubicBezTo>
                    <a:pt x="11888" y="7235"/>
                    <a:pt x="11493" y="7607"/>
                    <a:pt x="11027" y="7607"/>
                  </a:cubicBezTo>
                  <a:lnTo>
                    <a:pt x="10143" y="7607"/>
                  </a:lnTo>
                  <a:cubicBezTo>
                    <a:pt x="9678" y="7607"/>
                    <a:pt x="9306" y="7235"/>
                    <a:pt x="9306" y="6770"/>
                  </a:cubicBezTo>
                  <a:lnTo>
                    <a:pt x="9306" y="5932"/>
                  </a:lnTo>
                  <a:close/>
                  <a:moveTo>
                    <a:pt x="7631" y="5932"/>
                  </a:moveTo>
                  <a:lnTo>
                    <a:pt x="7631" y="6793"/>
                  </a:lnTo>
                  <a:cubicBezTo>
                    <a:pt x="7631" y="7235"/>
                    <a:pt x="7259" y="7631"/>
                    <a:pt x="6793" y="7631"/>
                  </a:cubicBezTo>
                  <a:lnTo>
                    <a:pt x="5886" y="7631"/>
                  </a:lnTo>
                  <a:cubicBezTo>
                    <a:pt x="5421" y="7631"/>
                    <a:pt x="5049" y="7235"/>
                    <a:pt x="5049" y="6793"/>
                  </a:cubicBezTo>
                  <a:lnTo>
                    <a:pt x="5049" y="5932"/>
                  </a:lnTo>
                  <a:close/>
                  <a:moveTo>
                    <a:pt x="8748" y="5932"/>
                  </a:moveTo>
                  <a:lnTo>
                    <a:pt x="8748" y="6793"/>
                  </a:lnTo>
                  <a:cubicBezTo>
                    <a:pt x="8748" y="7561"/>
                    <a:pt x="9376" y="8189"/>
                    <a:pt x="10143" y="8189"/>
                  </a:cubicBezTo>
                  <a:lnTo>
                    <a:pt x="11027" y="8189"/>
                  </a:lnTo>
                  <a:cubicBezTo>
                    <a:pt x="11330" y="8189"/>
                    <a:pt x="11632" y="8073"/>
                    <a:pt x="11865" y="7886"/>
                  </a:cubicBezTo>
                  <a:lnTo>
                    <a:pt x="11865" y="8701"/>
                  </a:lnTo>
                  <a:lnTo>
                    <a:pt x="9725" y="10841"/>
                  </a:lnTo>
                  <a:lnTo>
                    <a:pt x="7189" y="10841"/>
                  </a:lnTo>
                  <a:lnTo>
                    <a:pt x="5049" y="8701"/>
                  </a:lnTo>
                  <a:lnTo>
                    <a:pt x="5049" y="7910"/>
                  </a:lnTo>
                  <a:cubicBezTo>
                    <a:pt x="5304" y="8096"/>
                    <a:pt x="5584" y="8189"/>
                    <a:pt x="5886" y="8189"/>
                  </a:cubicBezTo>
                  <a:lnTo>
                    <a:pt x="6793" y="8189"/>
                  </a:lnTo>
                  <a:cubicBezTo>
                    <a:pt x="7561" y="8189"/>
                    <a:pt x="8189" y="7561"/>
                    <a:pt x="8189" y="6793"/>
                  </a:cubicBezTo>
                  <a:lnTo>
                    <a:pt x="8189" y="5932"/>
                  </a:lnTo>
                  <a:close/>
                  <a:moveTo>
                    <a:pt x="10609" y="10771"/>
                  </a:moveTo>
                  <a:lnTo>
                    <a:pt x="10609" y="11795"/>
                  </a:lnTo>
                  <a:lnTo>
                    <a:pt x="8468" y="12795"/>
                  </a:lnTo>
                  <a:lnTo>
                    <a:pt x="6328" y="11795"/>
                  </a:lnTo>
                  <a:lnTo>
                    <a:pt x="6328" y="10771"/>
                  </a:lnTo>
                  <a:lnTo>
                    <a:pt x="6979" y="11423"/>
                  </a:lnTo>
                  <a:lnTo>
                    <a:pt x="9957" y="11423"/>
                  </a:lnTo>
                  <a:lnTo>
                    <a:pt x="10609" y="10771"/>
                  </a:lnTo>
                  <a:close/>
                  <a:moveTo>
                    <a:pt x="6026" y="12260"/>
                  </a:moveTo>
                  <a:lnTo>
                    <a:pt x="7957" y="13144"/>
                  </a:lnTo>
                  <a:lnTo>
                    <a:pt x="6630" y="14307"/>
                  </a:lnTo>
                  <a:lnTo>
                    <a:pt x="5118" y="12516"/>
                  </a:lnTo>
                  <a:lnTo>
                    <a:pt x="6026" y="12260"/>
                  </a:lnTo>
                  <a:close/>
                  <a:moveTo>
                    <a:pt x="10911" y="12260"/>
                  </a:moveTo>
                  <a:lnTo>
                    <a:pt x="11818" y="12539"/>
                  </a:lnTo>
                  <a:lnTo>
                    <a:pt x="10306" y="14330"/>
                  </a:lnTo>
                  <a:lnTo>
                    <a:pt x="8980" y="13167"/>
                  </a:lnTo>
                  <a:lnTo>
                    <a:pt x="10911" y="12260"/>
                  </a:lnTo>
                  <a:close/>
                  <a:moveTo>
                    <a:pt x="12423" y="12679"/>
                  </a:moveTo>
                  <a:lnTo>
                    <a:pt x="13168" y="12749"/>
                  </a:lnTo>
                  <a:lnTo>
                    <a:pt x="8468" y="18378"/>
                  </a:lnTo>
                  <a:lnTo>
                    <a:pt x="3769" y="12749"/>
                  </a:lnTo>
                  <a:lnTo>
                    <a:pt x="4513" y="12679"/>
                  </a:lnTo>
                  <a:lnTo>
                    <a:pt x="6561" y="15121"/>
                  </a:lnTo>
                  <a:lnTo>
                    <a:pt x="8468" y="13446"/>
                  </a:lnTo>
                  <a:lnTo>
                    <a:pt x="10376" y="15121"/>
                  </a:lnTo>
                  <a:lnTo>
                    <a:pt x="12423" y="12679"/>
                  </a:lnTo>
                  <a:close/>
                  <a:moveTo>
                    <a:pt x="3094" y="12818"/>
                  </a:moveTo>
                  <a:lnTo>
                    <a:pt x="7863" y="18541"/>
                  </a:lnTo>
                  <a:lnTo>
                    <a:pt x="3536" y="18541"/>
                  </a:lnTo>
                  <a:lnTo>
                    <a:pt x="3536" y="16168"/>
                  </a:lnTo>
                  <a:lnTo>
                    <a:pt x="2978" y="16168"/>
                  </a:lnTo>
                  <a:lnTo>
                    <a:pt x="2978" y="18541"/>
                  </a:lnTo>
                  <a:lnTo>
                    <a:pt x="559" y="18541"/>
                  </a:lnTo>
                  <a:lnTo>
                    <a:pt x="559" y="15470"/>
                  </a:lnTo>
                  <a:cubicBezTo>
                    <a:pt x="559" y="14121"/>
                    <a:pt x="1606" y="13028"/>
                    <a:pt x="3094" y="12818"/>
                  </a:cubicBezTo>
                  <a:close/>
                  <a:moveTo>
                    <a:pt x="6444" y="0"/>
                  </a:moveTo>
                  <a:cubicBezTo>
                    <a:pt x="5933" y="0"/>
                    <a:pt x="5467" y="349"/>
                    <a:pt x="5374" y="861"/>
                  </a:cubicBezTo>
                  <a:cubicBezTo>
                    <a:pt x="4862" y="977"/>
                    <a:pt x="4490" y="1419"/>
                    <a:pt x="4490" y="1954"/>
                  </a:cubicBezTo>
                  <a:lnTo>
                    <a:pt x="4490" y="2512"/>
                  </a:lnTo>
                  <a:lnTo>
                    <a:pt x="5049" y="2512"/>
                  </a:lnTo>
                  <a:lnTo>
                    <a:pt x="5049" y="1954"/>
                  </a:lnTo>
                  <a:cubicBezTo>
                    <a:pt x="5049" y="1628"/>
                    <a:pt x="5304" y="1396"/>
                    <a:pt x="5607" y="1396"/>
                  </a:cubicBezTo>
                  <a:lnTo>
                    <a:pt x="5909" y="1396"/>
                  </a:lnTo>
                  <a:lnTo>
                    <a:pt x="5909" y="1093"/>
                  </a:lnTo>
                  <a:cubicBezTo>
                    <a:pt x="5887" y="804"/>
                    <a:pt x="6121" y="557"/>
                    <a:pt x="6406" y="557"/>
                  </a:cubicBezTo>
                  <a:cubicBezTo>
                    <a:pt x="6419" y="557"/>
                    <a:pt x="6432" y="557"/>
                    <a:pt x="6444" y="558"/>
                  </a:cubicBezTo>
                  <a:lnTo>
                    <a:pt x="10469" y="558"/>
                  </a:lnTo>
                  <a:cubicBezTo>
                    <a:pt x="11260" y="558"/>
                    <a:pt x="11865" y="1186"/>
                    <a:pt x="11865" y="1954"/>
                  </a:cubicBezTo>
                  <a:lnTo>
                    <a:pt x="11865" y="4164"/>
                  </a:lnTo>
                  <a:lnTo>
                    <a:pt x="7073" y="2954"/>
                  </a:lnTo>
                  <a:lnTo>
                    <a:pt x="5049" y="4048"/>
                  </a:lnTo>
                  <a:lnTo>
                    <a:pt x="5049" y="3048"/>
                  </a:lnTo>
                  <a:lnTo>
                    <a:pt x="4490" y="3048"/>
                  </a:lnTo>
                  <a:lnTo>
                    <a:pt x="4490" y="4792"/>
                  </a:lnTo>
                  <a:lnTo>
                    <a:pt x="4048" y="4792"/>
                  </a:lnTo>
                  <a:cubicBezTo>
                    <a:pt x="3583" y="4792"/>
                    <a:pt x="3211" y="5165"/>
                    <a:pt x="3211" y="5630"/>
                  </a:cubicBezTo>
                  <a:lnTo>
                    <a:pt x="3211" y="7072"/>
                  </a:lnTo>
                  <a:cubicBezTo>
                    <a:pt x="3211" y="7607"/>
                    <a:pt x="3699" y="7793"/>
                    <a:pt x="3955" y="7886"/>
                  </a:cubicBezTo>
                  <a:lnTo>
                    <a:pt x="4490" y="8096"/>
                  </a:lnTo>
                  <a:lnTo>
                    <a:pt x="4490" y="8910"/>
                  </a:lnTo>
                  <a:lnTo>
                    <a:pt x="5746" y="10190"/>
                  </a:lnTo>
                  <a:lnTo>
                    <a:pt x="5746" y="11748"/>
                  </a:lnTo>
                  <a:lnTo>
                    <a:pt x="4583" y="12097"/>
                  </a:lnTo>
                  <a:lnTo>
                    <a:pt x="3187" y="12237"/>
                  </a:lnTo>
                  <a:cubicBezTo>
                    <a:pt x="1326" y="12423"/>
                    <a:pt x="0" y="13772"/>
                    <a:pt x="0" y="15470"/>
                  </a:cubicBezTo>
                  <a:lnTo>
                    <a:pt x="0" y="19100"/>
                  </a:lnTo>
                  <a:lnTo>
                    <a:pt x="15005" y="19100"/>
                  </a:lnTo>
                  <a:lnTo>
                    <a:pt x="15005" y="18541"/>
                  </a:lnTo>
                  <a:lnTo>
                    <a:pt x="13982" y="18541"/>
                  </a:lnTo>
                  <a:lnTo>
                    <a:pt x="13982" y="16168"/>
                  </a:lnTo>
                  <a:lnTo>
                    <a:pt x="13424" y="16168"/>
                  </a:lnTo>
                  <a:lnTo>
                    <a:pt x="13424" y="18541"/>
                  </a:lnTo>
                  <a:lnTo>
                    <a:pt x="9073" y="18541"/>
                  </a:lnTo>
                  <a:lnTo>
                    <a:pt x="13842" y="12818"/>
                  </a:lnTo>
                  <a:cubicBezTo>
                    <a:pt x="15331" y="13028"/>
                    <a:pt x="16401" y="14121"/>
                    <a:pt x="16401" y="15470"/>
                  </a:cubicBezTo>
                  <a:lnTo>
                    <a:pt x="16401" y="18541"/>
                  </a:lnTo>
                  <a:lnTo>
                    <a:pt x="15541" y="18541"/>
                  </a:lnTo>
                  <a:lnTo>
                    <a:pt x="15541" y="19100"/>
                  </a:lnTo>
                  <a:lnTo>
                    <a:pt x="16960" y="19100"/>
                  </a:lnTo>
                  <a:lnTo>
                    <a:pt x="16960" y="15470"/>
                  </a:lnTo>
                  <a:cubicBezTo>
                    <a:pt x="16960" y="13795"/>
                    <a:pt x="15610" y="12423"/>
                    <a:pt x="13749" y="12237"/>
                  </a:cubicBezTo>
                  <a:lnTo>
                    <a:pt x="12353" y="12120"/>
                  </a:lnTo>
                  <a:lnTo>
                    <a:pt x="11167" y="11748"/>
                  </a:lnTo>
                  <a:lnTo>
                    <a:pt x="11167" y="10190"/>
                  </a:lnTo>
                  <a:lnTo>
                    <a:pt x="12446" y="8933"/>
                  </a:lnTo>
                  <a:lnTo>
                    <a:pt x="12446" y="8119"/>
                  </a:lnTo>
                  <a:lnTo>
                    <a:pt x="12982" y="7910"/>
                  </a:lnTo>
                  <a:cubicBezTo>
                    <a:pt x="13214" y="7817"/>
                    <a:pt x="13703" y="7607"/>
                    <a:pt x="13703" y="7072"/>
                  </a:cubicBezTo>
                  <a:lnTo>
                    <a:pt x="13703" y="5653"/>
                  </a:lnTo>
                  <a:cubicBezTo>
                    <a:pt x="13703" y="5188"/>
                    <a:pt x="13330" y="4816"/>
                    <a:pt x="12865" y="4816"/>
                  </a:cubicBezTo>
                  <a:lnTo>
                    <a:pt x="12423" y="4816"/>
                  </a:lnTo>
                  <a:lnTo>
                    <a:pt x="12423" y="1954"/>
                  </a:lnTo>
                  <a:cubicBezTo>
                    <a:pt x="12423" y="884"/>
                    <a:pt x="11562" y="0"/>
                    <a:pt x="104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109"/>
            <p:cNvSpPr/>
            <p:nvPr/>
          </p:nvSpPr>
          <p:spPr>
            <a:xfrm>
              <a:off x="4934900" y="1648575"/>
              <a:ext cx="13975" cy="13975"/>
            </a:xfrm>
            <a:custGeom>
              <a:avLst/>
              <a:gdLst/>
              <a:ahLst/>
              <a:cxnLst/>
              <a:rect l="l" t="t" r="r" b="b"/>
              <a:pathLst>
                <a:path w="559" h="559" extrusionOk="0">
                  <a:moveTo>
                    <a:pt x="0" y="0"/>
                  </a:moveTo>
                  <a:lnTo>
                    <a:pt x="0" y="558"/>
                  </a:lnTo>
                  <a:lnTo>
                    <a:pt x="559" y="558"/>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109"/>
            <p:cNvSpPr/>
            <p:nvPr/>
          </p:nvSpPr>
          <p:spPr>
            <a:xfrm>
              <a:off x="4919775" y="1451400"/>
              <a:ext cx="44225" cy="14000"/>
            </a:xfrm>
            <a:custGeom>
              <a:avLst/>
              <a:gdLst/>
              <a:ahLst/>
              <a:cxnLst/>
              <a:rect l="l" t="t" r="r" b="b"/>
              <a:pathLst>
                <a:path w="1769" h="560" extrusionOk="0">
                  <a:moveTo>
                    <a:pt x="0" y="1"/>
                  </a:moveTo>
                  <a:lnTo>
                    <a:pt x="0" y="559"/>
                  </a:lnTo>
                  <a:lnTo>
                    <a:pt x="1768" y="559"/>
                  </a:lnTo>
                  <a:lnTo>
                    <a:pt x="176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109"/>
            <p:cNvSpPr/>
            <p:nvPr/>
          </p:nvSpPr>
          <p:spPr>
            <a:xfrm>
              <a:off x="4934900" y="1620650"/>
              <a:ext cx="13975" cy="13975"/>
            </a:xfrm>
            <a:custGeom>
              <a:avLst/>
              <a:gdLst/>
              <a:ahLst/>
              <a:cxnLst/>
              <a:rect l="l" t="t" r="r" b="b"/>
              <a:pathLst>
                <a:path w="559" h="559" extrusionOk="0">
                  <a:moveTo>
                    <a:pt x="0" y="1"/>
                  </a:moveTo>
                  <a:lnTo>
                    <a:pt x="0"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109"/>
            <p:cNvSpPr/>
            <p:nvPr/>
          </p:nvSpPr>
          <p:spPr>
            <a:xfrm>
              <a:off x="4934900" y="1592725"/>
              <a:ext cx="13975" cy="14000"/>
            </a:xfrm>
            <a:custGeom>
              <a:avLst/>
              <a:gdLst/>
              <a:ahLst/>
              <a:cxnLst/>
              <a:rect l="l" t="t" r="r" b="b"/>
              <a:pathLst>
                <a:path w="559" h="560" extrusionOk="0">
                  <a:moveTo>
                    <a:pt x="0" y="1"/>
                  </a:moveTo>
                  <a:lnTo>
                    <a:pt x="0"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109"/>
            <p:cNvSpPr/>
            <p:nvPr/>
          </p:nvSpPr>
          <p:spPr>
            <a:xfrm>
              <a:off x="4881975" y="1391500"/>
              <a:ext cx="13975" cy="13975"/>
            </a:xfrm>
            <a:custGeom>
              <a:avLst/>
              <a:gdLst/>
              <a:ahLst/>
              <a:cxnLst/>
              <a:rect l="l" t="t" r="r" b="b"/>
              <a:pathLst>
                <a:path w="559" h="559" extrusionOk="0">
                  <a:moveTo>
                    <a:pt x="0" y="1"/>
                  </a:moveTo>
                  <a:lnTo>
                    <a:pt x="0" y="559"/>
                  </a:lnTo>
                  <a:lnTo>
                    <a:pt x="558" y="559"/>
                  </a:lnTo>
                  <a:lnTo>
                    <a:pt x="5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109"/>
            <p:cNvSpPr/>
            <p:nvPr/>
          </p:nvSpPr>
          <p:spPr>
            <a:xfrm>
              <a:off x="4987825" y="1391500"/>
              <a:ext cx="13975" cy="13975"/>
            </a:xfrm>
            <a:custGeom>
              <a:avLst/>
              <a:gdLst/>
              <a:ahLst/>
              <a:cxnLst/>
              <a:rect l="l" t="t" r="r" b="b"/>
              <a:pathLst>
                <a:path w="559" h="559" extrusionOk="0">
                  <a:moveTo>
                    <a:pt x="0" y="1"/>
                  </a:moveTo>
                  <a:lnTo>
                    <a:pt x="0"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9" name="Google Shape;3579;p109"/>
          <p:cNvGrpSpPr/>
          <p:nvPr/>
        </p:nvGrpSpPr>
        <p:grpSpPr>
          <a:xfrm>
            <a:off x="7171453" y="2464294"/>
            <a:ext cx="594372" cy="741558"/>
            <a:chOff x="6230100" y="1229250"/>
            <a:chExt cx="382725" cy="477500"/>
          </a:xfrm>
        </p:grpSpPr>
        <p:sp>
          <p:nvSpPr>
            <p:cNvPr id="3580" name="Google Shape;3580;p109"/>
            <p:cNvSpPr/>
            <p:nvPr/>
          </p:nvSpPr>
          <p:spPr>
            <a:xfrm>
              <a:off x="6317925" y="1236800"/>
              <a:ext cx="207075" cy="164625"/>
            </a:xfrm>
            <a:custGeom>
              <a:avLst/>
              <a:gdLst/>
              <a:ahLst/>
              <a:cxnLst/>
              <a:rect l="l" t="t" r="r" b="b"/>
              <a:pathLst>
                <a:path w="8283" h="6585" extrusionOk="0">
                  <a:moveTo>
                    <a:pt x="2187" y="5072"/>
                  </a:moveTo>
                  <a:cubicBezTo>
                    <a:pt x="2816" y="5979"/>
                    <a:pt x="3490" y="6584"/>
                    <a:pt x="4700" y="6584"/>
                  </a:cubicBezTo>
                  <a:lnTo>
                    <a:pt x="8283" y="6584"/>
                  </a:lnTo>
                  <a:lnTo>
                    <a:pt x="8283" y="5025"/>
                  </a:lnTo>
                  <a:cubicBezTo>
                    <a:pt x="8259" y="3676"/>
                    <a:pt x="7329" y="2536"/>
                    <a:pt x="6049" y="2280"/>
                  </a:cubicBezTo>
                  <a:lnTo>
                    <a:pt x="6049" y="1117"/>
                  </a:lnTo>
                  <a:cubicBezTo>
                    <a:pt x="6026" y="489"/>
                    <a:pt x="5537" y="0"/>
                    <a:pt x="4909" y="0"/>
                  </a:cubicBezTo>
                  <a:lnTo>
                    <a:pt x="3351" y="0"/>
                  </a:lnTo>
                  <a:cubicBezTo>
                    <a:pt x="2746" y="0"/>
                    <a:pt x="2234" y="489"/>
                    <a:pt x="2234" y="1117"/>
                  </a:cubicBezTo>
                  <a:lnTo>
                    <a:pt x="2234" y="2280"/>
                  </a:lnTo>
                  <a:cubicBezTo>
                    <a:pt x="931" y="2536"/>
                    <a:pt x="1" y="3676"/>
                    <a:pt x="1" y="5025"/>
                  </a:cubicBezTo>
                  <a:lnTo>
                    <a:pt x="1" y="6584"/>
                  </a:lnTo>
                  <a:lnTo>
                    <a:pt x="838" y="6584"/>
                  </a:lnTo>
                  <a:close/>
                  <a:moveTo>
                    <a:pt x="2187" y="5072"/>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109"/>
            <p:cNvSpPr/>
            <p:nvPr/>
          </p:nvSpPr>
          <p:spPr>
            <a:xfrm>
              <a:off x="6338875" y="1363575"/>
              <a:ext cx="165200" cy="172175"/>
            </a:xfrm>
            <a:custGeom>
              <a:avLst/>
              <a:gdLst/>
              <a:ahLst/>
              <a:cxnLst/>
              <a:rect l="l" t="t" r="r" b="b"/>
              <a:pathLst>
                <a:path w="6608" h="6887" extrusionOk="0">
                  <a:moveTo>
                    <a:pt x="2466" y="6887"/>
                  </a:moveTo>
                  <a:lnTo>
                    <a:pt x="4141" y="6887"/>
                  </a:lnTo>
                  <a:lnTo>
                    <a:pt x="6607" y="4933"/>
                  </a:lnTo>
                  <a:lnTo>
                    <a:pt x="6607" y="1513"/>
                  </a:lnTo>
                  <a:lnTo>
                    <a:pt x="3862" y="1513"/>
                  </a:lnTo>
                  <a:cubicBezTo>
                    <a:pt x="2652" y="1513"/>
                    <a:pt x="2001" y="931"/>
                    <a:pt x="1349" y="1"/>
                  </a:cubicBezTo>
                  <a:lnTo>
                    <a:pt x="0" y="1513"/>
                  </a:lnTo>
                  <a:lnTo>
                    <a:pt x="0" y="4933"/>
                  </a:lnTo>
                  <a:close/>
                  <a:moveTo>
                    <a:pt x="5490" y="2630"/>
                  </a:moveTo>
                  <a:lnTo>
                    <a:pt x="5490" y="3165"/>
                  </a:lnTo>
                  <a:cubicBezTo>
                    <a:pt x="5490" y="3467"/>
                    <a:pt x="5235" y="3723"/>
                    <a:pt x="4932" y="3723"/>
                  </a:cubicBezTo>
                  <a:lnTo>
                    <a:pt x="4420" y="3723"/>
                  </a:lnTo>
                  <a:cubicBezTo>
                    <a:pt x="4118" y="3723"/>
                    <a:pt x="3862" y="3467"/>
                    <a:pt x="3862" y="3165"/>
                  </a:cubicBezTo>
                  <a:lnTo>
                    <a:pt x="3862" y="2630"/>
                  </a:lnTo>
                  <a:close/>
                  <a:moveTo>
                    <a:pt x="2745" y="2630"/>
                  </a:moveTo>
                  <a:lnTo>
                    <a:pt x="2745" y="3165"/>
                  </a:lnTo>
                  <a:cubicBezTo>
                    <a:pt x="2745" y="3467"/>
                    <a:pt x="2489" y="3723"/>
                    <a:pt x="2187" y="3723"/>
                  </a:cubicBezTo>
                  <a:lnTo>
                    <a:pt x="1675" y="3723"/>
                  </a:lnTo>
                  <a:cubicBezTo>
                    <a:pt x="1373" y="3723"/>
                    <a:pt x="1117" y="3467"/>
                    <a:pt x="1117" y="3165"/>
                  </a:cubicBezTo>
                  <a:lnTo>
                    <a:pt x="1117" y="2630"/>
                  </a:lnTo>
                  <a:close/>
                  <a:moveTo>
                    <a:pt x="2745" y="263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109"/>
            <p:cNvSpPr/>
            <p:nvPr/>
          </p:nvSpPr>
          <p:spPr>
            <a:xfrm>
              <a:off x="6366775" y="1429300"/>
              <a:ext cx="108800" cy="27375"/>
            </a:xfrm>
            <a:custGeom>
              <a:avLst/>
              <a:gdLst/>
              <a:ahLst/>
              <a:cxnLst/>
              <a:rect l="l" t="t" r="r" b="b"/>
              <a:pathLst>
                <a:path w="4352" h="1095" extrusionOk="0">
                  <a:moveTo>
                    <a:pt x="559" y="1094"/>
                  </a:moveTo>
                  <a:lnTo>
                    <a:pt x="1048" y="1094"/>
                  </a:lnTo>
                  <a:cubicBezTo>
                    <a:pt x="1373" y="1094"/>
                    <a:pt x="1606" y="838"/>
                    <a:pt x="1606" y="536"/>
                  </a:cubicBezTo>
                  <a:lnTo>
                    <a:pt x="1606" y="1"/>
                  </a:lnTo>
                  <a:lnTo>
                    <a:pt x="1" y="1"/>
                  </a:lnTo>
                  <a:lnTo>
                    <a:pt x="1" y="536"/>
                  </a:lnTo>
                  <a:cubicBezTo>
                    <a:pt x="1" y="838"/>
                    <a:pt x="233" y="1094"/>
                    <a:pt x="559" y="1094"/>
                  </a:cubicBezTo>
                  <a:close/>
                  <a:moveTo>
                    <a:pt x="3304" y="1094"/>
                  </a:moveTo>
                  <a:lnTo>
                    <a:pt x="3793" y="1094"/>
                  </a:lnTo>
                  <a:cubicBezTo>
                    <a:pt x="4119" y="1094"/>
                    <a:pt x="4351" y="838"/>
                    <a:pt x="4351" y="536"/>
                  </a:cubicBezTo>
                  <a:lnTo>
                    <a:pt x="4351" y="1"/>
                  </a:lnTo>
                  <a:lnTo>
                    <a:pt x="2746" y="1"/>
                  </a:lnTo>
                  <a:lnTo>
                    <a:pt x="2746" y="536"/>
                  </a:lnTo>
                  <a:cubicBezTo>
                    <a:pt x="2746" y="838"/>
                    <a:pt x="2979" y="1094"/>
                    <a:pt x="3304" y="1094"/>
                  </a:cubicBezTo>
                  <a:close/>
                  <a:moveTo>
                    <a:pt x="3304" y="1094"/>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109"/>
            <p:cNvSpPr/>
            <p:nvPr/>
          </p:nvSpPr>
          <p:spPr>
            <a:xfrm>
              <a:off x="6303975" y="1401400"/>
              <a:ext cx="234975" cy="55275"/>
            </a:xfrm>
            <a:custGeom>
              <a:avLst/>
              <a:gdLst/>
              <a:ahLst/>
              <a:cxnLst/>
              <a:rect l="l" t="t" r="r" b="b"/>
              <a:pathLst>
                <a:path w="9399" h="2211" extrusionOk="0">
                  <a:moveTo>
                    <a:pt x="8003" y="2210"/>
                  </a:moveTo>
                  <a:lnTo>
                    <a:pt x="8841" y="2210"/>
                  </a:lnTo>
                  <a:cubicBezTo>
                    <a:pt x="9143" y="2210"/>
                    <a:pt x="9399" y="1954"/>
                    <a:pt x="9399" y="1652"/>
                  </a:cubicBezTo>
                  <a:lnTo>
                    <a:pt x="9399" y="558"/>
                  </a:lnTo>
                  <a:cubicBezTo>
                    <a:pt x="9399" y="256"/>
                    <a:pt x="9143" y="0"/>
                    <a:pt x="8841" y="0"/>
                  </a:cubicBezTo>
                  <a:lnTo>
                    <a:pt x="8003" y="0"/>
                  </a:lnTo>
                  <a:close/>
                  <a:moveTo>
                    <a:pt x="559" y="2210"/>
                  </a:moveTo>
                  <a:lnTo>
                    <a:pt x="1396" y="2210"/>
                  </a:lnTo>
                  <a:lnTo>
                    <a:pt x="1396" y="0"/>
                  </a:lnTo>
                  <a:lnTo>
                    <a:pt x="559" y="0"/>
                  </a:lnTo>
                  <a:cubicBezTo>
                    <a:pt x="256" y="0"/>
                    <a:pt x="0" y="256"/>
                    <a:pt x="0" y="558"/>
                  </a:cubicBezTo>
                  <a:lnTo>
                    <a:pt x="0" y="1652"/>
                  </a:lnTo>
                  <a:cubicBezTo>
                    <a:pt x="0" y="1954"/>
                    <a:pt x="256" y="2210"/>
                    <a:pt x="559" y="2210"/>
                  </a:cubicBezTo>
                  <a:close/>
                  <a:moveTo>
                    <a:pt x="559" y="221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109"/>
            <p:cNvSpPr/>
            <p:nvPr/>
          </p:nvSpPr>
          <p:spPr>
            <a:xfrm>
              <a:off x="6372600" y="1518875"/>
              <a:ext cx="97725" cy="70975"/>
            </a:xfrm>
            <a:custGeom>
              <a:avLst/>
              <a:gdLst/>
              <a:ahLst/>
              <a:cxnLst/>
              <a:rect l="l" t="t" r="r" b="b"/>
              <a:pathLst>
                <a:path w="3909" h="2839" extrusionOk="0">
                  <a:moveTo>
                    <a:pt x="0" y="1303"/>
                  </a:moveTo>
                  <a:lnTo>
                    <a:pt x="1955" y="2839"/>
                  </a:lnTo>
                  <a:lnTo>
                    <a:pt x="3909" y="1303"/>
                  </a:lnTo>
                  <a:lnTo>
                    <a:pt x="3606" y="0"/>
                  </a:lnTo>
                  <a:lnTo>
                    <a:pt x="2769" y="675"/>
                  </a:lnTo>
                  <a:lnTo>
                    <a:pt x="1117" y="675"/>
                  </a:lnTo>
                  <a:lnTo>
                    <a:pt x="280" y="0"/>
                  </a:lnTo>
                  <a:close/>
                  <a:moveTo>
                    <a:pt x="0" y="1303"/>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109"/>
            <p:cNvSpPr/>
            <p:nvPr/>
          </p:nvSpPr>
          <p:spPr>
            <a:xfrm>
              <a:off x="6330150" y="1551450"/>
              <a:ext cx="182050" cy="84925"/>
            </a:xfrm>
            <a:custGeom>
              <a:avLst/>
              <a:gdLst/>
              <a:ahLst/>
              <a:cxnLst/>
              <a:rect l="l" t="t" r="r" b="b"/>
              <a:pathLst>
                <a:path w="7282" h="3397" extrusionOk="0">
                  <a:moveTo>
                    <a:pt x="3653" y="1536"/>
                  </a:moveTo>
                  <a:lnTo>
                    <a:pt x="5537" y="3397"/>
                  </a:lnTo>
                  <a:lnTo>
                    <a:pt x="7282" y="838"/>
                  </a:lnTo>
                  <a:lnTo>
                    <a:pt x="5607" y="0"/>
                  </a:lnTo>
                  <a:lnTo>
                    <a:pt x="3653" y="1536"/>
                  </a:lnTo>
                  <a:lnTo>
                    <a:pt x="1698" y="0"/>
                  </a:lnTo>
                  <a:lnTo>
                    <a:pt x="0" y="838"/>
                  </a:lnTo>
                  <a:lnTo>
                    <a:pt x="1745" y="3397"/>
                  </a:lnTo>
                  <a:close/>
                  <a:moveTo>
                    <a:pt x="3653" y="1536"/>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109"/>
            <p:cNvSpPr/>
            <p:nvPr/>
          </p:nvSpPr>
          <p:spPr>
            <a:xfrm>
              <a:off x="6237075" y="1572375"/>
              <a:ext cx="368775" cy="127400"/>
            </a:xfrm>
            <a:custGeom>
              <a:avLst/>
              <a:gdLst/>
              <a:ahLst/>
              <a:cxnLst/>
              <a:rect l="l" t="t" r="r" b="b"/>
              <a:pathLst>
                <a:path w="14751" h="5096" extrusionOk="0">
                  <a:moveTo>
                    <a:pt x="14750" y="5095"/>
                  </a:moveTo>
                  <a:lnTo>
                    <a:pt x="14750" y="2606"/>
                  </a:lnTo>
                  <a:cubicBezTo>
                    <a:pt x="14750" y="1489"/>
                    <a:pt x="13773" y="908"/>
                    <a:pt x="12680" y="559"/>
                  </a:cubicBezTo>
                  <a:lnTo>
                    <a:pt x="11005" y="1"/>
                  </a:lnTo>
                  <a:lnTo>
                    <a:pt x="9260" y="2583"/>
                  </a:lnTo>
                  <a:lnTo>
                    <a:pt x="7376" y="699"/>
                  </a:lnTo>
                  <a:lnTo>
                    <a:pt x="5468" y="2583"/>
                  </a:lnTo>
                  <a:lnTo>
                    <a:pt x="3723" y="1"/>
                  </a:lnTo>
                  <a:lnTo>
                    <a:pt x="2048" y="559"/>
                  </a:lnTo>
                  <a:cubicBezTo>
                    <a:pt x="978" y="908"/>
                    <a:pt x="1" y="1489"/>
                    <a:pt x="1" y="2606"/>
                  </a:cubicBezTo>
                  <a:lnTo>
                    <a:pt x="1" y="5095"/>
                  </a:lnTo>
                  <a:close/>
                  <a:moveTo>
                    <a:pt x="14750" y="5095"/>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109"/>
            <p:cNvSpPr/>
            <p:nvPr/>
          </p:nvSpPr>
          <p:spPr>
            <a:xfrm>
              <a:off x="6317925" y="1293800"/>
              <a:ext cx="76800" cy="107625"/>
            </a:xfrm>
            <a:custGeom>
              <a:avLst/>
              <a:gdLst/>
              <a:ahLst/>
              <a:cxnLst/>
              <a:rect l="l" t="t" r="r" b="b"/>
              <a:pathLst>
                <a:path w="3072" h="4305" extrusionOk="0">
                  <a:moveTo>
                    <a:pt x="3071" y="0"/>
                  </a:moveTo>
                  <a:lnTo>
                    <a:pt x="2234" y="0"/>
                  </a:lnTo>
                  <a:cubicBezTo>
                    <a:pt x="931" y="256"/>
                    <a:pt x="1" y="1396"/>
                    <a:pt x="1" y="2722"/>
                  </a:cubicBezTo>
                  <a:lnTo>
                    <a:pt x="1" y="4304"/>
                  </a:lnTo>
                  <a:lnTo>
                    <a:pt x="838" y="4304"/>
                  </a:lnTo>
                  <a:lnTo>
                    <a:pt x="838" y="2722"/>
                  </a:lnTo>
                  <a:cubicBezTo>
                    <a:pt x="838" y="1396"/>
                    <a:pt x="1769" y="256"/>
                    <a:pt x="3071" y="0"/>
                  </a:cubicBezTo>
                  <a:close/>
                  <a:moveTo>
                    <a:pt x="3071" y="0"/>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109"/>
            <p:cNvSpPr/>
            <p:nvPr/>
          </p:nvSpPr>
          <p:spPr>
            <a:xfrm>
              <a:off x="6373750" y="1236225"/>
              <a:ext cx="48900" cy="57025"/>
            </a:xfrm>
            <a:custGeom>
              <a:avLst/>
              <a:gdLst/>
              <a:ahLst/>
              <a:cxnLst/>
              <a:rect l="l" t="t" r="r" b="b"/>
              <a:pathLst>
                <a:path w="1956" h="2281" extrusionOk="0">
                  <a:moveTo>
                    <a:pt x="1955" y="0"/>
                  </a:moveTo>
                  <a:lnTo>
                    <a:pt x="1118" y="0"/>
                  </a:lnTo>
                  <a:cubicBezTo>
                    <a:pt x="513" y="0"/>
                    <a:pt x="1" y="512"/>
                    <a:pt x="1" y="1117"/>
                  </a:cubicBezTo>
                  <a:lnTo>
                    <a:pt x="1" y="2280"/>
                  </a:lnTo>
                  <a:lnTo>
                    <a:pt x="838" y="2280"/>
                  </a:lnTo>
                  <a:lnTo>
                    <a:pt x="838" y="1117"/>
                  </a:lnTo>
                  <a:cubicBezTo>
                    <a:pt x="838" y="512"/>
                    <a:pt x="1350" y="0"/>
                    <a:pt x="1955" y="0"/>
                  </a:cubicBezTo>
                  <a:close/>
                  <a:moveTo>
                    <a:pt x="1955" y="0"/>
                  </a:moveTo>
                  <a:close/>
                </a:path>
              </a:pathLst>
            </a:custGeom>
            <a:solidFill>
              <a:srgbClr val="7286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109"/>
            <p:cNvSpPr/>
            <p:nvPr/>
          </p:nvSpPr>
          <p:spPr>
            <a:xfrm>
              <a:off x="6303975" y="1401400"/>
              <a:ext cx="214050" cy="55275"/>
            </a:xfrm>
            <a:custGeom>
              <a:avLst/>
              <a:gdLst/>
              <a:ahLst/>
              <a:cxnLst/>
              <a:rect l="l" t="t" r="r" b="b"/>
              <a:pathLst>
                <a:path w="8562" h="2211" extrusionOk="0">
                  <a:moveTo>
                    <a:pt x="8003" y="2210"/>
                  </a:moveTo>
                  <a:lnTo>
                    <a:pt x="8561" y="2210"/>
                  </a:lnTo>
                  <a:lnTo>
                    <a:pt x="8561" y="0"/>
                  </a:lnTo>
                  <a:lnTo>
                    <a:pt x="8003" y="0"/>
                  </a:lnTo>
                  <a:close/>
                  <a:moveTo>
                    <a:pt x="559" y="2210"/>
                  </a:moveTo>
                  <a:lnTo>
                    <a:pt x="1117" y="2210"/>
                  </a:lnTo>
                  <a:cubicBezTo>
                    <a:pt x="815" y="2210"/>
                    <a:pt x="559" y="1954"/>
                    <a:pt x="559" y="1652"/>
                  </a:cubicBezTo>
                  <a:lnTo>
                    <a:pt x="559" y="558"/>
                  </a:lnTo>
                  <a:cubicBezTo>
                    <a:pt x="559" y="256"/>
                    <a:pt x="815" y="0"/>
                    <a:pt x="1117" y="0"/>
                  </a:cubicBezTo>
                  <a:lnTo>
                    <a:pt x="559" y="0"/>
                  </a:lnTo>
                  <a:cubicBezTo>
                    <a:pt x="256" y="0"/>
                    <a:pt x="0" y="256"/>
                    <a:pt x="0" y="558"/>
                  </a:cubicBezTo>
                  <a:lnTo>
                    <a:pt x="0" y="1652"/>
                  </a:lnTo>
                  <a:cubicBezTo>
                    <a:pt x="0" y="1954"/>
                    <a:pt x="256" y="2210"/>
                    <a:pt x="559" y="2210"/>
                  </a:cubicBezTo>
                  <a:close/>
                  <a:moveTo>
                    <a:pt x="559" y="2210"/>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109"/>
            <p:cNvSpPr/>
            <p:nvPr/>
          </p:nvSpPr>
          <p:spPr>
            <a:xfrm>
              <a:off x="6338875" y="1377550"/>
              <a:ext cx="82600" cy="158200"/>
            </a:xfrm>
            <a:custGeom>
              <a:avLst/>
              <a:gdLst/>
              <a:ahLst/>
              <a:cxnLst/>
              <a:rect l="l" t="t" r="r" b="b"/>
              <a:pathLst>
                <a:path w="3304" h="6328" extrusionOk="0">
                  <a:moveTo>
                    <a:pt x="2466" y="6328"/>
                  </a:moveTo>
                  <a:lnTo>
                    <a:pt x="3304" y="6328"/>
                  </a:lnTo>
                  <a:lnTo>
                    <a:pt x="838" y="4374"/>
                  </a:lnTo>
                  <a:lnTo>
                    <a:pt x="838" y="0"/>
                  </a:lnTo>
                  <a:lnTo>
                    <a:pt x="0" y="954"/>
                  </a:lnTo>
                  <a:lnTo>
                    <a:pt x="0" y="4374"/>
                  </a:lnTo>
                  <a:close/>
                  <a:moveTo>
                    <a:pt x="2466" y="6328"/>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109"/>
            <p:cNvSpPr/>
            <p:nvPr/>
          </p:nvSpPr>
          <p:spPr>
            <a:xfrm>
              <a:off x="6366775" y="1429300"/>
              <a:ext cx="94825" cy="27375"/>
            </a:xfrm>
            <a:custGeom>
              <a:avLst/>
              <a:gdLst/>
              <a:ahLst/>
              <a:cxnLst/>
              <a:rect l="l" t="t" r="r" b="b"/>
              <a:pathLst>
                <a:path w="3793" h="1095" extrusionOk="0">
                  <a:moveTo>
                    <a:pt x="559" y="1094"/>
                  </a:moveTo>
                  <a:lnTo>
                    <a:pt x="1048" y="1094"/>
                  </a:lnTo>
                  <a:cubicBezTo>
                    <a:pt x="769" y="1048"/>
                    <a:pt x="559" y="815"/>
                    <a:pt x="559" y="536"/>
                  </a:cubicBezTo>
                  <a:lnTo>
                    <a:pt x="559" y="1"/>
                  </a:lnTo>
                  <a:lnTo>
                    <a:pt x="1" y="1"/>
                  </a:lnTo>
                  <a:lnTo>
                    <a:pt x="1" y="536"/>
                  </a:lnTo>
                  <a:cubicBezTo>
                    <a:pt x="1" y="838"/>
                    <a:pt x="257" y="1094"/>
                    <a:pt x="559" y="1094"/>
                  </a:cubicBezTo>
                  <a:close/>
                  <a:moveTo>
                    <a:pt x="3304" y="1094"/>
                  </a:moveTo>
                  <a:lnTo>
                    <a:pt x="3793" y="1094"/>
                  </a:lnTo>
                  <a:cubicBezTo>
                    <a:pt x="3514" y="1048"/>
                    <a:pt x="3304" y="815"/>
                    <a:pt x="3304" y="536"/>
                  </a:cubicBezTo>
                  <a:lnTo>
                    <a:pt x="3304" y="1"/>
                  </a:lnTo>
                  <a:lnTo>
                    <a:pt x="2746" y="1"/>
                  </a:lnTo>
                  <a:lnTo>
                    <a:pt x="2746" y="536"/>
                  </a:lnTo>
                  <a:cubicBezTo>
                    <a:pt x="2746" y="838"/>
                    <a:pt x="3002" y="1094"/>
                    <a:pt x="3304" y="1094"/>
                  </a:cubicBezTo>
                  <a:close/>
                  <a:moveTo>
                    <a:pt x="3304" y="1094"/>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109"/>
            <p:cNvSpPr/>
            <p:nvPr/>
          </p:nvSpPr>
          <p:spPr>
            <a:xfrm>
              <a:off x="6372600" y="1518875"/>
              <a:ext cx="25025" cy="47125"/>
            </a:xfrm>
            <a:custGeom>
              <a:avLst/>
              <a:gdLst/>
              <a:ahLst/>
              <a:cxnLst/>
              <a:rect l="l" t="t" r="r" b="b"/>
              <a:pathLst>
                <a:path w="1001" h="1885" extrusionOk="0">
                  <a:moveTo>
                    <a:pt x="0" y="1303"/>
                  </a:moveTo>
                  <a:lnTo>
                    <a:pt x="745" y="1885"/>
                  </a:lnTo>
                  <a:lnTo>
                    <a:pt x="1001" y="582"/>
                  </a:lnTo>
                  <a:lnTo>
                    <a:pt x="280" y="0"/>
                  </a:lnTo>
                  <a:close/>
                  <a:moveTo>
                    <a:pt x="0" y="1303"/>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109"/>
            <p:cNvSpPr/>
            <p:nvPr/>
          </p:nvSpPr>
          <p:spPr>
            <a:xfrm>
              <a:off x="6237075" y="1588075"/>
              <a:ext cx="46575" cy="111700"/>
            </a:xfrm>
            <a:custGeom>
              <a:avLst/>
              <a:gdLst/>
              <a:ahLst/>
              <a:cxnLst/>
              <a:rect l="l" t="t" r="r" b="b"/>
              <a:pathLst>
                <a:path w="1863" h="4468" extrusionOk="0">
                  <a:moveTo>
                    <a:pt x="1862" y="1"/>
                  </a:moveTo>
                  <a:cubicBezTo>
                    <a:pt x="862" y="350"/>
                    <a:pt x="1" y="931"/>
                    <a:pt x="1" y="1978"/>
                  </a:cubicBezTo>
                  <a:lnTo>
                    <a:pt x="1" y="4467"/>
                  </a:lnTo>
                  <a:lnTo>
                    <a:pt x="838" y="4467"/>
                  </a:lnTo>
                  <a:lnTo>
                    <a:pt x="838" y="1978"/>
                  </a:lnTo>
                  <a:cubicBezTo>
                    <a:pt x="838" y="1304"/>
                    <a:pt x="1280" y="559"/>
                    <a:pt x="1862" y="1"/>
                  </a:cubicBezTo>
                  <a:close/>
                  <a:moveTo>
                    <a:pt x="1862" y="1"/>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109"/>
            <p:cNvSpPr/>
            <p:nvPr/>
          </p:nvSpPr>
          <p:spPr>
            <a:xfrm>
              <a:off x="6426675" y="1257150"/>
              <a:ext cx="77400" cy="105300"/>
            </a:xfrm>
            <a:custGeom>
              <a:avLst/>
              <a:gdLst/>
              <a:ahLst/>
              <a:cxnLst/>
              <a:rect l="l" t="t" r="r" b="b"/>
              <a:pathLst>
                <a:path w="3096" h="4212" extrusionOk="0">
                  <a:moveTo>
                    <a:pt x="1" y="1"/>
                  </a:moveTo>
                  <a:lnTo>
                    <a:pt x="1" y="559"/>
                  </a:lnTo>
                  <a:lnTo>
                    <a:pt x="559" y="559"/>
                  </a:lnTo>
                  <a:lnTo>
                    <a:pt x="559" y="1"/>
                  </a:lnTo>
                  <a:close/>
                  <a:moveTo>
                    <a:pt x="1" y="2234"/>
                  </a:moveTo>
                  <a:lnTo>
                    <a:pt x="1" y="2792"/>
                  </a:lnTo>
                  <a:lnTo>
                    <a:pt x="559" y="2792"/>
                  </a:lnTo>
                  <a:lnTo>
                    <a:pt x="559" y="2234"/>
                  </a:lnTo>
                  <a:close/>
                  <a:moveTo>
                    <a:pt x="1118" y="2234"/>
                  </a:moveTo>
                  <a:lnTo>
                    <a:pt x="1118" y="2792"/>
                  </a:lnTo>
                  <a:cubicBezTo>
                    <a:pt x="1909" y="2792"/>
                    <a:pt x="2537" y="3420"/>
                    <a:pt x="2537" y="4211"/>
                  </a:cubicBezTo>
                  <a:lnTo>
                    <a:pt x="3095" y="4211"/>
                  </a:lnTo>
                  <a:cubicBezTo>
                    <a:pt x="3072" y="3118"/>
                    <a:pt x="2211" y="2234"/>
                    <a:pt x="1118" y="2234"/>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109"/>
            <p:cNvSpPr/>
            <p:nvPr/>
          </p:nvSpPr>
          <p:spPr>
            <a:xfrm>
              <a:off x="6230100" y="1229250"/>
              <a:ext cx="382725" cy="477500"/>
            </a:xfrm>
            <a:custGeom>
              <a:avLst/>
              <a:gdLst/>
              <a:ahLst/>
              <a:cxnLst/>
              <a:rect l="l" t="t" r="r" b="b"/>
              <a:pathLst>
                <a:path w="15309" h="19100" extrusionOk="0">
                  <a:moveTo>
                    <a:pt x="5677" y="5816"/>
                  </a:moveTo>
                  <a:cubicBezTo>
                    <a:pt x="6305" y="6630"/>
                    <a:pt x="7026" y="7165"/>
                    <a:pt x="8213" y="7165"/>
                  </a:cubicBezTo>
                  <a:lnTo>
                    <a:pt x="10679" y="7165"/>
                  </a:lnTo>
                  <a:lnTo>
                    <a:pt x="10679" y="7724"/>
                  </a:lnTo>
                  <a:lnTo>
                    <a:pt x="4630" y="7724"/>
                  </a:lnTo>
                  <a:lnTo>
                    <a:pt x="4630" y="6979"/>
                  </a:lnTo>
                  <a:lnTo>
                    <a:pt x="5677" y="5816"/>
                  </a:lnTo>
                  <a:close/>
                  <a:moveTo>
                    <a:pt x="4072" y="7119"/>
                  </a:moveTo>
                  <a:lnTo>
                    <a:pt x="4072" y="8770"/>
                  </a:lnTo>
                  <a:lnTo>
                    <a:pt x="3514" y="8794"/>
                  </a:lnTo>
                  <a:cubicBezTo>
                    <a:pt x="3351" y="8794"/>
                    <a:pt x="3234" y="8677"/>
                    <a:pt x="3234" y="8515"/>
                  </a:cubicBezTo>
                  <a:lnTo>
                    <a:pt x="3234" y="7421"/>
                  </a:lnTo>
                  <a:cubicBezTo>
                    <a:pt x="3234" y="7258"/>
                    <a:pt x="3351" y="7119"/>
                    <a:pt x="3514" y="7119"/>
                  </a:cubicBezTo>
                  <a:close/>
                  <a:moveTo>
                    <a:pt x="6817" y="8259"/>
                  </a:moveTo>
                  <a:lnTo>
                    <a:pt x="6817" y="8515"/>
                  </a:lnTo>
                  <a:cubicBezTo>
                    <a:pt x="6817" y="8677"/>
                    <a:pt x="6678" y="8817"/>
                    <a:pt x="6515" y="8817"/>
                  </a:cubicBezTo>
                  <a:lnTo>
                    <a:pt x="6026" y="8817"/>
                  </a:lnTo>
                  <a:cubicBezTo>
                    <a:pt x="5863" y="8817"/>
                    <a:pt x="5724" y="8677"/>
                    <a:pt x="5724" y="8515"/>
                  </a:cubicBezTo>
                  <a:lnTo>
                    <a:pt x="5724" y="8259"/>
                  </a:lnTo>
                  <a:close/>
                  <a:moveTo>
                    <a:pt x="9539" y="8259"/>
                  </a:moveTo>
                  <a:lnTo>
                    <a:pt x="9539" y="8515"/>
                  </a:lnTo>
                  <a:cubicBezTo>
                    <a:pt x="9539" y="8677"/>
                    <a:pt x="9423" y="8817"/>
                    <a:pt x="9260" y="8817"/>
                  </a:cubicBezTo>
                  <a:lnTo>
                    <a:pt x="8748" y="8817"/>
                  </a:lnTo>
                  <a:cubicBezTo>
                    <a:pt x="8585" y="8817"/>
                    <a:pt x="8469" y="8677"/>
                    <a:pt x="8469" y="8515"/>
                  </a:cubicBezTo>
                  <a:lnTo>
                    <a:pt x="8469" y="8259"/>
                  </a:lnTo>
                  <a:close/>
                  <a:moveTo>
                    <a:pt x="11796" y="7165"/>
                  </a:moveTo>
                  <a:cubicBezTo>
                    <a:pt x="11958" y="7165"/>
                    <a:pt x="12075" y="7282"/>
                    <a:pt x="12075" y="7444"/>
                  </a:cubicBezTo>
                  <a:lnTo>
                    <a:pt x="12075" y="8538"/>
                  </a:lnTo>
                  <a:cubicBezTo>
                    <a:pt x="12075" y="8701"/>
                    <a:pt x="11958" y="8840"/>
                    <a:pt x="11796" y="8840"/>
                  </a:cubicBezTo>
                  <a:lnTo>
                    <a:pt x="11237" y="8840"/>
                  </a:lnTo>
                  <a:lnTo>
                    <a:pt x="11237" y="7165"/>
                  </a:lnTo>
                  <a:close/>
                  <a:moveTo>
                    <a:pt x="10656" y="8259"/>
                  </a:moveTo>
                  <a:lnTo>
                    <a:pt x="10656" y="10143"/>
                  </a:lnTo>
                  <a:lnTo>
                    <a:pt x="8376" y="11958"/>
                  </a:lnTo>
                  <a:lnTo>
                    <a:pt x="6910" y="11958"/>
                  </a:lnTo>
                  <a:lnTo>
                    <a:pt x="4630" y="10143"/>
                  </a:lnTo>
                  <a:lnTo>
                    <a:pt x="4630" y="8259"/>
                  </a:lnTo>
                  <a:lnTo>
                    <a:pt x="5189" y="8259"/>
                  </a:lnTo>
                  <a:lnTo>
                    <a:pt x="5189" y="8515"/>
                  </a:lnTo>
                  <a:cubicBezTo>
                    <a:pt x="5189" y="8980"/>
                    <a:pt x="5561" y="9352"/>
                    <a:pt x="6026" y="9352"/>
                  </a:cubicBezTo>
                  <a:lnTo>
                    <a:pt x="6515" y="9352"/>
                  </a:lnTo>
                  <a:cubicBezTo>
                    <a:pt x="6980" y="9352"/>
                    <a:pt x="7375" y="8980"/>
                    <a:pt x="7375" y="8515"/>
                  </a:cubicBezTo>
                  <a:lnTo>
                    <a:pt x="7375" y="8259"/>
                  </a:lnTo>
                  <a:lnTo>
                    <a:pt x="7934" y="8259"/>
                  </a:lnTo>
                  <a:lnTo>
                    <a:pt x="7934" y="8515"/>
                  </a:lnTo>
                  <a:cubicBezTo>
                    <a:pt x="7934" y="8980"/>
                    <a:pt x="8306" y="9352"/>
                    <a:pt x="8771" y="9352"/>
                  </a:cubicBezTo>
                  <a:lnTo>
                    <a:pt x="9260" y="9352"/>
                  </a:lnTo>
                  <a:cubicBezTo>
                    <a:pt x="9725" y="9352"/>
                    <a:pt x="10097" y="8980"/>
                    <a:pt x="10097" y="8515"/>
                  </a:cubicBezTo>
                  <a:lnTo>
                    <a:pt x="10097" y="8259"/>
                  </a:lnTo>
                  <a:close/>
                  <a:moveTo>
                    <a:pt x="9143" y="12074"/>
                  </a:moveTo>
                  <a:lnTo>
                    <a:pt x="9306" y="12772"/>
                  </a:lnTo>
                  <a:lnTo>
                    <a:pt x="7655" y="14051"/>
                  </a:lnTo>
                  <a:lnTo>
                    <a:pt x="6003" y="12772"/>
                  </a:lnTo>
                  <a:lnTo>
                    <a:pt x="6142" y="12074"/>
                  </a:lnTo>
                  <a:lnTo>
                    <a:pt x="6724" y="12516"/>
                  </a:lnTo>
                  <a:lnTo>
                    <a:pt x="8585" y="12516"/>
                  </a:lnTo>
                  <a:lnTo>
                    <a:pt x="9143" y="12074"/>
                  </a:lnTo>
                  <a:close/>
                  <a:moveTo>
                    <a:pt x="5654" y="13214"/>
                  </a:moveTo>
                  <a:lnTo>
                    <a:pt x="7213" y="14447"/>
                  </a:lnTo>
                  <a:lnTo>
                    <a:pt x="5817" y="15843"/>
                  </a:lnTo>
                  <a:lnTo>
                    <a:pt x="4421" y="13819"/>
                  </a:lnTo>
                  <a:lnTo>
                    <a:pt x="5654" y="13214"/>
                  </a:lnTo>
                  <a:close/>
                  <a:moveTo>
                    <a:pt x="9655" y="13191"/>
                  </a:moveTo>
                  <a:lnTo>
                    <a:pt x="10888" y="13819"/>
                  </a:lnTo>
                  <a:lnTo>
                    <a:pt x="9516" y="15843"/>
                  </a:lnTo>
                  <a:lnTo>
                    <a:pt x="8073" y="14424"/>
                  </a:lnTo>
                  <a:lnTo>
                    <a:pt x="9655" y="13191"/>
                  </a:lnTo>
                  <a:close/>
                  <a:moveTo>
                    <a:pt x="6887" y="0"/>
                  </a:moveTo>
                  <a:cubicBezTo>
                    <a:pt x="6096" y="0"/>
                    <a:pt x="5468" y="628"/>
                    <a:pt x="5468" y="1396"/>
                  </a:cubicBezTo>
                  <a:lnTo>
                    <a:pt x="5468" y="2350"/>
                  </a:lnTo>
                  <a:cubicBezTo>
                    <a:pt x="4840" y="2536"/>
                    <a:pt x="4281" y="2908"/>
                    <a:pt x="3886" y="3420"/>
                  </a:cubicBezTo>
                  <a:lnTo>
                    <a:pt x="4328" y="3769"/>
                  </a:lnTo>
                  <a:cubicBezTo>
                    <a:pt x="4816" y="3141"/>
                    <a:pt x="5538" y="2792"/>
                    <a:pt x="6305" y="2792"/>
                  </a:cubicBezTo>
                  <a:lnTo>
                    <a:pt x="6608" y="2792"/>
                  </a:lnTo>
                  <a:lnTo>
                    <a:pt x="6608" y="2233"/>
                  </a:lnTo>
                  <a:lnTo>
                    <a:pt x="6026" y="2233"/>
                  </a:lnTo>
                  <a:lnTo>
                    <a:pt x="6026" y="1396"/>
                  </a:lnTo>
                  <a:cubicBezTo>
                    <a:pt x="6026" y="931"/>
                    <a:pt x="6398" y="558"/>
                    <a:pt x="6864" y="558"/>
                  </a:cubicBezTo>
                  <a:lnTo>
                    <a:pt x="8422" y="558"/>
                  </a:lnTo>
                  <a:cubicBezTo>
                    <a:pt x="8888" y="558"/>
                    <a:pt x="9260" y="931"/>
                    <a:pt x="9260" y="1396"/>
                  </a:cubicBezTo>
                  <a:lnTo>
                    <a:pt x="9260" y="2257"/>
                  </a:lnTo>
                  <a:lnTo>
                    <a:pt x="7120" y="2257"/>
                  </a:lnTo>
                  <a:lnTo>
                    <a:pt x="7120" y="2815"/>
                  </a:lnTo>
                  <a:lnTo>
                    <a:pt x="8981" y="2815"/>
                  </a:lnTo>
                  <a:cubicBezTo>
                    <a:pt x="10376" y="2815"/>
                    <a:pt x="11493" y="3932"/>
                    <a:pt x="11493" y="5327"/>
                  </a:cubicBezTo>
                  <a:lnTo>
                    <a:pt x="11493" y="6607"/>
                  </a:lnTo>
                  <a:lnTo>
                    <a:pt x="8213" y="6607"/>
                  </a:lnTo>
                  <a:cubicBezTo>
                    <a:pt x="6887" y="6607"/>
                    <a:pt x="6282" y="5839"/>
                    <a:pt x="5538" y="4629"/>
                  </a:cubicBezTo>
                  <a:lnTo>
                    <a:pt x="5072" y="4932"/>
                  </a:lnTo>
                  <a:cubicBezTo>
                    <a:pt x="5165" y="5071"/>
                    <a:pt x="5258" y="5211"/>
                    <a:pt x="5351" y="5351"/>
                  </a:cubicBezTo>
                  <a:lnTo>
                    <a:pt x="4235" y="6607"/>
                  </a:lnTo>
                  <a:lnTo>
                    <a:pt x="3793" y="6607"/>
                  </a:lnTo>
                  <a:lnTo>
                    <a:pt x="3793" y="5327"/>
                  </a:lnTo>
                  <a:cubicBezTo>
                    <a:pt x="3793" y="4932"/>
                    <a:pt x="3886" y="4536"/>
                    <a:pt x="4072" y="4187"/>
                  </a:cubicBezTo>
                  <a:lnTo>
                    <a:pt x="3560" y="3932"/>
                  </a:lnTo>
                  <a:cubicBezTo>
                    <a:pt x="3351" y="4374"/>
                    <a:pt x="3234" y="4839"/>
                    <a:pt x="3234" y="5304"/>
                  </a:cubicBezTo>
                  <a:lnTo>
                    <a:pt x="3234" y="6653"/>
                  </a:lnTo>
                  <a:cubicBezTo>
                    <a:pt x="2909" y="6770"/>
                    <a:pt x="2676" y="7095"/>
                    <a:pt x="2676" y="7444"/>
                  </a:cubicBezTo>
                  <a:lnTo>
                    <a:pt x="2676" y="8538"/>
                  </a:lnTo>
                  <a:cubicBezTo>
                    <a:pt x="2676" y="9003"/>
                    <a:pt x="3048" y="9375"/>
                    <a:pt x="3514" y="9375"/>
                  </a:cubicBezTo>
                  <a:lnTo>
                    <a:pt x="4072" y="9375"/>
                  </a:lnTo>
                  <a:lnTo>
                    <a:pt x="4072" y="10422"/>
                  </a:lnTo>
                  <a:lnTo>
                    <a:pt x="5677" y="11702"/>
                  </a:lnTo>
                  <a:lnTo>
                    <a:pt x="5468" y="12702"/>
                  </a:lnTo>
                  <a:lnTo>
                    <a:pt x="3909" y="13470"/>
                  </a:lnTo>
                  <a:lnTo>
                    <a:pt x="2257" y="14028"/>
                  </a:lnTo>
                  <a:cubicBezTo>
                    <a:pt x="1699" y="14214"/>
                    <a:pt x="1" y="14772"/>
                    <a:pt x="1" y="16354"/>
                  </a:cubicBezTo>
                  <a:lnTo>
                    <a:pt x="1" y="19100"/>
                  </a:lnTo>
                  <a:lnTo>
                    <a:pt x="10283" y="19100"/>
                  </a:lnTo>
                  <a:lnTo>
                    <a:pt x="10283" y="18541"/>
                  </a:lnTo>
                  <a:lnTo>
                    <a:pt x="3374" y="18541"/>
                  </a:lnTo>
                  <a:lnTo>
                    <a:pt x="3374" y="17029"/>
                  </a:lnTo>
                  <a:lnTo>
                    <a:pt x="2816" y="17029"/>
                  </a:lnTo>
                  <a:lnTo>
                    <a:pt x="2816" y="18541"/>
                  </a:lnTo>
                  <a:lnTo>
                    <a:pt x="582" y="18541"/>
                  </a:lnTo>
                  <a:lnTo>
                    <a:pt x="582" y="16354"/>
                  </a:lnTo>
                  <a:cubicBezTo>
                    <a:pt x="582" y="15540"/>
                    <a:pt x="1164" y="14982"/>
                    <a:pt x="2444" y="14563"/>
                  </a:cubicBezTo>
                  <a:lnTo>
                    <a:pt x="3909" y="14051"/>
                  </a:lnTo>
                  <a:lnTo>
                    <a:pt x="5724" y="16727"/>
                  </a:lnTo>
                  <a:lnTo>
                    <a:pt x="7375" y="15098"/>
                  </a:lnTo>
                  <a:lnTo>
                    <a:pt x="7375" y="15726"/>
                  </a:lnTo>
                  <a:lnTo>
                    <a:pt x="7934" y="15726"/>
                  </a:lnTo>
                  <a:lnTo>
                    <a:pt x="7934" y="15098"/>
                  </a:lnTo>
                  <a:lnTo>
                    <a:pt x="9586" y="16727"/>
                  </a:lnTo>
                  <a:lnTo>
                    <a:pt x="11400" y="14051"/>
                  </a:lnTo>
                  <a:lnTo>
                    <a:pt x="12889" y="14540"/>
                  </a:lnTo>
                  <a:cubicBezTo>
                    <a:pt x="14168" y="14982"/>
                    <a:pt x="14750" y="15540"/>
                    <a:pt x="14750" y="16331"/>
                  </a:cubicBezTo>
                  <a:lnTo>
                    <a:pt x="14750" y="18541"/>
                  </a:lnTo>
                  <a:lnTo>
                    <a:pt x="12517" y="18541"/>
                  </a:lnTo>
                  <a:lnTo>
                    <a:pt x="12517" y="17029"/>
                  </a:lnTo>
                  <a:lnTo>
                    <a:pt x="11958" y="17029"/>
                  </a:lnTo>
                  <a:lnTo>
                    <a:pt x="11958" y="18541"/>
                  </a:lnTo>
                  <a:lnTo>
                    <a:pt x="10818" y="18541"/>
                  </a:lnTo>
                  <a:lnTo>
                    <a:pt x="10818" y="19100"/>
                  </a:lnTo>
                  <a:lnTo>
                    <a:pt x="15308" y="19100"/>
                  </a:lnTo>
                  <a:lnTo>
                    <a:pt x="15308" y="16331"/>
                  </a:lnTo>
                  <a:cubicBezTo>
                    <a:pt x="15308" y="14772"/>
                    <a:pt x="13610" y="14191"/>
                    <a:pt x="13052" y="14005"/>
                  </a:cubicBezTo>
                  <a:lnTo>
                    <a:pt x="13052" y="14028"/>
                  </a:lnTo>
                  <a:lnTo>
                    <a:pt x="11400" y="13470"/>
                  </a:lnTo>
                  <a:lnTo>
                    <a:pt x="9865" y="12702"/>
                  </a:lnTo>
                  <a:lnTo>
                    <a:pt x="9632" y="11702"/>
                  </a:lnTo>
                  <a:lnTo>
                    <a:pt x="11237" y="10422"/>
                  </a:lnTo>
                  <a:lnTo>
                    <a:pt x="11237" y="9375"/>
                  </a:lnTo>
                  <a:lnTo>
                    <a:pt x="11796" y="9375"/>
                  </a:lnTo>
                  <a:cubicBezTo>
                    <a:pt x="12261" y="9375"/>
                    <a:pt x="12633" y="9003"/>
                    <a:pt x="12633" y="8538"/>
                  </a:cubicBezTo>
                  <a:lnTo>
                    <a:pt x="12633" y="7444"/>
                  </a:lnTo>
                  <a:cubicBezTo>
                    <a:pt x="12633" y="7072"/>
                    <a:pt x="12400" y="6770"/>
                    <a:pt x="12075" y="6653"/>
                  </a:cubicBezTo>
                  <a:lnTo>
                    <a:pt x="12075" y="5304"/>
                  </a:lnTo>
                  <a:cubicBezTo>
                    <a:pt x="12075" y="3932"/>
                    <a:pt x="11167" y="2722"/>
                    <a:pt x="9841" y="2350"/>
                  </a:cubicBezTo>
                  <a:lnTo>
                    <a:pt x="9841" y="1396"/>
                  </a:lnTo>
                  <a:cubicBezTo>
                    <a:pt x="9841" y="628"/>
                    <a:pt x="9213" y="0"/>
                    <a:pt x="84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109"/>
            <p:cNvSpPr/>
            <p:nvPr/>
          </p:nvSpPr>
          <p:spPr>
            <a:xfrm>
              <a:off x="6404000" y="1486300"/>
              <a:ext cx="34925" cy="13975"/>
            </a:xfrm>
            <a:custGeom>
              <a:avLst/>
              <a:gdLst/>
              <a:ahLst/>
              <a:cxnLst/>
              <a:rect l="l" t="t" r="r" b="b"/>
              <a:pathLst>
                <a:path w="1397" h="559" extrusionOk="0">
                  <a:moveTo>
                    <a:pt x="1" y="1"/>
                  </a:moveTo>
                  <a:lnTo>
                    <a:pt x="1" y="559"/>
                  </a:lnTo>
                  <a:lnTo>
                    <a:pt x="1397" y="559"/>
                  </a:lnTo>
                  <a:lnTo>
                    <a:pt x="139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109"/>
            <p:cNvSpPr/>
            <p:nvPr/>
          </p:nvSpPr>
          <p:spPr>
            <a:xfrm>
              <a:off x="6414475" y="1664850"/>
              <a:ext cx="13975" cy="13975"/>
            </a:xfrm>
            <a:custGeom>
              <a:avLst/>
              <a:gdLst/>
              <a:ahLst/>
              <a:cxnLst/>
              <a:rect l="l" t="t" r="r" b="b"/>
              <a:pathLst>
                <a:path w="559" h="559" extrusionOk="0">
                  <a:moveTo>
                    <a:pt x="0" y="1"/>
                  </a:moveTo>
                  <a:lnTo>
                    <a:pt x="0"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109"/>
            <p:cNvSpPr/>
            <p:nvPr/>
          </p:nvSpPr>
          <p:spPr>
            <a:xfrm>
              <a:off x="6414475" y="1636925"/>
              <a:ext cx="13975" cy="14000"/>
            </a:xfrm>
            <a:custGeom>
              <a:avLst/>
              <a:gdLst/>
              <a:ahLst/>
              <a:cxnLst/>
              <a:rect l="l" t="t" r="r" b="b"/>
              <a:pathLst>
                <a:path w="559" h="560" extrusionOk="0">
                  <a:moveTo>
                    <a:pt x="0" y="1"/>
                  </a:moveTo>
                  <a:lnTo>
                    <a:pt x="0"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9" name="Google Shape;3599;p109"/>
          <p:cNvGrpSpPr/>
          <p:nvPr/>
        </p:nvGrpSpPr>
        <p:grpSpPr>
          <a:xfrm rot="4753823">
            <a:off x="1064785" y="-45293"/>
            <a:ext cx="541137" cy="2225315"/>
            <a:chOff x="871338" y="1945155"/>
            <a:chExt cx="247109" cy="1016148"/>
          </a:xfrm>
        </p:grpSpPr>
        <p:sp>
          <p:nvSpPr>
            <p:cNvPr id="3600" name="Google Shape;3600;p109"/>
            <p:cNvSpPr/>
            <p:nvPr/>
          </p:nvSpPr>
          <p:spPr>
            <a:xfrm>
              <a:off x="1017893" y="2858365"/>
              <a:ext cx="100554" cy="102938"/>
            </a:xfrm>
            <a:custGeom>
              <a:avLst/>
              <a:gdLst/>
              <a:ahLst/>
              <a:cxnLst/>
              <a:rect l="l" t="t" r="r" b="b"/>
              <a:pathLst>
                <a:path w="5314" h="5440" extrusionOk="0">
                  <a:moveTo>
                    <a:pt x="2707" y="0"/>
                  </a:moveTo>
                  <a:cubicBezTo>
                    <a:pt x="1253" y="0"/>
                    <a:pt x="0" y="1254"/>
                    <a:pt x="0" y="2707"/>
                  </a:cubicBezTo>
                  <a:cubicBezTo>
                    <a:pt x="0" y="4186"/>
                    <a:pt x="1253" y="5439"/>
                    <a:pt x="2707" y="5439"/>
                  </a:cubicBezTo>
                  <a:cubicBezTo>
                    <a:pt x="4161" y="5439"/>
                    <a:pt x="5314" y="4186"/>
                    <a:pt x="5314" y="2707"/>
                  </a:cubicBezTo>
                  <a:cubicBezTo>
                    <a:pt x="5314" y="1254"/>
                    <a:pt x="4161" y="0"/>
                    <a:pt x="27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109"/>
            <p:cNvSpPr/>
            <p:nvPr/>
          </p:nvSpPr>
          <p:spPr>
            <a:xfrm>
              <a:off x="871338" y="2075844"/>
              <a:ext cx="215338" cy="853670"/>
            </a:xfrm>
            <a:custGeom>
              <a:avLst/>
              <a:gdLst/>
              <a:ahLst/>
              <a:cxnLst/>
              <a:rect l="l" t="t" r="r" b="b"/>
              <a:pathLst>
                <a:path w="11380" h="45114" extrusionOk="0">
                  <a:moveTo>
                    <a:pt x="6066" y="1"/>
                  </a:moveTo>
                  <a:cubicBezTo>
                    <a:pt x="2206" y="5640"/>
                    <a:pt x="1" y="12332"/>
                    <a:pt x="1" y="19625"/>
                  </a:cubicBezTo>
                  <a:cubicBezTo>
                    <a:pt x="1" y="29650"/>
                    <a:pt x="4287" y="38748"/>
                    <a:pt x="11079" y="45114"/>
                  </a:cubicBezTo>
                  <a:lnTo>
                    <a:pt x="11379" y="44813"/>
                  </a:lnTo>
                  <a:cubicBezTo>
                    <a:pt x="4612" y="38547"/>
                    <a:pt x="427" y="29550"/>
                    <a:pt x="427" y="19625"/>
                  </a:cubicBezTo>
                  <a:cubicBezTo>
                    <a:pt x="427" y="12432"/>
                    <a:pt x="2607" y="5740"/>
                    <a:pt x="6367" y="201"/>
                  </a:cubicBezTo>
                  <a:lnTo>
                    <a:pt x="606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109"/>
            <p:cNvSpPr/>
            <p:nvPr/>
          </p:nvSpPr>
          <p:spPr>
            <a:xfrm>
              <a:off x="1051083" y="1945155"/>
              <a:ext cx="67364" cy="51242"/>
            </a:xfrm>
            <a:custGeom>
              <a:avLst/>
              <a:gdLst/>
              <a:ahLst/>
              <a:cxnLst/>
              <a:rect l="l" t="t" r="r" b="b"/>
              <a:pathLst>
                <a:path w="3560" h="2708" extrusionOk="0">
                  <a:moveTo>
                    <a:pt x="1780" y="1"/>
                  </a:moveTo>
                  <a:cubicBezTo>
                    <a:pt x="1" y="1"/>
                    <a:pt x="1" y="2708"/>
                    <a:pt x="1780" y="2708"/>
                  </a:cubicBezTo>
                  <a:cubicBezTo>
                    <a:pt x="3459" y="2708"/>
                    <a:pt x="3560" y="1"/>
                    <a:pt x="17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3" name="Google Shape;3603;p109"/>
          <p:cNvGrpSpPr/>
          <p:nvPr/>
        </p:nvGrpSpPr>
        <p:grpSpPr>
          <a:xfrm rot="-2495301" flipH="1">
            <a:off x="7932482" y="326294"/>
            <a:ext cx="541144" cy="2225333"/>
            <a:chOff x="871338" y="1945155"/>
            <a:chExt cx="247109" cy="1016148"/>
          </a:xfrm>
        </p:grpSpPr>
        <p:sp>
          <p:nvSpPr>
            <p:cNvPr id="3604" name="Google Shape;3604;p109"/>
            <p:cNvSpPr/>
            <p:nvPr/>
          </p:nvSpPr>
          <p:spPr>
            <a:xfrm>
              <a:off x="1017893" y="2858365"/>
              <a:ext cx="100554" cy="102938"/>
            </a:xfrm>
            <a:custGeom>
              <a:avLst/>
              <a:gdLst/>
              <a:ahLst/>
              <a:cxnLst/>
              <a:rect l="l" t="t" r="r" b="b"/>
              <a:pathLst>
                <a:path w="5314" h="5440" extrusionOk="0">
                  <a:moveTo>
                    <a:pt x="2707" y="0"/>
                  </a:moveTo>
                  <a:cubicBezTo>
                    <a:pt x="1253" y="0"/>
                    <a:pt x="0" y="1254"/>
                    <a:pt x="0" y="2707"/>
                  </a:cubicBezTo>
                  <a:cubicBezTo>
                    <a:pt x="0" y="4186"/>
                    <a:pt x="1253" y="5439"/>
                    <a:pt x="2707" y="5439"/>
                  </a:cubicBezTo>
                  <a:cubicBezTo>
                    <a:pt x="4161" y="5439"/>
                    <a:pt x="5314" y="4186"/>
                    <a:pt x="5314" y="2707"/>
                  </a:cubicBezTo>
                  <a:cubicBezTo>
                    <a:pt x="5314" y="1254"/>
                    <a:pt x="4161" y="0"/>
                    <a:pt x="27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109"/>
            <p:cNvSpPr/>
            <p:nvPr/>
          </p:nvSpPr>
          <p:spPr>
            <a:xfrm>
              <a:off x="871338" y="2075844"/>
              <a:ext cx="215338" cy="853670"/>
            </a:xfrm>
            <a:custGeom>
              <a:avLst/>
              <a:gdLst/>
              <a:ahLst/>
              <a:cxnLst/>
              <a:rect l="l" t="t" r="r" b="b"/>
              <a:pathLst>
                <a:path w="11380" h="45114" extrusionOk="0">
                  <a:moveTo>
                    <a:pt x="6066" y="1"/>
                  </a:moveTo>
                  <a:cubicBezTo>
                    <a:pt x="2206" y="5640"/>
                    <a:pt x="1" y="12332"/>
                    <a:pt x="1" y="19625"/>
                  </a:cubicBezTo>
                  <a:cubicBezTo>
                    <a:pt x="1" y="29650"/>
                    <a:pt x="4287" y="38748"/>
                    <a:pt x="11079" y="45114"/>
                  </a:cubicBezTo>
                  <a:lnTo>
                    <a:pt x="11379" y="44813"/>
                  </a:lnTo>
                  <a:cubicBezTo>
                    <a:pt x="4612" y="38547"/>
                    <a:pt x="427" y="29550"/>
                    <a:pt x="427" y="19625"/>
                  </a:cubicBezTo>
                  <a:cubicBezTo>
                    <a:pt x="427" y="12432"/>
                    <a:pt x="2607" y="5740"/>
                    <a:pt x="6367" y="201"/>
                  </a:cubicBezTo>
                  <a:lnTo>
                    <a:pt x="606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109"/>
            <p:cNvSpPr/>
            <p:nvPr/>
          </p:nvSpPr>
          <p:spPr>
            <a:xfrm>
              <a:off x="1051083" y="1945155"/>
              <a:ext cx="67364" cy="51242"/>
            </a:xfrm>
            <a:custGeom>
              <a:avLst/>
              <a:gdLst/>
              <a:ahLst/>
              <a:cxnLst/>
              <a:rect l="l" t="t" r="r" b="b"/>
              <a:pathLst>
                <a:path w="3560" h="2708" extrusionOk="0">
                  <a:moveTo>
                    <a:pt x="1780" y="1"/>
                  </a:moveTo>
                  <a:cubicBezTo>
                    <a:pt x="1" y="1"/>
                    <a:pt x="1" y="2708"/>
                    <a:pt x="1780" y="2708"/>
                  </a:cubicBezTo>
                  <a:cubicBezTo>
                    <a:pt x="3459" y="2708"/>
                    <a:pt x="3560" y="1"/>
                    <a:pt x="17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07" name="Google Shape;3607;p109">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109">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510"/>
                                        </p:tgtEl>
                                        <p:attrNameLst>
                                          <p:attrName>style.visibility</p:attrName>
                                        </p:attrNameLst>
                                      </p:cBhvr>
                                      <p:to>
                                        <p:strVal val="visible"/>
                                      </p:to>
                                    </p:set>
                                    <p:animEffect transition="in" filter="fade">
                                      <p:cBhvr>
                                        <p:cTn id="7" dur="1000"/>
                                        <p:tgtEl>
                                          <p:spTgt spid="3510"/>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3529"/>
                                        </p:tgtEl>
                                        <p:attrNameLst>
                                          <p:attrName>style.visibility</p:attrName>
                                        </p:attrNameLst>
                                      </p:cBhvr>
                                      <p:to>
                                        <p:strVal val="visible"/>
                                      </p:to>
                                    </p:set>
                                    <p:animEffect transition="in" filter="fade">
                                      <p:cBhvr>
                                        <p:cTn id="11" dur="1000"/>
                                        <p:tgtEl>
                                          <p:spTgt spid="3529"/>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3554"/>
                                        </p:tgtEl>
                                        <p:attrNameLst>
                                          <p:attrName>style.visibility</p:attrName>
                                        </p:attrNameLst>
                                      </p:cBhvr>
                                      <p:to>
                                        <p:strVal val="visible"/>
                                      </p:to>
                                    </p:set>
                                    <p:animEffect transition="in" filter="fade">
                                      <p:cBhvr>
                                        <p:cTn id="15" dur="1000"/>
                                        <p:tgtEl>
                                          <p:spTgt spid="3554"/>
                                        </p:tgtEl>
                                      </p:cBhvr>
                                    </p:animEffect>
                                  </p:childTnLst>
                                </p:cTn>
                              </p:par>
                            </p:childTnLst>
                          </p:cTn>
                        </p:par>
                        <p:par>
                          <p:cTn id="16" fill="hold">
                            <p:stCondLst>
                              <p:cond delay="3000"/>
                            </p:stCondLst>
                            <p:childTnLst>
                              <p:par>
                                <p:cTn id="17" presetID="10" presetClass="entr" presetSubtype="0" fill="hold" nodeType="afterEffect">
                                  <p:stCondLst>
                                    <p:cond delay="0"/>
                                  </p:stCondLst>
                                  <p:childTnLst>
                                    <p:set>
                                      <p:cBhvr>
                                        <p:cTn id="18" dur="1" fill="hold">
                                          <p:stCondLst>
                                            <p:cond delay="0"/>
                                          </p:stCondLst>
                                        </p:cTn>
                                        <p:tgtEl>
                                          <p:spTgt spid="3579"/>
                                        </p:tgtEl>
                                        <p:attrNameLst>
                                          <p:attrName>style.visibility</p:attrName>
                                        </p:attrNameLst>
                                      </p:cBhvr>
                                      <p:to>
                                        <p:strVal val="visible"/>
                                      </p:to>
                                    </p:set>
                                    <p:animEffect transition="in" filter="fade">
                                      <p:cBhvr>
                                        <p:cTn id="19" dur="1000"/>
                                        <p:tgtEl>
                                          <p:spTgt spid="35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Shape 3612"/>
        <p:cNvGrpSpPr/>
        <p:nvPr/>
      </p:nvGrpSpPr>
      <p:grpSpPr>
        <a:xfrm>
          <a:off x="0" y="0"/>
          <a:ext cx="0" cy="0"/>
          <a:chOff x="0" y="0"/>
          <a:chExt cx="0" cy="0"/>
        </a:xfrm>
      </p:grpSpPr>
      <p:sp>
        <p:nvSpPr>
          <p:cNvPr id="3613" name="Google Shape;3613;p110"/>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SCHOOLS</a:t>
            </a:r>
            <a:endParaRPr/>
          </a:p>
        </p:txBody>
      </p:sp>
      <p:grpSp>
        <p:nvGrpSpPr>
          <p:cNvPr id="3614" name="Google Shape;3614;p110"/>
          <p:cNvGrpSpPr/>
          <p:nvPr/>
        </p:nvGrpSpPr>
        <p:grpSpPr>
          <a:xfrm>
            <a:off x="3338108" y="1329655"/>
            <a:ext cx="4922197" cy="3040526"/>
            <a:chOff x="238125" y="164598"/>
            <a:chExt cx="7141900" cy="4411675"/>
          </a:xfrm>
        </p:grpSpPr>
        <p:sp>
          <p:nvSpPr>
            <p:cNvPr id="3615" name="Google Shape;3615;p110"/>
            <p:cNvSpPr/>
            <p:nvPr/>
          </p:nvSpPr>
          <p:spPr>
            <a:xfrm>
              <a:off x="238125" y="164598"/>
              <a:ext cx="7141900" cy="4411675"/>
            </a:xfrm>
            <a:custGeom>
              <a:avLst/>
              <a:gdLst/>
              <a:ahLst/>
              <a:cxnLst/>
              <a:rect l="l" t="t" r="r" b="b"/>
              <a:pathLst>
                <a:path w="285676" h="176467" extrusionOk="0">
                  <a:moveTo>
                    <a:pt x="25976" y="0"/>
                  </a:moveTo>
                  <a:lnTo>
                    <a:pt x="25182" y="2048"/>
                  </a:lnTo>
                  <a:lnTo>
                    <a:pt x="25976" y="2842"/>
                  </a:lnTo>
                  <a:lnTo>
                    <a:pt x="25579" y="3806"/>
                  </a:lnTo>
                  <a:lnTo>
                    <a:pt x="24566" y="5569"/>
                  </a:lnTo>
                  <a:lnTo>
                    <a:pt x="25976" y="7418"/>
                  </a:lnTo>
                  <a:lnTo>
                    <a:pt x="25275" y="8298"/>
                  </a:lnTo>
                  <a:lnTo>
                    <a:pt x="25275" y="10763"/>
                  </a:lnTo>
                  <a:lnTo>
                    <a:pt x="23510" y="12874"/>
                  </a:lnTo>
                  <a:lnTo>
                    <a:pt x="20959" y="12874"/>
                  </a:lnTo>
                  <a:lnTo>
                    <a:pt x="20606" y="10054"/>
                  </a:lnTo>
                  <a:lnTo>
                    <a:pt x="22369" y="9444"/>
                  </a:lnTo>
                  <a:lnTo>
                    <a:pt x="23688" y="7595"/>
                  </a:lnTo>
                  <a:lnTo>
                    <a:pt x="23688" y="5478"/>
                  </a:lnTo>
                  <a:lnTo>
                    <a:pt x="20606" y="4953"/>
                  </a:lnTo>
                  <a:lnTo>
                    <a:pt x="17700" y="3806"/>
                  </a:lnTo>
                  <a:lnTo>
                    <a:pt x="16908" y="1694"/>
                  </a:lnTo>
                  <a:lnTo>
                    <a:pt x="15674" y="1694"/>
                  </a:lnTo>
                  <a:lnTo>
                    <a:pt x="14794" y="4068"/>
                  </a:lnTo>
                  <a:lnTo>
                    <a:pt x="14794" y="5478"/>
                  </a:lnTo>
                  <a:lnTo>
                    <a:pt x="15674" y="5917"/>
                  </a:lnTo>
                  <a:lnTo>
                    <a:pt x="15589" y="8021"/>
                  </a:lnTo>
                  <a:lnTo>
                    <a:pt x="16992" y="8220"/>
                  </a:lnTo>
                  <a:lnTo>
                    <a:pt x="15525" y="9652"/>
                  </a:lnTo>
                  <a:lnTo>
                    <a:pt x="15410" y="12521"/>
                  </a:lnTo>
                  <a:lnTo>
                    <a:pt x="16381" y="14284"/>
                  </a:lnTo>
                  <a:lnTo>
                    <a:pt x="14794" y="16135"/>
                  </a:lnTo>
                  <a:lnTo>
                    <a:pt x="14794" y="17722"/>
                  </a:lnTo>
                  <a:lnTo>
                    <a:pt x="13029" y="23355"/>
                  </a:lnTo>
                  <a:lnTo>
                    <a:pt x="12215" y="24532"/>
                  </a:lnTo>
                  <a:lnTo>
                    <a:pt x="11273" y="25905"/>
                  </a:lnTo>
                  <a:lnTo>
                    <a:pt x="11273" y="28195"/>
                  </a:lnTo>
                  <a:lnTo>
                    <a:pt x="8956" y="32396"/>
                  </a:lnTo>
                  <a:lnTo>
                    <a:pt x="5638" y="38412"/>
                  </a:lnTo>
                  <a:lnTo>
                    <a:pt x="5285" y="44748"/>
                  </a:lnTo>
                  <a:lnTo>
                    <a:pt x="4407" y="46335"/>
                  </a:lnTo>
                  <a:lnTo>
                    <a:pt x="4753" y="48801"/>
                  </a:lnTo>
                  <a:lnTo>
                    <a:pt x="1680" y="53817"/>
                  </a:lnTo>
                  <a:lnTo>
                    <a:pt x="0" y="56106"/>
                  </a:lnTo>
                  <a:lnTo>
                    <a:pt x="2997" y="59449"/>
                  </a:lnTo>
                  <a:lnTo>
                    <a:pt x="2381" y="62107"/>
                  </a:lnTo>
                  <a:lnTo>
                    <a:pt x="2168" y="66281"/>
                  </a:lnTo>
                  <a:lnTo>
                    <a:pt x="4230" y="69398"/>
                  </a:lnTo>
                  <a:lnTo>
                    <a:pt x="4053" y="72218"/>
                  </a:lnTo>
                  <a:lnTo>
                    <a:pt x="5902" y="74246"/>
                  </a:lnTo>
                  <a:lnTo>
                    <a:pt x="5726" y="79441"/>
                  </a:lnTo>
                  <a:lnTo>
                    <a:pt x="7752" y="81821"/>
                  </a:lnTo>
                  <a:lnTo>
                    <a:pt x="7752" y="83140"/>
                  </a:lnTo>
                  <a:lnTo>
                    <a:pt x="6518" y="84457"/>
                  </a:lnTo>
                  <a:lnTo>
                    <a:pt x="6518" y="85513"/>
                  </a:lnTo>
                  <a:lnTo>
                    <a:pt x="7313" y="86222"/>
                  </a:lnTo>
                  <a:lnTo>
                    <a:pt x="8978" y="90339"/>
                  </a:lnTo>
                  <a:lnTo>
                    <a:pt x="9382" y="91330"/>
                  </a:lnTo>
                  <a:lnTo>
                    <a:pt x="10125" y="93172"/>
                  </a:lnTo>
                  <a:lnTo>
                    <a:pt x="9510" y="94761"/>
                  </a:lnTo>
                  <a:lnTo>
                    <a:pt x="9956" y="95908"/>
                  </a:lnTo>
                  <a:lnTo>
                    <a:pt x="10479" y="96872"/>
                  </a:lnTo>
                  <a:lnTo>
                    <a:pt x="9814" y="98814"/>
                  </a:lnTo>
                  <a:lnTo>
                    <a:pt x="9807" y="98819"/>
                  </a:lnTo>
                  <a:lnTo>
                    <a:pt x="9601" y="99430"/>
                  </a:lnTo>
                  <a:lnTo>
                    <a:pt x="11096" y="100663"/>
                  </a:lnTo>
                  <a:lnTo>
                    <a:pt x="15496" y="101186"/>
                  </a:lnTo>
                  <a:lnTo>
                    <a:pt x="18848" y="105325"/>
                  </a:lnTo>
                  <a:lnTo>
                    <a:pt x="20633" y="105799"/>
                  </a:lnTo>
                  <a:lnTo>
                    <a:pt x="20959" y="107706"/>
                  </a:lnTo>
                  <a:lnTo>
                    <a:pt x="23071" y="107706"/>
                  </a:lnTo>
                  <a:lnTo>
                    <a:pt x="23071" y="110349"/>
                  </a:lnTo>
                  <a:lnTo>
                    <a:pt x="25361" y="111227"/>
                  </a:lnTo>
                  <a:lnTo>
                    <a:pt x="25545" y="113311"/>
                  </a:lnTo>
                  <a:lnTo>
                    <a:pt x="25976" y="118094"/>
                  </a:lnTo>
                  <a:lnTo>
                    <a:pt x="39361" y="118094"/>
                  </a:lnTo>
                  <a:lnTo>
                    <a:pt x="39361" y="121176"/>
                  </a:lnTo>
                  <a:lnTo>
                    <a:pt x="50344" y="127809"/>
                  </a:lnTo>
                  <a:lnTo>
                    <a:pt x="58466" y="132711"/>
                  </a:lnTo>
                  <a:lnTo>
                    <a:pt x="75109" y="134739"/>
                  </a:lnTo>
                  <a:lnTo>
                    <a:pt x="75896" y="131125"/>
                  </a:lnTo>
                  <a:lnTo>
                    <a:pt x="85236" y="131826"/>
                  </a:lnTo>
                  <a:lnTo>
                    <a:pt x="93881" y="142297"/>
                  </a:lnTo>
                  <a:lnTo>
                    <a:pt x="95269" y="143977"/>
                  </a:lnTo>
                  <a:lnTo>
                    <a:pt x="95114" y="147096"/>
                  </a:lnTo>
                  <a:cubicBezTo>
                    <a:pt x="95114" y="147096"/>
                    <a:pt x="98353" y="152785"/>
                    <a:pt x="102929" y="153928"/>
                  </a:cubicBezTo>
                  <a:lnTo>
                    <a:pt x="106012" y="151554"/>
                  </a:lnTo>
                  <a:lnTo>
                    <a:pt x="106012" y="148116"/>
                  </a:lnTo>
                  <a:lnTo>
                    <a:pt x="110943" y="148293"/>
                  </a:lnTo>
                  <a:lnTo>
                    <a:pt x="111823" y="149264"/>
                  </a:lnTo>
                  <a:lnTo>
                    <a:pt x="114729" y="149264"/>
                  </a:lnTo>
                  <a:cubicBezTo>
                    <a:pt x="114729" y="149264"/>
                    <a:pt x="117726" y="151745"/>
                    <a:pt x="119830" y="156797"/>
                  </a:cubicBezTo>
                  <a:cubicBezTo>
                    <a:pt x="119864" y="156866"/>
                    <a:pt x="119895" y="156937"/>
                    <a:pt x="119921" y="157010"/>
                  </a:cubicBezTo>
                  <a:cubicBezTo>
                    <a:pt x="119921" y="157010"/>
                    <a:pt x="122125" y="163175"/>
                    <a:pt x="125031" y="164847"/>
                  </a:cubicBezTo>
                  <a:cubicBezTo>
                    <a:pt x="125031" y="164847"/>
                    <a:pt x="125561" y="165725"/>
                    <a:pt x="125909" y="168106"/>
                  </a:cubicBezTo>
                  <a:cubicBezTo>
                    <a:pt x="125909" y="168106"/>
                    <a:pt x="126270" y="169637"/>
                    <a:pt x="127496" y="171287"/>
                  </a:cubicBezTo>
                  <a:cubicBezTo>
                    <a:pt x="128631" y="172825"/>
                    <a:pt x="130514" y="174462"/>
                    <a:pt x="133577" y="175056"/>
                  </a:cubicBezTo>
                  <a:lnTo>
                    <a:pt x="138324" y="176466"/>
                  </a:lnTo>
                  <a:lnTo>
                    <a:pt x="139472" y="175588"/>
                  </a:lnTo>
                  <a:cubicBezTo>
                    <a:pt x="139472" y="175588"/>
                    <a:pt x="138508" y="173484"/>
                    <a:pt x="138175" y="171287"/>
                  </a:cubicBezTo>
                  <a:cubicBezTo>
                    <a:pt x="138025" y="170309"/>
                    <a:pt x="137998" y="169303"/>
                    <a:pt x="138239" y="168460"/>
                  </a:cubicBezTo>
                  <a:lnTo>
                    <a:pt x="138153" y="163352"/>
                  </a:lnTo>
                  <a:lnTo>
                    <a:pt x="139472" y="162996"/>
                  </a:lnTo>
                  <a:lnTo>
                    <a:pt x="140527" y="160531"/>
                  </a:lnTo>
                  <a:lnTo>
                    <a:pt x="142461" y="160353"/>
                  </a:lnTo>
                  <a:lnTo>
                    <a:pt x="143872" y="158241"/>
                  </a:lnTo>
                  <a:lnTo>
                    <a:pt x="147748" y="157447"/>
                  </a:lnTo>
                  <a:lnTo>
                    <a:pt x="148719" y="156797"/>
                  </a:lnTo>
                  <a:lnTo>
                    <a:pt x="151270" y="155073"/>
                  </a:lnTo>
                  <a:lnTo>
                    <a:pt x="151270" y="153310"/>
                  </a:lnTo>
                  <a:lnTo>
                    <a:pt x="159985" y="149441"/>
                  </a:lnTo>
                  <a:lnTo>
                    <a:pt x="162712" y="149441"/>
                  </a:lnTo>
                  <a:lnTo>
                    <a:pt x="169147" y="151113"/>
                  </a:lnTo>
                  <a:lnTo>
                    <a:pt x="170110" y="150497"/>
                  </a:lnTo>
                  <a:lnTo>
                    <a:pt x="170110" y="148470"/>
                  </a:lnTo>
                  <a:lnTo>
                    <a:pt x="174779" y="149789"/>
                  </a:lnTo>
                  <a:lnTo>
                    <a:pt x="175922" y="153749"/>
                  </a:lnTo>
                  <a:lnTo>
                    <a:pt x="179968" y="153764"/>
                  </a:lnTo>
                  <a:lnTo>
                    <a:pt x="182349" y="150938"/>
                  </a:lnTo>
                  <a:lnTo>
                    <a:pt x="186841" y="153049"/>
                  </a:lnTo>
                  <a:lnTo>
                    <a:pt x="188690" y="151907"/>
                  </a:lnTo>
                  <a:lnTo>
                    <a:pt x="185346" y="148471"/>
                  </a:lnTo>
                  <a:lnTo>
                    <a:pt x="186579" y="146799"/>
                  </a:lnTo>
                  <a:lnTo>
                    <a:pt x="186579" y="143979"/>
                  </a:lnTo>
                  <a:lnTo>
                    <a:pt x="193119" y="143950"/>
                  </a:lnTo>
                  <a:lnTo>
                    <a:pt x="194679" y="142569"/>
                  </a:lnTo>
                  <a:lnTo>
                    <a:pt x="195906" y="143981"/>
                  </a:lnTo>
                  <a:lnTo>
                    <a:pt x="198174" y="142301"/>
                  </a:lnTo>
                  <a:lnTo>
                    <a:pt x="198287" y="142223"/>
                  </a:lnTo>
                  <a:lnTo>
                    <a:pt x="199371" y="142301"/>
                  </a:lnTo>
                  <a:lnTo>
                    <a:pt x="206649" y="142839"/>
                  </a:lnTo>
                  <a:lnTo>
                    <a:pt x="209378" y="146885"/>
                  </a:lnTo>
                  <a:lnTo>
                    <a:pt x="211142" y="146446"/>
                  </a:lnTo>
                  <a:lnTo>
                    <a:pt x="215629" y="143802"/>
                  </a:lnTo>
                  <a:lnTo>
                    <a:pt x="219418" y="144072"/>
                  </a:lnTo>
                  <a:lnTo>
                    <a:pt x="223905" y="149003"/>
                  </a:lnTo>
                  <a:lnTo>
                    <a:pt x="225401" y="149528"/>
                  </a:lnTo>
                  <a:lnTo>
                    <a:pt x="225847" y="154104"/>
                  </a:lnTo>
                  <a:lnTo>
                    <a:pt x="225229" y="156797"/>
                  </a:lnTo>
                  <a:lnTo>
                    <a:pt x="225138" y="157187"/>
                  </a:lnTo>
                  <a:lnTo>
                    <a:pt x="225847" y="158506"/>
                  </a:lnTo>
                  <a:lnTo>
                    <a:pt x="227257" y="158329"/>
                  </a:lnTo>
                  <a:lnTo>
                    <a:pt x="226904" y="160178"/>
                  </a:lnTo>
                  <a:lnTo>
                    <a:pt x="229716" y="163437"/>
                  </a:lnTo>
                  <a:lnTo>
                    <a:pt x="231126" y="163528"/>
                  </a:lnTo>
                  <a:lnTo>
                    <a:pt x="231126" y="165201"/>
                  </a:lnTo>
                  <a:lnTo>
                    <a:pt x="231828" y="166341"/>
                  </a:lnTo>
                  <a:lnTo>
                    <a:pt x="233507" y="166341"/>
                  </a:lnTo>
                  <a:lnTo>
                    <a:pt x="233507" y="169340"/>
                  </a:lnTo>
                  <a:lnTo>
                    <a:pt x="235967" y="169148"/>
                  </a:lnTo>
                  <a:cubicBezTo>
                    <a:pt x="235967" y="169148"/>
                    <a:pt x="237568" y="170547"/>
                    <a:pt x="237816" y="171189"/>
                  </a:cubicBezTo>
                  <a:cubicBezTo>
                    <a:pt x="237825" y="171212"/>
                    <a:pt x="237816" y="171289"/>
                    <a:pt x="237816" y="171289"/>
                  </a:cubicBezTo>
                  <a:lnTo>
                    <a:pt x="244334" y="171289"/>
                  </a:lnTo>
                  <a:lnTo>
                    <a:pt x="244334" y="162559"/>
                  </a:lnTo>
                  <a:lnTo>
                    <a:pt x="241246" y="156797"/>
                  </a:lnTo>
                  <a:lnTo>
                    <a:pt x="239665" y="153842"/>
                  </a:lnTo>
                  <a:lnTo>
                    <a:pt x="239226" y="149789"/>
                  </a:lnTo>
                  <a:lnTo>
                    <a:pt x="235003" y="146181"/>
                  </a:lnTo>
                  <a:lnTo>
                    <a:pt x="235003" y="143800"/>
                  </a:lnTo>
                  <a:lnTo>
                    <a:pt x="233245" y="142297"/>
                  </a:lnTo>
                  <a:lnTo>
                    <a:pt x="233154" y="142214"/>
                  </a:lnTo>
                  <a:lnTo>
                    <a:pt x="232445" y="139139"/>
                  </a:lnTo>
                  <a:lnTo>
                    <a:pt x="230773" y="136936"/>
                  </a:lnTo>
                  <a:lnTo>
                    <a:pt x="231347" y="127809"/>
                  </a:lnTo>
                  <a:lnTo>
                    <a:pt x="231389" y="127071"/>
                  </a:lnTo>
                  <a:lnTo>
                    <a:pt x="233679" y="125838"/>
                  </a:lnTo>
                  <a:lnTo>
                    <a:pt x="235089" y="122757"/>
                  </a:lnTo>
                  <a:lnTo>
                    <a:pt x="236852" y="122757"/>
                  </a:lnTo>
                  <a:lnTo>
                    <a:pt x="241075" y="118270"/>
                  </a:lnTo>
                  <a:lnTo>
                    <a:pt x="240984" y="116507"/>
                  </a:lnTo>
                  <a:lnTo>
                    <a:pt x="242860" y="113310"/>
                  </a:lnTo>
                  <a:lnTo>
                    <a:pt x="243365" y="112461"/>
                  </a:lnTo>
                  <a:lnTo>
                    <a:pt x="246624" y="111750"/>
                  </a:lnTo>
                  <a:lnTo>
                    <a:pt x="248644" y="107875"/>
                  </a:lnTo>
                  <a:lnTo>
                    <a:pt x="248644" y="105146"/>
                  </a:lnTo>
                  <a:lnTo>
                    <a:pt x="255602" y="104008"/>
                  </a:lnTo>
                  <a:lnTo>
                    <a:pt x="256480" y="101803"/>
                  </a:lnTo>
                  <a:lnTo>
                    <a:pt x="255248" y="99606"/>
                  </a:lnTo>
                  <a:lnTo>
                    <a:pt x="256538" y="98819"/>
                  </a:lnTo>
                  <a:lnTo>
                    <a:pt x="257274" y="98373"/>
                  </a:lnTo>
                  <a:lnTo>
                    <a:pt x="257274" y="95732"/>
                  </a:lnTo>
                  <a:lnTo>
                    <a:pt x="254631" y="93704"/>
                  </a:lnTo>
                  <a:lnTo>
                    <a:pt x="256134" y="92294"/>
                  </a:lnTo>
                  <a:lnTo>
                    <a:pt x="256219" y="91416"/>
                  </a:lnTo>
                  <a:lnTo>
                    <a:pt x="254724" y="90445"/>
                  </a:lnTo>
                  <a:lnTo>
                    <a:pt x="255163" y="88233"/>
                  </a:lnTo>
                  <a:lnTo>
                    <a:pt x="253399" y="87453"/>
                  </a:lnTo>
                  <a:lnTo>
                    <a:pt x="251111" y="87277"/>
                  </a:lnTo>
                  <a:lnTo>
                    <a:pt x="251727" y="85251"/>
                  </a:lnTo>
                  <a:lnTo>
                    <a:pt x="251528" y="84322"/>
                  </a:lnTo>
                  <a:lnTo>
                    <a:pt x="251202" y="82784"/>
                  </a:lnTo>
                  <a:lnTo>
                    <a:pt x="249707" y="79964"/>
                  </a:lnTo>
                  <a:lnTo>
                    <a:pt x="248296" y="79263"/>
                  </a:lnTo>
                  <a:lnTo>
                    <a:pt x="248120" y="75565"/>
                  </a:lnTo>
                  <a:lnTo>
                    <a:pt x="247327" y="73892"/>
                  </a:lnTo>
                  <a:lnTo>
                    <a:pt x="249532" y="71604"/>
                  </a:lnTo>
                  <a:lnTo>
                    <a:pt x="250495" y="72222"/>
                  </a:lnTo>
                  <a:lnTo>
                    <a:pt x="249878" y="75565"/>
                  </a:lnTo>
                  <a:lnTo>
                    <a:pt x="250084" y="78223"/>
                  </a:lnTo>
                  <a:lnTo>
                    <a:pt x="252053" y="79257"/>
                  </a:lnTo>
                  <a:lnTo>
                    <a:pt x="253399" y="81374"/>
                  </a:lnTo>
                  <a:lnTo>
                    <a:pt x="253166" y="84324"/>
                  </a:lnTo>
                  <a:lnTo>
                    <a:pt x="254718" y="84324"/>
                  </a:lnTo>
                  <a:lnTo>
                    <a:pt x="256305" y="81730"/>
                  </a:lnTo>
                  <a:lnTo>
                    <a:pt x="257276" y="77676"/>
                  </a:lnTo>
                  <a:lnTo>
                    <a:pt x="254988" y="74947"/>
                  </a:lnTo>
                  <a:lnTo>
                    <a:pt x="253031" y="71531"/>
                  </a:lnTo>
                  <a:lnTo>
                    <a:pt x="255873" y="71688"/>
                  </a:lnTo>
                  <a:lnTo>
                    <a:pt x="256136" y="73630"/>
                  </a:lnTo>
                  <a:lnTo>
                    <a:pt x="257276" y="73807"/>
                  </a:lnTo>
                  <a:lnTo>
                    <a:pt x="259005" y="69832"/>
                  </a:lnTo>
                  <a:lnTo>
                    <a:pt x="260265" y="66933"/>
                  </a:lnTo>
                  <a:lnTo>
                    <a:pt x="259473" y="61654"/>
                  </a:lnTo>
                  <a:lnTo>
                    <a:pt x="258772" y="60952"/>
                  </a:lnTo>
                  <a:lnTo>
                    <a:pt x="263348" y="56283"/>
                  </a:lnTo>
                  <a:lnTo>
                    <a:pt x="266254" y="56283"/>
                  </a:lnTo>
                  <a:lnTo>
                    <a:pt x="268004" y="55341"/>
                  </a:lnTo>
                  <a:lnTo>
                    <a:pt x="270659" y="53902"/>
                  </a:lnTo>
                  <a:lnTo>
                    <a:pt x="270659" y="51528"/>
                  </a:lnTo>
                  <a:lnTo>
                    <a:pt x="274357" y="50033"/>
                  </a:lnTo>
                  <a:lnTo>
                    <a:pt x="274796" y="48269"/>
                  </a:lnTo>
                  <a:lnTo>
                    <a:pt x="271274" y="44046"/>
                  </a:lnTo>
                  <a:lnTo>
                    <a:pt x="271274" y="38235"/>
                  </a:lnTo>
                  <a:lnTo>
                    <a:pt x="272061" y="35153"/>
                  </a:lnTo>
                  <a:lnTo>
                    <a:pt x="276554" y="32950"/>
                  </a:lnTo>
                  <a:lnTo>
                    <a:pt x="276554" y="31454"/>
                  </a:lnTo>
                  <a:lnTo>
                    <a:pt x="276031" y="29343"/>
                  </a:lnTo>
                  <a:lnTo>
                    <a:pt x="277966" y="28286"/>
                  </a:lnTo>
                  <a:lnTo>
                    <a:pt x="280516" y="28372"/>
                  </a:lnTo>
                  <a:lnTo>
                    <a:pt x="282748" y="26352"/>
                  </a:lnTo>
                  <a:lnTo>
                    <a:pt x="285675" y="23703"/>
                  </a:lnTo>
                  <a:lnTo>
                    <a:pt x="285675" y="21945"/>
                  </a:lnTo>
                  <a:lnTo>
                    <a:pt x="281820" y="21484"/>
                  </a:lnTo>
                  <a:lnTo>
                    <a:pt x="281573" y="19216"/>
                  </a:lnTo>
                  <a:lnTo>
                    <a:pt x="279461" y="19125"/>
                  </a:lnTo>
                  <a:lnTo>
                    <a:pt x="277144" y="11861"/>
                  </a:lnTo>
                  <a:lnTo>
                    <a:pt x="267443" y="11861"/>
                  </a:lnTo>
                  <a:lnTo>
                    <a:pt x="265991" y="19125"/>
                  </a:lnTo>
                  <a:lnTo>
                    <a:pt x="267046" y="21329"/>
                  </a:lnTo>
                  <a:lnTo>
                    <a:pt x="267137" y="23178"/>
                  </a:lnTo>
                  <a:lnTo>
                    <a:pt x="265898" y="23617"/>
                  </a:lnTo>
                  <a:lnTo>
                    <a:pt x="265813" y="25290"/>
                  </a:lnTo>
                  <a:lnTo>
                    <a:pt x="265281" y="26344"/>
                  </a:lnTo>
                  <a:lnTo>
                    <a:pt x="265261" y="26352"/>
                  </a:lnTo>
                  <a:lnTo>
                    <a:pt x="263086" y="26962"/>
                  </a:lnTo>
                  <a:lnTo>
                    <a:pt x="262206" y="29328"/>
                  </a:lnTo>
                  <a:lnTo>
                    <a:pt x="248120" y="32595"/>
                  </a:lnTo>
                  <a:lnTo>
                    <a:pt x="244420" y="35856"/>
                  </a:lnTo>
                  <a:lnTo>
                    <a:pt x="243095" y="38583"/>
                  </a:lnTo>
                  <a:lnTo>
                    <a:pt x="237688" y="40844"/>
                  </a:lnTo>
                  <a:lnTo>
                    <a:pt x="237200" y="41050"/>
                  </a:lnTo>
                  <a:lnTo>
                    <a:pt x="237732" y="42722"/>
                  </a:lnTo>
                  <a:lnTo>
                    <a:pt x="234025" y="42551"/>
                  </a:lnTo>
                  <a:lnTo>
                    <a:pt x="229270" y="45101"/>
                  </a:lnTo>
                  <a:lnTo>
                    <a:pt x="226457" y="47830"/>
                  </a:lnTo>
                  <a:lnTo>
                    <a:pt x="226896" y="49856"/>
                  </a:lnTo>
                  <a:lnTo>
                    <a:pt x="229716" y="49503"/>
                  </a:lnTo>
                  <a:lnTo>
                    <a:pt x="230327" y="50736"/>
                  </a:lnTo>
                  <a:lnTo>
                    <a:pt x="229625" y="52146"/>
                  </a:lnTo>
                  <a:lnTo>
                    <a:pt x="226989" y="52062"/>
                  </a:lnTo>
                  <a:lnTo>
                    <a:pt x="223198" y="55052"/>
                  </a:lnTo>
                  <a:lnTo>
                    <a:pt x="218882" y="54789"/>
                  </a:lnTo>
                  <a:lnTo>
                    <a:pt x="218401" y="55341"/>
                  </a:lnTo>
                  <a:lnTo>
                    <a:pt x="214221" y="60160"/>
                  </a:lnTo>
                  <a:lnTo>
                    <a:pt x="210961" y="59983"/>
                  </a:lnTo>
                  <a:lnTo>
                    <a:pt x="210961" y="58480"/>
                  </a:lnTo>
                  <a:lnTo>
                    <a:pt x="213865" y="57517"/>
                  </a:lnTo>
                  <a:lnTo>
                    <a:pt x="213993" y="55341"/>
                  </a:lnTo>
                  <a:lnTo>
                    <a:pt x="214128" y="53024"/>
                  </a:lnTo>
                  <a:lnTo>
                    <a:pt x="216948" y="50736"/>
                  </a:lnTo>
                  <a:lnTo>
                    <a:pt x="215716" y="45628"/>
                  </a:lnTo>
                  <a:lnTo>
                    <a:pt x="217565" y="42283"/>
                  </a:lnTo>
                  <a:lnTo>
                    <a:pt x="217374" y="40844"/>
                  </a:lnTo>
                  <a:lnTo>
                    <a:pt x="217126" y="38938"/>
                  </a:lnTo>
                  <a:lnTo>
                    <a:pt x="217742" y="38583"/>
                  </a:lnTo>
                  <a:lnTo>
                    <a:pt x="219719" y="40844"/>
                  </a:lnTo>
                  <a:lnTo>
                    <a:pt x="223630" y="40844"/>
                  </a:lnTo>
                  <a:lnTo>
                    <a:pt x="224694" y="39022"/>
                  </a:lnTo>
                  <a:lnTo>
                    <a:pt x="221881" y="34799"/>
                  </a:lnTo>
                  <a:lnTo>
                    <a:pt x="218301" y="31269"/>
                  </a:lnTo>
                  <a:lnTo>
                    <a:pt x="209289" y="31453"/>
                  </a:lnTo>
                  <a:lnTo>
                    <a:pt x="203301" y="31801"/>
                  </a:lnTo>
                  <a:lnTo>
                    <a:pt x="202592" y="30221"/>
                  </a:lnTo>
                  <a:lnTo>
                    <a:pt x="200920" y="28988"/>
                  </a:lnTo>
                  <a:lnTo>
                    <a:pt x="200920" y="27139"/>
                  </a:lnTo>
                  <a:lnTo>
                    <a:pt x="199424" y="27053"/>
                  </a:lnTo>
                  <a:lnTo>
                    <a:pt x="199404" y="26352"/>
                  </a:lnTo>
                  <a:lnTo>
                    <a:pt x="199340" y="24495"/>
                  </a:lnTo>
                  <a:lnTo>
                    <a:pt x="197930" y="23532"/>
                  </a:lnTo>
                  <a:lnTo>
                    <a:pt x="197752" y="21236"/>
                  </a:lnTo>
                  <a:lnTo>
                    <a:pt x="195549" y="19917"/>
                  </a:lnTo>
                  <a:lnTo>
                    <a:pt x="195025" y="21327"/>
                  </a:lnTo>
                  <a:lnTo>
                    <a:pt x="192474" y="21236"/>
                  </a:lnTo>
                  <a:lnTo>
                    <a:pt x="189916" y="16398"/>
                  </a:lnTo>
                  <a:lnTo>
                    <a:pt x="188683" y="15603"/>
                  </a:lnTo>
                  <a:lnTo>
                    <a:pt x="181994" y="15341"/>
                  </a:lnTo>
                  <a:lnTo>
                    <a:pt x="181292" y="16658"/>
                  </a:lnTo>
                  <a:lnTo>
                    <a:pt x="181463" y="17629"/>
                  </a:lnTo>
                  <a:lnTo>
                    <a:pt x="178997" y="20273"/>
                  </a:lnTo>
                  <a:lnTo>
                    <a:pt x="177155" y="20449"/>
                  </a:lnTo>
                  <a:lnTo>
                    <a:pt x="175652" y="22823"/>
                  </a:lnTo>
                  <a:lnTo>
                    <a:pt x="169495" y="21852"/>
                  </a:lnTo>
                  <a:lnTo>
                    <a:pt x="166674" y="22739"/>
                  </a:lnTo>
                  <a:lnTo>
                    <a:pt x="163067" y="21506"/>
                  </a:lnTo>
                  <a:lnTo>
                    <a:pt x="162005" y="19741"/>
                  </a:lnTo>
                  <a:lnTo>
                    <a:pt x="158313" y="18509"/>
                  </a:lnTo>
                  <a:lnTo>
                    <a:pt x="156903" y="20096"/>
                  </a:lnTo>
                  <a:lnTo>
                    <a:pt x="151971" y="18331"/>
                  </a:lnTo>
                  <a:lnTo>
                    <a:pt x="151971" y="15425"/>
                  </a:lnTo>
                  <a:lnTo>
                    <a:pt x="149590" y="14022"/>
                  </a:lnTo>
                  <a:lnTo>
                    <a:pt x="149590" y="16312"/>
                  </a:lnTo>
                  <a:lnTo>
                    <a:pt x="141093" y="16886"/>
                  </a:lnTo>
                  <a:lnTo>
                    <a:pt x="137969" y="17099"/>
                  </a:lnTo>
                  <a:lnTo>
                    <a:pt x="117726" y="16212"/>
                  </a:lnTo>
                  <a:lnTo>
                    <a:pt x="115791" y="16128"/>
                  </a:lnTo>
                  <a:lnTo>
                    <a:pt x="113169" y="16008"/>
                  </a:lnTo>
                  <a:lnTo>
                    <a:pt x="84655" y="12556"/>
                  </a:lnTo>
                  <a:lnTo>
                    <a:pt x="79042" y="11885"/>
                  </a:lnTo>
                  <a:lnTo>
                    <a:pt x="78540" y="11821"/>
                  </a:lnTo>
                  <a:lnTo>
                    <a:pt x="62539" y="9247"/>
                  </a:lnTo>
                  <a:lnTo>
                    <a:pt x="55560" y="8121"/>
                  </a:lnTo>
                  <a:lnTo>
                    <a:pt x="54979" y="7994"/>
                  </a:lnTo>
                  <a:lnTo>
                    <a:pt x="50366" y="6974"/>
                  </a:lnTo>
                  <a:lnTo>
                    <a:pt x="36889" y="3367"/>
                  </a:lnTo>
                  <a:lnTo>
                    <a:pt x="25976" y="0"/>
                  </a:lnTo>
                  <a:close/>
                </a:path>
              </a:pathLst>
            </a:cu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110"/>
            <p:cNvSpPr/>
            <p:nvPr/>
          </p:nvSpPr>
          <p:spPr>
            <a:xfrm>
              <a:off x="1276275" y="820075"/>
              <a:ext cx="281325" cy="1162475"/>
            </a:xfrm>
            <a:custGeom>
              <a:avLst/>
              <a:gdLst/>
              <a:ahLst/>
              <a:cxnLst/>
              <a:rect l="l" t="t" r="r" b="b"/>
              <a:pathLst>
                <a:path w="11253" h="46499" fill="none" extrusionOk="0">
                  <a:moveTo>
                    <a:pt x="11252" y="0"/>
                  </a:moveTo>
                  <a:cubicBezTo>
                    <a:pt x="11252" y="0"/>
                    <a:pt x="7201" y="10051"/>
                    <a:pt x="7951" y="11100"/>
                  </a:cubicBezTo>
                  <a:cubicBezTo>
                    <a:pt x="8702" y="12149"/>
                    <a:pt x="7201" y="17400"/>
                    <a:pt x="7201" y="17400"/>
                  </a:cubicBezTo>
                  <a:lnTo>
                    <a:pt x="6452" y="19650"/>
                  </a:lnTo>
                  <a:cubicBezTo>
                    <a:pt x="6452" y="19650"/>
                    <a:pt x="8102" y="22049"/>
                    <a:pt x="7951" y="23100"/>
                  </a:cubicBezTo>
                  <a:cubicBezTo>
                    <a:pt x="7802" y="24149"/>
                    <a:pt x="5401" y="26399"/>
                    <a:pt x="5552" y="26999"/>
                  </a:cubicBezTo>
                  <a:cubicBezTo>
                    <a:pt x="5701" y="27600"/>
                    <a:pt x="2551" y="29549"/>
                    <a:pt x="2852" y="30300"/>
                  </a:cubicBezTo>
                  <a:cubicBezTo>
                    <a:pt x="3151" y="31048"/>
                    <a:pt x="3901" y="31349"/>
                    <a:pt x="3451" y="32550"/>
                  </a:cubicBezTo>
                  <a:cubicBezTo>
                    <a:pt x="3001" y="33748"/>
                    <a:pt x="1" y="46499"/>
                    <a:pt x="1" y="46499"/>
                  </a:cubicBezTo>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110"/>
            <p:cNvSpPr/>
            <p:nvPr/>
          </p:nvSpPr>
          <p:spPr>
            <a:xfrm>
              <a:off x="582600" y="1045050"/>
              <a:ext cx="854975" cy="266225"/>
            </a:xfrm>
            <a:custGeom>
              <a:avLst/>
              <a:gdLst/>
              <a:ahLst/>
              <a:cxnLst/>
              <a:rect l="l" t="t" r="r" b="b"/>
              <a:pathLst>
                <a:path w="34199" h="10649" fill="none" extrusionOk="0">
                  <a:moveTo>
                    <a:pt x="1" y="152"/>
                  </a:moveTo>
                  <a:cubicBezTo>
                    <a:pt x="1" y="152"/>
                    <a:pt x="3601" y="1"/>
                    <a:pt x="4200" y="301"/>
                  </a:cubicBezTo>
                  <a:cubicBezTo>
                    <a:pt x="4801" y="600"/>
                    <a:pt x="4799" y="1801"/>
                    <a:pt x="4799" y="1801"/>
                  </a:cubicBezTo>
                  <a:cubicBezTo>
                    <a:pt x="4799" y="1801"/>
                    <a:pt x="6300" y="1201"/>
                    <a:pt x="6750" y="1502"/>
                  </a:cubicBezTo>
                  <a:cubicBezTo>
                    <a:pt x="7200" y="1801"/>
                    <a:pt x="7350" y="3600"/>
                    <a:pt x="7350" y="3600"/>
                  </a:cubicBezTo>
                  <a:cubicBezTo>
                    <a:pt x="7350" y="3600"/>
                    <a:pt x="7350" y="4801"/>
                    <a:pt x="6900" y="5400"/>
                  </a:cubicBezTo>
                  <a:cubicBezTo>
                    <a:pt x="6450" y="5998"/>
                    <a:pt x="7350" y="6750"/>
                    <a:pt x="7949" y="6900"/>
                  </a:cubicBezTo>
                  <a:cubicBezTo>
                    <a:pt x="8550" y="7049"/>
                    <a:pt x="9749" y="6300"/>
                    <a:pt x="10350" y="6450"/>
                  </a:cubicBezTo>
                  <a:cubicBezTo>
                    <a:pt x="10951" y="6599"/>
                    <a:pt x="13349" y="7800"/>
                    <a:pt x="13349" y="7800"/>
                  </a:cubicBezTo>
                  <a:lnTo>
                    <a:pt x="16050" y="8100"/>
                  </a:lnTo>
                  <a:lnTo>
                    <a:pt x="18450" y="7650"/>
                  </a:lnTo>
                  <a:lnTo>
                    <a:pt x="19800" y="8700"/>
                  </a:lnTo>
                  <a:lnTo>
                    <a:pt x="23549" y="8399"/>
                  </a:lnTo>
                  <a:cubicBezTo>
                    <a:pt x="23549" y="8399"/>
                    <a:pt x="26249" y="8399"/>
                    <a:pt x="28499" y="9150"/>
                  </a:cubicBezTo>
                  <a:cubicBezTo>
                    <a:pt x="30748" y="9900"/>
                    <a:pt x="34199" y="10649"/>
                    <a:pt x="34199" y="10649"/>
                  </a:cubicBezTo>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110"/>
            <p:cNvSpPr/>
            <p:nvPr/>
          </p:nvSpPr>
          <p:spPr>
            <a:xfrm>
              <a:off x="1621275" y="846350"/>
              <a:ext cx="453750" cy="866175"/>
            </a:xfrm>
            <a:custGeom>
              <a:avLst/>
              <a:gdLst/>
              <a:ahLst/>
              <a:cxnLst/>
              <a:rect l="l" t="t" r="r" b="b"/>
              <a:pathLst>
                <a:path w="18150" h="34647" fill="none" extrusionOk="0">
                  <a:moveTo>
                    <a:pt x="1651" y="0"/>
                  </a:moveTo>
                  <a:lnTo>
                    <a:pt x="1" y="6149"/>
                  </a:lnTo>
                  <a:lnTo>
                    <a:pt x="901" y="8849"/>
                  </a:lnTo>
                  <a:lnTo>
                    <a:pt x="150" y="10199"/>
                  </a:lnTo>
                  <a:cubicBezTo>
                    <a:pt x="150" y="10199"/>
                    <a:pt x="901" y="11847"/>
                    <a:pt x="2101" y="12448"/>
                  </a:cubicBezTo>
                  <a:cubicBezTo>
                    <a:pt x="3300" y="13048"/>
                    <a:pt x="2701" y="16797"/>
                    <a:pt x="3601" y="17098"/>
                  </a:cubicBezTo>
                  <a:cubicBezTo>
                    <a:pt x="3601" y="17098"/>
                    <a:pt x="6151" y="16648"/>
                    <a:pt x="6151" y="17098"/>
                  </a:cubicBezTo>
                  <a:cubicBezTo>
                    <a:pt x="6151" y="17548"/>
                    <a:pt x="3901" y="21147"/>
                    <a:pt x="3901" y="21147"/>
                  </a:cubicBezTo>
                  <a:cubicBezTo>
                    <a:pt x="3901" y="21147"/>
                    <a:pt x="3901" y="22348"/>
                    <a:pt x="3451" y="22947"/>
                  </a:cubicBezTo>
                  <a:cubicBezTo>
                    <a:pt x="3001" y="23545"/>
                    <a:pt x="3601" y="23696"/>
                    <a:pt x="4051" y="23997"/>
                  </a:cubicBezTo>
                  <a:cubicBezTo>
                    <a:pt x="4501" y="24295"/>
                    <a:pt x="6601" y="23397"/>
                    <a:pt x="6452" y="24297"/>
                  </a:cubicBezTo>
                  <a:cubicBezTo>
                    <a:pt x="6300" y="25197"/>
                    <a:pt x="6750" y="26848"/>
                    <a:pt x="6750" y="26848"/>
                  </a:cubicBezTo>
                  <a:lnTo>
                    <a:pt x="8102" y="29547"/>
                  </a:lnTo>
                  <a:lnTo>
                    <a:pt x="7501" y="31196"/>
                  </a:lnTo>
                  <a:cubicBezTo>
                    <a:pt x="7501" y="31196"/>
                    <a:pt x="8552" y="31347"/>
                    <a:pt x="8552" y="31797"/>
                  </a:cubicBezTo>
                  <a:cubicBezTo>
                    <a:pt x="8552" y="32247"/>
                    <a:pt x="8401" y="32697"/>
                    <a:pt x="9002" y="33147"/>
                  </a:cubicBezTo>
                  <a:cubicBezTo>
                    <a:pt x="9601" y="33597"/>
                    <a:pt x="10951" y="33747"/>
                    <a:pt x="10951" y="33747"/>
                  </a:cubicBezTo>
                  <a:cubicBezTo>
                    <a:pt x="10951" y="33747"/>
                    <a:pt x="13201" y="33747"/>
                    <a:pt x="13801" y="33896"/>
                  </a:cubicBezTo>
                  <a:cubicBezTo>
                    <a:pt x="14402" y="34045"/>
                    <a:pt x="15601" y="33896"/>
                    <a:pt x="15601" y="33896"/>
                  </a:cubicBezTo>
                  <a:cubicBezTo>
                    <a:pt x="15601" y="33896"/>
                    <a:pt x="16799" y="32546"/>
                    <a:pt x="17249" y="32996"/>
                  </a:cubicBezTo>
                  <a:cubicBezTo>
                    <a:pt x="17699" y="33446"/>
                    <a:pt x="18149" y="34647"/>
                    <a:pt x="18149" y="34647"/>
                  </a:cubicBezTo>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110"/>
            <p:cNvSpPr/>
            <p:nvPr/>
          </p:nvSpPr>
          <p:spPr>
            <a:xfrm>
              <a:off x="353850" y="1731275"/>
              <a:ext cx="1653675" cy="393750"/>
            </a:xfrm>
            <a:custGeom>
              <a:avLst/>
              <a:gdLst/>
              <a:ahLst/>
              <a:cxnLst/>
              <a:rect l="l" t="t" r="r" b="b"/>
              <a:pathLst>
                <a:path w="66147" h="15750" fill="none" extrusionOk="0">
                  <a:moveTo>
                    <a:pt x="0" y="0"/>
                  </a:moveTo>
                  <a:cubicBezTo>
                    <a:pt x="0" y="0"/>
                    <a:pt x="47247" y="14399"/>
                    <a:pt x="66146" y="15749"/>
                  </a:cubicBezTo>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110"/>
            <p:cNvSpPr/>
            <p:nvPr/>
          </p:nvSpPr>
          <p:spPr>
            <a:xfrm>
              <a:off x="2877475" y="1030075"/>
              <a:ext cx="120000" cy="1387425"/>
            </a:xfrm>
            <a:custGeom>
              <a:avLst/>
              <a:gdLst/>
              <a:ahLst/>
              <a:cxnLst/>
              <a:rect l="l" t="t" r="r" b="b"/>
              <a:pathLst>
                <a:path w="4800" h="55497" fill="none" extrusionOk="0">
                  <a:moveTo>
                    <a:pt x="4799" y="0"/>
                  </a:moveTo>
                  <a:cubicBezTo>
                    <a:pt x="4799" y="0"/>
                    <a:pt x="299" y="47098"/>
                    <a:pt x="1" y="55497"/>
                  </a:cubicBezTo>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110"/>
            <p:cNvSpPr/>
            <p:nvPr/>
          </p:nvSpPr>
          <p:spPr>
            <a:xfrm>
              <a:off x="1482975" y="1633800"/>
              <a:ext cx="1651475" cy="1482250"/>
            </a:xfrm>
            <a:custGeom>
              <a:avLst/>
              <a:gdLst/>
              <a:ahLst/>
              <a:cxnLst/>
              <a:rect l="l" t="t" r="r" b="b"/>
              <a:pathLst>
                <a:path w="66059" h="59290" fill="none" extrusionOk="0">
                  <a:moveTo>
                    <a:pt x="58180" y="3300"/>
                  </a:moveTo>
                  <a:cubicBezTo>
                    <a:pt x="56230" y="4050"/>
                    <a:pt x="42130" y="2099"/>
                    <a:pt x="39731" y="2099"/>
                  </a:cubicBezTo>
                  <a:cubicBezTo>
                    <a:pt x="37332" y="2099"/>
                    <a:pt x="24282" y="1"/>
                    <a:pt x="24282" y="1"/>
                  </a:cubicBezTo>
                  <a:cubicBezTo>
                    <a:pt x="23681" y="4500"/>
                    <a:pt x="19482" y="26549"/>
                    <a:pt x="19482" y="26549"/>
                  </a:cubicBezTo>
                  <a:cubicBezTo>
                    <a:pt x="19482" y="26549"/>
                    <a:pt x="50417" y="31810"/>
                    <a:pt x="65953" y="32022"/>
                  </a:cubicBezTo>
                  <a:cubicBezTo>
                    <a:pt x="65953" y="32022"/>
                    <a:pt x="66059" y="56542"/>
                    <a:pt x="64791" y="59290"/>
                  </a:cubicBezTo>
                  <a:cubicBezTo>
                    <a:pt x="64791" y="59290"/>
                    <a:pt x="8140" y="54852"/>
                    <a:pt x="0" y="51257"/>
                  </a:cubicBezTo>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110"/>
            <p:cNvSpPr/>
            <p:nvPr/>
          </p:nvSpPr>
          <p:spPr>
            <a:xfrm>
              <a:off x="2827228" y="2093389"/>
              <a:ext cx="948700" cy="52525"/>
            </a:xfrm>
            <a:custGeom>
              <a:avLst/>
              <a:gdLst/>
              <a:ahLst/>
              <a:cxnLst/>
              <a:rect l="l" t="t" r="r" b="b"/>
              <a:pathLst>
                <a:path w="37948" h="2101" fill="none" extrusionOk="0">
                  <a:moveTo>
                    <a:pt x="0" y="0"/>
                  </a:moveTo>
                  <a:cubicBezTo>
                    <a:pt x="0" y="0"/>
                    <a:pt x="27298" y="2101"/>
                    <a:pt x="37948" y="900"/>
                  </a:cubicBezTo>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110"/>
            <p:cNvSpPr/>
            <p:nvPr/>
          </p:nvSpPr>
          <p:spPr>
            <a:xfrm>
              <a:off x="747575" y="1892500"/>
              <a:ext cx="592500" cy="1346200"/>
            </a:xfrm>
            <a:custGeom>
              <a:avLst/>
              <a:gdLst/>
              <a:ahLst/>
              <a:cxnLst/>
              <a:rect l="l" t="t" r="r" b="b"/>
              <a:pathLst>
                <a:path w="23700" h="53848" fill="none" extrusionOk="0">
                  <a:moveTo>
                    <a:pt x="23699" y="53848"/>
                  </a:moveTo>
                  <a:cubicBezTo>
                    <a:pt x="22049" y="52348"/>
                    <a:pt x="2101" y="21300"/>
                    <a:pt x="1051" y="20701"/>
                  </a:cubicBezTo>
                  <a:cubicBezTo>
                    <a:pt x="0" y="20100"/>
                    <a:pt x="6150" y="0"/>
                    <a:pt x="6150" y="0"/>
                  </a:cubicBezTo>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110"/>
            <p:cNvSpPr/>
            <p:nvPr/>
          </p:nvSpPr>
          <p:spPr>
            <a:xfrm>
              <a:off x="2928350" y="3118725"/>
              <a:ext cx="25" cy="25"/>
            </a:xfrm>
            <a:custGeom>
              <a:avLst/>
              <a:gdLst/>
              <a:ahLst/>
              <a:cxnLst/>
              <a:rect l="l" t="t" r="r" b="b"/>
              <a:pathLst>
                <a:path w="1" h="1" fill="none" extrusionOk="0">
                  <a:moveTo>
                    <a:pt x="0" y="0"/>
                  </a:moveTo>
                  <a:close/>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110"/>
            <p:cNvSpPr/>
            <p:nvPr/>
          </p:nvSpPr>
          <p:spPr>
            <a:xfrm>
              <a:off x="3102725" y="3116025"/>
              <a:ext cx="1023450" cy="43700"/>
            </a:xfrm>
            <a:custGeom>
              <a:avLst/>
              <a:gdLst/>
              <a:ahLst/>
              <a:cxnLst/>
              <a:rect l="l" t="t" r="r" b="b"/>
              <a:pathLst>
                <a:path w="40938" h="1748" fill="none" extrusionOk="0">
                  <a:moveTo>
                    <a:pt x="1" y="1"/>
                  </a:moveTo>
                  <a:cubicBezTo>
                    <a:pt x="1" y="1"/>
                    <a:pt x="34206" y="1748"/>
                    <a:pt x="40938" y="556"/>
                  </a:cubicBezTo>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110"/>
            <p:cNvSpPr/>
            <p:nvPr/>
          </p:nvSpPr>
          <p:spPr>
            <a:xfrm>
              <a:off x="2962700" y="3208525"/>
              <a:ext cx="1193500" cy="506425"/>
            </a:xfrm>
            <a:custGeom>
              <a:avLst/>
              <a:gdLst/>
              <a:ahLst/>
              <a:cxnLst/>
              <a:rect l="l" t="t" r="r" b="b"/>
              <a:pathLst>
                <a:path w="47740" h="20257" fill="none" extrusionOk="0">
                  <a:moveTo>
                    <a:pt x="0" y="1"/>
                  </a:moveTo>
                  <a:cubicBezTo>
                    <a:pt x="0" y="1"/>
                    <a:pt x="14902" y="423"/>
                    <a:pt x="15960" y="529"/>
                  </a:cubicBezTo>
                  <a:lnTo>
                    <a:pt x="16489" y="13740"/>
                  </a:lnTo>
                  <a:lnTo>
                    <a:pt x="17862" y="14904"/>
                  </a:lnTo>
                  <a:lnTo>
                    <a:pt x="20081" y="14480"/>
                  </a:lnTo>
                  <a:lnTo>
                    <a:pt x="21032" y="15750"/>
                  </a:lnTo>
                  <a:lnTo>
                    <a:pt x="23570" y="16912"/>
                  </a:lnTo>
                  <a:lnTo>
                    <a:pt x="25261" y="16912"/>
                  </a:lnTo>
                  <a:lnTo>
                    <a:pt x="26742" y="16595"/>
                  </a:lnTo>
                  <a:lnTo>
                    <a:pt x="28432" y="17757"/>
                  </a:lnTo>
                  <a:lnTo>
                    <a:pt x="28432" y="18497"/>
                  </a:lnTo>
                  <a:lnTo>
                    <a:pt x="30968" y="18074"/>
                  </a:lnTo>
                  <a:lnTo>
                    <a:pt x="32342" y="18603"/>
                  </a:lnTo>
                  <a:lnTo>
                    <a:pt x="33400" y="18497"/>
                  </a:lnTo>
                  <a:lnTo>
                    <a:pt x="34879" y="18286"/>
                  </a:lnTo>
                  <a:lnTo>
                    <a:pt x="36253" y="18603"/>
                  </a:lnTo>
                  <a:lnTo>
                    <a:pt x="37415" y="19342"/>
                  </a:lnTo>
                  <a:lnTo>
                    <a:pt x="39213" y="18708"/>
                  </a:lnTo>
                  <a:lnTo>
                    <a:pt x="41855" y="18708"/>
                  </a:lnTo>
                  <a:lnTo>
                    <a:pt x="43334" y="17863"/>
                  </a:lnTo>
                  <a:lnTo>
                    <a:pt x="44391" y="18286"/>
                  </a:lnTo>
                  <a:cubicBezTo>
                    <a:pt x="44391" y="18286"/>
                    <a:pt x="46752" y="20113"/>
                    <a:pt x="47739" y="20257"/>
                  </a:cubicBezTo>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110"/>
            <p:cNvSpPr/>
            <p:nvPr/>
          </p:nvSpPr>
          <p:spPr>
            <a:xfrm>
              <a:off x="3126500" y="2611350"/>
              <a:ext cx="883400" cy="39250"/>
            </a:xfrm>
            <a:custGeom>
              <a:avLst/>
              <a:gdLst/>
              <a:ahLst/>
              <a:cxnLst/>
              <a:rect l="l" t="t" r="r" b="b"/>
              <a:pathLst>
                <a:path w="35336" h="1570" fill="none" extrusionOk="0">
                  <a:moveTo>
                    <a:pt x="1" y="1"/>
                  </a:moveTo>
                  <a:cubicBezTo>
                    <a:pt x="1" y="1"/>
                    <a:pt x="21631" y="1569"/>
                    <a:pt x="35336" y="46"/>
                  </a:cubicBezTo>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110"/>
            <p:cNvSpPr/>
            <p:nvPr/>
          </p:nvSpPr>
          <p:spPr>
            <a:xfrm>
              <a:off x="3937700" y="2484525"/>
              <a:ext cx="578425" cy="37050"/>
            </a:xfrm>
            <a:custGeom>
              <a:avLst/>
              <a:gdLst/>
              <a:ahLst/>
              <a:cxnLst/>
              <a:rect l="l" t="t" r="r" b="b"/>
              <a:pathLst>
                <a:path w="23137" h="1482" fill="none" extrusionOk="0">
                  <a:moveTo>
                    <a:pt x="0" y="1270"/>
                  </a:moveTo>
                  <a:cubicBezTo>
                    <a:pt x="0" y="1270"/>
                    <a:pt x="1796" y="1481"/>
                    <a:pt x="4651" y="1481"/>
                  </a:cubicBezTo>
                  <a:cubicBezTo>
                    <a:pt x="7504" y="1481"/>
                    <a:pt x="18285" y="0"/>
                    <a:pt x="19342" y="0"/>
                  </a:cubicBezTo>
                  <a:cubicBezTo>
                    <a:pt x="20400" y="0"/>
                    <a:pt x="21457" y="317"/>
                    <a:pt x="21457" y="317"/>
                  </a:cubicBezTo>
                  <a:lnTo>
                    <a:pt x="23137" y="317"/>
                  </a:lnTo>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110"/>
            <p:cNvSpPr/>
            <p:nvPr/>
          </p:nvSpPr>
          <p:spPr>
            <a:xfrm>
              <a:off x="3863650" y="1990000"/>
              <a:ext cx="645000" cy="37450"/>
            </a:xfrm>
            <a:custGeom>
              <a:avLst/>
              <a:gdLst/>
              <a:ahLst/>
              <a:cxnLst/>
              <a:rect l="l" t="t" r="r" b="b"/>
              <a:pathLst>
                <a:path w="25800" h="1498" fill="none" extrusionOk="0">
                  <a:moveTo>
                    <a:pt x="0" y="900"/>
                  </a:moveTo>
                  <a:cubicBezTo>
                    <a:pt x="0" y="900"/>
                    <a:pt x="5500" y="440"/>
                    <a:pt x="7508" y="970"/>
                  </a:cubicBezTo>
                  <a:cubicBezTo>
                    <a:pt x="9515" y="1498"/>
                    <a:pt x="17866" y="758"/>
                    <a:pt x="19451" y="653"/>
                  </a:cubicBezTo>
                  <a:cubicBezTo>
                    <a:pt x="21036" y="547"/>
                    <a:pt x="25800" y="0"/>
                    <a:pt x="25800" y="0"/>
                  </a:cubicBezTo>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110"/>
            <p:cNvSpPr/>
            <p:nvPr/>
          </p:nvSpPr>
          <p:spPr>
            <a:xfrm>
              <a:off x="4357825" y="1409125"/>
              <a:ext cx="694950" cy="1694625"/>
            </a:xfrm>
            <a:custGeom>
              <a:avLst/>
              <a:gdLst/>
              <a:ahLst/>
              <a:cxnLst/>
              <a:rect l="l" t="t" r="r" b="b"/>
              <a:pathLst>
                <a:path w="27798" h="67785" fill="none" extrusionOk="0">
                  <a:moveTo>
                    <a:pt x="1" y="1797"/>
                  </a:moveTo>
                  <a:cubicBezTo>
                    <a:pt x="1" y="1797"/>
                    <a:pt x="3065" y="1057"/>
                    <a:pt x="3699" y="1057"/>
                  </a:cubicBezTo>
                  <a:cubicBezTo>
                    <a:pt x="4335" y="1057"/>
                    <a:pt x="4124" y="1"/>
                    <a:pt x="4969" y="106"/>
                  </a:cubicBezTo>
                  <a:cubicBezTo>
                    <a:pt x="5814" y="212"/>
                    <a:pt x="6342" y="952"/>
                    <a:pt x="6554" y="1586"/>
                  </a:cubicBezTo>
                  <a:cubicBezTo>
                    <a:pt x="6765" y="2220"/>
                    <a:pt x="9407" y="2220"/>
                    <a:pt x="9407" y="2220"/>
                  </a:cubicBezTo>
                  <a:cubicBezTo>
                    <a:pt x="9407" y="2220"/>
                    <a:pt x="11099" y="2325"/>
                    <a:pt x="14163" y="3701"/>
                  </a:cubicBezTo>
                  <a:cubicBezTo>
                    <a:pt x="17227" y="5074"/>
                    <a:pt x="19026" y="5286"/>
                    <a:pt x="19026" y="5286"/>
                  </a:cubicBezTo>
                  <a:lnTo>
                    <a:pt x="19237" y="6342"/>
                  </a:lnTo>
                  <a:lnTo>
                    <a:pt x="21033" y="7505"/>
                  </a:lnTo>
                  <a:lnTo>
                    <a:pt x="22195" y="9937"/>
                  </a:lnTo>
                  <a:lnTo>
                    <a:pt x="23154" y="11676"/>
                  </a:lnTo>
                  <a:lnTo>
                    <a:pt x="23239" y="15269"/>
                  </a:lnTo>
                  <a:lnTo>
                    <a:pt x="23154" y="22627"/>
                  </a:lnTo>
                  <a:lnTo>
                    <a:pt x="22554" y="27076"/>
                  </a:lnTo>
                  <a:cubicBezTo>
                    <a:pt x="22554" y="27076"/>
                    <a:pt x="22970" y="28406"/>
                    <a:pt x="23146" y="29067"/>
                  </a:cubicBezTo>
                  <a:cubicBezTo>
                    <a:pt x="23146" y="29067"/>
                    <a:pt x="23041" y="29595"/>
                    <a:pt x="23252" y="30546"/>
                  </a:cubicBezTo>
                  <a:cubicBezTo>
                    <a:pt x="23463" y="31499"/>
                    <a:pt x="23888" y="31180"/>
                    <a:pt x="25473" y="31814"/>
                  </a:cubicBezTo>
                  <a:cubicBezTo>
                    <a:pt x="27058" y="32450"/>
                    <a:pt x="27058" y="33190"/>
                    <a:pt x="27058" y="33190"/>
                  </a:cubicBezTo>
                  <a:cubicBezTo>
                    <a:pt x="27058" y="33190"/>
                    <a:pt x="26424" y="36150"/>
                    <a:pt x="26107" y="37839"/>
                  </a:cubicBezTo>
                  <a:cubicBezTo>
                    <a:pt x="25790" y="39529"/>
                    <a:pt x="27375" y="49676"/>
                    <a:pt x="27480" y="50841"/>
                  </a:cubicBezTo>
                  <a:cubicBezTo>
                    <a:pt x="27586" y="52003"/>
                    <a:pt x="27797" y="54222"/>
                    <a:pt x="27797" y="54222"/>
                  </a:cubicBezTo>
                  <a:cubicBezTo>
                    <a:pt x="27797" y="54222"/>
                    <a:pt x="26635" y="57182"/>
                    <a:pt x="26107" y="58344"/>
                  </a:cubicBezTo>
                  <a:cubicBezTo>
                    <a:pt x="25578" y="59505"/>
                    <a:pt x="26107" y="60246"/>
                    <a:pt x="26424" y="60669"/>
                  </a:cubicBezTo>
                  <a:cubicBezTo>
                    <a:pt x="26741" y="61092"/>
                    <a:pt x="26318" y="62465"/>
                    <a:pt x="26318" y="62465"/>
                  </a:cubicBezTo>
                  <a:cubicBezTo>
                    <a:pt x="26318" y="62465"/>
                    <a:pt x="24944" y="62782"/>
                    <a:pt x="23782" y="62994"/>
                  </a:cubicBezTo>
                  <a:cubicBezTo>
                    <a:pt x="22618" y="63205"/>
                    <a:pt x="23993" y="64261"/>
                    <a:pt x="24099" y="64895"/>
                  </a:cubicBezTo>
                  <a:cubicBezTo>
                    <a:pt x="24205" y="65531"/>
                    <a:pt x="23888" y="65848"/>
                    <a:pt x="23888" y="65848"/>
                  </a:cubicBezTo>
                  <a:lnTo>
                    <a:pt x="22935" y="65109"/>
                  </a:lnTo>
                  <a:cubicBezTo>
                    <a:pt x="22935" y="65109"/>
                    <a:pt x="21561" y="65214"/>
                    <a:pt x="20822" y="65320"/>
                  </a:cubicBezTo>
                  <a:cubicBezTo>
                    <a:pt x="20082" y="65426"/>
                    <a:pt x="20432" y="67785"/>
                    <a:pt x="20432" y="67785"/>
                  </a:cubicBezTo>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110"/>
            <p:cNvSpPr/>
            <p:nvPr/>
          </p:nvSpPr>
          <p:spPr>
            <a:xfrm>
              <a:off x="4595625" y="2126625"/>
              <a:ext cx="334625" cy="30275"/>
            </a:xfrm>
            <a:custGeom>
              <a:avLst/>
              <a:gdLst/>
              <a:ahLst/>
              <a:cxnLst/>
              <a:rect l="l" t="t" r="r" b="b"/>
              <a:pathLst>
                <a:path w="13385" h="1211" fill="none" extrusionOk="0">
                  <a:moveTo>
                    <a:pt x="0" y="1105"/>
                  </a:moveTo>
                  <a:cubicBezTo>
                    <a:pt x="0" y="1105"/>
                    <a:pt x="2855" y="1210"/>
                    <a:pt x="3806" y="1210"/>
                  </a:cubicBezTo>
                  <a:cubicBezTo>
                    <a:pt x="4757" y="1210"/>
                    <a:pt x="8563" y="682"/>
                    <a:pt x="8563" y="682"/>
                  </a:cubicBezTo>
                  <a:lnTo>
                    <a:pt x="11415" y="154"/>
                  </a:lnTo>
                  <a:lnTo>
                    <a:pt x="13385" y="1"/>
                  </a:lnTo>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110"/>
            <p:cNvSpPr/>
            <p:nvPr/>
          </p:nvSpPr>
          <p:spPr>
            <a:xfrm>
              <a:off x="4114725" y="3168900"/>
              <a:ext cx="700250" cy="103100"/>
            </a:xfrm>
            <a:custGeom>
              <a:avLst/>
              <a:gdLst/>
              <a:ahLst/>
              <a:cxnLst/>
              <a:rect l="l" t="t" r="r" b="b"/>
              <a:pathLst>
                <a:path w="28010" h="4124" fill="none" extrusionOk="0">
                  <a:moveTo>
                    <a:pt x="0" y="2008"/>
                  </a:moveTo>
                  <a:cubicBezTo>
                    <a:pt x="0" y="2008"/>
                    <a:pt x="5285" y="740"/>
                    <a:pt x="6976" y="1269"/>
                  </a:cubicBezTo>
                  <a:cubicBezTo>
                    <a:pt x="8668" y="1797"/>
                    <a:pt x="13317" y="1374"/>
                    <a:pt x="13317" y="1374"/>
                  </a:cubicBezTo>
                  <a:lnTo>
                    <a:pt x="18180" y="846"/>
                  </a:lnTo>
                  <a:cubicBezTo>
                    <a:pt x="18180" y="846"/>
                    <a:pt x="24733" y="1"/>
                    <a:pt x="25155" y="423"/>
                  </a:cubicBezTo>
                  <a:cubicBezTo>
                    <a:pt x="25578" y="846"/>
                    <a:pt x="25050" y="2748"/>
                    <a:pt x="24521" y="3384"/>
                  </a:cubicBezTo>
                  <a:cubicBezTo>
                    <a:pt x="23993" y="4019"/>
                    <a:pt x="24944" y="4123"/>
                    <a:pt x="25895" y="4018"/>
                  </a:cubicBezTo>
                  <a:cubicBezTo>
                    <a:pt x="26848" y="3912"/>
                    <a:pt x="27482" y="2855"/>
                    <a:pt x="28010" y="3067"/>
                  </a:cubicBezTo>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110"/>
            <p:cNvSpPr/>
            <p:nvPr/>
          </p:nvSpPr>
          <p:spPr>
            <a:xfrm>
              <a:off x="5034250" y="2137325"/>
              <a:ext cx="497000" cy="104200"/>
            </a:xfrm>
            <a:custGeom>
              <a:avLst/>
              <a:gdLst/>
              <a:ahLst/>
              <a:cxnLst/>
              <a:rect l="l" t="t" r="r" b="b"/>
              <a:pathLst>
                <a:path w="19880" h="4168" fill="none" extrusionOk="0">
                  <a:moveTo>
                    <a:pt x="19880" y="1"/>
                  </a:moveTo>
                  <a:cubicBezTo>
                    <a:pt x="19880" y="1"/>
                    <a:pt x="16701" y="2158"/>
                    <a:pt x="15644" y="2369"/>
                  </a:cubicBezTo>
                  <a:cubicBezTo>
                    <a:pt x="14587" y="2580"/>
                    <a:pt x="12261" y="2897"/>
                    <a:pt x="12261" y="2897"/>
                  </a:cubicBezTo>
                  <a:lnTo>
                    <a:pt x="10465" y="2050"/>
                  </a:lnTo>
                  <a:lnTo>
                    <a:pt x="6448" y="3109"/>
                  </a:lnTo>
                  <a:lnTo>
                    <a:pt x="2433" y="4167"/>
                  </a:lnTo>
                  <a:lnTo>
                    <a:pt x="1" y="4062"/>
                  </a:lnTo>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110"/>
            <p:cNvSpPr/>
            <p:nvPr/>
          </p:nvSpPr>
          <p:spPr>
            <a:xfrm>
              <a:off x="4220425" y="3792500"/>
              <a:ext cx="414900" cy="23800"/>
            </a:xfrm>
            <a:custGeom>
              <a:avLst/>
              <a:gdLst/>
              <a:ahLst/>
              <a:cxnLst/>
              <a:rect l="l" t="t" r="r" b="b"/>
              <a:pathLst>
                <a:path w="16596" h="952" fill="none" extrusionOk="0">
                  <a:moveTo>
                    <a:pt x="1" y="951"/>
                  </a:moveTo>
                  <a:cubicBezTo>
                    <a:pt x="1" y="951"/>
                    <a:pt x="5391" y="634"/>
                    <a:pt x="7082" y="740"/>
                  </a:cubicBezTo>
                  <a:cubicBezTo>
                    <a:pt x="8774" y="845"/>
                    <a:pt x="16595" y="0"/>
                    <a:pt x="16595" y="0"/>
                  </a:cubicBezTo>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110"/>
            <p:cNvSpPr/>
            <p:nvPr/>
          </p:nvSpPr>
          <p:spPr>
            <a:xfrm>
              <a:off x="5710725" y="3306300"/>
              <a:ext cx="410925" cy="424450"/>
            </a:xfrm>
            <a:custGeom>
              <a:avLst/>
              <a:gdLst/>
              <a:ahLst/>
              <a:cxnLst/>
              <a:rect l="l" t="t" r="r" b="b"/>
              <a:pathLst>
                <a:path w="16437" h="16978" fill="none" extrusionOk="0">
                  <a:moveTo>
                    <a:pt x="846" y="1"/>
                  </a:moveTo>
                  <a:lnTo>
                    <a:pt x="0" y="2009"/>
                  </a:lnTo>
                  <a:lnTo>
                    <a:pt x="1480" y="2748"/>
                  </a:lnTo>
                  <a:lnTo>
                    <a:pt x="2644" y="3276"/>
                  </a:lnTo>
                  <a:lnTo>
                    <a:pt x="4863" y="4861"/>
                  </a:lnTo>
                  <a:lnTo>
                    <a:pt x="6659" y="7082"/>
                  </a:lnTo>
                  <a:cubicBezTo>
                    <a:pt x="6659" y="7082"/>
                    <a:pt x="6764" y="8667"/>
                    <a:pt x="8563" y="9618"/>
                  </a:cubicBezTo>
                  <a:cubicBezTo>
                    <a:pt x="10359" y="10569"/>
                    <a:pt x="12155" y="11627"/>
                    <a:pt x="12155" y="11627"/>
                  </a:cubicBezTo>
                  <a:cubicBezTo>
                    <a:pt x="12155" y="11627"/>
                    <a:pt x="12472" y="11944"/>
                    <a:pt x="12683" y="12578"/>
                  </a:cubicBezTo>
                  <a:cubicBezTo>
                    <a:pt x="12895" y="13212"/>
                    <a:pt x="13423" y="14269"/>
                    <a:pt x="13423" y="14269"/>
                  </a:cubicBezTo>
                  <a:cubicBezTo>
                    <a:pt x="13423" y="14269"/>
                    <a:pt x="14268" y="15220"/>
                    <a:pt x="14693" y="15854"/>
                  </a:cubicBezTo>
                  <a:cubicBezTo>
                    <a:pt x="15115" y="16488"/>
                    <a:pt x="16436" y="16978"/>
                    <a:pt x="16436" y="16978"/>
                  </a:cubicBezTo>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110"/>
            <p:cNvSpPr/>
            <p:nvPr/>
          </p:nvSpPr>
          <p:spPr>
            <a:xfrm>
              <a:off x="5560100" y="2991825"/>
              <a:ext cx="422775" cy="351500"/>
            </a:xfrm>
            <a:custGeom>
              <a:avLst/>
              <a:gdLst/>
              <a:ahLst/>
              <a:cxnLst/>
              <a:rect l="l" t="t" r="r" b="b"/>
              <a:pathLst>
                <a:path w="16911" h="14060" fill="none" extrusionOk="0">
                  <a:moveTo>
                    <a:pt x="106" y="14059"/>
                  </a:moveTo>
                  <a:cubicBezTo>
                    <a:pt x="106" y="14059"/>
                    <a:pt x="1" y="13108"/>
                    <a:pt x="106" y="12369"/>
                  </a:cubicBezTo>
                  <a:cubicBezTo>
                    <a:pt x="212" y="11629"/>
                    <a:pt x="952" y="11523"/>
                    <a:pt x="1480" y="11523"/>
                  </a:cubicBezTo>
                  <a:cubicBezTo>
                    <a:pt x="2008" y="11523"/>
                    <a:pt x="1586" y="10359"/>
                    <a:pt x="2220" y="10042"/>
                  </a:cubicBezTo>
                  <a:cubicBezTo>
                    <a:pt x="2854" y="9725"/>
                    <a:pt x="4016" y="8986"/>
                    <a:pt x="4544" y="8986"/>
                  </a:cubicBezTo>
                  <a:cubicBezTo>
                    <a:pt x="5072" y="8986"/>
                    <a:pt x="5389" y="7929"/>
                    <a:pt x="5389" y="7929"/>
                  </a:cubicBezTo>
                  <a:lnTo>
                    <a:pt x="7610" y="6344"/>
                  </a:lnTo>
                  <a:lnTo>
                    <a:pt x="8244" y="5391"/>
                  </a:lnTo>
                  <a:cubicBezTo>
                    <a:pt x="9723" y="5074"/>
                    <a:pt x="10780" y="4757"/>
                    <a:pt x="10780" y="4757"/>
                  </a:cubicBezTo>
                  <a:cubicBezTo>
                    <a:pt x="10780" y="4757"/>
                    <a:pt x="15642" y="1904"/>
                    <a:pt x="16910" y="1"/>
                  </a:cubicBezTo>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110"/>
            <p:cNvSpPr/>
            <p:nvPr/>
          </p:nvSpPr>
          <p:spPr>
            <a:xfrm>
              <a:off x="5343050" y="2212200"/>
              <a:ext cx="61125" cy="441500"/>
            </a:xfrm>
            <a:custGeom>
              <a:avLst/>
              <a:gdLst/>
              <a:ahLst/>
              <a:cxnLst/>
              <a:rect l="l" t="t" r="r" b="b"/>
              <a:pathLst>
                <a:path w="2445" h="17660" fill="none" extrusionOk="0">
                  <a:moveTo>
                    <a:pt x="0" y="1"/>
                  </a:moveTo>
                  <a:cubicBezTo>
                    <a:pt x="0" y="1"/>
                    <a:pt x="1917" y="16286"/>
                    <a:pt x="2445" y="17659"/>
                  </a:cubicBezTo>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110"/>
            <p:cNvSpPr/>
            <p:nvPr/>
          </p:nvSpPr>
          <p:spPr>
            <a:xfrm>
              <a:off x="5010475" y="2413250"/>
              <a:ext cx="1427650" cy="502000"/>
            </a:xfrm>
            <a:custGeom>
              <a:avLst/>
              <a:gdLst/>
              <a:ahLst/>
              <a:cxnLst/>
              <a:rect l="l" t="t" r="r" b="b"/>
              <a:pathLst>
                <a:path w="57106" h="20080" fill="none" extrusionOk="0">
                  <a:moveTo>
                    <a:pt x="1" y="19340"/>
                  </a:moveTo>
                  <a:cubicBezTo>
                    <a:pt x="1" y="19340"/>
                    <a:pt x="3065" y="20079"/>
                    <a:pt x="3488" y="20079"/>
                  </a:cubicBezTo>
                  <a:cubicBezTo>
                    <a:pt x="3912" y="20079"/>
                    <a:pt x="4969" y="19763"/>
                    <a:pt x="4969" y="19763"/>
                  </a:cubicBezTo>
                  <a:lnTo>
                    <a:pt x="5497" y="18812"/>
                  </a:lnTo>
                  <a:cubicBezTo>
                    <a:pt x="5497" y="18812"/>
                    <a:pt x="5497" y="18389"/>
                    <a:pt x="8033" y="17227"/>
                  </a:cubicBezTo>
                  <a:cubicBezTo>
                    <a:pt x="10571" y="16063"/>
                    <a:pt x="13531" y="14161"/>
                    <a:pt x="13531" y="14161"/>
                  </a:cubicBezTo>
                  <a:lnTo>
                    <a:pt x="14693" y="12787"/>
                  </a:lnTo>
                  <a:cubicBezTo>
                    <a:pt x="14905" y="12047"/>
                    <a:pt x="16067" y="12047"/>
                    <a:pt x="15855" y="11625"/>
                  </a:cubicBezTo>
                  <a:cubicBezTo>
                    <a:pt x="15644" y="11202"/>
                    <a:pt x="14482" y="9828"/>
                    <a:pt x="15222" y="9723"/>
                  </a:cubicBezTo>
                  <a:cubicBezTo>
                    <a:pt x="15961" y="9617"/>
                    <a:pt x="16912" y="9194"/>
                    <a:pt x="17018" y="9511"/>
                  </a:cubicBezTo>
                  <a:cubicBezTo>
                    <a:pt x="17123" y="9828"/>
                    <a:pt x="17969" y="9723"/>
                    <a:pt x="18814" y="10251"/>
                  </a:cubicBezTo>
                  <a:cubicBezTo>
                    <a:pt x="19659" y="10779"/>
                    <a:pt x="20082" y="11625"/>
                    <a:pt x="20082" y="11625"/>
                  </a:cubicBezTo>
                  <a:lnTo>
                    <a:pt x="22831" y="11625"/>
                  </a:lnTo>
                  <a:cubicBezTo>
                    <a:pt x="23556" y="11432"/>
                    <a:pt x="24301" y="11324"/>
                    <a:pt x="25050" y="11308"/>
                  </a:cubicBezTo>
                  <a:cubicBezTo>
                    <a:pt x="25050" y="11308"/>
                    <a:pt x="24627" y="10462"/>
                    <a:pt x="25261" y="10462"/>
                  </a:cubicBezTo>
                  <a:cubicBezTo>
                    <a:pt x="25895" y="10462"/>
                    <a:pt x="26423" y="9511"/>
                    <a:pt x="26848" y="10040"/>
                  </a:cubicBezTo>
                  <a:cubicBezTo>
                    <a:pt x="27271" y="10568"/>
                    <a:pt x="27059" y="11308"/>
                    <a:pt x="27059" y="11308"/>
                  </a:cubicBezTo>
                  <a:lnTo>
                    <a:pt x="28010" y="12364"/>
                  </a:lnTo>
                  <a:cubicBezTo>
                    <a:pt x="28010" y="12364"/>
                    <a:pt x="28010" y="14689"/>
                    <a:pt x="28750" y="15113"/>
                  </a:cubicBezTo>
                  <a:cubicBezTo>
                    <a:pt x="29490" y="15536"/>
                    <a:pt x="31497" y="17015"/>
                    <a:pt x="32025" y="17438"/>
                  </a:cubicBezTo>
                  <a:cubicBezTo>
                    <a:pt x="32554" y="17861"/>
                    <a:pt x="33295" y="19129"/>
                    <a:pt x="34035" y="19129"/>
                  </a:cubicBezTo>
                  <a:cubicBezTo>
                    <a:pt x="34774" y="19129"/>
                    <a:pt x="35937" y="19023"/>
                    <a:pt x="35937" y="19023"/>
                  </a:cubicBezTo>
                  <a:lnTo>
                    <a:pt x="36254" y="18389"/>
                  </a:lnTo>
                  <a:cubicBezTo>
                    <a:pt x="37205" y="18600"/>
                    <a:pt x="38474" y="17861"/>
                    <a:pt x="38474" y="17861"/>
                  </a:cubicBezTo>
                  <a:lnTo>
                    <a:pt x="40693" y="16698"/>
                  </a:lnTo>
                  <a:lnTo>
                    <a:pt x="41750" y="16064"/>
                  </a:lnTo>
                  <a:lnTo>
                    <a:pt x="41750" y="13632"/>
                  </a:lnTo>
                  <a:cubicBezTo>
                    <a:pt x="41750" y="13632"/>
                    <a:pt x="41222" y="12470"/>
                    <a:pt x="41750" y="12259"/>
                  </a:cubicBezTo>
                  <a:cubicBezTo>
                    <a:pt x="42278" y="12047"/>
                    <a:pt x="43674" y="8898"/>
                    <a:pt x="43590" y="8298"/>
                  </a:cubicBezTo>
                  <a:cubicBezTo>
                    <a:pt x="43504" y="7699"/>
                    <a:pt x="43845" y="6673"/>
                    <a:pt x="44187" y="6331"/>
                  </a:cubicBezTo>
                  <a:cubicBezTo>
                    <a:pt x="44530" y="5988"/>
                    <a:pt x="43504" y="6416"/>
                    <a:pt x="45129" y="5648"/>
                  </a:cubicBezTo>
                  <a:cubicBezTo>
                    <a:pt x="46754" y="4879"/>
                    <a:pt x="46669" y="5391"/>
                    <a:pt x="47097" y="4963"/>
                  </a:cubicBezTo>
                  <a:cubicBezTo>
                    <a:pt x="47525" y="4534"/>
                    <a:pt x="48465" y="3081"/>
                    <a:pt x="48636" y="2396"/>
                  </a:cubicBezTo>
                  <a:cubicBezTo>
                    <a:pt x="48807" y="1713"/>
                    <a:pt x="49236" y="1625"/>
                    <a:pt x="48893" y="1028"/>
                  </a:cubicBezTo>
                  <a:cubicBezTo>
                    <a:pt x="48551" y="428"/>
                    <a:pt x="48037" y="0"/>
                    <a:pt x="49150" y="685"/>
                  </a:cubicBezTo>
                  <a:cubicBezTo>
                    <a:pt x="50263" y="1372"/>
                    <a:pt x="50689" y="1627"/>
                    <a:pt x="51289" y="1798"/>
                  </a:cubicBezTo>
                  <a:cubicBezTo>
                    <a:pt x="51888" y="1969"/>
                    <a:pt x="52571" y="2226"/>
                    <a:pt x="52571" y="1798"/>
                  </a:cubicBezTo>
                  <a:cubicBezTo>
                    <a:pt x="52571" y="1370"/>
                    <a:pt x="52059" y="344"/>
                    <a:pt x="52571" y="344"/>
                  </a:cubicBezTo>
                  <a:cubicBezTo>
                    <a:pt x="53085" y="344"/>
                    <a:pt x="54369" y="1541"/>
                    <a:pt x="55309" y="1884"/>
                  </a:cubicBezTo>
                  <a:cubicBezTo>
                    <a:pt x="56251" y="2224"/>
                    <a:pt x="56005" y="3318"/>
                    <a:pt x="57106" y="3509"/>
                  </a:cubicBezTo>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110"/>
            <p:cNvSpPr/>
            <p:nvPr/>
          </p:nvSpPr>
          <p:spPr>
            <a:xfrm>
              <a:off x="5710675" y="2027200"/>
              <a:ext cx="199175" cy="695175"/>
            </a:xfrm>
            <a:custGeom>
              <a:avLst/>
              <a:gdLst/>
              <a:ahLst/>
              <a:cxnLst/>
              <a:rect l="l" t="t" r="r" b="b"/>
              <a:pathLst>
                <a:path w="7967" h="27807" fill="none" extrusionOk="0">
                  <a:moveTo>
                    <a:pt x="4296" y="1"/>
                  </a:moveTo>
                  <a:cubicBezTo>
                    <a:pt x="4296" y="1"/>
                    <a:pt x="5743" y="2010"/>
                    <a:pt x="5998" y="2182"/>
                  </a:cubicBezTo>
                  <a:cubicBezTo>
                    <a:pt x="6255" y="2353"/>
                    <a:pt x="6597" y="3721"/>
                    <a:pt x="6597" y="3721"/>
                  </a:cubicBezTo>
                  <a:cubicBezTo>
                    <a:pt x="6597" y="3721"/>
                    <a:pt x="6426" y="6373"/>
                    <a:pt x="7111" y="7228"/>
                  </a:cubicBezTo>
                  <a:cubicBezTo>
                    <a:pt x="7796" y="8082"/>
                    <a:pt x="7967" y="9795"/>
                    <a:pt x="7967" y="9795"/>
                  </a:cubicBezTo>
                  <a:cubicBezTo>
                    <a:pt x="7967" y="9795"/>
                    <a:pt x="7368" y="14500"/>
                    <a:pt x="7539" y="14928"/>
                  </a:cubicBezTo>
                  <a:cubicBezTo>
                    <a:pt x="7710" y="15355"/>
                    <a:pt x="7196" y="16125"/>
                    <a:pt x="7539" y="16810"/>
                  </a:cubicBezTo>
                  <a:cubicBezTo>
                    <a:pt x="7880" y="17493"/>
                    <a:pt x="6940" y="18007"/>
                    <a:pt x="6597" y="18521"/>
                  </a:cubicBezTo>
                  <a:cubicBezTo>
                    <a:pt x="6255" y="19035"/>
                    <a:pt x="6169" y="19718"/>
                    <a:pt x="5571" y="19718"/>
                  </a:cubicBezTo>
                  <a:cubicBezTo>
                    <a:pt x="5571" y="19718"/>
                    <a:pt x="3604" y="20574"/>
                    <a:pt x="3518" y="21259"/>
                  </a:cubicBezTo>
                  <a:cubicBezTo>
                    <a:pt x="3433" y="21942"/>
                    <a:pt x="3347" y="22456"/>
                    <a:pt x="3347" y="23141"/>
                  </a:cubicBezTo>
                  <a:cubicBezTo>
                    <a:pt x="3347" y="23824"/>
                    <a:pt x="3176" y="23911"/>
                    <a:pt x="3176" y="23911"/>
                  </a:cubicBezTo>
                  <a:lnTo>
                    <a:pt x="2320" y="23398"/>
                  </a:lnTo>
                  <a:lnTo>
                    <a:pt x="2063" y="24081"/>
                  </a:lnTo>
                  <a:lnTo>
                    <a:pt x="1977" y="25023"/>
                  </a:lnTo>
                  <a:cubicBezTo>
                    <a:pt x="1977" y="25023"/>
                    <a:pt x="3005" y="24166"/>
                    <a:pt x="1977" y="25622"/>
                  </a:cubicBezTo>
                  <a:cubicBezTo>
                    <a:pt x="951" y="27076"/>
                    <a:pt x="780" y="27590"/>
                    <a:pt x="780" y="27590"/>
                  </a:cubicBezTo>
                  <a:lnTo>
                    <a:pt x="0" y="27806"/>
                  </a:lnTo>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110"/>
            <p:cNvSpPr/>
            <p:nvPr/>
          </p:nvSpPr>
          <p:spPr>
            <a:xfrm>
              <a:off x="5892700" y="2385400"/>
              <a:ext cx="218200" cy="177575"/>
            </a:xfrm>
            <a:custGeom>
              <a:avLst/>
              <a:gdLst/>
              <a:ahLst/>
              <a:cxnLst/>
              <a:rect l="l" t="t" r="r" b="b"/>
              <a:pathLst>
                <a:path w="8728" h="7103" fill="none" extrusionOk="0">
                  <a:moveTo>
                    <a:pt x="8727" y="7102"/>
                  </a:moveTo>
                  <a:cubicBezTo>
                    <a:pt x="8727" y="7102"/>
                    <a:pt x="8213" y="6160"/>
                    <a:pt x="8213" y="5477"/>
                  </a:cubicBezTo>
                  <a:cubicBezTo>
                    <a:pt x="8213" y="4792"/>
                    <a:pt x="7528" y="3082"/>
                    <a:pt x="7528" y="3082"/>
                  </a:cubicBezTo>
                  <a:lnTo>
                    <a:pt x="7102" y="1542"/>
                  </a:lnTo>
                  <a:cubicBezTo>
                    <a:pt x="7102" y="1542"/>
                    <a:pt x="6332" y="1883"/>
                    <a:pt x="5818" y="2140"/>
                  </a:cubicBezTo>
                  <a:cubicBezTo>
                    <a:pt x="5304" y="2398"/>
                    <a:pt x="4963" y="2996"/>
                    <a:pt x="4364" y="2910"/>
                  </a:cubicBezTo>
                  <a:cubicBezTo>
                    <a:pt x="3765" y="2825"/>
                    <a:pt x="2653" y="2482"/>
                    <a:pt x="2653" y="2482"/>
                  </a:cubicBezTo>
                  <a:lnTo>
                    <a:pt x="2140" y="1883"/>
                  </a:lnTo>
                  <a:cubicBezTo>
                    <a:pt x="2140" y="1883"/>
                    <a:pt x="1112" y="1626"/>
                    <a:pt x="1369" y="1028"/>
                  </a:cubicBezTo>
                  <a:cubicBezTo>
                    <a:pt x="1626" y="429"/>
                    <a:pt x="770" y="1"/>
                    <a:pt x="770" y="1"/>
                  </a:cubicBezTo>
                  <a:cubicBezTo>
                    <a:pt x="1" y="172"/>
                    <a:pt x="258" y="258"/>
                    <a:pt x="258" y="258"/>
                  </a:cubicBezTo>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110"/>
            <p:cNvSpPr/>
            <p:nvPr/>
          </p:nvSpPr>
          <p:spPr>
            <a:xfrm>
              <a:off x="6211425" y="2295550"/>
              <a:ext cx="363600" cy="149775"/>
            </a:xfrm>
            <a:custGeom>
              <a:avLst/>
              <a:gdLst/>
              <a:ahLst/>
              <a:cxnLst/>
              <a:rect l="l" t="t" r="r" b="b"/>
              <a:pathLst>
                <a:path w="14544" h="5991" fill="none" extrusionOk="0">
                  <a:moveTo>
                    <a:pt x="14544" y="5991"/>
                  </a:moveTo>
                  <a:cubicBezTo>
                    <a:pt x="14544" y="5991"/>
                    <a:pt x="13688" y="3937"/>
                    <a:pt x="13773" y="3167"/>
                  </a:cubicBezTo>
                  <a:cubicBezTo>
                    <a:pt x="13859" y="2396"/>
                    <a:pt x="13431" y="1456"/>
                    <a:pt x="13431" y="1456"/>
                  </a:cubicBezTo>
                  <a:lnTo>
                    <a:pt x="12491" y="172"/>
                  </a:lnTo>
                  <a:lnTo>
                    <a:pt x="10523" y="1"/>
                  </a:lnTo>
                  <a:lnTo>
                    <a:pt x="6929" y="943"/>
                  </a:lnTo>
                  <a:lnTo>
                    <a:pt x="3422" y="1542"/>
                  </a:lnTo>
                  <a:lnTo>
                    <a:pt x="1028" y="3595"/>
                  </a:lnTo>
                  <a:cubicBezTo>
                    <a:pt x="1028" y="3595"/>
                    <a:pt x="1" y="4535"/>
                    <a:pt x="429" y="5220"/>
                  </a:cubicBezTo>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110"/>
            <p:cNvSpPr/>
            <p:nvPr/>
          </p:nvSpPr>
          <p:spPr>
            <a:xfrm>
              <a:off x="6545050" y="1961950"/>
              <a:ext cx="81275" cy="385000"/>
            </a:xfrm>
            <a:custGeom>
              <a:avLst/>
              <a:gdLst/>
              <a:ahLst/>
              <a:cxnLst/>
              <a:rect l="l" t="t" r="r" b="b"/>
              <a:pathLst>
                <a:path w="3251" h="15400" fill="none" extrusionOk="0">
                  <a:moveTo>
                    <a:pt x="1968" y="0"/>
                  </a:moveTo>
                  <a:cubicBezTo>
                    <a:pt x="1968" y="0"/>
                    <a:pt x="0" y="1454"/>
                    <a:pt x="343" y="2053"/>
                  </a:cubicBezTo>
                  <a:cubicBezTo>
                    <a:pt x="685" y="2653"/>
                    <a:pt x="1026" y="3336"/>
                    <a:pt x="1026" y="3336"/>
                  </a:cubicBezTo>
                  <a:lnTo>
                    <a:pt x="940" y="4278"/>
                  </a:lnTo>
                  <a:lnTo>
                    <a:pt x="1283" y="5132"/>
                  </a:lnTo>
                  <a:lnTo>
                    <a:pt x="1366" y="6160"/>
                  </a:lnTo>
                  <a:lnTo>
                    <a:pt x="1623" y="7357"/>
                  </a:lnTo>
                  <a:lnTo>
                    <a:pt x="3250" y="8127"/>
                  </a:lnTo>
                  <a:lnTo>
                    <a:pt x="1366" y="13944"/>
                  </a:lnTo>
                  <a:lnTo>
                    <a:pt x="2651" y="15400"/>
                  </a:lnTo>
                  <a:lnTo>
                    <a:pt x="598" y="14971"/>
                  </a:lnTo>
                </a:path>
              </a:pathLst>
            </a:custGeom>
            <a:solidFill>
              <a:schemeClr val="accent6"/>
            </a:solidFill>
            <a:ln w="450" cap="flat" cmpd="sng">
              <a:solidFill>
                <a:schemeClr val="accent6"/>
              </a:solidFill>
              <a:prstDash val="solid"/>
              <a:miter lim="182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43" name="Google Shape;3643;p110"/>
          <p:cNvSpPr/>
          <p:nvPr/>
        </p:nvSpPr>
        <p:spPr>
          <a:xfrm flipH="1">
            <a:off x="3609868" y="2464803"/>
            <a:ext cx="351191" cy="516801"/>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110"/>
          <p:cNvSpPr/>
          <p:nvPr/>
        </p:nvSpPr>
        <p:spPr>
          <a:xfrm flipH="1">
            <a:off x="7209342" y="3553740"/>
            <a:ext cx="351191" cy="516801"/>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110"/>
          <p:cNvSpPr/>
          <p:nvPr/>
        </p:nvSpPr>
        <p:spPr>
          <a:xfrm flipH="1">
            <a:off x="6576491" y="2035929"/>
            <a:ext cx="351191" cy="516801"/>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110"/>
          <p:cNvSpPr/>
          <p:nvPr/>
        </p:nvSpPr>
        <p:spPr>
          <a:xfrm flipH="1">
            <a:off x="5404951" y="3365337"/>
            <a:ext cx="351191" cy="516801"/>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110"/>
          <p:cNvSpPr/>
          <p:nvPr/>
        </p:nvSpPr>
        <p:spPr>
          <a:xfrm flipH="1">
            <a:off x="7483495" y="1905271"/>
            <a:ext cx="351191" cy="516801"/>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110"/>
          <p:cNvSpPr txBox="1">
            <a:spLocks noGrp="1"/>
          </p:cNvSpPr>
          <p:nvPr>
            <p:ph type="subTitle" idx="4294967295"/>
          </p:nvPr>
        </p:nvSpPr>
        <p:spPr>
          <a:xfrm>
            <a:off x="803650" y="3489475"/>
            <a:ext cx="2498400" cy="888300"/>
          </a:xfrm>
          <a:prstGeom prst="rect">
            <a:avLst/>
          </a:prstGeom>
        </p:spPr>
        <p:txBody>
          <a:bodyPr spcFirstLastPara="1" wrap="square" lIns="91425" tIns="91425" rIns="91425" bIns="0" anchor="ctr" anchorCtr="0">
            <a:noAutofit/>
          </a:bodyPr>
          <a:lstStyle/>
          <a:p>
            <a:pPr marL="0" lvl="0" indent="0" algn="ctr" rtl="0">
              <a:lnSpc>
                <a:spcPct val="100000"/>
              </a:lnSpc>
              <a:spcBef>
                <a:spcPts val="0"/>
              </a:spcBef>
              <a:spcAft>
                <a:spcPts val="0"/>
              </a:spcAft>
              <a:buNone/>
            </a:pPr>
            <a:r>
              <a:rPr lang="en" sz="1600"/>
              <a:t>You can enter here text with relevant information concerning this map</a:t>
            </a:r>
            <a:endParaRPr sz="1600"/>
          </a:p>
        </p:txBody>
      </p:sp>
      <p:sp>
        <p:nvSpPr>
          <p:cNvPr id="3649" name="Google Shape;3649;p110"/>
          <p:cNvSpPr txBox="1"/>
          <p:nvPr/>
        </p:nvSpPr>
        <p:spPr>
          <a:xfrm>
            <a:off x="803650" y="3133300"/>
            <a:ext cx="2496300" cy="323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NEPTUNE</a:t>
            </a:r>
            <a:endParaRPr sz="1800" b="1">
              <a:solidFill>
                <a:schemeClr val="accent5"/>
              </a:solidFill>
              <a:latin typeface="Aldrich"/>
              <a:ea typeface="Aldrich"/>
              <a:cs typeface="Aldrich"/>
              <a:sym typeface="Aldrich"/>
            </a:endParaRPr>
          </a:p>
        </p:txBody>
      </p:sp>
      <p:sp>
        <p:nvSpPr>
          <p:cNvPr id="3650" name="Google Shape;3650;p110"/>
          <p:cNvSpPr/>
          <p:nvPr/>
        </p:nvSpPr>
        <p:spPr>
          <a:xfrm flipH="1">
            <a:off x="1881245" y="2481161"/>
            <a:ext cx="343210" cy="505056"/>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651" name="Google Shape;3651;p110">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110">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643"/>
                                        </p:tgtEl>
                                        <p:attrNameLst>
                                          <p:attrName>style.visibility</p:attrName>
                                        </p:attrNameLst>
                                      </p:cBhvr>
                                      <p:to>
                                        <p:strVal val="visible"/>
                                      </p:to>
                                    </p:set>
                                    <p:animEffect transition="in" filter="fade">
                                      <p:cBhvr>
                                        <p:cTn id="7" dur="1000"/>
                                        <p:tgtEl>
                                          <p:spTgt spid="3643"/>
                                        </p:tgtEl>
                                      </p:cBhvr>
                                    </p:animEffect>
                                  </p:childTnLst>
                                </p:cTn>
                              </p:par>
                              <p:par>
                                <p:cTn id="8" presetID="10" presetClass="entr" presetSubtype="0" fill="hold" nodeType="withEffect">
                                  <p:stCondLst>
                                    <p:cond delay="0"/>
                                  </p:stCondLst>
                                  <p:childTnLst>
                                    <p:set>
                                      <p:cBhvr>
                                        <p:cTn id="9" dur="1" fill="hold">
                                          <p:stCondLst>
                                            <p:cond delay="0"/>
                                          </p:stCondLst>
                                        </p:cTn>
                                        <p:tgtEl>
                                          <p:spTgt spid="3644"/>
                                        </p:tgtEl>
                                        <p:attrNameLst>
                                          <p:attrName>style.visibility</p:attrName>
                                        </p:attrNameLst>
                                      </p:cBhvr>
                                      <p:to>
                                        <p:strVal val="visible"/>
                                      </p:to>
                                    </p:set>
                                    <p:animEffect transition="in" filter="fade">
                                      <p:cBhvr>
                                        <p:cTn id="10" dur="1000"/>
                                        <p:tgtEl>
                                          <p:spTgt spid="3644"/>
                                        </p:tgtEl>
                                      </p:cBhvr>
                                    </p:animEffect>
                                  </p:childTnLst>
                                </p:cTn>
                              </p:par>
                              <p:par>
                                <p:cTn id="11" presetID="10" presetClass="entr" presetSubtype="0" fill="hold" nodeType="withEffect">
                                  <p:stCondLst>
                                    <p:cond delay="0"/>
                                  </p:stCondLst>
                                  <p:childTnLst>
                                    <p:set>
                                      <p:cBhvr>
                                        <p:cTn id="12" dur="1" fill="hold">
                                          <p:stCondLst>
                                            <p:cond delay="0"/>
                                          </p:stCondLst>
                                        </p:cTn>
                                        <p:tgtEl>
                                          <p:spTgt spid="3645"/>
                                        </p:tgtEl>
                                        <p:attrNameLst>
                                          <p:attrName>style.visibility</p:attrName>
                                        </p:attrNameLst>
                                      </p:cBhvr>
                                      <p:to>
                                        <p:strVal val="visible"/>
                                      </p:to>
                                    </p:set>
                                    <p:animEffect transition="in" filter="fade">
                                      <p:cBhvr>
                                        <p:cTn id="13" dur="1000"/>
                                        <p:tgtEl>
                                          <p:spTgt spid="3645"/>
                                        </p:tgtEl>
                                      </p:cBhvr>
                                    </p:animEffect>
                                  </p:childTnLst>
                                </p:cTn>
                              </p:par>
                              <p:par>
                                <p:cTn id="14" presetID="10" presetClass="entr" presetSubtype="0" fill="hold" nodeType="withEffect">
                                  <p:stCondLst>
                                    <p:cond delay="0"/>
                                  </p:stCondLst>
                                  <p:childTnLst>
                                    <p:set>
                                      <p:cBhvr>
                                        <p:cTn id="15" dur="1" fill="hold">
                                          <p:stCondLst>
                                            <p:cond delay="0"/>
                                          </p:stCondLst>
                                        </p:cTn>
                                        <p:tgtEl>
                                          <p:spTgt spid="3646"/>
                                        </p:tgtEl>
                                        <p:attrNameLst>
                                          <p:attrName>style.visibility</p:attrName>
                                        </p:attrNameLst>
                                      </p:cBhvr>
                                      <p:to>
                                        <p:strVal val="visible"/>
                                      </p:to>
                                    </p:set>
                                    <p:animEffect transition="in" filter="fade">
                                      <p:cBhvr>
                                        <p:cTn id="16" dur="1000"/>
                                        <p:tgtEl>
                                          <p:spTgt spid="3646"/>
                                        </p:tgtEl>
                                      </p:cBhvr>
                                    </p:animEffect>
                                  </p:childTnLst>
                                </p:cTn>
                              </p:par>
                              <p:par>
                                <p:cTn id="17" presetID="10" presetClass="entr" presetSubtype="0" fill="hold" nodeType="withEffect">
                                  <p:stCondLst>
                                    <p:cond delay="0"/>
                                  </p:stCondLst>
                                  <p:childTnLst>
                                    <p:set>
                                      <p:cBhvr>
                                        <p:cTn id="18" dur="1" fill="hold">
                                          <p:stCondLst>
                                            <p:cond delay="0"/>
                                          </p:stCondLst>
                                        </p:cTn>
                                        <p:tgtEl>
                                          <p:spTgt spid="3647"/>
                                        </p:tgtEl>
                                        <p:attrNameLst>
                                          <p:attrName>style.visibility</p:attrName>
                                        </p:attrNameLst>
                                      </p:cBhvr>
                                      <p:to>
                                        <p:strVal val="visible"/>
                                      </p:to>
                                    </p:set>
                                    <p:animEffect transition="in" filter="fade">
                                      <p:cBhvr>
                                        <p:cTn id="19" dur="1000"/>
                                        <p:tgtEl>
                                          <p:spTgt spid="36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Shape 3656"/>
        <p:cNvGrpSpPr/>
        <p:nvPr/>
      </p:nvGrpSpPr>
      <p:grpSpPr>
        <a:xfrm>
          <a:off x="0" y="0"/>
          <a:ext cx="0" cy="0"/>
          <a:chOff x="0" y="0"/>
          <a:chExt cx="0" cy="0"/>
        </a:xfrm>
      </p:grpSpPr>
      <p:cxnSp>
        <p:nvCxnSpPr>
          <p:cNvPr id="3657" name="Google Shape;3657;p111"/>
          <p:cNvCxnSpPr/>
          <p:nvPr/>
        </p:nvCxnSpPr>
        <p:spPr>
          <a:xfrm rot="10800000">
            <a:off x="3867150" y="3857625"/>
            <a:ext cx="5791200" cy="0"/>
          </a:xfrm>
          <a:prstGeom prst="straightConnector1">
            <a:avLst/>
          </a:prstGeom>
          <a:noFill/>
          <a:ln w="28575" cap="flat" cmpd="sng">
            <a:solidFill>
              <a:schemeClr val="accent5"/>
            </a:solidFill>
            <a:prstDash val="solid"/>
            <a:round/>
            <a:headEnd type="none" w="med" len="med"/>
            <a:tailEnd type="none" w="med" len="med"/>
          </a:ln>
        </p:spPr>
      </p:cxnSp>
      <p:grpSp>
        <p:nvGrpSpPr>
          <p:cNvPr id="3658" name="Google Shape;3658;p111"/>
          <p:cNvGrpSpPr/>
          <p:nvPr/>
        </p:nvGrpSpPr>
        <p:grpSpPr>
          <a:xfrm>
            <a:off x="3800682" y="1689576"/>
            <a:ext cx="781631" cy="2286681"/>
            <a:chOff x="-1321475" y="2263438"/>
            <a:chExt cx="445450" cy="1303175"/>
          </a:xfrm>
        </p:grpSpPr>
        <p:sp>
          <p:nvSpPr>
            <p:cNvPr id="3659" name="Google Shape;3659;p111"/>
            <p:cNvSpPr/>
            <p:nvPr/>
          </p:nvSpPr>
          <p:spPr>
            <a:xfrm>
              <a:off x="-1275875" y="2455488"/>
              <a:ext cx="144675" cy="230125"/>
            </a:xfrm>
            <a:custGeom>
              <a:avLst/>
              <a:gdLst/>
              <a:ahLst/>
              <a:cxnLst/>
              <a:rect l="l" t="t" r="r" b="b"/>
              <a:pathLst>
                <a:path w="5787" h="9205" fill="none" extrusionOk="0">
                  <a:moveTo>
                    <a:pt x="1" y="0"/>
                  </a:moveTo>
                  <a:lnTo>
                    <a:pt x="5787" y="9205"/>
                  </a:ln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111"/>
            <p:cNvSpPr/>
            <p:nvPr/>
          </p:nvSpPr>
          <p:spPr>
            <a:xfrm>
              <a:off x="-1236825" y="2432063"/>
              <a:ext cx="3300" cy="85500"/>
            </a:xfrm>
            <a:custGeom>
              <a:avLst/>
              <a:gdLst/>
              <a:ahLst/>
              <a:cxnLst/>
              <a:rect l="l" t="t" r="r" b="b"/>
              <a:pathLst>
                <a:path w="132" h="3420" fill="none" extrusionOk="0">
                  <a:moveTo>
                    <a:pt x="0" y="3419"/>
                  </a:moveTo>
                  <a:lnTo>
                    <a:pt x="132" y="0"/>
                  </a:ln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111"/>
            <p:cNvSpPr/>
            <p:nvPr/>
          </p:nvSpPr>
          <p:spPr>
            <a:xfrm>
              <a:off x="-1313250" y="2475213"/>
              <a:ext cx="59200" cy="14825"/>
            </a:xfrm>
            <a:custGeom>
              <a:avLst/>
              <a:gdLst/>
              <a:ahLst/>
              <a:cxnLst/>
              <a:rect l="l" t="t" r="r" b="b"/>
              <a:pathLst>
                <a:path w="2368" h="593" fill="none" extrusionOk="0">
                  <a:moveTo>
                    <a:pt x="0" y="0"/>
                  </a:moveTo>
                  <a:lnTo>
                    <a:pt x="2367" y="592"/>
                  </a:ln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111"/>
            <p:cNvSpPr/>
            <p:nvPr/>
          </p:nvSpPr>
          <p:spPr>
            <a:xfrm>
              <a:off x="-1283675" y="2439313"/>
              <a:ext cx="16475" cy="15425"/>
            </a:xfrm>
            <a:custGeom>
              <a:avLst/>
              <a:gdLst/>
              <a:ahLst/>
              <a:cxnLst/>
              <a:rect l="l" t="t" r="r" b="b"/>
              <a:pathLst>
                <a:path w="659" h="617" extrusionOk="0">
                  <a:moveTo>
                    <a:pt x="336" y="1"/>
                  </a:moveTo>
                  <a:cubicBezTo>
                    <a:pt x="318" y="1"/>
                    <a:pt x="299" y="3"/>
                    <a:pt x="280" y="6"/>
                  </a:cubicBezTo>
                  <a:cubicBezTo>
                    <a:pt x="116" y="23"/>
                    <a:pt x="1" y="187"/>
                    <a:pt x="17" y="352"/>
                  </a:cubicBezTo>
                  <a:cubicBezTo>
                    <a:pt x="48" y="505"/>
                    <a:pt x="179" y="616"/>
                    <a:pt x="331" y="616"/>
                  </a:cubicBezTo>
                  <a:cubicBezTo>
                    <a:pt x="341" y="616"/>
                    <a:pt x="352" y="616"/>
                    <a:pt x="362" y="614"/>
                  </a:cubicBezTo>
                  <a:cubicBezTo>
                    <a:pt x="543" y="582"/>
                    <a:pt x="658" y="434"/>
                    <a:pt x="625" y="269"/>
                  </a:cubicBezTo>
                  <a:cubicBezTo>
                    <a:pt x="611" y="109"/>
                    <a:pt x="480" y="1"/>
                    <a:pt x="336" y="1"/>
                  </a:cubicBezTo>
                  <a:close/>
                </a:path>
              </a:pathLst>
            </a:custGeom>
            <a:solidFill>
              <a:srgbClr val="CB1C3E"/>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111"/>
            <p:cNvSpPr/>
            <p:nvPr/>
          </p:nvSpPr>
          <p:spPr>
            <a:xfrm>
              <a:off x="-1241750" y="2424638"/>
              <a:ext cx="16450" cy="15400"/>
            </a:xfrm>
            <a:custGeom>
              <a:avLst/>
              <a:gdLst/>
              <a:ahLst/>
              <a:cxnLst/>
              <a:rect l="l" t="t" r="r" b="b"/>
              <a:pathLst>
                <a:path w="658" h="616" extrusionOk="0">
                  <a:moveTo>
                    <a:pt x="327" y="0"/>
                  </a:moveTo>
                  <a:cubicBezTo>
                    <a:pt x="317" y="0"/>
                    <a:pt x="307" y="1"/>
                    <a:pt x="296" y="2"/>
                  </a:cubicBezTo>
                  <a:cubicBezTo>
                    <a:pt x="132" y="34"/>
                    <a:pt x="0" y="182"/>
                    <a:pt x="33" y="347"/>
                  </a:cubicBezTo>
                  <a:cubicBezTo>
                    <a:pt x="48" y="507"/>
                    <a:pt x="178" y="615"/>
                    <a:pt x="322" y="615"/>
                  </a:cubicBezTo>
                  <a:cubicBezTo>
                    <a:pt x="340" y="615"/>
                    <a:pt x="359" y="614"/>
                    <a:pt x="378" y="610"/>
                  </a:cubicBezTo>
                  <a:cubicBezTo>
                    <a:pt x="543" y="593"/>
                    <a:pt x="658" y="429"/>
                    <a:pt x="641" y="265"/>
                  </a:cubicBezTo>
                  <a:cubicBezTo>
                    <a:pt x="610" y="111"/>
                    <a:pt x="479" y="0"/>
                    <a:pt x="327" y="0"/>
                  </a:cubicBezTo>
                  <a:close/>
                </a:path>
              </a:pathLst>
            </a:custGeom>
            <a:solidFill>
              <a:srgbClr val="CB1C3E"/>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111"/>
            <p:cNvSpPr/>
            <p:nvPr/>
          </p:nvSpPr>
          <p:spPr>
            <a:xfrm>
              <a:off x="-1321475" y="2466863"/>
              <a:ext cx="16050" cy="15400"/>
            </a:xfrm>
            <a:custGeom>
              <a:avLst/>
              <a:gdLst/>
              <a:ahLst/>
              <a:cxnLst/>
              <a:rect l="l" t="t" r="r" b="b"/>
              <a:pathLst>
                <a:path w="642" h="616" extrusionOk="0">
                  <a:moveTo>
                    <a:pt x="331" y="1"/>
                  </a:moveTo>
                  <a:cubicBezTo>
                    <a:pt x="314" y="1"/>
                    <a:pt x="297" y="2"/>
                    <a:pt x="280" y="6"/>
                  </a:cubicBezTo>
                  <a:cubicBezTo>
                    <a:pt x="116" y="22"/>
                    <a:pt x="0" y="186"/>
                    <a:pt x="17" y="351"/>
                  </a:cubicBezTo>
                  <a:cubicBezTo>
                    <a:pt x="48" y="505"/>
                    <a:pt x="179" y="615"/>
                    <a:pt x="331" y="615"/>
                  </a:cubicBezTo>
                  <a:cubicBezTo>
                    <a:pt x="341" y="615"/>
                    <a:pt x="352" y="615"/>
                    <a:pt x="362" y="614"/>
                  </a:cubicBezTo>
                  <a:cubicBezTo>
                    <a:pt x="526" y="581"/>
                    <a:pt x="642" y="433"/>
                    <a:pt x="625" y="269"/>
                  </a:cubicBezTo>
                  <a:cubicBezTo>
                    <a:pt x="610" y="121"/>
                    <a:pt x="477" y="1"/>
                    <a:pt x="331" y="1"/>
                  </a:cubicBezTo>
                  <a:close/>
                </a:path>
              </a:pathLst>
            </a:custGeom>
            <a:solidFill>
              <a:srgbClr val="CB1C3E"/>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111"/>
            <p:cNvSpPr/>
            <p:nvPr/>
          </p:nvSpPr>
          <p:spPr>
            <a:xfrm>
              <a:off x="-1249150" y="2296063"/>
              <a:ext cx="226025" cy="330800"/>
            </a:xfrm>
            <a:custGeom>
              <a:avLst/>
              <a:gdLst/>
              <a:ahLst/>
              <a:cxnLst/>
              <a:rect l="l" t="t" r="r" b="b"/>
              <a:pathLst>
                <a:path w="9041" h="13232" fill="none" extrusionOk="0">
                  <a:moveTo>
                    <a:pt x="0" y="0"/>
                  </a:moveTo>
                  <a:lnTo>
                    <a:pt x="9040" y="13231"/>
                  </a:ln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111"/>
            <p:cNvSpPr/>
            <p:nvPr/>
          </p:nvSpPr>
          <p:spPr>
            <a:xfrm>
              <a:off x="-1207650" y="2271388"/>
              <a:ext cx="25" cy="85100"/>
            </a:xfrm>
            <a:custGeom>
              <a:avLst/>
              <a:gdLst/>
              <a:ahLst/>
              <a:cxnLst/>
              <a:rect l="l" t="t" r="r" b="b"/>
              <a:pathLst>
                <a:path w="1" h="3404" fill="none" extrusionOk="0">
                  <a:moveTo>
                    <a:pt x="0" y="3403"/>
                  </a:moveTo>
                  <a:lnTo>
                    <a:pt x="0" y="1"/>
                  </a:ln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111"/>
            <p:cNvSpPr/>
            <p:nvPr/>
          </p:nvSpPr>
          <p:spPr>
            <a:xfrm>
              <a:off x="-1285725" y="2317413"/>
              <a:ext cx="59600" cy="12775"/>
            </a:xfrm>
            <a:custGeom>
              <a:avLst/>
              <a:gdLst/>
              <a:ahLst/>
              <a:cxnLst/>
              <a:rect l="l" t="t" r="r" b="b"/>
              <a:pathLst>
                <a:path w="2384" h="511" fill="none" extrusionOk="0">
                  <a:moveTo>
                    <a:pt x="0" y="1"/>
                  </a:moveTo>
                  <a:lnTo>
                    <a:pt x="2384" y="510"/>
                  </a:ln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111"/>
            <p:cNvSpPr/>
            <p:nvPr/>
          </p:nvSpPr>
          <p:spPr>
            <a:xfrm>
              <a:off x="-1257375" y="2288113"/>
              <a:ext cx="16475" cy="15500"/>
            </a:xfrm>
            <a:custGeom>
              <a:avLst/>
              <a:gdLst/>
              <a:ahLst/>
              <a:cxnLst/>
              <a:rect l="l" t="t" r="r" b="b"/>
              <a:pathLst>
                <a:path w="659" h="620" extrusionOk="0">
                  <a:moveTo>
                    <a:pt x="336" y="0"/>
                  </a:moveTo>
                  <a:cubicBezTo>
                    <a:pt x="318" y="0"/>
                    <a:pt x="299" y="2"/>
                    <a:pt x="280" y="6"/>
                  </a:cubicBezTo>
                  <a:cubicBezTo>
                    <a:pt x="116" y="39"/>
                    <a:pt x="1" y="203"/>
                    <a:pt x="33" y="367"/>
                  </a:cubicBezTo>
                  <a:cubicBezTo>
                    <a:pt x="48" y="513"/>
                    <a:pt x="178" y="619"/>
                    <a:pt x="322" y="619"/>
                  </a:cubicBezTo>
                  <a:cubicBezTo>
                    <a:pt x="341" y="619"/>
                    <a:pt x="360" y="618"/>
                    <a:pt x="379" y="614"/>
                  </a:cubicBezTo>
                  <a:cubicBezTo>
                    <a:pt x="543" y="581"/>
                    <a:pt x="658" y="417"/>
                    <a:pt x="625" y="252"/>
                  </a:cubicBezTo>
                  <a:cubicBezTo>
                    <a:pt x="596" y="107"/>
                    <a:pt x="477" y="0"/>
                    <a:pt x="336" y="0"/>
                  </a:cubicBezTo>
                  <a:close/>
                </a:path>
              </a:pathLst>
            </a:custGeom>
            <a:solidFill>
              <a:srgbClr val="CB1C3E"/>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111"/>
            <p:cNvSpPr/>
            <p:nvPr/>
          </p:nvSpPr>
          <p:spPr>
            <a:xfrm>
              <a:off x="-1215875" y="2263438"/>
              <a:ext cx="16475" cy="15100"/>
            </a:xfrm>
            <a:custGeom>
              <a:avLst/>
              <a:gdLst/>
              <a:ahLst/>
              <a:cxnLst/>
              <a:rect l="l" t="t" r="r" b="b"/>
              <a:pathLst>
                <a:path w="659" h="604" extrusionOk="0">
                  <a:moveTo>
                    <a:pt x="343" y="0"/>
                  </a:moveTo>
                  <a:cubicBezTo>
                    <a:pt x="322" y="0"/>
                    <a:pt x="301" y="2"/>
                    <a:pt x="280" y="7"/>
                  </a:cubicBezTo>
                  <a:cubicBezTo>
                    <a:pt x="116" y="23"/>
                    <a:pt x="1" y="187"/>
                    <a:pt x="34" y="352"/>
                  </a:cubicBezTo>
                  <a:cubicBezTo>
                    <a:pt x="48" y="497"/>
                    <a:pt x="178" y="604"/>
                    <a:pt x="322" y="604"/>
                  </a:cubicBezTo>
                  <a:cubicBezTo>
                    <a:pt x="341" y="604"/>
                    <a:pt x="360" y="602"/>
                    <a:pt x="379" y="598"/>
                  </a:cubicBezTo>
                  <a:cubicBezTo>
                    <a:pt x="543" y="565"/>
                    <a:pt x="658" y="417"/>
                    <a:pt x="625" y="253"/>
                  </a:cubicBezTo>
                  <a:cubicBezTo>
                    <a:pt x="611" y="95"/>
                    <a:pt x="484" y="0"/>
                    <a:pt x="343" y="0"/>
                  </a:cubicBezTo>
                  <a:close/>
                </a:path>
              </a:pathLst>
            </a:custGeom>
            <a:solidFill>
              <a:srgbClr val="CB1C3E"/>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111"/>
            <p:cNvSpPr/>
            <p:nvPr/>
          </p:nvSpPr>
          <p:spPr>
            <a:xfrm>
              <a:off x="-1144775" y="2383163"/>
              <a:ext cx="25" cy="65775"/>
            </a:xfrm>
            <a:custGeom>
              <a:avLst/>
              <a:gdLst/>
              <a:ahLst/>
              <a:cxnLst/>
              <a:rect l="l" t="t" r="r" b="b"/>
              <a:pathLst>
                <a:path w="1" h="2631" fill="none" extrusionOk="0">
                  <a:moveTo>
                    <a:pt x="0" y="2630"/>
                  </a:moveTo>
                  <a:lnTo>
                    <a:pt x="0" y="1"/>
                  </a:ln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111"/>
            <p:cNvSpPr/>
            <p:nvPr/>
          </p:nvSpPr>
          <p:spPr>
            <a:xfrm>
              <a:off x="-1153000" y="2375213"/>
              <a:ext cx="16450" cy="15125"/>
            </a:xfrm>
            <a:custGeom>
              <a:avLst/>
              <a:gdLst/>
              <a:ahLst/>
              <a:cxnLst/>
              <a:rect l="l" t="t" r="r" b="b"/>
              <a:pathLst>
                <a:path w="658" h="605" extrusionOk="0">
                  <a:moveTo>
                    <a:pt x="337" y="1"/>
                  </a:moveTo>
                  <a:cubicBezTo>
                    <a:pt x="318" y="1"/>
                    <a:pt x="299" y="2"/>
                    <a:pt x="280" y="6"/>
                  </a:cubicBezTo>
                  <a:cubicBezTo>
                    <a:pt x="116" y="39"/>
                    <a:pt x="0" y="187"/>
                    <a:pt x="33" y="351"/>
                  </a:cubicBezTo>
                  <a:cubicBezTo>
                    <a:pt x="62" y="509"/>
                    <a:pt x="178" y="604"/>
                    <a:pt x="316" y="604"/>
                  </a:cubicBezTo>
                  <a:cubicBezTo>
                    <a:pt x="337" y="604"/>
                    <a:pt x="357" y="602"/>
                    <a:pt x="379" y="598"/>
                  </a:cubicBezTo>
                  <a:cubicBezTo>
                    <a:pt x="559" y="582"/>
                    <a:pt x="658" y="417"/>
                    <a:pt x="625" y="253"/>
                  </a:cubicBezTo>
                  <a:cubicBezTo>
                    <a:pt x="611" y="107"/>
                    <a:pt x="480" y="1"/>
                    <a:pt x="337" y="1"/>
                  </a:cubicBezTo>
                  <a:close/>
                </a:path>
              </a:pathLst>
            </a:custGeom>
            <a:solidFill>
              <a:srgbClr val="CB1C3E"/>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111"/>
            <p:cNvSpPr/>
            <p:nvPr/>
          </p:nvSpPr>
          <p:spPr>
            <a:xfrm>
              <a:off x="-1294350" y="2308638"/>
              <a:ext cx="16875" cy="15100"/>
            </a:xfrm>
            <a:custGeom>
              <a:avLst/>
              <a:gdLst/>
              <a:ahLst/>
              <a:cxnLst/>
              <a:rect l="l" t="t" r="r" b="b"/>
              <a:pathLst>
                <a:path w="675" h="604" extrusionOk="0">
                  <a:moveTo>
                    <a:pt x="343" y="0"/>
                  </a:moveTo>
                  <a:cubicBezTo>
                    <a:pt x="322" y="0"/>
                    <a:pt x="301" y="2"/>
                    <a:pt x="280" y="7"/>
                  </a:cubicBezTo>
                  <a:cubicBezTo>
                    <a:pt x="115" y="23"/>
                    <a:pt x="0" y="187"/>
                    <a:pt x="33" y="352"/>
                  </a:cubicBezTo>
                  <a:cubicBezTo>
                    <a:pt x="62" y="497"/>
                    <a:pt x="194" y="604"/>
                    <a:pt x="338" y="604"/>
                  </a:cubicBezTo>
                  <a:cubicBezTo>
                    <a:pt x="357" y="604"/>
                    <a:pt x="376" y="602"/>
                    <a:pt x="395" y="598"/>
                  </a:cubicBezTo>
                  <a:cubicBezTo>
                    <a:pt x="559" y="565"/>
                    <a:pt x="674" y="417"/>
                    <a:pt x="641" y="253"/>
                  </a:cubicBezTo>
                  <a:cubicBezTo>
                    <a:pt x="613" y="95"/>
                    <a:pt x="484" y="0"/>
                    <a:pt x="343" y="0"/>
                  </a:cubicBezTo>
                  <a:close/>
                </a:path>
              </a:pathLst>
            </a:custGeom>
            <a:solidFill>
              <a:srgbClr val="CB1C3E"/>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111"/>
            <p:cNvSpPr/>
            <p:nvPr/>
          </p:nvSpPr>
          <p:spPr>
            <a:xfrm>
              <a:off x="-1244225" y="2374938"/>
              <a:ext cx="57550" cy="12350"/>
            </a:xfrm>
            <a:custGeom>
              <a:avLst/>
              <a:gdLst/>
              <a:ahLst/>
              <a:cxnLst/>
              <a:rect l="l" t="t" r="r" b="b"/>
              <a:pathLst>
                <a:path w="2302" h="494" fill="none" extrusionOk="0">
                  <a:moveTo>
                    <a:pt x="1" y="1"/>
                  </a:moveTo>
                  <a:lnTo>
                    <a:pt x="2302" y="494"/>
                  </a:ln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111"/>
            <p:cNvSpPr/>
            <p:nvPr/>
          </p:nvSpPr>
          <p:spPr>
            <a:xfrm>
              <a:off x="-1252450" y="2366188"/>
              <a:ext cx="16475" cy="15500"/>
            </a:xfrm>
            <a:custGeom>
              <a:avLst/>
              <a:gdLst/>
              <a:ahLst/>
              <a:cxnLst/>
              <a:rect l="l" t="t" r="r" b="b"/>
              <a:pathLst>
                <a:path w="659" h="620" extrusionOk="0">
                  <a:moveTo>
                    <a:pt x="337" y="0"/>
                  </a:moveTo>
                  <a:cubicBezTo>
                    <a:pt x="318" y="0"/>
                    <a:pt x="299" y="2"/>
                    <a:pt x="280" y="6"/>
                  </a:cubicBezTo>
                  <a:cubicBezTo>
                    <a:pt x="116" y="39"/>
                    <a:pt x="1" y="203"/>
                    <a:pt x="34" y="367"/>
                  </a:cubicBezTo>
                  <a:cubicBezTo>
                    <a:pt x="48" y="513"/>
                    <a:pt x="178" y="619"/>
                    <a:pt x="322" y="619"/>
                  </a:cubicBezTo>
                  <a:cubicBezTo>
                    <a:pt x="341" y="619"/>
                    <a:pt x="360" y="618"/>
                    <a:pt x="379" y="614"/>
                  </a:cubicBezTo>
                  <a:cubicBezTo>
                    <a:pt x="543" y="581"/>
                    <a:pt x="658" y="417"/>
                    <a:pt x="625" y="252"/>
                  </a:cubicBezTo>
                  <a:cubicBezTo>
                    <a:pt x="611" y="107"/>
                    <a:pt x="481" y="0"/>
                    <a:pt x="337" y="0"/>
                  </a:cubicBezTo>
                  <a:close/>
                </a:path>
              </a:pathLst>
            </a:custGeom>
            <a:solidFill>
              <a:srgbClr val="CB1C3E"/>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111"/>
            <p:cNvSpPr/>
            <p:nvPr/>
          </p:nvSpPr>
          <p:spPr>
            <a:xfrm>
              <a:off x="-1080675" y="2400013"/>
              <a:ext cx="156575" cy="258900"/>
            </a:xfrm>
            <a:custGeom>
              <a:avLst/>
              <a:gdLst/>
              <a:ahLst/>
              <a:cxnLst/>
              <a:rect l="l" t="t" r="r" b="b"/>
              <a:pathLst>
                <a:path w="6263" h="10356" fill="none" extrusionOk="0">
                  <a:moveTo>
                    <a:pt x="6263" y="0"/>
                  </a:moveTo>
                  <a:lnTo>
                    <a:pt x="0" y="10355"/>
                  </a:ln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111"/>
            <p:cNvSpPr/>
            <p:nvPr/>
          </p:nvSpPr>
          <p:spPr>
            <a:xfrm>
              <a:off x="-978350" y="2453838"/>
              <a:ext cx="78075" cy="35375"/>
            </a:xfrm>
            <a:custGeom>
              <a:avLst/>
              <a:gdLst/>
              <a:ahLst/>
              <a:cxnLst/>
              <a:rect l="l" t="t" r="r" b="b"/>
              <a:pathLst>
                <a:path w="3123" h="1415" fill="none" extrusionOk="0">
                  <a:moveTo>
                    <a:pt x="0" y="1414"/>
                  </a:moveTo>
                  <a:lnTo>
                    <a:pt x="3123" y="1"/>
                  </a:ln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111"/>
            <p:cNvSpPr/>
            <p:nvPr/>
          </p:nvSpPr>
          <p:spPr>
            <a:xfrm>
              <a:off x="-974675" y="2401663"/>
              <a:ext cx="13175" cy="60000"/>
            </a:xfrm>
            <a:custGeom>
              <a:avLst/>
              <a:gdLst/>
              <a:ahLst/>
              <a:cxnLst/>
              <a:rect l="l" t="t" r="r" b="b"/>
              <a:pathLst>
                <a:path w="527" h="2400" fill="none" extrusionOk="0">
                  <a:moveTo>
                    <a:pt x="1" y="0"/>
                  </a:moveTo>
                  <a:lnTo>
                    <a:pt x="527" y="2400"/>
                  </a:ln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111"/>
            <p:cNvSpPr/>
            <p:nvPr/>
          </p:nvSpPr>
          <p:spPr>
            <a:xfrm>
              <a:off x="-909325" y="2446238"/>
              <a:ext cx="17700" cy="15225"/>
            </a:xfrm>
            <a:custGeom>
              <a:avLst/>
              <a:gdLst/>
              <a:ahLst/>
              <a:cxnLst/>
              <a:rect l="l" t="t" r="r" b="b"/>
              <a:pathLst>
                <a:path w="708" h="609" extrusionOk="0">
                  <a:moveTo>
                    <a:pt x="357" y="1"/>
                  </a:moveTo>
                  <a:cubicBezTo>
                    <a:pt x="295" y="1"/>
                    <a:pt x="233" y="19"/>
                    <a:pt x="181" y="58"/>
                  </a:cubicBezTo>
                  <a:cubicBezTo>
                    <a:pt x="33" y="157"/>
                    <a:pt x="0" y="337"/>
                    <a:pt x="99" y="485"/>
                  </a:cubicBezTo>
                  <a:cubicBezTo>
                    <a:pt x="159" y="565"/>
                    <a:pt x="255" y="609"/>
                    <a:pt x="350" y="609"/>
                  </a:cubicBezTo>
                  <a:cubicBezTo>
                    <a:pt x="412" y="609"/>
                    <a:pt x="474" y="590"/>
                    <a:pt x="526" y="551"/>
                  </a:cubicBezTo>
                  <a:cubicBezTo>
                    <a:pt x="674" y="469"/>
                    <a:pt x="707" y="272"/>
                    <a:pt x="609" y="124"/>
                  </a:cubicBezTo>
                  <a:cubicBezTo>
                    <a:pt x="549" y="44"/>
                    <a:pt x="453" y="1"/>
                    <a:pt x="357" y="1"/>
                  </a:cubicBezTo>
                  <a:close/>
                </a:path>
              </a:pathLst>
            </a:custGeom>
            <a:solidFill>
              <a:srgbClr val="CB1C3E"/>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111"/>
            <p:cNvSpPr/>
            <p:nvPr/>
          </p:nvSpPr>
          <p:spPr>
            <a:xfrm>
              <a:off x="-1035900" y="2557813"/>
              <a:ext cx="59625" cy="27125"/>
            </a:xfrm>
            <a:custGeom>
              <a:avLst/>
              <a:gdLst/>
              <a:ahLst/>
              <a:cxnLst/>
              <a:rect l="l" t="t" r="r" b="b"/>
              <a:pathLst>
                <a:path w="2385" h="1085" fill="none" extrusionOk="0">
                  <a:moveTo>
                    <a:pt x="1" y="1085"/>
                  </a:moveTo>
                  <a:lnTo>
                    <a:pt x="2384" y="0"/>
                  </a:ln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111"/>
            <p:cNvSpPr/>
            <p:nvPr/>
          </p:nvSpPr>
          <p:spPr>
            <a:xfrm>
              <a:off x="-984925" y="2549913"/>
              <a:ext cx="17675" cy="15475"/>
            </a:xfrm>
            <a:custGeom>
              <a:avLst/>
              <a:gdLst/>
              <a:ahLst/>
              <a:cxnLst/>
              <a:rect l="l" t="t" r="r" b="b"/>
              <a:pathLst>
                <a:path w="707" h="619" extrusionOk="0">
                  <a:moveTo>
                    <a:pt x="342" y="1"/>
                  </a:moveTo>
                  <a:cubicBezTo>
                    <a:pt x="285" y="1"/>
                    <a:pt x="229" y="17"/>
                    <a:pt x="181" y="53"/>
                  </a:cubicBezTo>
                  <a:cubicBezTo>
                    <a:pt x="33" y="152"/>
                    <a:pt x="0" y="349"/>
                    <a:pt x="99" y="480"/>
                  </a:cubicBezTo>
                  <a:cubicBezTo>
                    <a:pt x="159" y="572"/>
                    <a:pt x="258" y="619"/>
                    <a:pt x="355" y="619"/>
                  </a:cubicBezTo>
                  <a:cubicBezTo>
                    <a:pt x="415" y="619"/>
                    <a:pt x="475" y="600"/>
                    <a:pt x="526" y="563"/>
                  </a:cubicBezTo>
                  <a:cubicBezTo>
                    <a:pt x="674" y="464"/>
                    <a:pt x="707" y="267"/>
                    <a:pt x="608" y="135"/>
                  </a:cubicBezTo>
                  <a:cubicBezTo>
                    <a:pt x="545" y="51"/>
                    <a:pt x="442" y="1"/>
                    <a:pt x="342" y="1"/>
                  </a:cubicBezTo>
                  <a:close/>
                </a:path>
              </a:pathLst>
            </a:custGeom>
            <a:solidFill>
              <a:srgbClr val="CB1C3E"/>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111"/>
            <p:cNvSpPr/>
            <p:nvPr/>
          </p:nvSpPr>
          <p:spPr>
            <a:xfrm>
              <a:off x="-982875" y="2393663"/>
              <a:ext cx="17675" cy="15600"/>
            </a:xfrm>
            <a:custGeom>
              <a:avLst/>
              <a:gdLst/>
              <a:ahLst/>
              <a:cxnLst/>
              <a:rect l="l" t="t" r="r" b="b"/>
              <a:pathLst>
                <a:path w="707" h="624" extrusionOk="0">
                  <a:moveTo>
                    <a:pt x="352" y="1"/>
                  </a:moveTo>
                  <a:cubicBezTo>
                    <a:pt x="292" y="1"/>
                    <a:pt x="232" y="19"/>
                    <a:pt x="181" y="57"/>
                  </a:cubicBezTo>
                  <a:cubicBezTo>
                    <a:pt x="33" y="156"/>
                    <a:pt x="0" y="353"/>
                    <a:pt x="99" y="485"/>
                  </a:cubicBezTo>
                  <a:cubicBezTo>
                    <a:pt x="160" y="576"/>
                    <a:pt x="258" y="623"/>
                    <a:pt x="355" y="623"/>
                  </a:cubicBezTo>
                  <a:cubicBezTo>
                    <a:pt x="415" y="623"/>
                    <a:pt x="476" y="605"/>
                    <a:pt x="526" y="567"/>
                  </a:cubicBezTo>
                  <a:cubicBezTo>
                    <a:pt x="674" y="468"/>
                    <a:pt x="707" y="271"/>
                    <a:pt x="608" y="139"/>
                  </a:cubicBezTo>
                  <a:cubicBezTo>
                    <a:pt x="548" y="48"/>
                    <a:pt x="450" y="1"/>
                    <a:pt x="352" y="1"/>
                  </a:cubicBezTo>
                  <a:close/>
                </a:path>
              </a:pathLst>
            </a:custGeom>
            <a:solidFill>
              <a:srgbClr val="CB1C3E"/>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111"/>
            <p:cNvSpPr/>
            <p:nvPr/>
          </p:nvSpPr>
          <p:spPr>
            <a:xfrm>
              <a:off x="-931525" y="2371663"/>
              <a:ext cx="7425" cy="28375"/>
            </a:xfrm>
            <a:custGeom>
              <a:avLst/>
              <a:gdLst/>
              <a:ahLst/>
              <a:cxnLst/>
              <a:rect l="l" t="t" r="r" b="b"/>
              <a:pathLst>
                <a:path w="297" h="1135" fill="none" extrusionOk="0">
                  <a:moveTo>
                    <a:pt x="1" y="0"/>
                  </a:moveTo>
                  <a:lnTo>
                    <a:pt x="297" y="1134"/>
                  </a:ln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111"/>
            <p:cNvSpPr/>
            <p:nvPr/>
          </p:nvSpPr>
          <p:spPr>
            <a:xfrm>
              <a:off x="-939325" y="2363638"/>
              <a:ext cx="17275" cy="15225"/>
            </a:xfrm>
            <a:custGeom>
              <a:avLst/>
              <a:gdLst/>
              <a:ahLst/>
              <a:cxnLst/>
              <a:rect l="l" t="t" r="r" b="b"/>
              <a:pathLst>
                <a:path w="691" h="609" extrusionOk="0">
                  <a:moveTo>
                    <a:pt x="348" y="1"/>
                  </a:moveTo>
                  <a:cubicBezTo>
                    <a:pt x="287" y="1"/>
                    <a:pt x="223" y="19"/>
                    <a:pt x="165" y="58"/>
                  </a:cubicBezTo>
                  <a:cubicBezTo>
                    <a:pt x="33" y="157"/>
                    <a:pt x="1" y="338"/>
                    <a:pt x="99" y="486"/>
                  </a:cubicBezTo>
                  <a:cubicBezTo>
                    <a:pt x="149" y="565"/>
                    <a:pt x="241" y="609"/>
                    <a:pt x="338" y="609"/>
                  </a:cubicBezTo>
                  <a:cubicBezTo>
                    <a:pt x="402" y="609"/>
                    <a:pt x="468" y="590"/>
                    <a:pt x="526" y="551"/>
                  </a:cubicBezTo>
                  <a:cubicBezTo>
                    <a:pt x="658" y="469"/>
                    <a:pt x="691" y="272"/>
                    <a:pt x="592" y="124"/>
                  </a:cubicBezTo>
                  <a:cubicBezTo>
                    <a:pt x="533" y="44"/>
                    <a:pt x="443" y="1"/>
                    <a:pt x="348" y="1"/>
                  </a:cubicBezTo>
                  <a:close/>
                </a:path>
              </a:pathLst>
            </a:custGeom>
            <a:solidFill>
              <a:srgbClr val="CB1C3E"/>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111"/>
            <p:cNvSpPr/>
            <p:nvPr/>
          </p:nvSpPr>
          <p:spPr>
            <a:xfrm>
              <a:off x="-924125" y="2391388"/>
              <a:ext cx="39075" cy="8650"/>
            </a:xfrm>
            <a:custGeom>
              <a:avLst/>
              <a:gdLst/>
              <a:ahLst/>
              <a:cxnLst/>
              <a:rect l="l" t="t" r="r" b="b"/>
              <a:pathLst>
                <a:path w="1563" h="346" fill="none" extrusionOk="0">
                  <a:moveTo>
                    <a:pt x="1562" y="0"/>
                  </a:moveTo>
                  <a:lnTo>
                    <a:pt x="1" y="345"/>
                  </a:ln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111"/>
            <p:cNvSpPr/>
            <p:nvPr/>
          </p:nvSpPr>
          <p:spPr>
            <a:xfrm>
              <a:off x="-893300" y="2384513"/>
              <a:ext cx="17275" cy="15300"/>
            </a:xfrm>
            <a:custGeom>
              <a:avLst/>
              <a:gdLst/>
              <a:ahLst/>
              <a:cxnLst/>
              <a:rect l="l" t="t" r="r" b="b"/>
              <a:pathLst>
                <a:path w="691" h="612" extrusionOk="0">
                  <a:moveTo>
                    <a:pt x="335" y="0"/>
                  </a:moveTo>
                  <a:cubicBezTo>
                    <a:pt x="278" y="0"/>
                    <a:pt x="219" y="15"/>
                    <a:pt x="165" y="45"/>
                  </a:cubicBezTo>
                  <a:cubicBezTo>
                    <a:pt x="33" y="144"/>
                    <a:pt x="0" y="341"/>
                    <a:pt x="99" y="473"/>
                  </a:cubicBezTo>
                  <a:cubicBezTo>
                    <a:pt x="150" y="564"/>
                    <a:pt x="244" y="611"/>
                    <a:pt x="343" y="611"/>
                  </a:cubicBezTo>
                  <a:cubicBezTo>
                    <a:pt x="405" y="611"/>
                    <a:pt x="470" y="593"/>
                    <a:pt x="526" y="555"/>
                  </a:cubicBezTo>
                  <a:cubicBezTo>
                    <a:pt x="658" y="456"/>
                    <a:pt x="691" y="275"/>
                    <a:pt x="592" y="127"/>
                  </a:cubicBezTo>
                  <a:cubicBezTo>
                    <a:pt x="530" y="44"/>
                    <a:pt x="434" y="0"/>
                    <a:pt x="335" y="0"/>
                  </a:cubicBezTo>
                  <a:close/>
                </a:path>
              </a:pathLst>
            </a:custGeom>
            <a:solidFill>
              <a:srgbClr val="CB1C3E"/>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111"/>
            <p:cNvSpPr/>
            <p:nvPr/>
          </p:nvSpPr>
          <p:spPr>
            <a:xfrm>
              <a:off x="-1010000" y="2463713"/>
              <a:ext cx="12750" cy="57550"/>
            </a:xfrm>
            <a:custGeom>
              <a:avLst/>
              <a:gdLst/>
              <a:ahLst/>
              <a:cxnLst/>
              <a:rect l="l" t="t" r="r" b="b"/>
              <a:pathLst>
                <a:path w="510" h="2302" fill="none" extrusionOk="0">
                  <a:moveTo>
                    <a:pt x="0" y="0"/>
                  </a:moveTo>
                  <a:lnTo>
                    <a:pt x="510" y="2301"/>
                  </a:lnTo>
                </a:path>
              </a:pathLst>
            </a:custGeom>
            <a:noFill/>
            <a:ln w="2857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111"/>
            <p:cNvSpPr/>
            <p:nvPr/>
          </p:nvSpPr>
          <p:spPr>
            <a:xfrm>
              <a:off x="-1018225" y="2455713"/>
              <a:ext cx="17700" cy="15200"/>
            </a:xfrm>
            <a:custGeom>
              <a:avLst/>
              <a:gdLst/>
              <a:ahLst/>
              <a:cxnLst/>
              <a:rect l="l" t="t" r="r" b="b"/>
              <a:pathLst>
                <a:path w="708" h="608" extrusionOk="0">
                  <a:moveTo>
                    <a:pt x="353" y="1"/>
                  </a:moveTo>
                  <a:cubicBezTo>
                    <a:pt x="292" y="1"/>
                    <a:pt x="232" y="19"/>
                    <a:pt x="181" y="57"/>
                  </a:cubicBezTo>
                  <a:cubicBezTo>
                    <a:pt x="34" y="156"/>
                    <a:pt x="1" y="337"/>
                    <a:pt x="99" y="484"/>
                  </a:cubicBezTo>
                  <a:cubicBezTo>
                    <a:pt x="159" y="564"/>
                    <a:pt x="255" y="608"/>
                    <a:pt x="350" y="608"/>
                  </a:cubicBezTo>
                  <a:cubicBezTo>
                    <a:pt x="413" y="608"/>
                    <a:pt x="475" y="589"/>
                    <a:pt x="527" y="550"/>
                  </a:cubicBezTo>
                  <a:cubicBezTo>
                    <a:pt x="658" y="468"/>
                    <a:pt x="707" y="271"/>
                    <a:pt x="609" y="139"/>
                  </a:cubicBezTo>
                  <a:cubicBezTo>
                    <a:pt x="548" y="48"/>
                    <a:pt x="450" y="1"/>
                    <a:pt x="353" y="1"/>
                  </a:cubicBezTo>
                  <a:close/>
                </a:path>
              </a:pathLst>
            </a:custGeom>
            <a:solidFill>
              <a:srgbClr val="CB1C3E"/>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111"/>
            <p:cNvSpPr/>
            <p:nvPr/>
          </p:nvSpPr>
          <p:spPr>
            <a:xfrm>
              <a:off x="-1259425" y="2597238"/>
              <a:ext cx="129050" cy="155350"/>
            </a:xfrm>
            <a:custGeom>
              <a:avLst/>
              <a:gdLst/>
              <a:ahLst/>
              <a:cxnLst/>
              <a:rect l="l" t="t" r="r" b="b"/>
              <a:pathLst>
                <a:path w="5162" h="6214" extrusionOk="0">
                  <a:moveTo>
                    <a:pt x="0" y="1"/>
                  </a:moveTo>
                  <a:cubicBezTo>
                    <a:pt x="1167" y="4274"/>
                    <a:pt x="5161" y="6214"/>
                    <a:pt x="5161" y="6214"/>
                  </a:cubicBezTo>
                  <a:cubicBezTo>
                    <a:pt x="4307" y="1168"/>
                    <a:pt x="1" y="1"/>
                    <a:pt x="0" y="1"/>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111"/>
            <p:cNvSpPr/>
            <p:nvPr/>
          </p:nvSpPr>
          <p:spPr>
            <a:xfrm>
              <a:off x="-1209700" y="2544663"/>
              <a:ext cx="110150" cy="204250"/>
            </a:xfrm>
            <a:custGeom>
              <a:avLst/>
              <a:gdLst/>
              <a:ahLst/>
              <a:cxnLst/>
              <a:rect l="l" t="t" r="r" b="b"/>
              <a:pathLst>
                <a:path w="4406" h="8170" extrusionOk="0">
                  <a:moveTo>
                    <a:pt x="395" y="0"/>
                  </a:moveTo>
                  <a:lnTo>
                    <a:pt x="395" y="0"/>
                  </a:lnTo>
                  <a:cubicBezTo>
                    <a:pt x="0" y="4668"/>
                    <a:pt x="3386" y="8169"/>
                    <a:pt x="3386" y="8169"/>
                  </a:cubicBezTo>
                  <a:cubicBezTo>
                    <a:pt x="4405" y="2877"/>
                    <a:pt x="395" y="0"/>
                    <a:pt x="395"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111"/>
            <p:cNvSpPr/>
            <p:nvPr/>
          </p:nvSpPr>
          <p:spPr>
            <a:xfrm>
              <a:off x="-1166975" y="2536013"/>
              <a:ext cx="109200" cy="201375"/>
            </a:xfrm>
            <a:custGeom>
              <a:avLst/>
              <a:gdLst/>
              <a:ahLst/>
              <a:cxnLst/>
              <a:rect l="l" t="t" r="r" b="b"/>
              <a:pathLst>
                <a:path w="4368" h="8055" extrusionOk="0">
                  <a:moveTo>
                    <a:pt x="1480" y="1"/>
                  </a:moveTo>
                  <a:cubicBezTo>
                    <a:pt x="1480" y="1"/>
                    <a:pt x="1480" y="1"/>
                    <a:pt x="1480" y="1"/>
                  </a:cubicBezTo>
                  <a:cubicBezTo>
                    <a:pt x="1" y="4176"/>
                    <a:pt x="2187" y="8055"/>
                    <a:pt x="2187" y="8055"/>
                  </a:cubicBezTo>
                  <a:cubicBezTo>
                    <a:pt x="4368" y="3414"/>
                    <a:pt x="1494" y="1"/>
                    <a:pt x="1480" y="1"/>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111"/>
            <p:cNvSpPr/>
            <p:nvPr/>
          </p:nvSpPr>
          <p:spPr>
            <a:xfrm>
              <a:off x="-1074100" y="2601363"/>
              <a:ext cx="143850" cy="142200"/>
            </a:xfrm>
            <a:custGeom>
              <a:avLst/>
              <a:gdLst/>
              <a:ahLst/>
              <a:cxnLst/>
              <a:rect l="l" t="t" r="r" b="b"/>
              <a:pathLst>
                <a:path w="5754" h="5688" extrusionOk="0">
                  <a:moveTo>
                    <a:pt x="5753" y="0"/>
                  </a:moveTo>
                  <a:lnTo>
                    <a:pt x="5753" y="0"/>
                  </a:lnTo>
                  <a:cubicBezTo>
                    <a:pt x="5753" y="0"/>
                    <a:pt x="1348" y="740"/>
                    <a:pt x="0" y="5687"/>
                  </a:cubicBezTo>
                  <a:cubicBezTo>
                    <a:pt x="0" y="5687"/>
                    <a:pt x="4175" y="4142"/>
                    <a:pt x="5753"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111"/>
            <p:cNvSpPr/>
            <p:nvPr/>
          </p:nvSpPr>
          <p:spPr>
            <a:xfrm>
              <a:off x="-1091325" y="2543413"/>
              <a:ext cx="106425" cy="195625"/>
            </a:xfrm>
            <a:custGeom>
              <a:avLst/>
              <a:gdLst/>
              <a:ahLst/>
              <a:cxnLst/>
              <a:rect l="l" t="t" r="r" b="b"/>
              <a:pathLst>
                <a:path w="4257" h="7825" extrusionOk="0">
                  <a:moveTo>
                    <a:pt x="4256" y="1"/>
                  </a:moveTo>
                  <a:cubicBezTo>
                    <a:pt x="4256" y="1"/>
                    <a:pt x="4256" y="1"/>
                    <a:pt x="4256" y="1"/>
                  </a:cubicBezTo>
                  <a:lnTo>
                    <a:pt x="4256" y="1"/>
                  </a:lnTo>
                  <a:cubicBezTo>
                    <a:pt x="4256" y="1"/>
                    <a:pt x="4256" y="1"/>
                    <a:pt x="4256" y="1"/>
                  </a:cubicBezTo>
                  <a:close/>
                  <a:moveTo>
                    <a:pt x="4256" y="1"/>
                  </a:moveTo>
                  <a:cubicBezTo>
                    <a:pt x="4240" y="20"/>
                    <a:pt x="1" y="2487"/>
                    <a:pt x="492" y="7825"/>
                  </a:cubicBezTo>
                  <a:cubicBezTo>
                    <a:pt x="492" y="7825"/>
                    <a:pt x="4207" y="4669"/>
                    <a:pt x="4256" y="1"/>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111"/>
            <p:cNvSpPr/>
            <p:nvPr/>
          </p:nvSpPr>
          <p:spPr>
            <a:xfrm>
              <a:off x="-1133275" y="2527388"/>
              <a:ext cx="106850" cy="198900"/>
            </a:xfrm>
            <a:custGeom>
              <a:avLst/>
              <a:gdLst/>
              <a:ahLst/>
              <a:cxnLst/>
              <a:rect l="l" t="t" r="r" b="b"/>
              <a:pathLst>
                <a:path w="4274" h="7956" extrusionOk="0">
                  <a:moveTo>
                    <a:pt x="3206" y="1"/>
                  </a:moveTo>
                  <a:cubicBezTo>
                    <a:pt x="3206" y="17"/>
                    <a:pt x="0" y="3124"/>
                    <a:pt x="1726" y="7956"/>
                  </a:cubicBezTo>
                  <a:cubicBezTo>
                    <a:pt x="1726" y="7956"/>
                    <a:pt x="4274" y="4307"/>
                    <a:pt x="3206" y="1"/>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111"/>
            <p:cNvSpPr/>
            <p:nvPr/>
          </p:nvSpPr>
          <p:spPr>
            <a:xfrm>
              <a:off x="-1273000" y="2751763"/>
              <a:ext cx="342750" cy="814850"/>
            </a:xfrm>
            <a:custGeom>
              <a:avLst/>
              <a:gdLst/>
              <a:ahLst/>
              <a:cxnLst/>
              <a:rect l="l" t="t" r="r" b="b"/>
              <a:pathLst>
                <a:path w="13710" h="32594" extrusionOk="0">
                  <a:moveTo>
                    <a:pt x="6855" y="0"/>
                  </a:moveTo>
                  <a:lnTo>
                    <a:pt x="3058" y="49"/>
                  </a:lnTo>
                  <a:cubicBezTo>
                    <a:pt x="3058" y="49"/>
                    <a:pt x="1" y="5457"/>
                    <a:pt x="1" y="10947"/>
                  </a:cubicBezTo>
                  <a:cubicBezTo>
                    <a:pt x="1" y="16009"/>
                    <a:pt x="2614" y="22403"/>
                    <a:pt x="3009" y="30539"/>
                  </a:cubicBezTo>
                  <a:cubicBezTo>
                    <a:pt x="3042" y="31213"/>
                    <a:pt x="3058" y="31887"/>
                    <a:pt x="3058" y="32594"/>
                  </a:cubicBezTo>
                  <a:lnTo>
                    <a:pt x="10635" y="32594"/>
                  </a:lnTo>
                  <a:cubicBezTo>
                    <a:pt x="10635" y="31903"/>
                    <a:pt x="10668" y="31213"/>
                    <a:pt x="10701" y="30539"/>
                  </a:cubicBezTo>
                  <a:cubicBezTo>
                    <a:pt x="11096" y="22403"/>
                    <a:pt x="13709" y="16009"/>
                    <a:pt x="13709" y="10947"/>
                  </a:cubicBezTo>
                  <a:cubicBezTo>
                    <a:pt x="13709" y="5457"/>
                    <a:pt x="10635" y="49"/>
                    <a:pt x="10635" y="49"/>
                  </a:cubicBezTo>
                  <a:lnTo>
                    <a:pt x="6855" y="0"/>
                  </a:lnTo>
                  <a:close/>
                </a:path>
              </a:pathLst>
            </a:cu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111"/>
            <p:cNvSpPr/>
            <p:nvPr/>
          </p:nvSpPr>
          <p:spPr>
            <a:xfrm>
              <a:off x="-1217525" y="2694213"/>
              <a:ext cx="231800" cy="70300"/>
            </a:xfrm>
            <a:custGeom>
              <a:avLst/>
              <a:gdLst/>
              <a:ahLst/>
              <a:cxnLst/>
              <a:rect l="l" t="t" r="r" b="b"/>
              <a:pathLst>
                <a:path w="9272" h="2812" extrusionOk="0">
                  <a:moveTo>
                    <a:pt x="264" y="1"/>
                  </a:moveTo>
                  <a:cubicBezTo>
                    <a:pt x="116" y="1"/>
                    <a:pt x="1" y="132"/>
                    <a:pt x="17" y="280"/>
                  </a:cubicBezTo>
                  <a:lnTo>
                    <a:pt x="280" y="2072"/>
                  </a:lnTo>
                  <a:cubicBezTo>
                    <a:pt x="346" y="2499"/>
                    <a:pt x="708" y="2812"/>
                    <a:pt x="1151" y="2812"/>
                  </a:cubicBezTo>
                  <a:lnTo>
                    <a:pt x="8137" y="2812"/>
                  </a:lnTo>
                  <a:cubicBezTo>
                    <a:pt x="8564" y="2812"/>
                    <a:pt x="8926" y="2499"/>
                    <a:pt x="8992" y="2072"/>
                  </a:cubicBezTo>
                  <a:lnTo>
                    <a:pt x="9255" y="280"/>
                  </a:lnTo>
                  <a:cubicBezTo>
                    <a:pt x="9271" y="132"/>
                    <a:pt x="9156" y="1"/>
                    <a:pt x="9008" y="1"/>
                  </a:cubicBezTo>
                  <a:close/>
                </a:path>
              </a:pathLst>
            </a:cu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96" name="Google Shape;3696;p111"/>
          <p:cNvSpPr txBox="1">
            <a:spLocks noGrp="1"/>
          </p:cNvSpPr>
          <p:nvPr>
            <p:ph type="title"/>
          </p:nvPr>
        </p:nvSpPr>
        <p:spPr>
          <a:xfrm>
            <a:off x="720892" y="1507738"/>
            <a:ext cx="3079800" cy="1004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DESKTOP MOCKUP</a:t>
            </a:r>
            <a:endParaRPr/>
          </a:p>
        </p:txBody>
      </p:sp>
      <p:sp>
        <p:nvSpPr>
          <p:cNvPr id="3697" name="Google Shape;3697;p111"/>
          <p:cNvSpPr txBox="1">
            <a:spLocks noGrp="1"/>
          </p:cNvSpPr>
          <p:nvPr>
            <p:ph type="subTitle" idx="1"/>
          </p:nvPr>
        </p:nvSpPr>
        <p:spPr>
          <a:xfrm>
            <a:off x="720892" y="2631063"/>
            <a:ext cx="3079800" cy="100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grpSp>
        <p:nvGrpSpPr>
          <p:cNvPr id="3698" name="Google Shape;3698;p111"/>
          <p:cNvGrpSpPr/>
          <p:nvPr/>
        </p:nvGrpSpPr>
        <p:grpSpPr>
          <a:xfrm>
            <a:off x="4430414" y="1035717"/>
            <a:ext cx="3992693" cy="3076554"/>
            <a:chOff x="4708841" y="1381621"/>
            <a:chExt cx="3492864" cy="2691413"/>
          </a:xfrm>
        </p:grpSpPr>
        <p:sp>
          <p:nvSpPr>
            <p:cNvPr id="3699" name="Google Shape;3699;p111"/>
            <p:cNvSpPr/>
            <p:nvPr/>
          </p:nvSpPr>
          <p:spPr>
            <a:xfrm>
              <a:off x="5924467" y="3640397"/>
              <a:ext cx="1061612" cy="432637"/>
            </a:xfrm>
            <a:custGeom>
              <a:avLst/>
              <a:gdLst/>
              <a:ahLst/>
              <a:cxnLst/>
              <a:rect l="l" t="t" r="r" b="b"/>
              <a:pathLst>
                <a:path w="15037" h="6128" extrusionOk="0">
                  <a:moveTo>
                    <a:pt x="2443" y="1"/>
                  </a:moveTo>
                  <a:lnTo>
                    <a:pt x="2222" y="2875"/>
                  </a:lnTo>
                  <a:cubicBezTo>
                    <a:pt x="2222" y="2875"/>
                    <a:pt x="2339" y="3398"/>
                    <a:pt x="1529" y="4116"/>
                  </a:cubicBezTo>
                  <a:cubicBezTo>
                    <a:pt x="732" y="4835"/>
                    <a:pt x="92" y="5500"/>
                    <a:pt x="92" y="5500"/>
                  </a:cubicBezTo>
                  <a:cubicBezTo>
                    <a:pt x="92" y="5500"/>
                    <a:pt x="1" y="5657"/>
                    <a:pt x="1" y="5892"/>
                  </a:cubicBezTo>
                  <a:cubicBezTo>
                    <a:pt x="1" y="6115"/>
                    <a:pt x="131" y="6127"/>
                    <a:pt x="693" y="6127"/>
                  </a:cubicBezTo>
                  <a:lnTo>
                    <a:pt x="14345" y="6127"/>
                  </a:lnTo>
                  <a:cubicBezTo>
                    <a:pt x="14906" y="6127"/>
                    <a:pt x="15037" y="6115"/>
                    <a:pt x="15037" y="5892"/>
                  </a:cubicBezTo>
                  <a:cubicBezTo>
                    <a:pt x="15037" y="5657"/>
                    <a:pt x="14946" y="5500"/>
                    <a:pt x="14946" y="5500"/>
                  </a:cubicBezTo>
                  <a:cubicBezTo>
                    <a:pt x="14946" y="5500"/>
                    <a:pt x="14305" y="4835"/>
                    <a:pt x="13495" y="4116"/>
                  </a:cubicBezTo>
                  <a:cubicBezTo>
                    <a:pt x="12699" y="3398"/>
                    <a:pt x="12804" y="2875"/>
                    <a:pt x="12804" y="2875"/>
                  </a:cubicBezTo>
                  <a:lnTo>
                    <a:pt x="12595" y="1"/>
                  </a:lnTo>
                  <a:close/>
                </a:path>
              </a:pathLst>
            </a:cu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111"/>
            <p:cNvSpPr/>
            <p:nvPr/>
          </p:nvSpPr>
          <p:spPr>
            <a:xfrm>
              <a:off x="4708841" y="1381621"/>
              <a:ext cx="3492864" cy="2297606"/>
            </a:xfrm>
            <a:custGeom>
              <a:avLst/>
              <a:gdLst/>
              <a:ahLst/>
              <a:cxnLst/>
              <a:rect l="l" t="t" r="r" b="b"/>
              <a:pathLst>
                <a:path w="49474" h="32544" extrusionOk="0">
                  <a:moveTo>
                    <a:pt x="2509" y="0"/>
                  </a:moveTo>
                  <a:cubicBezTo>
                    <a:pt x="1124" y="0"/>
                    <a:pt x="0" y="1124"/>
                    <a:pt x="0" y="2509"/>
                  </a:cubicBezTo>
                  <a:lnTo>
                    <a:pt x="0" y="30035"/>
                  </a:lnTo>
                  <a:cubicBezTo>
                    <a:pt x="0" y="31420"/>
                    <a:pt x="1124" y="32544"/>
                    <a:pt x="2509" y="32544"/>
                  </a:cubicBezTo>
                  <a:lnTo>
                    <a:pt x="46965" y="32544"/>
                  </a:lnTo>
                  <a:cubicBezTo>
                    <a:pt x="48350" y="32544"/>
                    <a:pt x="49474" y="31420"/>
                    <a:pt x="49474" y="30035"/>
                  </a:cubicBezTo>
                  <a:lnTo>
                    <a:pt x="49474" y="2509"/>
                  </a:lnTo>
                  <a:cubicBezTo>
                    <a:pt x="49474" y="1124"/>
                    <a:pt x="48350" y="0"/>
                    <a:pt x="46965" y="0"/>
                  </a:cubicBezTo>
                  <a:close/>
                </a:path>
              </a:pathLst>
            </a:cu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111"/>
            <p:cNvSpPr/>
            <p:nvPr/>
          </p:nvSpPr>
          <p:spPr>
            <a:xfrm>
              <a:off x="6386692" y="3475932"/>
              <a:ext cx="137163" cy="137161"/>
            </a:xfrm>
            <a:custGeom>
              <a:avLst/>
              <a:gdLst/>
              <a:ahLst/>
              <a:cxnLst/>
              <a:rect l="l" t="t" r="r" b="b"/>
              <a:pathLst>
                <a:path w="3005" h="3020" extrusionOk="0">
                  <a:moveTo>
                    <a:pt x="1503" y="1"/>
                  </a:moveTo>
                  <a:cubicBezTo>
                    <a:pt x="667" y="1"/>
                    <a:pt x="0" y="680"/>
                    <a:pt x="0" y="1504"/>
                  </a:cubicBezTo>
                  <a:cubicBezTo>
                    <a:pt x="0" y="2340"/>
                    <a:pt x="667" y="3019"/>
                    <a:pt x="1503" y="3019"/>
                  </a:cubicBezTo>
                  <a:cubicBezTo>
                    <a:pt x="2326" y="3019"/>
                    <a:pt x="3005" y="2340"/>
                    <a:pt x="3005" y="1504"/>
                  </a:cubicBezTo>
                  <a:cubicBezTo>
                    <a:pt x="3005" y="680"/>
                    <a:pt x="2326" y="1"/>
                    <a:pt x="1503" y="1"/>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702" name="Google Shape;3702;p111"/>
          <p:cNvPicPr preferRelativeResize="0"/>
          <p:nvPr/>
        </p:nvPicPr>
        <p:blipFill rotWithShape="1">
          <a:blip r:embed="rId3">
            <a:alphaModFix/>
          </a:blip>
          <a:srcRect/>
          <a:stretch/>
        </p:blipFill>
        <p:spPr>
          <a:xfrm>
            <a:off x="4582318" y="1230477"/>
            <a:ext cx="3689700" cy="2075400"/>
          </a:xfrm>
          <a:prstGeom prst="roundRect">
            <a:avLst>
              <a:gd name="adj" fmla="val 4650"/>
            </a:avLst>
          </a:prstGeom>
          <a:noFill/>
          <a:ln w="28575" cap="flat" cmpd="sng">
            <a:solidFill>
              <a:schemeClr val="accent5"/>
            </a:solidFill>
            <a:prstDash val="solid"/>
            <a:round/>
            <a:headEnd type="none" w="sm" len="sm"/>
            <a:tailEnd type="none" w="sm" len="sm"/>
          </a:ln>
        </p:spPr>
      </p:pic>
      <p:grpSp>
        <p:nvGrpSpPr>
          <p:cNvPr id="3703" name="Google Shape;3703;p111"/>
          <p:cNvGrpSpPr/>
          <p:nvPr/>
        </p:nvGrpSpPr>
        <p:grpSpPr>
          <a:xfrm rot="-5529289">
            <a:off x="3515876" y="2979130"/>
            <a:ext cx="1385941" cy="2705273"/>
            <a:chOff x="409722" y="228600"/>
            <a:chExt cx="1385931" cy="2705253"/>
          </a:xfrm>
        </p:grpSpPr>
        <p:grpSp>
          <p:nvGrpSpPr>
            <p:cNvPr id="3704" name="Google Shape;3704;p111"/>
            <p:cNvGrpSpPr/>
            <p:nvPr/>
          </p:nvGrpSpPr>
          <p:grpSpPr>
            <a:xfrm rot="-617154" flipH="1">
              <a:off x="575967" y="402323"/>
              <a:ext cx="1053440" cy="2450002"/>
              <a:chOff x="3817855" y="1437512"/>
              <a:chExt cx="541146" cy="1128254"/>
            </a:xfrm>
          </p:grpSpPr>
          <p:sp>
            <p:nvSpPr>
              <p:cNvPr id="3705" name="Google Shape;3705;p111"/>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111"/>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07" name="Google Shape;3707;p111"/>
            <p:cNvSpPr/>
            <p:nvPr/>
          </p:nvSpPr>
          <p:spPr>
            <a:xfrm>
              <a:off x="1419225" y="228600"/>
              <a:ext cx="142800" cy="142800"/>
            </a:xfrm>
            <a:prstGeom prst="ellipse">
              <a:avLst/>
            </a:pr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08" name="Google Shape;3708;p111">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111">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push dir="r"/>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3703"/>
                                        </p:tgtEl>
                                        <p:attrNameLst>
                                          <p:attrName>style.visibility</p:attrName>
                                        </p:attrNameLst>
                                      </p:cBhvr>
                                      <p:to>
                                        <p:strVal val="visible"/>
                                      </p:to>
                                    </p:set>
                                    <p:anim calcmode="lin" valueType="num">
                                      <p:cBhvr additive="base">
                                        <p:cTn id="7" dur="1000"/>
                                        <p:tgtEl>
                                          <p:spTgt spid="370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Shape 3713"/>
        <p:cNvGrpSpPr/>
        <p:nvPr/>
      </p:nvGrpSpPr>
      <p:grpSpPr>
        <a:xfrm>
          <a:off x="0" y="0"/>
          <a:ext cx="0" cy="0"/>
          <a:chOff x="0" y="0"/>
          <a:chExt cx="0" cy="0"/>
        </a:xfrm>
      </p:grpSpPr>
      <p:cxnSp>
        <p:nvCxnSpPr>
          <p:cNvPr id="3714" name="Google Shape;3714;p112"/>
          <p:cNvCxnSpPr/>
          <p:nvPr/>
        </p:nvCxnSpPr>
        <p:spPr>
          <a:xfrm rot="10800000">
            <a:off x="952500" y="3476625"/>
            <a:ext cx="6619800" cy="0"/>
          </a:xfrm>
          <a:prstGeom prst="straightConnector1">
            <a:avLst/>
          </a:prstGeom>
          <a:noFill/>
          <a:ln w="28575" cap="flat" cmpd="sng">
            <a:solidFill>
              <a:schemeClr val="accent5"/>
            </a:solidFill>
            <a:prstDash val="solid"/>
            <a:round/>
            <a:headEnd type="none" w="med" len="med"/>
            <a:tailEnd type="none" w="med" len="med"/>
          </a:ln>
        </p:spPr>
      </p:cxnSp>
      <p:grpSp>
        <p:nvGrpSpPr>
          <p:cNvPr id="3715" name="Google Shape;3715;p112"/>
          <p:cNvGrpSpPr/>
          <p:nvPr/>
        </p:nvGrpSpPr>
        <p:grpSpPr>
          <a:xfrm>
            <a:off x="1476245" y="1913543"/>
            <a:ext cx="1557355" cy="1871220"/>
            <a:chOff x="-3314830" y="984518"/>
            <a:chExt cx="1557355" cy="1871220"/>
          </a:xfrm>
        </p:grpSpPr>
        <p:grpSp>
          <p:nvGrpSpPr>
            <p:cNvPr id="3716" name="Google Shape;3716;p112"/>
            <p:cNvGrpSpPr/>
            <p:nvPr/>
          </p:nvGrpSpPr>
          <p:grpSpPr>
            <a:xfrm>
              <a:off x="-3314830" y="2316674"/>
              <a:ext cx="1557355" cy="539064"/>
              <a:chOff x="3457434" y="4469778"/>
              <a:chExt cx="1572451" cy="544289"/>
            </a:xfrm>
          </p:grpSpPr>
          <p:sp>
            <p:nvSpPr>
              <p:cNvPr id="3717" name="Google Shape;3717;p112"/>
              <p:cNvSpPr/>
              <p:nvPr/>
            </p:nvSpPr>
            <p:spPr>
              <a:xfrm>
                <a:off x="3457434" y="4667694"/>
                <a:ext cx="1467538" cy="346372"/>
              </a:xfrm>
              <a:custGeom>
                <a:avLst/>
                <a:gdLst/>
                <a:ahLst/>
                <a:cxnLst/>
                <a:rect l="l" t="t" r="r" b="b"/>
                <a:pathLst>
                  <a:path w="60617" h="14307" extrusionOk="0">
                    <a:moveTo>
                      <a:pt x="7848" y="0"/>
                    </a:moveTo>
                    <a:cubicBezTo>
                      <a:pt x="3393" y="0"/>
                      <a:pt x="1" y="3229"/>
                      <a:pt x="1" y="7153"/>
                    </a:cubicBezTo>
                    <a:cubicBezTo>
                      <a:pt x="1" y="11077"/>
                      <a:pt x="3393" y="14306"/>
                      <a:pt x="7848" y="14306"/>
                    </a:cubicBezTo>
                    <a:lnTo>
                      <a:pt x="60617" y="14306"/>
                    </a:lnTo>
                    <a:lnTo>
                      <a:pt x="60617" y="0"/>
                    </a:ln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112"/>
              <p:cNvSpPr/>
              <p:nvPr/>
            </p:nvSpPr>
            <p:spPr>
              <a:xfrm>
                <a:off x="3531662" y="4713209"/>
                <a:ext cx="1393310" cy="255319"/>
              </a:xfrm>
              <a:custGeom>
                <a:avLst/>
                <a:gdLst/>
                <a:ahLst/>
                <a:cxnLst/>
                <a:rect l="l" t="t" r="r" b="b"/>
                <a:pathLst>
                  <a:path w="57551" h="10546" extrusionOk="0">
                    <a:moveTo>
                      <a:pt x="7480" y="0"/>
                    </a:moveTo>
                    <a:cubicBezTo>
                      <a:pt x="3393" y="0"/>
                      <a:pt x="0" y="2371"/>
                      <a:pt x="0" y="5273"/>
                    </a:cubicBezTo>
                    <a:cubicBezTo>
                      <a:pt x="0" y="8175"/>
                      <a:pt x="3393" y="10546"/>
                      <a:pt x="7480" y="10546"/>
                    </a:cubicBezTo>
                    <a:lnTo>
                      <a:pt x="57551" y="10546"/>
                    </a:lnTo>
                    <a:lnTo>
                      <a:pt x="575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112"/>
              <p:cNvSpPr/>
              <p:nvPr/>
            </p:nvSpPr>
            <p:spPr>
              <a:xfrm>
                <a:off x="3531662" y="4750807"/>
                <a:ext cx="1422023" cy="24"/>
              </a:xfrm>
              <a:custGeom>
                <a:avLst/>
                <a:gdLst/>
                <a:ahLst/>
                <a:cxnLst/>
                <a:rect l="l" t="t" r="r" b="b"/>
                <a:pathLst>
                  <a:path w="58737" h="1" extrusionOk="0">
                    <a:moveTo>
                      <a:pt x="0" y="1"/>
                    </a:moveTo>
                    <a:lnTo>
                      <a:pt x="5873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112"/>
              <p:cNvSpPr/>
              <p:nvPr/>
            </p:nvSpPr>
            <p:spPr>
              <a:xfrm>
                <a:off x="3598337" y="4741898"/>
                <a:ext cx="1422023" cy="16850"/>
              </a:xfrm>
              <a:custGeom>
                <a:avLst/>
                <a:gdLst/>
                <a:ahLst/>
                <a:cxnLst/>
                <a:rect l="l" t="t" r="r" b="b"/>
                <a:pathLst>
                  <a:path w="58737" h="696" extrusionOk="0">
                    <a:moveTo>
                      <a:pt x="0" y="1"/>
                    </a:moveTo>
                    <a:lnTo>
                      <a:pt x="0" y="696"/>
                    </a:lnTo>
                    <a:lnTo>
                      <a:pt x="58736" y="696"/>
                    </a:lnTo>
                    <a:lnTo>
                      <a:pt x="587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112"/>
              <p:cNvSpPr/>
              <p:nvPr/>
            </p:nvSpPr>
            <p:spPr>
              <a:xfrm>
                <a:off x="3531662" y="4812156"/>
                <a:ext cx="1422023" cy="24"/>
              </a:xfrm>
              <a:custGeom>
                <a:avLst/>
                <a:gdLst/>
                <a:ahLst/>
                <a:cxnLst/>
                <a:rect l="l" t="t" r="r" b="b"/>
                <a:pathLst>
                  <a:path w="58737" h="1" extrusionOk="0">
                    <a:moveTo>
                      <a:pt x="0" y="1"/>
                    </a:moveTo>
                    <a:lnTo>
                      <a:pt x="5873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112"/>
              <p:cNvSpPr/>
              <p:nvPr/>
            </p:nvSpPr>
            <p:spPr>
              <a:xfrm>
                <a:off x="3531662" y="4804239"/>
                <a:ext cx="1422023" cy="15858"/>
              </a:xfrm>
              <a:custGeom>
                <a:avLst/>
                <a:gdLst/>
                <a:ahLst/>
                <a:cxnLst/>
                <a:rect l="l" t="t" r="r" b="b"/>
                <a:pathLst>
                  <a:path w="58737" h="655" extrusionOk="0">
                    <a:moveTo>
                      <a:pt x="0" y="1"/>
                    </a:moveTo>
                    <a:lnTo>
                      <a:pt x="0" y="655"/>
                    </a:lnTo>
                    <a:lnTo>
                      <a:pt x="58736" y="655"/>
                    </a:lnTo>
                    <a:lnTo>
                      <a:pt x="587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112"/>
              <p:cNvSpPr/>
              <p:nvPr/>
            </p:nvSpPr>
            <p:spPr>
              <a:xfrm>
                <a:off x="3531662" y="4869557"/>
                <a:ext cx="1422023" cy="24"/>
              </a:xfrm>
              <a:custGeom>
                <a:avLst/>
                <a:gdLst/>
                <a:ahLst/>
                <a:cxnLst/>
                <a:rect l="l" t="t" r="r" b="b"/>
                <a:pathLst>
                  <a:path w="58737" h="1" extrusionOk="0">
                    <a:moveTo>
                      <a:pt x="0" y="0"/>
                    </a:moveTo>
                    <a:lnTo>
                      <a:pt x="5873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112"/>
              <p:cNvSpPr/>
              <p:nvPr/>
            </p:nvSpPr>
            <p:spPr>
              <a:xfrm>
                <a:off x="3531662" y="4861641"/>
                <a:ext cx="1422023" cy="16850"/>
              </a:xfrm>
              <a:custGeom>
                <a:avLst/>
                <a:gdLst/>
                <a:ahLst/>
                <a:cxnLst/>
                <a:rect l="l" t="t" r="r" b="b"/>
                <a:pathLst>
                  <a:path w="58737" h="696" extrusionOk="0">
                    <a:moveTo>
                      <a:pt x="0" y="0"/>
                    </a:moveTo>
                    <a:lnTo>
                      <a:pt x="0" y="695"/>
                    </a:lnTo>
                    <a:lnTo>
                      <a:pt x="58736" y="695"/>
                    </a:lnTo>
                    <a:lnTo>
                      <a:pt x="5873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112"/>
              <p:cNvSpPr/>
              <p:nvPr/>
            </p:nvSpPr>
            <p:spPr>
              <a:xfrm>
                <a:off x="3531662" y="4931898"/>
                <a:ext cx="1422023" cy="24"/>
              </a:xfrm>
              <a:custGeom>
                <a:avLst/>
                <a:gdLst/>
                <a:ahLst/>
                <a:cxnLst/>
                <a:rect l="l" t="t" r="r" b="b"/>
                <a:pathLst>
                  <a:path w="58737" h="1" extrusionOk="0">
                    <a:moveTo>
                      <a:pt x="0" y="0"/>
                    </a:moveTo>
                    <a:lnTo>
                      <a:pt x="5873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112"/>
              <p:cNvSpPr/>
              <p:nvPr/>
            </p:nvSpPr>
            <p:spPr>
              <a:xfrm>
                <a:off x="3607862" y="4923982"/>
                <a:ext cx="1422023" cy="15858"/>
              </a:xfrm>
              <a:custGeom>
                <a:avLst/>
                <a:gdLst/>
                <a:ahLst/>
                <a:cxnLst/>
                <a:rect l="l" t="t" r="r" b="b"/>
                <a:pathLst>
                  <a:path w="58737" h="655" extrusionOk="0">
                    <a:moveTo>
                      <a:pt x="0" y="0"/>
                    </a:moveTo>
                    <a:lnTo>
                      <a:pt x="0" y="654"/>
                    </a:lnTo>
                    <a:lnTo>
                      <a:pt x="58736" y="654"/>
                    </a:lnTo>
                    <a:lnTo>
                      <a:pt x="5873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112"/>
              <p:cNvSpPr/>
              <p:nvPr/>
            </p:nvSpPr>
            <p:spPr>
              <a:xfrm>
                <a:off x="3457434" y="4469778"/>
                <a:ext cx="1467538" cy="197941"/>
              </a:xfrm>
              <a:custGeom>
                <a:avLst/>
                <a:gdLst/>
                <a:ahLst/>
                <a:cxnLst/>
                <a:rect l="l" t="t" r="r" b="b"/>
                <a:pathLst>
                  <a:path w="60617" h="8176" extrusionOk="0">
                    <a:moveTo>
                      <a:pt x="7848" y="0"/>
                    </a:moveTo>
                    <a:cubicBezTo>
                      <a:pt x="3393" y="0"/>
                      <a:pt x="1" y="1881"/>
                      <a:pt x="1" y="4088"/>
                    </a:cubicBezTo>
                    <a:cubicBezTo>
                      <a:pt x="1" y="6295"/>
                      <a:pt x="3393" y="8175"/>
                      <a:pt x="7848" y="8175"/>
                    </a:cubicBezTo>
                    <a:lnTo>
                      <a:pt x="60617" y="8175"/>
                    </a:lnTo>
                    <a:lnTo>
                      <a:pt x="60617" y="0"/>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112"/>
              <p:cNvSpPr/>
              <p:nvPr/>
            </p:nvSpPr>
            <p:spPr>
              <a:xfrm>
                <a:off x="3531662" y="4494520"/>
                <a:ext cx="1393310" cy="144485"/>
              </a:xfrm>
              <a:custGeom>
                <a:avLst/>
                <a:gdLst/>
                <a:ahLst/>
                <a:cxnLst/>
                <a:rect l="l" t="t" r="r" b="b"/>
                <a:pathLst>
                  <a:path w="57551" h="5968" extrusionOk="0">
                    <a:moveTo>
                      <a:pt x="7480" y="0"/>
                    </a:moveTo>
                    <a:cubicBezTo>
                      <a:pt x="3393" y="0"/>
                      <a:pt x="0" y="1390"/>
                      <a:pt x="0" y="3066"/>
                    </a:cubicBezTo>
                    <a:cubicBezTo>
                      <a:pt x="0" y="4782"/>
                      <a:pt x="3393" y="5968"/>
                      <a:pt x="7480" y="5968"/>
                    </a:cubicBezTo>
                    <a:lnTo>
                      <a:pt x="57551" y="5968"/>
                    </a:lnTo>
                    <a:lnTo>
                      <a:pt x="575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112"/>
              <p:cNvSpPr/>
              <p:nvPr/>
            </p:nvSpPr>
            <p:spPr>
              <a:xfrm>
                <a:off x="3531662" y="4515293"/>
                <a:ext cx="1422023" cy="24"/>
              </a:xfrm>
              <a:custGeom>
                <a:avLst/>
                <a:gdLst/>
                <a:ahLst/>
                <a:cxnLst/>
                <a:rect l="l" t="t" r="r" b="b"/>
                <a:pathLst>
                  <a:path w="58737" h="1" extrusionOk="0">
                    <a:moveTo>
                      <a:pt x="0" y="1"/>
                    </a:moveTo>
                    <a:lnTo>
                      <a:pt x="5873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112"/>
              <p:cNvSpPr/>
              <p:nvPr/>
            </p:nvSpPr>
            <p:spPr>
              <a:xfrm>
                <a:off x="3607862" y="4507376"/>
                <a:ext cx="1422023" cy="15858"/>
              </a:xfrm>
              <a:custGeom>
                <a:avLst/>
                <a:gdLst/>
                <a:ahLst/>
                <a:cxnLst/>
                <a:rect l="l" t="t" r="r" b="b"/>
                <a:pathLst>
                  <a:path w="58737" h="655" extrusionOk="0">
                    <a:moveTo>
                      <a:pt x="0" y="1"/>
                    </a:moveTo>
                    <a:lnTo>
                      <a:pt x="0" y="655"/>
                    </a:lnTo>
                    <a:lnTo>
                      <a:pt x="58736" y="655"/>
                    </a:lnTo>
                    <a:lnTo>
                      <a:pt x="587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112"/>
              <p:cNvSpPr/>
              <p:nvPr/>
            </p:nvSpPr>
            <p:spPr>
              <a:xfrm>
                <a:off x="3531662" y="4552891"/>
                <a:ext cx="1422023" cy="24"/>
              </a:xfrm>
              <a:custGeom>
                <a:avLst/>
                <a:gdLst/>
                <a:ahLst/>
                <a:cxnLst/>
                <a:rect l="l" t="t" r="r" b="b"/>
                <a:pathLst>
                  <a:path w="58737" h="1" extrusionOk="0">
                    <a:moveTo>
                      <a:pt x="0" y="1"/>
                    </a:moveTo>
                    <a:lnTo>
                      <a:pt x="5873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112"/>
              <p:cNvSpPr/>
              <p:nvPr/>
            </p:nvSpPr>
            <p:spPr>
              <a:xfrm>
                <a:off x="3541187" y="4543981"/>
                <a:ext cx="1422023" cy="16850"/>
              </a:xfrm>
              <a:custGeom>
                <a:avLst/>
                <a:gdLst/>
                <a:ahLst/>
                <a:cxnLst/>
                <a:rect l="l" t="t" r="r" b="b"/>
                <a:pathLst>
                  <a:path w="58737" h="696" extrusionOk="0">
                    <a:moveTo>
                      <a:pt x="0" y="1"/>
                    </a:moveTo>
                    <a:lnTo>
                      <a:pt x="0" y="696"/>
                    </a:lnTo>
                    <a:lnTo>
                      <a:pt x="58736" y="696"/>
                    </a:lnTo>
                    <a:lnTo>
                      <a:pt x="587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112"/>
              <p:cNvSpPr/>
              <p:nvPr/>
            </p:nvSpPr>
            <p:spPr>
              <a:xfrm>
                <a:off x="3531662" y="4585550"/>
                <a:ext cx="1422023" cy="24"/>
              </a:xfrm>
              <a:custGeom>
                <a:avLst/>
                <a:gdLst/>
                <a:ahLst/>
                <a:cxnLst/>
                <a:rect l="l" t="t" r="r" b="b"/>
                <a:pathLst>
                  <a:path w="58737" h="1" extrusionOk="0">
                    <a:moveTo>
                      <a:pt x="0" y="1"/>
                    </a:moveTo>
                    <a:lnTo>
                      <a:pt x="5873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112"/>
              <p:cNvSpPr/>
              <p:nvPr/>
            </p:nvSpPr>
            <p:spPr>
              <a:xfrm>
                <a:off x="3531662" y="4618209"/>
                <a:ext cx="1422023" cy="24"/>
              </a:xfrm>
              <a:custGeom>
                <a:avLst/>
                <a:gdLst/>
                <a:ahLst/>
                <a:cxnLst/>
                <a:rect l="l" t="t" r="r" b="b"/>
                <a:pathLst>
                  <a:path w="58737" h="1" extrusionOk="0">
                    <a:moveTo>
                      <a:pt x="0" y="0"/>
                    </a:moveTo>
                    <a:lnTo>
                      <a:pt x="5873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112"/>
              <p:cNvSpPr/>
              <p:nvPr/>
            </p:nvSpPr>
            <p:spPr>
              <a:xfrm>
                <a:off x="3607862" y="4610293"/>
                <a:ext cx="1422023" cy="16850"/>
              </a:xfrm>
              <a:custGeom>
                <a:avLst/>
                <a:gdLst/>
                <a:ahLst/>
                <a:cxnLst/>
                <a:rect l="l" t="t" r="r" b="b"/>
                <a:pathLst>
                  <a:path w="58737" h="696" extrusionOk="0">
                    <a:moveTo>
                      <a:pt x="0" y="0"/>
                    </a:moveTo>
                    <a:lnTo>
                      <a:pt x="0" y="695"/>
                    </a:lnTo>
                    <a:lnTo>
                      <a:pt x="58736" y="695"/>
                    </a:lnTo>
                    <a:lnTo>
                      <a:pt x="5873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112"/>
              <p:cNvSpPr/>
              <p:nvPr/>
            </p:nvSpPr>
            <p:spPr>
              <a:xfrm>
                <a:off x="3541187" y="4577633"/>
                <a:ext cx="1422023" cy="15858"/>
              </a:xfrm>
              <a:custGeom>
                <a:avLst/>
                <a:gdLst/>
                <a:ahLst/>
                <a:cxnLst/>
                <a:rect l="l" t="t" r="r" b="b"/>
                <a:pathLst>
                  <a:path w="58737" h="655" extrusionOk="0">
                    <a:moveTo>
                      <a:pt x="0" y="1"/>
                    </a:moveTo>
                    <a:lnTo>
                      <a:pt x="0" y="655"/>
                    </a:lnTo>
                    <a:lnTo>
                      <a:pt x="58736" y="655"/>
                    </a:lnTo>
                    <a:lnTo>
                      <a:pt x="587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37" name="Google Shape;3737;p112"/>
            <p:cNvGrpSpPr/>
            <p:nvPr/>
          </p:nvGrpSpPr>
          <p:grpSpPr>
            <a:xfrm>
              <a:off x="-2988194" y="1727203"/>
              <a:ext cx="929104" cy="584457"/>
              <a:chOff x="-2101325" y="2739725"/>
              <a:chExt cx="1315825" cy="827725"/>
            </a:xfrm>
          </p:grpSpPr>
          <p:sp>
            <p:nvSpPr>
              <p:cNvPr id="3738" name="Google Shape;3738;p112"/>
              <p:cNvSpPr/>
              <p:nvPr/>
            </p:nvSpPr>
            <p:spPr>
              <a:xfrm>
                <a:off x="-1699675" y="2857525"/>
                <a:ext cx="256275" cy="26350"/>
              </a:xfrm>
              <a:custGeom>
                <a:avLst/>
                <a:gdLst/>
                <a:ahLst/>
                <a:cxnLst/>
                <a:rect l="l" t="t" r="r" b="b"/>
                <a:pathLst>
                  <a:path w="10251" h="1054" extrusionOk="0">
                    <a:moveTo>
                      <a:pt x="0" y="1"/>
                    </a:moveTo>
                    <a:lnTo>
                      <a:pt x="952" y="1053"/>
                    </a:lnTo>
                    <a:lnTo>
                      <a:pt x="10251" y="1053"/>
                    </a:lnTo>
                    <a:lnTo>
                      <a:pt x="9098" y="1"/>
                    </a:lnTo>
                    <a:close/>
                  </a:path>
                </a:pathLst>
              </a:custGeom>
              <a:solidFill>
                <a:srgbClr val="143A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112"/>
              <p:cNvSpPr/>
              <p:nvPr/>
            </p:nvSpPr>
            <p:spPr>
              <a:xfrm>
                <a:off x="-1668350" y="2891375"/>
                <a:ext cx="269450" cy="33850"/>
              </a:xfrm>
              <a:custGeom>
                <a:avLst/>
                <a:gdLst/>
                <a:ahLst/>
                <a:cxnLst/>
                <a:rect l="l" t="t" r="r" b="b"/>
                <a:pathLst>
                  <a:path w="10778" h="1354" extrusionOk="0">
                    <a:moveTo>
                      <a:pt x="0" y="0"/>
                    </a:moveTo>
                    <a:lnTo>
                      <a:pt x="1253" y="1354"/>
                    </a:lnTo>
                    <a:lnTo>
                      <a:pt x="10777" y="1354"/>
                    </a:lnTo>
                    <a:lnTo>
                      <a:pt x="9399" y="0"/>
                    </a:lnTo>
                    <a:close/>
                  </a:path>
                </a:pathLst>
              </a:custGeom>
              <a:solidFill>
                <a:srgbClr val="143A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112"/>
              <p:cNvSpPr/>
              <p:nvPr/>
            </p:nvSpPr>
            <p:spPr>
              <a:xfrm>
                <a:off x="-1736025" y="2815550"/>
                <a:ext cx="255675" cy="31350"/>
              </a:xfrm>
              <a:custGeom>
                <a:avLst/>
                <a:gdLst/>
                <a:ahLst/>
                <a:cxnLst/>
                <a:rect l="l" t="t" r="r" b="b"/>
                <a:pathLst>
                  <a:path w="10227" h="1254" extrusionOk="0">
                    <a:moveTo>
                      <a:pt x="0" y="1"/>
                    </a:moveTo>
                    <a:lnTo>
                      <a:pt x="1153" y="1254"/>
                    </a:lnTo>
                    <a:lnTo>
                      <a:pt x="10226" y="1254"/>
                    </a:lnTo>
                    <a:lnTo>
                      <a:pt x="8873" y="1"/>
                    </a:lnTo>
                    <a:close/>
                  </a:path>
                </a:pathLst>
              </a:custGeom>
              <a:solidFill>
                <a:srgbClr val="143A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112"/>
              <p:cNvSpPr/>
              <p:nvPr/>
            </p:nvSpPr>
            <p:spPr>
              <a:xfrm>
                <a:off x="-2101325" y="2929450"/>
                <a:ext cx="477475" cy="463200"/>
              </a:xfrm>
              <a:custGeom>
                <a:avLst/>
                <a:gdLst/>
                <a:ahLst/>
                <a:cxnLst/>
                <a:rect l="l" t="t" r="r" b="b"/>
                <a:pathLst>
                  <a:path w="19099" h="18528" extrusionOk="0">
                    <a:moveTo>
                      <a:pt x="10152" y="0"/>
                    </a:moveTo>
                    <a:cubicBezTo>
                      <a:pt x="9224" y="0"/>
                      <a:pt x="8063" y="140"/>
                      <a:pt x="6668" y="557"/>
                    </a:cubicBezTo>
                    <a:cubicBezTo>
                      <a:pt x="1881" y="2036"/>
                      <a:pt x="1" y="9229"/>
                      <a:pt x="6367" y="13615"/>
                    </a:cubicBezTo>
                    <a:cubicBezTo>
                      <a:pt x="12833" y="18001"/>
                      <a:pt x="19099" y="18527"/>
                      <a:pt x="19099" y="18527"/>
                    </a:cubicBezTo>
                    <a:lnTo>
                      <a:pt x="13886" y="11535"/>
                    </a:lnTo>
                    <a:cubicBezTo>
                      <a:pt x="13886" y="11535"/>
                      <a:pt x="10653" y="11535"/>
                      <a:pt x="8146" y="9229"/>
                    </a:cubicBezTo>
                    <a:cubicBezTo>
                      <a:pt x="5990" y="7267"/>
                      <a:pt x="5522" y="4043"/>
                      <a:pt x="7508" y="4043"/>
                    </a:cubicBezTo>
                    <a:cubicBezTo>
                      <a:pt x="7831" y="4043"/>
                      <a:pt x="8218" y="4128"/>
                      <a:pt x="8673" y="4317"/>
                    </a:cubicBezTo>
                    <a:cubicBezTo>
                      <a:pt x="11906" y="5570"/>
                      <a:pt x="14612" y="10282"/>
                      <a:pt x="14612" y="10282"/>
                    </a:cubicBezTo>
                    <a:lnTo>
                      <a:pt x="12933" y="557"/>
                    </a:lnTo>
                    <a:cubicBezTo>
                      <a:pt x="12933" y="557"/>
                      <a:pt x="12009" y="0"/>
                      <a:pt x="10152" y="0"/>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112"/>
              <p:cNvSpPr/>
              <p:nvPr/>
            </p:nvSpPr>
            <p:spPr>
              <a:xfrm>
                <a:off x="-1819350" y="2865050"/>
                <a:ext cx="1033850" cy="702400"/>
              </a:xfrm>
              <a:custGeom>
                <a:avLst/>
                <a:gdLst/>
                <a:ahLst/>
                <a:cxnLst/>
                <a:rect l="l" t="t" r="r" b="b"/>
                <a:pathLst>
                  <a:path w="41354" h="28096" extrusionOk="0">
                    <a:moveTo>
                      <a:pt x="0" y="1"/>
                    </a:moveTo>
                    <a:lnTo>
                      <a:pt x="1980" y="12657"/>
                    </a:lnTo>
                    <a:cubicBezTo>
                      <a:pt x="3434" y="21529"/>
                      <a:pt x="11178" y="28096"/>
                      <a:pt x="20151" y="28096"/>
                    </a:cubicBezTo>
                    <a:lnTo>
                      <a:pt x="21203" y="28096"/>
                    </a:lnTo>
                    <a:cubicBezTo>
                      <a:pt x="30276" y="28096"/>
                      <a:pt x="37895" y="21529"/>
                      <a:pt x="39374" y="12657"/>
                    </a:cubicBezTo>
                    <a:lnTo>
                      <a:pt x="41354" y="1"/>
                    </a:ln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112"/>
              <p:cNvSpPr/>
              <p:nvPr/>
            </p:nvSpPr>
            <p:spPr>
              <a:xfrm>
                <a:off x="-1819350" y="2739725"/>
                <a:ext cx="1033850" cy="250675"/>
              </a:xfrm>
              <a:custGeom>
                <a:avLst/>
                <a:gdLst/>
                <a:ahLst/>
                <a:cxnLst/>
                <a:rect l="l" t="t" r="r" b="b"/>
                <a:pathLst>
                  <a:path w="41354" h="10027" extrusionOk="0">
                    <a:moveTo>
                      <a:pt x="20677" y="1"/>
                    </a:moveTo>
                    <a:cubicBezTo>
                      <a:pt x="9298" y="1"/>
                      <a:pt x="0" y="2207"/>
                      <a:pt x="0" y="5014"/>
                    </a:cubicBezTo>
                    <a:cubicBezTo>
                      <a:pt x="0" y="7846"/>
                      <a:pt x="9298" y="10026"/>
                      <a:pt x="20677" y="10026"/>
                    </a:cubicBezTo>
                    <a:cubicBezTo>
                      <a:pt x="32156" y="10026"/>
                      <a:pt x="41354" y="7846"/>
                      <a:pt x="41354" y="5014"/>
                    </a:cubicBezTo>
                    <a:cubicBezTo>
                      <a:pt x="41354" y="2207"/>
                      <a:pt x="32156" y="1"/>
                      <a:pt x="20677" y="1"/>
                    </a:cubicBezTo>
                    <a:close/>
                  </a:path>
                </a:pathLst>
              </a:custGeom>
              <a:solidFill>
                <a:schemeClr val="accent4"/>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112"/>
              <p:cNvSpPr/>
              <p:nvPr/>
            </p:nvSpPr>
            <p:spPr>
              <a:xfrm>
                <a:off x="-1769850" y="2758525"/>
                <a:ext cx="934850" cy="203675"/>
              </a:xfrm>
              <a:custGeom>
                <a:avLst/>
                <a:gdLst/>
                <a:ahLst/>
                <a:cxnLst/>
                <a:rect l="l" t="t" r="r" b="b"/>
                <a:pathLst>
                  <a:path w="37394" h="8147" extrusionOk="0">
                    <a:moveTo>
                      <a:pt x="18697" y="1"/>
                    </a:moveTo>
                    <a:cubicBezTo>
                      <a:pt x="8346" y="1"/>
                      <a:pt x="0" y="1881"/>
                      <a:pt x="0" y="4061"/>
                    </a:cubicBezTo>
                    <a:cubicBezTo>
                      <a:pt x="0" y="6267"/>
                      <a:pt x="8346" y="8146"/>
                      <a:pt x="18697" y="8146"/>
                    </a:cubicBezTo>
                    <a:cubicBezTo>
                      <a:pt x="29023" y="8146"/>
                      <a:pt x="37394" y="6267"/>
                      <a:pt x="37394" y="4061"/>
                    </a:cubicBezTo>
                    <a:cubicBezTo>
                      <a:pt x="37394" y="1881"/>
                      <a:pt x="29023" y="1"/>
                      <a:pt x="18697" y="1"/>
                    </a:cubicBezTo>
                    <a:close/>
                  </a:path>
                </a:pathLst>
              </a:custGeom>
              <a:solidFill>
                <a:schemeClr val="accent5"/>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112"/>
              <p:cNvSpPr/>
              <p:nvPr/>
            </p:nvSpPr>
            <p:spPr>
              <a:xfrm>
                <a:off x="-1657700" y="2878200"/>
                <a:ext cx="709925" cy="84000"/>
              </a:xfrm>
              <a:custGeom>
                <a:avLst/>
                <a:gdLst/>
                <a:ahLst/>
                <a:cxnLst/>
                <a:rect l="l" t="t" r="r" b="b"/>
                <a:pathLst>
                  <a:path w="28397" h="3360" extrusionOk="0">
                    <a:moveTo>
                      <a:pt x="14211" y="1"/>
                    </a:moveTo>
                    <a:cubicBezTo>
                      <a:pt x="8246" y="1"/>
                      <a:pt x="2933" y="728"/>
                      <a:pt x="0" y="1881"/>
                    </a:cubicBezTo>
                    <a:cubicBezTo>
                      <a:pt x="3459" y="2733"/>
                      <a:pt x="8572" y="3359"/>
                      <a:pt x="14211" y="3359"/>
                    </a:cubicBezTo>
                    <a:cubicBezTo>
                      <a:pt x="19850" y="3359"/>
                      <a:pt x="24963" y="2733"/>
                      <a:pt x="28396" y="1881"/>
                    </a:cubicBezTo>
                    <a:cubicBezTo>
                      <a:pt x="25489" y="728"/>
                      <a:pt x="20251" y="1"/>
                      <a:pt x="142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112"/>
              <p:cNvSpPr/>
              <p:nvPr/>
            </p:nvSpPr>
            <p:spPr>
              <a:xfrm>
                <a:off x="-1574375" y="2907025"/>
                <a:ext cx="52650" cy="20700"/>
              </a:xfrm>
              <a:custGeom>
                <a:avLst/>
                <a:gdLst/>
                <a:ahLst/>
                <a:cxnLst/>
                <a:rect l="l" t="t" r="r" b="b"/>
                <a:pathLst>
                  <a:path w="2106" h="828" extrusionOk="0">
                    <a:moveTo>
                      <a:pt x="1053" y="1"/>
                    </a:moveTo>
                    <a:cubicBezTo>
                      <a:pt x="527" y="1"/>
                      <a:pt x="1" y="201"/>
                      <a:pt x="1" y="427"/>
                    </a:cubicBezTo>
                    <a:cubicBezTo>
                      <a:pt x="1" y="627"/>
                      <a:pt x="527" y="828"/>
                      <a:pt x="1053" y="828"/>
                    </a:cubicBezTo>
                    <a:cubicBezTo>
                      <a:pt x="1680" y="828"/>
                      <a:pt x="2106" y="627"/>
                      <a:pt x="2106" y="427"/>
                    </a:cubicBezTo>
                    <a:cubicBezTo>
                      <a:pt x="2106" y="201"/>
                      <a:pt x="1680" y="1"/>
                      <a:pt x="1053" y="1"/>
                    </a:cubicBezTo>
                    <a:close/>
                  </a:path>
                </a:pathLst>
              </a:custGeom>
              <a:solidFill>
                <a:srgbClr val="A167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112"/>
              <p:cNvSpPr/>
              <p:nvPr/>
            </p:nvSpPr>
            <p:spPr>
              <a:xfrm>
                <a:off x="-1579375" y="2899500"/>
                <a:ext cx="60175" cy="28225"/>
              </a:xfrm>
              <a:custGeom>
                <a:avLst/>
                <a:gdLst/>
                <a:ahLst/>
                <a:cxnLst/>
                <a:rect l="l" t="t" r="r" b="b"/>
                <a:pathLst>
                  <a:path w="2407" h="1129" extrusionOk="0">
                    <a:moveTo>
                      <a:pt x="1253" y="1"/>
                    </a:moveTo>
                    <a:cubicBezTo>
                      <a:pt x="526" y="1"/>
                      <a:pt x="201" y="402"/>
                      <a:pt x="100" y="728"/>
                    </a:cubicBezTo>
                    <a:cubicBezTo>
                      <a:pt x="100" y="728"/>
                      <a:pt x="0" y="1129"/>
                      <a:pt x="1153" y="1129"/>
                    </a:cubicBezTo>
                    <a:cubicBezTo>
                      <a:pt x="627" y="1129"/>
                      <a:pt x="201" y="928"/>
                      <a:pt x="201" y="728"/>
                    </a:cubicBezTo>
                    <a:cubicBezTo>
                      <a:pt x="201" y="628"/>
                      <a:pt x="426" y="502"/>
                      <a:pt x="727" y="402"/>
                    </a:cubicBezTo>
                    <a:lnTo>
                      <a:pt x="727" y="302"/>
                    </a:lnTo>
                    <a:cubicBezTo>
                      <a:pt x="727" y="302"/>
                      <a:pt x="827" y="201"/>
                      <a:pt x="953" y="201"/>
                    </a:cubicBezTo>
                    <a:cubicBezTo>
                      <a:pt x="1153" y="201"/>
                      <a:pt x="1253" y="302"/>
                      <a:pt x="1253" y="302"/>
                    </a:cubicBezTo>
                    <a:cubicBezTo>
                      <a:pt x="1880" y="302"/>
                      <a:pt x="2306" y="502"/>
                      <a:pt x="2306" y="728"/>
                    </a:cubicBezTo>
                    <a:cubicBezTo>
                      <a:pt x="2306" y="928"/>
                      <a:pt x="1880" y="1129"/>
                      <a:pt x="1253" y="1129"/>
                    </a:cubicBezTo>
                    <a:lnTo>
                      <a:pt x="1354" y="1129"/>
                    </a:lnTo>
                    <a:cubicBezTo>
                      <a:pt x="2406" y="1129"/>
                      <a:pt x="2406" y="728"/>
                      <a:pt x="2406" y="728"/>
                    </a:cubicBezTo>
                    <a:cubicBezTo>
                      <a:pt x="2406" y="728"/>
                      <a:pt x="2306" y="201"/>
                      <a:pt x="1454" y="101"/>
                    </a:cubicBezTo>
                    <a:cubicBezTo>
                      <a:pt x="1354" y="101"/>
                      <a:pt x="1253" y="1"/>
                      <a:pt x="1253" y="1"/>
                    </a:cubicBezTo>
                    <a:close/>
                  </a:path>
                </a:pathLst>
              </a:custGeom>
              <a:solidFill>
                <a:schemeClr val="accent2">
                  <a:alpha val="536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112"/>
              <p:cNvSpPr/>
              <p:nvPr/>
            </p:nvSpPr>
            <p:spPr>
              <a:xfrm>
                <a:off x="-1574375" y="2907025"/>
                <a:ext cx="52650" cy="20700"/>
              </a:xfrm>
              <a:custGeom>
                <a:avLst/>
                <a:gdLst/>
                <a:ahLst/>
                <a:cxnLst/>
                <a:rect l="l" t="t" r="r" b="b"/>
                <a:pathLst>
                  <a:path w="2106" h="828" extrusionOk="0">
                    <a:moveTo>
                      <a:pt x="1053" y="1"/>
                    </a:moveTo>
                    <a:cubicBezTo>
                      <a:pt x="1053" y="101"/>
                      <a:pt x="953" y="201"/>
                      <a:pt x="753" y="201"/>
                    </a:cubicBezTo>
                    <a:cubicBezTo>
                      <a:pt x="627" y="201"/>
                      <a:pt x="527" y="201"/>
                      <a:pt x="527" y="101"/>
                    </a:cubicBezTo>
                    <a:cubicBezTo>
                      <a:pt x="226" y="201"/>
                      <a:pt x="1" y="327"/>
                      <a:pt x="1" y="427"/>
                    </a:cubicBezTo>
                    <a:cubicBezTo>
                      <a:pt x="1" y="627"/>
                      <a:pt x="427" y="828"/>
                      <a:pt x="953" y="828"/>
                    </a:cubicBezTo>
                    <a:lnTo>
                      <a:pt x="1053" y="828"/>
                    </a:lnTo>
                    <a:cubicBezTo>
                      <a:pt x="1680" y="828"/>
                      <a:pt x="2106" y="627"/>
                      <a:pt x="2106" y="427"/>
                    </a:cubicBezTo>
                    <a:cubicBezTo>
                      <a:pt x="2106" y="201"/>
                      <a:pt x="1680" y="1"/>
                      <a:pt x="1053" y="1"/>
                    </a:cubicBezTo>
                    <a:close/>
                  </a:path>
                </a:pathLst>
              </a:custGeom>
              <a:solidFill>
                <a:schemeClr val="dk2">
                  <a:alpha val="178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112"/>
              <p:cNvSpPr/>
              <p:nvPr/>
            </p:nvSpPr>
            <p:spPr>
              <a:xfrm>
                <a:off x="-1561225" y="2904525"/>
                <a:ext cx="13200" cy="5025"/>
              </a:xfrm>
              <a:custGeom>
                <a:avLst/>
                <a:gdLst/>
                <a:ahLst/>
                <a:cxnLst/>
                <a:rect l="l" t="t" r="r" b="b"/>
                <a:pathLst>
                  <a:path w="528" h="201" extrusionOk="0">
                    <a:moveTo>
                      <a:pt x="227" y="0"/>
                    </a:moveTo>
                    <a:cubicBezTo>
                      <a:pt x="101" y="0"/>
                      <a:pt x="1" y="101"/>
                      <a:pt x="1" y="101"/>
                    </a:cubicBezTo>
                    <a:lnTo>
                      <a:pt x="1" y="201"/>
                    </a:lnTo>
                    <a:cubicBezTo>
                      <a:pt x="101" y="201"/>
                      <a:pt x="327" y="101"/>
                      <a:pt x="527" y="101"/>
                    </a:cubicBezTo>
                    <a:cubicBezTo>
                      <a:pt x="527" y="101"/>
                      <a:pt x="427" y="0"/>
                      <a:pt x="227" y="0"/>
                    </a:cubicBezTo>
                    <a:close/>
                  </a:path>
                </a:pathLst>
              </a:custGeom>
              <a:solidFill>
                <a:srgbClr val="F0C8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112"/>
              <p:cNvSpPr/>
              <p:nvPr/>
            </p:nvSpPr>
            <p:spPr>
              <a:xfrm>
                <a:off x="-1561225" y="2907025"/>
                <a:ext cx="13200" cy="5050"/>
              </a:xfrm>
              <a:custGeom>
                <a:avLst/>
                <a:gdLst/>
                <a:ahLst/>
                <a:cxnLst/>
                <a:rect l="l" t="t" r="r" b="b"/>
                <a:pathLst>
                  <a:path w="528" h="202" extrusionOk="0">
                    <a:moveTo>
                      <a:pt x="527" y="1"/>
                    </a:moveTo>
                    <a:cubicBezTo>
                      <a:pt x="327" y="1"/>
                      <a:pt x="101" y="101"/>
                      <a:pt x="1" y="101"/>
                    </a:cubicBezTo>
                    <a:cubicBezTo>
                      <a:pt x="1" y="201"/>
                      <a:pt x="101" y="201"/>
                      <a:pt x="227" y="201"/>
                    </a:cubicBezTo>
                    <a:cubicBezTo>
                      <a:pt x="427" y="201"/>
                      <a:pt x="527" y="101"/>
                      <a:pt x="527" y="1"/>
                    </a:cubicBezTo>
                    <a:close/>
                  </a:path>
                </a:pathLst>
              </a:custGeom>
              <a:solidFill>
                <a:srgbClr val="FFFFFF">
                  <a:alpha val="402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112"/>
              <p:cNvSpPr/>
              <p:nvPr/>
            </p:nvSpPr>
            <p:spPr>
              <a:xfrm>
                <a:off x="-1482900" y="2938350"/>
                <a:ext cx="33875" cy="10675"/>
              </a:xfrm>
              <a:custGeom>
                <a:avLst/>
                <a:gdLst/>
                <a:ahLst/>
                <a:cxnLst/>
                <a:rect l="l" t="t" r="r" b="b"/>
                <a:pathLst>
                  <a:path w="1355" h="427" extrusionOk="0">
                    <a:moveTo>
                      <a:pt x="728" y="1"/>
                    </a:moveTo>
                    <a:cubicBezTo>
                      <a:pt x="327" y="1"/>
                      <a:pt x="1" y="101"/>
                      <a:pt x="1" y="201"/>
                    </a:cubicBezTo>
                    <a:cubicBezTo>
                      <a:pt x="1" y="327"/>
                      <a:pt x="327" y="427"/>
                      <a:pt x="728" y="427"/>
                    </a:cubicBezTo>
                    <a:cubicBezTo>
                      <a:pt x="1053" y="427"/>
                      <a:pt x="1354" y="327"/>
                      <a:pt x="1354" y="201"/>
                    </a:cubicBezTo>
                    <a:cubicBezTo>
                      <a:pt x="1354" y="101"/>
                      <a:pt x="1053" y="1"/>
                      <a:pt x="728" y="1"/>
                    </a:cubicBezTo>
                    <a:close/>
                  </a:path>
                </a:pathLst>
              </a:custGeom>
              <a:solidFill>
                <a:srgbClr val="A167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112"/>
              <p:cNvSpPr/>
              <p:nvPr/>
            </p:nvSpPr>
            <p:spPr>
              <a:xfrm>
                <a:off x="-1485400" y="2933350"/>
                <a:ext cx="39500" cy="15675"/>
              </a:xfrm>
              <a:custGeom>
                <a:avLst/>
                <a:gdLst/>
                <a:ahLst/>
                <a:cxnLst/>
                <a:rect l="l" t="t" r="r" b="b"/>
                <a:pathLst>
                  <a:path w="1580" h="627" extrusionOk="0">
                    <a:moveTo>
                      <a:pt x="101" y="401"/>
                    </a:moveTo>
                    <a:cubicBezTo>
                      <a:pt x="101" y="402"/>
                      <a:pt x="1" y="627"/>
                      <a:pt x="727" y="627"/>
                    </a:cubicBezTo>
                    <a:cubicBezTo>
                      <a:pt x="427" y="627"/>
                      <a:pt x="101" y="527"/>
                      <a:pt x="101" y="401"/>
                    </a:cubicBezTo>
                    <a:close/>
                    <a:moveTo>
                      <a:pt x="727" y="0"/>
                    </a:moveTo>
                    <a:cubicBezTo>
                      <a:pt x="326" y="0"/>
                      <a:pt x="101" y="201"/>
                      <a:pt x="101" y="401"/>
                    </a:cubicBezTo>
                    <a:cubicBezTo>
                      <a:pt x="101" y="301"/>
                      <a:pt x="201" y="201"/>
                      <a:pt x="427" y="201"/>
                    </a:cubicBezTo>
                    <a:cubicBezTo>
                      <a:pt x="427" y="101"/>
                      <a:pt x="527" y="101"/>
                      <a:pt x="627" y="101"/>
                    </a:cubicBezTo>
                    <a:cubicBezTo>
                      <a:pt x="727" y="101"/>
                      <a:pt x="828" y="101"/>
                      <a:pt x="828" y="201"/>
                    </a:cubicBezTo>
                    <a:cubicBezTo>
                      <a:pt x="1153" y="201"/>
                      <a:pt x="1454" y="301"/>
                      <a:pt x="1454" y="401"/>
                    </a:cubicBezTo>
                    <a:cubicBezTo>
                      <a:pt x="1454" y="527"/>
                      <a:pt x="1153" y="627"/>
                      <a:pt x="828" y="627"/>
                    </a:cubicBezTo>
                    <a:cubicBezTo>
                      <a:pt x="1580" y="627"/>
                      <a:pt x="1580" y="401"/>
                      <a:pt x="1580" y="401"/>
                    </a:cubicBezTo>
                    <a:cubicBezTo>
                      <a:pt x="1580" y="401"/>
                      <a:pt x="1454" y="101"/>
                      <a:pt x="953" y="0"/>
                    </a:cubicBezTo>
                    <a:close/>
                  </a:path>
                </a:pathLst>
              </a:custGeom>
              <a:solidFill>
                <a:schemeClr val="accent2">
                  <a:alpha val="536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112"/>
              <p:cNvSpPr/>
              <p:nvPr/>
            </p:nvSpPr>
            <p:spPr>
              <a:xfrm>
                <a:off x="-1482900" y="2938350"/>
                <a:ext cx="33875" cy="10675"/>
              </a:xfrm>
              <a:custGeom>
                <a:avLst/>
                <a:gdLst/>
                <a:ahLst/>
                <a:cxnLst/>
                <a:rect l="l" t="t" r="r" b="b"/>
                <a:pathLst>
                  <a:path w="1355" h="427" extrusionOk="0">
                    <a:moveTo>
                      <a:pt x="327" y="1"/>
                    </a:moveTo>
                    <a:cubicBezTo>
                      <a:pt x="101" y="1"/>
                      <a:pt x="1" y="101"/>
                      <a:pt x="1" y="201"/>
                    </a:cubicBezTo>
                    <a:cubicBezTo>
                      <a:pt x="1" y="327"/>
                      <a:pt x="327" y="427"/>
                      <a:pt x="627" y="427"/>
                    </a:cubicBezTo>
                    <a:lnTo>
                      <a:pt x="728" y="427"/>
                    </a:lnTo>
                    <a:cubicBezTo>
                      <a:pt x="1053" y="427"/>
                      <a:pt x="1354" y="327"/>
                      <a:pt x="1354" y="201"/>
                    </a:cubicBezTo>
                    <a:cubicBezTo>
                      <a:pt x="1354" y="101"/>
                      <a:pt x="1053" y="1"/>
                      <a:pt x="728" y="1"/>
                    </a:cubicBezTo>
                    <a:close/>
                  </a:path>
                </a:pathLst>
              </a:custGeom>
              <a:solidFill>
                <a:schemeClr val="dk2">
                  <a:alpha val="178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112"/>
              <p:cNvSpPr/>
              <p:nvPr/>
            </p:nvSpPr>
            <p:spPr>
              <a:xfrm>
                <a:off x="-1474750" y="2935850"/>
                <a:ext cx="10050" cy="2525"/>
              </a:xfrm>
              <a:custGeom>
                <a:avLst/>
                <a:gdLst/>
                <a:ahLst/>
                <a:cxnLst/>
                <a:rect l="l" t="t" r="r" b="b"/>
                <a:pathLst>
                  <a:path w="402" h="101" extrusionOk="0">
                    <a:moveTo>
                      <a:pt x="201" y="1"/>
                    </a:moveTo>
                    <a:cubicBezTo>
                      <a:pt x="101" y="1"/>
                      <a:pt x="1" y="1"/>
                      <a:pt x="1" y="101"/>
                    </a:cubicBezTo>
                    <a:lnTo>
                      <a:pt x="402" y="101"/>
                    </a:lnTo>
                    <a:cubicBezTo>
                      <a:pt x="402" y="1"/>
                      <a:pt x="301" y="1"/>
                      <a:pt x="201" y="1"/>
                    </a:cubicBezTo>
                    <a:close/>
                  </a:path>
                </a:pathLst>
              </a:custGeom>
              <a:solidFill>
                <a:srgbClr val="F0C8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112"/>
              <p:cNvSpPr/>
              <p:nvPr/>
            </p:nvSpPr>
            <p:spPr>
              <a:xfrm>
                <a:off x="-1474750" y="2938350"/>
                <a:ext cx="10050" cy="25"/>
              </a:xfrm>
              <a:custGeom>
                <a:avLst/>
                <a:gdLst/>
                <a:ahLst/>
                <a:cxnLst/>
                <a:rect l="l" t="t" r="r" b="b"/>
                <a:pathLst>
                  <a:path w="402" h="1" extrusionOk="0">
                    <a:moveTo>
                      <a:pt x="402" y="1"/>
                    </a:moveTo>
                    <a:lnTo>
                      <a:pt x="1" y="1"/>
                    </a:lnTo>
                    <a:lnTo>
                      <a:pt x="201" y="1"/>
                    </a:lnTo>
                    <a:close/>
                  </a:path>
                </a:pathLst>
              </a:custGeom>
              <a:solidFill>
                <a:srgbClr val="FFFFFF">
                  <a:alpha val="402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112"/>
              <p:cNvSpPr/>
              <p:nvPr/>
            </p:nvSpPr>
            <p:spPr>
              <a:xfrm>
                <a:off x="-1383275" y="2896375"/>
                <a:ext cx="23225" cy="10675"/>
              </a:xfrm>
              <a:custGeom>
                <a:avLst/>
                <a:gdLst/>
                <a:ahLst/>
                <a:cxnLst/>
                <a:rect l="l" t="t" r="r" b="b"/>
                <a:pathLst>
                  <a:path w="929" h="427" extrusionOk="0">
                    <a:moveTo>
                      <a:pt x="402" y="1"/>
                    </a:moveTo>
                    <a:cubicBezTo>
                      <a:pt x="201" y="1"/>
                      <a:pt x="1" y="126"/>
                      <a:pt x="1" y="226"/>
                    </a:cubicBezTo>
                    <a:cubicBezTo>
                      <a:pt x="1" y="326"/>
                      <a:pt x="201" y="427"/>
                      <a:pt x="402" y="427"/>
                    </a:cubicBezTo>
                    <a:cubicBezTo>
                      <a:pt x="728" y="427"/>
                      <a:pt x="928" y="326"/>
                      <a:pt x="928" y="226"/>
                    </a:cubicBezTo>
                    <a:cubicBezTo>
                      <a:pt x="928" y="126"/>
                      <a:pt x="728" y="1"/>
                      <a:pt x="402" y="1"/>
                    </a:cubicBezTo>
                    <a:close/>
                  </a:path>
                </a:pathLst>
              </a:custGeom>
              <a:solidFill>
                <a:srgbClr val="A167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112"/>
              <p:cNvSpPr/>
              <p:nvPr/>
            </p:nvSpPr>
            <p:spPr>
              <a:xfrm>
                <a:off x="-1386400" y="2893875"/>
                <a:ext cx="26350" cy="13175"/>
              </a:xfrm>
              <a:custGeom>
                <a:avLst/>
                <a:gdLst/>
                <a:ahLst/>
                <a:cxnLst/>
                <a:rect l="l" t="t" r="r" b="b"/>
                <a:pathLst>
                  <a:path w="1054" h="527" extrusionOk="0">
                    <a:moveTo>
                      <a:pt x="427" y="0"/>
                    </a:moveTo>
                    <a:cubicBezTo>
                      <a:pt x="390" y="0"/>
                      <a:pt x="366" y="14"/>
                      <a:pt x="351" y="31"/>
                    </a:cubicBezTo>
                    <a:lnTo>
                      <a:pt x="351" y="31"/>
                    </a:lnTo>
                    <a:cubicBezTo>
                      <a:pt x="383" y="19"/>
                      <a:pt x="419" y="9"/>
                      <a:pt x="459" y="5"/>
                    </a:cubicBezTo>
                    <a:lnTo>
                      <a:pt x="459" y="5"/>
                    </a:lnTo>
                    <a:cubicBezTo>
                      <a:pt x="449" y="2"/>
                      <a:pt x="439" y="0"/>
                      <a:pt x="427" y="0"/>
                    </a:cubicBezTo>
                    <a:close/>
                    <a:moveTo>
                      <a:pt x="527" y="0"/>
                    </a:moveTo>
                    <a:cubicBezTo>
                      <a:pt x="503" y="0"/>
                      <a:pt x="480" y="2"/>
                      <a:pt x="459" y="5"/>
                    </a:cubicBezTo>
                    <a:lnTo>
                      <a:pt x="459" y="5"/>
                    </a:lnTo>
                    <a:cubicBezTo>
                      <a:pt x="527" y="23"/>
                      <a:pt x="527" y="101"/>
                      <a:pt x="527" y="101"/>
                    </a:cubicBezTo>
                    <a:cubicBezTo>
                      <a:pt x="778" y="101"/>
                      <a:pt x="954" y="175"/>
                      <a:pt x="1022" y="255"/>
                    </a:cubicBezTo>
                    <a:lnTo>
                      <a:pt x="1022" y="255"/>
                    </a:lnTo>
                    <a:cubicBezTo>
                      <a:pt x="972" y="159"/>
                      <a:pt x="854" y="0"/>
                      <a:pt x="627" y="0"/>
                    </a:cubicBezTo>
                    <a:close/>
                    <a:moveTo>
                      <a:pt x="351" y="31"/>
                    </a:moveTo>
                    <a:lnTo>
                      <a:pt x="351" y="31"/>
                    </a:lnTo>
                    <a:cubicBezTo>
                      <a:pt x="186" y="97"/>
                      <a:pt x="126" y="249"/>
                      <a:pt x="126" y="326"/>
                    </a:cubicBezTo>
                    <a:cubicBezTo>
                      <a:pt x="126" y="326"/>
                      <a:pt x="226" y="226"/>
                      <a:pt x="326" y="101"/>
                    </a:cubicBezTo>
                    <a:cubicBezTo>
                      <a:pt x="326" y="101"/>
                      <a:pt x="326" y="61"/>
                      <a:pt x="351" y="31"/>
                    </a:cubicBezTo>
                    <a:close/>
                    <a:moveTo>
                      <a:pt x="1022" y="255"/>
                    </a:moveTo>
                    <a:cubicBezTo>
                      <a:pt x="1044" y="296"/>
                      <a:pt x="1053" y="326"/>
                      <a:pt x="1053" y="326"/>
                    </a:cubicBezTo>
                    <a:cubicBezTo>
                      <a:pt x="1053" y="303"/>
                      <a:pt x="1042" y="279"/>
                      <a:pt x="1022" y="255"/>
                    </a:cubicBezTo>
                    <a:close/>
                    <a:moveTo>
                      <a:pt x="1053" y="326"/>
                    </a:moveTo>
                    <a:cubicBezTo>
                      <a:pt x="1053" y="327"/>
                      <a:pt x="1053" y="360"/>
                      <a:pt x="1017" y="400"/>
                    </a:cubicBezTo>
                    <a:lnTo>
                      <a:pt x="1017" y="400"/>
                    </a:lnTo>
                    <a:cubicBezTo>
                      <a:pt x="1041" y="376"/>
                      <a:pt x="1053" y="351"/>
                      <a:pt x="1053" y="326"/>
                    </a:cubicBezTo>
                    <a:close/>
                    <a:moveTo>
                      <a:pt x="126" y="326"/>
                    </a:moveTo>
                    <a:cubicBezTo>
                      <a:pt x="126" y="326"/>
                      <a:pt x="1" y="527"/>
                      <a:pt x="527" y="527"/>
                    </a:cubicBezTo>
                    <a:cubicBezTo>
                      <a:pt x="326" y="527"/>
                      <a:pt x="126" y="426"/>
                      <a:pt x="126" y="326"/>
                    </a:cubicBezTo>
                    <a:close/>
                    <a:moveTo>
                      <a:pt x="1017" y="400"/>
                    </a:moveTo>
                    <a:cubicBezTo>
                      <a:pt x="945" y="470"/>
                      <a:pt x="771" y="527"/>
                      <a:pt x="527" y="527"/>
                    </a:cubicBezTo>
                    <a:cubicBezTo>
                      <a:pt x="837" y="527"/>
                      <a:pt x="965" y="457"/>
                      <a:pt x="1017" y="400"/>
                    </a:cubicBezTo>
                    <a:close/>
                  </a:path>
                </a:pathLst>
              </a:custGeom>
              <a:solidFill>
                <a:schemeClr val="accent2">
                  <a:alpha val="536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112"/>
              <p:cNvSpPr/>
              <p:nvPr/>
            </p:nvSpPr>
            <p:spPr>
              <a:xfrm>
                <a:off x="-1383275" y="2896375"/>
                <a:ext cx="23225" cy="10675"/>
              </a:xfrm>
              <a:custGeom>
                <a:avLst/>
                <a:gdLst/>
                <a:ahLst/>
                <a:cxnLst/>
                <a:rect l="l" t="t" r="r" b="b"/>
                <a:pathLst>
                  <a:path w="929" h="427" extrusionOk="0">
                    <a:moveTo>
                      <a:pt x="201" y="1"/>
                    </a:moveTo>
                    <a:cubicBezTo>
                      <a:pt x="101" y="126"/>
                      <a:pt x="1" y="226"/>
                      <a:pt x="1" y="226"/>
                    </a:cubicBezTo>
                    <a:cubicBezTo>
                      <a:pt x="1" y="326"/>
                      <a:pt x="201" y="427"/>
                      <a:pt x="402" y="427"/>
                    </a:cubicBezTo>
                    <a:cubicBezTo>
                      <a:pt x="728" y="427"/>
                      <a:pt x="928" y="326"/>
                      <a:pt x="928" y="226"/>
                    </a:cubicBezTo>
                    <a:cubicBezTo>
                      <a:pt x="928" y="126"/>
                      <a:pt x="728" y="1"/>
                      <a:pt x="402" y="1"/>
                    </a:cubicBezTo>
                    <a:cubicBezTo>
                      <a:pt x="402" y="126"/>
                      <a:pt x="402" y="126"/>
                      <a:pt x="302" y="126"/>
                    </a:cubicBezTo>
                    <a:cubicBezTo>
                      <a:pt x="302" y="126"/>
                      <a:pt x="201" y="126"/>
                      <a:pt x="201" y="1"/>
                    </a:cubicBezTo>
                    <a:close/>
                  </a:path>
                </a:pathLst>
              </a:custGeom>
              <a:solidFill>
                <a:schemeClr val="dk2">
                  <a:alpha val="178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112"/>
              <p:cNvSpPr/>
              <p:nvPr/>
            </p:nvSpPr>
            <p:spPr>
              <a:xfrm>
                <a:off x="-1378250" y="2893875"/>
                <a:ext cx="5025" cy="2525"/>
              </a:xfrm>
              <a:custGeom>
                <a:avLst/>
                <a:gdLst/>
                <a:ahLst/>
                <a:cxnLst/>
                <a:rect l="l" t="t" r="r" b="b"/>
                <a:pathLst>
                  <a:path w="201" h="101" extrusionOk="0">
                    <a:moveTo>
                      <a:pt x="101" y="0"/>
                    </a:moveTo>
                    <a:cubicBezTo>
                      <a:pt x="0" y="0"/>
                      <a:pt x="0" y="101"/>
                      <a:pt x="0" y="101"/>
                    </a:cubicBezTo>
                    <a:lnTo>
                      <a:pt x="201" y="101"/>
                    </a:lnTo>
                    <a:cubicBezTo>
                      <a:pt x="201" y="101"/>
                      <a:pt x="201" y="0"/>
                      <a:pt x="101" y="0"/>
                    </a:cubicBezTo>
                    <a:close/>
                  </a:path>
                </a:pathLst>
              </a:custGeom>
              <a:solidFill>
                <a:srgbClr val="F0C8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112"/>
              <p:cNvSpPr/>
              <p:nvPr/>
            </p:nvSpPr>
            <p:spPr>
              <a:xfrm>
                <a:off x="-1378250" y="2896375"/>
                <a:ext cx="5025" cy="3150"/>
              </a:xfrm>
              <a:custGeom>
                <a:avLst/>
                <a:gdLst/>
                <a:ahLst/>
                <a:cxnLst/>
                <a:rect l="l" t="t" r="r" b="b"/>
                <a:pathLst>
                  <a:path w="201" h="126" extrusionOk="0">
                    <a:moveTo>
                      <a:pt x="0" y="1"/>
                    </a:moveTo>
                    <a:cubicBezTo>
                      <a:pt x="0" y="126"/>
                      <a:pt x="101" y="126"/>
                      <a:pt x="101" y="126"/>
                    </a:cubicBezTo>
                    <a:cubicBezTo>
                      <a:pt x="201" y="126"/>
                      <a:pt x="201" y="126"/>
                      <a:pt x="201" y="1"/>
                    </a:cubicBezTo>
                    <a:close/>
                  </a:path>
                </a:pathLst>
              </a:custGeom>
              <a:solidFill>
                <a:srgbClr val="FFFFFF">
                  <a:alpha val="402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761" name="Google Shape;3761;p112"/>
            <p:cNvCxnSpPr/>
            <p:nvPr/>
          </p:nvCxnSpPr>
          <p:spPr>
            <a:xfrm rot="5400000">
              <a:off x="-2540410" y="1443581"/>
              <a:ext cx="326700" cy="99900"/>
            </a:xfrm>
            <a:prstGeom prst="curvedConnector3">
              <a:avLst>
                <a:gd name="adj1" fmla="val 50000"/>
              </a:avLst>
            </a:prstGeom>
            <a:noFill/>
            <a:ln w="19050" cap="flat" cmpd="sng">
              <a:solidFill>
                <a:schemeClr val="accent5"/>
              </a:solidFill>
              <a:prstDash val="solid"/>
              <a:round/>
              <a:headEnd type="none" w="med" len="med"/>
              <a:tailEnd type="none" w="med" len="med"/>
            </a:ln>
          </p:spPr>
        </p:cxnSp>
        <p:cxnSp>
          <p:nvCxnSpPr>
            <p:cNvPr id="3762" name="Google Shape;3762;p112"/>
            <p:cNvCxnSpPr/>
            <p:nvPr/>
          </p:nvCxnSpPr>
          <p:spPr>
            <a:xfrm rot="5400000">
              <a:off x="-2525739" y="1235900"/>
              <a:ext cx="326700" cy="99900"/>
            </a:xfrm>
            <a:prstGeom prst="curvedConnector3">
              <a:avLst>
                <a:gd name="adj1" fmla="val 50000"/>
              </a:avLst>
            </a:prstGeom>
            <a:noFill/>
            <a:ln w="19050" cap="flat" cmpd="sng">
              <a:solidFill>
                <a:schemeClr val="accent5"/>
              </a:solidFill>
              <a:prstDash val="solid"/>
              <a:round/>
              <a:headEnd type="none" w="med" len="med"/>
              <a:tailEnd type="none" w="med" len="med"/>
            </a:ln>
          </p:spPr>
        </p:cxnSp>
        <p:cxnSp>
          <p:nvCxnSpPr>
            <p:cNvPr id="3763" name="Google Shape;3763;p112"/>
            <p:cNvCxnSpPr/>
            <p:nvPr/>
          </p:nvCxnSpPr>
          <p:spPr>
            <a:xfrm rot="5400000">
              <a:off x="-2540410" y="1097918"/>
              <a:ext cx="326700" cy="99900"/>
            </a:xfrm>
            <a:prstGeom prst="curvedConnector3">
              <a:avLst>
                <a:gd name="adj1" fmla="val 50000"/>
              </a:avLst>
            </a:prstGeom>
            <a:noFill/>
            <a:ln w="19050" cap="flat" cmpd="sng">
              <a:solidFill>
                <a:schemeClr val="accent5"/>
              </a:solidFill>
              <a:prstDash val="solid"/>
              <a:round/>
              <a:headEnd type="none" w="med" len="med"/>
              <a:tailEnd type="none" w="med" len="med"/>
            </a:ln>
          </p:spPr>
        </p:cxnSp>
      </p:grpSp>
      <p:sp>
        <p:nvSpPr>
          <p:cNvPr id="3764" name="Google Shape;3764;p112"/>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TABLET MOCKUP</a:t>
            </a:r>
            <a:endParaRPr/>
          </a:p>
        </p:txBody>
      </p:sp>
      <p:sp>
        <p:nvSpPr>
          <p:cNvPr id="3765" name="Google Shape;3765;p112"/>
          <p:cNvSpPr txBox="1">
            <a:spLocks noGrp="1"/>
          </p:cNvSpPr>
          <p:nvPr>
            <p:ph type="subTitle" idx="1"/>
          </p:nvPr>
        </p:nvSpPr>
        <p:spPr>
          <a:xfrm>
            <a:off x="1576350" y="4171950"/>
            <a:ext cx="5991300" cy="414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replace the image on the screen with your own work. Just right-click on it and select “Replace image”</a:t>
            </a:r>
            <a:endParaRPr/>
          </a:p>
        </p:txBody>
      </p:sp>
      <p:grpSp>
        <p:nvGrpSpPr>
          <p:cNvPr id="3766" name="Google Shape;3766;p112"/>
          <p:cNvGrpSpPr/>
          <p:nvPr/>
        </p:nvGrpSpPr>
        <p:grpSpPr>
          <a:xfrm rot="5400000" flipH="1">
            <a:off x="3286833" y="794736"/>
            <a:ext cx="2597515" cy="3687387"/>
            <a:chOff x="1835466" y="929768"/>
            <a:chExt cx="2388300" cy="3284100"/>
          </a:xfrm>
        </p:grpSpPr>
        <p:sp>
          <p:nvSpPr>
            <p:cNvPr id="3767" name="Google Shape;3767;p112"/>
            <p:cNvSpPr/>
            <p:nvPr/>
          </p:nvSpPr>
          <p:spPr>
            <a:xfrm>
              <a:off x="1835466" y="929768"/>
              <a:ext cx="2388300" cy="3284100"/>
            </a:xfrm>
            <a:prstGeom prst="roundRect">
              <a:avLst>
                <a:gd name="adj" fmla="val 4846"/>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768" name="Google Shape;3768;p112"/>
            <p:cNvSpPr/>
            <p:nvPr/>
          </p:nvSpPr>
          <p:spPr>
            <a:xfrm>
              <a:off x="2947422" y="4043477"/>
              <a:ext cx="164400" cy="97500"/>
            </a:xfrm>
            <a:prstGeom prst="roundRect">
              <a:avLst>
                <a:gd name="adj"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769" name="Google Shape;3769;p112"/>
          <p:cNvPicPr preferRelativeResize="0"/>
          <p:nvPr/>
        </p:nvPicPr>
        <p:blipFill rotWithShape="1">
          <a:blip r:embed="rId3">
            <a:alphaModFix/>
          </a:blip>
          <a:srcRect l="4044" r="4035"/>
          <a:stretch/>
        </p:blipFill>
        <p:spPr>
          <a:xfrm>
            <a:off x="3019425" y="1445780"/>
            <a:ext cx="3286200" cy="2385300"/>
          </a:xfrm>
          <a:prstGeom prst="roundRect">
            <a:avLst>
              <a:gd name="adj" fmla="val 3974"/>
            </a:avLst>
          </a:prstGeom>
          <a:noFill/>
          <a:ln w="28575" cap="flat" cmpd="sng">
            <a:solidFill>
              <a:schemeClr val="accent5"/>
            </a:solidFill>
            <a:prstDash val="solid"/>
            <a:round/>
            <a:headEnd type="none" w="sm" len="sm"/>
            <a:tailEnd type="none" w="sm" len="sm"/>
          </a:ln>
        </p:spPr>
      </p:pic>
      <p:sp>
        <p:nvSpPr>
          <p:cNvPr id="3770" name="Google Shape;3770;p112">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112">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push dir="r"/>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715"/>
                                        </p:tgtEl>
                                        <p:attrNameLst>
                                          <p:attrName>style.visibility</p:attrName>
                                        </p:attrNameLst>
                                      </p:cBhvr>
                                      <p:to>
                                        <p:strVal val="visible"/>
                                      </p:to>
                                    </p:set>
                                    <p:animEffect transition="in" filter="fade">
                                      <p:cBhvr>
                                        <p:cTn id="7" dur="1000"/>
                                        <p:tgtEl>
                                          <p:spTgt spid="37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Shape 3775"/>
        <p:cNvGrpSpPr/>
        <p:nvPr/>
      </p:nvGrpSpPr>
      <p:grpSpPr>
        <a:xfrm>
          <a:off x="0" y="0"/>
          <a:ext cx="0" cy="0"/>
          <a:chOff x="0" y="0"/>
          <a:chExt cx="0" cy="0"/>
        </a:xfrm>
      </p:grpSpPr>
      <p:cxnSp>
        <p:nvCxnSpPr>
          <p:cNvPr id="3776" name="Google Shape;3776;p113"/>
          <p:cNvCxnSpPr/>
          <p:nvPr/>
        </p:nvCxnSpPr>
        <p:spPr>
          <a:xfrm rot="10800000">
            <a:off x="-152325" y="4162425"/>
            <a:ext cx="4638600" cy="0"/>
          </a:xfrm>
          <a:prstGeom prst="straightConnector1">
            <a:avLst/>
          </a:prstGeom>
          <a:noFill/>
          <a:ln w="28575" cap="flat" cmpd="sng">
            <a:solidFill>
              <a:schemeClr val="accent5"/>
            </a:solidFill>
            <a:prstDash val="solid"/>
            <a:round/>
            <a:headEnd type="none" w="med" len="med"/>
            <a:tailEnd type="none" w="med" len="med"/>
          </a:ln>
        </p:spPr>
      </p:cxnSp>
      <p:grpSp>
        <p:nvGrpSpPr>
          <p:cNvPr id="3777" name="Google Shape;3777;p113"/>
          <p:cNvGrpSpPr/>
          <p:nvPr/>
        </p:nvGrpSpPr>
        <p:grpSpPr>
          <a:xfrm>
            <a:off x="7513" y="3067981"/>
            <a:ext cx="2089132" cy="1279510"/>
            <a:chOff x="7513" y="3067981"/>
            <a:chExt cx="2089132" cy="1279510"/>
          </a:xfrm>
        </p:grpSpPr>
        <p:grpSp>
          <p:nvGrpSpPr>
            <p:cNvPr id="3778" name="Google Shape;3778;p113"/>
            <p:cNvGrpSpPr/>
            <p:nvPr/>
          </p:nvGrpSpPr>
          <p:grpSpPr>
            <a:xfrm>
              <a:off x="270087" y="3067981"/>
              <a:ext cx="1826559" cy="632246"/>
              <a:chOff x="3457434" y="4469778"/>
              <a:chExt cx="1572451" cy="544289"/>
            </a:xfrm>
          </p:grpSpPr>
          <p:sp>
            <p:nvSpPr>
              <p:cNvPr id="3779" name="Google Shape;3779;p113"/>
              <p:cNvSpPr/>
              <p:nvPr/>
            </p:nvSpPr>
            <p:spPr>
              <a:xfrm>
                <a:off x="3457434" y="4667694"/>
                <a:ext cx="1467538" cy="346372"/>
              </a:xfrm>
              <a:custGeom>
                <a:avLst/>
                <a:gdLst/>
                <a:ahLst/>
                <a:cxnLst/>
                <a:rect l="l" t="t" r="r" b="b"/>
                <a:pathLst>
                  <a:path w="60617" h="14307" extrusionOk="0">
                    <a:moveTo>
                      <a:pt x="7848" y="0"/>
                    </a:moveTo>
                    <a:cubicBezTo>
                      <a:pt x="3393" y="0"/>
                      <a:pt x="1" y="3229"/>
                      <a:pt x="1" y="7153"/>
                    </a:cubicBezTo>
                    <a:cubicBezTo>
                      <a:pt x="1" y="11077"/>
                      <a:pt x="3393" y="14306"/>
                      <a:pt x="7848" y="14306"/>
                    </a:cubicBezTo>
                    <a:lnTo>
                      <a:pt x="60617" y="14306"/>
                    </a:lnTo>
                    <a:lnTo>
                      <a:pt x="60617" y="0"/>
                    </a:ln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113"/>
              <p:cNvSpPr/>
              <p:nvPr/>
            </p:nvSpPr>
            <p:spPr>
              <a:xfrm>
                <a:off x="3531662" y="4713209"/>
                <a:ext cx="1393310" cy="255319"/>
              </a:xfrm>
              <a:custGeom>
                <a:avLst/>
                <a:gdLst/>
                <a:ahLst/>
                <a:cxnLst/>
                <a:rect l="l" t="t" r="r" b="b"/>
                <a:pathLst>
                  <a:path w="57551" h="10546" extrusionOk="0">
                    <a:moveTo>
                      <a:pt x="7480" y="0"/>
                    </a:moveTo>
                    <a:cubicBezTo>
                      <a:pt x="3393" y="0"/>
                      <a:pt x="0" y="2371"/>
                      <a:pt x="0" y="5273"/>
                    </a:cubicBezTo>
                    <a:cubicBezTo>
                      <a:pt x="0" y="8175"/>
                      <a:pt x="3393" y="10546"/>
                      <a:pt x="7480" y="10546"/>
                    </a:cubicBezTo>
                    <a:lnTo>
                      <a:pt x="57551" y="10546"/>
                    </a:lnTo>
                    <a:lnTo>
                      <a:pt x="575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113"/>
              <p:cNvSpPr/>
              <p:nvPr/>
            </p:nvSpPr>
            <p:spPr>
              <a:xfrm>
                <a:off x="3531662" y="4750807"/>
                <a:ext cx="1422023" cy="24"/>
              </a:xfrm>
              <a:custGeom>
                <a:avLst/>
                <a:gdLst/>
                <a:ahLst/>
                <a:cxnLst/>
                <a:rect l="l" t="t" r="r" b="b"/>
                <a:pathLst>
                  <a:path w="58737" h="1" extrusionOk="0">
                    <a:moveTo>
                      <a:pt x="0" y="1"/>
                    </a:moveTo>
                    <a:lnTo>
                      <a:pt x="5873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113"/>
              <p:cNvSpPr/>
              <p:nvPr/>
            </p:nvSpPr>
            <p:spPr>
              <a:xfrm>
                <a:off x="3598337" y="4741898"/>
                <a:ext cx="1422023" cy="16850"/>
              </a:xfrm>
              <a:custGeom>
                <a:avLst/>
                <a:gdLst/>
                <a:ahLst/>
                <a:cxnLst/>
                <a:rect l="l" t="t" r="r" b="b"/>
                <a:pathLst>
                  <a:path w="58737" h="696" extrusionOk="0">
                    <a:moveTo>
                      <a:pt x="0" y="1"/>
                    </a:moveTo>
                    <a:lnTo>
                      <a:pt x="0" y="696"/>
                    </a:lnTo>
                    <a:lnTo>
                      <a:pt x="58736" y="696"/>
                    </a:lnTo>
                    <a:lnTo>
                      <a:pt x="587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113"/>
              <p:cNvSpPr/>
              <p:nvPr/>
            </p:nvSpPr>
            <p:spPr>
              <a:xfrm>
                <a:off x="3531662" y="4812156"/>
                <a:ext cx="1422023" cy="24"/>
              </a:xfrm>
              <a:custGeom>
                <a:avLst/>
                <a:gdLst/>
                <a:ahLst/>
                <a:cxnLst/>
                <a:rect l="l" t="t" r="r" b="b"/>
                <a:pathLst>
                  <a:path w="58737" h="1" extrusionOk="0">
                    <a:moveTo>
                      <a:pt x="0" y="1"/>
                    </a:moveTo>
                    <a:lnTo>
                      <a:pt x="5873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113"/>
              <p:cNvSpPr/>
              <p:nvPr/>
            </p:nvSpPr>
            <p:spPr>
              <a:xfrm>
                <a:off x="3531662" y="4804239"/>
                <a:ext cx="1422023" cy="15858"/>
              </a:xfrm>
              <a:custGeom>
                <a:avLst/>
                <a:gdLst/>
                <a:ahLst/>
                <a:cxnLst/>
                <a:rect l="l" t="t" r="r" b="b"/>
                <a:pathLst>
                  <a:path w="58737" h="655" extrusionOk="0">
                    <a:moveTo>
                      <a:pt x="0" y="1"/>
                    </a:moveTo>
                    <a:lnTo>
                      <a:pt x="0" y="655"/>
                    </a:lnTo>
                    <a:lnTo>
                      <a:pt x="58736" y="655"/>
                    </a:lnTo>
                    <a:lnTo>
                      <a:pt x="587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113"/>
              <p:cNvSpPr/>
              <p:nvPr/>
            </p:nvSpPr>
            <p:spPr>
              <a:xfrm>
                <a:off x="3531662" y="4869557"/>
                <a:ext cx="1422023" cy="24"/>
              </a:xfrm>
              <a:custGeom>
                <a:avLst/>
                <a:gdLst/>
                <a:ahLst/>
                <a:cxnLst/>
                <a:rect l="l" t="t" r="r" b="b"/>
                <a:pathLst>
                  <a:path w="58737" h="1" extrusionOk="0">
                    <a:moveTo>
                      <a:pt x="0" y="0"/>
                    </a:moveTo>
                    <a:lnTo>
                      <a:pt x="5873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113"/>
              <p:cNvSpPr/>
              <p:nvPr/>
            </p:nvSpPr>
            <p:spPr>
              <a:xfrm>
                <a:off x="3531662" y="4861641"/>
                <a:ext cx="1422023" cy="16850"/>
              </a:xfrm>
              <a:custGeom>
                <a:avLst/>
                <a:gdLst/>
                <a:ahLst/>
                <a:cxnLst/>
                <a:rect l="l" t="t" r="r" b="b"/>
                <a:pathLst>
                  <a:path w="58737" h="696" extrusionOk="0">
                    <a:moveTo>
                      <a:pt x="0" y="0"/>
                    </a:moveTo>
                    <a:lnTo>
                      <a:pt x="0" y="695"/>
                    </a:lnTo>
                    <a:lnTo>
                      <a:pt x="58736" y="695"/>
                    </a:lnTo>
                    <a:lnTo>
                      <a:pt x="5873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113"/>
              <p:cNvSpPr/>
              <p:nvPr/>
            </p:nvSpPr>
            <p:spPr>
              <a:xfrm>
                <a:off x="3531662" y="4931898"/>
                <a:ext cx="1422023" cy="24"/>
              </a:xfrm>
              <a:custGeom>
                <a:avLst/>
                <a:gdLst/>
                <a:ahLst/>
                <a:cxnLst/>
                <a:rect l="l" t="t" r="r" b="b"/>
                <a:pathLst>
                  <a:path w="58737" h="1" extrusionOk="0">
                    <a:moveTo>
                      <a:pt x="0" y="0"/>
                    </a:moveTo>
                    <a:lnTo>
                      <a:pt x="5873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113"/>
              <p:cNvSpPr/>
              <p:nvPr/>
            </p:nvSpPr>
            <p:spPr>
              <a:xfrm>
                <a:off x="3607862" y="4923982"/>
                <a:ext cx="1422023" cy="15858"/>
              </a:xfrm>
              <a:custGeom>
                <a:avLst/>
                <a:gdLst/>
                <a:ahLst/>
                <a:cxnLst/>
                <a:rect l="l" t="t" r="r" b="b"/>
                <a:pathLst>
                  <a:path w="58737" h="655" extrusionOk="0">
                    <a:moveTo>
                      <a:pt x="0" y="0"/>
                    </a:moveTo>
                    <a:lnTo>
                      <a:pt x="0" y="654"/>
                    </a:lnTo>
                    <a:lnTo>
                      <a:pt x="58736" y="654"/>
                    </a:lnTo>
                    <a:lnTo>
                      <a:pt x="5873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113"/>
              <p:cNvSpPr/>
              <p:nvPr/>
            </p:nvSpPr>
            <p:spPr>
              <a:xfrm>
                <a:off x="3457434" y="4469778"/>
                <a:ext cx="1467538" cy="197941"/>
              </a:xfrm>
              <a:custGeom>
                <a:avLst/>
                <a:gdLst/>
                <a:ahLst/>
                <a:cxnLst/>
                <a:rect l="l" t="t" r="r" b="b"/>
                <a:pathLst>
                  <a:path w="60617" h="8176" extrusionOk="0">
                    <a:moveTo>
                      <a:pt x="7848" y="0"/>
                    </a:moveTo>
                    <a:cubicBezTo>
                      <a:pt x="3393" y="0"/>
                      <a:pt x="1" y="1881"/>
                      <a:pt x="1" y="4088"/>
                    </a:cubicBezTo>
                    <a:cubicBezTo>
                      <a:pt x="1" y="6295"/>
                      <a:pt x="3393" y="8175"/>
                      <a:pt x="7848" y="8175"/>
                    </a:cubicBezTo>
                    <a:lnTo>
                      <a:pt x="60617" y="8175"/>
                    </a:lnTo>
                    <a:lnTo>
                      <a:pt x="60617" y="0"/>
                    </a:ln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113"/>
              <p:cNvSpPr/>
              <p:nvPr/>
            </p:nvSpPr>
            <p:spPr>
              <a:xfrm>
                <a:off x="3531662" y="4494520"/>
                <a:ext cx="1393310" cy="144485"/>
              </a:xfrm>
              <a:custGeom>
                <a:avLst/>
                <a:gdLst/>
                <a:ahLst/>
                <a:cxnLst/>
                <a:rect l="l" t="t" r="r" b="b"/>
                <a:pathLst>
                  <a:path w="57551" h="5968" extrusionOk="0">
                    <a:moveTo>
                      <a:pt x="7480" y="0"/>
                    </a:moveTo>
                    <a:cubicBezTo>
                      <a:pt x="3393" y="0"/>
                      <a:pt x="0" y="1390"/>
                      <a:pt x="0" y="3066"/>
                    </a:cubicBezTo>
                    <a:cubicBezTo>
                      <a:pt x="0" y="4782"/>
                      <a:pt x="3393" y="5968"/>
                      <a:pt x="7480" y="5968"/>
                    </a:cubicBezTo>
                    <a:lnTo>
                      <a:pt x="57551" y="5968"/>
                    </a:lnTo>
                    <a:lnTo>
                      <a:pt x="575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113"/>
              <p:cNvSpPr/>
              <p:nvPr/>
            </p:nvSpPr>
            <p:spPr>
              <a:xfrm>
                <a:off x="3531662" y="4515293"/>
                <a:ext cx="1422023" cy="24"/>
              </a:xfrm>
              <a:custGeom>
                <a:avLst/>
                <a:gdLst/>
                <a:ahLst/>
                <a:cxnLst/>
                <a:rect l="l" t="t" r="r" b="b"/>
                <a:pathLst>
                  <a:path w="58737" h="1" extrusionOk="0">
                    <a:moveTo>
                      <a:pt x="0" y="1"/>
                    </a:moveTo>
                    <a:lnTo>
                      <a:pt x="5873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113"/>
              <p:cNvSpPr/>
              <p:nvPr/>
            </p:nvSpPr>
            <p:spPr>
              <a:xfrm>
                <a:off x="3607862" y="4507376"/>
                <a:ext cx="1422023" cy="15858"/>
              </a:xfrm>
              <a:custGeom>
                <a:avLst/>
                <a:gdLst/>
                <a:ahLst/>
                <a:cxnLst/>
                <a:rect l="l" t="t" r="r" b="b"/>
                <a:pathLst>
                  <a:path w="58737" h="655" extrusionOk="0">
                    <a:moveTo>
                      <a:pt x="0" y="1"/>
                    </a:moveTo>
                    <a:lnTo>
                      <a:pt x="0" y="655"/>
                    </a:lnTo>
                    <a:lnTo>
                      <a:pt x="58736" y="655"/>
                    </a:lnTo>
                    <a:lnTo>
                      <a:pt x="587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113"/>
              <p:cNvSpPr/>
              <p:nvPr/>
            </p:nvSpPr>
            <p:spPr>
              <a:xfrm>
                <a:off x="3531662" y="4552891"/>
                <a:ext cx="1422023" cy="24"/>
              </a:xfrm>
              <a:custGeom>
                <a:avLst/>
                <a:gdLst/>
                <a:ahLst/>
                <a:cxnLst/>
                <a:rect l="l" t="t" r="r" b="b"/>
                <a:pathLst>
                  <a:path w="58737" h="1" extrusionOk="0">
                    <a:moveTo>
                      <a:pt x="0" y="1"/>
                    </a:moveTo>
                    <a:lnTo>
                      <a:pt x="5873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113"/>
              <p:cNvSpPr/>
              <p:nvPr/>
            </p:nvSpPr>
            <p:spPr>
              <a:xfrm>
                <a:off x="3541187" y="4543981"/>
                <a:ext cx="1422023" cy="16850"/>
              </a:xfrm>
              <a:custGeom>
                <a:avLst/>
                <a:gdLst/>
                <a:ahLst/>
                <a:cxnLst/>
                <a:rect l="l" t="t" r="r" b="b"/>
                <a:pathLst>
                  <a:path w="58737" h="696" extrusionOk="0">
                    <a:moveTo>
                      <a:pt x="0" y="1"/>
                    </a:moveTo>
                    <a:lnTo>
                      <a:pt x="0" y="696"/>
                    </a:lnTo>
                    <a:lnTo>
                      <a:pt x="58736" y="696"/>
                    </a:lnTo>
                    <a:lnTo>
                      <a:pt x="587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113"/>
              <p:cNvSpPr/>
              <p:nvPr/>
            </p:nvSpPr>
            <p:spPr>
              <a:xfrm>
                <a:off x="3531662" y="4585550"/>
                <a:ext cx="1422023" cy="24"/>
              </a:xfrm>
              <a:custGeom>
                <a:avLst/>
                <a:gdLst/>
                <a:ahLst/>
                <a:cxnLst/>
                <a:rect l="l" t="t" r="r" b="b"/>
                <a:pathLst>
                  <a:path w="58737" h="1" extrusionOk="0">
                    <a:moveTo>
                      <a:pt x="0" y="1"/>
                    </a:moveTo>
                    <a:lnTo>
                      <a:pt x="5873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113"/>
              <p:cNvSpPr/>
              <p:nvPr/>
            </p:nvSpPr>
            <p:spPr>
              <a:xfrm>
                <a:off x="3531662" y="4618209"/>
                <a:ext cx="1422023" cy="24"/>
              </a:xfrm>
              <a:custGeom>
                <a:avLst/>
                <a:gdLst/>
                <a:ahLst/>
                <a:cxnLst/>
                <a:rect l="l" t="t" r="r" b="b"/>
                <a:pathLst>
                  <a:path w="58737" h="1" extrusionOk="0">
                    <a:moveTo>
                      <a:pt x="0" y="0"/>
                    </a:moveTo>
                    <a:lnTo>
                      <a:pt x="5873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113"/>
              <p:cNvSpPr/>
              <p:nvPr/>
            </p:nvSpPr>
            <p:spPr>
              <a:xfrm>
                <a:off x="3607862" y="4610293"/>
                <a:ext cx="1422023" cy="16850"/>
              </a:xfrm>
              <a:custGeom>
                <a:avLst/>
                <a:gdLst/>
                <a:ahLst/>
                <a:cxnLst/>
                <a:rect l="l" t="t" r="r" b="b"/>
                <a:pathLst>
                  <a:path w="58737" h="696" extrusionOk="0">
                    <a:moveTo>
                      <a:pt x="0" y="0"/>
                    </a:moveTo>
                    <a:lnTo>
                      <a:pt x="0" y="695"/>
                    </a:lnTo>
                    <a:lnTo>
                      <a:pt x="58736" y="695"/>
                    </a:lnTo>
                    <a:lnTo>
                      <a:pt x="5873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113"/>
              <p:cNvSpPr/>
              <p:nvPr/>
            </p:nvSpPr>
            <p:spPr>
              <a:xfrm>
                <a:off x="3541187" y="4577633"/>
                <a:ext cx="1422023" cy="15858"/>
              </a:xfrm>
              <a:custGeom>
                <a:avLst/>
                <a:gdLst/>
                <a:ahLst/>
                <a:cxnLst/>
                <a:rect l="l" t="t" r="r" b="b"/>
                <a:pathLst>
                  <a:path w="58737" h="655" extrusionOk="0">
                    <a:moveTo>
                      <a:pt x="0" y="1"/>
                    </a:moveTo>
                    <a:lnTo>
                      <a:pt x="0" y="655"/>
                    </a:lnTo>
                    <a:lnTo>
                      <a:pt x="58736" y="655"/>
                    </a:lnTo>
                    <a:lnTo>
                      <a:pt x="587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9" name="Google Shape;3799;p113"/>
            <p:cNvGrpSpPr/>
            <p:nvPr/>
          </p:nvGrpSpPr>
          <p:grpSpPr>
            <a:xfrm>
              <a:off x="7513" y="3715244"/>
              <a:ext cx="1826559" cy="632246"/>
              <a:chOff x="3457434" y="4469778"/>
              <a:chExt cx="1572451" cy="544289"/>
            </a:xfrm>
          </p:grpSpPr>
          <p:sp>
            <p:nvSpPr>
              <p:cNvPr id="3800" name="Google Shape;3800;p113"/>
              <p:cNvSpPr/>
              <p:nvPr/>
            </p:nvSpPr>
            <p:spPr>
              <a:xfrm>
                <a:off x="3457434" y="4667694"/>
                <a:ext cx="1467538" cy="346372"/>
              </a:xfrm>
              <a:custGeom>
                <a:avLst/>
                <a:gdLst/>
                <a:ahLst/>
                <a:cxnLst/>
                <a:rect l="l" t="t" r="r" b="b"/>
                <a:pathLst>
                  <a:path w="60617" h="14307" extrusionOk="0">
                    <a:moveTo>
                      <a:pt x="7848" y="0"/>
                    </a:moveTo>
                    <a:cubicBezTo>
                      <a:pt x="3393" y="0"/>
                      <a:pt x="1" y="3229"/>
                      <a:pt x="1" y="7153"/>
                    </a:cubicBezTo>
                    <a:cubicBezTo>
                      <a:pt x="1" y="11077"/>
                      <a:pt x="3393" y="14306"/>
                      <a:pt x="7848" y="14306"/>
                    </a:cubicBezTo>
                    <a:lnTo>
                      <a:pt x="60617" y="14306"/>
                    </a:lnTo>
                    <a:lnTo>
                      <a:pt x="60617" y="0"/>
                    </a:ln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113"/>
              <p:cNvSpPr/>
              <p:nvPr/>
            </p:nvSpPr>
            <p:spPr>
              <a:xfrm>
                <a:off x="3531662" y="4713209"/>
                <a:ext cx="1393310" cy="255319"/>
              </a:xfrm>
              <a:custGeom>
                <a:avLst/>
                <a:gdLst/>
                <a:ahLst/>
                <a:cxnLst/>
                <a:rect l="l" t="t" r="r" b="b"/>
                <a:pathLst>
                  <a:path w="57551" h="10546" extrusionOk="0">
                    <a:moveTo>
                      <a:pt x="7480" y="0"/>
                    </a:moveTo>
                    <a:cubicBezTo>
                      <a:pt x="3393" y="0"/>
                      <a:pt x="0" y="2371"/>
                      <a:pt x="0" y="5273"/>
                    </a:cubicBezTo>
                    <a:cubicBezTo>
                      <a:pt x="0" y="8175"/>
                      <a:pt x="3393" y="10546"/>
                      <a:pt x="7480" y="10546"/>
                    </a:cubicBezTo>
                    <a:lnTo>
                      <a:pt x="57551" y="10546"/>
                    </a:lnTo>
                    <a:lnTo>
                      <a:pt x="575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113"/>
              <p:cNvSpPr/>
              <p:nvPr/>
            </p:nvSpPr>
            <p:spPr>
              <a:xfrm>
                <a:off x="3531662" y="4750807"/>
                <a:ext cx="1422023" cy="24"/>
              </a:xfrm>
              <a:custGeom>
                <a:avLst/>
                <a:gdLst/>
                <a:ahLst/>
                <a:cxnLst/>
                <a:rect l="l" t="t" r="r" b="b"/>
                <a:pathLst>
                  <a:path w="58737" h="1" extrusionOk="0">
                    <a:moveTo>
                      <a:pt x="0" y="1"/>
                    </a:moveTo>
                    <a:lnTo>
                      <a:pt x="5873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113"/>
              <p:cNvSpPr/>
              <p:nvPr/>
            </p:nvSpPr>
            <p:spPr>
              <a:xfrm>
                <a:off x="3598337" y="4741898"/>
                <a:ext cx="1422023" cy="16850"/>
              </a:xfrm>
              <a:custGeom>
                <a:avLst/>
                <a:gdLst/>
                <a:ahLst/>
                <a:cxnLst/>
                <a:rect l="l" t="t" r="r" b="b"/>
                <a:pathLst>
                  <a:path w="58737" h="696" extrusionOk="0">
                    <a:moveTo>
                      <a:pt x="0" y="1"/>
                    </a:moveTo>
                    <a:lnTo>
                      <a:pt x="0" y="696"/>
                    </a:lnTo>
                    <a:lnTo>
                      <a:pt x="58736" y="696"/>
                    </a:lnTo>
                    <a:lnTo>
                      <a:pt x="587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113"/>
              <p:cNvSpPr/>
              <p:nvPr/>
            </p:nvSpPr>
            <p:spPr>
              <a:xfrm>
                <a:off x="3531662" y="4812156"/>
                <a:ext cx="1422023" cy="24"/>
              </a:xfrm>
              <a:custGeom>
                <a:avLst/>
                <a:gdLst/>
                <a:ahLst/>
                <a:cxnLst/>
                <a:rect l="l" t="t" r="r" b="b"/>
                <a:pathLst>
                  <a:path w="58737" h="1" extrusionOk="0">
                    <a:moveTo>
                      <a:pt x="0" y="1"/>
                    </a:moveTo>
                    <a:lnTo>
                      <a:pt x="5873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113"/>
              <p:cNvSpPr/>
              <p:nvPr/>
            </p:nvSpPr>
            <p:spPr>
              <a:xfrm>
                <a:off x="3531662" y="4804239"/>
                <a:ext cx="1422023" cy="15858"/>
              </a:xfrm>
              <a:custGeom>
                <a:avLst/>
                <a:gdLst/>
                <a:ahLst/>
                <a:cxnLst/>
                <a:rect l="l" t="t" r="r" b="b"/>
                <a:pathLst>
                  <a:path w="58737" h="655" extrusionOk="0">
                    <a:moveTo>
                      <a:pt x="0" y="1"/>
                    </a:moveTo>
                    <a:lnTo>
                      <a:pt x="0" y="655"/>
                    </a:lnTo>
                    <a:lnTo>
                      <a:pt x="58736" y="655"/>
                    </a:lnTo>
                    <a:lnTo>
                      <a:pt x="587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113"/>
              <p:cNvSpPr/>
              <p:nvPr/>
            </p:nvSpPr>
            <p:spPr>
              <a:xfrm>
                <a:off x="3531662" y="4869557"/>
                <a:ext cx="1422023" cy="24"/>
              </a:xfrm>
              <a:custGeom>
                <a:avLst/>
                <a:gdLst/>
                <a:ahLst/>
                <a:cxnLst/>
                <a:rect l="l" t="t" r="r" b="b"/>
                <a:pathLst>
                  <a:path w="58737" h="1" extrusionOk="0">
                    <a:moveTo>
                      <a:pt x="0" y="0"/>
                    </a:moveTo>
                    <a:lnTo>
                      <a:pt x="5873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113"/>
              <p:cNvSpPr/>
              <p:nvPr/>
            </p:nvSpPr>
            <p:spPr>
              <a:xfrm>
                <a:off x="3531662" y="4861641"/>
                <a:ext cx="1422023" cy="16850"/>
              </a:xfrm>
              <a:custGeom>
                <a:avLst/>
                <a:gdLst/>
                <a:ahLst/>
                <a:cxnLst/>
                <a:rect l="l" t="t" r="r" b="b"/>
                <a:pathLst>
                  <a:path w="58737" h="696" extrusionOk="0">
                    <a:moveTo>
                      <a:pt x="0" y="0"/>
                    </a:moveTo>
                    <a:lnTo>
                      <a:pt x="0" y="695"/>
                    </a:lnTo>
                    <a:lnTo>
                      <a:pt x="58736" y="695"/>
                    </a:lnTo>
                    <a:lnTo>
                      <a:pt x="5873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113"/>
              <p:cNvSpPr/>
              <p:nvPr/>
            </p:nvSpPr>
            <p:spPr>
              <a:xfrm>
                <a:off x="3531662" y="4931898"/>
                <a:ext cx="1422023" cy="24"/>
              </a:xfrm>
              <a:custGeom>
                <a:avLst/>
                <a:gdLst/>
                <a:ahLst/>
                <a:cxnLst/>
                <a:rect l="l" t="t" r="r" b="b"/>
                <a:pathLst>
                  <a:path w="58737" h="1" extrusionOk="0">
                    <a:moveTo>
                      <a:pt x="0" y="0"/>
                    </a:moveTo>
                    <a:lnTo>
                      <a:pt x="5873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113"/>
              <p:cNvSpPr/>
              <p:nvPr/>
            </p:nvSpPr>
            <p:spPr>
              <a:xfrm>
                <a:off x="3607862" y="4923982"/>
                <a:ext cx="1422023" cy="15858"/>
              </a:xfrm>
              <a:custGeom>
                <a:avLst/>
                <a:gdLst/>
                <a:ahLst/>
                <a:cxnLst/>
                <a:rect l="l" t="t" r="r" b="b"/>
                <a:pathLst>
                  <a:path w="58737" h="655" extrusionOk="0">
                    <a:moveTo>
                      <a:pt x="0" y="0"/>
                    </a:moveTo>
                    <a:lnTo>
                      <a:pt x="0" y="654"/>
                    </a:lnTo>
                    <a:lnTo>
                      <a:pt x="58736" y="654"/>
                    </a:lnTo>
                    <a:lnTo>
                      <a:pt x="5873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113"/>
              <p:cNvSpPr/>
              <p:nvPr/>
            </p:nvSpPr>
            <p:spPr>
              <a:xfrm>
                <a:off x="3457434" y="4469778"/>
                <a:ext cx="1467538" cy="197941"/>
              </a:xfrm>
              <a:custGeom>
                <a:avLst/>
                <a:gdLst/>
                <a:ahLst/>
                <a:cxnLst/>
                <a:rect l="l" t="t" r="r" b="b"/>
                <a:pathLst>
                  <a:path w="60617" h="8176" extrusionOk="0">
                    <a:moveTo>
                      <a:pt x="7848" y="0"/>
                    </a:moveTo>
                    <a:cubicBezTo>
                      <a:pt x="3393" y="0"/>
                      <a:pt x="1" y="1881"/>
                      <a:pt x="1" y="4088"/>
                    </a:cubicBezTo>
                    <a:cubicBezTo>
                      <a:pt x="1" y="6295"/>
                      <a:pt x="3393" y="8175"/>
                      <a:pt x="7848" y="8175"/>
                    </a:cubicBezTo>
                    <a:lnTo>
                      <a:pt x="60617" y="8175"/>
                    </a:lnTo>
                    <a:lnTo>
                      <a:pt x="60617" y="0"/>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113"/>
              <p:cNvSpPr/>
              <p:nvPr/>
            </p:nvSpPr>
            <p:spPr>
              <a:xfrm>
                <a:off x="3531662" y="4494520"/>
                <a:ext cx="1393310" cy="144485"/>
              </a:xfrm>
              <a:custGeom>
                <a:avLst/>
                <a:gdLst/>
                <a:ahLst/>
                <a:cxnLst/>
                <a:rect l="l" t="t" r="r" b="b"/>
                <a:pathLst>
                  <a:path w="57551" h="5968" extrusionOk="0">
                    <a:moveTo>
                      <a:pt x="7480" y="0"/>
                    </a:moveTo>
                    <a:cubicBezTo>
                      <a:pt x="3393" y="0"/>
                      <a:pt x="0" y="1390"/>
                      <a:pt x="0" y="3066"/>
                    </a:cubicBezTo>
                    <a:cubicBezTo>
                      <a:pt x="0" y="4782"/>
                      <a:pt x="3393" y="5968"/>
                      <a:pt x="7480" y="5968"/>
                    </a:cubicBezTo>
                    <a:lnTo>
                      <a:pt x="57551" y="5968"/>
                    </a:lnTo>
                    <a:lnTo>
                      <a:pt x="575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113"/>
              <p:cNvSpPr/>
              <p:nvPr/>
            </p:nvSpPr>
            <p:spPr>
              <a:xfrm>
                <a:off x="3531662" y="4536065"/>
                <a:ext cx="477978" cy="102941"/>
              </a:xfrm>
              <a:custGeom>
                <a:avLst/>
                <a:gdLst/>
                <a:ahLst/>
                <a:cxnLst/>
                <a:rect l="l" t="t" r="r" b="b"/>
                <a:pathLst>
                  <a:path w="19743" h="4252" extrusionOk="0">
                    <a:moveTo>
                      <a:pt x="859" y="1"/>
                    </a:moveTo>
                    <a:cubicBezTo>
                      <a:pt x="327" y="328"/>
                      <a:pt x="0" y="859"/>
                      <a:pt x="0" y="1350"/>
                    </a:cubicBezTo>
                    <a:cubicBezTo>
                      <a:pt x="0" y="3066"/>
                      <a:pt x="3393" y="4252"/>
                      <a:pt x="7480" y="4252"/>
                    </a:cubicBezTo>
                    <a:lnTo>
                      <a:pt x="19742" y="4252"/>
                    </a:lnTo>
                    <a:cubicBezTo>
                      <a:pt x="12753" y="3761"/>
                      <a:pt x="4946" y="2739"/>
                      <a:pt x="8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113"/>
              <p:cNvSpPr/>
              <p:nvPr/>
            </p:nvSpPr>
            <p:spPr>
              <a:xfrm>
                <a:off x="3531662" y="4515293"/>
                <a:ext cx="1422023" cy="24"/>
              </a:xfrm>
              <a:custGeom>
                <a:avLst/>
                <a:gdLst/>
                <a:ahLst/>
                <a:cxnLst/>
                <a:rect l="l" t="t" r="r" b="b"/>
                <a:pathLst>
                  <a:path w="58737" h="1" extrusionOk="0">
                    <a:moveTo>
                      <a:pt x="0" y="1"/>
                    </a:moveTo>
                    <a:lnTo>
                      <a:pt x="5873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113"/>
              <p:cNvSpPr/>
              <p:nvPr/>
            </p:nvSpPr>
            <p:spPr>
              <a:xfrm>
                <a:off x="3607862" y="4507376"/>
                <a:ext cx="1422023" cy="15858"/>
              </a:xfrm>
              <a:custGeom>
                <a:avLst/>
                <a:gdLst/>
                <a:ahLst/>
                <a:cxnLst/>
                <a:rect l="l" t="t" r="r" b="b"/>
                <a:pathLst>
                  <a:path w="58737" h="655" extrusionOk="0">
                    <a:moveTo>
                      <a:pt x="0" y="1"/>
                    </a:moveTo>
                    <a:lnTo>
                      <a:pt x="0" y="655"/>
                    </a:lnTo>
                    <a:lnTo>
                      <a:pt x="58736" y="655"/>
                    </a:lnTo>
                    <a:lnTo>
                      <a:pt x="587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113"/>
              <p:cNvSpPr/>
              <p:nvPr/>
            </p:nvSpPr>
            <p:spPr>
              <a:xfrm>
                <a:off x="3531662" y="4552891"/>
                <a:ext cx="1422023" cy="24"/>
              </a:xfrm>
              <a:custGeom>
                <a:avLst/>
                <a:gdLst/>
                <a:ahLst/>
                <a:cxnLst/>
                <a:rect l="l" t="t" r="r" b="b"/>
                <a:pathLst>
                  <a:path w="58737" h="1" extrusionOk="0">
                    <a:moveTo>
                      <a:pt x="0" y="1"/>
                    </a:moveTo>
                    <a:lnTo>
                      <a:pt x="5873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113"/>
              <p:cNvSpPr/>
              <p:nvPr/>
            </p:nvSpPr>
            <p:spPr>
              <a:xfrm>
                <a:off x="3541187" y="4543981"/>
                <a:ext cx="1422023" cy="16850"/>
              </a:xfrm>
              <a:custGeom>
                <a:avLst/>
                <a:gdLst/>
                <a:ahLst/>
                <a:cxnLst/>
                <a:rect l="l" t="t" r="r" b="b"/>
                <a:pathLst>
                  <a:path w="58737" h="696" extrusionOk="0">
                    <a:moveTo>
                      <a:pt x="0" y="1"/>
                    </a:moveTo>
                    <a:lnTo>
                      <a:pt x="0" y="696"/>
                    </a:lnTo>
                    <a:lnTo>
                      <a:pt x="58736" y="696"/>
                    </a:lnTo>
                    <a:lnTo>
                      <a:pt x="587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113"/>
              <p:cNvSpPr/>
              <p:nvPr/>
            </p:nvSpPr>
            <p:spPr>
              <a:xfrm>
                <a:off x="3531662" y="4585550"/>
                <a:ext cx="1422023" cy="24"/>
              </a:xfrm>
              <a:custGeom>
                <a:avLst/>
                <a:gdLst/>
                <a:ahLst/>
                <a:cxnLst/>
                <a:rect l="l" t="t" r="r" b="b"/>
                <a:pathLst>
                  <a:path w="58737" h="1" extrusionOk="0">
                    <a:moveTo>
                      <a:pt x="0" y="1"/>
                    </a:moveTo>
                    <a:lnTo>
                      <a:pt x="5873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113"/>
              <p:cNvSpPr/>
              <p:nvPr/>
            </p:nvSpPr>
            <p:spPr>
              <a:xfrm>
                <a:off x="3531662" y="4618209"/>
                <a:ext cx="1422023" cy="24"/>
              </a:xfrm>
              <a:custGeom>
                <a:avLst/>
                <a:gdLst/>
                <a:ahLst/>
                <a:cxnLst/>
                <a:rect l="l" t="t" r="r" b="b"/>
                <a:pathLst>
                  <a:path w="58737" h="1" extrusionOk="0">
                    <a:moveTo>
                      <a:pt x="0" y="0"/>
                    </a:moveTo>
                    <a:lnTo>
                      <a:pt x="5873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113"/>
              <p:cNvSpPr/>
              <p:nvPr/>
            </p:nvSpPr>
            <p:spPr>
              <a:xfrm>
                <a:off x="3607862" y="4610293"/>
                <a:ext cx="1422023" cy="16850"/>
              </a:xfrm>
              <a:custGeom>
                <a:avLst/>
                <a:gdLst/>
                <a:ahLst/>
                <a:cxnLst/>
                <a:rect l="l" t="t" r="r" b="b"/>
                <a:pathLst>
                  <a:path w="58737" h="696" extrusionOk="0">
                    <a:moveTo>
                      <a:pt x="0" y="0"/>
                    </a:moveTo>
                    <a:lnTo>
                      <a:pt x="0" y="695"/>
                    </a:lnTo>
                    <a:lnTo>
                      <a:pt x="58736" y="695"/>
                    </a:lnTo>
                    <a:lnTo>
                      <a:pt x="5873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113"/>
              <p:cNvSpPr/>
              <p:nvPr/>
            </p:nvSpPr>
            <p:spPr>
              <a:xfrm>
                <a:off x="3541187" y="4577633"/>
                <a:ext cx="1422023" cy="15858"/>
              </a:xfrm>
              <a:custGeom>
                <a:avLst/>
                <a:gdLst/>
                <a:ahLst/>
                <a:cxnLst/>
                <a:rect l="l" t="t" r="r" b="b"/>
                <a:pathLst>
                  <a:path w="58737" h="655" extrusionOk="0">
                    <a:moveTo>
                      <a:pt x="0" y="1"/>
                    </a:moveTo>
                    <a:lnTo>
                      <a:pt x="0" y="655"/>
                    </a:lnTo>
                    <a:lnTo>
                      <a:pt x="58736" y="655"/>
                    </a:lnTo>
                    <a:lnTo>
                      <a:pt x="587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821" name="Google Shape;3821;p113"/>
          <p:cNvSpPr txBox="1">
            <a:spLocks noGrp="1"/>
          </p:cNvSpPr>
          <p:nvPr>
            <p:ph type="title"/>
          </p:nvPr>
        </p:nvSpPr>
        <p:spPr>
          <a:xfrm>
            <a:off x="4590700" y="1502321"/>
            <a:ext cx="2042100" cy="942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PHONE MOCKUP</a:t>
            </a:r>
            <a:endParaRPr/>
          </a:p>
        </p:txBody>
      </p:sp>
      <p:sp>
        <p:nvSpPr>
          <p:cNvPr id="3822" name="Google Shape;3822;p113"/>
          <p:cNvSpPr txBox="1">
            <a:spLocks noGrp="1"/>
          </p:cNvSpPr>
          <p:nvPr>
            <p:ph type="subTitle" idx="1"/>
          </p:nvPr>
        </p:nvSpPr>
        <p:spPr>
          <a:xfrm>
            <a:off x="4590692" y="2636479"/>
            <a:ext cx="3081600" cy="100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grpSp>
        <p:nvGrpSpPr>
          <p:cNvPr id="3823" name="Google Shape;3823;p113"/>
          <p:cNvGrpSpPr/>
          <p:nvPr/>
        </p:nvGrpSpPr>
        <p:grpSpPr>
          <a:xfrm>
            <a:off x="1471708" y="659588"/>
            <a:ext cx="2100138" cy="3824324"/>
            <a:chOff x="-2874296" y="855674"/>
            <a:chExt cx="1979581" cy="3604792"/>
          </a:xfrm>
        </p:grpSpPr>
        <p:sp>
          <p:nvSpPr>
            <p:cNvPr id="3824" name="Google Shape;3824;p113"/>
            <p:cNvSpPr/>
            <p:nvPr/>
          </p:nvSpPr>
          <p:spPr>
            <a:xfrm>
              <a:off x="-2874296" y="855674"/>
              <a:ext cx="1979581" cy="3604792"/>
            </a:xfrm>
            <a:custGeom>
              <a:avLst/>
              <a:gdLst/>
              <a:ahLst/>
              <a:cxnLst/>
              <a:rect l="l" t="t" r="r" b="b"/>
              <a:pathLst>
                <a:path w="45075" h="82081" extrusionOk="0">
                  <a:moveTo>
                    <a:pt x="4184" y="1"/>
                  </a:moveTo>
                  <a:cubicBezTo>
                    <a:pt x="1871" y="1"/>
                    <a:pt x="0" y="1879"/>
                    <a:pt x="0" y="4185"/>
                  </a:cubicBezTo>
                  <a:lnTo>
                    <a:pt x="0" y="77896"/>
                  </a:lnTo>
                  <a:cubicBezTo>
                    <a:pt x="0" y="80209"/>
                    <a:pt x="1871" y="82080"/>
                    <a:pt x="4184" y="82080"/>
                  </a:cubicBezTo>
                  <a:lnTo>
                    <a:pt x="40890" y="82080"/>
                  </a:lnTo>
                  <a:cubicBezTo>
                    <a:pt x="43203" y="82080"/>
                    <a:pt x="45074" y="80209"/>
                    <a:pt x="45074" y="77896"/>
                  </a:cubicBezTo>
                  <a:lnTo>
                    <a:pt x="45074" y="4185"/>
                  </a:lnTo>
                  <a:cubicBezTo>
                    <a:pt x="45074" y="1872"/>
                    <a:pt x="43203" y="1"/>
                    <a:pt x="40890" y="1"/>
                  </a:cubicBezTo>
                  <a:close/>
                </a:path>
              </a:pathLst>
            </a:cu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113"/>
            <p:cNvSpPr/>
            <p:nvPr/>
          </p:nvSpPr>
          <p:spPr>
            <a:xfrm>
              <a:off x="-2820936" y="4035565"/>
              <a:ext cx="1852616" cy="352394"/>
            </a:xfrm>
            <a:custGeom>
              <a:avLst/>
              <a:gdLst/>
              <a:ahLst/>
              <a:cxnLst/>
              <a:rect l="l" t="t" r="r" b="b"/>
              <a:pathLst>
                <a:path w="42184" h="8024" extrusionOk="0">
                  <a:moveTo>
                    <a:pt x="0" y="0"/>
                  </a:moveTo>
                  <a:lnTo>
                    <a:pt x="0" y="8024"/>
                  </a:lnTo>
                  <a:lnTo>
                    <a:pt x="42183" y="8024"/>
                  </a:lnTo>
                  <a:lnTo>
                    <a:pt x="4218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113"/>
            <p:cNvSpPr/>
            <p:nvPr/>
          </p:nvSpPr>
          <p:spPr>
            <a:xfrm>
              <a:off x="-2024624" y="4086070"/>
              <a:ext cx="259948" cy="259948"/>
            </a:xfrm>
            <a:custGeom>
              <a:avLst/>
              <a:gdLst/>
              <a:ahLst/>
              <a:cxnLst/>
              <a:rect l="l" t="t" r="r" b="b"/>
              <a:pathLst>
                <a:path w="5919" h="5919" extrusionOk="0">
                  <a:moveTo>
                    <a:pt x="2963" y="0"/>
                  </a:moveTo>
                  <a:cubicBezTo>
                    <a:pt x="1326" y="0"/>
                    <a:pt x="0" y="1326"/>
                    <a:pt x="0" y="2963"/>
                  </a:cubicBezTo>
                  <a:cubicBezTo>
                    <a:pt x="0" y="4594"/>
                    <a:pt x="1326" y="5919"/>
                    <a:pt x="2963" y="5919"/>
                  </a:cubicBezTo>
                  <a:cubicBezTo>
                    <a:pt x="4593" y="5919"/>
                    <a:pt x="5919" y="4594"/>
                    <a:pt x="5919" y="2963"/>
                  </a:cubicBezTo>
                  <a:cubicBezTo>
                    <a:pt x="5919" y="1326"/>
                    <a:pt x="4593" y="0"/>
                    <a:pt x="2963"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827" name="Google Shape;3827;p113"/>
          <p:cNvPicPr preferRelativeResize="0"/>
          <p:nvPr/>
        </p:nvPicPr>
        <p:blipFill rotWithShape="1">
          <a:blip r:embed="rId3">
            <a:alphaModFix/>
          </a:blip>
          <a:srcRect l="12447" r="22890"/>
          <a:stretch/>
        </p:blipFill>
        <p:spPr>
          <a:xfrm>
            <a:off x="1563702" y="771405"/>
            <a:ext cx="1886100" cy="3218700"/>
          </a:xfrm>
          <a:prstGeom prst="roundRect">
            <a:avLst>
              <a:gd name="adj" fmla="val 4666"/>
            </a:avLst>
          </a:prstGeom>
          <a:noFill/>
          <a:ln w="28575" cap="flat" cmpd="sng">
            <a:solidFill>
              <a:schemeClr val="accent5"/>
            </a:solidFill>
            <a:prstDash val="solid"/>
            <a:round/>
            <a:headEnd type="none" w="sm" len="sm"/>
            <a:tailEnd type="none" w="sm" len="sm"/>
          </a:ln>
        </p:spPr>
      </p:pic>
      <p:sp>
        <p:nvSpPr>
          <p:cNvPr id="3828" name="Google Shape;3828;p113">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113">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push dir="r"/>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777"/>
                                        </p:tgtEl>
                                        <p:attrNameLst>
                                          <p:attrName>style.visibility</p:attrName>
                                        </p:attrNameLst>
                                      </p:cBhvr>
                                      <p:to>
                                        <p:strVal val="visible"/>
                                      </p:to>
                                    </p:set>
                                    <p:animEffect transition="in" filter="fade">
                                      <p:cBhvr>
                                        <p:cTn id="7" dur="1000"/>
                                        <p:tgtEl>
                                          <p:spTgt spid="37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Shape 3833"/>
        <p:cNvGrpSpPr/>
        <p:nvPr/>
      </p:nvGrpSpPr>
      <p:grpSpPr>
        <a:xfrm>
          <a:off x="0" y="0"/>
          <a:ext cx="0" cy="0"/>
          <a:chOff x="0" y="0"/>
          <a:chExt cx="0" cy="0"/>
        </a:xfrm>
      </p:grpSpPr>
      <p:sp>
        <p:nvSpPr>
          <p:cNvPr id="3834" name="Google Shape;3834;p114"/>
          <p:cNvSpPr txBox="1">
            <a:spLocks noGrp="1"/>
          </p:cNvSpPr>
          <p:nvPr>
            <p:ph type="subTitle" idx="1"/>
          </p:nvPr>
        </p:nvSpPr>
        <p:spPr>
          <a:xfrm>
            <a:off x="5302455" y="2342755"/>
            <a:ext cx="2995200" cy="1279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You can replace the image on the screen with your own work. Just right-click on it and select “Replace image”</a:t>
            </a:r>
            <a:endParaRPr/>
          </a:p>
        </p:txBody>
      </p:sp>
      <p:sp>
        <p:nvSpPr>
          <p:cNvPr id="3835" name="Google Shape;3835;p114"/>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OTHER MOCKUPS</a:t>
            </a:r>
            <a:endParaRPr/>
          </a:p>
        </p:txBody>
      </p:sp>
      <p:grpSp>
        <p:nvGrpSpPr>
          <p:cNvPr id="3836" name="Google Shape;3836;p114"/>
          <p:cNvGrpSpPr/>
          <p:nvPr/>
        </p:nvGrpSpPr>
        <p:grpSpPr>
          <a:xfrm flipH="1">
            <a:off x="1160670" y="1517468"/>
            <a:ext cx="2063969" cy="2930074"/>
            <a:chOff x="1835466" y="929768"/>
            <a:chExt cx="2388300" cy="3284100"/>
          </a:xfrm>
        </p:grpSpPr>
        <p:sp>
          <p:nvSpPr>
            <p:cNvPr id="3837" name="Google Shape;3837;p114"/>
            <p:cNvSpPr/>
            <p:nvPr/>
          </p:nvSpPr>
          <p:spPr>
            <a:xfrm>
              <a:off x="1835466" y="929768"/>
              <a:ext cx="2388300" cy="3284100"/>
            </a:xfrm>
            <a:prstGeom prst="roundRect">
              <a:avLst>
                <a:gd name="adj" fmla="val 4846"/>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838" name="Google Shape;3838;p114"/>
            <p:cNvSpPr/>
            <p:nvPr/>
          </p:nvSpPr>
          <p:spPr>
            <a:xfrm>
              <a:off x="2947422" y="4043477"/>
              <a:ext cx="164400" cy="97500"/>
            </a:xfrm>
            <a:prstGeom prst="roundRect">
              <a:avLst>
                <a:gd name="adj"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839" name="Google Shape;3839;p114"/>
          <p:cNvPicPr preferRelativeResize="0"/>
          <p:nvPr/>
        </p:nvPicPr>
        <p:blipFill rotWithShape="1">
          <a:blip r:embed="rId3">
            <a:alphaModFix/>
          </a:blip>
          <a:srcRect t="2758" b="2758"/>
          <a:stretch/>
        </p:blipFill>
        <p:spPr>
          <a:xfrm>
            <a:off x="1246289" y="1620538"/>
            <a:ext cx="1893000" cy="2608200"/>
          </a:xfrm>
          <a:prstGeom prst="roundRect">
            <a:avLst>
              <a:gd name="adj" fmla="val 3974"/>
            </a:avLst>
          </a:prstGeom>
          <a:noFill/>
          <a:ln w="28575" cap="flat" cmpd="sng">
            <a:solidFill>
              <a:schemeClr val="accent5"/>
            </a:solidFill>
            <a:prstDash val="solid"/>
            <a:round/>
            <a:headEnd type="none" w="sm" len="sm"/>
            <a:tailEnd type="none" w="sm" len="sm"/>
          </a:ln>
        </p:spPr>
      </p:pic>
      <p:grpSp>
        <p:nvGrpSpPr>
          <p:cNvPr id="3840" name="Google Shape;3840;p114"/>
          <p:cNvGrpSpPr/>
          <p:nvPr/>
        </p:nvGrpSpPr>
        <p:grpSpPr>
          <a:xfrm>
            <a:off x="3481291" y="1732792"/>
            <a:ext cx="1490823" cy="2714769"/>
            <a:chOff x="-2874296" y="855674"/>
            <a:chExt cx="1979581" cy="3604792"/>
          </a:xfrm>
        </p:grpSpPr>
        <p:sp>
          <p:nvSpPr>
            <p:cNvPr id="3841" name="Google Shape;3841;p114"/>
            <p:cNvSpPr/>
            <p:nvPr/>
          </p:nvSpPr>
          <p:spPr>
            <a:xfrm>
              <a:off x="-2874296" y="855674"/>
              <a:ext cx="1979581" cy="3604792"/>
            </a:xfrm>
            <a:custGeom>
              <a:avLst/>
              <a:gdLst/>
              <a:ahLst/>
              <a:cxnLst/>
              <a:rect l="l" t="t" r="r" b="b"/>
              <a:pathLst>
                <a:path w="45075" h="82081" extrusionOk="0">
                  <a:moveTo>
                    <a:pt x="4184" y="1"/>
                  </a:moveTo>
                  <a:cubicBezTo>
                    <a:pt x="1871" y="1"/>
                    <a:pt x="0" y="1879"/>
                    <a:pt x="0" y="4185"/>
                  </a:cubicBezTo>
                  <a:lnTo>
                    <a:pt x="0" y="77896"/>
                  </a:lnTo>
                  <a:cubicBezTo>
                    <a:pt x="0" y="80209"/>
                    <a:pt x="1871" y="82080"/>
                    <a:pt x="4184" y="82080"/>
                  </a:cubicBezTo>
                  <a:lnTo>
                    <a:pt x="40890" y="82080"/>
                  </a:lnTo>
                  <a:cubicBezTo>
                    <a:pt x="43203" y="82080"/>
                    <a:pt x="45074" y="80209"/>
                    <a:pt x="45074" y="77896"/>
                  </a:cubicBezTo>
                  <a:lnTo>
                    <a:pt x="45074" y="4185"/>
                  </a:lnTo>
                  <a:cubicBezTo>
                    <a:pt x="45074" y="1872"/>
                    <a:pt x="43203" y="1"/>
                    <a:pt x="40890" y="1"/>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114"/>
            <p:cNvSpPr/>
            <p:nvPr/>
          </p:nvSpPr>
          <p:spPr>
            <a:xfrm>
              <a:off x="-2820936" y="4035565"/>
              <a:ext cx="1852616" cy="352394"/>
            </a:xfrm>
            <a:custGeom>
              <a:avLst/>
              <a:gdLst/>
              <a:ahLst/>
              <a:cxnLst/>
              <a:rect l="l" t="t" r="r" b="b"/>
              <a:pathLst>
                <a:path w="42184" h="8024" extrusionOk="0">
                  <a:moveTo>
                    <a:pt x="0" y="0"/>
                  </a:moveTo>
                  <a:lnTo>
                    <a:pt x="0" y="8024"/>
                  </a:lnTo>
                  <a:lnTo>
                    <a:pt x="42183" y="8024"/>
                  </a:lnTo>
                  <a:lnTo>
                    <a:pt x="4218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114"/>
            <p:cNvSpPr/>
            <p:nvPr/>
          </p:nvSpPr>
          <p:spPr>
            <a:xfrm>
              <a:off x="-2024624" y="4086070"/>
              <a:ext cx="259948" cy="259948"/>
            </a:xfrm>
            <a:custGeom>
              <a:avLst/>
              <a:gdLst/>
              <a:ahLst/>
              <a:cxnLst/>
              <a:rect l="l" t="t" r="r" b="b"/>
              <a:pathLst>
                <a:path w="5919" h="5919" extrusionOk="0">
                  <a:moveTo>
                    <a:pt x="2963" y="0"/>
                  </a:moveTo>
                  <a:cubicBezTo>
                    <a:pt x="1326" y="0"/>
                    <a:pt x="0" y="1326"/>
                    <a:pt x="0" y="2963"/>
                  </a:cubicBezTo>
                  <a:cubicBezTo>
                    <a:pt x="0" y="4594"/>
                    <a:pt x="1326" y="5919"/>
                    <a:pt x="2963" y="5919"/>
                  </a:cubicBezTo>
                  <a:cubicBezTo>
                    <a:pt x="4593" y="5919"/>
                    <a:pt x="5919" y="4594"/>
                    <a:pt x="5919" y="2963"/>
                  </a:cubicBezTo>
                  <a:cubicBezTo>
                    <a:pt x="5919" y="1326"/>
                    <a:pt x="4593" y="0"/>
                    <a:pt x="2963" y="0"/>
                  </a:cubicBezTo>
                  <a:close/>
                </a:path>
              </a:pathLst>
            </a:custGeom>
            <a:solidFill>
              <a:schemeClr val="l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844" name="Google Shape;3844;p114"/>
          <p:cNvPicPr preferRelativeResize="0"/>
          <p:nvPr/>
        </p:nvPicPr>
        <p:blipFill rotWithShape="1">
          <a:blip r:embed="rId4">
            <a:alphaModFix/>
          </a:blip>
          <a:srcRect l="63554" r="3421"/>
          <a:stretch/>
        </p:blipFill>
        <p:spPr>
          <a:xfrm>
            <a:off x="3546645" y="1812153"/>
            <a:ext cx="1338900" cy="2284800"/>
          </a:xfrm>
          <a:prstGeom prst="roundRect">
            <a:avLst>
              <a:gd name="adj" fmla="val 4666"/>
            </a:avLst>
          </a:prstGeom>
          <a:noFill/>
          <a:ln w="28575" cap="flat" cmpd="sng">
            <a:solidFill>
              <a:schemeClr val="accent5"/>
            </a:solidFill>
            <a:prstDash val="solid"/>
            <a:round/>
            <a:headEnd type="none" w="sm" len="sm"/>
            <a:tailEnd type="none" w="sm" len="sm"/>
          </a:ln>
        </p:spPr>
      </p:pic>
      <p:sp>
        <p:nvSpPr>
          <p:cNvPr id="3845" name="Google Shape;3845;p114">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114">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push dir="r"/>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Shape 3850"/>
        <p:cNvGrpSpPr/>
        <p:nvPr/>
      </p:nvGrpSpPr>
      <p:grpSpPr>
        <a:xfrm>
          <a:off x="0" y="0"/>
          <a:ext cx="0" cy="0"/>
          <a:chOff x="0" y="0"/>
          <a:chExt cx="0" cy="0"/>
        </a:xfrm>
      </p:grpSpPr>
      <p:sp>
        <p:nvSpPr>
          <p:cNvPr id="3851" name="Google Shape;3851;p115"/>
          <p:cNvSpPr/>
          <p:nvPr/>
        </p:nvSpPr>
        <p:spPr>
          <a:xfrm>
            <a:off x="4970250" y="1507375"/>
            <a:ext cx="2708700" cy="426000"/>
          </a:xfrm>
          <a:prstGeom prst="roundRect">
            <a:avLst>
              <a:gd name="adj" fmla="val 16667"/>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800" b="1">
              <a:solidFill>
                <a:schemeClr val="accent5"/>
              </a:solidFill>
              <a:latin typeface="Aldrich"/>
              <a:ea typeface="Aldrich"/>
              <a:cs typeface="Aldrich"/>
              <a:sym typeface="Aldrich"/>
            </a:endParaRPr>
          </a:p>
        </p:txBody>
      </p:sp>
      <p:sp>
        <p:nvSpPr>
          <p:cNvPr id="3852" name="Google Shape;3852;p115"/>
          <p:cNvSpPr/>
          <p:nvPr/>
        </p:nvSpPr>
        <p:spPr>
          <a:xfrm>
            <a:off x="1464900" y="1507375"/>
            <a:ext cx="2708700" cy="426000"/>
          </a:xfrm>
          <a:prstGeom prst="roundRect">
            <a:avLst>
              <a:gd name="adj" fmla="val 16667"/>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800" b="1">
              <a:solidFill>
                <a:schemeClr val="accent5"/>
              </a:solidFill>
              <a:latin typeface="Aldrich"/>
              <a:ea typeface="Aldrich"/>
              <a:cs typeface="Aldrich"/>
              <a:sym typeface="Aldrich"/>
            </a:endParaRPr>
          </a:p>
        </p:txBody>
      </p:sp>
      <p:grpSp>
        <p:nvGrpSpPr>
          <p:cNvPr id="3853" name="Google Shape;3853;p115"/>
          <p:cNvGrpSpPr/>
          <p:nvPr/>
        </p:nvGrpSpPr>
        <p:grpSpPr>
          <a:xfrm rot="797324" flipH="1">
            <a:off x="7346009" y="1766359"/>
            <a:ext cx="1386181" cy="2705742"/>
            <a:chOff x="409722" y="228600"/>
            <a:chExt cx="1385931" cy="2705253"/>
          </a:xfrm>
        </p:grpSpPr>
        <p:grpSp>
          <p:nvGrpSpPr>
            <p:cNvPr id="3854" name="Google Shape;3854;p115"/>
            <p:cNvGrpSpPr/>
            <p:nvPr/>
          </p:nvGrpSpPr>
          <p:grpSpPr>
            <a:xfrm rot="-617154" flipH="1">
              <a:off x="575967" y="402323"/>
              <a:ext cx="1053440" cy="2450002"/>
              <a:chOff x="3817855" y="1437512"/>
              <a:chExt cx="541146" cy="1128254"/>
            </a:xfrm>
          </p:grpSpPr>
          <p:sp>
            <p:nvSpPr>
              <p:cNvPr id="3855" name="Google Shape;3855;p115"/>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115"/>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57" name="Google Shape;3857;p115"/>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58" name="Google Shape;3858;p115"/>
          <p:cNvSpPr txBox="1">
            <a:spLocks noGrp="1"/>
          </p:cNvSpPr>
          <p:nvPr>
            <p:ph type="body" idx="1"/>
          </p:nvPr>
        </p:nvSpPr>
        <p:spPr>
          <a:xfrm>
            <a:off x="1465050" y="1915549"/>
            <a:ext cx="2708700" cy="2389800"/>
          </a:xfrm>
          <a:prstGeom prst="rect">
            <a:avLst/>
          </a:prstGeom>
        </p:spPr>
        <p:txBody>
          <a:bodyPr spcFirstLastPara="1" wrap="square" lIns="91425" tIns="91425" rIns="91425" bIns="91425" anchor="t" anchorCtr="0">
            <a:noAutofit/>
          </a:bodyPr>
          <a:lstStyle/>
          <a:p>
            <a:pPr marL="457200" lvl="0" indent="-330200" algn="l" rtl="0">
              <a:spcBef>
                <a:spcPts val="1000"/>
              </a:spcBef>
              <a:spcAft>
                <a:spcPts val="0"/>
              </a:spcAft>
              <a:buSzPts val="1600"/>
              <a:buChar char="●"/>
            </a:pPr>
            <a:r>
              <a:rPr lang="en"/>
              <a:t>Write your material</a:t>
            </a:r>
            <a:endParaRPr/>
          </a:p>
          <a:p>
            <a:pPr marL="457200" lvl="0" indent="-330200" algn="l" rtl="0">
              <a:spcBef>
                <a:spcPts val="1000"/>
              </a:spcBef>
              <a:spcAft>
                <a:spcPts val="0"/>
              </a:spcAft>
              <a:buSzPts val="1600"/>
              <a:buChar char="●"/>
            </a:pPr>
            <a:r>
              <a:rPr lang="en"/>
              <a:t>Write your </a:t>
            </a:r>
            <a:r>
              <a:rPr lang="en">
                <a:solidFill>
                  <a:schemeClr val="dk1"/>
                </a:solidFill>
              </a:rPr>
              <a:t>material</a:t>
            </a:r>
            <a:endParaRPr/>
          </a:p>
          <a:p>
            <a:pPr marL="457200" lvl="0" indent="-330200" algn="l" rtl="0">
              <a:spcBef>
                <a:spcPts val="1000"/>
              </a:spcBef>
              <a:spcAft>
                <a:spcPts val="0"/>
              </a:spcAft>
              <a:buSzPts val="1600"/>
              <a:buChar char="●"/>
            </a:pPr>
            <a:r>
              <a:rPr lang="en"/>
              <a:t>Write your </a:t>
            </a:r>
            <a:r>
              <a:rPr lang="en">
                <a:solidFill>
                  <a:schemeClr val="dk1"/>
                </a:solidFill>
              </a:rPr>
              <a:t>material</a:t>
            </a:r>
            <a:endParaRPr/>
          </a:p>
          <a:p>
            <a:pPr marL="457200" lvl="0" indent="-330200" algn="l" rtl="0">
              <a:spcBef>
                <a:spcPts val="1000"/>
              </a:spcBef>
              <a:spcAft>
                <a:spcPts val="0"/>
              </a:spcAft>
              <a:buSzPts val="1600"/>
              <a:buChar char="●"/>
            </a:pPr>
            <a:r>
              <a:rPr lang="en"/>
              <a:t>Write your </a:t>
            </a:r>
            <a:r>
              <a:rPr lang="en">
                <a:solidFill>
                  <a:schemeClr val="dk1"/>
                </a:solidFill>
              </a:rPr>
              <a:t>material</a:t>
            </a:r>
            <a:endParaRPr/>
          </a:p>
          <a:p>
            <a:pPr marL="457200" lvl="0" indent="-330200" algn="l" rtl="0">
              <a:spcBef>
                <a:spcPts val="1000"/>
              </a:spcBef>
              <a:spcAft>
                <a:spcPts val="0"/>
              </a:spcAft>
              <a:buSzPts val="1600"/>
              <a:buChar char="●"/>
            </a:pPr>
            <a:r>
              <a:rPr lang="en"/>
              <a:t>Write your </a:t>
            </a:r>
            <a:r>
              <a:rPr lang="en">
                <a:solidFill>
                  <a:schemeClr val="dk1"/>
                </a:solidFill>
              </a:rPr>
              <a:t>material</a:t>
            </a:r>
            <a:endParaRPr/>
          </a:p>
          <a:p>
            <a:pPr marL="457200" lvl="0" indent="-330200" algn="l" rtl="0">
              <a:spcBef>
                <a:spcPts val="1000"/>
              </a:spcBef>
              <a:spcAft>
                <a:spcPts val="0"/>
              </a:spcAft>
              <a:buSzPts val="1600"/>
              <a:buChar char="●"/>
            </a:pPr>
            <a:r>
              <a:rPr lang="en"/>
              <a:t>Write your </a:t>
            </a:r>
            <a:r>
              <a:rPr lang="en">
                <a:solidFill>
                  <a:schemeClr val="dk1"/>
                </a:solidFill>
              </a:rPr>
              <a:t>material</a:t>
            </a:r>
            <a:endParaRPr/>
          </a:p>
        </p:txBody>
      </p:sp>
      <p:sp>
        <p:nvSpPr>
          <p:cNvPr id="3859" name="Google Shape;3859;p115"/>
          <p:cNvSpPr txBox="1">
            <a:spLocks noGrp="1"/>
          </p:cNvSpPr>
          <p:nvPr>
            <p:ph type="title"/>
          </p:nvPr>
        </p:nvSpPr>
        <p:spPr>
          <a:xfrm>
            <a:off x="1465050" y="1507375"/>
            <a:ext cx="2708700" cy="426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YOUR MATERIALS</a:t>
            </a:r>
            <a:endParaRPr/>
          </a:p>
        </p:txBody>
      </p:sp>
      <p:sp>
        <p:nvSpPr>
          <p:cNvPr id="3860" name="Google Shape;3860;p115"/>
          <p:cNvSpPr txBox="1">
            <a:spLocks noGrp="1"/>
          </p:cNvSpPr>
          <p:nvPr>
            <p:ph type="body" idx="2"/>
          </p:nvPr>
        </p:nvSpPr>
        <p:spPr>
          <a:xfrm>
            <a:off x="4970251" y="1915549"/>
            <a:ext cx="2708700" cy="2389800"/>
          </a:xfrm>
          <a:prstGeom prst="rect">
            <a:avLst/>
          </a:prstGeom>
        </p:spPr>
        <p:txBody>
          <a:bodyPr spcFirstLastPara="1" wrap="square" lIns="91425" tIns="91425" rIns="91425" bIns="91425" anchor="t" anchorCtr="0">
            <a:noAutofit/>
          </a:bodyPr>
          <a:lstStyle/>
          <a:p>
            <a:pPr marL="457200" lvl="0" indent="-330200" algn="l" rtl="0">
              <a:spcBef>
                <a:spcPts val="1000"/>
              </a:spcBef>
              <a:spcAft>
                <a:spcPts val="0"/>
              </a:spcAft>
              <a:buSzPts val="1600"/>
              <a:buChar char="●"/>
            </a:pPr>
            <a:r>
              <a:rPr lang="en"/>
              <a:t>Write a thing to buy</a:t>
            </a:r>
            <a:endParaRPr/>
          </a:p>
          <a:p>
            <a:pPr marL="457200" lvl="0" indent="-330200" algn="l" rtl="0">
              <a:spcBef>
                <a:spcPts val="1000"/>
              </a:spcBef>
              <a:spcAft>
                <a:spcPts val="0"/>
              </a:spcAft>
              <a:buSzPts val="1600"/>
              <a:buChar char="●"/>
            </a:pPr>
            <a:r>
              <a:rPr lang="en"/>
              <a:t>Write </a:t>
            </a:r>
            <a:r>
              <a:rPr lang="en">
                <a:solidFill>
                  <a:schemeClr val="dk1"/>
                </a:solidFill>
              </a:rPr>
              <a:t>a thing </a:t>
            </a:r>
            <a:r>
              <a:rPr lang="en"/>
              <a:t>to buy</a:t>
            </a:r>
            <a:endParaRPr/>
          </a:p>
          <a:p>
            <a:pPr marL="457200" lvl="0" indent="-330200" algn="l" rtl="0">
              <a:spcBef>
                <a:spcPts val="1000"/>
              </a:spcBef>
              <a:spcAft>
                <a:spcPts val="0"/>
              </a:spcAft>
              <a:buSzPts val="1600"/>
              <a:buChar char="●"/>
            </a:pPr>
            <a:r>
              <a:rPr lang="en"/>
              <a:t>Write </a:t>
            </a:r>
            <a:r>
              <a:rPr lang="en">
                <a:solidFill>
                  <a:schemeClr val="dk1"/>
                </a:solidFill>
              </a:rPr>
              <a:t>a thing </a:t>
            </a:r>
            <a:r>
              <a:rPr lang="en"/>
              <a:t>to buy</a:t>
            </a:r>
            <a:endParaRPr/>
          </a:p>
          <a:p>
            <a:pPr marL="457200" lvl="0" indent="-330200" algn="l" rtl="0">
              <a:spcBef>
                <a:spcPts val="1000"/>
              </a:spcBef>
              <a:spcAft>
                <a:spcPts val="0"/>
              </a:spcAft>
              <a:buSzPts val="1600"/>
              <a:buChar char="●"/>
            </a:pPr>
            <a:r>
              <a:rPr lang="en"/>
              <a:t>Write </a:t>
            </a:r>
            <a:r>
              <a:rPr lang="en">
                <a:solidFill>
                  <a:schemeClr val="dk1"/>
                </a:solidFill>
              </a:rPr>
              <a:t>a thing </a:t>
            </a:r>
            <a:r>
              <a:rPr lang="en"/>
              <a:t>to buy</a:t>
            </a:r>
            <a:endParaRPr/>
          </a:p>
          <a:p>
            <a:pPr marL="457200" lvl="0" indent="-330200" algn="l" rtl="0">
              <a:spcBef>
                <a:spcPts val="1000"/>
              </a:spcBef>
              <a:spcAft>
                <a:spcPts val="0"/>
              </a:spcAft>
              <a:buSzPts val="1600"/>
              <a:buChar char="●"/>
            </a:pPr>
            <a:r>
              <a:rPr lang="en"/>
              <a:t>Write </a:t>
            </a:r>
            <a:r>
              <a:rPr lang="en">
                <a:solidFill>
                  <a:schemeClr val="dk1"/>
                </a:solidFill>
              </a:rPr>
              <a:t>a thing </a:t>
            </a:r>
            <a:r>
              <a:rPr lang="en"/>
              <a:t>to buy</a:t>
            </a:r>
            <a:endParaRPr/>
          </a:p>
          <a:p>
            <a:pPr marL="457200" lvl="0" indent="-330200" algn="l" rtl="0">
              <a:spcBef>
                <a:spcPts val="1000"/>
              </a:spcBef>
              <a:spcAft>
                <a:spcPts val="0"/>
              </a:spcAft>
              <a:buSzPts val="1600"/>
              <a:buChar char="●"/>
            </a:pPr>
            <a:r>
              <a:rPr lang="en"/>
              <a:t>Write </a:t>
            </a:r>
            <a:r>
              <a:rPr lang="en">
                <a:solidFill>
                  <a:schemeClr val="dk1"/>
                </a:solidFill>
              </a:rPr>
              <a:t>a thing </a:t>
            </a:r>
            <a:r>
              <a:rPr lang="en"/>
              <a:t>to buy</a:t>
            </a:r>
            <a:endParaRPr/>
          </a:p>
        </p:txBody>
      </p:sp>
      <p:sp>
        <p:nvSpPr>
          <p:cNvPr id="3861" name="Google Shape;3861;p115"/>
          <p:cNvSpPr txBox="1">
            <a:spLocks noGrp="1"/>
          </p:cNvSpPr>
          <p:nvPr>
            <p:ph type="title" idx="3"/>
          </p:nvPr>
        </p:nvSpPr>
        <p:spPr>
          <a:xfrm>
            <a:off x="4970250" y="1507375"/>
            <a:ext cx="2708700" cy="426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NEED TO BUY…</a:t>
            </a:r>
            <a:endParaRPr/>
          </a:p>
        </p:txBody>
      </p:sp>
      <p:sp>
        <p:nvSpPr>
          <p:cNvPr id="3862" name="Google Shape;3862;p115"/>
          <p:cNvSpPr txBox="1">
            <a:spLocks noGrp="1"/>
          </p:cNvSpPr>
          <p:nvPr>
            <p:ph type="title" idx="4"/>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WHAT DO YOU NEED</a:t>
            </a:r>
            <a:endParaRPr/>
          </a:p>
        </p:txBody>
      </p:sp>
      <p:grpSp>
        <p:nvGrpSpPr>
          <p:cNvPr id="3863" name="Google Shape;3863;p115"/>
          <p:cNvGrpSpPr/>
          <p:nvPr/>
        </p:nvGrpSpPr>
        <p:grpSpPr>
          <a:xfrm rot="-797324">
            <a:off x="411809" y="1766359"/>
            <a:ext cx="1386181" cy="2705742"/>
            <a:chOff x="409722" y="228600"/>
            <a:chExt cx="1385931" cy="2705253"/>
          </a:xfrm>
        </p:grpSpPr>
        <p:grpSp>
          <p:nvGrpSpPr>
            <p:cNvPr id="3864" name="Google Shape;3864;p115"/>
            <p:cNvGrpSpPr/>
            <p:nvPr/>
          </p:nvGrpSpPr>
          <p:grpSpPr>
            <a:xfrm rot="-617154" flipH="1">
              <a:off x="575967" y="402323"/>
              <a:ext cx="1053440" cy="2450002"/>
              <a:chOff x="3817855" y="1437512"/>
              <a:chExt cx="541146" cy="1128254"/>
            </a:xfrm>
          </p:grpSpPr>
          <p:sp>
            <p:nvSpPr>
              <p:cNvPr id="3865" name="Google Shape;3865;p115"/>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115"/>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67" name="Google Shape;3867;p115"/>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68" name="Google Shape;3868;p115">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115">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859"/>
                                        </p:tgtEl>
                                        <p:attrNameLst>
                                          <p:attrName>style.visibility</p:attrName>
                                        </p:attrNameLst>
                                      </p:cBhvr>
                                      <p:to>
                                        <p:strVal val="visible"/>
                                      </p:to>
                                    </p:set>
                                    <p:animEffect transition="in" filter="fade">
                                      <p:cBhvr>
                                        <p:cTn id="7" dur="1000"/>
                                        <p:tgtEl>
                                          <p:spTgt spid="3859"/>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3861"/>
                                        </p:tgtEl>
                                        <p:attrNameLst>
                                          <p:attrName>style.visibility</p:attrName>
                                        </p:attrNameLst>
                                      </p:cBhvr>
                                      <p:to>
                                        <p:strVal val="visible"/>
                                      </p:to>
                                    </p:set>
                                    <p:animEffect transition="in" filter="fade">
                                      <p:cBhvr>
                                        <p:cTn id="11" dur="1000"/>
                                        <p:tgtEl>
                                          <p:spTgt spid="38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3873"/>
        <p:cNvGrpSpPr/>
        <p:nvPr/>
      </p:nvGrpSpPr>
      <p:grpSpPr>
        <a:xfrm>
          <a:off x="0" y="0"/>
          <a:ext cx="0" cy="0"/>
          <a:chOff x="0" y="0"/>
          <a:chExt cx="0" cy="0"/>
        </a:xfrm>
      </p:grpSpPr>
      <p:grpSp>
        <p:nvGrpSpPr>
          <p:cNvPr id="3874" name="Google Shape;3874;p116"/>
          <p:cNvGrpSpPr/>
          <p:nvPr/>
        </p:nvGrpSpPr>
        <p:grpSpPr>
          <a:xfrm rot="-1197195">
            <a:off x="420043" y="694796"/>
            <a:ext cx="1386120" cy="2705624"/>
            <a:chOff x="409722" y="228600"/>
            <a:chExt cx="1385931" cy="2705253"/>
          </a:xfrm>
        </p:grpSpPr>
        <p:grpSp>
          <p:nvGrpSpPr>
            <p:cNvPr id="3875" name="Google Shape;3875;p116"/>
            <p:cNvGrpSpPr/>
            <p:nvPr/>
          </p:nvGrpSpPr>
          <p:grpSpPr>
            <a:xfrm rot="-617154" flipH="1">
              <a:off x="575967" y="402323"/>
              <a:ext cx="1053440" cy="2450002"/>
              <a:chOff x="3817855" y="1437512"/>
              <a:chExt cx="541146" cy="1128254"/>
            </a:xfrm>
          </p:grpSpPr>
          <p:sp>
            <p:nvSpPr>
              <p:cNvPr id="3876" name="Google Shape;3876;p116"/>
              <p:cNvSpPr/>
              <p:nvPr/>
            </p:nvSpPr>
            <p:spPr>
              <a:xfrm>
                <a:off x="3817855" y="1437512"/>
                <a:ext cx="541146" cy="1128254"/>
              </a:xfrm>
              <a:custGeom>
                <a:avLst/>
                <a:gdLst/>
                <a:ahLst/>
                <a:cxnLst/>
                <a:rect l="l" t="t" r="r" b="b"/>
                <a:pathLst>
                  <a:path w="28598" h="59625" extrusionOk="0">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116"/>
              <p:cNvSpPr/>
              <p:nvPr/>
            </p:nvSpPr>
            <p:spPr>
              <a:xfrm>
                <a:off x="3985754" y="1615346"/>
                <a:ext cx="39378" cy="29898"/>
              </a:xfrm>
              <a:custGeom>
                <a:avLst/>
                <a:gdLst/>
                <a:ahLst/>
                <a:cxnLst/>
                <a:rect l="l" t="t" r="r" b="b"/>
                <a:pathLst>
                  <a:path w="2081" h="1580" extrusionOk="0">
                    <a:moveTo>
                      <a:pt x="1053" y="1"/>
                    </a:moveTo>
                    <a:cubicBezTo>
                      <a:pt x="0" y="1"/>
                      <a:pt x="0" y="1580"/>
                      <a:pt x="1053" y="1580"/>
                    </a:cubicBezTo>
                    <a:cubicBezTo>
                      <a:pt x="2080" y="1580"/>
                      <a:pt x="2080" y="1"/>
                      <a:pt x="10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78" name="Google Shape;3878;p116"/>
            <p:cNvSpPr/>
            <p:nvPr/>
          </p:nvSpPr>
          <p:spPr>
            <a:xfrm>
              <a:off x="1419225" y="228600"/>
              <a:ext cx="142800" cy="1428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79" name="Google Shape;3879;p116"/>
          <p:cNvSpPr txBox="1">
            <a:spLocks noGrp="1"/>
          </p:cNvSpPr>
          <p:nvPr>
            <p:ph type="title"/>
          </p:nvPr>
        </p:nvSpPr>
        <p:spPr>
          <a:xfrm>
            <a:off x="713163" y="3265075"/>
            <a:ext cx="7709100" cy="555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lt1"/>
              </a:buClr>
              <a:buSzPts val="1100"/>
              <a:buFont typeface="Arial"/>
              <a:buNone/>
            </a:pPr>
            <a:r>
              <a:rPr lang="en"/>
              <a:t>THIS TEXT SEEMS TO BE IMPORTANT...</a:t>
            </a:r>
            <a:endParaRPr/>
          </a:p>
        </p:txBody>
      </p:sp>
      <p:sp>
        <p:nvSpPr>
          <p:cNvPr id="3880" name="Google Shape;3880;p116"/>
          <p:cNvSpPr txBox="1">
            <a:spLocks noGrp="1"/>
          </p:cNvSpPr>
          <p:nvPr>
            <p:ph type="subTitle" idx="1"/>
          </p:nvPr>
        </p:nvSpPr>
        <p:spPr>
          <a:xfrm>
            <a:off x="713163" y="3877750"/>
            <a:ext cx="7709100" cy="555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 is a gas giant and the biggest planet in the Solar System. It's the fourth-brightest object in the night sky. It was named after the Roman god of the skies </a:t>
            </a:r>
            <a:endParaRPr/>
          </a:p>
        </p:txBody>
      </p:sp>
      <p:grpSp>
        <p:nvGrpSpPr>
          <p:cNvPr id="3881" name="Google Shape;3881;p116"/>
          <p:cNvGrpSpPr/>
          <p:nvPr/>
        </p:nvGrpSpPr>
        <p:grpSpPr>
          <a:xfrm>
            <a:off x="2034790" y="807868"/>
            <a:ext cx="427206" cy="312151"/>
            <a:chOff x="2644390" y="807868"/>
            <a:chExt cx="427206" cy="312151"/>
          </a:xfrm>
        </p:grpSpPr>
        <p:sp>
          <p:nvSpPr>
            <p:cNvPr id="3882" name="Google Shape;3882;p116"/>
            <p:cNvSpPr/>
            <p:nvPr/>
          </p:nvSpPr>
          <p:spPr>
            <a:xfrm>
              <a:off x="2734578" y="982678"/>
              <a:ext cx="46650" cy="65906"/>
            </a:xfrm>
            <a:custGeom>
              <a:avLst/>
              <a:gdLst/>
              <a:ahLst/>
              <a:cxnLst/>
              <a:rect l="l" t="t" r="r" b="b"/>
              <a:pathLst>
                <a:path w="2798" h="3953" fill="none" extrusionOk="0">
                  <a:moveTo>
                    <a:pt x="2797" y="1"/>
                  </a:moveTo>
                  <a:cubicBezTo>
                    <a:pt x="2493" y="1672"/>
                    <a:pt x="1490" y="3131"/>
                    <a:pt x="1" y="3952"/>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116"/>
            <p:cNvSpPr/>
            <p:nvPr/>
          </p:nvSpPr>
          <p:spPr>
            <a:xfrm>
              <a:off x="2721409" y="1036325"/>
              <a:ext cx="26876" cy="24475"/>
            </a:xfrm>
            <a:custGeom>
              <a:avLst/>
              <a:gdLst/>
              <a:ahLst/>
              <a:cxnLst/>
              <a:rect l="l" t="t" r="r" b="b"/>
              <a:pathLst>
                <a:path w="1612" h="1468" extrusionOk="0">
                  <a:moveTo>
                    <a:pt x="792" y="1"/>
                  </a:moveTo>
                  <a:cubicBezTo>
                    <a:pt x="720" y="1"/>
                    <a:pt x="648" y="12"/>
                    <a:pt x="578" y="35"/>
                  </a:cubicBezTo>
                  <a:cubicBezTo>
                    <a:pt x="183" y="157"/>
                    <a:pt x="0" y="582"/>
                    <a:pt x="122" y="947"/>
                  </a:cubicBezTo>
                  <a:cubicBezTo>
                    <a:pt x="220" y="1267"/>
                    <a:pt x="518" y="1467"/>
                    <a:pt x="822" y="1467"/>
                  </a:cubicBezTo>
                  <a:cubicBezTo>
                    <a:pt x="893" y="1467"/>
                    <a:pt x="964" y="1456"/>
                    <a:pt x="1034" y="1433"/>
                  </a:cubicBezTo>
                  <a:cubicBezTo>
                    <a:pt x="1429" y="1281"/>
                    <a:pt x="1611" y="886"/>
                    <a:pt x="1490" y="491"/>
                  </a:cubicBezTo>
                  <a:cubicBezTo>
                    <a:pt x="1391" y="196"/>
                    <a:pt x="1095" y="1"/>
                    <a:pt x="792" y="1"/>
                  </a:cubicBezTo>
                  <a:close/>
                </a:path>
              </a:pathLst>
            </a:custGeom>
            <a:solidFill>
              <a:srgbClr val="1B1835"/>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116"/>
            <p:cNvSpPr/>
            <p:nvPr/>
          </p:nvSpPr>
          <p:spPr>
            <a:xfrm>
              <a:off x="2644390" y="1040443"/>
              <a:ext cx="85663" cy="20290"/>
            </a:xfrm>
            <a:custGeom>
              <a:avLst/>
              <a:gdLst/>
              <a:ahLst/>
              <a:cxnLst/>
              <a:rect l="l" t="t" r="r" b="b"/>
              <a:pathLst>
                <a:path w="5138" h="1217" fill="none" extrusionOk="0">
                  <a:moveTo>
                    <a:pt x="5137" y="1"/>
                  </a:moveTo>
                  <a:cubicBezTo>
                    <a:pt x="5137" y="1"/>
                    <a:pt x="2462" y="1217"/>
                    <a:pt x="0" y="1095"/>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116"/>
            <p:cNvSpPr/>
            <p:nvPr/>
          </p:nvSpPr>
          <p:spPr>
            <a:xfrm>
              <a:off x="2652492" y="1048561"/>
              <a:ext cx="82112" cy="34979"/>
            </a:xfrm>
            <a:custGeom>
              <a:avLst/>
              <a:gdLst/>
              <a:ahLst/>
              <a:cxnLst/>
              <a:rect l="l" t="t" r="r" b="b"/>
              <a:pathLst>
                <a:path w="4925" h="2098" fill="none" extrusionOk="0">
                  <a:moveTo>
                    <a:pt x="4925" y="0"/>
                  </a:moveTo>
                  <a:cubicBezTo>
                    <a:pt x="3405" y="942"/>
                    <a:pt x="1733" y="1641"/>
                    <a:pt x="1" y="2097"/>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116"/>
            <p:cNvSpPr/>
            <p:nvPr/>
          </p:nvSpPr>
          <p:spPr>
            <a:xfrm>
              <a:off x="2661110" y="1054129"/>
              <a:ext cx="78061" cy="48150"/>
            </a:xfrm>
            <a:custGeom>
              <a:avLst/>
              <a:gdLst/>
              <a:ahLst/>
              <a:cxnLst/>
              <a:rect l="l" t="t" r="r" b="b"/>
              <a:pathLst>
                <a:path w="4682" h="2888" fill="none" extrusionOk="0">
                  <a:moveTo>
                    <a:pt x="4681" y="0"/>
                  </a:moveTo>
                  <a:cubicBezTo>
                    <a:pt x="4681" y="0"/>
                    <a:pt x="1915" y="2219"/>
                    <a:pt x="0" y="2888"/>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116"/>
            <p:cNvSpPr/>
            <p:nvPr/>
          </p:nvSpPr>
          <p:spPr>
            <a:xfrm>
              <a:off x="2678331" y="1057680"/>
              <a:ext cx="64373" cy="62338"/>
            </a:xfrm>
            <a:custGeom>
              <a:avLst/>
              <a:gdLst/>
              <a:ahLst/>
              <a:cxnLst/>
              <a:rect l="l" t="t" r="r" b="b"/>
              <a:pathLst>
                <a:path w="3861" h="3739" fill="none" extrusionOk="0">
                  <a:moveTo>
                    <a:pt x="3861" y="0"/>
                  </a:moveTo>
                  <a:cubicBezTo>
                    <a:pt x="3861" y="0"/>
                    <a:pt x="2189" y="2797"/>
                    <a:pt x="1" y="3739"/>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116"/>
            <p:cNvSpPr/>
            <p:nvPr/>
          </p:nvSpPr>
          <p:spPr>
            <a:xfrm>
              <a:off x="2743697" y="807868"/>
              <a:ext cx="327898" cy="187015"/>
            </a:xfrm>
            <a:custGeom>
              <a:avLst/>
              <a:gdLst/>
              <a:ahLst/>
              <a:cxnLst/>
              <a:rect l="l" t="t" r="r" b="b"/>
              <a:pathLst>
                <a:path w="19667" h="11217" extrusionOk="0">
                  <a:moveTo>
                    <a:pt x="6293" y="0"/>
                  </a:moveTo>
                  <a:cubicBezTo>
                    <a:pt x="4408" y="2979"/>
                    <a:pt x="1" y="11216"/>
                    <a:pt x="1" y="11216"/>
                  </a:cubicBezTo>
                  <a:lnTo>
                    <a:pt x="12737" y="11216"/>
                  </a:lnTo>
                  <a:lnTo>
                    <a:pt x="19667" y="61"/>
                  </a:lnTo>
                  <a:cubicBezTo>
                    <a:pt x="13010" y="0"/>
                    <a:pt x="6293" y="0"/>
                    <a:pt x="6293" y="0"/>
                  </a:cubicBezTo>
                  <a:close/>
                </a:path>
              </a:pathLst>
            </a:custGeom>
            <a:solidFill>
              <a:schemeClr val="accent1"/>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116"/>
            <p:cNvSpPr/>
            <p:nvPr/>
          </p:nvSpPr>
          <p:spPr>
            <a:xfrm>
              <a:off x="2820216" y="877285"/>
              <a:ext cx="205772" cy="138865"/>
            </a:xfrm>
            <a:custGeom>
              <a:avLst/>
              <a:gdLst/>
              <a:ahLst/>
              <a:cxnLst/>
              <a:rect l="l" t="t" r="r" b="b"/>
              <a:pathLst>
                <a:path w="12342" h="8329" extrusionOk="0">
                  <a:moveTo>
                    <a:pt x="10791" y="0"/>
                  </a:moveTo>
                  <a:cubicBezTo>
                    <a:pt x="3466" y="92"/>
                    <a:pt x="0" y="5228"/>
                    <a:pt x="0" y="5228"/>
                  </a:cubicBezTo>
                  <a:lnTo>
                    <a:pt x="1399" y="8329"/>
                  </a:lnTo>
                  <a:lnTo>
                    <a:pt x="12341" y="3313"/>
                  </a:lnTo>
                  <a:lnTo>
                    <a:pt x="10791" y="0"/>
                  </a:lnTo>
                  <a:close/>
                </a:path>
              </a:pathLst>
            </a:custGeom>
            <a:solidFill>
              <a:schemeClr val="accent6"/>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116"/>
            <p:cNvSpPr/>
            <p:nvPr/>
          </p:nvSpPr>
          <p:spPr>
            <a:xfrm>
              <a:off x="2843522" y="932516"/>
              <a:ext cx="182464" cy="84179"/>
            </a:xfrm>
            <a:custGeom>
              <a:avLst/>
              <a:gdLst/>
              <a:ahLst/>
              <a:cxnLst/>
              <a:rect l="l" t="t" r="r" b="b"/>
              <a:pathLst>
                <a:path w="10944" h="5049" extrusionOk="0">
                  <a:moveTo>
                    <a:pt x="10901" y="0"/>
                  </a:moveTo>
                  <a:cubicBezTo>
                    <a:pt x="10320" y="0"/>
                    <a:pt x="3803" y="111"/>
                    <a:pt x="1" y="5016"/>
                  </a:cubicBezTo>
                  <a:cubicBezTo>
                    <a:pt x="1" y="5016"/>
                    <a:pt x="315" y="5049"/>
                    <a:pt x="845" y="5049"/>
                  </a:cubicBezTo>
                  <a:cubicBezTo>
                    <a:pt x="2862" y="5049"/>
                    <a:pt x="8007" y="4572"/>
                    <a:pt x="10943" y="0"/>
                  </a:cubicBezTo>
                  <a:cubicBezTo>
                    <a:pt x="10943" y="0"/>
                    <a:pt x="10929" y="0"/>
                    <a:pt x="10901" y="0"/>
                  </a:cubicBezTo>
                  <a:close/>
                </a:path>
              </a:pathLst>
            </a:custGeom>
            <a:solidFill>
              <a:schemeClr val="accent1"/>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91" name="Google Shape;3891;p116"/>
          <p:cNvSpPr/>
          <p:nvPr/>
        </p:nvSpPr>
        <p:spPr>
          <a:xfrm>
            <a:off x="4987966" y="2641176"/>
            <a:ext cx="119609" cy="140382"/>
          </a:xfrm>
          <a:custGeom>
            <a:avLst/>
            <a:gdLst/>
            <a:ahLst/>
            <a:cxnLst/>
            <a:rect l="l" t="t" r="r" b="b"/>
            <a:pathLst>
              <a:path w="7174" h="8420" extrusionOk="0">
                <a:moveTo>
                  <a:pt x="6323" y="0"/>
                </a:moveTo>
                <a:lnTo>
                  <a:pt x="0" y="2341"/>
                </a:lnTo>
                <a:lnTo>
                  <a:pt x="2462" y="8420"/>
                </a:lnTo>
                <a:lnTo>
                  <a:pt x="7174" y="3861"/>
                </a:lnTo>
                <a:lnTo>
                  <a:pt x="6323" y="0"/>
                </a:lnTo>
                <a:close/>
              </a:path>
            </a:pathLst>
          </a:custGeom>
          <a:solidFill>
            <a:srgbClr val="231F20"/>
          </a:solidFill>
          <a:ln w="9875" cap="rnd" cmpd="sng">
            <a:solidFill>
              <a:srgbClr val="231F2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92" name="Google Shape;3892;p116"/>
          <p:cNvGrpSpPr/>
          <p:nvPr/>
        </p:nvGrpSpPr>
        <p:grpSpPr>
          <a:xfrm>
            <a:off x="1209591" y="702458"/>
            <a:ext cx="6724818" cy="2428992"/>
            <a:chOff x="1209591" y="702458"/>
            <a:chExt cx="6724818" cy="2428992"/>
          </a:xfrm>
        </p:grpSpPr>
        <p:grpSp>
          <p:nvGrpSpPr>
            <p:cNvPr id="3893" name="Google Shape;3893;p116"/>
            <p:cNvGrpSpPr/>
            <p:nvPr/>
          </p:nvGrpSpPr>
          <p:grpSpPr>
            <a:xfrm>
              <a:off x="3653392" y="938601"/>
              <a:ext cx="447978" cy="209344"/>
              <a:chOff x="3805792" y="938601"/>
              <a:chExt cx="447978" cy="209344"/>
            </a:xfrm>
          </p:grpSpPr>
          <p:sp>
            <p:nvSpPr>
              <p:cNvPr id="3894" name="Google Shape;3894;p116"/>
              <p:cNvSpPr/>
              <p:nvPr/>
            </p:nvSpPr>
            <p:spPr>
              <a:xfrm>
                <a:off x="3893947" y="1067816"/>
                <a:ext cx="79078" cy="22308"/>
              </a:xfrm>
              <a:custGeom>
                <a:avLst/>
                <a:gdLst/>
                <a:ahLst/>
                <a:cxnLst/>
                <a:rect l="l" t="t" r="r" b="b"/>
                <a:pathLst>
                  <a:path w="4743" h="1338" fill="none" extrusionOk="0">
                    <a:moveTo>
                      <a:pt x="4743" y="912"/>
                    </a:moveTo>
                    <a:cubicBezTo>
                      <a:pt x="3101" y="1338"/>
                      <a:pt x="1369" y="1003"/>
                      <a:pt x="1" y="0"/>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116"/>
              <p:cNvSpPr/>
              <p:nvPr/>
            </p:nvSpPr>
            <p:spPr>
              <a:xfrm>
                <a:off x="3880277" y="1055563"/>
                <a:ext cx="26876" cy="24309"/>
              </a:xfrm>
              <a:custGeom>
                <a:avLst/>
                <a:gdLst/>
                <a:ahLst/>
                <a:cxnLst/>
                <a:rect l="l" t="t" r="r" b="b"/>
                <a:pathLst>
                  <a:path w="1612" h="1458" extrusionOk="0">
                    <a:moveTo>
                      <a:pt x="819" y="0"/>
                    </a:moveTo>
                    <a:cubicBezTo>
                      <a:pt x="647" y="0"/>
                      <a:pt x="475" y="62"/>
                      <a:pt x="335" y="188"/>
                    </a:cubicBezTo>
                    <a:cubicBezTo>
                      <a:pt x="31" y="462"/>
                      <a:pt x="0" y="917"/>
                      <a:pt x="274" y="1221"/>
                    </a:cubicBezTo>
                    <a:cubicBezTo>
                      <a:pt x="418" y="1382"/>
                      <a:pt x="613" y="1458"/>
                      <a:pt x="810" y="1458"/>
                    </a:cubicBezTo>
                    <a:cubicBezTo>
                      <a:pt x="986" y="1458"/>
                      <a:pt x="1164" y="1397"/>
                      <a:pt x="1307" y="1282"/>
                    </a:cubicBezTo>
                    <a:cubicBezTo>
                      <a:pt x="1611" y="1009"/>
                      <a:pt x="1611" y="553"/>
                      <a:pt x="1368" y="249"/>
                    </a:cubicBezTo>
                    <a:cubicBezTo>
                      <a:pt x="1221" y="85"/>
                      <a:pt x="1020" y="0"/>
                      <a:pt x="819" y="0"/>
                    </a:cubicBezTo>
                    <a:close/>
                  </a:path>
                </a:pathLst>
              </a:custGeom>
              <a:solidFill>
                <a:srgbClr val="1B1835"/>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116"/>
              <p:cNvSpPr/>
              <p:nvPr/>
            </p:nvSpPr>
            <p:spPr>
              <a:xfrm>
                <a:off x="3847835" y="989263"/>
                <a:ext cx="51718" cy="70975"/>
              </a:xfrm>
              <a:custGeom>
                <a:avLst/>
                <a:gdLst/>
                <a:ahLst/>
                <a:cxnLst/>
                <a:rect l="l" t="t" r="r" b="b"/>
                <a:pathLst>
                  <a:path w="3102" h="4257" fill="none" extrusionOk="0">
                    <a:moveTo>
                      <a:pt x="3101" y="4256"/>
                    </a:moveTo>
                    <a:cubicBezTo>
                      <a:pt x="3101" y="4256"/>
                      <a:pt x="913" y="2341"/>
                      <a:pt x="1" y="1"/>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116"/>
              <p:cNvSpPr/>
              <p:nvPr/>
            </p:nvSpPr>
            <p:spPr>
              <a:xfrm>
                <a:off x="3828581" y="1007001"/>
                <a:ext cx="65390" cy="60838"/>
              </a:xfrm>
              <a:custGeom>
                <a:avLst/>
                <a:gdLst/>
                <a:ahLst/>
                <a:cxnLst/>
                <a:rect l="l" t="t" r="r" b="b"/>
                <a:pathLst>
                  <a:path w="3922" h="3649" fill="none" extrusionOk="0">
                    <a:moveTo>
                      <a:pt x="3922" y="3648"/>
                    </a:moveTo>
                    <a:cubicBezTo>
                      <a:pt x="2433" y="2645"/>
                      <a:pt x="1126" y="1399"/>
                      <a:pt x="1" y="1"/>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116"/>
              <p:cNvSpPr/>
              <p:nvPr/>
            </p:nvSpPr>
            <p:spPr>
              <a:xfrm>
                <a:off x="3814911" y="1022705"/>
                <a:ext cx="76027" cy="51718"/>
              </a:xfrm>
              <a:custGeom>
                <a:avLst/>
                <a:gdLst/>
                <a:ahLst/>
                <a:cxnLst/>
                <a:rect l="l" t="t" r="r" b="b"/>
                <a:pathLst>
                  <a:path w="4560" h="3102" fill="none" extrusionOk="0">
                    <a:moveTo>
                      <a:pt x="4560" y="3101"/>
                    </a:moveTo>
                    <a:cubicBezTo>
                      <a:pt x="4560" y="3101"/>
                      <a:pt x="1398" y="1490"/>
                      <a:pt x="0" y="1"/>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116"/>
              <p:cNvSpPr/>
              <p:nvPr/>
            </p:nvSpPr>
            <p:spPr>
              <a:xfrm>
                <a:off x="3805792" y="1046027"/>
                <a:ext cx="83129" cy="32945"/>
              </a:xfrm>
              <a:custGeom>
                <a:avLst/>
                <a:gdLst/>
                <a:ahLst/>
                <a:cxnLst/>
                <a:rect l="l" t="t" r="r" b="b"/>
                <a:pathLst>
                  <a:path w="4986" h="1976" fill="none" extrusionOk="0">
                    <a:moveTo>
                      <a:pt x="4985" y="1976"/>
                    </a:moveTo>
                    <a:cubicBezTo>
                      <a:pt x="4985" y="1976"/>
                      <a:pt x="1733" y="1611"/>
                      <a:pt x="0" y="0"/>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116"/>
              <p:cNvSpPr/>
              <p:nvPr/>
            </p:nvSpPr>
            <p:spPr>
              <a:xfrm>
                <a:off x="3925871" y="938601"/>
                <a:ext cx="327898" cy="187015"/>
              </a:xfrm>
              <a:custGeom>
                <a:avLst/>
                <a:gdLst/>
                <a:ahLst/>
                <a:cxnLst/>
                <a:rect l="l" t="t" r="r" b="b"/>
                <a:pathLst>
                  <a:path w="19667" h="11217" extrusionOk="0">
                    <a:moveTo>
                      <a:pt x="6262" y="0"/>
                    </a:moveTo>
                    <a:cubicBezTo>
                      <a:pt x="4408" y="3009"/>
                      <a:pt x="1" y="11216"/>
                      <a:pt x="1" y="11216"/>
                    </a:cubicBezTo>
                    <a:lnTo>
                      <a:pt x="11612" y="11216"/>
                    </a:lnTo>
                    <a:cubicBezTo>
                      <a:pt x="12281" y="11216"/>
                      <a:pt x="12949" y="10851"/>
                      <a:pt x="13314" y="10274"/>
                    </a:cubicBezTo>
                    <a:lnTo>
                      <a:pt x="19667" y="91"/>
                    </a:lnTo>
                    <a:cubicBezTo>
                      <a:pt x="12980" y="31"/>
                      <a:pt x="6262" y="31"/>
                      <a:pt x="6262" y="0"/>
                    </a:cubicBezTo>
                    <a:close/>
                  </a:path>
                </a:pathLst>
              </a:custGeom>
              <a:solidFill>
                <a:schemeClr val="accent1"/>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116"/>
              <p:cNvSpPr/>
              <p:nvPr/>
            </p:nvSpPr>
            <p:spPr>
              <a:xfrm>
                <a:off x="4002390" y="1008518"/>
                <a:ext cx="205255" cy="138882"/>
              </a:xfrm>
              <a:custGeom>
                <a:avLst/>
                <a:gdLst/>
                <a:ahLst/>
                <a:cxnLst/>
                <a:rect l="l" t="t" r="r" b="b"/>
                <a:pathLst>
                  <a:path w="12311" h="8330" extrusionOk="0">
                    <a:moveTo>
                      <a:pt x="10791" y="1"/>
                    </a:moveTo>
                    <a:cubicBezTo>
                      <a:pt x="3466" y="92"/>
                      <a:pt x="1" y="5229"/>
                      <a:pt x="1" y="5229"/>
                    </a:cubicBezTo>
                    <a:lnTo>
                      <a:pt x="1399" y="8329"/>
                    </a:lnTo>
                    <a:lnTo>
                      <a:pt x="12311" y="3314"/>
                    </a:lnTo>
                    <a:lnTo>
                      <a:pt x="10791" y="1"/>
                    </a:lnTo>
                    <a:close/>
                  </a:path>
                </a:pathLst>
              </a:custGeom>
              <a:solidFill>
                <a:schemeClr val="accent6"/>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116"/>
              <p:cNvSpPr/>
              <p:nvPr/>
            </p:nvSpPr>
            <p:spPr>
              <a:xfrm>
                <a:off x="4025696" y="1063748"/>
                <a:ext cx="182464" cy="84196"/>
              </a:xfrm>
              <a:custGeom>
                <a:avLst/>
                <a:gdLst/>
                <a:ahLst/>
                <a:cxnLst/>
                <a:rect l="l" t="t" r="r" b="b"/>
                <a:pathLst>
                  <a:path w="10944" h="5050" extrusionOk="0">
                    <a:moveTo>
                      <a:pt x="10901" y="1"/>
                    </a:moveTo>
                    <a:cubicBezTo>
                      <a:pt x="10318" y="1"/>
                      <a:pt x="3774" y="112"/>
                      <a:pt x="1" y="5016"/>
                    </a:cubicBezTo>
                    <a:cubicBezTo>
                      <a:pt x="1" y="5016"/>
                      <a:pt x="315" y="5049"/>
                      <a:pt x="846" y="5049"/>
                    </a:cubicBezTo>
                    <a:cubicBezTo>
                      <a:pt x="2862" y="5049"/>
                      <a:pt x="8008" y="4573"/>
                      <a:pt x="10943" y="1"/>
                    </a:cubicBezTo>
                    <a:cubicBezTo>
                      <a:pt x="10943" y="1"/>
                      <a:pt x="10929" y="1"/>
                      <a:pt x="10901" y="1"/>
                    </a:cubicBezTo>
                    <a:close/>
                  </a:path>
                </a:pathLst>
              </a:custGeom>
              <a:solidFill>
                <a:schemeClr val="accent1"/>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03" name="Google Shape;3903;p116"/>
            <p:cNvGrpSpPr/>
            <p:nvPr/>
          </p:nvGrpSpPr>
          <p:grpSpPr>
            <a:xfrm>
              <a:off x="1209591" y="702458"/>
              <a:ext cx="6724818" cy="2428992"/>
              <a:chOff x="1330950" y="702458"/>
              <a:chExt cx="6724818" cy="2428992"/>
            </a:xfrm>
          </p:grpSpPr>
          <p:grpSp>
            <p:nvGrpSpPr>
              <p:cNvPr id="3904" name="Google Shape;3904;p116"/>
              <p:cNvGrpSpPr/>
              <p:nvPr/>
            </p:nvGrpSpPr>
            <p:grpSpPr>
              <a:xfrm>
                <a:off x="1912703" y="796198"/>
                <a:ext cx="1582119" cy="2249888"/>
                <a:chOff x="2416867" y="796198"/>
                <a:chExt cx="1582119" cy="2249888"/>
              </a:xfrm>
            </p:grpSpPr>
            <p:sp>
              <p:nvSpPr>
                <p:cNvPr id="3905" name="Google Shape;3905;p116"/>
                <p:cNvSpPr/>
                <p:nvPr/>
              </p:nvSpPr>
              <p:spPr>
                <a:xfrm>
                  <a:off x="3010380" y="995598"/>
                  <a:ext cx="390086" cy="322830"/>
                </a:xfrm>
                <a:custGeom>
                  <a:avLst/>
                  <a:gdLst/>
                  <a:ahLst/>
                  <a:cxnLst/>
                  <a:rect l="l" t="t" r="r" b="b"/>
                  <a:pathLst>
                    <a:path w="23397" h="19363" extrusionOk="0">
                      <a:moveTo>
                        <a:pt x="9966" y="1"/>
                      </a:moveTo>
                      <a:cubicBezTo>
                        <a:pt x="9744" y="1"/>
                        <a:pt x="9509" y="24"/>
                        <a:pt x="9263" y="77"/>
                      </a:cubicBezTo>
                      <a:cubicBezTo>
                        <a:pt x="6983" y="533"/>
                        <a:pt x="5767" y="3724"/>
                        <a:pt x="5767" y="3724"/>
                      </a:cubicBezTo>
                      <a:cubicBezTo>
                        <a:pt x="5767" y="3724"/>
                        <a:pt x="2606" y="4271"/>
                        <a:pt x="1846" y="7068"/>
                      </a:cubicBezTo>
                      <a:cubicBezTo>
                        <a:pt x="1086" y="9864"/>
                        <a:pt x="1846" y="11201"/>
                        <a:pt x="843" y="13238"/>
                      </a:cubicBezTo>
                      <a:cubicBezTo>
                        <a:pt x="1" y="14897"/>
                        <a:pt x="652" y="17626"/>
                        <a:pt x="3257" y="17626"/>
                      </a:cubicBezTo>
                      <a:cubicBezTo>
                        <a:pt x="3849" y="17626"/>
                        <a:pt x="4542" y="17485"/>
                        <a:pt x="5342" y="17159"/>
                      </a:cubicBezTo>
                      <a:cubicBezTo>
                        <a:pt x="5710" y="17008"/>
                        <a:pt x="6018" y="16943"/>
                        <a:pt x="6285" y="16943"/>
                      </a:cubicBezTo>
                      <a:cubicBezTo>
                        <a:pt x="7918" y="16943"/>
                        <a:pt x="8034" y="19362"/>
                        <a:pt x="11090" y="19362"/>
                      </a:cubicBezTo>
                      <a:cubicBezTo>
                        <a:pt x="11664" y="19362"/>
                        <a:pt x="12342" y="19277"/>
                        <a:pt x="13153" y="19074"/>
                      </a:cubicBezTo>
                      <a:cubicBezTo>
                        <a:pt x="16254" y="18314"/>
                        <a:pt x="17469" y="16764"/>
                        <a:pt x="17956" y="15639"/>
                      </a:cubicBezTo>
                      <a:cubicBezTo>
                        <a:pt x="18290" y="14910"/>
                        <a:pt x="18959" y="14423"/>
                        <a:pt x="19749" y="14332"/>
                      </a:cubicBezTo>
                      <a:cubicBezTo>
                        <a:pt x="20418" y="14271"/>
                        <a:pt x="21086" y="14028"/>
                        <a:pt x="21664" y="13633"/>
                      </a:cubicBezTo>
                      <a:cubicBezTo>
                        <a:pt x="23275" y="12509"/>
                        <a:pt x="22819" y="10350"/>
                        <a:pt x="21938" y="9834"/>
                      </a:cubicBezTo>
                      <a:cubicBezTo>
                        <a:pt x="21938" y="9834"/>
                        <a:pt x="23397" y="8284"/>
                        <a:pt x="22819" y="6369"/>
                      </a:cubicBezTo>
                      <a:cubicBezTo>
                        <a:pt x="22272" y="4423"/>
                        <a:pt x="20874" y="3755"/>
                        <a:pt x="19172" y="3603"/>
                      </a:cubicBezTo>
                      <a:cubicBezTo>
                        <a:pt x="17469" y="3420"/>
                        <a:pt x="18138" y="837"/>
                        <a:pt x="15919" y="229"/>
                      </a:cubicBezTo>
                      <a:cubicBezTo>
                        <a:pt x="15657" y="160"/>
                        <a:pt x="15412" y="130"/>
                        <a:pt x="15184" y="130"/>
                      </a:cubicBezTo>
                      <a:cubicBezTo>
                        <a:pt x="13587" y="130"/>
                        <a:pt x="12819" y="1596"/>
                        <a:pt x="12819" y="1596"/>
                      </a:cubicBezTo>
                      <a:cubicBezTo>
                        <a:pt x="12819" y="1596"/>
                        <a:pt x="11803" y="1"/>
                        <a:pt x="9966" y="1"/>
                      </a:cubicBez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116"/>
                <p:cNvSpPr/>
                <p:nvPr/>
              </p:nvSpPr>
              <p:spPr>
                <a:xfrm>
                  <a:off x="3186573" y="1211219"/>
                  <a:ext cx="86163" cy="123160"/>
                </a:xfrm>
                <a:custGeom>
                  <a:avLst/>
                  <a:gdLst/>
                  <a:ahLst/>
                  <a:cxnLst/>
                  <a:rect l="l" t="t" r="r" b="b"/>
                  <a:pathLst>
                    <a:path w="5168" h="7387" extrusionOk="0">
                      <a:moveTo>
                        <a:pt x="4286" y="0"/>
                      </a:moveTo>
                      <a:lnTo>
                        <a:pt x="1" y="851"/>
                      </a:lnTo>
                      <a:lnTo>
                        <a:pt x="1" y="7173"/>
                      </a:lnTo>
                      <a:lnTo>
                        <a:pt x="3223" y="7386"/>
                      </a:lnTo>
                      <a:lnTo>
                        <a:pt x="5168" y="6049"/>
                      </a:lnTo>
                      <a:lnTo>
                        <a:pt x="4286" y="0"/>
                      </a:ln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116"/>
                <p:cNvSpPr/>
                <p:nvPr/>
              </p:nvSpPr>
              <p:spPr>
                <a:xfrm>
                  <a:off x="3110371" y="1166908"/>
                  <a:ext cx="65073" cy="58587"/>
                </a:xfrm>
                <a:custGeom>
                  <a:avLst/>
                  <a:gdLst/>
                  <a:ahLst/>
                  <a:cxnLst/>
                  <a:rect l="l" t="t" r="r" b="b"/>
                  <a:pathLst>
                    <a:path w="3903" h="3514" extrusionOk="0">
                      <a:moveTo>
                        <a:pt x="2031" y="0"/>
                      </a:moveTo>
                      <a:cubicBezTo>
                        <a:pt x="1670" y="0"/>
                        <a:pt x="1289" y="155"/>
                        <a:pt x="954" y="622"/>
                      </a:cubicBezTo>
                      <a:cubicBezTo>
                        <a:pt x="1" y="1912"/>
                        <a:pt x="1895" y="3513"/>
                        <a:pt x="3507" y="3513"/>
                      </a:cubicBezTo>
                      <a:cubicBezTo>
                        <a:pt x="3642" y="3513"/>
                        <a:pt x="3774" y="3502"/>
                        <a:pt x="3903" y="3479"/>
                      </a:cubicBezTo>
                      <a:lnTo>
                        <a:pt x="3386" y="622"/>
                      </a:lnTo>
                      <a:cubicBezTo>
                        <a:pt x="3386" y="622"/>
                        <a:pt x="2751" y="0"/>
                        <a:pt x="2031" y="0"/>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116"/>
                <p:cNvSpPr/>
                <p:nvPr/>
              </p:nvSpPr>
              <p:spPr>
                <a:xfrm>
                  <a:off x="3266643" y="1150120"/>
                  <a:ext cx="61038" cy="62655"/>
                </a:xfrm>
                <a:custGeom>
                  <a:avLst/>
                  <a:gdLst/>
                  <a:ahLst/>
                  <a:cxnLst/>
                  <a:rect l="l" t="t" r="r" b="b"/>
                  <a:pathLst>
                    <a:path w="3661" h="3758" extrusionOk="0">
                      <a:moveTo>
                        <a:pt x="1458" y="1"/>
                      </a:moveTo>
                      <a:cubicBezTo>
                        <a:pt x="647" y="1"/>
                        <a:pt x="30" y="838"/>
                        <a:pt x="30" y="838"/>
                      </a:cubicBezTo>
                      <a:lnTo>
                        <a:pt x="0" y="3756"/>
                      </a:lnTo>
                      <a:cubicBezTo>
                        <a:pt x="24" y="3757"/>
                        <a:pt x="48" y="3758"/>
                        <a:pt x="72" y="3758"/>
                      </a:cubicBezTo>
                      <a:cubicBezTo>
                        <a:pt x="1757" y="3758"/>
                        <a:pt x="3661" y="1672"/>
                        <a:pt x="2462" y="474"/>
                      </a:cubicBezTo>
                      <a:cubicBezTo>
                        <a:pt x="2115" y="126"/>
                        <a:pt x="1772" y="1"/>
                        <a:pt x="1458" y="1"/>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116"/>
                <p:cNvSpPr/>
                <p:nvPr/>
              </p:nvSpPr>
              <p:spPr>
                <a:xfrm>
                  <a:off x="3148564" y="1057680"/>
                  <a:ext cx="132296" cy="205322"/>
                </a:xfrm>
                <a:custGeom>
                  <a:avLst/>
                  <a:gdLst/>
                  <a:ahLst/>
                  <a:cxnLst/>
                  <a:rect l="l" t="t" r="r" b="b"/>
                  <a:pathLst>
                    <a:path w="7935" h="12315" extrusionOk="0">
                      <a:moveTo>
                        <a:pt x="3344" y="0"/>
                      </a:moveTo>
                      <a:lnTo>
                        <a:pt x="1" y="4043"/>
                      </a:lnTo>
                      <a:cubicBezTo>
                        <a:pt x="1" y="4043"/>
                        <a:pt x="62" y="5411"/>
                        <a:pt x="305" y="6930"/>
                      </a:cubicBezTo>
                      <a:cubicBezTo>
                        <a:pt x="426" y="7690"/>
                        <a:pt x="578" y="8420"/>
                        <a:pt x="822" y="9149"/>
                      </a:cubicBezTo>
                      <a:cubicBezTo>
                        <a:pt x="1378" y="10987"/>
                        <a:pt x="3210" y="12314"/>
                        <a:pt x="4752" y="12314"/>
                      </a:cubicBezTo>
                      <a:cubicBezTo>
                        <a:pt x="4894" y="12314"/>
                        <a:pt x="5033" y="12303"/>
                        <a:pt x="5168" y="12280"/>
                      </a:cubicBezTo>
                      <a:cubicBezTo>
                        <a:pt x="6779" y="12006"/>
                        <a:pt x="7691" y="9970"/>
                        <a:pt x="7813" y="8177"/>
                      </a:cubicBezTo>
                      <a:cubicBezTo>
                        <a:pt x="7843" y="7629"/>
                        <a:pt x="7873" y="6870"/>
                        <a:pt x="7873" y="6049"/>
                      </a:cubicBezTo>
                      <a:cubicBezTo>
                        <a:pt x="7934" y="4104"/>
                        <a:pt x="7904" y="1885"/>
                        <a:pt x="7904" y="1885"/>
                      </a:cubicBezTo>
                      <a:lnTo>
                        <a:pt x="3344" y="0"/>
                      </a:ln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116"/>
                <p:cNvSpPr/>
                <p:nvPr/>
              </p:nvSpPr>
              <p:spPr>
                <a:xfrm>
                  <a:off x="3136411" y="1037909"/>
                  <a:ext cx="159656" cy="140399"/>
                </a:xfrm>
                <a:custGeom>
                  <a:avLst/>
                  <a:gdLst/>
                  <a:ahLst/>
                  <a:cxnLst/>
                  <a:rect l="l" t="t" r="r" b="b"/>
                  <a:pathLst>
                    <a:path w="9576" h="8421" extrusionOk="0">
                      <a:moveTo>
                        <a:pt x="3678" y="1"/>
                      </a:moveTo>
                      <a:lnTo>
                        <a:pt x="0" y="4955"/>
                      </a:lnTo>
                      <a:lnTo>
                        <a:pt x="608" y="7539"/>
                      </a:lnTo>
                      <a:cubicBezTo>
                        <a:pt x="700" y="7934"/>
                        <a:pt x="973" y="8268"/>
                        <a:pt x="1368" y="8420"/>
                      </a:cubicBezTo>
                      <a:lnTo>
                        <a:pt x="1307" y="5989"/>
                      </a:lnTo>
                      <a:cubicBezTo>
                        <a:pt x="1307" y="5989"/>
                        <a:pt x="4073" y="5411"/>
                        <a:pt x="4773" y="2676"/>
                      </a:cubicBezTo>
                      <a:cubicBezTo>
                        <a:pt x="5259" y="4013"/>
                        <a:pt x="6444" y="5016"/>
                        <a:pt x="7873" y="5229"/>
                      </a:cubicBezTo>
                      <a:cubicBezTo>
                        <a:pt x="8116" y="6019"/>
                        <a:pt x="8238" y="6840"/>
                        <a:pt x="8238" y="7660"/>
                      </a:cubicBezTo>
                      <a:cubicBezTo>
                        <a:pt x="8602" y="7478"/>
                        <a:pt x="8815" y="7144"/>
                        <a:pt x="8876" y="6749"/>
                      </a:cubicBezTo>
                      <a:lnTo>
                        <a:pt x="9575" y="2098"/>
                      </a:lnTo>
                      <a:lnTo>
                        <a:pt x="367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116"/>
                <p:cNvSpPr/>
                <p:nvPr/>
              </p:nvSpPr>
              <p:spPr>
                <a:xfrm>
                  <a:off x="2416867" y="1791397"/>
                  <a:ext cx="267093" cy="274579"/>
                </a:xfrm>
                <a:custGeom>
                  <a:avLst/>
                  <a:gdLst/>
                  <a:ahLst/>
                  <a:cxnLst/>
                  <a:rect l="l" t="t" r="r" b="b"/>
                  <a:pathLst>
                    <a:path w="16020" h="16469" extrusionOk="0">
                      <a:moveTo>
                        <a:pt x="11946" y="1"/>
                      </a:moveTo>
                      <a:lnTo>
                        <a:pt x="11004" y="913"/>
                      </a:lnTo>
                      <a:lnTo>
                        <a:pt x="7235" y="4591"/>
                      </a:lnTo>
                      <a:lnTo>
                        <a:pt x="213" y="8907"/>
                      </a:lnTo>
                      <a:cubicBezTo>
                        <a:pt x="61" y="8998"/>
                        <a:pt x="1" y="9150"/>
                        <a:pt x="31" y="9332"/>
                      </a:cubicBezTo>
                      <a:lnTo>
                        <a:pt x="31" y="9393"/>
                      </a:lnTo>
                      <a:cubicBezTo>
                        <a:pt x="54" y="9602"/>
                        <a:pt x="218" y="9740"/>
                        <a:pt x="416" y="9740"/>
                      </a:cubicBezTo>
                      <a:cubicBezTo>
                        <a:pt x="478" y="9740"/>
                        <a:pt x="543" y="9726"/>
                        <a:pt x="608" y="9697"/>
                      </a:cubicBezTo>
                      <a:lnTo>
                        <a:pt x="2858" y="8664"/>
                      </a:lnTo>
                      <a:cubicBezTo>
                        <a:pt x="2915" y="8630"/>
                        <a:pt x="2976" y="8612"/>
                        <a:pt x="3037" y="8612"/>
                      </a:cubicBezTo>
                      <a:cubicBezTo>
                        <a:pt x="3138" y="8612"/>
                        <a:pt x="3238" y="8660"/>
                        <a:pt x="3314" y="8755"/>
                      </a:cubicBezTo>
                      <a:cubicBezTo>
                        <a:pt x="3466" y="8907"/>
                        <a:pt x="3466" y="9150"/>
                        <a:pt x="3314" y="9302"/>
                      </a:cubicBezTo>
                      <a:lnTo>
                        <a:pt x="1125" y="11582"/>
                      </a:lnTo>
                      <a:cubicBezTo>
                        <a:pt x="1004" y="11703"/>
                        <a:pt x="973" y="11916"/>
                        <a:pt x="1064" y="12068"/>
                      </a:cubicBezTo>
                      <a:lnTo>
                        <a:pt x="1125" y="12159"/>
                      </a:lnTo>
                      <a:cubicBezTo>
                        <a:pt x="1196" y="12283"/>
                        <a:pt x="1329" y="12345"/>
                        <a:pt x="1464" y="12345"/>
                      </a:cubicBezTo>
                      <a:cubicBezTo>
                        <a:pt x="1560" y="12345"/>
                        <a:pt x="1657" y="12314"/>
                        <a:pt x="1733" y="12250"/>
                      </a:cubicBezTo>
                      <a:lnTo>
                        <a:pt x="4681" y="9788"/>
                      </a:lnTo>
                      <a:lnTo>
                        <a:pt x="4803" y="9910"/>
                      </a:lnTo>
                      <a:cubicBezTo>
                        <a:pt x="4955" y="10032"/>
                        <a:pt x="5016" y="10305"/>
                        <a:pt x="4925" y="10487"/>
                      </a:cubicBezTo>
                      <a:lnTo>
                        <a:pt x="2888" y="14348"/>
                      </a:lnTo>
                      <a:cubicBezTo>
                        <a:pt x="2797" y="14530"/>
                        <a:pt x="2827" y="14743"/>
                        <a:pt x="3010" y="14864"/>
                      </a:cubicBezTo>
                      <a:lnTo>
                        <a:pt x="3101" y="14925"/>
                      </a:lnTo>
                      <a:cubicBezTo>
                        <a:pt x="3164" y="14976"/>
                        <a:pt x="3249" y="15000"/>
                        <a:pt x="3335" y="15000"/>
                      </a:cubicBezTo>
                      <a:cubicBezTo>
                        <a:pt x="3455" y="15000"/>
                        <a:pt x="3577" y="14953"/>
                        <a:pt x="3648" y="14864"/>
                      </a:cubicBezTo>
                      <a:lnTo>
                        <a:pt x="6748" y="11065"/>
                      </a:lnTo>
                      <a:lnTo>
                        <a:pt x="7113" y="11278"/>
                      </a:lnTo>
                      <a:lnTo>
                        <a:pt x="5867" y="15898"/>
                      </a:lnTo>
                      <a:cubicBezTo>
                        <a:pt x="5806" y="16080"/>
                        <a:pt x="5897" y="16263"/>
                        <a:pt x="6049" y="16354"/>
                      </a:cubicBezTo>
                      <a:lnTo>
                        <a:pt x="6140" y="16415"/>
                      </a:lnTo>
                      <a:cubicBezTo>
                        <a:pt x="6204" y="16451"/>
                        <a:pt x="6273" y="16468"/>
                        <a:pt x="6341" y="16468"/>
                      </a:cubicBezTo>
                      <a:cubicBezTo>
                        <a:pt x="6500" y="16468"/>
                        <a:pt x="6654" y="16372"/>
                        <a:pt x="6718" y="16202"/>
                      </a:cubicBezTo>
                      <a:lnTo>
                        <a:pt x="9210" y="10032"/>
                      </a:lnTo>
                      <a:lnTo>
                        <a:pt x="9636" y="13527"/>
                      </a:lnTo>
                      <a:cubicBezTo>
                        <a:pt x="9636" y="13649"/>
                        <a:pt x="9666" y="13740"/>
                        <a:pt x="9758" y="13801"/>
                      </a:cubicBezTo>
                      <a:cubicBezTo>
                        <a:pt x="9818" y="13861"/>
                        <a:pt x="9910" y="13892"/>
                        <a:pt x="10001" y="13892"/>
                      </a:cubicBezTo>
                      <a:cubicBezTo>
                        <a:pt x="10019" y="13894"/>
                        <a:pt x="10037" y="13896"/>
                        <a:pt x="10055" y="13896"/>
                      </a:cubicBezTo>
                      <a:cubicBezTo>
                        <a:pt x="10244" y="13896"/>
                        <a:pt x="10398" y="13752"/>
                        <a:pt x="10426" y="13557"/>
                      </a:cubicBezTo>
                      <a:cubicBezTo>
                        <a:pt x="10578" y="12615"/>
                        <a:pt x="10973" y="10153"/>
                        <a:pt x="10973" y="9545"/>
                      </a:cubicBezTo>
                      <a:cubicBezTo>
                        <a:pt x="10973" y="8816"/>
                        <a:pt x="10548" y="6019"/>
                        <a:pt x="10548" y="6019"/>
                      </a:cubicBezTo>
                      <a:lnTo>
                        <a:pt x="12827" y="4408"/>
                      </a:lnTo>
                      <a:lnTo>
                        <a:pt x="16019" y="2189"/>
                      </a:lnTo>
                      <a:lnTo>
                        <a:pt x="11946" y="1"/>
                      </a:lnTo>
                      <a:close/>
                    </a:path>
                  </a:pathLst>
                </a:custGeom>
                <a:solidFill>
                  <a:schemeClr val="lt2"/>
                </a:solidFill>
                <a:ln w="952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116"/>
                <p:cNvSpPr/>
                <p:nvPr/>
              </p:nvSpPr>
              <p:spPr>
                <a:xfrm>
                  <a:off x="2601312" y="1366774"/>
                  <a:ext cx="407976" cy="505260"/>
                </a:xfrm>
                <a:custGeom>
                  <a:avLst/>
                  <a:gdLst/>
                  <a:ahLst/>
                  <a:cxnLst/>
                  <a:rect l="l" t="t" r="r" b="b"/>
                  <a:pathLst>
                    <a:path w="24470" h="30305" extrusionOk="0">
                      <a:moveTo>
                        <a:pt x="24469" y="0"/>
                      </a:moveTo>
                      <a:cubicBezTo>
                        <a:pt x="24469" y="1"/>
                        <a:pt x="7691" y="18025"/>
                        <a:pt x="1" y="25259"/>
                      </a:cubicBezTo>
                      <a:lnTo>
                        <a:pt x="5077" y="30305"/>
                      </a:lnTo>
                      <a:lnTo>
                        <a:pt x="18815" y="19818"/>
                      </a:lnTo>
                      <a:lnTo>
                        <a:pt x="24256" y="15624"/>
                      </a:lnTo>
                      <a:lnTo>
                        <a:pt x="24408" y="5259"/>
                      </a:lnTo>
                      <a:lnTo>
                        <a:pt x="24469" y="0"/>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116"/>
                <p:cNvSpPr/>
                <p:nvPr/>
              </p:nvSpPr>
              <p:spPr>
                <a:xfrm>
                  <a:off x="2605363" y="1454429"/>
                  <a:ext cx="402908" cy="417096"/>
                </a:xfrm>
                <a:custGeom>
                  <a:avLst/>
                  <a:gdLst/>
                  <a:ahLst/>
                  <a:cxnLst/>
                  <a:rect l="l" t="t" r="r" b="b"/>
                  <a:pathLst>
                    <a:path w="24166" h="25017" fill="none" extrusionOk="0">
                      <a:moveTo>
                        <a:pt x="24165" y="1"/>
                      </a:moveTo>
                      <a:lnTo>
                        <a:pt x="24013" y="10366"/>
                      </a:lnTo>
                      <a:lnTo>
                        <a:pt x="18572" y="14530"/>
                      </a:lnTo>
                      <a:lnTo>
                        <a:pt x="4834" y="25016"/>
                      </a:lnTo>
                      <a:lnTo>
                        <a:pt x="1" y="20214"/>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116"/>
                <p:cNvSpPr/>
                <p:nvPr/>
              </p:nvSpPr>
              <p:spPr>
                <a:xfrm>
                  <a:off x="2914973" y="1444904"/>
                  <a:ext cx="93266" cy="242251"/>
                </a:xfrm>
                <a:custGeom>
                  <a:avLst/>
                  <a:gdLst/>
                  <a:ahLst/>
                  <a:cxnLst/>
                  <a:rect l="l" t="t" r="r" b="b"/>
                  <a:pathLst>
                    <a:path w="5594" h="14530" extrusionOk="0">
                      <a:moveTo>
                        <a:pt x="5593" y="1"/>
                      </a:moveTo>
                      <a:lnTo>
                        <a:pt x="0" y="14530"/>
                      </a:lnTo>
                      <a:lnTo>
                        <a:pt x="5441" y="10366"/>
                      </a:lnTo>
                      <a:lnTo>
                        <a:pt x="559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116"/>
                <p:cNvSpPr/>
                <p:nvPr/>
              </p:nvSpPr>
              <p:spPr>
                <a:xfrm>
                  <a:off x="2650975" y="1751887"/>
                  <a:ext cx="79078" cy="81095"/>
                </a:xfrm>
                <a:custGeom>
                  <a:avLst/>
                  <a:gdLst/>
                  <a:ahLst/>
                  <a:cxnLst/>
                  <a:rect l="l" t="t" r="r" b="b"/>
                  <a:pathLst>
                    <a:path w="4743" h="4864" fill="none" extrusionOk="0">
                      <a:moveTo>
                        <a:pt x="0" y="0"/>
                      </a:moveTo>
                      <a:lnTo>
                        <a:pt x="4742" y="4863"/>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116"/>
                <p:cNvSpPr/>
                <p:nvPr/>
              </p:nvSpPr>
              <p:spPr>
                <a:xfrm>
                  <a:off x="3479962" y="824072"/>
                  <a:ext cx="121142" cy="160156"/>
                </a:xfrm>
                <a:custGeom>
                  <a:avLst/>
                  <a:gdLst/>
                  <a:ahLst/>
                  <a:cxnLst/>
                  <a:rect l="l" t="t" r="r" b="b"/>
                  <a:pathLst>
                    <a:path w="7266" h="9606" extrusionOk="0">
                      <a:moveTo>
                        <a:pt x="5502" y="1"/>
                      </a:moveTo>
                      <a:lnTo>
                        <a:pt x="1" y="1521"/>
                      </a:lnTo>
                      <a:lnTo>
                        <a:pt x="1429" y="5168"/>
                      </a:lnTo>
                      <a:lnTo>
                        <a:pt x="2250" y="7417"/>
                      </a:lnTo>
                      <a:lnTo>
                        <a:pt x="3071" y="9606"/>
                      </a:lnTo>
                      <a:lnTo>
                        <a:pt x="7265" y="8481"/>
                      </a:lnTo>
                      <a:lnTo>
                        <a:pt x="6080" y="5229"/>
                      </a:lnTo>
                      <a:lnTo>
                        <a:pt x="5685" y="4195"/>
                      </a:lnTo>
                      <a:lnTo>
                        <a:pt x="5502" y="1"/>
                      </a:lnTo>
                      <a:close/>
                    </a:path>
                  </a:pathLst>
                </a:custGeom>
                <a:solidFill>
                  <a:schemeClr val="lt2"/>
                </a:solidFill>
                <a:ln w="952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116"/>
                <p:cNvSpPr/>
                <p:nvPr/>
              </p:nvSpPr>
              <p:spPr>
                <a:xfrm>
                  <a:off x="3546345" y="796198"/>
                  <a:ext cx="35996" cy="60655"/>
                </a:xfrm>
                <a:custGeom>
                  <a:avLst/>
                  <a:gdLst/>
                  <a:ahLst/>
                  <a:cxnLst/>
                  <a:rect l="l" t="t" r="r" b="b"/>
                  <a:pathLst>
                    <a:path w="2159" h="3638" extrusionOk="0">
                      <a:moveTo>
                        <a:pt x="962" y="0"/>
                      </a:moveTo>
                      <a:cubicBezTo>
                        <a:pt x="887" y="0"/>
                        <a:pt x="809" y="10"/>
                        <a:pt x="730" y="31"/>
                      </a:cubicBezTo>
                      <a:cubicBezTo>
                        <a:pt x="274" y="123"/>
                        <a:pt x="1" y="609"/>
                        <a:pt x="153" y="1065"/>
                      </a:cubicBezTo>
                      <a:lnTo>
                        <a:pt x="608" y="2645"/>
                      </a:lnTo>
                      <a:lnTo>
                        <a:pt x="669" y="3071"/>
                      </a:lnTo>
                      <a:cubicBezTo>
                        <a:pt x="695" y="3410"/>
                        <a:pt x="968" y="3637"/>
                        <a:pt x="1294" y="3637"/>
                      </a:cubicBezTo>
                      <a:cubicBezTo>
                        <a:pt x="1348" y="3637"/>
                        <a:pt x="1403" y="3631"/>
                        <a:pt x="1460" y="3618"/>
                      </a:cubicBezTo>
                      <a:cubicBezTo>
                        <a:pt x="1642" y="3557"/>
                        <a:pt x="1824" y="3405"/>
                        <a:pt x="1885" y="3193"/>
                      </a:cubicBezTo>
                      <a:lnTo>
                        <a:pt x="2128" y="2433"/>
                      </a:lnTo>
                      <a:cubicBezTo>
                        <a:pt x="2159" y="2311"/>
                        <a:pt x="2159" y="2190"/>
                        <a:pt x="2128" y="2068"/>
                      </a:cubicBezTo>
                      <a:lnTo>
                        <a:pt x="1733" y="609"/>
                      </a:lnTo>
                      <a:cubicBezTo>
                        <a:pt x="1633" y="232"/>
                        <a:pt x="1324" y="0"/>
                        <a:pt x="962" y="0"/>
                      </a:cubicBezTo>
                      <a:close/>
                    </a:path>
                  </a:pathLst>
                </a:custGeom>
                <a:solidFill>
                  <a:schemeClr val="lt2"/>
                </a:solidFill>
                <a:ln w="952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116"/>
                <p:cNvSpPr/>
                <p:nvPr/>
              </p:nvSpPr>
              <p:spPr>
                <a:xfrm>
                  <a:off x="3529124" y="797215"/>
                  <a:ext cx="35479" cy="60655"/>
                </a:xfrm>
                <a:custGeom>
                  <a:avLst/>
                  <a:gdLst/>
                  <a:ahLst/>
                  <a:cxnLst/>
                  <a:rect l="l" t="t" r="r" b="b"/>
                  <a:pathLst>
                    <a:path w="2128" h="3638" extrusionOk="0">
                      <a:moveTo>
                        <a:pt x="951" y="0"/>
                      </a:moveTo>
                      <a:cubicBezTo>
                        <a:pt x="878" y="0"/>
                        <a:pt x="803" y="10"/>
                        <a:pt x="730" y="31"/>
                      </a:cubicBezTo>
                      <a:cubicBezTo>
                        <a:pt x="274" y="122"/>
                        <a:pt x="0" y="609"/>
                        <a:pt x="122" y="1065"/>
                      </a:cubicBezTo>
                      <a:lnTo>
                        <a:pt x="608" y="2645"/>
                      </a:lnTo>
                      <a:lnTo>
                        <a:pt x="638" y="3071"/>
                      </a:lnTo>
                      <a:cubicBezTo>
                        <a:pt x="691" y="3410"/>
                        <a:pt x="967" y="3637"/>
                        <a:pt x="1274" y="3637"/>
                      </a:cubicBezTo>
                      <a:cubicBezTo>
                        <a:pt x="1325" y="3637"/>
                        <a:pt x="1377" y="3631"/>
                        <a:pt x="1429" y="3618"/>
                      </a:cubicBezTo>
                      <a:cubicBezTo>
                        <a:pt x="1641" y="3557"/>
                        <a:pt x="1793" y="3405"/>
                        <a:pt x="1854" y="3192"/>
                      </a:cubicBezTo>
                      <a:lnTo>
                        <a:pt x="2097" y="2433"/>
                      </a:lnTo>
                      <a:cubicBezTo>
                        <a:pt x="2128" y="2311"/>
                        <a:pt x="2128" y="2189"/>
                        <a:pt x="2097" y="2068"/>
                      </a:cubicBezTo>
                      <a:lnTo>
                        <a:pt x="1733" y="609"/>
                      </a:lnTo>
                      <a:cubicBezTo>
                        <a:pt x="1632" y="232"/>
                        <a:pt x="1303" y="0"/>
                        <a:pt x="951" y="0"/>
                      </a:cubicBezTo>
                      <a:close/>
                    </a:path>
                  </a:pathLst>
                </a:custGeom>
                <a:solidFill>
                  <a:schemeClr val="lt2"/>
                </a:solidFill>
                <a:ln w="952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116"/>
                <p:cNvSpPr/>
                <p:nvPr/>
              </p:nvSpPr>
              <p:spPr>
                <a:xfrm>
                  <a:off x="3505301" y="800316"/>
                  <a:ext cx="38530" cy="65623"/>
                </a:xfrm>
                <a:custGeom>
                  <a:avLst/>
                  <a:gdLst/>
                  <a:ahLst/>
                  <a:cxnLst/>
                  <a:rect l="l" t="t" r="r" b="b"/>
                  <a:pathLst>
                    <a:path w="2311" h="3936" extrusionOk="0">
                      <a:moveTo>
                        <a:pt x="978" y="1"/>
                      </a:moveTo>
                      <a:cubicBezTo>
                        <a:pt x="906" y="1"/>
                        <a:pt x="833" y="9"/>
                        <a:pt x="760" y="28"/>
                      </a:cubicBezTo>
                      <a:cubicBezTo>
                        <a:pt x="274" y="149"/>
                        <a:pt x="0" y="666"/>
                        <a:pt x="152" y="1152"/>
                      </a:cubicBezTo>
                      <a:lnTo>
                        <a:pt x="669" y="2885"/>
                      </a:lnTo>
                      <a:lnTo>
                        <a:pt x="700" y="3341"/>
                      </a:lnTo>
                      <a:cubicBezTo>
                        <a:pt x="752" y="3684"/>
                        <a:pt x="1058" y="3936"/>
                        <a:pt x="1396" y="3936"/>
                      </a:cubicBezTo>
                      <a:cubicBezTo>
                        <a:pt x="1447" y="3936"/>
                        <a:pt x="1499" y="3930"/>
                        <a:pt x="1551" y="3918"/>
                      </a:cubicBezTo>
                      <a:cubicBezTo>
                        <a:pt x="1763" y="3857"/>
                        <a:pt x="1946" y="3675"/>
                        <a:pt x="2007" y="3462"/>
                      </a:cubicBezTo>
                      <a:lnTo>
                        <a:pt x="2280" y="2611"/>
                      </a:lnTo>
                      <a:cubicBezTo>
                        <a:pt x="2311" y="2490"/>
                        <a:pt x="2311" y="2368"/>
                        <a:pt x="2280" y="2247"/>
                      </a:cubicBezTo>
                      <a:lnTo>
                        <a:pt x="1855" y="666"/>
                      </a:lnTo>
                      <a:cubicBezTo>
                        <a:pt x="1751" y="278"/>
                        <a:pt x="1384" y="1"/>
                        <a:pt x="978" y="1"/>
                      </a:cubicBezTo>
                      <a:close/>
                    </a:path>
                  </a:pathLst>
                </a:custGeom>
                <a:solidFill>
                  <a:schemeClr val="lt2"/>
                </a:solidFill>
                <a:ln w="952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116"/>
                <p:cNvSpPr/>
                <p:nvPr/>
              </p:nvSpPr>
              <p:spPr>
                <a:xfrm>
                  <a:off x="3480195" y="808068"/>
                  <a:ext cx="45399" cy="70108"/>
                </a:xfrm>
                <a:custGeom>
                  <a:avLst/>
                  <a:gdLst/>
                  <a:ahLst/>
                  <a:cxnLst/>
                  <a:rect l="l" t="t" r="r" b="b"/>
                  <a:pathLst>
                    <a:path w="2723" h="4205" extrusionOk="0">
                      <a:moveTo>
                        <a:pt x="1197" y="0"/>
                      </a:moveTo>
                      <a:cubicBezTo>
                        <a:pt x="595" y="0"/>
                        <a:pt x="0" y="556"/>
                        <a:pt x="260" y="1295"/>
                      </a:cubicBezTo>
                      <a:lnTo>
                        <a:pt x="716" y="2481"/>
                      </a:lnTo>
                      <a:lnTo>
                        <a:pt x="959" y="3119"/>
                      </a:lnTo>
                      <a:lnTo>
                        <a:pt x="1051" y="3605"/>
                      </a:lnTo>
                      <a:cubicBezTo>
                        <a:pt x="1081" y="3666"/>
                        <a:pt x="1111" y="3727"/>
                        <a:pt x="1142" y="3788"/>
                      </a:cubicBezTo>
                      <a:cubicBezTo>
                        <a:pt x="1277" y="4071"/>
                        <a:pt x="1531" y="4204"/>
                        <a:pt x="1783" y="4204"/>
                      </a:cubicBezTo>
                      <a:cubicBezTo>
                        <a:pt x="2099" y="4204"/>
                        <a:pt x="2411" y="3994"/>
                        <a:pt x="2479" y="3605"/>
                      </a:cubicBezTo>
                      <a:lnTo>
                        <a:pt x="2692" y="2693"/>
                      </a:lnTo>
                      <a:cubicBezTo>
                        <a:pt x="2722" y="2541"/>
                        <a:pt x="2722" y="2420"/>
                        <a:pt x="2662" y="2268"/>
                      </a:cubicBezTo>
                      <a:lnTo>
                        <a:pt x="2297" y="1204"/>
                      </a:lnTo>
                      <a:lnTo>
                        <a:pt x="2084" y="626"/>
                      </a:lnTo>
                      <a:cubicBezTo>
                        <a:pt x="2054" y="566"/>
                        <a:pt x="2054" y="535"/>
                        <a:pt x="2023" y="505"/>
                      </a:cubicBezTo>
                      <a:cubicBezTo>
                        <a:pt x="1825" y="151"/>
                        <a:pt x="1510" y="0"/>
                        <a:pt x="1197" y="0"/>
                      </a:cubicBezTo>
                      <a:close/>
                    </a:path>
                  </a:pathLst>
                </a:custGeom>
                <a:solidFill>
                  <a:schemeClr val="lt2"/>
                </a:solidFill>
                <a:ln w="952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116"/>
                <p:cNvSpPr/>
                <p:nvPr/>
              </p:nvSpPr>
              <p:spPr>
                <a:xfrm>
                  <a:off x="3491615" y="828123"/>
                  <a:ext cx="33979" cy="49867"/>
                </a:xfrm>
                <a:custGeom>
                  <a:avLst/>
                  <a:gdLst/>
                  <a:ahLst/>
                  <a:cxnLst/>
                  <a:rect l="l" t="t" r="r" b="b"/>
                  <a:pathLst>
                    <a:path w="2038" h="2991" extrusionOk="0">
                      <a:moveTo>
                        <a:pt x="1612" y="1"/>
                      </a:moveTo>
                      <a:lnTo>
                        <a:pt x="1" y="1278"/>
                      </a:lnTo>
                      <a:lnTo>
                        <a:pt x="274" y="1916"/>
                      </a:lnTo>
                      <a:lnTo>
                        <a:pt x="366" y="2402"/>
                      </a:lnTo>
                      <a:cubicBezTo>
                        <a:pt x="396" y="2463"/>
                        <a:pt x="426" y="2524"/>
                        <a:pt x="426" y="2585"/>
                      </a:cubicBezTo>
                      <a:cubicBezTo>
                        <a:pt x="567" y="2842"/>
                        <a:pt x="833" y="2991"/>
                        <a:pt x="1100" y="2991"/>
                      </a:cubicBezTo>
                      <a:cubicBezTo>
                        <a:pt x="1180" y="2991"/>
                        <a:pt x="1261" y="2977"/>
                        <a:pt x="1338" y="2949"/>
                      </a:cubicBezTo>
                      <a:cubicBezTo>
                        <a:pt x="1581" y="2858"/>
                        <a:pt x="2007" y="1490"/>
                        <a:pt x="2007" y="1490"/>
                      </a:cubicBezTo>
                      <a:cubicBezTo>
                        <a:pt x="2037" y="1338"/>
                        <a:pt x="2037" y="1217"/>
                        <a:pt x="1977" y="1065"/>
                      </a:cubicBezTo>
                      <a:lnTo>
                        <a:pt x="1612" y="1"/>
                      </a:lnTo>
                      <a:close/>
                    </a:path>
                  </a:pathLst>
                </a:custGeom>
                <a:solidFill>
                  <a:srgbClr val="FFFFFF"/>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116"/>
                <p:cNvSpPr/>
                <p:nvPr/>
              </p:nvSpPr>
              <p:spPr>
                <a:xfrm>
                  <a:off x="3457673" y="824272"/>
                  <a:ext cx="78061" cy="99652"/>
                </a:xfrm>
                <a:custGeom>
                  <a:avLst/>
                  <a:gdLst/>
                  <a:ahLst/>
                  <a:cxnLst/>
                  <a:rect l="l" t="t" r="r" b="b"/>
                  <a:pathLst>
                    <a:path w="4682" h="5977" extrusionOk="0">
                      <a:moveTo>
                        <a:pt x="3172" y="1"/>
                      </a:moveTo>
                      <a:cubicBezTo>
                        <a:pt x="3128" y="1"/>
                        <a:pt x="3083" y="7"/>
                        <a:pt x="3040" y="19"/>
                      </a:cubicBezTo>
                      <a:lnTo>
                        <a:pt x="1125" y="658"/>
                      </a:lnTo>
                      <a:cubicBezTo>
                        <a:pt x="1003" y="718"/>
                        <a:pt x="882" y="810"/>
                        <a:pt x="851" y="931"/>
                      </a:cubicBezTo>
                      <a:lnTo>
                        <a:pt x="183" y="2664"/>
                      </a:lnTo>
                      <a:cubicBezTo>
                        <a:pt x="0" y="3120"/>
                        <a:pt x="152" y="3636"/>
                        <a:pt x="547" y="3910"/>
                      </a:cubicBezTo>
                      <a:lnTo>
                        <a:pt x="3313" y="5977"/>
                      </a:lnTo>
                      <a:lnTo>
                        <a:pt x="4681" y="4275"/>
                      </a:lnTo>
                      <a:cubicBezTo>
                        <a:pt x="4286" y="3272"/>
                        <a:pt x="3526" y="2451"/>
                        <a:pt x="2584" y="1965"/>
                      </a:cubicBezTo>
                      <a:lnTo>
                        <a:pt x="2310" y="1782"/>
                      </a:lnTo>
                      <a:lnTo>
                        <a:pt x="3465" y="810"/>
                      </a:lnTo>
                      <a:cubicBezTo>
                        <a:pt x="3648" y="688"/>
                        <a:pt x="3678" y="445"/>
                        <a:pt x="3587" y="262"/>
                      </a:cubicBezTo>
                      <a:cubicBezTo>
                        <a:pt x="3514" y="93"/>
                        <a:pt x="3346" y="1"/>
                        <a:pt x="31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116"/>
                <p:cNvSpPr/>
                <p:nvPr/>
              </p:nvSpPr>
              <p:spPr>
                <a:xfrm>
                  <a:off x="3457673" y="823572"/>
                  <a:ext cx="78061" cy="100352"/>
                </a:xfrm>
                <a:custGeom>
                  <a:avLst/>
                  <a:gdLst/>
                  <a:ahLst/>
                  <a:cxnLst/>
                  <a:rect l="l" t="t" r="r" b="b"/>
                  <a:pathLst>
                    <a:path w="4682" h="6019" fill="none" extrusionOk="0">
                      <a:moveTo>
                        <a:pt x="3313" y="6019"/>
                      </a:moveTo>
                      <a:lnTo>
                        <a:pt x="547" y="3952"/>
                      </a:lnTo>
                      <a:cubicBezTo>
                        <a:pt x="152" y="3678"/>
                        <a:pt x="0" y="3162"/>
                        <a:pt x="183" y="2706"/>
                      </a:cubicBezTo>
                      <a:lnTo>
                        <a:pt x="851" y="973"/>
                      </a:lnTo>
                      <a:cubicBezTo>
                        <a:pt x="882" y="852"/>
                        <a:pt x="1003" y="760"/>
                        <a:pt x="1125" y="700"/>
                      </a:cubicBezTo>
                      <a:lnTo>
                        <a:pt x="3040" y="61"/>
                      </a:lnTo>
                      <a:cubicBezTo>
                        <a:pt x="3253" y="0"/>
                        <a:pt x="3496" y="92"/>
                        <a:pt x="3587" y="304"/>
                      </a:cubicBezTo>
                      <a:lnTo>
                        <a:pt x="3587" y="304"/>
                      </a:lnTo>
                      <a:cubicBezTo>
                        <a:pt x="3678" y="487"/>
                        <a:pt x="3648" y="730"/>
                        <a:pt x="3465" y="852"/>
                      </a:cubicBezTo>
                      <a:lnTo>
                        <a:pt x="2310" y="1824"/>
                      </a:lnTo>
                      <a:lnTo>
                        <a:pt x="2584" y="2007"/>
                      </a:lnTo>
                      <a:cubicBezTo>
                        <a:pt x="3526" y="2493"/>
                        <a:pt x="4286" y="3314"/>
                        <a:pt x="4681" y="4317"/>
                      </a:cubicBezTo>
                    </a:path>
                  </a:pathLst>
                </a:custGeom>
                <a:solidFill>
                  <a:schemeClr val="lt2"/>
                </a:solidFill>
                <a:ln w="952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116"/>
                <p:cNvSpPr/>
                <p:nvPr/>
              </p:nvSpPr>
              <p:spPr>
                <a:xfrm>
                  <a:off x="3441452" y="937084"/>
                  <a:ext cx="277731" cy="473332"/>
                </a:xfrm>
                <a:custGeom>
                  <a:avLst/>
                  <a:gdLst/>
                  <a:ahLst/>
                  <a:cxnLst/>
                  <a:rect l="l" t="t" r="r" b="b"/>
                  <a:pathLst>
                    <a:path w="16658" h="28390" extrusionOk="0">
                      <a:moveTo>
                        <a:pt x="10821" y="0"/>
                      </a:moveTo>
                      <a:lnTo>
                        <a:pt x="3982" y="2432"/>
                      </a:lnTo>
                      <a:lnTo>
                        <a:pt x="7204" y="12827"/>
                      </a:lnTo>
                      <a:lnTo>
                        <a:pt x="4864" y="14073"/>
                      </a:lnTo>
                      <a:lnTo>
                        <a:pt x="1" y="16718"/>
                      </a:lnTo>
                      <a:lnTo>
                        <a:pt x="912" y="20395"/>
                      </a:lnTo>
                      <a:lnTo>
                        <a:pt x="2858" y="28390"/>
                      </a:lnTo>
                      <a:lnTo>
                        <a:pt x="8755" y="22614"/>
                      </a:lnTo>
                      <a:lnTo>
                        <a:pt x="16657" y="14833"/>
                      </a:lnTo>
                      <a:lnTo>
                        <a:pt x="10821" y="0"/>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116"/>
                <p:cNvSpPr/>
                <p:nvPr/>
              </p:nvSpPr>
              <p:spPr>
                <a:xfrm>
                  <a:off x="3453084" y="1266369"/>
                  <a:ext cx="130762" cy="133297"/>
                </a:xfrm>
                <a:custGeom>
                  <a:avLst/>
                  <a:gdLst/>
                  <a:ahLst/>
                  <a:cxnLst/>
                  <a:rect l="l" t="t" r="r" b="b"/>
                  <a:pathLst>
                    <a:path w="7843" h="7995" extrusionOk="0">
                      <a:moveTo>
                        <a:pt x="0" y="0"/>
                      </a:moveTo>
                      <a:lnTo>
                        <a:pt x="1946" y="7995"/>
                      </a:lnTo>
                      <a:lnTo>
                        <a:pt x="7843" y="2219"/>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116"/>
                <p:cNvSpPr/>
                <p:nvPr/>
              </p:nvSpPr>
              <p:spPr>
                <a:xfrm>
                  <a:off x="3522022" y="975076"/>
                  <a:ext cx="96817" cy="33979"/>
                </a:xfrm>
                <a:custGeom>
                  <a:avLst/>
                  <a:gdLst/>
                  <a:ahLst/>
                  <a:cxnLst/>
                  <a:rect l="l" t="t" r="r" b="b"/>
                  <a:pathLst>
                    <a:path w="5807" h="2038" fill="none" extrusionOk="0">
                      <a:moveTo>
                        <a:pt x="1" y="2037"/>
                      </a:moveTo>
                      <a:lnTo>
                        <a:pt x="5806" y="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116"/>
                <p:cNvSpPr/>
                <p:nvPr/>
              </p:nvSpPr>
              <p:spPr>
                <a:xfrm>
                  <a:off x="3549895" y="1113411"/>
                  <a:ext cx="81095" cy="83629"/>
                </a:xfrm>
                <a:custGeom>
                  <a:avLst/>
                  <a:gdLst/>
                  <a:ahLst/>
                  <a:cxnLst/>
                  <a:rect l="l" t="t" r="r" b="b"/>
                  <a:pathLst>
                    <a:path w="4864" h="5016" extrusionOk="0">
                      <a:moveTo>
                        <a:pt x="0" y="1"/>
                      </a:moveTo>
                      <a:lnTo>
                        <a:pt x="699" y="2250"/>
                      </a:lnTo>
                      <a:cubicBezTo>
                        <a:pt x="2037" y="3223"/>
                        <a:pt x="3435" y="4165"/>
                        <a:pt x="4864" y="5016"/>
                      </a:cubicBezTo>
                      <a:lnTo>
                        <a:pt x="0" y="1"/>
                      </a:lnTo>
                      <a:close/>
                    </a:path>
                  </a:pathLst>
                </a:custGeom>
                <a:solidFill>
                  <a:srgbClr val="231F20"/>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116"/>
                <p:cNvSpPr/>
                <p:nvPr/>
              </p:nvSpPr>
              <p:spPr>
                <a:xfrm>
                  <a:off x="2750282" y="1421504"/>
                  <a:ext cx="1248704" cy="1216209"/>
                </a:xfrm>
                <a:custGeom>
                  <a:avLst/>
                  <a:gdLst/>
                  <a:ahLst/>
                  <a:cxnLst/>
                  <a:rect l="l" t="t" r="r" b="b"/>
                  <a:pathLst>
                    <a:path w="74896" h="72947" extrusionOk="0">
                      <a:moveTo>
                        <a:pt x="43983" y="0"/>
                      </a:moveTo>
                      <a:lnTo>
                        <a:pt x="17752" y="3526"/>
                      </a:lnTo>
                      <a:lnTo>
                        <a:pt x="6050" y="62311"/>
                      </a:lnTo>
                      <a:lnTo>
                        <a:pt x="1" y="65351"/>
                      </a:lnTo>
                      <a:cubicBezTo>
                        <a:pt x="1" y="65351"/>
                        <a:pt x="10313" y="72946"/>
                        <a:pt x="30593" y="72946"/>
                      </a:cubicBezTo>
                      <a:cubicBezTo>
                        <a:pt x="32608" y="72946"/>
                        <a:pt x="34721" y="72871"/>
                        <a:pt x="36932" y="72706"/>
                      </a:cubicBezTo>
                      <a:cubicBezTo>
                        <a:pt x="61400" y="70852"/>
                        <a:pt x="74896" y="50761"/>
                        <a:pt x="74896" y="50761"/>
                      </a:cubicBezTo>
                      <a:lnTo>
                        <a:pt x="43983" y="0"/>
                      </a:lnTo>
                      <a:close/>
                    </a:path>
                  </a:pathLst>
                </a:custGeom>
                <a:solidFill>
                  <a:schemeClr val="accent5"/>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116"/>
                <p:cNvSpPr/>
                <p:nvPr/>
              </p:nvSpPr>
              <p:spPr>
                <a:xfrm>
                  <a:off x="3570167" y="2782044"/>
                  <a:ext cx="290902" cy="264042"/>
                </a:xfrm>
                <a:custGeom>
                  <a:avLst/>
                  <a:gdLst/>
                  <a:ahLst/>
                  <a:cxnLst/>
                  <a:rect l="l" t="t" r="r" b="b"/>
                  <a:pathLst>
                    <a:path w="17448" h="15837" extrusionOk="0">
                      <a:moveTo>
                        <a:pt x="6079" y="0"/>
                      </a:moveTo>
                      <a:lnTo>
                        <a:pt x="0" y="1551"/>
                      </a:lnTo>
                      <a:lnTo>
                        <a:pt x="2310" y="7660"/>
                      </a:lnTo>
                      <a:lnTo>
                        <a:pt x="3587" y="11004"/>
                      </a:lnTo>
                      <a:lnTo>
                        <a:pt x="3708" y="15624"/>
                      </a:lnTo>
                      <a:lnTo>
                        <a:pt x="16779" y="15836"/>
                      </a:lnTo>
                      <a:cubicBezTo>
                        <a:pt x="17295" y="15836"/>
                        <a:pt x="17447" y="15107"/>
                        <a:pt x="16991" y="14894"/>
                      </a:cubicBezTo>
                      <a:cubicBezTo>
                        <a:pt x="12736" y="13101"/>
                        <a:pt x="8025" y="9666"/>
                        <a:pt x="8025" y="9666"/>
                      </a:cubicBezTo>
                      <a:lnTo>
                        <a:pt x="6839" y="3739"/>
                      </a:lnTo>
                      <a:lnTo>
                        <a:pt x="6079" y="0"/>
                      </a:ln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116"/>
                <p:cNvSpPr/>
                <p:nvPr/>
              </p:nvSpPr>
              <p:spPr>
                <a:xfrm>
                  <a:off x="3629448" y="2943184"/>
                  <a:ext cx="231614" cy="102886"/>
                </a:xfrm>
                <a:custGeom>
                  <a:avLst/>
                  <a:gdLst/>
                  <a:ahLst/>
                  <a:cxnLst/>
                  <a:rect l="l" t="t" r="r" b="b"/>
                  <a:pathLst>
                    <a:path w="13892" h="6171" extrusionOk="0">
                      <a:moveTo>
                        <a:pt x="4469" y="0"/>
                      </a:moveTo>
                      <a:cubicBezTo>
                        <a:pt x="4469" y="0"/>
                        <a:pt x="3405" y="730"/>
                        <a:pt x="0" y="1338"/>
                      </a:cubicBezTo>
                      <a:lnTo>
                        <a:pt x="152" y="5958"/>
                      </a:lnTo>
                      <a:lnTo>
                        <a:pt x="13223" y="6170"/>
                      </a:lnTo>
                      <a:cubicBezTo>
                        <a:pt x="13739" y="6170"/>
                        <a:pt x="13891" y="5441"/>
                        <a:pt x="13435" y="5228"/>
                      </a:cubicBezTo>
                      <a:cubicBezTo>
                        <a:pt x="9180" y="3435"/>
                        <a:pt x="4469" y="0"/>
                        <a:pt x="4469" y="0"/>
                      </a:cubicBez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116"/>
                <p:cNvSpPr/>
                <p:nvPr/>
              </p:nvSpPr>
              <p:spPr>
                <a:xfrm>
                  <a:off x="3245854" y="1755421"/>
                  <a:ext cx="501726" cy="1083212"/>
                </a:xfrm>
                <a:custGeom>
                  <a:avLst/>
                  <a:gdLst/>
                  <a:ahLst/>
                  <a:cxnLst/>
                  <a:rect l="l" t="t" r="r" b="b"/>
                  <a:pathLst>
                    <a:path w="30093" h="64970" extrusionOk="0">
                      <a:moveTo>
                        <a:pt x="305" y="1"/>
                      </a:moveTo>
                      <a:lnTo>
                        <a:pt x="274" y="1004"/>
                      </a:lnTo>
                      <a:lnTo>
                        <a:pt x="153" y="8117"/>
                      </a:lnTo>
                      <a:lnTo>
                        <a:pt x="1" y="15776"/>
                      </a:lnTo>
                      <a:lnTo>
                        <a:pt x="1" y="15928"/>
                      </a:lnTo>
                      <a:lnTo>
                        <a:pt x="4834" y="32342"/>
                      </a:lnTo>
                      <a:lnTo>
                        <a:pt x="7205" y="40427"/>
                      </a:lnTo>
                      <a:lnTo>
                        <a:pt x="14408" y="64895"/>
                      </a:lnTo>
                      <a:cubicBezTo>
                        <a:pt x="14978" y="64946"/>
                        <a:pt x="15562" y="64969"/>
                        <a:pt x="16154" y="64969"/>
                      </a:cubicBezTo>
                      <a:cubicBezTo>
                        <a:pt x="22660" y="64969"/>
                        <a:pt x="30093" y="62160"/>
                        <a:pt x="30093" y="62160"/>
                      </a:cubicBezTo>
                      <a:lnTo>
                        <a:pt x="16323" y="2129"/>
                      </a:lnTo>
                      <a:lnTo>
                        <a:pt x="7752" y="974"/>
                      </a:lnTo>
                      <a:lnTo>
                        <a:pt x="5533" y="700"/>
                      </a:lnTo>
                      <a:lnTo>
                        <a:pt x="2858" y="335"/>
                      </a:lnTo>
                      <a:lnTo>
                        <a:pt x="305" y="1"/>
                      </a:ln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116"/>
                <p:cNvSpPr/>
                <p:nvPr/>
              </p:nvSpPr>
              <p:spPr>
                <a:xfrm>
                  <a:off x="3470843" y="2741000"/>
                  <a:ext cx="249854" cy="44616"/>
                </a:xfrm>
                <a:custGeom>
                  <a:avLst/>
                  <a:gdLst/>
                  <a:ahLst/>
                  <a:cxnLst/>
                  <a:rect l="l" t="t" r="r" b="b"/>
                  <a:pathLst>
                    <a:path w="14986" h="2676" fill="none" extrusionOk="0">
                      <a:moveTo>
                        <a:pt x="14986" y="0"/>
                      </a:moveTo>
                      <a:cubicBezTo>
                        <a:pt x="10183" y="1702"/>
                        <a:pt x="5107" y="2614"/>
                        <a:pt x="1" y="2675"/>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116"/>
                <p:cNvSpPr/>
                <p:nvPr/>
              </p:nvSpPr>
              <p:spPr>
                <a:xfrm>
                  <a:off x="3245854" y="1755421"/>
                  <a:ext cx="501726" cy="1090081"/>
                </a:xfrm>
                <a:custGeom>
                  <a:avLst/>
                  <a:gdLst/>
                  <a:ahLst/>
                  <a:cxnLst/>
                  <a:rect l="l" t="t" r="r" b="b"/>
                  <a:pathLst>
                    <a:path w="30093" h="65382" fill="none" extrusionOk="0">
                      <a:moveTo>
                        <a:pt x="30093" y="62160"/>
                      </a:moveTo>
                      <a:cubicBezTo>
                        <a:pt x="26992" y="63345"/>
                        <a:pt x="19971" y="65382"/>
                        <a:pt x="14408" y="64895"/>
                      </a:cubicBezTo>
                      <a:lnTo>
                        <a:pt x="7205" y="40427"/>
                      </a:lnTo>
                      <a:lnTo>
                        <a:pt x="1" y="15928"/>
                      </a:lnTo>
                      <a:lnTo>
                        <a:pt x="1" y="15776"/>
                      </a:lnTo>
                      <a:lnTo>
                        <a:pt x="305" y="1"/>
                      </a:lnTo>
                      <a:lnTo>
                        <a:pt x="16323" y="2129"/>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116"/>
                <p:cNvSpPr/>
                <p:nvPr/>
              </p:nvSpPr>
              <p:spPr>
                <a:xfrm>
                  <a:off x="2894701" y="2833724"/>
                  <a:ext cx="242768" cy="211341"/>
                </a:xfrm>
                <a:custGeom>
                  <a:avLst/>
                  <a:gdLst/>
                  <a:ahLst/>
                  <a:cxnLst/>
                  <a:rect l="l" t="t" r="r" b="b"/>
                  <a:pathLst>
                    <a:path w="14561" h="12676" extrusionOk="0">
                      <a:moveTo>
                        <a:pt x="14560" y="1"/>
                      </a:moveTo>
                      <a:lnTo>
                        <a:pt x="8542" y="153"/>
                      </a:lnTo>
                      <a:lnTo>
                        <a:pt x="8451" y="1277"/>
                      </a:lnTo>
                      <a:lnTo>
                        <a:pt x="7995" y="7296"/>
                      </a:lnTo>
                      <a:cubicBezTo>
                        <a:pt x="5624" y="8907"/>
                        <a:pt x="3162" y="10305"/>
                        <a:pt x="578" y="11551"/>
                      </a:cubicBezTo>
                      <a:cubicBezTo>
                        <a:pt x="1" y="11794"/>
                        <a:pt x="183" y="12615"/>
                        <a:pt x="821" y="12645"/>
                      </a:cubicBezTo>
                      <a:lnTo>
                        <a:pt x="13040" y="12676"/>
                      </a:lnTo>
                      <a:lnTo>
                        <a:pt x="12584" y="8086"/>
                      </a:lnTo>
                      <a:lnTo>
                        <a:pt x="13436" y="4621"/>
                      </a:lnTo>
                      <a:lnTo>
                        <a:pt x="14560" y="1"/>
                      </a:ln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116"/>
                <p:cNvSpPr/>
                <p:nvPr/>
              </p:nvSpPr>
              <p:spPr>
                <a:xfrm>
                  <a:off x="2894701" y="2955337"/>
                  <a:ext cx="217426" cy="89715"/>
                </a:xfrm>
                <a:custGeom>
                  <a:avLst/>
                  <a:gdLst/>
                  <a:ahLst/>
                  <a:cxnLst/>
                  <a:rect l="l" t="t" r="r" b="b"/>
                  <a:pathLst>
                    <a:path w="13041" h="5381" extrusionOk="0">
                      <a:moveTo>
                        <a:pt x="7995" y="1"/>
                      </a:moveTo>
                      <a:cubicBezTo>
                        <a:pt x="5624" y="1612"/>
                        <a:pt x="3162" y="3010"/>
                        <a:pt x="578" y="4256"/>
                      </a:cubicBezTo>
                      <a:cubicBezTo>
                        <a:pt x="1" y="4499"/>
                        <a:pt x="183" y="5320"/>
                        <a:pt x="821" y="5350"/>
                      </a:cubicBezTo>
                      <a:lnTo>
                        <a:pt x="13040" y="5381"/>
                      </a:lnTo>
                      <a:lnTo>
                        <a:pt x="12584" y="791"/>
                      </a:lnTo>
                      <a:cubicBezTo>
                        <a:pt x="9150" y="609"/>
                        <a:pt x="7995" y="1"/>
                        <a:pt x="7995" y="1"/>
                      </a:cubicBez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116"/>
                <p:cNvSpPr/>
                <p:nvPr/>
              </p:nvSpPr>
              <p:spPr>
                <a:xfrm>
                  <a:off x="2969703" y="1750353"/>
                  <a:ext cx="403408" cy="1110755"/>
                </a:xfrm>
                <a:custGeom>
                  <a:avLst/>
                  <a:gdLst/>
                  <a:ahLst/>
                  <a:cxnLst/>
                  <a:rect l="l" t="t" r="r" b="b"/>
                  <a:pathLst>
                    <a:path w="24196" h="66622" extrusionOk="0">
                      <a:moveTo>
                        <a:pt x="21946" y="1"/>
                      </a:moveTo>
                      <a:lnTo>
                        <a:pt x="19453" y="639"/>
                      </a:lnTo>
                      <a:lnTo>
                        <a:pt x="16839" y="1308"/>
                      </a:lnTo>
                      <a:lnTo>
                        <a:pt x="6323" y="4074"/>
                      </a:lnTo>
                      <a:lnTo>
                        <a:pt x="4712" y="19697"/>
                      </a:lnTo>
                      <a:lnTo>
                        <a:pt x="0" y="65351"/>
                      </a:lnTo>
                      <a:cubicBezTo>
                        <a:pt x="0" y="65351"/>
                        <a:pt x="5271" y="66621"/>
                        <a:pt x="10732" y="66621"/>
                      </a:cubicBezTo>
                      <a:cubicBezTo>
                        <a:pt x="12491" y="66621"/>
                        <a:pt x="14269" y="66490"/>
                        <a:pt x="15897" y="66142"/>
                      </a:cubicBezTo>
                      <a:lnTo>
                        <a:pt x="21399" y="32676"/>
                      </a:lnTo>
                      <a:lnTo>
                        <a:pt x="24195" y="15776"/>
                      </a:lnTo>
                      <a:lnTo>
                        <a:pt x="22402" y="3101"/>
                      </a:lnTo>
                      <a:lnTo>
                        <a:pt x="22098" y="1004"/>
                      </a:lnTo>
                      <a:lnTo>
                        <a:pt x="21946" y="1"/>
                      </a:ln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116"/>
                <p:cNvSpPr/>
                <p:nvPr/>
              </p:nvSpPr>
              <p:spPr>
                <a:xfrm>
                  <a:off x="2969703" y="1750353"/>
                  <a:ext cx="401891" cy="1123526"/>
                </a:xfrm>
                <a:custGeom>
                  <a:avLst/>
                  <a:gdLst/>
                  <a:ahLst/>
                  <a:cxnLst/>
                  <a:rect l="l" t="t" r="r" b="b"/>
                  <a:pathLst>
                    <a:path w="24105" h="67388" fill="none" extrusionOk="0">
                      <a:moveTo>
                        <a:pt x="0" y="65321"/>
                      </a:moveTo>
                      <a:cubicBezTo>
                        <a:pt x="1946" y="65747"/>
                        <a:pt x="10092" y="67388"/>
                        <a:pt x="15897" y="66111"/>
                      </a:cubicBezTo>
                      <a:lnTo>
                        <a:pt x="23952" y="17296"/>
                      </a:lnTo>
                      <a:cubicBezTo>
                        <a:pt x="24104" y="16293"/>
                        <a:pt x="24104" y="15260"/>
                        <a:pt x="23982" y="14256"/>
                      </a:cubicBezTo>
                      <a:lnTo>
                        <a:pt x="21946" y="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116"/>
                <p:cNvSpPr/>
                <p:nvPr/>
              </p:nvSpPr>
              <p:spPr>
                <a:xfrm>
                  <a:off x="3368484" y="1741234"/>
                  <a:ext cx="27376" cy="241251"/>
                </a:xfrm>
                <a:custGeom>
                  <a:avLst/>
                  <a:gdLst/>
                  <a:ahLst/>
                  <a:cxnLst/>
                  <a:rect l="l" t="t" r="r" b="b"/>
                  <a:pathLst>
                    <a:path w="1642" h="14470" fill="none" extrusionOk="0">
                      <a:moveTo>
                        <a:pt x="61" y="1"/>
                      </a:moveTo>
                      <a:lnTo>
                        <a:pt x="1520" y="11034"/>
                      </a:lnTo>
                      <a:cubicBezTo>
                        <a:pt x="1642" y="12007"/>
                        <a:pt x="1338" y="12980"/>
                        <a:pt x="700" y="13709"/>
                      </a:cubicBezTo>
                      <a:lnTo>
                        <a:pt x="1" y="14469"/>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116"/>
                <p:cNvSpPr/>
                <p:nvPr/>
              </p:nvSpPr>
              <p:spPr>
                <a:xfrm>
                  <a:off x="2990475" y="2786095"/>
                  <a:ext cx="253405" cy="27376"/>
                </a:xfrm>
                <a:custGeom>
                  <a:avLst/>
                  <a:gdLst/>
                  <a:ahLst/>
                  <a:cxnLst/>
                  <a:rect l="l" t="t" r="r" b="b"/>
                  <a:pathLst>
                    <a:path w="15199" h="1642" fill="none" extrusionOk="0">
                      <a:moveTo>
                        <a:pt x="0" y="0"/>
                      </a:moveTo>
                      <a:cubicBezTo>
                        <a:pt x="0" y="0"/>
                        <a:pt x="8420" y="1642"/>
                        <a:pt x="15198" y="639"/>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116"/>
                <p:cNvSpPr/>
                <p:nvPr/>
              </p:nvSpPr>
              <p:spPr>
                <a:xfrm>
                  <a:off x="3035569" y="1243127"/>
                  <a:ext cx="570650" cy="623101"/>
                </a:xfrm>
                <a:custGeom>
                  <a:avLst/>
                  <a:gdLst/>
                  <a:ahLst/>
                  <a:cxnLst/>
                  <a:rect l="l" t="t" r="r" b="b"/>
                  <a:pathLst>
                    <a:path w="34227" h="37373" extrusionOk="0">
                      <a:moveTo>
                        <a:pt x="23284" y="1"/>
                      </a:moveTo>
                      <a:lnTo>
                        <a:pt x="10639" y="5411"/>
                      </a:lnTo>
                      <a:lnTo>
                        <a:pt x="1581" y="6718"/>
                      </a:lnTo>
                      <a:lnTo>
                        <a:pt x="1" y="36992"/>
                      </a:lnTo>
                      <a:cubicBezTo>
                        <a:pt x="1" y="36992"/>
                        <a:pt x="1272" y="37372"/>
                        <a:pt x="3703" y="37372"/>
                      </a:cubicBezTo>
                      <a:cubicBezTo>
                        <a:pt x="4778" y="37372"/>
                        <a:pt x="6080" y="37298"/>
                        <a:pt x="7600" y="37084"/>
                      </a:cubicBezTo>
                      <a:cubicBezTo>
                        <a:pt x="12524" y="36384"/>
                        <a:pt x="16566" y="33132"/>
                        <a:pt x="16566" y="33132"/>
                      </a:cubicBezTo>
                      <a:cubicBezTo>
                        <a:pt x="16566" y="33132"/>
                        <a:pt x="17720" y="33328"/>
                        <a:pt x="19396" y="33328"/>
                      </a:cubicBezTo>
                      <a:cubicBezTo>
                        <a:pt x="21845" y="33328"/>
                        <a:pt x="25410" y="32910"/>
                        <a:pt x="28117" y="30852"/>
                      </a:cubicBezTo>
                      <a:cubicBezTo>
                        <a:pt x="32646" y="27387"/>
                        <a:pt x="34226" y="21977"/>
                        <a:pt x="30579" y="14986"/>
                      </a:cubicBezTo>
                      <a:cubicBezTo>
                        <a:pt x="26931" y="7995"/>
                        <a:pt x="23284" y="1"/>
                        <a:pt x="23284" y="1"/>
                      </a:cubicBez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116"/>
                <p:cNvSpPr/>
                <p:nvPr/>
              </p:nvSpPr>
              <p:spPr>
                <a:xfrm>
                  <a:off x="2750282" y="1329281"/>
                  <a:ext cx="468781" cy="1236533"/>
                </a:xfrm>
                <a:custGeom>
                  <a:avLst/>
                  <a:gdLst/>
                  <a:ahLst/>
                  <a:cxnLst/>
                  <a:rect l="l" t="t" r="r" b="b"/>
                  <a:pathLst>
                    <a:path w="28117" h="74166" extrusionOk="0">
                      <a:moveTo>
                        <a:pt x="26020" y="0"/>
                      </a:moveTo>
                      <a:lnTo>
                        <a:pt x="15533" y="2249"/>
                      </a:lnTo>
                      <a:cubicBezTo>
                        <a:pt x="15533" y="2249"/>
                        <a:pt x="10001" y="47205"/>
                        <a:pt x="1" y="70883"/>
                      </a:cubicBezTo>
                      <a:cubicBezTo>
                        <a:pt x="1" y="70883"/>
                        <a:pt x="8816" y="73649"/>
                        <a:pt x="17478" y="74165"/>
                      </a:cubicBezTo>
                      <a:cubicBezTo>
                        <a:pt x="17478" y="74165"/>
                        <a:pt x="28117" y="32615"/>
                        <a:pt x="26020" y="0"/>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116"/>
                <p:cNvSpPr/>
                <p:nvPr/>
              </p:nvSpPr>
              <p:spPr>
                <a:xfrm>
                  <a:off x="2807546" y="2470916"/>
                  <a:ext cx="246820" cy="44099"/>
                </a:xfrm>
                <a:custGeom>
                  <a:avLst/>
                  <a:gdLst/>
                  <a:ahLst/>
                  <a:cxnLst/>
                  <a:rect l="l" t="t" r="r" b="b"/>
                  <a:pathLst>
                    <a:path w="14804" h="2645" fill="none" extrusionOk="0">
                      <a:moveTo>
                        <a:pt x="14803" y="2645"/>
                      </a:moveTo>
                      <a:cubicBezTo>
                        <a:pt x="14803" y="2645"/>
                        <a:pt x="4894" y="1307"/>
                        <a:pt x="1" y="0"/>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116"/>
                <p:cNvSpPr/>
                <p:nvPr/>
              </p:nvSpPr>
              <p:spPr>
                <a:xfrm>
                  <a:off x="3278796" y="1216287"/>
                  <a:ext cx="720135" cy="1244135"/>
                </a:xfrm>
                <a:custGeom>
                  <a:avLst/>
                  <a:gdLst/>
                  <a:ahLst/>
                  <a:cxnLst/>
                  <a:rect l="l" t="t" r="r" b="b"/>
                  <a:pathLst>
                    <a:path w="43193" h="74622" extrusionOk="0">
                      <a:moveTo>
                        <a:pt x="9758" y="0"/>
                      </a:moveTo>
                      <a:lnTo>
                        <a:pt x="1" y="4833"/>
                      </a:lnTo>
                      <a:cubicBezTo>
                        <a:pt x="1" y="4833"/>
                        <a:pt x="14591" y="52919"/>
                        <a:pt x="26171" y="74621"/>
                      </a:cubicBezTo>
                      <a:cubicBezTo>
                        <a:pt x="26171" y="74621"/>
                        <a:pt x="38451" y="67934"/>
                        <a:pt x="43193" y="63071"/>
                      </a:cubicBezTo>
                      <a:cubicBezTo>
                        <a:pt x="43193" y="63071"/>
                        <a:pt x="17812" y="16170"/>
                        <a:pt x="9758" y="0"/>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116"/>
                <p:cNvSpPr/>
                <p:nvPr/>
              </p:nvSpPr>
              <p:spPr>
                <a:xfrm>
                  <a:off x="3684679" y="2243393"/>
                  <a:ext cx="247837" cy="157622"/>
                </a:xfrm>
                <a:custGeom>
                  <a:avLst/>
                  <a:gdLst/>
                  <a:ahLst/>
                  <a:cxnLst/>
                  <a:rect l="l" t="t" r="r" b="b"/>
                  <a:pathLst>
                    <a:path w="14865" h="9454" fill="none" extrusionOk="0">
                      <a:moveTo>
                        <a:pt x="1" y="9454"/>
                      </a:moveTo>
                      <a:cubicBezTo>
                        <a:pt x="1" y="9454"/>
                        <a:pt x="8390" y="4743"/>
                        <a:pt x="14864" y="1"/>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116"/>
                <p:cNvSpPr/>
                <p:nvPr/>
              </p:nvSpPr>
              <p:spPr>
                <a:xfrm>
                  <a:off x="3020882" y="1216787"/>
                  <a:ext cx="404408" cy="230597"/>
                </a:xfrm>
                <a:custGeom>
                  <a:avLst/>
                  <a:gdLst/>
                  <a:ahLst/>
                  <a:cxnLst/>
                  <a:rect l="l" t="t" r="r" b="b"/>
                  <a:pathLst>
                    <a:path w="24256" h="13831" extrusionOk="0">
                      <a:moveTo>
                        <a:pt x="24256" y="0"/>
                      </a:moveTo>
                      <a:lnTo>
                        <a:pt x="21551" y="1247"/>
                      </a:lnTo>
                      <a:lnTo>
                        <a:pt x="12797" y="5289"/>
                      </a:lnTo>
                      <a:lnTo>
                        <a:pt x="2614" y="7842"/>
                      </a:lnTo>
                      <a:lnTo>
                        <a:pt x="0" y="8511"/>
                      </a:lnTo>
                      <a:cubicBezTo>
                        <a:pt x="0" y="8511"/>
                        <a:pt x="7873" y="12432"/>
                        <a:pt x="14833" y="13830"/>
                      </a:cubicBezTo>
                      <a:cubicBezTo>
                        <a:pt x="14833" y="13830"/>
                        <a:pt x="21885" y="4560"/>
                        <a:pt x="24256" y="0"/>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116"/>
                <p:cNvSpPr/>
                <p:nvPr/>
              </p:nvSpPr>
              <p:spPr>
                <a:xfrm>
                  <a:off x="3064460" y="1237559"/>
                  <a:ext cx="315727" cy="173327"/>
                </a:xfrm>
                <a:custGeom>
                  <a:avLst/>
                  <a:gdLst/>
                  <a:ahLst/>
                  <a:cxnLst/>
                  <a:rect l="l" t="t" r="r" b="b"/>
                  <a:pathLst>
                    <a:path w="18937" h="10396" extrusionOk="0">
                      <a:moveTo>
                        <a:pt x="18937" y="1"/>
                      </a:moveTo>
                      <a:lnTo>
                        <a:pt x="10183" y="4043"/>
                      </a:lnTo>
                      <a:lnTo>
                        <a:pt x="0" y="6596"/>
                      </a:lnTo>
                      <a:cubicBezTo>
                        <a:pt x="2949" y="7843"/>
                        <a:pt x="7417" y="9575"/>
                        <a:pt x="11551" y="10396"/>
                      </a:cubicBezTo>
                      <a:cubicBezTo>
                        <a:pt x="11551" y="10396"/>
                        <a:pt x="15928" y="4651"/>
                        <a:pt x="18937"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7" name="Google Shape;3947;p116"/>
              <p:cNvGrpSpPr/>
              <p:nvPr/>
            </p:nvGrpSpPr>
            <p:grpSpPr>
              <a:xfrm>
                <a:off x="3753079" y="857514"/>
                <a:ext cx="1574428" cy="2187594"/>
                <a:chOff x="3753079" y="857514"/>
                <a:chExt cx="1574428" cy="2187594"/>
              </a:xfrm>
            </p:grpSpPr>
            <p:sp>
              <p:nvSpPr>
                <p:cNvPr id="3948" name="Google Shape;3948;p116"/>
                <p:cNvSpPr/>
                <p:nvPr/>
              </p:nvSpPr>
              <p:spPr>
                <a:xfrm>
                  <a:off x="4371281" y="888571"/>
                  <a:ext cx="285833" cy="274596"/>
                </a:xfrm>
                <a:custGeom>
                  <a:avLst/>
                  <a:gdLst/>
                  <a:ahLst/>
                  <a:cxnLst/>
                  <a:rect l="l" t="t" r="r" b="b"/>
                  <a:pathLst>
                    <a:path w="17144" h="16470" extrusionOk="0">
                      <a:moveTo>
                        <a:pt x="4862" y="1"/>
                      </a:moveTo>
                      <a:cubicBezTo>
                        <a:pt x="4499" y="1"/>
                        <a:pt x="4133" y="45"/>
                        <a:pt x="3770" y="144"/>
                      </a:cubicBezTo>
                      <a:cubicBezTo>
                        <a:pt x="335" y="1056"/>
                        <a:pt x="1338" y="6740"/>
                        <a:pt x="1338" y="6740"/>
                      </a:cubicBezTo>
                      <a:cubicBezTo>
                        <a:pt x="1338" y="6740"/>
                        <a:pt x="1" y="7865"/>
                        <a:pt x="973" y="8989"/>
                      </a:cubicBezTo>
                      <a:cubicBezTo>
                        <a:pt x="1916" y="10114"/>
                        <a:pt x="3648" y="10175"/>
                        <a:pt x="3648" y="10175"/>
                      </a:cubicBezTo>
                      <a:cubicBezTo>
                        <a:pt x="3648" y="10175"/>
                        <a:pt x="6110" y="14673"/>
                        <a:pt x="10457" y="16132"/>
                      </a:cubicBezTo>
                      <a:cubicBezTo>
                        <a:pt x="11162" y="16370"/>
                        <a:pt x="11747" y="16470"/>
                        <a:pt x="12234" y="16470"/>
                      </a:cubicBezTo>
                      <a:cubicBezTo>
                        <a:pt x="14727" y="16470"/>
                        <a:pt x="14621" y="13852"/>
                        <a:pt x="14621" y="13852"/>
                      </a:cubicBezTo>
                      <a:cubicBezTo>
                        <a:pt x="15989" y="13457"/>
                        <a:pt x="17144" y="10570"/>
                        <a:pt x="15867" y="9111"/>
                      </a:cubicBezTo>
                      <a:cubicBezTo>
                        <a:pt x="14560" y="7652"/>
                        <a:pt x="16232" y="5159"/>
                        <a:pt x="14986" y="3640"/>
                      </a:cubicBezTo>
                      <a:cubicBezTo>
                        <a:pt x="14448" y="2988"/>
                        <a:pt x="13593" y="2785"/>
                        <a:pt x="12765" y="2785"/>
                      </a:cubicBezTo>
                      <a:cubicBezTo>
                        <a:pt x="12705" y="2785"/>
                        <a:pt x="12645" y="2786"/>
                        <a:pt x="12585" y="2788"/>
                      </a:cubicBezTo>
                      <a:cubicBezTo>
                        <a:pt x="12538" y="2790"/>
                        <a:pt x="12491" y="2790"/>
                        <a:pt x="12444" y="2790"/>
                      </a:cubicBezTo>
                      <a:cubicBezTo>
                        <a:pt x="11278" y="2790"/>
                        <a:pt x="10146" y="2426"/>
                        <a:pt x="9211" y="1725"/>
                      </a:cubicBezTo>
                      <a:cubicBezTo>
                        <a:pt x="8091" y="903"/>
                        <a:pt x="6502" y="1"/>
                        <a:pt x="4862" y="1"/>
                      </a:cubicBez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116"/>
                <p:cNvSpPr/>
                <p:nvPr/>
              </p:nvSpPr>
              <p:spPr>
                <a:xfrm>
                  <a:off x="4475156" y="1098724"/>
                  <a:ext cx="102903" cy="150019"/>
                </a:xfrm>
                <a:custGeom>
                  <a:avLst/>
                  <a:gdLst/>
                  <a:ahLst/>
                  <a:cxnLst/>
                  <a:rect l="l" t="t" r="r" b="b"/>
                  <a:pathLst>
                    <a:path w="6172" h="8998" extrusionOk="0">
                      <a:moveTo>
                        <a:pt x="4135" y="0"/>
                      </a:moveTo>
                      <a:lnTo>
                        <a:pt x="1" y="3739"/>
                      </a:lnTo>
                      <a:lnTo>
                        <a:pt x="1095" y="8997"/>
                      </a:lnTo>
                      <a:lnTo>
                        <a:pt x="6171" y="7234"/>
                      </a:lnTo>
                      <a:lnTo>
                        <a:pt x="4135" y="0"/>
                      </a:ln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116"/>
                <p:cNvSpPr/>
                <p:nvPr/>
              </p:nvSpPr>
              <p:spPr>
                <a:xfrm>
                  <a:off x="4404222" y="966424"/>
                  <a:ext cx="139882" cy="201304"/>
                </a:xfrm>
                <a:custGeom>
                  <a:avLst/>
                  <a:gdLst/>
                  <a:ahLst/>
                  <a:cxnLst/>
                  <a:rect l="l" t="t" r="r" b="b"/>
                  <a:pathLst>
                    <a:path w="8390" h="12074" extrusionOk="0">
                      <a:moveTo>
                        <a:pt x="4843" y="1"/>
                      </a:moveTo>
                      <a:cubicBezTo>
                        <a:pt x="3985" y="1"/>
                        <a:pt x="3044" y="277"/>
                        <a:pt x="2219" y="1158"/>
                      </a:cubicBezTo>
                      <a:cubicBezTo>
                        <a:pt x="0" y="3498"/>
                        <a:pt x="1125" y="10611"/>
                        <a:pt x="3101" y="11796"/>
                      </a:cubicBezTo>
                      <a:cubicBezTo>
                        <a:pt x="3422" y="11989"/>
                        <a:pt x="3770" y="12074"/>
                        <a:pt x="4127" y="12074"/>
                      </a:cubicBezTo>
                      <a:cubicBezTo>
                        <a:pt x="5966" y="12074"/>
                        <a:pt x="8069" y="9846"/>
                        <a:pt x="8298" y="8727"/>
                      </a:cubicBezTo>
                      <a:cubicBezTo>
                        <a:pt x="8390" y="8149"/>
                        <a:pt x="8238" y="6538"/>
                        <a:pt x="8055" y="4927"/>
                      </a:cubicBezTo>
                      <a:cubicBezTo>
                        <a:pt x="6323" y="3407"/>
                        <a:pt x="7508" y="793"/>
                        <a:pt x="7508" y="793"/>
                      </a:cubicBezTo>
                      <a:cubicBezTo>
                        <a:pt x="7508" y="793"/>
                        <a:pt x="6295" y="1"/>
                        <a:pt x="4843" y="1"/>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116"/>
                <p:cNvSpPr/>
                <p:nvPr/>
              </p:nvSpPr>
              <p:spPr>
                <a:xfrm>
                  <a:off x="4532920" y="1036725"/>
                  <a:ext cx="56787" cy="58654"/>
                </a:xfrm>
                <a:custGeom>
                  <a:avLst/>
                  <a:gdLst/>
                  <a:ahLst/>
                  <a:cxnLst/>
                  <a:rect l="l" t="t" r="r" b="b"/>
                  <a:pathLst>
                    <a:path w="3406" h="3518" extrusionOk="0">
                      <a:moveTo>
                        <a:pt x="1413" y="1"/>
                      </a:moveTo>
                      <a:cubicBezTo>
                        <a:pt x="483" y="1"/>
                        <a:pt x="1" y="1044"/>
                        <a:pt x="1" y="1044"/>
                      </a:cubicBezTo>
                      <a:lnTo>
                        <a:pt x="366" y="3476"/>
                      </a:lnTo>
                      <a:cubicBezTo>
                        <a:pt x="492" y="3504"/>
                        <a:pt x="616" y="3517"/>
                        <a:pt x="736" y="3517"/>
                      </a:cubicBezTo>
                      <a:cubicBezTo>
                        <a:pt x="2430" y="3517"/>
                        <a:pt x="3406" y="875"/>
                        <a:pt x="2129" y="193"/>
                      </a:cubicBezTo>
                      <a:cubicBezTo>
                        <a:pt x="1867" y="57"/>
                        <a:pt x="1628" y="1"/>
                        <a:pt x="1413" y="1"/>
                      </a:cubicBez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116"/>
                <p:cNvSpPr/>
                <p:nvPr/>
              </p:nvSpPr>
              <p:spPr>
                <a:xfrm>
                  <a:off x="4532920" y="1027773"/>
                  <a:ext cx="58304" cy="74009"/>
                </a:xfrm>
                <a:custGeom>
                  <a:avLst/>
                  <a:gdLst/>
                  <a:ahLst/>
                  <a:cxnLst/>
                  <a:rect l="l" t="t" r="r" b="b"/>
                  <a:pathLst>
                    <a:path w="3497" h="4439" fill="none" extrusionOk="0">
                      <a:moveTo>
                        <a:pt x="1" y="1581"/>
                      </a:moveTo>
                      <a:cubicBezTo>
                        <a:pt x="1" y="1581"/>
                        <a:pt x="730" y="1"/>
                        <a:pt x="2129" y="730"/>
                      </a:cubicBezTo>
                      <a:cubicBezTo>
                        <a:pt x="3496" y="1460"/>
                        <a:pt x="2281" y="4439"/>
                        <a:pt x="366" y="4013"/>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116"/>
                <p:cNvSpPr/>
                <p:nvPr/>
              </p:nvSpPr>
              <p:spPr>
                <a:xfrm>
                  <a:off x="4370264" y="1462031"/>
                  <a:ext cx="869137" cy="1110072"/>
                </a:xfrm>
                <a:custGeom>
                  <a:avLst/>
                  <a:gdLst/>
                  <a:ahLst/>
                  <a:cxnLst/>
                  <a:rect l="l" t="t" r="r" b="b"/>
                  <a:pathLst>
                    <a:path w="52130" h="66581" extrusionOk="0">
                      <a:moveTo>
                        <a:pt x="24773" y="1"/>
                      </a:moveTo>
                      <a:lnTo>
                        <a:pt x="1065" y="10913"/>
                      </a:lnTo>
                      <a:lnTo>
                        <a:pt x="1" y="66111"/>
                      </a:lnTo>
                      <a:cubicBezTo>
                        <a:pt x="1" y="66111"/>
                        <a:pt x="3457" y="66581"/>
                        <a:pt x="8812" y="66581"/>
                      </a:cubicBezTo>
                      <a:cubicBezTo>
                        <a:pt x="19747" y="66581"/>
                        <a:pt x="38602" y="64622"/>
                        <a:pt x="52130" y="52707"/>
                      </a:cubicBezTo>
                      <a:lnTo>
                        <a:pt x="24773" y="1"/>
                      </a:lnTo>
                      <a:close/>
                    </a:path>
                  </a:pathLst>
                </a:custGeom>
                <a:solidFill>
                  <a:schemeClr val="accent5"/>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116"/>
                <p:cNvSpPr/>
                <p:nvPr/>
              </p:nvSpPr>
              <p:spPr>
                <a:xfrm>
                  <a:off x="4467388" y="2728831"/>
                  <a:ext cx="254089" cy="316277"/>
                </a:xfrm>
                <a:custGeom>
                  <a:avLst/>
                  <a:gdLst/>
                  <a:ahLst/>
                  <a:cxnLst/>
                  <a:rect l="l" t="t" r="r" b="b"/>
                  <a:pathLst>
                    <a:path w="15240" h="18970" extrusionOk="0">
                      <a:moveTo>
                        <a:pt x="7701" y="1"/>
                      </a:moveTo>
                      <a:lnTo>
                        <a:pt x="7944" y="3375"/>
                      </a:lnTo>
                      <a:cubicBezTo>
                        <a:pt x="8218" y="6749"/>
                        <a:pt x="8552" y="11551"/>
                        <a:pt x="8552" y="12433"/>
                      </a:cubicBezTo>
                      <a:cubicBezTo>
                        <a:pt x="8552" y="13284"/>
                        <a:pt x="4449" y="15594"/>
                        <a:pt x="862" y="17296"/>
                      </a:cubicBezTo>
                      <a:cubicBezTo>
                        <a:pt x="0" y="17712"/>
                        <a:pt x="300" y="18970"/>
                        <a:pt x="1222" y="18970"/>
                      </a:cubicBezTo>
                      <a:cubicBezTo>
                        <a:pt x="1244" y="18970"/>
                        <a:pt x="1266" y="18969"/>
                        <a:pt x="1288" y="18968"/>
                      </a:cubicBezTo>
                      <a:lnTo>
                        <a:pt x="14844" y="18390"/>
                      </a:lnTo>
                      <a:cubicBezTo>
                        <a:pt x="14874" y="16566"/>
                        <a:pt x="14753" y="14712"/>
                        <a:pt x="14510" y="12919"/>
                      </a:cubicBezTo>
                      <a:lnTo>
                        <a:pt x="14935" y="5411"/>
                      </a:lnTo>
                      <a:lnTo>
                        <a:pt x="15239" y="244"/>
                      </a:lnTo>
                      <a:lnTo>
                        <a:pt x="7701" y="1"/>
                      </a:ln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116"/>
                <p:cNvSpPr/>
                <p:nvPr/>
              </p:nvSpPr>
              <p:spPr>
                <a:xfrm>
                  <a:off x="4467721" y="2936082"/>
                  <a:ext cx="247670" cy="108988"/>
                </a:xfrm>
                <a:custGeom>
                  <a:avLst/>
                  <a:gdLst/>
                  <a:ahLst/>
                  <a:cxnLst/>
                  <a:rect l="l" t="t" r="r" b="b"/>
                  <a:pathLst>
                    <a:path w="14855" h="6537" extrusionOk="0">
                      <a:moveTo>
                        <a:pt x="8532" y="1"/>
                      </a:moveTo>
                      <a:cubicBezTo>
                        <a:pt x="8532" y="882"/>
                        <a:pt x="4429" y="3162"/>
                        <a:pt x="842" y="4864"/>
                      </a:cubicBezTo>
                      <a:cubicBezTo>
                        <a:pt x="1" y="5284"/>
                        <a:pt x="318" y="6536"/>
                        <a:pt x="1235" y="6536"/>
                      </a:cubicBezTo>
                      <a:cubicBezTo>
                        <a:pt x="1245" y="6536"/>
                        <a:pt x="1256" y="6536"/>
                        <a:pt x="1268" y="6536"/>
                      </a:cubicBezTo>
                      <a:lnTo>
                        <a:pt x="14824" y="5958"/>
                      </a:lnTo>
                      <a:cubicBezTo>
                        <a:pt x="14854" y="4134"/>
                        <a:pt x="14733" y="2311"/>
                        <a:pt x="14490" y="487"/>
                      </a:cubicBezTo>
                      <a:cubicBezTo>
                        <a:pt x="13895" y="619"/>
                        <a:pt x="13277" y="671"/>
                        <a:pt x="12675" y="671"/>
                      </a:cubicBezTo>
                      <a:cubicBezTo>
                        <a:pt x="10505" y="671"/>
                        <a:pt x="8532" y="1"/>
                        <a:pt x="8532" y="1"/>
                      </a:cubicBezTo>
                      <a:close/>
                    </a:path>
                  </a:pathLst>
                </a:custGeom>
                <a:solidFill>
                  <a:schemeClr val="accent1"/>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116"/>
                <p:cNvSpPr/>
                <p:nvPr/>
              </p:nvSpPr>
              <p:spPr>
                <a:xfrm>
                  <a:off x="4454384" y="1698173"/>
                  <a:ext cx="284316" cy="1070308"/>
                </a:xfrm>
                <a:custGeom>
                  <a:avLst/>
                  <a:gdLst/>
                  <a:ahLst/>
                  <a:cxnLst/>
                  <a:rect l="l" t="t" r="r" b="b"/>
                  <a:pathLst>
                    <a:path w="17053" h="64196" extrusionOk="0">
                      <a:moveTo>
                        <a:pt x="14378" y="0"/>
                      </a:moveTo>
                      <a:lnTo>
                        <a:pt x="12037" y="669"/>
                      </a:lnTo>
                      <a:lnTo>
                        <a:pt x="1" y="4043"/>
                      </a:lnTo>
                      <a:lnTo>
                        <a:pt x="365" y="15654"/>
                      </a:lnTo>
                      <a:lnTo>
                        <a:pt x="1368" y="45776"/>
                      </a:lnTo>
                      <a:lnTo>
                        <a:pt x="1612" y="53496"/>
                      </a:lnTo>
                      <a:lnTo>
                        <a:pt x="1976" y="64196"/>
                      </a:lnTo>
                      <a:lnTo>
                        <a:pt x="17053" y="63983"/>
                      </a:lnTo>
                      <a:lnTo>
                        <a:pt x="16110" y="18633"/>
                      </a:lnTo>
                      <a:lnTo>
                        <a:pt x="15958" y="12037"/>
                      </a:lnTo>
                      <a:lnTo>
                        <a:pt x="14743" y="2675"/>
                      </a:lnTo>
                      <a:lnTo>
                        <a:pt x="14378" y="0"/>
                      </a:ln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116"/>
                <p:cNvSpPr/>
                <p:nvPr/>
              </p:nvSpPr>
              <p:spPr>
                <a:xfrm>
                  <a:off x="4501513" y="2707559"/>
                  <a:ext cx="236166" cy="17"/>
                </a:xfrm>
                <a:custGeom>
                  <a:avLst/>
                  <a:gdLst/>
                  <a:ahLst/>
                  <a:cxnLst/>
                  <a:rect l="l" t="t" r="r" b="b"/>
                  <a:pathLst>
                    <a:path w="14165" h="1" extrusionOk="0">
                      <a:moveTo>
                        <a:pt x="0" y="0"/>
                      </a:moveTo>
                      <a:lnTo>
                        <a:pt x="14165" y="0"/>
                      </a:lnTo>
                    </a:path>
                  </a:pathLst>
                </a:custGeom>
                <a:solidFill>
                  <a:srgbClr val="FFFFFF"/>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116"/>
                <p:cNvSpPr/>
                <p:nvPr/>
              </p:nvSpPr>
              <p:spPr>
                <a:xfrm>
                  <a:off x="4501513" y="2707559"/>
                  <a:ext cx="236166" cy="17"/>
                </a:xfrm>
                <a:custGeom>
                  <a:avLst/>
                  <a:gdLst/>
                  <a:ahLst/>
                  <a:cxnLst/>
                  <a:rect l="l" t="t" r="r" b="b"/>
                  <a:pathLst>
                    <a:path w="14165" h="1" fill="none" extrusionOk="0">
                      <a:moveTo>
                        <a:pt x="0" y="0"/>
                      </a:moveTo>
                      <a:lnTo>
                        <a:pt x="14165" y="0"/>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116"/>
                <p:cNvSpPr/>
                <p:nvPr/>
              </p:nvSpPr>
              <p:spPr>
                <a:xfrm>
                  <a:off x="4987966" y="2641176"/>
                  <a:ext cx="287351" cy="390120"/>
                </a:xfrm>
                <a:custGeom>
                  <a:avLst/>
                  <a:gdLst/>
                  <a:ahLst/>
                  <a:cxnLst/>
                  <a:rect l="l" t="t" r="r" b="b"/>
                  <a:pathLst>
                    <a:path w="17235" h="23399" extrusionOk="0">
                      <a:moveTo>
                        <a:pt x="6323" y="0"/>
                      </a:moveTo>
                      <a:lnTo>
                        <a:pt x="0" y="2371"/>
                      </a:lnTo>
                      <a:lnTo>
                        <a:pt x="2462" y="8450"/>
                      </a:lnTo>
                      <a:lnTo>
                        <a:pt x="4104" y="12523"/>
                      </a:lnTo>
                      <a:lnTo>
                        <a:pt x="3678" y="17204"/>
                      </a:lnTo>
                      <a:cubicBezTo>
                        <a:pt x="3678" y="17204"/>
                        <a:pt x="5593" y="18298"/>
                        <a:pt x="8207" y="19636"/>
                      </a:cubicBezTo>
                      <a:cubicBezTo>
                        <a:pt x="10713" y="20903"/>
                        <a:pt x="12236" y="23398"/>
                        <a:pt x="14768" y="23398"/>
                      </a:cubicBezTo>
                      <a:cubicBezTo>
                        <a:pt x="14908" y="23398"/>
                        <a:pt x="15051" y="23391"/>
                        <a:pt x="15198" y="23375"/>
                      </a:cubicBezTo>
                      <a:cubicBezTo>
                        <a:pt x="17235" y="23131"/>
                        <a:pt x="16718" y="20061"/>
                        <a:pt x="14134" y="18116"/>
                      </a:cubicBezTo>
                      <a:cubicBezTo>
                        <a:pt x="12736" y="17083"/>
                        <a:pt x="11308" y="15259"/>
                        <a:pt x="10304" y="13830"/>
                      </a:cubicBezTo>
                      <a:cubicBezTo>
                        <a:pt x="9423" y="12615"/>
                        <a:pt x="8876" y="11672"/>
                        <a:pt x="8876" y="11672"/>
                      </a:cubicBezTo>
                      <a:lnTo>
                        <a:pt x="7174" y="3861"/>
                      </a:lnTo>
                      <a:lnTo>
                        <a:pt x="6323" y="0"/>
                      </a:ln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116"/>
                <p:cNvSpPr/>
                <p:nvPr/>
              </p:nvSpPr>
              <p:spPr>
                <a:xfrm>
                  <a:off x="5049281" y="2849944"/>
                  <a:ext cx="226029" cy="181330"/>
                </a:xfrm>
                <a:custGeom>
                  <a:avLst/>
                  <a:gdLst/>
                  <a:ahLst/>
                  <a:cxnLst/>
                  <a:rect l="l" t="t" r="r" b="b"/>
                  <a:pathLst>
                    <a:path w="13557" h="10876" extrusionOk="0">
                      <a:moveTo>
                        <a:pt x="426" y="0"/>
                      </a:moveTo>
                      <a:lnTo>
                        <a:pt x="0" y="4681"/>
                      </a:lnTo>
                      <a:cubicBezTo>
                        <a:pt x="0" y="4681"/>
                        <a:pt x="1915" y="5775"/>
                        <a:pt x="4529" y="7113"/>
                      </a:cubicBezTo>
                      <a:cubicBezTo>
                        <a:pt x="7035" y="8380"/>
                        <a:pt x="8558" y="10875"/>
                        <a:pt x="11090" y="10875"/>
                      </a:cubicBezTo>
                      <a:cubicBezTo>
                        <a:pt x="11230" y="10875"/>
                        <a:pt x="11373" y="10868"/>
                        <a:pt x="11520" y="10852"/>
                      </a:cubicBezTo>
                      <a:cubicBezTo>
                        <a:pt x="13557" y="10608"/>
                        <a:pt x="13040" y="7538"/>
                        <a:pt x="10456" y="5593"/>
                      </a:cubicBezTo>
                      <a:cubicBezTo>
                        <a:pt x="9028" y="4560"/>
                        <a:pt x="7630" y="2736"/>
                        <a:pt x="6596" y="1307"/>
                      </a:cubicBezTo>
                      <a:cubicBezTo>
                        <a:pt x="5918" y="1455"/>
                        <a:pt x="5295" y="1517"/>
                        <a:pt x="4725" y="1517"/>
                      </a:cubicBezTo>
                      <a:cubicBezTo>
                        <a:pt x="1900" y="1517"/>
                        <a:pt x="426" y="0"/>
                        <a:pt x="426" y="0"/>
                      </a:cubicBezTo>
                      <a:close/>
                    </a:path>
                  </a:pathLst>
                </a:custGeom>
                <a:solidFill>
                  <a:schemeClr val="accent1"/>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116"/>
                <p:cNvSpPr/>
                <p:nvPr/>
              </p:nvSpPr>
              <p:spPr>
                <a:xfrm>
                  <a:off x="4655050" y="1652062"/>
                  <a:ext cx="565565" cy="1075376"/>
                </a:xfrm>
                <a:custGeom>
                  <a:avLst/>
                  <a:gdLst/>
                  <a:ahLst/>
                  <a:cxnLst/>
                  <a:rect l="l" t="t" r="r" b="b"/>
                  <a:pathLst>
                    <a:path w="33922" h="64500" extrusionOk="0">
                      <a:moveTo>
                        <a:pt x="11611" y="0"/>
                      </a:moveTo>
                      <a:lnTo>
                        <a:pt x="6809" y="1398"/>
                      </a:lnTo>
                      <a:lnTo>
                        <a:pt x="0" y="3405"/>
                      </a:lnTo>
                      <a:lnTo>
                        <a:pt x="0" y="3435"/>
                      </a:lnTo>
                      <a:lnTo>
                        <a:pt x="821" y="7174"/>
                      </a:lnTo>
                      <a:lnTo>
                        <a:pt x="3769" y="20517"/>
                      </a:lnTo>
                      <a:lnTo>
                        <a:pt x="4073" y="21399"/>
                      </a:lnTo>
                      <a:lnTo>
                        <a:pt x="19210" y="64500"/>
                      </a:lnTo>
                      <a:lnTo>
                        <a:pt x="33922" y="58390"/>
                      </a:lnTo>
                      <a:lnTo>
                        <a:pt x="11611" y="0"/>
                      </a:ln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116"/>
                <p:cNvSpPr/>
                <p:nvPr/>
              </p:nvSpPr>
              <p:spPr>
                <a:xfrm>
                  <a:off x="4624643" y="1723496"/>
                  <a:ext cx="71475" cy="171827"/>
                </a:xfrm>
                <a:custGeom>
                  <a:avLst/>
                  <a:gdLst/>
                  <a:ahLst/>
                  <a:cxnLst/>
                  <a:rect l="l" t="t" r="r" b="b"/>
                  <a:pathLst>
                    <a:path w="4287" h="10306" fill="none" extrusionOk="0">
                      <a:moveTo>
                        <a:pt x="1" y="1"/>
                      </a:moveTo>
                      <a:lnTo>
                        <a:pt x="2037" y="8816"/>
                      </a:lnTo>
                      <a:cubicBezTo>
                        <a:pt x="2159" y="9454"/>
                        <a:pt x="2675" y="9940"/>
                        <a:pt x="3314" y="10092"/>
                      </a:cubicBezTo>
                      <a:lnTo>
                        <a:pt x="4286" y="10305"/>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116"/>
                <p:cNvSpPr/>
                <p:nvPr/>
              </p:nvSpPr>
              <p:spPr>
                <a:xfrm>
                  <a:off x="4955524" y="2576309"/>
                  <a:ext cx="221477" cy="94783"/>
                </a:xfrm>
                <a:custGeom>
                  <a:avLst/>
                  <a:gdLst/>
                  <a:ahLst/>
                  <a:cxnLst/>
                  <a:rect l="l" t="t" r="r" b="b"/>
                  <a:pathLst>
                    <a:path w="13284" h="5685" extrusionOk="0">
                      <a:moveTo>
                        <a:pt x="1" y="5685"/>
                      </a:moveTo>
                      <a:lnTo>
                        <a:pt x="13284" y="1"/>
                      </a:lnTo>
                    </a:path>
                  </a:pathLst>
                </a:custGeom>
                <a:solidFill>
                  <a:srgbClr val="FFFFFF"/>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116"/>
                <p:cNvSpPr/>
                <p:nvPr/>
              </p:nvSpPr>
              <p:spPr>
                <a:xfrm>
                  <a:off x="4955524" y="2576309"/>
                  <a:ext cx="221477" cy="94783"/>
                </a:xfrm>
                <a:custGeom>
                  <a:avLst/>
                  <a:gdLst/>
                  <a:ahLst/>
                  <a:cxnLst/>
                  <a:rect l="l" t="t" r="r" b="b"/>
                  <a:pathLst>
                    <a:path w="13284" h="5685" fill="none" extrusionOk="0">
                      <a:moveTo>
                        <a:pt x="1" y="5685"/>
                      </a:moveTo>
                      <a:lnTo>
                        <a:pt x="13284" y="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116"/>
                <p:cNvSpPr/>
                <p:nvPr/>
              </p:nvSpPr>
              <p:spPr>
                <a:xfrm>
                  <a:off x="4388001" y="1183845"/>
                  <a:ext cx="502743" cy="628637"/>
                </a:xfrm>
                <a:custGeom>
                  <a:avLst/>
                  <a:gdLst/>
                  <a:ahLst/>
                  <a:cxnLst/>
                  <a:rect l="l" t="t" r="r" b="b"/>
                  <a:pathLst>
                    <a:path w="30154" h="37705" extrusionOk="0">
                      <a:moveTo>
                        <a:pt x="17600" y="1"/>
                      </a:moveTo>
                      <a:lnTo>
                        <a:pt x="2493" y="5958"/>
                      </a:lnTo>
                      <a:lnTo>
                        <a:pt x="1" y="7265"/>
                      </a:lnTo>
                      <a:cubicBezTo>
                        <a:pt x="1" y="7265"/>
                        <a:pt x="882" y="35168"/>
                        <a:pt x="1065" y="35472"/>
                      </a:cubicBezTo>
                      <a:cubicBezTo>
                        <a:pt x="1277" y="35776"/>
                        <a:pt x="7265" y="37448"/>
                        <a:pt x="8360" y="37691"/>
                      </a:cubicBezTo>
                      <a:cubicBezTo>
                        <a:pt x="8401" y="37700"/>
                        <a:pt x="8450" y="37705"/>
                        <a:pt x="8505" y="37705"/>
                      </a:cubicBezTo>
                      <a:cubicBezTo>
                        <a:pt x="9901" y="37705"/>
                        <a:pt x="15442" y="34864"/>
                        <a:pt x="15442" y="34864"/>
                      </a:cubicBezTo>
                      <a:cubicBezTo>
                        <a:pt x="15442" y="34864"/>
                        <a:pt x="22524" y="34105"/>
                        <a:pt x="23709" y="33588"/>
                      </a:cubicBezTo>
                      <a:cubicBezTo>
                        <a:pt x="24895" y="33101"/>
                        <a:pt x="29424" y="27934"/>
                        <a:pt x="29789" y="27509"/>
                      </a:cubicBezTo>
                      <a:cubicBezTo>
                        <a:pt x="30153" y="27114"/>
                        <a:pt x="17600" y="1"/>
                        <a:pt x="17600" y="1"/>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116"/>
                <p:cNvSpPr/>
                <p:nvPr/>
              </p:nvSpPr>
              <p:spPr>
                <a:xfrm>
                  <a:off x="3753079" y="1591764"/>
                  <a:ext cx="245302" cy="192584"/>
                </a:xfrm>
                <a:custGeom>
                  <a:avLst/>
                  <a:gdLst/>
                  <a:ahLst/>
                  <a:cxnLst/>
                  <a:rect l="l" t="t" r="r" b="b"/>
                  <a:pathLst>
                    <a:path w="14713" h="11551" extrusionOk="0">
                      <a:moveTo>
                        <a:pt x="12402" y="0"/>
                      </a:moveTo>
                      <a:lnTo>
                        <a:pt x="11521" y="517"/>
                      </a:lnTo>
                      <a:lnTo>
                        <a:pt x="8208" y="2401"/>
                      </a:lnTo>
                      <a:cubicBezTo>
                        <a:pt x="8208" y="2401"/>
                        <a:pt x="5837" y="2401"/>
                        <a:pt x="5229" y="2493"/>
                      </a:cubicBezTo>
                      <a:cubicBezTo>
                        <a:pt x="4743" y="2584"/>
                        <a:pt x="2737" y="3192"/>
                        <a:pt x="1977" y="3435"/>
                      </a:cubicBezTo>
                      <a:cubicBezTo>
                        <a:pt x="1825" y="3496"/>
                        <a:pt x="1703" y="3648"/>
                        <a:pt x="1734" y="3800"/>
                      </a:cubicBezTo>
                      <a:cubicBezTo>
                        <a:pt x="1764" y="3891"/>
                        <a:pt x="1794" y="3952"/>
                        <a:pt x="1855" y="3982"/>
                      </a:cubicBezTo>
                      <a:cubicBezTo>
                        <a:pt x="1916" y="4043"/>
                        <a:pt x="2007" y="4073"/>
                        <a:pt x="2098" y="4073"/>
                      </a:cubicBezTo>
                      <a:lnTo>
                        <a:pt x="5047" y="4012"/>
                      </a:lnTo>
                      <a:lnTo>
                        <a:pt x="244" y="6809"/>
                      </a:lnTo>
                      <a:cubicBezTo>
                        <a:pt x="62" y="6900"/>
                        <a:pt x="1" y="7143"/>
                        <a:pt x="123" y="7325"/>
                      </a:cubicBezTo>
                      <a:lnTo>
                        <a:pt x="183" y="7386"/>
                      </a:lnTo>
                      <a:cubicBezTo>
                        <a:pt x="244" y="7467"/>
                        <a:pt x="345" y="7508"/>
                        <a:pt x="442" y="7508"/>
                      </a:cubicBezTo>
                      <a:cubicBezTo>
                        <a:pt x="491" y="7508"/>
                        <a:pt x="538" y="7498"/>
                        <a:pt x="578" y="7477"/>
                      </a:cubicBezTo>
                      <a:lnTo>
                        <a:pt x="4287" y="5866"/>
                      </a:lnTo>
                      <a:lnTo>
                        <a:pt x="4500" y="6170"/>
                      </a:lnTo>
                      <a:lnTo>
                        <a:pt x="1734" y="9210"/>
                      </a:lnTo>
                      <a:cubicBezTo>
                        <a:pt x="1612" y="9332"/>
                        <a:pt x="1612" y="9544"/>
                        <a:pt x="1734" y="9696"/>
                      </a:cubicBezTo>
                      <a:lnTo>
                        <a:pt x="1794" y="9727"/>
                      </a:lnTo>
                      <a:cubicBezTo>
                        <a:pt x="1868" y="9800"/>
                        <a:pt x="1964" y="9841"/>
                        <a:pt x="2062" y="9841"/>
                      </a:cubicBezTo>
                      <a:cubicBezTo>
                        <a:pt x="2126" y="9841"/>
                        <a:pt x="2190" y="9823"/>
                        <a:pt x="2250" y="9787"/>
                      </a:cubicBezTo>
                      <a:lnTo>
                        <a:pt x="5442" y="7447"/>
                      </a:lnTo>
                      <a:lnTo>
                        <a:pt x="5807" y="7751"/>
                      </a:lnTo>
                      <a:lnTo>
                        <a:pt x="4104" y="10487"/>
                      </a:lnTo>
                      <a:cubicBezTo>
                        <a:pt x="3983" y="10669"/>
                        <a:pt x="4074" y="10882"/>
                        <a:pt x="4256" y="10973"/>
                      </a:cubicBezTo>
                      <a:lnTo>
                        <a:pt x="4317" y="11003"/>
                      </a:lnTo>
                      <a:cubicBezTo>
                        <a:pt x="4368" y="11024"/>
                        <a:pt x="4422" y="11034"/>
                        <a:pt x="4475" y="11034"/>
                      </a:cubicBezTo>
                      <a:cubicBezTo>
                        <a:pt x="4581" y="11034"/>
                        <a:pt x="4682" y="10993"/>
                        <a:pt x="4743" y="10912"/>
                      </a:cubicBezTo>
                      <a:lnTo>
                        <a:pt x="6536" y="8572"/>
                      </a:lnTo>
                      <a:lnTo>
                        <a:pt x="6992" y="8906"/>
                      </a:lnTo>
                      <a:lnTo>
                        <a:pt x="6354" y="11125"/>
                      </a:lnTo>
                      <a:cubicBezTo>
                        <a:pt x="6293" y="11338"/>
                        <a:pt x="6445" y="11550"/>
                        <a:pt x="6658" y="11550"/>
                      </a:cubicBezTo>
                      <a:lnTo>
                        <a:pt x="6749" y="11550"/>
                      </a:lnTo>
                      <a:cubicBezTo>
                        <a:pt x="6870" y="11550"/>
                        <a:pt x="6992" y="11490"/>
                        <a:pt x="7053" y="11368"/>
                      </a:cubicBezTo>
                      <a:lnTo>
                        <a:pt x="9667" y="5775"/>
                      </a:lnTo>
                      <a:lnTo>
                        <a:pt x="9788" y="5015"/>
                      </a:lnTo>
                      <a:lnTo>
                        <a:pt x="12159" y="4104"/>
                      </a:lnTo>
                      <a:lnTo>
                        <a:pt x="14712" y="3131"/>
                      </a:lnTo>
                      <a:lnTo>
                        <a:pt x="12402" y="0"/>
                      </a:lnTo>
                      <a:close/>
                    </a:path>
                  </a:pathLst>
                </a:custGeom>
                <a:solidFill>
                  <a:schemeClr val="lt2"/>
                </a:solidFill>
                <a:ln w="952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116"/>
                <p:cNvSpPr/>
                <p:nvPr/>
              </p:nvSpPr>
              <p:spPr>
                <a:xfrm>
                  <a:off x="3944626" y="1591764"/>
                  <a:ext cx="53735" cy="68424"/>
                </a:xfrm>
                <a:custGeom>
                  <a:avLst/>
                  <a:gdLst/>
                  <a:ahLst/>
                  <a:cxnLst/>
                  <a:rect l="l" t="t" r="r" b="b"/>
                  <a:pathLst>
                    <a:path w="3223" h="4104" extrusionOk="0">
                      <a:moveTo>
                        <a:pt x="882" y="0"/>
                      </a:moveTo>
                      <a:lnTo>
                        <a:pt x="1" y="517"/>
                      </a:lnTo>
                      <a:lnTo>
                        <a:pt x="669" y="4104"/>
                      </a:lnTo>
                      <a:lnTo>
                        <a:pt x="3222" y="3131"/>
                      </a:lnTo>
                      <a:lnTo>
                        <a:pt x="882" y="0"/>
                      </a:lnTo>
                      <a:close/>
                    </a:path>
                  </a:pathLst>
                </a:custGeom>
                <a:solidFill>
                  <a:srgbClr val="231F20"/>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116"/>
                <p:cNvSpPr/>
                <p:nvPr/>
              </p:nvSpPr>
              <p:spPr>
                <a:xfrm>
                  <a:off x="3837199" y="1658647"/>
                  <a:ext cx="42081" cy="16773"/>
                </a:xfrm>
                <a:custGeom>
                  <a:avLst/>
                  <a:gdLst/>
                  <a:ahLst/>
                  <a:cxnLst/>
                  <a:rect l="l" t="t" r="r" b="b"/>
                  <a:pathLst>
                    <a:path w="2524" h="1006" extrusionOk="0">
                      <a:moveTo>
                        <a:pt x="1" y="0"/>
                      </a:moveTo>
                      <a:lnTo>
                        <a:pt x="1" y="0"/>
                      </a:lnTo>
                      <a:cubicBezTo>
                        <a:pt x="1" y="0"/>
                        <a:pt x="830" y="1005"/>
                        <a:pt x="2122" y="1005"/>
                      </a:cubicBezTo>
                      <a:cubicBezTo>
                        <a:pt x="2251" y="1005"/>
                        <a:pt x="2385" y="995"/>
                        <a:pt x="2524" y="973"/>
                      </a:cubicBezTo>
                      <a:lnTo>
                        <a:pt x="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116"/>
                <p:cNvSpPr/>
                <p:nvPr/>
              </p:nvSpPr>
              <p:spPr>
                <a:xfrm>
                  <a:off x="3837199" y="1658647"/>
                  <a:ext cx="42081" cy="20290"/>
                </a:xfrm>
                <a:custGeom>
                  <a:avLst/>
                  <a:gdLst/>
                  <a:ahLst/>
                  <a:cxnLst/>
                  <a:rect l="l" t="t" r="r" b="b"/>
                  <a:pathLst>
                    <a:path w="2524" h="1217" fill="none" extrusionOk="0">
                      <a:moveTo>
                        <a:pt x="1" y="0"/>
                      </a:moveTo>
                      <a:cubicBezTo>
                        <a:pt x="1" y="0"/>
                        <a:pt x="1004" y="1216"/>
                        <a:pt x="2524" y="973"/>
                      </a:cubicBezTo>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116"/>
                <p:cNvSpPr/>
                <p:nvPr/>
              </p:nvSpPr>
              <p:spPr>
                <a:xfrm>
                  <a:off x="3941592" y="1304959"/>
                  <a:ext cx="428733" cy="402891"/>
                </a:xfrm>
                <a:custGeom>
                  <a:avLst/>
                  <a:gdLst/>
                  <a:ahLst/>
                  <a:cxnLst/>
                  <a:rect l="l" t="t" r="r" b="b"/>
                  <a:pathLst>
                    <a:path w="25715" h="24165" extrusionOk="0">
                      <a:moveTo>
                        <a:pt x="25441" y="0"/>
                      </a:moveTo>
                      <a:lnTo>
                        <a:pt x="1186" y="16566"/>
                      </a:lnTo>
                      <a:cubicBezTo>
                        <a:pt x="0" y="20730"/>
                        <a:pt x="2766" y="24165"/>
                        <a:pt x="2766" y="24165"/>
                      </a:cubicBezTo>
                      <a:lnTo>
                        <a:pt x="20456" y="16110"/>
                      </a:lnTo>
                      <a:lnTo>
                        <a:pt x="25715" y="13709"/>
                      </a:lnTo>
                      <a:lnTo>
                        <a:pt x="25593" y="7508"/>
                      </a:lnTo>
                      <a:lnTo>
                        <a:pt x="25441" y="0"/>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116"/>
                <p:cNvSpPr/>
                <p:nvPr/>
              </p:nvSpPr>
              <p:spPr>
                <a:xfrm>
                  <a:off x="4282609" y="1418200"/>
                  <a:ext cx="87681" cy="143434"/>
                </a:xfrm>
                <a:custGeom>
                  <a:avLst/>
                  <a:gdLst/>
                  <a:ahLst/>
                  <a:cxnLst/>
                  <a:rect l="l" t="t" r="r" b="b"/>
                  <a:pathLst>
                    <a:path w="5259" h="8603" extrusionOk="0">
                      <a:moveTo>
                        <a:pt x="5137" y="1"/>
                      </a:moveTo>
                      <a:lnTo>
                        <a:pt x="0" y="8603"/>
                      </a:lnTo>
                      <a:lnTo>
                        <a:pt x="5259" y="6202"/>
                      </a:lnTo>
                      <a:lnTo>
                        <a:pt x="513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116"/>
                <p:cNvSpPr/>
                <p:nvPr/>
              </p:nvSpPr>
              <p:spPr>
                <a:xfrm>
                  <a:off x="3988703" y="1574526"/>
                  <a:ext cx="30944" cy="108471"/>
                </a:xfrm>
                <a:custGeom>
                  <a:avLst/>
                  <a:gdLst/>
                  <a:ahLst/>
                  <a:cxnLst/>
                  <a:rect l="l" t="t" r="r" b="b"/>
                  <a:pathLst>
                    <a:path w="1856" h="6506" fill="none" extrusionOk="0">
                      <a:moveTo>
                        <a:pt x="366" y="1"/>
                      </a:moveTo>
                      <a:cubicBezTo>
                        <a:pt x="366" y="1"/>
                        <a:pt x="1" y="4165"/>
                        <a:pt x="1855" y="6505"/>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116"/>
                <p:cNvSpPr/>
                <p:nvPr/>
              </p:nvSpPr>
              <p:spPr>
                <a:xfrm>
                  <a:off x="5095892" y="857514"/>
                  <a:ext cx="231614" cy="177896"/>
                </a:xfrm>
                <a:custGeom>
                  <a:avLst/>
                  <a:gdLst/>
                  <a:ahLst/>
                  <a:cxnLst/>
                  <a:rect l="l" t="t" r="r" b="b"/>
                  <a:pathLst>
                    <a:path w="13892" h="10670" extrusionOk="0">
                      <a:moveTo>
                        <a:pt x="8694" y="1"/>
                      </a:moveTo>
                      <a:cubicBezTo>
                        <a:pt x="8610" y="1"/>
                        <a:pt x="8527" y="31"/>
                        <a:pt x="8451" y="92"/>
                      </a:cubicBezTo>
                      <a:cubicBezTo>
                        <a:pt x="7873" y="609"/>
                        <a:pt x="6262" y="1977"/>
                        <a:pt x="5928" y="2341"/>
                      </a:cubicBezTo>
                      <a:cubicBezTo>
                        <a:pt x="5502" y="2797"/>
                        <a:pt x="4256" y="4803"/>
                        <a:pt x="4256" y="4803"/>
                      </a:cubicBezTo>
                      <a:lnTo>
                        <a:pt x="882" y="6566"/>
                      </a:lnTo>
                      <a:lnTo>
                        <a:pt x="1" y="7022"/>
                      </a:lnTo>
                      <a:lnTo>
                        <a:pt x="1368" y="10670"/>
                      </a:lnTo>
                      <a:lnTo>
                        <a:pt x="3587" y="9028"/>
                      </a:lnTo>
                      <a:lnTo>
                        <a:pt x="5624" y="7509"/>
                      </a:lnTo>
                      <a:lnTo>
                        <a:pt x="6353" y="7813"/>
                      </a:lnTo>
                      <a:lnTo>
                        <a:pt x="12432" y="8633"/>
                      </a:lnTo>
                      <a:cubicBezTo>
                        <a:pt x="12554" y="8633"/>
                        <a:pt x="12676" y="8572"/>
                        <a:pt x="12767" y="8481"/>
                      </a:cubicBezTo>
                      <a:lnTo>
                        <a:pt x="12797" y="8421"/>
                      </a:lnTo>
                      <a:cubicBezTo>
                        <a:pt x="12919" y="8208"/>
                        <a:pt x="12828" y="7965"/>
                        <a:pt x="12584" y="7904"/>
                      </a:cubicBezTo>
                      <a:lnTo>
                        <a:pt x="10366" y="7265"/>
                      </a:lnTo>
                      <a:lnTo>
                        <a:pt x="10335" y="6718"/>
                      </a:lnTo>
                      <a:lnTo>
                        <a:pt x="13284" y="6414"/>
                      </a:lnTo>
                      <a:cubicBezTo>
                        <a:pt x="13435" y="6414"/>
                        <a:pt x="13557" y="6293"/>
                        <a:pt x="13587" y="6141"/>
                      </a:cubicBezTo>
                      <a:lnTo>
                        <a:pt x="13587" y="6050"/>
                      </a:lnTo>
                      <a:cubicBezTo>
                        <a:pt x="13618" y="5867"/>
                        <a:pt x="13466" y="5685"/>
                        <a:pt x="13284" y="5685"/>
                      </a:cubicBezTo>
                      <a:lnTo>
                        <a:pt x="10062" y="5655"/>
                      </a:lnTo>
                      <a:lnTo>
                        <a:pt x="9970" y="5199"/>
                      </a:lnTo>
                      <a:lnTo>
                        <a:pt x="13679" y="3740"/>
                      </a:lnTo>
                      <a:cubicBezTo>
                        <a:pt x="13800" y="3679"/>
                        <a:pt x="13891" y="3527"/>
                        <a:pt x="13861" y="3375"/>
                      </a:cubicBezTo>
                      <a:lnTo>
                        <a:pt x="13831" y="3223"/>
                      </a:lnTo>
                      <a:cubicBezTo>
                        <a:pt x="13800" y="3040"/>
                        <a:pt x="13618" y="2949"/>
                        <a:pt x="13466" y="2949"/>
                      </a:cubicBezTo>
                      <a:lnTo>
                        <a:pt x="9423" y="3679"/>
                      </a:lnTo>
                      <a:lnTo>
                        <a:pt x="9302" y="3314"/>
                      </a:lnTo>
                      <a:lnTo>
                        <a:pt x="12645" y="1065"/>
                      </a:lnTo>
                      <a:cubicBezTo>
                        <a:pt x="12736" y="1004"/>
                        <a:pt x="12797" y="852"/>
                        <a:pt x="12767" y="700"/>
                      </a:cubicBezTo>
                      <a:lnTo>
                        <a:pt x="12736" y="609"/>
                      </a:lnTo>
                      <a:cubicBezTo>
                        <a:pt x="12692" y="475"/>
                        <a:pt x="12550" y="391"/>
                        <a:pt x="12405" y="391"/>
                      </a:cubicBezTo>
                      <a:cubicBezTo>
                        <a:pt x="12352" y="391"/>
                        <a:pt x="12299" y="402"/>
                        <a:pt x="12250" y="426"/>
                      </a:cubicBezTo>
                      <a:lnTo>
                        <a:pt x="7326" y="2980"/>
                      </a:lnTo>
                      <a:lnTo>
                        <a:pt x="8967" y="518"/>
                      </a:lnTo>
                      <a:cubicBezTo>
                        <a:pt x="9028" y="457"/>
                        <a:pt x="9028" y="366"/>
                        <a:pt x="9028" y="274"/>
                      </a:cubicBezTo>
                      <a:cubicBezTo>
                        <a:pt x="8998" y="214"/>
                        <a:pt x="8967" y="153"/>
                        <a:pt x="8937" y="92"/>
                      </a:cubicBezTo>
                      <a:cubicBezTo>
                        <a:pt x="8861" y="31"/>
                        <a:pt x="8777" y="1"/>
                        <a:pt x="8694" y="1"/>
                      </a:cubicBezTo>
                      <a:close/>
                    </a:path>
                  </a:pathLst>
                </a:custGeom>
                <a:solidFill>
                  <a:schemeClr val="lt2"/>
                </a:solidFill>
                <a:ln w="952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116"/>
                <p:cNvSpPr/>
                <p:nvPr/>
              </p:nvSpPr>
              <p:spPr>
                <a:xfrm>
                  <a:off x="5095392" y="966974"/>
                  <a:ext cx="59804" cy="68424"/>
                </a:xfrm>
                <a:custGeom>
                  <a:avLst/>
                  <a:gdLst/>
                  <a:ahLst/>
                  <a:cxnLst/>
                  <a:rect l="l" t="t" r="r" b="b"/>
                  <a:pathLst>
                    <a:path w="3587" h="4104" extrusionOk="0">
                      <a:moveTo>
                        <a:pt x="912" y="0"/>
                      </a:moveTo>
                      <a:lnTo>
                        <a:pt x="0" y="456"/>
                      </a:lnTo>
                      <a:lnTo>
                        <a:pt x="1398" y="4104"/>
                      </a:lnTo>
                      <a:lnTo>
                        <a:pt x="3587" y="2462"/>
                      </a:lnTo>
                      <a:lnTo>
                        <a:pt x="912" y="0"/>
                      </a:lnTo>
                      <a:close/>
                    </a:path>
                  </a:pathLst>
                </a:custGeom>
                <a:solidFill>
                  <a:srgbClr val="231F20"/>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116"/>
                <p:cNvSpPr/>
                <p:nvPr/>
              </p:nvSpPr>
              <p:spPr>
                <a:xfrm>
                  <a:off x="5208887" y="907693"/>
                  <a:ext cx="16739" cy="44099"/>
                </a:xfrm>
                <a:custGeom>
                  <a:avLst/>
                  <a:gdLst/>
                  <a:ahLst/>
                  <a:cxnLst/>
                  <a:rect l="l" t="t" r="r" b="b"/>
                  <a:pathLst>
                    <a:path w="1004" h="2645" extrusionOk="0">
                      <a:moveTo>
                        <a:pt x="518" y="0"/>
                      </a:moveTo>
                      <a:lnTo>
                        <a:pt x="1" y="2645"/>
                      </a:lnTo>
                      <a:cubicBezTo>
                        <a:pt x="1004" y="1520"/>
                        <a:pt x="518" y="0"/>
                        <a:pt x="5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116"/>
                <p:cNvSpPr/>
                <p:nvPr/>
              </p:nvSpPr>
              <p:spPr>
                <a:xfrm>
                  <a:off x="5208887" y="907693"/>
                  <a:ext cx="16739" cy="44099"/>
                </a:xfrm>
                <a:custGeom>
                  <a:avLst/>
                  <a:gdLst/>
                  <a:ahLst/>
                  <a:cxnLst/>
                  <a:rect l="l" t="t" r="r" b="b"/>
                  <a:pathLst>
                    <a:path w="1004" h="2645" fill="none" extrusionOk="0">
                      <a:moveTo>
                        <a:pt x="518" y="0"/>
                      </a:moveTo>
                      <a:cubicBezTo>
                        <a:pt x="518" y="0"/>
                        <a:pt x="1004" y="1520"/>
                        <a:pt x="1" y="2645"/>
                      </a:cubicBezTo>
                    </a:path>
                  </a:pathLst>
                </a:custGeom>
                <a:noFill/>
                <a:ln w="952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116"/>
                <p:cNvSpPr/>
                <p:nvPr/>
              </p:nvSpPr>
              <p:spPr>
                <a:xfrm>
                  <a:off x="4648966" y="965957"/>
                  <a:ext cx="508311" cy="367429"/>
                </a:xfrm>
                <a:custGeom>
                  <a:avLst/>
                  <a:gdLst/>
                  <a:ahLst/>
                  <a:cxnLst/>
                  <a:rect l="l" t="t" r="r" b="b"/>
                  <a:pathLst>
                    <a:path w="30488" h="22038" extrusionOk="0">
                      <a:moveTo>
                        <a:pt x="26080" y="1"/>
                      </a:moveTo>
                      <a:lnTo>
                        <a:pt x="1" y="13770"/>
                      </a:lnTo>
                      <a:lnTo>
                        <a:pt x="3496" y="17448"/>
                      </a:lnTo>
                      <a:lnTo>
                        <a:pt x="7843" y="22037"/>
                      </a:lnTo>
                      <a:lnTo>
                        <a:pt x="12949" y="18663"/>
                      </a:lnTo>
                      <a:lnTo>
                        <a:pt x="30487" y="6931"/>
                      </a:lnTo>
                      <a:cubicBezTo>
                        <a:pt x="30487" y="6931"/>
                        <a:pt x="30214" y="1216"/>
                        <a:pt x="26080" y="1"/>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116"/>
                <p:cNvSpPr/>
                <p:nvPr/>
              </p:nvSpPr>
              <p:spPr>
                <a:xfrm>
                  <a:off x="4693713" y="1232754"/>
                  <a:ext cx="168776" cy="88698"/>
                </a:xfrm>
                <a:custGeom>
                  <a:avLst/>
                  <a:gdLst/>
                  <a:ahLst/>
                  <a:cxnLst/>
                  <a:rect l="l" t="t" r="r" b="b"/>
                  <a:pathLst>
                    <a:path w="10123" h="5320" extrusionOk="0">
                      <a:moveTo>
                        <a:pt x="0" y="0"/>
                      </a:moveTo>
                      <a:lnTo>
                        <a:pt x="5016" y="5319"/>
                      </a:lnTo>
                      <a:lnTo>
                        <a:pt x="10122" y="1945"/>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116"/>
                <p:cNvSpPr/>
                <p:nvPr/>
              </p:nvSpPr>
              <p:spPr>
                <a:xfrm>
                  <a:off x="5059917" y="991297"/>
                  <a:ext cx="59304" cy="104403"/>
                </a:xfrm>
                <a:custGeom>
                  <a:avLst/>
                  <a:gdLst/>
                  <a:ahLst/>
                  <a:cxnLst/>
                  <a:rect l="l" t="t" r="r" b="b"/>
                  <a:pathLst>
                    <a:path w="3557" h="6262" fill="none" extrusionOk="0">
                      <a:moveTo>
                        <a:pt x="0" y="0"/>
                      </a:moveTo>
                      <a:cubicBezTo>
                        <a:pt x="0" y="0"/>
                        <a:pt x="2432" y="1216"/>
                        <a:pt x="3557" y="6262"/>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116"/>
                <p:cNvSpPr/>
                <p:nvPr/>
              </p:nvSpPr>
              <p:spPr>
                <a:xfrm>
                  <a:off x="4348992" y="1254796"/>
                  <a:ext cx="300022" cy="1309508"/>
                </a:xfrm>
                <a:custGeom>
                  <a:avLst/>
                  <a:gdLst/>
                  <a:ahLst/>
                  <a:cxnLst/>
                  <a:rect l="l" t="t" r="r" b="b"/>
                  <a:pathLst>
                    <a:path w="17995" h="78543" extrusionOk="0">
                      <a:moveTo>
                        <a:pt x="6718" y="0"/>
                      </a:moveTo>
                      <a:lnTo>
                        <a:pt x="0" y="3708"/>
                      </a:lnTo>
                      <a:lnTo>
                        <a:pt x="1277" y="78542"/>
                      </a:lnTo>
                      <a:cubicBezTo>
                        <a:pt x="1277" y="78542"/>
                        <a:pt x="6566" y="74469"/>
                        <a:pt x="17995" y="71187"/>
                      </a:cubicBezTo>
                      <a:lnTo>
                        <a:pt x="6718" y="0"/>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116"/>
                <p:cNvSpPr/>
                <p:nvPr/>
              </p:nvSpPr>
              <p:spPr>
                <a:xfrm>
                  <a:off x="4402705" y="2395914"/>
                  <a:ext cx="239217" cy="101886"/>
                </a:xfrm>
                <a:custGeom>
                  <a:avLst/>
                  <a:gdLst/>
                  <a:ahLst/>
                  <a:cxnLst/>
                  <a:rect l="l" t="t" r="r" b="b"/>
                  <a:pathLst>
                    <a:path w="14348" h="6111" fill="none" extrusionOk="0">
                      <a:moveTo>
                        <a:pt x="14347" y="1"/>
                      </a:moveTo>
                      <a:cubicBezTo>
                        <a:pt x="14347" y="1"/>
                        <a:pt x="4529" y="2615"/>
                        <a:pt x="0" y="6110"/>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116"/>
                <p:cNvSpPr/>
                <p:nvPr/>
              </p:nvSpPr>
              <p:spPr>
                <a:xfrm>
                  <a:off x="4581566" y="1160539"/>
                  <a:ext cx="657313" cy="1209173"/>
                </a:xfrm>
                <a:custGeom>
                  <a:avLst/>
                  <a:gdLst/>
                  <a:ahLst/>
                  <a:cxnLst/>
                  <a:rect l="l" t="t" r="r" b="b"/>
                  <a:pathLst>
                    <a:path w="39425" h="72525" extrusionOk="0">
                      <a:moveTo>
                        <a:pt x="8390" y="0"/>
                      </a:moveTo>
                      <a:lnTo>
                        <a:pt x="1" y="2979"/>
                      </a:lnTo>
                      <a:lnTo>
                        <a:pt x="21430" y="72524"/>
                      </a:lnTo>
                      <a:cubicBezTo>
                        <a:pt x="21430" y="72524"/>
                        <a:pt x="28084" y="70703"/>
                        <a:pt x="36010" y="70703"/>
                      </a:cubicBezTo>
                      <a:cubicBezTo>
                        <a:pt x="37128" y="70703"/>
                        <a:pt x="38271" y="70740"/>
                        <a:pt x="39424" y="70822"/>
                      </a:cubicBezTo>
                      <a:lnTo>
                        <a:pt x="8390" y="0"/>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116"/>
                <p:cNvSpPr/>
                <p:nvPr/>
              </p:nvSpPr>
              <p:spPr>
                <a:xfrm>
                  <a:off x="4924617" y="2283436"/>
                  <a:ext cx="259991" cy="41064"/>
                </a:xfrm>
                <a:custGeom>
                  <a:avLst/>
                  <a:gdLst/>
                  <a:ahLst/>
                  <a:cxnLst/>
                  <a:rect l="l" t="t" r="r" b="b"/>
                  <a:pathLst>
                    <a:path w="15594" h="2463" fill="none" extrusionOk="0">
                      <a:moveTo>
                        <a:pt x="1" y="2462"/>
                      </a:moveTo>
                      <a:cubicBezTo>
                        <a:pt x="1" y="2462"/>
                        <a:pt x="8299" y="0"/>
                        <a:pt x="15594" y="821"/>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116"/>
                <p:cNvSpPr/>
                <p:nvPr/>
              </p:nvSpPr>
              <p:spPr>
                <a:xfrm>
                  <a:off x="4341390" y="1151420"/>
                  <a:ext cx="374514" cy="233632"/>
                </a:xfrm>
                <a:custGeom>
                  <a:avLst/>
                  <a:gdLst/>
                  <a:ahLst/>
                  <a:cxnLst/>
                  <a:rect l="l" t="t" r="r" b="b"/>
                  <a:pathLst>
                    <a:path w="22463" h="14013" extrusionOk="0">
                      <a:moveTo>
                        <a:pt x="22463" y="0"/>
                      </a:moveTo>
                      <a:lnTo>
                        <a:pt x="19150" y="1155"/>
                      </a:lnTo>
                      <a:lnTo>
                        <a:pt x="10517" y="4134"/>
                      </a:lnTo>
                      <a:lnTo>
                        <a:pt x="2797" y="7873"/>
                      </a:lnTo>
                      <a:lnTo>
                        <a:pt x="0" y="9210"/>
                      </a:lnTo>
                      <a:lnTo>
                        <a:pt x="12979" y="14013"/>
                      </a:lnTo>
                      <a:lnTo>
                        <a:pt x="22463" y="0"/>
                      </a:ln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116"/>
                <p:cNvSpPr/>
                <p:nvPr/>
              </p:nvSpPr>
              <p:spPr>
                <a:xfrm>
                  <a:off x="4388001" y="1170675"/>
                  <a:ext cx="272662" cy="169776"/>
                </a:xfrm>
                <a:custGeom>
                  <a:avLst/>
                  <a:gdLst/>
                  <a:ahLst/>
                  <a:cxnLst/>
                  <a:rect l="l" t="t" r="r" b="b"/>
                  <a:pathLst>
                    <a:path w="16354" h="10183" extrusionOk="0">
                      <a:moveTo>
                        <a:pt x="16354" y="0"/>
                      </a:moveTo>
                      <a:lnTo>
                        <a:pt x="7721" y="2979"/>
                      </a:lnTo>
                      <a:lnTo>
                        <a:pt x="1" y="6718"/>
                      </a:lnTo>
                      <a:lnTo>
                        <a:pt x="9423" y="10183"/>
                      </a:lnTo>
                      <a:lnTo>
                        <a:pt x="16354" y="0"/>
                      </a:ln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86" name="Google Shape;3986;p116"/>
              <p:cNvSpPr/>
              <p:nvPr/>
            </p:nvSpPr>
            <p:spPr>
              <a:xfrm rot="10800000" flipH="1">
                <a:off x="2217561" y="3080875"/>
                <a:ext cx="4880328" cy="50575"/>
              </a:xfrm>
              <a:custGeom>
                <a:avLst/>
                <a:gdLst/>
                <a:ahLst/>
                <a:cxnLst/>
                <a:rect l="l" t="t" r="r" b="b"/>
                <a:pathLst>
                  <a:path w="205293" h="1" fill="none" extrusionOk="0">
                    <a:moveTo>
                      <a:pt x="0" y="1"/>
                    </a:moveTo>
                    <a:lnTo>
                      <a:pt x="205293" y="1"/>
                    </a:lnTo>
                  </a:path>
                </a:pathLst>
              </a:custGeom>
              <a:no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87" name="Google Shape;3987;p116"/>
              <p:cNvGrpSpPr/>
              <p:nvPr/>
            </p:nvGrpSpPr>
            <p:grpSpPr>
              <a:xfrm>
                <a:off x="1330950" y="1010052"/>
                <a:ext cx="575167" cy="477784"/>
                <a:chOff x="1940550" y="1010052"/>
                <a:chExt cx="575167" cy="477784"/>
              </a:xfrm>
            </p:grpSpPr>
            <p:sp>
              <p:nvSpPr>
                <p:cNvPr id="3988" name="Google Shape;3988;p116"/>
                <p:cNvSpPr/>
                <p:nvPr/>
              </p:nvSpPr>
              <p:spPr>
                <a:xfrm>
                  <a:off x="1940550" y="1010052"/>
                  <a:ext cx="515397" cy="477784"/>
                </a:xfrm>
                <a:custGeom>
                  <a:avLst/>
                  <a:gdLst/>
                  <a:ahLst/>
                  <a:cxnLst/>
                  <a:rect l="l" t="t" r="r" b="b"/>
                  <a:pathLst>
                    <a:path w="30913" h="28657" extrusionOk="0">
                      <a:moveTo>
                        <a:pt x="15867" y="0"/>
                      </a:moveTo>
                      <a:cubicBezTo>
                        <a:pt x="11399" y="4012"/>
                        <a:pt x="6566" y="7629"/>
                        <a:pt x="1460" y="10790"/>
                      </a:cubicBezTo>
                      <a:cubicBezTo>
                        <a:pt x="1460" y="10790"/>
                        <a:pt x="1" y="15289"/>
                        <a:pt x="3496" y="16018"/>
                      </a:cubicBezTo>
                      <a:cubicBezTo>
                        <a:pt x="6992" y="16748"/>
                        <a:pt x="4955" y="21794"/>
                        <a:pt x="10092" y="22280"/>
                      </a:cubicBezTo>
                      <a:cubicBezTo>
                        <a:pt x="15259" y="22766"/>
                        <a:pt x="14834" y="23435"/>
                        <a:pt x="16293" y="26444"/>
                      </a:cubicBezTo>
                      <a:cubicBezTo>
                        <a:pt x="16657" y="27265"/>
                        <a:pt x="17326" y="27934"/>
                        <a:pt x="18147" y="28329"/>
                      </a:cubicBezTo>
                      <a:cubicBezTo>
                        <a:pt x="18640" y="28550"/>
                        <a:pt x="19164" y="28657"/>
                        <a:pt x="19675" y="28657"/>
                      </a:cubicBezTo>
                      <a:cubicBezTo>
                        <a:pt x="20991" y="28657"/>
                        <a:pt x="22221" y="27948"/>
                        <a:pt x="22615" y="26657"/>
                      </a:cubicBezTo>
                      <a:lnTo>
                        <a:pt x="30700" y="15927"/>
                      </a:lnTo>
                      <a:cubicBezTo>
                        <a:pt x="30913" y="15289"/>
                        <a:pt x="30913" y="14590"/>
                        <a:pt x="30761" y="13921"/>
                      </a:cubicBezTo>
                      <a:cubicBezTo>
                        <a:pt x="30457" y="12766"/>
                        <a:pt x="29515" y="11824"/>
                        <a:pt x="27965" y="11520"/>
                      </a:cubicBezTo>
                      <a:cubicBezTo>
                        <a:pt x="25624" y="11064"/>
                        <a:pt x="24499" y="10304"/>
                        <a:pt x="24348" y="8480"/>
                      </a:cubicBezTo>
                      <a:cubicBezTo>
                        <a:pt x="24196" y="6657"/>
                        <a:pt x="23770" y="5106"/>
                        <a:pt x="19545" y="4347"/>
                      </a:cubicBezTo>
                      <a:cubicBezTo>
                        <a:pt x="15320" y="3556"/>
                        <a:pt x="15867" y="0"/>
                        <a:pt x="15867" y="0"/>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116"/>
                <p:cNvSpPr/>
                <p:nvPr/>
              </p:nvSpPr>
              <p:spPr>
                <a:xfrm>
                  <a:off x="2251475" y="1242125"/>
                  <a:ext cx="204464" cy="237839"/>
                </a:xfrm>
                <a:custGeom>
                  <a:avLst/>
                  <a:gdLst/>
                  <a:ahLst/>
                  <a:cxnLst/>
                  <a:rect l="l" t="t" r="r" b="b"/>
                  <a:pathLst>
                    <a:path w="12767" h="14736" extrusionOk="0">
                      <a:moveTo>
                        <a:pt x="12615" y="0"/>
                      </a:moveTo>
                      <a:lnTo>
                        <a:pt x="12615" y="0"/>
                      </a:lnTo>
                      <a:cubicBezTo>
                        <a:pt x="8755" y="5745"/>
                        <a:pt x="2311" y="12158"/>
                        <a:pt x="1" y="14408"/>
                      </a:cubicBezTo>
                      <a:cubicBezTo>
                        <a:pt x="494" y="14629"/>
                        <a:pt x="1018" y="14736"/>
                        <a:pt x="1529" y="14736"/>
                      </a:cubicBezTo>
                      <a:cubicBezTo>
                        <a:pt x="2845" y="14736"/>
                        <a:pt x="4075" y="14027"/>
                        <a:pt x="4469" y="12736"/>
                      </a:cubicBezTo>
                      <a:lnTo>
                        <a:pt x="12554" y="2006"/>
                      </a:lnTo>
                      <a:cubicBezTo>
                        <a:pt x="12737" y="1368"/>
                        <a:pt x="12767" y="669"/>
                        <a:pt x="1261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116"/>
                <p:cNvSpPr/>
                <p:nvPr/>
              </p:nvSpPr>
              <p:spPr>
                <a:xfrm>
                  <a:off x="2266880" y="1193481"/>
                  <a:ext cx="248837" cy="269111"/>
                </a:xfrm>
                <a:custGeom>
                  <a:avLst/>
                  <a:gdLst/>
                  <a:ahLst/>
                  <a:cxnLst/>
                  <a:rect l="l" t="t" r="r" b="b"/>
                  <a:pathLst>
                    <a:path w="14925" h="16141" extrusionOk="0">
                      <a:moveTo>
                        <a:pt x="11156" y="0"/>
                      </a:moveTo>
                      <a:cubicBezTo>
                        <a:pt x="11156" y="0"/>
                        <a:pt x="6292" y="7356"/>
                        <a:pt x="0" y="12067"/>
                      </a:cubicBezTo>
                      <a:cubicBezTo>
                        <a:pt x="0" y="12067"/>
                        <a:pt x="3435" y="13101"/>
                        <a:pt x="2827" y="16140"/>
                      </a:cubicBezTo>
                      <a:cubicBezTo>
                        <a:pt x="2827" y="16140"/>
                        <a:pt x="10001" y="7508"/>
                        <a:pt x="13982" y="4073"/>
                      </a:cubicBezTo>
                      <a:cubicBezTo>
                        <a:pt x="13982" y="4073"/>
                        <a:pt x="14925" y="1246"/>
                        <a:pt x="11156" y="0"/>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1" name="Google Shape;3991;p116"/>
              <p:cNvGrpSpPr/>
              <p:nvPr/>
            </p:nvGrpSpPr>
            <p:grpSpPr>
              <a:xfrm rot="-1887892">
                <a:off x="7404584" y="1625980"/>
                <a:ext cx="616122" cy="307902"/>
                <a:chOff x="4527869" y="342135"/>
                <a:chExt cx="616093" cy="307888"/>
              </a:xfrm>
            </p:grpSpPr>
            <p:sp>
              <p:nvSpPr>
                <p:cNvPr id="3992" name="Google Shape;3992;p116"/>
                <p:cNvSpPr/>
                <p:nvPr/>
              </p:nvSpPr>
              <p:spPr>
                <a:xfrm>
                  <a:off x="4770812" y="534733"/>
                  <a:ext cx="81378" cy="86547"/>
                </a:xfrm>
                <a:custGeom>
                  <a:avLst/>
                  <a:gdLst/>
                  <a:ahLst/>
                  <a:cxnLst/>
                  <a:rect l="l" t="t" r="r" b="b"/>
                  <a:pathLst>
                    <a:path w="4881" h="5191" extrusionOk="0">
                      <a:moveTo>
                        <a:pt x="3938" y="1"/>
                      </a:moveTo>
                      <a:cubicBezTo>
                        <a:pt x="1871" y="335"/>
                        <a:pt x="534" y="2767"/>
                        <a:pt x="78" y="3740"/>
                      </a:cubicBezTo>
                      <a:cubicBezTo>
                        <a:pt x="1" y="3868"/>
                        <a:pt x="97" y="3996"/>
                        <a:pt x="239" y="3996"/>
                      </a:cubicBezTo>
                      <a:cubicBezTo>
                        <a:pt x="265" y="3996"/>
                        <a:pt x="293" y="3992"/>
                        <a:pt x="321" y="3983"/>
                      </a:cubicBezTo>
                      <a:lnTo>
                        <a:pt x="1780" y="3405"/>
                      </a:lnTo>
                      <a:lnTo>
                        <a:pt x="2297" y="5077"/>
                      </a:lnTo>
                      <a:cubicBezTo>
                        <a:pt x="2312" y="5153"/>
                        <a:pt x="2380" y="5191"/>
                        <a:pt x="2452" y="5191"/>
                      </a:cubicBezTo>
                      <a:cubicBezTo>
                        <a:pt x="2525" y="5191"/>
                        <a:pt x="2601" y="5153"/>
                        <a:pt x="2631" y="5077"/>
                      </a:cubicBezTo>
                      <a:cubicBezTo>
                        <a:pt x="3117" y="3557"/>
                        <a:pt x="3908" y="2159"/>
                        <a:pt x="4880" y="913"/>
                      </a:cubicBezTo>
                      <a:lnTo>
                        <a:pt x="3938" y="1"/>
                      </a:ln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116"/>
                <p:cNvSpPr/>
                <p:nvPr/>
              </p:nvSpPr>
              <p:spPr>
                <a:xfrm>
                  <a:off x="4527869" y="342135"/>
                  <a:ext cx="163691" cy="141966"/>
                </a:xfrm>
                <a:custGeom>
                  <a:avLst/>
                  <a:gdLst/>
                  <a:ahLst/>
                  <a:cxnLst/>
                  <a:rect l="l" t="t" r="r" b="b"/>
                  <a:pathLst>
                    <a:path w="9818" h="8515" extrusionOk="0">
                      <a:moveTo>
                        <a:pt x="4810" y="0"/>
                      </a:moveTo>
                      <a:cubicBezTo>
                        <a:pt x="3799" y="0"/>
                        <a:pt x="2414" y="470"/>
                        <a:pt x="1550" y="2709"/>
                      </a:cubicBezTo>
                      <a:cubicBezTo>
                        <a:pt x="0" y="6751"/>
                        <a:pt x="3374" y="7724"/>
                        <a:pt x="3374" y="7724"/>
                      </a:cubicBezTo>
                      <a:lnTo>
                        <a:pt x="7295" y="8514"/>
                      </a:lnTo>
                      <a:lnTo>
                        <a:pt x="9818" y="2496"/>
                      </a:lnTo>
                      <a:lnTo>
                        <a:pt x="6079" y="247"/>
                      </a:lnTo>
                      <a:cubicBezTo>
                        <a:pt x="6079" y="247"/>
                        <a:pt x="5543" y="0"/>
                        <a:pt x="4810" y="0"/>
                      </a:cubicBezTo>
                      <a:close/>
                    </a:path>
                  </a:pathLst>
                </a:custGeom>
                <a:solidFill>
                  <a:srgbClr val="FFFFFF"/>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116"/>
                <p:cNvSpPr/>
                <p:nvPr/>
              </p:nvSpPr>
              <p:spPr>
                <a:xfrm>
                  <a:off x="4554892" y="342535"/>
                  <a:ext cx="137181" cy="116741"/>
                </a:xfrm>
                <a:custGeom>
                  <a:avLst/>
                  <a:gdLst/>
                  <a:ahLst/>
                  <a:cxnLst/>
                  <a:rect l="l" t="t" r="r" b="b"/>
                  <a:pathLst>
                    <a:path w="8228" h="7002" extrusionOk="0">
                      <a:moveTo>
                        <a:pt x="3511" y="0"/>
                      </a:moveTo>
                      <a:cubicBezTo>
                        <a:pt x="994" y="0"/>
                        <a:pt x="1" y="5011"/>
                        <a:pt x="1905" y="5664"/>
                      </a:cubicBezTo>
                      <a:cubicBezTo>
                        <a:pt x="2969" y="6028"/>
                        <a:pt x="6221" y="7001"/>
                        <a:pt x="6221" y="7001"/>
                      </a:cubicBezTo>
                      <a:lnTo>
                        <a:pt x="8227" y="2472"/>
                      </a:lnTo>
                      <a:lnTo>
                        <a:pt x="4458" y="223"/>
                      </a:lnTo>
                      <a:cubicBezTo>
                        <a:pt x="4123" y="69"/>
                        <a:pt x="3806" y="0"/>
                        <a:pt x="3511" y="0"/>
                      </a:cubicBezTo>
                      <a:close/>
                    </a:path>
                  </a:pathLst>
                </a:custGeom>
                <a:solidFill>
                  <a:schemeClr val="accent1"/>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116"/>
                <p:cNvSpPr/>
                <p:nvPr/>
              </p:nvSpPr>
              <p:spPr>
                <a:xfrm>
                  <a:off x="4592218" y="369509"/>
                  <a:ext cx="50684" cy="48700"/>
                </a:xfrm>
                <a:custGeom>
                  <a:avLst/>
                  <a:gdLst/>
                  <a:ahLst/>
                  <a:cxnLst/>
                  <a:rect l="l" t="t" r="r" b="b"/>
                  <a:pathLst>
                    <a:path w="3040" h="2921" extrusionOk="0">
                      <a:moveTo>
                        <a:pt x="1337" y="0"/>
                      </a:moveTo>
                      <a:cubicBezTo>
                        <a:pt x="198" y="0"/>
                        <a:pt x="0" y="2039"/>
                        <a:pt x="0" y="2039"/>
                      </a:cubicBezTo>
                      <a:lnTo>
                        <a:pt x="2280" y="2921"/>
                      </a:lnTo>
                      <a:cubicBezTo>
                        <a:pt x="3040" y="1219"/>
                        <a:pt x="2037" y="216"/>
                        <a:pt x="2037" y="216"/>
                      </a:cubicBezTo>
                      <a:cubicBezTo>
                        <a:pt x="1771" y="65"/>
                        <a:pt x="1539" y="0"/>
                        <a:pt x="1337" y="0"/>
                      </a:cubicBezTo>
                      <a:close/>
                    </a:path>
                  </a:pathLst>
                </a:custGeom>
                <a:solidFill>
                  <a:srgbClr val="FFFFFF"/>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116"/>
                <p:cNvSpPr/>
                <p:nvPr/>
              </p:nvSpPr>
              <p:spPr>
                <a:xfrm>
                  <a:off x="4586634" y="373610"/>
                  <a:ext cx="94783" cy="86163"/>
                </a:xfrm>
                <a:custGeom>
                  <a:avLst/>
                  <a:gdLst/>
                  <a:ahLst/>
                  <a:cxnLst/>
                  <a:rect l="l" t="t" r="r" b="b"/>
                  <a:pathLst>
                    <a:path w="5685" h="5168" extrusionOk="0">
                      <a:moveTo>
                        <a:pt x="2372" y="0"/>
                      </a:moveTo>
                      <a:lnTo>
                        <a:pt x="2372" y="0"/>
                      </a:lnTo>
                      <a:cubicBezTo>
                        <a:pt x="3597" y="1058"/>
                        <a:pt x="2604" y="3875"/>
                        <a:pt x="583" y="3875"/>
                      </a:cubicBezTo>
                      <a:cubicBezTo>
                        <a:pt x="398" y="3875"/>
                        <a:pt x="203" y="3851"/>
                        <a:pt x="1" y="3800"/>
                      </a:cubicBezTo>
                      <a:lnTo>
                        <a:pt x="1" y="3800"/>
                      </a:lnTo>
                      <a:cubicBezTo>
                        <a:pt x="1399" y="4377"/>
                        <a:pt x="2858" y="4833"/>
                        <a:pt x="4317" y="5167"/>
                      </a:cubicBezTo>
                      <a:lnTo>
                        <a:pt x="5685" y="1550"/>
                      </a:lnTo>
                      <a:lnTo>
                        <a:pt x="2372" y="0"/>
                      </a:lnTo>
                      <a:close/>
                    </a:path>
                  </a:pathLst>
                </a:custGeom>
                <a:solidFill>
                  <a:schemeClr val="accent5"/>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116"/>
                <p:cNvSpPr/>
                <p:nvPr/>
              </p:nvSpPr>
              <p:spPr>
                <a:xfrm>
                  <a:off x="4584100" y="346236"/>
                  <a:ext cx="559863" cy="281298"/>
                </a:xfrm>
                <a:custGeom>
                  <a:avLst/>
                  <a:gdLst/>
                  <a:ahLst/>
                  <a:cxnLst/>
                  <a:rect l="l" t="t" r="r" b="b"/>
                  <a:pathLst>
                    <a:path w="33580" h="16872" extrusionOk="0">
                      <a:moveTo>
                        <a:pt x="2706" y="1"/>
                      </a:moveTo>
                      <a:cubicBezTo>
                        <a:pt x="2706" y="1"/>
                        <a:pt x="4955" y="1916"/>
                        <a:pt x="4013" y="4499"/>
                      </a:cubicBezTo>
                      <a:cubicBezTo>
                        <a:pt x="3041" y="7083"/>
                        <a:pt x="1" y="7478"/>
                        <a:pt x="1" y="7478"/>
                      </a:cubicBezTo>
                      <a:cubicBezTo>
                        <a:pt x="4165" y="9211"/>
                        <a:pt x="8573" y="10305"/>
                        <a:pt x="13071" y="10730"/>
                      </a:cubicBezTo>
                      <a:lnTo>
                        <a:pt x="16931" y="11703"/>
                      </a:lnTo>
                      <a:lnTo>
                        <a:pt x="20670" y="13375"/>
                      </a:lnTo>
                      <a:lnTo>
                        <a:pt x="28391" y="16779"/>
                      </a:lnTo>
                      <a:cubicBezTo>
                        <a:pt x="28586" y="16842"/>
                        <a:pt x="28779" y="16871"/>
                        <a:pt x="28967" y="16871"/>
                      </a:cubicBezTo>
                      <a:cubicBezTo>
                        <a:pt x="31708" y="16871"/>
                        <a:pt x="33580" y="10667"/>
                        <a:pt x="31248" y="10183"/>
                      </a:cubicBezTo>
                      <a:cubicBezTo>
                        <a:pt x="28391" y="9484"/>
                        <a:pt x="20488" y="7873"/>
                        <a:pt x="20488" y="7873"/>
                      </a:cubicBezTo>
                      <a:lnTo>
                        <a:pt x="16263" y="6992"/>
                      </a:lnTo>
                      <a:lnTo>
                        <a:pt x="14956" y="6293"/>
                      </a:lnTo>
                      <a:cubicBezTo>
                        <a:pt x="11399" y="3800"/>
                        <a:pt x="7266" y="1733"/>
                        <a:pt x="2706" y="1"/>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116"/>
                <p:cNvSpPr/>
                <p:nvPr/>
              </p:nvSpPr>
              <p:spPr>
                <a:xfrm>
                  <a:off x="4768045" y="452146"/>
                  <a:ext cx="160656" cy="117074"/>
                </a:xfrm>
                <a:custGeom>
                  <a:avLst/>
                  <a:gdLst/>
                  <a:ahLst/>
                  <a:cxnLst/>
                  <a:rect l="l" t="t" r="r" b="b"/>
                  <a:pathLst>
                    <a:path w="9636" h="7022" extrusionOk="0">
                      <a:moveTo>
                        <a:pt x="4134" y="0"/>
                      </a:moveTo>
                      <a:cubicBezTo>
                        <a:pt x="3952" y="2280"/>
                        <a:pt x="2037" y="3374"/>
                        <a:pt x="61" y="4104"/>
                      </a:cubicBezTo>
                      <a:cubicBezTo>
                        <a:pt x="1" y="4104"/>
                        <a:pt x="1" y="4195"/>
                        <a:pt x="61" y="4195"/>
                      </a:cubicBezTo>
                      <a:lnTo>
                        <a:pt x="5867" y="5350"/>
                      </a:lnTo>
                      <a:lnTo>
                        <a:pt x="9636" y="7022"/>
                      </a:lnTo>
                      <a:lnTo>
                        <a:pt x="9606" y="5836"/>
                      </a:lnTo>
                      <a:cubicBezTo>
                        <a:pt x="9514" y="3314"/>
                        <a:pt x="7721" y="1156"/>
                        <a:pt x="5229" y="639"/>
                      </a:cubicBezTo>
                      <a:lnTo>
                        <a:pt x="4134" y="0"/>
                      </a:ln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116"/>
                <p:cNvSpPr/>
                <p:nvPr/>
              </p:nvSpPr>
              <p:spPr>
                <a:xfrm>
                  <a:off x="4838979" y="538801"/>
                  <a:ext cx="70225" cy="111222"/>
                </a:xfrm>
                <a:custGeom>
                  <a:avLst/>
                  <a:gdLst/>
                  <a:ahLst/>
                  <a:cxnLst/>
                  <a:rect l="l" t="t" r="r" b="b"/>
                  <a:pathLst>
                    <a:path w="4212" h="6671" extrusionOk="0">
                      <a:moveTo>
                        <a:pt x="335" y="0"/>
                      </a:moveTo>
                      <a:cubicBezTo>
                        <a:pt x="1" y="2310"/>
                        <a:pt x="700" y="5411"/>
                        <a:pt x="1004" y="6535"/>
                      </a:cubicBezTo>
                      <a:cubicBezTo>
                        <a:pt x="1022" y="6624"/>
                        <a:pt x="1101" y="6671"/>
                        <a:pt x="1183" y="6671"/>
                      </a:cubicBezTo>
                      <a:cubicBezTo>
                        <a:pt x="1241" y="6671"/>
                        <a:pt x="1300" y="6647"/>
                        <a:pt x="1338" y="6596"/>
                      </a:cubicBezTo>
                      <a:lnTo>
                        <a:pt x="2311" y="4955"/>
                      </a:lnTo>
                      <a:lnTo>
                        <a:pt x="3892" y="5714"/>
                      </a:lnTo>
                      <a:cubicBezTo>
                        <a:pt x="3915" y="5724"/>
                        <a:pt x="3939" y="5728"/>
                        <a:pt x="3963" y="5728"/>
                      </a:cubicBezTo>
                      <a:cubicBezTo>
                        <a:pt x="4094" y="5728"/>
                        <a:pt x="4212" y="5600"/>
                        <a:pt x="4135" y="5471"/>
                      </a:cubicBezTo>
                      <a:cubicBezTo>
                        <a:pt x="3344" y="3921"/>
                        <a:pt x="2767" y="2280"/>
                        <a:pt x="2341" y="608"/>
                      </a:cubicBezTo>
                      <a:lnTo>
                        <a:pt x="335" y="0"/>
                      </a:ln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116"/>
                <p:cNvSpPr/>
                <p:nvPr/>
              </p:nvSpPr>
              <p:spPr>
                <a:xfrm>
                  <a:off x="4810105" y="446945"/>
                  <a:ext cx="111506" cy="111622"/>
                </a:xfrm>
                <a:custGeom>
                  <a:avLst/>
                  <a:gdLst/>
                  <a:ahLst/>
                  <a:cxnLst/>
                  <a:rect l="l" t="t" r="r" b="b"/>
                  <a:pathLst>
                    <a:path w="6688" h="6695" extrusionOk="0">
                      <a:moveTo>
                        <a:pt x="2168" y="1"/>
                      </a:moveTo>
                      <a:cubicBezTo>
                        <a:pt x="1954" y="1"/>
                        <a:pt x="1739" y="62"/>
                        <a:pt x="1551" y="191"/>
                      </a:cubicBezTo>
                      <a:cubicBezTo>
                        <a:pt x="3891" y="1741"/>
                        <a:pt x="1642" y="4659"/>
                        <a:pt x="61" y="5024"/>
                      </a:cubicBezTo>
                      <a:cubicBezTo>
                        <a:pt x="0" y="5358"/>
                        <a:pt x="365" y="5844"/>
                        <a:pt x="1125" y="5844"/>
                      </a:cubicBezTo>
                      <a:cubicBezTo>
                        <a:pt x="1168" y="5843"/>
                        <a:pt x="1211" y="5842"/>
                        <a:pt x="1253" y="5842"/>
                      </a:cubicBezTo>
                      <a:cubicBezTo>
                        <a:pt x="2061" y="5842"/>
                        <a:pt x="2861" y="6114"/>
                        <a:pt x="3496" y="6604"/>
                      </a:cubicBezTo>
                      <a:cubicBezTo>
                        <a:pt x="3583" y="6662"/>
                        <a:pt x="3708" y="6695"/>
                        <a:pt x="3859" y="6695"/>
                      </a:cubicBezTo>
                      <a:cubicBezTo>
                        <a:pt x="4497" y="6695"/>
                        <a:pt x="5582" y="6108"/>
                        <a:pt x="6049" y="4385"/>
                      </a:cubicBezTo>
                      <a:cubicBezTo>
                        <a:pt x="6687" y="2106"/>
                        <a:pt x="5441" y="1255"/>
                        <a:pt x="5441" y="1255"/>
                      </a:cubicBezTo>
                      <a:cubicBezTo>
                        <a:pt x="4377" y="464"/>
                        <a:pt x="3830" y="1255"/>
                        <a:pt x="3070" y="434"/>
                      </a:cubicBezTo>
                      <a:cubicBezTo>
                        <a:pt x="2847" y="154"/>
                        <a:pt x="2509" y="1"/>
                        <a:pt x="2168"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1" name="Google Shape;4001;p116"/>
              <p:cNvGrpSpPr/>
              <p:nvPr/>
            </p:nvGrpSpPr>
            <p:grpSpPr>
              <a:xfrm>
                <a:off x="5782621" y="702458"/>
                <a:ext cx="1448677" cy="2342745"/>
                <a:chOff x="5067585" y="702458"/>
                <a:chExt cx="1448677" cy="2342745"/>
              </a:xfrm>
            </p:grpSpPr>
            <p:sp>
              <p:nvSpPr>
                <p:cNvPr id="4002" name="Google Shape;4002;p116"/>
                <p:cNvSpPr/>
                <p:nvPr/>
              </p:nvSpPr>
              <p:spPr>
                <a:xfrm>
                  <a:off x="5365475" y="734133"/>
                  <a:ext cx="156605" cy="251638"/>
                </a:xfrm>
                <a:custGeom>
                  <a:avLst/>
                  <a:gdLst/>
                  <a:ahLst/>
                  <a:cxnLst/>
                  <a:rect l="l" t="t" r="r" b="b"/>
                  <a:pathLst>
                    <a:path w="9393" h="15093" extrusionOk="0">
                      <a:moveTo>
                        <a:pt x="6584" y="0"/>
                      </a:moveTo>
                      <a:cubicBezTo>
                        <a:pt x="6549" y="0"/>
                        <a:pt x="6511" y="5"/>
                        <a:pt x="6474" y="16"/>
                      </a:cubicBezTo>
                      <a:lnTo>
                        <a:pt x="6383" y="46"/>
                      </a:lnTo>
                      <a:cubicBezTo>
                        <a:pt x="6231" y="77"/>
                        <a:pt x="6140" y="229"/>
                        <a:pt x="6140" y="381"/>
                      </a:cubicBezTo>
                      <a:lnTo>
                        <a:pt x="6231" y="4393"/>
                      </a:lnTo>
                      <a:lnTo>
                        <a:pt x="5866" y="4484"/>
                      </a:lnTo>
                      <a:lnTo>
                        <a:pt x="4134" y="776"/>
                      </a:lnTo>
                      <a:cubicBezTo>
                        <a:pt x="4062" y="656"/>
                        <a:pt x="3934" y="574"/>
                        <a:pt x="3794" y="574"/>
                      </a:cubicBezTo>
                      <a:cubicBezTo>
                        <a:pt x="3756" y="574"/>
                        <a:pt x="3717" y="580"/>
                        <a:pt x="3678" y="593"/>
                      </a:cubicBezTo>
                      <a:lnTo>
                        <a:pt x="3617" y="654"/>
                      </a:lnTo>
                      <a:cubicBezTo>
                        <a:pt x="3465" y="715"/>
                        <a:pt x="3374" y="867"/>
                        <a:pt x="3404" y="1049"/>
                      </a:cubicBezTo>
                      <a:lnTo>
                        <a:pt x="4347" y="4879"/>
                      </a:lnTo>
                      <a:lnTo>
                        <a:pt x="3921" y="5092"/>
                      </a:lnTo>
                      <a:lnTo>
                        <a:pt x="2037" y="2478"/>
                      </a:lnTo>
                      <a:cubicBezTo>
                        <a:pt x="1970" y="2377"/>
                        <a:pt x="1866" y="2332"/>
                        <a:pt x="1761" y="2332"/>
                      </a:cubicBezTo>
                      <a:cubicBezTo>
                        <a:pt x="1675" y="2332"/>
                        <a:pt x="1588" y="2362"/>
                        <a:pt x="1520" y="2417"/>
                      </a:cubicBezTo>
                      <a:lnTo>
                        <a:pt x="1459" y="2478"/>
                      </a:lnTo>
                      <a:cubicBezTo>
                        <a:pt x="1368" y="2599"/>
                        <a:pt x="1338" y="2751"/>
                        <a:pt x="1398" y="2903"/>
                      </a:cubicBezTo>
                      <a:lnTo>
                        <a:pt x="2857" y="5457"/>
                      </a:lnTo>
                      <a:lnTo>
                        <a:pt x="2401" y="5761"/>
                      </a:lnTo>
                      <a:lnTo>
                        <a:pt x="608" y="4302"/>
                      </a:lnTo>
                      <a:cubicBezTo>
                        <a:pt x="544" y="4248"/>
                        <a:pt x="469" y="4225"/>
                        <a:pt x="394" y="4225"/>
                      </a:cubicBezTo>
                      <a:cubicBezTo>
                        <a:pt x="256" y="4225"/>
                        <a:pt x="120" y="4305"/>
                        <a:pt x="61" y="4423"/>
                      </a:cubicBezTo>
                      <a:lnTo>
                        <a:pt x="30" y="4484"/>
                      </a:lnTo>
                      <a:cubicBezTo>
                        <a:pt x="0" y="4636"/>
                        <a:pt x="0" y="4788"/>
                        <a:pt x="122" y="4879"/>
                      </a:cubicBezTo>
                      <a:lnTo>
                        <a:pt x="4256" y="9408"/>
                      </a:lnTo>
                      <a:lnTo>
                        <a:pt x="4924" y="9834"/>
                      </a:lnTo>
                      <a:lnTo>
                        <a:pt x="4863" y="12356"/>
                      </a:lnTo>
                      <a:lnTo>
                        <a:pt x="4803" y="15092"/>
                      </a:lnTo>
                      <a:lnTo>
                        <a:pt x="8541" y="14150"/>
                      </a:lnTo>
                      <a:lnTo>
                        <a:pt x="8420" y="13147"/>
                      </a:lnTo>
                      <a:lnTo>
                        <a:pt x="7933" y="9378"/>
                      </a:lnTo>
                      <a:cubicBezTo>
                        <a:pt x="7933" y="9378"/>
                        <a:pt x="8845" y="7189"/>
                        <a:pt x="8997" y="6581"/>
                      </a:cubicBezTo>
                      <a:cubicBezTo>
                        <a:pt x="9088" y="6095"/>
                        <a:pt x="9301" y="4028"/>
                        <a:pt x="9362" y="3207"/>
                      </a:cubicBezTo>
                      <a:cubicBezTo>
                        <a:pt x="9392" y="3025"/>
                        <a:pt x="9271" y="2873"/>
                        <a:pt x="9088" y="2843"/>
                      </a:cubicBezTo>
                      <a:cubicBezTo>
                        <a:pt x="9071" y="2834"/>
                        <a:pt x="9050" y="2830"/>
                        <a:pt x="9029" y="2830"/>
                      </a:cubicBezTo>
                      <a:cubicBezTo>
                        <a:pt x="8977" y="2830"/>
                        <a:pt x="8919" y="2852"/>
                        <a:pt x="8876" y="2873"/>
                      </a:cubicBezTo>
                      <a:cubicBezTo>
                        <a:pt x="8815" y="2903"/>
                        <a:pt x="8754" y="2964"/>
                        <a:pt x="8724" y="3055"/>
                      </a:cubicBezTo>
                      <a:lnTo>
                        <a:pt x="7660" y="5821"/>
                      </a:lnTo>
                      <a:lnTo>
                        <a:pt x="6900" y="289"/>
                      </a:lnTo>
                      <a:cubicBezTo>
                        <a:pt x="6900" y="114"/>
                        <a:pt x="6755" y="0"/>
                        <a:pt x="6584" y="0"/>
                      </a:cubicBezTo>
                      <a:close/>
                    </a:path>
                  </a:pathLst>
                </a:custGeom>
                <a:solidFill>
                  <a:srgbClr val="FFFFFF"/>
                </a:solidFill>
                <a:ln w="952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116"/>
                <p:cNvSpPr/>
                <p:nvPr/>
              </p:nvSpPr>
              <p:spPr>
                <a:xfrm>
                  <a:off x="5445028" y="924914"/>
                  <a:ext cx="62855" cy="60838"/>
                </a:xfrm>
                <a:custGeom>
                  <a:avLst/>
                  <a:gdLst/>
                  <a:ahLst/>
                  <a:cxnLst/>
                  <a:rect l="l" t="t" r="r" b="b"/>
                  <a:pathLst>
                    <a:path w="3770" h="3649" extrusionOk="0">
                      <a:moveTo>
                        <a:pt x="91" y="1"/>
                      </a:moveTo>
                      <a:lnTo>
                        <a:pt x="0" y="3648"/>
                      </a:lnTo>
                      <a:lnTo>
                        <a:pt x="3769" y="2706"/>
                      </a:lnTo>
                      <a:lnTo>
                        <a:pt x="3557" y="1095"/>
                      </a:lnTo>
                      <a:lnTo>
                        <a:pt x="91" y="1"/>
                      </a:lnTo>
                      <a:close/>
                    </a:path>
                  </a:pathLst>
                </a:custGeom>
                <a:solidFill>
                  <a:schemeClr val="accent5"/>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116"/>
                <p:cNvSpPr/>
                <p:nvPr/>
              </p:nvSpPr>
              <p:spPr>
                <a:xfrm>
                  <a:off x="5407019" y="945186"/>
                  <a:ext cx="290402" cy="418096"/>
                </a:xfrm>
                <a:custGeom>
                  <a:avLst/>
                  <a:gdLst/>
                  <a:ahLst/>
                  <a:cxnLst/>
                  <a:rect l="l" t="t" r="r" b="b"/>
                  <a:pathLst>
                    <a:path w="17418" h="25077" extrusionOk="0">
                      <a:moveTo>
                        <a:pt x="6444" y="0"/>
                      </a:moveTo>
                      <a:lnTo>
                        <a:pt x="1" y="1064"/>
                      </a:lnTo>
                      <a:lnTo>
                        <a:pt x="2341" y="16140"/>
                      </a:lnTo>
                      <a:lnTo>
                        <a:pt x="11217" y="23101"/>
                      </a:lnTo>
                      <a:lnTo>
                        <a:pt x="13739" y="25077"/>
                      </a:lnTo>
                      <a:lnTo>
                        <a:pt x="15502" y="20882"/>
                      </a:lnTo>
                      <a:lnTo>
                        <a:pt x="17417" y="16384"/>
                      </a:lnTo>
                      <a:lnTo>
                        <a:pt x="8329" y="11703"/>
                      </a:lnTo>
                      <a:lnTo>
                        <a:pt x="6444" y="0"/>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116"/>
                <p:cNvSpPr/>
                <p:nvPr/>
              </p:nvSpPr>
              <p:spPr>
                <a:xfrm>
                  <a:off x="5593998" y="1283781"/>
                  <a:ext cx="71475" cy="69941"/>
                </a:xfrm>
                <a:custGeom>
                  <a:avLst/>
                  <a:gdLst/>
                  <a:ahLst/>
                  <a:cxnLst/>
                  <a:rect l="l" t="t" r="r" b="b"/>
                  <a:pathLst>
                    <a:path w="4287" h="4195" extrusionOk="0">
                      <a:moveTo>
                        <a:pt x="4286" y="0"/>
                      </a:moveTo>
                      <a:lnTo>
                        <a:pt x="1" y="2219"/>
                      </a:lnTo>
                      <a:lnTo>
                        <a:pt x="2523" y="4195"/>
                      </a:lnTo>
                      <a:lnTo>
                        <a:pt x="428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116"/>
                <p:cNvSpPr/>
                <p:nvPr/>
              </p:nvSpPr>
              <p:spPr>
                <a:xfrm>
                  <a:off x="5426773" y="979127"/>
                  <a:ext cx="89215" cy="13205"/>
                </a:xfrm>
                <a:custGeom>
                  <a:avLst/>
                  <a:gdLst/>
                  <a:ahLst/>
                  <a:cxnLst/>
                  <a:rect l="l" t="t" r="r" b="b"/>
                  <a:pathLst>
                    <a:path w="5351" h="792" fill="none" extrusionOk="0">
                      <a:moveTo>
                        <a:pt x="5351" y="1"/>
                      </a:moveTo>
                      <a:lnTo>
                        <a:pt x="1" y="79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116"/>
                <p:cNvSpPr/>
                <p:nvPr/>
              </p:nvSpPr>
              <p:spPr>
                <a:xfrm>
                  <a:off x="5506343" y="2716161"/>
                  <a:ext cx="138365" cy="251038"/>
                </a:xfrm>
                <a:custGeom>
                  <a:avLst/>
                  <a:gdLst/>
                  <a:ahLst/>
                  <a:cxnLst/>
                  <a:rect l="l" t="t" r="r" b="b"/>
                  <a:pathLst>
                    <a:path w="8299" h="15057" extrusionOk="0">
                      <a:moveTo>
                        <a:pt x="2037" y="1"/>
                      </a:moveTo>
                      <a:lnTo>
                        <a:pt x="486" y="10275"/>
                      </a:lnTo>
                      <a:lnTo>
                        <a:pt x="0" y="13375"/>
                      </a:lnTo>
                      <a:cubicBezTo>
                        <a:pt x="630" y="14508"/>
                        <a:pt x="1440" y="15056"/>
                        <a:pt x="2419" y="15056"/>
                      </a:cubicBezTo>
                      <a:cubicBezTo>
                        <a:pt x="3095" y="15056"/>
                        <a:pt x="3850" y="14795"/>
                        <a:pt x="4681" y="14287"/>
                      </a:cubicBezTo>
                      <a:lnTo>
                        <a:pt x="5441" y="11460"/>
                      </a:lnTo>
                      <a:lnTo>
                        <a:pt x="8298" y="913"/>
                      </a:lnTo>
                      <a:lnTo>
                        <a:pt x="2037" y="1"/>
                      </a:ln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116"/>
                <p:cNvSpPr/>
                <p:nvPr/>
              </p:nvSpPr>
              <p:spPr>
                <a:xfrm>
                  <a:off x="5367175" y="2939117"/>
                  <a:ext cx="220777" cy="106087"/>
                </a:xfrm>
                <a:custGeom>
                  <a:avLst/>
                  <a:gdLst/>
                  <a:ahLst/>
                  <a:cxnLst/>
                  <a:rect l="l" t="t" r="r" b="b"/>
                  <a:pathLst>
                    <a:path w="13242" h="6363" extrusionOk="0">
                      <a:moveTo>
                        <a:pt x="8348" y="1"/>
                      </a:moveTo>
                      <a:cubicBezTo>
                        <a:pt x="8348" y="1"/>
                        <a:pt x="6160" y="2311"/>
                        <a:pt x="4336" y="3436"/>
                      </a:cubicBezTo>
                      <a:cubicBezTo>
                        <a:pt x="2512" y="4530"/>
                        <a:pt x="1661" y="4530"/>
                        <a:pt x="810" y="4895"/>
                      </a:cubicBezTo>
                      <a:cubicBezTo>
                        <a:pt x="0" y="5271"/>
                        <a:pt x="236" y="6362"/>
                        <a:pt x="2252" y="6362"/>
                      </a:cubicBezTo>
                      <a:cubicBezTo>
                        <a:pt x="2354" y="6362"/>
                        <a:pt x="2461" y="6360"/>
                        <a:pt x="2573" y="6354"/>
                      </a:cubicBezTo>
                      <a:cubicBezTo>
                        <a:pt x="3343" y="6303"/>
                        <a:pt x="4772" y="6286"/>
                        <a:pt x="6334" y="6286"/>
                      </a:cubicBezTo>
                      <a:cubicBezTo>
                        <a:pt x="9459" y="6286"/>
                        <a:pt x="13120" y="6354"/>
                        <a:pt x="13120" y="6354"/>
                      </a:cubicBezTo>
                      <a:cubicBezTo>
                        <a:pt x="13242" y="4530"/>
                        <a:pt x="13211" y="2706"/>
                        <a:pt x="13029" y="913"/>
                      </a:cubicBezTo>
                      <a:lnTo>
                        <a:pt x="8348" y="1"/>
                      </a:ln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116"/>
                <p:cNvSpPr/>
                <p:nvPr/>
              </p:nvSpPr>
              <p:spPr>
                <a:xfrm>
                  <a:off x="5887903" y="2716161"/>
                  <a:ext cx="117074" cy="250888"/>
                </a:xfrm>
                <a:custGeom>
                  <a:avLst/>
                  <a:gdLst/>
                  <a:ahLst/>
                  <a:cxnLst/>
                  <a:rect l="l" t="t" r="r" b="b"/>
                  <a:pathLst>
                    <a:path w="7022" h="15048" extrusionOk="0">
                      <a:moveTo>
                        <a:pt x="6292" y="1"/>
                      </a:moveTo>
                      <a:lnTo>
                        <a:pt x="0" y="913"/>
                      </a:lnTo>
                      <a:lnTo>
                        <a:pt x="1854" y="11369"/>
                      </a:lnTo>
                      <a:lnTo>
                        <a:pt x="2341" y="14287"/>
                      </a:lnTo>
                      <a:cubicBezTo>
                        <a:pt x="3165" y="14792"/>
                        <a:pt x="3916" y="15047"/>
                        <a:pt x="4587" y="15047"/>
                      </a:cubicBezTo>
                      <a:cubicBezTo>
                        <a:pt x="5573" y="15047"/>
                        <a:pt x="6389" y="14496"/>
                        <a:pt x="7021" y="13375"/>
                      </a:cubicBezTo>
                      <a:lnTo>
                        <a:pt x="6809" y="10153"/>
                      </a:lnTo>
                      <a:lnTo>
                        <a:pt x="6292" y="1"/>
                      </a:ln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116"/>
                <p:cNvSpPr/>
                <p:nvPr/>
              </p:nvSpPr>
              <p:spPr>
                <a:xfrm>
                  <a:off x="5923362" y="2939117"/>
                  <a:ext cx="220794" cy="106087"/>
                </a:xfrm>
                <a:custGeom>
                  <a:avLst/>
                  <a:gdLst/>
                  <a:ahLst/>
                  <a:cxnLst/>
                  <a:rect l="l" t="t" r="r" b="b"/>
                  <a:pathLst>
                    <a:path w="13243" h="6363" extrusionOk="0">
                      <a:moveTo>
                        <a:pt x="4894" y="1"/>
                      </a:moveTo>
                      <a:lnTo>
                        <a:pt x="214" y="913"/>
                      </a:lnTo>
                      <a:cubicBezTo>
                        <a:pt x="31" y="2706"/>
                        <a:pt x="1" y="4530"/>
                        <a:pt x="122" y="6354"/>
                      </a:cubicBezTo>
                      <a:cubicBezTo>
                        <a:pt x="122" y="6354"/>
                        <a:pt x="3783" y="6286"/>
                        <a:pt x="6908" y="6286"/>
                      </a:cubicBezTo>
                      <a:cubicBezTo>
                        <a:pt x="8471" y="6286"/>
                        <a:pt x="9900" y="6303"/>
                        <a:pt x="10670" y="6354"/>
                      </a:cubicBezTo>
                      <a:cubicBezTo>
                        <a:pt x="10781" y="6360"/>
                        <a:pt x="10889" y="6362"/>
                        <a:pt x="10991" y="6362"/>
                      </a:cubicBezTo>
                      <a:cubicBezTo>
                        <a:pt x="13006" y="6362"/>
                        <a:pt x="13243" y="5271"/>
                        <a:pt x="12433" y="4895"/>
                      </a:cubicBezTo>
                      <a:cubicBezTo>
                        <a:pt x="11582" y="4530"/>
                        <a:pt x="10730" y="4530"/>
                        <a:pt x="8907" y="3436"/>
                      </a:cubicBezTo>
                      <a:cubicBezTo>
                        <a:pt x="7083" y="2311"/>
                        <a:pt x="4894" y="1"/>
                        <a:pt x="4894" y="1"/>
                      </a:cubicBez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116"/>
                <p:cNvSpPr/>
                <p:nvPr/>
              </p:nvSpPr>
              <p:spPr>
                <a:xfrm>
                  <a:off x="5368009" y="2566173"/>
                  <a:ext cx="747495" cy="314343"/>
                </a:xfrm>
                <a:custGeom>
                  <a:avLst/>
                  <a:gdLst/>
                  <a:ahLst/>
                  <a:cxnLst/>
                  <a:rect l="l" t="t" r="r" b="b"/>
                  <a:pathLst>
                    <a:path w="44834" h="18854" extrusionOk="0">
                      <a:moveTo>
                        <a:pt x="3496" y="1"/>
                      </a:moveTo>
                      <a:lnTo>
                        <a:pt x="2280" y="5107"/>
                      </a:lnTo>
                      <a:lnTo>
                        <a:pt x="0" y="14591"/>
                      </a:lnTo>
                      <a:cubicBezTo>
                        <a:pt x="0" y="14591"/>
                        <a:pt x="8526" y="18853"/>
                        <a:pt x="21555" y="18853"/>
                      </a:cubicBezTo>
                      <a:cubicBezTo>
                        <a:pt x="21865" y="18853"/>
                        <a:pt x="22178" y="18851"/>
                        <a:pt x="22493" y="18846"/>
                      </a:cubicBezTo>
                      <a:cubicBezTo>
                        <a:pt x="36019" y="18664"/>
                        <a:pt x="44834" y="16293"/>
                        <a:pt x="44834" y="16293"/>
                      </a:cubicBezTo>
                      <a:lnTo>
                        <a:pt x="44712" y="13770"/>
                      </a:lnTo>
                      <a:lnTo>
                        <a:pt x="44043" y="1065"/>
                      </a:lnTo>
                      <a:lnTo>
                        <a:pt x="3496" y="1"/>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116"/>
                <p:cNvSpPr/>
                <p:nvPr/>
              </p:nvSpPr>
              <p:spPr>
                <a:xfrm>
                  <a:off x="5392447" y="2560220"/>
                  <a:ext cx="717101" cy="271645"/>
                </a:xfrm>
                <a:custGeom>
                  <a:avLst/>
                  <a:gdLst/>
                  <a:ahLst/>
                  <a:cxnLst/>
                  <a:rect l="l" t="t" r="r" b="b"/>
                  <a:pathLst>
                    <a:path w="43011" h="16293" extrusionOk="0">
                      <a:moveTo>
                        <a:pt x="1673" y="1"/>
                      </a:moveTo>
                      <a:lnTo>
                        <a:pt x="1" y="6992"/>
                      </a:lnTo>
                      <a:lnTo>
                        <a:pt x="43011" y="16293"/>
                      </a:lnTo>
                      <a:lnTo>
                        <a:pt x="42220" y="1065"/>
                      </a:lnTo>
                      <a:lnTo>
                        <a:pt x="167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116"/>
                <p:cNvSpPr/>
                <p:nvPr/>
              </p:nvSpPr>
              <p:spPr>
                <a:xfrm>
                  <a:off x="5402968" y="2781027"/>
                  <a:ext cx="690242" cy="69958"/>
                </a:xfrm>
                <a:custGeom>
                  <a:avLst/>
                  <a:gdLst/>
                  <a:ahLst/>
                  <a:cxnLst/>
                  <a:rect l="l" t="t" r="r" b="b"/>
                  <a:pathLst>
                    <a:path w="41400" h="4196" fill="none" extrusionOk="0">
                      <a:moveTo>
                        <a:pt x="0" y="1"/>
                      </a:moveTo>
                      <a:cubicBezTo>
                        <a:pt x="0" y="1"/>
                        <a:pt x="8055" y="3678"/>
                        <a:pt x="21703" y="4013"/>
                      </a:cubicBezTo>
                      <a:cubicBezTo>
                        <a:pt x="30396" y="4195"/>
                        <a:pt x="41399" y="1612"/>
                        <a:pt x="41399" y="1612"/>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116"/>
                <p:cNvSpPr/>
                <p:nvPr/>
              </p:nvSpPr>
              <p:spPr>
                <a:xfrm>
                  <a:off x="5354822" y="1733632"/>
                  <a:ext cx="796162" cy="1021674"/>
                </a:xfrm>
                <a:custGeom>
                  <a:avLst/>
                  <a:gdLst/>
                  <a:ahLst/>
                  <a:cxnLst/>
                  <a:rect l="l" t="t" r="r" b="b"/>
                  <a:pathLst>
                    <a:path w="47753" h="61279" extrusionOk="0">
                      <a:moveTo>
                        <a:pt x="14074" y="1"/>
                      </a:moveTo>
                      <a:lnTo>
                        <a:pt x="12068" y="8117"/>
                      </a:lnTo>
                      <a:lnTo>
                        <a:pt x="1" y="56749"/>
                      </a:lnTo>
                      <a:cubicBezTo>
                        <a:pt x="1" y="56749"/>
                        <a:pt x="8542" y="61278"/>
                        <a:pt x="24317" y="61278"/>
                      </a:cubicBezTo>
                      <a:cubicBezTo>
                        <a:pt x="40123" y="61278"/>
                        <a:pt x="47752" y="59090"/>
                        <a:pt x="47752" y="59090"/>
                      </a:cubicBezTo>
                      <a:lnTo>
                        <a:pt x="43375" y="3071"/>
                      </a:lnTo>
                      <a:lnTo>
                        <a:pt x="43284" y="1855"/>
                      </a:lnTo>
                      <a:lnTo>
                        <a:pt x="39606" y="1642"/>
                      </a:lnTo>
                      <a:lnTo>
                        <a:pt x="14074" y="1"/>
                      </a:ln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116"/>
                <p:cNvSpPr/>
                <p:nvPr/>
              </p:nvSpPr>
              <p:spPr>
                <a:xfrm>
                  <a:off x="5823538" y="1766074"/>
                  <a:ext cx="57287" cy="221477"/>
                </a:xfrm>
                <a:custGeom>
                  <a:avLst/>
                  <a:gdLst/>
                  <a:ahLst/>
                  <a:cxnLst/>
                  <a:rect l="l" t="t" r="r" b="b"/>
                  <a:pathLst>
                    <a:path w="3436" h="13284" fill="none" extrusionOk="0">
                      <a:moveTo>
                        <a:pt x="3436" y="0"/>
                      </a:moveTo>
                      <a:cubicBezTo>
                        <a:pt x="3436" y="0"/>
                        <a:pt x="2919" y="9575"/>
                        <a:pt x="2706" y="11216"/>
                      </a:cubicBezTo>
                      <a:cubicBezTo>
                        <a:pt x="2493" y="12827"/>
                        <a:pt x="1" y="13283"/>
                        <a:pt x="1" y="13283"/>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116"/>
                <p:cNvSpPr/>
                <p:nvPr/>
              </p:nvSpPr>
              <p:spPr>
                <a:xfrm>
                  <a:off x="5734866" y="1766074"/>
                  <a:ext cx="106437" cy="972507"/>
                </a:xfrm>
                <a:custGeom>
                  <a:avLst/>
                  <a:gdLst/>
                  <a:ahLst/>
                  <a:cxnLst/>
                  <a:rect l="l" t="t" r="r" b="b"/>
                  <a:pathLst>
                    <a:path w="6384" h="58330" fill="none" extrusionOk="0">
                      <a:moveTo>
                        <a:pt x="6384" y="0"/>
                      </a:moveTo>
                      <a:lnTo>
                        <a:pt x="5320" y="13952"/>
                      </a:lnTo>
                      <a:lnTo>
                        <a:pt x="1" y="58329"/>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116"/>
                <p:cNvSpPr/>
                <p:nvPr/>
              </p:nvSpPr>
              <p:spPr>
                <a:xfrm>
                  <a:off x="5823538" y="1998648"/>
                  <a:ext cx="17" cy="757132"/>
                </a:xfrm>
                <a:custGeom>
                  <a:avLst/>
                  <a:gdLst/>
                  <a:ahLst/>
                  <a:cxnLst/>
                  <a:rect l="l" t="t" r="r" b="b"/>
                  <a:pathLst>
                    <a:path w="1" h="45412" fill="none" extrusionOk="0">
                      <a:moveTo>
                        <a:pt x="1" y="45412"/>
                      </a:moveTo>
                      <a:lnTo>
                        <a:pt x="1" y="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116"/>
                <p:cNvSpPr/>
                <p:nvPr/>
              </p:nvSpPr>
              <p:spPr>
                <a:xfrm>
                  <a:off x="5650745" y="963774"/>
                  <a:ext cx="568115" cy="704680"/>
                </a:xfrm>
                <a:custGeom>
                  <a:avLst/>
                  <a:gdLst/>
                  <a:ahLst/>
                  <a:cxnLst/>
                  <a:rect l="l" t="t" r="r" b="b"/>
                  <a:pathLst>
                    <a:path w="34075" h="42266" extrusionOk="0">
                      <a:moveTo>
                        <a:pt x="15232" y="0"/>
                      </a:moveTo>
                      <a:cubicBezTo>
                        <a:pt x="14177" y="0"/>
                        <a:pt x="13104" y="224"/>
                        <a:pt x="12098" y="709"/>
                      </a:cubicBezTo>
                      <a:cubicBezTo>
                        <a:pt x="7843" y="2806"/>
                        <a:pt x="9758" y="8308"/>
                        <a:pt x="9758" y="8308"/>
                      </a:cubicBezTo>
                      <a:cubicBezTo>
                        <a:pt x="7448" y="15725"/>
                        <a:pt x="8724" y="18004"/>
                        <a:pt x="8724" y="18004"/>
                      </a:cubicBezTo>
                      <a:cubicBezTo>
                        <a:pt x="8360" y="18703"/>
                        <a:pt x="7934" y="19494"/>
                        <a:pt x="7478" y="20375"/>
                      </a:cubicBezTo>
                      <a:cubicBezTo>
                        <a:pt x="4195" y="27153"/>
                        <a:pt x="1" y="39099"/>
                        <a:pt x="12767" y="41561"/>
                      </a:cubicBezTo>
                      <a:cubicBezTo>
                        <a:pt x="15338" y="42046"/>
                        <a:pt x="17635" y="42265"/>
                        <a:pt x="19676" y="42265"/>
                      </a:cubicBezTo>
                      <a:cubicBezTo>
                        <a:pt x="28882" y="42265"/>
                        <a:pt x="32900" y="37810"/>
                        <a:pt x="33497" y="33232"/>
                      </a:cubicBezTo>
                      <a:cubicBezTo>
                        <a:pt x="33527" y="33111"/>
                        <a:pt x="33527" y="32989"/>
                        <a:pt x="33527" y="32868"/>
                      </a:cubicBezTo>
                      <a:cubicBezTo>
                        <a:pt x="34074" y="27153"/>
                        <a:pt x="27023" y="19250"/>
                        <a:pt x="27023" y="19250"/>
                      </a:cubicBezTo>
                      <a:cubicBezTo>
                        <a:pt x="27023" y="19250"/>
                        <a:pt x="27995" y="15512"/>
                        <a:pt x="25868" y="13870"/>
                      </a:cubicBezTo>
                      <a:cubicBezTo>
                        <a:pt x="23740" y="12229"/>
                        <a:pt x="22190" y="10375"/>
                        <a:pt x="22038" y="5846"/>
                      </a:cubicBezTo>
                      <a:cubicBezTo>
                        <a:pt x="21921" y="2380"/>
                        <a:pt x="18672" y="0"/>
                        <a:pt x="15232" y="0"/>
                      </a:cubicBez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116"/>
                <p:cNvSpPr/>
                <p:nvPr/>
              </p:nvSpPr>
              <p:spPr>
                <a:xfrm>
                  <a:off x="5553455" y="1236542"/>
                  <a:ext cx="576735" cy="581387"/>
                </a:xfrm>
                <a:custGeom>
                  <a:avLst/>
                  <a:gdLst/>
                  <a:ahLst/>
                  <a:cxnLst/>
                  <a:rect l="l" t="t" r="r" b="b"/>
                  <a:pathLst>
                    <a:path w="34592" h="34871" extrusionOk="0">
                      <a:moveTo>
                        <a:pt x="9940" y="1"/>
                      </a:moveTo>
                      <a:cubicBezTo>
                        <a:pt x="9940" y="1"/>
                        <a:pt x="1581" y="24925"/>
                        <a:pt x="791" y="28086"/>
                      </a:cubicBezTo>
                      <a:cubicBezTo>
                        <a:pt x="1" y="31247"/>
                        <a:pt x="5351" y="33406"/>
                        <a:pt x="8633" y="33892"/>
                      </a:cubicBezTo>
                      <a:cubicBezTo>
                        <a:pt x="9728" y="34044"/>
                        <a:pt x="11014" y="34095"/>
                        <a:pt x="12244" y="34095"/>
                      </a:cubicBezTo>
                      <a:cubicBezTo>
                        <a:pt x="14702" y="34095"/>
                        <a:pt x="16931" y="33892"/>
                        <a:pt x="16931" y="33892"/>
                      </a:cubicBezTo>
                      <a:cubicBezTo>
                        <a:pt x="19819" y="34439"/>
                        <a:pt x="22706" y="34743"/>
                        <a:pt x="25624" y="34865"/>
                      </a:cubicBezTo>
                      <a:cubicBezTo>
                        <a:pt x="25775" y="34869"/>
                        <a:pt x="25923" y="34871"/>
                        <a:pt x="26069" y="34871"/>
                      </a:cubicBezTo>
                      <a:cubicBezTo>
                        <a:pt x="30358" y="34871"/>
                        <a:pt x="32887" y="33184"/>
                        <a:pt x="33710" y="32038"/>
                      </a:cubicBezTo>
                      <a:cubicBezTo>
                        <a:pt x="34591" y="30852"/>
                        <a:pt x="28634" y="1186"/>
                        <a:pt x="28634" y="1186"/>
                      </a:cubicBezTo>
                      <a:lnTo>
                        <a:pt x="19545" y="3040"/>
                      </a:lnTo>
                      <a:lnTo>
                        <a:pt x="9940" y="1"/>
                      </a:ln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116"/>
                <p:cNvSpPr/>
                <p:nvPr/>
              </p:nvSpPr>
              <p:spPr>
                <a:xfrm>
                  <a:off x="5253998" y="1218304"/>
                  <a:ext cx="595458" cy="1031294"/>
                </a:xfrm>
                <a:custGeom>
                  <a:avLst/>
                  <a:gdLst/>
                  <a:ahLst/>
                  <a:cxnLst/>
                  <a:rect l="l" t="t" r="r" b="b"/>
                  <a:pathLst>
                    <a:path w="35715" h="61856" extrusionOk="0">
                      <a:moveTo>
                        <a:pt x="26596" y="1"/>
                      </a:moveTo>
                      <a:lnTo>
                        <a:pt x="0" y="56324"/>
                      </a:lnTo>
                      <a:lnTo>
                        <a:pt x="15927" y="61856"/>
                      </a:lnTo>
                      <a:lnTo>
                        <a:pt x="35715" y="3526"/>
                      </a:lnTo>
                      <a:lnTo>
                        <a:pt x="26596" y="1"/>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116"/>
                <p:cNvSpPr/>
                <p:nvPr/>
              </p:nvSpPr>
              <p:spPr>
                <a:xfrm>
                  <a:off x="6318609" y="816787"/>
                  <a:ext cx="197652" cy="239400"/>
                </a:xfrm>
                <a:custGeom>
                  <a:avLst/>
                  <a:gdLst/>
                  <a:ahLst/>
                  <a:cxnLst/>
                  <a:rect l="l" t="t" r="r" b="b"/>
                  <a:pathLst>
                    <a:path w="11855" h="14359" extrusionOk="0">
                      <a:moveTo>
                        <a:pt x="7843" y="0"/>
                      </a:moveTo>
                      <a:cubicBezTo>
                        <a:pt x="7728" y="0"/>
                        <a:pt x="7612" y="55"/>
                        <a:pt x="7539" y="164"/>
                      </a:cubicBezTo>
                      <a:lnTo>
                        <a:pt x="4469" y="4784"/>
                      </a:lnTo>
                      <a:lnTo>
                        <a:pt x="4712" y="1836"/>
                      </a:lnTo>
                      <a:cubicBezTo>
                        <a:pt x="4712" y="1745"/>
                        <a:pt x="4712" y="1684"/>
                        <a:pt x="4651" y="1593"/>
                      </a:cubicBezTo>
                      <a:cubicBezTo>
                        <a:pt x="4590" y="1532"/>
                        <a:pt x="4529" y="1502"/>
                        <a:pt x="4469" y="1502"/>
                      </a:cubicBezTo>
                      <a:cubicBezTo>
                        <a:pt x="4430" y="1489"/>
                        <a:pt x="4392" y="1483"/>
                        <a:pt x="4356" y="1483"/>
                      </a:cubicBezTo>
                      <a:cubicBezTo>
                        <a:pt x="4225" y="1483"/>
                        <a:pt x="4121" y="1565"/>
                        <a:pt x="4073" y="1684"/>
                      </a:cubicBezTo>
                      <a:cubicBezTo>
                        <a:pt x="3769" y="2444"/>
                        <a:pt x="3040" y="4420"/>
                        <a:pt x="2918" y="4906"/>
                      </a:cubicBezTo>
                      <a:cubicBezTo>
                        <a:pt x="2766" y="5514"/>
                        <a:pt x="2645" y="7854"/>
                        <a:pt x="2645" y="7854"/>
                      </a:cubicBezTo>
                      <a:lnTo>
                        <a:pt x="548" y="11046"/>
                      </a:lnTo>
                      <a:lnTo>
                        <a:pt x="0" y="11897"/>
                      </a:lnTo>
                      <a:lnTo>
                        <a:pt x="2979" y="14359"/>
                      </a:lnTo>
                      <a:lnTo>
                        <a:pt x="4104" y="11897"/>
                      </a:lnTo>
                      <a:lnTo>
                        <a:pt x="5168" y="9617"/>
                      </a:lnTo>
                      <a:lnTo>
                        <a:pt x="5928" y="9526"/>
                      </a:lnTo>
                      <a:lnTo>
                        <a:pt x="11642" y="7246"/>
                      </a:lnTo>
                      <a:cubicBezTo>
                        <a:pt x="11764" y="7186"/>
                        <a:pt x="11855" y="7064"/>
                        <a:pt x="11855" y="6942"/>
                      </a:cubicBezTo>
                      <a:lnTo>
                        <a:pt x="11855" y="6851"/>
                      </a:lnTo>
                      <a:cubicBezTo>
                        <a:pt x="11855" y="6667"/>
                        <a:pt x="11718" y="6505"/>
                        <a:pt x="11523" y="6505"/>
                      </a:cubicBezTo>
                      <a:cubicBezTo>
                        <a:pt x="11493" y="6505"/>
                        <a:pt x="11461" y="6509"/>
                        <a:pt x="11429" y="6517"/>
                      </a:cubicBezTo>
                      <a:lnTo>
                        <a:pt x="9180" y="7034"/>
                      </a:lnTo>
                      <a:lnTo>
                        <a:pt x="8906" y="6578"/>
                      </a:lnTo>
                      <a:lnTo>
                        <a:pt x="11338" y="4906"/>
                      </a:lnTo>
                      <a:cubicBezTo>
                        <a:pt x="11460" y="4815"/>
                        <a:pt x="11490" y="4663"/>
                        <a:pt x="11460" y="4511"/>
                      </a:cubicBezTo>
                      <a:lnTo>
                        <a:pt x="11429" y="4450"/>
                      </a:lnTo>
                      <a:cubicBezTo>
                        <a:pt x="11366" y="4302"/>
                        <a:pt x="11244" y="4213"/>
                        <a:pt x="11114" y="4213"/>
                      </a:cubicBezTo>
                      <a:cubicBezTo>
                        <a:pt x="11057" y="4213"/>
                        <a:pt x="10999" y="4230"/>
                        <a:pt x="10943" y="4268"/>
                      </a:cubicBezTo>
                      <a:lnTo>
                        <a:pt x="8116" y="5787"/>
                      </a:lnTo>
                      <a:lnTo>
                        <a:pt x="7843" y="5392"/>
                      </a:lnTo>
                      <a:lnTo>
                        <a:pt x="10365" y="2353"/>
                      </a:lnTo>
                      <a:cubicBezTo>
                        <a:pt x="10457" y="2231"/>
                        <a:pt x="10457" y="2049"/>
                        <a:pt x="10365" y="1897"/>
                      </a:cubicBezTo>
                      <a:lnTo>
                        <a:pt x="10305" y="1836"/>
                      </a:lnTo>
                      <a:cubicBezTo>
                        <a:pt x="10236" y="1768"/>
                        <a:pt x="10149" y="1728"/>
                        <a:pt x="10058" y="1728"/>
                      </a:cubicBezTo>
                      <a:cubicBezTo>
                        <a:pt x="9988" y="1728"/>
                        <a:pt x="9915" y="1752"/>
                        <a:pt x="9849" y="1806"/>
                      </a:cubicBezTo>
                      <a:lnTo>
                        <a:pt x="6657" y="4389"/>
                      </a:lnTo>
                      <a:lnTo>
                        <a:pt x="6384" y="4146"/>
                      </a:lnTo>
                      <a:lnTo>
                        <a:pt x="8207" y="559"/>
                      </a:lnTo>
                      <a:cubicBezTo>
                        <a:pt x="8268" y="407"/>
                        <a:pt x="8238" y="255"/>
                        <a:pt x="8146" y="134"/>
                      </a:cubicBezTo>
                      <a:lnTo>
                        <a:pt x="8055" y="73"/>
                      </a:lnTo>
                      <a:cubicBezTo>
                        <a:pt x="7994" y="24"/>
                        <a:pt x="7919" y="0"/>
                        <a:pt x="7843" y="0"/>
                      </a:cubicBezTo>
                      <a:close/>
                    </a:path>
                  </a:pathLst>
                </a:custGeom>
                <a:solidFill>
                  <a:srgbClr val="FFFFFF"/>
                </a:solidFill>
                <a:ln w="952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116"/>
                <p:cNvSpPr/>
                <p:nvPr/>
              </p:nvSpPr>
              <p:spPr>
                <a:xfrm>
                  <a:off x="6318609" y="1000916"/>
                  <a:ext cx="68424" cy="55770"/>
                </a:xfrm>
                <a:custGeom>
                  <a:avLst/>
                  <a:gdLst/>
                  <a:ahLst/>
                  <a:cxnLst/>
                  <a:rect l="l" t="t" r="r" b="b"/>
                  <a:pathLst>
                    <a:path w="4104" h="3345" extrusionOk="0">
                      <a:moveTo>
                        <a:pt x="548" y="1"/>
                      </a:moveTo>
                      <a:lnTo>
                        <a:pt x="0" y="852"/>
                      </a:lnTo>
                      <a:lnTo>
                        <a:pt x="2979" y="3344"/>
                      </a:lnTo>
                      <a:lnTo>
                        <a:pt x="4104" y="852"/>
                      </a:lnTo>
                      <a:lnTo>
                        <a:pt x="548" y="1"/>
                      </a:lnTo>
                      <a:close/>
                    </a:path>
                  </a:pathLst>
                </a:custGeom>
                <a:solidFill>
                  <a:srgbClr val="231F20"/>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116"/>
                <p:cNvSpPr/>
                <p:nvPr/>
              </p:nvSpPr>
              <p:spPr>
                <a:xfrm>
                  <a:off x="6392594" y="896540"/>
                  <a:ext cx="19273" cy="43098"/>
                </a:xfrm>
                <a:custGeom>
                  <a:avLst/>
                  <a:gdLst/>
                  <a:ahLst/>
                  <a:cxnLst/>
                  <a:rect l="l" t="t" r="r" b="b"/>
                  <a:pathLst>
                    <a:path w="1156" h="2585" fill="none" extrusionOk="0">
                      <a:moveTo>
                        <a:pt x="0" y="0"/>
                      </a:moveTo>
                      <a:cubicBezTo>
                        <a:pt x="0" y="0"/>
                        <a:pt x="1155" y="1095"/>
                        <a:pt x="821" y="2584"/>
                      </a:cubicBezTo>
                    </a:path>
                  </a:pathLst>
                </a:custGeom>
                <a:noFill/>
                <a:ln w="952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116"/>
                <p:cNvSpPr/>
                <p:nvPr/>
              </p:nvSpPr>
              <p:spPr>
                <a:xfrm>
                  <a:off x="6011534" y="996365"/>
                  <a:ext cx="382634" cy="396822"/>
                </a:xfrm>
                <a:custGeom>
                  <a:avLst/>
                  <a:gdLst/>
                  <a:ahLst/>
                  <a:cxnLst/>
                  <a:rect l="l" t="t" r="r" b="b"/>
                  <a:pathLst>
                    <a:path w="22950" h="23801" extrusionOk="0">
                      <a:moveTo>
                        <a:pt x="18086" y="0"/>
                      </a:moveTo>
                      <a:lnTo>
                        <a:pt x="10244" y="10669"/>
                      </a:lnTo>
                      <a:lnTo>
                        <a:pt x="1" y="15472"/>
                      </a:lnTo>
                      <a:lnTo>
                        <a:pt x="1520" y="18420"/>
                      </a:lnTo>
                      <a:lnTo>
                        <a:pt x="4347" y="23800"/>
                      </a:lnTo>
                      <a:lnTo>
                        <a:pt x="8025" y="21308"/>
                      </a:lnTo>
                      <a:lnTo>
                        <a:pt x="14925" y="16566"/>
                      </a:lnTo>
                      <a:lnTo>
                        <a:pt x="22949" y="3040"/>
                      </a:lnTo>
                      <a:lnTo>
                        <a:pt x="18086" y="0"/>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116"/>
                <p:cNvSpPr/>
                <p:nvPr/>
              </p:nvSpPr>
              <p:spPr>
                <a:xfrm>
                  <a:off x="6309490" y="1031841"/>
                  <a:ext cx="65890" cy="39530"/>
                </a:xfrm>
                <a:custGeom>
                  <a:avLst/>
                  <a:gdLst/>
                  <a:ahLst/>
                  <a:cxnLst/>
                  <a:rect l="l" t="t" r="r" b="b"/>
                  <a:pathLst>
                    <a:path w="3952" h="2371" fill="none" extrusionOk="0">
                      <a:moveTo>
                        <a:pt x="0" y="0"/>
                      </a:moveTo>
                      <a:lnTo>
                        <a:pt x="3952" y="237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116"/>
                <p:cNvSpPr/>
                <p:nvPr/>
              </p:nvSpPr>
              <p:spPr>
                <a:xfrm>
                  <a:off x="5913743" y="1228440"/>
                  <a:ext cx="358809" cy="1055119"/>
                </a:xfrm>
                <a:custGeom>
                  <a:avLst/>
                  <a:gdLst/>
                  <a:ahLst/>
                  <a:cxnLst/>
                  <a:rect l="l" t="t" r="r" b="b"/>
                  <a:pathLst>
                    <a:path w="21521" h="63285" extrusionOk="0">
                      <a:moveTo>
                        <a:pt x="9180" y="0"/>
                      </a:moveTo>
                      <a:lnTo>
                        <a:pt x="0" y="3526"/>
                      </a:lnTo>
                      <a:lnTo>
                        <a:pt x="5137" y="63284"/>
                      </a:lnTo>
                      <a:lnTo>
                        <a:pt x="21520" y="60700"/>
                      </a:lnTo>
                      <a:lnTo>
                        <a:pt x="9180" y="0"/>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116"/>
                <p:cNvSpPr/>
                <p:nvPr/>
              </p:nvSpPr>
              <p:spPr>
                <a:xfrm>
                  <a:off x="5707292" y="1217470"/>
                  <a:ext cx="350656" cy="245119"/>
                </a:xfrm>
                <a:custGeom>
                  <a:avLst/>
                  <a:gdLst/>
                  <a:ahLst/>
                  <a:cxnLst/>
                  <a:rect l="l" t="t" r="r" b="b"/>
                  <a:pathLst>
                    <a:path w="21032" h="14702" extrusionOk="0">
                      <a:moveTo>
                        <a:pt x="314" y="0"/>
                      </a:moveTo>
                      <a:cubicBezTo>
                        <a:pt x="139" y="0"/>
                        <a:pt x="1" y="199"/>
                        <a:pt x="104" y="355"/>
                      </a:cubicBezTo>
                      <a:cubicBezTo>
                        <a:pt x="1199" y="2634"/>
                        <a:pt x="5606" y="11601"/>
                        <a:pt x="8889" y="14701"/>
                      </a:cubicBezTo>
                      <a:cubicBezTo>
                        <a:pt x="8889" y="14701"/>
                        <a:pt x="17400" y="8014"/>
                        <a:pt x="20925" y="1145"/>
                      </a:cubicBezTo>
                      <a:cubicBezTo>
                        <a:pt x="21032" y="932"/>
                        <a:pt x="20859" y="672"/>
                        <a:pt x="20651" y="672"/>
                      </a:cubicBezTo>
                      <a:cubicBezTo>
                        <a:pt x="20621" y="672"/>
                        <a:pt x="20591" y="678"/>
                        <a:pt x="20561" y="689"/>
                      </a:cubicBezTo>
                      <a:lnTo>
                        <a:pt x="19406" y="993"/>
                      </a:lnTo>
                      <a:lnTo>
                        <a:pt x="10530" y="3516"/>
                      </a:lnTo>
                      <a:lnTo>
                        <a:pt x="1776" y="507"/>
                      </a:lnTo>
                      <a:lnTo>
                        <a:pt x="408" y="20"/>
                      </a:lnTo>
                      <a:cubicBezTo>
                        <a:pt x="377" y="7"/>
                        <a:pt x="345" y="0"/>
                        <a:pt x="314" y="0"/>
                      </a:cubicBezTo>
                      <a:close/>
                    </a:path>
                  </a:pathLst>
                </a:custGeom>
                <a:solidFill>
                  <a:srgbClr val="FBD290"/>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116"/>
                <p:cNvSpPr/>
                <p:nvPr/>
              </p:nvSpPr>
              <p:spPr>
                <a:xfrm>
                  <a:off x="5736900" y="1225906"/>
                  <a:ext cx="293936" cy="193601"/>
                </a:xfrm>
                <a:custGeom>
                  <a:avLst/>
                  <a:gdLst/>
                  <a:ahLst/>
                  <a:cxnLst/>
                  <a:rect l="l" t="t" r="r" b="b"/>
                  <a:pathLst>
                    <a:path w="17630" h="11612" extrusionOk="0">
                      <a:moveTo>
                        <a:pt x="0" y="1"/>
                      </a:moveTo>
                      <a:cubicBezTo>
                        <a:pt x="1885" y="3618"/>
                        <a:pt x="4985" y="9271"/>
                        <a:pt x="7447" y="11612"/>
                      </a:cubicBezTo>
                      <a:cubicBezTo>
                        <a:pt x="7447" y="11612"/>
                        <a:pt x="13982" y="6444"/>
                        <a:pt x="17630" y="487"/>
                      </a:cubicBezTo>
                      <a:lnTo>
                        <a:pt x="17630" y="487"/>
                      </a:lnTo>
                      <a:lnTo>
                        <a:pt x="8754" y="3010"/>
                      </a:lnTo>
                      <a:lnTo>
                        <a:pt x="0" y="1"/>
                      </a:ln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116"/>
                <p:cNvSpPr/>
                <p:nvPr/>
              </p:nvSpPr>
              <p:spPr>
                <a:xfrm>
                  <a:off x="5813402" y="1203100"/>
                  <a:ext cx="126211" cy="100368"/>
                </a:xfrm>
                <a:custGeom>
                  <a:avLst/>
                  <a:gdLst/>
                  <a:ahLst/>
                  <a:cxnLst/>
                  <a:rect l="l" t="t" r="r" b="b"/>
                  <a:pathLst>
                    <a:path w="7570" h="6020" extrusionOk="0">
                      <a:moveTo>
                        <a:pt x="2129" y="1"/>
                      </a:moveTo>
                      <a:lnTo>
                        <a:pt x="1521" y="3739"/>
                      </a:lnTo>
                      <a:cubicBezTo>
                        <a:pt x="1399" y="4408"/>
                        <a:pt x="974" y="4955"/>
                        <a:pt x="366" y="5229"/>
                      </a:cubicBezTo>
                      <a:lnTo>
                        <a:pt x="1" y="5411"/>
                      </a:lnTo>
                      <a:lnTo>
                        <a:pt x="7569" y="6019"/>
                      </a:lnTo>
                      <a:lnTo>
                        <a:pt x="7053" y="5594"/>
                      </a:lnTo>
                      <a:cubicBezTo>
                        <a:pt x="6718" y="5320"/>
                        <a:pt x="6506" y="4925"/>
                        <a:pt x="6475" y="4499"/>
                      </a:cubicBezTo>
                      <a:lnTo>
                        <a:pt x="6232" y="244"/>
                      </a:lnTo>
                      <a:lnTo>
                        <a:pt x="2129" y="1"/>
                      </a:ln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116"/>
                <p:cNvSpPr/>
                <p:nvPr/>
              </p:nvSpPr>
              <p:spPr>
                <a:xfrm>
                  <a:off x="5813402" y="1203100"/>
                  <a:ext cx="126211" cy="100368"/>
                </a:xfrm>
                <a:custGeom>
                  <a:avLst/>
                  <a:gdLst/>
                  <a:ahLst/>
                  <a:cxnLst/>
                  <a:rect l="l" t="t" r="r" b="b"/>
                  <a:pathLst>
                    <a:path w="7570" h="6020" fill="none" extrusionOk="0">
                      <a:moveTo>
                        <a:pt x="1" y="5411"/>
                      </a:moveTo>
                      <a:lnTo>
                        <a:pt x="366" y="5229"/>
                      </a:lnTo>
                      <a:cubicBezTo>
                        <a:pt x="974" y="4955"/>
                        <a:pt x="1399" y="4408"/>
                        <a:pt x="1521" y="3739"/>
                      </a:cubicBezTo>
                      <a:lnTo>
                        <a:pt x="2129" y="1"/>
                      </a:lnTo>
                      <a:lnTo>
                        <a:pt x="6232" y="244"/>
                      </a:lnTo>
                      <a:lnTo>
                        <a:pt x="6475" y="4499"/>
                      </a:lnTo>
                      <a:cubicBezTo>
                        <a:pt x="6506" y="4925"/>
                        <a:pt x="6718" y="5320"/>
                        <a:pt x="7053" y="5594"/>
                      </a:cubicBezTo>
                      <a:lnTo>
                        <a:pt x="7569" y="6019"/>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116"/>
                <p:cNvSpPr/>
                <p:nvPr/>
              </p:nvSpPr>
              <p:spPr>
                <a:xfrm>
                  <a:off x="5765689" y="1257389"/>
                  <a:ext cx="220810" cy="144253"/>
                </a:xfrm>
                <a:custGeom>
                  <a:avLst/>
                  <a:gdLst/>
                  <a:ahLst/>
                  <a:cxnLst/>
                  <a:rect l="l" t="t" r="r" b="b"/>
                  <a:pathLst>
                    <a:path w="14378" h="9393" extrusionOk="0">
                      <a:moveTo>
                        <a:pt x="0" y="0"/>
                      </a:moveTo>
                      <a:lnTo>
                        <a:pt x="0" y="0"/>
                      </a:lnTo>
                      <a:cubicBezTo>
                        <a:pt x="1824" y="3405"/>
                        <a:pt x="4256" y="7478"/>
                        <a:pt x="6262" y="9393"/>
                      </a:cubicBezTo>
                      <a:cubicBezTo>
                        <a:pt x="9240" y="6961"/>
                        <a:pt x="11946" y="4225"/>
                        <a:pt x="14377" y="1216"/>
                      </a:cubicBezTo>
                      <a:lnTo>
                        <a:pt x="14377" y="1216"/>
                      </a:lnTo>
                      <a:lnTo>
                        <a:pt x="11003" y="1247"/>
                      </a:lnTo>
                      <a:cubicBezTo>
                        <a:pt x="10005" y="1697"/>
                        <a:pt x="8944" y="1918"/>
                        <a:pt x="7887" y="1918"/>
                      </a:cubicBezTo>
                      <a:cubicBezTo>
                        <a:pt x="6306" y="1918"/>
                        <a:pt x="4735" y="1422"/>
                        <a:pt x="3405" y="456"/>
                      </a:cubicBezTo>
                      <a:lnTo>
                        <a:pt x="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116"/>
                <p:cNvSpPr/>
                <p:nvPr/>
              </p:nvSpPr>
              <p:spPr>
                <a:xfrm>
                  <a:off x="5793430" y="1108493"/>
                  <a:ext cx="39764" cy="51035"/>
                </a:xfrm>
                <a:custGeom>
                  <a:avLst/>
                  <a:gdLst/>
                  <a:ahLst/>
                  <a:cxnLst/>
                  <a:rect l="l" t="t" r="r" b="b"/>
                  <a:pathLst>
                    <a:path w="2385" h="3061" extrusionOk="0">
                      <a:moveTo>
                        <a:pt x="1016" y="1"/>
                      </a:moveTo>
                      <a:cubicBezTo>
                        <a:pt x="957" y="1"/>
                        <a:pt x="896" y="8"/>
                        <a:pt x="834" y="22"/>
                      </a:cubicBezTo>
                      <a:cubicBezTo>
                        <a:pt x="1" y="223"/>
                        <a:pt x="118" y="3061"/>
                        <a:pt x="1830" y="3061"/>
                      </a:cubicBezTo>
                      <a:cubicBezTo>
                        <a:pt x="1928" y="3061"/>
                        <a:pt x="2032" y="3051"/>
                        <a:pt x="2141" y="3031"/>
                      </a:cubicBezTo>
                      <a:lnTo>
                        <a:pt x="2384" y="1268"/>
                      </a:lnTo>
                      <a:cubicBezTo>
                        <a:pt x="2384" y="1268"/>
                        <a:pt x="1830" y="1"/>
                        <a:pt x="1016" y="1"/>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116"/>
                <p:cNvSpPr/>
                <p:nvPr/>
              </p:nvSpPr>
              <p:spPr>
                <a:xfrm>
                  <a:off x="5945151" y="1129648"/>
                  <a:ext cx="45516" cy="46950"/>
                </a:xfrm>
                <a:custGeom>
                  <a:avLst/>
                  <a:gdLst/>
                  <a:ahLst/>
                  <a:cxnLst/>
                  <a:rect l="l" t="t" r="r" b="b"/>
                  <a:pathLst>
                    <a:path w="2730" h="2816" extrusionOk="0">
                      <a:moveTo>
                        <a:pt x="1634" y="0"/>
                      </a:moveTo>
                      <a:cubicBezTo>
                        <a:pt x="918" y="0"/>
                        <a:pt x="214" y="881"/>
                        <a:pt x="214" y="881"/>
                      </a:cubicBezTo>
                      <a:lnTo>
                        <a:pt x="1" y="2674"/>
                      </a:lnTo>
                      <a:cubicBezTo>
                        <a:pt x="218" y="2772"/>
                        <a:pt x="423" y="2815"/>
                        <a:pt x="616" y="2815"/>
                      </a:cubicBezTo>
                      <a:cubicBezTo>
                        <a:pt x="2038" y="2815"/>
                        <a:pt x="2730" y="439"/>
                        <a:pt x="2007" y="91"/>
                      </a:cubicBezTo>
                      <a:cubicBezTo>
                        <a:pt x="1885" y="27"/>
                        <a:pt x="1759" y="0"/>
                        <a:pt x="1634" y="0"/>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116"/>
                <p:cNvSpPr/>
                <p:nvPr/>
              </p:nvSpPr>
              <p:spPr>
                <a:xfrm>
                  <a:off x="5823538" y="1040959"/>
                  <a:ext cx="136848" cy="184915"/>
                </a:xfrm>
                <a:custGeom>
                  <a:avLst/>
                  <a:gdLst/>
                  <a:ahLst/>
                  <a:cxnLst/>
                  <a:rect l="l" t="t" r="r" b="b"/>
                  <a:pathLst>
                    <a:path w="8208" h="11091" extrusionOk="0">
                      <a:moveTo>
                        <a:pt x="4287" y="0"/>
                      </a:moveTo>
                      <a:cubicBezTo>
                        <a:pt x="4287" y="0"/>
                        <a:pt x="3375" y="1854"/>
                        <a:pt x="396" y="2189"/>
                      </a:cubicBezTo>
                      <a:cubicBezTo>
                        <a:pt x="396" y="2189"/>
                        <a:pt x="244" y="3587"/>
                        <a:pt x="153" y="5107"/>
                      </a:cubicBezTo>
                      <a:cubicBezTo>
                        <a:pt x="31" y="6110"/>
                        <a:pt x="1" y="7113"/>
                        <a:pt x="1" y="8116"/>
                      </a:cubicBezTo>
                      <a:cubicBezTo>
                        <a:pt x="122" y="9544"/>
                        <a:pt x="2645" y="10851"/>
                        <a:pt x="3618" y="11064"/>
                      </a:cubicBezTo>
                      <a:cubicBezTo>
                        <a:pt x="3689" y="11082"/>
                        <a:pt x="3766" y="11090"/>
                        <a:pt x="3850" y="11090"/>
                      </a:cubicBezTo>
                      <a:cubicBezTo>
                        <a:pt x="4912" y="11090"/>
                        <a:pt x="6897" y="9734"/>
                        <a:pt x="7235" y="9058"/>
                      </a:cubicBezTo>
                      <a:cubicBezTo>
                        <a:pt x="7417" y="8754"/>
                        <a:pt x="7661" y="7386"/>
                        <a:pt x="7873" y="6018"/>
                      </a:cubicBezTo>
                      <a:cubicBezTo>
                        <a:pt x="8116" y="4438"/>
                        <a:pt x="8208" y="3100"/>
                        <a:pt x="8208" y="3100"/>
                      </a:cubicBezTo>
                      <a:cubicBezTo>
                        <a:pt x="8208" y="3100"/>
                        <a:pt x="5229" y="2128"/>
                        <a:pt x="4287" y="0"/>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35" name="Google Shape;4035;p116"/>
                <p:cNvGrpSpPr/>
                <p:nvPr/>
              </p:nvGrpSpPr>
              <p:grpSpPr>
                <a:xfrm>
                  <a:off x="5727264" y="702458"/>
                  <a:ext cx="448466" cy="271126"/>
                  <a:chOff x="5727264" y="702458"/>
                  <a:chExt cx="448466" cy="271126"/>
                </a:xfrm>
              </p:grpSpPr>
              <p:sp>
                <p:nvSpPr>
                  <p:cNvPr id="4036" name="Google Shape;4036;p116"/>
                  <p:cNvSpPr/>
                  <p:nvPr/>
                </p:nvSpPr>
                <p:spPr>
                  <a:xfrm>
                    <a:off x="6045992" y="831174"/>
                    <a:ext cx="62355" cy="51201"/>
                  </a:xfrm>
                  <a:custGeom>
                    <a:avLst/>
                    <a:gdLst/>
                    <a:ahLst/>
                    <a:cxnLst/>
                    <a:rect l="l" t="t" r="r" b="b"/>
                    <a:pathLst>
                      <a:path w="3740" h="3071" fill="none" extrusionOk="0">
                        <a:moveTo>
                          <a:pt x="1" y="0"/>
                        </a:moveTo>
                        <a:cubicBezTo>
                          <a:pt x="1642" y="396"/>
                          <a:pt x="3010" y="1520"/>
                          <a:pt x="3739" y="3070"/>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116"/>
                  <p:cNvSpPr/>
                  <p:nvPr/>
                </p:nvSpPr>
                <p:spPr>
                  <a:xfrm>
                    <a:off x="6095138" y="870367"/>
                    <a:ext cx="26876" cy="24008"/>
                  </a:xfrm>
                  <a:custGeom>
                    <a:avLst/>
                    <a:gdLst/>
                    <a:ahLst/>
                    <a:cxnLst/>
                    <a:rect l="l" t="t" r="r" b="b"/>
                    <a:pathLst>
                      <a:path w="1612" h="1440" extrusionOk="0">
                        <a:moveTo>
                          <a:pt x="777" y="1"/>
                        </a:moveTo>
                        <a:cubicBezTo>
                          <a:pt x="722" y="1"/>
                          <a:pt x="665" y="7"/>
                          <a:pt x="609" y="20"/>
                        </a:cubicBezTo>
                        <a:cubicBezTo>
                          <a:pt x="244" y="111"/>
                          <a:pt x="1" y="507"/>
                          <a:pt x="92" y="902"/>
                        </a:cubicBezTo>
                        <a:cubicBezTo>
                          <a:pt x="169" y="1236"/>
                          <a:pt x="463" y="1439"/>
                          <a:pt x="791" y="1439"/>
                        </a:cubicBezTo>
                        <a:cubicBezTo>
                          <a:pt x="851" y="1439"/>
                          <a:pt x="912" y="1433"/>
                          <a:pt x="974" y="1418"/>
                        </a:cubicBezTo>
                        <a:cubicBezTo>
                          <a:pt x="1369" y="1327"/>
                          <a:pt x="1612" y="932"/>
                          <a:pt x="1490" y="537"/>
                        </a:cubicBezTo>
                        <a:cubicBezTo>
                          <a:pt x="1412" y="224"/>
                          <a:pt x="1111" y="1"/>
                          <a:pt x="777" y="1"/>
                        </a:cubicBezTo>
                        <a:close/>
                      </a:path>
                    </a:pathLst>
                  </a:custGeom>
                  <a:solidFill>
                    <a:srgbClr val="1B1835"/>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116"/>
                  <p:cNvSpPr/>
                  <p:nvPr/>
                </p:nvSpPr>
                <p:spPr>
                  <a:xfrm>
                    <a:off x="6099705" y="886904"/>
                    <a:ext cx="17239" cy="86680"/>
                  </a:xfrm>
                  <a:custGeom>
                    <a:avLst/>
                    <a:gdLst/>
                    <a:ahLst/>
                    <a:cxnLst/>
                    <a:rect l="l" t="t" r="r" b="b"/>
                    <a:pathLst>
                      <a:path w="1034" h="5199" fill="none" extrusionOk="0">
                        <a:moveTo>
                          <a:pt x="0" y="1"/>
                        </a:moveTo>
                        <a:cubicBezTo>
                          <a:pt x="0" y="1"/>
                          <a:pt x="1034" y="2706"/>
                          <a:pt x="730" y="5199"/>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116"/>
                  <p:cNvSpPr/>
                  <p:nvPr/>
                </p:nvSpPr>
                <p:spPr>
                  <a:xfrm>
                    <a:off x="6108324" y="882353"/>
                    <a:ext cx="28893" cy="85146"/>
                  </a:xfrm>
                  <a:custGeom>
                    <a:avLst/>
                    <a:gdLst/>
                    <a:ahLst/>
                    <a:cxnLst/>
                    <a:rect l="l" t="t" r="r" b="b"/>
                    <a:pathLst>
                      <a:path w="1733" h="5107" fill="none" extrusionOk="0">
                        <a:moveTo>
                          <a:pt x="0" y="0"/>
                        </a:moveTo>
                        <a:cubicBezTo>
                          <a:pt x="821" y="1611"/>
                          <a:pt x="1398" y="3313"/>
                          <a:pt x="1733" y="5107"/>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116"/>
                  <p:cNvSpPr/>
                  <p:nvPr/>
                </p:nvSpPr>
                <p:spPr>
                  <a:xfrm>
                    <a:off x="6114392" y="878802"/>
                    <a:ext cx="42081" cy="81095"/>
                  </a:xfrm>
                  <a:custGeom>
                    <a:avLst/>
                    <a:gdLst/>
                    <a:ahLst/>
                    <a:cxnLst/>
                    <a:rect l="l" t="t" r="r" b="b"/>
                    <a:pathLst>
                      <a:path w="2524" h="4864" fill="none" extrusionOk="0">
                        <a:moveTo>
                          <a:pt x="1" y="1"/>
                        </a:moveTo>
                        <a:cubicBezTo>
                          <a:pt x="1" y="1"/>
                          <a:pt x="2007" y="2888"/>
                          <a:pt x="2524" y="4864"/>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116"/>
                  <p:cNvSpPr/>
                  <p:nvPr/>
                </p:nvSpPr>
                <p:spPr>
                  <a:xfrm>
                    <a:off x="6117943" y="875251"/>
                    <a:ext cx="57787" cy="68941"/>
                  </a:xfrm>
                  <a:custGeom>
                    <a:avLst/>
                    <a:gdLst/>
                    <a:ahLst/>
                    <a:cxnLst/>
                    <a:rect l="l" t="t" r="r" b="b"/>
                    <a:pathLst>
                      <a:path w="3466" h="4135" fill="none" extrusionOk="0">
                        <a:moveTo>
                          <a:pt x="1" y="1"/>
                        </a:moveTo>
                        <a:cubicBezTo>
                          <a:pt x="1" y="1"/>
                          <a:pt x="2676" y="1885"/>
                          <a:pt x="3466" y="4135"/>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116"/>
                  <p:cNvSpPr/>
                  <p:nvPr/>
                </p:nvSpPr>
                <p:spPr>
                  <a:xfrm>
                    <a:off x="5727264" y="702458"/>
                    <a:ext cx="374531" cy="208256"/>
                  </a:xfrm>
                  <a:custGeom>
                    <a:avLst/>
                    <a:gdLst/>
                    <a:ahLst/>
                    <a:cxnLst/>
                    <a:rect l="l" t="t" r="r" b="b"/>
                    <a:pathLst>
                      <a:path w="22464" h="12491" extrusionOk="0">
                        <a:moveTo>
                          <a:pt x="12311" y="1"/>
                        </a:moveTo>
                        <a:lnTo>
                          <a:pt x="12311" y="1"/>
                        </a:lnTo>
                        <a:cubicBezTo>
                          <a:pt x="12311" y="1"/>
                          <a:pt x="12311" y="1"/>
                          <a:pt x="12311" y="1"/>
                        </a:cubicBezTo>
                        <a:lnTo>
                          <a:pt x="12311" y="1"/>
                        </a:lnTo>
                        <a:cubicBezTo>
                          <a:pt x="12311" y="1"/>
                          <a:pt x="12311" y="1"/>
                          <a:pt x="12311" y="1"/>
                        </a:cubicBezTo>
                        <a:close/>
                        <a:moveTo>
                          <a:pt x="12311" y="1"/>
                        </a:moveTo>
                        <a:cubicBezTo>
                          <a:pt x="12303" y="17"/>
                          <a:pt x="6122" y="2623"/>
                          <a:pt x="1" y="5259"/>
                        </a:cubicBezTo>
                        <a:lnTo>
                          <a:pt x="9514" y="12007"/>
                        </a:lnTo>
                        <a:cubicBezTo>
                          <a:pt x="9960" y="12323"/>
                          <a:pt x="10496" y="12491"/>
                          <a:pt x="11040" y="12491"/>
                        </a:cubicBezTo>
                        <a:cubicBezTo>
                          <a:pt x="11387" y="12491"/>
                          <a:pt x="11736" y="12423"/>
                          <a:pt x="12068" y="12281"/>
                        </a:cubicBezTo>
                        <a:lnTo>
                          <a:pt x="22463" y="7934"/>
                        </a:lnTo>
                        <a:cubicBezTo>
                          <a:pt x="22463" y="7934"/>
                          <a:pt x="15199" y="2068"/>
                          <a:pt x="12311" y="1"/>
                        </a:cubicBezTo>
                        <a:close/>
                      </a:path>
                    </a:pathLst>
                  </a:custGeom>
                  <a:solidFill>
                    <a:schemeClr val="accent1"/>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116"/>
                  <p:cNvSpPr/>
                  <p:nvPr/>
                </p:nvSpPr>
                <p:spPr>
                  <a:xfrm>
                    <a:off x="5817469" y="807535"/>
                    <a:ext cx="201704" cy="85480"/>
                  </a:xfrm>
                  <a:custGeom>
                    <a:avLst/>
                    <a:gdLst/>
                    <a:ahLst/>
                    <a:cxnLst/>
                    <a:rect l="l" t="t" r="r" b="b"/>
                    <a:pathLst>
                      <a:path w="12098" h="5127" extrusionOk="0">
                        <a:moveTo>
                          <a:pt x="5537" y="1"/>
                        </a:moveTo>
                        <a:cubicBezTo>
                          <a:pt x="3934" y="1"/>
                          <a:pt x="2110" y="285"/>
                          <a:pt x="152" y="1084"/>
                        </a:cubicBezTo>
                        <a:lnTo>
                          <a:pt x="0" y="4731"/>
                        </a:lnTo>
                        <a:lnTo>
                          <a:pt x="12037" y="5127"/>
                        </a:lnTo>
                        <a:lnTo>
                          <a:pt x="12098" y="1722"/>
                        </a:lnTo>
                        <a:cubicBezTo>
                          <a:pt x="12098" y="1722"/>
                          <a:pt x="9485" y="1"/>
                          <a:pt x="5537" y="1"/>
                        </a:cubicBezTo>
                        <a:close/>
                      </a:path>
                    </a:pathLst>
                  </a:custGeom>
                  <a:solidFill>
                    <a:schemeClr val="accent6"/>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116"/>
                  <p:cNvSpPr/>
                  <p:nvPr/>
                </p:nvSpPr>
                <p:spPr>
                  <a:xfrm>
                    <a:off x="5817469" y="867500"/>
                    <a:ext cx="200687" cy="49567"/>
                  </a:xfrm>
                  <a:custGeom>
                    <a:avLst/>
                    <a:gdLst/>
                    <a:ahLst/>
                    <a:cxnLst/>
                    <a:rect l="l" t="t" r="r" b="b"/>
                    <a:pathLst>
                      <a:path w="12037" h="2973" extrusionOk="0">
                        <a:moveTo>
                          <a:pt x="5927" y="1"/>
                        </a:moveTo>
                        <a:cubicBezTo>
                          <a:pt x="2588" y="1"/>
                          <a:pt x="0" y="1134"/>
                          <a:pt x="0" y="1134"/>
                        </a:cubicBezTo>
                        <a:cubicBezTo>
                          <a:pt x="2021" y="2526"/>
                          <a:pt x="4136" y="2972"/>
                          <a:pt x="6019" y="2972"/>
                        </a:cubicBezTo>
                        <a:cubicBezTo>
                          <a:pt x="9402" y="2972"/>
                          <a:pt x="12037" y="1530"/>
                          <a:pt x="12037" y="1530"/>
                        </a:cubicBezTo>
                        <a:cubicBezTo>
                          <a:pt x="9983" y="370"/>
                          <a:pt x="7832" y="1"/>
                          <a:pt x="5927" y="1"/>
                        </a:cubicBezTo>
                        <a:close/>
                      </a:path>
                    </a:pathLst>
                  </a:custGeom>
                  <a:solidFill>
                    <a:schemeClr val="accent1"/>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45" name="Google Shape;4045;p116"/>
                <p:cNvGrpSpPr/>
                <p:nvPr/>
              </p:nvGrpSpPr>
              <p:grpSpPr>
                <a:xfrm>
                  <a:off x="5067585" y="1295356"/>
                  <a:ext cx="330866" cy="395770"/>
                  <a:chOff x="5067585" y="1295356"/>
                  <a:chExt cx="330866" cy="395770"/>
                </a:xfrm>
              </p:grpSpPr>
              <p:sp>
                <p:nvSpPr>
                  <p:cNvPr id="4046" name="Google Shape;4046;p116"/>
                  <p:cNvSpPr/>
                  <p:nvPr/>
                </p:nvSpPr>
                <p:spPr>
                  <a:xfrm>
                    <a:off x="5067585" y="1317629"/>
                    <a:ext cx="330866" cy="373497"/>
                  </a:xfrm>
                  <a:custGeom>
                    <a:avLst/>
                    <a:gdLst/>
                    <a:ahLst/>
                    <a:cxnLst/>
                    <a:rect l="l" t="t" r="r" b="b"/>
                    <a:pathLst>
                      <a:path w="19845" h="22402" extrusionOk="0">
                        <a:moveTo>
                          <a:pt x="12398" y="0"/>
                        </a:moveTo>
                        <a:lnTo>
                          <a:pt x="2519" y="2888"/>
                        </a:lnTo>
                        <a:cubicBezTo>
                          <a:pt x="2474" y="2885"/>
                          <a:pt x="2429" y="2883"/>
                          <a:pt x="2384" y="2883"/>
                        </a:cubicBezTo>
                        <a:cubicBezTo>
                          <a:pt x="1022" y="2883"/>
                          <a:pt x="0" y="4212"/>
                          <a:pt x="118" y="5654"/>
                        </a:cubicBezTo>
                        <a:cubicBezTo>
                          <a:pt x="148" y="6353"/>
                          <a:pt x="452" y="6991"/>
                          <a:pt x="939" y="7477"/>
                        </a:cubicBezTo>
                        <a:cubicBezTo>
                          <a:pt x="2702" y="9362"/>
                          <a:pt x="3310" y="9210"/>
                          <a:pt x="2276" y="13070"/>
                        </a:cubicBezTo>
                        <a:cubicBezTo>
                          <a:pt x="1212" y="16930"/>
                          <a:pt x="5407" y="16839"/>
                          <a:pt x="4981" y="19544"/>
                        </a:cubicBezTo>
                        <a:cubicBezTo>
                          <a:pt x="4556" y="22250"/>
                          <a:pt x="8173" y="22402"/>
                          <a:pt x="8173" y="22402"/>
                        </a:cubicBezTo>
                        <a:cubicBezTo>
                          <a:pt x="11851" y="19605"/>
                          <a:pt x="15741" y="17113"/>
                          <a:pt x="19845" y="14985"/>
                        </a:cubicBezTo>
                        <a:cubicBezTo>
                          <a:pt x="19845" y="14985"/>
                          <a:pt x="17109" y="14377"/>
                          <a:pt x="17717" y="11125"/>
                        </a:cubicBezTo>
                        <a:cubicBezTo>
                          <a:pt x="18325" y="7873"/>
                          <a:pt x="17292" y="7143"/>
                          <a:pt x="16045" y="6566"/>
                        </a:cubicBezTo>
                        <a:cubicBezTo>
                          <a:pt x="14769" y="5988"/>
                          <a:pt x="14526" y="4985"/>
                          <a:pt x="14830" y="3161"/>
                        </a:cubicBezTo>
                        <a:cubicBezTo>
                          <a:pt x="15042" y="1945"/>
                          <a:pt x="14617" y="1034"/>
                          <a:pt x="13857" y="486"/>
                        </a:cubicBezTo>
                        <a:cubicBezTo>
                          <a:pt x="13431" y="182"/>
                          <a:pt x="12915" y="31"/>
                          <a:pt x="12398" y="0"/>
                        </a:cubicBezTo>
                        <a:close/>
                      </a:path>
                    </a:pathLst>
                  </a:custGeom>
                  <a:solidFill>
                    <a:schemeClr val="accent6"/>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116"/>
                  <p:cNvSpPr/>
                  <p:nvPr/>
                </p:nvSpPr>
                <p:spPr>
                  <a:xfrm>
                    <a:off x="5102477" y="1295356"/>
                    <a:ext cx="231514" cy="123643"/>
                  </a:xfrm>
                  <a:custGeom>
                    <a:avLst/>
                    <a:gdLst/>
                    <a:ahLst/>
                    <a:cxnLst/>
                    <a:rect l="l" t="t" r="r" b="b"/>
                    <a:pathLst>
                      <a:path w="13886" h="7416" extrusionOk="0">
                        <a:moveTo>
                          <a:pt x="11325" y="0"/>
                        </a:moveTo>
                        <a:cubicBezTo>
                          <a:pt x="10968" y="0"/>
                          <a:pt x="10601" y="76"/>
                          <a:pt x="10244" y="242"/>
                        </a:cubicBezTo>
                        <a:cubicBezTo>
                          <a:pt x="6323" y="2096"/>
                          <a:pt x="1" y="4284"/>
                          <a:pt x="1" y="4284"/>
                        </a:cubicBezTo>
                        <a:cubicBezTo>
                          <a:pt x="2372" y="4649"/>
                          <a:pt x="2189" y="7415"/>
                          <a:pt x="2189" y="7415"/>
                        </a:cubicBezTo>
                        <a:cubicBezTo>
                          <a:pt x="7235" y="4163"/>
                          <a:pt x="13861" y="2643"/>
                          <a:pt x="13861" y="2643"/>
                        </a:cubicBezTo>
                        <a:lnTo>
                          <a:pt x="13861" y="2552"/>
                        </a:lnTo>
                        <a:cubicBezTo>
                          <a:pt x="13885" y="1086"/>
                          <a:pt x="12674" y="0"/>
                          <a:pt x="11325" y="0"/>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48" name="Google Shape;4048;p116"/>
                <p:cNvSpPr/>
                <p:nvPr/>
              </p:nvSpPr>
              <p:spPr>
                <a:xfrm>
                  <a:off x="5462249" y="831174"/>
                  <a:ext cx="30927" cy="32445"/>
                </a:xfrm>
                <a:custGeom>
                  <a:avLst/>
                  <a:gdLst/>
                  <a:ahLst/>
                  <a:cxnLst/>
                  <a:rect l="l" t="t" r="r" b="b"/>
                  <a:pathLst>
                    <a:path w="1855" h="1946" fill="none" extrusionOk="0">
                      <a:moveTo>
                        <a:pt x="1855" y="0"/>
                      </a:moveTo>
                      <a:cubicBezTo>
                        <a:pt x="1855" y="0"/>
                        <a:pt x="335" y="487"/>
                        <a:pt x="1" y="1946"/>
                      </a:cubicBezTo>
                    </a:path>
                  </a:pathLst>
                </a:custGeom>
                <a:noFill/>
                <a:ln w="952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4049" name="Google Shape;4049;p116">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116">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892"/>
                                        </p:tgtEl>
                                        <p:attrNameLst>
                                          <p:attrName>style.visibility</p:attrName>
                                        </p:attrNameLst>
                                      </p:cBhvr>
                                      <p:to>
                                        <p:strVal val="visible"/>
                                      </p:to>
                                    </p:set>
                                    <p:animEffect transition="in" filter="fade">
                                      <p:cBhvr>
                                        <p:cTn id="7" dur="1000"/>
                                        <p:tgtEl>
                                          <p:spTgt spid="38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Shape 4054"/>
        <p:cNvGrpSpPr/>
        <p:nvPr/>
      </p:nvGrpSpPr>
      <p:grpSpPr>
        <a:xfrm>
          <a:off x="0" y="0"/>
          <a:ext cx="0" cy="0"/>
          <a:chOff x="0" y="0"/>
          <a:chExt cx="0" cy="0"/>
        </a:xfrm>
      </p:grpSpPr>
      <p:sp>
        <p:nvSpPr>
          <p:cNvPr id="4055" name="Google Shape;4055;p117"/>
          <p:cNvSpPr txBox="1">
            <a:spLocks noGrp="1"/>
          </p:cNvSpPr>
          <p:nvPr>
            <p:ph type="subTitle" idx="1"/>
          </p:nvPr>
        </p:nvSpPr>
        <p:spPr>
          <a:xfrm>
            <a:off x="722350" y="1653025"/>
            <a:ext cx="3702600" cy="1389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5"/>
                </a:solidFill>
              </a:rPr>
              <a:t>Do you have any questions? youremail@freepik.com </a:t>
            </a:r>
            <a:endParaRPr>
              <a:solidFill>
                <a:schemeClr val="accent5"/>
              </a:solidFill>
            </a:endParaRPr>
          </a:p>
          <a:p>
            <a:pPr marL="0" lvl="0" indent="0" algn="l" rtl="0">
              <a:spcBef>
                <a:spcPts val="0"/>
              </a:spcBef>
              <a:spcAft>
                <a:spcPts val="0"/>
              </a:spcAft>
              <a:buNone/>
            </a:pPr>
            <a:r>
              <a:rPr lang="en">
                <a:solidFill>
                  <a:schemeClr val="accent5"/>
                </a:solidFill>
              </a:rPr>
              <a:t>+91 620 421 838</a:t>
            </a:r>
            <a:endParaRPr>
              <a:solidFill>
                <a:schemeClr val="accent5"/>
              </a:solidFill>
            </a:endParaRPr>
          </a:p>
          <a:p>
            <a:pPr marL="0" lvl="0" indent="0" algn="l" rtl="0">
              <a:spcBef>
                <a:spcPts val="0"/>
              </a:spcBef>
              <a:spcAft>
                <a:spcPts val="0"/>
              </a:spcAft>
              <a:buNone/>
            </a:pPr>
            <a:r>
              <a:rPr lang="en">
                <a:solidFill>
                  <a:schemeClr val="accent5"/>
                </a:solidFill>
              </a:rPr>
              <a:t>yourcompany.com</a:t>
            </a:r>
            <a:endParaRPr>
              <a:solidFill>
                <a:schemeClr val="accent5"/>
              </a:solidFill>
            </a:endParaRPr>
          </a:p>
        </p:txBody>
      </p:sp>
      <p:sp>
        <p:nvSpPr>
          <p:cNvPr id="4056" name="Google Shape;4056;p117"/>
          <p:cNvSpPr txBox="1">
            <a:spLocks noGrp="1"/>
          </p:cNvSpPr>
          <p:nvPr>
            <p:ph type="ctrTitle"/>
          </p:nvPr>
        </p:nvSpPr>
        <p:spPr>
          <a:xfrm>
            <a:off x="722350" y="685800"/>
            <a:ext cx="3702600" cy="1006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THANKS!</a:t>
            </a:r>
            <a:endParaRPr/>
          </a:p>
        </p:txBody>
      </p:sp>
      <p:sp>
        <p:nvSpPr>
          <p:cNvPr id="4057" name="Google Shape;4057;p117"/>
          <p:cNvSpPr/>
          <p:nvPr/>
        </p:nvSpPr>
        <p:spPr>
          <a:xfrm>
            <a:off x="3737471" y="3592044"/>
            <a:ext cx="8933" cy="3970"/>
          </a:xfrm>
          <a:custGeom>
            <a:avLst/>
            <a:gdLst/>
            <a:ahLst/>
            <a:cxnLst/>
            <a:rect l="l" t="t" r="r" b="b"/>
            <a:pathLst>
              <a:path w="369" h="164" extrusionOk="0">
                <a:moveTo>
                  <a:pt x="1" y="0"/>
                </a:moveTo>
                <a:cubicBezTo>
                  <a:pt x="164" y="0"/>
                  <a:pt x="164" y="0"/>
                  <a:pt x="369" y="164"/>
                </a:cubicBezTo>
                <a:lnTo>
                  <a:pt x="369" y="0"/>
                </a:lnTo>
                <a:close/>
              </a:path>
            </a:pathLst>
          </a:custGeom>
          <a:solidFill>
            <a:srgbClr val="BBDE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117"/>
          <p:cNvSpPr/>
          <p:nvPr/>
        </p:nvSpPr>
        <p:spPr>
          <a:xfrm>
            <a:off x="4071957" y="3717705"/>
            <a:ext cx="3970" cy="7941"/>
          </a:xfrm>
          <a:custGeom>
            <a:avLst/>
            <a:gdLst/>
            <a:ahLst/>
            <a:cxnLst/>
            <a:rect l="l" t="t" r="r" b="b"/>
            <a:pathLst>
              <a:path w="164" h="328" extrusionOk="0">
                <a:moveTo>
                  <a:pt x="164" y="1"/>
                </a:moveTo>
                <a:cubicBezTo>
                  <a:pt x="164" y="164"/>
                  <a:pt x="164" y="328"/>
                  <a:pt x="0" y="328"/>
                </a:cubicBezTo>
                <a:lnTo>
                  <a:pt x="0" y="328"/>
                </a:lnTo>
                <a:cubicBezTo>
                  <a:pt x="164" y="328"/>
                  <a:pt x="164" y="164"/>
                  <a:pt x="164" y="1"/>
                </a:cubicBezTo>
                <a:close/>
              </a:path>
            </a:pathLst>
          </a:custGeom>
          <a:solidFill>
            <a:srgbClr val="6095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59" name="Google Shape;4059;p117"/>
          <p:cNvGrpSpPr/>
          <p:nvPr/>
        </p:nvGrpSpPr>
        <p:grpSpPr>
          <a:xfrm>
            <a:off x="5774556" y="990842"/>
            <a:ext cx="434447" cy="434447"/>
            <a:chOff x="2866317" y="3817357"/>
            <a:chExt cx="356865" cy="356865"/>
          </a:xfrm>
        </p:grpSpPr>
        <p:sp>
          <p:nvSpPr>
            <p:cNvPr id="4060" name="Google Shape;4060;p117"/>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117"/>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2" name="Google Shape;4062;p117"/>
          <p:cNvGrpSpPr/>
          <p:nvPr/>
        </p:nvGrpSpPr>
        <p:grpSpPr>
          <a:xfrm>
            <a:off x="6429669" y="991017"/>
            <a:ext cx="434447" cy="434000"/>
            <a:chOff x="3761646" y="3817357"/>
            <a:chExt cx="356865" cy="356498"/>
          </a:xfrm>
        </p:grpSpPr>
        <p:sp>
          <p:nvSpPr>
            <p:cNvPr id="4063" name="Google Shape;4063;p117"/>
            <p:cNvSpPr/>
            <p:nvPr/>
          </p:nvSpPr>
          <p:spPr>
            <a:xfrm>
              <a:off x="3761646"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117"/>
            <p:cNvSpPr/>
            <p:nvPr/>
          </p:nvSpPr>
          <p:spPr>
            <a:xfrm>
              <a:off x="3848330" y="3964188"/>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117"/>
            <p:cNvSpPr/>
            <p:nvPr/>
          </p:nvSpPr>
          <p:spPr>
            <a:xfrm>
              <a:off x="3832418" y="3894403"/>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117"/>
            <p:cNvSpPr/>
            <p:nvPr/>
          </p:nvSpPr>
          <p:spPr>
            <a:xfrm>
              <a:off x="3925901" y="3964161"/>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7" name="Google Shape;4067;p117"/>
          <p:cNvGrpSpPr/>
          <p:nvPr/>
        </p:nvGrpSpPr>
        <p:grpSpPr>
          <a:xfrm>
            <a:off x="7089005" y="991017"/>
            <a:ext cx="434000" cy="434000"/>
            <a:chOff x="4211985" y="3817357"/>
            <a:chExt cx="356498" cy="356498"/>
          </a:xfrm>
        </p:grpSpPr>
        <p:sp>
          <p:nvSpPr>
            <p:cNvPr id="4068" name="Google Shape;4068;p117"/>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117"/>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70" name="Google Shape;4070;p117"/>
          <p:cNvSpPr/>
          <p:nvPr/>
        </p:nvSpPr>
        <p:spPr>
          <a:xfrm>
            <a:off x="8374101" y="2829563"/>
            <a:ext cx="16689" cy="109795"/>
          </a:xfrm>
          <a:custGeom>
            <a:avLst/>
            <a:gdLst/>
            <a:ahLst/>
            <a:cxnLst/>
            <a:rect l="l" t="t" r="r" b="b"/>
            <a:pathLst>
              <a:path w="696" h="4579" extrusionOk="0">
                <a:moveTo>
                  <a:pt x="0" y="0"/>
                </a:moveTo>
                <a:lnTo>
                  <a:pt x="0" y="4088"/>
                </a:lnTo>
                <a:lnTo>
                  <a:pt x="695" y="4578"/>
                </a:lnTo>
                <a:lnTo>
                  <a:pt x="695" y="695"/>
                </a:lnTo>
                <a:lnTo>
                  <a:pt x="0" y="0"/>
                </a:lnTo>
                <a:close/>
              </a:path>
            </a:pathLst>
          </a:custGeom>
          <a:solidFill>
            <a:srgbClr val="065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117"/>
          <p:cNvSpPr/>
          <p:nvPr/>
        </p:nvSpPr>
        <p:spPr>
          <a:xfrm>
            <a:off x="8190811" y="3404875"/>
            <a:ext cx="3956" cy="86273"/>
          </a:xfrm>
          <a:custGeom>
            <a:avLst/>
            <a:gdLst/>
            <a:ahLst/>
            <a:cxnLst/>
            <a:rect l="l" t="t" r="r" b="b"/>
            <a:pathLst>
              <a:path w="165" h="3598" extrusionOk="0">
                <a:moveTo>
                  <a:pt x="164" y="0"/>
                </a:moveTo>
                <a:lnTo>
                  <a:pt x="1" y="3597"/>
                </a:lnTo>
                <a:lnTo>
                  <a:pt x="1" y="3597"/>
                </a:lnTo>
                <a:lnTo>
                  <a:pt x="164" y="0"/>
                </a:lnTo>
                <a:lnTo>
                  <a:pt x="164" y="0"/>
                </a:lnTo>
                <a:close/>
                <a:moveTo>
                  <a:pt x="164" y="0"/>
                </a:moveTo>
                <a:lnTo>
                  <a:pt x="164" y="0"/>
                </a:lnTo>
                <a:lnTo>
                  <a:pt x="164" y="0"/>
                </a:lnTo>
                <a:close/>
              </a:path>
            </a:pathLst>
          </a:custGeom>
          <a:solidFill>
            <a:srgbClr val="F7E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117"/>
          <p:cNvSpPr/>
          <p:nvPr/>
        </p:nvSpPr>
        <p:spPr>
          <a:xfrm>
            <a:off x="8292743" y="2997148"/>
            <a:ext cx="24" cy="24"/>
          </a:xfrm>
          <a:custGeom>
            <a:avLst/>
            <a:gdLst/>
            <a:ahLst/>
            <a:cxnLst/>
            <a:rect l="l" t="t" r="r" b="b"/>
            <a:pathLst>
              <a:path w="1" h="1" extrusionOk="0">
                <a:moveTo>
                  <a:pt x="1" y="1"/>
                </a:moveTo>
                <a:lnTo>
                  <a:pt x="1" y="1"/>
                </a:lnTo>
                <a:lnTo>
                  <a:pt x="1" y="1"/>
                </a:lnTo>
                <a:close/>
                <a:moveTo>
                  <a:pt x="1" y="1"/>
                </a:moveTo>
                <a:lnTo>
                  <a:pt x="1" y="1"/>
                </a:lnTo>
                <a:lnTo>
                  <a:pt x="1" y="1"/>
                </a:lnTo>
                <a:lnTo>
                  <a:pt x="1" y="1"/>
                </a:lnTo>
                <a:close/>
              </a:path>
            </a:pathLst>
          </a:custGeom>
          <a:solidFill>
            <a:srgbClr val="DC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117"/>
          <p:cNvSpPr/>
          <p:nvPr/>
        </p:nvSpPr>
        <p:spPr>
          <a:xfrm>
            <a:off x="8153573" y="2993239"/>
            <a:ext cx="143124" cy="109795"/>
          </a:xfrm>
          <a:custGeom>
            <a:avLst/>
            <a:gdLst/>
            <a:ahLst/>
            <a:cxnLst/>
            <a:rect l="l" t="t" r="r" b="b"/>
            <a:pathLst>
              <a:path w="5969" h="4579" extrusionOk="0">
                <a:moveTo>
                  <a:pt x="4783" y="0"/>
                </a:moveTo>
                <a:cubicBezTo>
                  <a:pt x="3066" y="1186"/>
                  <a:pt x="1554" y="2535"/>
                  <a:pt x="1" y="3720"/>
                </a:cubicBezTo>
                <a:cubicBezTo>
                  <a:pt x="328" y="4088"/>
                  <a:pt x="859" y="4251"/>
                  <a:pt x="1186" y="4578"/>
                </a:cubicBezTo>
                <a:cubicBezTo>
                  <a:pt x="2739" y="3393"/>
                  <a:pt x="4415" y="2044"/>
                  <a:pt x="5968" y="818"/>
                </a:cubicBezTo>
                <a:cubicBezTo>
                  <a:pt x="5968" y="491"/>
                  <a:pt x="5968" y="327"/>
                  <a:pt x="5805" y="164"/>
                </a:cubicBezTo>
                <a:cubicBezTo>
                  <a:pt x="5641" y="0"/>
                  <a:pt x="5437" y="0"/>
                  <a:pt x="5273" y="0"/>
                </a:cubicBezTo>
                <a:close/>
              </a:path>
            </a:pathLst>
          </a:custGeom>
          <a:solidFill>
            <a:srgbClr val="B8D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117"/>
          <p:cNvSpPr/>
          <p:nvPr/>
        </p:nvSpPr>
        <p:spPr>
          <a:xfrm>
            <a:off x="7884056" y="3291194"/>
            <a:ext cx="12756" cy="45103"/>
          </a:xfrm>
          <a:custGeom>
            <a:avLst/>
            <a:gdLst/>
            <a:ahLst/>
            <a:cxnLst/>
            <a:rect l="l" t="t" r="r" b="b"/>
            <a:pathLst>
              <a:path w="532" h="1881" extrusionOk="0">
                <a:moveTo>
                  <a:pt x="327" y="164"/>
                </a:moveTo>
                <a:cubicBezTo>
                  <a:pt x="532" y="491"/>
                  <a:pt x="164" y="1185"/>
                  <a:pt x="0" y="1880"/>
                </a:cubicBezTo>
                <a:lnTo>
                  <a:pt x="0" y="1880"/>
                </a:lnTo>
                <a:cubicBezTo>
                  <a:pt x="164" y="1185"/>
                  <a:pt x="532" y="491"/>
                  <a:pt x="327" y="164"/>
                </a:cubicBezTo>
                <a:close/>
                <a:moveTo>
                  <a:pt x="327" y="0"/>
                </a:moveTo>
                <a:lnTo>
                  <a:pt x="327" y="164"/>
                </a:lnTo>
                <a:lnTo>
                  <a:pt x="327" y="0"/>
                </a:lnTo>
                <a:close/>
                <a:moveTo>
                  <a:pt x="327" y="0"/>
                </a:moveTo>
                <a:lnTo>
                  <a:pt x="327" y="0"/>
                </a:lnTo>
                <a:lnTo>
                  <a:pt x="327" y="0"/>
                </a:lnTo>
                <a:close/>
                <a:moveTo>
                  <a:pt x="327" y="0"/>
                </a:moveTo>
                <a:lnTo>
                  <a:pt x="327" y="0"/>
                </a:lnTo>
                <a:lnTo>
                  <a:pt x="327" y="0"/>
                </a:lnTo>
                <a:close/>
                <a:moveTo>
                  <a:pt x="327" y="0"/>
                </a:moveTo>
                <a:lnTo>
                  <a:pt x="327" y="0"/>
                </a:lnTo>
                <a:lnTo>
                  <a:pt x="327" y="0"/>
                </a:lnTo>
                <a:close/>
                <a:moveTo>
                  <a:pt x="327" y="0"/>
                </a:moveTo>
                <a:lnTo>
                  <a:pt x="327" y="0"/>
                </a:lnTo>
                <a:lnTo>
                  <a:pt x="327" y="0"/>
                </a:lnTo>
                <a:close/>
                <a:moveTo>
                  <a:pt x="327" y="0"/>
                </a:moveTo>
                <a:lnTo>
                  <a:pt x="327" y="0"/>
                </a:lnTo>
                <a:lnTo>
                  <a:pt x="327" y="0"/>
                </a:lnTo>
                <a:close/>
                <a:moveTo>
                  <a:pt x="327" y="0"/>
                </a:moveTo>
                <a:lnTo>
                  <a:pt x="327" y="0"/>
                </a:lnTo>
                <a:lnTo>
                  <a:pt x="327" y="0"/>
                </a:lnTo>
                <a:close/>
                <a:moveTo>
                  <a:pt x="327" y="0"/>
                </a:moveTo>
                <a:lnTo>
                  <a:pt x="327" y="0"/>
                </a:lnTo>
                <a:lnTo>
                  <a:pt x="327" y="0"/>
                </a:lnTo>
                <a:close/>
                <a:moveTo>
                  <a:pt x="327" y="0"/>
                </a:moveTo>
                <a:lnTo>
                  <a:pt x="327" y="0"/>
                </a:lnTo>
                <a:lnTo>
                  <a:pt x="32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117"/>
          <p:cNvSpPr/>
          <p:nvPr/>
        </p:nvSpPr>
        <p:spPr>
          <a:xfrm>
            <a:off x="7884056" y="3274529"/>
            <a:ext cx="41170" cy="61767"/>
          </a:xfrm>
          <a:custGeom>
            <a:avLst/>
            <a:gdLst/>
            <a:ahLst/>
            <a:cxnLst/>
            <a:rect l="l" t="t" r="r" b="b"/>
            <a:pathLst>
              <a:path w="1717" h="2576" extrusionOk="0">
                <a:moveTo>
                  <a:pt x="1186" y="0"/>
                </a:moveTo>
                <a:cubicBezTo>
                  <a:pt x="859" y="164"/>
                  <a:pt x="532" y="327"/>
                  <a:pt x="327" y="695"/>
                </a:cubicBezTo>
                <a:lnTo>
                  <a:pt x="327" y="859"/>
                </a:lnTo>
                <a:cubicBezTo>
                  <a:pt x="532" y="1186"/>
                  <a:pt x="164" y="1880"/>
                  <a:pt x="0" y="2575"/>
                </a:cubicBezTo>
                <a:cubicBezTo>
                  <a:pt x="532" y="2044"/>
                  <a:pt x="1022" y="1717"/>
                  <a:pt x="1717" y="1186"/>
                </a:cubicBezTo>
                <a:cubicBezTo>
                  <a:pt x="1349" y="859"/>
                  <a:pt x="1186" y="327"/>
                  <a:pt x="1186" y="0"/>
                </a:cubicBezTo>
                <a:close/>
              </a:path>
            </a:pathLst>
          </a:custGeom>
          <a:solidFill>
            <a:srgbClr val="B8D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117"/>
          <p:cNvSpPr/>
          <p:nvPr/>
        </p:nvSpPr>
        <p:spPr>
          <a:xfrm>
            <a:off x="8259413" y="3148091"/>
            <a:ext cx="24529" cy="16689"/>
          </a:xfrm>
          <a:custGeom>
            <a:avLst/>
            <a:gdLst/>
            <a:ahLst/>
            <a:cxnLst/>
            <a:rect l="l" t="t" r="r" b="b"/>
            <a:pathLst>
              <a:path w="1023" h="696" extrusionOk="0">
                <a:moveTo>
                  <a:pt x="1" y="0"/>
                </a:moveTo>
                <a:lnTo>
                  <a:pt x="1" y="0"/>
                </a:lnTo>
                <a:cubicBezTo>
                  <a:pt x="205" y="327"/>
                  <a:pt x="532" y="491"/>
                  <a:pt x="1023" y="695"/>
                </a:cubicBezTo>
                <a:lnTo>
                  <a:pt x="1023" y="491"/>
                </a:lnTo>
                <a:cubicBezTo>
                  <a:pt x="532" y="491"/>
                  <a:pt x="369" y="327"/>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117"/>
          <p:cNvSpPr/>
          <p:nvPr/>
        </p:nvSpPr>
        <p:spPr>
          <a:xfrm>
            <a:off x="7945800" y="3397035"/>
            <a:ext cx="32370" cy="12756"/>
          </a:xfrm>
          <a:custGeom>
            <a:avLst/>
            <a:gdLst/>
            <a:ahLst/>
            <a:cxnLst/>
            <a:rect l="l" t="t" r="r" b="b"/>
            <a:pathLst>
              <a:path w="1350" h="532" extrusionOk="0">
                <a:moveTo>
                  <a:pt x="1349" y="0"/>
                </a:moveTo>
                <a:cubicBezTo>
                  <a:pt x="1022" y="0"/>
                  <a:pt x="491" y="164"/>
                  <a:pt x="0" y="532"/>
                </a:cubicBezTo>
                <a:lnTo>
                  <a:pt x="0" y="532"/>
                </a:lnTo>
                <a:cubicBezTo>
                  <a:pt x="491" y="164"/>
                  <a:pt x="1022" y="0"/>
                  <a:pt x="13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117"/>
          <p:cNvSpPr/>
          <p:nvPr/>
        </p:nvSpPr>
        <p:spPr>
          <a:xfrm>
            <a:off x="7978147" y="3397035"/>
            <a:ext cx="24" cy="24"/>
          </a:xfrm>
          <a:custGeom>
            <a:avLst/>
            <a:gdLst/>
            <a:ahLst/>
            <a:cxnLst/>
            <a:rect l="l" t="t" r="r" b="b"/>
            <a:pathLst>
              <a:path w="1" h="1" extrusionOk="0">
                <a:moveTo>
                  <a:pt x="0" y="0"/>
                </a:moveTo>
                <a:lnTo>
                  <a:pt x="0" y="0"/>
                </a:lnTo>
                <a:lnTo>
                  <a:pt x="0" y="0"/>
                </a:lnTo>
                <a:close/>
              </a:path>
            </a:pathLst>
          </a:custGeom>
          <a:solidFill>
            <a:srgbClr val="FFEE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117"/>
          <p:cNvSpPr/>
          <p:nvPr/>
        </p:nvSpPr>
        <p:spPr>
          <a:xfrm>
            <a:off x="7978147" y="3393102"/>
            <a:ext cx="20597" cy="3956"/>
          </a:xfrm>
          <a:custGeom>
            <a:avLst/>
            <a:gdLst/>
            <a:ahLst/>
            <a:cxnLst/>
            <a:rect l="l" t="t" r="r" b="b"/>
            <a:pathLst>
              <a:path w="859" h="165" extrusionOk="0">
                <a:moveTo>
                  <a:pt x="858" y="164"/>
                </a:moveTo>
                <a:lnTo>
                  <a:pt x="858" y="164"/>
                </a:lnTo>
                <a:lnTo>
                  <a:pt x="858" y="164"/>
                </a:lnTo>
                <a:lnTo>
                  <a:pt x="858" y="164"/>
                </a:lnTo>
                <a:close/>
                <a:moveTo>
                  <a:pt x="491" y="1"/>
                </a:moveTo>
                <a:cubicBezTo>
                  <a:pt x="327" y="1"/>
                  <a:pt x="164" y="164"/>
                  <a:pt x="0" y="164"/>
                </a:cubicBezTo>
                <a:lnTo>
                  <a:pt x="0" y="164"/>
                </a:lnTo>
                <a:cubicBezTo>
                  <a:pt x="164" y="164"/>
                  <a:pt x="327" y="1"/>
                  <a:pt x="491" y="1"/>
                </a:cubicBezTo>
                <a:cubicBezTo>
                  <a:pt x="491" y="1"/>
                  <a:pt x="695" y="164"/>
                  <a:pt x="858" y="164"/>
                </a:cubicBezTo>
                <a:cubicBezTo>
                  <a:pt x="695" y="164"/>
                  <a:pt x="491" y="1"/>
                  <a:pt x="491" y="1"/>
                </a:cubicBezTo>
                <a:close/>
              </a:path>
            </a:pathLst>
          </a:custGeom>
          <a:solidFill>
            <a:srgbClr val="FAE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117"/>
          <p:cNvSpPr/>
          <p:nvPr/>
        </p:nvSpPr>
        <p:spPr>
          <a:xfrm>
            <a:off x="7945800" y="3372529"/>
            <a:ext cx="68625" cy="37262"/>
          </a:xfrm>
          <a:custGeom>
            <a:avLst/>
            <a:gdLst/>
            <a:ahLst/>
            <a:cxnLst/>
            <a:rect l="l" t="t" r="r" b="b"/>
            <a:pathLst>
              <a:path w="2862" h="1554" extrusionOk="0">
                <a:moveTo>
                  <a:pt x="1676" y="1"/>
                </a:moveTo>
                <a:cubicBezTo>
                  <a:pt x="1186" y="532"/>
                  <a:pt x="491" y="1022"/>
                  <a:pt x="0" y="1554"/>
                </a:cubicBezTo>
                <a:cubicBezTo>
                  <a:pt x="491" y="1186"/>
                  <a:pt x="1022" y="1022"/>
                  <a:pt x="1349" y="1022"/>
                </a:cubicBezTo>
                <a:cubicBezTo>
                  <a:pt x="1513" y="1022"/>
                  <a:pt x="1676" y="859"/>
                  <a:pt x="1840" y="859"/>
                </a:cubicBezTo>
                <a:cubicBezTo>
                  <a:pt x="1840" y="859"/>
                  <a:pt x="2044" y="1022"/>
                  <a:pt x="2207" y="1022"/>
                </a:cubicBezTo>
                <a:cubicBezTo>
                  <a:pt x="2534" y="859"/>
                  <a:pt x="2698" y="695"/>
                  <a:pt x="2861" y="532"/>
                </a:cubicBezTo>
                <a:cubicBezTo>
                  <a:pt x="2371" y="328"/>
                  <a:pt x="2044" y="164"/>
                  <a:pt x="1676" y="1"/>
                </a:cubicBezTo>
                <a:close/>
              </a:path>
            </a:pathLst>
          </a:custGeom>
          <a:solidFill>
            <a:srgbClr val="B8D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117"/>
          <p:cNvSpPr/>
          <p:nvPr/>
        </p:nvSpPr>
        <p:spPr>
          <a:xfrm>
            <a:off x="8072238" y="3523472"/>
            <a:ext cx="7865" cy="3932"/>
          </a:xfrm>
          <a:custGeom>
            <a:avLst/>
            <a:gdLst/>
            <a:ahLst/>
            <a:cxnLst/>
            <a:rect l="l" t="t" r="r" b="b"/>
            <a:pathLst>
              <a:path w="328" h="164" extrusionOk="0">
                <a:moveTo>
                  <a:pt x="0" y="164"/>
                </a:moveTo>
                <a:lnTo>
                  <a:pt x="0" y="164"/>
                </a:lnTo>
                <a:lnTo>
                  <a:pt x="0" y="164"/>
                </a:lnTo>
                <a:close/>
                <a:moveTo>
                  <a:pt x="0" y="164"/>
                </a:moveTo>
                <a:lnTo>
                  <a:pt x="0" y="164"/>
                </a:lnTo>
                <a:lnTo>
                  <a:pt x="0" y="164"/>
                </a:lnTo>
                <a:close/>
                <a:moveTo>
                  <a:pt x="0" y="164"/>
                </a:moveTo>
                <a:lnTo>
                  <a:pt x="0" y="164"/>
                </a:lnTo>
                <a:lnTo>
                  <a:pt x="0" y="164"/>
                </a:lnTo>
                <a:close/>
                <a:moveTo>
                  <a:pt x="0" y="164"/>
                </a:moveTo>
                <a:lnTo>
                  <a:pt x="0" y="164"/>
                </a:lnTo>
                <a:lnTo>
                  <a:pt x="0" y="164"/>
                </a:lnTo>
                <a:close/>
                <a:moveTo>
                  <a:pt x="0" y="164"/>
                </a:moveTo>
                <a:lnTo>
                  <a:pt x="0" y="164"/>
                </a:lnTo>
                <a:lnTo>
                  <a:pt x="0" y="164"/>
                </a:lnTo>
                <a:close/>
                <a:moveTo>
                  <a:pt x="0" y="164"/>
                </a:moveTo>
                <a:lnTo>
                  <a:pt x="0" y="164"/>
                </a:lnTo>
                <a:lnTo>
                  <a:pt x="0" y="164"/>
                </a:lnTo>
                <a:close/>
                <a:moveTo>
                  <a:pt x="0" y="164"/>
                </a:moveTo>
                <a:lnTo>
                  <a:pt x="0" y="164"/>
                </a:lnTo>
                <a:lnTo>
                  <a:pt x="0" y="164"/>
                </a:lnTo>
                <a:close/>
                <a:moveTo>
                  <a:pt x="0" y="164"/>
                </a:moveTo>
                <a:lnTo>
                  <a:pt x="0" y="164"/>
                </a:lnTo>
                <a:lnTo>
                  <a:pt x="0" y="164"/>
                </a:lnTo>
                <a:close/>
                <a:moveTo>
                  <a:pt x="0" y="164"/>
                </a:moveTo>
                <a:lnTo>
                  <a:pt x="0" y="164"/>
                </a:lnTo>
                <a:lnTo>
                  <a:pt x="0" y="164"/>
                </a:lnTo>
                <a:close/>
                <a:moveTo>
                  <a:pt x="0" y="164"/>
                </a:moveTo>
                <a:lnTo>
                  <a:pt x="0" y="164"/>
                </a:lnTo>
                <a:lnTo>
                  <a:pt x="0" y="164"/>
                </a:lnTo>
                <a:close/>
                <a:moveTo>
                  <a:pt x="0" y="164"/>
                </a:moveTo>
                <a:lnTo>
                  <a:pt x="0" y="164"/>
                </a:lnTo>
                <a:lnTo>
                  <a:pt x="0" y="164"/>
                </a:lnTo>
                <a:close/>
                <a:moveTo>
                  <a:pt x="0" y="164"/>
                </a:moveTo>
                <a:lnTo>
                  <a:pt x="0" y="164"/>
                </a:lnTo>
                <a:lnTo>
                  <a:pt x="0"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0"/>
                </a:moveTo>
                <a:lnTo>
                  <a:pt x="164" y="0"/>
                </a:lnTo>
                <a:lnTo>
                  <a:pt x="164" y="0"/>
                </a:lnTo>
                <a:close/>
                <a:moveTo>
                  <a:pt x="164" y="0"/>
                </a:moveTo>
                <a:lnTo>
                  <a:pt x="164" y="0"/>
                </a:lnTo>
                <a:lnTo>
                  <a:pt x="164" y="0"/>
                </a:lnTo>
                <a:close/>
                <a:moveTo>
                  <a:pt x="164" y="0"/>
                </a:moveTo>
                <a:lnTo>
                  <a:pt x="164" y="0"/>
                </a:lnTo>
                <a:lnTo>
                  <a:pt x="164" y="0"/>
                </a:lnTo>
                <a:close/>
                <a:moveTo>
                  <a:pt x="327" y="0"/>
                </a:moveTo>
                <a:lnTo>
                  <a:pt x="327" y="0"/>
                </a:lnTo>
                <a:lnTo>
                  <a:pt x="327" y="0"/>
                </a:lnTo>
                <a:close/>
                <a:moveTo>
                  <a:pt x="327" y="0"/>
                </a:moveTo>
                <a:lnTo>
                  <a:pt x="327" y="0"/>
                </a:lnTo>
                <a:lnTo>
                  <a:pt x="327" y="0"/>
                </a:lnTo>
                <a:close/>
                <a:moveTo>
                  <a:pt x="327" y="0"/>
                </a:moveTo>
                <a:lnTo>
                  <a:pt x="327" y="0"/>
                </a:lnTo>
                <a:lnTo>
                  <a:pt x="327" y="0"/>
                </a:lnTo>
                <a:close/>
                <a:moveTo>
                  <a:pt x="327" y="0"/>
                </a:moveTo>
                <a:lnTo>
                  <a:pt x="327" y="0"/>
                </a:lnTo>
                <a:lnTo>
                  <a:pt x="327" y="0"/>
                </a:lnTo>
                <a:close/>
                <a:moveTo>
                  <a:pt x="327" y="0"/>
                </a:moveTo>
                <a:lnTo>
                  <a:pt x="327" y="0"/>
                </a:lnTo>
                <a:lnTo>
                  <a:pt x="327" y="0"/>
                </a:lnTo>
                <a:close/>
                <a:moveTo>
                  <a:pt x="327" y="0"/>
                </a:moveTo>
                <a:lnTo>
                  <a:pt x="327" y="0"/>
                </a:lnTo>
                <a:lnTo>
                  <a:pt x="327" y="0"/>
                </a:lnTo>
                <a:close/>
                <a:moveTo>
                  <a:pt x="327" y="0"/>
                </a:moveTo>
                <a:lnTo>
                  <a:pt x="327" y="0"/>
                </a:lnTo>
                <a:lnTo>
                  <a:pt x="327" y="0"/>
                </a:lnTo>
                <a:close/>
                <a:moveTo>
                  <a:pt x="327" y="0"/>
                </a:moveTo>
                <a:lnTo>
                  <a:pt x="327" y="0"/>
                </a:lnTo>
                <a:lnTo>
                  <a:pt x="327" y="0"/>
                </a:lnTo>
                <a:close/>
                <a:moveTo>
                  <a:pt x="327" y="0"/>
                </a:moveTo>
                <a:lnTo>
                  <a:pt x="327" y="0"/>
                </a:lnTo>
                <a:close/>
              </a:path>
            </a:pathLst>
          </a:custGeom>
          <a:solidFill>
            <a:srgbClr val="FAE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117"/>
          <p:cNvSpPr/>
          <p:nvPr/>
        </p:nvSpPr>
        <p:spPr>
          <a:xfrm>
            <a:off x="8194743" y="3404875"/>
            <a:ext cx="24" cy="24"/>
          </a:xfrm>
          <a:custGeom>
            <a:avLst/>
            <a:gdLst/>
            <a:ahLst/>
            <a:cxnLst/>
            <a:rect l="l" t="t" r="r" b="b"/>
            <a:pathLst>
              <a:path w="1" h="1" extrusionOk="0">
                <a:moveTo>
                  <a:pt x="0" y="0"/>
                </a:moveTo>
                <a:lnTo>
                  <a:pt x="0" y="0"/>
                </a:lnTo>
                <a:lnTo>
                  <a:pt x="0" y="0"/>
                </a:lnTo>
                <a:lnTo>
                  <a:pt x="0" y="0"/>
                </a:lnTo>
                <a:lnTo>
                  <a:pt x="0" y="0"/>
                </a:lnTo>
                <a:close/>
              </a:path>
            </a:pathLst>
          </a:custGeom>
          <a:solidFill>
            <a:srgbClr val="FAF3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117"/>
          <p:cNvSpPr/>
          <p:nvPr/>
        </p:nvSpPr>
        <p:spPr>
          <a:xfrm>
            <a:off x="8194743" y="3404875"/>
            <a:ext cx="24" cy="24"/>
          </a:xfrm>
          <a:custGeom>
            <a:avLst/>
            <a:gdLst/>
            <a:ahLst/>
            <a:cxnLst/>
            <a:rect l="l" t="t" r="r" b="b"/>
            <a:pathLst>
              <a:path w="1" h="1" extrusionOk="0">
                <a:moveTo>
                  <a:pt x="0" y="0"/>
                </a:moveTo>
                <a:lnTo>
                  <a:pt x="0" y="0"/>
                </a:lnTo>
                <a:lnTo>
                  <a:pt x="0" y="0"/>
                </a:lnTo>
                <a:close/>
              </a:path>
            </a:pathLst>
          </a:custGeom>
          <a:solidFill>
            <a:srgbClr val="FAE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84" name="Google Shape;4084;p117"/>
          <p:cNvGrpSpPr/>
          <p:nvPr/>
        </p:nvGrpSpPr>
        <p:grpSpPr>
          <a:xfrm>
            <a:off x="3524229" y="4307540"/>
            <a:ext cx="6289257" cy="539081"/>
            <a:chOff x="3457434" y="4469778"/>
            <a:chExt cx="6350017" cy="544289"/>
          </a:xfrm>
        </p:grpSpPr>
        <p:sp>
          <p:nvSpPr>
            <p:cNvPr id="4085" name="Google Shape;4085;p117"/>
            <p:cNvSpPr/>
            <p:nvPr/>
          </p:nvSpPr>
          <p:spPr>
            <a:xfrm>
              <a:off x="3457434" y="4667694"/>
              <a:ext cx="1467538" cy="346372"/>
            </a:xfrm>
            <a:custGeom>
              <a:avLst/>
              <a:gdLst/>
              <a:ahLst/>
              <a:cxnLst/>
              <a:rect l="l" t="t" r="r" b="b"/>
              <a:pathLst>
                <a:path w="60617" h="14307" extrusionOk="0">
                  <a:moveTo>
                    <a:pt x="7848" y="0"/>
                  </a:moveTo>
                  <a:cubicBezTo>
                    <a:pt x="3393" y="0"/>
                    <a:pt x="1" y="3229"/>
                    <a:pt x="1" y="7153"/>
                  </a:cubicBezTo>
                  <a:cubicBezTo>
                    <a:pt x="1" y="11077"/>
                    <a:pt x="3393" y="14306"/>
                    <a:pt x="7848" y="14306"/>
                  </a:cubicBezTo>
                  <a:lnTo>
                    <a:pt x="60617" y="14306"/>
                  </a:lnTo>
                  <a:lnTo>
                    <a:pt x="60617" y="0"/>
                  </a:ln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117"/>
            <p:cNvSpPr/>
            <p:nvPr/>
          </p:nvSpPr>
          <p:spPr>
            <a:xfrm>
              <a:off x="3531662" y="4713209"/>
              <a:ext cx="1393310" cy="255319"/>
            </a:xfrm>
            <a:custGeom>
              <a:avLst/>
              <a:gdLst/>
              <a:ahLst/>
              <a:cxnLst/>
              <a:rect l="l" t="t" r="r" b="b"/>
              <a:pathLst>
                <a:path w="57551" h="10546" extrusionOk="0">
                  <a:moveTo>
                    <a:pt x="7480" y="0"/>
                  </a:moveTo>
                  <a:cubicBezTo>
                    <a:pt x="3393" y="0"/>
                    <a:pt x="0" y="2371"/>
                    <a:pt x="0" y="5273"/>
                  </a:cubicBezTo>
                  <a:cubicBezTo>
                    <a:pt x="0" y="8175"/>
                    <a:pt x="3393" y="10546"/>
                    <a:pt x="7480" y="10546"/>
                  </a:cubicBezTo>
                  <a:lnTo>
                    <a:pt x="57551" y="10546"/>
                  </a:lnTo>
                  <a:lnTo>
                    <a:pt x="575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117"/>
            <p:cNvSpPr/>
            <p:nvPr/>
          </p:nvSpPr>
          <p:spPr>
            <a:xfrm>
              <a:off x="3531662" y="4750807"/>
              <a:ext cx="1422023" cy="24"/>
            </a:xfrm>
            <a:custGeom>
              <a:avLst/>
              <a:gdLst/>
              <a:ahLst/>
              <a:cxnLst/>
              <a:rect l="l" t="t" r="r" b="b"/>
              <a:pathLst>
                <a:path w="58737" h="1" extrusionOk="0">
                  <a:moveTo>
                    <a:pt x="0" y="1"/>
                  </a:moveTo>
                  <a:lnTo>
                    <a:pt x="5873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117"/>
            <p:cNvSpPr/>
            <p:nvPr/>
          </p:nvSpPr>
          <p:spPr>
            <a:xfrm>
              <a:off x="3598337" y="4741898"/>
              <a:ext cx="1422023" cy="16850"/>
            </a:xfrm>
            <a:custGeom>
              <a:avLst/>
              <a:gdLst/>
              <a:ahLst/>
              <a:cxnLst/>
              <a:rect l="l" t="t" r="r" b="b"/>
              <a:pathLst>
                <a:path w="58737" h="696" extrusionOk="0">
                  <a:moveTo>
                    <a:pt x="0" y="1"/>
                  </a:moveTo>
                  <a:lnTo>
                    <a:pt x="0" y="696"/>
                  </a:lnTo>
                  <a:lnTo>
                    <a:pt x="58736" y="696"/>
                  </a:lnTo>
                  <a:lnTo>
                    <a:pt x="587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117"/>
            <p:cNvSpPr/>
            <p:nvPr/>
          </p:nvSpPr>
          <p:spPr>
            <a:xfrm>
              <a:off x="3531662" y="4812156"/>
              <a:ext cx="1422023" cy="24"/>
            </a:xfrm>
            <a:custGeom>
              <a:avLst/>
              <a:gdLst/>
              <a:ahLst/>
              <a:cxnLst/>
              <a:rect l="l" t="t" r="r" b="b"/>
              <a:pathLst>
                <a:path w="58737" h="1" extrusionOk="0">
                  <a:moveTo>
                    <a:pt x="0" y="1"/>
                  </a:moveTo>
                  <a:lnTo>
                    <a:pt x="5873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117"/>
            <p:cNvSpPr/>
            <p:nvPr/>
          </p:nvSpPr>
          <p:spPr>
            <a:xfrm>
              <a:off x="3531662" y="4804239"/>
              <a:ext cx="1422023" cy="15858"/>
            </a:xfrm>
            <a:custGeom>
              <a:avLst/>
              <a:gdLst/>
              <a:ahLst/>
              <a:cxnLst/>
              <a:rect l="l" t="t" r="r" b="b"/>
              <a:pathLst>
                <a:path w="58737" h="655" extrusionOk="0">
                  <a:moveTo>
                    <a:pt x="0" y="1"/>
                  </a:moveTo>
                  <a:lnTo>
                    <a:pt x="0" y="655"/>
                  </a:lnTo>
                  <a:lnTo>
                    <a:pt x="58736" y="655"/>
                  </a:lnTo>
                  <a:lnTo>
                    <a:pt x="587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117"/>
            <p:cNvSpPr/>
            <p:nvPr/>
          </p:nvSpPr>
          <p:spPr>
            <a:xfrm>
              <a:off x="3531662" y="4869557"/>
              <a:ext cx="1422023" cy="24"/>
            </a:xfrm>
            <a:custGeom>
              <a:avLst/>
              <a:gdLst/>
              <a:ahLst/>
              <a:cxnLst/>
              <a:rect l="l" t="t" r="r" b="b"/>
              <a:pathLst>
                <a:path w="58737" h="1" extrusionOk="0">
                  <a:moveTo>
                    <a:pt x="0" y="0"/>
                  </a:moveTo>
                  <a:lnTo>
                    <a:pt x="5873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117"/>
            <p:cNvSpPr/>
            <p:nvPr/>
          </p:nvSpPr>
          <p:spPr>
            <a:xfrm>
              <a:off x="3531662" y="4861641"/>
              <a:ext cx="1422023" cy="16850"/>
            </a:xfrm>
            <a:custGeom>
              <a:avLst/>
              <a:gdLst/>
              <a:ahLst/>
              <a:cxnLst/>
              <a:rect l="l" t="t" r="r" b="b"/>
              <a:pathLst>
                <a:path w="58737" h="696" extrusionOk="0">
                  <a:moveTo>
                    <a:pt x="0" y="0"/>
                  </a:moveTo>
                  <a:lnTo>
                    <a:pt x="0" y="695"/>
                  </a:lnTo>
                  <a:lnTo>
                    <a:pt x="58736" y="695"/>
                  </a:lnTo>
                  <a:lnTo>
                    <a:pt x="5873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117"/>
            <p:cNvSpPr/>
            <p:nvPr/>
          </p:nvSpPr>
          <p:spPr>
            <a:xfrm>
              <a:off x="3531662" y="4931898"/>
              <a:ext cx="1422023" cy="24"/>
            </a:xfrm>
            <a:custGeom>
              <a:avLst/>
              <a:gdLst/>
              <a:ahLst/>
              <a:cxnLst/>
              <a:rect l="l" t="t" r="r" b="b"/>
              <a:pathLst>
                <a:path w="58737" h="1" extrusionOk="0">
                  <a:moveTo>
                    <a:pt x="0" y="0"/>
                  </a:moveTo>
                  <a:lnTo>
                    <a:pt x="5873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117"/>
            <p:cNvSpPr/>
            <p:nvPr/>
          </p:nvSpPr>
          <p:spPr>
            <a:xfrm>
              <a:off x="3607862" y="4923982"/>
              <a:ext cx="1422023" cy="15858"/>
            </a:xfrm>
            <a:custGeom>
              <a:avLst/>
              <a:gdLst/>
              <a:ahLst/>
              <a:cxnLst/>
              <a:rect l="l" t="t" r="r" b="b"/>
              <a:pathLst>
                <a:path w="58737" h="655" extrusionOk="0">
                  <a:moveTo>
                    <a:pt x="0" y="0"/>
                  </a:moveTo>
                  <a:lnTo>
                    <a:pt x="0" y="654"/>
                  </a:lnTo>
                  <a:lnTo>
                    <a:pt x="58736" y="654"/>
                  </a:lnTo>
                  <a:lnTo>
                    <a:pt x="5873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117"/>
            <p:cNvSpPr/>
            <p:nvPr/>
          </p:nvSpPr>
          <p:spPr>
            <a:xfrm>
              <a:off x="3457434" y="4469778"/>
              <a:ext cx="1467538" cy="197941"/>
            </a:xfrm>
            <a:custGeom>
              <a:avLst/>
              <a:gdLst/>
              <a:ahLst/>
              <a:cxnLst/>
              <a:rect l="l" t="t" r="r" b="b"/>
              <a:pathLst>
                <a:path w="60617" h="8176" extrusionOk="0">
                  <a:moveTo>
                    <a:pt x="7848" y="0"/>
                  </a:moveTo>
                  <a:cubicBezTo>
                    <a:pt x="3393" y="0"/>
                    <a:pt x="1" y="1881"/>
                    <a:pt x="1" y="4088"/>
                  </a:cubicBezTo>
                  <a:cubicBezTo>
                    <a:pt x="1" y="6295"/>
                    <a:pt x="3393" y="8175"/>
                    <a:pt x="7848" y="8175"/>
                  </a:cubicBezTo>
                  <a:lnTo>
                    <a:pt x="60617" y="8175"/>
                  </a:lnTo>
                  <a:lnTo>
                    <a:pt x="60617" y="0"/>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117"/>
            <p:cNvSpPr/>
            <p:nvPr/>
          </p:nvSpPr>
          <p:spPr>
            <a:xfrm>
              <a:off x="3531662" y="4494520"/>
              <a:ext cx="1393310" cy="144485"/>
            </a:xfrm>
            <a:custGeom>
              <a:avLst/>
              <a:gdLst/>
              <a:ahLst/>
              <a:cxnLst/>
              <a:rect l="l" t="t" r="r" b="b"/>
              <a:pathLst>
                <a:path w="57551" h="5968" extrusionOk="0">
                  <a:moveTo>
                    <a:pt x="7480" y="0"/>
                  </a:moveTo>
                  <a:cubicBezTo>
                    <a:pt x="3393" y="0"/>
                    <a:pt x="0" y="1390"/>
                    <a:pt x="0" y="3066"/>
                  </a:cubicBezTo>
                  <a:cubicBezTo>
                    <a:pt x="0" y="4782"/>
                    <a:pt x="3393" y="5968"/>
                    <a:pt x="7480" y="5968"/>
                  </a:cubicBezTo>
                  <a:lnTo>
                    <a:pt x="57551" y="5968"/>
                  </a:lnTo>
                  <a:lnTo>
                    <a:pt x="575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117"/>
            <p:cNvSpPr/>
            <p:nvPr/>
          </p:nvSpPr>
          <p:spPr>
            <a:xfrm>
              <a:off x="3531662" y="4515293"/>
              <a:ext cx="1422023" cy="24"/>
            </a:xfrm>
            <a:custGeom>
              <a:avLst/>
              <a:gdLst/>
              <a:ahLst/>
              <a:cxnLst/>
              <a:rect l="l" t="t" r="r" b="b"/>
              <a:pathLst>
                <a:path w="58737" h="1" extrusionOk="0">
                  <a:moveTo>
                    <a:pt x="0" y="1"/>
                  </a:moveTo>
                  <a:lnTo>
                    <a:pt x="5873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117"/>
            <p:cNvSpPr/>
            <p:nvPr/>
          </p:nvSpPr>
          <p:spPr>
            <a:xfrm>
              <a:off x="3607862" y="4507376"/>
              <a:ext cx="1422023" cy="15858"/>
            </a:xfrm>
            <a:custGeom>
              <a:avLst/>
              <a:gdLst/>
              <a:ahLst/>
              <a:cxnLst/>
              <a:rect l="l" t="t" r="r" b="b"/>
              <a:pathLst>
                <a:path w="58737" h="655" extrusionOk="0">
                  <a:moveTo>
                    <a:pt x="0" y="1"/>
                  </a:moveTo>
                  <a:lnTo>
                    <a:pt x="0" y="655"/>
                  </a:lnTo>
                  <a:lnTo>
                    <a:pt x="58736" y="655"/>
                  </a:lnTo>
                  <a:lnTo>
                    <a:pt x="587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117"/>
            <p:cNvSpPr/>
            <p:nvPr/>
          </p:nvSpPr>
          <p:spPr>
            <a:xfrm>
              <a:off x="3531662" y="4552891"/>
              <a:ext cx="1422023" cy="24"/>
            </a:xfrm>
            <a:custGeom>
              <a:avLst/>
              <a:gdLst/>
              <a:ahLst/>
              <a:cxnLst/>
              <a:rect l="l" t="t" r="r" b="b"/>
              <a:pathLst>
                <a:path w="58737" h="1" extrusionOk="0">
                  <a:moveTo>
                    <a:pt x="0" y="1"/>
                  </a:moveTo>
                  <a:lnTo>
                    <a:pt x="5873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117"/>
            <p:cNvSpPr/>
            <p:nvPr/>
          </p:nvSpPr>
          <p:spPr>
            <a:xfrm>
              <a:off x="3541187" y="4543981"/>
              <a:ext cx="1422023" cy="16850"/>
            </a:xfrm>
            <a:custGeom>
              <a:avLst/>
              <a:gdLst/>
              <a:ahLst/>
              <a:cxnLst/>
              <a:rect l="l" t="t" r="r" b="b"/>
              <a:pathLst>
                <a:path w="58737" h="696" extrusionOk="0">
                  <a:moveTo>
                    <a:pt x="0" y="1"/>
                  </a:moveTo>
                  <a:lnTo>
                    <a:pt x="0" y="696"/>
                  </a:lnTo>
                  <a:lnTo>
                    <a:pt x="58736" y="696"/>
                  </a:lnTo>
                  <a:lnTo>
                    <a:pt x="587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117"/>
            <p:cNvSpPr/>
            <p:nvPr/>
          </p:nvSpPr>
          <p:spPr>
            <a:xfrm>
              <a:off x="3531662" y="4585550"/>
              <a:ext cx="1422023" cy="24"/>
            </a:xfrm>
            <a:custGeom>
              <a:avLst/>
              <a:gdLst/>
              <a:ahLst/>
              <a:cxnLst/>
              <a:rect l="l" t="t" r="r" b="b"/>
              <a:pathLst>
                <a:path w="58737" h="1" extrusionOk="0">
                  <a:moveTo>
                    <a:pt x="0" y="1"/>
                  </a:moveTo>
                  <a:lnTo>
                    <a:pt x="5873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117"/>
            <p:cNvSpPr/>
            <p:nvPr/>
          </p:nvSpPr>
          <p:spPr>
            <a:xfrm>
              <a:off x="3531662" y="4618209"/>
              <a:ext cx="1422023" cy="24"/>
            </a:xfrm>
            <a:custGeom>
              <a:avLst/>
              <a:gdLst/>
              <a:ahLst/>
              <a:cxnLst/>
              <a:rect l="l" t="t" r="r" b="b"/>
              <a:pathLst>
                <a:path w="58737" h="1" extrusionOk="0">
                  <a:moveTo>
                    <a:pt x="0" y="0"/>
                  </a:moveTo>
                  <a:lnTo>
                    <a:pt x="5873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117"/>
            <p:cNvSpPr/>
            <p:nvPr/>
          </p:nvSpPr>
          <p:spPr>
            <a:xfrm>
              <a:off x="3607862" y="4610293"/>
              <a:ext cx="1422023" cy="16850"/>
            </a:xfrm>
            <a:custGeom>
              <a:avLst/>
              <a:gdLst/>
              <a:ahLst/>
              <a:cxnLst/>
              <a:rect l="l" t="t" r="r" b="b"/>
              <a:pathLst>
                <a:path w="58737" h="696" extrusionOk="0">
                  <a:moveTo>
                    <a:pt x="0" y="0"/>
                  </a:moveTo>
                  <a:lnTo>
                    <a:pt x="0" y="695"/>
                  </a:lnTo>
                  <a:lnTo>
                    <a:pt x="58736" y="695"/>
                  </a:lnTo>
                  <a:lnTo>
                    <a:pt x="5873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117"/>
            <p:cNvSpPr/>
            <p:nvPr/>
          </p:nvSpPr>
          <p:spPr>
            <a:xfrm>
              <a:off x="3541187" y="4577633"/>
              <a:ext cx="1422023" cy="15858"/>
            </a:xfrm>
            <a:custGeom>
              <a:avLst/>
              <a:gdLst/>
              <a:ahLst/>
              <a:cxnLst/>
              <a:rect l="l" t="t" r="r" b="b"/>
              <a:pathLst>
                <a:path w="58737" h="655" extrusionOk="0">
                  <a:moveTo>
                    <a:pt x="0" y="1"/>
                  </a:moveTo>
                  <a:lnTo>
                    <a:pt x="0" y="655"/>
                  </a:lnTo>
                  <a:lnTo>
                    <a:pt x="58736" y="655"/>
                  </a:lnTo>
                  <a:lnTo>
                    <a:pt x="587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117"/>
            <p:cNvSpPr/>
            <p:nvPr/>
          </p:nvSpPr>
          <p:spPr>
            <a:xfrm>
              <a:off x="3494040" y="4494520"/>
              <a:ext cx="6313411" cy="12880"/>
            </a:xfrm>
            <a:custGeom>
              <a:avLst/>
              <a:gdLst/>
              <a:ahLst/>
              <a:cxnLst/>
              <a:rect l="l" t="t" r="r" b="b"/>
              <a:pathLst>
                <a:path w="260777" h="532" extrusionOk="0">
                  <a:moveTo>
                    <a:pt x="1" y="0"/>
                  </a:moveTo>
                  <a:lnTo>
                    <a:pt x="1" y="532"/>
                  </a:lnTo>
                  <a:cubicBezTo>
                    <a:pt x="369" y="368"/>
                    <a:pt x="696" y="164"/>
                    <a:pt x="1227" y="0"/>
                  </a:cubicBezTo>
                  <a:close/>
                  <a:moveTo>
                    <a:pt x="217491" y="0"/>
                  </a:moveTo>
                  <a:lnTo>
                    <a:pt x="218350" y="532"/>
                  </a:lnTo>
                  <a:lnTo>
                    <a:pt x="224317" y="532"/>
                  </a:lnTo>
                  <a:lnTo>
                    <a:pt x="224154" y="0"/>
                  </a:lnTo>
                  <a:close/>
                  <a:moveTo>
                    <a:pt x="255463" y="0"/>
                  </a:moveTo>
                  <a:lnTo>
                    <a:pt x="255463" y="532"/>
                  </a:lnTo>
                  <a:lnTo>
                    <a:pt x="260777" y="532"/>
                  </a:lnTo>
                  <a:lnTo>
                    <a:pt x="26077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06" name="Google Shape;4106;p117"/>
          <p:cNvSpPr/>
          <p:nvPr/>
        </p:nvSpPr>
        <p:spPr>
          <a:xfrm>
            <a:off x="4124124" y="1940852"/>
            <a:ext cx="5114140" cy="3032321"/>
          </a:xfrm>
          <a:custGeom>
            <a:avLst/>
            <a:gdLst/>
            <a:ahLst/>
            <a:cxnLst/>
            <a:rect l="l" t="t" r="r" b="b"/>
            <a:pathLst>
              <a:path w="225135" h="134190" extrusionOk="0">
                <a:moveTo>
                  <a:pt x="41896" y="1"/>
                </a:moveTo>
                <a:cubicBezTo>
                  <a:pt x="37114" y="1"/>
                  <a:pt x="33190" y="3924"/>
                  <a:pt x="33190" y="8707"/>
                </a:cubicBezTo>
                <a:lnTo>
                  <a:pt x="33190" y="102349"/>
                </a:lnTo>
                <a:lnTo>
                  <a:pt x="1676" y="125197"/>
                </a:lnTo>
                <a:lnTo>
                  <a:pt x="2044" y="125197"/>
                </a:lnTo>
                <a:cubicBezTo>
                  <a:pt x="859" y="126015"/>
                  <a:pt x="0" y="127568"/>
                  <a:pt x="0" y="129081"/>
                </a:cubicBezTo>
                <a:cubicBezTo>
                  <a:pt x="0" y="131819"/>
                  <a:pt x="2371" y="134190"/>
                  <a:pt x="5109" y="134190"/>
                </a:cubicBezTo>
                <a:lnTo>
                  <a:pt x="220188" y="134190"/>
                </a:lnTo>
                <a:cubicBezTo>
                  <a:pt x="222927" y="134190"/>
                  <a:pt x="225134" y="131819"/>
                  <a:pt x="225134" y="129081"/>
                </a:cubicBezTo>
                <a:cubicBezTo>
                  <a:pt x="225134" y="127732"/>
                  <a:pt x="224644" y="126383"/>
                  <a:pt x="223622" y="125524"/>
                </a:cubicBezTo>
                <a:lnTo>
                  <a:pt x="223785" y="125524"/>
                </a:lnTo>
                <a:lnTo>
                  <a:pt x="192762" y="102349"/>
                </a:lnTo>
                <a:lnTo>
                  <a:pt x="192762" y="8707"/>
                </a:lnTo>
                <a:cubicBezTo>
                  <a:pt x="192762" y="3924"/>
                  <a:pt x="188879" y="1"/>
                  <a:pt x="184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07" name="Google Shape;4107;p117"/>
          <p:cNvGrpSpPr/>
          <p:nvPr/>
        </p:nvGrpSpPr>
        <p:grpSpPr>
          <a:xfrm>
            <a:off x="8710866" y="1686515"/>
            <a:ext cx="1176128" cy="2845470"/>
            <a:chOff x="7907551" y="-114309"/>
            <a:chExt cx="1908059" cy="4616272"/>
          </a:xfrm>
        </p:grpSpPr>
        <p:sp>
          <p:nvSpPr>
            <p:cNvPr id="4108" name="Google Shape;4108;p117"/>
            <p:cNvSpPr/>
            <p:nvPr/>
          </p:nvSpPr>
          <p:spPr>
            <a:xfrm>
              <a:off x="8606186" y="3608365"/>
              <a:ext cx="39" cy="483371"/>
            </a:xfrm>
            <a:custGeom>
              <a:avLst/>
              <a:gdLst/>
              <a:ahLst/>
              <a:cxnLst/>
              <a:rect l="l" t="t" r="r" b="b"/>
              <a:pathLst>
                <a:path w="1" h="12426" extrusionOk="0">
                  <a:moveTo>
                    <a:pt x="1" y="0"/>
                  </a:moveTo>
                  <a:lnTo>
                    <a:pt x="1" y="12426"/>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117"/>
            <p:cNvSpPr/>
            <p:nvPr/>
          </p:nvSpPr>
          <p:spPr>
            <a:xfrm>
              <a:off x="8566430" y="3568608"/>
              <a:ext cx="79551" cy="562883"/>
            </a:xfrm>
            <a:custGeom>
              <a:avLst/>
              <a:gdLst/>
              <a:ahLst/>
              <a:cxnLst/>
              <a:rect l="l" t="t" r="r" b="b"/>
              <a:pathLst>
                <a:path w="2045" h="14470" extrusionOk="0">
                  <a:moveTo>
                    <a:pt x="1023" y="0"/>
                  </a:moveTo>
                  <a:cubicBezTo>
                    <a:pt x="369" y="0"/>
                    <a:pt x="1" y="327"/>
                    <a:pt x="1" y="1022"/>
                  </a:cubicBezTo>
                  <a:lnTo>
                    <a:pt x="1" y="13448"/>
                  </a:lnTo>
                  <a:cubicBezTo>
                    <a:pt x="1" y="13979"/>
                    <a:pt x="369" y="14470"/>
                    <a:pt x="1023" y="14470"/>
                  </a:cubicBezTo>
                  <a:cubicBezTo>
                    <a:pt x="1554" y="14470"/>
                    <a:pt x="2044" y="13979"/>
                    <a:pt x="2044" y="13448"/>
                  </a:cubicBezTo>
                  <a:lnTo>
                    <a:pt x="2044" y="1022"/>
                  </a:lnTo>
                  <a:cubicBezTo>
                    <a:pt x="2044" y="327"/>
                    <a:pt x="1554" y="0"/>
                    <a:pt x="1023" y="0"/>
                  </a:cubicBezTo>
                  <a:close/>
                </a:path>
              </a:pathLst>
            </a:custGeom>
            <a:solidFill>
              <a:schemeClr val="accent1">
                <a:alpha val="122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117"/>
            <p:cNvSpPr/>
            <p:nvPr/>
          </p:nvSpPr>
          <p:spPr>
            <a:xfrm>
              <a:off x="8798589" y="3873900"/>
              <a:ext cx="39" cy="483371"/>
            </a:xfrm>
            <a:custGeom>
              <a:avLst/>
              <a:gdLst/>
              <a:ahLst/>
              <a:cxnLst/>
              <a:rect l="l" t="t" r="r" b="b"/>
              <a:pathLst>
                <a:path w="1" h="12426" extrusionOk="0">
                  <a:moveTo>
                    <a:pt x="0" y="0"/>
                  </a:moveTo>
                  <a:lnTo>
                    <a:pt x="0" y="12426"/>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117"/>
            <p:cNvSpPr/>
            <p:nvPr/>
          </p:nvSpPr>
          <p:spPr>
            <a:xfrm>
              <a:off x="8758832" y="3834144"/>
              <a:ext cx="79551" cy="562883"/>
            </a:xfrm>
            <a:custGeom>
              <a:avLst/>
              <a:gdLst/>
              <a:ahLst/>
              <a:cxnLst/>
              <a:rect l="l" t="t" r="r" b="b"/>
              <a:pathLst>
                <a:path w="2045" h="14470" extrusionOk="0">
                  <a:moveTo>
                    <a:pt x="1022" y="0"/>
                  </a:moveTo>
                  <a:cubicBezTo>
                    <a:pt x="532" y="0"/>
                    <a:pt x="0" y="491"/>
                    <a:pt x="0" y="1022"/>
                  </a:cubicBezTo>
                  <a:lnTo>
                    <a:pt x="0" y="13448"/>
                  </a:lnTo>
                  <a:cubicBezTo>
                    <a:pt x="0" y="14102"/>
                    <a:pt x="532" y="14470"/>
                    <a:pt x="1022" y="14470"/>
                  </a:cubicBezTo>
                  <a:cubicBezTo>
                    <a:pt x="1554" y="14470"/>
                    <a:pt x="2044" y="14102"/>
                    <a:pt x="2044" y="13448"/>
                  </a:cubicBezTo>
                  <a:lnTo>
                    <a:pt x="2044" y="1022"/>
                  </a:lnTo>
                  <a:cubicBezTo>
                    <a:pt x="2044" y="491"/>
                    <a:pt x="1554" y="0"/>
                    <a:pt x="1022" y="0"/>
                  </a:cubicBezTo>
                  <a:close/>
                </a:path>
              </a:pathLst>
            </a:custGeom>
            <a:solidFill>
              <a:schemeClr val="accent1">
                <a:alpha val="122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117"/>
            <p:cNvSpPr/>
            <p:nvPr/>
          </p:nvSpPr>
          <p:spPr>
            <a:xfrm>
              <a:off x="7907551" y="-114309"/>
              <a:ext cx="1238654" cy="3139619"/>
            </a:xfrm>
            <a:custGeom>
              <a:avLst/>
              <a:gdLst/>
              <a:ahLst/>
              <a:cxnLst/>
              <a:rect l="l" t="t" r="r" b="b"/>
              <a:pathLst>
                <a:path w="31842" h="80710" extrusionOk="0">
                  <a:moveTo>
                    <a:pt x="3210" y="0"/>
                  </a:moveTo>
                  <a:cubicBezTo>
                    <a:pt x="2252" y="0"/>
                    <a:pt x="1348" y="293"/>
                    <a:pt x="818" y="992"/>
                  </a:cubicBezTo>
                  <a:cubicBezTo>
                    <a:pt x="164" y="1851"/>
                    <a:pt x="1" y="2873"/>
                    <a:pt x="1" y="3894"/>
                  </a:cubicBezTo>
                  <a:cubicBezTo>
                    <a:pt x="1" y="8677"/>
                    <a:pt x="4088" y="12928"/>
                    <a:pt x="3557" y="17710"/>
                  </a:cubicBezTo>
                  <a:cubicBezTo>
                    <a:pt x="3393" y="20408"/>
                    <a:pt x="1513" y="22983"/>
                    <a:pt x="1513" y="25680"/>
                  </a:cubicBezTo>
                  <a:cubicBezTo>
                    <a:pt x="1513" y="29768"/>
                    <a:pt x="5437" y="33038"/>
                    <a:pt x="6295" y="36921"/>
                  </a:cubicBezTo>
                  <a:cubicBezTo>
                    <a:pt x="7481" y="43420"/>
                    <a:pt x="655" y="50736"/>
                    <a:pt x="4579" y="56009"/>
                  </a:cubicBezTo>
                  <a:cubicBezTo>
                    <a:pt x="6295" y="58584"/>
                    <a:pt x="10219" y="59933"/>
                    <a:pt x="10383" y="62998"/>
                  </a:cubicBezTo>
                  <a:cubicBezTo>
                    <a:pt x="10546" y="65369"/>
                    <a:pt x="7971" y="67086"/>
                    <a:pt x="6786" y="69293"/>
                  </a:cubicBezTo>
                  <a:cubicBezTo>
                    <a:pt x="5273" y="71663"/>
                    <a:pt x="5437" y="74729"/>
                    <a:pt x="6786" y="77141"/>
                  </a:cubicBezTo>
                  <a:cubicBezTo>
                    <a:pt x="8254" y="79382"/>
                    <a:pt x="10929" y="80710"/>
                    <a:pt x="13496" y="80710"/>
                  </a:cubicBezTo>
                  <a:cubicBezTo>
                    <a:pt x="13644" y="80710"/>
                    <a:pt x="13792" y="80706"/>
                    <a:pt x="13939" y="80697"/>
                  </a:cubicBezTo>
                  <a:lnTo>
                    <a:pt x="22645" y="79838"/>
                  </a:lnTo>
                  <a:cubicBezTo>
                    <a:pt x="28245" y="79511"/>
                    <a:pt x="31842" y="71663"/>
                    <a:pt x="28245" y="67249"/>
                  </a:cubicBezTo>
                  <a:cubicBezTo>
                    <a:pt x="26569" y="65042"/>
                    <a:pt x="23503" y="63489"/>
                    <a:pt x="22645" y="60791"/>
                  </a:cubicBezTo>
                  <a:cubicBezTo>
                    <a:pt x="21623" y="56540"/>
                    <a:pt x="26732" y="52248"/>
                    <a:pt x="25016" y="48161"/>
                  </a:cubicBezTo>
                  <a:cubicBezTo>
                    <a:pt x="24321" y="46322"/>
                    <a:pt x="22277" y="45300"/>
                    <a:pt x="21092" y="43583"/>
                  </a:cubicBezTo>
                  <a:cubicBezTo>
                    <a:pt x="17863" y="39169"/>
                    <a:pt x="21787" y="32670"/>
                    <a:pt x="20601" y="27397"/>
                  </a:cubicBezTo>
                  <a:cubicBezTo>
                    <a:pt x="19743" y="22615"/>
                    <a:pt x="15124" y="19549"/>
                    <a:pt x="12917" y="15298"/>
                  </a:cubicBezTo>
                  <a:cubicBezTo>
                    <a:pt x="10383" y="10353"/>
                    <a:pt x="10546" y="3404"/>
                    <a:pt x="5764" y="665"/>
                  </a:cubicBezTo>
                  <a:cubicBezTo>
                    <a:pt x="5036" y="252"/>
                    <a:pt x="4100" y="0"/>
                    <a:pt x="3210" y="0"/>
                  </a:cubicBezTo>
                  <a:close/>
                </a:path>
              </a:pathLst>
            </a:cu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117"/>
            <p:cNvSpPr/>
            <p:nvPr/>
          </p:nvSpPr>
          <p:spPr>
            <a:xfrm>
              <a:off x="8119015" y="89647"/>
              <a:ext cx="596298" cy="2776176"/>
            </a:xfrm>
            <a:custGeom>
              <a:avLst/>
              <a:gdLst/>
              <a:ahLst/>
              <a:cxnLst/>
              <a:rect l="l" t="t" r="r" b="b"/>
              <a:pathLst>
                <a:path w="15329" h="71367" extrusionOk="0">
                  <a:moveTo>
                    <a:pt x="328" y="0"/>
                  </a:moveTo>
                  <a:cubicBezTo>
                    <a:pt x="164" y="0"/>
                    <a:pt x="1" y="205"/>
                    <a:pt x="1" y="368"/>
                  </a:cubicBezTo>
                  <a:cubicBezTo>
                    <a:pt x="164" y="695"/>
                    <a:pt x="5805" y="23339"/>
                    <a:pt x="10219" y="43776"/>
                  </a:cubicBezTo>
                  <a:lnTo>
                    <a:pt x="10219" y="43776"/>
                  </a:lnTo>
                  <a:lnTo>
                    <a:pt x="4252" y="39525"/>
                  </a:lnTo>
                  <a:cubicBezTo>
                    <a:pt x="4252" y="39362"/>
                    <a:pt x="4088" y="39362"/>
                    <a:pt x="4088" y="39362"/>
                  </a:cubicBezTo>
                  <a:cubicBezTo>
                    <a:pt x="3925" y="39362"/>
                    <a:pt x="3925" y="39362"/>
                    <a:pt x="3925" y="39525"/>
                  </a:cubicBezTo>
                  <a:cubicBezTo>
                    <a:pt x="3761" y="39689"/>
                    <a:pt x="3761" y="39852"/>
                    <a:pt x="3925" y="40057"/>
                  </a:cubicBezTo>
                  <a:lnTo>
                    <a:pt x="10056" y="44471"/>
                  </a:lnTo>
                  <a:lnTo>
                    <a:pt x="10219" y="44635"/>
                  </a:lnTo>
                  <a:lnTo>
                    <a:pt x="10383" y="44635"/>
                  </a:lnTo>
                  <a:cubicBezTo>
                    <a:pt x="11568" y="50929"/>
                    <a:pt x="12754" y="57060"/>
                    <a:pt x="13612" y="62170"/>
                  </a:cubicBezTo>
                  <a:lnTo>
                    <a:pt x="8666" y="57060"/>
                  </a:lnTo>
                  <a:cubicBezTo>
                    <a:pt x="8666" y="56897"/>
                    <a:pt x="8503" y="56897"/>
                    <a:pt x="8503" y="56897"/>
                  </a:cubicBezTo>
                  <a:cubicBezTo>
                    <a:pt x="8339" y="56897"/>
                    <a:pt x="8339" y="56897"/>
                    <a:pt x="8176" y="57060"/>
                  </a:cubicBezTo>
                  <a:lnTo>
                    <a:pt x="8176" y="57428"/>
                  </a:lnTo>
                  <a:lnTo>
                    <a:pt x="13775" y="63355"/>
                  </a:lnTo>
                  <a:cubicBezTo>
                    <a:pt x="14307" y="66420"/>
                    <a:pt x="14634" y="69159"/>
                    <a:pt x="14797" y="71366"/>
                  </a:cubicBezTo>
                  <a:lnTo>
                    <a:pt x="15329" y="71366"/>
                  </a:lnTo>
                  <a:cubicBezTo>
                    <a:pt x="15329" y="69322"/>
                    <a:pt x="15002" y="66788"/>
                    <a:pt x="14470" y="64050"/>
                  </a:cubicBezTo>
                  <a:lnTo>
                    <a:pt x="14634" y="64050"/>
                  </a:lnTo>
                  <a:cubicBezTo>
                    <a:pt x="14634" y="64050"/>
                    <a:pt x="14797" y="64050"/>
                    <a:pt x="14797" y="63886"/>
                  </a:cubicBezTo>
                  <a:cubicBezTo>
                    <a:pt x="15002" y="63886"/>
                    <a:pt x="15002" y="63559"/>
                    <a:pt x="14797" y="63559"/>
                  </a:cubicBezTo>
                  <a:lnTo>
                    <a:pt x="14470" y="63028"/>
                  </a:lnTo>
                  <a:cubicBezTo>
                    <a:pt x="11078" y="41406"/>
                    <a:pt x="859" y="695"/>
                    <a:pt x="696" y="205"/>
                  </a:cubicBezTo>
                  <a:cubicBezTo>
                    <a:pt x="696" y="0"/>
                    <a:pt x="491" y="0"/>
                    <a:pt x="328"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117"/>
            <p:cNvSpPr/>
            <p:nvPr/>
          </p:nvSpPr>
          <p:spPr>
            <a:xfrm>
              <a:off x="8424307" y="938692"/>
              <a:ext cx="111332" cy="318046"/>
            </a:xfrm>
            <a:custGeom>
              <a:avLst/>
              <a:gdLst/>
              <a:ahLst/>
              <a:cxnLst/>
              <a:rect l="l" t="t" r="r" b="b"/>
              <a:pathLst>
                <a:path w="2862" h="8176" extrusionOk="0">
                  <a:moveTo>
                    <a:pt x="2535" y="1"/>
                  </a:moveTo>
                  <a:cubicBezTo>
                    <a:pt x="2371" y="1"/>
                    <a:pt x="2208" y="164"/>
                    <a:pt x="2208" y="328"/>
                  </a:cubicBezTo>
                  <a:lnTo>
                    <a:pt x="1" y="7808"/>
                  </a:lnTo>
                  <a:cubicBezTo>
                    <a:pt x="1" y="8012"/>
                    <a:pt x="1" y="8176"/>
                    <a:pt x="164" y="8176"/>
                  </a:cubicBezTo>
                  <a:lnTo>
                    <a:pt x="328" y="8176"/>
                  </a:lnTo>
                  <a:cubicBezTo>
                    <a:pt x="491" y="8176"/>
                    <a:pt x="491" y="8176"/>
                    <a:pt x="655" y="8012"/>
                  </a:cubicBezTo>
                  <a:lnTo>
                    <a:pt x="2862" y="491"/>
                  </a:lnTo>
                  <a:cubicBezTo>
                    <a:pt x="2862" y="328"/>
                    <a:pt x="2698" y="164"/>
                    <a:pt x="2535" y="1"/>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117"/>
            <p:cNvSpPr/>
            <p:nvPr/>
          </p:nvSpPr>
          <p:spPr>
            <a:xfrm>
              <a:off x="8788417" y="298310"/>
              <a:ext cx="1027193" cy="2682583"/>
            </a:xfrm>
            <a:custGeom>
              <a:avLst/>
              <a:gdLst/>
              <a:ahLst/>
              <a:cxnLst/>
              <a:rect l="l" t="t" r="r" b="b"/>
              <a:pathLst>
                <a:path w="26406" h="68961" extrusionOk="0">
                  <a:moveTo>
                    <a:pt x="18871" y="0"/>
                  </a:moveTo>
                  <a:cubicBezTo>
                    <a:pt x="18467" y="0"/>
                    <a:pt x="18069" y="86"/>
                    <a:pt x="17699" y="277"/>
                  </a:cubicBezTo>
                  <a:cubicBezTo>
                    <a:pt x="17004" y="604"/>
                    <a:pt x="16514" y="1462"/>
                    <a:pt x="16187" y="2321"/>
                  </a:cubicBezTo>
                  <a:cubicBezTo>
                    <a:pt x="14961" y="6081"/>
                    <a:pt x="16841" y="10495"/>
                    <a:pt x="15165" y="14256"/>
                  </a:cubicBezTo>
                  <a:cubicBezTo>
                    <a:pt x="14143" y="16299"/>
                    <a:pt x="12100" y="17648"/>
                    <a:pt x="11241" y="19856"/>
                  </a:cubicBezTo>
                  <a:cubicBezTo>
                    <a:pt x="10056" y="23085"/>
                    <a:pt x="12263" y="26845"/>
                    <a:pt x="11568" y="30237"/>
                  </a:cubicBezTo>
                  <a:cubicBezTo>
                    <a:pt x="10710" y="35715"/>
                    <a:pt x="3230" y="39434"/>
                    <a:pt x="4742" y="44707"/>
                  </a:cubicBezTo>
                  <a:cubicBezTo>
                    <a:pt x="5437" y="47282"/>
                    <a:pt x="8176" y="49326"/>
                    <a:pt x="7317" y="51696"/>
                  </a:cubicBezTo>
                  <a:cubicBezTo>
                    <a:pt x="6786" y="53740"/>
                    <a:pt x="4415" y="54435"/>
                    <a:pt x="2699" y="55784"/>
                  </a:cubicBezTo>
                  <a:cubicBezTo>
                    <a:pt x="859" y="57173"/>
                    <a:pt x="1" y="59708"/>
                    <a:pt x="491" y="62078"/>
                  </a:cubicBezTo>
                  <a:cubicBezTo>
                    <a:pt x="1023" y="64326"/>
                    <a:pt x="2903" y="66166"/>
                    <a:pt x="5110" y="66861"/>
                  </a:cubicBezTo>
                  <a:lnTo>
                    <a:pt x="12263" y="68741"/>
                  </a:lnTo>
                  <a:cubicBezTo>
                    <a:pt x="12754" y="68891"/>
                    <a:pt x="13251" y="68961"/>
                    <a:pt x="13745" y="68961"/>
                  </a:cubicBezTo>
                  <a:cubicBezTo>
                    <a:pt x="17699" y="68961"/>
                    <a:pt x="21473" y="64472"/>
                    <a:pt x="20274" y="60402"/>
                  </a:cubicBezTo>
                  <a:cubicBezTo>
                    <a:pt x="19580" y="58195"/>
                    <a:pt x="17536" y="56152"/>
                    <a:pt x="17699" y="53577"/>
                  </a:cubicBezTo>
                  <a:cubicBezTo>
                    <a:pt x="18026" y="50020"/>
                    <a:pt x="23340" y="48140"/>
                    <a:pt x="23136" y="44380"/>
                  </a:cubicBezTo>
                  <a:cubicBezTo>
                    <a:pt x="23136" y="42663"/>
                    <a:pt x="21787" y="41314"/>
                    <a:pt x="21460" y="39598"/>
                  </a:cubicBezTo>
                  <a:cubicBezTo>
                    <a:pt x="20070" y="35183"/>
                    <a:pt x="25016" y="31259"/>
                    <a:pt x="25711" y="26681"/>
                  </a:cubicBezTo>
                  <a:cubicBezTo>
                    <a:pt x="26406" y="22758"/>
                    <a:pt x="23667" y="18997"/>
                    <a:pt x="23340" y="14910"/>
                  </a:cubicBezTo>
                  <a:cubicBezTo>
                    <a:pt x="22645" y="10332"/>
                    <a:pt x="24852" y="4855"/>
                    <a:pt x="21787" y="1462"/>
                  </a:cubicBezTo>
                  <a:cubicBezTo>
                    <a:pt x="21045" y="602"/>
                    <a:pt x="19938" y="0"/>
                    <a:pt x="18871" y="0"/>
                  </a:cubicBezTo>
                  <a:close/>
                </a:path>
              </a:pathLst>
            </a:custGeom>
            <a:solidFill>
              <a:schemeClr val="accent4"/>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117"/>
            <p:cNvSpPr/>
            <p:nvPr/>
          </p:nvSpPr>
          <p:spPr>
            <a:xfrm>
              <a:off x="9179562" y="495109"/>
              <a:ext cx="410278" cy="2370722"/>
            </a:xfrm>
            <a:custGeom>
              <a:avLst/>
              <a:gdLst/>
              <a:ahLst/>
              <a:cxnLst/>
              <a:rect l="l" t="t" r="r" b="b"/>
              <a:pathLst>
                <a:path w="10547" h="60944" extrusionOk="0">
                  <a:moveTo>
                    <a:pt x="10383" y="0"/>
                  </a:moveTo>
                  <a:cubicBezTo>
                    <a:pt x="10219" y="0"/>
                    <a:pt x="10015" y="0"/>
                    <a:pt x="10015" y="164"/>
                  </a:cubicBezTo>
                  <a:cubicBezTo>
                    <a:pt x="10015" y="491"/>
                    <a:pt x="7971" y="19906"/>
                    <a:pt x="5437" y="37277"/>
                  </a:cubicBezTo>
                  <a:lnTo>
                    <a:pt x="2045" y="32168"/>
                  </a:lnTo>
                  <a:cubicBezTo>
                    <a:pt x="2045" y="32168"/>
                    <a:pt x="2045" y="32004"/>
                    <a:pt x="1840" y="32004"/>
                  </a:cubicBezTo>
                  <a:lnTo>
                    <a:pt x="1677" y="32168"/>
                  </a:lnTo>
                  <a:cubicBezTo>
                    <a:pt x="1677" y="32168"/>
                    <a:pt x="1513" y="32331"/>
                    <a:pt x="1677" y="32495"/>
                  </a:cubicBezTo>
                  <a:lnTo>
                    <a:pt x="5274" y="37972"/>
                  </a:lnTo>
                  <a:lnTo>
                    <a:pt x="5437" y="37972"/>
                  </a:lnTo>
                  <a:cubicBezTo>
                    <a:pt x="4579" y="43408"/>
                    <a:pt x="3720" y="48518"/>
                    <a:pt x="2862" y="52768"/>
                  </a:cubicBezTo>
                  <a:lnTo>
                    <a:pt x="491" y="47332"/>
                  </a:lnTo>
                  <a:cubicBezTo>
                    <a:pt x="491" y="47169"/>
                    <a:pt x="328" y="47169"/>
                    <a:pt x="328" y="47169"/>
                  </a:cubicBezTo>
                  <a:lnTo>
                    <a:pt x="164" y="47169"/>
                  </a:lnTo>
                  <a:cubicBezTo>
                    <a:pt x="1" y="47169"/>
                    <a:pt x="1" y="47332"/>
                    <a:pt x="1" y="47496"/>
                  </a:cubicBezTo>
                  <a:lnTo>
                    <a:pt x="2699" y="53790"/>
                  </a:lnTo>
                  <a:cubicBezTo>
                    <a:pt x="2208" y="56692"/>
                    <a:pt x="1513" y="59063"/>
                    <a:pt x="1023" y="60943"/>
                  </a:cubicBezTo>
                  <a:lnTo>
                    <a:pt x="1513" y="60943"/>
                  </a:lnTo>
                  <a:cubicBezTo>
                    <a:pt x="2045" y="59267"/>
                    <a:pt x="2535" y="57019"/>
                    <a:pt x="3066" y="54485"/>
                  </a:cubicBezTo>
                  <a:lnTo>
                    <a:pt x="3393" y="54485"/>
                  </a:lnTo>
                  <a:cubicBezTo>
                    <a:pt x="3393" y="54485"/>
                    <a:pt x="3557" y="54322"/>
                    <a:pt x="3393" y="54158"/>
                  </a:cubicBezTo>
                  <a:lnTo>
                    <a:pt x="3230" y="53627"/>
                  </a:lnTo>
                  <a:cubicBezTo>
                    <a:pt x="6786" y="35560"/>
                    <a:pt x="10546" y="654"/>
                    <a:pt x="10546" y="164"/>
                  </a:cubicBezTo>
                  <a:cubicBezTo>
                    <a:pt x="10546" y="164"/>
                    <a:pt x="10546" y="0"/>
                    <a:pt x="10383"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117"/>
            <p:cNvSpPr/>
            <p:nvPr/>
          </p:nvSpPr>
          <p:spPr>
            <a:xfrm>
              <a:off x="9476919" y="1275805"/>
              <a:ext cx="179718" cy="225815"/>
            </a:xfrm>
            <a:custGeom>
              <a:avLst/>
              <a:gdLst/>
              <a:ahLst/>
              <a:cxnLst/>
              <a:rect l="l" t="t" r="r" b="b"/>
              <a:pathLst>
                <a:path w="4620" h="5805" extrusionOk="0">
                  <a:moveTo>
                    <a:pt x="4251" y="0"/>
                  </a:moveTo>
                  <a:cubicBezTo>
                    <a:pt x="4088" y="0"/>
                    <a:pt x="4088" y="0"/>
                    <a:pt x="4088" y="164"/>
                  </a:cubicBezTo>
                  <a:lnTo>
                    <a:pt x="0" y="5477"/>
                  </a:lnTo>
                  <a:cubicBezTo>
                    <a:pt x="0" y="5477"/>
                    <a:pt x="0" y="5641"/>
                    <a:pt x="164" y="5804"/>
                  </a:cubicBezTo>
                  <a:lnTo>
                    <a:pt x="532" y="5804"/>
                  </a:lnTo>
                  <a:lnTo>
                    <a:pt x="4415" y="368"/>
                  </a:lnTo>
                  <a:cubicBezTo>
                    <a:pt x="4619" y="368"/>
                    <a:pt x="4415" y="164"/>
                    <a:pt x="4415"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117"/>
            <p:cNvSpPr/>
            <p:nvPr/>
          </p:nvSpPr>
          <p:spPr>
            <a:xfrm>
              <a:off x="8106294" y="2865830"/>
              <a:ext cx="1510565" cy="1636134"/>
            </a:xfrm>
            <a:custGeom>
              <a:avLst/>
              <a:gdLst/>
              <a:ahLst/>
              <a:cxnLst/>
              <a:rect l="l" t="t" r="r" b="b"/>
              <a:pathLst>
                <a:path w="38832" h="42060" extrusionOk="0">
                  <a:moveTo>
                    <a:pt x="1" y="0"/>
                  </a:moveTo>
                  <a:lnTo>
                    <a:pt x="5437" y="42059"/>
                  </a:lnTo>
                  <a:lnTo>
                    <a:pt x="34744" y="42059"/>
                  </a:lnTo>
                  <a:lnTo>
                    <a:pt x="38831" y="0"/>
                  </a:ln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117"/>
            <p:cNvSpPr/>
            <p:nvPr/>
          </p:nvSpPr>
          <p:spPr>
            <a:xfrm>
              <a:off x="8522881" y="3144086"/>
              <a:ext cx="39" cy="483371"/>
            </a:xfrm>
            <a:custGeom>
              <a:avLst/>
              <a:gdLst/>
              <a:ahLst/>
              <a:cxnLst/>
              <a:rect l="l" t="t" r="r" b="b"/>
              <a:pathLst>
                <a:path w="1" h="12426" extrusionOk="0">
                  <a:moveTo>
                    <a:pt x="1" y="0"/>
                  </a:moveTo>
                  <a:lnTo>
                    <a:pt x="1" y="12426"/>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117"/>
            <p:cNvSpPr/>
            <p:nvPr/>
          </p:nvSpPr>
          <p:spPr>
            <a:xfrm>
              <a:off x="8483163" y="3104329"/>
              <a:ext cx="79512" cy="562883"/>
            </a:xfrm>
            <a:custGeom>
              <a:avLst/>
              <a:gdLst/>
              <a:ahLst/>
              <a:cxnLst/>
              <a:rect l="l" t="t" r="r" b="b"/>
              <a:pathLst>
                <a:path w="2044" h="14470" extrusionOk="0">
                  <a:moveTo>
                    <a:pt x="1022" y="0"/>
                  </a:moveTo>
                  <a:cubicBezTo>
                    <a:pt x="327" y="0"/>
                    <a:pt x="0" y="368"/>
                    <a:pt x="0" y="1022"/>
                  </a:cubicBezTo>
                  <a:lnTo>
                    <a:pt x="0" y="13448"/>
                  </a:lnTo>
                  <a:cubicBezTo>
                    <a:pt x="0" y="13979"/>
                    <a:pt x="327" y="14470"/>
                    <a:pt x="1022" y="14470"/>
                  </a:cubicBezTo>
                  <a:cubicBezTo>
                    <a:pt x="1553" y="14470"/>
                    <a:pt x="2044" y="13979"/>
                    <a:pt x="2044" y="13448"/>
                  </a:cubicBezTo>
                  <a:lnTo>
                    <a:pt x="2044" y="1022"/>
                  </a:lnTo>
                  <a:cubicBezTo>
                    <a:pt x="2044" y="368"/>
                    <a:pt x="1553" y="0"/>
                    <a:pt x="1022" y="0"/>
                  </a:cubicBezTo>
                  <a:close/>
                </a:path>
              </a:pathLst>
            </a:custGeom>
            <a:solidFill>
              <a:schemeClr val="accent1">
                <a:alpha val="122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117"/>
            <p:cNvSpPr/>
            <p:nvPr/>
          </p:nvSpPr>
          <p:spPr>
            <a:xfrm>
              <a:off x="9139845" y="3031196"/>
              <a:ext cx="79512" cy="564478"/>
            </a:xfrm>
            <a:custGeom>
              <a:avLst/>
              <a:gdLst/>
              <a:ahLst/>
              <a:cxnLst/>
              <a:rect l="l" t="t" r="r" b="b"/>
              <a:pathLst>
                <a:path w="2044" h="14511" extrusionOk="0">
                  <a:moveTo>
                    <a:pt x="1022" y="0"/>
                  </a:moveTo>
                  <a:cubicBezTo>
                    <a:pt x="491" y="0"/>
                    <a:pt x="0" y="368"/>
                    <a:pt x="0" y="1022"/>
                  </a:cubicBezTo>
                  <a:lnTo>
                    <a:pt x="0" y="13488"/>
                  </a:lnTo>
                  <a:cubicBezTo>
                    <a:pt x="0" y="13979"/>
                    <a:pt x="491" y="14510"/>
                    <a:pt x="1022" y="14510"/>
                  </a:cubicBezTo>
                  <a:cubicBezTo>
                    <a:pt x="1512" y="14510"/>
                    <a:pt x="2044" y="13979"/>
                    <a:pt x="2044" y="13488"/>
                  </a:cubicBezTo>
                  <a:lnTo>
                    <a:pt x="2044" y="1022"/>
                  </a:lnTo>
                  <a:cubicBezTo>
                    <a:pt x="2044" y="368"/>
                    <a:pt x="1512" y="0"/>
                    <a:pt x="1022" y="0"/>
                  </a:cubicBezTo>
                  <a:close/>
                </a:path>
              </a:pathLst>
            </a:custGeom>
            <a:solidFill>
              <a:schemeClr val="accent1">
                <a:alpha val="122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117"/>
            <p:cNvSpPr/>
            <p:nvPr/>
          </p:nvSpPr>
          <p:spPr>
            <a:xfrm>
              <a:off x="8993540" y="3323729"/>
              <a:ext cx="79551" cy="562922"/>
            </a:xfrm>
            <a:custGeom>
              <a:avLst/>
              <a:gdLst/>
              <a:ahLst/>
              <a:cxnLst/>
              <a:rect l="l" t="t" r="r" b="b"/>
              <a:pathLst>
                <a:path w="2045" h="14471" extrusionOk="0">
                  <a:moveTo>
                    <a:pt x="1022" y="1"/>
                  </a:moveTo>
                  <a:cubicBezTo>
                    <a:pt x="491" y="1"/>
                    <a:pt x="1" y="328"/>
                    <a:pt x="1" y="1023"/>
                  </a:cubicBezTo>
                  <a:lnTo>
                    <a:pt x="1" y="13448"/>
                  </a:lnTo>
                  <a:cubicBezTo>
                    <a:pt x="1" y="14143"/>
                    <a:pt x="491" y="14470"/>
                    <a:pt x="1022" y="14470"/>
                  </a:cubicBezTo>
                  <a:cubicBezTo>
                    <a:pt x="1513" y="14470"/>
                    <a:pt x="2044" y="14143"/>
                    <a:pt x="2044" y="13448"/>
                  </a:cubicBezTo>
                  <a:lnTo>
                    <a:pt x="2044" y="1023"/>
                  </a:lnTo>
                  <a:cubicBezTo>
                    <a:pt x="2044" y="328"/>
                    <a:pt x="1513" y="1"/>
                    <a:pt x="1022" y="1"/>
                  </a:cubicBezTo>
                  <a:close/>
                </a:path>
              </a:pathLst>
            </a:custGeom>
            <a:solidFill>
              <a:schemeClr val="accent1">
                <a:alpha val="122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117"/>
            <p:cNvSpPr/>
            <p:nvPr/>
          </p:nvSpPr>
          <p:spPr>
            <a:xfrm>
              <a:off x="9165286" y="3733975"/>
              <a:ext cx="79512" cy="569263"/>
            </a:xfrm>
            <a:custGeom>
              <a:avLst/>
              <a:gdLst/>
              <a:ahLst/>
              <a:cxnLst/>
              <a:rect l="l" t="t" r="r" b="b"/>
              <a:pathLst>
                <a:path w="2044" h="14634" extrusionOk="0">
                  <a:moveTo>
                    <a:pt x="1022" y="0"/>
                  </a:moveTo>
                  <a:cubicBezTo>
                    <a:pt x="368" y="0"/>
                    <a:pt x="0" y="532"/>
                    <a:pt x="0" y="1022"/>
                  </a:cubicBezTo>
                  <a:lnTo>
                    <a:pt x="0" y="13611"/>
                  </a:lnTo>
                  <a:cubicBezTo>
                    <a:pt x="0" y="14143"/>
                    <a:pt x="368" y="14633"/>
                    <a:pt x="1022" y="14633"/>
                  </a:cubicBezTo>
                  <a:cubicBezTo>
                    <a:pt x="1553" y="14633"/>
                    <a:pt x="2044" y="14143"/>
                    <a:pt x="2044" y="13611"/>
                  </a:cubicBezTo>
                  <a:lnTo>
                    <a:pt x="2044" y="1022"/>
                  </a:lnTo>
                  <a:cubicBezTo>
                    <a:pt x="2044" y="532"/>
                    <a:pt x="1553" y="0"/>
                    <a:pt x="1022" y="0"/>
                  </a:cubicBezTo>
                  <a:close/>
                </a:path>
              </a:pathLst>
            </a:custGeom>
            <a:solidFill>
              <a:schemeClr val="accent1">
                <a:alpha val="122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24" name="Google Shape;4124;p117"/>
          <p:cNvSpPr/>
          <p:nvPr/>
        </p:nvSpPr>
        <p:spPr>
          <a:xfrm>
            <a:off x="4108715" y="1945809"/>
            <a:ext cx="5145459" cy="3032302"/>
          </a:xfrm>
          <a:custGeom>
            <a:avLst/>
            <a:gdLst/>
            <a:ahLst/>
            <a:cxnLst/>
            <a:rect l="l" t="t" r="r" b="b"/>
            <a:pathLst>
              <a:path w="225626" h="134722" extrusionOk="0">
                <a:moveTo>
                  <a:pt x="184261" y="491"/>
                </a:moveTo>
                <a:cubicBezTo>
                  <a:pt x="186468" y="491"/>
                  <a:pt x="188675" y="1513"/>
                  <a:pt x="190228" y="3066"/>
                </a:cubicBezTo>
                <a:cubicBezTo>
                  <a:pt x="191577" y="4578"/>
                  <a:pt x="192599" y="6622"/>
                  <a:pt x="192599" y="9034"/>
                </a:cubicBezTo>
                <a:lnTo>
                  <a:pt x="192599" y="102839"/>
                </a:lnTo>
                <a:lnTo>
                  <a:pt x="223381" y="125714"/>
                </a:lnTo>
                <a:lnTo>
                  <a:pt x="223581" y="126015"/>
                </a:lnTo>
                <a:cubicBezTo>
                  <a:pt x="224440" y="126873"/>
                  <a:pt x="225135" y="128059"/>
                  <a:pt x="225135" y="129408"/>
                </a:cubicBezTo>
                <a:cubicBezTo>
                  <a:pt x="225135" y="130797"/>
                  <a:pt x="224603" y="131983"/>
                  <a:pt x="223581" y="132841"/>
                </a:cubicBezTo>
                <a:cubicBezTo>
                  <a:pt x="222764" y="133699"/>
                  <a:pt x="221538" y="134190"/>
                  <a:pt x="220352" y="134190"/>
                </a:cubicBezTo>
                <a:lnTo>
                  <a:pt x="5273" y="134190"/>
                </a:lnTo>
                <a:cubicBezTo>
                  <a:pt x="3884" y="134190"/>
                  <a:pt x="2698" y="133699"/>
                  <a:pt x="1840" y="132841"/>
                </a:cubicBezTo>
                <a:cubicBezTo>
                  <a:pt x="1023" y="131983"/>
                  <a:pt x="491" y="130797"/>
                  <a:pt x="491" y="129408"/>
                </a:cubicBezTo>
                <a:cubicBezTo>
                  <a:pt x="491" y="127895"/>
                  <a:pt x="1186" y="126546"/>
                  <a:pt x="2371" y="125688"/>
                </a:cubicBezTo>
                <a:lnTo>
                  <a:pt x="2862" y="125157"/>
                </a:lnTo>
                <a:lnTo>
                  <a:pt x="2698" y="125157"/>
                </a:lnTo>
                <a:lnTo>
                  <a:pt x="33722" y="102839"/>
                </a:lnTo>
                <a:lnTo>
                  <a:pt x="33722" y="9034"/>
                </a:lnTo>
                <a:cubicBezTo>
                  <a:pt x="33722" y="6622"/>
                  <a:pt x="34539" y="4578"/>
                  <a:pt x="36092" y="3066"/>
                </a:cubicBezTo>
                <a:cubicBezTo>
                  <a:pt x="37605" y="1513"/>
                  <a:pt x="39853" y="491"/>
                  <a:pt x="42060" y="491"/>
                </a:cubicBezTo>
                <a:close/>
                <a:moveTo>
                  <a:pt x="42060" y="1"/>
                </a:moveTo>
                <a:cubicBezTo>
                  <a:pt x="37114" y="1"/>
                  <a:pt x="33190" y="4088"/>
                  <a:pt x="33190" y="9034"/>
                </a:cubicBezTo>
                <a:lnTo>
                  <a:pt x="33190" y="102676"/>
                </a:lnTo>
                <a:lnTo>
                  <a:pt x="1023" y="125688"/>
                </a:lnTo>
                <a:lnTo>
                  <a:pt x="1589" y="125688"/>
                </a:lnTo>
                <a:cubicBezTo>
                  <a:pt x="620" y="126584"/>
                  <a:pt x="1" y="127949"/>
                  <a:pt x="1" y="129408"/>
                </a:cubicBezTo>
                <a:cubicBezTo>
                  <a:pt x="1" y="132310"/>
                  <a:pt x="2371" y="134721"/>
                  <a:pt x="5273" y="134721"/>
                </a:cubicBezTo>
                <a:lnTo>
                  <a:pt x="220352" y="134721"/>
                </a:lnTo>
                <a:cubicBezTo>
                  <a:pt x="223254" y="134721"/>
                  <a:pt x="225625" y="132310"/>
                  <a:pt x="225625" y="129408"/>
                </a:cubicBezTo>
                <a:cubicBezTo>
                  <a:pt x="225625" y="128054"/>
                  <a:pt x="225101" y="126962"/>
                  <a:pt x="224258" y="126015"/>
                </a:cubicBezTo>
                <a:lnTo>
                  <a:pt x="224603" y="126015"/>
                </a:lnTo>
                <a:lnTo>
                  <a:pt x="223949" y="125530"/>
                </a:lnTo>
                <a:lnTo>
                  <a:pt x="223949" y="125530"/>
                </a:lnTo>
                <a:lnTo>
                  <a:pt x="223949" y="125524"/>
                </a:lnTo>
                <a:lnTo>
                  <a:pt x="223942" y="125524"/>
                </a:lnTo>
                <a:lnTo>
                  <a:pt x="193130" y="102676"/>
                </a:lnTo>
                <a:lnTo>
                  <a:pt x="193130" y="9034"/>
                </a:lnTo>
                <a:cubicBezTo>
                  <a:pt x="193130" y="4088"/>
                  <a:pt x="189043" y="1"/>
                  <a:pt x="184261" y="1"/>
                </a:cubicBezTo>
                <a:close/>
              </a:path>
            </a:pathLst>
          </a:custGeom>
          <a:solidFill>
            <a:srgbClr val="006FE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117"/>
          <p:cNvSpPr/>
          <p:nvPr/>
        </p:nvSpPr>
        <p:spPr>
          <a:xfrm>
            <a:off x="4195225" y="4784947"/>
            <a:ext cx="5013245" cy="10622"/>
          </a:xfrm>
          <a:custGeom>
            <a:avLst/>
            <a:gdLst/>
            <a:ahLst/>
            <a:cxnLst/>
            <a:rect l="l" t="t" r="r" b="b"/>
            <a:pathLst>
              <a:path w="219044" h="696" extrusionOk="0">
                <a:moveTo>
                  <a:pt x="0" y="1"/>
                </a:moveTo>
                <a:lnTo>
                  <a:pt x="0" y="695"/>
                </a:lnTo>
                <a:lnTo>
                  <a:pt x="219044" y="695"/>
                </a:lnTo>
                <a:lnTo>
                  <a:pt x="219044" y="1"/>
                </a:ln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117"/>
          <p:cNvSpPr/>
          <p:nvPr/>
        </p:nvSpPr>
        <p:spPr>
          <a:xfrm>
            <a:off x="4496502" y="4310732"/>
            <a:ext cx="4422199" cy="367558"/>
          </a:xfrm>
          <a:custGeom>
            <a:avLst/>
            <a:gdLst/>
            <a:ahLst/>
            <a:cxnLst/>
            <a:rect l="l" t="t" r="r" b="b"/>
            <a:pathLst>
              <a:path w="192313" h="15329" extrusionOk="0">
                <a:moveTo>
                  <a:pt x="20806" y="164"/>
                </a:moveTo>
                <a:lnTo>
                  <a:pt x="44043" y="327"/>
                </a:lnTo>
                <a:lnTo>
                  <a:pt x="43777" y="327"/>
                </a:lnTo>
                <a:lnTo>
                  <a:pt x="42428" y="1840"/>
                </a:lnTo>
                <a:lnTo>
                  <a:pt x="30329" y="1676"/>
                </a:lnTo>
                <a:lnTo>
                  <a:pt x="32046" y="327"/>
                </a:lnTo>
                <a:lnTo>
                  <a:pt x="31188" y="327"/>
                </a:lnTo>
                <a:lnTo>
                  <a:pt x="29471" y="1676"/>
                </a:lnTo>
                <a:lnTo>
                  <a:pt x="18925" y="1676"/>
                </a:lnTo>
                <a:lnTo>
                  <a:pt x="20806" y="164"/>
                </a:lnTo>
                <a:close/>
                <a:moveTo>
                  <a:pt x="44632" y="332"/>
                </a:moveTo>
                <a:lnTo>
                  <a:pt x="67279" y="491"/>
                </a:lnTo>
                <a:lnTo>
                  <a:pt x="66625" y="2044"/>
                </a:lnTo>
                <a:lnTo>
                  <a:pt x="55876" y="2044"/>
                </a:lnTo>
                <a:lnTo>
                  <a:pt x="56897" y="491"/>
                </a:lnTo>
                <a:lnTo>
                  <a:pt x="56039" y="491"/>
                </a:lnTo>
                <a:lnTo>
                  <a:pt x="55017" y="1840"/>
                </a:lnTo>
                <a:lnTo>
                  <a:pt x="43286" y="1840"/>
                </a:lnTo>
                <a:lnTo>
                  <a:pt x="44632" y="332"/>
                </a:lnTo>
                <a:close/>
                <a:moveTo>
                  <a:pt x="68138" y="491"/>
                </a:moveTo>
                <a:lnTo>
                  <a:pt x="80073" y="654"/>
                </a:lnTo>
                <a:lnTo>
                  <a:pt x="79542" y="2208"/>
                </a:lnTo>
                <a:lnTo>
                  <a:pt x="67443" y="2044"/>
                </a:lnTo>
                <a:lnTo>
                  <a:pt x="68138" y="491"/>
                </a:lnTo>
                <a:close/>
                <a:moveTo>
                  <a:pt x="80727" y="654"/>
                </a:moveTo>
                <a:lnTo>
                  <a:pt x="92335" y="818"/>
                </a:lnTo>
                <a:lnTo>
                  <a:pt x="92335" y="2208"/>
                </a:lnTo>
                <a:lnTo>
                  <a:pt x="80400" y="2208"/>
                </a:lnTo>
                <a:lnTo>
                  <a:pt x="80727" y="654"/>
                </a:lnTo>
                <a:close/>
                <a:moveTo>
                  <a:pt x="104597" y="818"/>
                </a:moveTo>
                <a:lnTo>
                  <a:pt x="104761" y="2371"/>
                </a:lnTo>
                <a:lnTo>
                  <a:pt x="93194" y="2208"/>
                </a:lnTo>
                <a:lnTo>
                  <a:pt x="93194" y="818"/>
                </a:lnTo>
                <a:close/>
                <a:moveTo>
                  <a:pt x="105456" y="818"/>
                </a:moveTo>
                <a:lnTo>
                  <a:pt x="116492" y="1022"/>
                </a:lnTo>
                <a:lnTo>
                  <a:pt x="116860" y="2371"/>
                </a:lnTo>
                <a:lnTo>
                  <a:pt x="105619" y="2371"/>
                </a:lnTo>
                <a:lnTo>
                  <a:pt x="105456" y="818"/>
                </a:lnTo>
                <a:close/>
                <a:moveTo>
                  <a:pt x="128100" y="1022"/>
                </a:moveTo>
                <a:lnTo>
                  <a:pt x="128754" y="2535"/>
                </a:lnTo>
                <a:lnTo>
                  <a:pt x="117718" y="2371"/>
                </a:lnTo>
                <a:lnTo>
                  <a:pt x="117187" y="1022"/>
                </a:lnTo>
                <a:close/>
                <a:moveTo>
                  <a:pt x="128958" y="1022"/>
                </a:moveTo>
                <a:lnTo>
                  <a:pt x="139504" y="1186"/>
                </a:lnTo>
                <a:lnTo>
                  <a:pt x="140526" y="2535"/>
                </a:lnTo>
                <a:lnTo>
                  <a:pt x="129612" y="2535"/>
                </a:lnTo>
                <a:lnTo>
                  <a:pt x="128958" y="1022"/>
                </a:lnTo>
                <a:close/>
                <a:moveTo>
                  <a:pt x="150744" y="1186"/>
                </a:moveTo>
                <a:lnTo>
                  <a:pt x="151929" y="2698"/>
                </a:lnTo>
                <a:lnTo>
                  <a:pt x="141220" y="2535"/>
                </a:lnTo>
                <a:lnTo>
                  <a:pt x="140362" y="1186"/>
                </a:lnTo>
                <a:close/>
                <a:moveTo>
                  <a:pt x="151439" y="1186"/>
                </a:moveTo>
                <a:lnTo>
                  <a:pt x="162843" y="1349"/>
                </a:lnTo>
                <a:lnTo>
                  <a:pt x="164355" y="2698"/>
                </a:lnTo>
                <a:lnTo>
                  <a:pt x="152624" y="2698"/>
                </a:lnTo>
                <a:lnTo>
                  <a:pt x="151439" y="1186"/>
                </a:lnTo>
                <a:close/>
                <a:moveTo>
                  <a:pt x="163701" y="1349"/>
                </a:moveTo>
                <a:lnTo>
                  <a:pt x="174574" y="1513"/>
                </a:lnTo>
                <a:lnTo>
                  <a:pt x="176290" y="2862"/>
                </a:lnTo>
                <a:lnTo>
                  <a:pt x="165050" y="2698"/>
                </a:lnTo>
                <a:lnTo>
                  <a:pt x="163701" y="1349"/>
                </a:lnTo>
                <a:close/>
                <a:moveTo>
                  <a:pt x="18598" y="1840"/>
                </a:moveTo>
                <a:lnTo>
                  <a:pt x="29307" y="2044"/>
                </a:lnTo>
                <a:lnTo>
                  <a:pt x="27427" y="3556"/>
                </a:lnTo>
                <a:lnTo>
                  <a:pt x="16350" y="3556"/>
                </a:lnTo>
                <a:lnTo>
                  <a:pt x="18598" y="1840"/>
                </a:lnTo>
                <a:close/>
                <a:moveTo>
                  <a:pt x="42265" y="2044"/>
                </a:moveTo>
                <a:lnTo>
                  <a:pt x="40711" y="3720"/>
                </a:lnTo>
                <a:lnTo>
                  <a:pt x="28286" y="3556"/>
                </a:lnTo>
                <a:lnTo>
                  <a:pt x="30166" y="2044"/>
                </a:lnTo>
                <a:close/>
                <a:moveTo>
                  <a:pt x="43123" y="2044"/>
                </a:moveTo>
                <a:lnTo>
                  <a:pt x="54854" y="2208"/>
                </a:lnTo>
                <a:lnTo>
                  <a:pt x="53832" y="3720"/>
                </a:lnTo>
                <a:lnTo>
                  <a:pt x="41733" y="3720"/>
                </a:lnTo>
                <a:lnTo>
                  <a:pt x="43123" y="2044"/>
                </a:lnTo>
                <a:close/>
                <a:moveTo>
                  <a:pt x="66421" y="2208"/>
                </a:moveTo>
                <a:lnTo>
                  <a:pt x="65604" y="3883"/>
                </a:lnTo>
                <a:lnTo>
                  <a:pt x="54690" y="3720"/>
                </a:lnTo>
                <a:lnTo>
                  <a:pt x="55876" y="2208"/>
                </a:lnTo>
                <a:close/>
                <a:moveTo>
                  <a:pt x="67279" y="2208"/>
                </a:moveTo>
                <a:lnTo>
                  <a:pt x="79542" y="2371"/>
                </a:lnTo>
                <a:lnTo>
                  <a:pt x="79051" y="3883"/>
                </a:lnTo>
                <a:lnTo>
                  <a:pt x="66625" y="3883"/>
                </a:lnTo>
                <a:lnTo>
                  <a:pt x="67279" y="2208"/>
                </a:lnTo>
                <a:close/>
                <a:moveTo>
                  <a:pt x="92335" y="2371"/>
                </a:moveTo>
                <a:lnTo>
                  <a:pt x="92172" y="4088"/>
                </a:lnTo>
                <a:lnTo>
                  <a:pt x="79909" y="3883"/>
                </a:lnTo>
                <a:lnTo>
                  <a:pt x="80400" y="2371"/>
                </a:lnTo>
                <a:close/>
                <a:moveTo>
                  <a:pt x="93194" y="2371"/>
                </a:moveTo>
                <a:lnTo>
                  <a:pt x="104761" y="2535"/>
                </a:lnTo>
                <a:lnTo>
                  <a:pt x="104924" y="4088"/>
                </a:lnTo>
                <a:lnTo>
                  <a:pt x="92989" y="4088"/>
                </a:lnTo>
                <a:lnTo>
                  <a:pt x="93194" y="2371"/>
                </a:lnTo>
                <a:close/>
                <a:moveTo>
                  <a:pt x="117023" y="2535"/>
                </a:moveTo>
                <a:lnTo>
                  <a:pt x="117514" y="4088"/>
                </a:lnTo>
                <a:lnTo>
                  <a:pt x="105783" y="4088"/>
                </a:lnTo>
                <a:lnTo>
                  <a:pt x="105619" y="2535"/>
                </a:lnTo>
                <a:close/>
                <a:moveTo>
                  <a:pt x="117718" y="2535"/>
                </a:moveTo>
                <a:lnTo>
                  <a:pt x="128958" y="2698"/>
                </a:lnTo>
                <a:lnTo>
                  <a:pt x="129776" y="4251"/>
                </a:lnTo>
                <a:lnTo>
                  <a:pt x="118372" y="4088"/>
                </a:lnTo>
                <a:lnTo>
                  <a:pt x="117718" y="2535"/>
                </a:lnTo>
                <a:close/>
                <a:moveTo>
                  <a:pt x="140689" y="2698"/>
                </a:moveTo>
                <a:lnTo>
                  <a:pt x="141711" y="4251"/>
                </a:lnTo>
                <a:lnTo>
                  <a:pt x="130471" y="4251"/>
                </a:lnTo>
                <a:lnTo>
                  <a:pt x="129776" y="2698"/>
                </a:lnTo>
                <a:close/>
                <a:moveTo>
                  <a:pt x="141384" y="2698"/>
                </a:moveTo>
                <a:lnTo>
                  <a:pt x="152093" y="2862"/>
                </a:lnTo>
                <a:lnTo>
                  <a:pt x="153483" y="4415"/>
                </a:lnTo>
                <a:lnTo>
                  <a:pt x="153483" y="4415"/>
                </a:lnTo>
                <a:lnTo>
                  <a:pt x="142569" y="4251"/>
                </a:lnTo>
                <a:lnTo>
                  <a:pt x="141384" y="2698"/>
                </a:lnTo>
                <a:close/>
                <a:moveTo>
                  <a:pt x="164519" y="2862"/>
                </a:moveTo>
                <a:lnTo>
                  <a:pt x="166235" y="4415"/>
                </a:lnTo>
                <a:lnTo>
                  <a:pt x="154137" y="4415"/>
                </a:lnTo>
                <a:lnTo>
                  <a:pt x="152788" y="2862"/>
                </a:lnTo>
                <a:close/>
                <a:moveTo>
                  <a:pt x="165377" y="2862"/>
                </a:moveTo>
                <a:lnTo>
                  <a:pt x="176617" y="3066"/>
                </a:lnTo>
                <a:lnTo>
                  <a:pt x="178498" y="4415"/>
                </a:lnTo>
                <a:lnTo>
                  <a:pt x="166930" y="4415"/>
                </a:lnTo>
                <a:lnTo>
                  <a:pt x="165377" y="2862"/>
                </a:lnTo>
                <a:close/>
                <a:moveTo>
                  <a:pt x="16187" y="3720"/>
                </a:moveTo>
                <a:lnTo>
                  <a:pt x="27100" y="3883"/>
                </a:lnTo>
                <a:lnTo>
                  <a:pt x="25220" y="5600"/>
                </a:lnTo>
                <a:lnTo>
                  <a:pt x="13816" y="5600"/>
                </a:lnTo>
                <a:lnTo>
                  <a:pt x="16187" y="3720"/>
                </a:lnTo>
                <a:close/>
                <a:moveTo>
                  <a:pt x="40548" y="3883"/>
                </a:moveTo>
                <a:lnTo>
                  <a:pt x="39035" y="5600"/>
                </a:lnTo>
                <a:lnTo>
                  <a:pt x="26242" y="5600"/>
                </a:lnTo>
                <a:lnTo>
                  <a:pt x="28122" y="3883"/>
                </a:lnTo>
                <a:close/>
                <a:moveTo>
                  <a:pt x="53668" y="3883"/>
                </a:moveTo>
                <a:lnTo>
                  <a:pt x="52483" y="5764"/>
                </a:lnTo>
                <a:lnTo>
                  <a:pt x="40057" y="5600"/>
                </a:lnTo>
                <a:lnTo>
                  <a:pt x="41570" y="3883"/>
                </a:lnTo>
                <a:close/>
                <a:moveTo>
                  <a:pt x="54527" y="3883"/>
                </a:moveTo>
                <a:lnTo>
                  <a:pt x="65604" y="4088"/>
                </a:lnTo>
                <a:lnTo>
                  <a:pt x="64745" y="5764"/>
                </a:lnTo>
                <a:lnTo>
                  <a:pt x="53341" y="5764"/>
                </a:lnTo>
                <a:lnTo>
                  <a:pt x="54527" y="3883"/>
                </a:lnTo>
                <a:close/>
                <a:moveTo>
                  <a:pt x="79051" y="4088"/>
                </a:moveTo>
                <a:lnTo>
                  <a:pt x="78520" y="5764"/>
                </a:lnTo>
                <a:lnTo>
                  <a:pt x="65604" y="5764"/>
                </a:lnTo>
                <a:lnTo>
                  <a:pt x="66421" y="4088"/>
                </a:lnTo>
                <a:close/>
                <a:moveTo>
                  <a:pt x="79909" y="4088"/>
                </a:moveTo>
                <a:lnTo>
                  <a:pt x="92172" y="4251"/>
                </a:lnTo>
                <a:lnTo>
                  <a:pt x="91967" y="5927"/>
                </a:lnTo>
                <a:lnTo>
                  <a:pt x="79378" y="5764"/>
                </a:lnTo>
                <a:lnTo>
                  <a:pt x="79909" y="4088"/>
                </a:lnTo>
                <a:close/>
                <a:moveTo>
                  <a:pt x="104924" y="4251"/>
                </a:moveTo>
                <a:lnTo>
                  <a:pt x="105088" y="5927"/>
                </a:lnTo>
                <a:lnTo>
                  <a:pt x="92826" y="5927"/>
                </a:lnTo>
                <a:lnTo>
                  <a:pt x="92989" y="4251"/>
                </a:lnTo>
                <a:close/>
                <a:moveTo>
                  <a:pt x="105783" y="4251"/>
                </a:moveTo>
                <a:lnTo>
                  <a:pt x="117514" y="4415"/>
                </a:lnTo>
                <a:lnTo>
                  <a:pt x="118045" y="5927"/>
                </a:lnTo>
                <a:lnTo>
                  <a:pt x="106110" y="5927"/>
                </a:lnTo>
                <a:lnTo>
                  <a:pt x="105783" y="4251"/>
                </a:lnTo>
                <a:close/>
                <a:moveTo>
                  <a:pt x="129776" y="4415"/>
                </a:moveTo>
                <a:lnTo>
                  <a:pt x="130634" y="5927"/>
                </a:lnTo>
                <a:lnTo>
                  <a:pt x="118903" y="5927"/>
                </a:lnTo>
                <a:lnTo>
                  <a:pt x="118372" y="4415"/>
                </a:lnTo>
                <a:close/>
                <a:moveTo>
                  <a:pt x="141874" y="4415"/>
                </a:moveTo>
                <a:lnTo>
                  <a:pt x="142896" y="6131"/>
                </a:lnTo>
                <a:lnTo>
                  <a:pt x="131492" y="6131"/>
                </a:lnTo>
                <a:lnTo>
                  <a:pt x="130634" y="4415"/>
                </a:lnTo>
                <a:close/>
                <a:moveTo>
                  <a:pt x="142569" y="4415"/>
                </a:moveTo>
                <a:lnTo>
                  <a:pt x="153646" y="4578"/>
                </a:lnTo>
                <a:lnTo>
                  <a:pt x="154995" y="6131"/>
                </a:lnTo>
                <a:lnTo>
                  <a:pt x="143755" y="6131"/>
                </a:lnTo>
                <a:lnTo>
                  <a:pt x="142569" y="4415"/>
                </a:lnTo>
                <a:close/>
                <a:moveTo>
                  <a:pt x="166399" y="4578"/>
                </a:moveTo>
                <a:lnTo>
                  <a:pt x="168116" y="6131"/>
                </a:lnTo>
                <a:lnTo>
                  <a:pt x="155853" y="6131"/>
                </a:lnTo>
                <a:lnTo>
                  <a:pt x="154300" y="4578"/>
                </a:lnTo>
                <a:close/>
                <a:moveTo>
                  <a:pt x="167094" y="4578"/>
                </a:moveTo>
                <a:lnTo>
                  <a:pt x="178661" y="4742"/>
                </a:lnTo>
                <a:lnTo>
                  <a:pt x="180705" y="6295"/>
                </a:lnTo>
                <a:lnTo>
                  <a:pt x="168974" y="6131"/>
                </a:lnTo>
                <a:lnTo>
                  <a:pt x="167094" y="4578"/>
                </a:lnTo>
                <a:close/>
                <a:moveTo>
                  <a:pt x="24893" y="5764"/>
                </a:moveTo>
                <a:lnTo>
                  <a:pt x="22849" y="7644"/>
                </a:lnTo>
                <a:lnTo>
                  <a:pt x="11078" y="7644"/>
                </a:lnTo>
                <a:lnTo>
                  <a:pt x="13653" y="5764"/>
                </a:lnTo>
                <a:close/>
                <a:moveTo>
                  <a:pt x="25915" y="5764"/>
                </a:moveTo>
                <a:lnTo>
                  <a:pt x="38831" y="5927"/>
                </a:lnTo>
                <a:lnTo>
                  <a:pt x="37155" y="7807"/>
                </a:lnTo>
                <a:lnTo>
                  <a:pt x="23871" y="7644"/>
                </a:lnTo>
                <a:lnTo>
                  <a:pt x="25915" y="5764"/>
                </a:lnTo>
                <a:close/>
                <a:moveTo>
                  <a:pt x="52320" y="5927"/>
                </a:moveTo>
                <a:lnTo>
                  <a:pt x="51093" y="7807"/>
                </a:lnTo>
                <a:lnTo>
                  <a:pt x="38177" y="7807"/>
                </a:lnTo>
                <a:lnTo>
                  <a:pt x="39689" y="5927"/>
                </a:lnTo>
                <a:close/>
                <a:moveTo>
                  <a:pt x="64582" y="5927"/>
                </a:moveTo>
                <a:lnTo>
                  <a:pt x="63723" y="7807"/>
                </a:lnTo>
                <a:lnTo>
                  <a:pt x="51952" y="7807"/>
                </a:lnTo>
                <a:lnTo>
                  <a:pt x="53341" y="5927"/>
                </a:lnTo>
                <a:close/>
                <a:moveTo>
                  <a:pt x="65604" y="5927"/>
                </a:moveTo>
                <a:lnTo>
                  <a:pt x="78356" y="6131"/>
                </a:lnTo>
                <a:lnTo>
                  <a:pt x="77866" y="7807"/>
                </a:lnTo>
                <a:lnTo>
                  <a:pt x="64582" y="7807"/>
                </a:lnTo>
                <a:lnTo>
                  <a:pt x="65604" y="5927"/>
                </a:lnTo>
                <a:close/>
                <a:moveTo>
                  <a:pt x="91967" y="6131"/>
                </a:moveTo>
                <a:lnTo>
                  <a:pt x="91804" y="7807"/>
                </a:lnTo>
                <a:lnTo>
                  <a:pt x="78888" y="7807"/>
                </a:lnTo>
                <a:lnTo>
                  <a:pt x="79378" y="6131"/>
                </a:lnTo>
                <a:close/>
                <a:moveTo>
                  <a:pt x="105251" y="6131"/>
                </a:moveTo>
                <a:lnTo>
                  <a:pt x="105456" y="7971"/>
                </a:lnTo>
                <a:lnTo>
                  <a:pt x="105456" y="7971"/>
                </a:lnTo>
                <a:lnTo>
                  <a:pt x="92826" y="7807"/>
                </a:lnTo>
                <a:lnTo>
                  <a:pt x="92826" y="6131"/>
                </a:lnTo>
                <a:close/>
                <a:moveTo>
                  <a:pt x="118208" y="6131"/>
                </a:moveTo>
                <a:lnTo>
                  <a:pt x="118740" y="7971"/>
                </a:lnTo>
                <a:lnTo>
                  <a:pt x="106273" y="7971"/>
                </a:lnTo>
                <a:lnTo>
                  <a:pt x="106110" y="6131"/>
                </a:lnTo>
                <a:close/>
                <a:moveTo>
                  <a:pt x="119067" y="6131"/>
                </a:moveTo>
                <a:lnTo>
                  <a:pt x="130798" y="6295"/>
                </a:lnTo>
                <a:lnTo>
                  <a:pt x="131656" y="7971"/>
                </a:lnTo>
                <a:lnTo>
                  <a:pt x="119557" y="7971"/>
                </a:lnTo>
                <a:lnTo>
                  <a:pt x="119067" y="6131"/>
                </a:lnTo>
                <a:close/>
                <a:moveTo>
                  <a:pt x="143060" y="6295"/>
                </a:moveTo>
                <a:lnTo>
                  <a:pt x="144286" y="7971"/>
                </a:lnTo>
                <a:lnTo>
                  <a:pt x="132514" y="7971"/>
                </a:lnTo>
                <a:lnTo>
                  <a:pt x="131656" y="6295"/>
                </a:lnTo>
                <a:close/>
                <a:moveTo>
                  <a:pt x="155158" y="6295"/>
                </a:moveTo>
                <a:lnTo>
                  <a:pt x="156712" y="7971"/>
                </a:lnTo>
                <a:lnTo>
                  <a:pt x="145103" y="7971"/>
                </a:lnTo>
                <a:lnTo>
                  <a:pt x="143918" y="6295"/>
                </a:lnTo>
                <a:close/>
                <a:moveTo>
                  <a:pt x="156017" y="6295"/>
                </a:moveTo>
                <a:lnTo>
                  <a:pt x="168279" y="6458"/>
                </a:lnTo>
                <a:lnTo>
                  <a:pt x="170159" y="7971"/>
                </a:lnTo>
                <a:lnTo>
                  <a:pt x="157570" y="7971"/>
                </a:lnTo>
                <a:lnTo>
                  <a:pt x="156017" y="6295"/>
                </a:lnTo>
                <a:close/>
                <a:moveTo>
                  <a:pt x="180868" y="6458"/>
                </a:moveTo>
                <a:lnTo>
                  <a:pt x="183116" y="8175"/>
                </a:lnTo>
                <a:lnTo>
                  <a:pt x="171018" y="7971"/>
                </a:lnTo>
                <a:lnTo>
                  <a:pt x="169137" y="6458"/>
                </a:lnTo>
                <a:close/>
                <a:moveTo>
                  <a:pt x="22686" y="7971"/>
                </a:moveTo>
                <a:lnTo>
                  <a:pt x="20274" y="10014"/>
                </a:lnTo>
                <a:lnTo>
                  <a:pt x="8176" y="10014"/>
                </a:lnTo>
                <a:lnTo>
                  <a:pt x="10751" y="7971"/>
                </a:lnTo>
                <a:close/>
                <a:moveTo>
                  <a:pt x="36992" y="7971"/>
                </a:moveTo>
                <a:lnTo>
                  <a:pt x="35112" y="10014"/>
                </a:lnTo>
                <a:lnTo>
                  <a:pt x="21460" y="10014"/>
                </a:lnTo>
                <a:lnTo>
                  <a:pt x="23708" y="7971"/>
                </a:lnTo>
                <a:close/>
                <a:moveTo>
                  <a:pt x="50930" y="7971"/>
                </a:moveTo>
                <a:lnTo>
                  <a:pt x="49581" y="10014"/>
                </a:lnTo>
                <a:lnTo>
                  <a:pt x="36133" y="10014"/>
                </a:lnTo>
                <a:lnTo>
                  <a:pt x="37809" y="7971"/>
                </a:lnTo>
                <a:close/>
                <a:moveTo>
                  <a:pt x="63560" y="7971"/>
                </a:moveTo>
                <a:lnTo>
                  <a:pt x="62538" y="10014"/>
                </a:lnTo>
                <a:lnTo>
                  <a:pt x="50603" y="10014"/>
                </a:lnTo>
                <a:lnTo>
                  <a:pt x="51788" y="7971"/>
                </a:lnTo>
                <a:close/>
                <a:moveTo>
                  <a:pt x="64582" y="7971"/>
                </a:moveTo>
                <a:lnTo>
                  <a:pt x="77866" y="8175"/>
                </a:lnTo>
                <a:lnTo>
                  <a:pt x="77334" y="10014"/>
                </a:lnTo>
                <a:lnTo>
                  <a:pt x="63560" y="10014"/>
                </a:lnTo>
                <a:lnTo>
                  <a:pt x="64582" y="7971"/>
                </a:lnTo>
                <a:close/>
                <a:moveTo>
                  <a:pt x="91804" y="8175"/>
                </a:moveTo>
                <a:lnTo>
                  <a:pt x="91640" y="10014"/>
                </a:lnTo>
                <a:lnTo>
                  <a:pt x="78356" y="10014"/>
                </a:lnTo>
                <a:lnTo>
                  <a:pt x="78888" y="8175"/>
                </a:lnTo>
                <a:close/>
                <a:moveTo>
                  <a:pt x="105456" y="8175"/>
                </a:moveTo>
                <a:lnTo>
                  <a:pt x="105619" y="10014"/>
                </a:lnTo>
                <a:lnTo>
                  <a:pt x="92662" y="10014"/>
                </a:lnTo>
                <a:lnTo>
                  <a:pt x="92662" y="8175"/>
                </a:lnTo>
                <a:close/>
                <a:moveTo>
                  <a:pt x="118740" y="8175"/>
                </a:moveTo>
                <a:lnTo>
                  <a:pt x="119394" y="10014"/>
                </a:lnTo>
                <a:lnTo>
                  <a:pt x="106641" y="10014"/>
                </a:lnTo>
                <a:lnTo>
                  <a:pt x="106273" y="8175"/>
                </a:lnTo>
                <a:close/>
                <a:moveTo>
                  <a:pt x="131819" y="8175"/>
                </a:moveTo>
                <a:lnTo>
                  <a:pt x="132678" y="10014"/>
                </a:lnTo>
                <a:lnTo>
                  <a:pt x="120252" y="10014"/>
                </a:lnTo>
                <a:lnTo>
                  <a:pt x="119557" y="8175"/>
                </a:lnTo>
                <a:close/>
                <a:moveTo>
                  <a:pt x="144449" y="8175"/>
                </a:moveTo>
                <a:lnTo>
                  <a:pt x="145798" y="10014"/>
                </a:lnTo>
                <a:lnTo>
                  <a:pt x="133536" y="10014"/>
                </a:lnTo>
                <a:lnTo>
                  <a:pt x="132678" y="8175"/>
                </a:lnTo>
                <a:close/>
                <a:moveTo>
                  <a:pt x="156875" y="8175"/>
                </a:moveTo>
                <a:lnTo>
                  <a:pt x="158388" y="10014"/>
                </a:lnTo>
                <a:lnTo>
                  <a:pt x="146657" y="10014"/>
                </a:lnTo>
                <a:lnTo>
                  <a:pt x="145308" y="8175"/>
                </a:lnTo>
                <a:close/>
                <a:moveTo>
                  <a:pt x="157734" y="8175"/>
                </a:moveTo>
                <a:lnTo>
                  <a:pt x="170323" y="8339"/>
                </a:lnTo>
                <a:lnTo>
                  <a:pt x="172366" y="10014"/>
                </a:lnTo>
                <a:lnTo>
                  <a:pt x="159246" y="10014"/>
                </a:lnTo>
                <a:lnTo>
                  <a:pt x="157734" y="8175"/>
                </a:lnTo>
                <a:close/>
                <a:moveTo>
                  <a:pt x="183280" y="8339"/>
                </a:moveTo>
                <a:lnTo>
                  <a:pt x="185487" y="10014"/>
                </a:lnTo>
                <a:lnTo>
                  <a:pt x="173061" y="10014"/>
                </a:lnTo>
                <a:lnTo>
                  <a:pt x="171181" y="8339"/>
                </a:lnTo>
                <a:close/>
                <a:moveTo>
                  <a:pt x="172530" y="10219"/>
                </a:moveTo>
                <a:lnTo>
                  <a:pt x="174574" y="12058"/>
                </a:lnTo>
                <a:lnTo>
                  <a:pt x="161126" y="12058"/>
                </a:lnTo>
                <a:lnTo>
                  <a:pt x="159409" y="10219"/>
                </a:lnTo>
                <a:close/>
                <a:moveTo>
                  <a:pt x="185814" y="10219"/>
                </a:moveTo>
                <a:lnTo>
                  <a:pt x="188226" y="12058"/>
                </a:lnTo>
                <a:lnTo>
                  <a:pt x="175432" y="12058"/>
                </a:lnTo>
                <a:lnTo>
                  <a:pt x="173388" y="10219"/>
                </a:lnTo>
                <a:close/>
                <a:moveTo>
                  <a:pt x="77171" y="10219"/>
                </a:moveTo>
                <a:lnTo>
                  <a:pt x="76640" y="12263"/>
                </a:lnTo>
                <a:lnTo>
                  <a:pt x="62538" y="12263"/>
                </a:lnTo>
                <a:lnTo>
                  <a:pt x="63355" y="10219"/>
                </a:lnTo>
                <a:close/>
                <a:moveTo>
                  <a:pt x="91640" y="10219"/>
                </a:moveTo>
                <a:lnTo>
                  <a:pt x="91477" y="12263"/>
                </a:lnTo>
                <a:lnTo>
                  <a:pt x="77661" y="12263"/>
                </a:lnTo>
                <a:lnTo>
                  <a:pt x="78193" y="10219"/>
                </a:lnTo>
                <a:close/>
                <a:moveTo>
                  <a:pt x="105783" y="10219"/>
                </a:moveTo>
                <a:lnTo>
                  <a:pt x="105946" y="12263"/>
                </a:lnTo>
                <a:lnTo>
                  <a:pt x="92499" y="12263"/>
                </a:lnTo>
                <a:lnTo>
                  <a:pt x="92662" y="10219"/>
                </a:lnTo>
                <a:close/>
                <a:moveTo>
                  <a:pt x="119394" y="10219"/>
                </a:moveTo>
                <a:lnTo>
                  <a:pt x="120089" y="12263"/>
                </a:lnTo>
                <a:lnTo>
                  <a:pt x="106968" y="12263"/>
                </a:lnTo>
                <a:lnTo>
                  <a:pt x="106641" y="10219"/>
                </a:lnTo>
                <a:close/>
                <a:moveTo>
                  <a:pt x="132841" y="10219"/>
                </a:moveTo>
                <a:lnTo>
                  <a:pt x="133863" y="12263"/>
                </a:lnTo>
                <a:lnTo>
                  <a:pt x="120947" y="12263"/>
                </a:lnTo>
                <a:lnTo>
                  <a:pt x="120252" y="10219"/>
                </a:lnTo>
                <a:close/>
                <a:moveTo>
                  <a:pt x="145962" y="10219"/>
                </a:moveTo>
                <a:lnTo>
                  <a:pt x="147147" y="12263"/>
                </a:lnTo>
                <a:lnTo>
                  <a:pt x="134721" y="12263"/>
                </a:lnTo>
                <a:lnTo>
                  <a:pt x="133700" y="10219"/>
                </a:lnTo>
                <a:close/>
                <a:moveTo>
                  <a:pt x="158755" y="10219"/>
                </a:moveTo>
                <a:lnTo>
                  <a:pt x="160268" y="12058"/>
                </a:lnTo>
                <a:lnTo>
                  <a:pt x="148169" y="12263"/>
                </a:lnTo>
                <a:lnTo>
                  <a:pt x="146820" y="10219"/>
                </a:lnTo>
                <a:close/>
                <a:moveTo>
                  <a:pt x="20111" y="10219"/>
                </a:moveTo>
                <a:lnTo>
                  <a:pt x="17740" y="12426"/>
                </a:lnTo>
                <a:lnTo>
                  <a:pt x="5110" y="12426"/>
                </a:lnTo>
                <a:lnTo>
                  <a:pt x="7849" y="10219"/>
                </a:lnTo>
                <a:close/>
                <a:moveTo>
                  <a:pt x="34948" y="10219"/>
                </a:moveTo>
                <a:lnTo>
                  <a:pt x="33068" y="12426"/>
                </a:lnTo>
                <a:lnTo>
                  <a:pt x="18762" y="12426"/>
                </a:lnTo>
                <a:lnTo>
                  <a:pt x="21133" y="10219"/>
                </a:lnTo>
                <a:close/>
                <a:moveTo>
                  <a:pt x="49417" y="10219"/>
                </a:moveTo>
                <a:lnTo>
                  <a:pt x="47864" y="12426"/>
                </a:lnTo>
                <a:lnTo>
                  <a:pt x="34090" y="12426"/>
                </a:lnTo>
                <a:lnTo>
                  <a:pt x="35970" y="10219"/>
                </a:lnTo>
                <a:close/>
                <a:moveTo>
                  <a:pt x="62538" y="10219"/>
                </a:moveTo>
                <a:lnTo>
                  <a:pt x="61516" y="12263"/>
                </a:lnTo>
                <a:lnTo>
                  <a:pt x="48886" y="12426"/>
                </a:lnTo>
                <a:lnTo>
                  <a:pt x="50439" y="10219"/>
                </a:lnTo>
                <a:close/>
                <a:moveTo>
                  <a:pt x="174737" y="12426"/>
                </a:moveTo>
                <a:lnTo>
                  <a:pt x="177149" y="14470"/>
                </a:lnTo>
                <a:lnTo>
                  <a:pt x="163333" y="14470"/>
                </a:lnTo>
                <a:lnTo>
                  <a:pt x="161453" y="12426"/>
                </a:lnTo>
                <a:close/>
                <a:moveTo>
                  <a:pt x="188553" y="12426"/>
                </a:moveTo>
                <a:lnTo>
                  <a:pt x="191087" y="14470"/>
                </a:lnTo>
                <a:lnTo>
                  <a:pt x="178007" y="14470"/>
                </a:lnTo>
                <a:lnTo>
                  <a:pt x="175595" y="12426"/>
                </a:lnTo>
                <a:close/>
                <a:moveTo>
                  <a:pt x="32700" y="12590"/>
                </a:moveTo>
                <a:lnTo>
                  <a:pt x="30656" y="14960"/>
                </a:lnTo>
                <a:lnTo>
                  <a:pt x="15860" y="14960"/>
                </a:lnTo>
                <a:lnTo>
                  <a:pt x="18394" y="12590"/>
                </a:lnTo>
                <a:close/>
                <a:moveTo>
                  <a:pt x="47701" y="12590"/>
                </a:moveTo>
                <a:lnTo>
                  <a:pt x="46188" y="14960"/>
                </a:lnTo>
                <a:lnTo>
                  <a:pt x="31678" y="14960"/>
                </a:lnTo>
                <a:lnTo>
                  <a:pt x="33722" y="12590"/>
                </a:lnTo>
                <a:close/>
                <a:moveTo>
                  <a:pt x="160636" y="12426"/>
                </a:moveTo>
                <a:lnTo>
                  <a:pt x="162311" y="14470"/>
                </a:lnTo>
                <a:lnTo>
                  <a:pt x="47210" y="14960"/>
                </a:lnTo>
                <a:lnTo>
                  <a:pt x="48723" y="12590"/>
                </a:lnTo>
                <a:lnTo>
                  <a:pt x="106968" y="12590"/>
                </a:lnTo>
                <a:lnTo>
                  <a:pt x="106968" y="12426"/>
                </a:lnTo>
                <a:lnTo>
                  <a:pt x="120089" y="12426"/>
                </a:lnTo>
                <a:lnTo>
                  <a:pt x="120089" y="12590"/>
                </a:lnTo>
                <a:lnTo>
                  <a:pt x="121110" y="12590"/>
                </a:lnTo>
                <a:lnTo>
                  <a:pt x="121110" y="12426"/>
                </a:lnTo>
                <a:lnTo>
                  <a:pt x="133863" y="12426"/>
                </a:lnTo>
                <a:lnTo>
                  <a:pt x="134067" y="12590"/>
                </a:lnTo>
                <a:lnTo>
                  <a:pt x="134885" y="12590"/>
                </a:lnTo>
                <a:lnTo>
                  <a:pt x="134885" y="12426"/>
                </a:lnTo>
                <a:lnTo>
                  <a:pt x="147352" y="12426"/>
                </a:lnTo>
                <a:lnTo>
                  <a:pt x="147515" y="12590"/>
                </a:lnTo>
                <a:lnTo>
                  <a:pt x="148373" y="12590"/>
                </a:lnTo>
                <a:lnTo>
                  <a:pt x="148373" y="12426"/>
                </a:lnTo>
                <a:close/>
                <a:moveTo>
                  <a:pt x="17372" y="12590"/>
                </a:moveTo>
                <a:lnTo>
                  <a:pt x="14675" y="14960"/>
                </a:lnTo>
                <a:lnTo>
                  <a:pt x="1554" y="15124"/>
                </a:lnTo>
                <a:lnTo>
                  <a:pt x="4783" y="12753"/>
                </a:lnTo>
                <a:lnTo>
                  <a:pt x="17372" y="12590"/>
                </a:lnTo>
                <a:close/>
                <a:moveTo>
                  <a:pt x="20111" y="0"/>
                </a:moveTo>
                <a:lnTo>
                  <a:pt x="1" y="15328"/>
                </a:lnTo>
                <a:lnTo>
                  <a:pt x="31515" y="15328"/>
                </a:lnTo>
                <a:lnTo>
                  <a:pt x="45984" y="15124"/>
                </a:lnTo>
                <a:lnTo>
                  <a:pt x="45821" y="15328"/>
                </a:lnTo>
                <a:lnTo>
                  <a:pt x="47006" y="15328"/>
                </a:lnTo>
                <a:lnTo>
                  <a:pt x="47006" y="15124"/>
                </a:lnTo>
                <a:lnTo>
                  <a:pt x="192313" y="14633"/>
                </a:lnTo>
                <a:lnTo>
                  <a:pt x="175105" y="1349"/>
                </a:lnTo>
                <a:lnTo>
                  <a:pt x="163333" y="1186"/>
                </a:lnTo>
                <a:lnTo>
                  <a:pt x="162679" y="1186"/>
                </a:lnTo>
                <a:lnTo>
                  <a:pt x="151235" y="1022"/>
                </a:lnTo>
                <a:lnTo>
                  <a:pt x="139340" y="1022"/>
                </a:lnTo>
                <a:lnTo>
                  <a:pt x="128754" y="818"/>
                </a:lnTo>
                <a:lnTo>
                  <a:pt x="116328" y="818"/>
                </a:lnTo>
                <a:lnTo>
                  <a:pt x="105251" y="654"/>
                </a:lnTo>
                <a:lnTo>
                  <a:pt x="104597" y="654"/>
                </a:lnTo>
                <a:lnTo>
                  <a:pt x="93194" y="491"/>
                </a:lnTo>
                <a:lnTo>
                  <a:pt x="80073" y="491"/>
                </a:lnTo>
                <a:lnTo>
                  <a:pt x="68301" y="327"/>
                </a:lnTo>
                <a:lnTo>
                  <a:pt x="67443" y="327"/>
                </a:lnTo>
                <a:lnTo>
                  <a:pt x="2011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117"/>
          <p:cNvSpPr/>
          <p:nvPr/>
        </p:nvSpPr>
        <p:spPr>
          <a:xfrm>
            <a:off x="4375927" y="4850506"/>
            <a:ext cx="49035" cy="53926"/>
          </a:xfrm>
          <a:custGeom>
            <a:avLst/>
            <a:gdLst/>
            <a:ahLst/>
            <a:cxnLst/>
            <a:rect l="l" t="t" r="r" b="b"/>
            <a:pathLst>
              <a:path w="2045" h="2249" extrusionOk="0">
                <a:moveTo>
                  <a:pt x="1023" y="1"/>
                </a:moveTo>
                <a:cubicBezTo>
                  <a:pt x="328" y="1"/>
                  <a:pt x="1" y="532"/>
                  <a:pt x="1" y="1022"/>
                </a:cubicBezTo>
                <a:cubicBezTo>
                  <a:pt x="1" y="1717"/>
                  <a:pt x="328" y="2249"/>
                  <a:pt x="1023" y="2249"/>
                </a:cubicBezTo>
                <a:cubicBezTo>
                  <a:pt x="1513" y="2249"/>
                  <a:pt x="2044" y="1717"/>
                  <a:pt x="2044" y="1022"/>
                </a:cubicBezTo>
                <a:cubicBezTo>
                  <a:pt x="2044" y="532"/>
                  <a:pt x="1513" y="1"/>
                  <a:pt x="102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117"/>
          <p:cNvSpPr/>
          <p:nvPr/>
        </p:nvSpPr>
        <p:spPr>
          <a:xfrm>
            <a:off x="4483610" y="4850506"/>
            <a:ext cx="49035" cy="53926"/>
          </a:xfrm>
          <a:custGeom>
            <a:avLst/>
            <a:gdLst/>
            <a:ahLst/>
            <a:cxnLst/>
            <a:rect l="l" t="t" r="r" b="b"/>
            <a:pathLst>
              <a:path w="2045" h="2249" extrusionOk="0">
                <a:moveTo>
                  <a:pt x="1023" y="1"/>
                </a:moveTo>
                <a:cubicBezTo>
                  <a:pt x="491" y="1"/>
                  <a:pt x="1" y="532"/>
                  <a:pt x="1" y="1022"/>
                </a:cubicBezTo>
                <a:cubicBezTo>
                  <a:pt x="1" y="1717"/>
                  <a:pt x="491" y="2249"/>
                  <a:pt x="1023" y="2249"/>
                </a:cubicBezTo>
                <a:cubicBezTo>
                  <a:pt x="1718" y="2249"/>
                  <a:pt x="2045" y="1717"/>
                  <a:pt x="2045" y="1022"/>
                </a:cubicBezTo>
                <a:cubicBezTo>
                  <a:pt x="2045" y="532"/>
                  <a:pt x="1718" y="1"/>
                  <a:pt x="102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117"/>
          <p:cNvSpPr/>
          <p:nvPr/>
        </p:nvSpPr>
        <p:spPr>
          <a:xfrm>
            <a:off x="4610161" y="4850506"/>
            <a:ext cx="52967" cy="53926"/>
          </a:xfrm>
          <a:custGeom>
            <a:avLst/>
            <a:gdLst/>
            <a:ahLst/>
            <a:cxnLst/>
            <a:rect l="l" t="t" r="r" b="b"/>
            <a:pathLst>
              <a:path w="2209" h="2249" extrusionOk="0">
                <a:moveTo>
                  <a:pt x="1023" y="1"/>
                </a:moveTo>
                <a:cubicBezTo>
                  <a:pt x="532" y="1"/>
                  <a:pt x="1" y="532"/>
                  <a:pt x="1" y="1022"/>
                </a:cubicBezTo>
                <a:cubicBezTo>
                  <a:pt x="1" y="1717"/>
                  <a:pt x="532" y="2249"/>
                  <a:pt x="1023" y="2249"/>
                </a:cubicBezTo>
                <a:cubicBezTo>
                  <a:pt x="1718" y="2249"/>
                  <a:pt x="2208" y="1717"/>
                  <a:pt x="2208" y="1022"/>
                </a:cubicBezTo>
                <a:cubicBezTo>
                  <a:pt x="2208" y="532"/>
                  <a:pt x="1718" y="1"/>
                  <a:pt x="102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30" name="Google Shape;4130;p117"/>
          <p:cNvGrpSpPr/>
          <p:nvPr/>
        </p:nvGrpSpPr>
        <p:grpSpPr>
          <a:xfrm>
            <a:off x="5022792" y="2137626"/>
            <a:ext cx="3345063" cy="2009264"/>
            <a:chOff x="4894275" y="1974100"/>
            <a:chExt cx="3377379" cy="2028675"/>
          </a:xfrm>
        </p:grpSpPr>
        <p:sp>
          <p:nvSpPr>
            <p:cNvPr id="4131" name="Google Shape;4131;p117"/>
            <p:cNvSpPr/>
            <p:nvPr/>
          </p:nvSpPr>
          <p:spPr>
            <a:xfrm>
              <a:off x="4894275" y="1974100"/>
              <a:ext cx="3377276" cy="2028675"/>
            </a:xfrm>
            <a:custGeom>
              <a:avLst/>
              <a:gdLst/>
              <a:ahLst/>
              <a:cxnLst/>
              <a:rect l="l" t="t" r="r" b="b"/>
              <a:pathLst>
                <a:path w="145635" h="87717" extrusionOk="0">
                  <a:moveTo>
                    <a:pt x="8543" y="1"/>
                  </a:moveTo>
                  <a:cubicBezTo>
                    <a:pt x="3761" y="1"/>
                    <a:pt x="0" y="3924"/>
                    <a:pt x="0" y="8666"/>
                  </a:cubicBezTo>
                  <a:lnTo>
                    <a:pt x="0" y="79010"/>
                  </a:lnTo>
                  <a:cubicBezTo>
                    <a:pt x="0" y="83792"/>
                    <a:pt x="3761" y="87716"/>
                    <a:pt x="8543" y="87716"/>
                  </a:cubicBezTo>
                  <a:lnTo>
                    <a:pt x="137133" y="87716"/>
                  </a:lnTo>
                  <a:cubicBezTo>
                    <a:pt x="141874" y="87716"/>
                    <a:pt x="145634" y="83792"/>
                    <a:pt x="145634" y="79010"/>
                  </a:cubicBezTo>
                  <a:lnTo>
                    <a:pt x="145634" y="8666"/>
                  </a:lnTo>
                  <a:cubicBezTo>
                    <a:pt x="145634" y="3924"/>
                    <a:pt x="141874" y="1"/>
                    <a:pt x="1371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117"/>
            <p:cNvSpPr/>
            <p:nvPr/>
          </p:nvSpPr>
          <p:spPr>
            <a:xfrm>
              <a:off x="5010071" y="2039400"/>
              <a:ext cx="3141877" cy="1887989"/>
            </a:xfrm>
            <a:custGeom>
              <a:avLst/>
              <a:gdLst/>
              <a:ahLst/>
              <a:cxnLst/>
              <a:rect l="l" t="t" r="r" b="b"/>
              <a:pathLst>
                <a:path w="129776" h="77171" extrusionOk="0">
                  <a:moveTo>
                    <a:pt x="121232" y="696"/>
                  </a:moveTo>
                  <a:cubicBezTo>
                    <a:pt x="123480" y="696"/>
                    <a:pt x="125320" y="1554"/>
                    <a:pt x="126873" y="3066"/>
                  </a:cubicBezTo>
                  <a:cubicBezTo>
                    <a:pt x="128222" y="4456"/>
                    <a:pt x="129080" y="6500"/>
                    <a:pt x="129080" y="8543"/>
                  </a:cubicBezTo>
                  <a:lnTo>
                    <a:pt x="129080" y="68465"/>
                  </a:lnTo>
                  <a:cubicBezTo>
                    <a:pt x="129080" y="70672"/>
                    <a:pt x="128222" y="72716"/>
                    <a:pt x="126873" y="74105"/>
                  </a:cubicBezTo>
                  <a:cubicBezTo>
                    <a:pt x="125320" y="75454"/>
                    <a:pt x="123480" y="76476"/>
                    <a:pt x="121232" y="76476"/>
                  </a:cubicBezTo>
                  <a:lnTo>
                    <a:pt x="8665" y="76476"/>
                  </a:lnTo>
                  <a:cubicBezTo>
                    <a:pt x="6458" y="76476"/>
                    <a:pt x="4415" y="75454"/>
                    <a:pt x="3066" y="74105"/>
                  </a:cubicBezTo>
                  <a:cubicBezTo>
                    <a:pt x="1676" y="72716"/>
                    <a:pt x="654" y="70672"/>
                    <a:pt x="654" y="68465"/>
                  </a:cubicBezTo>
                  <a:lnTo>
                    <a:pt x="654" y="8543"/>
                  </a:lnTo>
                  <a:cubicBezTo>
                    <a:pt x="654" y="6500"/>
                    <a:pt x="1676" y="4456"/>
                    <a:pt x="3066" y="3066"/>
                  </a:cubicBezTo>
                  <a:cubicBezTo>
                    <a:pt x="4415" y="1554"/>
                    <a:pt x="6458" y="696"/>
                    <a:pt x="8665" y="696"/>
                  </a:cubicBezTo>
                  <a:close/>
                  <a:moveTo>
                    <a:pt x="8665" y="1"/>
                  </a:moveTo>
                  <a:cubicBezTo>
                    <a:pt x="3924" y="1"/>
                    <a:pt x="0" y="3925"/>
                    <a:pt x="0" y="8543"/>
                  </a:cubicBezTo>
                  <a:lnTo>
                    <a:pt x="0" y="68465"/>
                  </a:lnTo>
                  <a:cubicBezTo>
                    <a:pt x="0" y="73247"/>
                    <a:pt x="3924" y="77171"/>
                    <a:pt x="8665" y="77171"/>
                  </a:cubicBezTo>
                  <a:lnTo>
                    <a:pt x="121232" y="77171"/>
                  </a:lnTo>
                  <a:cubicBezTo>
                    <a:pt x="126015" y="77171"/>
                    <a:pt x="129775" y="73247"/>
                    <a:pt x="129775" y="68465"/>
                  </a:cubicBezTo>
                  <a:lnTo>
                    <a:pt x="129775" y="8543"/>
                  </a:lnTo>
                  <a:cubicBezTo>
                    <a:pt x="129775" y="3925"/>
                    <a:pt x="126015" y="1"/>
                    <a:pt x="121232" y="1"/>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117"/>
            <p:cNvSpPr/>
            <p:nvPr/>
          </p:nvSpPr>
          <p:spPr>
            <a:xfrm>
              <a:off x="4894275" y="2927384"/>
              <a:ext cx="593774" cy="650011"/>
            </a:xfrm>
            <a:custGeom>
              <a:avLst/>
              <a:gdLst/>
              <a:ahLst/>
              <a:cxnLst/>
              <a:rect l="l" t="t" r="r" b="b"/>
              <a:pathLst>
                <a:path w="24526" h="26569" extrusionOk="0">
                  <a:moveTo>
                    <a:pt x="1" y="1"/>
                  </a:moveTo>
                  <a:lnTo>
                    <a:pt x="1" y="4252"/>
                  </a:lnTo>
                  <a:lnTo>
                    <a:pt x="4783" y="9034"/>
                  </a:lnTo>
                  <a:lnTo>
                    <a:pt x="4783" y="4947"/>
                  </a:lnTo>
                  <a:lnTo>
                    <a:pt x="1" y="1"/>
                  </a:lnTo>
                  <a:close/>
                  <a:moveTo>
                    <a:pt x="5437" y="5601"/>
                  </a:moveTo>
                  <a:lnTo>
                    <a:pt x="5437" y="9688"/>
                  </a:lnTo>
                  <a:lnTo>
                    <a:pt x="21787" y="26038"/>
                  </a:lnTo>
                  <a:cubicBezTo>
                    <a:pt x="22155" y="26405"/>
                    <a:pt x="22482" y="26569"/>
                    <a:pt x="22809" y="26569"/>
                  </a:cubicBezTo>
                  <a:cubicBezTo>
                    <a:pt x="23340" y="26569"/>
                    <a:pt x="23667" y="26405"/>
                    <a:pt x="24035" y="26038"/>
                  </a:cubicBezTo>
                  <a:cubicBezTo>
                    <a:pt x="24525" y="25547"/>
                    <a:pt x="24525" y="24525"/>
                    <a:pt x="24035" y="23994"/>
                  </a:cubicBezTo>
                  <a:lnTo>
                    <a:pt x="5437" y="5601"/>
                  </a:lnTo>
                  <a:close/>
                </a:path>
              </a:pathLst>
            </a:custGeom>
            <a:solidFill>
              <a:schemeClr val="accent1">
                <a:alpha val="122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117"/>
            <p:cNvSpPr/>
            <p:nvPr/>
          </p:nvSpPr>
          <p:spPr>
            <a:xfrm>
              <a:off x="4894275" y="2748398"/>
              <a:ext cx="412684" cy="466009"/>
            </a:xfrm>
            <a:custGeom>
              <a:avLst/>
              <a:gdLst/>
              <a:ahLst/>
              <a:cxnLst/>
              <a:rect l="l" t="t" r="r" b="b"/>
              <a:pathLst>
                <a:path w="17046" h="19048" extrusionOk="0">
                  <a:moveTo>
                    <a:pt x="1" y="0"/>
                  </a:moveTo>
                  <a:lnTo>
                    <a:pt x="1" y="4088"/>
                  </a:lnTo>
                  <a:lnTo>
                    <a:pt x="4783" y="8993"/>
                  </a:lnTo>
                  <a:lnTo>
                    <a:pt x="4783" y="4742"/>
                  </a:lnTo>
                  <a:lnTo>
                    <a:pt x="1" y="0"/>
                  </a:lnTo>
                  <a:close/>
                  <a:moveTo>
                    <a:pt x="5437" y="5437"/>
                  </a:moveTo>
                  <a:lnTo>
                    <a:pt x="5437" y="9688"/>
                  </a:lnTo>
                  <a:lnTo>
                    <a:pt x="14470" y="18557"/>
                  </a:lnTo>
                  <a:cubicBezTo>
                    <a:pt x="14634" y="18884"/>
                    <a:pt x="15165" y="19048"/>
                    <a:pt x="15492" y="19048"/>
                  </a:cubicBezTo>
                  <a:cubicBezTo>
                    <a:pt x="15860" y="19048"/>
                    <a:pt x="16187" y="18884"/>
                    <a:pt x="16514" y="18557"/>
                  </a:cubicBezTo>
                  <a:cubicBezTo>
                    <a:pt x="17045" y="18026"/>
                    <a:pt x="17045" y="17004"/>
                    <a:pt x="16514" y="16514"/>
                  </a:cubicBezTo>
                  <a:lnTo>
                    <a:pt x="5437" y="5437"/>
                  </a:lnTo>
                  <a:close/>
                </a:path>
              </a:pathLst>
            </a:custGeom>
            <a:solidFill>
              <a:schemeClr val="accent1">
                <a:alpha val="122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117"/>
            <p:cNvSpPr/>
            <p:nvPr/>
          </p:nvSpPr>
          <p:spPr>
            <a:xfrm>
              <a:off x="7166298" y="1974105"/>
              <a:ext cx="481948" cy="382978"/>
            </a:xfrm>
            <a:custGeom>
              <a:avLst/>
              <a:gdLst/>
              <a:ahLst/>
              <a:cxnLst/>
              <a:rect l="l" t="t" r="r" b="b"/>
              <a:pathLst>
                <a:path w="19907" h="15819" extrusionOk="0">
                  <a:moveTo>
                    <a:pt x="1" y="0"/>
                  </a:moveTo>
                  <a:lnTo>
                    <a:pt x="3066" y="2698"/>
                  </a:lnTo>
                  <a:lnTo>
                    <a:pt x="7481" y="2698"/>
                  </a:lnTo>
                  <a:lnTo>
                    <a:pt x="4415" y="0"/>
                  </a:lnTo>
                  <a:close/>
                  <a:moveTo>
                    <a:pt x="3924" y="3393"/>
                  </a:moveTo>
                  <a:lnTo>
                    <a:pt x="17209" y="15491"/>
                  </a:lnTo>
                  <a:cubicBezTo>
                    <a:pt x="17536" y="15655"/>
                    <a:pt x="17863" y="15818"/>
                    <a:pt x="18230" y="15818"/>
                  </a:cubicBezTo>
                  <a:cubicBezTo>
                    <a:pt x="18557" y="15818"/>
                    <a:pt x="19089" y="15655"/>
                    <a:pt x="19252" y="15328"/>
                  </a:cubicBezTo>
                  <a:cubicBezTo>
                    <a:pt x="19906" y="14633"/>
                    <a:pt x="19743" y="13775"/>
                    <a:pt x="19252" y="13284"/>
                  </a:cubicBezTo>
                  <a:lnTo>
                    <a:pt x="8339" y="3393"/>
                  </a:lnTo>
                  <a:close/>
                </a:path>
              </a:pathLst>
            </a:custGeom>
            <a:solidFill>
              <a:schemeClr val="accent1">
                <a:alpha val="122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117"/>
            <p:cNvSpPr/>
            <p:nvPr/>
          </p:nvSpPr>
          <p:spPr>
            <a:xfrm>
              <a:off x="5554307" y="3643378"/>
              <a:ext cx="436434" cy="350021"/>
            </a:xfrm>
            <a:custGeom>
              <a:avLst/>
              <a:gdLst/>
              <a:ahLst/>
              <a:cxnLst/>
              <a:rect l="l" t="t" r="r" b="b"/>
              <a:pathLst>
                <a:path w="18027" h="14307" extrusionOk="0">
                  <a:moveTo>
                    <a:pt x="1677" y="1"/>
                  </a:moveTo>
                  <a:cubicBezTo>
                    <a:pt x="1186" y="1"/>
                    <a:pt x="859" y="205"/>
                    <a:pt x="491" y="532"/>
                  </a:cubicBezTo>
                  <a:cubicBezTo>
                    <a:pt x="1" y="1227"/>
                    <a:pt x="1" y="2044"/>
                    <a:pt x="655" y="2576"/>
                  </a:cubicBezTo>
                  <a:lnTo>
                    <a:pt x="9688" y="10914"/>
                  </a:lnTo>
                  <a:lnTo>
                    <a:pt x="14143" y="10914"/>
                  </a:lnTo>
                  <a:lnTo>
                    <a:pt x="2535" y="368"/>
                  </a:lnTo>
                  <a:cubicBezTo>
                    <a:pt x="2372" y="205"/>
                    <a:pt x="2045" y="1"/>
                    <a:pt x="1677" y="1"/>
                  </a:cubicBezTo>
                  <a:close/>
                  <a:moveTo>
                    <a:pt x="10546" y="11609"/>
                  </a:moveTo>
                  <a:lnTo>
                    <a:pt x="13612" y="14307"/>
                  </a:lnTo>
                  <a:lnTo>
                    <a:pt x="18026" y="14307"/>
                  </a:lnTo>
                  <a:lnTo>
                    <a:pt x="14961" y="11609"/>
                  </a:lnTo>
                  <a:close/>
                </a:path>
              </a:pathLst>
            </a:custGeom>
            <a:solidFill>
              <a:schemeClr val="accent1">
                <a:alpha val="122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117"/>
            <p:cNvSpPr/>
            <p:nvPr/>
          </p:nvSpPr>
          <p:spPr>
            <a:xfrm>
              <a:off x="5805654" y="3698376"/>
              <a:ext cx="375086" cy="295023"/>
            </a:xfrm>
            <a:custGeom>
              <a:avLst/>
              <a:gdLst/>
              <a:ahLst/>
              <a:cxnLst/>
              <a:rect l="l" t="t" r="r" b="b"/>
              <a:pathLst>
                <a:path w="15493" h="12059" extrusionOk="0">
                  <a:moveTo>
                    <a:pt x="1718" y="1"/>
                  </a:moveTo>
                  <a:cubicBezTo>
                    <a:pt x="1186" y="1"/>
                    <a:pt x="859" y="164"/>
                    <a:pt x="491" y="491"/>
                  </a:cubicBezTo>
                  <a:cubicBezTo>
                    <a:pt x="1" y="1186"/>
                    <a:pt x="1" y="2044"/>
                    <a:pt x="696" y="2535"/>
                  </a:cubicBezTo>
                  <a:lnTo>
                    <a:pt x="7317" y="8666"/>
                  </a:lnTo>
                  <a:lnTo>
                    <a:pt x="11732" y="8666"/>
                  </a:lnTo>
                  <a:lnTo>
                    <a:pt x="2535" y="328"/>
                  </a:lnTo>
                  <a:cubicBezTo>
                    <a:pt x="2372" y="164"/>
                    <a:pt x="2045" y="1"/>
                    <a:pt x="1718" y="1"/>
                  </a:cubicBezTo>
                  <a:close/>
                  <a:moveTo>
                    <a:pt x="8012" y="9361"/>
                  </a:moveTo>
                  <a:lnTo>
                    <a:pt x="11078" y="12059"/>
                  </a:lnTo>
                  <a:lnTo>
                    <a:pt x="15492" y="12059"/>
                  </a:lnTo>
                  <a:lnTo>
                    <a:pt x="12427" y="9361"/>
                  </a:lnTo>
                  <a:close/>
                </a:path>
              </a:pathLst>
            </a:custGeom>
            <a:solidFill>
              <a:schemeClr val="accent1">
                <a:alpha val="122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117"/>
            <p:cNvSpPr/>
            <p:nvPr/>
          </p:nvSpPr>
          <p:spPr>
            <a:xfrm>
              <a:off x="6980269" y="1974105"/>
              <a:ext cx="380000" cy="291924"/>
            </a:xfrm>
            <a:custGeom>
              <a:avLst/>
              <a:gdLst/>
              <a:ahLst/>
              <a:cxnLst/>
              <a:rect l="l" t="t" r="r" b="b"/>
              <a:pathLst>
                <a:path w="15696" h="12058" extrusionOk="0">
                  <a:moveTo>
                    <a:pt x="0" y="0"/>
                  </a:moveTo>
                  <a:lnTo>
                    <a:pt x="3066" y="2698"/>
                  </a:lnTo>
                  <a:lnTo>
                    <a:pt x="7521" y="2698"/>
                  </a:lnTo>
                  <a:lnTo>
                    <a:pt x="4456" y="0"/>
                  </a:lnTo>
                  <a:close/>
                  <a:moveTo>
                    <a:pt x="3761" y="3393"/>
                  </a:moveTo>
                  <a:lnTo>
                    <a:pt x="12957" y="11731"/>
                  </a:lnTo>
                  <a:cubicBezTo>
                    <a:pt x="13284" y="11894"/>
                    <a:pt x="13652" y="12058"/>
                    <a:pt x="13979" y="12058"/>
                  </a:cubicBezTo>
                  <a:cubicBezTo>
                    <a:pt x="14511" y="12058"/>
                    <a:pt x="14838" y="11894"/>
                    <a:pt x="15165" y="11567"/>
                  </a:cubicBezTo>
                  <a:cubicBezTo>
                    <a:pt x="15696" y="11036"/>
                    <a:pt x="15696" y="10014"/>
                    <a:pt x="15001" y="9524"/>
                  </a:cubicBezTo>
                  <a:lnTo>
                    <a:pt x="8175" y="3393"/>
                  </a:lnTo>
                  <a:close/>
                </a:path>
              </a:pathLst>
            </a:custGeom>
            <a:solidFill>
              <a:schemeClr val="accent1">
                <a:alpha val="122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117"/>
            <p:cNvSpPr/>
            <p:nvPr/>
          </p:nvSpPr>
          <p:spPr>
            <a:xfrm>
              <a:off x="7672965" y="2381801"/>
              <a:ext cx="598689" cy="585834"/>
            </a:xfrm>
            <a:custGeom>
              <a:avLst/>
              <a:gdLst/>
              <a:ahLst/>
              <a:cxnLst/>
              <a:rect l="l" t="t" r="r" b="b"/>
              <a:pathLst>
                <a:path w="24729" h="24198" extrusionOk="0">
                  <a:moveTo>
                    <a:pt x="1553" y="0"/>
                  </a:moveTo>
                  <a:cubicBezTo>
                    <a:pt x="1226" y="0"/>
                    <a:pt x="858" y="164"/>
                    <a:pt x="531" y="532"/>
                  </a:cubicBezTo>
                  <a:cubicBezTo>
                    <a:pt x="0" y="1022"/>
                    <a:pt x="0" y="2044"/>
                    <a:pt x="695" y="2575"/>
                  </a:cubicBezTo>
                  <a:lnTo>
                    <a:pt x="19088" y="19252"/>
                  </a:lnTo>
                  <a:lnTo>
                    <a:pt x="19088" y="15164"/>
                  </a:lnTo>
                  <a:lnTo>
                    <a:pt x="2575" y="327"/>
                  </a:lnTo>
                  <a:cubicBezTo>
                    <a:pt x="2412" y="0"/>
                    <a:pt x="1880" y="0"/>
                    <a:pt x="1553" y="0"/>
                  </a:cubicBezTo>
                  <a:close/>
                  <a:moveTo>
                    <a:pt x="19783" y="15859"/>
                  </a:moveTo>
                  <a:lnTo>
                    <a:pt x="19783" y="19742"/>
                  </a:lnTo>
                  <a:lnTo>
                    <a:pt x="24729" y="24198"/>
                  </a:lnTo>
                  <a:lnTo>
                    <a:pt x="24729" y="20274"/>
                  </a:lnTo>
                  <a:lnTo>
                    <a:pt x="19783" y="15859"/>
                  </a:lnTo>
                  <a:close/>
                </a:path>
              </a:pathLst>
            </a:custGeom>
            <a:solidFill>
              <a:schemeClr val="accent1">
                <a:alpha val="122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117"/>
            <p:cNvSpPr/>
            <p:nvPr/>
          </p:nvSpPr>
          <p:spPr>
            <a:xfrm>
              <a:off x="7508676" y="1974105"/>
              <a:ext cx="552206" cy="445319"/>
            </a:xfrm>
            <a:custGeom>
              <a:avLst/>
              <a:gdLst/>
              <a:ahLst/>
              <a:cxnLst/>
              <a:rect l="l" t="t" r="r" b="b"/>
              <a:pathLst>
                <a:path w="22809" h="18394" extrusionOk="0">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chemeClr val="accent1">
                <a:alpha val="122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117"/>
            <p:cNvSpPr/>
            <p:nvPr/>
          </p:nvSpPr>
          <p:spPr>
            <a:xfrm>
              <a:off x="7887684" y="2092855"/>
              <a:ext cx="383971" cy="391887"/>
            </a:xfrm>
            <a:custGeom>
              <a:avLst/>
              <a:gdLst/>
              <a:ahLst/>
              <a:cxnLst/>
              <a:rect l="l" t="t" r="r" b="b"/>
              <a:pathLst>
                <a:path w="15860" h="16187" extrusionOk="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chemeClr val="accent1">
                <a:alpha val="122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117"/>
            <p:cNvSpPr/>
            <p:nvPr/>
          </p:nvSpPr>
          <p:spPr>
            <a:xfrm>
              <a:off x="4894275" y="3443377"/>
              <a:ext cx="383995" cy="396015"/>
            </a:xfrm>
            <a:custGeom>
              <a:avLst/>
              <a:gdLst/>
              <a:ahLst/>
              <a:cxnLst/>
              <a:rect l="l" t="t" r="r" b="b"/>
              <a:pathLst>
                <a:path w="15861" h="16187" extrusionOk="0">
                  <a:moveTo>
                    <a:pt x="1" y="1"/>
                  </a:moveTo>
                  <a:lnTo>
                    <a:pt x="1" y="3925"/>
                  </a:lnTo>
                  <a:lnTo>
                    <a:pt x="13121" y="15860"/>
                  </a:lnTo>
                  <a:cubicBezTo>
                    <a:pt x="13448" y="16023"/>
                    <a:pt x="13816" y="16187"/>
                    <a:pt x="14143" y="16187"/>
                  </a:cubicBezTo>
                  <a:cubicBezTo>
                    <a:pt x="14470" y="16187"/>
                    <a:pt x="15002" y="16023"/>
                    <a:pt x="15165" y="15696"/>
                  </a:cubicBezTo>
                  <a:cubicBezTo>
                    <a:pt x="15860" y="15165"/>
                    <a:pt x="15656" y="14143"/>
                    <a:pt x="15165" y="13653"/>
                  </a:cubicBezTo>
                  <a:lnTo>
                    <a:pt x="1" y="1"/>
                  </a:lnTo>
                  <a:close/>
                </a:path>
              </a:pathLst>
            </a:custGeom>
            <a:solidFill>
              <a:schemeClr val="accent1">
                <a:alpha val="122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117"/>
            <p:cNvSpPr/>
            <p:nvPr/>
          </p:nvSpPr>
          <p:spPr>
            <a:xfrm>
              <a:off x="5105070" y="3510386"/>
              <a:ext cx="584841" cy="483012"/>
            </a:xfrm>
            <a:custGeom>
              <a:avLst/>
              <a:gdLst/>
              <a:ahLst/>
              <a:cxnLst/>
              <a:rect l="l" t="t" r="r" b="b"/>
              <a:pathLst>
                <a:path w="24157" h="19743" extrusionOk="0">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chemeClr val="accent1">
                <a:alpha val="122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44" name="Google Shape;4144;p117"/>
          <p:cNvSpPr/>
          <p:nvPr/>
        </p:nvSpPr>
        <p:spPr>
          <a:xfrm>
            <a:off x="8758262" y="4834824"/>
            <a:ext cx="310730" cy="85290"/>
          </a:xfrm>
          <a:custGeom>
            <a:avLst/>
            <a:gdLst/>
            <a:ahLst/>
            <a:cxnLst/>
            <a:rect l="l" t="t" r="r" b="b"/>
            <a:pathLst>
              <a:path w="12959" h="3557" extrusionOk="0">
                <a:moveTo>
                  <a:pt x="1718" y="1"/>
                </a:moveTo>
                <a:cubicBezTo>
                  <a:pt x="859" y="1"/>
                  <a:pt x="1" y="859"/>
                  <a:pt x="1" y="1676"/>
                </a:cubicBezTo>
                <a:cubicBezTo>
                  <a:pt x="1" y="2698"/>
                  <a:pt x="859" y="3557"/>
                  <a:pt x="1718" y="3557"/>
                </a:cubicBezTo>
                <a:lnTo>
                  <a:pt x="11078" y="3557"/>
                </a:lnTo>
                <a:cubicBezTo>
                  <a:pt x="12100" y="3557"/>
                  <a:pt x="12958" y="2698"/>
                  <a:pt x="12958" y="1676"/>
                </a:cubicBezTo>
                <a:cubicBezTo>
                  <a:pt x="12958" y="859"/>
                  <a:pt x="12100" y="1"/>
                  <a:pt x="110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117"/>
          <p:cNvSpPr/>
          <p:nvPr/>
        </p:nvSpPr>
        <p:spPr>
          <a:xfrm>
            <a:off x="6435759" y="2001336"/>
            <a:ext cx="410892" cy="81365"/>
          </a:xfrm>
          <a:prstGeom prst="roundRect">
            <a:avLst>
              <a:gd name="adj" fmla="val 50000"/>
            </a:avLst>
          </a:pr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117"/>
          <p:cNvSpPr/>
          <p:nvPr/>
        </p:nvSpPr>
        <p:spPr>
          <a:xfrm>
            <a:off x="6506895" y="2017983"/>
            <a:ext cx="51526" cy="51573"/>
          </a:xfrm>
          <a:custGeom>
            <a:avLst/>
            <a:gdLst/>
            <a:ahLst/>
            <a:cxnLst/>
            <a:rect l="l" t="t" r="r" b="b"/>
            <a:pathLst>
              <a:path w="1096" h="1097" extrusionOk="0">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47" name="Google Shape;4147;p117"/>
          <p:cNvGrpSpPr/>
          <p:nvPr/>
        </p:nvGrpSpPr>
        <p:grpSpPr>
          <a:xfrm>
            <a:off x="5005825" y="4175936"/>
            <a:ext cx="1697287" cy="604006"/>
            <a:chOff x="-5302450" y="3084350"/>
            <a:chExt cx="1519450" cy="540750"/>
          </a:xfrm>
        </p:grpSpPr>
        <p:sp>
          <p:nvSpPr>
            <p:cNvPr id="4148" name="Google Shape;4148;p117"/>
            <p:cNvSpPr/>
            <p:nvPr/>
          </p:nvSpPr>
          <p:spPr>
            <a:xfrm>
              <a:off x="-4388300" y="3084350"/>
              <a:ext cx="584625" cy="269450"/>
            </a:xfrm>
            <a:custGeom>
              <a:avLst/>
              <a:gdLst/>
              <a:ahLst/>
              <a:cxnLst/>
              <a:rect l="l" t="t" r="r" b="b"/>
              <a:pathLst>
                <a:path w="23385" h="10778" extrusionOk="0">
                  <a:moveTo>
                    <a:pt x="4286" y="1"/>
                  </a:moveTo>
                  <a:cubicBezTo>
                    <a:pt x="3334" y="1"/>
                    <a:pt x="2281" y="326"/>
                    <a:pt x="1454" y="953"/>
                  </a:cubicBezTo>
                  <a:cubicBezTo>
                    <a:pt x="1028" y="1254"/>
                    <a:pt x="627" y="1680"/>
                    <a:pt x="402" y="2206"/>
                  </a:cubicBezTo>
                  <a:cubicBezTo>
                    <a:pt x="101" y="2732"/>
                    <a:pt x="1" y="3259"/>
                    <a:pt x="1" y="3885"/>
                  </a:cubicBezTo>
                  <a:cubicBezTo>
                    <a:pt x="1" y="4612"/>
                    <a:pt x="201" y="5339"/>
                    <a:pt x="527" y="6166"/>
                  </a:cubicBezTo>
                  <a:lnTo>
                    <a:pt x="2181" y="5339"/>
                  </a:lnTo>
                  <a:cubicBezTo>
                    <a:pt x="1981" y="4712"/>
                    <a:pt x="1880" y="4286"/>
                    <a:pt x="1880" y="3885"/>
                  </a:cubicBezTo>
                  <a:cubicBezTo>
                    <a:pt x="1880" y="3559"/>
                    <a:pt x="1880" y="3259"/>
                    <a:pt x="2081" y="3033"/>
                  </a:cubicBezTo>
                  <a:cubicBezTo>
                    <a:pt x="2181" y="2632"/>
                    <a:pt x="2507" y="2407"/>
                    <a:pt x="2908" y="2206"/>
                  </a:cubicBezTo>
                  <a:cubicBezTo>
                    <a:pt x="3334" y="1880"/>
                    <a:pt x="3860" y="1780"/>
                    <a:pt x="4286" y="1780"/>
                  </a:cubicBezTo>
                  <a:cubicBezTo>
                    <a:pt x="4788" y="1780"/>
                    <a:pt x="5214" y="1880"/>
                    <a:pt x="5540" y="2106"/>
                  </a:cubicBezTo>
                  <a:cubicBezTo>
                    <a:pt x="5640" y="2206"/>
                    <a:pt x="5740" y="2206"/>
                    <a:pt x="5941" y="2306"/>
                  </a:cubicBezTo>
                  <a:cubicBezTo>
                    <a:pt x="7194" y="2933"/>
                    <a:pt x="11379" y="5138"/>
                    <a:pt x="15139" y="7018"/>
                  </a:cubicBezTo>
                  <a:cubicBezTo>
                    <a:pt x="18998" y="8998"/>
                    <a:pt x="22557" y="10778"/>
                    <a:pt x="22557" y="10778"/>
                  </a:cubicBezTo>
                  <a:lnTo>
                    <a:pt x="23384" y="9098"/>
                  </a:lnTo>
                  <a:cubicBezTo>
                    <a:pt x="23384" y="9098"/>
                    <a:pt x="23184" y="8998"/>
                    <a:pt x="22758" y="8772"/>
                  </a:cubicBezTo>
                  <a:cubicBezTo>
                    <a:pt x="21078" y="7945"/>
                    <a:pt x="17119" y="5965"/>
                    <a:pt x="13459" y="4086"/>
                  </a:cubicBezTo>
                  <a:cubicBezTo>
                    <a:pt x="11680" y="3133"/>
                    <a:pt x="9926" y="2306"/>
                    <a:pt x="8672" y="1680"/>
                  </a:cubicBezTo>
                  <a:cubicBezTo>
                    <a:pt x="7920" y="1379"/>
                    <a:pt x="7419" y="1053"/>
                    <a:pt x="7093" y="853"/>
                  </a:cubicBezTo>
                  <a:cubicBezTo>
                    <a:pt x="6893" y="752"/>
                    <a:pt x="6667" y="627"/>
                    <a:pt x="6567" y="627"/>
                  </a:cubicBezTo>
                  <a:cubicBezTo>
                    <a:pt x="6567" y="527"/>
                    <a:pt x="6467" y="527"/>
                    <a:pt x="6467" y="527"/>
                  </a:cubicBezTo>
                  <a:cubicBezTo>
                    <a:pt x="5840" y="126"/>
                    <a:pt x="5013" y="1"/>
                    <a:pt x="4286" y="1"/>
                  </a:cubicBezTo>
                  <a:close/>
                </a:path>
              </a:pathLst>
            </a:cu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117"/>
            <p:cNvSpPr/>
            <p:nvPr/>
          </p:nvSpPr>
          <p:spPr>
            <a:xfrm>
              <a:off x="-5302450" y="3142000"/>
              <a:ext cx="509425" cy="211800"/>
            </a:xfrm>
            <a:custGeom>
              <a:avLst/>
              <a:gdLst/>
              <a:ahLst/>
              <a:cxnLst/>
              <a:rect l="l" t="t" r="r" b="b"/>
              <a:pathLst>
                <a:path w="20377" h="8472" extrusionOk="0">
                  <a:moveTo>
                    <a:pt x="4286" y="0"/>
                  </a:moveTo>
                  <a:cubicBezTo>
                    <a:pt x="3358" y="0"/>
                    <a:pt x="2306" y="326"/>
                    <a:pt x="1479" y="953"/>
                  </a:cubicBezTo>
                  <a:cubicBezTo>
                    <a:pt x="1053" y="1253"/>
                    <a:pt x="627" y="1679"/>
                    <a:pt x="426" y="2206"/>
                  </a:cubicBezTo>
                  <a:cubicBezTo>
                    <a:pt x="125" y="2707"/>
                    <a:pt x="0" y="3233"/>
                    <a:pt x="0" y="3860"/>
                  </a:cubicBezTo>
                  <a:cubicBezTo>
                    <a:pt x="0" y="4587"/>
                    <a:pt x="226" y="5339"/>
                    <a:pt x="526" y="6166"/>
                  </a:cubicBezTo>
                  <a:lnTo>
                    <a:pt x="2206" y="5339"/>
                  </a:lnTo>
                  <a:cubicBezTo>
                    <a:pt x="2005" y="4812"/>
                    <a:pt x="1880" y="4286"/>
                    <a:pt x="1880" y="3860"/>
                  </a:cubicBezTo>
                  <a:cubicBezTo>
                    <a:pt x="1880" y="3559"/>
                    <a:pt x="2005" y="3233"/>
                    <a:pt x="2105" y="3033"/>
                  </a:cubicBezTo>
                  <a:cubicBezTo>
                    <a:pt x="2206" y="2707"/>
                    <a:pt x="2506" y="2406"/>
                    <a:pt x="2932" y="2206"/>
                  </a:cubicBezTo>
                  <a:cubicBezTo>
                    <a:pt x="3358" y="1980"/>
                    <a:pt x="3885" y="1880"/>
                    <a:pt x="4286" y="1880"/>
                  </a:cubicBezTo>
                  <a:cubicBezTo>
                    <a:pt x="4812" y="1880"/>
                    <a:pt x="5238" y="1980"/>
                    <a:pt x="5539" y="2081"/>
                  </a:cubicBezTo>
                  <a:lnTo>
                    <a:pt x="5539" y="2206"/>
                  </a:lnTo>
                  <a:cubicBezTo>
                    <a:pt x="5639" y="2206"/>
                    <a:pt x="5764" y="2306"/>
                    <a:pt x="5865" y="2306"/>
                  </a:cubicBezTo>
                  <a:cubicBezTo>
                    <a:pt x="6491" y="2607"/>
                    <a:pt x="7519" y="3133"/>
                    <a:pt x="8897" y="3760"/>
                  </a:cubicBezTo>
                  <a:cubicBezTo>
                    <a:pt x="13058" y="5639"/>
                    <a:pt x="19649" y="8472"/>
                    <a:pt x="19649" y="8472"/>
                  </a:cubicBezTo>
                  <a:lnTo>
                    <a:pt x="20376" y="6792"/>
                  </a:lnTo>
                  <a:cubicBezTo>
                    <a:pt x="20376" y="6792"/>
                    <a:pt x="20176" y="6692"/>
                    <a:pt x="19750" y="6592"/>
                  </a:cubicBezTo>
                  <a:cubicBezTo>
                    <a:pt x="18496" y="5965"/>
                    <a:pt x="15163" y="4487"/>
                    <a:pt x="12231" y="3133"/>
                  </a:cubicBezTo>
                  <a:cubicBezTo>
                    <a:pt x="10777" y="2507"/>
                    <a:pt x="9298" y="1880"/>
                    <a:pt x="8271" y="1354"/>
                  </a:cubicBezTo>
                  <a:cubicBezTo>
                    <a:pt x="7744" y="1153"/>
                    <a:pt x="7218" y="953"/>
                    <a:pt x="6892" y="727"/>
                  </a:cubicBezTo>
                  <a:cubicBezTo>
                    <a:pt x="6792" y="727"/>
                    <a:pt x="6692" y="627"/>
                    <a:pt x="6592" y="627"/>
                  </a:cubicBezTo>
                  <a:lnTo>
                    <a:pt x="6491" y="527"/>
                  </a:lnTo>
                  <a:cubicBezTo>
                    <a:pt x="5865" y="101"/>
                    <a:pt x="5138" y="0"/>
                    <a:pt x="4286" y="0"/>
                  </a:cubicBezTo>
                  <a:close/>
                </a:path>
              </a:pathLst>
            </a:cu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117"/>
            <p:cNvSpPr/>
            <p:nvPr/>
          </p:nvSpPr>
          <p:spPr>
            <a:xfrm>
              <a:off x="-4832525" y="3193825"/>
              <a:ext cx="451775" cy="409275"/>
            </a:xfrm>
            <a:custGeom>
              <a:avLst/>
              <a:gdLst/>
              <a:ahLst/>
              <a:cxnLst/>
              <a:rect l="l" t="t" r="r" b="b"/>
              <a:pathLst>
                <a:path w="18071" h="16371" extrusionOk="0">
                  <a:moveTo>
                    <a:pt x="9043" y="0"/>
                  </a:moveTo>
                  <a:cubicBezTo>
                    <a:pt x="8405" y="0"/>
                    <a:pt x="7759" y="76"/>
                    <a:pt x="7118" y="233"/>
                  </a:cubicBezTo>
                  <a:cubicBezTo>
                    <a:pt x="2732" y="1386"/>
                    <a:pt x="0" y="5872"/>
                    <a:pt x="1153" y="10258"/>
                  </a:cubicBezTo>
                  <a:cubicBezTo>
                    <a:pt x="2121" y="13942"/>
                    <a:pt x="5371" y="16371"/>
                    <a:pt x="8985" y="16371"/>
                  </a:cubicBezTo>
                  <a:cubicBezTo>
                    <a:pt x="9674" y="16371"/>
                    <a:pt x="10376" y="16282"/>
                    <a:pt x="11078" y="16098"/>
                  </a:cubicBezTo>
                  <a:cubicBezTo>
                    <a:pt x="15464" y="14945"/>
                    <a:pt x="18070" y="10559"/>
                    <a:pt x="17043" y="6173"/>
                  </a:cubicBezTo>
                  <a:cubicBezTo>
                    <a:pt x="16062" y="2443"/>
                    <a:pt x="12671" y="0"/>
                    <a:pt x="904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117"/>
            <p:cNvSpPr/>
            <p:nvPr/>
          </p:nvSpPr>
          <p:spPr>
            <a:xfrm>
              <a:off x="-4803700" y="3447750"/>
              <a:ext cx="25" cy="2550"/>
            </a:xfrm>
            <a:custGeom>
              <a:avLst/>
              <a:gdLst/>
              <a:ahLst/>
              <a:cxnLst/>
              <a:rect l="l" t="t" r="r" b="b"/>
              <a:pathLst>
                <a:path w="1" h="102" extrusionOk="0">
                  <a:moveTo>
                    <a:pt x="0" y="1"/>
                  </a:moveTo>
                  <a:lnTo>
                    <a:pt x="0" y="101"/>
                  </a:lnTo>
                  <a:lnTo>
                    <a:pt x="0" y="1"/>
                  </a:lnTo>
                  <a:close/>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117"/>
            <p:cNvSpPr/>
            <p:nvPr/>
          </p:nvSpPr>
          <p:spPr>
            <a:xfrm>
              <a:off x="-4808725" y="3197125"/>
              <a:ext cx="287000" cy="284500"/>
            </a:xfrm>
            <a:custGeom>
              <a:avLst/>
              <a:gdLst/>
              <a:ahLst/>
              <a:cxnLst/>
              <a:rect l="l" t="t" r="r" b="b"/>
              <a:pathLst>
                <a:path w="11480" h="11380" extrusionOk="0">
                  <a:moveTo>
                    <a:pt x="9299" y="1"/>
                  </a:moveTo>
                  <a:lnTo>
                    <a:pt x="1" y="9274"/>
                  </a:lnTo>
                  <a:cubicBezTo>
                    <a:pt x="101" y="9500"/>
                    <a:pt x="101" y="9800"/>
                    <a:pt x="201" y="10026"/>
                  </a:cubicBezTo>
                  <a:lnTo>
                    <a:pt x="201" y="10126"/>
                  </a:lnTo>
                  <a:cubicBezTo>
                    <a:pt x="301" y="10527"/>
                    <a:pt x="527" y="10953"/>
                    <a:pt x="627" y="11379"/>
                  </a:cubicBezTo>
                  <a:cubicBezTo>
                    <a:pt x="4286" y="7720"/>
                    <a:pt x="7820" y="4161"/>
                    <a:pt x="11479" y="627"/>
                  </a:cubicBezTo>
                  <a:cubicBezTo>
                    <a:pt x="10752" y="302"/>
                    <a:pt x="10026" y="101"/>
                    <a:pt x="92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117"/>
            <p:cNvSpPr/>
            <p:nvPr/>
          </p:nvSpPr>
          <p:spPr>
            <a:xfrm>
              <a:off x="-4777400" y="3228450"/>
              <a:ext cx="352150" cy="349650"/>
            </a:xfrm>
            <a:custGeom>
              <a:avLst/>
              <a:gdLst/>
              <a:ahLst/>
              <a:cxnLst/>
              <a:rect l="l" t="t" r="r" b="b"/>
              <a:pathLst>
                <a:path w="14086" h="13986" extrusionOk="0">
                  <a:moveTo>
                    <a:pt x="11279" y="1"/>
                  </a:moveTo>
                  <a:lnTo>
                    <a:pt x="1" y="11279"/>
                  </a:lnTo>
                  <a:cubicBezTo>
                    <a:pt x="828" y="12407"/>
                    <a:pt x="1880" y="13359"/>
                    <a:pt x="3033" y="13986"/>
                  </a:cubicBezTo>
                  <a:lnTo>
                    <a:pt x="14086" y="3008"/>
                  </a:lnTo>
                  <a:cubicBezTo>
                    <a:pt x="13459" y="1755"/>
                    <a:pt x="12532" y="728"/>
                    <a:pt x="112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117"/>
            <p:cNvSpPr/>
            <p:nvPr/>
          </p:nvSpPr>
          <p:spPr>
            <a:xfrm>
              <a:off x="-4237300" y="3179650"/>
              <a:ext cx="451800" cy="409300"/>
            </a:xfrm>
            <a:custGeom>
              <a:avLst/>
              <a:gdLst/>
              <a:ahLst/>
              <a:cxnLst/>
              <a:rect l="l" t="t" r="r" b="b"/>
              <a:pathLst>
                <a:path w="18072" h="16372" extrusionOk="0">
                  <a:moveTo>
                    <a:pt x="9118" y="1"/>
                  </a:moveTo>
                  <a:cubicBezTo>
                    <a:pt x="8425" y="1"/>
                    <a:pt x="7720" y="89"/>
                    <a:pt x="7018" y="274"/>
                  </a:cubicBezTo>
                  <a:cubicBezTo>
                    <a:pt x="2632" y="1427"/>
                    <a:pt x="1" y="5813"/>
                    <a:pt x="1154" y="10199"/>
                  </a:cubicBezTo>
                  <a:cubicBezTo>
                    <a:pt x="2049" y="13929"/>
                    <a:pt x="5427" y="16372"/>
                    <a:pt x="9115" y="16372"/>
                  </a:cubicBezTo>
                  <a:cubicBezTo>
                    <a:pt x="9764" y="16372"/>
                    <a:pt x="10422" y="16296"/>
                    <a:pt x="11079" y="16138"/>
                  </a:cubicBezTo>
                  <a:cubicBezTo>
                    <a:pt x="15465" y="14986"/>
                    <a:pt x="18071" y="10499"/>
                    <a:pt x="16918" y="6113"/>
                  </a:cubicBezTo>
                  <a:cubicBezTo>
                    <a:pt x="16055" y="2430"/>
                    <a:pt x="12752" y="1"/>
                    <a:pt x="911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117"/>
            <p:cNvSpPr/>
            <p:nvPr/>
          </p:nvSpPr>
          <p:spPr>
            <a:xfrm>
              <a:off x="-4832525" y="3170825"/>
              <a:ext cx="454275" cy="454275"/>
            </a:xfrm>
            <a:custGeom>
              <a:avLst/>
              <a:gdLst/>
              <a:ahLst/>
              <a:cxnLst/>
              <a:rect l="l" t="t" r="r" b="b"/>
              <a:pathLst>
                <a:path w="18171" h="18171" extrusionOk="0">
                  <a:moveTo>
                    <a:pt x="9098" y="1880"/>
                  </a:moveTo>
                  <a:cubicBezTo>
                    <a:pt x="10652" y="1880"/>
                    <a:pt x="12231" y="2406"/>
                    <a:pt x="13484" y="3334"/>
                  </a:cubicBezTo>
                  <a:cubicBezTo>
                    <a:pt x="14737" y="4286"/>
                    <a:pt x="15664" y="5639"/>
                    <a:pt x="16090" y="7319"/>
                  </a:cubicBezTo>
                  <a:cubicBezTo>
                    <a:pt x="16291" y="7945"/>
                    <a:pt x="16291" y="8572"/>
                    <a:pt x="16291" y="9073"/>
                  </a:cubicBezTo>
                  <a:cubicBezTo>
                    <a:pt x="16291" y="10752"/>
                    <a:pt x="15790" y="12331"/>
                    <a:pt x="14837" y="13459"/>
                  </a:cubicBezTo>
                  <a:cubicBezTo>
                    <a:pt x="13910" y="14712"/>
                    <a:pt x="12532" y="15664"/>
                    <a:pt x="10877" y="16090"/>
                  </a:cubicBezTo>
                  <a:cubicBezTo>
                    <a:pt x="10251" y="16291"/>
                    <a:pt x="9724" y="16391"/>
                    <a:pt x="9098" y="16391"/>
                  </a:cubicBezTo>
                  <a:cubicBezTo>
                    <a:pt x="7419" y="16391"/>
                    <a:pt x="5965" y="15765"/>
                    <a:pt x="4712" y="14837"/>
                  </a:cubicBezTo>
                  <a:cubicBezTo>
                    <a:pt x="3459" y="13885"/>
                    <a:pt x="2506" y="12532"/>
                    <a:pt x="2105" y="10852"/>
                  </a:cubicBezTo>
                  <a:cubicBezTo>
                    <a:pt x="1880" y="10326"/>
                    <a:pt x="1880" y="9699"/>
                    <a:pt x="1880" y="9073"/>
                  </a:cubicBezTo>
                  <a:cubicBezTo>
                    <a:pt x="1880" y="7519"/>
                    <a:pt x="2406" y="5940"/>
                    <a:pt x="3359" y="4687"/>
                  </a:cubicBezTo>
                  <a:cubicBezTo>
                    <a:pt x="4286" y="3434"/>
                    <a:pt x="5639" y="2506"/>
                    <a:pt x="7318" y="2080"/>
                  </a:cubicBezTo>
                  <a:cubicBezTo>
                    <a:pt x="7945" y="1980"/>
                    <a:pt x="8471" y="1880"/>
                    <a:pt x="9098" y="1880"/>
                  </a:cubicBezTo>
                  <a:close/>
                  <a:moveTo>
                    <a:pt x="9098" y="0"/>
                  </a:moveTo>
                  <a:cubicBezTo>
                    <a:pt x="8371" y="0"/>
                    <a:pt x="7644" y="100"/>
                    <a:pt x="6792" y="301"/>
                  </a:cubicBezTo>
                  <a:cubicBezTo>
                    <a:pt x="4812" y="827"/>
                    <a:pt x="3033" y="1980"/>
                    <a:pt x="1880" y="3559"/>
                  </a:cubicBezTo>
                  <a:cubicBezTo>
                    <a:pt x="627" y="5113"/>
                    <a:pt x="0" y="7093"/>
                    <a:pt x="0" y="9073"/>
                  </a:cubicBezTo>
                  <a:cubicBezTo>
                    <a:pt x="0" y="9825"/>
                    <a:pt x="125" y="10652"/>
                    <a:pt x="326" y="11379"/>
                  </a:cubicBezTo>
                  <a:cubicBezTo>
                    <a:pt x="852" y="13359"/>
                    <a:pt x="2005" y="15138"/>
                    <a:pt x="3559" y="16291"/>
                  </a:cubicBezTo>
                  <a:cubicBezTo>
                    <a:pt x="5138" y="17544"/>
                    <a:pt x="7018" y="18171"/>
                    <a:pt x="9098" y="18171"/>
                  </a:cubicBezTo>
                  <a:cubicBezTo>
                    <a:pt x="9825" y="18171"/>
                    <a:pt x="10552" y="18070"/>
                    <a:pt x="11404" y="17970"/>
                  </a:cubicBezTo>
                  <a:cubicBezTo>
                    <a:pt x="13384" y="17444"/>
                    <a:pt x="15163" y="16191"/>
                    <a:pt x="16291" y="14612"/>
                  </a:cubicBezTo>
                  <a:cubicBezTo>
                    <a:pt x="17544" y="13058"/>
                    <a:pt x="18171" y="11178"/>
                    <a:pt x="18171" y="9073"/>
                  </a:cubicBezTo>
                  <a:cubicBezTo>
                    <a:pt x="18171" y="8346"/>
                    <a:pt x="18070" y="7619"/>
                    <a:pt x="17870" y="6892"/>
                  </a:cubicBezTo>
                  <a:cubicBezTo>
                    <a:pt x="17344" y="4812"/>
                    <a:pt x="16191" y="3133"/>
                    <a:pt x="14637" y="1880"/>
                  </a:cubicBezTo>
                  <a:cubicBezTo>
                    <a:pt x="13058" y="727"/>
                    <a:pt x="11078" y="0"/>
                    <a:pt x="9098" y="0"/>
                  </a:cubicBezTo>
                  <a:close/>
                </a:path>
              </a:pathLst>
            </a:cu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117"/>
            <p:cNvSpPr/>
            <p:nvPr/>
          </p:nvSpPr>
          <p:spPr>
            <a:xfrm>
              <a:off x="-4208475" y="3434600"/>
              <a:ext cx="5675" cy="18200"/>
            </a:xfrm>
            <a:custGeom>
              <a:avLst/>
              <a:gdLst/>
              <a:ahLst/>
              <a:cxnLst/>
              <a:rect l="l" t="t" r="r" b="b"/>
              <a:pathLst>
                <a:path w="227" h="728" extrusionOk="0">
                  <a:moveTo>
                    <a:pt x="226" y="727"/>
                  </a:moveTo>
                  <a:lnTo>
                    <a:pt x="226" y="727"/>
                  </a:lnTo>
                  <a:lnTo>
                    <a:pt x="226" y="727"/>
                  </a:lnTo>
                  <a:close/>
                  <a:moveTo>
                    <a:pt x="226" y="727"/>
                  </a:moveTo>
                  <a:lnTo>
                    <a:pt x="226" y="727"/>
                  </a:lnTo>
                  <a:lnTo>
                    <a:pt x="226" y="727"/>
                  </a:lnTo>
                  <a:close/>
                  <a:moveTo>
                    <a:pt x="226" y="727"/>
                  </a:moveTo>
                  <a:lnTo>
                    <a:pt x="226" y="727"/>
                  </a:lnTo>
                  <a:lnTo>
                    <a:pt x="226" y="727"/>
                  </a:lnTo>
                  <a:close/>
                  <a:moveTo>
                    <a:pt x="226" y="727"/>
                  </a:moveTo>
                  <a:lnTo>
                    <a:pt x="226" y="727"/>
                  </a:lnTo>
                  <a:lnTo>
                    <a:pt x="226" y="727"/>
                  </a:lnTo>
                  <a:close/>
                  <a:moveTo>
                    <a:pt x="226" y="627"/>
                  </a:moveTo>
                  <a:lnTo>
                    <a:pt x="226" y="627"/>
                  </a:lnTo>
                  <a:lnTo>
                    <a:pt x="226" y="627"/>
                  </a:lnTo>
                  <a:close/>
                  <a:moveTo>
                    <a:pt x="226" y="627"/>
                  </a:moveTo>
                  <a:lnTo>
                    <a:pt x="226" y="627"/>
                  </a:lnTo>
                  <a:lnTo>
                    <a:pt x="226" y="627"/>
                  </a:lnTo>
                  <a:close/>
                  <a:moveTo>
                    <a:pt x="226" y="627"/>
                  </a:moveTo>
                  <a:lnTo>
                    <a:pt x="226" y="627"/>
                  </a:lnTo>
                  <a:lnTo>
                    <a:pt x="226" y="627"/>
                  </a:lnTo>
                  <a:close/>
                  <a:moveTo>
                    <a:pt x="101" y="627"/>
                  </a:moveTo>
                  <a:lnTo>
                    <a:pt x="226" y="627"/>
                  </a:lnTo>
                  <a:lnTo>
                    <a:pt x="101" y="627"/>
                  </a:lnTo>
                  <a:close/>
                  <a:moveTo>
                    <a:pt x="101" y="627"/>
                  </a:moveTo>
                  <a:lnTo>
                    <a:pt x="101" y="627"/>
                  </a:lnTo>
                  <a:lnTo>
                    <a:pt x="101" y="627"/>
                  </a:lnTo>
                  <a:close/>
                  <a:moveTo>
                    <a:pt x="1" y="101"/>
                  </a:moveTo>
                  <a:cubicBezTo>
                    <a:pt x="1" y="301"/>
                    <a:pt x="101" y="402"/>
                    <a:pt x="101" y="627"/>
                  </a:cubicBezTo>
                  <a:cubicBezTo>
                    <a:pt x="101" y="402"/>
                    <a:pt x="1" y="301"/>
                    <a:pt x="1" y="101"/>
                  </a:cubicBezTo>
                  <a:close/>
                  <a:moveTo>
                    <a:pt x="1" y="101"/>
                  </a:moveTo>
                  <a:lnTo>
                    <a:pt x="1" y="101"/>
                  </a:lnTo>
                  <a:lnTo>
                    <a:pt x="1" y="101"/>
                  </a:lnTo>
                  <a:close/>
                  <a:moveTo>
                    <a:pt x="1" y="101"/>
                  </a:moveTo>
                  <a:lnTo>
                    <a:pt x="1" y="101"/>
                  </a:lnTo>
                  <a:lnTo>
                    <a:pt x="1" y="101"/>
                  </a:lnTo>
                  <a:close/>
                  <a:moveTo>
                    <a:pt x="1" y="101"/>
                  </a:moveTo>
                  <a:lnTo>
                    <a:pt x="1" y="101"/>
                  </a:lnTo>
                  <a:lnTo>
                    <a:pt x="1" y="101"/>
                  </a:lnTo>
                  <a:close/>
                  <a:moveTo>
                    <a:pt x="1" y="1"/>
                  </a:moveTo>
                  <a:lnTo>
                    <a:pt x="1" y="1"/>
                  </a:lnTo>
                  <a:lnTo>
                    <a:pt x="1" y="1"/>
                  </a:lnTo>
                  <a:close/>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117"/>
            <p:cNvSpPr/>
            <p:nvPr/>
          </p:nvSpPr>
          <p:spPr>
            <a:xfrm>
              <a:off x="-4210975" y="3183975"/>
              <a:ext cx="308300" cy="307675"/>
            </a:xfrm>
            <a:custGeom>
              <a:avLst/>
              <a:gdLst/>
              <a:ahLst/>
              <a:cxnLst/>
              <a:rect l="l" t="t" r="r" b="b"/>
              <a:pathLst>
                <a:path w="12332" h="12307" extrusionOk="0">
                  <a:moveTo>
                    <a:pt x="9499" y="0"/>
                  </a:moveTo>
                  <a:cubicBezTo>
                    <a:pt x="6266" y="3133"/>
                    <a:pt x="3133" y="6366"/>
                    <a:pt x="0" y="9499"/>
                  </a:cubicBezTo>
                  <a:cubicBezTo>
                    <a:pt x="0" y="9700"/>
                    <a:pt x="0" y="9800"/>
                    <a:pt x="101" y="10026"/>
                  </a:cubicBezTo>
                  <a:lnTo>
                    <a:pt x="101" y="10126"/>
                  </a:lnTo>
                  <a:cubicBezTo>
                    <a:pt x="101" y="10326"/>
                    <a:pt x="201" y="10427"/>
                    <a:pt x="201" y="10652"/>
                  </a:cubicBezTo>
                  <a:lnTo>
                    <a:pt x="326" y="10652"/>
                  </a:lnTo>
                  <a:lnTo>
                    <a:pt x="326" y="10752"/>
                  </a:lnTo>
                  <a:cubicBezTo>
                    <a:pt x="527" y="11279"/>
                    <a:pt x="727" y="11805"/>
                    <a:pt x="1053" y="12306"/>
                  </a:cubicBezTo>
                  <a:lnTo>
                    <a:pt x="12331" y="1028"/>
                  </a:lnTo>
                  <a:cubicBezTo>
                    <a:pt x="11379" y="527"/>
                    <a:pt x="10452" y="201"/>
                    <a:pt x="94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117"/>
            <p:cNvSpPr/>
            <p:nvPr/>
          </p:nvSpPr>
          <p:spPr>
            <a:xfrm>
              <a:off x="-4166500" y="3228450"/>
              <a:ext cx="331500" cy="331500"/>
            </a:xfrm>
            <a:custGeom>
              <a:avLst/>
              <a:gdLst/>
              <a:ahLst/>
              <a:cxnLst/>
              <a:rect l="l" t="t" r="r" b="b"/>
              <a:pathLst>
                <a:path w="13260" h="13260" extrusionOk="0">
                  <a:moveTo>
                    <a:pt x="11480" y="1"/>
                  </a:moveTo>
                  <a:lnTo>
                    <a:pt x="1" y="11480"/>
                  </a:lnTo>
                  <a:cubicBezTo>
                    <a:pt x="627" y="12207"/>
                    <a:pt x="1254" y="12733"/>
                    <a:pt x="1981" y="13259"/>
                  </a:cubicBezTo>
                  <a:lnTo>
                    <a:pt x="13259" y="1981"/>
                  </a:lnTo>
                  <a:cubicBezTo>
                    <a:pt x="12733" y="1254"/>
                    <a:pt x="12206" y="628"/>
                    <a:pt x="114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117"/>
            <p:cNvSpPr/>
            <p:nvPr/>
          </p:nvSpPr>
          <p:spPr>
            <a:xfrm>
              <a:off x="-4239800" y="3157650"/>
              <a:ext cx="456800" cy="454300"/>
            </a:xfrm>
            <a:custGeom>
              <a:avLst/>
              <a:gdLst/>
              <a:ahLst/>
              <a:cxnLst/>
              <a:rect l="l" t="t" r="r" b="b"/>
              <a:pathLst>
                <a:path w="18272" h="18172" extrusionOk="0">
                  <a:moveTo>
                    <a:pt x="9199" y="1780"/>
                  </a:moveTo>
                  <a:cubicBezTo>
                    <a:pt x="10752" y="1780"/>
                    <a:pt x="12331" y="2407"/>
                    <a:pt x="13585" y="3334"/>
                  </a:cubicBezTo>
                  <a:cubicBezTo>
                    <a:pt x="14838" y="4287"/>
                    <a:pt x="15765" y="5640"/>
                    <a:pt x="16191" y="7319"/>
                  </a:cubicBezTo>
                  <a:cubicBezTo>
                    <a:pt x="16291" y="7846"/>
                    <a:pt x="16392" y="8472"/>
                    <a:pt x="16392" y="9099"/>
                  </a:cubicBezTo>
                  <a:cubicBezTo>
                    <a:pt x="16392" y="10653"/>
                    <a:pt x="15890" y="12232"/>
                    <a:pt x="14938" y="13485"/>
                  </a:cubicBezTo>
                  <a:cubicBezTo>
                    <a:pt x="13885" y="14738"/>
                    <a:pt x="12532" y="15665"/>
                    <a:pt x="10978" y="16091"/>
                  </a:cubicBezTo>
                  <a:cubicBezTo>
                    <a:pt x="10351" y="16191"/>
                    <a:pt x="9725" y="16292"/>
                    <a:pt x="9199" y="16292"/>
                  </a:cubicBezTo>
                  <a:cubicBezTo>
                    <a:pt x="7519" y="16292"/>
                    <a:pt x="5965" y="15765"/>
                    <a:pt x="4712" y="14838"/>
                  </a:cubicBezTo>
                  <a:cubicBezTo>
                    <a:pt x="3459" y="13886"/>
                    <a:pt x="2507" y="12532"/>
                    <a:pt x="2106" y="10853"/>
                  </a:cubicBezTo>
                  <a:cubicBezTo>
                    <a:pt x="1980" y="10226"/>
                    <a:pt x="1880" y="9600"/>
                    <a:pt x="1880" y="9099"/>
                  </a:cubicBezTo>
                  <a:cubicBezTo>
                    <a:pt x="1880" y="7419"/>
                    <a:pt x="2407" y="5840"/>
                    <a:pt x="3459" y="4587"/>
                  </a:cubicBezTo>
                  <a:cubicBezTo>
                    <a:pt x="4387" y="3460"/>
                    <a:pt x="5740" y="2507"/>
                    <a:pt x="7319" y="1981"/>
                  </a:cubicBezTo>
                  <a:cubicBezTo>
                    <a:pt x="7945" y="1881"/>
                    <a:pt x="8572" y="1780"/>
                    <a:pt x="9199" y="1780"/>
                  </a:cubicBezTo>
                  <a:close/>
                  <a:moveTo>
                    <a:pt x="9199" y="1"/>
                  </a:moveTo>
                  <a:cubicBezTo>
                    <a:pt x="8372" y="1"/>
                    <a:pt x="7620" y="1"/>
                    <a:pt x="6893" y="201"/>
                  </a:cubicBezTo>
                  <a:cubicBezTo>
                    <a:pt x="4813" y="728"/>
                    <a:pt x="3133" y="1981"/>
                    <a:pt x="1880" y="3560"/>
                  </a:cubicBezTo>
                  <a:cubicBezTo>
                    <a:pt x="727" y="5114"/>
                    <a:pt x="1" y="6993"/>
                    <a:pt x="1" y="9099"/>
                  </a:cubicBezTo>
                  <a:cubicBezTo>
                    <a:pt x="1" y="9825"/>
                    <a:pt x="101" y="10552"/>
                    <a:pt x="326" y="11279"/>
                  </a:cubicBezTo>
                  <a:cubicBezTo>
                    <a:pt x="853" y="13359"/>
                    <a:pt x="2106" y="15039"/>
                    <a:pt x="3660" y="16292"/>
                  </a:cubicBezTo>
                  <a:cubicBezTo>
                    <a:pt x="5239" y="17445"/>
                    <a:pt x="7118" y="18171"/>
                    <a:pt x="9199" y="18171"/>
                  </a:cubicBezTo>
                  <a:cubicBezTo>
                    <a:pt x="9925" y="18171"/>
                    <a:pt x="10652" y="18071"/>
                    <a:pt x="11379" y="17871"/>
                  </a:cubicBezTo>
                  <a:cubicBezTo>
                    <a:pt x="13484" y="17344"/>
                    <a:pt x="15138" y="16191"/>
                    <a:pt x="16392" y="14612"/>
                  </a:cubicBezTo>
                  <a:cubicBezTo>
                    <a:pt x="17544" y="13059"/>
                    <a:pt x="18271" y="11079"/>
                    <a:pt x="18271" y="9099"/>
                  </a:cubicBezTo>
                  <a:cubicBezTo>
                    <a:pt x="18271" y="8347"/>
                    <a:pt x="18171" y="7520"/>
                    <a:pt x="17971" y="6793"/>
                  </a:cubicBezTo>
                  <a:cubicBezTo>
                    <a:pt x="17444" y="4713"/>
                    <a:pt x="16291" y="3033"/>
                    <a:pt x="14737" y="1881"/>
                  </a:cubicBezTo>
                  <a:cubicBezTo>
                    <a:pt x="13159" y="627"/>
                    <a:pt x="11179" y="1"/>
                    <a:pt x="9199" y="1"/>
                  </a:cubicBezTo>
                  <a:close/>
                </a:path>
              </a:pathLst>
            </a:cu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117"/>
            <p:cNvSpPr/>
            <p:nvPr/>
          </p:nvSpPr>
          <p:spPr>
            <a:xfrm>
              <a:off x="-4427775" y="3254150"/>
              <a:ext cx="237500" cy="112175"/>
            </a:xfrm>
            <a:custGeom>
              <a:avLst/>
              <a:gdLst/>
              <a:ahLst/>
              <a:cxnLst/>
              <a:rect l="l" t="t" r="r" b="b"/>
              <a:pathLst>
                <a:path w="9500" h="4487" extrusionOk="0">
                  <a:moveTo>
                    <a:pt x="4813" y="1"/>
                  </a:moveTo>
                  <a:cubicBezTo>
                    <a:pt x="4387" y="1"/>
                    <a:pt x="4086" y="1"/>
                    <a:pt x="3660" y="101"/>
                  </a:cubicBezTo>
                  <a:cubicBezTo>
                    <a:pt x="2607" y="427"/>
                    <a:pt x="1780" y="953"/>
                    <a:pt x="1154" y="1680"/>
                  </a:cubicBezTo>
                  <a:cubicBezTo>
                    <a:pt x="527" y="2407"/>
                    <a:pt x="101" y="3234"/>
                    <a:pt x="1" y="4286"/>
                  </a:cubicBezTo>
                  <a:lnTo>
                    <a:pt x="1880" y="4487"/>
                  </a:lnTo>
                  <a:cubicBezTo>
                    <a:pt x="1880" y="3860"/>
                    <a:pt x="2206" y="3359"/>
                    <a:pt x="2607" y="2933"/>
                  </a:cubicBezTo>
                  <a:cubicBezTo>
                    <a:pt x="2933" y="2407"/>
                    <a:pt x="3459" y="2106"/>
                    <a:pt x="4086" y="1980"/>
                  </a:cubicBezTo>
                  <a:cubicBezTo>
                    <a:pt x="4387" y="1880"/>
                    <a:pt x="4612" y="1880"/>
                    <a:pt x="4813" y="1880"/>
                  </a:cubicBezTo>
                  <a:cubicBezTo>
                    <a:pt x="5540" y="1880"/>
                    <a:pt x="6166" y="2106"/>
                    <a:pt x="6692" y="2507"/>
                  </a:cubicBezTo>
                  <a:cubicBezTo>
                    <a:pt x="7219" y="2833"/>
                    <a:pt x="7520" y="3459"/>
                    <a:pt x="7745" y="4086"/>
                  </a:cubicBezTo>
                  <a:lnTo>
                    <a:pt x="9499" y="3660"/>
                  </a:lnTo>
                  <a:cubicBezTo>
                    <a:pt x="9299" y="2507"/>
                    <a:pt x="8572" y="1680"/>
                    <a:pt x="7745" y="1053"/>
                  </a:cubicBezTo>
                  <a:cubicBezTo>
                    <a:pt x="6993" y="427"/>
                    <a:pt x="5966" y="1"/>
                    <a:pt x="4813" y="1"/>
                  </a:cubicBez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1" name="Google Shape;4161;p117"/>
          <p:cNvGrpSpPr/>
          <p:nvPr/>
        </p:nvGrpSpPr>
        <p:grpSpPr>
          <a:xfrm>
            <a:off x="3850785" y="3717890"/>
            <a:ext cx="929086" cy="584445"/>
            <a:chOff x="-2101325" y="2739725"/>
            <a:chExt cx="1315825" cy="827725"/>
          </a:xfrm>
        </p:grpSpPr>
        <p:sp>
          <p:nvSpPr>
            <p:cNvPr id="4162" name="Google Shape;4162;p117"/>
            <p:cNvSpPr/>
            <p:nvPr/>
          </p:nvSpPr>
          <p:spPr>
            <a:xfrm>
              <a:off x="-1699675" y="2857525"/>
              <a:ext cx="256275" cy="26350"/>
            </a:xfrm>
            <a:custGeom>
              <a:avLst/>
              <a:gdLst/>
              <a:ahLst/>
              <a:cxnLst/>
              <a:rect l="l" t="t" r="r" b="b"/>
              <a:pathLst>
                <a:path w="10251" h="1054" extrusionOk="0">
                  <a:moveTo>
                    <a:pt x="0" y="1"/>
                  </a:moveTo>
                  <a:lnTo>
                    <a:pt x="952" y="1053"/>
                  </a:lnTo>
                  <a:lnTo>
                    <a:pt x="10251" y="1053"/>
                  </a:lnTo>
                  <a:lnTo>
                    <a:pt x="9098" y="1"/>
                  </a:lnTo>
                  <a:close/>
                </a:path>
              </a:pathLst>
            </a:custGeom>
            <a:solidFill>
              <a:srgbClr val="143A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117"/>
            <p:cNvSpPr/>
            <p:nvPr/>
          </p:nvSpPr>
          <p:spPr>
            <a:xfrm>
              <a:off x="-1668350" y="2891375"/>
              <a:ext cx="269450" cy="33850"/>
            </a:xfrm>
            <a:custGeom>
              <a:avLst/>
              <a:gdLst/>
              <a:ahLst/>
              <a:cxnLst/>
              <a:rect l="l" t="t" r="r" b="b"/>
              <a:pathLst>
                <a:path w="10778" h="1354" extrusionOk="0">
                  <a:moveTo>
                    <a:pt x="0" y="0"/>
                  </a:moveTo>
                  <a:lnTo>
                    <a:pt x="1253" y="1354"/>
                  </a:lnTo>
                  <a:lnTo>
                    <a:pt x="10777" y="1354"/>
                  </a:lnTo>
                  <a:lnTo>
                    <a:pt x="9399" y="0"/>
                  </a:lnTo>
                  <a:close/>
                </a:path>
              </a:pathLst>
            </a:custGeom>
            <a:solidFill>
              <a:srgbClr val="143A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117"/>
            <p:cNvSpPr/>
            <p:nvPr/>
          </p:nvSpPr>
          <p:spPr>
            <a:xfrm>
              <a:off x="-1736025" y="2815550"/>
              <a:ext cx="255675" cy="31350"/>
            </a:xfrm>
            <a:custGeom>
              <a:avLst/>
              <a:gdLst/>
              <a:ahLst/>
              <a:cxnLst/>
              <a:rect l="l" t="t" r="r" b="b"/>
              <a:pathLst>
                <a:path w="10227" h="1254" extrusionOk="0">
                  <a:moveTo>
                    <a:pt x="0" y="1"/>
                  </a:moveTo>
                  <a:lnTo>
                    <a:pt x="1153" y="1254"/>
                  </a:lnTo>
                  <a:lnTo>
                    <a:pt x="10226" y="1254"/>
                  </a:lnTo>
                  <a:lnTo>
                    <a:pt x="8873" y="1"/>
                  </a:lnTo>
                  <a:close/>
                </a:path>
              </a:pathLst>
            </a:custGeom>
            <a:solidFill>
              <a:srgbClr val="143A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117"/>
            <p:cNvSpPr/>
            <p:nvPr/>
          </p:nvSpPr>
          <p:spPr>
            <a:xfrm>
              <a:off x="-2101325" y="2929450"/>
              <a:ext cx="477475" cy="463200"/>
            </a:xfrm>
            <a:custGeom>
              <a:avLst/>
              <a:gdLst/>
              <a:ahLst/>
              <a:cxnLst/>
              <a:rect l="l" t="t" r="r" b="b"/>
              <a:pathLst>
                <a:path w="19099" h="18528" extrusionOk="0">
                  <a:moveTo>
                    <a:pt x="10152" y="0"/>
                  </a:moveTo>
                  <a:cubicBezTo>
                    <a:pt x="9224" y="0"/>
                    <a:pt x="8063" y="140"/>
                    <a:pt x="6668" y="557"/>
                  </a:cubicBezTo>
                  <a:cubicBezTo>
                    <a:pt x="1881" y="2036"/>
                    <a:pt x="1" y="9229"/>
                    <a:pt x="6367" y="13615"/>
                  </a:cubicBezTo>
                  <a:cubicBezTo>
                    <a:pt x="12833" y="18001"/>
                    <a:pt x="19099" y="18527"/>
                    <a:pt x="19099" y="18527"/>
                  </a:cubicBezTo>
                  <a:lnTo>
                    <a:pt x="13886" y="11535"/>
                  </a:lnTo>
                  <a:cubicBezTo>
                    <a:pt x="13886" y="11535"/>
                    <a:pt x="10653" y="11535"/>
                    <a:pt x="8146" y="9229"/>
                  </a:cubicBezTo>
                  <a:cubicBezTo>
                    <a:pt x="5990" y="7267"/>
                    <a:pt x="5522" y="4043"/>
                    <a:pt x="7508" y="4043"/>
                  </a:cubicBezTo>
                  <a:cubicBezTo>
                    <a:pt x="7831" y="4043"/>
                    <a:pt x="8218" y="4128"/>
                    <a:pt x="8673" y="4317"/>
                  </a:cubicBezTo>
                  <a:cubicBezTo>
                    <a:pt x="11906" y="5570"/>
                    <a:pt x="14612" y="10282"/>
                    <a:pt x="14612" y="10282"/>
                  </a:cubicBezTo>
                  <a:lnTo>
                    <a:pt x="12933" y="557"/>
                  </a:lnTo>
                  <a:cubicBezTo>
                    <a:pt x="12933" y="557"/>
                    <a:pt x="12009" y="0"/>
                    <a:pt x="10152" y="0"/>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117"/>
            <p:cNvSpPr/>
            <p:nvPr/>
          </p:nvSpPr>
          <p:spPr>
            <a:xfrm>
              <a:off x="-1819350" y="2865050"/>
              <a:ext cx="1033850" cy="702400"/>
            </a:xfrm>
            <a:custGeom>
              <a:avLst/>
              <a:gdLst/>
              <a:ahLst/>
              <a:cxnLst/>
              <a:rect l="l" t="t" r="r" b="b"/>
              <a:pathLst>
                <a:path w="41354" h="28096" extrusionOk="0">
                  <a:moveTo>
                    <a:pt x="0" y="1"/>
                  </a:moveTo>
                  <a:lnTo>
                    <a:pt x="1980" y="12657"/>
                  </a:lnTo>
                  <a:cubicBezTo>
                    <a:pt x="3434" y="21529"/>
                    <a:pt x="11178" y="28096"/>
                    <a:pt x="20151" y="28096"/>
                  </a:cubicBezTo>
                  <a:lnTo>
                    <a:pt x="21203" y="28096"/>
                  </a:lnTo>
                  <a:cubicBezTo>
                    <a:pt x="30276" y="28096"/>
                    <a:pt x="37895" y="21529"/>
                    <a:pt x="39374" y="12657"/>
                  </a:cubicBezTo>
                  <a:lnTo>
                    <a:pt x="41354" y="1"/>
                  </a:ln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117"/>
            <p:cNvSpPr/>
            <p:nvPr/>
          </p:nvSpPr>
          <p:spPr>
            <a:xfrm>
              <a:off x="-1819350" y="2739725"/>
              <a:ext cx="1033850" cy="250675"/>
            </a:xfrm>
            <a:custGeom>
              <a:avLst/>
              <a:gdLst/>
              <a:ahLst/>
              <a:cxnLst/>
              <a:rect l="l" t="t" r="r" b="b"/>
              <a:pathLst>
                <a:path w="41354" h="10027" extrusionOk="0">
                  <a:moveTo>
                    <a:pt x="20677" y="1"/>
                  </a:moveTo>
                  <a:cubicBezTo>
                    <a:pt x="9298" y="1"/>
                    <a:pt x="0" y="2207"/>
                    <a:pt x="0" y="5014"/>
                  </a:cubicBezTo>
                  <a:cubicBezTo>
                    <a:pt x="0" y="7846"/>
                    <a:pt x="9298" y="10026"/>
                    <a:pt x="20677" y="10026"/>
                  </a:cubicBezTo>
                  <a:cubicBezTo>
                    <a:pt x="32156" y="10026"/>
                    <a:pt x="41354" y="7846"/>
                    <a:pt x="41354" y="5014"/>
                  </a:cubicBezTo>
                  <a:cubicBezTo>
                    <a:pt x="41354" y="2207"/>
                    <a:pt x="32156" y="1"/>
                    <a:pt x="20677" y="1"/>
                  </a:cubicBezTo>
                  <a:close/>
                </a:path>
              </a:pathLst>
            </a:custGeom>
            <a:solidFill>
              <a:schemeClr val="accent4"/>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117"/>
            <p:cNvSpPr/>
            <p:nvPr/>
          </p:nvSpPr>
          <p:spPr>
            <a:xfrm>
              <a:off x="-1769850" y="2758525"/>
              <a:ext cx="934850" cy="203675"/>
            </a:xfrm>
            <a:custGeom>
              <a:avLst/>
              <a:gdLst/>
              <a:ahLst/>
              <a:cxnLst/>
              <a:rect l="l" t="t" r="r" b="b"/>
              <a:pathLst>
                <a:path w="37394" h="8147" extrusionOk="0">
                  <a:moveTo>
                    <a:pt x="18697" y="1"/>
                  </a:moveTo>
                  <a:cubicBezTo>
                    <a:pt x="8346" y="1"/>
                    <a:pt x="0" y="1881"/>
                    <a:pt x="0" y="4061"/>
                  </a:cubicBezTo>
                  <a:cubicBezTo>
                    <a:pt x="0" y="6267"/>
                    <a:pt x="8346" y="8146"/>
                    <a:pt x="18697" y="8146"/>
                  </a:cubicBezTo>
                  <a:cubicBezTo>
                    <a:pt x="29023" y="8146"/>
                    <a:pt x="37394" y="6267"/>
                    <a:pt x="37394" y="4061"/>
                  </a:cubicBezTo>
                  <a:cubicBezTo>
                    <a:pt x="37394" y="1881"/>
                    <a:pt x="29023" y="1"/>
                    <a:pt x="18697" y="1"/>
                  </a:cubicBezTo>
                  <a:close/>
                </a:path>
              </a:pathLst>
            </a:custGeom>
            <a:solidFill>
              <a:schemeClr val="accent5"/>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117"/>
            <p:cNvSpPr/>
            <p:nvPr/>
          </p:nvSpPr>
          <p:spPr>
            <a:xfrm>
              <a:off x="-1657700" y="2878200"/>
              <a:ext cx="709925" cy="84000"/>
            </a:xfrm>
            <a:custGeom>
              <a:avLst/>
              <a:gdLst/>
              <a:ahLst/>
              <a:cxnLst/>
              <a:rect l="l" t="t" r="r" b="b"/>
              <a:pathLst>
                <a:path w="28397" h="3360" extrusionOk="0">
                  <a:moveTo>
                    <a:pt x="14211" y="1"/>
                  </a:moveTo>
                  <a:cubicBezTo>
                    <a:pt x="8246" y="1"/>
                    <a:pt x="2933" y="728"/>
                    <a:pt x="0" y="1881"/>
                  </a:cubicBezTo>
                  <a:cubicBezTo>
                    <a:pt x="3459" y="2733"/>
                    <a:pt x="8572" y="3359"/>
                    <a:pt x="14211" y="3359"/>
                  </a:cubicBezTo>
                  <a:cubicBezTo>
                    <a:pt x="19850" y="3359"/>
                    <a:pt x="24963" y="2733"/>
                    <a:pt x="28396" y="1881"/>
                  </a:cubicBezTo>
                  <a:cubicBezTo>
                    <a:pt x="25489" y="728"/>
                    <a:pt x="20251" y="1"/>
                    <a:pt x="142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117"/>
            <p:cNvSpPr/>
            <p:nvPr/>
          </p:nvSpPr>
          <p:spPr>
            <a:xfrm>
              <a:off x="-1574375" y="2907025"/>
              <a:ext cx="52650" cy="20700"/>
            </a:xfrm>
            <a:custGeom>
              <a:avLst/>
              <a:gdLst/>
              <a:ahLst/>
              <a:cxnLst/>
              <a:rect l="l" t="t" r="r" b="b"/>
              <a:pathLst>
                <a:path w="2106" h="828" extrusionOk="0">
                  <a:moveTo>
                    <a:pt x="1053" y="1"/>
                  </a:moveTo>
                  <a:cubicBezTo>
                    <a:pt x="527" y="1"/>
                    <a:pt x="1" y="201"/>
                    <a:pt x="1" y="427"/>
                  </a:cubicBezTo>
                  <a:cubicBezTo>
                    <a:pt x="1" y="627"/>
                    <a:pt x="527" y="828"/>
                    <a:pt x="1053" y="828"/>
                  </a:cubicBezTo>
                  <a:cubicBezTo>
                    <a:pt x="1680" y="828"/>
                    <a:pt x="2106" y="627"/>
                    <a:pt x="2106" y="427"/>
                  </a:cubicBezTo>
                  <a:cubicBezTo>
                    <a:pt x="2106" y="201"/>
                    <a:pt x="1680" y="1"/>
                    <a:pt x="1053" y="1"/>
                  </a:cubicBezTo>
                  <a:close/>
                </a:path>
              </a:pathLst>
            </a:custGeom>
            <a:solidFill>
              <a:srgbClr val="A167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117"/>
            <p:cNvSpPr/>
            <p:nvPr/>
          </p:nvSpPr>
          <p:spPr>
            <a:xfrm>
              <a:off x="-1579375" y="2899500"/>
              <a:ext cx="60175" cy="28225"/>
            </a:xfrm>
            <a:custGeom>
              <a:avLst/>
              <a:gdLst/>
              <a:ahLst/>
              <a:cxnLst/>
              <a:rect l="l" t="t" r="r" b="b"/>
              <a:pathLst>
                <a:path w="2407" h="1129" extrusionOk="0">
                  <a:moveTo>
                    <a:pt x="1253" y="1"/>
                  </a:moveTo>
                  <a:cubicBezTo>
                    <a:pt x="526" y="1"/>
                    <a:pt x="201" y="402"/>
                    <a:pt x="100" y="728"/>
                  </a:cubicBezTo>
                  <a:cubicBezTo>
                    <a:pt x="100" y="728"/>
                    <a:pt x="0" y="1129"/>
                    <a:pt x="1153" y="1129"/>
                  </a:cubicBezTo>
                  <a:cubicBezTo>
                    <a:pt x="627" y="1129"/>
                    <a:pt x="201" y="928"/>
                    <a:pt x="201" y="728"/>
                  </a:cubicBezTo>
                  <a:cubicBezTo>
                    <a:pt x="201" y="628"/>
                    <a:pt x="426" y="502"/>
                    <a:pt x="727" y="402"/>
                  </a:cubicBezTo>
                  <a:lnTo>
                    <a:pt x="727" y="302"/>
                  </a:lnTo>
                  <a:cubicBezTo>
                    <a:pt x="727" y="302"/>
                    <a:pt x="827" y="201"/>
                    <a:pt x="953" y="201"/>
                  </a:cubicBezTo>
                  <a:cubicBezTo>
                    <a:pt x="1153" y="201"/>
                    <a:pt x="1253" y="302"/>
                    <a:pt x="1253" y="302"/>
                  </a:cubicBezTo>
                  <a:cubicBezTo>
                    <a:pt x="1880" y="302"/>
                    <a:pt x="2306" y="502"/>
                    <a:pt x="2306" y="728"/>
                  </a:cubicBezTo>
                  <a:cubicBezTo>
                    <a:pt x="2306" y="928"/>
                    <a:pt x="1880" y="1129"/>
                    <a:pt x="1253" y="1129"/>
                  </a:cubicBezTo>
                  <a:lnTo>
                    <a:pt x="1354" y="1129"/>
                  </a:lnTo>
                  <a:cubicBezTo>
                    <a:pt x="2406" y="1129"/>
                    <a:pt x="2406" y="728"/>
                    <a:pt x="2406" y="728"/>
                  </a:cubicBezTo>
                  <a:cubicBezTo>
                    <a:pt x="2406" y="728"/>
                    <a:pt x="2306" y="201"/>
                    <a:pt x="1454" y="101"/>
                  </a:cubicBezTo>
                  <a:cubicBezTo>
                    <a:pt x="1354" y="101"/>
                    <a:pt x="1253" y="1"/>
                    <a:pt x="1253" y="1"/>
                  </a:cubicBezTo>
                  <a:close/>
                </a:path>
              </a:pathLst>
            </a:custGeom>
            <a:solidFill>
              <a:schemeClr val="accent2">
                <a:alpha val="536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117"/>
            <p:cNvSpPr/>
            <p:nvPr/>
          </p:nvSpPr>
          <p:spPr>
            <a:xfrm>
              <a:off x="-1574375" y="2907025"/>
              <a:ext cx="52650" cy="20700"/>
            </a:xfrm>
            <a:custGeom>
              <a:avLst/>
              <a:gdLst/>
              <a:ahLst/>
              <a:cxnLst/>
              <a:rect l="l" t="t" r="r" b="b"/>
              <a:pathLst>
                <a:path w="2106" h="828" extrusionOk="0">
                  <a:moveTo>
                    <a:pt x="1053" y="1"/>
                  </a:moveTo>
                  <a:cubicBezTo>
                    <a:pt x="1053" y="101"/>
                    <a:pt x="953" y="201"/>
                    <a:pt x="753" y="201"/>
                  </a:cubicBezTo>
                  <a:cubicBezTo>
                    <a:pt x="627" y="201"/>
                    <a:pt x="527" y="201"/>
                    <a:pt x="527" y="101"/>
                  </a:cubicBezTo>
                  <a:cubicBezTo>
                    <a:pt x="226" y="201"/>
                    <a:pt x="1" y="327"/>
                    <a:pt x="1" y="427"/>
                  </a:cubicBezTo>
                  <a:cubicBezTo>
                    <a:pt x="1" y="627"/>
                    <a:pt x="427" y="828"/>
                    <a:pt x="953" y="828"/>
                  </a:cubicBezTo>
                  <a:lnTo>
                    <a:pt x="1053" y="828"/>
                  </a:lnTo>
                  <a:cubicBezTo>
                    <a:pt x="1680" y="828"/>
                    <a:pt x="2106" y="627"/>
                    <a:pt x="2106" y="427"/>
                  </a:cubicBezTo>
                  <a:cubicBezTo>
                    <a:pt x="2106" y="201"/>
                    <a:pt x="1680" y="1"/>
                    <a:pt x="1053" y="1"/>
                  </a:cubicBezTo>
                  <a:close/>
                </a:path>
              </a:pathLst>
            </a:custGeom>
            <a:solidFill>
              <a:schemeClr val="dk2">
                <a:alpha val="178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117"/>
            <p:cNvSpPr/>
            <p:nvPr/>
          </p:nvSpPr>
          <p:spPr>
            <a:xfrm>
              <a:off x="-1561225" y="2904525"/>
              <a:ext cx="13200" cy="5025"/>
            </a:xfrm>
            <a:custGeom>
              <a:avLst/>
              <a:gdLst/>
              <a:ahLst/>
              <a:cxnLst/>
              <a:rect l="l" t="t" r="r" b="b"/>
              <a:pathLst>
                <a:path w="528" h="201" extrusionOk="0">
                  <a:moveTo>
                    <a:pt x="227" y="0"/>
                  </a:moveTo>
                  <a:cubicBezTo>
                    <a:pt x="101" y="0"/>
                    <a:pt x="1" y="101"/>
                    <a:pt x="1" y="101"/>
                  </a:cubicBezTo>
                  <a:lnTo>
                    <a:pt x="1" y="201"/>
                  </a:lnTo>
                  <a:cubicBezTo>
                    <a:pt x="101" y="201"/>
                    <a:pt x="327" y="101"/>
                    <a:pt x="527" y="101"/>
                  </a:cubicBezTo>
                  <a:cubicBezTo>
                    <a:pt x="527" y="101"/>
                    <a:pt x="427" y="0"/>
                    <a:pt x="227" y="0"/>
                  </a:cubicBezTo>
                  <a:close/>
                </a:path>
              </a:pathLst>
            </a:custGeom>
            <a:solidFill>
              <a:srgbClr val="F0C8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117"/>
            <p:cNvSpPr/>
            <p:nvPr/>
          </p:nvSpPr>
          <p:spPr>
            <a:xfrm>
              <a:off x="-1561225" y="2907025"/>
              <a:ext cx="13200" cy="5050"/>
            </a:xfrm>
            <a:custGeom>
              <a:avLst/>
              <a:gdLst/>
              <a:ahLst/>
              <a:cxnLst/>
              <a:rect l="l" t="t" r="r" b="b"/>
              <a:pathLst>
                <a:path w="528" h="202" extrusionOk="0">
                  <a:moveTo>
                    <a:pt x="527" y="1"/>
                  </a:moveTo>
                  <a:cubicBezTo>
                    <a:pt x="327" y="1"/>
                    <a:pt x="101" y="101"/>
                    <a:pt x="1" y="101"/>
                  </a:cubicBezTo>
                  <a:cubicBezTo>
                    <a:pt x="1" y="201"/>
                    <a:pt x="101" y="201"/>
                    <a:pt x="227" y="201"/>
                  </a:cubicBezTo>
                  <a:cubicBezTo>
                    <a:pt x="427" y="201"/>
                    <a:pt x="527" y="101"/>
                    <a:pt x="527" y="1"/>
                  </a:cubicBezTo>
                  <a:close/>
                </a:path>
              </a:pathLst>
            </a:custGeom>
            <a:solidFill>
              <a:srgbClr val="FFFFFF">
                <a:alpha val="402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117"/>
            <p:cNvSpPr/>
            <p:nvPr/>
          </p:nvSpPr>
          <p:spPr>
            <a:xfrm>
              <a:off x="-1482900" y="2938350"/>
              <a:ext cx="33875" cy="10675"/>
            </a:xfrm>
            <a:custGeom>
              <a:avLst/>
              <a:gdLst/>
              <a:ahLst/>
              <a:cxnLst/>
              <a:rect l="l" t="t" r="r" b="b"/>
              <a:pathLst>
                <a:path w="1355" h="427" extrusionOk="0">
                  <a:moveTo>
                    <a:pt x="728" y="1"/>
                  </a:moveTo>
                  <a:cubicBezTo>
                    <a:pt x="327" y="1"/>
                    <a:pt x="1" y="101"/>
                    <a:pt x="1" y="201"/>
                  </a:cubicBezTo>
                  <a:cubicBezTo>
                    <a:pt x="1" y="327"/>
                    <a:pt x="327" y="427"/>
                    <a:pt x="728" y="427"/>
                  </a:cubicBezTo>
                  <a:cubicBezTo>
                    <a:pt x="1053" y="427"/>
                    <a:pt x="1354" y="327"/>
                    <a:pt x="1354" y="201"/>
                  </a:cubicBezTo>
                  <a:cubicBezTo>
                    <a:pt x="1354" y="101"/>
                    <a:pt x="1053" y="1"/>
                    <a:pt x="728" y="1"/>
                  </a:cubicBezTo>
                  <a:close/>
                </a:path>
              </a:pathLst>
            </a:custGeom>
            <a:solidFill>
              <a:srgbClr val="A167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117"/>
            <p:cNvSpPr/>
            <p:nvPr/>
          </p:nvSpPr>
          <p:spPr>
            <a:xfrm>
              <a:off x="-1485400" y="2933350"/>
              <a:ext cx="39500" cy="15675"/>
            </a:xfrm>
            <a:custGeom>
              <a:avLst/>
              <a:gdLst/>
              <a:ahLst/>
              <a:cxnLst/>
              <a:rect l="l" t="t" r="r" b="b"/>
              <a:pathLst>
                <a:path w="1580" h="627" extrusionOk="0">
                  <a:moveTo>
                    <a:pt x="101" y="401"/>
                  </a:moveTo>
                  <a:cubicBezTo>
                    <a:pt x="101" y="402"/>
                    <a:pt x="1" y="627"/>
                    <a:pt x="727" y="627"/>
                  </a:cubicBezTo>
                  <a:cubicBezTo>
                    <a:pt x="427" y="627"/>
                    <a:pt x="101" y="527"/>
                    <a:pt x="101" y="401"/>
                  </a:cubicBezTo>
                  <a:close/>
                  <a:moveTo>
                    <a:pt x="727" y="0"/>
                  </a:moveTo>
                  <a:cubicBezTo>
                    <a:pt x="326" y="0"/>
                    <a:pt x="101" y="201"/>
                    <a:pt x="101" y="401"/>
                  </a:cubicBezTo>
                  <a:cubicBezTo>
                    <a:pt x="101" y="301"/>
                    <a:pt x="201" y="201"/>
                    <a:pt x="427" y="201"/>
                  </a:cubicBezTo>
                  <a:cubicBezTo>
                    <a:pt x="427" y="101"/>
                    <a:pt x="527" y="101"/>
                    <a:pt x="627" y="101"/>
                  </a:cubicBezTo>
                  <a:cubicBezTo>
                    <a:pt x="727" y="101"/>
                    <a:pt x="828" y="101"/>
                    <a:pt x="828" y="201"/>
                  </a:cubicBezTo>
                  <a:cubicBezTo>
                    <a:pt x="1153" y="201"/>
                    <a:pt x="1454" y="301"/>
                    <a:pt x="1454" y="401"/>
                  </a:cubicBezTo>
                  <a:cubicBezTo>
                    <a:pt x="1454" y="527"/>
                    <a:pt x="1153" y="627"/>
                    <a:pt x="828" y="627"/>
                  </a:cubicBezTo>
                  <a:cubicBezTo>
                    <a:pt x="1580" y="627"/>
                    <a:pt x="1580" y="401"/>
                    <a:pt x="1580" y="401"/>
                  </a:cubicBezTo>
                  <a:cubicBezTo>
                    <a:pt x="1580" y="401"/>
                    <a:pt x="1454" y="101"/>
                    <a:pt x="953" y="0"/>
                  </a:cubicBezTo>
                  <a:close/>
                </a:path>
              </a:pathLst>
            </a:custGeom>
            <a:solidFill>
              <a:schemeClr val="accent2">
                <a:alpha val="536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117"/>
            <p:cNvSpPr/>
            <p:nvPr/>
          </p:nvSpPr>
          <p:spPr>
            <a:xfrm>
              <a:off x="-1482900" y="2938350"/>
              <a:ext cx="33875" cy="10675"/>
            </a:xfrm>
            <a:custGeom>
              <a:avLst/>
              <a:gdLst/>
              <a:ahLst/>
              <a:cxnLst/>
              <a:rect l="l" t="t" r="r" b="b"/>
              <a:pathLst>
                <a:path w="1355" h="427" extrusionOk="0">
                  <a:moveTo>
                    <a:pt x="327" y="1"/>
                  </a:moveTo>
                  <a:cubicBezTo>
                    <a:pt x="101" y="1"/>
                    <a:pt x="1" y="101"/>
                    <a:pt x="1" y="201"/>
                  </a:cubicBezTo>
                  <a:cubicBezTo>
                    <a:pt x="1" y="327"/>
                    <a:pt x="327" y="427"/>
                    <a:pt x="627" y="427"/>
                  </a:cubicBezTo>
                  <a:lnTo>
                    <a:pt x="728" y="427"/>
                  </a:lnTo>
                  <a:cubicBezTo>
                    <a:pt x="1053" y="427"/>
                    <a:pt x="1354" y="327"/>
                    <a:pt x="1354" y="201"/>
                  </a:cubicBezTo>
                  <a:cubicBezTo>
                    <a:pt x="1354" y="101"/>
                    <a:pt x="1053" y="1"/>
                    <a:pt x="728" y="1"/>
                  </a:cubicBezTo>
                  <a:close/>
                </a:path>
              </a:pathLst>
            </a:custGeom>
            <a:solidFill>
              <a:schemeClr val="dk2">
                <a:alpha val="178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117"/>
            <p:cNvSpPr/>
            <p:nvPr/>
          </p:nvSpPr>
          <p:spPr>
            <a:xfrm>
              <a:off x="-1474750" y="2935850"/>
              <a:ext cx="10050" cy="2525"/>
            </a:xfrm>
            <a:custGeom>
              <a:avLst/>
              <a:gdLst/>
              <a:ahLst/>
              <a:cxnLst/>
              <a:rect l="l" t="t" r="r" b="b"/>
              <a:pathLst>
                <a:path w="402" h="101" extrusionOk="0">
                  <a:moveTo>
                    <a:pt x="201" y="1"/>
                  </a:moveTo>
                  <a:cubicBezTo>
                    <a:pt x="101" y="1"/>
                    <a:pt x="1" y="1"/>
                    <a:pt x="1" y="101"/>
                  </a:cubicBezTo>
                  <a:lnTo>
                    <a:pt x="402" y="101"/>
                  </a:lnTo>
                  <a:cubicBezTo>
                    <a:pt x="402" y="1"/>
                    <a:pt x="301" y="1"/>
                    <a:pt x="201" y="1"/>
                  </a:cubicBezTo>
                  <a:close/>
                </a:path>
              </a:pathLst>
            </a:custGeom>
            <a:solidFill>
              <a:srgbClr val="F0C8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117"/>
            <p:cNvSpPr/>
            <p:nvPr/>
          </p:nvSpPr>
          <p:spPr>
            <a:xfrm>
              <a:off x="-1474750" y="2938350"/>
              <a:ext cx="10050" cy="25"/>
            </a:xfrm>
            <a:custGeom>
              <a:avLst/>
              <a:gdLst/>
              <a:ahLst/>
              <a:cxnLst/>
              <a:rect l="l" t="t" r="r" b="b"/>
              <a:pathLst>
                <a:path w="402" h="1" extrusionOk="0">
                  <a:moveTo>
                    <a:pt x="402" y="1"/>
                  </a:moveTo>
                  <a:lnTo>
                    <a:pt x="1" y="1"/>
                  </a:lnTo>
                  <a:lnTo>
                    <a:pt x="201" y="1"/>
                  </a:lnTo>
                  <a:close/>
                </a:path>
              </a:pathLst>
            </a:custGeom>
            <a:solidFill>
              <a:srgbClr val="FFFFFF">
                <a:alpha val="402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117"/>
            <p:cNvSpPr/>
            <p:nvPr/>
          </p:nvSpPr>
          <p:spPr>
            <a:xfrm>
              <a:off x="-1383275" y="2896375"/>
              <a:ext cx="23225" cy="10675"/>
            </a:xfrm>
            <a:custGeom>
              <a:avLst/>
              <a:gdLst/>
              <a:ahLst/>
              <a:cxnLst/>
              <a:rect l="l" t="t" r="r" b="b"/>
              <a:pathLst>
                <a:path w="929" h="427" extrusionOk="0">
                  <a:moveTo>
                    <a:pt x="402" y="1"/>
                  </a:moveTo>
                  <a:cubicBezTo>
                    <a:pt x="201" y="1"/>
                    <a:pt x="1" y="126"/>
                    <a:pt x="1" y="226"/>
                  </a:cubicBezTo>
                  <a:cubicBezTo>
                    <a:pt x="1" y="326"/>
                    <a:pt x="201" y="427"/>
                    <a:pt x="402" y="427"/>
                  </a:cubicBezTo>
                  <a:cubicBezTo>
                    <a:pt x="728" y="427"/>
                    <a:pt x="928" y="326"/>
                    <a:pt x="928" y="226"/>
                  </a:cubicBezTo>
                  <a:cubicBezTo>
                    <a:pt x="928" y="126"/>
                    <a:pt x="728" y="1"/>
                    <a:pt x="402" y="1"/>
                  </a:cubicBezTo>
                  <a:close/>
                </a:path>
              </a:pathLst>
            </a:custGeom>
            <a:solidFill>
              <a:srgbClr val="A167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117"/>
            <p:cNvSpPr/>
            <p:nvPr/>
          </p:nvSpPr>
          <p:spPr>
            <a:xfrm>
              <a:off x="-1386400" y="2893875"/>
              <a:ext cx="26350" cy="13175"/>
            </a:xfrm>
            <a:custGeom>
              <a:avLst/>
              <a:gdLst/>
              <a:ahLst/>
              <a:cxnLst/>
              <a:rect l="l" t="t" r="r" b="b"/>
              <a:pathLst>
                <a:path w="1054" h="527" extrusionOk="0">
                  <a:moveTo>
                    <a:pt x="427" y="0"/>
                  </a:moveTo>
                  <a:cubicBezTo>
                    <a:pt x="390" y="0"/>
                    <a:pt x="366" y="14"/>
                    <a:pt x="351" y="31"/>
                  </a:cubicBezTo>
                  <a:lnTo>
                    <a:pt x="351" y="31"/>
                  </a:lnTo>
                  <a:cubicBezTo>
                    <a:pt x="383" y="19"/>
                    <a:pt x="419" y="9"/>
                    <a:pt x="459" y="5"/>
                  </a:cubicBezTo>
                  <a:lnTo>
                    <a:pt x="459" y="5"/>
                  </a:lnTo>
                  <a:cubicBezTo>
                    <a:pt x="449" y="2"/>
                    <a:pt x="439" y="0"/>
                    <a:pt x="427" y="0"/>
                  </a:cubicBezTo>
                  <a:close/>
                  <a:moveTo>
                    <a:pt x="527" y="0"/>
                  </a:moveTo>
                  <a:cubicBezTo>
                    <a:pt x="503" y="0"/>
                    <a:pt x="480" y="2"/>
                    <a:pt x="459" y="5"/>
                  </a:cubicBezTo>
                  <a:lnTo>
                    <a:pt x="459" y="5"/>
                  </a:lnTo>
                  <a:cubicBezTo>
                    <a:pt x="527" y="23"/>
                    <a:pt x="527" y="101"/>
                    <a:pt x="527" y="101"/>
                  </a:cubicBezTo>
                  <a:cubicBezTo>
                    <a:pt x="778" y="101"/>
                    <a:pt x="954" y="175"/>
                    <a:pt x="1022" y="255"/>
                  </a:cubicBezTo>
                  <a:lnTo>
                    <a:pt x="1022" y="255"/>
                  </a:lnTo>
                  <a:cubicBezTo>
                    <a:pt x="972" y="159"/>
                    <a:pt x="854" y="0"/>
                    <a:pt x="627" y="0"/>
                  </a:cubicBezTo>
                  <a:close/>
                  <a:moveTo>
                    <a:pt x="351" y="31"/>
                  </a:moveTo>
                  <a:lnTo>
                    <a:pt x="351" y="31"/>
                  </a:lnTo>
                  <a:cubicBezTo>
                    <a:pt x="186" y="97"/>
                    <a:pt x="126" y="249"/>
                    <a:pt x="126" y="326"/>
                  </a:cubicBezTo>
                  <a:cubicBezTo>
                    <a:pt x="126" y="326"/>
                    <a:pt x="226" y="226"/>
                    <a:pt x="326" y="101"/>
                  </a:cubicBezTo>
                  <a:cubicBezTo>
                    <a:pt x="326" y="101"/>
                    <a:pt x="326" y="61"/>
                    <a:pt x="351" y="31"/>
                  </a:cubicBezTo>
                  <a:close/>
                  <a:moveTo>
                    <a:pt x="1022" y="255"/>
                  </a:moveTo>
                  <a:cubicBezTo>
                    <a:pt x="1044" y="296"/>
                    <a:pt x="1053" y="326"/>
                    <a:pt x="1053" y="326"/>
                  </a:cubicBezTo>
                  <a:cubicBezTo>
                    <a:pt x="1053" y="303"/>
                    <a:pt x="1042" y="279"/>
                    <a:pt x="1022" y="255"/>
                  </a:cubicBezTo>
                  <a:close/>
                  <a:moveTo>
                    <a:pt x="1053" y="326"/>
                  </a:moveTo>
                  <a:cubicBezTo>
                    <a:pt x="1053" y="327"/>
                    <a:pt x="1053" y="360"/>
                    <a:pt x="1017" y="400"/>
                  </a:cubicBezTo>
                  <a:lnTo>
                    <a:pt x="1017" y="400"/>
                  </a:lnTo>
                  <a:cubicBezTo>
                    <a:pt x="1041" y="376"/>
                    <a:pt x="1053" y="351"/>
                    <a:pt x="1053" y="326"/>
                  </a:cubicBezTo>
                  <a:close/>
                  <a:moveTo>
                    <a:pt x="126" y="326"/>
                  </a:moveTo>
                  <a:cubicBezTo>
                    <a:pt x="126" y="326"/>
                    <a:pt x="1" y="527"/>
                    <a:pt x="527" y="527"/>
                  </a:cubicBezTo>
                  <a:cubicBezTo>
                    <a:pt x="326" y="527"/>
                    <a:pt x="126" y="426"/>
                    <a:pt x="126" y="326"/>
                  </a:cubicBezTo>
                  <a:close/>
                  <a:moveTo>
                    <a:pt x="1017" y="400"/>
                  </a:moveTo>
                  <a:cubicBezTo>
                    <a:pt x="945" y="470"/>
                    <a:pt x="771" y="527"/>
                    <a:pt x="527" y="527"/>
                  </a:cubicBezTo>
                  <a:cubicBezTo>
                    <a:pt x="837" y="527"/>
                    <a:pt x="965" y="457"/>
                    <a:pt x="1017" y="400"/>
                  </a:cubicBezTo>
                  <a:close/>
                </a:path>
              </a:pathLst>
            </a:custGeom>
            <a:solidFill>
              <a:schemeClr val="accent2">
                <a:alpha val="536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117"/>
            <p:cNvSpPr/>
            <p:nvPr/>
          </p:nvSpPr>
          <p:spPr>
            <a:xfrm>
              <a:off x="-1383275" y="2896375"/>
              <a:ext cx="23225" cy="10675"/>
            </a:xfrm>
            <a:custGeom>
              <a:avLst/>
              <a:gdLst/>
              <a:ahLst/>
              <a:cxnLst/>
              <a:rect l="l" t="t" r="r" b="b"/>
              <a:pathLst>
                <a:path w="929" h="427" extrusionOk="0">
                  <a:moveTo>
                    <a:pt x="201" y="1"/>
                  </a:moveTo>
                  <a:cubicBezTo>
                    <a:pt x="101" y="126"/>
                    <a:pt x="1" y="226"/>
                    <a:pt x="1" y="226"/>
                  </a:cubicBezTo>
                  <a:cubicBezTo>
                    <a:pt x="1" y="326"/>
                    <a:pt x="201" y="427"/>
                    <a:pt x="402" y="427"/>
                  </a:cubicBezTo>
                  <a:cubicBezTo>
                    <a:pt x="728" y="427"/>
                    <a:pt x="928" y="326"/>
                    <a:pt x="928" y="226"/>
                  </a:cubicBezTo>
                  <a:cubicBezTo>
                    <a:pt x="928" y="126"/>
                    <a:pt x="728" y="1"/>
                    <a:pt x="402" y="1"/>
                  </a:cubicBezTo>
                  <a:cubicBezTo>
                    <a:pt x="402" y="126"/>
                    <a:pt x="402" y="126"/>
                    <a:pt x="302" y="126"/>
                  </a:cubicBezTo>
                  <a:cubicBezTo>
                    <a:pt x="302" y="126"/>
                    <a:pt x="201" y="126"/>
                    <a:pt x="201" y="1"/>
                  </a:cubicBezTo>
                  <a:close/>
                </a:path>
              </a:pathLst>
            </a:custGeom>
            <a:solidFill>
              <a:schemeClr val="dk2">
                <a:alpha val="178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117"/>
            <p:cNvSpPr/>
            <p:nvPr/>
          </p:nvSpPr>
          <p:spPr>
            <a:xfrm>
              <a:off x="-1378250" y="2893875"/>
              <a:ext cx="5025" cy="2525"/>
            </a:xfrm>
            <a:custGeom>
              <a:avLst/>
              <a:gdLst/>
              <a:ahLst/>
              <a:cxnLst/>
              <a:rect l="l" t="t" r="r" b="b"/>
              <a:pathLst>
                <a:path w="201" h="101" extrusionOk="0">
                  <a:moveTo>
                    <a:pt x="101" y="0"/>
                  </a:moveTo>
                  <a:cubicBezTo>
                    <a:pt x="0" y="0"/>
                    <a:pt x="0" y="101"/>
                    <a:pt x="0" y="101"/>
                  </a:cubicBezTo>
                  <a:lnTo>
                    <a:pt x="201" y="101"/>
                  </a:lnTo>
                  <a:cubicBezTo>
                    <a:pt x="201" y="101"/>
                    <a:pt x="201" y="0"/>
                    <a:pt x="101" y="0"/>
                  </a:cubicBezTo>
                  <a:close/>
                </a:path>
              </a:pathLst>
            </a:custGeom>
            <a:solidFill>
              <a:srgbClr val="F0C8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117"/>
            <p:cNvSpPr/>
            <p:nvPr/>
          </p:nvSpPr>
          <p:spPr>
            <a:xfrm>
              <a:off x="-1378250" y="2896375"/>
              <a:ext cx="5025" cy="3150"/>
            </a:xfrm>
            <a:custGeom>
              <a:avLst/>
              <a:gdLst/>
              <a:ahLst/>
              <a:cxnLst/>
              <a:rect l="l" t="t" r="r" b="b"/>
              <a:pathLst>
                <a:path w="201" h="126" extrusionOk="0">
                  <a:moveTo>
                    <a:pt x="0" y="1"/>
                  </a:moveTo>
                  <a:cubicBezTo>
                    <a:pt x="0" y="126"/>
                    <a:pt x="101" y="126"/>
                    <a:pt x="101" y="126"/>
                  </a:cubicBezTo>
                  <a:cubicBezTo>
                    <a:pt x="201" y="126"/>
                    <a:pt x="201" y="126"/>
                    <a:pt x="201" y="1"/>
                  </a:cubicBezTo>
                  <a:close/>
                </a:path>
              </a:pathLst>
            </a:custGeom>
            <a:solidFill>
              <a:srgbClr val="FFFFFF">
                <a:alpha val="402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185" name="Google Shape;4185;p117"/>
          <p:cNvCxnSpPr/>
          <p:nvPr/>
        </p:nvCxnSpPr>
        <p:spPr>
          <a:xfrm rot="5400000">
            <a:off x="4298535" y="3434355"/>
            <a:ext cx="326754" cy="99857"/>
          </a:xfrm>
          <a:prstGeom prst="curvedConnector3">
            <a:avLst>
              <a:gd name="adj1" fmla="val 50000"/>
            </a:avLst>
          </a:prstGeom>
          <a:noFill/>
          <a:ln w="19050" cap="flat" cmpd="sng">
            <a:solidFill>
              <a:schemeClr val="accent5"/>
            </a:solidFill>
            <a:prstDash val="solid"/>
            <a:round/>
            <a:headEnd type="none" w="med" len="med"/>
            <a:tailEnd type="none" w="med" len="med"/>
          </a:ln>
        </p:spPr>
      </p:cxnSp>
      <p:cxnSp>
        <p:nvCxnSpPr>
          <p:cNvPr id="4186" name="Google Shape;4186;p117"/>
          <p:cNvCxnSpPr/>
          <p:nvPr/>
        </p:nvCxnSpPr>
        <p:spPr>
          <a:xfrm rot="5400000">
            <a:off x="4313206" y="3226673"/>
            <a:ext cx="326754" cy="99857"/>
          </a:xfrm>
          <a:prstGeom prst="curvedConnector3">
            <a:avLst>
              <a:gd name="adj1" fmla="val 50000"/>
            </a:avLst>
          </a:prstGeom>
          <a:noFill/>
          <a:ln w="19050" cap="flat" cmpd="sng">
            <a:solidFill>
              <a:schemeClr val="accent5"/>
            </a:solidFill>
            <a:prstDash val="solid"/>
            <a:round/>
            <a:headEnd type="none" w="med" len="med"/>
            <a:tailEnd type="none" w="med" len="med"/>
          </a:ln>
        </p:spPr>
      </p:cxnSp>
      <p:cxnSp>
        <p:nvCxnSpPr>
          <p:cNvPr id="4187" name="Google Shape;4187;p117"/>
          <p:cNvCxnSpPr/>
          <p:nvPr/>
        </p:nvCxnSpPr>
        <p:spPr>
          <a:xfrm rot="5400000">
            <a:off x="4298535" y="3088692"/>
            <a:ext cx="326754" cy="99857"/>
          </a:xfrm>
          <a:prstGeom prst="curvedConnector3">
            <a:avLst>
              <a:gd name="adj1" fmla="val 50000"/>
            </a:avLst>
          </a:prstGeom>
          <a:noFill/>
          <a:ln w="19050" cap="flat" cmpd="sng">
            <a:solidFill>
              <a:schemeClr val="accent5"/>
            </a:solidFill>
            <a:prstDash val="solid"/>
            <a:round/>
            <a:headEnd type="none" w="med" len="med"/>
            <a:tailEnd type="none" w="med" len="med"/>
          </a:ln>
        </p:spPr>
      </p:cxnSp>
      <p:sp>
        <p:nvSpPr>
          <p:cNvPr id="4188" name="Google Shape;4188;p117"/>
          <p:cNvSpPr txBox="1"/>
          <p:nvPr/>
        </p:nvSpPr>
        <p:spPr>
          <a:xfrm>
            <a:off x="5689014" y="2743775"/>
            <a:ext cx="1921500" cy="7374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600">
                <a:solidFill>
                  <a:schemeClr val="accent5"/>
                </a:solidFill>
                <a:latin typeface="Didact Gothic"/>
                <a:ea typeface="Didact Gothic"/>
                <a:cs typeface="Didact Gothic"/>
                <a:sym typeface="Didact Gothic"/>
              </a:rPr>
              <a:t>Please keep this slide for attribution</a:t>
            </a:r>
            <a:endParaRPr sz="1600">
              <a:solidFill>
                <a:schemeClr val="accent5"/>
              </a:solidFill>
              <a:latin typeface="Didact Gothic"/>
              <a:ea typeface="Didact Gothic"/>
              <a:cs typeface="Didact Gothic"/>
              <a:sym typeface="Didact Gothic"/>
            </a:endParaRPr>
          </a:p>
        </p:txBody>
      </p:sp>
      <p:sp>
        <p:nvSpPr>
          <p:cNvPr id="4189" name="Google Shape;4189;p117">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117">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push dir="r"/>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059"/>
                                        </p:tgtEl>
                                        <p:attrNameLst>
                                          <p:attrName>style.visibility</p:attrName>
                                        </p:attrNameLst>
                                      </p:cBhvr>
                                      <p:to>
                                        <p:strVal val="visible"/>
                                      </p:to>
                                    </p:set>
                                    <p:animEffect transition="in" filter="fade">
                                      <p:cBhvr>
                                        <p:cTn id="7" dur="1000"/>
                                        <p:tgtEl>
                                          <p:spTgt spid="4059"/>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4062"/>
                                        </p:tgtEl>
                                        <p:attrNameLst>
                                          <p:attrName>style.visibility</p:attrName>
                                        </p:attrNameLst>
                                      </p:cBhvr>
                                      <p:to>
                                        <p:strVal val="visible"/>
                                      </p:to>
                                    </p:set>
                                    <p:animEffect transition="in" filter="fade">
                                      <p:cBhvr>
                                        <p:cTn id="11" dur="1000"/>
                                        <p:tgtEl>
                                          <p:spTgt spid="4062"/>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4067"/>
                                        </p:tgtEl>
                                        <p:attrNameLst>
                                          <p:attrName>style.visibility</p:attrName>
                                        </p:attrNameLst>
                                      </p:cBhvr>
                                      <p:to>
                                        <p:strVal val="visible"/>
                                      </p:to>
                                    </p:set>
                                    <p:animEffect transition="in" filter="fade">
                                      <p:cBhvr>
                                        <p:cTn id="15" dur="1000"/>
                                        <p:tgtEl>
                                          <p:spTgt spid="4067"/>
                                        </p:tgtEl>
                                      </p:cBhvr>
                                    </p:animEffect>
                                  </p:childTnLst>
                                </p:cTn>
                              </p:par>
                            </p:childTnLst>
                          </p:cTn>
                        </p:par>
                        <p:par>
                          <p:cTn id="16" fill="hold">
                            <p:stCondLst>
                              <p:cond delay="3000"/>
                            </p:stCondLst>
                            <p:childTnLst>
                              <p:par>
                                <p:cTn id="17" presetID="8" presetClass="emph" presetSubtype="0" fill="hold" nodeType="afterEffect">
                                  <p:stCondLst>
                                    <p:cond delay="0"/>
                                  </p:stCondLst>
                                  <p:childTnLst>
                                    <p:animRot by="-21600000">
                                      <p:cBhvr>
                                        <p:cTn id="18" dur="1000" fill="hold"/>
                                        <p:tgtEl>
                                          <p:spTgt spid="4147"/>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Shape 4194"/>
        <p:cNvGrpSpPr/>
        <p:nvPr/>
      </p:nvGrpSpPr>
      <p:grpSpPr>
        <a:xfrm>
          <a:off x="0" y="0"/>
          <a:ext cx="0" cy="0"/>
          <a:chOff x="0" y="0"/>
          <a:chExt cx="0" cy="0"/>
        </a:xfrm>
      </p:grpSpPr>
      <p:sp>
        <p:nvSpPr>
          <p:cNvPr id="4195" name="Google Shape;4195;p118"/>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EDUCATION ICON PACK</a:t>
            </a:r>
            <a:endParaRPr/>
          </a:p>
        </p:txBody>
      </p:sp>
      <p:grpSp>
        <p:nvGrpSpPr>
          <p:cNvPr id="4196" name="Google Shape;4196;p118"/>
          <p:cNvGrpSpPr/>
          <p:nvPr/>
        </p:nvGrpSpPr>
        <p:grpSpPr>
          <a:xfrm>
            <a:off x="1100988" y="1348025"/>
            <a:ext cx="310750" cy="492000"/>
            <a:chOff x="1100988" y="1348025"/>
            <a:chExt cx="310750" cy="492000"/>
          </a:xfrm>
        </p:grpSpPr>
        <p:sp>
          <p:nvSpPr>
            <p:cNvPr id="4197" name="Google Shape;4197;p118"/>
            <p:cNvSpPr/>
            <p:nvPr/>
          </p:nvSpPr>
          <p:spPr>
            <a:xfrm>
              <a:off x="1253513" y="1378950"/>
              <a:ext cx="30975" cy="45350"/>
            </a:xfrm>
            <a:custGeom>
              <a:avLst/>
              <a:gdLst/>
              <a:ahLst/>
              <a:cxnLst/>
              <a:rect l="l" t="t" r="r" b="b"/>
              <a:pathLst>
                <a:path w="1239" h="1814" extrusionOk="0">
                  <a:moveTo>
                    <a:pt x="1" y="1"/>
                  </a:moveTo>
                  <a:lnTo>
                    <a:pt x="1" y="1814"/>
                  </a:lnTo>
                  <a:lnTo>
                    <a:pt x="1238" y="1814"/>
                  </a:lnTo>
                  <a:lnTo>
                    <a:pt x="123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118"/>
            <p:cNvSpPr/>
            <p:nvPr/>
          </p:nvSpPr>
          <p:spPr>
            <a:xfrm>
              <a:off x="1307988" y="1378950"/>
              <a:ext cx="30975" cy="45350"/>
            </a:xfrm>
            <a:custGeom>
              <a:avLst/>
              <a:gdLst/>
              <a:ahLst/>
              <a:cxnLst/>
              <a:rect l="l" t="t" r="r" b="b"/>
              <a:pathLst>
                <a:path w="1239" h="1814" extrusionOk="0">
                  <a:moveTo>
                    <a:pt x="1" y="1"/>
                  </a:moveTo>
                  <a:lnTo>
                    <a:pt x="1" y="1814"/>
                  </a:lnTo>
                  <a:lnTo>
                    <a:pt x="1238" y="1814"/>
                  </a:lnTo>
                  <a:lnTo>
                    <a:pt x="123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118"/>
            <p:cNvSpPr/>
            <p:nvPr/>
          </p:nvSpPr>
          <p:spPr>
            <a:xfrm>
              <a:off x="1175513" y="1455225"/>
              <a:ext cx="30975" cy="47075"/>
            </a:xfrm>
            <a:custGeom>
              <a:avLst/>
              <a:gdLst/>
              <a:ahLst/>
              <a:cxnLst/>
              <a:rect l="l" t="t" r="r" b="b"/>
              <a:pathLst>
                <a:path w="1239" h="1883" extrusionOk="0">
                  <a:moveTo>
                    <a:pt x="0" y="0"/>
                  </a:moveTo>
                  <a:lnTo>
                    <a:pt x="0" y="1883"/>
                  </a:lnTo>
                  <a:lnTo>
                    <a:pt x="1238" y="1883"/>
                  </a:lnTo>
                  <a:lnTo>
                    <a:pt x="123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118"/>
            <p:cNvSpPr/>
            <p:nvPr/>
          </p:nvSpPr>
          <p:spPr>
            <a:xfrm>
              <a:off x="1229988" y="1455225"/>
              <a:ext cx="30950" cy="47075"/>
            </a:xfrm>
            <a:custGeom>
              <a:avLst/>
              <a:gdLst/>
              <a:ahLst/>
              <a:cxnLst/>
              <a:rect l="l" t="t" r="r" b="b"/>
              <a:pathLst>
                <a:path w="1238" h="1883" extrusionOk="0">
                  <a:moveTo>
                    <a:pt x="0" y="0"/>
                  </a:moveTo>
                  <a:lnTo>
                    <a:pt x="0" y="1883"/>
                  </a:lnTo>
                  <a:lnTo>
                    <a:pt x="1238" y="1883"/>
                  </a:lnTo>
                  <a:lnTo>
                    <a:pt x="12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118"/>
            <p:cNvSpPr/>
            <p:nvPr/>
          </p:nvSpPr>
          <p:spPr>
            <a:xfrm>
              <a:off x="1175513" y="1533225"/>
              <a:ext cx="30975" cy="45350"/>
            </a:xfrm>
            <a:custGeom>
              <a:avLst/>
              <a:gdLst/>
              <a:ahLst/>
              <a:cxnLst/>
              <a:rect l="l" t="t" r="r" b="b"/>
              <a:pathLst>
                <a:path w="1239" h="1814" extrusionOk="0">
                  <a:moveTo>
                    <a:pt x="0" y="0"/>
                  </a:moveTo>
                  <a:lnTo>
                    <a:pt x="0" y="1813"/>
                  </a:lnTo>
                  <a:lnTo>
                    <a:pt x="1238" y="1813"/>
                  </a:lnTo>
                  <a:lnTo>
                    <a:pt x="123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118"/>
            <p:cNvSpPr/>
            <p:nvPr/>
          </p:nvSpPr>
          <p:spPr>
            <a:xfrm>
              <a:off x="1237388" y="1609475"/>
              <a:ext cx="30975" cy="47100"/>
            </a:xfrm>
            <a:custGeom>
              <a:avLst/>
              <a:gdLst/>
              <a:ahLst/>
              <a:cxnLst/>
              <a:rect l="l" t="t" r="r" b="b"/>
              <a:pathLst>
                <a:path w="1239" h="1884" extrusionOk="0">
                  <a:moveTo>
                    <a:pt x="1" y="1"/>
                  </a:moveTo>
                  <a:lnTo>
                    <a:pt x="1" y="1883"/>
                  </a:lnTo>
                  <a:lnTo>
                    <a:pt x="1238" y="1883"/>
                  </a:lnTo>
                  <a:lnTo>
                    <a:pt x="12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118"/>
            <p:cNvSpPr/>
            <p:nvPr/>
          </p:nvSpPr>
          <p:spPr>
            <a:xfrm>
              <a:off x="1291863" y="1609475"/>
              <a:ext cx="30975" cy="47100"/>
            </a:xfrm>
            <a:custGeom>
              <a:avLst/>
              <a:gdLst/>
              <a:ahLst/>
              <a:cxnLst/>
              <a:rect l="l" t="t" r="r" b="b"/>
              <a:pathLst>
                <a:path w="1239" h="1884" extrusionOk="0">
                  <a:moveTo>
                    <a:pt x="1" y="1"/>
                  </a:moveTo>
                  <a:lnTo>
                    <a:pt x="1" y="1883"/>
                  </a:lnTo>
                  <a:lnTo>
                    <a:pt x="1238" y="1883"/>
                  </a:lnTo>
                  <a:lnTo>
                    <a:pt x="123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118"/>
            <p:cNvSpPr/>
            <p:nvPr/>
          </p:nvSpPr>
          <p:spPr>
            <a:xfrm>
              <a:off x="1244788" y="1687500"/>
              <a:ext cx="32725" cy="45325"/>
            </a:xfrm>
            <a:custGeom>
              <a:avLst/>
              <a:gdLst/>
              <a:ahLst/>
              <a:cxnLst/>
              <a:rect l="l" t="t" r="r" b="b"/>
              <a:pathLst>
                <a:path w="1309" h="1813" extrusionOk="0">
                  <a:moveTo>
                    <a:pt x="1" y="0"/>
                  </a:moveTo>
                  <a:lnTo>
                    <a:pt x="1" y="1813"/>
                  </a:lnTo>
                  <a:lnTo>
                    <a:pt x="1308" y="1813"/>
                  </a:lnTo>
                  <a:lnTo>
                    <a:pt x="130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118"/>
            <p:cNvSpPr/>
            <p:nvPr/>
          </p:nvSpPr>
          <p:spPr>
            <a:xfrm>
              <a:off x="1159388" y="1687500"/>
              <a:ext cx="30975" cy="45325"/>
            </a:xfrm>
            <a:custGeom>
              <a:avLst/>
              <a:gdLst/>
              <a:ahLst/>
              <a:cxnLst/>
              <a:rect l="l" t="t" r="r" b="b"/>
              <a:pathLst>
                <a:path w="1239" h="1813" extrusionOk="0">
                  <a:moveTo>
                    <a:pt x="0" y="0"/>
                  </a:moveTo>
                  <a:lnTo>
                    <a:pt x="0" y="1813"/>
                  </a:lnTo>
                  <a:lnTo>
                    <a:pt x="1238" y="1813"/>
                  </a:lnTo>
                  <a:lnTo>
                    <a:pt x="123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118"/>
            <p:cNvSpPr/>
            <p:nvPr/>
          </p:nvSpPr>
          <p:spPr>
            <a:xfrm>
              <a:off x="1213863" y="1763750"/>
              <a:ext cx="30950" cy="47100"/>
            </a:xfrm>
            <a:custGeom>
              <a:avLst/>
              <a:gdLst/>
              <a:ahLst/>
              <a:cxnLst/>
              <a:rect l="l" t="t" r="r" b="b"/>
              <a:pathLst>
                <a:path w="1238" h="1884" extrusionOk="0">
                  <a:moveTo>
                    <a:pt x="0" y="1"/>
                  </a:moveTo>
                  <a:lnTo>
                    <a:pt x="0" y="1883"/>
                  </a:lnTo>
                  <a:lnTo>
                    <a:pt x="1238" y="1883"/>
                  </a:lnTo>
                  <a:lnTo>
                    <a:pt x="123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118"/>
            <p:cNvSpPr/>
            <p:nvPr/>
          </p:nvSpPr>
          <p:spPr>
            <a:xfrm>
              <a:off x="1307988" y="1763750"/>
              <a:ext cx="30975" cy="47100"/>
            </a:xfrm>
            <a:custGeom>
              <a:avLst/>
              <a:gdLst/>
              <a:ahLst/>
              <a:cxnLst/>
              <a:rect l="l" t="t" r="r" b="b"/>
              <a:pathLst>
                <a:path w="1239" h="1884" extrusionOk="0">
                  <a:moveTo>
                    <a:pt x="1" y="1"/>
                  </a:moveTo>
                  <a:lnTo>
                    <a:pt x="1" y="1883"/>
                  </a:lnTo>
                  <a:lnTo>
                    <a:pt x="1238" y="1883"/>
                  </a:lnTo>
                  <a:lnTo>
                    <a:pt x="12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118"/>
            <p:cNvSpPr/>
            <p:nvPr/>
          </p:nvSpPr>
          <p:spPr>
            <a:xfrm>
              <a:off x="1253513" y="1533225"/>
              <a:ext cx="30975" cy="45350"/>
            </a:xfrm>
            <a:custGeom>
              <a:avLst/>
              <a:gdLst/>
              <a:ahLst/>
              <a:cxnLst/>
              <a:rect l="l" t="t" r="r" b="b"/>
              <a:pathLst>
                <a:path w="1239" h="1814" extrusionOk="0">
                  <a:moveTo>
                    <a:pt x="1" y="0"/>
                  </a:moveTo>
                  <a:lnTo>
                    <a:pt x="1" y="1813"/>
                  </a:lnTo>
                  <a:lnTo>
                    <a:pt x="1238" y="1813"/>
                  </a:lnTo>
                  <a:lnTo>
                    <a:pt x="123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118"/>
            <p:cNvSpPr/>
            <p:nvPr/>
          </p:nvSpPr>
          <p:spPr>
            <a:xfrm>
              <a:off x="1100988" y="1348025"/>
              <a:ext cx="310750" cy="492000"/>
            </a:xfrm>
            <a:custGeom>
              <a:avLst/>
              <a:gdLst/>
              <a:ahLst/>
              <a:cxnLst/>
              <a:rect l="l" t="t" r="r" b="b"/>
              <a:pathLst>
                <a:path w="12430" h="19680" extrusionOk="0">
                  <a:moveTo>
                    <a:pt x="11854" y="576"/>
                  </a:moveTo>
                  <a:lnTo>
                    <a:pt x="11854" y="19105"/>
                  </a:lnTo>
                  <a:lnTo>
                    <a:pt x="593" y="19105"/>
                  </a:lnTo>
                  <a:lnTo>
                    <a:pt x="593" y="576"/>
                  </a:lnTo>
                  <a:close/>
                  <a:moveTo>
                    <a:pt x="1" y="0"/>
                  </a:moveTo>
                  <a:lnTo>
                    <a:pt x="1" y="19680"/>
                  </a:lnTo>
                  <a:lnTo>
                    <a:pt x="12429" y="19680"/>
                  </a:lnTo>
                  <a:lnTo>
                    <a:pt x="1242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118"/>
            <p:cNvSpPr/>
            <p:nvPr/>
          </p:nvSpPr>
          <p:spPr>
            <a:xfrm>
              <a:off x="1131938" y="1393350"/>
              <a:ext cx="108975" cy="16575"/>
            </a:xfrm>
            <a:custGeom>
              <a:avLst/>
              <a:gdLst/>
              <a:ahLst/>
              <a:cxnLst/>
              <a:rect l="l" t="t" r="r" b="b"/>
              <a:pathLst>
                <a:path w="4359" h="663" extrusionOk="0">
                  <a:moveTo>
                    <a:pt x="0" y="0"/>
                  </a:moveTo>
                  <a:lnTo>
                    <a:pt x="0" y="662"/>
                  </a:lnTo>
                  <a:lnTo>
                    <a:pt x="4358" y="662"/>
                  </a:lnTo>
                  <a:lnTo>
                    <a:pt x="435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118"/>
            <p:cNvSpPr/>
            <p:nvPr/>
          </p:nvSpPr>
          <p:spPr>
            <a:xfrm>
              <a:off x="1248288" y="1371550"/>
              <a:ext cx="47100" cy="60175"/>
            </a:xfrm>
            <a:custGeom>
              <a:avLst/>
              <a:gdLst/>
              <a:ahLst/>
              <a:cxnLst/>
              <a:rect l="l" t="t" r="r" b="b"/>
              <a:pathLst>
                <a:path w="1884" h="2407" extrusionOk="0">
                  <a:moveTo>
                    <a:pt x="1238" y="576"/>
                  </a:moveTo>
                  <a:lnTo>
                    <a:pt x="1238" y="1813"/>
                  </a:lnTo>
                  <a:lnTo>
                    <a:pt x="645" y="1813"/>
                  </a:lnTo>
                  <a:lnTo>
                    <a:pt x="645" y="576"/>
                  </a:lnTo>
                  <a:close/>
                  <a:moveTo>
                    <a:pt x="0" y="1"/>
                  </a:moveTo>
                  <a:lnTo>
                    <a:pt x="0" y="2406"/>
                  </a:lnTo>
                  <a:lnTo>
                    <a:pt x="1883" y="2406"/>
                  </a:lnTo>
                  <a:lnTo>
                    <a:pt x="188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118"/>
            <p:cNvSpPr/>
            <p:nvPr/>
          </p:nvSpPr>
          <p:spPr>
            <a:xfrm>
              <a:off x="1302763" y="1371550"/>
              <a:ext cx="47075" cy="60175"/>
            </a:xfrm>
            <a:custGeom>
              <a:avLst/>
              <a:gdLst/>
              <a:ahLst/>
              <a:cxnLst/>
              <a:rect l="l" t="t" r="r" b="b"/>
              <a:pathLst>
                <a:path w="1883" h="2407" extrusionOk="0">
                  <a:moveTo>
                    <a:pt x="1238" y="576"/>
                  </a:moveTo>
                  <a:lnTo>
                    <a:pt x="1238" y="1813"/>
                  </a:lnTo>
                  <a:lnTo>
                    <a:pt x="645" y="1813"/>
                  </a:lnTo>
                  <a:lnTo>
                    <a:pt x="645" y="576"/>
                  </a:lnTo>
                  <a:close/>
                  <a:moveTo>
                    <a:pt x="0" y="1"/>
                  </a:moveTo>
                  <a:lnTo>
                    <a:pt x="0" y="2406"/>
                  </a:lnTo>
                  <a:lnTo>
                    <a:pt x="1883" y="2406"/>
                  </a:lnTo>
                  <a:lnTo>
                    <a:pt x="188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118"/>
            <p:cNvSpPr/>
            <p:nvPr/>
          </p:nvSpPr>
          <p:spPr>
            <a:xfrm>
              <a:off x="1357238" y="1393350"/>
              <a:ext cx="30950" cy="16575"/>
            </a:xfrm>
            <a:custGeom>
              <a:avLst/>
              <a:gdLst/>
              <a:ahLst/>
              <a:cxnLst/>
              <a:rect l="l" t="t" r="r" b="b"/>
              <a:pathLst>
                <a:path w="1238" h="663" extrusionOk="0">
                  <a:moveTo>
                    <a:pt x="0" y="0"/>
                  </a:moveTo>
                  <a:lnTo>
                    <a:pt x="0" y="662"/>
                  </a:lnTo>
                  <a:lnTo>
                    <a:pt x="1238" y="662"/>
                  </a:lnTo>
                  <a:lnTo>
                    <a:pt x="12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118"/>
            <p:cNvSpPr/>
            <p:nvPr/>
          </p:nvSpPr>
          <p:spPr>
            <a:xfrm>
              <a:off x="1131938" y="1780300"/>
              <a:ext cx="69300" cy="14425"/>
            </a:xfrm>
            <a:custGeom>
              <a:avLst/>
              <a:gdLst/>
              <a:ahLst/>
              <a:cxnLst/>
              <a:rect l="l" t="t" r="r" b="b"/>
              <a:pathLst>
                <a:path w="2772" h="577" extrusionOk="0">
                  <a:moveTo>
                    <a:pt x="0" y="1"/>
                  </a:moveTo>
                  <a:lnTo>
                    <a:pt x="0" y="576"/>
                  </a:lnTo>
                  <a:lnTo>
                    <a:pt x="2772" y="576"/>
                  </a:lnTo>
                  <a:lnTo>
                    <a:pt x="277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118"/>
            <p:cNvSpPr/>
            <p:nvPr/>
          </p:nvSpPr>
          <p:spPr>
            <a:xfrm>
              <a:off x="1209938" y="1756350"/>
              <a:ext cx="45775" cy="61900"/>
            </a:xfrm>
            <a:custGeom>
              <a:avLst/>
              <a:gdLst/>
              <a:ahLst/>
              <a:cxnLst/>
              <a:rect l="l" t="t" r="r" b="b"/>
              <a:pathLst>
                <a:path w="1831" h="2476" extrusionOk="0">
                  <a:moveTo>
                    <a:pt x="1238" y="593"/>
                  </a:moveTo>
                  <a:lnTo>
                    <a:pt x="1238" y="1830"/>
                  </a:lnTo>
                  <a:lnTo>
                    <a:pt x="593" y="1830"/>
                  </a:lnTo>
                  <a:lnTo>
                    <a:pt x="593" y="593"/>
                  </a:lnTo>
                  <a:close/>
                  <a:moveTo>
                    <a:pt x="1" y="0"/>
                  </a:moveTo>
                  <a:lnTo>
                    <a:pt x="1" y="2475"/>
                  </a:lnTo>
                  <a:lnTo>
                    <a:pt x="1831" y="2475"/>
                  </a:lnTo>
                  <a:lnTo>
                    <a:pt x="183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118"/>
            <p:cNvSpPr/>
            <p:nvPr/>
          </p:nvSpPr>
          <p:spPr>
            <a:xfrm>
              <a:off x="1302763" y="1756350"/>
              <a:ext cx="47075" cy="61900"/>
            </a:xfrm>
            <a:custGeom>
              <a:avLst/>
              <a:gdLst/>
              <a:ahLst/>
              <a:cxnLst/>
              <a:rect l="l" t="t" r="r" b="b"/>
              <a:pathLst>
                <a:path w="1883" h="2476" extrusionOk="0">
                  <a:moveTo>
                    <a:pt x="1238" y="593"/>
                  </a:moveTo>
                  <a:lnTo>
                    <a:pt x="1238" y="1830"/>
                  </a:lnTo>
                  <a:lnTo>
                    <a:pt x="645" y="1830"/>
                  </a:lnTo>
                  <a:lnTo>
                    <a:pt x="645" y="593"/>
                  </a:lnTo>
                  <a:close/>
                  <a:moveTo>
                    <a:pt x="0" y="0"/>
                  </a:moveTo>
                  <a:lnTo>
                    <a:pt x="0" y="2475"/>
                  </a:lnTo>
                  <a:lnTo>
                    <a:pt x="1883" y="2475"/>
                  </a:lnTo>
                  <a:lnTo>
                    <a:pt x="188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118"/>
            <p:cNvSpPr/>
            <p:nvPr/>
          </p:nvSpPr>
          <p:spPr>
            <a:xfrm>
              <a:off x="1357238" y="1780300"/>
              <a:ext cx="30950" cy="14425"/>
            </a:xfrm>
            <a:custGeom>
              <a:avLst/>
              <a:gdLst/>
              <a:ahLst/>
              <a:cxnLst/>
              <a:rect l="l" t="t" r="r" b="b"/>
              <a:pathLst>
                <a:path w="1238" h="577" extrusionOk="0">
                  <a:moveTo>
                    <a:pt x="0" y="1"/>
                  </a:moveTo>
                  <a:lnTo>
                    <a:pt x="0" y="576"/>
                  </a:lnTo>
                  <a:lnTo>
                    <a:pt x="1238" y="576"/>
                  </a:lnTo>
                  <a:lnTo>
                    <a:pt x="123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118"/>
            <p:cNvSpPr/>
            <p:nvPr/>
          </p:nvSpPr>
          <p:spPr>
            <a:xfrm>
              <a:off x="1279238" y="1471350"/>
              <a:ext cx="108950" cy="14825"/>
            </a:xfrm>
            <a:custGeom>
              <a:avLst/>
              <a:gdLst/>
              <a:ahLst/>
              <a:cxnLst/>
              <a:rect l="l" t="t" r="r" b="b"/>
              <a:pathLst>
                <a:path w="4358" h="593" extrusionOk="0">
                  <a:moveTo>
                    <a:pt x="0" y="0"/>
                  </a:moveTo>
                  <a:lnTo>
                    <a:pt x="0" y="593"/>
                  </a:lnTo>
                  <a:lnTo>
                    <a:pt x="4358" y="593"/>
                  </a:lnTo>
                  <a:lnTo>
                    <a:pt x="435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118"/>
            <p:cNvSpPr/>
            <p:nvPr/>
          </p:nvSpPr>
          <p:spPr>
            <a:xfrm>
              <a:off x="1224763" y="1447800"/>
              <a:ext cx="47075" cy="61925"/>
            </a:xfrm>
            <a:custGeom>
              <a:avLst/>
              <a:gdLst/>
              <a:ahLst/>
              <a:cxnLst/>
              <a:rect l="l" t="t" r="r" b="b"/>
              <a:pathLst>
                <a:path w="1883" h="2477" extrusionOk="0">
                  <a:moveTo>
                    <a:pt x="1308" y="576"/>
                  </a:moveTo>
                  <a:lnTo>
                    <a:pt x="1308" y="1814"/>
                  </a:lnTo>
                  <a:lnTo>
                    <a:pt x="645" y="1814"/>
                  </a:lnTo>
                  <a:lnTo>
                    <a:pt x="645" y="576"/>
                  </a:lnTo>
                  <a:close/>
                  <a:moveTo>
                    <a:pt x="0" y="1"/>
                  </a:moveTo>
                  <a:lnTo>
                    <a:pt x="0" y="2476"/>
                  </a:lnTo>
                  <a:lnTo>
                    <a:pt x="1883" y="2476"/>
                  </a:lnTo>
                  <a:lnTo>
                    <a:pt x="188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118"/>
            <p:cNvSpPr/>
            <p:nvPr/>
          </p:nvSpPr>
          <p:spPr>
            <a:xfrm>
              <a:off x="1170288" y="1447800"/>
              <a:ext cx="47075" cy="61925"/>
            </a:xfrm>
            <a:custGeom>
              <a:avLst/>
              <a:gdLst/>
              <a:ahLst/>
              <a:cxnLst/>
              <a:rect l="l" t="t" r="r" b="b"/>
              <a:pathLst>
                <a:path w="1883" h="2477" extrusionOk="0">
                  <a:moveTo>
                    <a:pt x="1308" y="576"/>
                  </a:moveTo>
                  <a:lnTo>
                    <a:pt x="1308" y="1814"/>
                  </a:lnTo>
                  <a:lnTo>
                    <a:pt x="645" y="1814"/>
                  </a:lnTo>
                  <a:lnTo>
                    <a:pt x="645" y="576"/>
                  </a:lnTo>
                  <a:close/>
                  <a:moveTo>
                    <a:pt x="0" y="1"/>
                  </a:moveTo>
                  <a:lnTo>
                    <a:pt x="0" y="2476"/>
                  </a:lnTo>
                  <a:lnTo>
                    <a:pt x="1883" y="2476"/>
                  </a:lnTo>
                  <a:lnTo>
                    <a:pt x="188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118"/>
            <p:cNvSpPr/>
            <p:nvPr/>
          </p:nvSpPr>
          <p:spPr>
            <a:xfrm>
              <a:off x="1131938" y="1471350"/>
              <a:ext cx="30950" cy="14825"/>
            </a:xfrm>
            <a:custGeom>
              <a:avLst/>
              <a:gdLst/>
              <a:ahLst/>
              <a:cxnLst/>
              <a:rect l="l" t="t" r="r" b="b"/>
              <a:pathLst>
                <a:path w="1238" h="593" extrusionOk="0">
                  <a:moveTo>
                    <a:pt x="0" y="0"/>
                  </a:moveTo>
                  <a:lnTo>
                    <a:pt x="0" y="593"/>
                  </a:lnTo>
                  <a:lnTo>
                    <a:pt x="1238" y="593"/>
                  </a:lnTo>
                  <a:lnTo>
                    <a:pt x="12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118"/>
            <p:cNvSpPr/>
            <p:nvPr/>
          </p:nvSpPr>
          <p:spPr>
            <a:xfrm>
              <a:off x="1131938" y="1547600"/>
              <a:ext cx="30950" cy="16600"/>
            </a:xfrm>
            <a:custGeom>
              <a:avLst/>
              <a:gdLst/>
              <a:ahLst/>
              <a:cxnLst/>
              <a:rect l="l" t="t" r="r" b="b"/>
              <a:pathLst>
                <a:path w="1238" h="664" extrusionOk="0">
                  <a:moveTo>
                    <a:pt x="0" y="1"/>
                  </a:moveTo>
                  <a:lnTo>
                    <a:pt x="0" y="663"/>
                  </a:lnTo>
                  <a:lnTo>
                    <a:pt x="1238" y="663"/>
                  </a:lnTo>
                  <a:lnTo>
                    <a:pt x="123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118"/>
            <p:cNvSpPr/>
            <p:nvPr/>
          </p:nvSpPr>
          <p:spPr>
            <a:xfrm>
              <a:off x="1170288" y="1524075"/>
              <a:ext cx="47075" cy="61900"/>
            </a:xfrm>
            <a:custGeom>
              <a:avLst/>
              <a:gdLst/>
              <a:ahLst/>
              <a:cxnLst/>
              <a:rect l="l" t="t" r="r" b="b"/>
              <a:pathLst>
                <a:path w="1883" h="2476" extrusionOk="0">
                  <a:moveTo>
                    <a:pt x="1308" y="663"/>
                  </a:moveTo>
                  <a:lnTo>
                    <a:pt x="1308" y="1883"/>
                  </a:lnTo>
                  <a:lnTo>
                    <a:pt x="645" y="1883"/>
                  </a:lnTo>
                  <a:lnTo>
                    <a:pt x="645" y="663"/>
                  </a:lnTo>
                  <a:close/>
                  <a:moveTo>
                    <a:pt x="0" y="0"/>
                  </a:moveTo>
                  <a:lnTo>
                    <a:pt x="0" y="2476"/>
                  </a:lnTo>
                  <a:lnTo>
                    <a:pt x="1883" y="2476"/>
                  </a:lnTo>
                  <a:lnTo>
                    <a:pt x="188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118"/>
            <p:cNvSpPr/>
            <p:nvPr/>
          </p:nvSpPr>
          <p:spPr>
            <a:xfrm>
              <a:off x="1248288" y="1524075"/>
              <a:ext cx="47100" cy="61900"/>
            </a:xfrm>
            <a:custGeom>
              <a:avLst/>
              <a:gdLst/>
              <a:ahLst/>
              <a:cxnLst/>
              <a:rect l="l" t="t" r="r" b="b"/>
              <a:pathLst>
                <a:path w="1884" h="2476" extrusionOk="0">
                  <a:moveTo>
                    <a:pt x="1238" y="663"/>
                  </a:moveTo>
                  <a:lnTo>
                    <a:pt x="1238" y="1883"/>
                  </a:lnTo>
                  <a:lnTo>
                    <a:pt x="645" y="1883"/>
                  </a:lnTo>
                  <a:lnTo>
                    <a:pt x="645" y="663"/>
                  </a:lnTo>
                  <a:close/>
                  <a:moveTo>
                    <a:pt x="0" y="0"/>
                  </a:moveTo>
                  <a:lnTo>
                    <a:pt x="0" y="2476"/>
                  </a:lnTo>
                  <a:lnTo>
                    <a:pt x="1883" y="2476"/>
                  </a:lnTo>
                  <a:lnTo>
                    <a:pt x="188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118"/>
            <p:cNvSpPr/>
            <p:nvPr/>
          </p:nvSpPr>
          <p:spPr>
            <a:xfrm>
              <a:off x="1302763" y="1547600"/>
              <a:ext cx="85425" cy="16600"/>
            </a:xfrm>
            <a:custGeom>
              <a:avLst/>
              <a:gdLst/>
              <a:ahLst/>
              <a:cxnLst/>
              <a:rect l="l" t="t" r="r" b="b"/>
              <a:pathLst>
                <a:path w="3417" h="664" extrusionOk="0">
                  <a:moveTo>
                    <a:pt x="0" y="1"/>
                  </a:moveTo>
                  <a:lnTo>
                    <a:pt x="0" y="663"/>
                  </a:lnTo>
                  <a:lnTo>
                    <a:pt x="3417" y="663"/>
                  </a:lnTo>
                  <a:lnTo>
                    <a:pt x="34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118"/>
            <p:cNvSpPr/>
            <p:nvPr/>
          </p:nvSpPr>
          <p:spPr>
            <a:xfrm>
              <a:off x="1131938" y="1625600"/>
              <a:ext cx="92850" cy="14850"/>
            </a:xfrm>
            <a:custGeom>
              <a:avLst/>
              <a:gdLst/>
              <a:ahLst/>
              <a:cxnLst/>
              <a:rect l="l" t="t" r="r" b="b"/>
              <a:pathLst>
                <a:path w="3714" h="594" extrusionOk="0">
                  <a:moveTo>
                    <a:pt x="0" y="1"/>
                  </a:moveTo>
                  <a:lnTo>
                    <a:pt x="0" y="594"/>
                  </a:lnTo>
                  <a:lnTo>
                    <a:pt x="3713" y="594"/>
                  </a:lnTo>
                  <a:lnTo>
                    <a:pt x="37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118"/>
            <p:cNvSpPr/>
            <p:nvPr/>
          </p:nvSpPr>
          <p:spPr>
            <a:xfrm>
              <a:off x="1233913" y="1602075"/>
              <a:ext cx="45350" cy="61900"/>
            </a:xfrm>
            <a:custGeom>
              <a:avLst/>
              <a:gdLst/>
              <a:ahLst/>
              <a:cxnLst/>
              <a:rect l="l" t="t" r="r" b="b"/>
              <a:pathLst>
                <a:path w="1814" h="2476" extrusionOk="0">
                  <a:moveTo>
                    <a:pt x="1220" y="593"/>
                  </a:moveTo>
                  <a:lnTo>
                    <a:pt x="1220" y="1813"/>
                  </a:lnTo>
                  <a:lnTo>
                    <a:pt x="575" y="1813"/>
                  </a:lnTo>
                  <a:lnTo>
                    <a:pt x="575" y="593"/>
                  </a:lnTo>
                  <a:close/>
                  <a:moveTo>
                    <a:pt x="0" y="1"/>
                  </a:moveTo>
                  <a:lnTo>
                    <a:pt x="0" y="2476"/>
                  </a:lnTo>
                  <a:lnTo>
                    <a:pt x="1813" y="2476"/>
                  </a:lnTo>
                  <a:lnTo>
                    <a:pt x="18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118"/>
            <p:cNvSpPr/>
            <p:nvPr/>
          </p:nvSpPr>
          <p:spPr>
            <a:xfrm>
              <a:off x="1288388" y="1602075"/>
              <a:ext cx="45325" cy="61900"/>
            </a:xfrm>
            <a:custGeom>
              <a:avLst/>
              <a:gdLst/>
              <a:ahLst/>
              <a:cxnLst/>
              <a:rect l="l" t="t" r="r" b="b"/>
              <a:pathLst>
                <a:path w="1813" h="2476" extrusionOk="0">
                  <a:moveTo>
                    <a:pt x="1220" y="593"/>
                  </a:moveTo>
                  <a:lnTo>
                    <a:pt x="1220" y="1813"/>
                  </a:lnTo>
                  <a:lnTo>
                    <a:pt x="575" y="1813"/>
                  </a:lnTo>
                  <a:lnTo>
                    <a:pt x="575" y="593"/>
                  </a:lnTo>
                  <a:close/>
                  <a:moveTo>
                    <a:pt x="0" y="1"/>
                  </a:moveTo>
                  <a:lnTo>
                    <a:pt x="0" y="2476"/>
                  </a:lnTo>
                  <a:lnTo>
                    <a:pt x="1813" y="2476"/>
                  </a:lnTo>
                  <a:lnTo>
                    <a:pt x="18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118"/>
            <p:cNvSpPr/>
            <p:nvPr/>
          </p:nvSpPr>
          <p:spPr>
            <a:xfrm>
              <a:off x="1342863" y="1625600"/>
              <a:ext cx="45325" cy="14850"/>
            </a:xfrm>
            <a:custGeom>
              <a:avLst/>
              <a:gdLst/>
              <a:ahLst/>
              <a:cxnLst/>
              <a:rect l="l" t="t" r="r" b="b"/>
              <a:pathLst>
                <a:path w="1813" h="594" extrusionOk="0">
                  <a:moveTo>
                    <a:pt x="0" y="1"/>
                  </a:moveTo>
                  <a:lnTo>
                    <a:pt x="0" y="594"/>
                  </a:lnTo>
                  <a:lnTo>
                    <a:pt x="1813" y="594"/>
                  </a:lnTo>
                  <a:lnTo>
                    <a:pt x="18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118"/>
            <p:cNvSpPr/>
            <p:nvPr/>
          </p:nvSpPr>
          <p:spPr>
            <a:xfrm>
              <a:off x="1131938" y="1701875"/>
              <a:ext cx="14825" cy="14825"/>
            </a:xfrm>
            <a:custGeom>
              <a:avLst/>
              <a:gdLst/>
              <a:ahLst/>
              <a:cxnLst/>
              <a:rect l="l" t="t" r="r" b="b"/>
              <a:pathLst>
                <a:path w="593" h="593" extrusionOk="0">
                  <a:moveTo>
                    <a:pt x="0" y="0"/>
                  </a:moveTo>
                  <a:lnTo>
                    <a:pt x="0" y="593"/>
                  </a:lnTo>
                  <a:lnTo>
                    <a:pt x="593" y="593"/>
                  </a:lnTo>
                  <a:lnTo>
                    <a:pt x="59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118"/>
            <p:cNvSpPr/>
            <p:nvPr/>
          </p:nvSpPr>
          <p:spPr>
            <a:xfrm>
              <a:off x="1155463" y="1678350"/>
              <a:ext cx="45775" cy="61900"/>
            </a:xfrm>
            <a:custGeom>
              <a:avLst/>
              <a:gdLst/>
              <a:ahLst/>
              <a:cxnLst/>
              <a:rect l="l" t="t" r="r" b="b"/>
              <a:pathLst>
                <a:path w="1831" h="2476" extrusionOk="0">
                  <a:moveTo>
                    <a:pt x="1238" y="662"/>
                  </a:moveTo>
                  <a:lnTo>
                    <a:pt x="1238" y="1900"/>
                  </a:lnTo>
                  <a:lnTo>
                    <a:pt x="593" y="1900"/>
                  </a:lnTo>
                  <a:lnTo>
                    <a:pt x="593" y="662"/>
                  </a:lnTo>
                  <a:close/>
                  <a:moveTo>
                    <a:pt x="1" y="0"/>
                  </a:moveTo>
                  <a:lnTo>
                    <a:pt x="1" y="2475"/>
                  </a:lnTo>
                  <a:lnTo>
                    <a:pt x="1831" y="2475"/>
                  </a:lnTo>
                  <a:lnTo>
                    <a:pt x="183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118"/>
            <p:cNvSpPr/>
            <p:nvPr/>
          </p:nvSpPr>
          <p:spPr>
            <a:xfrm>
              <a:off x="1240888" y="1678350"/>
              <a:ext cx="45325" cy="61900"/>
            </a:xfrm>
            <a:custGeom>
              <a:avLst/>
              <a:gdLst/>
              <a:ahLst/>
              <a:cxnLst/>
              <a:rect l="l" t="t" r="r" b="b"/>
              <a:pathLst>
                <a:path w="1813" h="2476" extrusionOk="0">
                  <a:moveTo>
                    <a:pt x="1238" y="662"/>
                  </a:moveTo>
                  <a:lnTo>
                    <a:pt x="1238" y="1900"/>
                  </a:lnTo>
                  <a:lnTo>
                    <a:pt x="593" y="1900"/>
                  </a:lnTo>
                  <a:lnTo>
                    <a:pt x="593" y="662"/>
                  </a:lnTo>
                  <a:close/>
                  <a:moveTo>
                    <a:pt x="0" y="0"/>
                  </a:moveTo>
                  <a:lnTo>
                    <a:pt x="0" y="2475"/>
                  </a:lnTo>
                  <a:lnTo>
                    <a:pt x="1813" y="2475"/>
                  </a:lnTo>
                  <a:lnTo>
                    <a:pt x="18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118"/>
            <p:cNvSpPr/>
            <p:nvPr/>
          </p:nvSpPr>
          <p:spPr>
            <a:xfrm>
              <a:off x="1295363" y="1701875"/>
              <a:ext cx="92825" cy="14825"/>
            </a:xfrm>
            <a:custGeom>
              <a:avLst/>
              <a:gdLst/>
              <a:ahLst/>
              <a:cxnLst/>
              <a:rect l="l" t="t" r="r" b="b"/>
              <a:pathLst>
                <a:path w="3713" h="593" extrusionOk="0">
                  <a:moveTo>
                    <a:pt x="0" y="0"/>
                  </a:moveTo>
                  <a:lnTo>
                    <a:pt x="0" y="593"/>
                  </a:lnTo>
                  <a:lnTo>
                    <a:pt x="3713" y="593"/>
                  </a:lnTo>
                  <a:lnTo>
                    <a:pt x="37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118"/>
            <p:cNvSpPr/>
            <p:nvPr/>
          </p:nvSpPr>
          <p:spPr>
            <a:xfrm>
              <a:off x="1264413" y="1780300"/>
              <a:ext cx="30975" cy="14425"/>
            </a:xfrm>
            <a:custGeom>
              <a:avLst/>
              <a:gdLst/>
              <a:ahLst/>
              <a:cxnLst/>
              <a:rect l="l" t="t" r="r" b="b"/>
              <a:pathLst>
                <a:path w="1239" h="577" extrusionOk="0">
                  <a:moveTo>
                    <a:pt x="0" y="1"/>
                  </a:moveTo>
                  <a:lnTo>
                    <a:pt x="0" y="576"/>
                  </a:lnTo>
                  <a:lnTo>
                    <a:pt x="1238" y="576"/>
                  </a:lnTo>
                  <a:lnTo>
                    <a:pt x="123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118"/>
            <p:cNvSpPr/>
            <p:nvPr/>
          </p:nvSpPr>
          <p:spPr>
            <a:xfrm>
              <a:off x="1209938" y="1701875"/>
              <a:ext cx="24000" cy="14825"/>
            </a:xfrm>
            <a:custGeom>
              <a:avLst/>
              <a:gdLst/>
              <a:ahLst/>
              <a:cxnLst/>
              <a:rect l="l" t="t" r="r" b="b"/>
              <a:pathLst>
                <a:path w="960" h="593" extrusionOk="0">
                  <a:moveTo>
                    <a:pt x="1" y="0"/>
                  </a:moveTo>
                  <a:lnTo>
                    <a:pt x="1" y="593"/>
                  </a:lnTo>
                  <a:lnTo>
                    <a:pt x="959" y="593"/>
                  </a:lnTo>
                  <a:lnTo>
                    <a:pt x="9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118"/>
            <p:cNvSpPr/>
            <p:nvPr/>
          </p:nvSpPr>
          <p:spPr>
            <a:xfrm>
              <a:off x="1224763" y="1547600"/>
              <a:ext cx="16150" cy="16600"/>
            </a:xfrm>
            <a:custGeom>
              <a:avLst/>
              <a:gdLst/>
              <a:ahLst/>
              <a:cxnLst/>
              <a:rect l="l" t="t" r="r" b="b"/>
              <a:pathLst>
                <a:path w="646" h="664" extrusionOk="0">
                  <a:moveTo>
                    <a:pt x="0" y="1"/>
                  </a:moveTo>
                  <a:lnTo>
                    <a:pt x="0" y="663"/>
                  </a:lnTo>
                  <a:lnTo>
                    <a:pt x="645" y="663"/>
                  </a:lnTo>
                  <a:lnTo>
                    <a:pt x="64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7" name="Google Shape;4237;p118"/>
          <p:cNvGrpSpPr/>
          <p:nvPr/>
        </p:nvGrpSpPr>
        <p:grpSpPr>
          <a:xfrm>
            <a:off x="1010363" y="2026825"/>
            <a:ext cx="492000" cy="492025"/>
            <a:chOff x="1010363" y="1883950"/>
            <a:chExt cx="492000" cy="492025"/>
          </a:xfrm>
        </p:grpSpPr>
        <p:sp>
          <p:nvSpPr>
            <p:cNvPr id="4238" name="Google Shape;4238;p118"/>
            <p:cNvSpPr/>
            <p:nvPr/>
          </p:nvSpPr>
          <p:spPr>
            <a:xfrm>
              <a:off x="1193813" y="2060025"/>
              <a:ext cx="277625" cy="154275"/>
            </a:xfrm>
            <a:custGeom>
              <a:avLst/>
              <a:gdLst/>
              <a:ahLst/>
              <a:cxnLst/>
              <a:rect l="l" t="t" r="r" b="b"/>
              <a:pathLst>
                <a:path w="11105" h="6171" extrusionOk="0">
                  <a:moveTo>
                    <a:pt x="3121" y="0"/>
                  </a:moveTo>
                  <a:cubicBezTo>
                    <a:pt x="1378" y="0"/>
                    <a:pt x="1" y="1377"/>
                    <a:pt x="1" y="3120"/>
                  </a:cubicBezTo>
                  <a:cubicBezTo>
                    <a:pt x="1" y="4794"/>
                    <a:pt x="1378" y="6171"/>
                    <a:pt x="3121" y="6171"/>
                  </a:cubicBezTo>
                  <a:lnTo>
                    <a:pt x="11104" y="6171"/>
                  </a:lnTo>
                  <a:lnTo>
                    <a:pt x="1110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118"/>
            <p:cNvSpPr/>
            <p:nvPr/>
          </p:nvSpPr>
          <p:spPr>
            <a:xfrm>
              <a:off x="1017763" y="1890925"/>
              <a:ext cx="161700" cy="477650"/>
            </a:xfrm>
            <a:custGeom>
              <a:avLst/>
              <a:gdLst/>
              <a:ahLst/>
              <a:cxnLst/>
              <a:rect l="l" t="t" r="r" b="b"/>
              <a:pathLst>
                <a:path w="6468" h="19106" extrusionOk="0">
                  <a:moveTo>
                    <a:pt x="0" y="1"/>
                  </a:moveTo>
                  <a:lnTo>
                    <a:pt x="0" y="19105"/>
                  </a:lnTo>
                  <a:lnTo>
                    <a:pt x="6467" y="19105"/>
                  </a:lnTo>
                  <a:lnTo>
                    <a:pt x="646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118"/>
            <p:cNvSpPr/>
            <p:nvPr/>
          </p:nvSpPr>
          <p:spPr>
            <a:xfrm>
              <a:off x="1193813" y="2066975"/>
              <a:ext cx="40125" cy="139925"/>
            </a:xfrm>
            <a:custGeom>
              <a:avLst/>
              <a:gdLst/>
              <a:ahLst/>
              <a:cxnLst/>
              <a:rect l="l" t="t" r="r" b="b"/>
              <a:pathLst>
                <a:path w="1605" h="5597" extrusionOk="0">
                  <a:moveTo>
                    <a:pt x="1604" y="1"/>
                  </a:moveTo>
                  <a:lnTo>
                    <a:pt x="942" y="663"/>
                  </a:lnTo>
                  <a:lnTo>
                    <a:pt x="1" y="2476"/>
                  </a:lnTo>
                  <a:lnTo>
                    <a:pt x="367" y="4080"/>
                  </a:lnTo>
                  <a:lnTo>
                    <a:pt x="1604" y="5596"/>
                  </a:lnTo>
                  <a:lnTo>
                    <a:pt x="1604" y="960"/>
                  </a:lnTo>
                  <a:lnTo>
                    <a:pt x="160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118"/>
            <p:cNvSpPr/>
            <p:nvPr/>
          </p:nvSpPr>
          <p:spPr>
            <a:xfrm>
              <a:off x="1217338" y="2214275"/>
              <a:ext cx="278050" cy="154300"/>
            </a:xfrm>
            <a:custGeom>
              <a:avLst/>
              <a:gdLst/>
              <a:ahLst/>
              <a:cxnLst/>
              <a:rect l="l" t="t" r="r" b="b"/>
              <a:pathLst>
                <a:path w="11122" h="6172" extrusionOk="0">
                  <a:moveTo>
                    <a:pt x="1" y="1"/>
                  </a:moveTo>
                  <a:lnTo>
                    <a:pt x="1" y="6171"/>
                  </a:lnTo>
                  <a:lnTo>
                    <a:pt x="8071" y="6171"/>
                  </a:lnTo>
                  <a:cubicBezTo>
                    <a:pt x="9727" y="6171"/>
                    <a:pt x="11122" y="4794"/>
                    <a:pt x="11122" y="3121"/>
                  </a:cubicBezTo>
                  <a:cubicBezTo>
                    <a:pt x="11122" y="1378"/>
                    <a:pt x="9727" y="1"/>
                    <a:pt x="807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118"/>
            <p:cNvSpPr/>
            <p:nvPr/>
          </p:nvSpPr>
          <p:spPr>
            <a:xfrm>
              <a:off x="1457038" y="2221700"/>
              <a:ext cx="38350" cy="139450"/>
            </a:xfrm>
            <a:custGeom>
              <a:avLst/>
              <a:gdLst/>
              <a:ahLst/>
              <a:cxnLst/>
              <a:rect l="l" t="t" r="r" b="b"/>
              <a:pathLst>
                <a:path w="1534" h="5578" extrusionOk="0">
                  <a:moveTo>
                    <a:pt x="0" y="0"/>
                  </a:moveTo>
                  <a:lnTo>
                    <a:pt x="0" y="941"/>
                  </a:lnTo>
                  <a:lnTo>
                    <a:pt x="0" y="5578"/>
                  </a:lnTo>
                  <a:lnTo>
                    <a:pt x="1238" y="4061"/>
                  </a:lnTo>
                  <a:lnTo>
                    <a:pt x="1534" y="2458"/>
                  </a:lnTo>
                  <a:lnTo>
                    <a:pt x="575" y="645"/>
                  </a:ln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118"/>
            <p:cNvSpPr/>
            <p:nvPr/>
          </p:nvSpPr>
          <p:spPr>
            <a:xfrm>
              <a:off x="1426088" y="2214275"/>
              <a:ext cx="30975" cy="154300"/>
            </a:xfrm>
            <a:custGeom>
              <a:avLst/>
              <a:gdLst/>
              <a:ahLst/>
              <a:cxnLst/>
              <a:rect l="l" t="t" r="r" b="b"/>
              <a:pathLst>
                <a:path w="1239" h="6172" extrusionOk="0">
                  <a:moveTo>
                    <a:pt x="0" y="1"/>
                  </a:moveTo>
                  <a:lnTo>
                    <a:pt x="0" y="6171"/>
                  </a:lnTo>
                  <a:lnTo>
                    <a:pt x="1238" y="5875"/>
                  </a:lnTo>
                  <a:lnTo>
                    <a:pt x="1238" y="297"/>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118"/>
            <p:cNvSpPr/>
            <p:nvPr/>
          </p:nvSpPr>
          <p:spPr>
            <a:xfrm>
              <a:off x="1017763" y="1890925"/>
              <a:ext cx="107225" cy="477650"/>
            </a:xfrm>
            <a:custGeom>
              <a:avLst/>
              <a:gdLst/>
              <a:ahLst/>
              <a:cxnLst/>
              <a:rect l="l" t="t" r="r" b="b"/>
              <a:pathLst>
                <a:path w="4289" h="19106" extrusionOk="0">
                  <a:moveTo>
                    <a:pt x="0" y="1"/>
                  </a:moveTo>
                  <a:lnTo>
                    <a:pt x="0" y="19105"/>
                  </a:lnTo>
                  <a:lnTo>
                    <a:pt x="4288" y="19105"/>
                  </a:lnTo>
                  <a:lnTo>
                    <a:pt x="428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118"/>
            <p:cNvSpPr/>
            <p:nvPr/>
          </p:nvSpPr>
          <p:spPr>
            <a:xfrm>
              <a:off x="1233913" y="2060025"/>
              <a:ext cx="37925" cy="154275"/>
            </a:xfrm>
            <a:custGeom>
              <a:avLst/>
              <a:gdLst/>
              <a:ahLst/>
              <a:cxnLst/>
              <a:rect l="l" t="t" r="r" b="b"/>
              <a:pathLst>
                <a:path w="1517" h="6171" extrusionOk="0">
                  <a:moveTo>
                    <a:pt x="1517" y="0"/>
                  </a:moveTo>
                  <a:lnTo>
                    <a:pt x="0" y="279"/>
                  </a:lnTo>
                  <a:lnTo>
                    <a:pt x="0" y="6171"/>
                  </a:lnTo>
                  <a:lnTo>
                    <a:pt x="1517" y="6171"/>
                  </a:lnTo>
                  <a:lnTo>
                    <a:pt x="151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118"/>
            <p:cNvSpPr/>
            <p:nvPr/>
          </p:nvSpPr>
          <p:spPr>
            <a:xfrm>
              <a:off x="1100988" y="1890925"/>
              <a:ext cx="24000" cy="477650"/>
            </a:xfrm>
            <a:custGeom>
              <a:avLst/>
              <a:gdLst/>
              <a:ahLst/>
              <a:cxnLst/>
              <a:rect l="l" t="t" r="r" b="b"/>
              <a:pathLst>
                <a:path w="960" h="19106" extrusionOk="0">
                  <a:moveTo>
                    <a:pt x="1" y="1"/>
                  </a:moveTo>
                  <a:lnTo>
                    <a:pt x="1" y="19105"/>
                  </a:lnTo>
                  <a:lnTo>
                    <a:pt x="959" y="19105"/>
                  </a:lnTo>
                  <a:lnTo>
                    <a:pt x="95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118"/>
            <p:cNvSpPr/>
            <p:nvPr/>
          </p:nvSpPr>
          <p:spPr>
            <a:xfrm>
              <a:off x="1070488" y="2237800"/>
              <a:ext cx="54500" cy="54500"/>
            </a:xfrm>
            <a:custGeom>
              <a:avLst/>
              <a:gdLst/>
              <a:ahLst/>
              <a:cxnLst/>
              <a:rect l="l" t="t" r="r" b="b"/>
              <a:pathLst>
                <a:path w="2180" h="2180" extrusionOk="0">
                  <a:moveTo>
                    <a:pt x="1081" y="1"/>
                  </a:moveTo>
                  <a:cubicBezTo>
                    <a:pt x="506" y="1"/>
                    <a:pt x="1" y="506"/>
                    <a:pt x="1" y="1099"/>
                  </a:cubicBezTo>
                  <a:cubicBezTo>
                    <a:pt x="1" y="1674"/>
                    <a:pt x="506" y="2180"/>
                    <a:pt x="1081" y="2180"/>
                  </a:cubicBezTo>
                  <a:cubicBezTo>
                    <a:pt x="1744" y="2180"/>
                    <a:pt x="2179" y="1674"/>
                    <a:pt x="2179" y="1099"/>
                  </a:cubicBezTo>
                  <a:cubicBezTo>
                    <a:pt x="2179" y="506"/>
                    <a:pt x="1744" y="1"/>
                    <a:pt x="10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118"/>
            <p:cNvSpPr/>
            <p:nvPr/>
          </p:nvSpPr>
          <p:spPr>
            <a:xfrm>
              <a:off x="1010363" y="1883950"/>
              <a:ext cx="176075" cy="492025"/>
            </a:xfrm>
            <a:custGeom>
              <a:avLst/>
              <a:gdLst/>
              <a:ahLst/>
              <a:cxnLst/>
              <a:rect l="l" t="t" r="r" b="b"/>
              <a:pathLst>
                <a:path w="7043" h="19681" extrusionOk="0">
                  <a:moveTo>
                    <a:pt x="6467" y="576"/>
                  </a:moveTo>
                  <a:lnTo>
                    <a:pt x="6467" y="19088"/>
                  </a:lnTo>
                  <a:lnTo>
                    <a:pt x="575" y="19088"/>
                  </a:lnTo>
                  <a:lnTo>
                    <a:pt x="575" y="576"/>
                  </a:lnTo>
                  <a:close/>
                  <a:moveTo>
                    <a:pt x="0" y="1"/>
                  </a:moveTo>
                  <a:lnTo>
                    <a:pt x="0" y="19681"/>
                  </a:lnTo>
                  <a:lnTo>
                    <a:pt x="7042" y="19681"/>
                  </a:lnTo>
                  <a:lnTo>
                    <a:pt x="704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118"/>
            <p:cNvSpPr/>
            <p:nvPr/>
          </p:nvSpPr>
          <p:spPr>
            <a:xfrm>
              <a:off x="1048688" y="1921875"/>
              <a:ext cx="99825" cy="14400"/>
            </a:xfrm>
            <a:custGeom>
              <a:avLst/>
              <a:gdLst/>
              <a:ahLst/>
              <a:cxnLst/>
              <a:rect l="l" t="t" r="r" b="b"/>
              <a:pathLst>
                <a:path w="3993" h="576" extrusionOk="0">
                  <a:moveTo>
                    <a:pt x="1" y="0"/>
                  </a:moveTo>
                  <a:lnTo>
                    <a:pt x="1" y="576"/>
                  </a:lnTo>
                  <a:lnTo>
                    <a:pt x="3993" y="576"/>
                  </a:lnTo>
                  <a:lnTo>
                    <a:pt x="399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118"/>
            <p:cNvSpPr/>
            <p:nvPr/>
          </p:nvSpPr>
          <p:spPr>
            <a:xfrm>
              <a:off x="1048688" y="2323225"/>
              <a:ext cx="99825" cy="14400"/>
            </a:xfrm>
            <a:custGeom>
              <a:avLst/>
              <a:gdLst/>
              <a:ahLst/>
              <a:cxnLst/>
              <a:rect l="l" t="t" r="r" b="b"/>
              <a:pathLst>
                <a:path w="3993" h="576" extrusionOk="0">
                  <a:moveTo>
                    <a:pt x="1" y="0"/>
                  </a:moveTo>
                  <a:lnTo>
                    <a:pt x="1" y="576"/>
                  </a:lnTo>
                  <a:lnTo>
                    <a:pt x="3993" y="576"/>
                  </a:lnTo>
                  <a:lnTo>
                    <a:pt x="399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118"/>
            <p:cNvSpPr/>
            <p:nvPr/>
          </p:nvSpPr>
          <p:spPr>
            <a:xfrm>
              <a:off x="1048688" y="1952825"/>
              <a:ext cx="99825" cy="14400"/>
            </a:xfrm>
            <a:custGeom>
              <a:avLst/>
              <a:gdLst/>
              <a:ahLst/>
              <a:cxnLst/>
              <a:rect l="l" t="t" r="r" b="b"/>
              <a:pathLst>
                <a:path w="3993" h="576" extrusionOk="0">
                  <a:moveTo>
                    <a:pt x="1" y="0"/>
                  </a:moveTo>
                  <a:lnTo>
                    <a:pt x="1" y="575"/>
                  </a:lnTo>
                  <a:lnTo>
                    <a:pt x="3993" y="575"/>
                  </a:lnTo>
                  <a:lnTo>
                    <a:pt x="399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118"/>
            <p:cNvSpPr/>
            <p:nvPr/>
          </p:nvSpPr>
          <p:spPr>
            <a:xfrm>
              <a:off x="1079213" y="1983750"/>
              <a:ext cx="38375" cy="14400"/>
            </a:xfrm>
            <a:custGeom>
              <a:avLst/>
              <a:gdLst/>
              <a:ahLst/>
              <a:cxnLst/>
              <a:rect l="l" t="t" r="r" b="b"/>
              <a:pathLst>
                <a:path w="1535" h="576" extrusionOk="0">
                  <a:moveTo>
                    <a:pt x="0" y="1"/>
                  </a:moveTo>
                  <a:lnTo>
                    <a:pt x="0" y="576"/>
                  </a:lnTo>
                  <a:lnTo>
                    <a:pt x="1534" y="576"/>
                  </a:lnTo>
                  <a:lnTo>
                    <a:pt x="153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118"/>
            <p:cNvSpPr/>
            <p:nvPr/>
          </p:nvSpPr>
          <p:spPr>
            <a:xfrm>
              <a:off x="1063088" y="2230400"/>
              <a:ext cx="68875" cy="69325"/>
            </a:xfrm>
            <a:custGeom>
              <a:avLst/>
              <a:gdLst/>
              <a:ahLst/>
              <a:cxnLst/>
              <a:rect l="l" t="t" r="r" b="b"/>
              <a:pathLst>
                <a:path w="2755" h="2773" extrusionOk="0">
                  <a:moveTo>
                    <a:pt x="1377" y="593"/>
                  </a:moveTo>
                  <a:cubicBezTo>
                    <a:pt x="1813" y="593"/>
                    <a:pt x="2179" y="959"/>
                    <a:pt x="2179" y="1395"/>
                  </a:cubicBezTo>
                  <a:cubicBezTo>
                    <a:pt x="2179" y="1831"/>
                    <a:pt x="1813" y="2180"/>
                    <a:pt x="1377" y="2180"/>
                  </a:cubicBezTo>
                  <a:cubicBezTo>
                    <a:pt x="941" y="2180"/>
                    <a:pt x="645" y="1831"/>
                    <a:pt x="645" y="1395"/>
                  </a:cubicBezTo>
                  <a:cubicBezTo>
                    <a:pt x="645" y="959"/>
                    <a:pt x="941" y="593"/>
                    <a:pt x="1377" y="593"/>
                  </a:cubicBezTo>
                  <a:close/>
                  <a:moveTo>
                    <a:pt x="1377" y="1"/>
                  </a:moveTo>
                  <a:cubicBezTo>
                    <a:pt x="645" y="1"/>
                    <a:pt x="0" y="593"/>
                    <a:pt x="0" y="1395"/>
                  </a:cubicBezTo>
                  <a:cubicBezTo>
                    <a:pt x="0" y="2110"/>
                    <a:pt x="645" y="2772"/>
                    <a:pt x="1377" y="2772"/>
                  </a:cubicBezTo>
                  <a:cubicBezTo>
                    <a:pt x="2179" y="2772"/>
                    <a:pt x="2754" y="2110"/>
                    <a:pt x="2754" y="1395"/>
                  </a:cubicBezTo>
                  <a:cubicBezTo>
                    <a:pt x="2754" y="593"/>
                    <a:pt x="2179" y="1"/>
                    <a:pt x="13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118"/>
            <p:cNvSpPr/>
            <p:nvPr/>
          </p:nvSpPr>
          <p:spPr>
            <a:xfrm>
              <a:off x="1193813" y="2206875"/>
              <a:ext cx="308550" cy="169100"/>
            </a:xfrm>
            <a:custGeom>
              <a:avLst/>
              <a:gdLst/>
              <a:ahLst/>
              <a:cxnLst/>
              <a:rect l="l" t="t" r="r" b="b"/>
              <a:pathLst>
                <a:path w="12342" h="6764" extrusionOk="0">
                  <a:moveTo>
                    <a:pt x="1" y="0"/>
                  </a:moveTo>
                  <a:lnTo>
                    <a:pt x="1" y="593"/>
                  </a:lnTo>
                  <a:lnTo>
                    <a:pt x="9012" y="593"/>
                  </a:lnTo>
                  <a:cubicBezTo>
                    <a:pt x="10529" y="593"/>
                    <a:pt x="11767" y="1813"/>
                    <a:pt x="11767" y="3417"/>
                  </a:cubicBezTo>
                  <a:cubicBezTo>
                    <a:pt x="11767" y="4951"/>
                    <a:pt x="10529" y="6171"/>
                    <a:pt x="9012" y="6171"/>
                  </a:cubicBezTo>
                  <a:lnTo>
                    <a:pt x="1" y="6171"/>
                  </a:lnTo>
                  <a:lnTo>
                    <a:pt x="1" y="6764"/>
                  </a:lnTo>
                  <a:lnTo>
                    <a:pt x="9012" y="6764"/>
                  </a:lnTo>
                  <a:cubicBezTo>
                    <a:pt x="10825" y="6764"/>
                    <a:pt x="12342" y="5230"/>
                    <a:pt x="12342" y="3417"/>
                  </a:cubicBezTo>
                  <a:cubicBezTo>
                    <a:pt x="12342" y="1534"/>
                    <a:pt x="10825" y="0"/>
                    <a:pt x="90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118"/>
            <p:cNvSpPr/>
            <p:nvPr/>
          </p:nvSpPr>
          <p:spPr>
            <a:xfrm>
              <a:off x="1449613" y="2252200"/>
              <a:ext cx="14850" cy="78450"/>
            </a:xfrm>
            <a:custGeom>
              <a:avLst/>
              <a:gdLst/>
              <a:ahLst/>
              <a:cxnLst/>
              <a:rect l="l" t="t" r="r" b="b"/>
              <a:pathLst>
                <a:path w="594" h="3138" extrusionOk="0">
                  <a:moveTo>
                    <a:pt x="1" y="0"/>
                  </a:moveTo>
                  <a:lnTo>
                    <a:pt x="1" y="3138"/>
                  </a:lnTo>
                  <a:lnTo>
                    <a:pt x="593" y="3138"/>
                  </a:lnTo>
                  <a:lnTo>
                    <a:pt x="5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118"/>
            <p:cNvSpPr/>
            <p:nvPr/>
          </p:nvSpPr>
          <p:spPr>
            <a:xfrm>
              <a:off x="1217338" y="2237800"/>
              <a:ext cx="216175" cy="14425"/>
            </a:xfrm>
            <a:custGeom>
              <a:avLst/>
              <a:gdLst/>
              <a:ahLst/>
              <a:cxnLst/>
              <a:rect l="l" t="t" r="r" b="b"/>
              <a:pathLst>
                <a:path w="8647" h="577" extrusionOk="0">
                  <a:moveTo>
                    <a:pt x="1" y="1"/>
                  </a:moveTo>
                  <a:lnTo>
                    <a:pt x="1" y="576"/>
                  </a:lnTo>
                  <a:lnTo>
                    <a:pt x="8647" y="576"/>
                  </a:lnTo>
                  <a:lnTo>
                    <a:pt x="864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118"/>
            <p:cNvSpPr/>
            <p:nvPr/>
          </p:nvSpPr>
          <p:spPr>
            <a:xfrm>
              <a:off x="1217338" y="2268750"/>
              <a:ext cx="216175" cy="14400"/>
            </a:xfrm>
            <a:custGeom>
              <a:avLst/>
              <a:gdLst/>
              <a:ahLst/>
              <a:cxnLst/>
              <a:rect l="l" t="t" r="r" b="b"/>
              <a:pathLst>
                <a:path w="8647" h="576" extrusionOk="0">
                  <a:moveTo>
                    <a:pt x="1" y="1"/>
                  </a:moveTo>
                  <a:lnTo>
                    <a:pt x="1" y="576"/>
                  </a:lnTo>
                  <a:lnTo>
                    <a:pt x="8647" y="576"/>
                  </a:lnTo>
                  <a:lnTo>
                    <a:pt x="864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118"/>
            <p:cNvSpPr/>
            <p:nvPr/>
          </p:nvSpPr>
          <p:spPr>
            <a:xfrm>
              <a:off x="1217338" y="2299700"/>
              <a:ext cx="216175" cy="14400"/>
            </a:xfrm>
            <a:custGeom>
              <a:avLst/>
              <a:gdLst/>
              <a:ahLst/>
              <a:cxnLst/>
              <a:rect l="l" t="t" r="r" b="b"/>
              <a:pathLst>
                <a:path w="8647" h="576" extrusionOk="0">
                  <a:moveTo>
                    <a:pt x="1" y="0"/>
                  </a:moveTo>
                  <a:lnTo>
                    <a:pt x="1" y="575"/>
                  </a:lnTo>
                  <a:lnTo>
                    <a:pt x="8647" y="575"/>
                  </a:lnTo>
                  <a:lnTo>
                    <a:pt x="864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118"/>
            <p:cNvSpPr/>
            <p:nvPr/>
          </p:nvSpPr>
          <p:spPr>
            <a:xfrm>
              <a:off x="1217338" y="2330625"/>
              <a:ext cx="216175" cy="14425"/>
            </a:xfrm>
            <a:custGeom>
              <a:avLst/>
              <a:gdLst/>
              <a:ahLst/>
              <a:cxnLst/>
              <a:rect l="l" t="t" r="r" b="b"/>
              <a:pathLst>
                <a:path w="8647" h="577" extrusionOk="0">
                  <a:moveTo>
                    <a:pt x="1" y="1"/>
                  </a:moveTo>
                  <a:lnTo>
                    <a:pt x="1" y="576"/>
                  </a:lnTo>
                  <a:lnTo>
                    <a:pt x="8647" y="576"/>
                  </a:lnTo>
                  <a:lnTo>
                    <a:pt x="864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118"/>
            <p:cNvSpPr/>
            <p:nvPr/>
          </p:nvSpPr>
          <p:spPr>
            <a:xfrm>
              <a:off x="1186413" y="2052600"/>
              <a:ext cx="308975" cy="169125"/>
            </a:xfrm>
            <a:custGeom>
              <a:avLst/>
              <a:gdLst/>
              <a:ahLst/>
              <a:cxnLst/>
              <a:rect l="l" t="t" r="r" b="b"/>
              <a:pathLst>
                <a:path w="12359" h="6765" extrusionOk="0">
                  <a:moveTo>
                    <a:pt x="3417" y="1"/>
                  </a:moveTo>
                  <a:cubicBezTo>
                    <a:pt x="1534" y="1"/>
                    <a:pt x="0" y="1535"/>
                    <a:pt x="0" y="3417"/>
                  </a:cubicBezTo>
                  <a:cubicBezTo>
                    <a:pt x="0" y="5230"/>
                    <a:pt x="1534" y="6764"/>
                    <a:pt x="3417" y="6764"/>
                  </a:cubicBezTo>
                  <a:lnTo>
                    <a:pt x="12359" y="6764"/>
                  </a:lnTo>
                  <a:lnTo>
                    <a:pt x="12359" y="6171"/>
                  </a:lnTo>
                  <a:lnTo>
                    <a:pt x="3417" y="6171"/>
                  </a:lnTo>
                  <a:cubicBezTo>
                    <a:pt x="1900" y="6171"/>
                    <a:pt x="663" y="4934"/>
                    <a:pt x="663" y="3417"/>
                  </a:cubicBezTo>
                  <a:cubicBezTo>
                    <a:pt x="663" y="1883"/>
                    <a:pt x="1900" y="576"/>
                    <a:pt x="3417" y="576"/>
                  </a:cubicBezTo>
                  <a:lnTo>
                    <a:pt x="12359" y="576"/>
                  </a:lnTo>
                  <a:lnTo>
                    <a:pt x="123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118"/>
            <p:cNvSpPr/>
            <p:nvPr/>
          </p:nvSpPr>
          <p:spPr>
            <a:xfrm>
              <a:off x="1226488" y="2097925"/>
              <a:ext cx="14425" cy="78025"/>
            </a:xfrm>
            <a:custGeom>
              <a:avLst/>
              <a:gdLst/>
              <a:ahLst/>
              <a:cxnLst/>
              <a:rect l="l" t="t" r="r" b="b"/>
              <a:pathLst>
                <a:path w="577" h="3121" extrusionOk="0">
                  <a:moveTo>
                    <a:pt x="1" y="1"/>
                  </a:moveTo>
                  <a:lnTo>
                    <a:pt x="1" y="3121"/>
                  </a:lnTo>
                  <a:lnTo>
                    <a:pt x="576" y="3121"/>
                  </a:lnTo>
                  <a:lnTo>
                    <a:pt x="57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118"/>
            <p:cNvSpPr/>
            <p:nvPr/>
          </p:nvSpPr>
          <p:spPr>
            <a:xfrm>
              <a:off x="1255688" y="2083550"/>
              <a:ext cx="215750" cy="14400"/>
            </a:xfrm>
            <a:custGeom>
              <a:avLst/>
              <a:gdLst/>
              <a:ahLst/>
              <a:cxnLst/>
              <a:rect l="l" t="t" r="r" b="b"/>
              <a:pathLst>
                <a:path w="8630" h="576" extrusionOk="0">
                  <a:moveTo>
                    <a:pt x="1" y="0"/>
                  </a:moveTo>
                  <a:lnTo>
                    <a:pt x="1" y="576"/>
                  </a:lnTo>
                  <a:lnTo>
                    <a:pt x="8629" y="576"/>
                  </a:lnTo>
                  <a:lnTo>
                    <a:pt x="862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118"/>
            <p:cNvSpPr/>
            <p:nvPr/>
          </p:nvSpPr>
          <p:spPr>
            <a:xfrm>
              <a:off x="1255688" y="2114475"/>
              <a:ext cx="215750" cy="14425"/>
            </a:xfrm>
            <a:custGeom>
              <a:avLst/>
              <a:gdLst/>
              <a:ahLst/>
              <a:cxnLst/>
              <a:rect l="l" t="t" r="r" b="b"/>
              <a:pathLst>
                <a:path w="8630" h="577" extrusionOk="0">
                  <a:moveTo>
                    <a:pt x="1" y="1"/>
                  </a:moveTo>
                  <a:lnTo>
                    <a:pt x="1" y="576"/>
                  </a:lnTo>
                  <a:lnTo>
                    <a:pt x="8629" y="576"/>
                  </a:lnTo>
                  <a:lnTo>
                    <a:pt x="862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118"/>
            <p:cNvSpPr/>
            <p:nvPr/>
          </p:nvSpPr>
          <p:spPr>
            <a:xfrm>
              <a:off x="1255688" y="2145425"/>
              <a:ext cx="215750" cy="14400"/>
            </a:xfrm>
            <a:custGeom>
              <a:avLst/>
              <a:gdLst/>
              <a:ahLst/>
              <a:cxnLst/>
              <a:rect l="l" t="t" r="r" b="b"/>
              <a:pathLst>
                <a:path w="8630" h="576" extrusionOk="0">
                  <a:moveTo>
                    <a:pt x="1" y="1"/>
                  </a:moveTo>
                  <a:lnTo>
                    <a:pt x="1" y="576"/>
                  </a:lnTo>
                  <a:lnTo>
                    <a:pt x="8629" y="576"/>
                  </a:lnTo>
                  <a:lnTo>
                    <a:pt x="862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118"/>
            <p:cNvSpPr/>
            <p:nvPr/>
          </p:nvSpPr>
          <p:spPr>
            <a:xfrm>
              <a:off x="1255688" y="2175925"/>
              <a:ext cx="215750" cy="14850"/>
            </a:xfrm>
            <a:custGeom>
              <a:avLst/>
              <a:gdLst/>
              <a:ahLst/>
              <a:cxnLst/>
              <a:rect l="l" t="t" r="r" b="b"/>
              <a:pathLst>
                <a:path w="8630" h="594" extrusionOk="0">
                  <a:moveTo>
                    <a:pt x="1" y="1"/>
                  </a:moveTo>
                  <a:lnTo>
                    <a:pt x="1" y="593"/>
                  </a:lnTo>
                  <a:lnTo>
                    <a:pt x="8629" y="593"/>
                  </a:lnTo>
                  <a:lnTo>
                    <a:pt x="862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6" name="Google Shape;4266;p118"/>
          <p:cNvGrpSpPr/>
          <p:nvPr/>
        </p:nvGrpSpPr>
        <p:grpSpPr>
          <a:xfrm>
            <a:off x="1133688" y="3382300"/>
            <a:ext cx="245350" cy="493750"/>
            <a:chOff x="1133688" y="3334675"/>
            <a:chExt cx="245350" cy="493750"/>
          </a:xfrm>
        </p:grpSpPr>
        <p:sp>
          <p:nvSpPr>
            <p:cNvPr id="4267" name="Google Shape;4267;p118"/>
            <p:cNvSpPr/>
            <p:nvPr/>
          </p:nvSpPr>
          <p:spPr>
            <a:xfrm>
              <a:off x="1240888" y="3632992"/>
              <a:ext cx="107225" cy="183475"/>
            </a:xfrm>
            <a:custGeom>
              <a:avLst/>
              <a:gdLst/>
              <a:ahLst/>
              <a:cxnLst/>
              <a:rect l="l" t="t" r="r" b="b"/>
              <a:pathLst>
                <a:path w="4289" h="7339" extrusionOk="0">
                  <a:moveTo>
                    <a:pt x="1307" y="0"/>
                  </a:moveTo>
                  <a:cubicBezTo>
                    <a:pt x="593" y="0"/>
                    <a:pt x="0" y="575"/>
                    <a:pt x="0" y="1307"/>
                  </a:cubicBezTo>
                  <a:lnTo>
                    <a:pt x="0" y="6467"/>
                  </a:lnTo>
                  <a:cubicBezTo>
                    <a:pt x="0" y="6972"/>
                    <a:pt x="366" y="7339"/>
                    <a:pt x="872" y="7339"/>
                  </a:cubicBezTo>
                  <a:lnTo>
                    <a:pt x="3417" y="7339"/>
                  </a:lnTo>
                  <a:cubicBezTo>
                    <a:pt x="3922" y="7339"/>
                    <a:pt x="4288" y="6972"/>
                    <a:pt x="4288" y="6467"/>
                  </a:cubicBezTo>
                  <a:lnTo>
                    <a:pt x="4288" y="1307"/>
                  </a:lnTo>
                  <a:cubicBezTo>
                    <a:pt x="4288" y="575"/>
                    <a:pt x="3713" y="0"/>
                    <a:pt x="29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118"/>
            <p:cNvSpPr/>
            <p:nvPr/>
          </p:nvSpPr>
          <p:spPr>
            <a:xfrm>
              <a:off x="1240888" y="3632300"/>
              <a:ext cx="107225" cy="34450"/>
            </a:xfrm>
            <a:custGeom>
              <a:avLst/>
              <a:gdLst/>
              <a:ahLst/>
              <a:cxnLst/>
              <a:rect l="l" t="t" r="r" b="b"/>
              <a:pathLst>
                <a:path w="4289" h="1378" extrusionOk="0">
                  <a:moveTo>
                    <a:pt x="1029" y="1"/>
                  </a:moveTo>
                  <a:cubicBezTo>
                    <a:pt x="436" y="1"/>
                    <a:pt x="0" y="576"/>
                    <a:pt x="0" y="1168"/>
                  </a:cubicBezTo>
                  <a:lnTo>
                    <a:pt x="0" y="1378"/>
                  </a:lnTo>
                  <a:lnTo>
                    <a:pt x="4288" y="1378"/>
                  </a:lnTo>
                  <a:lnTo>
                    <a:pt x="4288" y="1168"/>
                  </a:lnTo>
                  <a:cubicBezTo>
                    <a:pt x="4288" y="576"/>
                    <a:pt x="3852" y="70"/>
                    <a:pt x="3347" y="70"/>
                  </a:cubicBezTo>
                  <a:lnTo>
                    <a:pt x="102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118"/>
            <p:cNvSpPr/>
            <p:nvPr/>
          </p:nvSpPr>
          <p:spPr>
            <a:xfrm>
              <a:off x="1233913" y="3619675"/>
              <a:ext cx="123350" cy="208750"/>
            </a:xfrm>
            <a:custGeom>
              <a:avLst/>
              <a:gdLst/>
              <a:ahLst/>
              <a:cxnLst/>
              <a:rect l="l" t="t" r="r" b="b"/>
              <a:pathLst>
                <a:path w="4934" h="8350" extrusionOk="0">
                  <a:moveTo>
                    <a:pt x="3051" y="645"/>
                  </a:moveTo>
                  <a:cubicBezTo>
                    <a:pt x="3765" y="645"/>
                    <a:pt x="4271" y="1168"/>
                    <a:pt x="4271" y="1883"/>
                  </a:cubicBezTo>
                  <a:lnTo>
                    <a:pt x="4271" y="6537"/>
                  </a:lnTo>
                  <a:cubicBezTo>
                    <a:pt x="4271" y="7182"/>
                    <a:pt x="3765" y="7774"/>
                    <a:pt x="3051" y="7774"/>
                  </a:cubicBezTo>
                  <a:lnTo>
                    <a:pt x="1813" y="7774"/>
                  </a:lnTo>
                  <a:cubicBezTo>
                    <a:pt x="1151" y="7774"/>
                    <a:pt x="575" y="7182"/>
                    <a:pt x="575" y="6537"/>
                  </a:cubicBezTo>
                  <a:lnTo>
                    <a:pt x="575" y="1883"/>
                  </a:lnTo>
                  <a:cubicBezTo>
                    <a:pt x="575" y="1168"/>
                    <a:pt x="1151" y="645"/>
                    <a:pt x="1813" y="645"/>
                  </a:cubicBezTo>
                  <a:close/>
                  <a:moveTo>
                    <a:pt x="1813" y="0"/>
                  </a:moveTo>
                  <a:cubicBezTo>
                    <a:pt x="785" y="0"/>
                    <a:pt x="0" y="872"/>
                    <a:pt x="0" y="1883"/>
                  </a:cubicBezTo>
                  <a:lnTo>
                    <a:pt x="0" y="6537"/>
                  </a:lnTo>
                  <a:cubicBezTo>
                    <a:pt x="0" y="7548"/>
                    <a:pt x="785" y="8350"/>
                    <a:pt x="1813" y="8350"/>
                  </a:cubicBezTo>
                  <a:lnTo>
                    <a:pt x="3051" y="8350"/>
                  </a:lnTo>
                  <a:cubicBezTo>
                    <a:pt x="4062" y="8350"/>
                    <a:pt x="4933" y="7548"/>
                    <a:pt x="4933" y="6537"/>
                  </a:cubicBezTo>
                  <a:lnTo>
                    <a:pt x="4933" y="1883"/>
                  </a:lnTo>
                  <a:cubicBezTo>
                    <a:pt x="4933" y="872"/>
                    <a:pt x="4062" y="0"/>
                    <a:pt x="305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118"/>
            <p:cNvSpPr/>
            <p:nvPr/>
          </p:nvSpPr>
          <p:spPr>
            <a:xfrm>
              <a:off x="1286188" y="3659750"/>
              <a:ext cx="16600" cy="14400"/>
            </a:xfrm>
            <a:custGeom>
              <a:avLst/>
              <a:gdLst/>
              <a:ahLst/>
              <a:cxnLst/>
              <a:rect l="l" t="t" r="r" b="b"/>
              <a:pathLst>
                <a:path w="664" h="576" extrusionOk="0">
                  <a:moveTo>
                    <a:pt x="1" y="1"/>
                  </a:moveTo>
                  <a:lnTo>
                    <a:pt x="1" y="576"/>
                  </a:lnTo>
                  <a:lnTo>
                    <a:pt x="663" y="576"/>
                  </a:lnTo>
                  <a:lnTo>
                    <a:pt x="66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118"/>
            <p:cNvSpPr/>
            <p:nvPr/>
          </p:nvSpPr>
          <p:spPr>
            <a:xfrm>
              <a:off x="1286188" y="3597875"/>
              <a:ext cx="16600" cy="14400"/>
            </a:xfrm>
            <a:custGeom>
              <a:avLst/>
              <a:gdLst/>
              <a:ahLst/>
              <a:cxnLst/>
              <a:rect l="l" t="t" r="r" b="b"/>
              <a:pathLst>
                <a:path w="664" h="576" extrusionOk="0">
                  <a:moveTo>
                    <a:pt x="1" y="0"/>
                  </a:moveTo>
                  <a:lnTo>
                    <a:pt x="1" y="576"/>
                  </a:lnTo>
                  <a:lnTo>
                    <a:pt x="663" y="576"/>
                  </a:lnTo>
                  <a:lnTo>
                    <a:pt x="66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118"/>
            <p:cNvSpPr/>
            <p:nvPr/>
          </p:nvSpPr>
          <p:spPr>
            <a:xfrm>
              <a:off x="1286188" y="3427050"/>
              <a:ext cx="92850" cy="161700"/>
            </a:xfrm>
            <a:custGeom>
              <a:avLst/>
              <a:gdLst/>
              <a:ahLst/>
              <a:cxnLst/>
              <a:rect l="l" t="t" r="r" b="b"/>
              <a:pathLst>
                <a:path w="3714" h="6468" extrusionOk="0">
                  <a:moveTo>
                    <a:pt x="1901" y="0"/>
                  </a:moveTo>
                  <a:cubicBezTo>
                    <a:pt x="873" y="0"/>
                    <a:pt x="1" y="872"/>
                    <a:pt x="1" y="1900"/>
                  </a:cubicBezTo>
                  <a:lnTo>
                    <a:pt x="1" y="6467"/>
                  </a:lnTo>
                  <a:lnTo>
                    <a:pt x="663" y="6467"/>
                  </a:lnTo>
                  <a:lnTo>
                    <a:pt x="663" y="1900"/>
                  </a:lnTo>
                  <a:cubicBezTo>
                    <a:pt x="663" y="1168"/>
                    <a:pt x="1169" y="663"/>
                    <a:pt x="1901" y="663"/>
                  </a:cubicBezTo>
                  <a:cubicBezTo>
                    <a:pt x="2546" y="663"/>
                    <a:pt x="3139" y="1168"/>
                    <a:pt x="3139" y="1900"/>
                  </a:cubicBezTo>
                  <a:cubicBezTo>
                    <a:pt x="3139" y="2545"/>
                    <a:pt x="2546" y="3121"/>
                    <a:pt x="1901" y="3121"/>
                  </a:cubicBezTo>
                  <a:lnTo>
                    <a:pt x="960" y="3121"/>
                  </a:lnTo>
                  <a:lnTo>
                    <a:pt x="960" y="3713"/>
                  </a:lnTo>
                  <a:lnTo>
                    <a:pt x="1901" y="3713"/>
                  </a:lnTo>
                  <a:cubicBezTo>
                    <a:pt x="2912" y="3713"/>
                    <a:pt x="3714" y="2911"/>
                    <a:pt x="3714" y="1900"/>
                  </a:cubicBezTo>
                  <a:cubicBezTo>
                    <a:pt x="3714" y="872"/>
                    <a:pt x="2912" y="0"/>
                    <a:pt x="19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118"/>
            <p:cNvSpPr/>
            <p:nvPr/>
          </p:nvSpPr>
          <p:spPr>
            <a:xfrm>
              <a:off x="1133688" y="3334675"/>
              <a:ext cx="145575" cy="185225"/>
            </a:xfrm>
            <a:custGeom>
              <a:avLst/>
              <a:gdLst/>
              <a:ahLst/>
              <a:cxnLst/>
              <a:rect l="l" t="t" r="r" b="b"/>
              <a:pathLst>
                <a:path w="5823" h="7409" extrusionOk="0">
                  <a:moveTo>
                    <a:pt x="3643" y="0"/>
                  </a:moveTo>
                  <a:lnTo>
                    <a:pt x="3643" y="3417"/>
                  </a:lnTo>
                  <a:cubicBezTo>
                    <a:pt x="3643" y="3922"/>
                    <a:pt x="3277" y="4358"/>
                    <a:pt x="2772" y="4358"/>
                  </a:cubicBezTo>
                  <a:lnTo>
                    <a:pt x="1534" y="4358"/>
                  </a:lnTo>
                  <a:cubicBezTo>
                    <a:pt x="662" y="4358"/>
                    <a:pt x="0" y="5003"/>
                    <a:pt x="0" y="5874"/>
                  </a:cubicBezTo>
                  <a:cubicBezTo>
                    <a:pt x="0" y="6746"/>
                    <a:pt x="662" y="7408"/>
                    <a:pt x="1534" y="7408"/>
                  </a:cubicBezTo>
                  <a:lnTo>
                    <a:pt x="5822" y="7408"/>
                  </a:lnTo>
                  <a:lnTo>
                    <a:pt x="5822" y="6816"/>
                  </a:lnTo>
                  <a:lnTo>
                    <a:pt x="1534" y="6816"/>
                  </a:lnTo>
                  <a:cubicBezTo>
                    <a:pt x="1028" y="6816"/>
                    <a:pt x="593" y="6380"/>
                    <a:pt x="593" y="5874"/>
                  </a:cubicBezTo>
                  <a:cubicBezTo>
                    <a:pt x="593" y="5369"/>
                    <a:pt x="1028" y="4933"/>
                    <a:pt x="1534" y="4933"/>
                  </a:cubicBezTo>
                  <a:lnTo>
                    <a:pt x="2772" y="4933"/>
                  </a:lnTo>
                  <a:cubicBezTo>
                    <a:pt x="3573" y="4933"/>
                    <a:pt x="4288" y="4288"/>
                    <a:pt x="4288" y="3417"/>
                  </a:cubicBezTo>
                  <a:lnTo>
                    <a:pt x="428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4" name="Google Shape;4274;p118"/>
          <p:cNvGrpSpPr/>
          <p:nvPr/>
        </p:nvGrpSpPr>
        <p:grpSpPr>
          <a:xfrm>
            <a:off x="1782113" y="1348025"/>
            <a:ext cx="414025" cy="492000"/>
            <a:chOff x="1782113" y="1157525"/>
            <a:chExt cx="414025" cy="492000"/>
          </a:xfrm>
        </p:grpSpPr>
        <p:sp>
          <p:nvSpPr>
            <p:cNvPr id="4275" name="Google Shape;4275;p118"/>
            <p:cNvSpPr/>
            <p:nvPr/>
          </p:nvSpPr>
          <p:spPr>
            <a:xfrm>
              <a:off x="1789538" y="1180275"/>
              <a:ext cx="143375" cy="97100"/>
            </a:xfrm>
            <a:custGeom>
              <a:avLst/>
              <a:gdLst/>
              <a:ahLst/>
              <a:cxnLst/>
              <a:rect l="l" t="t" r="r" b="b"/>
              <a:pathLst>
                <a:path w="5735" h="3884" extrusionOk="0">
                  <a:moveTo>
                    <a:pt x="3189" y="1"/>
                  </a:moveTo>
                  <a:cubicBezTo>
                    <a:pt x="2804" y="1"/>
                    <a:pt x="2409" y="83"/>
                    <a:pt x="2022" y="258"/>
                  </a:cubicBezTo>
                  <a:cubicBezTo>
                    <a:pt x="645" y="833"/>
                    <a:pt x="0" y="2507"/>
                    <a:pt x="575" y="3884"/>
                  </a:cubicBezTo>
                  <a:lnTo>
                    <a:pt x="5735" y="1705"/>
                  </a:lnTo>
                  <a:cubicBezTo>
                    <a:pt x="5248" y="640"/>
                    <a:pt x="4260" y="1"/>
                    <a:pt x="3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118"/>
            <p:cNvSpPr/>
            <p:nvPr/>
          </p:nvSpPr>
          <p:spPr>
            <a:xfrm>
              <a:off x="2052738" y="1180275"/>
              <a:ext cx="143400" cy="97100"/>
            </a:xfrm>
            <a:custGeom>
              <a:avLst/>
              <a:gdLst/>
              <a:ahLst/>
              <a:cxnLst/>
              <a:rect l="l" t="t" r="r" b="b"/>
              <a:pathLst>
                <a:path w="5736" h="3884" extrusionOk="0">
                  <a:moveTo>
                    <a:pt x="2537" y="1"/>
                  </a:moveTo>
                  <a:cubicBezTo>
                    <a:pt x="1469" y="1"/>
                    <a:pt x="475" y="640"/>
                    <a:pt x="0" y="1705"/>
                  </a:cubicBezTo>
                  <a:lnTo>
                    <a:pt x="5160" y="3884"/>
                  </a:lnTo>
                  <a:cubicBezTo>
                    <a:pt x="5735" y="2507"/>
                    <a:pt x="5073" y="833"/>
                    <a:pt x="3696" y="258"/>
                  </a:cubicBezTo>
                  <a:cubicBezTo>
                    <a:pt x="3314" y="83"/>
                    <a:pt x="2920" y="1"/>
                    <a:pt x="25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118"/>
            <p:cNvSpPr/>
            <p:nvPr/>
          </p:nvSpPr>
          <p:spPr>
            <a:xfrm>
              <a:off x="1814813" y="1257300"/>
              <a:ext cx="357800" cy="357800"/>
            </a:xfrm>
            <a:custGeom>
              <a:avLst/>
              <a:gdLst/>
              <a:ahLst/>
              <a:cxnLst/>
              <a:rect l="l" t="t" r="r" b="b"/>
              <a:pathLst>
                <a:path w="14312" h="14312" extrusionOk="0">
                  <a:moveTo>
                    <a:pt x="7112" y="1"/>
                  </a:moveTo>
                  <a:cubicBezTo>
                    <a:pt x="3190" y="1"/>
                    <a:pt x="0" y="3191"/>
                    <a:pt x="0" y="7200"/>
                  </a:cubicBezTo>
                  <a:cubicBezTo>
                    <a:pt x="0" y="11122"/>
                    <a:pt x="3190" y="14312"/>
                    <a:pt x="7112" y="14312"/>
                  </a:cubicBezTo>
                  <a:cubicBezTo>
                    <a:pt x="11034" y="14312"/>
                    <a:pt x="14311" y="11122"/>
                    <a:pt x="14311" y="7200"/>
                  </a:cubicBezTo>
                  <a:cubicBezTo>
                    <a:pt x="14311" y="3191"/>
                    <a:pt x="11034" y="1"/>
                    <a:pt x="71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118"/>
            <p:cNvSpPr/>
            <p:nvPr/>
          </p:nvSpPr>
          <p:spPr>
            <a:xfrm>
              <a:off x="1814813" y="1257300"/>
              <a:ext cx="177800" cy="357800"/>
            </a:xfrm>
            <a:custGeom>
              <a:avLst/>
              <a:gdLst/>
              <a:ahLst/>
              <a:cxnLst/>
              <a:rect l="l" t="t" r="r" b="b"/>
              <a:pathLst>
                <a:path w="7112" h="14312" extrusionOk="0">
                  <a:moveTo>
                    <a:pt x="7112" y="1"/>
                  </a:moveTo>
                  <a:cubicBezTo>
                    <a:pt x="3190" y="1"/>
                    <a:pt x="0" y="3191"/>
                    <a:pt x="0" y="7200"/>
                  </a:cubicBezTo>
                  <a:cubicBezTo>
                    <a:pt x="0" y="11122"/>
                    <a:pt x="3190" y="14312"/>
                    <a:pt x="7112" y="14312"/>
                  </a:cubicBezTo>
                  <a:lnTo>
                    <a:pt x="711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118"/>
            <p:cNvSpPr/>
            <p:nvPr/>
          </p:nvSpPr>
          <p:spPr>
            <a:xfrm>
              <a:off x="1845738" y="1288250"/>
              <a:ext cx="294175" cy="295925"/>
            </a:xfrm>
            <a:custGeom>
              <a:avLst/>
              <a:gdLst/>
              <a:ahLst/>
              <a:cxnLst/>
              <a:rect l="l" t="t" r="r" b="b"/>
              <a:pathLst>
                <a:path w="11767" h="11837" extrusionOk="0">
                  <a:moveTo>
                    <a:pt x="5875" y="1"/>
                  </a:moveTo>
                  <a:cubicBezTo>
                    <a:pt x="2615" y="1"/>
                    <a:pt x="1" y="2685"/>
                    <a:pt x="1" y="5962"/>
                  </a:cubicBezTo>
                  <a:cubicBezTo>
                    <a:pt x="1" y="9152"/>
                    <a:pt x="2615" y="11836"/>
                    <a:pt x="5875" y="11836"/>
                  </a:cubicBezTo>
                  <a:cubicBezTo>
                    <a:pt x="9152" y="11836"/>
                    <a:pt x="11767" y="9152"/>
                    <a:pt x="11767" y="5962"/>
                  </a:cubicBezTo>
                  <a:cubicBezTo>
                    <a:pt x="11767" y="2685"/>
                    <a:pt x="9152" y="1"/>
                    <a:pt x="58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118"/>
            <p:cNvSpPr/>
            <p:nvPr/>
          </p:nvSpPr>
          <p:spPr>
            <a:xfrm>
              <a:off x="1836588" y="1279100"/>
              <a:ext cx="312475" cy="312475"/>
            </a:xfrm>
            <a:custGeom>
              <a:avLst/>
              <a:gdLst/>
              <a:ahLst/>
              <a:cxnLst/>
              <a:rect l="l" t="t" r="r" b="b"/>
              <a:pathLst>
                <a:path w="12499" h="12499" extrusionOk="0">
                  <a:moveTo>
                    <a:pt x="6241" y="663"/>
                  </a:moveTo>
                  <a:cubicBezTo>
                    <a:pt x="9361" y="663"/>
                    <a:pt x="11906" y="3121"/>
                    <a:pt x="11906" y="6241"/>
                  </a:cubicBezTo>
                  <a:cubicBezTo>
                    <a:pt x="11906" y="9378"/>
                    <a:pt x="9361" y="11906"/>
                    <a:pt x="6241" y="11906"/>
                  </a:cubicBezTo>
                  <a:cubicBezTo>
                    <a:pt x="3121" y="11906"/>
                    <a:pt x="646" y="9378"/>
                    <a:pt x="646" y="6241"/>
                  </a:cubicBezTo>
                  <a:cubicBezTo>
                    <a:pt x="646" y="3121"/>
                    <a:pt x="3121" y="663"/>
                    <a:pt x="6241" y="663"/>
                  </a:cubicBezTo>
                  <a:close/>
                  <a:moveTo>
                    <a:pt x="6241" y="1"/>
                  </a:moveTo>
                  <a:cubicBezTo>
                    <a:pt x="2824" y="1"/>
                    <a:pt x="1" y="2842"/>
                    <a:pt x="1" y="6241"/>
                  </a:cubicBezTo>
                  <a:cubicBezTo>
                    <a:pt x="1" y="9727"/>
                    <a:pt x="2824" y="12499"/>
                    <a:pt x="6241" y="12499"/>
                  </a:cubicBezTo>
                  <a:cubicBezTo>
                    <a:pt x="9727" y="12499"/>
                    <a:pt x="12499" y="9727"/>
                    <a:pt x="12499" y="6241"/>
                  </a:cubicBezTo>
                  <a:cubicBezTo>
                    <a:pt x="12499" y="2842"/>
                    <a:pt x="9727" y="1"/>
                    <a:pt x="624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118"/>
            <p:cNvSpPr/>
            <p:nvPr/>
          </p:nvSpPr>
          <p:spPr>
            <a:xfrm>
              <a:off x="1985638" y="1311775"/>
              <a:ext cx="14400" cy="16600"/>
            </a:xfrm>
            <a:custGeom>
              <a:avLst/>
              <a:gdLst/>
              <a:ahLst/>
              <a:cxnLst/>
              <a:rect l="l" t="t" r="r" b="b"/>
              <a:pathLst>
                <a:path w="576" h="664" extrusionOk="0">
                  <a:moveTo>
                    <a:pt x="0" y="1"/>
                  </a:moveTo>
                  <a:lnTo>
                    <a:pt x="0" y="663"/>
                  </a:lnTo>
                  <a:lnTo>
                    <a:pt x="575" y="663"/>
                  </a:lnTo>
                  <a:lnTo>
                    <a:pt x="57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118"/>
            <p:cNvSpPr/>
            <p:nvPr/>
          </p:nvSpPr>
          <p:spPr>
            <a:xfrm>
              <a:off x="1869263" y="1428125"/>
              <a:ext cx="16150" cy="14425"/>
            </a:xfrm>
            <a:custGeom>
              <a:avLst/>
              <a:gdLst/>
              <a:ahLst/>
              <a:cxnLst/>
              <a:rect l="l" t="t" r="r" b="b"/>
              <a:pathLst>
                <a:path w="646" h="577" extrusionOk="0">
                  <a:moveTo>
                    <a:pt x="1" y="1"/>
                  </a:moveTo>
                  <a:lnTo>
                    <a:pt x="1" y="576"/>
                  </a:lnTo>
                  <a:lnTo>
                    <a:pt x="646" y="576"/>
                  </a:lnTo>
                  <a:lnTo>
                    <a:pt x="64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118"/>
            <p:cNvSpPr/>
            <p:nvPr/>
          </p:nvSpPr>
          <p:spPr>
            <a:xfrm>
              <a:off x="1985638" y="1542300"/>
              <a:ext cx="14400" cy="16600"/>
            </a:xfrm>
            <a:custGeom>
              <a:avLst/>
              <a:gdLst/>
              <a:ahLst/>
              <a:cxnLst/>
              <a:rect l="l" t="t" r="r" b="b"/>
              <a:pathLst>
                <a:path w="576" h="664" extrusionOk="0">
                  <a:moveTo>
                    <a:pt x="0" y="1"/>
                  </a:moveTo>
                  <a:lnTo>
                    <a:pt x="0" y="663"/>
                  </a:lnTo>
                  <a:lnTo>
                    <a:pt x="575" y="663"/>
                  </a:lnTo>
                  <a:lnTo>
                    <a:pt x="57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118"/>
            <p:cNvSpPr/>
            <p:nvPr/>
          </p:nvSpPr>
          <p:spPr>
            <a:xfrm>
              <a:off x="2099813" y="1428125"/>
              <a:ext cx="16575" cy="14425"/>
            </a:xfrm>
            <a:custGeom>
              <a:avLst/>
              <a:gdLst/>
              <a:ahLst/>
              <a:cxnLst/>
              <a:rect l="l" t="t" r="r" b="b"/>
              <a:pathLst>
                <a:path w="663" h="577" extrusionOk="0">
                  <a:moveTo>
                    <a:pt x="0" y="1"/>
                  </a:moveTo>
                  <a:lnTo>
                    <a:pt x="0" y="576"/>
                  </a:lnTo>
                  <a:lnTo>
                    <a:pt x="662" y="576"/>
                  </a:lnTo>
                  <a:lnTo>
                    <a:pt x="66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118"/>
            <p:cNvSpPr/>
            <p:nvPr/>
          </p:nvSpPr>
          <p:spPr>
            <a:xfrm>
              <a:off x="1925488" y="1368000"/>
              <a:ext cx="125525" cy="158200"/>
            </a:xfrm>
            <a:custGeom>
              <a:avLst/>
              <a:gdLst/>
              <a:ahLst/>
              <a:cxnLst/>
              <a:rect l="l" t="t" r="r" b="b"/>
              <a:pathLst>
                <a:path w="5021" h="6328" extrusionOk="0">
                  <a:moveTo>
                    <a:pt x="436" y="0"/>
                  </a:moveTo>
                  <a:lnTo>
                    <a:pt x="1" y="436"/>
                  </a:lnTo>
                  <a:lnTo>
                    <a:pt x="2406" y="2842"/>
                  </a:lnTo>
                  <a:lnTo>
                    <a:pt x="2406" y="6328"/>
                  </a:lnTo>
                  <a:lnTo>
                    <a:pt x="2981" y="6328"/>
                  </a:lnTo>
                  <a:lnTo>
                    <a:pt x="2981" y="2981"/>
                  </a:lnTo>
                  <a:lnTo>
                    <a:pt x="5021" y="2981"/>
                  </a:lnTo>
                  <a:lnTo>
                    <a:pt x="5021" y="2406"/>
                  </a:lnTo>
                  <a:lnTo>
                    <a:pt x="2842" y="2406"/>
                  </a:lnTo>
                  <a:lnTo>
                    <a:pt x="43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118"/>
            <p:cNvSpPr/>
            <p:nvPr/>
          </p:nvSpPr>
          <p:spPr>
            <a:xfrm>
              <a:off x="1782113" y="1176425"/>
              <a:ext cx="154300" cy="111850"/>
            </a:xfrm>
            <a:custGeom>
              <a:avLst/>
              <a:gdLst/>
              <a:ahLst/>
              <a:cxnLst/>
              <a:rect l="l" t="t" r="r" b="b"/>
              <a:pathLst>
                <a:path w="6172" h="4474" extrusionOk="0">
                  <a:moveTo>
                    <a:pt x="3417" y="621"/>
                  </a:moveTo>
                  <a:cubicBezTo>
                    <a:pt x="3626" y="621"/>
                    <a:pt x="3923" y="691"/>
                    <a:pt x="4219" y="761"/>
                  </a:cubicBezTo>
                  <a:cubicBezTo>
                    <a:pt x="4655" y="918"/>
                    <a:pt x="5091" y="1284"/>
                    <a:pt x="5370" y="1719"/>
                  </a:cubicBezTo>
                  <a:lnTo>
                    <a:pt x="1169" y="3672"/>
                  </a:lnTo>
                  <a:cubicBezTo>
                    <a:pt x="803" y="2504"/>
                    <a:pt x="1308" y="1353"/>
                    <a:pt x="2389" y="848"/>
                  </a:cubicBezTo>
                  <a:cubicBezTo>
                    <a:pt x="2755" y="691"/>
                    <a:pt x="3051" y="621"/>
                    <a:pt x="3417" y="621"/>
                  </a:cubicBezTo>
                  <a:close/>
                  <a:moveTo>
                    <a:pt x="3428" y="1"/>
                  </a:moveTo>
                  <a:cubicBezTo>
                    <a:pt x="2983" y="1"/>
                    <a:pt x="2545" y="97"/>
                    <a:pt x="2180" y="255"/>
                  </a:cubicBezTo>
                  <a:cubicBezTo>
                    <a:pt x="646" y="987"/>
                    <a:pt x="1" y="2730"/>
                    <a:pt x="733" y="4177"/>
                  </a:cubicBezTo>
                  <a:lnTo>
                    <a:pt x="872" y="4474"/>
                  </a:lnTo>
                  <a:lnTo>
                    <a:pt x="6171" y="1998"/>
                  </a:lnTo>
                  <a:lnTo>
                    <a:pt x="6102" y="1719"/>
                  </a:lnTo>
                  <a:cubicBezTo>
                    <a:pt x="5736" y="987"/>
                    <a:pt x="5160" y="482"/>
                    <a:pt x="4428" y="186"/>
                  </a:cubicBezTo>
                  <a:cubicBezTo>
                    <a:pt x="4111" y="57"/>
                    <a:pt x="3768" y="1"/>
                    <a:pt x="34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118"/>
            <p:cNvSpPr/>
            <p:nvPr/>
          </p:nvSpPr>
          <p:spPr>
            <a:xfrm>
              <a:off x="1818288" y="1157525"/>
              <a:ext cx="20075" cy="21800"/>
            </a:xfrm>
            <a:custGeom>
              <a:avLst/>
              <a:gdLst/>
              <a:ahLst/>
              <a:cxnLst/>
              <a:rect l="l" t="t" r="r" b="b"/>
              <a:pathLst>
                <a:path w="803" h="872" extrusionOk="0">
                  <a:moveTo>
                    <a:pt x="593" y="0"/>
                  </a:moveTo>
                  <a:lnTo>
                    <a:pt x="0" y="209"/>
                  </a:lnTo>
                  <a:lnTo>
                    <a:pt x="297" y="872"/>
                  </a:lnTo>
                  <a:lnTo>
                    <a:pt x="802" y="576"/>
                  </a:lnTo>
                  <a:lnTo>
                    <a:pt x="59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118"/>
            <p:cNvSpPr/>
            <p:nvPr/>
          </p:nvSpPr>
          <p:spPr>
            <a:xfrm>
              <a:off x="2048813" y="1176425"/>
              <a:ext cx="145575" cy="111850"/>
            </a:xfrm>
            <a:custGeom>
              <a:avLst/>
              <a:gdLst/>
              <a:ahLst/>
              <a:cxnLst/>
              <a:rect l="l" t="t" r="r" b="b"/>
              <a:pathLst>
                <a:path w="5823" h="4474" extrusionOk="0">
                  <a:moveTo>
                    <a:pt x="2824" y="613"/>
                  </a:moveTo>
                  <a:cubicBezTo>
                    <a:pt x="3153" y="613"/>
                    <a:pt x="3471" y="687"/>
                    <a:pt x="3783" y="848"/>
                  </a:cubicBezTo>
                  <a:cubicBezTo>
                    <a:pt x="4358" y="1127"/>
                    <a:pt x="4794" y="1563"/>
                    <a:pt x="5021" y="2155"/>
                  </a:cubicBezTo>
                  <a:cubicBezTo>
                    <a:pt x="5160" y="2661"/>
                    <a:pt x="5160" y="3166"/>
                    <a:pt x="5021" y="3672"/>
                  </a:cubicBezTo>
                  <a:lnTo>
                    <a:pt x="802" y="1719"/>
                  </a:lnTo>
                  <a:cubicBezTo>
                    <a:pt x="1099" y="1284"/>
                    <a:pt x="1535" y="918"/>
                    <a:pt x="1970" y="761"/>
                  </a:cubicBezTo>
                  <a:cubicBezTo>
                    <a:pt x="2265" y="665"/>
                    <a:pt x="2548" y="613"/>
                    <a:pt x="2824" y="613"/>
                  </a:cubicBezTo>
                  <a:close/>
                  <a:moveTo>
                    <a:pt x="2796" y="1"/>
                  </a:moveTo>
                  <a:cubicBezTo>
                    <a:pt x="2467" y="1"/>
                    <a:pt x="2141" y="57"/>
                    <a:pt x="1831" y="186"/>
                  </a:cubicBezTo>
                  <a:cubicBezTo>
                    <a:pt x="1029" y="482"/>
                    <a:pt x="436" y="987"/>
                    <a:pt x="157" y="1719"/>
                  </a:cubicBezTo>
                  <a:lnTo>
                    <a:pt x="1" y="1998"/>
                  </a:lnTo>
                  <a:lnTo>
                    <a:pt x="5387" y="4474"/>
                  </a:lnTo>
                  <a:lnTo>
                    <a:pt x="5457" y="4177"/>
                  </a:lnTo>
                  <a:cubicBezTo>
                    <a:pt x="5823" y="3463"/>
                    <a:pt x="5823" y="2661"/>
                    <a:pt x="5596" y="1929"/>
                  </a:cubicBezTo>
                  <a:cubicBezTo>
                    <a:pt x="5317" y="1197"/>
                    <a:pt x="4724" y="621"/>
                    <a:pt x="4080" y="255"/>
                  </a:cubicBezTo>
                  <a:cubicBezTo>
                    <a:pt x="3665" y="97"/>
                    <a:pt x="3227" y="1"/>
                    <a:pt x="27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118"/>
            <p:cNvSpPr/>
            <p:nvPr/>
          </p:nvSpPr>
          <p:spPr>
            <a:xfrm>
              <a:off x="2146863" y="1157525"/>
              <a:ext cx="20075" cy="21800"/>
            </a:xfrm>
            <a:custGeom>
              <a:avLst/>
              <a:gdLst/>
              <a:ahLst/>
              <a:cxnLst/>
              <a:rect l="l" t="t" r="r" b="b"/>
              <a:pathLst>
                <a:path w="803" h="872" extrusionOk="0">
                  <a:moveTo>
                    <a:pt x="297" y="0"/>
                  </a:moveTo>
                  <a:lnTo>
                    <a:pt x="1" y="576"/>
                  </a:lnTo>
                  <a:lnTo>
                    <a:pt x="593" y="872"/>
                  </a:lnTo>
                  <a:lnTo>
                    <a:pt x="802" y="209"/>
                  </a:lnTo>
                  <a:lnTo>
                    <a:pt x="29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118"/>
            <p:cNvSpPr/>
            <p:nvPr/>
          </p:nvSpPr>
          <p:spPr>
            <a:xfrm>
              <a:off x="1803913" y="1246425"/>
              <a:ext cx="377850" cy="403100"/>
            </a:xfrm>
            <a:custGeom>
              <a:avLst/>
              <a:gdLst/>
              <a:ahLst/>
              <a:cxnLst/>
              <a:rect l="l" t="t" r="r" b="b"/>
              <a:pathLst>
                <a:path w="15114" h="16124" extrusionOk="0">
                  <a:moveTo>
                    <a:pt x="7548" y="575"/>
                  </a:moveTo>
                  <a:cubicBezTo>
                    <a:pt x="11400" y="575"/>
                    <a:pt x="14520" y="3713"/>
                    <a:pt x="14520" y="7548"/>
                  </a:cubicBezTo>
                  <a:cubicBezTo>
                    <a:pt x="14520" y="11400"/>
                    <a:pt x="11400" y="14520"/>
                    <a:pt x="7548" y="14520"/>
                  </a:cubicBezTo>
                  <a:cubicBezTo>
                    <a:pt x="3696" y="14520"/>
                    <a:pt x="575" y="11400"/>
                    <a:pt x="575" y="7548"/>
                  </a:cubicBezTo>
                  <a:cubicBezTo>
                    <a:pt x="575" y="3713"/>
                    <a:pt x="3696" y="575"/>
                    <a:pt x="7548" y="575"/>
                  </a:cubicBezTo>
                  <a:close/>
                  <a:moveTo>
                    <a:pt x="7548" y="0"/>
                  </a:moveTo>
                  <a:cubicBezTo>
                    <a:pt x="6031" y="0"/>
                    <a:pt x="4567" y="436"/>
                    <a:pt x="3347" y="1238"/>
                  </a:cubicBezTo>
                  <a:lnTo>
                    <a:pt x="3051" y="663"/>
                  </a:lnTo>
                  <a:lnTo>
                    <a:pt x="2545" y="872"/>
                  </a:lnTo>
                  <a:lnTo>
                    <a:pt x="2824" y="1604"/>
                  </a:lnTo>
                  <a:cubicBezTo>
                    <a:pt x="1081" y="2981"/>
                    <a:pt x="0" y="5160"/>
                    <a:pt x="0" y="7548"/>
                  </a:cubicBezTo>
                  <a:cubicBezTo>
                    <a:pt x="0" y="10685"/>
                    <a:pt x="1883" y="13370"/>
                    <a:pt x="4567" y="14520"/>
                  </a:cubicBezTo>
                  <a:lnTo>
                    <a:pt x="4567" y="16124"/>
                  </a:lnTo>
                  <a:lnTo>
                    <a:pt x="5230" y="16124"/>
                  </a:lnTo>
                  <a:lnTo>
                    <a:pt x="5230" y="14747"/>
                  </a:lnTo>
                  <a:cubicBezTo>
                    <a:pt x="5962" y="15043"/>
                    <a:pt x="6746" y="15113"/>
                    <a:pt x="7548" y="15113"/>
                  </a:cubicBezTo>
                  <a:cubicBezTo>
                    <a:pt x="8350" y="15113"/>
                    <a:pt x="9152" y="15043"/>
                    <a:pt x="9884" y="14747"/>
                  </a:cubicBezTo>
                  <a:lnTo>
                    <a:pt x="9884" y="16124"/>
                  </a:lnTo>
                  <a:lnTo>
                    <a:pt x="10529" y="16124"/>
                  </a:lnTo>
                  <a:lnTo>
                    <a:pt x="10529" y="14520"/>
                  </a:lnTo>
                  <a:cubicBezTo>
                    <a:pt x="13213" y="13370"/>
                    <a:pt x="15113" y="10685"/>
                    <a:pt x="15113" y="7548"/>
                  </a:cubicBezTo>
                  <a:cubicBezTo>
                    <a:pt x="15113" y="5160"/>
                    <a:pt x="14015" y="2981"/>
                    <a:pt x="12272" y="1604"/>
                  </a:cubicBezTo>
                  <a:lnTo>
                    <a:pt x="12638" y="872"/>
                  </a:lnTo>
                  <a:lnTo>
                    <a:pt x="12063" y="663"/>
                  </a:lnTo>
                  <a:lnTo>
                    <a:pt x="11766" y="1238"/>
                  </a:lnTo>
                  <a:cubicBezTo>
                    <a:pt x="10529" y="436"/>
                    <a:pt x="9082" y="0"/>
                    <a:pt x="75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118"/>
            <p:cNvSpPr/>
            <p:nvPr/>
          </p:nvSpPr>
          <p:spPr>
            <a:xfrm>
              <a:off x="1967313" y="1204575"/>
              <a:ext cx="51025" cy="32725"/>
            </a:xfrm>
            <a:custGeom>
              <a:avLst/>
              <a:gdLst/>
              <a:ahLst/>
              <a:cxnLst/>
              <a:rect l="l" t="t" r="r" b="b"/>
              <a:pathLst>
                <a:path w="2041" h="1309" extrusionOk="0">
                  <a:moveTo>
                    <a:pt x="1" y="1"/>
                  </a:moveTo>
                  <a:lnTo>
                    <a:pt x="1" y="663"/>
                  </a:lnTo>
                  <a:lnTo>
                    <a:pt x="733" y="663"/>
                  </a:lnTo>
                  <a:lnTo>
                    <a:pt x="733" y="1308"/>
                  </a:lnTo>
                  <a:lnTo>
                    <a:pt x="1308" y="1308"/>
                  </a:lnTo>
                  <a:lnTo>
                    <a:pt x="1308" y="663"/>
                  </a:lnTo>
                  <a:lnTo>
                    <a:pt x="2040" y="663"/>
                  </a:lnTo>
                  <a:lnTo>
                    <a:pt x="204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2" name="Google Shape;4292;p118"/>
          <p:cNvGrpSpPr/>
          <p:nvPr/>
        </p:nvGrpSpPr>
        <p:grpSpPr>
          <a:xfrm>
            <a:off x="1745938" y="2079125"/>
            <a:ext cx="493775" cy="387000"/>
            <a:chOff x="1745938" y="1936250"/>
            <a:chExt cx="493775" cy="387000"/>
          </a:xfrm>
        </p:grpSpPr>
        <p:sp>
          <p:nvSpPr>
            <p:cNvPr id="4293" name="Google Shape;4293;p118"/>
            <p:cNvSpPr/>
            <p:nvPr/>
          </p:nvSpPr>
          <p:spPr>
            <a:xfrm>
              <a:off x="2047063" y="2159800"/>
              <a:ext cx="147325" cy="61925"/>
            </a:xfrm>
            <a:custGeom>
              <a:avLst/>
              <a:gdLst/>
              <a:ahLst/>
              <a:cxnLst/>
              <a:rect l="l" t="t" r="r" b="b"/>
              <a:pathLst>
                <a:path w="5893" h="2477" extrusionOk="0">
                  <a:moveTo>
                    <a:pt x="1" y="1"/>
                  </a:moveTo>
                  <a:lnTo>
                    <a:pt x="1" y="2476"/>
                  </a:lnTo>
                  <a:lnTo>
                    <a:pt x="5893" y="2476"/>
                  </a:lnTo>
                  <a:lnTo>
                    <a:pt x="589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118"/>
            <p:cNvSpPr/>
            <p:nvPr/>
          </p:nvSpPr>
          <p:spPr>
            <a:xfrm>
              <a:off x="1969063" y="1943650"/>
              <a:ext cx="78025" cy="278075"/>
            </a:xfrm>
            <a:custGeom>
              <a:avLst/>
              <a:gdLst/>
              <a:ahLst/>
              <a:cxnLst/>
              <a:rect l="l" t="t" r="r" b="b"/>
              <a:pathLst>
                <a:path w="3121" h="11123" extrusionOk="0">
                  <a:moveTo>
                    <a:pt x="1" y="1"/>
                  </a:moveTo>
                  <a:lnTo>
                    <a:pt x="1" y="11122"/>
                  </a:lnTo>
                  <a:lnTo>
                    <a:pt x="3121" y="11122"/>
                  </a:lnTo>
                  <a:lnTo>
                    <a:pt x="312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118"/>
            <p:cNvSpPr/>
            <p:nvPr/>
          </p:nvSpPr>
          <p:spPr>
            <a:xfrm>
              <a:off x="1916338" y="2060025"/>
              <a:ext cx="52750" cy="161700"/>
            </a:xfrm>
            <a:custGeom>
              <a:avLst/>
              <a:gdLst/>
              <a:ahLst/>
              <a:cxnLst/>
              <a:rect l="l" t="t" r="r" b="b"/>
              <a:pathLst>
                <a:path w="2110" h="6468" extrusionOk="0">
                  <a:moveTo>
                    <a:pt x="1" y="0"/>
                  </a:moveTo>
                  <a:lnTo>
                    <a:pt x="1" y="6467"/>
                  </a:lnTo>
                  <a:lnTo>
                    <a:pt x="2110" y="6467"/>
                  </a:lnTo>
                  <a:lnTo>
                    <a:pt x="211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118"/>
            <p:cNvSpPr/>
            <p:nvPr/>
          </p:nvSpPr>
          <p:spPr>
            <a:xfrm>
              <a:off x="1854888" y="2029075"/>
              <a:ext cx="61475" cy="192650"/>
            </a:xfrm>
            <a:custGeom>
              <a:avLst/>
              <a:gdLst/>
              <a:ahLst/>
              <a:cxnLst/>
              <a:rect l="l" t="t" r="r" b="b"/>
              <a:pathLst>
                <a:path w="2459" h="7706" extrusionOk="0">
                  <a:moveTo>
                    <a:pt x="1" y="0"/>
                  </a:moveTo>
                  <a:lnTo>
                    <a:pt x="1" y="7705"/>
                  </a:lnTo>
                  <a:lnTo>
                    <a:pt x="2459" y="7705"/>
                  </a:lnTo>
                  <a:lnTo>
                    <a:pt x="245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118"/>
            <p:cNvSpPr/>
            <p:nvPr/>
          </p:nvSpPr>
          <p:spPr>
            <a:xfrm>
              <a:off x="1793013" y="1990725"/>
              <a:ext cx="61900" cy="231000"/>
            </a:xfrm>
            <a:custGeom>
              <a:avLst/>
              <a:gdLst/>
              <a:ahLst/>
              <a:cxnLst/>
              <a:rect l="l" t="t" r="r" b="b"/>
              <a:pathLst>
                <a:path w="2476" h="9240" extrusionOk="0">
                  <a:moveTo>
                    <a:pt x="0" y="1"/>
                  </a:moveTo>
                  <a:lnTo>
                    <a:pt x="0" y="9239"/>
                  </a:lnTo>
                  <a:lnTo>
                    <a:pt x="2476" y="9239"/>
                  </a:lnTo>
                  <a:lnTo>
                    <a:pt x="247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118"/>
            <p:cNvSpPr/>
            <p:nvPr/>
          </p:nvSpPr>
          <p:spPr>
            <a:xfrm>
              <a:off x="1752913" y="2221700"/>
              <a:ext cx="479400" cy="30525"/>
            </a:xfrm>
            <a:custGeom>
              <a:avLst/>
              <a:gdLst/>
              <a:ahLst/>
              <a:cxnLst/>
              <a:rect l="l" t="t" r="r" b="b"/>
              <a:pathLst>
                <a:path w="19176" h="1221" extrusionOk="0">
                  <a:moveTo>
                    <a:pt x="1" y="0"/>
                  </a:moveTo>
                  <a:lnTo>
                    <a:pt x="1" y="1220"/>
                  </a:lnTo>
                  <a:lnTo>
                    <a:pt x="19175" y="1220"/>
                  </a:lnTo>
                  <a:lnTo>
                    <a:pt x="1917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118"/>
            <p:cNvSpPr/>
            <p:nvPr/>
          </p:nvSpPr>
          <p:spPr>
            <a:xfrm>
              <a:off x="1752913" y="2221700"/>
              <a:ext cx="154300" cy="30525"/>
            </a:xfrm>
            <a:custGeom>
              <a:avLst/>
              <a:gdLst/>
              <a:ahLst/>
              <a:cxnLst/>
              <a:rect l="l" t="t" r="r" b="b"/>
              <a:pathLst>
                <a:path w="6172" h="1221" extrusionOk="0">
                  <a:moveTo>
                    <a:pt x="1" y="0"/>
                  </a:moveTo>
                  <a:lnTo>
                    <a:pt x="1" y="1220"/>
                  </a:lnTo>
                  <a:lnTo>
                    <a:pt x="6171" y="1220"/>
                  </a:lnTo>
                  <a:lnTo>
                    <a:pt x="617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118"/>
            <p:cNvSpPr/>
            <p:nvPr/>
          </p:nvSpPr>
          <p:spPr>
            <a:xfrm>
              <a:off x="1800413" y="2268750"/>
              <a:ext cx="14425" cy="54500"/>
            </a:xfrm>
            <a:custGeom>
              <a:avLst/>
              <a:gdLst/>
              <a:ahLst/>
              <a:cxnLst/>
              <a:rect l="l" t="t" r="r" b="b"/>
              <a:pathLst>
                <a:path w="577" h="2180" extrusionOk="0">
                  <a:moveTo>
                    <a:pt x="1" y="1"/>
                  </a:moveTo>
                  <a:lnTo>
                    <a:pt x="1" y="2179"/>
                  </a:lnTo>
                  <a:lnTo>
                    <a:pt x="576" y="2179"/>
                  </a:lnTo>
                  <a:lnTo>
                    <a:pt x="57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118"/>
            <p:cNvSpPr/>
            <p:nvPr/>
          </p:nvSpPr>
          <p:spPr>
            <a:xfrm>
              <a:off x="2170838" y="2268750"/>
              <a:ext cx="14400" cy="54500"/>
            </a:xfrm>
            <a:custGeom>
              <a:avLst/>
              <a:gdLst/>
              <a:ahLst/>
              <a:cxnLst/>
              <a:rect l="l" t="t" r="r" b="b"/>
              <a:pathLst>
                <a:path w="576" h="2180" extrusionOk="0">
                  <a:moveTo>
                    <a:pt x="0" y="1"/>
                  </a:moveTo>
                  <a:lnTo>
                    <a:pt x="0" y="2179"/>
                  </a:lnTo>
                  <a:lnTo>
                    <a:pt x="576" y="2179"/>
                  </a:lnTo>
                  <a:lnTo>
                    <a:pt x="57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118"/>
            <p:cNvSpPr/>
            <p:nvPr/>
          </p:nvSpPr>
          <p:spPr>
            <a:xfrm>
              <a:off x="1745938" y="1936250"/>
              <a:ext cx="493775" cy="325125"/>
            </a:xfrm>
            <a:custGeom>
              <a:avLst/>
              <a:gdLst/>
              <a:ahLst/>
              <a:cxnLst/>
              <a:rect l="l" t="t" r="r" b="b"/>
              <a:pathLst>
                <a:path w="19751" h="13005" extrusionOk="0">
                  <a:moveTo>
                    <a:pt x="4062" y="2476"/>
                  </a:moveTo>
                  <a:lnTo>
                    <a:pt x="4062" y="11122"/>
                  </a:lnTo>
                  <a:lnTo>
                    <a:pt x="2180" y="11122"/>
                  </a:lnTo>
                  <a:lnTo>
                    <a:pt x="2180" y="2476"/>
                  </a:lnTo>
                  <a:close/>
                  <a:moveTo>
                    <a:pt x="6450" y="4010"/>
                  </a:moveTo>
                  <a:lnTo>
                    <a:pt x="6450" y="11122"/>
                  </a:lnTo>
                  <a:lnTo>
                    <a:pt x="4638" y="11122"/>
                  </a:lnTo>
                  <a:lnTo>
                    <a:pt x="4638" y="4010"/>
                  </a:lnTo>
                  <a:close/>
                  <a:moveTo>
                    <a:pt x="8629" y="4951"/>
                  </a:moveTo>
                  <a:lnTo>
                    <a:pt x="8629" y="11122"/>
                  </a:lnTo>
                  <a:lnTo>
                    <a:pt x="7113" y="11122"/>
                  </a:lnTo>
                  <a:lnTo>
                    <a:pt x="7113" y="4951"/>
                  </a:lnTo>
                  <a:close/>
                  <a:moveTo>
                    <a:pt x="11767" y="663"/>
                  </a:moveTo>
                  <a:lnTo>
                    <a:pt x="11767" y="11122"/>
                  </a:lnTo>
                  <a:lnTo>
                    <a:pt x="9292" y="11122"/>
                  </a:lnTo>
                  <a:lnTo>
                    <a:pt x="9292" y="4655"/>
                  </a:lnTo>
                  <a:lnTo>
                    <a:pt x="9292" y="4358"/>
                  </a:lnTo>
                  <a:lnTo>
                    <a:pt x="9292" y="663"/>
                  </a:lnTo>
                  <a:close/>
                  <a:moveTo>
                    <a:pt x="17572" y="9309"/>
                  </a:moveTo>
                  <a:lnTo>
                    <a:pt x="17572" y="11122"/>
                  </a:lnTo>
                  <a:lnTo>
                    <a:pt x="12342" y="11122"/>
                  </a:lnTo>
                  <a:lnTo>
                    <a:pt x="12342" y="9309"/>
                  </a:lnTo>
                  <a:close/>
                  <a:moveTo>
                    <a:pt x="19175" y="11767"/>
                  </a:moveTo>
                  <a:lnTo>
                    <a:pt x="19175" y="12359"/>
                  </a:lnTo>
                  <a:lnTo>
                    <a:pt x="646" y="12359"/>
                  </a:lnTo>
                  <a:lnTo>
                    <a:pt x="646" y="11767"/>
                  </a:lnTo>
                  <a:close/>
                  <a:moveTo>
                    <a:pt x="8629" y="1"/>
                  </a:moveTo>
                  <a:lnTo>
                    <a:pt x="8629" y="4358"/>
                  </a:lnTo>
                  <a:lnTo>
                    <a:pt x="7113" y="4358"/>
                  </a:lnTo>
                  <a:lnTo>
                    <a:pt x="7113" y="3417"/>
                  </a:lnTo>
                  <a:lnTo>
                    <a:pt x="4638" y="3417"/>
                  </a:lnTo>
                  <a:lnTo>
                    <a:pt x="4638" y="1901"/>
                  </a:lnTo>
                  <a:lnTo>
                    <a:pt x="1587" y="1901"/>
                  </a:lnTo>
                  <a:lnTo>
                    <a:pt x="1587" y="11122"/>
                  </a:lnTo>
                  <a:lnTo>
                    <a:pt x="1" y="11122"/>
                  </a:lnTo>
                  <a:lnTo>
                    <a:pt x="1" y="13004"/>
                  </a:lnTo>
                  <a:lnTo>
                    <a:pt x="19750" y="13004"/>
                  </a:lnTo>
                  <a:lnTo>
                    <a:pt x="19750" y="11122"/>
                  </a:lnTo>
                  <a:lnTo>
                    <a:pt x="18217" y="11122"/>
                  </a:lnTo>
                  <a:lnTo>
                    <a:pt x="18217" y="8646"/>
                  </a:lnTo>
                  <a:lnTo>
                    <a:pt x="12342" y="8646"/>
                  </a:lnTo>
                  <a:lnTo>
                    <a:pt x="1234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118"/>
            <p:cNvSpPr/>
            <p:nvPr/>
          </p:nvSpPr>
          <p:spPr>
            <a:xfrm>
              <a:off x="1807388" y="2190750"/>
              <a:ext cx="30975" cy="16150"/>
            </a:xfrm>
            <a:custGeom>
              <a:avLst/>
              <a:gdLst/>
              <a:ahLst/>
              <a:cxnLst/>
              <a:rect l="l" t="t" r="r" b="b"/>
              <a:pathLst>
                <a:path w="1239" h="646" extrusionOk="0">
                  <a:moveTo>
                    <a:pt x="1" y="0"/>
                  </a:moveTo>
                  <a:lnTo>
                    <a:pt x="1" y="645"/>
                  </a:lnTo>
                  <a:lnTo>
                    <a:pt x="1238" y="645"/>
                  </a:lnTo>
                  <a:lnTo>
                    <a:pt x="12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118"/>
            <p:cNvSpPr/>
            <p:nvPr/>
          </p:nvSpPr>
          <p:spPr>
            <a:xfrm>
              <a:off x="1807388" y="2007275"/>
              <a:ext cx="30975" cy="14425"/>
            </a:xfrm>
            <a:custGeom>
              <a:avLst/>
              <a:gdLst/>
              <a:ahLst/>
              <a:cxnLst/>
              <a:rect l="l" t="t" r="r" b="b"/>
              <a:pathLst>
                <a:path w="1239" h="577" extrusionOk="0">
                  <a:moveTo>
                    <a:pt x="1" y="1"/>
                  </a:moveTo>
                  <a:lnTo>
                    <a:pt x="1" y="576"/>
                  </a:lnTo>
                  <a:lnTo>
                    <a:pt x="1238" y="576"/>
                  </a:lnTo>
                  <a:lnTo>
                    <a:pt x="123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118"/>
            <p:cNvSpPr/>
            <p:nvPr/>
          </p:nvSpPr>
          <p:spPr>
            <a:xfrm>
              <a:off x="1807388" y="2029075"/>
              <a:ext cx="30975" cy="16150"/>
            </a:xfrm>
            <a:custGeom>
              <a:avLst/>
              <a:gdLst/>
              <a:ahLst/>
              <a:cxnLst/>
              <a:rect l="l" t="t" r="r" b="b"/>
              <a:pathLst>
                <a:path w="1239" h="646" extrusionOk="0">
                  <a:moveTo>
                    <a:pt x="1" y="0"/>
                  </a:moveTo>
                  <a:lnTo>
                    <a:pt x="1" y="645"/>
                  </a:lnTo>
                  <a:lnTo>
                    <a:pt x="1238" y="645"/>
                  </a:lnTo>
                  <a:lnTo>
                    <a:pt x="12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118"/>
            <p:cNvSpPr/>
            <p:nvPr/>
          </p:nvSpPr>
          <p:spPr>
            <a:xfrm>
              <a:off x="1814813" y="2052600"/>
              <a:ext cx="16125" cy="14400"/>
            </a:xfrm>
            <a:custGeom>
              <a:avLst/>
              <a:gdLst/>
              <a:ahLst/>
              <a:cxnLst/>
              <a:rect l="l" t="t" r="r" b="b"/>
              <a:pathLst>
                <a:path w="645" h="576" extrusionOk="0">
                  <a:moveTo>
                    <a:pt x="0" y="1"/>
                  </a:moveTo>
                  <a:lnTo>
                    <a:pt x="0" y="576"/>
                  </a:lnTo>
                  <a:lnTo>
                    <a:pt x="645" y="576"/>
                  </a:lnTo>
                  <a:lnTo>
                    <a:pt x="64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118"/>
            <p:cNvSpPr/>
            <p:nvPr/>
          </p:nvSpPr>
          <p:spPr>
            <a:xfrm>
              <a:off x="1869263" y="2190750"/>
              <a:ext cx="30975" cy="16150"/>
            </a:xfrm>
            <a:custGeom>
              <a:avLst/>
              <a:gdLst/>
              <a:ahLst/>
              <a:cxnLst/>
              <a:rect l="l" t="t" r="r" b="b"/>
              <a:pathLst>
                <a:path w="1239" h="646" extrusionOk="0">
                  <a:moveTo>
                    <a:pt x="1" y="0"/>
                  </a:moveTo>
                  <a:lnTo>
                    <a:pt x="1" y="645"/>
                  </a:lnTo>
                  <a:lnTo>
                    <a:pt x="1239" y="645"/>
                  </a:lnTo>
                  <a:lnTo>
                    <a:pt x="123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118"/>
            <p:cNvSpPr/>
            <p:nvPr/>
          </p:nvSpPr>
          <p:spPr>
            <a:xfrm>
              <a:off x="1878413" y="2045200"/>
              <a:ext cx="14425" cy="52750"/>
            </a:xfrm>
            <a:custGeom>
              <a:avLst/>
              <a:gdLst/>
              <a:ahLst/>
              <a:cxnLst/>
              <a:rect l="l" t="t" r="r" b="b"/>
              <a:pathLst>
                <a:path w="577" h="2110" extrusionOk="0">
                  <a:moveTo>
                    <a:pt x="1" y="0"/>
                  </a:moveTo>
                  <a:lnTo>
                    <a:pt x="1" y="2110"/>
                  </a:lnTo>
                  <a:lnTo>
                    <a:pt x="576" y="2110"/>
                  </a:lnTo>
                  <a:lnTo>
                    <a:pt x="57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118"/>
            <p:cNvSpPr/>
            <p:nvPr/>
          </p:nvSpPr>
          <p:spPr>
            <a:xfrm>
              <a:off x="1931163" y="2190750"/>
              <a:ext cx="23550" cy="16150"/>
            </a:xfrm>
            <a:custGeom>
              <a:avLst/>
              <a:gdLst/>
              <a:ahLst/>
              <a:cxnLst/>
              <a:rect l="l" t="t" r="r" b="b"/>
              <a:pathLst>
                <a:path w="942" h="646" extrusionOk="0">
                  <a:moveTo>
                    <a:pt x="0" y="0"/>
                  </a:moveTo>
                  <a:lnTo>
                    <a:pt x="0" y="645"/>
                  </a:lnTo>
                  <a:lnTo>
                    <a:pt x="941" y="645"/>
                  </a:lnTo>
                  <a:lnTo>
                    <a:pt x="94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118"/>
            <p:cNvSpPr/>
            <p:nvPr/>
          </p:nvSpPr>
          <p:spPr>
            <a:xfrm>
              <a:off x="1931163" y="2069175"/>
              <a:ext cx="23550" cy="14400"/>
            </a:xfrm>
            <a:custGeom>
              <a:avLst/>
              <a:gdLst/>
              <a:ahLst/>
              <a:cxnLst/>
              <a:rect l="l" t="t" r="r" b="b"/>
              <a:pathLst>
                <a:path w="942" h="576" extrusionOk="0">
                  <a:moveTo>
                    <a:pt x="0" y="0"/>
                  </a:moveTo>
                  <a:lnTo>
                    <a:pt x="0" y="575"/>
                  </a:lnTo>
                  <a:lnTo>
                    <a:pt x="941" y="575"/>
                  </a:lnTo>
                  <a:lnTo>
                    <a:pt x="94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118"/>
            <p:cNvSpPr/>
            <p:nvPr/>
          </p:nvSpPr>
          <p:spPr>
            <a:xfrm>
              <a:off x="1985638" y="1960225"/>
              <a:ext cx="45325" cy="14400"/>
            </a:xfrm>
            <a:custGeom>
              <a:avLst/>
              <a:gdLst/>
              <a:ahLst/>
              <a:cxnLst/>
              <a:rect l="l" t="t" r="r" b="b"/>
              <a:pathLst>
                <a:path w="1813" h="576" extrusionOk="0">
                  <a:moveTo>
                    <a:pt x="0" y="0"/>
                  </a:moveTo>
                  <a:lnTo>
                    <a:pt x="0" y="576"/>
                  </a:lnTo>
                  <a:lnTo>
                    <a:pt x="1813" y="576"/>
                  </a:lnTo>
                  <a:lnTo>
                    <a:pt x="18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118"/>
            <p:cNvSpPr/>
            <p:nvPr/>
          </p:nvSpPr>
          <p:spPr>
            <a:xfrm>
              <a:off x="1985638" y="1983750"/>
              <a:ext cx="45325" cy="14400"/>
            </a:xfrm>
            <a:custGeom>
              <a:avLst/>
              <a:gdLst/>
              <a:ahLst/>
              <a:cxnLst/>
              <a:rect l="l" t="t" r="r" b="b"/>
              <a:pathLst>
                <a:path w="1813" h="576" extrusionOk="0">
                  <a:moveTo>
                    <a:pt x="0" y="1"/>
                  </a:moveTo>
                  <a:lnTo>
                    <a:pt x="0" y="576"/>
                  </a:lnTo>
                  <a:lnTo>
                    <a:pt x="1813" y="576"/>
                  </a:lnTo>
                  <a:lnTo>
                    <a:pt x="18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118"/>
            <p:cNvSpPr/>
            <p:nvPr/>
          </p:nvSpPr>
          <p:spPr>
            <a:xfrm>
              <a:off x="1992588" y="2007275"/>
              <a:ext cx="30975" cy="14425"/>
            </a:xfrm>
            <a:custGeom>
              <a:avLst/>
              <a:gdLst/>
              <a:ahLst/>
              <a:cxnLst/>
              <a:rect l="l" t="t" r="r" b="b"/>
              <a:pathLst>
                <a:path w="1239" h="577" extrusionOk="0">
                  <a:moveTo>
                    <a:pt x="1" y="1"/>
                  </a:moveTo>
                  <a:lnTo>
                    <a:pt x="1" y="576"/>
                  </a:lnTo>
                  <a:lnTo>
                    <a:pt x="1239" y="576"/>
                  </a:lnTo>
                  <a:lnTo>
                    <a:pt x="123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118"/>
            <p:cNvSpPr/>
            <p:nvPr/>
          </p:nvSpPr>
          <p:spPr>
            <a:xfrm>
              <a:off x="2000013" y="2175925"/>
              <a:ext cx="16150" cy="30975"/>
            </a:xfrm>
            <a:custGeom>
              <a:avLst/>
              <a:gdLst/>
              <a:ahLst/>
              <a:cxnLst/>
              <a:rect l="l" t="t" r="r" b="b"/>
              <a:pathLst>
                <a:path w="646" h="1239" extrusionOk="0">
                  <a:moveTo>
                    <a:pt x="0" y="1"/>
                  </a:moveTo>
                  <a:lnTo>
                    <a:pt x="0" y="1238"/>
                  </a:lnTo>
                  <a:lnTo>
                    <a:pt x="645" y="1238"/>
                  </a:lnTo>
                  <a:lnTo>
                    <a:pt x="64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118"/>
            <p:cNvSpPr/>
            <p:nvPr/>
          </p:nvSpPr>
          <p:spPr>
            <a:xfrm>
              <a:off x="2061888" y="2175925"/>
              <a:ext cx="16150" cy="30975"/>
            </a:xfrm>
            <a:custGeom>
              <a:avLst/>
              <a:gdLst/>
              <a:ahLst/>
              <a:cxnLst/>
              <a:rect l="l" t="t" r="r" b="b"/>
              <a:pathLst>
                <a:path w="646" h="1239" extrusionOk="0">
                  <a:moveTo>
                    <a:pt x="1" y="1"/>
                  </a:moveTo>
                  <a:lnTo>
                    <a:pt x="1" y="1238"/>
                  </a:lnTo>
                  <a:lnTo>
                    <a:pt x="645" y="1238"/>
                  </a:lnTo>
                  <a:lnTo>
                    <a:pt x="64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118"/>
            <p:cNvSpPr/>
            <p:nvPr/>
          </p:nvSpPr>
          <p:spPr>
            <a:xfrm>
              <a:off x="2163438" y="2175925"/>
              <a:ext cx="14400" cy="30975"/>
            </a:xfrm>
            <a:custGeom>
              <a:avLst/>
              <a:gdLst/>
              <a:ahLst/>
              <a:cxnLst/>
              <a:rect l="l" t="t" r="r" b="b"/>
              <a:pathLst>
                <a:path w="576" h="1239" extrusionOk="0">
                  <a:moveTo>
                    <a:pt x="0" y="1"/>
                  </a:moveTo>
                  <a:lnTo>
                    <a:pt x="0" y="1238"/>
                  </a:lnTo>
                  <a:lnTo>
                    <a:pt x="575" y="1238"/>
                  </a:lnTo>
                  <a:lnTo>
                    <a:pt x="57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118"/>
            <p:cNvSpPr/>
            <p:nvPr/>
          </p:nvSpPr>
          <p:spPr>
            <a:xfrm>
              <a:off x="2139888" y="2175925"/>
              <a:ext cx="14400" cy="30975"/>
            </a:xfrm>
            <a:custGeom>
              <a:avLst/>
              <a:gdLst/>
              <a:ahLst/>
              <a:cxnLst/>
              <a:rect l="l" t="t" r="r" b="b"/>
              <a:pathLst>
                <a:path w="576" h="1239" extrusionOk="0">
                  <a:moveTo>
                    <a:pt x="1" y="1"/>
                  </a:moveTo>
                  <a:lnTo>
                    <a:pt x="1" y="1238"/>
                  </a:lnTo>
                  <a:lnTo>
                    <a:pt x="576" y="1238"/>
                  </a:lnTo>
                  <a:lnTo>
                    <a:pt x="57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8" name="Google Shape;4318;p118"/>
          <p:cNvGrpSpPr/>
          <p:nvPr/>
        </p:nvGrpSpPr>
        <p:grpSpPr>
          <a:xfrm>
            <a:off x="1745938" y="2759700"/>
            <a:ext cx="493775" cy="381325"/>
            <a:chOff x="1745938" y="2664450"/>
            <a:chExt cx="493775" cy="381325"/>
          </a:xfrm>
        </p:grpSpPr>
        <p:sp>
          <p:nvSpPr>
            <p:cNvPr id="4319" name="Google Shape;4319;p118"/>
            <p:cNvSpPr/>
            <p:nvPr/>
          </p:nvSpPr>
          <p:spPr>
            <a:xfrm>
              <a:off x="1752913" y="2673600"/>
              <a:ext cx="479400" cy="278050"/>
            </a:xfrm>
            <a:custGeom>
              <a:avLst/>
              <a:gdLst/>
              <a:ahLst/>
              <a:cxnLst/>
              <a:rect l="l" t="t" r="r" b="b"/>
              <a:pathLst>
                <a:path w="19176" h="11122" extrusionOk="0">
                  <a:moveTo>
                    <a:pt x="1" y="0"/>
                  </a:moveTo>
                  <a:lnTo>
                    <a:pt x="1" y="11121"/>
                  </a:lnTo>
                  <a:lnTo>
                    <a:pt x="19175" y="11121"/>
                  </a:lnTo>
                  <a:lnTo>
                    <a:pt x="1917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118"/>
            <p:cNvSpPr/>
            <p:nvPr/>
          </p:nvSpPr>
          <p:spPr>
            <a:xfrm>
              <a:off x="1783863" y="2704525"/>
              <a:ext cx="417500" cy="216175"/>
            </a:xfrm>
            <a:custGeom>
              <a:avLst/>
              <a:gdLst/>
              <a:ahLst/>
              <a:cxnLst/>
              <a:rect l="l" t="t" r="r" b="b"/>
              <a:pathLst>
                <a:path w="16700" h="8647" extrusionOk="0">
                  <a:moveTo>
                    <a:pt x="0" y="1"/>
                  </a:moveTo>
                  <a:lnTo>
                    <a:pt x="0" y="8647"/>
                  </a:lnTo>
                  <a:lnTo>
                    <a:pt x="16700" y="8647"/>
                  </a:lnTo>
                  <a:lnTo>
                    <a:pt x="1670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118"/>
            <p:cNvSpPr/>
            <p:nvPr/>
          </p:nvSpPr>
          <p:spPr>
            <a:xfrm>
              <a:off x="2108963" y="2897150"/>
              <a:ext cx="45325" cy="130750"/>
            </a:xfrm>
            <a:custGeom>
              <a:avLst/>
              <a:gdLst/>
              <a:ahLst/>
              <a:cxnLst/>
              <a:rect l="l" t="t" r="r" b="b"/>
              <a:pathLst>
                <a:path w="1813" h="5230" extrusionOk="0">
                  <a:moveTo>
                    <a:pt x="0" y="0"/>
                  </a:moveTo>
                  <a:lnTo>
                    <a:pt x="0" y="5230"/>
                  </a:lnTo>
                  <a:lnTo>
                    <a:pt x="1813" y="5230"/>
                  </a:lnTo>
                  <a:lnTo>
                    <a:pt x="181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118"/>
            <p:cNvSpPr/>
            <p:nvPr/>
          </p:nvSpPr>
          <p:spPr>
            <a:xfrm>
              <a:off x="2092388" y="2827850"/>
              <a:ext cx="78475" cy="76300"/>
            </a:xfrm>
            <a:custGeom>
              <a:avLst/>
              <a:gdLst/>
              <a:ahLst/>
              <a:cxnLst/>
              <a:rect l="l" t="t" r="r" b="b"/>
              <a:pathLst>
                <a:path w="3139" h="3052" extrusionOk="0">
                  <a:moveTo>
                    <a:pt x="1604" y="1"/>
                  </a:moveTo>
                  <a:cubicBezTo>
                    <a:pt x="733" y="1"/>
                    <a:pt x="1" y="663"/>
                    <a:pt x="1" y="1535"/>
                  </a:cubicBezTo>
                  <a:cubicBezTo>
                    <a:pt x="1" y="2406"/>
                    <a:pt x="733" y="3051"/>
                    <a:pt x="1604" y="3051"/>
                  </a:cubicBezTo>
                  <a:cubicBezTo>
                    <a:pt x="2406" y="3051"/>
                    <a:pt x="3138" y="2406"/>
                    <a:pt x="3138" y="1535"/>
                  </a:cubicBezTo>
                  <a:cubicBezTo>
                    <a:pt x="3138" y="663"/>
                    <a:pt x="2406" y="1"/>
                    <a:pt x="16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118"/>
            <p:cNvSpPr/>
            <p:nvPr/>
          </p:nvSpPr>
          <p:spPr>
            <a:xfrm>
              <a:off x="2070613" y="2735475"/>
              <a:ext cx="100250" cy="61475"/>
            </a:xfrm>
            <a:custGeom>
              <a:avLst/>
              <a:gdLst/>
              <a:ahLst/>
              <a:cxnLst/>
              <a:rect l="l" t="t" r="r" b="b"/>
              <a:pathLst>
                <a:path w="4010" h="2459" extrusionOk="0">
                  <a:moveTo>
                    <a:pt x="0" y="0"/>
                  </a:moveTo>
                  <a:lnTo>
                    <a:pt x="0" y="2458"/>
                  </a:lnTo>
                  <a:lnTo>
                    <a:pt x="4009" y="2458"/>
                  </a:lnTo>
                  <a:lnTo>
                    <a:pt x="400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118"/>
            <p:cNvSpPr/>
            <p:nvPr/>
          </p:nvSpPr>
          <p:spPr>
            <a:xfrm>
              <a:off x="1745938" y="2664450"/>
              <a:ext cx="493775" cy="294175"/>
            </a:xfrm>
            <a:custGeom>
              <a:avLst/>
              <a:gdLst/>
              <a:ahLst/>
              <a:cxnLst/>
              <a:rect l="l" t="t" r="r" b="b"/>
              <a:pathLst>
                <a:path w="19751" h="11767" extrusionOk="0">
                  <a:moveTo>
                    <a:pt x="1" y="0"/>
                  </a:moveTo>
                  <a:lnTo>
                    <a:pt x="1" y="11766"/>
                  </a:lnTo>
                  <a:lnTo>
                    <a:pt x="13859" y="11766"/>
                  </a:lnTo>
                  <a:lnTo>
                    <a:pt x="13859" y="11121"/>
                  </a:lnTo>
                  <a:lnTo>
                    <a:pt x="646" y="11121"/>
                  </a:lnTo>
                  <a:lnTo>
                    <a:pt x="646" y="662"/>
                  </a:lnTo>
                  <a:lnTo>
                    <a:pt x="19175" y="662"/>
                  </a:lnTo>
                  <a:lnTo>
                    <a:pt x="19175" y="11121"/>
                  </a:lnTo>
                  <a:lnTo>
                    <a:pt x="16996" y="11121"/>
                  </a:lnTo>
                  <a:lnTo>
                    <a:pt x="16996" y="11766"/>
                  </a:lnTo>
                  <a:lnTo>
                    <a:pt x="19750" y="11766"/>
                  </a:lnTo>
                  <a:lnTo>
                    <a:pt x="1975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118"/>
            <p:cNvSpPr/>
            <p:nvPr/>
          </p:nvSpPr>
          <p:spPr>
            <a:xfrm>
              <a:off x="1807388" y="2726325"/>
              <a:ext cx="201800" cy="16150"/>
            </a:xfrm>
            <a:custGeom>
              <a:avLst/>
              <a:gdLst/>
              <a:ahLst/>
              <a:cxnLst/>
              <a:rect l="l" t="t" r="r" b="b"/>
              <a:pathLst>
                <a:path w="8072" h="646" extrusionOk="0">
                  <a:moveTo>
                    <a:pt x="1" y="0"/>
                  </a:moveTo>
                  <a:lnTo>
                    <a:pt x="1" y="645"/>
                  </a:lnTo>
                  <a:lnTo>
                    <a:pt x="8071" y="645"/>
                  </a:lnTo>
                  <a:lnTo>
                    <a:pt x="807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118"/>
            <p:cNvSpPr/>
            <p:nvPr/>
          </p:nvSpPr>
          <p:spPr>
            <a:xfrm>
              <a:off x="1807388" y="2757250"/>
              <a:ext cx="92850" cy="16150"/>
            </a:xfrm>
            <a:custGeom>
              <a:avLst/>
              <a:gdLst/>
              <a:ahLst/>
              <a:cxnLst/>
              <a:rect l="l" t="t" r="r" b="b"/>
              <a:pathLst>
                <a:path w="3714" h="646" extrusionOk="0">
                  <a:moveTo>
                    <a:pt x="1" y="1"/>
                  </a:moveTo>
                  <a:lnTo>
                    <a:pt x="1" y="646"/>
                  </a:lnTo>
                  <a:lnTo>
                    <a:pt x="3714" y="646"/>
                  </a:lnTo>
                  <a:lnTo>
                    <a:pt x="371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118"/>
            <p:cNvSpPr/>
            <p:nvPr/>
          </p:nvSpPr>
          <p:spPr>
            <a:xfrm>
              <a:off x="1807388" y="2788200"/>
              <a:ext cx="216175" cy="16150"/>
            </a:xfrm>
            <a:custGeom>
              <a:avLst/>
              <a:gdLst/>
              <a:ahLst/>
              <a:cxnLst/>
              <a:rect l="l" t="t" r="r" b="b"/>
              <a:pathLst>
                <a:path w="8647" h="646" extrusionOk="0">
                  <a:moveTo>
                    <a:pt x="1" y="0"/>
                  </a:moveTo>
                  <a:lnTo>
                    <a:pt x="1" y="645"/>
                  </a:lnTo>
                  <a:lnTo>
                    <a:pt x="8647" y="645"/>
                  </a:lnTo>
                  <a:lnTo>
                    <a:pt x="864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118"/>
            <p:cNvSpPr/>
            <p:nvPr/>
          </p:nvSpPr>
          <p:spPr>
            <a:xfrm>
              <a:off x="2085413" y="2818700"/>
              <a:ext cx="92425" cy="92850"/>
            </a:xfrm>
            <a:custGeom>
              <a:avLst/>
              <a:gdLst/>
              <a:ahLst/>
              <a:cxnLst/>
              <a:rect l="l" t="t" r="r" b="b"/>
              <a:pathLst>
                <a:path w="3697" h="3714" extrusionOk="0">
                  <a:moveTo>
                    <a:pt x="1883" y="663"/>
                  </a:moveTo>
                  <a:cubicBezTo>
                    <a:pt x="2546" y="663"/>
                    <a:pt x="3121" y="1169"/>
                    <a:pt x="3121" y="1901"/>
                  </a:cubicBezTo>
                  <a:cubicBezTo>
                    <a:pt x="3121" y="2546"/>
                    <a:pt x="2546" y="3138"/>
                    <a:pt x="1883" y="3138"/>
                  </a:cubicBezTo>
                  <a:cubicBezTo>
                    <a:pt x="1151" y="3138"/>
                    <a:pt x="646" y="2546"/>
                    <a:pt x="646" y="1901"/>
                  </a:cubicBezTo>
                  <a:cubicBezTo>
                    <a:pt x="646" y="1169"/>
                    <a:pt x="1151" y="663"/>
                    <a:pt x="1883" y="663"/>
                  </a:cubicBezTo>
                  <a:close/>
                  <a:moveTo>
                    <a:pt x="1883" y="1"/>
                  </a:moveTo>
                  <a:cubicBezTo>
                    <a:pt x="872" y="1"/>
                    <a:pt x="1" y="872"/>
                    <a:pt x="1" y="1901"/>
                  </a:cubicBezTo>
                  <a:cubicBezTo>
                    <a:pt x="1" y="2912"/>
                    <a:pt x="872" y="3713"/>
                    <a:pt x="1883" y="3713"/>
                  </a:cubicBezTo>
                  <a:cubicBezTo>
                    <a:pt x="2894" y="3713"/>
                    <a:pt x="3696" y="2912"/>
                    <a:pt x="3696" y="1901"/>
                  </a:cubicBezTo>
                  <a:cubicBezTo>
                    <a:pt x="3696" y="872"/>
                    <a:pt x="2894" y="1"/>
                    <a:pt x="18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118"/>
            <p:cNvSpPr/>
            <p:nvPr/>
          </p:nvSpPr>
          <p:spPr>
            <a:xfrm>
              <a:off x="2101538" y="2897150"/>
              <a:ext cx="60175" cy="148625"/>
            </a:xfrm>
            <a:custGeom>
              <a:avLst/>
              <a:gdLst/>
              <a:ahLst/>
              <a:cxnLst/>
              <a:rect l="l" t="t" r="r" b="b"/>
              <a:pathLst>
                <a:path w="2407" h="5945" extrusionOk="0">
                  <a:moveTo>
                    <a:pt x="1" y="0"/>
                  </a:moveTo>
                  <a:lnTo>
                    <a:pt x="1" y="5944"/>
                  </a:lnTo>
                  <a:lnTo>
                    <a:pt x="1238" y="5508"/>
                  </a:lnTo>
                  <a:lnTo>
                    <a:pt x="2406" y="5944"/>
                  </a:lnTo>
                  <a:lnTo>
                    <a:pt x="2406" y="0"/>
                  </a:lnTo>
                  <a:lnTo>
                    <a:pt x="1814" y="0"/>
                  </a:lnTo>
                  <a:lnTo>
                    <a:pt x="1814" y="5073"/>
                  </a:lnTo>
                  <a:lnTo>
                    <a:pt x="1238" y="4933"/>
                  </a:lnTo>
                  <a:lnTo>
                    <a:pt x="593" y="5073"/>
                  </a:lnTo>
                  <a:lnTo>
                    <a:pt x="59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118"/>
            <p:cNvSpPr/>
            <p:nvPr/>
          </p:nvSpPr>
          <p:spPr>
            <a:xfrm>
              <a:off x="2123338" y="2849650"/>
              <a:ext cx="16575" cy="30950"/>
            </a:xfrm>
            <a:custGeom>
              <a:avLst/>
              <a:gdLst/>
              <a:ahLst/>
              <a:cxnLst/>
              <a:rect l="l" t="t" r="r" b="b"/>
              <a:pathLst>
                <a:path w="663" h="1238" extrusionOk="0">
                  <a:moveTo>
                    <a:pt x="0" y="0"/>
                  </a:moveTo>
                  <a:lnTo>
                    <a:pt x="0" y="1238"/>
                  </a:lnTo>
                  <a:lnTo>
                    <a:pt x="663" y="1238"/>
                  </a:lnTo>
                  <a:lnTo>
                    <a:pt x="66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118"/>
            <p:cNvSpPr/>
            <p:nvPr/>
          </p:nvSpPr>
          <p:spPr>
            <a:xfrm>
              <a:off x="1961663" y="2880575"/>
              <a:ext cx="78450" cy="16600"/>
            </a:xfrm>
            <a:custGeom>
              <a:avLst/>
              <a:gdLst/>
              <a:ahLst/>
              <a:cxnLst/>
              <a:rect l="l" t="t" r="r" b="b"/>
              <a:pathLst>
                <a:path w="3138" h="664" extrusionOk="0">
                  <a:moveTo>
                    <a:pt x="0" y="1"/>
                  </a:moveTo>
                  <a:lnTo>
                    <a:pt x="0" y="663"/>
                  </a:lnTo>
                  <a:lnTo>
                    <a:pt x="3138" y="663"/>
                  </a:lnTo>
                  <a:lnTo>
                    <a:pt x="31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118"/>
            <p:cNvSpPr/>
            <p:nvPr/>
          </p:nvSpPr>
          <p:spPr>
            <a:xfrm>
              <a:off x="1807388" y="2880575"/>
              <a:ext cx="78025" cy="16600"/>
            </a:xfrm>
            <a:custGeom>
              <a:avLst/>
              <a:gdLst/>
              <a:ahLst/>
              <a:cxnLst/>
              <a:rect l="l" t="t" r="r" b="b"/>
              <a:pathLst>
                <a:path w="3121" h="664" extrusionOk="0">
                  <a:moveTo>
                    <a:pt x="1" y="1"/>
                  </a:moveTo>
                  <a:lnTo>
                    <a:pt x="1" y="663"/>
                  </a:lnTo>
                  <a:lnTo>
                    <a:pt x="3121" y="663"/>
                  </a:lnTo>
                  <a:lnTo>
                    <a:pt x="312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118"/>
            <p:cNvSpPr/>
            <p:nvPr/>
          </p:nvSpPr>
          <p:spPr>
            <a:xfrm>
              <a:off x="2061888" y="2726325"/>
              <a:ext cx="115950" cy="78025"/>
            </a:xfrm>
            <a:custGeom>
              <a:avLst/>
              <a:gdLst/>
              <a:ahLst/>
              <a:cxnLst/>
              <a:rect l="l" t="t" r="r" b="b"/>
              <a:pathLst>
                <a:path w="4638" h="3121" extrusionOk="0">
                  <a:moveTo>
                    <a:pt x="4062" y="645"/>
                  </a:moveTo>
                  <a:lnTo>
                    <a:pt x="4062" y="2475"/>
                  </a:lnTo>
                  <a:lnTo>
                    <a:pt x="645" y="2475"/>
                  </a:lnTo>
                  <a:lnTo>
                    <a:pt x="645" y="645"/>
                  </a:lnTo>
                  <a:close/>
                  <a:moveTo>
                    <a:pt x="1" y="0"/>
                  </a:moveTo>
                  <a:lnTo>
                    <a:pt x="1" y="3120"/>
                  </a:lnTo>
                  <a:lnTo>
                    <a:pt x="4637" y="3120"/>
                  </a:lnTo>
                  <a:lnTo>
                    <a:pt x="463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118"/>
            <p:cNvSpPr/>
            <p:nvPr/>
          </p:nvSpPr>
          <p:spPr>
            <a:xfrm>
              <a:off x="2085413" y="2757250"/>
              <a:ext cx="68875" cy="16150"/>
            </a:xfrm>
            <a:custGeom>
              <a:avLst/>
              <a:gdLst/>
              <a:ahLst/>
              <a:cxnLst/>
              <a:rect l="l" t="t" r="r" b="b"/>
              <a:pathLst>
                <a:path w="2755" h="646" extrusionOk="0">
                  <a:moveTo>
                    <a:pt x="1" y="1"/>
                  </a:moveTo>
                  <a:lnTo>
                    <a:pt x="1" y="646"/>
                  </a:lnTo>
                  <a:lnTo>
                    <a:pt x="2755" y="646"/>
                  </a:lnTo>
                  <a:lnTo>
                    <a:pt x="275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118"/>
            <p:cNvSpPr/>
            <p:nvPr/>
          </p:nvSpPr>
          <p:spPr>
            <a:xfrm>
              <a:off x="1776463" y="2695375"/>
              <a:ext cx="432300" cy="232300"/>
            </a:xfrm>
            <a:custGeom>
              <a:avLst/>
              <a:gdLst/>
              <a:ahLst/>
              <a:cxnLst/>
              <a:rect l="l" t="t" r="r" b="b"/>
              <a:pathLst>
                <a:path w="17292" h="9292" extrusionOk="0">
                  <a:moveTo>
                    <a:pt x="0" y="1"/>
                  </a:moveTo>
                  <a:lnTo>
                    <a:pt x="0" y="9291"/>
                  </a:lnTo>
                  <a:lnTo>
                    <a:pt x="12638" y="9291"/>
                  </a:lnTo>
                  <a:lnTo>
                    <a:pt x="12638" y="8646"/>
                  </a:lnTo>
                  <a:lnTo>
                    <a:pt x="662" y="8646"/>
                  </a:lnTo>
                  <a:lnTo>
                    <a:pt x="662" y="663"/>
                  </a:lnTo>
                  <a:lnTo>
                    <a:pt x="16717" y="663"/>
                  </a:lnTo>
                  <a:lnTo>
                    <a:pt x="16717" y="8646"/>
                  </a:lnTo>
                  <a:lnTo>
                    <a:pt x="15775" y="8646"/>
                  </a:lnTo>
                  <a:lnTo>
                    <a:pt x="15775" y="9291"/>
                  </a:lnTo>
                  <a:lnTo>
                    <a:pt x="17292" y="9291"/>
                  </a:lnTo>
                  <a:lnTo>
                    <a:pt x="1729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118"/>
            <p:cNvSpPr/>
            <p:nvPr/>
          </p:nvSpPr>
          <p:spPr>
            <a:xfrm>
              <a:off x="1807388" y="2818700"/>
              <a:ext cx="216175" cy="16600"/>
            </a:xfrm>
            <a:custGeom>
              <a:avLst/>
              <a:gdLst/>
              <a:ahLst/>
              <a:cxnLst/>
              <a:rect l="l" t="t" r="r" b="b"/>
              <a:pathLst>
                <a:path w="8647" h="664" extrusionOk="0">
                  <a:moveTo>
                    <a:pt x="1" y="1"/>
                  </a:moveTo>
                  <a:lnTo>
                    <a:pt x="1" y="663"/>
                  </a:lnTo>
                  <a:lnTo>
                    <a:pt x="8647" y="663"/>
                  </a:lnTo>
                  <a:lnTo>
                    <a:pt x="864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7" name="Google Shape;4337;p118"/>
          <p:cNvGrpSpPr/>
          <p:nvPr/>
        </p:nvGrpSpPr>
        <p:grpSpPr>
          <a:xfrm>
            <a:off x="1745938" y="3456800"/>
            <a:ext cx="493775" cy="346475"/>
            <a:chOff x="1745938" y="3409175"/>
            <a:chExt cx="493775" cy="346475"/>
          </a:xfrm>
        </p:grpSpPr>
        <p:sp>
          <p:nvSpPr>
            <p:cNvPr id="4338" name="Google Shape;4338;p118"/>
            <p:cNvSpPr/>
            <p:nvPr/>
          </p:nvSpPr>
          <p:spPr>
            <a:xfrm>
              <a:off x="1861863" y="3585225"/>
              <a:ext cx="30975" cy="30975"/>
            </a:xfrm>
            <a:custGeom>
              <a:avLst/>
              <a:gdLst/>
              <a:ahLst/>
              <a:cxnLst/>
              <a:rect l="l" t="t" r="r" b="b"/>
              <a:pathLst>
                <a:path w="1239" h="1239" extrusionOk="0">
                  <a:moveTo>
                    <a:pt x="593" y="1"/>
                  </a:moveTo>
                  <a:cubicBezTo>
                    <a:pt x="297" y="1"/>
                    <a:pt x="1" y="280"/>
                    <a:pt x="1" y="646"/>
                  </a:cubicBezTo>
                  <a:cubicBezTo>
                    <a:pt x="1" y="942"/>
                    <a:pt x="297" y="1239"/>
                    <a:pt x="593" y="1239"/>
                  </a:cubicBezTo>
                  <a:cubicBezTo>
                    <a:pt x="942" y="1239"/>
                    <a:pt x="1238" y="942"/>
                    <a:pt x="1238" y="646"/>
                  </a:cubicBezTo>
                  <a:cubicBezTo>
                    <a:pt x="1238" y="280"/>
                    <a:pt x="942" y="1"/>
                    <a:pt x="5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118"/>
            <p:cNvSpPr/>
            <p:nvPr/>
          </p:nvSpPr>
          <p:spPr>
            <a:xfrm>
              <a:off x="1907188" y="3585225"/>
              <a:ext cx="30975" cy="30975"/>
            </a:xfrm>
            <a:custGeom>
              <a:avLst/>
              <a:gdLst/>
              <a:ahLst/>
              <a:cxnLst/>
              <a:rect l="l" t="t" r="r" b="b"/>
              <a:pathLst>
                <a:path w="1239" h="1239" extrusionOk="0">
                  <a:moveTo>
                    <a:pt x="663" y="1"/>
                  </a:moveTo>
                  <a:cubicBezTo>
                    <a:pt x="297" y="1"/>
                    <a:pt x="0" y="280"/>
                    <a:pt x="0" y="646"/>
                  </a:cubicBezTo>
                  <a:cubicBezTo>
                    <a:pt x="0" y="942"/>
                    <a:pt x="297" y="1239"/>
                    <a:pt x="663" y="1239"/>
                  </a:cubicBezTo>
                  <a:cubicBezTo>
                    <a:pt x="1029" y="1239"/>
                    <a:pt x="1238" y="942"/>
                    <a:pt x="1238" y="646"/>
                  </a:cubicBezTo>
                  <a:cubicBezTo>
                    <a:pt x="1238" y="280"/>
                    <a:pt x="1029" y="1"/>
                    <a:pt x="66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118"/>
            <p:cNvSpPr/>
            <p:nvPr/>
          </p:nvSpPr>
          <p:spPr>
            <a:xfrm>
              <a:off x="1954688" y="3585225"/>
              <a:ext cx="30975" cy="30975"/>
            </a:xfrm>
            <a:custGeom>
              <a:avLst/>
              <a:gdLst/>
              <a:ahLst/>
              <a:cxnLst/>
              <a:rect l="l" t="t" r="r" b="b"/>
              <a:pathLst>
                <a:path w="1239" h="1239" extrusionOk="0">
                  <a:moveTo>
                    <a:pt x="576" y="1"/>
                  </a:moveTo>
                  <a:cubicBezTo>
                    <a:pt x="279" y="1"/>
                    <a:pt x="0" y="280"/>
                    <a:pt x="0" y="646"/>
                  </a:cubicBezTo>
                  <a:cubicBezTo>
                    <a:pt x="0" y="942"/>
                    <a:pt x="279" y="1239"/>
                    <a:pt x="576" y="1239"/>
                  </a:cubicBezTo>
                  <a:cubicBezTo>
                    <a:pt x="942" y="1239"/>
                    <a:pt x="1238" y="942"/>
                    <a:pt x="1238" y="646"/>
                  </a:cubicBezTo>
                  <a:cubicBezTo>
                    <a:pt x="1238" y="280"/>
                    <a:pt x="942" y="1"/>
                    <a:pt x="5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118"/>
            <p:cNvSpPr/>
            <p:nvPr/>
          </p:nvSpPr>
          <p:spPr>
            <a:xfrm>
              <a:off x="2000013" y="3585225"/>
              <a:ext cx="30950" cy="30975"/>
            </a:xfrm>
            <a:custGeom>
              <a:avLst/>
              <a:gdLst/>
              <a:ahLst/>
              <a:cxnLst/>
              <a:rect l="l" t="t" r="r" b="b"/>
              <a:pathLst>
                <a:path w="1238" h="1239" extrusionOk="0">
                  <a:moveTo>
                    <a:pt x="645" y="1"/>
                  </a:moveTo>
                  <a:cubicBezTo>
                    <a:pt x="297" y="1"/>
                    <a:pt x="0" y="280"/>
                    <a:pt x="0" y="646"/>
                  </a:cubicBezTo>
                  <a:cubicBezTo>
                    <a:pt x="0" y="942"/>
                    <a:pt x="297" y="1239"/>
                    <a:pt x="645" y="1239"/>
                  </a:cubicBezTo>
                  <a:cubicBezTo>
                    <a:pt x="1011" y="1239"/>
                    <a:pt x="1238" y="942"/>
                    <a:pt x="1238" y="646"/>
                  </a:cubicBezTo>
                  <a:cubicBezTo>
                    <a:pt x="1238" y="280"/>
                    <a:pt x="1011" y="1"/>
                    <a:pt x="6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118"/>
            <p:cNvSpPr/>
            <p:nvPr/>
          </p:nvSpPr>
          <p:spPr>
            <a:xfrm>
              <a:off x="2047063" y="3585225"/>
              <a:ext cx="30975" cy="30975"/>
            </a:xfrm>
            <a:custGeom>
              <a:avLst/>
              <a:gdLst/>
              <a:ahLst/>
              <a:cxnLst/>
              <a:rect l="l" t="t" r="r" b="b"/>
              <a:pathLst>
                <a:path w="1239" h="1239" extrusionOk="0">
                  <a:moveTo>
                    <a:pt x="594" y="1"/>
                  </a:moveTo>
                  <a:cubicBezTo>
                    <a:pt x="297" y="1"/>
                    <a:pt x="1" y="280"/>
                    <a:pt x="1" y="646"/>
                  </a:cubicBezTo>
                  <a:cubicBezTo>
                    <a:pt x="1" y="942"/>
                    <a:pt x="297" y="1239"/>
                    <a:pt x="594" y="1239"/>
                  </a:cubicBezTo>
                  <a:cubicBezTo>
                    <a:pt x="942" y="1239"/>
                    <a:pt x="1238" y="942"/>
                    <a:pt x="1238" y="646"/>
                  </a:cubicBezTo>
                  <a:cubicBezTo>
                    <a:pt x="1238" y="280"/>
                    <a:pt x="942" y="1"/>
                    <a:pt x="5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118"/>
            <p:cNvSpPr/>
            <p:nvPr/>
          </p:nvSpPr>
          <p:spPr>
            <a:xfrm>
              <a:off x="2123338" y="3585225"/>
              <a:ext cx="30950" cy="30975"/>
            </a:xfrm>
            <a:custGeom>
              <a:avLst/>
              <a:gdLst/>
              <a:ahLst/>
              <a:cxnLst/>
              <a:rect l="l" t="t" r="r" b="b"/>
              <a:pathLst>
                <a:path w="1238" h="1239" extrusionOk="0">
                  <a:moveTo>
                    <a:pt x="663" y="1"/>
                  </a:moveTo>
                  <a:cubicBezTo>
                    <a:pt x="297" y="1"/>
                    <a:pt x="0" y="280"/>
                    <a:pt x="0" y="646"/>
                  </a:cubicBezTo>
                  <a:cubicBezTo>
                    <a:pt x="0" y="942"/>
                    <a:pt x="297" y="1239"/>
                    <a:pt x="663" y="1239"/>
                  </a:cubicBezTo>
                  <a:cubicBezTo>
                    <a:pt x="942" y="1239"/>
                    <a:pt x="1238" y="942"/>
                    <a:pt x="1238" y="646"/>
                  </a:cubicBezTo>
                  <a:cubicBezTo>
                    <a:pt x="1238" y="280"/>
                    <a:pt x="942" y="1"/>
                    <a:pt x="6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118"/>
            <p:cNvSpPr/>
            <p:nvPr/>
          </p:nvSpPr>
          <p:spPr>
            <a:xfrm>
              <a:off x="1769488" y="3677625"/>
              <a:ext cx="47075" cy="30950"/>
            </a:xfrm>
            <a:custGeom>
              <a:avLst/>
              <a:gdLst/>
              <a:ahLst/>
              <a:cxnLst/>
              <a:rect l="l" t="t" r="r" b="b"/>
              <a:pathLst>
                <a:path w="1883" h="1238" extrusionOk="0">
                  <a:moveTo>
                    <a:pt x="0" y="0"/>
                  </a:moveTo>
                  <a:lnTo>
                    <a:pt x="0" y="1238"/>
                  </a:lnTo>
                  <a:lnTo>
                    <a:pt x="1883" y="1238"/>
                  </a:lnTo>
                  <a:lnTo>
                    <a:pt x="188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118"/>
            <p:cNvSpPr/>
            <p:nvPr/>
          </p:nvSpPr>
          <p:spPr>
            <a:xfrm>
              <a:off x="2170838" y="3677625"/>
              <a:ext cx="45350" cy="30950"/>
            </a:xfrm>
            <a:custGeom>
              <a:avLst/>
              <a:gdLst/>
              <a:ahLst/>
              <a:cxnLst/>
              <a:rect l="l" t="t" r="r" b="b"/>
              <a:pathLst>
                <a:path w="1814" h="1238" extrusionOk="0">
                  <a:moveTo>
                    <a:pt x="0" y="0"/>
                  </a:moveTo>
                  <a:lnTo>
                    <a:pt x="0" y="1238"/>
                  </a:lnTo>
                  <a:lnTo>
                    <a:pt x="1813" y="1238"/>
                  </a:lnTo>
                  <a:lnTo>
                    <a:pt x="181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118"/>
            <p:cNvSpPr/>
            <p:nvPr/>
          </p:nvSpPr>
          <p:spPr>
            <a:xfrm>
              <a:off x="1754663" y="3708550"/>
              <a:ext cx="477650" cy="38375"/>
            </a:xfrm>
            <a:custGeom>
              <a:avLst/>
              <a:gdLst/>
              <a:ahLst/>
              <a:cxnLst/>
              <a:rect l="l" t="t" r="r" b="b"/>
              <a:pathLst>
                <a:path w="19106" h="1535" extrusionOk="0">
                  <a:moveTo>
                    <a:pt x="1" y="1"/>
                  </a:moveTo>
                  <a:lnTo>
                    <a:pt x="1" y="1535"/>
                  </a:lnTo>
                  <a:lnTo>
                    <a:pt x="19105" y="1535"/>
                  </a:lnTo>
                  <a:lnTo>
                    <a:pt x="191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118"/>
            <p:cNvSpPr/>
            <p:nvPr/>
          </p:nvSpPr>
          <p:spPr>
            <a:xfrm>
              <a:off x="1754663" y="3708550"/>
              <a:ext cx="130750" cy="38375"/>
            </a:xfrm>
            <a:custGeom>
              <a:avLst/>
              <a:gdLst/>
              <a:ahLst/>
              <a:cxnLst/>
              <a:rect l="l" t="t" r="r" b="b"/>
              <a:pathLst>
                <a:path w="5230" h="1535" extrusionOk="0">
                  <a:moveTo>
                    <a:pt x="1" y="1"/>
                  </a:moveTo>
                  <a:lnTo>
                    <a:pt x="1" y="1535"/>
                  </a:lnTo>
                  <a:lnTo>
                    <a:pt x="5230" y="1535"/>
                  </a:lnTo>
                  <a:lnTo>
                    <a:pt x="523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118"/>
            <p:cNvSpPr/>
            <p:nvPr/>
          </p:nvSpPr>
          <p:spPr>
            <a:xfrm>
              <a:off x="1745938" y="3409175"/>
              <a:ext cx="493775" cy="346475"/>
            </a:xfrm>
            <a:custGeom>
              <a:avLst/>
              <a:gdLst/>
              <a:ahLst/>
              <a:cxnLst/>
              <a:rect l="l" t="t" r="r" b="b"/>
              <a:pathLst>
                <a:path w="19751" h="13859" extrusionOk="0">
                  <a:moveTo>
                    <a:pt x="15759" y="7252"/>
                  </a:moveTo>
                  <a:cubicBezTo>
                    <a:pt x="15828" y="7252"/>
                    <a:pt x="15898" y="7252"/>
                    <a:pt x="15968" y="7322"/>
                  </a:cubicBezTo>
                  <a:cubicBezTo>
                    <a:pt x="16038" y="7322"/>
                    <a:pt x="16038" y="7409"/>
                    <a:pt x="16125" y="7479"/>
                  </a:cubicBezTo>
                  <a:cubicBezTo>
                    <a:pt x="16125" y="7618"/>
                    <a:pt x="16125" y="7688"/>
                    <a:pt x="16038" y="7758"/>
                  </a:cubicBezTo>
                  <a:cubicBezTo>
                    <a:pt x="15968" y="7845"/>
                    <a:pt x="15898" y="7845"/>
                    <a:pt x="15828" y="7845"/>
                  </a:cubicBezTo>
                  <a:cubicBezTo>
                    <a:pt x="15805" y="7868"/>
                    <a:pt x="15782" y="7876"/>
                    <a:pt x="15758" y="7876"/>
                  </a:cubicBezTo>
                  <a:cubicBezTo>
                    <a:pt x="15710" y="7876"/>
                    <a:pt x="15660" y="7845"/>
                    <a:pt x="15602" y="7845"/>
                  </a:cubicBezTo>
                  <a:cubicBezTo>
                    <a:pt x="15532" y="7758"/>
                    <a:pt x="15462" y="7688"/>
                    <a:pt x="15462" y="7618"/>
                  </a:cubicBezTo>
                  <a:cubicBezTo>
                    <a:pt x="15462" y="7548"/>
                    <a:pt x="15462" y="7479"/>
                    <a:pt x="15532" y="7409"/>
                  </a:cubicBezTo>
                  <a:cubicBezTo>
                    <a:pt x="15602" y="7322"/>
                    <a:pt x="15689" y="7252"/>
                    <a:pt x="15759" y="7252"/>
                  </a:cubicBezTo>
                  <a:close/>
                  <a:moveTo>
                    <a:pt x="5230" y="7322"/>
                  </a:moveTo>
                  <a:cubicBezTo>
                    <a:pt x="5439" y="7322"/>
                    <a:pt x="5579" y="7479"/>
                    <a:pt x="5579" y="7688"/>
                  </a:cubicBezTo>
                  <a:cubicBezTo>
                    <a:pt x="5579" y="7845"/>
                    <a:pt x="5439" y="7984"/>
                    <a:pt x="5230" y="7984"/>
                  </a:cubicBezTo>
                  <a:cubicBezTo>
                    <a:pt x="5073" y="7984"/>
                    <a:pt x="4934" y="7845"/>
                    <a:pt x="4934" y="7688"/>
                  </a:cubicBezTo>
                  <a:cubicBezTo>
                    <a:pt x="4934" y="7479"/>
                    <a:pt x="5073" y="7322"/>
                    <a:pt x="5230" y="7322"/>
                  </a:cubicBezTo>
                  <a:close/>
                  <a:moveTo>
                    <a:pt x="7113" y="7322"/>
                  </a:moveTo>
                  <a:cubicBezTo>
                    <a:pt x="7252" y="7322"/>
                    <a:pt x="7409" y="7479"/>
                    <a:pt x="7409" y="7688"/>
                  </a:cubicBezTo>
                  <a:cubicBezTo>
                    <a:pt x="7409" y="7845"/>
                    <a:pt x="7252" y="7984"/>
                    <a:pt x="7113" y="7984"/>
                  </a:cubicBezTo>
                  <a:cubicBezTo>
                    <a:pt x="6973" y="7984"/>
                    <a:pt x="6817" y="7845"/>
                    <a:pt x="6817" y="7688"/>
                  </a:cubicBezTo>
                  <a:cubicBezTo>
                    <a:pt x="6817" y="7479"/>
                    <a:pt x="6973" y="7322"/>
                    <a:pt x="7113" y="7322"/>
                  </a:cubicBezTo>
                  <a:close/>
                  <a:moveTo>
                    <a:pt x="8926" y="7322"/>
                  </a:moveTo>
                  <a:cubicBezTo>
                    <a:pt x="9152" y="7322"/>
                    <a:pt x="9292" y="7479"/>
                    <a:pt x="9292" y="7688"/>
                  </a:cubicBezTo>
                  <a:cubicBezTo>
                    <a:pt x="9292" y="7845"/>
                    <a:pt x="9152" y="7984"/>
                    <a:pt x="8926" y="7984"/>
                  </a:cubicBezTo>
                  <a:cubicBezTo>
                    <a:pt x="8786" y="7984"/>
                    <a:pt x="8629" y="7845"/>
                    <a:pt x="8629" y="7688"/>
                  </a:cubicBezTo>
                  <a:cubicBezTo>
                    <a:pt x="8629" y="7479"/>
                    <a:pt x="8786" y="7322"/>
                    <a:pt x="8926" y="7322"/>
                  </a:cubicBezTo>
                  <a:close/>
                  <a:moveTo>
                    <a:pt x="10808" y="7322"/>
                  </a:moveTo>
                  <a:cubicBezTo>
                    <a:pt x="10965" y="7322"/>
                    <a:pt x="11105" y="7479"/>
                    <a:pt x="11105" y="7688"/>
                  </a:cubicBezTo>
                  <a:cubicBezTo>
                    <a:pt x="11105" y="7845"/>
                    <a:pt x="10965" y="7984"/>
                    <a:pt x="10808" y="7984"/>
                  </a:cubicBezTo>
                  <a:cubicBezTo>
                    <a:pt x="10669" y="7984"/>
                    <a:pt x="10529" y="7845"/>
                    <a:pt x="10529" y="7688"/>
                  </a:cubicBezTo>
                  <a:cubicBezTo>
                    <a:pt x="10529" y="7479"/>
                    <a:pt x="10669" y="7322"/>
                    <a:pt x="10808" y="7322"/>
                  </a:cubicBezTo>
                  <a:close/>
                  <a:moveTo>
                    <a:pt x="12639" y="7322"/>
                  </a:moveTo>
                  <a:cubicBezTo>
                    <a:pt x="12848" y="7322"/>
                    <a:pt x="12987" y="7479"/>
                    <a:pt x="12987" y="7688"/>
                  </a:cubicBezTo>
                  <a:cubicBezTo>
                    <a:pt x="12987" y="7845"/>
                    <a:pt x="12848" y="7984"/>
                    <a:pt x="12639" y="7984"/>
                  </a:cubicBezTo>
                  <a:cubicBezTo>
                    <a:pt x="12482" y="7984"/>
                    <a:pt x="12342" y="7845"/>
                    <a:pt x="12342" y="7688"/>
                  </a:cubicBezTo>
                  <a:cubicBezTo>
                    <a:pt x="12342" y="7479"/>
                    <a:pt x="12482" y="7322"/>
                    <a:pt x="12639" y="7322"/>
                  </a:cubicBezTo>
                  <a:close/>
                  <a:moveTo>
                    <a:pt x="2459" y="11035"/>
                  </a:moveTo>
                  <a:lnTo>
                    <a:pt x="2459" y="11680"/>
                  </a:lnTo>
                  <a:lnTo>
                    <a:pt x="1221" y="11680"/>
                  </a:lnTo>
                  <a:lnTo>
                    <a:pt x="1221" y="11035"/>
                  </a:lnTo>
                  <a:close/>
                  <a:moveTo>
                    <a:pt x="15898" y="576"/>
                  </a:moveTo>
                  <a:cubicBezTo>
                    <a:pt x="16839" y="576"/>
                    <a:pt x="17572" y="1378"/>
                    <a:pt x="17572" y="2319"/>
                  </a:cubicBezTo>
                  <a:lnTo>
                    <a:pt x="17572" y="10459"/>
                  </a:lnTo>
                  <a:lnTo>
                    <a:pt x="16700" y="10459"/>
                  </a:lnTo>
                  <a:lnTo>
                    <a:pt x="16700" y="11680"/>
                  </a:lnTo>
                  <a:lnTo>
                    <a:pt x="3121" y="11680"/>
                  </a:lnTo>
                  <a:lnTo>
                    <a:pt x="3121" y="10459"/>
                  </a:lnTo>
                  <a:lnTo>
                    <a:pt x="2180" y="10459"/>
                  </a:lnTo>
                  <a:lnTo>
                    <a:pt x="2180" y="2319"/>
                  </a:lnTo>
                  <a:cubicBezTo>
                    <a:pt x="2180" y="1378"/>
                    <a:pt x="2964" y="576"/>
                    <a:pt x="3923" y="576"/>
                  </a:cubicBezTo>
                  <a:lnTo>
                    <a:pt x="4934" y="576"/>
                  </a:lnTo>
                  <a:lnTo>
                    <a:pt x="4934" y="6816"/>
                  </a:lnTo>
                  <a:cubicBezTo>
                    <a:pt x="4568" y="6886"/>
                    <a:pt x="4359" y="7252"/>
                    <a:pt x="4359" y="7688"/>
                  </a:cubicBezTo>
                  <a:cubicBezTo>
                    <a:pt x="4359" y="8193"/>
                    <a:pt x="4707" y="8559"/>
                    <a:pt x="5230" y="8559"/>
                  </a:cubicBezTo>
                  <a:cubicBezTo>
                    <a:pt x="5736" y="8559"/>
                    <a:pt x="6172" y="8193"/>
                    <a:pt x="6172" y="7688"/>
                  </a:cubicBezTo>
                  <a:cubicBezTo>
                    <a:pt x="6172" y="7252"/>
                    <a:pt x="5945" y="6886"/>
                    <a:pt x="5579" y="6816"/>
                  </a:cubicBezTo>
                  <a:lnTo>
                    <a:pt x="5579" y="576"/>
                  </a:lnTo>
                  <a:lnTo>
                    <a:pt x="6817" y="576"/>
                  </a:lnTo>
                  <a:lnTo>
                    <a:pt x="6817" y="6816"/>
                  </a:lnTo>
                  <a:cubicBezTo>
                    <a:pt x="6450" y="6886"/>
                    <a:pt x="6172" y="7252"/>
                    <a:pt x="6172" y="7688"/>
                  </a:cubicBezTo>
                  <a:cubicBezTo>
                    <a:pt x="6172" y="8193"/>
                    <a:pt x="6607" y="8559"/>
                    <a:pt x="7113" y="8559"/>
                  </a:cubicBezTo>
                  <a:cubicBezTo>
                    <a:pt x="7618" y="8559"/>
                    <a:pt x="8054" y="8193"/>
                    <a:pt x="8054" y="7688"/>
                  </a:cubicBezTo>
                  <a:cubicBezTo>
                    <a:pt x="8054" y="7252"/>
                    <a:pt x="7758" y="6886"/>
                    <a:pt x="7409" y="6816"/>
                  </a:cubicBezTo>
                  <a:lnTo>
                    <a:pt x="7409" y="576"/>
                  </a:lnTo>
                  <a:lnTo>
                    <a:pt x="8629" y="576"/>
                  </a:lnTo>
                  <a:lnTo>
                    <a:pt x="8629" y="6816"/>
                  </a:lnTo>
                  <a:cubicBezTo>
                    <a:pt x="8281" y="6886"/>
                    <a:pt x="8054" y="7252"/>
                    <a:pt x="8054" y="7688"/>
                  </a:cubicBezTo>
                  <a:cubicBezTo>
                    <a:pt x="8054" y="8193"/>
                    <a:pt x="8420" y="8559"/>
                    <a:pt x="8926" y="8559"/>
                  </a:cubicBezTo>
                  <a:cubicBezTo>
                    <a:pt x="9431" y="8559"/>
                    <a:pt x="9867" y="8193"/>
                    <a:pt x="9867" y="7688"/>
                  </a:cubicBezTo>
                  <a:cubicBezTo>
                    <a:pt x="9867" y="7252"/>
                    <a:pt x="9658" y="6886"/>
                    <a:pt x="9292" y="6816"/>
                  </a:cubicBezTo>
                  <a:lnTo>
                    <a:pt x="9292" y="576"/>
                  </a:lnTo>
                  <a:lnTo>
                    <a:pt x="10529" y="576"/>
                  </a:lnTo>
                  <a:lnTo>
                    <a:pt x="10529" y="6816"/>
                  </a:lnTo>
                  <a:cubicBezTo>
                    <a:pt x="10163" y="6886"/>
                    <a:pt x="9867" y="7252"/>
                    <a:pt x="9867" y="7688"/>
                  </a:cubicBezTo>
                  <a:cubicBezTo>
                    <a:pt x="9867" y="8193"/>
                    <a:pt x="10303" y="8559"/>
                    <a:pt x="10808" y="8559"/>
                  </a:cubicBezTo>
                  <a:cubicBezTo>
                    <a:pt x="11331" y="8559"/>
                    <a:pt x="11767" y="8193"/>
                    <a:pt x="11767" y="7688"/>
                  </a:cubicBezTo>
                  <a:cubicBezTo>
                    <a:pt x="11767" y="7252"/>
                    <a:pt x="11471" y="6886"/>
                    <a:pt x="11105" y="6816"/>
                  </a:cubicBezTo>
                  <a:lnTo>
                    <a:pt x="11105" y="576"/>
                  </a:lnTo>
                  <a:lnTo>
                    <a:pt x="12342" y="576"/>
                  </a:lnTo>
                  <a:lnTo>
                    <a:pt x="12342" y="6816"/>
                  </a:lnTo>
                  <a:cubicBezTo>
                    <a:pt x="11976" y="6886"/>
                    <a:pt x="11767" y="7252"/>
                    <a:pt x="11767" y="7688"/>
                  </a:cubicBezTo>
                  <a:cubicBezTo>
                    <a:pt x="11767" y="8193"/>
                    <a:pt x="12116" y="8559"/>
                    <a:pt x="12639" y="8559"/>
                  </a:cubicBezTo>
                  <a:cubicBezTo>
                    <a:pt x="13144" y="8559"/>
                    <a:pt x="13580" y="8193"/>
                    <a:pt x="13580" y="7688"/>
                  </a:cubicBezTo>
                  <a:cubicBezTo>
                    <a:pt x="13580" y="7252"/>
                    <a:pt x="13353" y="6886"/>
                    <a:pt x="12987" y="6816"/>
                  </a:cubicBezTo>
                  <a:lnTo>
                    <a:pt x="12987" y="576"/>
                  </a:lnTo>
                  <a:lnTo>
                    <a:pt x="14225" y="576"/>
                  </a:lnTo>
                  <a:lnTo>
                    <a:pt x="15323" y="6747"/>
                  </a:lnTo>
                  <a:cubicBezTo>
                    <a:pt x="15253" y="6816"/>
                    <a:pt x="15096" y="6886"/>
                    <a:pt x="15027" y="7043"/>
                  </a:cubicBezTo>
                  <a:cubicBezTo>
                    <a:pt x="14887" y="7252"/>
                    <a:pt x="14817" y="7479"/>
                    <a:pt x="14887" y="7688"/>
                  </a:cubicBezTo>
                  <a:cubicBezTo>
                    <a:pt x="14957" y="7984"/>
                    <a:pt x="15027" y="8193"/>
                    <a:pt x="15253" y="8350"/>
                  </a:cubicBezTo>
                  <a:cubicBezTo>
                    <a:pt x="15393" y="8420"/>
                    <a:pt x="15602" y="8490"/>
                    <a:pt x="15759" y="8490"/>
                  </a:cubicBezTo>
                  <a:lnTo>
                    <a:pt x="15968" y="8490"/>
                  </a:lnTo>
                  <a:cubicBezTo>
                    <a:pt x="16195" y="8420"/>
                    <a:pt x="16404" y="8281"/>
                    <a:pt x="16561" y="8054"/>
                  </a:cubicBezTo>
                  <a:cubicBezTo>
                    <a:pt x="16700" y="7915"/>
                    <a:pt x="16770" y="7618"/>
                    <a:pt x="16700" y="7409"/>
                  </a:cubicBezTo>
                  <a:cubicBezTo>
                    <a:pt x="16630" y="7182"/>
                    <a:pt x="16561" y="6973"/>
                    <a:pt x="16334" y="6816"/>
                  </a:cubicBezTo>
                  <a:cubicBezTo>
                    <a:pt x="16195" y="6747"/>
                    <a:pt x="16038" y="6677"/>
                    <a:pt x="15968" y="6677"/>
                  </a:cubicBezTo>
                  <a:lnTo>
                    <a:pt x="14887" y="576"/>
                  </a:lnTo>
                  <a:close/>
                  <a:moveTo>
                    <a:pt x="18513" y="11035"/>
                  </a:moveTo>
                  <a:lnTo>
                    <a:pt x="18513" y="11680"/>
                  </a:lnTo>
                  <a:lnTo>
                    <a:pt x="17275" y="11680"/>
                  </a:lnTo>
                  <a:lnTo>
                    <a:pt x="17275" y="11035"/>
                  </a:lnTo>
                  <a:close/>
                  <a:moveTo>
                    <a:pt x="19088" y="12272"/>
                  </a:moveTo>
                  <a:lnTo>
                    <a:pt x="19088" y="13214"/>
                  </a:lnTo>
                  <a:lnTo>
                    <a:pt x="646" y="13214"/>
                  </a:lnTo>
                  <a:lnTo>
                    <a:pt x="646" y="12272"/>
                  </a:lnTo>
                  <a:close/>
                  <a:moveTo>
                    <a:pt x="3923" y="1"/>
                  </a:moveTo>
                  <a:cubicBezTo>
                    <a:pt x="2616" y="1"/>
                    <a:pt x="1587" y="1012"/>
                    <a:pt x="1587" y="2319"/>
                  </a:cubicBezTo>
                  <a:lnTo>
                    <a:pt x="1587" y="10459"/>
                  </a:lnTo>
                  <a:lnTo>
                    <a:pt x="646" y="10459"/>
                  </a:lnTo>
                  <a:lnTo>
                    <a:pt x="646" y="11680"/>
                  </a:lnTo>
                  <a:lnTo>
                    <a:pt x="1" y="11680"/>
                  </a:lnTo>
                  <a:lnTo>
                    <a:pt x="1" y="13859"/>
                  </a:lnTo>
                  <a:lnTo>
                    <a:pt x="19750" y="13859"/>
                  </a:lnTo>
                  <a:lnTo>
                    <a:pt x="19750" y="11680"/>
                  </a:lnTo>
                  <a:lnTo>
                    <a:pt x="19088" y="11680"/>
                  </a:lnTo>
                  <a:lnTo>
                    <a:pt x="19088" y="10459"/>
                  </a:lnTo>
                  <a:lnTo>
                    <a:pt x="18217" y="10459"/>
                  </a:lnTo>
                  <a:lnTo>
                    <a:pt x="18217" y="2319"/>
                  </a:lnTo>
                  <a:cubicBezTo>
                    <a:pt x="18217" y="1012"/>
                    <a:pt x="17136" y="1"/>
                    <a:pt x="158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9" name="Google Shape;4349;p118"/>
          <p:cNvGrpSpPr/>
          <p:nvPr/>
        </p:nvGrpSpPr>
        <p:grpSpPr>
          <a:xfrm>
            <a:off x="1745938" y="4115150"/>
            <a:ext cx="493775" cy="385250"/>
            <a:chOff x="1745938" y="4115150"/>
            <a:chExt cx="493775" cy="385250"/>
          </a:xfrm>
        </p:grpSpPr>
        <p:sp>
          <p:nvSpPr>
            <p:cNvPr id="4350" name="Google Shape;4350;p118"/>
            <p:cNvSpPr/>
            <p:nvPr/>
          </p:nvSpPr>
          <p:spPr>
            <a:xfrm>
              <a:off x="1752913" y="4169625"/>
              <a:ext cx="479400" cy="323350"/>
            </a:xfrm>
            <a:custGeom>
              <a:avLst/>
              <a:gdLst/>
              <a:ahLst/>
              <a:cxnLst/>
              <a:rect l="l" t="t" r="r" b="b"/>
              <a:pathLst>
                <a:path w="19176" h="12934" extrusionOk="0">
                  <a:moveTo>
                    <a:pt x="1" y="0"/>
                  </a:moveTo>
                  <a:lnTo>
                    <a:pt x="1" y="12934"/>
                  </a:lnTo>
                  <a:lnTo>
                    <a:pt x="19175" y="12934"/>
                  </a:lnTo>
                  <a:lnTo>
                    <a:pt x="1917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118"/>
            <p:cNvSpPr/>
            <p:nvPr/>
          </p:nvSpPr>
          <p:spPr>
            <a:xfrm>
              <a:off x="1752913" y="4460275"/>
              <a:ext cx="479400" cy="32700"/>
            </a:xfrm>
            <a:custGeom>
              <a:avLst/>
              <a:gdLst/>
              <a:ahLst/>
              <a:cxnLst/>
              <a:rect l="l" t="t" r="r" b="b"/>
              <a:pathLst>
                <a:path w="19176" h="1308" extrusionOk="0">
                  <a:moveTo>
                    <a:pt x="1" y="1"/>
                  </a:moveTo>
                  <a:lnTo>
                    <a:pt x="1" y="1308"/>
                  </a:lnTo>
                  <a:lnTo>
                    <a:pt x="19175" y="1308"/>
                  </a:lnTo>
                  <a:lnTo>
                    <a:pt x="1917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118"/>
            <p:cNvSpPr/>
            <p:nvPr/>
          </p:nvSpPr>
          <p:spPr>
            <a:xfrm>
              <a:off x="1793013" y="4331275"/>
              <a:ext cx="176075" cy="69325"/>
            </a:xfrm>
            <a:custGeom>
              <a:avLst/>
              <a:gdLst/>
              <a:ahLst/>
              <a:cxnLst/>
              <a:rect l="l" t="t" r="r" b="b"/>
              <a:pathLst>
                <a:path w="7043" h="2773" extrusionOk="0">
                  <a:moveTo>
                    <a:pt x="0" y="1"/>
                  </a:moveTo>
                  <a:lnTo>
                    <a:pt x="0" y="2773"/>
                  </a:lnTo>
                  <a:lnTo>
                    <a:pt x="7043" y="2773"/>
                  </a:lnTo>
                  <a:lnTo>
                    <a:pt x="704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118"/>
            <p:cNvSpPr/>
            <p:nvPr/>
          </p:nvSpPr>
          <p:spPr>
            <a:xfrm>
              <a:off x="2016138" y="4331275"/>
              <a:ext cx="178250" cy="69325"/>
            </a:xfrm>
            <a:custGeom>
              <a:avLst/>
              <a:gdLst/>
              <a:ahLst/>
              <a:cxnLst/>
              <a:rect l="l" t="t" r="r" b="b"/>
              <a:pathLst>
                <a:path w="7130" h="2773" extrusionOk="0">
                  <a:moveTo>
                    <a:pt x="0" y="1"/>
                  </a:moveTo>
                  <a:lnTo>
                    <a:pt x="0" y="2773"/>
                  </a:lnTo>
                  <a:lnTo>
                    <a:pt x="7130" y="2773"/>
                  </a:lnTo>
                  <a:lnTo>
                    <a:pt x="713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118"/>
            <p:cNvSpPr/>
            <p:nvPr/>
          </p:nvSpPr>
          <p:spPr>
            <a:xfrm>
              <a:off x="1793013" y="4400575"/>
              <a:ext cx="176075" cy="30525"/>
            </a:xfrm>
            <a:custGeom>
              <a:avLst/>
              <a:gdLst/>
              <a:ahLst/>
              <a:cxnLst/>
              <a:rect l="l" t="t" r="r" b="b"/>
              <a:pathLst>
                <a:path w="7043" h="1221" extrusionOk="0">
                  <a:moveTo>
                    <a:pt x="0" y="1"/>
                  </a:moveTo>
                  <a:lnTo>
                    <a:pt x="0" y="1221"/>
                  </a:lnTo>
                  <a:lnTo>
                    <a:pt x="7043" y="1221"/>
                  </a:lnTo>
                  <a:lnTo>
                    <a:pt x="704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118"/>
            <p:cNvSpPr/>
            <p:nvPr/>
          </p:nvSpPr>
          <p:spPr>
            <a:xfrm>
              <a:off x="2016138" y="4400575"/>
              <a:ext cx="178250" cy="30525"/>
            </a:xfrm>
            <a:custGeom>
              <a:avLst/>
              <a:gdLst/>
              <a:ahLst/>
              <a:cxnLst/>
              <a:rect l="l" t="t" r="r" b="b"/>
              <a:pathLst>
                <a:path w="7130" h="1221" extrusionOk="0">
                  <a:moveTo>
                    <a:pt x="0" y="1"/>
                  </a:moveTo>
                  <a:lnTo>
                    <a:pt x="0" y="1221"/>
                  </a:lnTo>
                  <a:lnTo>
                    <a:pt x="7130" y="1221"/>
                  </a:lnTo>
                  <a:lnTo>
                    <a:pt x="713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118"/>
            <p:cNvSpPr/>
            <p:nvPr/>
          </p:nvSpPr>
          <p:spPr>
            <a:xfrm>
              <a:off x="1752913" y="4169625"/>
              <a:ext cx="479400" cy="152525"/>
            </a:xfrm>
            <a:custGeom>
              <a:avLst/>
              <a:gdLst/>
              <a:ahLst/>
              <a:cxnLst/>
              <a:rect l="l" t="t" r="r" b="b"/>
              <a:pathLst>
                <a:path w="19176" h="6101" extrusionOk="0">
                  <a:moveTo>
                    <a:pt x="1" y="0"/>
                  </a:moveTo>
                  <a:lnTo>
                    <a:pt x="1" y="1238"/>
                  </a:lnTo>
                  <a:lnTo>
                    <a:pt x="942" y="1238"/>
                  </a:lnTo>
                  <a:lnTo>
                    <a:pt x="942" y="6101"/>
                  </a:lnTo>
                  <a:lnTo>
                    <a:pt x="18234" y="6101"/>
                  </a:lnTo>
                  <a:lnTo>
                    <a:pt x="18234" y="1238"/>
                  </a:lnTo>
                  <a:lnTo>
                    <a:pt x="19175" y="1238"/>
                  </a:lnTo>
                  <a:lnTo>
                    <a:pt x="1917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118"/>
            <p:cNvSpPr/>
            <p:nvPr/>
          </p:nvSpPr>
          <p:spPr>
            <a:xfrm>
              <a:off x="1776463" y="4300350"/>
              <a:ext cx="432300" cy="30950"/>
            </a:xfrm>
            <a:custGeom>
              <a:avLst/>
              <a:gdLst/>
              <a:ahLst/>
              <a:cxnLst/>
              <a:rect l="l" t="t" r="r" b="b"/>
              <a:pathLst>
                <a:path w="17292" h="1238" extrusionOk="0">
                  <a:moveTo>
                    <a:pt x="0" y="0"/>
                  </a:moveTo>
                  <a:lnTo>
                    <a:pt x="0" y="1238"/>
                  </a:lnTo>
                  <a:lnTo>
                    <a:pt x="17292" y="1238"/>
                  </a:lnTo>
                  <a:lnTo>
                    <a:pt x="1729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118"/>
            <p:cNvSpPr/>
            <p:nvPr/>
          </p:nvSpPr>
          <p:spPr>
            <a:xfrm>
              <a:off x="1961663" y="4293375"/>
              <a:ext cx="61900" cy="14400"/>
            </a:xfrm>
            <a:custGeom>
              <a:avLst/>
              <a:gdLst/>
              <a:ahLst/>
              <a:cxnLst/>
              <a:rect l="l" t="t" r="r" b="b"/>
              <a:pathLst>
                <a:path w="2476" h="576" extrusionOk="0">
                  <a:moveTo>
                    <a:pt x="0" y="0"/>
                  </a:moveTo>
                  <a:lnTo>
                    <a:pt x="0" y="576"/>
                  </a:lnTo>
                  <a:lnTo>
                    <a:pt x="2476" y="576"/>
                  </a:lnTo>
                  <a:lnTo>
                    <a:pt x="247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118"/>
            <p:cNvSpPr/>
            <p:nvPr/>
          </p:nvSpPr>
          <p:spPr>
            <a:xfrm>
              <a:off x="1785613" y="4346100"/>
              <a:ext cx="192625" cy="92425"/>
            </a:xfrm>
            <a:custGeom>
              <a:avLst/>
              <a:gdLst/>
              <a:ahLst/>
              <a:cxnLst/>
              <a:rect l="l" t="t" r="r" b="b"/>
              <a:pathLst>
                <a:path w="7705" h="3697" extrusionOk="0">
                  <a:moveTo>
                    <a:pt x="0" y="1"/>
                  </a:moveTo>
                  <a:lnTo>
                    <a:pt x="0" y="3696"/>
                  </a:lnTo>
                  <a:lnTo>
                    <a:pt x="7705" y="3696"/>
                  </a:lnTo>
                  <a:lnTo>
                    <a:pt x="7705" y="1"/>
                  </a:lnTo>
                  <a:lnTo>
                    <a:pt x="7042" y="1"/>
                  </a:lnTo>
                  <a:lnTo>
                    <a:pt x="7042" y="3121"/>
                  </a:lnTo>
                  <a:lnTo>
                    <a:pt x="593" y="3121"/>
                  </a:lnTo>
                  <a:lnTo>
                    <a:pt x="59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118"/>
            <p:cNvSpPr/>
            <p:nvPr/>
          </p:nvSpPr>
          <p:spPr>
            <a:xfrm>
              <a:off x="2009163" y="4346100"/>
              <a:ext cx="192200" cy="92425"/>
            </a:xfrm>
            <a:custGeom>
              <a:avLst/>
              <a:gdLst/>
              <a:ahLst/>
              <a:cxnLst/>
              <a:rect l="l" t="t" r="r" b="b"/>
              <a:pathLst>
                <a:path w="7688" h="3697" extrusionOk="0">
                  <a:moveTo>
                    <a:pt x="0" y="1"/>
                  </a:moveTo>
                  <a:lnTo>
                    <a:pt x="0" y="3696"/>
                  </a:lnTo>
                  <a:lnTo>
                    <a:pt x="7688" y="3696"/>
                  </a:lnTo>
                  <a:lnTo>
                    <a:pt x="7688" y="1"/>
                  </a:lnTo>
                  <a:lnTo>
                    <a:pt x="7043" y="1"/>
                  </a:lnTo>
                  <a:lnTo>
                    <a:pt x="7043" y="3121"/>
                  </a:lnTo>
                  <a:lnTo>
                    <a:pt x="576" y="3121"/>
                  </a:lnTo>
                  <a:lnTo>
                    <a:pt x="57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118"/>
            <p:cNvSpPr/>
            <p:nvPr/>
          </p:nvSpPr>
          <p:spPr>
            <a:xfrm>
              <a:off x="1814813" y="4393175"/>
              <a:ext cx="132500" cy="14400"/>
            </a:xfrm>
            <a:custGeom>
              <a:avLst/>
              <a:gdLst/>
              <a:ahLst/>
              <a:cxnLst/>
              <a:rect l="l" t="t" r="r" b="b"/>
              <a:pathLst>
                <a:path w="5300" h="576" extrusionOk="0">
                  <a:moveTo>
                    <a:pt x="0" y="0"/>
                  </a:moveTo>
                  <a:lnTo>
                    <a:pt x="0" y="575"/>
                  </a:lnTo>
                  <a:lnTo>
                    <a:pt x="5299" y="575"/>
                  </a:lnTo>
                  <a:lnTo>
                    <a:pt x="529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118"/>
            <p:cNvSpPr/>
            <p:nvPr/>
          </p:nvSpPr>
          <p:spPr>
            <a:xfrm>
              <a:off x="2040088" y="4393175"/>
              <a:ext cx="130775" cy="14400"/>
            </a:xfrm>
            <a:custGeom>
              <a:avLst/>
              <a:gdLst/>
              <a:ahLst/>
              <a:cxnLst/>
              <a:rect l="l" t="t" r="r" b="b"/>
              <a:pathLst>
                <a:path w="5231" h="576" extrusionOk="0">
                  <a:moveTo>
                    <a:pt x="1" y="0"/>
                  </a:moveTo>
                  <a:lnTo>
                    <a:pt x="1" y="575"/>
                  </a:lnTo>
                  <a:lnTo>
                    <a:pt x="5230" y="575"/>
                  </a:lnTo>
                  <a:lnTo>
                    <a:pt x="523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118"/>
            <p:cNvSpPr/>
            <p:nvPr/>
          </p:nvSpPr>
          <p:spPr>
            <a:xfrm>
              <a:off x="1931163" y="4115150"/>
              <a:ext cx="123350" cy="14825"/>
            </a:xfrm>
            <a:custGeom>
              <a:avLst/>
              <a:gdLst/>
              <a:ahLst/>
              <a:cxnLst/>
              <a:rect l="l" t="t" r="r" b="b"/>
              <a:pathLst>
                <a:path w="4934" h="593" extrusionOk="0">
                  <a:moveTo>
                    <a:pt x="0" y="0"/>
                  </a:moveTo>
                  <a:lnTo>
                    <a:pt x="0" y="593"/>
                  </a:lnTo>
                  <a:lnTo>
                    <a:pt x="4933" y="593"/>
                  </a:lnTo>
                  <a:lnTo>
                    <a:pt x="493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118"/>
            <p:cNvSpPr/>
            <p:nvPr/>
          </p:nvSpPr>
          <p:spPr>
            <a:xfrm>
              <a:off x="1745938" y="4115150"/>
              <a:ext cx="493775" cy="385250"/>
            </a:xfrm>
            <a:custGeom>
              <a:avLst/>
              <a:gdLst/>
              <a:ahLst/>
              <a:cxnLst/>
              <a:rect l="l" t="t" r="r" b="b"/>
              <a:pathLst>
                <a:path w="19751" h="15410" extrusionOk="0">
                  <a:moveTo>
                    <a:pt x="19175" y="2475"/>
                  </a:moveTo>
                  <a:lnTo>
                    <a:pt x="19175" y="3051"/>
                  </a:lnTo>
                  <a:lnTo>
                    <a:pt x="18217" y="3051"/>
                  </a:lnTo>
                  <a:lnTo>
                    <a:pt x="18217" y="8367"/>
                  </a:lnTo>
                  <a:lnTo>
                    <a:pt x="1517" y="8367"/>
                  </a:lnTo>
                  <a:lnTo>
                    <a:pt x="1517" y="3051"/>
                  </a:lnTo>
                  <a:lnTo>
                    <a:pt x="646" y="3051"/>
                  </a:lnTo>
                  <a:lnTo>
                    <a:pt x="646" y="2475"/>
                  </a:lnTo>
                  <a:close/>
                  <a:moveTo>
                    <a:pt x="19175" y="3713"/>
                  </a:moveTo>
                  <a:lnTo>
                    <a:pt x="19175" y="13596"/>
                  </a:lnTo>
                  <a:lnTo>
                    <a:pt x="646" y="13596"/>
                  </a:lnTo>
                  <a:lnTo>
                    <a:pt x="646" y="3713"/>
                  </a:lnTo>
                  <a:lnTo>
                    <a:pt x="942" y="3713"/>
                  </a:lnTo>
                  <a:lnTo>
                    <a:pt x="942" y="8942"/>
                  </a:lnTo>
                  <a:lnTo>
                    <a:pt x="18809" y="8942"/>
                  </a:lnTo>
                  <a:lnTo>
                    <a:pt x="18809" y="3713"/>
                  </a:lnTo>
                  <a:close/>
                  <a:moveTo>
                    <a:pt x="19175" y="14172"/>
                  </a:moveTo>
                  <a:lnTo>
                    <a:pt x="19175" y="14817"/>
                  </a:lnTo>
                  <a:lnTo>
                    <a:pt x="646" y="14817"/>
                  </a:lnTo>
                  <a:lnTo>
                    <a:pt x="646" y="14172"/>
                  </a:lnTo>
                  <a:close/>
                  <a:moveTo>
                    <a:pt x="6172" y="0"/>
                  </a:moveTo>
                  <a:lnTo>
                    <a:pt x="6172" y="1830"/>
                  </a:lnTo>
                  <a:lnTo>
                    <a:pt x="1" y="1830"/>
                  </a:lnTo>
                  <a:lnTo>
                    <a:pt x="1" y="15409"/>
                  </a:lnTo>
                  <a:lnTo>
                    <a:pt x="19750" y="15409"/>
                  </a:lnTo>
                  <a:lnTo>
                    <a:pt x="19750" y="14172"/>
                  </a:lnTo>
                  <a:lnTo>
                    <a:pt x="19750" y="13875"/>
                  </a:lnTo>
                  <a:lnTo>
                    <a:pt x="19750" y="1830"/>
                  </a:lnTo>
                  <a:lnTo>
                    <a:pt x="13580" y="1830"/>
                  </a:lnTo>
                  <a:lnTo>
                    <a:pt x="13580" y="0"/>
                  </a:lnTo>
                  <a:lnTo>
                    <a:pt x="12639" y="0"/>
                  </a:lnTo>
                  <a:lnTo>
                    <a:pt x="12639" y="593"/>
                  </a:lnTo>
                  <a:lnTo>
                    <a:pt x="12987" y="593"/>
                  </a:lnTo>
                  <a:lnTo>
                    <a:pt x="12987" y="1830"/>
                  </a:lnTo>
                  <a:lnTo>
                    <a:pt x="6817" y="1830"/>
                  </a:lnTo>
                  <a:lnTo>
                    <a:pt x="6817" y="593"/>
                  </a:lnTo>
                  <a:lnTo>
                    <a:pt x="7113" y="593"/>
                  </a:lnTo>
                  <a:lnTo>
                    <a:pt x="71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5" name="Google Shape;4365;p118"/>
          <p:cNvGrpSpPr/>
          <p:nvPr/>
        </p:nvGrpSpPr>
        <p:grpSpPr>
          <a:xfrm>
            <a:off x="2611838" y="1348025"/>
            <a:ext cx="236225" cy="492000"/>
            <a:chOff x="2611838" y="1157525"/>
            <a:chExt cx="236225" cy="492000"/>
          </a:xfrm>
        </p:grpSpPr>
        <p:sp>
          <p:nvSpPr>
            <p:cNvPr id="4366" name="Google Shape;4366;p118"/>
            <p:cNvSpPr/>
            <p:nvPr/>
          </p:nvSpPr>
          <p:spPr>
            <a:xfrm>
              <a:off x="2619263" y="1166675"/>
              <a:ext cx="223125" cy="473700"/>
            </a:xfrm>
            <a:custGeom>
              <a:avLst/>
              <a:gdLst/>
              <a:ahLst/>
              <a:cxnLst/>
              <a:rect l="l" t="t" r="r" b="b"/>
              <a:pathLst>
                <a:path w="8925" h="18948" extrusionOk="0">
                  <a:moveTo>
                    <a:pt x="4428" y="0"/>
                  </a:moveTo>
                  <a:lnTo>
                    <a:pt x="1883" y="2685"/>
                  </a:lnTo>
                  <a:lnTo>
                    <a:pt x="0" y="7914"/>
                  </a:lnTo>
                  <a:lnTo>
                    <a:pt x="279" y="12847"/>
                  </a:lnTo>
                  <a:lnTo>
                    <a:pt x="1883" y="16264"/>
                  </a:lnTo>
                  <a:lnTo>
                    <a:pt x="4428" y="18948"/>
                  </a:lnTo>
                  <a:lnTo>
                    <a:pt x="7112" y="15967"/>
                  </a:lnTo>
                  <a:lnTo>
                    <a:pt x="8925" y="11034"/>
                  </a:lnTo>
                  <a:lnTo>
                    <a:pt x="8646" y="6380"/>
                  </a:lnTo>
                  <a:lnTo>
                    <a:pt x="7112" y="3051"/>
                  </a:lnTo>
                  <a:lnTo>
                    <a:pt x="442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118"/>
            <p:cNvSpPr/>
            <p:nvPr/>
          </p:nvSpPr>
          <p:spPr>
            <a:xfrm>
              <a:off x="2619263" y="1166675"/>
              <a:ext cx="110700" cy="473700"/>
            </a:xfrm>
            <a:custGeom>
              <a:avLst/>
              <a:gdLst/>
              <a:ahLst/>
              <a:cxnLst/>
              <a:rect l="l" t="t" r="r" b="b"/>
              <a:pathLst>
                <a:path w="4428" h="18948" extrusionOk="0">
                  <a:moveTo>
                    <a:pt x="4428" y="0"/>
                  </a:moveTo>
                  <a:lnTo>
                    <a:pt x="1883" y="2685"/>
                  </a:lnTo>
                  <a:lnTo>
                    <a:pt x="0" y="7914"/>
                  </a:lnTo>
                  <a:lnTo>
                    <a:pt x="279" y="12847"/>
                  </a:lnTo>
                  <a:lnTo>
                    <a:pt x="1883" y="16264"/>
                  </a:lnTo>
                  <a:lnTo>
                    <a:pt x="4428" y="18948"/>
                  </a:lnTo>
                  <a:lnTo>
                    <a:pt x="442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118"/>
            <p:cNvSpPr/>
            <p:nvPr/>
          </p:nvSpPr>
          <p:spPr>
            <a:xfrm>
              <a:off x="2666313" y="1565850"/>
              <a:ext cx="130775" cy="76275"/>
            </a:xfrm>
            <a:custGeom>
              <a:avLst/>
              <a:gdLst/>
              <a:ahLst/>
              <a:cxnLst/>
              <a:rect l="l" t="t" r="r" b="b"/>
              <a:pathLst>
                <a:path w="5231" h="3051" extrusionOk="0">
                  <a:moveTo>
                    <a:pt x="1" y="0"/>
                  </a:moveTo>
                  <a:lnTo>
                    <a:pt x="2406" y="3051"/>
                  </a:lnTo>
                  <a:lnTo>
                    <a:pt x="523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118"/>
            <p:cNvSpPr/>
            <p:nvPr/>
          </p:nvSpPr>
          <p:spPr>
            <a:xfrm>
              <a:off x="2666313" y="1164925"/>
              <a:ext cx="130775" cy="78025"/>
            </a:xfrm>
            <a:custGeom>
              <a:avLst/>
              <a:gdLst/>
              <a:ahLst/>
              <a:cxnLst/>
              <a:rect l="l" t="t" r="r" b="b"/>
              <a:pathLst>
                <a:path w="5231" h="3121" extrusionOk="0">
                  <a:moveTo>
                    <a:pt x="2406" y="1"/>
                  </a:moveTo>
                  <a:lnTo>
                    <a:pt x="1" y="3121"/>
                  </a:lnTo>
                  <a:lnTo>
                    <a:pt x="5230" y="3121"/>
                  </a:lnTo>
                  <a:lnTo>
                    <a:pt x="24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118"/>
            <p:cNvSpPr/>
            <p:nvPr/>
          </p:nvSpPr>
          <p:spPr>
            <a:xfrm>
              <a:off x="2611838" y="1157525"/>
              <a:ext cx="236225" cy="492000"/>
            </a:xfrm>
            <a:custGeom>
              <a:avLst/>
              <a:gdLst/>
              <a:ahLst/>
              <a:cxnLst/>
              <a:rect l="l" t="t" r="r" b="b"/>
              <a:pathLst>
                <a:path w="9449" h="19680" extrusionOk="0">
                  <a:moveTo>
                    <a:pt x="4725" y="802"/>
                  </a:moveTo>
                  <a:cubicBezTo>
                    <a:pt x="7339" y="3051"/>
                    <a:pt x="8786" y="6397"/>
                    <a:pt x="8786" y="9884"/>
                  </a:cubicBezTo>
                  <a:cubicBezTo>
                    <a:pt x="8786" y="13370"/>
                    <a:pt x="7339" y="16630"/>
                    <a:pt x="4725" y="18878"/>
                  </a:cubicBezTo>
                  <a:cubicBezTo>
                    <a:pt x="2110" y="16630"/>
                    <a:pt x="576" y="13370"/>
                    <a:pt x="576" y="9884"/>
                  </a:cubicBezTo>
                  <a:cubicBezTo>
                    <a:pt x="576" y="6397"/>
                    <a:pt x="2110" y="3051"/>
                    <a:pt x="4725" y="802"/>
                  </a:cubicBezTo>
                  <a:close/>
                  <a:moveTo>
                    <a:pt x="4725" y="0"/>
                  </a:moveTo>
                  <a:lnTo>
                    <a:pt x="4498" y="140"/>
                  </a:lnTo>
                  <a:cubicBezTo>
                    <a:pt x="1674" y="2545"/>
                    <a:pt x="1" y="6101"/>
                    <a:pt x="1" y="9884"/>
                  </a:cubicBezTo>
                  <a:cubicBezTo>
                    <a:pt x="1" y="13579"/>
                    <a:pt x="1674" y="17135"/>
                    <a:pt x="4498" y="19541"/>
                  </a:cubicBezTo>
                  <a:lnTo>
                    <a:pt x="4725" y="19680"/>
                  </a:lnTo>
                  <a:lnTo>
                    <a:pt x="4934" y="19541"/>
                  </a:lnTo>
                  <a:cubicBezTo>
                    <a:pt x="7775" y="17135"/>
                    <a:pt x="9448" y="13579"/>
                    <a:pt x="9448" y="9884"/>
                  </a:cubicBezTo>
                  <a:cubicBezTo>
                    <a:pt x="9448" y="6101"/>
                    <a:pt x="7775" y="2545"/>
                    <a:pt x="4934" y="140"/>
                  </a:cubicBezTo>
                  <a:lnTo>
                    <a:pt x="47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118"/>
            <p:cNvSpPr/>
            <p:nvPr/>
          </p:nvSpPr>
          <p:spPr>
            <a:xfrm>
              <a:off x="2684613" y="1233775"/>
              <a:ext cx="92425" cy="16150"/>
            </a:xfrm>
            <a:custGeom>
              <a:avLst/>
              <a:gdLst/>
              <a:ahLst/>
              <a:cxnLst/>
              <a:rect l="l" t="t" r="r" b="b"/>
              <a:pathLst>
                <a:path w="3697" h="646" extrusionOk="0">
                  <a:moveTo>
                    <a:pt x="1" y="1"/>
                  </a:moveTo>
                  <a:lnTo>
                    <a:pt x="1" y="646"/>
                  </a:lnTo>
                  <a:lnTo>
                    <a:pt x="3696" y="646"/>
                  </a:lnTo>
                  <a:lnTo>
                    <a:pt x="369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118"/>
            <p:cNvSpPr/>
            <p:nvPr/>
          </p:nvSpPr>
          <p:spPr>
            <a:xfrm>
              <a:off x="2684613" y="1557125"/>
              <a:ext cx="92425" cy="16150"/>
            </a:xfrm>
            <a:custGeom>
              <a:avLst/>
              <a:gdLst/>
              <a:ahLst/>
              <a:cxnLst/>
              <a:rect l="l" t="t" r="r" b="b"/>
              <a:pathLst>
                <a:path w="3697" h="646" extrusionOk="0">
                  <a:moveTo>
                    <a:pt x="1" y="1"/>
                  </a:moveTo>
                  <a:lnTo>
                    <a:pt x="1" y="646"/>
                  </a:lnTo>
                  <a:lnTo>
                    <a:pt x="3696" y="646"/>
                  </a:lnTo>
                  <a:lnTo>
                    <a:pt x="369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118"/>
            <p:cNvSpPr/>
            <p:nvPr/>
          </p:nvSpPr>
          <p:spPr>
            <a:xfrm>
              <a:off x="2706413" y="1288250"/>
              <a:ext cx="47075" cy="230550"/>
            </a:xfrm>
            <a:custGeom>
              <a:avLst/>
              <a:gdLst/>
              <a:ahLst/>
              <a:cxnLst/>
              <a:rect l="l" t="t" r="r" b="b"/>
              <a:pathLst>
                <a:path w="1883" h="9222" extrusionOk="0">
                  <a:moveTo>
                    <a:pt x="645" y="1"/>
                  </a:moveTo>
                  <a:lnTo>
                    <a:pt x="645" y="646"/>
                  </a:lnTo>
                  <a:lnTo>
                    <a:pt x="0" y="646"/>
                  </a:lnTo>
                  <a:lnTo>
                    <a:pt x="0" y="1238"/>
                  </a:lnTo>
                  <a:lnTo>
                    <a:pt x="645" y="1238"/>
                  </a:lnTo>
                  <a:lnTo>
                    <a:pt x="645" y="1813"/>
                  </a:lnTo>
                  <a:lnTo>
                    <a:pt x="0" y="1813"/>
                  </a:lnTo>
                  <a:lnTo>
                    <a:pt x="0" y="2476"/>
                  </a:lnTo>
                  <a:lnTo>
                    <a:pt x="645" y="2476"/>
                  </a:lnTo>
                  <a:lnTo>
                    <a:pt x="645" y="3051"/>
                  </a:lnTo>
                  <a:lnTo>
                    <a:pt x="0" y="3051"/>
                  </a:lnTo>
                  <a:lnTo>
                    <a:pt x="0" y="3696"/>
                  </a:lnTo>
                  <a:lnTo>
                    <a:pt x="645" y="3696"/>
                  </a:lnTo>
                  <a:lnTo>
                    <a:pt x="645" y="4289"/>
                  </a:lnTo>
                  <a:lnTo>
                    <a:pt x="0" y="4289"/>
                  </a:lnTo>
                  <a:lnTo>
                    <a:pt x="0" y="4934"/>
                  </a:lnTo>
                  <a:lnTo>
                    <a:pt x="645" y="4934"/>
                  </a:lnTo>
                  <a:lnTo>
                    <a:pt x="645" y="5526"/>
                  </a:lnTo>
                  <a:lnTo>
                    <a:pt x="0" y="5526"/>
                  </a:lnTo>
                  <a:lnTo>
                    <a:pt x="0" y="6171"/>
                  </a:lnTo>
                  <a:lnTo>
                    <a:pt x="645" y="6171"/>
                  </a:lnTo>
                  <a:lnTo>
                    <a:pt x="645" y="6746"/>
                  </a:lnTo>
                  <a:lnTo>
                    <a:pt x="0" y="6746"/>
                  </a:lnTo>
                  <a:lnTo>
                    <a:pt x="0" y="7409"/>
                  </a:lnTo>
                  <a:lnTo>
                    <a:pt x="645" y="7409"/>
                  </a:lnTo>
                  <a:lnTo>
                    <a:pt x="645" y="7984"/>
                  </a:lnTo>
                  <a:lnTo>
                    <a:pt x="0" y="7984"/>
                  </a:lnTo>
                  <a:lnTo>
                    <a:pt x="0" y="8646"/>
                  </a:lnTo>
                  <a:lnTo>
                    <a:pt x="645" y="8646"/>
                  </a:lnTo>
                  <a:lnTo>
                    <a:pt x="645" y="9222"/>
                  </a:lnTo>
                  <a:lnTo>
                    <a:pt x="1238" y="9222"/>
                  </a:lnTo>
                  <a:lnTo>
                    <a:pt x="1238" y="8646"/>
                  </a:lnTo>
                  <a:lnTo>
                    <a:pt x="1883" y="8646"/>
                  </a:lnTo>
                  <a:lnTo>
                    <a:pt x="1883" y="7984"/>
                  </a:lnTo>
                  <a:lnTo>
                    <a:pt x="1238" y="7984"/>
                  </a:lnTo>
                  <a:lnTo>
                    <a:pt x="1238" y="7409"/>
                  </a:lnTo>
                  <a:lnTo>
                    <a:pt x="1883" y="7409"/>
                  </a:lnTo>
                  <a:lnTo>
                    <a:pt x="1883" y="6746"/>
                  </a:lnTo>
                  <a:lnTo>
                    <a:pt x="1238" y="6746"/>
                  </a:lnTo>
                  <a:lnTo>
                    <a:pt x="1238" y="6171"/>
                  </a:lnTo>
                  <a:lnTo>
                    <a:pt x="1883" y="6171"/>
                  </a:lnTo>
                  <a:lnTo>
                    <a:pt x="1883" y="5526"/>
                  </a:lnTo>
                  <a:lnTo>
                    <a:pt x="1238" y="5526"/>
                  </a:lnTo>
                  <a:lnTo>
                    <a:pt x="1238" y="4934"/>
                  </a:lnTo>
                  <a:lnTo>
                    <a:pt x="1883" y="4934"/>
                  </a:lnTo>
                  <a:lnTo>
                    <a:pt x="1883" y="4289"/>
                  </a:lnTo>
                  <a:lnTo>
                    <a:pt x="1238" y="4289"/>
                  </a:lnTo>
                  <a:lnTo>
                    <a:pt x="1238" y="3696"/>
                  </a:lnTo>
                  <a:lnTo>
                    <a:pt x="1883" y="3696"/>
                  </a:lnTo>
                  <a:lnTo>
                    <a:pt x="1883" y="3051"/>
                  </a:lnTo>
                  <a:lnTo>
                    <a:pt x="1238" y="3051"/>
                  </a:lnTo>
                  <a:lnTo>
                    <a:pt x="1238" y="2476"/>
                  </a:lnTo>
                  <a:lnTo>
                    <a:pt x="1883" y="2476"/>
                  </a:lnTo>
                  <a:lnTo>
                    <a:pt x="1883" y="1813"/>
                  </a:lnTo>
                  <a:lnTo>
                    <a:pt x="1238" y="1813"/>
                  </a:lnTo>
                  <a:lnTo>
                    <a:pt x="1238" y="1238"/>
                  </a:lnTo>
                  <a:lnTo>
                    <a:pt x="1883" y="1238"/>
                  </a:lnTo>
                  <a:lnTo>
                    <a:pt x="1883" y="646"/>
                  </a:lnTo>
                  <a:lnTo>
                    <a:pt x="1238" y="646"/>
                  </a:lnTo>
                  <a:lnTo>
                    <a:pt x="12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4" name="Google Shape;4374;p118"/>
          <p:cNvGrpSpPr/>
          <p:nvPr/>
        </p:nvGrpSpPr>
        <p:grpSpPr>
          <a:xfrm>
            <a:off x="2482863" y="2026825"/>
            <a:ext cx="492000" cy="492025"/>
            <a:chOff x="2482863" y="1883950"/>
            <a:chExt cx="492000" cy="492025"/>
          </a:xfrm>
        </p:grpSpPr>
        <p:sp>
          <p:nvSpPr>
            <p:cNvPr id="4375" name="Google Shape;4375;p118"/>
            <p:cNvSpPr/>
            <p:nvPr/>
          </p:nvSpPr>
          <p:spPr>
            <a:xfrm>
              <a:off x="2651938" y="2261350"/>
              <a:ext cx="47075" cy="21800"/>
            </a:xfrm>
            <a:custGeom>
              <a:avLst/>
              <a:gdLst/>
              <a:ahLst/>
              <a:cxnLst/>
              <a:rect l="l" t="t" r="r" b="b"/>
              <a:pathLst>
                <a:path w="1883" h="872" extrusionOk="0">
                  <a:moveTo>
                    <a:pt x="0" y="0"/>
                  </a:moveTo>
                  <a:lnTo>
                    <a:pt x="0" y="872"/>
                  </a:lnTo>
                  <a:lnTo>
                    <a:pt x="1883" y="872"/>
                  </a:lnTo>
                  <a:lnTo>
                    <a:pt x="188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118"/>
            <p:cNvSpPr/>
            <p:nvPr/>
          </p:nvSpPr>
          <p:spPr>
            <a:xfrm>
              <a:off x="2492013" y="1952825"/>
              <a:ext cx="475900" cy="239700"/>
            </a:xfrm>
            <a:custGeom>
              <a:avLst/>
              <a:gdLst/>
              <a:ahLst/>
              <a:cxnLst/>
              <a:rect l="l" t="t" r="r" b="b"/>
              <a:pathLst>
                <a:path w="19036" h="9588" extrusionOk="0">
                  <a:moveTo>
                    <a:pt x="0" y="0"/>
                  </a:moveTo>
                  <a:lnTo>
                    <a:pt x="0" y="9587"/>
                  </a:lnTo>
                  <a:lnTo>
                    <a:pt x="19035" y="9587"/>
                  </a:lnTo>
                  <a:lnTo>
                    <a:pt x="1903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118"/>
            <p:cNvSpPr/>
            <p:nvPr/>
          </p:nvSpPr>
          <p:spPr>
            <a:xfrm>
              <a:off x="2606613" y="2175925"/>
              <a:ext cx="246675" cy="30975"/>
            </a:xfrm>
            <a:custGeom>
              <a:avLst/>
              <a:gdLst/>
              <a:ahLst/>
              <a:cxnLst/>
              <a:rect l="l" t="t" r="r" b="b"/>
              <a:pathLst>
                <a:path w="9867" h="1239" extrusionOk="0">
                  <a:moveTo>
                    <a:pt x="1" y="1"/>
                  </a:moveTo>
                  <a:lnTo>
                    <a:pt x="1" y="1238"/>
                  </a:lnTo>
                  <a:lnTo>
                    <a:pt x="9867" y="1238"/>
                  </a:lnTo>
                  <a:lnTo>
                    <a:pt x="986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118"/>
            <p:cNvSpPr/>
            <p:nvPr/>
          </p:nvSpPr>
          <p:spPr>
            <a:xfrm>
              <a:off x="2637113" y="2023400"/>
              <a:ext cx="185250" cy="111150"/>
            </a:xfrm>
            <a:custGeom>
              <a:avLst/>
              <a:gdLst/>
              <a:ahLst/>
              <a:cxnLst/>
              <a:rect l="l" t="t" r="r" b="b"/>
              <a:pathLst>
                <a:path w="7410" h="4446" extrusionOk="0">
                  <a:moveTo>
                    <a:pt x="1" y="1"/>
                  </a:moveTo>
                  <a:lnTo>
                    <a:pt x="1" y="594"/>
                  </a:lnTo>
                  <a:lnTo>
                    <a:pt x="733" y="594"/>
                  </a:lnTo>
                  <a:lnTo>
                    <a:pt x="1831" y="4446"/>
                  </a:lnTo>
                  <a:lnTo>
                    <a:pt x="2981" y="594"/>
                  </a:lnTo>
                  <a:lnTo>
                    <a:pt x="7409" y="594"/>
                  </a:lnTo>
                  <a:lnTo>
                    <a:pt x="7409" y="1"/>
                  </a:lnTo>
                  <a:lnTo>
                    <a:pt x="2546" y="1"/>
                  </a:lnTo>
                  <a:lnTo>
                    <a:pt x="1831" y="2337"/>
                  </a:lnTo>
                  <a:lnTo>
                    <a:pt x="11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118"/>
            <p:cNvSpPr/>
            <p:nvPr/>
          </p:nvSpPr>
          <p:spPr>
            <a:xfrm>
              <a:off x="2729938" y="2058275"/>
              <a:ext cx="57975" cy="59725"/>
            </a:xfrm>
            <a:custGeom>
              <a:avLst/>
              <a:gdLst/>
              <a:ahLst/>
              <a:cxnLst/>
              <a:rect l="l" t="t" r="r" b="b"/>
              <a:pathLst>
                <a:path w="2319" h="2389" extrusionOk="0">
                  <a:moveTo>
                    <a:pt x="367" y="0"/>
                  </a:moveTo>
                  <a:lnTo>
                    <a:pt x="1" y="436"/>
                  </a:lnTo>
                  <a:lnTo>
                    <a:pt x="733" y="1151"/>
                  </a:lnTo>
                  <a:lnTo>
                    <a:pt x="1" y="1953"/>
                  </a:lnTo>
                  <a:lnTo>
                    <a:pt x="367" y="2388"/>
                  </a:lnTo>
                  <a:lnTo>
                    <a:pt x="1168" y="1587"/>
                  </a:lnTo>
                  <a:lnTo>
                    <a:pt x="1953" y="2388"/>
                  </a:lnTo>
                  <a:lnTo>
                    <a:pt x="2319" y="1953"/>
                  </a:lnTo>
                  <a:lnTo>
                    <a:pt x="1604" y="1151"/>
                  </a:lnTo>
                  <a:lnTo>
                    <a:pt x="2319" y="436"/>
                  </a:lnTo>
                  <a:lnTo>
                    <a:pt x="1953" y="0"/>
                  </a:lnTo>
                  <a:lnTo>
                    <a:pt x="1168" y="785"/>
                  </a:lnTo>
                  <a:lnTo>
                    <a:pt x="36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118"/>
            <p:cNvSpPr/>
            <p:nvPr/>
          </p:nvSpPr>
          <p:spPr>
            <a:xfrm>
              <a:off x="2586563" y="2168950"/>
              <a:ext cx="285025" cy="207025"/>
            </a:xfrm>
            <a:custGeom>
              <a:avLst/>
              <a:gdLst/>
              <a:ahLst/>
              <a:cxnLst/>
              <a:rect l="l" t="t" r="r" b="b"/>
              <a:pathLst>
                <a:path w="11401" h="8281" extrusionOk="0">
                  <a:moveTo>
                    <a:pt x="10303" y="576"/>
                  </a:moveTo>
                  <a:lnTo>
                    <a:pt x="10303" y="1238"/>
                  </a:lnTo>
                  <a:lnTo>
                    <a:pt x="1081" y="1238"/>
                  </a:lnTo>
                  <a:lnTo>
                    <a:pt x="1081" y="576"/>
                  </a:lnTo>
                  <a:close/>
                  <a:moveTo>
                    <a:pt x="9222" y="1814"/>
                  </a:moveTo>
                  <a:lnTo>
                    <a:pt x="9588" y="4289"/>
                  </a:lnTo>
                  <a:lnTo>
                    <a:pt x="1814" y="4289"/>
                  </a:lnTo>
                  <a:lnTo>
                    <a:pt x="2249" y="1814"/>
                  </a:lnTo>
                  <a:close/>
                  <a:moveTo>
                    <a:pt x="506" y="1"/>
                  </a:moveTo>
                  <a:lnTo>
                    <a:pt x="506" y="1814"/>
                  </a:lnTo>
                  <a:lnTo>
                    <a:pt x="1587" y="1814"/>
                  </a:lnTo>
                  <a:lnTo>
                    <a:pt x="715" y="7688"/>
                  </a:lnTo>
                  <a:lnTo>
                    <a:pt x="1" y="7688"/>
                  </a:lnTo>
                  <a:lnTo>
                    <a:pt x="1" y="8281"/>
                  </a:lnTo>
                  <a:lnTo>
                    <a:pt x="1883" y="8281"/>
                  </a:lnTo>
                  <a:lnTo>
                    <a:pt x="1883" y="7688"/>
                  </a:lnTo>
                  <a:lnTo>
                    <a:pt x="1308" y="7688"/>
                  </a:lnTo>
                  <a:lnTo>
                    <a:pt x="1744" y="4934"/>
                  </a:lnTo>
                  <a:lnTo>
                    <a:pt x="9727" y="4934"/>
                  </a:lnTo>
                  <a:lnTo>
                    <a:pt x="10163" y="7688"/>
                  </a:lnTo>
                  <a:lnTo>
                    <a:pt x="9588" y="7688"/>
                  </a:lnTo>
                  <a:lnTo>
                    <a:pt x="9588" y="8281"/>
                  </a:lnTo>
                  <a:lnTo>
                    <a:pt x="11401" y="8281"/>
                  </a:lnTo>
                  <a:lnTo>
                    <a:pt x="11401" y="7688"/>
                  </a:lnTo>
                  <a:lnTo>
                    <a:pt x="10738" y="7688"/>
                  </a:lnTo>
                  <a:lnTo>
                    <a:pt x="9797" y="1814"/>
                  </a:lnTo>
                  <a:lnTo>
                    <a:pt x="10965" y="1814"/>
                  </a:lnTo>
                  <a:lnTo>
                    <a:pt x="1096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118"/>
            <p:cNvSpPr/>
            <p:nvPr/>
          </p:nvSpPr>
          <p:spPr>
            <a:xfrm>
              <a:off x="2668063" y="2237800"/>
              <a:ext cx="14850" cy="23575"/>
            </a:xfrm>
            <a:custGeom>
              <a:avLst/>
              <a:gdLst/>
              <a:ahLst/>
              <a:cxnLst/>
              <a:rect l="l" t="t" r="r" b="b"/>
              <a:pathLst>
                <a:path w="594" h="943" extrusionOk="0">
                  <a:moveTo>
                    <a:pt x="0" y="1"/>
                  </a:moveTo>
                  <a:lnTo>
                    <a:pt x="0" y="942"/>
                  </a:lnTo>
                  <a:lnTo>
                    <a:pt x="593" y="942"/>
                  </a:lnTo>
                  <a:lnTo>
                    <a:pt x="59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118"/>
            <p:cNvSpPr/>
            <p:nvPr/>
          </p:nvSpPr>
          <p:spPr>
            <a:xfrm>
              <a:off x="2737338" y="2254375"/>
              <a:ext cx="37950" cy="14400"/>
            </a:xfrm>
            <a:custGeom>
              <a:avLst/>
              <a:gdLst/>
              <a:ahLst/>
              <a:cxnLst/>
              <a:rect l="l" t="t" r="r" b="b"/>
              <a:pathLst>
                <a:path w="1518" h="576" extrusionOk="0">
                  <a:moveTo>
                    <a:pt x="1" y="0"/>
                  </a:moveTo>
                  <a:lnTo>
                    <a:pt x="1" y="576"/>
                  </a:lnTo>
                  <a:lnTo>
                    <a:pt x="1517" y="576"/>
                  </a:lnTo>
                  <a:lnTo>
                    <a:pt x="15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118"/>
            <p:cNvSpPr/>
            <p:nvPr/>
          </p:nvSpPr>
          <p:spPr>
            <a:xfrm>
              <a:off x="2482863" y="1883950"/>
              <a:ext cx="492000" cy="315975"/>
            </a:xfrm>
            <a:custGeom>
              <a:avLst/>
              <a:gdLst/>
              <a:ahLst/>
              <a:cxnLst/>
              <a:rect l="l" t="t" r="r" b="b"/>
              <a:pathLst>
                <a:path w="19680" h="12639" extrusionOk="0">
                  <a:moveTo>
                    <a:pt x="11487" y="1517"/>
                  </a:moveTo>
                  <a:lnTo>
                    <a:pt x="11627" y="2459"/>
                  </a:lnTo>
                  <a:lnTo>
                    <a:pt x="8071" y="2459"/>
                  </a:lnTo>
                  <a:lnTo>
                    <a:pt x="8210" y="1517"/>
                  </a:lnTo>
                  <a:close/>
                  <a:moveTo>
                    <a:pt x="7844" y="1"/>
                  </a:moveTo>
                  <a:lnTo>
                    <a:pt x="7478" y="2459"/>
                  </a:lnTo>
                  <a:lnTo>
                    <a:pt x="0" y="2459"/>
                  </a:lnTo>
                  <a:lnTo>
                    <a:pt x="0" y="12638"/>
                  </a:lnTo>
                  <a:lnTo>
                    <a:pt x="4358" y="12638"/>
                  </a:lnTo>
                  <a:lnTo>
                    <a:pt x="4358" y="12046"/>
                  </a:lnTo>
                  <a:lnTo>
                    <a:pt x="662" y="12046"/>
                  </a:lnTo>
                  <a:lnTo>
                    <a:pt x="662" y="3121"/>
                  </a:lnTo>
                  <a:lnTo>
                    <a:pt x="19105" y="3121"/>
                  </a:lnTo>
                  <a:lnTo>
                    <a:pt x="19105" y="12046"/>
                  </a:lnTo>
                  <a:lnTo>
                    <a:pt x="15409" y="12046"/>
                  </a:lnTo>
                  <a:lnTo>
                    <a:pt x="15409" y="12638"/>
                  </a:lnTo>
                  <a:lnTo>
                    <a:pt x="19680" y="12638"/>
                  </a:lnTo>
                  <a:lnTo>
                    <a:pt x="19680" y="2459"/>
                  </a:lnTo>
                  <a:lnTo>
                    <a:pt x="12272" y="2459"/>
                  </a:lnTo>
                  <a:lnTo>
                    <a:pt x="11836" y="1"/>
                  </a:lnTo>
                  <a:lnTo>
                    <a:pt x="11261" y="71"/>
                  </a:lnTo>
                  <a:lnTo>
                    <a:pt x="11400" y="942"/>
                  </a:lnTo>
                  <a:lnTo>
                    <a:pt x="8350" y="942"/>
                  </a:lnTo>
                  <a:lnTo>
                    <a:pt x="8507" y="71"/>
                  </a:lnTo>
                  <a:lnTo>
                    <a:pt x="78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4" name="Google Shape;4384;p118"/>
          <p:cNvGrpSpPr/>
          <p:nvPr/>
        </p:nvGrpSpPr>
        <p:grpSpPr>
          <a:xfrm>
            <a:off x="2482863" y="2703475"/>
            <a:ext cx="494200" cy="493750"/>
            <a:chOff x="2482863" y="2703475"/>
            <a:chExt cx="494200" cy="493750"/>
          </a:xfrm>
        </p:grpSpPr>
        <p:sp>
          <p:nvSpPr>
            <p:cNvPr id="4385" name="Google Shape;4385;p118"/>
            <p:cNvSpPr/>
            <p:nvPr/>
          </p:nvSpPr>
          <p:spPr>
            <a:xfrm>
              <a:off x="2915138" y="2897825"/>
              <a:ext cx="61925" cy="23550"/>
            </a:xfrm>
            <a:custGeom>
              <a:avLst/>
              <a:gdLst/>
              <a:ahLst/>
              <a:cxnLst/>
              <a:rect l="l" t="t" r="r" b="b"/>
              <a:pathLst>
                <a:path w="2477" h="942" extrusionOk="0">
                  <a:moveTo>
                    <a:pt x="1" y="1"/>
                  </a:moveTo>
                  <a:lnTo>
                    <a:pt x="1" y="942"/>
                  </a:lnTo>
                  <a:lnTo>
                    <a:pt x="2476" y="942"/>
                  </a:lnTo>
                  <a:lnTo>
                    <a:pt x="247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118"/>
            <p:cNvSpPr/>
            <p:nvPr/>
          </p:nvSpPr>
          <p:spPr>
            <a:xfrm>
              <a:off x="2875063" y="2734425"/>
              <a:ext cx="47525" cy="92400"/>
            </a:xfrm>
            <a:custGeom>
              <a:avLst/>
              <a:gdLst/>
              <a:ahLst/>
              <a:cxnLst/>
              <a:rect l="l" t="t" r="r" b="b"/>
              <a:pathLst>
                <a:path w="1901" h="3696" extrusionOk="0">
                  <a:moveTo>
                    <a:pt x="663" y="0"/>
                  </a:moveTo>
                  <a:cubicBezTo>
                    <a:pt x="297" y="0"/>
                    <a:pt x="0" y="296"/>
                    <a:pt x="0" y="645"/>
                  </a:cubicBezTo>
                  <a:lnTo>
                    <a:pt x="0" y="3190"/>
                  </a:lnTo>
                  <a:cubicBezTo>
                    <a:pt x="0" y="3486"/>
                    <a:pt x="297" y="3695"/>
                    <a:pt x="593" y="3695"/>
                  </a:cubicBezTo>
                  <a:lnTo>
                    <a:pt x="1377" y="3695"/>
                  </a:lnTo>
                  <a:cubicBezTo>
                    <a:pt x="1674" y="3695"/>
                    <a:pt x="1900" y="3486"/>
                    <a:pt x="1900" y="3190"/>
                  </a:cubicBezTo>
                  <a:lnTo>
                    <a:pt x="1900" y="645"/>
                  </a:lnTo>
                  <a:cubicBezTo>
                    <a:pt x="1900" y="296"/>
                    <a:pt x="1604" y="0"/>
                    <a:pt x="12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118"/>
            <p:cNvSpPr/>
            <p:nvPr/>
          </p:nvSpPr>
          <p:spPr>
            <a:xfrm>
              <a:off x="2506388" y="2843350"/>
              <a:ext cx="30950" cy="76300"/>
            </a:xfrm>
            <a:custGeom>
              <a:avLst/>
              <a:gdLst/>
              <a:ahLst/>
              <a:cxnLst/>
              <a:rect l="l" t="t" r="r" b="b"/>
              <a:pathLst>
                <a:path w="1238" h="3052" extrusionOk="0">
                  <a:moveTo>
                    <a:pt x="0" y="1"/>
                  </a:moveTo>
                  <a:lnTo>
                    <a:pt x="0" y="3051"/>
                  </a:lnTo>
                  <a:lnTo>
                    <a:pt x="1238" y="3051"/>
                  </a:lnTo>
                  <a:lnTo>
                    <a:pt x="123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118"/>
            <p:cNvSpPr/>
            <p:nvPr/>
          </p:nvSpPr>
          <p:spPr>
            <a:xfrm>
              <a:off x="2568263" y="2826800"/>
              <a:ext cx="30975" cy="92850"/>
            </a:xfrm>
            <a:custGeom>
              <a:avLst/>
              <a:gdLst/>
              <a:ahLst/>
              <a:cxnLst/>
              <a:rect l="l" t="t" r="r" b="b"/>
              <a:pathLst>
                <a:path w="1239" h="3714" extrusionOk="0">
                  <a:moveTo>
                    <a:pt x="1" y="0"/>
                  </a:moveTo>
                  <a:lnTo>
                    <a:pt x="1" y="3713"/>
                  </a:lnTo>
                  <a:lnTo>
                    <a:pt x="1238" y="3713"/>
                  </a:lnTo>
                  <a:lnTo>
                    <a:pt x="123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118"/>
            <p:cNvSpPr/>
            <p:nvPr/>
          </p:nvSpPr>
          <p:spPr>
            <a:xfrm>
              <a:off x="2537338" y="2812425"/>
              <a:ext cx="30950" cy="107225"/>
            </a:xfrm>
            <a:custGeom>
              <a:avLst/>
              <a:gdLst/>
              <a:ahLst/>
              <a:cxnLst/>
              <a:rect l="l" t="t" r="r" b="b"/>
              <a:pathLst>
                <a:path w="1238" h="4289" extrusionOk="0">
                  <a:moveTo>
                    <a:pt x="0" y="0"/>
                  </a:moveTo>
                  <a:lnTo>
                    <a:pt x="0" y="4288"/>
                  </a:lnTo>
                  <a:lnTo>
                    <a:pt x="1238" y="4288"/>
                  </a:lnTo>
                  <a:lnTo>
                    <a:pt x="123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118"/>
            <p:cNvSpPr/>
            <p:nvPr/>
          </p:nvSpPr>
          <p:spPr>
            <a:xfrm>
              <a:off x="2637113" y="2959700"/>
              <a:ext cx="185250" cy="28800"/>
            </a:xfrm>
            <a:custGeom>
              <a:avLst/>
              <a:gdLst/>
              <a:ahLst/>
              <a:cxnLst/>
              <a:rect l="l" t="t" r="r" b="b"/>
              <a:pathLst>
                <a:path w="7410" h="1152" extrusionOk="0">
                  <a:moveTo>
                    <a:pt x="1" y="1"/>
                  </a:moveTo>
                  <a:lnTo>
                    <a:pt x="1" y="1151"/>
                  </a:lnTo>
                  <a:lnTo>
                    <a:pt x="7409" y="1151"/>
                  </a:lnTo>
                  <a:lnTo>
                    <a:pt x="740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118"/>
            <p:cNvSpPr/>
            <p:nvPr/>
          </p:nvSpPr>
          <p:spPr>
            <a:xfrm>
              <a:off x="2637113" y="2765350"/>
              <a:ext cx="185250" cy="146875"/>
            </a:xfrm>
            <a:custGeom>
              <a:avLst/>
              <a:gdLst/>
              <a:ahLst/>
              <a:cxnLst/>
              <a:rect l="l" t="t" r="r" b="b"/>
              <a:pathLst>
                <a:path w="7410" h="5875" extrusionOk="0">
                  <a:moveTo>
                    <a:pt x="1" y="1"/>
                  </a:moveTo>
                  <a:lnTo>
                    <a:pt x="1" y="5875"/>
                  </a:lnTo>
                  <a:lnTo>
                    <a:pt x="7409" y="5875"/>
                  </a:lnTo>
                  <a:lnTo>
                    <a:pt x="740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118"/>
            <p:cNvSpPr/>
            <p:nvPr/>
          </p:nvSpPr>
          <p:spPr>
            <a:xfrm>
              <a:off x="2637113" y="2765350"/>
              <a:ext cx="185250" cy="30975"/>
            </a:xfrm>
            <a:custGeom>
              <a:avLst/>
              <a:gdLst/>
              <a:ahLst/>
              <a:cxnLst/>
              <a:rect l="l" t="t" r="r" b="b"/>
              <a:pathLst>
                <a:path w="7410" h="1239" extrusionOk="0">
                  <a:moveTo>
                    <a:pt x="1" y="1"/>
                  </a:moveTo>
                  <a:lnTo>
                    <a:pt x="1" y="1238"/>
                  </a:lnTo>
                  <a:lnTo>
                    <a:pt x="7409" y="1238"/>
                  </a:lnTo>
                  <a:lnTo>
                    <a:pt x="740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118"/>
            <p:cNvSpPr/>
            <p:nvPr/>
          </p:nvSpPr>
          <p:spPr>
            <a:xfrm>
              <a:off x="2606613" y="3042950"/>
              <a:ext cx="246675" cy="30950"/>
            </a:xfrm>
            <a:custGeom>
              <a:avLst/>
              <a:gdLst/>
              <a:ahLst/>
              <a:cxnLst/>
              <a:rect l="l" t="t" r="r" b="b"/>
              <a:pathLst>
                <a:path w="9867" h="1238" extrusionOk="0">
                  <a:moveTo>
                    <a:pt x="1" y="0"/>
                  </a:moveTo>
                  <a:lnTo>
                    <a:pt x="1" y="1238"/>
                  </a:lnTo>
                  <a:lnTo>
                    <a:pt x="9867" y="1238"/>
                  </a:lnTo>
                  <a:lnTo>
                    <a:pt x="986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118"/>
            <p:cNvSpPr/>
            <p:nvPr/>
          </p:nvSpPr>
          <p:spPr>
            <a:xfrm>
              <a:off x="2490263" y="2919625"/>
              <a:ext cx="477650" cy="40100"/>
            </a:xfrm>
            <a:custGeom>
              <a:avLst/>
              <a:gdLst/>
              <a:ahLst/>
              <a:cxnLst/>
              <a:rect l="l" t="t" r="r" b="b"/>
              <a:pathLst>
                <a:path w="19106" h="1604" extrusionOk="0">
                  <a:moveTo>
                    <a:pt x="0" y="0"/>
                  </a:moveTo>
                  <a:lnTo>
                    <a:pt x="0" y="1604"/>
                  </a:lnTo>
                  <a:lnTo>
                    <a:pt x="19105" y="1604"/>
                  </a:lnTo>
                  <a:lnTo>
                    <a:pt x="1910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118"/>
            <p:cNvSpPr/>
            <p:nvPr/>
          </p:nvSpPr>
          <p:spPr>
            <a:xfrm>
              <a:off x="2490263" y="2919625"/>
              <a:ext cx="185225" cy="40100"/>
            </a:xfrm>
            <a:custGeom>
              <a:avLst/>
              <a:gdLst/>
              <a:ahLst/>
              <a:cxnLst/>
              <a:rect l="l" t="t" r="r" b="b"/>
              <a:pathLst>
                <a:path w="7409" h="1604" extrusionOk="0">
                  <a:moveTo>
                    <a:pt x="0" y="0"/>
                  </a:moveTo>
                  <a:lnTo>
                    <a:pt x="0" y="1604"/>
                  </a:lnTo>
                  <a:lnTo>
                    <a:pt x="7409" y="1604"/>
                  </a:lnTo>
                  <a:lnTo>
                    <a:pt x="740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118"/>
            <p:cNvSpPr/>
            <p:nvPr/>
          </p:nvSpPr>
          <p:spPr>
            <a:xfrm>
              <a:off x="2637113" y="2727000"/>
              <a:ext cx="185250" cy="23550"/>
            </a:xfrm>
            <a:custGeom>
              <a:avLst/>
              <a:gdLst/>
              <a:ahLst/>
              <a:cxnLst/>
              <a:rect l="l" t="t" r="r" b="b"/>
              <a:pathLst>
                <a:path w="7410" h="942" extrusionOk="0">
                  <a:moveTo>
                    <a:pt x="1" y="1"/>
                  </a:moveTo>
                  <a:lnTo>
                    <a:pt x="1" y="942"/>
                  </a:lnTo>
                  <a:lnTo>
                    <a:pt x="593" y="942"/>
                  </a:lnTo>
                  <a:lnTo>
                    <a:pt x="593" y="663"/>
                  </a:lnTo>
                  <a:lnTo>
                    <a:pt x="6764" y="663"/>
                  </a:lnTo>
                  <a:lnTo>
                    <a:pt x="6764" y="942"/>
                  </a:lnTo>
                  <a:lnTo>
                    <a:pt x="7409" y="942"/>
                  </a:lnTo>
                  <a:lnTo>
                    <a:pt x="740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118"/>
            <p:cNvSpPr/>
            <p:nvPr/>
          </p:nvSpPr>
          <p:spPr>
            <a:xfrm>
              <a:off x="2630138" y="2974100"/>
              <a:ext cx="199625" cy="23550"/>
            </a:xfrm>
            <a:custGeom>
              <a:avLst/>
              <a:gdLst/>
              <a:ahLst/>
              <a:cxnLst/>
              <a:rect l="l" t="t" r="r" b="b"/>
              <a:pathLst>
                <a:path w="7985" h="942" extrusionOk="0">
                  <a:moveTo>
                    <a:pt x="1" y="0"/>
                  </a:moveTo>
                  <a:lnTo>
                    <a:pt x="1" y="941"/>
                  </a:lnTo>
                  <a:lnTo>
                    <a:pt x="7984" y="941"/>
                  </a:lnTo>
                  <a:lnTo>
                    <a:pt x="7984" y="0"/>
                  </a:lnTo>
                  <a:lnTo>
                    <a:pt x="7409" y="0"/>
                  </a:lnTo>
                  <a:lnTo>
                    <a:pt x="7409" y="296"/>
                  </a:lnTo>
                  <a:lnTo>
                    <a:pt x="576" y="296"/>
                  </a:lnTo>
                  <a:lnTo>
                    <a:pt x="5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118"/>
            <p:cNvSpPr/>
            <p:nvPr/>
          </p:nvSpPr>
          <p:spPr>
            <a:xfrm>
              <a:off x="2651938" y="3005025"/>
              <a:ext cx="16150" cy="23575"/>
            </a:xfrm>
            <a:custGeom>
              <a:avLst/>
              <a:gdLst/>
              <a:ahLst/>
              <a:cxnLst/>
              <a:rect l="l" t="t" r="r" b="b"/>
              <a:pathLst>
                <a:path w="646" h="943" extrusionOk="0">
                  <a:moveTo>
                    <a:pt x="0" y="1"/>
                  </a:moveTo>
                  <a:lnTo>
                    <a:pt x="0" y="942"/>
                  </a:lnTo>
                  <a:lnTo>
                    <a:pt x="645" y="942"/>
                  </a:lnTo>
                  <a:lnTo>
                    <a:pt x="64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118"/>
            <p:cNvSpPr/>
            <p:nvPr/>
          </p:nvSpPr>
          <p:spPr>
            <a:xfrm>
              <a:off x="2791813" y="3005025"/>
              <a:ext cx="14425" cy="23575"/>
            </a:xfrm>
            <a:custGeom>
              <a:avLst/>
              <a:gdLst/>
              <a:ahLst/>
              <a:cxnLst/>
              <a:rect l="l" t="t" r="r" b="b"/>
              <a:pathLst>
                <a:path w="577" h="943" extrusionOk="0">
                  <a:moveTo>
                    <a:pt x="1" y="1"/>
                  </a:moveTo>
                  <a:lnTo>
                    <a:pt x="1" y="942"/>
                  </a:lnTo>
                  <a:lnTo>
                    <a:pt x="576" y="942"/>
                  </a:lnTo>
                  <a:lnTo>
                    <a:pt x="57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118"/>
            <p:cNvSpPr/>
            <p:nvPr/>
          </p:nvSpPr>
          <p:spPr>
            <a:xfrm>
              <a:off x="2599213" y="3035975"/>
              <a:ext cx="261475" cy="45350"/>
            </a:xfrm>
            <a:custGeom>
              <a:avLst/>
              <a:gdLst/>
              <a:ahLst/>
              <a:cxnLst/>
              <a:rect l="l" t="t" r="r" b="b"/>
              <a:pathLst>
                <a:path w="10459" h="1814" extrusionOk="0">
                  <a:moveTo>
                    <a:pt x="9884" y="576"/>
                  </a:moveTo>
                  <a:lnTo>
                    <a:pt x="9884" y="1221"/>
                  </a:lnTo>
                  <a:lnTo>
                    <a:pt x="575" y="1221"/>
                  </a:lnTo>
                  <a:lnTo>
                    <a:pt x="575" y="576"/>
                  </a:lnTo>
                  <a:close/>
                  <a:moveTo>
                    <a:pt x="0" y="0"/>
                  </a:moveTo>
                  <a:lnTo>
                    <a:pt x="0" y="1813"/>
                  </a:lnTo>
                  <a:lnTo>
                    <a:pt x="10459" y="1813"/>
                  </a:lnTo>
                  <a:lnTo>
                    <a:pt x="104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118"/>
            <p:cNvSpPr/>
            <p:nvPr/>
          </p:nvSpPr>
          <p:spPr>
            <a:xfrm>
              <a:off x="2482863" y="2974100"/>
              <a:ext cx="30950" cy="223125"/>
            </a:xfrm>
            <a:custGeom>
              <a:avLst/>
              <a:gdLst/>
              <a:ahLst/>
              <a:cxnLst/>
              <a:rect l="l" t="t" r="r" b="b"/>
              <a:pathLst>
                <a:path w="1238" h="8925" extrusionOk="0">
                  <a:moveTo>
                    <a:pt x="296" y="0"/>
                  </a:moveTo>
                  <a:lnTo>
                    <a:pt x="296" y="8350"/>
                  </a:lnTo>
                  <a:lnTo>
                    <a:pt x="0" y="8350"/>
                  </a:lnTo>
                  <a:lnTo>
                    <a:pt x="0" y="8925"/>
                  </a:lnTo>
                  <a:lnTo>
                    <a:pt x="1238" y="8925"/>
                  </a:lnTo>
                  <a:lnTo>
                    <a:pt x="1238" y="8350"/>
                  </a:lnTo>
                  <a:lnTo>
                    <a:pt x="941" y="8350"/>
                  </a:lnTo>
                  <a:lnTo>
                    <a:pt x="94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118"/>
            <p:cNvSpPr/>
            <p:nvPr/>
          </p:nvSpPr>
          <p:spPr>
            <a:xfrm>
              <a:off x="2946088" y="2974100"/>
              <a:ext cx="30975" cy="223125"/>
            </a:xfrm>
            <a:custGeom>
              <a:avLst/>
              <a:gdLst/>
              <a:ahLst/>
              <a:cxnLst/>
              <a:rect l="l" t="t" r="r" b="b"/>
              <a:pathLst>
                <a:path w="1239" h="8925" extrusionOk="0">
                  <a:moveTo>
                    <a:pt x="279" y="0"/>
                  </a:moveTo>
                  <a:lnTo>
                    <a:pt x="279" y="8350"/>
                  </a:lnTo>
                  <a:lnTo>
                    <a:pt x="0" y="8350"/>
                  </a:lnTo>
                  <a:lnTo>
                    <a:pt x="0" y="8925"/>
                  </a:lnTo>
                  <a:lnTo>
                    <a:pt x="1238" y="8925"/>
                  </a:lnTo>
                  <a:lnTo>
                    <a:pt x="1238" y="8350"/>
                  </a:lnTo>
                  <a:lnTo>
                    <a:pt x="872" y="8350"/>
                  </a:lnTo>
                  <a:lnTo>
                    <a:pt x="87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118"/>
            <p:cNvSpPr/>
            <p:nvPr/>
          </p:nvSpPr>
          <p:spPr>
            <a:xfrm>
              <a:off x="2606613" y="3090450"/>
              <a:ext cx="30525" cy="106775"/>
            </a:xfrm>
            <a:custGeom>
              <a:avLst/>
              <a:gdLst/>
              <a:ahLst/>
              <a:cxnLst/>
              <a:rect l="l" t="t" r="r" b="b"/>
              <a:pathLst>
                <a:path w="1221" h="4271" extrusionOk="0">
                  <a:moveTo>
                    <a:pt x="279" y="0"/>
                  </a:moveTo>
                  <a:lnTo>
                    <a:pt x="279" y="3696"/>
                  </a:lnTo>
                  <a:lnTo>
                    <a:pt x="1" y="3696"/>
                  </a:lnTo>
                  <a:lnTo>
                    <a:pt x="1" y="4271"/>
                  </a:lnTo>
                  <a:lnTo>
                    <a:pt x="1221" y="4271"/>
                  </a:lnTo>
                  <a:lnTo>
                    <a:pt x="1221" y="3696"/>
                  </a:lnTo>
                  <a:lnTo>
                    <a:pt x="942" y="3696"/>
                  </a:lnTo>
                  <a:lnTo>
                    <a:pt x="94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118"/>
            <p:cNvSpPr/>
            <p:nvPr/>
          </p:nvSpPr>
          <p:spPr>
            <a:xfrm>
              <a:off x="2822338" y="3090450"/>
              <a:ext cx="30950" cy="106775"/>
            </a:xfrm>
            <a:custGeom>
              <a:avLst/>
              <a:gdLst/>
              <a:ahLst/>
              <a:cxnLst/>
              <a:rect l="l" t="t" r="r" b="b"/>
              <a:pathLst>
                <a:path w="1238" h="4271" extrusionOk="0">
                  <a:moveTo>
                    <a:pt x="296" y="0"/>
                  </a:moveTo>
                  <a:lnTo>
                    <a:pt x="296" y="3696"/>
                  </a:lnTo>
                  <a:lnTo>
                    <a:pt x="0" y="3696"/>
                  </a:lnTo>
                  <a:lnTo>
                    <a:pt x="0" y="4271"/>
                  </a:lnTo>
                  <a:lnTo>
                    <a:pt x="1238" y="4271"/>
                  </a:lnTo>
                  <a:lnTo>
                    <a:pt x="1238" y="3696"/>
                  </a:lnTo>
                  <a:lnTo>
                    <a:pt x="872" y="3696"/>
                  </a:lnTo>
                  <a:lnTo>
                    <a:pt x="87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118"/>
            <p:cNvSpPr/>
            <p:nvPr/>
          </p:nvSpPr>
          <p:spPr>
            <a:xfrm>
              <a:off x="2642788" y="3090450"/>
              <a:ext cx="32700" cy="106775"/>
            </a:xfrm>
            <a:custGeom>
              <a:avLst/>
              <a:gdLst/>
              <a:ahLst/>
              <a:cxnLst/>
              <a:rect l="l" t="t" r="r" b="b"/>
              <a:pathLst>
                <a:path w="1308" h="4271" extrusionOk="0">
                  <a:moveTo>
                    <a:pt x="366" y="0"/>
                  </a:moveTo>
                  <a:lnTo>
                    <a:pt x="366" y="3696"/>
                  </a:lnTo>
                  <a:lnTo>
                    <a:pt x="0" y="3696"/>
                  </a:lnTo>
                  <a:lnTo>
                    <a:pt x="0" y="4271"/>
                  </a:lnTo>
                  <a:lnTo>
                    <a:pt x="1308" y="4271"/>
                  </a:lnTo>
                  <a:lnTo>
                    <a:pt x="1308" y="3696"/>
                  </a:lnTo>
                  <a:lnTo>
                    <a:pt x="1011" y="3696"/>
                  </a:lnTo>
                  <a:lnTo>
                    <a:pt x="101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118"/>
            <p:cNvSpPr/>
            <p:nvPr/>
          </p:nvSpPr>
          <p:spPr>
            <a:xfrm>
              <a:off x="2782663" y="3090450"/>
              <a:ext cx="30975" cy="106775"/>
            </a:xfrm>
            <a:custGeom>
              <a:avLst/>
              <a:gdLst/>
              <a:ahLst/>
              <a:cxnLst/>
              <a:rect l="l" t="t" r="r" b="b"/>
              <a:pathLst>
                <a:path w="1239" h="4271" extrusionOk="0">
                  <a:moveTo>
                    <a:pt x="367" y="0"/>
                  </a:moveTo>
                  <a:lnTo>
                    <a:pt x="367" y="3696"/>
                  </a:lnTo>
                  <a:lnTo>
                    <a:pt x="1" y="3696"/>
                  </a:lnTo>
                  <a:lnTo>
                    <a:pt x="1" y="4271"/>
                  </a:lnTo>
                  <a:lnTo>
                    <a:pt x="1238" y="4271"/>
                  </a:lnTo>
                  <a:lnTo>
                    <a:pt x="1238" y="3696"/>
                  </a:lnTo>
                  <a:lnTo>
                    <a:pt x="942" y="3696"/>
                  </a:lnTo>
                  <a:lnTo>
                    <a:pt x="94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118"/>
            <p:cNvSpPr/>
            <p:nvPr/>
          </p:nvSpPr>
          <p:spPr>
            <a:xfrm>
              <a:off x="2868088" y="2727000"/>
              <a:ext cx="61475" cy="108975"/>
            </a:xfrm>
            <a:custGeom>
              <a:avLst/>
              <a:gdLst/>
              <a:ahLst/>
              <a:cxnLst/>
              <a:rect l="l" t="t" r="r" b="b"/>
              <a:pathLst>
                <a:path w="2459" h="4359" extrusionOk="0">
                  <a:moveTo>
                    <a:pt x="1220" y="663"/>
                  </a:moveTo>
                  <a:cubicBezTo>
                    <a:pt x="1587" y="663"/>
                    <a:pt x="1883" y="872"/>
                    <a:pt x="1883" y="1238"/>
                  </a:cubicBezTo>
                  <a:lnTo>
                    <a:pt x="1883" y="3714"/>
                  </a:lnTo>
                  <a:lnTo>
                    <a:pt x="645" y="3714"/>
                  </a:lnTo>
                  <a:lnTo>
                    <a:pt x="645" y="1238"/>
                  </a:lnTo>
                  <a:cubicBezTo>
                    <a:pt x="645" y="872"/>
                    <a:pt x="872" y="663"/>
                    <a:pt x="1220" y="663"/>
                  </a:cubicBezTo>
                  <a:close/>
                  <a:moveTo>
                    <a:pt x="1220" y="1"/>
                  </a:moveTo>
                  <a:cubicBezTo>
                    <a:pt x="576" y="1"/>
                    <a:pt x="0" y="593"/>
                    <a:pt x="0" y="1238"/>
                  </a:cubicBezTo>
                  <a:lnTo>
                    <a:pt x="0" y="4358"/>
                  </a:lnTo>
                  <a:lnTo>
                    <a:pt x="2458" y="4358"/>
                  </a:lnTo>
                  <a:lnTo>
                    <a:pt x="2458" y="1238"/>
                  </a:lnTo>
                  <a:cubicBezTo>
                    <a:pt x="2458" y="593"/>
                    <a:pt x="1953" y="1"/>
                    <a:pt x="12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118"/>
            <p:cNvSpPr/>
            <p:nvPr/>
          </p:nvSpPr>
          <p:spPr>
            <a:xfrm>
              <a:off x="2891613" y="2703475"/>
              <a:ext cx="14400" cy="16575"/>
            </a:xfrm>
            <a:custGeom>
              <a:avLst/>
              <a:gdLst/>
              <a:ahLst/>
              <a:cxnLst/>
              <a:rect l="l" t="t" r="r" b="b"/>
              <a:pathLst>
                <a:path w="576" h="663" extrusionOk="0">
                  <a:moveTo>
                    <a:pt x="1" y="0"/>
                  </a:moveTo>
                  <a:lnTo>
                    <a:pt x="1" y="663"/>
                  </a:lnTo>
                  <a:lnTo>
                    <a:pt x="576" y="663"/>
                  </a:lnTo>
                  <a:lnTo>
                    <a:pt x="5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118"/>
            <p:cNvSpPr/>
            <p:nvPr/>
          </p:nvSpPr>
          <p:spPr>
            <a:xfrm>
              <a:off x="2929538" y="2727000"/>
              <a:ext cx="23550" cy="16600"/>
            </a:xfrm>
            <a:custGeom>
              <a:avLst/>
              <a:gdLst/>
              <a:ahLst/>
              <a:cxnLst/>
              <a:rect l="l" t="t" r="r" b="b"/>
              <a:pathLst>
                <a:path w="942" h="664" extrusionOk="0">
                  <a:moveTo>
                    <a:pt x="0" y="1"/>
                  </a:moveTo>
                  <a:lnTo>
                    <a:pt x="0" y="663"/>
                  </a:lnTo>
                  <a:lnTo>
                    <a:pt x="941" y="663"/>
                  </a:lnTo>
                  <a:lnTo>
                    <a:pt x="94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118"/>
            <p:cNvSpPr/>
            <p:nvPr/>
          </p:nvSpPr>
          <p:spPr>
            <a:xfrm>
              <a:off x="2960463" y="2727000"/>
              <a:ext cx="16600" cy="16600"/>
            </a:xfrm>
            <a:custGeom>
              <a:avLst/>
              <a:gdLst/>
              <a:ahLst/>
              <a:cxnLst/>
              <a:rect l="l" t="t" r="r" b="b"/>
              <a:pathLst>
                <a:path w="664" h="664" extrusionOk="0">
                  <a:moveTo>
                    <a:pt x="1" y="1"/>
                  </a:moveTo>
                  <a:lnTo>
                    <a:pt x="1" y="663"/>
                  </a:lnTo>
                  <a:lnTo>
                    <a:pt x="663" y="663"/>
                  </a:lnTo>
                  <a:lnTo>
                    <a:pt x="66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118"/>
            <p:cNvSpPr/>
            <p:nvPr/>
          </p:nvSpPr>
          <p:spPr>
            <a:xfrm>
              <a:off x="2922563" y="2866900"/>
              <a:ext cx="14400" cy="14400"/>
            </a:xfrm>
            <a:custGeom>
              <a:avLst/>
              <a:gdLst/>
              <a:ahLst/>
              <a:cxnLst/>
              <a:rect l="l" t="t" r="r" b="b"/>
              <a:pathLst>
                <a:path w="576" h="576" extrusionOk="0">
                  <a:moveTo>
                    <a:pt x="0" y="0"/>
                  </a:moveTo>
                  <a:lnTo>
                    <a:pt x="0" y="575"/>
                  </a:lnTo>
                  <a:lnTo>
                    <a:pt x="575" y="575"/>
                  </a:lnTo>
                  <a:lnTo>
                    <a:pt x="57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118"/>
            <p:cNvSpPr/>
            <p:nvPr/>
          </p:nvSpPr>
          <p:spPr>
            <a:xfrm>
              <a:off x="2661088" y="2788875"/>
              <a:ext cx="137725" cy="16150"/>
            </a:xfrm>
            <a:custGeom>
              <a:avLst/>
              <a:gdLst/>
              <a:ahLst/>
              <a:cxnLst/>
              <a:rect l="l" t="t" r="r" b="b"/>
              <a:pathLst>
                <a:path w="5509" h="646" extrusionOk="0">
                  <a:moveTo>
                    <a:pt x="0" y="1"/>
                  </a:moveTo>
                  <a:lnTo>
                    <a:pt x="0" y="646"/>
                  </a:lnTo>
                  <a:lnTo>
                    <a:pt x="5509" y="646"/>
                  </a:lnTo>
                  <a:lnTo>
                    <a:pt x="550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118"/>
            <p:cNvSpPr/>
            <p:nvPr/>
          </p:nvSpPr>
          <p:spPr>
            <a:xfrm>
              <a:off x="2630138" y="2757950"/>
              <a:ext cx="199625" cy="147325"/>
            </a:xfrm>
            <a:custGeom>
              <a:avLst/>
              <a:gdLst/>
              <a:ahLst/>
              <a:cxnLst/>
              <a:rect l="l" t="t" r="r" b="b"/>
              <a:pathLst>
                <a:path w="7985" h="5893" extrusionOk="0">
                  <a:moveTo>
                    <a:pt x="1" y="0"/>
                  </a:moveTo>
                  <a:lnTo>
                    <a:pt x="1" y="5892"/>
                  </a:lnTo>
                  <a:lnTo>
                    <a:pt x="576" y="5892"/>
                  </a:lnTo>
                  <a:lnTo>
                    <a:pt x="576" y="1883"/>
                  </a:lnTo>
                  <a:lnTo>
                    <a:pt x="872" y="1883"/>
                  </a:lnTo>
                  <a:lnTo>
                    <a:pt x="872" y="1238"/>
                  </a:lnTo>
                  <a:lnTo>
                    <a:pt x="576" y="1238"/>
                  </a:lnTo>
                  <a:lnTo>
                    <a:pt x="576" y="663"/>
                  </a:lnTo>
                  <a:lnTo>
                    <a:pt x="7409" y="663"/>
                  </a:lnTo>
                  <a:lnTo>
                    <a:pt x="7409" y="1238"/>
                  </a:lnTo>
                  <a:lnTo>
                    <a:pt x="7043" y="1238"/>
                  </a:lnTo>
                  <a:lnTo>
                    <a:pt x="7043" y="1883"/>
                  </a:lnTo>
                  <a:lnTo>
                    <a:pt x="7409" y="1883"/>
                  </a:lnTo>
                  <a:lnTo>
                    <a:pt x="7409" y="5892"/>
                  </a:lnTo>
                  <a:lnTo>
                    <a:pt x="7984" y="5892"/>
                  </a:lnTo>
                  <a:lnTo>
                    <a:pt x="798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118"/>
            <p:cNvSpPr/>
            <p:nvPr/>
          </p:nvSpPr>
          <p:spPr>
            <a:xfrm>
              <a:off x="2482863" y="2750525"/>
              <a:ext cx="494200" cy="216175"/>
            </a:xfrm>
            <a:custGeom>
              <a:avLst/>
              <a:gdLst/>
              <a:ahLst/>
              <a:cxnLst/>
              <a:rect l="l" t="t" r="r" b="b"/>
              <a:pathLst>
                <a:path w="19768" h="8647" extrusionOk="0">
                  <a:moveTo>
                    <a:pt x="1900" y="4010"/>
                  </a:moveTo>
                  <a:lnTo>
                    <a:pt x="1900" y="6468"/>
                  </a:lnTo>
                  <a:lnTo>
                    <a:pt x="1238" y="6468"/>
                  </a:lnTo>
                  <a:lnTo>
                    <a:pt x="1238" y="4010"/>
                  </a:lnTo>
                  <a:close/>
                  <a:moveTo>
                    <a:pt x="3120" y="2773"/>
                  </a:moveTo>
                  <a:lnTo>
                    <a:pt x="3120" y="6468"/>
                  </a:lnTo>
                  <a:lnTo>
                    <a:pt x="2475" y="6468"/>
                  </a:lnTo>
                  <a:lnTo>
                    <a:pt x="2475" y="3714"/>
                  </a:lnTo>
                  <a:lnTo>
                    <a:pt x="2475" y="3417"/>
                  </a:lnTo>
                  <a:lnTo>
                    <a:pt x="2475" y="2773"/>
                  </a:lnTo>
                  <a:close/>
                  <a:moveTo>
                    <a:pt x="4358" y="3417"/>
                  </a:moveTo>
                  <a:lnTo>
                    <a:pt x="4358" y="6468"/>
                  </a:lnTo>
                  <a:lnTo>
                    <a:pt x="3713" y="6468"/>
                  </a:lnTo>
                  <a:lnTo>
                    <a:pt x="3713" y="3417"/>
                  </a:lnTo>
                  <a:close/>
                  <a:moveTo>
                    <a:pt x="19105" y="7061"/>
                  </a:moveTo>
                  <a:lnTo>
                    <a:pt x="19105" y="8002"/>
                  </a:lnTo>
                  <a:lnTo>
                    <a:pt x="593" y="8002"/>
                  </a:lnTo>
                  <a:lnTo>
                    <a:pt x="593" y="7061"/>
                  </a:lnTo>
                  <a:close/>
                  <a:moveTo>
                    <a:pt x="19105" y="1"/>
                  </a:moveTo>
                  <a:lnTo>
                    <a:pt x="19105" y="5527"/>
                  </a:lnTo>
                  <a:lnTo>
                    <a:pt x="16996" y="5527"/>
                  </a:lnTo>
                  <a:lnTo>
                    <a:pt x="16996" y="6468"/>
                  </a:lnTo>
                  <a:lnTo>
                    <a:pt x="4951" y="6468"/>
                  </a:lnTo>
                  <a:lnTo>
                    <a:pt x="4951" y="2773"/>
                  </a:lnTo>
                  <a:lnTo>
                    <a:pt x="3713" y="2773"/>
                  </a:lnTo>
                  <a:lnTo>
                    <a:pt x="3713" y="2180"/>
                  </a:lnTo>
                  <a:lnTo>
                    <a:pt x="1900" y="2180"/>
                  </a:lnTo>
                  <a:lnTo>
                    <a:pt x="1900" y="3417"/>
                  </a:lnTo>
                  <a:lnTo>
                    <a:pt x="662" y="3417"/>
                  </a:lnTo>
                  <a:lnTo>
                    <a:pt x="662" y="6468"/>
                  </a:lnTo>
                  <a:lnTo>
                    <a:pt x="0" y="6468"/>
                  </a:lnTo>
                  <a:lnTo>
                    <a:pt x="0" y="8647"/>
                  </a:lnTo>
                  <a:lnTo>
                    <a:pt x="19767" y="8647"/>
                  </a:lnTo>
                  <a:lnTo>
                    <a:pt x="19767" y="6468"/>
                  </a:lnTo>
                  <a:lnTo>
                    <a:pt x="17588" y="6468"/>
                  </a:lnTo>
                  <a:lnTo>
                    <a:pt x="17588" y="6189"/>
                  </a:lnTo>
                  <a:lnTo>
                    <a:pt x="19767" y="6189"/>
                  </a:lnTo>
                  <a:lnTo>
                    <a:pt x="1976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5" name="Google Shape;4415;p118"/>
          <p:cNvGrpSpPr/>
          <p:nvPr/>
        </p:nvGrpSpPr>
        <p:grpSpPr>
          <a:xfrm>
            <a:off x="2559113" y="3382300"/>
            <a:ext cx="339500" cy="493750"/>
            <a:chOff x="2559113" y="3334675"/>
            <a:chExt cx="339500" cy="493750"/>
          </a:xfrm>
        </p:grpSpPr>
        <p:sp>
          <p:nvSpPr>
            <p:cNvPr id="4416" name="Google Shape;4416;p118"/>
            <p:cNvSpPr/>
            <p:nvPr/>
          </p:nvSpPr>
          <p:spPr>
            <a:xfrm>
              <a:off x="2582638" y="3341625"/>
              <a:ext cx="54500" cy="479400"/>
            </a:xfrm>
            <a:custGeom>
              <a:avLst/>
              <a:gdLst/>
              <a:ahLst/>
              <a:cxnLst/>
              <a:rect l="l" t="t" r="r" b="b"/>
              <a:pathLst>
                <a:path w="2180" h="19176" extrusionOk="0">
                  <a:moveTo>
                    <a:pt x="1" y="1"/>
                  </a:moveTo>
                  <a:lnTo>
                    <a:pt x="1" y="19175"/>
                  </a:lnTo>
                  <a:lnTo>
                    <a:pt x="2180" y="19175"/>
                  </a:lnTo>
                  <a:lnTo>
                    <a:pt x="21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118"/>
            <p:cNvSpPr/>
            <p:nvPr/>
          </p:nvSpPr>
          <p:spPr>
            <a:xfrm>
              <a:off x="2637113" y="3341625"/>
              <a:ext cx="254525" cy="479400"/>
            </a:xfrm>
            <a:custGeom>
              <a:avLst/>
              <a:gdLst/>
              <a:ahLst/>
              <a:cxnLst/>
              <a:rect l="l" t="t" r="r" b="b"/>
              <a:pathLst>
                <a:path w="10181" h="19176" extrusionOk="0">
                  <a:moveTo>
                    <a:pt x="1" y="1"/>
                  </a:moveTo>
                  <a:lnTo>
                    <a:pt x="1" y="19175"/>
                  </a:lnTo>
                  <a:lnTo>
                    <a:pt x="10181" y="19175"/>
                  </a:lnTo>
                  <a:lnTo>
                    <a:pt x="1018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118"/>
            <p:cNvSpPr/>
            <p:nvPr/>
          </p:nvSpPr>
          <p:spPr>
            <a:xfrm>
              <a:off x="2661088" y="3389125"/>
              <a:ext cx="207025" cy="123350"/>
            </a:xfrm>
            <a:custGeom>
              <a:avLst/>
              <a:gdLst/>
              <a:ahLst/>
              <a:cxnLst/>
              <a:rect l="l" t="t" r="r" b="b"/>
              <a:pathLst>
                <a:path w="8281" h="4934" extrusionOk="0">
                  <a:moveTo>
                    <a:pt x="0" y="1"/>
                  </a:moveTo>
                  <a:lnTo>
                    <a:pt x="0" y="4934"/>
                  </a:lnTo>
                  <a:lnTo>
                    <a:pt x="8280" y="4934"/>
                  </a:lnTo>
                  <a:lnTo>
                    <a:pt x="828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118"/>
            <p:cNvSpPr/>
            <p:nvPr/>
          </p:nvSpPr>
          <p:spPr>
            <a:xfrm>
              <a:off x="2559113" y="3334675"/>
              <a:ext cx="339500" cy="493750"/>
            </a:xfrm>
            <a:custGeom>
              <a:avLst/>
              <a:gdLst/>
              <a:ahLst/>
              <a:cxnLst/>
              <a:rect l="l" t="t" r="r" b="b"/>
              <a:pathLst>
                <a:path w="13580" h="19750" extrusionOk="0">
                  <a:moveTo>
                    <a:pt x="13004" y="645"/>
                  </a:moveTo>
                  <a:lnTo>
                    <a:pt x="13004" y="19174"/>
                  </a:lnTo>
                  <a:lnTo>
                    <a:pt x="1238" y="19174"/>
                  </a:lnTo>
                  <a:lnTo>
                    <a:pt x="1238" y="17867"/>
                  </a:lnTo>
                  <a:lnTo>
                    <a:pt x="1901" y="17867"/>
                  </a:lnTo>
                  <a:lnTo>
                    <a:pt x="1901" y="17274"/>
                  </a:lnTo>
                  <a:lnTo>
                    <a:pt x="1238" y="17274"/>
                  </a:lnTo>
                  <a:lnTo>
                    <a:pt x="1238" y="16333"/>
                  </a:lnTo>
                  <a:lnTo>
                    <a:pt x="1901" y="16333"/>
                  </a:lnTo>
                  <a:lnTo>
                    <a:pt x="1901" y="15758"/>
                  </a:lnTo>
                  <a:lnTo>
                    <a:pt x="1238" y="15758"/>
                  </a:lnTo>
                  <a:lnTo>
                    <a:pt x="1238" y="14816"/>
                  </a:lnTo>
                  <a:lnTo>
                    <a:pt x="1901" y="14816"/>
                  </a:lnTo>
                  <a:lnTo>
                    <a:pt x="1901" y="14224"/>
                  </a:lnTo>
                  <a:lnTo>
                    <a:pt x="1238" y="14224"/>
                  </a:lnTo>
                  <a:lnTo>
                    <a:pt x="1238" y="13283"/>
                  </a:lnTo>
                  <a:lnTo>
                    <a:pt x="1901" y="13283"/>
                  </a:lnTo>
                  <a:lnTo>
                    <a:pt x="1901" y="12638"/>
                  </a:lnTo>
                  <a:lnTo>
                    <a:pt x="1238" y="12638"/>
                  </a:lnTo>
                  <a:lnTo>
                    <a:pt x="1238" y="11766"/>
                  </a:lnTo>
                  <a:lnTo>
                    <a:pt x="1901" y="11766"/>
                  </a:lnTo>
                  <a:lnTo>
                    <a:pt x="1901" y="11104"/>
                  </a:lnTo>
                  <a:lnTo>
                    <a:pt x="1238" y="11104"/>
                  </a:lnTo>
                  <a:lnTo>
                    <a:pt x="1238" y="10162"/>
                  </a:lnTo>
                  <a:lnTo>
                    <a:pt x="1901" y="10162"/>
                  </a:lnTo>
                  <a:lnTo>
                    <a:pt x="1901" y="9587"/>
                  </a:lnTo>
                  <a:lnTo>
                    <a:pt x="1238" y="9587"/>
                  </a:lnTo>
                  <a:lnTo>
                    <a:pt x="1238" y="8646"/>
                  </a:lnTo>
                  <a:lnTo>
                    <a:pt x="1901" y="8646"/>
                  </a:lnTo>
                  <a:lnTo>
                    <a:pt x="1901" y="8053"/>
                  </a:lnTo>
                  <a:lnTo>
                    <a:pt x="1238" y="8053"/>
                  </a:lnTo>
                  <a:lnTo>
                    <a:pt x="1238" y="7112"/>
                  </a:lnTo>
                  <a:lnTo>
                    <a:pt x="1901" y="7112"/>
                  </a:lnTo>
                  <a:lnTo>
                    <a:pt x="1901" y="6467"/>
                  </a:lnTo>
                  <a:lnTo>
                    <a:pt x="1238" y="6467"/>
                  </a:lnTo>
                  <a:lnTo>
                    <a:pt x="1238" y="5595"/>
                  </a:lnTo>
                  <a:lnTo>
                    <a:pt x="1901" y="5595"/>
                  </a:lnTo>
                  <a:lnTo>
                    <a:pt x="1901" y="4933"/>
                  </a:lnTo>
                  <a:lnTo>
                    <a:pt x="1238" y="4933"/>
                  </a:lnTo>
                  <a:lnTo>
                    <a:pt x="1238" y="3992"/>
                  </a:lnTo>
                  <a:lnTo>
                    <a:pt x="1901" y="3992"/>
                  </a:lnTo>
                  <a:lnTo>
                    <a:pt x="1901" y="3417"/>
                  </a:lnTo>
                  <a:lnTo>
                    <a:pt x="1238" y="3417"/>
                  </a:lnTo>
                  <a:lnTo>
                    <a:pt x="1238" y="2458"/>
                  </a:lnTo>
                  <a:lnTo>
                    <a:pt x="1901" y="2458"/>
                  </a:lnTo>
                  <a:lnTo>
                    <a:pt x="1901" y="1883"/>
                  </a:lnTo>
                  <a:lnTo>
                    <a:pt x="1238" y="1883"/>
                  </a:lnTo>
                  <a:lnTo>
                    <a:pt x="1238" y="645"/>
                  </a:lnTo>
                  <a:close/>
                  <a:moveTo>
                    <a:pt x="663" y="0"/>
                  </a:moveTo>
                  <a:lnTo>
                    <a:pt x="663" y="1883"/>
                  </a:lnTo>
                  <a:lnTo>
                    <a:pt x="1" y="1883"/>
                  </a:lnTo>
                  <a:lnTo>
                    <a:pt x="1" y="2458"/>
                  </a:lnTo>
                  <a:lnTo>
                    <a:pt x="663" y="2458"/>
                  </a:lnTo>
                  <a:lnTo>
                    <a:pt x="663" y="3417"/>
                  </a:lnTo>
                  <a:lnTo>
                    <a:pt x="1" y="3417"/>
                  </a:lnTo>
                  <a:lnTo>
                    <a:pt x="1" y="3992"/>
                  </a:lnTo>
                  <a:lnTo>
                    <a:pt x="663" y="3992"/>
                  </a:lnTo>
                  <a:lnTo>
                    <a:pt x="663" y="4933"/>
                  </a:lnTo>
                  <a:lnTo>
                    <a:pt x="1" y="4933"/>
                  </a:lnTo>
                  <a:lnTo>
                    <a:pt x="1" y="5595"/>
                  </a:lnTo>
                  <a:lnTo>
                    <a:pt x="663" y="5595"/>
                  </a:lnTo>
                  <a:lnTo>
                    <a:pt x="663" y="6467"/>
                  </a:lnTo>
                  <a:lnTo>
                    <a:pt x="1" y="6467"/>
                  </a:lnTo>
                  <a:lnTo>
                    <a:pt x="1" y="7112"/>
                  </a:lnTo>
                  <a:lnTo>
                    <a:pt x="663" y="7112"/>
                  </a:lnTo>
                  <a:lnTo>
                    <a:pt x="663" y="8053"/>
                  </a:lnTo>
                  <a:lnTo>
                    <a:pt x="1" y="8053"/>
                  </a:lnTo>
                  <a:lnTo>
                    <a:pt x="1" y="8646"/>
                  </a:lnTo>
                  <a:lnTo>
                    <a:pt x="663" y="8646"/>
                  </a:lnTo>
                  <a:lnTo>
                    <a:pt x="663" y="9587"/>
                  </a:lnTo>
                  <a:lnTo>
                    <a:pt x="1" y="9587"/>
                  </a:lnTo>
                  <a:lnTo>
                    <a:pt x="1" y="10162"/>
                  </a:lnTo>
                  <a:lnTo>
                    <a:pt x="663" y="10162"/>
                  </a:lnTo>
                  <a:lnTo>
                    <a:pt x="663" y="11104"/>
                  </a:lnTo>
                  <a:lnTo>
                    <a:pt x="1" y="11104"/>
                  </a:lnTo>
                  <a:lnTo>
                    <a:pt x="1" y="11766"/>
                  </a:lnTo>
                  <a:lnTo>
                    <a:pt x="663" y="11766"/>
                  </a:lnTo>
                  <a:lnTo>
                    <a:pt x="663" y="12638"/>
                  </a:lnTo>
                  <a:lnTo>
                    <a:pt x="1" y="12638"/>
                  </a:lnTo>
                  <a:lnTo>
                    <a:pt x="1" y="13283"/>
                  </a:lnTo>
                  <a:lnTo>
                    <a:pt x="663" y="13283"/>
                  </a:lnTo>
                  <a:lnTo>
                    <a:pt x="663" y="14224"/>
                  </a:lnTo>
                  <a:lnTo>
                    <a:pt x="1" y="14224"/>
                  </a:lnTo>
                  <a:lnTo>
                    <a:pt x="1" y="14816"/>
                  </a:lnTo>
                  <a:lnTo>
                    <a:pt x="663" y="14816"/>
                  </a:lnTo>
                  <a:lnTo>
                    <a:pt x="663" y="15758"/>
                  </a:lnTo>
                  <a:lnTo>
                    <a:pt x="1" y="15758"/>
                  </a:lnTo>
                  <a:lnTo>
                    <a:pt x="1" y="16333"/>
                  </a:lnTo>
                  <a:lnTo>
                    <a:pt x="663" y="16333"/>
                  </a:lnTo>
                  <a:lnTo>
                    <a:pt x="663" y="17274"/>
                  </a:lnTo>
                  <a:lnTo>
                    <a:pt x="1" y="17274"/>
                  </a:lnTo>
                  <a:lnTo>
                    <a:pt x="1" y="17867"/>
                  </a:lnTo>
                  <a:lnTo>
                    <a:pt x="663" y="17867"/>
                  </a:lnTo>
                  <a:lnTo>
                    <a:pt x="663" y="19750"/>
                  </a:lnTo>
                  <a:lnTo>
                    <a:pt x="13579" y="19750"/>
                  </a:lnTo>
                  <a:lnTo>
                    <a:pt x="1357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118"/>
            <p:cNvSpPr/>
            <p:nvPr/>
          </p:nvSpPr>
          <p:spPr>
            <a:xfrm>
              <a:off x="2630138" y="3365600"/>
              <a:ext cx="14425" cy="431875"/>
            </a:xfrm>
            <a:custGeom>
              <a:avLst/>
              <a:gdLst/>
              <a:ahLst/>
              <a:cxnLst/>
              <a:rect l="l" t="t" r="r" b="b"/>
              <a:pathLst>
                <a:path w="577" h="17275" extrusionOk="0">
                  <a:moveTo>
                    <a:pt x="1" y="1"/>
                  </a:moveTo>
                  <a:lnTo>
                    <a:pt x="1" y="17275"/>
                  </a:lnTo>
                  <a:lnTo>
                    <a:pt x="576" y="17275"/>
                  </a:lnTo>
                  <a:lnTo>
                    <a:pt x="57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118"/>
            <p:cNvSpPr/>
            <p:nvPr/>
          </p:nvSpPr>
          <p:spPr>
            <a:xfrm>
              <a:off x="2682888" y="3412675"/>
              <a:ext cx="163425" cy="14400"/>
            </a:xfrm>
            <a:custGeom>
              <a:avLst/>
              <a:gdLst/>
              <a:ahLst/>
              <a:cxnLst/>
              <a:rect l="l" t="t" r="r" b="b"/>
              <a:pathLst>
                <a:path w="6537" h="576" extrusionOk="0">
                  <a:moveTo>
                    <a:pt x="0" y="0"/>
                  </a:moveTo>
                  <a:lnTo>
                    <a:pt x="0" y="575"/>
                  </a:lnTo>
                  <a:lnTo>
                    <a:pt x="6537" y="575"/>
                  </a:lnTo>
                  <a:lnTo>
                    <a:pt x="653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118"/>
            <p:cNvSpPr/>
            <p:nvPr/>
          </p:nvSpPr>
          <p:spPr>
            <a:xfrm>
              <a:off x="2682888" y="3443600"/>
              <a:ext cx="163425" cy="14425"/>
            </a:xfrm>
            <a:custGeom>
              <a:avLst/>
              <a:gdLst/>
              <a:ahLst/>
              <a:cxnLst/>
              <a:rect l="l" t="t" r="r" b="b"/>
              <a:pathLst>
                <a:path w="6537" h="577" extrusionOk="0">
                  <a:moveTo>
                    <a:pt x="0" y="1"/>
                  </a:moveTo>
                  <a:lnTo>
                    <a:pt x="0" y="576"/>
                  </a:lnTo>
                  <a:lnTo>
                    <a:pt x="6537" y="576"/>
                  </a:lnTo>
                  <a:lnTo>
                    <a:pt x="653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118"/>
            <p:cNvSpPr/>
            <p:nvPr/>
          </p:nvSpPr>
          <p:spPr>
            <a:xfrm>
              <a:off x="2722538" y="3474550"/>
              <a:ext cx="83700" cy="14400"/>
            </a:xfrm>
            <a:custGeom>
              <a:avLst/>
              <a:gdLst/>
              <a:ahLst/>
              <a:cxnLst/>
              <a:rect l="l" t="t" r="r" b="b"/>
              <a:pathLst>
                <a:path w="3348" h="576" extrusionOk="0">
                  <a:moveTo>
                    <a:pt x="0" y="0"/>
                  </a:moveTo>
                  <a:lnTo>
                    <a:pt x="0" y="576"/>
                  </a:lnTo>
                  <a:lnTo>
                    <a:pt x="3347" y="576"/>
                  </a:lnTo>
                  <a:lnTo>
                    <a:pt x="334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118"/>
            <p:cNvSpPr/>
            <p:nvPr/>
          </p:nvSpPr>
          <p:spPr>
            <a:xfrm>
              <a:off x="2787888" y="3752150"/>
              <a:ext cx="14850" cy="14400"/>
            </a:xfrm>
            <a:custGeom>
              <a:avLst/>
              <a:gdLst/>
              <a:ahLst/>
              <a:cxnLst/>
              <a:rect l="l" t="t" r="r" b="b"/>
              <a:pathLst>
                <a:path w="594" h="576" extrusionOk="0">
                  <a:moveTo>
                    <a:pt x="1" y="0"/>
                  </a:moveTo>
                  <a:lnTo>
                    <a:pt x="1" y="575"/>
                  </a:lnTo>
                  <a:lnTo>
                    <a:pt x="594" y="575"/>
                  </a:lnTo>
                  <a:lnTo>
                    <a:pt x="5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118"/>
            <p:cNvSpPr/>
            <p:nvPr/>
          </p:nvSpPr>
          <p:spPr>
            <a:xfrm>
              <a:off x="2756963" y="3752150"/>
              <a:ext cx="14825" cy="14400"/>
            </a:xfrm>
            <a:custGeom>
              <a:avLst/>
              <a:gdLst/>
              <a:ahLst/>
              <a:cxnLst/>
              <a:rect l="l" t="t" r="r" b="b"/>
              <a:pathLst>
                <a:path w="593" h="576" extrusionOk="0">
                  <a:moveTo>
                    <a:pt x="0" y="0"/>
                  </a:moveTo>
                  <a:lnTo>
                    <a:pt x="0" y="575"/>
                  </a:lnTo>
                  <a:lnTo>
                    <a:pt x="593" y="575"/>
                  </a:lnTo>
                  <a:lnTo>
                    <a:pt x="5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118"/>
            <p:cNvSpPr/>
            <p:nvPr/>
          </p:nvSpPr>
          <p:spPr>
            <a:xfrm>
              <a:off x="2726463" y="3752150"/>
              <a:ext cx="14400" cy="14400"/>
            </a:xfrm>
            <a:custGeom>
              <a:avLst/>
              <a:gdLst/>
              <a:ahLst/>
              <a:cxnLst/>
              <a:rect l="l" t="t" r="r" b="b"/>
              <a:pathLst>
                <a:path w="576" h="576" extrusionOk="0">
                  <a:moveTo>
                    <a:pt x="0" y="0"/>
                  </a:moveTo>
                  <a:lnTo>
                    <a:pt x="0" y="575"/>
                  </a:lnTo>
                  <a:lnTo>
                    <a:pt x="575" y="575"/>
                  </a:lnTo>
                  <a:lnTo>
                    <a:pt x="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7" name="Google Shape;4427;p118"/>
          <p:cNvGrpSpPr/>
          <p:nvPr/>
        </p:nvGrpSpPr>
        <p:grpSpPr>
          <a:xfrm>
            <a:off x="2482863" y="4064600"/>
            <a:ext cx="494200" cy="486350"/>
            <a:chOff x="2482863" y="4064600"/>
            <a:chExt cx="494200" cy="486350"/>
          </a:xfrm>
        </p:grpSpPr>
        <p:sp>
          <p:nvSpPr>
            <p:cNvPr id="4428" name="Google Shape;4428;p118"/>
            <p:cNvSpPr/>
            <p:nvPr/>
          </p:nvSpPr>
          <p:spPr>
            <a:xfrm>
              <a:off x="2495488" y="4142600"/>
              <a:ext cx="468500" cy="61900"/>
            </a:xfrm>
            <a:custGeom>
              <a:avLst/>
              <a:gdLst/>
              <a:ahLst/>
              <a:cxnLst/>
              <a:rect l="l" t="t" r="r" b="b"/>
              <a:pathLst>
                <a:path w="18740" h="2476" extrusionOk="0">
                  <a:moveTo>
                    <a:pt x="1168" y="0"/>
                  </a:moveTo>
                  <a:lnTo>
                    <a:pt x="1" y="2476"/>
                  </a:lnTo>
                  <a:lnTo>
                    <a:pt x="18739" y="2476"/>
                  </a:lnTo>
                  <a:lnTo>
                    <a:pt x="1751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118"/>
            <p:cNvSpPr/>
            <p:nvPr/>
          </p:nvSpPr>
          <p:spPr>
            <a:xfrm>
              <a:off x="2510313" y="4075475"/>
              <a:ext cx="439275" cy="157775"/>
            </a:xfrm>
            <a:custGeom>
              <a:avLst/>
              <a:gdLst/>
              <a:ahLst/>
              <a:cxnLst/>
              <a:rect l="l" t="t" r="r" b="b"/>
              <a:pathLst>
                <a:path w="17571" h="6311" extrusionOk="0">
                  <a:moveTo>
                    <a:pt x="8786" y="1"/>
                  </a:moveTo>
                  <a:lnTo>
                    <a:pt x="6676" y="2389"/>
                  </a:lnTo>
                  <a:lnTo>
                    <a:pt x="6676" y="5161"/>
                  </a:lnTo>
                  <a:lnTo>
                    <a:pt x="0" y="5161"/>
                  </a:lnTo>
                  <a:lnTo>
                    <a:pt x="0" y="6311"/>
                  </a:lnTo>
                  <a:lnTo>
                    <a:pt x="17571" y="6311"/>
                  </a:lnTo>
                  <a:lnTo>
                    <a:pt x="17571" y="5161"/>
                  </a:lnTo>
                  <a:lnTo>
                    <a:pt x="10895" y="5161"/>
                  </a:lnTo>
                  <a:lnTo>
                    <a:pt x="10895" y="2389"/>
                  </a:lnTo>
                  <a:lnTo>
                    <a:pt x="87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118"/>
            <p:cNvSpPr/>
            <p:nvPr/>
          </p:nvSpPr>
          <p:spPr>
            <a:xfrm>
              <a:off x="2517288" y="4233225"/>
              <a:ext cx="424900" cy="310750"/>
            </a:xfrm>
            <a:custGeom>
              <a:avLst/>
              <a:gdLst/>
              <a:ahLst/>
              <a:cxnLst/>
              <a:rect l="l" t="t" r="r" b="b"/>
              <a:pathLst>
                <a:path w="16996" h="12430" extrusionOk="0">
                  <a:moveTo>
                    <a:pt x="0" y="1"/>
                  </a:moveTo>
                  <a:lnTo>
                    <a:pt x="0" y="12429"/>
                  </a:lnTo>
                  <a:lnTo>
                    <a:pt x="16996" y="12429"/>
                  </a:lnTo>
                  <a:lnTo>
                    <a:pt x="1699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118"/>
            <p:cNvSpPr/>
            <p:nvPr/>
          </p:nvSpPr>
          <p:spPr>
            <a:xfrm>
              <a:off x="2517288" y="4233225"/>
              <a:ext cx="310725" cy="310750"/>
            </a:xfrm>
            <a:custGeom>
              <a:avLst/>
              <a:gdLst/>
              <a:ahLst/>
              <a:cxnLst/>
              <a:rect l="l" t="t" r="r" b="b"/>
              <a:pathLst>
                <a:path w="12429" h="12430" extrusionOk="0">
                  <a:moveTo>
                    <a:pt x="0" y="1"/>
                  </a:moveTo>
                  <a:lnTo>
                    <a:pt x="0" y="12429"/>
                  </a:lnTo>
                  <a:lnTo>
                    <a:pt x="12429" y="12429"/>
                  </a:lnTo>
                  <a:lnTo>
                    <a:pt x="1242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118"/>
            <p:cNvSpPr/>
            <p:nvPr/>
          </p:nvSpPr>
          <p:spPr>
            <a:xfrm>
              <a:off x="2661088" y="4498625"/>
              <a:ext cx="136000" cy="52325"/>
            </a:xfrm>
            <a:custGeom>
              <a:avLst/>
              <a:gdLst/>
              <a:ahLst/>
              <a:cxnLst/>
              <a:rect l="l" t="t" r="r" b="b"/>
              <a:pathLst>
                <a:path w="5440" h="2093" extrusionOk="0">
                  <a:moveTo>
                    <a:pt x="1517" y="1"/>
                  </a:moveTo>
                  <a:lnTo>
                    <a:pt x="0" y="2092"/>
                  </a:lnTo>
                  <a:lnTo>
                    <a:pt x="5439" y="2092"/>
                  </a:lnTo>
                  <a:lnTo>
                    <a:pt x="399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118"/>
            <p:cNvSpPr/>
            <p:nvPr/>
          </p:nvSpPr>
          <p:spPr>
            <a:xfrm>
              <a:off x="2555638" y="4271575"/>
              <a:ext cx="37925" cy="205275"/>
            </a:xfrm>
            <a:custGeom>
              <a:avLst/>
              <a:gdLst/>
              <a:ahLst/>
              <a:cxnLst/>
              <a:rect l="l" t="t" r="r" b="b"/>
              <a:pathLst>
                <a:path w="1517" h="8211" extrusionOk="0">
                  <a:moveTo>
                    <a:pt x="0" y="1"/>
                  </a:moveTo>
                  <a:lnTo>
                    <a:pt x="0" y="8211"/>
                  </a:lnTo>
                  <a:lnTo>
                    <a:pt x="1517" y="8211"/>
                  </a:lnTo>
                  <a:lnTo>
                    <a:pt x="151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118"/>
            <p:cNvSpPr/>
            <p:nvPr/>
          </p:nvSpPr>
          <p:spPr>
            <a:xfrm>
              <a:off x="2624488" y="4271575"/>
              <a:ext cx="36625" cy="205275"/>
            </a:xfrm>
            <a:custGeom>
              <a:avLst/>
              <a:gdLst/>
              <a:ahLst/>
              <a:cxnLst/>
              <a:rect l="l" t="t" r="r" b="b"/>
              <a:pathLst>
                <a:path w="1465" h="8211" extrusionOk="0">
                  <a:moveTo>
                    <a:pt x="0" y="1"/>
                  </a:moveTo>
                  <a:lnTo>
                    <a:pt x="0" y="8211"/>
                  </a:lnTo>
                  <a:lnTo>
                    <a:pt x="1464" y="8211"/>
                  </a:lnTo>
                  <a:lnTo>
                    <a:pt x="146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118"/>
            <p:cNvSpPr/>
            <p:nvPr/>
          </p:nvSpPr>
          <p:spPr>
            <a:xfrm>
              <a:off x="2555638" y="4271575"/>
              <a:ext cx="37925" cy="143400"/>
            </a:xfrm>
            <a:custGeom>
              <a:avLst/>
              <a:gdLst/>
              <a:ahLst/>
              <a:cxnLst/>
              <a:rect l="l" t="t" r="r" b="b"/>
              <a:pathLst>
                <a:path w="1517" h="5736" extrusionOk="0">
                  <a:moveTo>
                    <a:pt x="0" y="1"/>
                  </a:moveTo>
                  <a:lnTo>
                    <a:pt x="0" y="5736"/>
                  </a:lnTo>
                  <a:lnTo>
                    <a:pt x="1517" y="5736"/>
                  </a:lnTo>
                  <a:lnTo>
                    <a:pt x="151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118"/>
            <p:cNvSpPr/>
            <p:nvPr/>
          </p:nvSpPr>
          <p:spPr>
            <a:xfrm>
              <a:off x="2624488" y="4271575"/>
              <a:ext cx="36625" cy="83275"/>
            </a:xfrm>
            <a:custGeom>
              <a:avLst/>
              <a:gdLst/>
              <a:ahLst/>
              <a:cxnLst/>
              <a:rect l="l" t="t" r="r" b="b"/>
              <a:pathLst>
                <a:path w="1465" h="3331" extrusionOk="0">
                  <a:moveTo>
                    <a:pt x="0" y="1"/>
                  </a:moveTo>
                  <a:lnTo>
                    <a:pt x="0" y="3330"/>
                  </a:lnTo>
                  <a:lnTo>
                    <a:pt x="1464" y="3330"/>
                  </a:lnTo>
                  <a:lnTo>
                    <a:pt x="146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118"/>
            <p:cNvSpPr/>
            <p:nvPr/>
          </p:nvSpPr>
          <p:spPr>
            <a:xfrm>
              <a:off x="2797063" y="4271575"/>
              <a:ext cx="38350" cy="205275"/>
            </a:xfrm>
            <a:custGeom>
              <a:avLst/>
              <a:gdLst/>
              <a:ahLst/>
              <a:cxnLst/>
              <a:rect l="l" t="t" r="r" b="b"/>
              <a:pathLst>
                <a:path w="1534" h="8211" extrusionOk="0">
                  <a:moveTo>
                    <a:pt x="0" y="1"/>
                  </a:moveTo>
                  <a:lnTo>
                    <a:pt x="0" y="8211"/>
                  </a:lnTo>
                  <a:lnTo>
                    <a:pt x="1534" y="8211"/>
                  </a:lnTo>
                  <a:lnTo>
                    <a:pt x="153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118"/>
            <p:cNvSpPr/>
            <p:nvPr/>
          </p:nvSpPr>
          <p:spPr>
            <a:xfrm>
              <a:off x="2865913" y="4271575"/>
              <a:ext cx="38375" cy="205275"/>
            </a:xfrm>
            <a:custGeom>
              <a:avLst/>
              <a:gdLst/>
              <a:ahLst/>
              <a:cxnLst/>
              <a:rect l="l" t="t" r="r" b="b"/>
              <a:pathLst>
                <a:path w="1535" h="8211" extrusionOk="0">
                  <a:moveTo>
                    <a:pt x="0" y="1"/>
                  </a:moveTo>
                  <a:lnTo>
                    <a:pt x="0" y="8211"/>
                  </a:lnTo>
                  <a:lnTo>
                    <a:pt x="1534" y="8211"/>
                  </a:lnTo>
                  <a:lnTo>
                    <a:pt x="153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118"/>
            <p:cNvSpPr/>
            <p:nvPr/>
          </p:nvSpPr>
          <p:spPr>
            <a:xfrm>
              <a:off x="2797063" y="4271575"/>
              <a:ext cx="38350" cy="37950"/>
            </a:xfrm>
            <a:custGeom>
              <a:avLst/>
              <a:gdLst/>
              <a:ahLst/>
              <a:cxnLst/>
              <a:rect l="l" t="t" r="r" b="b"/>
              <a:pathLst>
                <a:path w="1534" h="1518" extrusionOk="0">
                  <a:moveTo>
                    <a:pt x="0" y="1"/>
                  </a:moveTo>
                  <a:lnTo>
                    <a:pt x="0" y="1517"/>
                  </a:lnTo>
                  <a:lnTo>
                    <a:pt x="1534" y="1517"/>
                  </a:lnTo>
                  <a:lnTo>
                    <a:pt x="15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118"/>
            <p:cNvSpPr/>
            <p:nvPr/>
          </p:nvSpPr>
          <p:spPr>
            <a:xfrm>
              <a:off x="2865913" y="4271575"/>
              <a:ext cx="38375" cy="143400"/>
            </a:xfrm>
            <a:custGeom>
              <a:avLst/>
              <a:gdLst/>
              <a:ahLst/>
              <a:cxnLst/>
              <a:rect l="l" t="t" r="r" b="b"/>
              <a:pathLst>
                <a:path w="1535" h="5736" extrusionOk="0">
                  <a:moveTo>
                    <a:pt x="0" y="1"/>
                  </a:moveTo>
                  <a:lnTo>
                    <a:pt x="0" y="5736"/>
                  </a:lnTo>
                  <a:lnTo>
                    <a:pt x="1534" y="5736"/>
                  </a:lnTo>
                  <a:lnTo>
                    <a:pt x="15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118"/>
            <p:cNvSpPr/>
            <p:nvPr/>
          </p:nvSpPr>
          <p:spPr>
            <a:xfrm>
              <a:off x="2698988" y="4324325"/>
              <a:ext cx="61925" cy="174325"/>
            </a:xfrm>
            <a:custGeom>
              <a:avLst/>
              <a:gdLst/>
              <a:ahLst/>
              <a:cxnLst/>
              <a:rect l="l" t="t" r="r" b="b"/>
              <a:pathLst>
                <a:path w="2477" h="6973" extrusionOk="0">
                  <a:moveTo>
                    <a:pt x="1" y="0"/>
                  </a:moveTo>
                  <a:lnTo>
                    <a:pt x="1" y="6973"/>
                  </a:lnTo>
                  <a:lnTo>
                    <a:pt x="2476" y="6973"/>
                  </a:lnTo>
                  <a:lnTo>
                    <a:pt x="247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118"/>
            <p:cNvSpPr/>
            <p:nvPr/>
          </p:nvSpPr>
          <p:spPr>
            <a:xfrm>
              <a:off x="2510313" y="4249800"/>
              <a:ext cx="14400" cy="279350"/>
            </a:xfrm>
            <a:custGeom>
              <a:avLst/>
              <a:gdLst/>
              <a:ahLst/>
              <a:cxnLst/>
              <a:rect l="l" t="t" r="r" b="b"/>
              <a:pathLst>
                <a:path w="576" h="11174" extrusionOk="0">
                  <a:moveTo>
                    <a:pt x="0" y="0"/>
                  </a:moveTo>
                  <a:lnTo>
                    <a:pt x="0" y="11174"/>
                  </a:lnTo>
                  <a:lnTo>
                    <a:pt x="575" y="11174"/>
                  </a:lnTo>
                  <a:lnTo>
                    <a:pt x="57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118"/>
            <p:cNvSpPr/>
            <p:nvPr/>
          </p:nvSpPr>
          <p:spPr>
            <a:xfrm>
              <a:off x="2933438" y="4249800"/>
              <a:ext cx="16150" cy="279350"/>
            </a:xfrm>
            <a:custGeom>
              <a:avLst/>
              <a:gdLst/>
              <a:ahLst/>
              <a:cxnLst/>
              <a:rect l="l" t="t" r="r" b="b"/>
              <a:pathLst>
                <a:path w="646" h="11174" extrusionOk="0">
                  <a:moveTo>
                    <a:pt x="1" y="0"/>
                  </a:moveTo>
                  <a:lnTo>
                    <a:pt x="1" y="11174"/>
                  </a:lnTo>
                  <a:lnTo>
                    <a:pt x="646" y="11174"/>
                  </a:lnTo>
                  <a:lnTo>
                    <a:pt x="64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118"/>
            <p:cNvSpPr/>
            <p:nvPr/>
          </p:nvSpPr>
          <p:spPr>
            <a:xfrm>
              <a:off x="2722538" y="4142600"/>
              <a:ext cx="14825" cy="45350"/>
            </a:xfrm>
            <a:custGeom>
              <a:avLst/>
              <a:gdLst/>
              <a:ahLst/>
              <a:cxnLst/>
              <a:rect l="l" t="t" r="r" b="b"/>
              <a:pathLst>
                <a:path w="593" h="1814" extrusionOk="0">
                  <a:moveTo>
                    <a:pt x="0" y="0"/>
                  </a:moveTo>
                  <a:lnTo>
                    <a:pt x="0" y="1813"/>
                  </a:lnTo>
                  <a:lnTo>
                    <a:pt x="593" y="1813"/>
                  </a:lnTo>
                  <a:lnTo>
                    <a:pt x="5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118"/>
            <p:cNvSpPr/>
            <p:nvPr/>
          </p:nvSpPr>
          <p:spPr>
            <a:xfrm>
              <a:off x="2482863" y="4064600"/>
              <a:ext cx="494200" cy="146875"/>
            </a:xfrm>
            <a:custGeom>
              <a:avLst/>
              <a:gdLst/>
              <a:ahLst/>
              <a:cxnLst/>
              <a:rect l="l" t="t" r="r" b="b"/>
              <a:pathLst>
                <a:path w="19768" h="5875" extrusionOk="0">
                  <a:moveTo>
                    <a:pt x="9884" y="0"/>
                  </a:moveTo>
                  <a:lnTo>
                    <a:pt x="7478" y="2754"/>
                  </a:lnTo>
                  <a:lnTo>
                    <a:pt x="7478" y="5299"/>
                  </a:lnTo>
                  <a:lnTo>
                    <a:pt x="941" y="5299"/>
                  </a:lnTo>
                  <a:lnTo>
                    <a:pt x="1900" y="3417"/>
                  </a:lnTo>
                  <a:lnTo>
                    <a:pt x="7129" y="3417"/>
                  </a:lnTo>
                  <a:lnTo>
                    <a:pt x="7129" y="2824"/>
                  </a:lnTo>
                  <a:lnTo>
                    <a:pt x="1534" y="2824"/>
                  </a:lnTo>
                  <a:lnTo>
                    <a:pt x="0" y="5874"/>
                  </a:lnTo>
                  <a:lnTo>
                    <a:pt x="8071" y="5874"/>
                  </a:lnTo>
                  <a:lnTo>
                    <a:pt x="8071" y="2981"/>
                  </a:lnTo>
                  <a:lnTo>
                    <a:pt x="9884" y="872"/>
                  </a:lnTo>
                  <a:lnTo>
                    <a:pt x="11696" y="2981"/>
                  </a:lnTo>
                  <a:lnTo>
                    <a:pt x="11696" y="5874"/>
                  </a:lnTo>
                  <a:lnTo>
                    <a:pt x="19767" y="5874"/>
                  </a:lnTo>
                  <a:lnTo>
                    <a:pt x="18233" y="2824"/>
                  </a:lnTo>
                  <a:lnTo>
                    <a:pt x="12568" y="2824"/>
                  </a:lnTo>
                  <a:lnTo>
                    <a:pt x="12568" y="3417"/>
                  </a:lnTo>
                  <a:lnTo>
                    <a:pt x="17867" y="3417"/>
                  </a:lnTo>
                  <a:lnTo>
                    <a:pt x="18739" y="5299"/>
                  </a:lnTo>
                  <a:lnTo>
                    <a:pt x="12272" y="5299"/>
                  </a:lnTo>
                  <a:lnTo>
                    <a:pt x="12272" y="2754"/>
                  </a:lnTo>
                  <a:lnTo>
                    <a:pt x="988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118"/>
            <p:cNvSpPr/>
            <p:nvPr/>
          </p:nvSpPr>
          <p:spPr>
            <a:xfrm>
              <a:off x="2502888" y="4218850"/>
              <a:ext cx="454125" cy="21825"/>
            </a:xfrm>
            <a:custGeom>
              <a:avLst/>
              <a:gdLst/>
              <a:ahLst/>
              <a:cxnLst/>
              <a:rect l="l" t="t" r="r" b="b"/>
              <a:pathLst>
                <a:path w="18165" h="873" extrusionOk="0">
                  <a:moveTo>
                    <a:pt x="1" y="1"/>
                  </a:moveTo>
                  <a:lnTo>
                    <a:pt x="1" y="872"/>
                  </a:lnTo>
                  <a:lnTo>
                    <a:pt x="18164" y="872"/>
                  </a:lnTo>
                  <a:lnTo>
                    <a:pt x="18164" y="1"/>
                  </a:lnTo>
                  <a:lnTo>
                    <a:pt x="17572" y="1"/>
                  </a:lnTo>
                  <a:lnTo>
                    <a:pt x="17572" y="297"/>
                  </a:lnTo>
                  <a:lnTo>
                    <a:pt x="576" y="297"/>
                  </a:lnTo>
                  <a:lnTo>
                    <a:pt x="57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118"/>
            <p:cNvSpPr/>
            <p:nvPr/>
          </p:nvSpPr>
          <p:spPr>
            <a:xfrm>
              <a:off x="2661088" y="4536550"/>
              <a:ext cx="136000" cy="14400"/>
            </a:xfrm>
            <a:custGeom>
              <a:avLst/>
              <a:gdLst/>
              <a:ahLst/>
              <a:cxnLst/>
              <a:rect l="l" t="t" r="r" b="b"/>
              <a:pathLst>
                <a:path w="5440" h="576" extrusionOk="0">
                  <a:moveTo>
                    <a:pt x="0" y="0"/>
                  </a:moveTo>
                  <a:lnTo>
                    <a:pt x="0" y="575"/>
                  </a:lnTo>
                  <a:lnTo>
                    <a:pt x="5439" y="575"/>
                  </a:lnTo>
                  <a:lnTo>
                    <a:pt x="543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118"/>
            <p:cNvSpPr/>
            <p:nvPr/>
          </p:nvSpPr>
          <p:spPr>
            <a:xfrm>
              <a:off x="2806213" y="4536550"/>
              <a:ext cx="165175" cy="14400"/>
            </a:xfrm>
            <a:custGeom>
              <a:avLst/>
              <a:gdLst/>
              <a:ahLst/>
              <a:cxnLst/>
              <a:rect l="l" t="t" r="r" b="b"/>
              <a:pathLst>
                <a:path w="6607" h="576" extrusionOk="0">
                  <a:moveTo>
                    <a:pt x="0" y="0"/>
                  </a:moveTo>
                  <a:lnTo>
                    <a:pt x="0" y="575"/>
                  </a:lnTo>
                  <a:lnTo>
                    <a:pt x="6606" y="575"/>
                  </a:lnTo>
                  <a:lnTo>
                    <a:pt x="66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118"/>
            <p:cNvSpPr/>
            <p:nvPr/>
          </p:nvSpPr>
          <p:spPr>
            <a:xfrm>
              <a:off x="2488513" y="4536550"/>
              <a:ext cx="165200" cy="14400"/>
            </a:xfrm>
            <a:custGeom>
              <a:avLst/>
              <a:gdLst/>
              <a:ahLst/>
              <a:cxnLst/>
              <a:rect l="l" t="t" r="r" b="b"/>
              <a:pathLst>
                <a:path w="6608" h="576" extrusionOk="0">
                  <a:moveTo>
                    <a:pt x="1" y="0"/>
                  </a:moveTo>
                  <a:lnTo>
                    <a:pt x="1" y="575"/>
                  </a:lnTo>
                  <a:lnTo>
                    <a:pt x="6607" y="575"/>
                  </a:lnTo>
                  <a:lnTo>
                    <a:pt x="66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118"/>
            <p:cNvSpPr/>
            <p:nvPr/>
          </p:nvSpPr>
          <p:spPr>
            <a:xfrm>
              <a:off x="2691588" y="4316900"/>
              <a:ext cx="76300" cy="166925"/>
            </a:xfrm>
            <a:custGeom>
              <a:avLst/>
              <a:gdLst/>
              <a:ahLst/>
              <a:cxnLst/>
              <a:rect l="l" t="t" r="r" b="b"/>
              <a:pathLst>
                <a:path w="3052" h="6677" extrusionOk="0">
                  <a:moveTo>
                    <a:pt x="1" y="1"/>
                  </a:moveTo>
                  <a:lnTo>
                    <a:pt x="1" y="6677"/>
                  </a:lnTo>
                  <a:lnTo>
                    <a:pt x="593" y="6677"/>
                  </a:lnTo>
                  <a:lnTo>
                    <a:pt x="593" y="576"/>
                  </a:lnTo>
                  <a:lnTo>
                    <a:pt x="2406" y="576"/>
                  </a:lnTo>
                  <a:lnTo>
                    <a:pt x="2406" y="6677"/>
                  </a:lnTo>
                  <a:lnTo>
                    <a:pt x="3051" y="6677"/>
                  </a:lnTo>
                  <a:lnTo>
                    <a:pt x="305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118"/>
            <p:cNvSpPr/>
            <p:nvPr/>
          </p:nvSpPr>
          <p:spPr>
            <a:xfrm>
              <a:off x="2548213" y="4264175"/>
              <a:ext cx="52750" cy="219650"/>
            </a:xfrm>
            <a:custGeom>
              <a:avLst/>
              <a:gdLst/>
              <a:ahLst/>
              <a:cxnLst/>
              <a:rect l="l" t="t" r="r" b="b"/>
              <a:pathLst>
                <a:path w="2110" h="8786" extrusionOk="0">
                  <a:moveTo>
                    <a:pt x="1535" y="576"/>
                  </a:moveTo>
                  <a:lnTo>
                    <a:pt x="1535" y="5735"/>
                  </a:lnTo>
                  <a:lnTo>
                    <a:pt x="593" y="5735"/>
                  </a:lnTo>
                  <a:lnTo>
                    <a:pt x="593" y="576"/>
                  </a:lnTo>
                  <a:close/>
                  <a:moveTo>
                    <a:pt x="1535" y="6328"/>
                  </a:moveTo>
                  <a:lnTo>
                    <a:pt x="1535" y="8211"/>
                  </a:lnTo>
                  <a:lnTo>
                    <a:pt x="593" y="8211"/>
                  </a:lnTo>
                  <a:lnTo>
                    <a:pt x="593" y="6328"/>
                  </a:lnTo>
                  <a:close/>
                  <a:moveTo>
                    <a:pt x="1" y="1"/>
                  </a:moveTo>
                  <a:lnTo>
                    <a:pt x="1" y="8786"/>
                  </a:lnTo>
                  <a:lnTo>
                    <a:pt x="2110" y="8786"/>
                  </a:lnTo>
                  <a:lnTo>
                    <a:pt x="211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118"/>
            <p:cNvSpPr/>
            <p:nvPr/>
          </p:nvSpPr>
          <p:spPr>
            <a:xfrm>
              <a:off x="2615338" y="4264175"/>
              <a:ext cx="52750" cy="219650"/>
            </a:xfrm>
            <a:custGeom>
              <a:avLst/>
              <a:gdLst/>
              <a:ahLst/>
              <a:cxnLst/>
              <a:rect l="l" t="t" r="r" b="b"/>
              <a:pathLst>
                <a:path w="2110" h="8786" extrusionOk="0">
                  <a:moveTo>
                    <a:pt x="1534" y="576"/>
                  </a:moveTo>
                  <a:lnTo>
                    <a:pt x="1534" y="3347"/>
                  </a:lnTo>
                  <a:lnTo>
                    <a:pt x="663" y="3347"/>
                  </a:lnTo>
                  <a:lnTo>
                    <a:pt x="663" y="576"/>
                  </a:lnTo>
                  <a:close/>
                  <a:moveTo>
                    <a:pt x="1534" y="3923"/>
                  </a:moveTo>
                  <a:lnTo>
                    <a:pt x="1534" y="8211"/>
                  </a:lnTo>
                  <a:lnTo>
                    <a:pt x="663" y="8211"/>
                  </a:lnTo>
                  <a:lnTo>
                    <a:pt x="663" y="3923"/>
                  </a:lnTo>
                  <a:close/>
                  <a:moveTo>
                    <a:pt x="0" y="1"/>
                  </a:moveTo>
                  <a:lnTo>
                    <a:pt x="0" y="8786"/>
                  </a:lnTo>
                  <a:lnTo>
                    <a:pt x="2109" y="8786"/>
                  </a:lnTo>
                  <a:lnTo>
                    <a:pt x="210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118"/>
            <p:cNvSpPr/>
            <p:nvPr/>
          </p:nvSpPr>
          <p:spPr>
            <a:xfrm>
              <a:off x="2789638" y="4264175"/>
              <a:ext cx="52750" cy="219650"/>
            </a:xfrm>
            <a:custGeom>
              <a:avLst/>
              <a:gdLst/>
              <a:ahLst/>
              <a:cxnLst/>
              <a:rect l="l" t="t" r="r" b="b"/>
              <a:pathLst>
                <a:path w="2110" h="8786" extrusionOk="0">
                  <a:moveTo>
                    <a:pt x="1535" y="576"/>
                  </a:moveTo>
                  <a:lnTo>
                    <a:pt x="1535" y="1535"/>
                  </a:lnTo>
                  <a:lnTo>
                    <a:pt x="593" y="1535"/>
                  </a:lnTo>
                  <a:lnTo>
                    <a:pt x="593" y="576"/>
                  </a:lnTo>
                  <a:close/>
                  <a:moveTo>
                    <a:pt x="1535" y="2110"/>
                  </a:moveTo>
                  <a:lnTo>
                    <a:pt x="1535" y="8211"/>
                  </a:lnTo>
                  <a:lnTo>
                    <a:pt x="593" y="8211"/>
                  </a:lnTo>
                  <a:lnTo>
                    <a:pt x="593" y="2110"/>
                  </a:lnTo>
                  <a:close/>
                  <a:moveTo>
                    <a:pt x="1" y="1"/>
                  </a:moveTo>
                  <a:lnTo>
                    <a:pt x="1" y="8786"/>
                  </a:lnTo>
                  <a:lnTo>
                    <a:pt x="2110" y="8786"/>
                  </a:lnTo>
                  <a:lnTo>
                    <a:pt x="211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118"/>
            <p:cNvSpPr/>
            <p:nvPr/>
          </p:nvSpPr>
          <p:spPr>
            <a:xfrm>
              <a:off x="2858938" y="4264175"/>
              <a:ext cx="52750" cy="219650"/>
            </a:xfrm>
            <a:custGeom>
              <a:avLst/>
              <a:gdLst/>
              <a:ahLst/>
              <a:cxnLst/>
              <a:rect l="l" t="t" r="r" b="b"/>
              <a:pathLst>
                <a:path w="2110" h="8786" extrusionOk="0">
                  <a:moveTo>
                    <a:pt x="1517" y="576"/>
                  </a:moveTo>
                  <a:lnTo>
                    <a:pt x="1517" y="5735"/>
                  </a:lnTo>
                  <a:lnTo>
                    <a:pt x="575" y="5735"/>
                  </a:lnTo>
                  <a:lnTo>
                    <a:pt x="575" y="576"/>
                  </a:lnTo>
                  <a:close/>
                  <a:moveTo>
                    <a:pt x="1517" y="6328"/>
                  </a:moveTo>
                  <a:lnTo>
                    <a:pt x="1517" y="8211"/>
                  </a:lnTo>
                  <a:lnTo>
                    <a:pt x="575" y="8211"/>
                  </a:lnTo>
                  <a:lnTo>
                    <a:pt x="575" y="6328"/>
                  </a:lnTo>
                  <a:close/>
                  <a:moveTo>
                    <a:pt x="0" y="1"/>
                  </a:moveTo>
                  <a:lnTo>
                    <a:pt x="0" y="8786"/>
                  </a:lnTo>
                  <a:lnTo>
                    <a:pt x="2109" y="8786"/>
                  </a:lnTo>
                  <a:lnTo>
                    <a:pt x="210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118"/>
            <p:cNvSpPr/>
            <p:nvPr/>
          </p:nvSpPr>
          <p:spPr>
            <a:xfrm>
              <a:off x="2715563" y="4414950"/>
              <a:ext cx="14400" cy="16150"/>
            </a:xfrm>
            <a:custGeom>
              <a:avLst/>
              <a:gdLst/>
              <a:ahLst/>
              <a:cxnLst/>
              <a:rect l="l" t="t" r="r" b="b"/>
              <a:pathLst>
                <a:path w="576" h="646" extrusionOk="0">
                  <a:moveTo>
                    <a:pt x="0" y="1"/>
                  </a:moveTo>
                  <a:lnTo>
                    <a:pt x="0" y="646"/>
                  </a:lnTo>
                  <a:lnTo>
                    <a:pt x="576" y="646"/>
                  </a:lnTo>
                  <a:lnTo>
                    <a:pt x="5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118"/>
            <p:cNvSpPr/>
            <p:nvPr/>
          </p:nvSpPr>
          <p:spPr>
            <a:xfrm>
              <a:off x="2691588" y="4491225"/>
              <a:ext cx="76300" cy="14400"/>
            </a:xfrm>
            <a:custGeom>
              <a:avLst/>
              <a:gdLst/>
              <a:ahLst/>
              <a:cxnLst/>
              <a:rect l="l" t="t" r="r" b="b"/>
              <a:pathLst>
                <a:path w="3052" h="576" extrusionOk="0">
                  <a:moveTo>
                    <a:pt x="1" y="0"/>
                  </a:moveTo>
                  <a:lnTo>
                    <a:pt x="1" y="575"/>
                  </a:lnTo>
                  <a:lnTo>
                    <a:pt x="3051" y="575"/>
                  </a:lnTo>
                  <a:lnTo>
                    <a:pt x="305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7" name="Google Shape;4457;p118"/>
          <p:cNvGrpSpPr/>
          <p:nvPr/>
        </p:nvGrpSpPr>
        <p:grpSpPr>
          <a:xfrm>
            <a:off x="3232838" y="1348025"/>
            <a:ext cx="466750" cy="492000"/>
            <a:chOff x="3232838" y="1348025"/>
            <a:chExt cx="466750" cy="492000"/>
          </a:xfrm>
        </p:grpSpPr>
        <p:sp>
          <p:nvSpPr>
            <p:cNvPr id="4458" name="Google Shape;4458;p118"/>
            <p:cNvSpPr/>
            <p:nvPr/>
          </p:nvSpPr>
          <p:spPr>
            <a:xfrm>
              <a:off x="3238488" y="1424275"/>
              <a:ext cx="76300" cy="76300"/>
            </a:xfrm>
            <a:custGeom>
              <a:avLst/>
              <a:gdLst/>
              <a:ahLst/>
              <a:cxnLst/>
              <a:rect l="l" t="t" r="r" b="b"/>
              <a:pathLst>
                <a:path w="3052" h="3052" extrusionOk="0">
                  <a:moveTo>
                    <a:pt x="1517" y="1"/>
                  </a:moveTo>
                  <a:cubicBezTo>
                    <a:pt x="716" y="1"/>
                    <a:pt x="1" y="646"/>
                    <a:pt x="1" y="1517"/>
                  </a:cubicBezTo>
                  <a:cubicBezTo>
                    <a:pt x="1" y="2389"/>
                    <a:pt x="716" y="3051"/>
                    <a:pt x="1517" y="3051"/>
                  </a:cubicBezTo>
                  <a:cubicBezTo>
                    <a:pt x="2389" y="3051"/>
                    <a:pt x="3051" y="2389"/>
                    <a:pt x="3051" y="1517"/>
                  </a:cubicBezTo>
                  <a:cubicBezTo>
                    <a:pt x="3051" y="646"/>
                    <a:pt x="2389" y="1"/>
                    <a:pt x="15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118"/>
            <p:cNvSpPr/>
            <p:nvPr/>
          </p:nvSpPr>
          <p:spPr>
            <a:xfrm>
              <a:off x="3262038" y="1438650"/>
              <a:ext cx="37925" cy="40125"/>
            </a:xfrm>
            <a:custGeom>
              <a:avLst/>
              <a:gdLst/>
              <a:ahLst/>
              <a:cxnLst/>
              <a:rect l="l" t="t" r="r" b="b"/>
              <a:pathLst>
                <a:path w="1517" h="1605" extrusionOk="0">
                  <a:moveTo>
                    <a:pt x="715" y="1"/>
                  </a:moveTo>
                  <a:cubicBezTo>
                    <a:pt x="279" y="1"/>
                    <a:pt x="0" y="367"/>
                    <a:pt x="0" y="803"/>
                  </a:cubicBezTo>
                  <a:cubicBezTo>
                    <a:pt x="0" y="1239"/>
                    <a:pt x="279" y="1605"/>
                    <a:pt x="715" y="1605"/>
                  </a:cubicBezTo>
                  <a:cubicBezTo>
                    <a:pt x="1151" y="1605"/>
                    <a:pt x="1517" y="1239"/>
                    <a:pt x="1517" y="803"/>
                  </a:cubicBezTo>
                  <a:cubicBezTo>
                    <a:pt x="1517" y="367"/>
                    <a:pt x="1151" y="1"/>
                    <a:pt x="7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118"/>
            <p:cNvSpPr/>
            <p:nvPr/>
          </p:nvSpPr>
          <p:spPr>
            <a:xfrm>
              <a:off x="3572313" y="1358925"/>
              <a:ext cx="110700" cy="110700"/>
            </a:xfrm>
            <a:custGeom>
              <a:avLst/>
              <a:gdLst/>
              <a:ahLst/>
              <a:cxnLst/>
              <a:rect l="l" t="t" r="r" b="b"/>
              <a:pathLst>
                <a:path w="4428" h="4428" extrusionOk="0">
                  <a:moveTo>
                    <a:pt x="2179" y="0"/>
                  </a:moveTo>
                  <a:cubicBezTo>
                    <a:pt x="941" y="0"/>
                    <a:pt x="0" y="941"/>
                    <a:pt x="0" y="2179"/>
                  </a:cubicBezTo>
                  <a:cubicBezTo>
                    <a:pt x="0" y="3486"/>
                    <a:pt x="941" y="4428"/>
                    <a:pt x="2179" y="4428"/>
                  </a:cubicBezTo>
                  <a:cubicBezTo>
                    <a:pt x="3486" y="4428"/>
                    <a:pt x="4428" y="3486"/>
                    <a:pt x="4428" y="2179"/>
                  </a:cubicBezTo>
                  <a:cubicBezTo>
                    <a:pt x="4428" y="941"/>
                    <a:pt x="3486" y="0"/>
                    <a:pt x="21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118"/>
            <p:cNvSpPr/>
            <p:nvPr/>
          </p:nvSpPr>
          <p:spPr>
            <a:xfrm>
              <a:off x="3583188" y="1723650"/>
              <a:ext cx="108975" cy="107225"/>
            </a:xfrm>
            <a:custGeom>
              <a:avLst/>
              <a:gdLst/>
              <a:ahLst/>
              <a:cxnLst/>
              <a:rect l="l" t="t" r="r" b="b"/>
              <a:pathLst>
                <a:path w="4359" h="4289" extrusionOk="0">
                  <a:moveTo>
                    <a:pt x="2180" y="1"/>
                  </a:moveTo>
                  <a:cubicBezTo>
                    <a:pt x="1029" y="1"/>
                    <a:pt x="1" y="960"/>
                    <a:pt x="1" y="2180"/>
                  </a:cubicBezTo>
                  <a:cubicBezTo>
                    <a:pt x="1" y="3348"/>
                    <a:pt x="1029" y="4289"/>
                    <a:pt x="2180" y="4289"/>
                  </a:cubicBezTo>
                  <a:cubicBezTo>
                    <a:pt x="3348" y="4289"/>
                    <a:pt x="4359" y="3348"/>
                    <a:pt x="4359" y="2180"/>
                  </a:cubicBezTo>
                  <a:cubicBezTo>
                    <a:pt x="4359" y="960"/>
                    <a:pt x="3348" y="1"/>
                    <a:pt x="21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118"/>
            <p:cNvSpPr/>
            <p:nvPr/>
          </p:nvSpPr>
          <p:spPr>
            <a:xfrm>
              <a:off x="3276413" y="1738475"/>
              <a:ext cx="76275" cy="78025"/>
            </a:xfrm>
            <a:custGeom>
              <a:avLst/>
              <a:gdLst/>
              <a:ahLst/>
              <a:cxnLst/>
              <a:rect l="l" t="t" r="r" b="b"/>
              <a:pathLst>
                <a:path w="3051" h="3121" extrusionOk="0">
                  <a:moveTo>
                    <a:pt x="1534" y="1"/>
                  </a:moveTo>
                  <a:cubicBezTo>
                    <a:pt x="663" y="1"/>
                    <a:pt x="0" y="715"/>
                    <a:pt x="0" y="1587"/>
                  </a:cubicBezTo>
                  <a:cubicBezTo>
                    <a:pt x="0" y="2389"/>
                    <a:pt x="663" y="3121"/>
                    <a:pt x="1534" y="3121"/>
                  </a:cubicBezTo>
                  <a:cubicBezTo>
                    <a:pt x="2406" y="3121"/>
                    <a:pt x="3051" y="2389"/>
                    <a:pt x="3051" y="1587"/>
                  </a:cubicBezTo>
                  <a:cubicBezTo>
                    <a:pt x="3051" y="715"/>
                    <a:pt x="2406" y="1"/>
                    <a:pt x="15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118"/>
            <p:cNvSpPr/>
            <p:nvPr/>
          </p:nvSpPr>
          <p:spPr>
            <a:xfrm>
              <a:off x="3361813" y="1509700"/>
              <a:ext cx="168675" cy="168675"/>
            </a:xfrm>
            <a:custGeom>
              <a:avLst/>
              <a:gdLst/>
              <a:ahLst/>
              <a:cxnLst/>
              <a:rect l="l" t="t" r="r" b="b"/>
              <a:pathLst>
                <a:path w="6747" h="6747" extrusionOk="0">
                  <a:moveTo>
                    <a:pt x="3348" y="0"/>
                  </a:moveTo>
                  <a:cubicBezTo>
                    <a:pt x="1517" y="0"/>
                    <a:pt x="1" y="1447"/>
                    <a:pt x="1" y="3330"/>
                  </a:cubicBezTo>
                  <a:cubicBezTo>
                    <a:pt x="1" y="5230"/>
                    <a:pt x="1517" y="6746"/>
                    <a:pt x="3348" y="6746"/>
                  </a:cubicBezTo>
                  <a:cubicBezTo>
                    <a:pt x="5230" y="6746"/>
                    <a:pt x="6747" y="5230"/>
                    <a:pt x="6747" y="3330"/>
                  </a:cubicBezTo>
                  <a:cubicBezTo>
                    <a:pt x="6747" y="1447"/>
                    <a:pt x="5230" y="0"/>
                    <a:pt x="33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118"/>
            <p:cNvSpPr/>
            <p:nvPr/>
          </p:nvSpPr>
          <p:spPr>
            <a:xfrm>
              <a:off x="3399738" y="1524075"/>
              <a:ext cx="107225" cy="107225"/>
            </a:xfrm>
            <a:custGeom>
              <a:avLst/>
              <a:gdLst/>
              <a:ahLst/>
              <a:cxnLst/>
              <a:rect l="l" t="t" r="r" b="b"/>
              <a:pathLst>
                <a:path w="4289" h="4289" extrusionOk="0">
                  <a:moveTo>
                    <a:pt x="2110" y="0"/>
                  </a:moveTo>
                  <a:cubicBezTo>
                    <a:pt x="959" y="0"/>
                    <a:pt x="0" y="942"/>
                    <a:pt x="0" y="2179"/>
                  </a:cubicBezTo>
                  <a:cubicBezTo>
                    <a:pt x="0" y="3347"/>
                    <a:pt x="959" y="4288"/>
                    <a:pt x="2110" y="4288"/>
                  </a:cubicBezTo>
                  <a:cubicBezTo>
                    <a:pt x="3347" y="4288"/>
                    <a:pt x="4288" y="3347"/>
                    <a:pt x="4288" y="2179"/>
                  </a:cubicBezTo>
                  <a:cubicBezTo>
                    <a:pt x="4288" y="942"/>
                    <a:pt x="3347" y="0"/>
                    <a:pt x="21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118"/>
            <p:cNvSpPr/>
            <p:nvPr/>
          </p:nvSpPr>
          <p:spPr>
            <a:xfrm>
              <a:off x="3438088" y="1531475"/>
              <a:ext cx="68875" cy="68875"/>
            </a:xfrm>
            <a:custGeom>
              <a:avLst/>
              <a:gdLst/>
              <a:ahLst/>
              <a:cxnLst/>
              <a:rect l="l" t="t" r="r" b="b"/>
              <a:pathLst>
                <a:path w="2755" h="2755" extrusionOk="0">
                  <a:moveTo>
                    <a:pt x="1377" y="1"/>
                  </a:moveTo>
                  <a:cubicBezTo>
                    <a:pt x="645" y="1"/>
                    <a:pt x="0" y="646"/>
                    <a:pt x="0" y="1378"/>
                  </a:cubicBezTo>
                  <a:cubicBezTo>
                    <a:pt x="0" y="2180"/>
                    <a:pt x="645" y="2755"/>
                    <a:pt x="1377" y="2755"/>
                  </a:cubicBezTo>
                  <a:cubicBezTo>
                    <a:pt x="2179" y="2755"/>
                    <a:pt x="2754" y="2180"/>
                    <a:pt x="2754" y="1378"/>
                  </a:cubicBezTo>
                  <a:cubicBezTo>
                    <a:pt x="2754" y="646"/>
                    <a:pt x="2179" y="1"/>
                    <a:pt x="137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118"/>
            <p:cNvSpPr/>
            <p:nvPr/>
          </p:nvSpPr>
          <p:spPr>
            <a:xfrm>
              <a:off x="3232838" y="1348025"/>
              <a:ext cx="466750" cy="492000"/>
            </a:xfrm>
            <a:custGeom>
              <a:avLst/>
              <a:gdLst/>
              <a:ahLst/>
              <a:cxnLst/>
              <a:rect l="l" t="t" r="r" b="b"/>
              <a:pathLst>
                <a:path w="18670" h="19680" extrusionOk="0">
                  <a:moveTo>
                    <a:pt x="15758" y="576"/>
                  </a:moveTo>
                  <a:cubicBezTo>
                    <a:pt x="16856" y="576"/>
                    <a:pt x="17658" y="1447"/>
                    <a:pt x="17658" y="2475"/>
                  </a:cubicBezTo>
                  <a:cubicBezTo>
                    <a:pt x="17658" y="3556"/>
                    <a:pt x="16856" y="4428"/>
                    <a:pt x="15758" y="4428"/>
                  </a:cubicBezTo>
                  <a:cubicBezTo>
                    <a:pt x="14747" y="4428"/>
                    <a:pt x="13875" y="3556"/>
                    <a:pt x="13875" y="2475"/>
                  </a:cubicBezTo>
                  <a:cubicBezTo>
                    <a:pt x="13875" y="1447"/>
                    <a:pt x="14747" y="576"/>
                    <a:pt x="15758" y="576"/>
                  </a:cubicBezTo>
                  <a:close/>
                  <a:moveTo>
                    <a:pt x="1813" y="3556"/>
                  </a:moveTo>
                  <a:cubicBezTo>
                    <a:pt x="2475" y="3556"/>
                    <a:pt x="2981" y="4062"/>
                    <a:pt x="2981" y="4724"/>
                  </a:cubicBezTo>
                  <a:cubicBezTo>
                    <a:pt x="2981" y="5369"/>
                    <a:pt x="2475" y="5875"/>
                    <a:pt x="1813" y="5875"/>
                  </a:cubicBezTo>
                  <a:cubicBezTo>
                    <a:pt x="1168" y="5875"/>
                    <a:pt x="663" y="5369"/>
                    <a:pt x="663" y="4724"/>
                  </a:cubicBezTo>
                  <a:cubicBezTo>
                    <a:pt x="663" y="4062"/>
                    <a:pt x="1168" y="3556"/>
                    <a:pt x="1813" y="3556"/>
                  </a:cubicBezTo>
                  <a:close/>
                  <a:moveTo>
                    <a:pt x="8420" y="6833"/>
                  </a:moveTo>
                  <a:cubicBezTo>
                    <a:pt x="10093" y="6833"/>
                    <a:pt x="11400" y="8210"/>
                    <a:pt x="11400" y="9884"/>
                  </a:cubicBezTo>
                  <a:cubicBezTo>
                    <a:pt x="11400" y="11470"/>
                    <a:pt x="10093" y="12847"/>
                    <a:pt x="8420" y="12847"/>
                  </a:cubicBezTo>
                  <a:cubicBezTo>
                    <a:pt x="6764" y="12847"/>
                    <a:pt x="5456" y="11470"/>
                    <a:pt x="5456" y="9884"/>
                  </a:cubicBezTo>
                  <a:cubicBezTo>
                    <a:pt x="5456" y="8210"/>
                    <a:pt x="6764" y="6833"/>
                    <a:pt x="8420" y="6833"/>
                  </a:cubicBezTo>
                  <a:close/>
                  <a:moveTo>
                    <a:pt x="3277" y="16054"/>
                  </a:moveTo>
                  <a:cubicBezTo>
                    <a:pt x="3922" y="16054"/>
                    <a:pt x="4428" y="16560"/>
                    <a:pt x="4428" y="17205"/>
                  </a:cubicBezTo>
                  <a:cubicBezTo>
                    <a:pt x="4428" y="17867"/>
                    <a:pt x="3922" y="18373"/>
                    <a:pt x="3277" y="18373"/>
                  </a:cubicBezTo>
                  <a:cubicBezTo>
                    <a:pt x="2615" y="18373"/>
                    <a:pt x="2109" y="17867"/>
                    <a:pt x="2109" y="17205"/>
                  </a:cubicBezTo>
                  <a:cubicBezTo>
                    <a:pt x="2109" y="16560"/>
                    <a:pt x="2615" y="16054"/>
                    <a:pt x="3277" y="16054"/>
                  </a:cubicBezTo>
                  <a:close/>
                  <a:moveTo>
                    <a:pt x="16124" y="15322"/>
                  </a:moveTo>
                  <a:cubicBezTo>
                    <a:pt x="17222" y="15322"/>
                    <a:pt x="18007" y="16124"/>
                    <a:pt x="18007" y="17205"/>
                  </a:cubicBezTo>
                  <a:cubicBezTo>
                    <a:pt x="18007" y="18233"/>
                    <a:pt x="17222" y="19105"/>
                    <a:pt x="16124" y="19105"/>
                  </a:cubicBezTo>
                  <a:cubicBezTo>
                    <a:pt x="15113" y="19105"/>
                    <a:pt x="14242" y="18233"/>
                    <a:pt x="14242" y="17205"/>
                  </a:cubicBezTo>
                  <a:cubicBezTo>
                    <a:pt x="14242" y="16124"/>
                    <a:pt x="15113" y="15322"/>
                    <a:pt x="16124" y="15322"/>
                  </a:cubicBezTo>
                  <a:close/>
                  <a:moveTo>
                    <a:pt x="15758" y="0"/>
                  </a:moveTo>
                  <a:cubicBezTo>
                    <a:pt x="14381" y="0"/>
                    <a:pt x="13300" y="1081"/>
                    <a:pt x="13300" y="2475"/>
                  </a:cubicBezTo>
                  <a:cubicBezTo>
                    <a:pt x="13300" y="3120"/>
                    <a:pt x="13509" y="3626"/>
                    <a:pt x="13806" y="4062"/>
                  </a:cubicBezTo>
                  <a:lnTo>
                    <a:pt x="10755" y="7112"/>
                  </a:lnTo>
                  <a:cubicBezTo>
                    <a:pt x="10163" y="6537"/>
                    <a:pt x="9291" y="6241"/>
                    <a:pt x="8420" y="6241"/>
                  </a:cubicBezTo>
                  <a:cubicBezTo>
                    <a:pt x="7408" y="6241"/>
                    <a:pt x="6467" y="6676"/>
                    <a:pt x="5805" y="7339"/>
                  </a:cubicBezTo>
                  <a:lnTo>
                    <a:pt x="3417" y="5439"/>
                  </a:lnTo>
                  <a:cubicBezTo>
                    <a:pt x="3486" y="5230"/>
                    <a:pt x="3556" y="4933"/>
                    <a:pt x="3556" y="4724"/>
                  </a:cubicBezTo>
                  <a:cubicBezTo>
                    <a:pt x="3556" y="3696"/>
                    <a:pt x="2754" y="2911"/>
                    <a:pt x="1813" y="2911"/>
                  </a:cubicBezTo>
                  <a:cubicBezTo>
                    <a:pt x="802" y="2911"/>
                    <a:pt x="0" y="3696"/>
                    <a:pt x="0" y="4724"/>
                  </a:cubicBezTo>
                  <a:cubicBezTo>
                    <a:pt x="0" y="5665"/>
                    <a:pt x="802" y="6467"/>
                    <a:pt x="1813" y="6467"/>
                  </a:cubicBezTo>
                  <a:cubicBezTo>
                    <a:pt x="2249" y="6467"/>
                    <a:pt x="2754" y="6241"/>
                    <a:pt x="3051" y="5962"/>
                  </a:cubicBezTo>
                  <a:lnTo>
                    <a:pt x="5456" y="7775"/>
                  </a:lnTo>
                  <a:cubicBezTo>
                    <a:pt x="5020" y="8350"/>
                    <a:pt x="4794" y="9082"/>
                    <a:pt x="4794" y="9884"/>
                  </a:cubicBezTo>
                  <a:cubicBezTo>
                    <a:pt x="4794" y="10895"/>
                    <a:pt x="5299" y="11906"/>
                    <a:pt x="6031" y="12568"/>
                  </a:cubicBezTo>
                  <a:lnTo>
                    <a:pt x="3992" y="15619"/>
                  </a:lnTo>
                  <a:cubicBezTo>
                    <a:pt x="3783" y="15462"/>
                    <a:pt x="3556" y="15392"/>
                    <a:pt x="3277" y="15392"/>
                  </a:cubicBezTo>
                  <a:cubicBezTo>
                    <a:pt x="2319" y="15392"/>
                    <a:pt x="1534" y="16194"/>
                    <a:pt x="1534" y="17205"/>
                  </a:cubicBezTo>
                  <a:cubicBezTo>
                    <a:pt x="1534" y="18163"/>
                    <a:pt x="2319" y="18948"/>
                    <a:pt x="3277" y="18948"/>
                  </a:cubicBezTo>
                  <a:cubicBezTo>
                    <a:pt x="4219" y="18948"/>
                    <a:pt x="5020" y="18163"/>
                    <a:pt x="5020" y="17205"/>
                  </a:cubicBezTo>
                  <a:cubicBezTo>
                    <a:pt x="5020" y="16699"/>
                    <a:pt x="4864" y="16263"/>
                    <a:pt x="4497" y="15897"/>
                  </a:cubicBezTo>
                  <a:lnTo>
                    <a:pt x="6537" y="12934"/>
                  </a:lnTo>
                  <a:cubicBezTo>
                    <a:pt x="7042" y="13283"/>
                    <a:pt x="7705" y="13440"/>
                    <a:pt x="8420" y="13440"/>
                  </a:cubicBezTo>
                  <a:cubicBezTo>
                    <a:pt x="9291" y="13440"/>
                    <a:pt x="10023" y="13143"/>
                    <a:pt x="10686" y="12638"/>
                  </a:cubicBezTo>
                  <a:lnTo>
                    <a:pt x="14085" y="15758"/>
                  </a:lnTo>
                  <a:cubicBezTo>
                    <a:pt x="13806" y="16124"/>
                    <a:pt x="13649" y="16630"/>
                    <a:pt x="13649" y="17205"/>
                  </a:cubicBezTo>
                  <a:cubicBezTo>
                    <a:pt x="13649" y="18599"/>
                    <a:pt x="14747" y="19680"/>
                    <a:pt x="16124" y="19680"/>
                  </a:cubicBezTo>
                  <a:cubicBezTo>
                    <a:pt x="17501" y="19680"/>
                    <a:pt x="18669" y="18599"/>
                    <a:pt x="18669" y="17205"/>
                  </a:cubicBezTo>
                  <a:cubicBezTo>
                    <a:pt x="18669" y="15828"/>
                    <a:pt x="17501" y="14677"/>
                    <a:pt x="16124" y="14677"/>
                  </a:cubicBezTo>
                  <a:cubicBezTo>
                    <a:pt x="15549" y="14677"/>
                    <a:pt x="14956" y="14886"/>
                    <a:pt x="14520" y="15322"/>
                  </a:cubicBezTo>
                  <a:lnTo>
                    <a:pt x="11121" y="12272"/>
                  </a:lnTo>
                  <a:cubicBezTo>
                    <a:pt x="11697" y="11627"/>
                    <a:pt x="12063" y="10755"/>
                    <a:pt x="12063" y="9884"/>
                  </a:cubicBezTo>
                  <a:cubicBezTo>
                    <a:pt x="12063" y="9012"/>
                    <a:pt x="11697" y="8210"/>
                    <a:pt x="11191" y="7548"/>
                  </a:cubicBezTo>
                  <a:lnTo>
                    <a:pt x="14242" y="4498"/>
                  </a:lnTo>
                  <a:cubicBezTo>
                    <a:pt x="14677" y="4794"/>
                    <a:pt x="15183" y="5003"/>
                    <a:pt x="15758" y="5003"/>
                  </a:cubicBezTo>
                  <a:cubicBezTo>
                    <a:pt x="17135" y="5003"/>
                    <a:pt x="18303" y="3853"/>
                    <a:pt x="18303" y="2475"/>
                  </a:cubicBezTo>
                  <a:cubicBezTo>
                    <a:pt x="18303" y="1081"/>
                    <a:pt x="17135" y="0"/>
                    <a:pt x="157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118"/>
            <p:cNvSpPr/>
            <p:nvPr/>
          </p:nvSpPr>
          <p:spPr>
            <a:xfrm>
              <a:off x="3614138" y="1369800"/>
              <a:ext cx="54500" cy="54500"/>
            </a:xfrm>
            <a:custGeom>
              <a:avLst/>
              <a:gdLst/>
              <a:ahLst/>
              <a:cxnLst/>
              <a:rect l="l" t="t" r="r" b="b"/>
              <a:pathLst>
                <a:path w="2180" h="2180" extrusionOk="0">
                  <a:moveTo>
                    <a:pt x="1099" y="1"/>
                  </a:moveTo>
                  <a:cubicBezTo>
                    <a:pt x="506" y="1"/>
                    <a:pt x="1" y="506"/>
                    <a:pt x="1" y="1082"/>
                  </a:cubicBezTo>
                  <a:cubicBezTo>
                    <a:pt x="1" y="1674"/>
                    <a:pt x="506" y="2180"/>
                    <a:pt x="1099" y="2180"/>
                  </a:cubicBezTo>
                  <a:cubicBezTo>
                    <a:pt x="1674" y="2180"/>
                    <a:pt x="2179" y="1674"/>
                    <a:pt x="2179" y="1082"/>
                  </a:cubicBezTo>
                  <a:cubicBezTo>
                    <a:pt x="2179" y="506"/>
                    <a:pt x="1674" y="1"/>
                    <a:pt x="109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118"/>
            <p:cNvSpPr/>
            <p:nvPr/>
          </p:nvSpPr>
          <p:spPr>
            <a:xfrm>
              <a:off x="3623288" y="1738475"/>
              <a:ext cx="52750" cy="54500"/>
            </a:xfrm>
            <a:custGeom>
              <a:avLst/>
              <a:gdLst/>
              <a:ahLst/>
              <a:cxnLst/>
              <a:rect l="l" t="t" r="r" b="b"/>
              <a:pathLst>
                <a:path w="2110" h="2180" extrusionOk="0">
                  <a:moveTo>
                    <a:pt x="1012" y="1"/>
                  </a:moveTo>
                  <a:cubicBezTo>
                    <a:pt x="436" y="1"/>
                    <a:pt x="1" y="506"/>
                    <a:pt x="1" y="1081"/>
                  </a:cubicBezTo>
                  <a:cubicBezTo>
                    <a:pt x="1" y="1674"/>
                    <a:pt x="436" y="2179"/>
                    <a:pt x="1012" y="2179"/>
                  </a:cubicBezTo>
                  <a:cubicBezTo>
                    <a:pt x="1674" y="2179"/>
                    <a:pt x="2110" y="1674"/>
                    <a:pt x="2110" y="1081"/>
                  </a:cubicBezTo>
                  <a:cubicBezTo>
                    <a:pt x="2110" y="506"/>
                    <a:pt x="1674" y="1"/>
                    <a:pt x="10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118"/>
            <p:cNvSpPr/>
            <p:nvPr/>
          </p:nvSpPr>
          <p:spPr>
            <a:xfrm>
              <a:off x="3307338" y="1754600"/>
              <a:ext cx="30975" cy="30975"/>
            </a:xfrm>
            <a:custGeom>
              <a:avLst/>
              <a:gdLst/>
              <a:ahLst/>
              <a:cxnLst/>
              <a:rect l="l" t="t" r="r" b="b"/>
              <a:pathLst>
                <a:path w="1239" h="1239" extrusionOk="0">
                  <a:moveTo>
                    <a:pt x="646" y="0"/>
                  </a:moveTo>
                  <a:cubicBezTo>
                    <a:pt x="297" y="0"/>
                    <a:pt x="1" y="297"/>
                    <a:pt x="1" y="593"/>
                  </a:cubicBezTo>
                  <a:cubicBezTo>
                    <a:pt x="1" y="942"/>
                    <a:pt x="297" y="1238"/>
                    <a:pt x="646" y="1238"/>
                  </a:cubicBezTo>
                  <a:cubicBezTo>
                    <a:pt x="942" y="1238"/>
                    <a:pt x="1239" y="942"/>
                    <a:pt x="1239" y="593"/>
                  </a:cubicBezTo>
                  <a:cubicBezTo>
                    <a:pt x="1239" y="297"/>
                    <a:pt x="942" y="0"/>
                    <a:pt x="6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0" name="Google Shape;4470;p118"/>
          <p:cNvGrpSpPr/>
          <p:nvPr/>
        </p:nvGrpSpPr>
        <p:grpSpPr>
          <a:xfrm>
            <a:off x="3303863" y="2026825"/>
            <a:ext cx="324675" cy="492025"/>
            <a:chOff x="3303863" y="1883950"/>
            <a:chExt cx="324675" cy="492025"/>
          </a:xfrm>
        </p:grpSpPr>
        <p:sp>
          <p:nvSpPr>
            <p:cNvPr id="4471" name="Google Shape;4471;p118"/>
            <p:cNvSpPr/>
            <p:nvPr/>
          </p:nvSpPr>
          <p:spPr>
            <a:xfrm>
              <a:off x="3312588" y="1914475"/>
              <a:ext cx="307250" cy="454100"/>
            </a:xfrm>
            <a:custGeom>
              <a:avLst/>
              <a:gdLst/>
              <a:ahLst/>
              <a:cxnLst/>
              <a:rect l="l" t="t" r="r" b="b"/>
              <a:pathLst>
                <a:path w="12290" h="18164" extrusionOk="0">
                  <a:moveTo>
                    <a:pt x="0" y="0"/>
                  </a:moveTo>
                  <a:lnTo>
                    <a:pt x="0" y="18163"/>
                  </a:lnTo>
                  <a:lnTo>
                    <a:pt x="12289" y="18163"/>
                  </a:lnTo>
                  <a:lnTo>
                    <a:pt x="1228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118"/>
            <p:cNvSpPr/>
            <p:nvPr/>
          </p:nvSpPr>
          <p:spPr>
            <a:xfrm>
              <a:off x="3374463" y="1890925"/>
              <a:ext cx="185225" cy="61925"/>
            </a:xfrm>
            <a:custGeom>
              <a:avLst/>
              <a:gdLst/>
              <a:ahLst/>
              <a:cxnLst/>
              <a:rect l="l" t="t" r="r" b="b"/>
              <a:pathLst>
                <a:path w="7409" h="2477" extrusionOk="0">
                  <a:moveTo>
                    <a:pt x="0" y="1"/>
                  </a:moveTo>
                  <a:lnTo>
                    <a:pt x="0" y="2476"/>
                  </a:lnTo>
                  <a:lnTo>
                    <a:pt x="7409" y="2476"/>
                  </a:lnTo>
                  <a:lnTo>
                    <a:pt x="740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118"/>
            <p:cNvSpPr/>
            <p:nvPr/>
          </p:nvSpPr>
          <p:spPr>
            <a:xfrm>
              <a:off x="3343513" y="1945400"/>
              <a:ext cx="245375" cy="392225"/>
            </a:xfrm>
            <a:custGeom>
              <a:avLst/>
              <a:gdLst/>
              <a:ahLst/>
              <a:cxnLst/>
              <a:rect l="l" t="t" r="r" b="b"/>
              <a:pathLst>
                <a:path w="9815" h="15689" extrusionOk="0">
                  <a:moveTo>
                    <a:pt x="1" y="1"/>
                  </a:moveTo>
                  <a:lnTo>
                    <a:pt x="1" y="15689"/>
                  </a:lnTo>
                  <a:lnTo>
                    <a:pt x="9815" y="15689"/>
                  </a:lnTo>
                  <a:lnTo>
                    <a:pt x="981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118"/>
            <p:cNvSpPr/>
            <p:nvPr/>
          </p:nvSpPr>
          <p:spPr>
            <a:xfrm>
              <a:off x="3381863" y="2114475"/>
              <a:ext cx="45350" cy="45350"/>
            </a:xfrm>
            <a:custGeom>
              <a:avLst/>
              <a:gdLst/>
              <a:ahLst/>
              <a:cxnLst/>
              <a:rect l="l" t="t" r="r" b="b"/>
              <a:pathLst>
                <a:path w="1814" h="1814" extrusionOk="0">
                  <a:moveTo>
                    <a:pt x="1" y="1"/>
                  </a:moveTo>
                  <a:lnTo>
                    <a:pt x="1" y="1814"/>
                  </a:lnTo>
                  <a:lnTo>
                    <a:pt x="1814" y="1814"/>
                  </a:lnTo>
                  <a:lnTo>
                    <a:pt x="181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118"/>
            <p:cNvSpPr/>
            <p:nvPr/>
          </p:nvSpPr>
          <p:spPr>
            <a:xfrm>
              <a:off x="3381863" y="2221700"/>
              <a:ext cx="45350" cy="47075"/>
            </a:xfrm>
            <a:custGeom>
              <a:avLst/>
              <a:gdLst/>
              <a:ahLst/>
              <a:cxnLst/>
              <a:rect l="l" t="t" r="r" b="b"/>
              <a:pathLst>
                <a:path w="1814" h="1883" extrusionOk="0">
                  <a:moveTo>
                    <a:pt x="1" y="0"/>
                  </a:moveTo>
                  <a:lnTo>
                    <a:pt x="1" y="1883"/>
                  </a:lnTo>
                  <a:lnTo>
                    <a:pt x="1814" y="1883"/>
                  </a:lnTo>
                  <a:lnTo>
                    <a:pt x="181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118"/>
            <p:cNvSpPr/>
            <p:nvPr/>
          </p:nvSpPr>
          <p:spPr>
            <a:xfrm>
              <a:off x="3365313" y="1883950"/>
              <a:ext cx="201775" cy="76300"/>
            </a:xfrm>
            <a:custGeom>
              <a:avLst/>
              <a:gdLst/>
              <a:ahLst/>
              <a:cxnLst/>
              <a:rect l="l" t="t" r="r" b="b"/>
              <a:pathLst>
                <a:path w="8071" h="3052" extrusionOk="0">
                  <a:moveTo>
                    <a:pt x="7409" y="576"/>
                  </a:moveTo>
                  <a:lnTo>
                    <a:pt x="7409" y="2459"/>
                  </a:lnTo>
                  <a:lnTo>
                    <a:pt x="663" y="2459"/>
                  </a:lnTo>
                  <a:lnTo>
                    <a:pt x="663" y="576"/>
                  </a:lnTo>
                  <a:close/>
                  <a:moveTo>
                    <a:pt x="0" y="1"/>
                  </a:moveTo>
                  <a:lnTo>
                    <a:pt x="0" y="3051"/>
                  </a:lnTo>
                  <a:lnTo>
                    <a:pt x="8071" y="3051"/>
                  </a:lnTo>
                  <a:lnTo>
                    <a:pt x="807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118"/>
            <p:cNvSpPr/>
            <p:nvPr/>
          </p:nvSpPr>
          <p:spPr>
            <a:xfrm>
              <a:off x="3303863" y="1905750"/>
              <a:ext cx="324675" cy="470225"/>
            </a:xfrm>
            <a:custGeom>
              <a:avLst/>
              <a:gdLst/>
              <a:ahLst/>
              <a:cxnLst/>
              <a:rect l="l" t="t" r="r" b="b"/>
              <a:pathLst>
                <a:path w="12987" h="18809" extrusionOk="0">
                  <a:moveTo>
                    <a:pt x="1" y="0"/>
                  </a:moveTo>
                  <a:lnTo>
                    <a:pt x="1" y="18809"/>
                  </a:lnTo>
                  <a:lnTo>
                    <a:pt x="12987" y="18809"/>
                  </a:lnTo>
                  <a:lnTo>
                    <a:pt x="12987" y="0"/>
                  </a:lnTo>
                  <a:lnTo>
                    <a:pt x="10808" y="0"/>
                  </a:lnTo>
                  <a:lnTo>
                    <a:pt x="10808" y="645"/>
                  </a:lnTo>
                  <a:lnTo>
                    <a:pt x="12342" y="645"/>
                  </a:lnTo>
                  <a:lnTo>
                    <a:pt x="12342" y="18216"/>
                  </a:lnTo>
                  <a:lnTo>
                    <a:pt x="645" y="18216"/>
                  </a:lnTo>
                  <a:lnTo>
                    <a:pt x="645" y="645"/>
                  </a:lnTo>
                  <a:lnTo>
                    <a:pt x="2179" y="645"/>
                  </a:lnTo>
                  <a:lnTo>
                    <a:pt x="217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118"/>
            <p:cNvSpPr/>
            <p:nvPr/>
          </p:nvSpPr>
          <p:spPr>
            <a:xfrm>
              <a:off x="3396238" y="1914475"/>
              <a:ext cx="16600" cy="14825"/>
            </a:xfrm>
            <a:custGeom>
              <a:avLst/>
              <a:gdLst/>
              <a:ahLst/>
              <a:cxnLst/>
              <a:rect l="l" t="t" r="r" b="b"/>
              <a:pathLst>
                <a:path w="664" h="593" extrusionOk="0">
                  <a:moveTo>
                    <a:pt x="1" y="0"/>
                  </a:moveTo>
                  <a:lnTo>
                    <a:pt x="1" y="593"/>
                  </a:lnTo>
                  <a:lnTo>
                    <a:pt x="663" y="593"/>
                  </a:lnTo>
                  <a:lnTo>
                    <a:pt x="66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118"/>
            <p:cNvSpPr/>
            <p:nvPr/>
          </p:nvSpPr>
          <p:spPr>
            <a:xfrm>
              <a:off x="3519563" y="1914475"/>
              <a:ext cx="16600" cy="14825"/>
            </a:xfrm>
            <a:custGeom>
              <a:avLst/>
              <a:gdLst/>
              <a:ahLst/>
              <a:cxnLst/>
              <a:rect l="l" t="t" r="r" b="b"/>
              <a:pathLst>
                <a:path w="664" h="593" extrusionOk="0">
                  <a:moveTo>
                    <a:pt x="1" y="0"/>
                  </a:moveTo>
                  <a:lnTo>
                    <a:pt x="1" y="593"/>
                  </a:lnTo>
                  <a:lnTo>
                    <a:pt x="663" y="593"/>
                  </a:lnTo>
                  <a:lnTo>
                    <a:pt x="66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118"/>
            <p:cNvSpPr/>
            <p:nvPr/>
          </p:nvSpPr>
          <p:spPr>
            <a:xfrm>
              <a:off x="3334363" y="1936250"/>
              <a:ext cx="263675" cy="408800"/>
            </a:xfrm>
            <a:custGeom>
              <a:avLst/>
              <a:gdLst/>
              <a:ahLst/>
              <a:cxnLst/>
              <a:rect l="l" t="t" r="r" b="b"/>
              <a:pathLst>
                <a:path w="10547" h="16352" extrusionOk="0">
                  <a:moveTo>
                    <a:pt x="1" y="1"/>
                  </a:moveTo>
                  <a:lnTo>
                    <a:pt x="1" y="16351"/>
                  </a:lnTo>
                  <a:lnTo>
                    <a:pt x="10547" y="16351"/>
                  </a:lnTo>
                  <a:lnTo>
                    <a:pt x="10547" y="1"/>
                  </a:lnTo>
                  <a:lnTo>
                    <a:pt x="9588" y="1"/>
                  </a:lnTo>
                  <a:lnTo>
                    <a:pt x="9588" y="663"/>
                  </a:lnTo>
                  <a:lnTo>
                    <a:pt x="9884" y="663"/>
                  </a:lnTo>
                  <a:lnTo>
                    <a:pt x="9884" y="15776"/>
                  </a:lnTo>
                  <a:lnTo>
                    <a:pt x="663" y="15776"/>
                  </a:lnTo>
                  <a:lnTo>
                    <a:pt x="663" y="663"/>
                  </a:lnTo>
                  <a:lnTo>
                    <a:pt x="959" y="663"/>
                  </a:lnTo>
                  <a:lnTo>
                    <a:pt x="9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118"/>
            <p:cNvSpPr/>
            <p:nvPr/>
          </p:nvSpPr>
          <p:spPr>
            <a:xfrm>
              <a:off x="3376213" y="2009025"/>
              <a:ext cx="56225" cy="47100"/>
            </a:xfrm>
            <a:custGeom>
              <a:avLst/>
              <a:gdLst/>
              <a:ahLst/>
              <a:cxnLst/>
              <a:rect l="l" t="t" r="r" b="b"/>
              <a:pathLst>
                <a:path w="2249" h="1884" extrusionOk="0">
                  <a:moveTo>
                    <a:pt x="1813" y="1"/>
                  </a:moveTo>
                  <a:lnTo>
                    <a:pt x="802" y="1012"/>
                  </a:lnTo>
                  <a:lnTo>
                    <a:pt x="436" y="576"/>
                  </a:lnTo>
                  <a:lnTo>
                    <a:pt x="0" y="1012"/>
                  </a:lnTo>
                  <a:lnTo>
                    <a:pt x="802" y="1883"/>
                  </a:lnTo>
                  <a:lnTo>
                    <a:pt x="2249" y="436"/>
                  </a:lnTo>
                  <a:lnTo>
                    <a:pt x="181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118"/>
            <p:cNvSpPr/>
            <p:nvPr/>
          </p:nvSpPr>
          <p:spPr>
            <a:xfrm>
              <a:off x="3458138" y="2014700"/>
              <a:ext cx="54500" cy="14400"/>
            </a:xfrm>
            <a:custGeom>
              <a:avLst/>
              <a:gdLst/>
              <a:ahLst/>
              <a:cxnLst/>
              <a:rect l="l" t="t" r="r" b="b"/>
              <a:pathLst>
                <a:path w="2180" h="576" extrusionOk="0">
                  <a:moveTo>
                    <a:pt x="0" y="0"/>
                  </a:moveTo>
                  <a:lnTo>
                    <a:pt x="0" y="575"/>
                  </a:lnTo>
                  <a:lnTo>
                    <a:pt x="2179" y="575"/>
                  </a:lnTo>
                  <a:lnTo>
                    <a:pt x="217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118"/>
            <p:cNvSpPr/>
            <p:nvPr/>
          </p:nvSpPr>
          <p:spPr>
            <a:xfrm>
              <a:off x="3458138" y="2045200"/>
              <a:ext cx="101550" cy="14850"/>
            </a:xfrm>
            <a:custGeom>
              <a:avLst/>
              <a:gdLst/>
              <a:ahLst/>
              <a:cxnLst/>
              <a:rect l="l" t="t" r="r" b="b"/>
              <a:pathLst>
                <a:path w="4062" h="594" extrusionOk="0">
                  <a:moveTo>
                    <a:pt x="0" y="0"/>
                  </a:moveTo>
                  <a:lnTo>
                    <a:pt x="0" y="593"/>
                  </a:lnTo>
                  <a:lnTo>
                    <a:pt x="4062" y="593"/>
                  </a:lnTo>
                  <a:lnTo>
                    <a:pt x="406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118"/>
            <p:cNvSpPr/>
            <p:nvPr/>
          </p:nvSpPr>
          <p:spPr>
            <a:xfrm>
              <a:off x="3458138" y="2121450"/>
              <a:ext cx="54500" cy="16600"/>
            </a:xfrm>
            <a:custGeom>
              <a:avLst/>
              <a:gdLst/>
              <a:ahLst/>
              <a:cxnLst/>
              <a:rect l="l" t="t" r="r" b="b"/>
              <a:pathLst>
                <a:path w="2180" h="664" extrusionOk="0">
                  <a:moveTo>
                    <a:pt x="0" y="1"/>
                  </a:moveTo>
                  <a:lnTo>
                    <a:pt x="0" y="663"/>
                  </a:lnTo>
                  <a:lnTo>
                    <a:pt x="2179" y="663"/>
                  </a:lnTo>
                  <a:lnTo>
                    <a:pt x="21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118"/>
            <p:cNvSpPr/>
            <p:nvPr/>
          </p:nvSpPr>
          <p:spPr>
            <a:xfrm>
              <a:off x="3458138" y="2152400"/>
              <a:ext cx="101550" cy="16575"/>
            </a:xfrm>
            <a:custGeom>
              <a:avLst/>
              <a:gdLst/>
              <a:ahLst/>
              <a:cxnLst/>
              <a:rect l="l" t="t" r="r" b="b"/>
              <a:pathLst>
                <a:path w="4062" h="663" extrusionOk="0">
                  <a:moveTo>
                    <a:pt x="0" y="0"/>
                  </a:moveTo>
                  <a:lnTo>
                    <a:pt x="0" y="663"/>
                  </a:lnTo>
                  <a:lnTo>
                    <a:pt x="4062" y="663"/>
                  </a:lnTo>
                  <a:lnTo>
                    <a:pt x="406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118"/>
            <p:cNvSpPr/>
            <p:nvPr/>
          </p:nvSpPr>
          <p:spPr>
            <a:xfrm>
              <a:off x="3458138" y="2230400"/>
              <a:ext cx="54500" cy="14850"/>
            </a:xfrm>
            <a:custGeom>
              <a:avLst/>
              <a:gdLst/>
              <a:ahLst/>
              <a:cxnLst/>
              <a:rect l="l" t="t" r="r" b="b"/>
              <a:pathLst>
                <a:path w="2180" h="594" extrusionOk="0">
                  <a:moveTo>
                    <a:pt x="0" y="1"/>
                  </a:moveTo>
                  <a:lnTo>
                    <a:pt x="0" y="593"/>
                  </a:lnTo>
                  <a:lnTo>
                    <a:pt x="2179" y="593"/>
                  </a:lnTo>
                  <a:lnTo>
                    <a:pt x="21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118"/>
            <p:cNvSpPr/>
            <p:nvPr/>
          </p:nvSpPr>
          <p:spPr>
            <a:xfrm>
              <a:off x="3458138" y="2261350"/>
              <a:ext cx="101550" cy="14825"/>
            </a:xfrm>
            <a:custGeom>
              <a:avLst/>
              <a:gdLst/>
              <a:ahLst/>
              <a:cxnLst/>
              <a:rect l="l" t="t" r="r" b="b"/>
              <a:pathLst>
                <a:path w="4062" h="593" extrusionOk="0">
                  <a:moveTo>
                    <a:pt x="0" y="0"/>
                  </a:moveTo>
                  <a:lnTo>
                    <a:pt x="0" y="593"/>
                  </a:lnTo>
                  <a:lnTo>
                    <a:pt x="4062" y="593"/>
                  </a:lnTo>
                  <a:lnTo>
                    <a:pt x="406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118"/>
            <p:cNvSpPr/>
            <p:nvPr/>
          </p:nvSpPr>
          <p:spPr>
            <a:xfrm>
              <a:off x="3374463" y="2107075"/>
              <a:ext cx="61900" cy="61900"/>
            </a:xfrm>
            <a:custGeom>
              <a:avLst/>
              <a:gdLst/>
              <a:ahLst/>
              <a:cxnLst/>
              <a:rect l="l" t="t" r="r" b="b"/>
              <a:pathLst>
                <a:path w="2476" h="2476" extrusionOk="0">
                  <a:moveTo>
                    <a:pt x="1813" y="576"/>
                  </a:moveTo>
                  <a:lnTo>
                    <a:pt x="1813" y="1813"/>
                  </a:lnTo>
                  <a:lnTo>
                    <a:pt x="576" y="1813"/>
                  </a:lnTo>
                  <a:lnTo>
                    <a:pt x="576" y="576"/>
                  </a:lnTo>
                  <a:close/>
                  <a:moveTo>
                    <a:pt x="0" y="1"/>
                  </a:moveTo>
                  <a:lnTo>
                    <a:pt x="0" y="2476"/>
                  </a:lnTo>
                  <a:lnTo>
                    <a:pt x="2476" y="2476"/>
                  </a:lnTo>
                  <a:lnTo>
                    <a:pt x="247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118"/>
            <p:cNvSpPr/>
            <p:nvPr/>
          </p:nvSpPr>
          <p:spPr>
            <a:xfrm>
              <a:off x="3374463" y="2214275"/>
              <a:ext cx="61900" cy="61900"/>
            </a:xfrm>
            <a:custGeom>
              <a:avLst/>
              <a:gdLst/>
              <a:ahLst/>
              <a:cxnLst/>
              <a:rect l="l" t="t" r="r" b="b"/>
              <a:pathLst>
                <a:path w="2476" h="2476" extrusionOk="0">
                  <a:moveTo>
                    <a:pt x="1813" y="646"/>
                  </a:moveTo>
                  <a:lnTo>
                    <a:pt x="1813" y="1883"/>
                  </a:lnTo>
                  <a:lnTo>
                    <a:pt x="576" y="1883"/>
                  </a:lnTo>
                  <a:lnTo>
                    <a:pt x="576" y="646"/>
                  </a:lnTo>
                  <a:close/>
                  <a:moveTo>
                    <a:pt x="0" y="1"/>
                  </a:moveTo>
                  <a:lnTo>
                    <a:pt x="0" y="2476"/>
                  </a:lnTo>
                  <a:lnTo>
                    <a:pt x="2476" y="2476"/>
                  </a:lnTo>
                  <a:lnTo>
                    <a:pt x="247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90" name="Google Shape;4490;p118"/>
          <p:cNvGrpSpPr/>
          <p:nvPr/>
        </p:nvGrpSpPr>
        <p:grpSpPr>
          <a:xfrm>
            <a:off x="3220188" y="2852500"/>
            <a:ext cx="492025" cy="197875"/>
            <a:chOff x="3220188" y="2757250"/>
            <a:chExt cx="492025" cy="197875"/>
          </a:xfrm>
        </p:grpSpPr>
        <p:sp>
          <p:nvSpPr>
            <p:cNvPr id="4491" name="Google Shape;4491;p118"/>
            <p:cNvSpPr/>
            <p:nvPr/>
          </p:nvSpPr>
          <p:spPr>
            <a:xfrm>
              <a:off x="3258113" y="2871425"/>
              <a:ext cx="169100" cy="76300"/>
            </a:xfrm>
            <a:custGeom>
              <a:avLst/>
              <a:gdLst/>
              <a:ahLst/>
              <a:cxnLst/>
              <a:rect l="l" t="t" r="r" b="b"/>
              <a:pathLst>
                <a:path w="6764" h="3052" extrusionOk="0">
                  <a:moveTo>
                    <a:pt x="0" y="1"/>
                  </a:moveTo>
                  <a:lnTo>
                    <a:pt x="0" y="3051"/>
                  </a:lnTo>
                  <a:lnTo>
                    <a:pt x="6764" y="3051"/>
                  </a:lnTo>
                  <a:lnTo>
                    <a:pt x="676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118"/>
            <p:cNvSpPr/>
            <p:nvPr/>
          </p:nvSpPr>
          <p:spPr>
            <a:xfrm>
              <a:off x="3505188" y="2871425"/>
              <a:ext cx="169125" cy="76300"/>
            </a:xfrm>
            <a:custGeom>
              <a:avLst/>
              <a:gdLst/>
              <a:ahLst/>
              <a:cxnLst/>
              <a:rect l="l" t="t" r="r" b="b"/>
              <a:pathLst>
                <a:path w="6765" h="3052" extrusionOk="0">
                  <a:moveTo>
                    <a:pt x="1" y="1"/>
                  </a:moveTo>
                  <a:lnTo>
                    <a:pt x="1" y="3051"/>
                  </a:lnTo>
                  <a:lnTo>
                    <a:pt x="6764" y="3051"/>
                  </a:lnTo>
                  <a:lnTo>
                    <a:pt x="676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118"/>
            <p:cNvSpPr/>
            <p:nvPr/>
          </p:nvSpPr>
          <p:spPr>
            <a:xfrm>
              <a:off x="3258113" y="2871425"/>
              <a:ext cx="76275" cy="76300"/>
            </a:xfrm>
            <a:custGeom>
              <a:avLst/>
              <a:gdLst/>
              <a:ahLst/>
              <a:cxnLst/>
              <a:rect l="l" t="t" r="r" b="b"/>
              <a:pathLst>
                <a:path w="3051" h="3052" extrusionOk="0">
                  <a:moveTo>
                    <a:pt x="0" y="1"/>
                  </a:moveTo>
                  <a:lnTo>
                    <a:pt x="0" y="3051"/>
                  </a:lnTo>
                  <a:lnTo>
                    <a:pt x="3051" y="3051"/>
                  </a:lnTo>
                  <a:lnTo>
                    <a:pt x="305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118"/>
            <p:cNvSpPr/>
            <p:nvPr/>
          </p:nvSpPr>
          <p:spPr>
            <a:xfrm>
              <a:off x="3505188" y="2871425"/>
              <a:ext cx="76300" cy="76300"/>
            </a:xfrm>
            <a:custGeom>
              <a:avLst/>
              <a:gdLst/>
              <a:ahLst/>
              <a:cxnLst/>
              <a:rect l="l" t="t" r="r" b="b"/>
              <a:pathLst>
                <a:path w="3052" h="3052" extrusionOk="0">
                  <a:moveTo>
                    <a:pt x="1" y="1"/>
                  </a:moveTo>
                  <a:lnTo>
                    <a:pt x="1" y="3051"/>
                  </a:lnTo>
                  <a:lnTo>
                    <a:pt x="3051" y="3051"/>
                  </a:lnTo>
                  <a:lnTo>
                    <a:pt x="305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118"/>
            <p:cNvSpPr/>
            <p:nvPr/>
          </p:nvSpPr>
          <p:spPr>
            <a:xfrm>
              <a:off x="3220188" y="2864450"/>
              <a:ext cx="37950" cy="12675"/>
            </a:xfrm>
            <a:custGeom>
              <a:avLst/>
              <a:gdLst/>
              <a:ahLst/>
              <a:cxnLst/>
              <a:rect l="l" t="t" r="r" b="b"/>
              <a:pathLst>
                <a:path w="1518" h="507" extrusionOk="0">
                  <a:moveTo>
                    <a:pt x="1" y="1"/>
                  </a:moveTo>
                  <a:lnTo>
                    <a:pt x="1" y="506"/>
                  </a:lnTo>
                  <a:lnTo>
                    <a:pt x="1517" y="506"/>
                  </a:lnTo>
                  <a:lnTo>
                    <a:pt x="15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118"/>
            <p:cNvSpPr/>
            <p:nvPr/>
          </p:nvSpPr>
          <p:spPr>
            <a:xfrm>
              <a:off x="3674288" y="2864450"/>
              <a:ext cx="37925" cy="12675"/>
            </a:xfrm>
            <a:custGeom>
              <a:avLst/>
              <a:gdLst/>
              <a:ahLst/>
              <a:cxnLst/>
              <a:rect l="l" t="t" r="r" b="b"/>
              <a:pathLst>
                <a:path w="1517" h="507" extrusionOk="0">
                  <a:moveTo>
                    <a:pt x="0" y="1"/>
                  </a:moveTo>
                  <a:lnTo>
                    <a:pt x="0" y="506"/>
                  </a:lnTo>
                  <a:lnTo>
                    <a:pt x="1517" y="506"/>
                  </a:lnTo>
                  <a:lnTo>
                    <a:pt x="15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118"/>
            <p:cNvSpPr/>
            <p:nvPr/>
          </p:nvSpPr>
          <p:spPr>
            <a:xfrm>
              <a:off x="3251138" y="2864450"/>
              <a:ext cx="430125" cy="90675"/>
            </a:xfrm>
            <a:custGeom>
              <a:avLst/>
              <a:gdLst/>
              <a:ahLst/>
              <a:cxnLst/>
              <a:rect l="l" t="t" r="r" b="b"/>
              <a:pathLst>
                <a:path w="17205" h="3627" extrusionOk="0">
                  <a:moveTo>
                    <a:pt x="6816" y="506"/>
                  </a:moveTo>
                  <a:lnTo>
                    <a:pt x="6816" y="3121"/>
                  </a:lnTo>
                  <a:lnTo>
                    <a:pt x="576" y="3121"/>
                  </a:lnTo>
                  <a:lnTo>
                    <a:pt x="576" y="506"/>
                  </a:lnTo>
                  <a:close/>
                  <a:moveTo>
                    <a:pt x="16699" y="506"/>
                  </a:moveTo>
                  <a:lnTo>
                    <a:pt x="16699" y="3121"/>
                  </a:lnTo>
                  <a:lnTo>
                    <a:pt x="10389" y="3121"/>
                  </a:lnTo>
                  <a:lnTo>
                    <a:pt x="10389" y="506"/>
                  </a:lnTo>
                  <a:close/>
                  <a:moveTo>
                    <a:pt x="0" y="1"/>
                  </a:moveTo>
                  <a:lnTo>
                    <a:pt x="0" y="3627"/>
                  </a:lnTo>
                  <a:lnTo>
                    <a:pt x="7339" y="3627"/>
                  </a:lnTo>
                  <a:lnTo>
                    <a:pt x="7339" y="1814"/>
                  </a:lnTo>
                  <a:cubicBezTo>
                    <a:pt x="7339" y="1082"/>
                    <a:pt x="7914" y="506"/>
                    <a:pt x="8646" y="506"/>
                  </a:cubicBezTo>
                  <a:cubicBezTo>
                    <a:pt x="9291" y="506"/>
                    <a:pt x="9866" y="1082"/>
                    <a:pt x="9866" y="1814"/>
                  </a:cubicBezTo>
                  <a:lnTo>
                    <a:pt x="9866" y="3627"/>
                  </a:lnTo>
                  <a:lnTo>
                    <a:pt x="17205" y="3627"/>
                  </a:lnTo>
                  <a:lnTo>
                    <a:pt x="17205" y="1"/>
                  </a:lnTo>
                  <a:lnTo>
                    <a:pt x="9866" y="1"/>
                  </a:lnTo>
                  <a:lnTo>
                    <a:pt x="9866" y="506"/>
                  </a:lnTo>
                  <a:cubicBezTo>
                    <a:pt x="9588" y="210"/>
                    <a:pt x="9082" y="1"/>
                    <a:pt x="8646" y="1"/>
                  </a:cubicBezTo>
                  <a:cubicBezTo>
                    <a:pt x="8123" y="1"/>
                    <a:pt x="7618" y="210"/>
                    <a:pt x="7339" y="506"/>
                  </a:cubicBezTo>
                  <a:lnTo>
                    <a:pt x="733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118"/>
            <p:cNvSpPr/>
            <p:nvPr/>
          </p:nvSpPr>
          <p:spPr>
            <a:xfrm>
              <a:off x="3221938" y="2757250"/>
              <a:ext cx="159950" cy="118125"/>
            </a:xfrm>
            <a:custGeom>
              <a:avLst/>
              <a:gdLst/>
              <a:ahLst/>
              <a:cxnLst/>
              <a:rect l="l" t="t" r="r" b="b"/>
              <a:pathLst>
                <a:path w="6398" h="4725" extrusionOk="0">
                  <a:moveTo>
                    <a:pt x="4428" y="1"/>
                  </a:moveTo>
                  <a:lnTo>
                    <a:pt x="0" y="4359"/>
                  </a:lnTo>
                  <a:lnTo>
                    <a:pt x="436" y="4725"/>
                  </a:lnTo>
                  <a:lnTo>
                    <a:pt x="4655" y="506"/>
                  </a:lnTo>
                  <a:lnTo>
                    <a:pt x="6398" y="506"/>
                  </a:lnTo>
                  <a:lnTo>
                    <a:pt x="639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118"/>
            <p:cNvSpPr/>
            <p:nvPr/>
          </p:nvSpPr>
          <p:spPr>
            <a:xfrm>
              <a:off x="3550513" y="2757250"/>
              <a:ext cx="159950" cy="118125"/>
            </a:xfrm>
            <a:custGeom>
              <a:avLst/>
              <a:gdLst/>
              <a:ahLst/>
              <a:cxnLst/>
              <a:rect l="l" t="t" r="r" b="b"/>
              <a:pathLst>
                <a:path w="6398" h="4725" extrusionOk="0">
                  <a:moveTo>
                    <a:pt x="1" y="1"/>
                  </a:moveTo>
                  <a:lnTo>
                    <a:pt x="1" y="506"/>
                  </a:lnTo>
                  <a:lnTo>
                    <a:pt x="1744" y="506"/>
                  </a:lnTo>
                  <a:lnTo>
                    <a:pt x="6032" y="4725"/>
                  </a:lnTo>
                  <a:lnTo>
                    <a:pt x="6398" y="4359"/>
                  </a:lnTo>
                  <a:lnTo>
                    <a:pt x="197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118"/>
            <p:cNvSpPr/>
            <p:nvPr/>
          </p:nvSpPr>
          <p:spPr>
            <a:xfrm>
              <a:off x="3276413" y="2886250"/>
              <a:ext cx="43600" cy="43600"/>
            </a:xfrm>
            <a:custGeom>
              <a:avLst/>
              <a:gdLst/>
              <a:ahLst/>
              <a:cxnLst/>
              <a:rect l="l" t="t" r="r" b="b"/>
              <a:pathLst>
                <a:path w="1744" h="1744" extrusionOk="0">
                  <a:moveTo>
                    <a:pt x="1377" y="0"/>
                  </a:moveTo>
                  <a:lnTo>
                    <a:pt x="0" y="1378"/>
                  </a:lnTo>
                  <a:lnTo>
                    <a:pt x="366" y="1744"/>
                  </a:lnTo>
                  <a:lnTo>
                    <a:pt x="1743" y="349"/>
                  </a:lnTo>
                  <a:lnTo>
                    <a:pt x="137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118"/>
            <p:cNvSpPr/>
            <p:nvPr/>
          </p:nvSpPr>
          <p:spPr>
            <a:xfrm>
              <a:off x="3318238" y="2886250"/>
              <a:ext cx="45350" cy="43600"/>
            </a:xfrm>
            <a:custGeom>
              <a:avLst/>
              <a:gdLst/>
              <a:ahLst/>
              <a:cxnLst/>
              <a:rect l="l" t="t" r="r" b="b"/>
              <a:pathLst>
                <a:path w="1814" h="1744" extrusionOk="0">
                  <a:moveTo>
                    <a:pt x="1448" y="0"/>
                  </a:moveTo>
                  <a:lnTo>
                    <a:pt x="1" y="1378"/>
                  </a:lnTo>
                  <a:lnTo>
                    <a:pt x="437" y="1744"/>
                  </a:lnTo>
                  <a:lnTo>
                    <a:pt x="1814" y="349"/>
                  </a:lnTo>
                  <a:lnTo>
                    <a:pt x="144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118"/>
            <p:cNvSpPr/>
            <p:nvPr/>
          </p:nvSpPr>
          <p:spPr>
            <a:xfrm>
              <a:off x="3523488" y="2886250"/>
              <a:ext cx="43600" cy="43600"/>
            </a:xfrm>
            <a:custGeom>
              <a:avLst/>
              <a:gdLst/>
              <a:ahLst/>
              <a:cxnLst/>
              <a:rect l="l" t="t" r="r" b="b"/>
              <a:pathLst>
                <a:path w="1744" h="1744" extrusionOk="0">
                  <a:moveTo>
                    <a:pt x="1378" y="0"/>
                  </a:moveTo>
                  <a:lnTo>
                    <a:pt x="1" y="1378"/>
                  </a:lnTo>
                  <a:lnTo>
                    <a:pt x="367" y="1744"/>
                  </a:lnTo>
                  <a:lnTo>
                    <a:pt x="1744" y="349"/>
                  </a:lnTo>
                  <a:lnTo>
                    <a:pt x="137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118"/>
            <p:cNvSpPr/>
            <p:nvPr/>
          </p:nvSpPr>
          <p:spPr>
            <a:xfrm>
              <a:off x="3565338" y="2886250"/>
              <a:ext cx="45350" cy="43600"/>
            </a:xfrm>
            <a:custGeom>
              <a:avLst/>
              <a:gdLst/>
              <a:ahLst/>
              <a:cxnLst/>
              <a:rect l="l" t="t" r="r" b="b"/>
              <a:pathLst>
                <a:path w="1814" h="1744" extrusionOk="0">
                  <a:moveTo>
                    <a:pt x="1377" y="0"/>
                  </a:moveTo>
                  <a:lnTo>
                    <a:pt x="0" y="1378"/>
                  </a:lnTo>
                  <a:lnTo>
                    <a:pt x="349" y="1744"/>
                  </a:lnTo>
                  <a:lnTo>
                    <a:pt x="1813" y="349"/>
                  </a:lnTo>
                  <a:lnTo>
                    <a:pt x="137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4" name="Google Shape;4504;p118"/>
          <p:cNvGrpSpPr/>
          <p:nvPr/>
        </p:nvGrpSpPr>
        <p:grpSpPr>
          <a:xfrm>
            <a:off x="3220188" y="3443725"/>
            <a:ext cx="492025" cy="370450"/>
            <a:chOff x="3220188" y="3396100"/>
            <a:chExt cx="492025" cy="370450"/>
          </a:xfrm>
        </p:grpSpPr>
        <p:sp>
          <p:nvSpPr>
            <p:cNvPr id="4505" name="Google Shape;4505;p118"/>
            <p:cNvSpPr/>
            <p:nvPr/>
          </p:nvSpPr>
          <p:spPr>
            <a:xfrm>
              <a:off x="3227613" y="3403525"/>
              <a:ext cx="477200" cy="356050"/>
            </a:xfrm>
            <a:custGeom>
              <a:avLst/>
              <a:gdLst/>
              <a:ahLst/>
              <a:cxnLst/>
              <a:rect l="l" t="t" r="r" b="b"/>
              <a:pathLst>
                <a:path w="19088" h="14242" extrusionOk="0">
                  <a:moveTo>
                    <a:pt x="0" y="0"/>
                  </a:moveTo>
                  <a:lnTo>
                    <a:pt x="0" y="14241"/>
                  </a:lnTo>
                  <a:lnTo>
                    <a:pt x="19087" y="14241"/>
                  </a:lnTo>
                  <a:lnTo>
                    <a:pt x="190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118"/>
            <p:cNvSpPr/>
            <p:nvPr/>
          </p:nvSpPr>
          <p:spPr>
            <a:xfrm>
              <a:off x="3227613" y="3403525"/>
              <a:ext cx="137725" cy="356050"/>
            </a:xfrm>
            <a:custGeom>
              <a:avLst/>
              <a:gdLst/>
              <a:ahLst/>
              <a:cxnLst/>
              <a:rect l="l" t="t" r="r" b="b"/>
              <a:pathLst>
                <a:path w="5509" h="14242" extrusionOk="0">
                  <a:moveTo>
                    <a:pt x="0" y="0"/>
                  </a:moveTo>
                  <a:lnTo>
                    <a:pt x="0" y="14241"/>
                  </a:lnTo>
                  <a:lnTo>
                    <a:pt x="5508" y="14241"/>
                  </a:lnTo>
                  <a:lnTo>
                    <a:pt x="550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118"/>
            <p:cNvSpPr/>
            <p:nvPr/>
          </p:nvSpPr>
          <p:spPr>
            <a:xfrm>
              <a:off x="3258113" y="3434450"/>
              <a:ext cx="416200" cy="294175"/>
            </a:xfrm>
            <a:custGeom>
              <a:avLst/>
              <a:gdLst/>
              <a:ahLst/>
              <a:cxnLst/>
              <a:rect l="l" t="t" r="r" b="b"/>
              <a:pathLst>
                <a:path w="16648" h="11767" extrusionOk="0">
                  <a:moveTo>
                    <a:pt x="0" y="1"/>
                  </a:moveTo>
                  <a:lnTo>
                    <a:pt x="0" y="11767"/>
                  </a:lnTo>
                  <a:lnTo>
                    <a:pt x="16647" y="11767"/>
                  </a:lnTo>
                  <a:lnTo>
                    <a:pt x="1664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118"/>
            <p:cNvSpPr/>
            <p:nvPr/>
          </p:nvSpPr>
          <p:spPr>
            <a:xfrm>
              <a:off x="3365313" y="3434450"/>
              <a:ext cx="30950" cy="194400"/>
            </a:xfrm>
            <a:custGeom>
              <a:avLst/>
              <a:gdLst/>
              <a:ahLst/>
              <a:cxnLst/>
              <a:rect l="l" t="t" r="r" b="b"/>
              <a:pathLst>
                <a:path w="1238" h="7776" extrusionOk="0">
                  <a:moveTo>
                    <a:pt x="0" y="1"/>
                  </a:moveTo>
                  <a:lnTo>
                    <a:pt x="0" y="7775"/>
                  </a:lnTo>
                  <a:lnTo>
                    <a:pt x="1238" y="7775"/>
                  </a:lnTo>
                  <a:lnTo>
                    <a:pt x="12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118"/>
            <p:cNvSpPr/>
            <p:nvPr/>
          </p:nvSpPr>
          <p:spPr>
            <a:xfrm>
              <a:off x="3251138" y="3427050"/>
              <a:ext cx="430125" cy="309000"/>
            </a:xfrm>
            <a:custGeom>
              <a:avLst/>
              <a:gdLst/>
              <a:ahLst/>
              <a:cxnLst/>
              <a:rect l="l" t="t" r="r" b="b"/>
              <a:pathLst>
                <a:path w="17205" h="12360" extrusionOk="0">
                  <a:moveTo>
                    <a:pt x="0" y="0"/>
                  </a:moveTo>
                  <a:lnTo>
                    <a:pt x="0" y="12359"/>
                  </a:lnTo>
                  <a:lnTo>
                    <a:pt x="17205" y="12359"/>
                  </a:lnTo>
                  <a:lnTo>
                    <a:pt x="17205" y="0"/>
                  </a:lnTo>
                  <a:lnTo>
                    <a:pt x="6467" y="0"/>
                  </a:lnTo>
                  <a:lnTo>
                    <a:pt x="6467" y="663"/>
                  </a:lnTo>
                  <a:lnTo>
                    <a:pt x="16630" y="663"/>
                  </a:lnTo>
                  <a:lnTo>
                    <a:pt x="16630" y="11766"/>
                  </a:lnTo>
                  <a:lnTo>
                    <a:pt x="576" y="11766"/>
                  </a:lnTo>
                  <a:lnTo>
                    <a:pt x="576" y="663"/>
                  </a:lnTo>
                  <a:lnTo>
                    <a:pt x="3992" y="663"/>
                  </a:lnTo>
                  <a:lnTo>
                    <a:pt x="399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118"/>
            <p:cNvSpPr/>
            <p:nvPr/>
          </p:nvSpPr>
          <p:spPr>
            <a:xfrm>
              <a:off x="3458138" y="3450575"/>
              <a:ext cx="16150" cy="261500"/>
            </a:xfrm>
            <a:custGeom>
              <a:avLst/>
              <a:gdLst/>
              <a:ahLst/>
              <a:cxnLst/>
              <a:rect l="l" t="t" r="r" b="b"/>
              <a:pathLst>
                <a:path w="646" h="10460" extrusionOk="0">
                  <a:moveTo>
                    <a:pt x="0" y="1"/>
                  </a:moveTo>
                  <a:lnTo>
                    <a:pt x="0" y="10459"/>
                  </a:lnTo>
                  <a:lnTo>
                    <a:pt x="645" y="10459"/>
                  </a:lnTo>
                  <a:lnTo>
                    <a:pt x="64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118"/>
            <p:cNvSpPr/>
            <p:nvPr/>
          </p:nvSpPr>
          <p:spPr>
            <a:xfrm>
              <a:off x="3220188" y="3396100"/>
              <a:ext cx="492025" cy="370450"/>
            </a:xfrm>
            <a:custGeom>
              <a:avLst/>
              <a:gdLst/>
              <a:ahLst/>
              <a:cxnLst/>
              <a:rect l="l" t="t" r="r" b="b"/>
              <a:pathLst>
                <a:path w="19681" h="14818" extrusionOk="0">
                  <a:moveTo>
                    <a:pt x="19105" y="663"/>
                  </a:moveTo>
                  <a:lnTo>
                    <a:pt x="19105" y="14242"/>
                  </a:lnTo>
                  <a:lnTo>
                    <a:pt x="10163" y="14242"/>
                  </a:lnTo>
                  <a:lnTo>
                    <a:pt x="10163" y="13876"/>
                  </a:lnTo>
                  <a:lnTo>
                    <a:pt x="9518" y="13876"/>
                  </a:lnTo>
                  <a:lnTo>
                    <a:pt x="9518" y="14242"/>
                  </a:lnTo>
                  <a:lnTo>
                    <a:pt x="576" y="14242"/>
                  </a:lnTo>
                  <a:lnTo>
                    <a:pt x="576" y="663"/>
                  </a:lnTo>
                  <a:lnTo>
                    <a:pt x="9518" y="663"/>
                  </a:lnTo>
                  <a:lnTo>
                    <a:pt x="9518" y="960"/>
                  </a:lnTo>
                  <a:lnTo>
                    <a:pt x="10163" y="960"/>
                  </a:lnTo>
                  <a:lnTo>
                    <a:pt x="10163" y="663"/>
                  </a:lnTo>
                  <a:close/>
                  <a:moveTo>
                    <a:pt x="1" y="1"/>
                  </a:moveTo>
                  <a:lnTo>
                    <a:pt x="1" y="14817"/>
                  </a:lnTo>
                  <a:lnTo>
                    <a:pt x="19681" y="14817"/>
                  </a:lnTo>
                  <a:lnTo>
                    <a:pt x="1968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118"/>
            <p:cNvSpPr/>
            <p:nvPr/>
          </p:nvSpPr>
          <p:spPr>
            <a:xfrm>
              <a:off x="3358338" y="3427050"/>
              <a:ext cx="47075" cy="227075"/>
            </a:xfrm>
            <a:custGeom>
              <a:avLst/>
              <a:gdLst/>
              <a:ahLst/>
              <a:cxnLst/>
              <a:rect l="l" t="t" r="r" b="b"/>
              <a:pathLst>
                <a:path w="1883" h="9083" extrusionOk="0">
                  <a:moveTo>
                    <a:pt x="1221" y="663"/>
                  </a:moveTo>
                  <a:lnTo>
                    <a:pt x="1221" y="7635"/>
                  </a:lnTo>
                  <a:lnTo>
                    <a:pt x="942" y="7269"/>
                  </a:lnTo>
                  <a:lnTo>
                    <a:pt x="645" y="7635"/>
                  </a:lnTo>
                  <a:lnTo>
                    <a:pt x="645" y="663"/>
                  </a:lnTo>
                  <a:close/>
                  <a:moveTo>
                    <a:pt x="0" y="0"/>
                  </a:moveTo>
                  <a:lnTo>
                    <a:pt x="0" y="9082"/>
                  </a:lnTo>
                  <a:lnTo>
                    <a:pt x="942" y="8141"/>
                  </a:lnTo>
                  <a:lnTo>
                    <a:pt x="1883" y="9082"/>
                  </a:lnTo>
                  <a:lnTo>
                    <a:pt x="188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118"/>
            <p:cNvSpPr/>
            <p:nvPr/>
          </p:nvSpPr>
          <p:spPr>
            <a:xfrm>
              <a:off x="3289038" y="3465400"/>
              <a:ext cx="61925" cy="16150"/>
            </a:xfrm>
            <a:custGeom>
              <a:avLst/>
              <a:gdLst/>
              <a:ahLst/>
              <a:cxnLst/>
              <a:rect l="l" t="t" r="r" b="b"/>
              <a:pathLst>
                <a:path w="2477" h="646" extrusionOk="0">
                  <a:moveTo>
                    <a:pt x="1" y="0"/>
                  </a:moveTo>
                  <a:lnTo>
                    <a:pt x="1" y="645"/>
                  </a:lnTo>
                  <a:lnTo>
                    <a:pt x="2476" y="645"/>
                  </a:lnTo>
                  <a:lnTo>
                    <a:pt x="24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118"/>
            <p:cNvSpPr/>
            <p:nvPr/>
          </p:nvSpPr>
          <p:spPr>
            <a:xfrm>
              <a:off x="3412813" y="3465400"/>
              <a:ext cx="23550" cy="16150"/>
            </a:xfrm>
            <a:custGeom>
              <a:avLst/>
              <a:gdLst/>
              <a:ahLst/>
              <a:cxnLst/>
              <a:rect l="l" t="t" r="r" b="b"/>
              <a:pathLst>
                <a:path w="942" h="646" extrusionOk="0">
                  <a:moveTo>
                    <a:pt x="0" y="0"/>
                  </a:moveTo>
                  <a:lnTo>
                    <a:pt x="0" y="645"/>
                  </a:lnTo>
                  <a:lnTo>
                    <a:pt x="942" y="645"/>
                  </a:lnTo>
                  <a:lnTo>
                    <a:pt x="94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118"/>
            <p:cNvSpPr/>
            <p:nvPr/>
          </p:nvSpPr>
          <p:spPr>
            <a:xfrm>
              <a:off x="3289038" y="3496350"/>
              <a:ext cx="38375" cy="16125"/>
            </a:xfrm>
            <a:custGeom>
              <a:avLst/>
              <a:gdLst/>
              <a:ahLst/>
              <a:cxnLst/>
              <a:rect l="l" t="t" r="r" b="b"/>
              <a:pathLst>
                <a:path w="1535" h="645" extrusionOk="0">
                  <a:moveTo>
                    <a:pt x="1" y="0"/>
                  </a:moveTo>
                  <a:lnTo>
                    <a:pt x="1" y="645"/>
                  </a:lnTo>
                  <a:lnTo>
                    <a:pt x="1535" y="645"/>
                  </a:lnTo>
                  <a:lnTo>
                    <a:pt x="153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118"/>
            <p:cNvSpPr/>
            <p:nvPr/>
          </p:nvSpPr>
          <p:spPr>
            <a:xfrm>
              <a:off x="3334363" y="3496350"/>
              <a:ext cx="16600" cy="16125"/>
            </a:xfrm>
            <a:custGeom>
              <a:avLst/>
              <a:gdLst/>
              <a:ahLst/>
              <a:cxnLst/>
              <a:rect l="l" t="t" r="r" b="b"/>
              <a:pathLst>
                <a:path w="664" h="645" extrusionOk="0">
                  <a:moveTo>
                    <a:pt x="1" y="0"/>
                  </a:moveTo>
                  <a:lnTo>
                    <a:pt x="1" y="645"/>
                  </a:lnTo>
                  <a:lnTo>
                    <a:pt x="663" y="645"/>
                  </a:lnTo>
                  <a:lnTo>
                    <a:pt x="66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118"/>
            <p:cNvSpPr/>
            <p:nvPr/>
          </p:nvSpPr>
          <p:spPr>
            <a:xfrm>
              <a:off x="3412813" y="3496350"/>
              <a:ext cx="23550" cy="16125"/>
            </a:xfrm>
            <a:custGeom>
              <a:avLst/>
              <a:gdLst/>
              <a:ahLst/>
              <a:cxnLst/>
              <a:rect l="l" t="t" r="r" b="b"/>
              <a:pathLst>
                <a:path w="942" h="645" extrusionOk="0">
                  <a:moveTo>
                    <a:pt x="0" y="0"/>
                  </a:moveTo>
                  <a:lnTo>
                    <a:pt x="0" y="645"/>
                  </a:lnTo>
                  <a:lnTo>
                    <a:pt x="942" y="645"/>
                  </a:lnTo>
                  <a:lnTo>
                    <a:pt x="9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118"/>
            <p:cNvSpPr/>
            <p:nvPr/>
          </p:nvSpPr>
          <p:spPr>
            <a:xfrm>
              <a:off x="3289038" y="3526850"/>
              <a:ext cx="61925" cy="16575"/>
            </a:xfrm>
            <a:custGeom>
              <a:avLst/>
              <a:gdLst/>
              <a:ahLst/>
              <a:cxnLst/>
              <a:rect l="l" t="t" r="r" b="b"/>
              <a:pathLst>
                <a:path w="2477" h="663" extrusionOk="0">
                  <a:moveTo>
                    <a:pt x="1" y="0"/>
                  </a:moveTo>
                  <a:lnTo>
                    <a:pt x="1" y="663"/>
                  </a:lnTo>
                  <a:lnTo>
                    <a:pt x="2476" y="663"/>
                  </a:lnTo>
                  <a:lnTo>
                    <a:pt x="24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118"/>
            <p:cNvSpPr/>
            <p:nvPr/>
          </p:nvSpPr>
          <p:spPr>
            <a:xfrm>
              <a:off x="3289038" y="3557775"/>
              <a:ext cx="14850" cy="16600"/>
            </a:xfrm>
            <a:custGeom>
              <a:avLst/>
              <a:gdLst/>
              <a:ahLst/>
              <a:cxnLst/>
              <a:rect l="l" t="t" r="r" b="b"/>
              <a:pathLst>
                <a:path w="594" h="664" extrusionOk="0">
                  <a:moveTo>
                    <a:pt x="1" y="1"/>
                  </a:moveTo>
                  <a:lnTo>
                    <a:pt x="1" y="663"/>
                  </a:lnTo>
                  <a:lnTo>
                    <a:pt x="594" y="663"/>
                  </a:lnTo>
                  <a:lnTo>
                    <a:pt x="59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118"/>
            <p:cNvSpPr/>
            <p:nvPr/>
          </p:nvSpPr>
          <p:spPr>
            <a:xfrm>
              <a:off x="3312588" y="3557775"/>
              <a:ext cx="38375" cy="16600"/>
            </a:xfrm>
            <a:custGeom>
              <a:avLst/>
              <a:gdLst/>
              <a:ahLst/>
              <a:cxnLst/>
              <a:rect l="l" t="t" r="r" b="b"/>
              <a:pathLst>
                <a:path w="1535" h="664" extrusionOk="0">
                  <a:moveTo>
                    <a:pt x="0" y="1"/>
                  </a:moveTo>
                  <a:lnTo>
                    <a:pt x="0" y="663"/>
                  </a:lnTo>
                  <a:lnTo>
                    <a:pt x="1534" y="663"/>
                  </a:lnTo>
                  <a:lnTo>
                    <a:pt x="153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118"/>
            <p:cNvSpPr/>
            <p:nvPr/>
          </p:nvSpPr>
          <p:spPr>
            <a:xfrm>
              <a:off x="3412813" y="3526850"/>
              <a:ext cx="23550" cy="16575"/>
            </a:xfrm>
            <a:custGeom>
              <a:avLst/>
              <a:gdLst/>
              <a:ahLst/>
              <a:cxnLst/>
              <a:rect l="l" t="t" r="r" b="b"/>
              <a:pathLst>
                <a:path w="942" h="663" extrusionOk="0">
                  <a:moveTo>
                    <a:pt x="0" y="0"/>
                  </a:moveTo>
                  <a:lnTo>
                    <a:pt x="0" y="663"/>
                  </a:lnTo>
                  <a:lnTo>
                    <a:pt x="942" y="663"/>
                  </a:lnTo>
                  <a:lnTo>
                    <a:pt x="94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118"/>
            <p:cNvSpPr/>
            <p:nvPr/>
          </p:nvSpPr>
          <p:spPr>
            <a:xfrm>
              <a:off x="3412813" y="3557775"/>
              <a:ext cx="23550" cy="16600"/>
            </a:xfrm>
            <a:custGeom>
              <a:avLst/>
              <a:gdLst/>
              <a:ahLst/>
              <a:cxnLst/>
              <a:rect l="l" t="t" r="r" b="b"/>
              <a:pathLst>
                <a:path w="942" h="664" extrusionOk="0">
                  <a:moveTo>
                    <a:pt x="0" y="1"/>
                  </a:moveTo>
                  <a:lnTo>
                    <a:pt x="0" y="663"/>
                  </a:lnTo>
                  <a:lnTo>
                    <a:pt x="942" y="663"/>
                  </a:lnTo>
                  <a:lnTo>
                    <a:pt x="94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118"/>
            <p:cNvSpPr/>
            <p:nvPr/>
          </p:nvSpPr>
          <p:spPr>
            <a:xfrm>
              <a:off x="3289038" y="3588725"/>
              <a:ext cx="61925" cy="16575"/>
            </a:xfrm>
            <a:custGeom>
              <a:avLst/>
              <a:gdLst/>
              <a:ahLst/>
              <a:cxnLst/>
              <a:rect l="l" t="t" r="r" b="b"/>
              <a:pathLst>
                <a:path w="2477" h="663" extrusionOk="0">
                  <a:moveTo>
                    <a:pt x="1" y="0"/>
                  </a:moveTo>
                  <a:lnTo>
                    <a:pt x="1" y="663"/>
                  </a:lnTo>
                  <a:lnTo>
                    <a:pt x="2476" y="663"/>
                  </a:lnTo>
                  <a:lnTo>
                    <a:pt x="24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118"/>
            <p:cNvSpPr/>
            <p:nvPr/>
          </p:nvSpPr>
          <p:spPr>
            <a:xfrm>
              <a:off x="3289038" y="3619675"/>
              <a:ext cx="61925" cy="16125"/>
            </a:xfrm>
            <a:custGeom>
              <a:avLst/>
              <a:gdLst/>
              <a:ahLst/>
              <a:cxnLst/>
              <a:rect l="l" t="t" r="r" b="b"/>
              <a:pathLst>
                <a:path w="2477" h="645" extrusionOk="0">
                  <a:moveTo>
                    <a:pt x="1" y="0"/>
                  </a:moveTo>
                  <a:lnTo>
                    <a:pt x="1" y="645"/>
                  </a:lnTo>
                  <a:lnTo>
                    <a:pt x="2476" y="645"/>
                  </a:lnTo>
                  <a:lnTo>
                    <a:pt x="24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118"/>
            <p:cNvSpPr/>
            <p:nvPr/>
          </p:nvSpPr>
          <p:spPr>
            <a:xfrm>
              <a:off x="3289038" y="3650600"/>
              <a:ext cx="61925" cy="16150"/>
            </a:xfrm>
            <a:custGeom>
              <a:avLst/>
              <a:gdLst/>
              <a:ahLst/>
              <a:cxnLst/>
              <a:rect l="l" t="t" r="r" b="b"/>
              <a:pathLst>
                <a:path w="2477" h="646" extrusionOk="0">
                  <a:moveTo>
                    <a:pt x="1" y="1"/>
                  </a:moveTo>
                  <a:lnTo>
                    <a:pt x="1" y="646"/>
                  </a:lnTo>
                  <a:lnTo>
                    <a:pt x="2476" y="646"/>
                  </a:lnTo>
                  <a:lnTo>
                    <a:pt x="247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118"/>
            <p:cNvSpPr/>
            <p:nvPr/>
          </p:nvSpPr>
          <p:spPr>
            <a:xfrm>
              <a:off x="3374463" y="3650600"/>
              <a:ext cx="14400" cy="16150"/>
            </a:xfrm>
            <a:custGeom>
              <a:avLst/>
              <a:gdLst/>
              <a:ahLst/>
              <a:cxnLst/>
              <a:rect l="l" t="t" r="r" b="b"/>
              <a:pathLst>
                <a:path w="576" h="646" extrusionOk="0">
                  <a:moveTo>
                    <a:pt x="0" y="1"/>
                  </a:moveTo>
                  <a:lnTo>
                    <a:pt x="0" y="646"/>
                  </a:lnTo>
                  <a:lnTo>
                    <a:pt x="576" y="646"/>
                  </a:lnTo>
                  <a:lnTo>
                    <a:pt x="57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118"/>
            <p:cNvSpPr/>
            <p:nvPr/>
          </p:nvSpPr>
          <p:spPr>
            <a:xfrm>
              <a:off x="3412813" y="3650600"/>
              <a:ext cx="23550" cy="16150"/>
            </a:xfrm>
            <a:custGeom>
              <a:avLst/>
              <a:gdLst/>
              <a:ahLst/>
              <a:cxnLst/>
              <a:rect l="l" t="t" r="r" b="b"/>
              <a:pathLst>
                <a:path w="942" h="646" extrusionOk="0">
                  <a:moveTo>
                    <a:pt x="0" y="1"/>
                  </a:moveTo>
                  <a:lnTo>
                    <a:pt x="0" y="646"/>
                  </a:lnTo>
                  <a:lnTo>
                    <a:pt x="942" y="646"/>
                  </a:lnTo>
                  <a:lnTo>
                    <a:pt x="94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118"/>
            <p:cNvSpPr/>
            <p:nvPr/>
          </p:nvSpPr>
          <p:spPr>
            <a:xfrm>
              <a:off x="3412813" y="3619675"/>
              <a:ext cx="23550" cy="16125"/>
            </a:xfrm>
            <a:custGeom>
              <a:avLst/>
              <a:gdLst/>
              <a:ahLst/>
              <a:cxnLst/>
              <a:rect l="l" t="t" r="r" b="b"/>
              <a:pathLst>
                <a:path w="942" h="645" extrusionOk="0">
                  <a:moveTo>
                    <a:pt x="0" y="0"/>
                  </a:moveTo>
                  <a:lnTo>
                    <a:pt x="0" y="645"/>
                  </a:lnTo>
                  <a:lnTo>
                    <a:pt x="942" y="645"/>
                  </a:lnTo>
                  <a:lnTo>
                    <a:pt x="94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118"/>
            <p:cNvSpPr/>
            <p:nvPr/>
          </p:nvSpPr>
          <p:spPr>
            <a:xfrm>
              <a:off x="3412813" y="3588725"/>
              <a:ext cx="23550" cy="16575"/>
            </a:xfrm>
            <a:custGeom>
              <a:avLst/>
              <a:gdLst/>
              <a:ahLst/>
              <a:cxnLst/>
              <a:rect l="l" t="t" r="r" b="b"/>
              <a:pathLst>
                <a:path w="942" h="663" extrusionOk="0">
                  <a:moveTo>
                    <a:pt x="0" y="0"/>
                  </a:moveTo>
                  <a:lnTo>
                    <a:pt x="0" y="663"/>
                  </a:lnTo>
                  <a:lnTo>
                    <a:pt x="942" y="663"/>
                  </a:lnTo>
                  <a:lnTo>
                    <a:pt x="9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118"/>
            <p:cNvSpPr/>
            <p:nvPr/>
          </p:nvSpPr>
          <p:spPr>
            <a:xfrm>
              <a:off x="3289038" y="3681550"/>
              <a:ext cx="147325" cy="16150"/>
            </a:xfrm>
            <a:custGeom>
              <a:avLst/>
              <a:gdLst/>
              <a:ahLst/>
              <a:cxnLst/>
              <a:rect l="l" t="t" r="r" b="b"/>
              <a:pathLst>
                <a:path w="5893" h="646" extrusionOk="0">
                  <a:moveTo>
                    <a:pt x="1" y="0"/>
                  </a:moveTo>
                  <a:lnTo>
                    <a:pt x="1" y="645"/>
                  </a:lnTo>
                  <a:lnTo>
                    <a:pt x="5893" y="645"/>
                  </a:lnTo>
                  <a:lnTo>
                    <a:pt x="589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118"/>
            <p:cNvSpPr/>
            <p:nvPr/>
          </p:nvSpPr>
          <p:spPr>
            <a:xfrm>
              <a:off x="3497788" y="3681550"/>
              <a:ext cx="145575" cy="16150"/>
            </a:xfrm>
            <a:custGeom>
              <a:avLst/>
              <a:gdLst/>
              <a:ahLst/>
              <a:cxnLst/>
              <a:rect l="l" t="t" r="r" b="b"/>
              <a:pathLst>
                <a:path w="5823" h="646" extrusionOk="0">
                  <a:moveTo>
                    <a:pt x="0" y="0"/>
                  </a:moveTo>
                  <a:lnTo>
                    <a:pt x="0" y="645"/>
                  </a:lnTo>
                  <a:lnTo>
                    <a:pt x="5822" y="645"/>
                  </a:lnTo>
                  <a:lnTo>
                    <a:pt x="582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118"/>
            <p:cNvSpPr/>
            <p:nvPr/>
          </p:nvSpPr>
          <p:spPr>
            <a:xfrm>
              <a:off x="3497788" y="3650600"/>
              <a:ext cx="30975" cy="16150"/>
            </a:xfrm>
            <a:custGeom>
              <a:avLst/>
              <a:gdLst/>
              <a:ahLst/>
              <a:cxnLst/>
              <a:rect l="l" t="t" r="r" b="b"/>
              <a:pathLst>
                <a:path w="1239" h="646" extrusionOk="0">
                  <a:moveTo>
                    <a:pt x="0" y="1"/>
                  </a:moveTo>
                  <a:lnTo>
                    <a:pt x="0" y="646"/>
                  </a:lnTo>
                  <a:lnTo>
                    <a:pt x="1238" y="646"/>
                  </a:lnTo>
                  <a:lnTo>
                    <a:pt x="12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118"/>
            <p:cNvSpPr/>
            <p:nvPr/>
          </p:nvSpPr>
          <p:spPr>
            <a:xfrm>
              <a:off x="3536138" y="3650600"/>
              <a:ext cx="107225" cy="16150"/>
            </a:xfrm>
            <a:custGeom>
              <a:avLst/>
              <a:gdLst/>
              <a:ahLst/>
              <a:cxnLst/>
              <a:rect l="l" t="t" r="r" b="b"/>
              <a:pathLst>
                <a:path w="4289" h="646" extrusionOk="0">
                  <a:moveTo>
                    <a:pt x="0" y="1"/>
                  </a:moveTo>
                  <a:lnTo>
                    <a:pt x="0" y="646"/>
                  </a:lnTo>
                  <a:lnTo>
                    <a:pt x="4288" y="646"/>
                  </a:lnTo>
                  <a:lnTo>
                    <a:pt x="428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118"/>
            <p:cNvSpPr/>
            <p:nvPr/>
          </p:nvSpPr>
          <p:spPr>
            <a:xfrm>
              <a:off x="3621538" y="3619675"/>
              <a:ext cx="21825" cy="16125"/>
            </a:xfrm>
            <a:custGeom>
              <a:avLst/>
              <a:gdLst/>
              <a:ahLst/>
              <a:cxnLst/>
              <a:rect l="l" t="t" r="r" b="b"/>
              <a:pathLst>
                <a:path w="873" h="645" extrusionOk="0">
                  <a:moveTo>
                    <a:pt x="1" y="0"/>
                  </a:moveTo>
                  <a:lnTo>
                    <a:pt x="1" y="645"/>
                  </a:lnTo>
                  <a:lnTo>
                    <a:pt x="872" y="645"/>
                  </a:lnTo>
                  <a:lnTo>
                    <a:pt x="87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118"/>
            <p:cNvSpPr/>
            <p:nvPr/>
          </p:nvSpPr>
          <p:spPr>
            <a:xfrm>
              <a:off x="3497788" y="3619675"/>
              <a:ext cx="114625" cy="16125"/>
            </a:xfrm>
            <a:custGeom>
              <a:avLst/>
              <a:gdLst/>
              <a:ahLst/>
              <a:cxnLst/>
              <a:rect l="l" t="t" r="r" b="b"/>
              <a:pathLst>
                <a:path w="4585" h="645" extrusionOk="0">
                  <a:moveTo>
                    <a:pt x="0" y="0"/>
                  </a:moveTo>
                  <a:lnTo>
                    <a:pt x="0" y="645"/>
                  </a:lnTo>
                  <a:lnTo>
                    <a:pt x="4585" y="645"/>
                  </a:lnTo>
                  <a:lnTo>
                    <a:pt x="458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118"/>
            <p:cNvSpPr/>
            <p:nvPr/>
          </p:nvSpPr>
          <p:spPr>
            <a:xfrm>
              <a:off x="3497788" y="3588725"/>
              <a:ext cx="45775" cy="16575"/>
            </a:xfrm>
            <a:custGeom>
              <a:avLst/>
              <a:gdLst/>
              <a:ahLst/>
              <a:cxnLst/>
              <a:rect l="l" t="t" r="r" b="b"/>
              <a:pathLst>
                <a:path w="1831" h="663" extrusionOk="0">
                  <a:moveTo>
                    <a:pt x="0" y="0"/>
                  </a:moveTo>
                  <a:lnTo>
                    <a:pt x="0" y="663"/>
                  </a:lnTo>
                  <a:lnTo>
                    <a:pt x="1831" y="663"/>
                  </a:lnTo>
                  <a:lnTo>
                    <a:pt x="183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118"/>
            <p:cNvSpPr/>
            <p:nvPr/>
          </p:nvSpPr>
          <p:spPr>
            <a:xfrm>
              <a:off x="3550513" y="3588725"/>
              <a:ext cx="92850" cy="16575"/>
            </a:xfrm>
            <a:custGeom>
              <a:avLst/>
              <a:gdLst/>
              <a:ahLst/>
              <a:cxnLst/>
              <a:rect l="l" t="t" r="r" b="b"/>
              <a:pathLst>
                <a:path w="3714" h="663" extrusionOk="0">
                  <a:moveTo>
                    <a:pt x="1" y="0"/>
                  </a:moveTo>
                  <a:lnTo>
                    <a:pt x="1" y="663"/>
                  </a:lnTo>
                  <a:lnTo>
                    <a:pt x="3713" y="663"/>
                  </a:lnTo>
                  <a:lnTo>
                    <a:pt x="37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118"/>
            <p:cNvSpPr/>
            <p:nvPr/>
          </p:nvSpPr>
          <p:spPr>
            <a:xfrm>
              <a:off x="3497788" y="3557775"/>
              <a:ext cx="145575" cy="16600"/>
            </a:xfrm>
            <a:custGeom>
              <a:avLst/>
              <a:gdLst/>
              <a:ahLst/>
              <a:cxnLst/>
              <a:rect l="l" t="t" r="r" b="b"/>
              <a:pathLst>
                <a:path w="5823" h="664" extrusionOk="0">
                  <a:moveTo>
                    <a:pt x="0" y="1"/>
                  </a:moveTo>
                  <a:lnTo>
                    <a:pt x="0" y="663"/>
                  </a:lnTo>
                  <a:lnTo>
                    <a:pt x="5822" y="663"/>
                  </a:lnTo>
                  <a:lnTo>
                    <a:pt x="582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118"/>
            <p:cNvSpPr/>
            <p:nvPr/>
          </p:nvSpPr>
          <p:spPr>
            <a:xfrm>
              <a:off x="3497788" y="3526850"/>
              <a:ext cx="30975" cy="16575"/>
            </a:xfrm>
            <a:custGeom>
              <a:avLst/>
              <a:gdLst/>
              <a:ahLst/>
              <a:cxnLst/>
              <a:rect l="l" t="t" r="r" b="b"/>
              <a:pathLst>
                <a:path w="1239" h="663" extrusionOk="0">
                  <a:moveTo>
                    <a:pt x="0" y="0"/>
                  </a:moveTo>
                  <a:lnTo>
                    <a:pt x="0" y="663"/>
                  </a:lnTo>
                  <a:lnTo>
                    <a:pt x="1238" y="663"/>
                  </a:lnTo>
                  <a:lnTo>
                    <a:pt x="12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118"/>
            <p:cNvSpPr/>
            <p:nvPr/>
          </p:nvSpPr>
          <p:spPr>
            <a:xfrm>
              <a:off x="3536138" y="3526850"/>
              <a:ext cx="37925" cy="16575"/>
            </a:xfrm>
            <a:custGeom>
              <a:avLst/>
              <a:gdLst/>
              <a:ahLst/>
              <a:cxnLst/>
              <a:rect l="l" t="t" r="r" b="b"/>
              <a:pathLst>
                <a:path w="1517" h="663" extrusionOk="0">
                  <a:moveTo>
                    <a:pt x="0" y="0"/>
                  </a:moveTo>
                  <a:lnTo>
                    <a:pt x="0" y="663"/>
                  </a:lnTo>
                  <a:lnTo>
                    <a:pt x="1517" y="663"/>
                  </a:lnTo>
                  <a:lnTo>
                    <a:pt x="151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118"/>
            <p:cNvSpPr/>
            <p:nvPr/>
          </p:nvSpPr>
          <p:spPr>
            <a:xfrm>
              <a:off x="3581463" y="3526850"/>
              <a:ext cx="61900" cy="16575"/>
            </a:xfrm>
            <a:custGeom>
              <a:avLst/>
              <a:gdLst/>
              <a:ahLst/>
              <a:cxnLst/>
              <a:rect l="l" t="t" r="r" b="b"/>
              <a:pathLst>
                <a:path w="2476" h="663" extrusionOk="0">
                  <a:moveTo>
                    <a:pt x="0" y="0"/>
                  </a:moveTo>
                  <a:lnTo>
                    <a:pt x="0" y="663"/>
                  </a:lnTo>
                  <a:lnTo>
                    <a:pt x="2475" y="663"/>
                  </a:lnTo>
                  <a:lnTo>
                    <a:pt x="247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118"/>
            <p:cNvSpPr/>
            <p:nvPr/>
          </p:nvSpPr>
          <p:spPr>
            <a:xfrm>
              <a:off x="3497788" y="3496350"/>
              <a:ext cx="61900" cy="16125"/>
            </a:xfrm>
            <a:custGeom>
              <a:avLst/>
              <a:gdLst/>
              <a:ahLst/>
              <a:cxnLst/>
              <a:rect l="l" t="t" r="r" b="b"/>
              <a:pathLst>
                <a:path w="2476" h="645" extrusionOk="0">
                  <a:moveTo>
                    <a:pt x="0" y="0"/>
                  </a:moveTo>
                  <a:lnTo>
                    <a:pt x="0" y="645"/>
                  </a:lnTo>
                  <a:lnTo>
                    <a:pt x="2476" y="645"/>
                  </a:lnTo>
                  <a:lnTo>
                    <a:pt x="24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118"/>
            <p:cNvSpPr/>
            <p:nvPr/>
          </p:nvSpPr>
          <p:spPr>
            <a:xfrm>
              <a:off x="3567063" y="3496350"/>
              <a:ext cx="76300" cy="16125"/>
            </a:xfrm>
            <a:custGeom>
              <a:avLst/>
              <a:gdLst/>
              <a:ahLst/>
              <a:cxnLst/>
              <a:rect l="l" t="t" r="r" b="b"/>
              <a:pathLst>
                <a:path w="3052" h="645" extrusionOk="0">
                  <a:moveTo>
                    <a:pt x="1" y="0"/>
                  </a:moveTo>
                  <a:lnTo>
                    <a:pt x="1" y="645"/>
                  </a:lnTo>
                  <a:lnTo>
                    <a:pt x="3051" y="645"/>
                  </a:lnTo>
                  <a:lnTo>
                    <a:pt x="305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118"/>
            <p:cNvSpPr/>
            <p:nvPr/>
          </p:nvSpPr>
          <p:spPr>
            <a:xfrm>
              <a:off x="3497788" y="3465400"/>
              <a:ext cx="145575" cy="16150"/>
            </a:xfrm>
            <a:custGeom>
              <a:avLst/>
              <a:gdLst/>
              <a:ahLst/>
              <a:cxnLst/>
              <a:rect l="l" t="t" r="r" b="b"/>
              <a:pathLst>
                <a:path w="5823" h="646" extrusionOk="0">
                  <a:moveTo>
                    <a:pt x="0" y="0"/>
                  </a:moveTo>
                  <a:lnTo>
                    <a:pt x="0" y="645"/>
                  </a:lnTo>
                  <a:lnTo>
                    <a:pt x="5822" y="645"/>
                  </a:lnTo>
                  <a:lnTo>
                    <a:pt x="582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45" name="Google Shape;4545;p118"/>
          <p:cNvGrpSpPr/>
          <p:nvPr/>
        </p:nvGrpSpPr>
        <p:grpSpPr>
          <a:xfrm>
            <a:off x="3955363" y="1348025"/>
            <a:ext cx="494200" cy="492000"/>
            <a:chOff x="3955363" y="1157525"/>
            <a:chExt cx="494200" cy="492000"/>
          </a:xfrm>
        </p:grpSpPr>
        <p:sp>
          <p:nvSpPr>
            <p:cNvPr id="4546" name="Google Shape;4546;p118"/>
            <p:cNvSpPr/>
            <p:nvPr/>
          </p:nvSpPr>
          <p:spPr>
            <a:xfrm>
              <a:off x="4235138" y="1228125"/>
              <a:ext cx="47075" cy="47525"/>
            </a:xfrm>
            <a:custGeom>
              <a:avLst/>
              <a:gdLst/>
              <a:ahLst/>
              <a:cxnLst/>
              <a:rect l="l" t="t" r="r" b="b"/>
              <a:pathLst>
                <a:path w="1883" h="1901" extrusionOk="0">
                  <a:moveTo>
                    <a:pt x="941" y="0"/>
                  </a:moveTo>
                  <a:cubicBezTo>
                    <a:pt x="436" y="0"/>
                    <a:pt x="0" y="436"/>
                    <a:pt x="0" y="959"/>
                  </a:cubicBezTo>
                  <a:cubicBezTo>
                    <a:pt x="0" y="1464"/>
                    <a:pt x="436" y="1900"/>
                    <a:pt x="941" y="1900"/>
                  </a:cubicBezTo>
                  <a:cubicBezTo>
                    <a:pt x="1447" y="1900"/>
                    <a:pt x="1883" y="1464"/>
                    <a:pt x="1883" y="959"/>
                  </a:cubicBezTo>
                  <a:cubicBezTo>
                    <a:pt x="1883" y="436"/>
                    <a:pt x="1447" y="0"/>
                    <a:pt x="9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118"/>
            <p:cNvSpPr/>
            <p:nvPr/>
          </p:nvSpPr>
          <p:spPr>
            <a:xfrm>
              <a:off x="4331438" y="1435100"/>
              <a:ext cx="47075" cy="47525"/>
            </a:xfrm>
            <a:custGeom>
              <a:avLst/>
              <a:gdLst/>
              <a:ahLst/>
              <a:cxnLst/>
              <a:rect l="l" t="t" r="r" b="b"/>
              <a:pathLst>
                <a:path w="1883" h="1901" extrusionOk="0">
                  <a:moveTo>
                    <a:pt x="942" y="1"/>
                  </a:moveTo>
                  <a:cubicBezTo>
                    <a:pt x="366" y="1"/>
                    <a:pt x="0" y="437"/>
                    <a:pt x="0" y="960"/>
                  </a:cubicBezTo>
                  <a:cubicBezTo>
                    <a:pt x="0" y="1535"/>
                    <a:pt x="366" y="1901"/>
                    <a:pt x="942" y="1901"/>
                  </a:cubicBezTo>
                  <a:cubicBezTo>
                    <a:pt x="1447" y="1901"/>
                    <a:pt x="1883" y="1535"/>
                    <a:pt x="1883" y="960"/>
                  </a:cubicBezTo>
                  <a:cubicBezTo>
                    <a:pt x="1883" y="437"/>
                    <a:pt x="1447" y="1"/>
                    <a:pt x="94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118"/>
            <p:cNvSpPr/>
            <p:nvPr/>
          </p:nvSpPr>
          <p:spPr>
            <a:xfrm>
              <a:off x="4171513" y="1371925"/>
              <a:ext cx="63650" cy="63200"/>
            </a:xfrm>
            <a:custGeom>
              <a:avLst/>
              <a:gdLst/>
              <a:ahLst/>
              <a:cxnLst/>
              <a:rect l="l" t="t" r="r" b="b"/>
              <a:pathLst>
                <a:path w="2546" h="2528" extrusionOk="0">
                  <a:moveTo>
                    <a:pt x="1238" y="0"/>
                  </a:moveTo>
                  <a:cubicBezTo>
                    <a:pt x="593" y="0"/>
                    <a:pt x="0" y="576"/>
                    <a:pt x="0" y="1308"/>
                  </a:cubicBezTo>
                  <a:cubicBezTo>
                    <a:pt x="0" y="1953"/>
                    <a:pt x="593" y="2528"/>
                    <a:pt x="1238" y="2528"/>
                  </a:cubicBezTo>
                  <a:cubicBezTo>
                    <a:pt x="1970" y="2528"/>
                    <a:pt x="2545" y="1953"/>
                    <a:pt x="2545" y="1308"/>
                  </a:cubicBezTo>
                  <a:cubicBezTo>
                    <a:pt x="2545" y="576"/>
                    <a:pt x="1970" y="0"/>
                    <a:pt x="12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118"/>
            <p:cNvSpPr/>
            <p:nvPr/>
          </p:nvSpPr>
          <p:spPr>
            <a:xfrm>
              <a:off x="4195038" y="1378900"/>
              <a:ext cx="30950" cy="32700"/>
            </a:xfrm>
            <a:custGeom>
              <a:avLst/>
              <a:gdLst/>
              <a:ahLst/>
              <a:cxnLst/>
              <a:rect l="l" t="t" r="r" b="b"/>
              <a:pathLst>
                <a:path w="1238" h="1308" extrusionOk="0">
                  <a:moveTo>
                    <a:pt x="663" y="0"/>
                  </a:moveTo>
                  <a:cubicBezTo>
                    <a:pt x="297" y="0"/>
                    <a:pt x="0" y="297"/>
                    <a:pt x="0" y="663"/>
                  </a:cubicBezTo>
                  <a:cubicBezTo>
                    <a:pt x="0" y="1029"/>
                    <a:pt x="297" y="1308"/>
                    <a:pt x="663" y="1308"/>
                  </a:cubicBezTo>
                  <a:cubicBezTo>
                    <a:pt x="1029" y="1308"/>
                    <a:pt x="1238" y="1029"/>
                    <a:pt x="1238" y="663"/>
                  </a:cubicBezTo>
                  <a:cubicBezTo>
                    <a:pt x="1238" y="297"/>
                    <a:pt x="1029" y="0"/>
                    <a:pt x="6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118"/>
            <p:cNvSpPr/>
            <p:nvPr/>
          </p:nvSpPr>
          <p:spPr>
            <a:xfrm>
              <a:off x="4164538" y="1364525"/>
              <a:ext cx="78025" cy="78025"/>
            </a:xfrm>
            <a:custGeom>
              <a:avLst/>
              <a:gdLst/>
              <a:ahLst/>
              <a:cxnLst/>
              <a:rect l="l" t="t" r="r" b="b"/>
              <a:pathLst>
                <a:path w="3121" h="3121" extrusionOk="0">
                  <a:moveTo>
                    <a:pt x="1517" y="575"/>
                  </a:moveTo>
                  <a:cubicBezTo>
                    <a:pt x="2092" y="575"/>
                    <a:pt x="2528" y="1011"/>
                    <a:pt x="2528" y="1604"/>
                  </a:cubicBezTo>
                  <a:cubicBezTo>
                    <a:pt x="2528" y="2109"/>
                    <a:pt x="2092" y="2545"/>
                    <a:pt x="1517" y="2545"/>
                  </a:cubicBezTo>
                  <a:cubicBezTo>
                    <a:pt x="1011" y="2545"/>
                    <a:pt x="575" y="2109"/>
                    <a:pt x="575" y="1604"/>
                  </a:cubicBezTo>
                  <a:cubicBezTo>
                    <a:pt x="575" y="1011"/>
                    <a:pt x="1011" y="575"/>
                    <a:pt x="1517" y="575"/>
                  </a:cubicBezTo>
                  <a:close/>
                  <a:moveTo>
                    <a:pt x="1517" y="0"/>
                  </a:moveTo>
                  <a:cubicBezTo>
                    <a:pt x="645" y="0"/>
                    <a:pt x="0" y="732"/>
                    <a:pt x="0" y="1604"/>
                  </a:cubicBezTo>
                  <a:cubicBezTo>
                    <a:pt x="0" y="2475"/>
                    <a:pt x="645" y="3120"/>
                    <a:pt x="1517" y="3120"/>
                  </a:cubicBezTo>
                  <a:cubicBezTo>
                    <a:pt x="2388" y="3120"/>
                    <a:pt x="3120" y="2475"/>
                    <a:pt x="3120" y="1604"/>
                  </a:cubicBezTo>
                  <a:cubicBezTo>
                    <a:pt x="3120" y="732"/>
                    <a:pt x="2388" y="0"/>
                    <a:pt x="15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118"/>
            <p:cNvSpPr/>
            <p:nvPr/>
          </p:nvSpPr>
          <p:spPr>
            <a:xfrm>
              <a:off x="3955363" y="1324425"/>
              <a:ext cx="494200" cy="158200"/>
            </a:xfrm>
            <a:custGeom>
              <a:avLst/>
              <a:gdLst/>
              <a:ahLst/>
              <a:cxnLst/>
              <a:rect l="l" t="t" r="r" b="b"/>
              <a:pathLst>
                <a:path w="19768" h="6328" extrusionOk="0">
                  <a:moveTo>
                    <a:pt x="9884" y="0"/>
                  </a:moveTo>
                  <a:cubicBezTo>
                    <a:pt x="7339" y="0"/>
                    <a:pt x="4881" y="297"/>
                    <a:pt x="3051" y="872"/>
                  </a:cubicBezTo>
                  <a:cubicBezTo>
                    <a:pt x="1098" y="1465"/>
                    <a:pt x="0" y="2249"/>
                    <a:pt x="0" y="3208"/>
                  </a:cubicBezTo>
                  <a:cubicBezTo>
                    <a:pt x="0" y="4079"/>
                    <a:pt x="1098" y="4864"/>
                    <a:pt x="3051" y="5456"/>
                  </a:cubicBezTo>
                  <a:cubicBezTo>
                    <a:pt x="4881" y="6032"/>
                    <a:pt x="7339" y="6328"/>
                    <a:pt x="9884" y="6328"/>
                  </a:cubicBezTo>
                  <a:cubicBezTo>
                    <a:pt x="11697" y="6328"/>
                    <a:pt x="13509" y="6171"/>
                    <a:pt x="15043" y="5892"/>
                  </a:cubicBezTo>
                  <a:lnTo>
                    <a:pt x="14974" y="5299"/>
                  </a:lnTo>
                  <a:cubicBezTo>
                    <a:pt x="13440" y="5596"/>
                    <a:pt x="11697" y="5735"/>
                    <a:pt x="9884" y="5735"/>
                  </a:cubicBezTo>
                  <a:cubicBezTo>
                    <a:pt x="4445" y="5735"/>
                    <a:pt x="663" y="4358"/>
                    <a:pt x="663" y="3208"/>
                  </a:cubicBezTo>
                  <a:cubicBezTo>
                    <a:pt x="663" y="1970"/>
                    <a:pt x="4445" y="593"/>
                    <a:pt x="9884" y="593"/>
                  </a:cubicBezTo>
                  <a:cubicBezTo>
                    <a:pt x="15340" y="593"/>
                    <a:pt x="19175" y="1970"/>
                    <a:pt x="19175" y="3208"/>
                  </a:cubicBezTo>
                  <a:cubicBezTo>
                    <a:pt x="19175" y="3713"/>
                    <a:pt x="18303" y="4358"/>
                    <a:pt x="16856" y="4794"/>
                  </a:cubicBezTo>
                  <a:lnTo>
                    <a:pt x="16996" y="5387"/>
                  </a:lnTo>
                  <a:cubicBezTo>
                    <a:pt x="18826" y="4794"/>
                    <a:pt x="19767" y="4079"/>
                    <a:pt x="19767" y="3208"/>
                  </a:cubicBezTo>
                  <a:cubicBezTo>
                    <a:pt x="19767" y="2249"/>
                    <a:pt x="18739" y="1465"/>
                    <a:pt x="16786" y="872"/>
                  </a:cubicBezTo>
                  <a:cubicBezTo>
                    <a:pt x="14904" y="297"/>
                    <a:pt x="12498" y="0"/>
                    <a:pt x="9884" y="0"/>
                  </a:cubicBezTo>
                  <a:close/>
                </a:path>
              </a:pathLst>
            </a:custGeom>
            <a:solidFill>
              <a:srgbClr val="1D1E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118"/>
            <p:cNvSpPr/>
            <p:nvPr/>
          </p:nvSpPr>
          <p:spPr>
            <a:xfrm>
              <a:off x="4322288" y="1428125"/>
              <a:ext cx="63650" cy="63650"/>
            </a:xfrm>
            <a:custGeom>
              <a:avLst/>
              <a:gdLst/>
              <a:ahLst/>
              <a:cxnLst/>
              <a:rect l="l" t="t" r="r" b="b"/>
              <a:pathLst>
                <a:path w="2546" h="2546" extrusionOk="0">
                  <a:moveTo>
                    <a:pt x="1308" y="576"/>
                  </a:moveTo>
                  <a:cubicBezTo>
                    <a:pt x="1674" y="576"/>
                    <a:pt x="1970" y="873"/>
                    <a:pt x="1970" y="1239"/>
                  </a:cubicBezTo>
                  <a:cubicBezTo>
                    <a:pt x="1970" y="1587"/>
                    <a:pt x="1674" y="1884"/>
                    <a:pt x="1308" y="1884"/>
                  </a:cubicBezTo>
                  <a:cubicBezTo>
                    <a:pt x="942" y="1884"/>
                    <a:pt x="663" y="1587"/>
                    <a:pt x="663" y="1239"/>
                  </a:cubicBezTo>
                  <a:cubicBezTo>
                    <a:pt x="663" y="873"/>
                    <a:pt x="942" y="576"/>
                    <a:pt x="1308" y="576"/>
                  </a:cubicBezTo>
                  <a:close/>
                  <a:moveTo>
                    <a:pt x="1308" y="1"/>
                  </a:moveTo>
                  <a:cubicBezTo>
                    <a:pt x="576" y="1"/>
                    <a:pt x="0" y="576"/>
                    <a:pt x="0" y="1239"/>
                  </a:cubicBezTo>
                  <a:cubicBezTo>
                    <a:pt x="0" y="1953"/>
                    <a:pt x="576" y="2546"/>
                    <a:pt x="1308" y="2546"/>
                  </a:cubicBezTo>
                  <a:cubicBezTo>
                    <a:pt x="1970" y="2546"/>
                    <a:pt x="2545" y="1953"/>
                    <a:pt x="2545" y="1239"/>
                  </a:cubicBezTo>
                  <a:cubicBezTo>
                    <a:pt x="2545" y="576"/>
                    <a:pt x="1970" y="1"/>
                    <a:pt x="1308" y="1"/>
                  </a:cubicBezTo>
                  <a:close/>
                </a:path>
              </a:pathLst>
            </a:custGeom>
            <a:solidFill>
              <a:srgbClr val="1D1E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118"/>
            <p:cNvSpPr/>
            <p:nvPr/>
          </p:nvSpPr>
          <p:spPr>
            <a:xfrm>
              <a:off x="3955363" y="1324425"/>
              <a:ext cx="494200" cy="158200"/>
            </a:xfrm>
            <a:custGeom>
              <a:avLst/>
              <a:gdLst/>
              <a:ahLst/>
              <a:cxnLst/>
              <a:rect l="l" t="t" r="r" b="b"/>
              <a:pathLst>
                <a:path w="19768" h="6328" extrusionOk="0">
                  <a:moveTo>
                    <a:pt x="9884" y="0"/>
                  </a:moveTo>
                  <a:cubicBezTo>
                    <a:pt x="7339" y="0"/>
                    <a:pt x="4881" y="297"/>
                    <a:pt x="3051" y="872"/>
                  </a:cubicBezTo>
                  <a:cubicBezTo>
                    <a:pt x="1098" y="1465"/>
                    <a:pt x="0" y="2249"/>
                    <a:pt x="0" y="3208"/>
                  </a:cubicBezTo>
                  <a:cubicBezTo>
                    <a:pt x="0" y="4079"/>
                    <a:pt x="1098" y="4864"/>
                    <a:pt x="3051" y="5456"/>
                  </a:cubicBezTo>
                  <a:cubicBezTo>
                    <a:pt x="4881" y="6032"/>
                    <a:pt x="7339" y="6328"/>
                    <a:pt x="9884" y="6328"/>
                  </a:cubicBezTo>
                  <a:cubicBezTo>
                    <a:pt x="11697" y="6328"/>
                    <a:pt x="13509" y="6171"/>
                    <a:pt x="15043" y="5892"/>
                  </a:cubicBezTo>
                  <a:lnTo>
                    <a:pt x="14974" y="5299"/>
                  </a:lnTo>
                  <a:cubicBezTo>
                    <a:pt x="13440" y="5596"/>
                    <a:pt x="11697" y="5735"/>
                    <a:pt x="9884" y="5735"/>
                  </a:cubicBezTo>
                  <a:cubicBezTo>
                    <a:pt x="4445" y="5735"/>
                    <a:pt x="663" y="4358"/>
                    <a:pt x="663" y="3208"/>
                  </a:cubicBezTo>
                  <a:cubicBezTo>
                    <a:pt x="663" y="1970"/>
                    <a:pt x="4445" y="593"/>
                    <a:pt x="9884" y="593"/>
                  </a:cubicBezTo>
                  <a:cubicBezTo>
                    <a:pt x="15340" y="593"/>
                    <a:pt x="19175" y="1970"/>
                    <a:pt x="19175" y="3208"/>
                  </a:cubicBezTo>
                  <a:cubicBezTo>
                    <a:pt x="19175" y="3713"/>
                    <a:pt x="18303" y="4358"/>
                    <a:pt x="16856" y="4794"/>
                  </a:cubicBezTo>
                  <a:lnTo>
                    <a:pt x="16996" y="5387"/>
                  </a:lnTo>
                  <a:cubicBezTo>
                    <a:pt x="18826" y="4794"/>
                    <a:pt x="19767" y="4079"/>
                    <a:pt x="19767" y="3208"/>
                  </a:cubicBezTo>
                  <a:cubicBezTo>
                    <a:pt x="19767" y="2249"/>
                    <a:pt x="18739" y="1465"/>
                    <a:pt x="16786" y="872"/>
                  </a:cubicBezTo>
                  <a:cubicBezTo>
                    <a:pt x="14904" y="297"/>
                    <a:pt x="12498" y="0"/>
                    <a:pt x="9884" y="0"/>
                  </a:cubicBezTo>
                  <a:close/>
                </a:path>
              </a:pathLst>
            </a:custGeom>
            <a:solidFill>
              <a:srgbClr val="1D1E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118"/>
            <p:cNvSpPr/>
            <p:nvPr/>
          </p:nvSpPr>
          <p:spPr>
            <a:xfrm>
              <a:off x="4322288" y="1428125"/>
              <a:ext cx="63650" cy="63650"/>
            </a:xfrm>
            <a:custGeom>
              <a:avLst/>
              <a:gdLst/>
              <a:ahLst/>
              <a:cxnLst/>
              <a:rect l="l" t="t" r="r" b="b"/>
              <a:pathLst>
                <a:path w="2546" h="2546" extrusionOk="0">
                  <a:moveTo>
                    <a:pt x="1308" y="576"/>
                  </a:moveTo>
                  <a:cubicBezTo>
                    <a:pt x="1674" y="576"/>
                    <a:pt x="1970" y="873"/>
                    <a:pt x="1970" y="1239"/>
                  </a:cubicBezTo>
                  <a:cubicBezTo>
                    <a:pt x="1970" y="1587"/>
                    <a:pt x="1674" y="1884"/>
                    <a:pt x="1308" y="1884"/>
                  </a:cubicBezTo>
                  <a:cubicBezTo>
                    <a:pt x="942" y="1884"/>
                    <a:pt x="663" y="1587"/>
                    <a:pt x="663" y="1239"/>
                  </a:cubicBezTo>
                  <a:cubicBezTo>
                    <a:pt x="663" y="873"/>
                    <a:pt x="942" y="576"/>
                    <a:pt x="1308" y="576"/>
                  </a:cubicBezTo>
                  <a:close/>
                  <a:moveTo>
                    <a:pt x="1308" y="1"/>
                  </a:moveTo>
                  <a:cubicBezTo>
                    <a:pt x="576" y="1"/>
                    <a:pt x="0" y="576"/>
                    <a:pt x="0" y="1239"/>
                  </a:cubicBezTo>
                  <a:cubicBezTo>
                    <a:pt x="0" y="1953"/>
                    <a:pt x="576" y="2546"/>
                    <a:pt x="1308" y="2546"/>
                  </a:cubicBezTo>
                  <a:cubicBezTo>
                    <a:pt x="1970" y="2546"/>
                    <a:pt x="2545" y="1953"/>
                    <a:pt x="2545" y="1239"/>
                  </a:cubicBezTo>
                  <a:cubicBezTo>
                    <a:pt x="2545" y="576"/>
                    <a:pt x="1970" y="1"/>
                    <a:pt x="1308" y="1"/>
                  </a:cubicBezTo>
                  <a:close/>
                </a:path>
              </a:pathLst>
            </a:custGeom>
            <a:solidFill>
              <a:srgbClr val="1D1E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118"/>
            <p:cNvSpPr/>
            <p:nvPr/>
          </p:nvSpPr>
          <p:spPr>
            <a:xfrm>
              <a:off x="3955363" y="1157525"/>
              <a:ext cx="494200" cy="492000"/>
            </a:xfrm>
            <a:custGeom>
              <a:avLst/>
              <a:gdLst/>
              <a:ahLst/>
              <a:cxnLst/>
              <a:rect l="l" t="t" r="r" b="b"/>
              <a:pathLst>
                <a:path w="19768" h="19680" extrusionOk="0">
                  <a:moveTo>
                    <a:pt x="12132" y="3120"/>
                  </a:moveTo>
                  <a:cubicBezTo>
                    <a:pt x="12498" y="3120"/>
                    <a:pt x="12795" y="3417"/>
                    <a:pt x="12795" y="3783"/>
                  </a:cubicBezTo>
                  <a:cubicBezTo>
                    <a:pt x="12795" y="4131"/>
                    <a:pt x="12498" y="4428"/>
                    <a:pt x="12132" y="4428"/>
                  </a:cubicBezTo>
                  <a:cubicBezTo>
                    <a:pt x="11766" y="4428"/>
                    <a:pt x="11487" y="4131"/>
                    <a:pt x="11487" y="3783"/>
                  </a:cubicBezTo>
                  <a:cubicBezTo>
                    <a:pt x="11487" y="3417"/>
                    <a:pt x="11766" y="3120"/>
                    <a:pt x="12132" y="3120"/>
                  </a:cubicBezTo>
                  <a:close/>
                  <a:moveTo>
                    <a:pt x="9884" y="576"/>
                  </a:moveTo>
                  <a:cubicBezTo>
                    <a:pt x="10459" y="576"/>
                    <a:pt x="11052" y="1377"/>
                    <a:pt x="11487" y="2685"/>
                  </a:cubicBezTo>
                  <a:cubicBezTo>
                    <a:pt x="11121" y="2911"/>
                    <a:pt x="10895" y="3347"/>
                    <a:pt x="10895" y="3783"/>
                  </a:cubicBezTo>
                  <a:cubicBezTo>
                    <a:pt x="10895" y="4428"/>
                    <a:pt x="11418" y="5003"/>
                    <a:pt x="12063" y="5003"/>
                  </a:cubicBezTo>
                  <a:cubicBezTo>
                    <a:pt x="12202" y="5596"/>
                    <a:pt x="12289" y="6171"/>
                    <a:pt x="12359" y="6746"/>
                  </a:cubicBezTo>
                  <a:cubicBezTo>
                    <a:pt x="11557" y="6676"/>
                    <a:pt x="10755" y="6676"/>
                    <a:pt x="9884" y="6676"/>
                  </a:cubicBezTo>
                  <a:cubicBezTo>
                    <a:pt x="9082" y="6676"/>
                    <a:pt x="8280" y="6676"/>
                    <a:pt x="7496" y="6746"/>
                  </a:cubicBezTo>
                  <a:cubicBezTo>
                    <a:pt x="7844" y="2981"/>
                    <a:pt x="8942" y="576"/>
                    <a:pt x="9884" y="576"/>
                  </a:cubicBezTo>
                  <a:close/>
                  <a:moveTo>
                    <a:pt x="6833" y="7408"/>
                  </a:moveTo>
                  <a:cubicBezTo>
                    <a:pt x="6764" y="8210"/>
                    <a:pt x="6764" y="9012"/>
                    <a:pt x="6764" y="9884"/>
                  </a:cubicBezTo>
                  <a:cubicBezTo>
                    <a:pt x="6764" y="10668"/>
                    <a:pt x="6764" y="11470"/>
                    <a:pt x="6833" y="12272"/>
                  </a:cubicBezTo>
                  <a:cubicBezTo>
                    <a:pt x="3051" y="11906"/>
                    <a:pt x="663" y="10825"/>
                    <a:pt x="663" y="9884"/>
                  </a:cubicBezTo>
                  <a:cubicBezTo>
                    <a:pt x="663" y="8855"/>
                    <a:pt x="3051" y="7844"/>
                    <a:pt x="6833" y="7408"/>
                  </a:cubicBezTo>
                  <a:close/>
                  <a:moveTo>
                    <a:pt x="13004" y="7408"/>
                  </a:moveTo>
                  <a:lnTo>
                    <a:pt x="13004" y="7408"/>
                  </a:lnTo>
                  <a:cubicBezTo>
                    <a:pt x="16717" y="7844"/>
                    <a:pt x="19175" y="8855"/>
                    <a:pt x="19175" y="9884"/>
                  </a:cubicBezTo>
                  <a:cubicBezTo>
                    <a:pt x="19175" y="10389"/>
                    <a:pt x="18390" y="10964"/>
                    <a:pt x="17083" y="11400"/>
                  </a:cubicBezTo>
                  <a:cubicBezTo>
                    <a:pt x="16856" y="11034"/>
                    <a:pt x="16420" y="10825"/>
                    <a:pt x="15985" y="10825"/>
                  </a:cubicBezTo>
                  <a:cubicBezTo>
                    <a:pt x="15253" y="10825"/>
                    <a:pt x="14747" y="11330"/>
                    <a:pt x="14677" y="12063"/>
                  </a:cubicBezTo>
                  <a:cubicBezTo>
                    <a:pt x="14172" y="12132"/>
                    <a:pt x="13597" y="12202"/>
                    <a:pt x="13004" y="12272"/>
                  </a:cubicBezTo>
                  <a:cubicBezTo>
                    <a:pt x="13074" y="11470"/>
                    <a:pt x="13074" y="10668"/>
                    <a:pt x="13074" y="9884"/>
                  </a:cubicBezTo>
                  <a:cubicBezTo>
                    <a:pt x="13074" y="9012"/>
                    <a:pt x="13074" y="8210"/>
                    <a:pt x="13004" y="7408"/>
                  </a:cubicBezTo>
                  <a:close/>
                  <a:moveTo>
                    <a:pt x="9884" y="7269"/>
                  </a:moveTo>
                  <a:cubicBezTo>
                    <a:pt x="10755" y="7269"/>
                    <a:pt x="11627" y="7339"/>
                    <a:pt x="12359" y="7408"/>
                  </a:cubicBezTo>
                  <a:cubicBezTo>
                    <a:pt x="12429" y="8210"/>
                    <a:pt x="12498" y="9012"/>
                    <a:pt x="12498" y="9884"/>
                  </a:cubicBezTo>
                  <a:cubicBezTo>
                    <a:pt x="12498" y="10755"/>
                    <a:pt x="12429" y="11540"/>
                    <a:pt x="12359" y="12341"/>
                  </a:cubicBezTo>
                  <a:cubicBezTo>
                    <a:pt x="11557" y="12341"/>
                    <a:pt x="10755" y="12411"/>
                    <a:pt x="9884" y="12411"/>
                  </a:cubicBezTo>
                  <a:cubicBezTo>
                    <a:pt x="9012" y="12411"/>
                    <a:pt x="8210" y="12341"/>
                    <a:pt x="7408" y="12341"/>
                  </a:cubicBezTo>
                  <a:cubicBezTo>
                    <a:pt x="7339" y="11540"/>
                    <a:pt x="7339" y="10755"/>
                    <a:pt x="7339" y="9884"/>
                  </a:cubicBezTo>
                  <a:cubicBezTo>
                    <a:pt x="7339" y="9012"/>
                    <a:pt x="7339" y="8141"/>
                    <a:pt x="7408" y="7408"/>
                  </a:cubicBezTo>
                  <a:cubicBezTo>
                    <a:pt x="8210" y="7339"/>
                    <a:pt x="9012" y="7269"/>
                    <a:pt x="9884" y="7269"/>
                  </a:cubicBezTo>
                  <a:close/>
                  <a:moveTo>
                    <a:pt x="15985" y="11400"/>
                  </a:moveTo>
                  <a:cubicBezTo>
                    <a:pt x="16351" y="11400"/>
                    <a:pt x="16647" y="11697"/>
                    <a:pt x="16647" y="12063"/>
                  </a:cubicBezTo>
                  <a:cubicBezTo>
                    <a:pt x="16647" y="12411"/>
                    <a:pt x="16351" y="12708"/>
                    <a:pt x="15985" y="12708"/>
                  </a:cubicBezTo>
                  <a:cubicBezTo>
                    <a:pt x="15619" y="12708"/>
                    <a:pt x="15340" y="12411"/>
                    <a:pt x="15340" y="12063"/>
                  </a:cubicBezTo>
                  <a:cubicBezTo>
                    <a:pt x="15340" y="11697"/>
                    <a:pt x="15619" y="11400"/>
                    <a:pt x="15985" y="11400"/>
                  </a:cubicBezTo>
                  <a:close/>
                  <a:moveTo>
                    <a:pt x="7496" y="12934"/>
                  </a:moveTo>
                  <a:lnTo>
                    <a:pt x="7496" y="12934"/>
                  </a:lnTo>
                  <a:cubicBezTo>
                    <a:pt x="8280" y="13004"/>
                    <a:pt x="9082" y="13004"/>
                    <a:pt x="9884" y="13004"/>
                  </a:cubicBezTo>
                  <a:cubicBezTo>
                    <a:pt x="10755" y="13004"/>
                    <a:pt x="11557" y="13004"/>
                    <a:pt x="12359" y="12934"/>
                  </a:cubicBezTo>
                  <a:lnTo>
                    <a:pt x="12359" y="12934"/>
                  </a:lnTo>
                  <a:cubicBezTo>
                    <a:pt x="11923" y="16699"/>
                    <a:pt x="10895" y="19105"/>
                    <a:pt x="9884" y="19105"/>
                  </a:cubicBezTo>
                  <a:cubicBezTo>
                    <a:pt x="8942" y="19105"/>
                    <a:pt x="7844" y="16699"/>
                    <a:pt x="7496" y="12934"/>
                  </a:cubicBezTo>
                  <a:close/>
                  <a:moveTo>
                    <a:pt x="9884" y="0"/>
                  </a:moveTo>
                  <a:cubicBezTo>
                    <a:pt x="9012" y="0"/>
                    <a:pt x="8210" y="1011"/>
                    <a:pt x="7565" y="2981"/>
                  </a:cubicBezTo>
                  <a:cubicBezTo>
                    <a:pt x="7269" y="4062"/>
                    <a:pt x="7060" y="5369"/>
                    <a:pt x="6903" y="6833"/>
                  </a:cubicBezTo>
                  <a:cubicBezTo>
                    <a:pt x="5456" y="6973"/>
                    <a:pt x="4149" y="7182"/>
                    <a:pt x="3051" y="7548"/>
                  </a:cubicBezTo>
                  <a:cubicBezTo>
                    <a:pt x="1098" y="8141"/>
                    <a:pt x="0" y="8925"/>
                    <a:pt x="0" y="9884"/>
                  </a:cubicBezTo>
                  <a:cubicBezTo>
                    <a:pt x="0" y="10755"/>
                    <a:pt x="1098" y="11540"/>
                    <a:pt x="3051" y="12132"/>
                  </a:cubicBezTo>
                  <a:cubicBezTo>
                    <a:pt x="4149" y="12498"/>
                    <a:pt x="5456" y="12708"/>
                    <a:pt x="6903" y="12847"/>
                  </a:cubicBezTo>
                  <a:cubicBezTo>
                    <a:pt x="7060" y="14311"/>
                    <a:pt x="7269" y="15619"/>
                    <a:pt x="7565" y="16699"/>
                  </a:cubicBezTo>
                  <a:cubicBezTo>
                    <a:pt x="8210" y="18669"/>
                    <a:pt x="9012" y="19680"/>
                    <a:pt x="9884" y="19680"/>
                  </a:cubicBezTo>
                  <a:cubicBezTo>
                    <a:pt x="10825" y="19680"/>
                    <a:pt x="11627" y="18669"/>
                    <a:pt x="12202" y="16699"/>
                  </a:cubicBezTo>
                  <a:cubicBezTo>
                    <a:pt x="12568" y="15619"/>
                    <a:pt x="12795" y="14311"/>
                    <a:pt x="12934" y="12847"/>
                  </a:cubicBezTo>
                  <a:cubicBezTo>
                    <a:pt x="13597" y="12777"/>
                    <a:pt x="14242" y="12708"/>
                    <a:pt x="14817" y="12638"/>
                  </a:cubicBezTo>
                  <a:cubicBezTo>
                    <a:pt x="15043" y="13074"/>
                    <a:pt x="15479" y="13370"/>
                    <a:pt x="15985" y="13370"/>
                  </a:cubicBezTo>
                  <a:cubicBezTo>
                    <a:pt x="16647" y="13370"/>
                    <a:pt x="17222" y="12777"/>
                    <a:pt x="17222" y="12063"/>
                  </a:cubicBezTo>
                  <a:lnTo>
                    <a:pt x="17222" y="11975"/>
                  </a:lnTo>
                  <a:cubicBezTo>
                    <a:pt x="18896" y="11470"/>
                    <a:pt x="19767" y="10668"/>
                    <a:pt x="19767" y="9884"/>
                  </a:cubicBezTo>
                  <a:cubicBezTo>
                    <a:pt x="19767" y="8925"/>
                    <a:pt x="18739" y="8141"/>
                    <a:pt x="16786" y="7548"/>
                  </a:cubicBezTo>
                  <a:cubicBezTo>
                    <a:pt x="15688" y="7182"/>
                    <a:pt x="14381" y="6973"/>
                    <a:pt x="12934" y="6833"/>
                  </a:cubicBezTo>
                  <a:cubicBezTo>
                    <a:pt x="12864" y="6171"/>
                    <a:pt x="12795" y="5526"/>
                    <a:pt x="12638" y="4933"/>
                  </a:cubicBezTo>
                  <a:cubicBezTo>
                    <a:pt x="13074" y="4724"/>
                    <a:pt x="13370" y="4288"/>
                    <a:pt x="13370" y="3783"/>
                  </a:cubicBezTo>
                  <a:cubicBezTo>
                    <a:pt x="13370" y="3120"/>
                    <a:pt x="12864" y="2545"/>
                    <a:pt x="12132" y="2545"/>
                  </a:cubicBezTo>
                  <a:lnTo>
                    <a:pt x="12063" y="2545"/>
                  </a:lnTo>
                  <a:cubicBezTo>
                    <a:pt x="11487" y="872"/>
                    <a:pt x="10755" y="0"/>
                    <a:pt x="98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6" name="Google Shape;4556;p118"/>
          <p:cNvGrpSpPr/>
          <p:nvPr/>
        </p:nvGrpSpPr>
        <p:grpSpPr>
          <a:xfrm>
            <a:off x="4086088" y="2026825"/>
            <a:ext cx="232725" cy="492025"/>
            <a:chOff x="4086088" y="1883950"/>
            <a:chExt cx="232725" cy="492025"/>
          </a:xfrm>
        </p:grpSpPr>
        <p:sp>
          <p:nvSpPr>
            <p:cNvPr id="4557" name="Google Shape;4557;p118"/>
            <p:cNvSpPr/>
            <p:nvPr/>
          </p:nvSpPr>
          <p:spPr>
            <a:xfrm>
              <a:off x="4095238" y="2261350"/>
              <a:ext cx="216175" cy="107225"/>
            </a:xfrm>
            <a:custGeom>
              <a:avLst/>
              <a:gdLst/>
              <a:ahLst/>
              <a:cxnLst/>
              <a:rect l="l" t="t" r="r" b="b"/>
              <a:pathLst>
                <a:path w="8647" h="4289" extrusionOk="0">
                  <a:moveTo>
                    <a:pt x="1535" y="0"/>
                  </a:moveTo>
                  <a:lnTo>
                    <a:pt x="1" y="3347"/>
                  </a:lnTo>
                  <a:lnTo>
                    <a:pt x="593" y="4288"/>
                  </a:lnTo>
                  <a:lnTo>
                    <a:pt x="8002" y="4288"/>
                  </a:lnTo>
                  <a:lnTo>
                    <a:pt x="8647" y="3347"/>
                  </a:lnTo>
                  <a:lnTo>
                    <a:pt x="740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118"/>
            <p:cNvSpPr/>
            <p:nvPr/>
          </p:nvSpPr>
          <p:spPr>
            <a:xfrm>
              <a:off x="4133588" y="2021675"/>
              <a:ext cx="137725" cy="239700"/>
            </a:xfrm>
            <a:custGeom>
              <a:avLst/>
              <a:gdLst/>
              <a:ahLst/>
              <a:cxnLst/>
              <a:rect l="l" t="t" r="r" b="b"/>
              <a:pathLst>
                <a:path w="5509" h="9588" extrusionOk="0">
                  <a:moveTo>
                    <a:pt x="1238" y="0"/>
                  </a:moveTo>
                  <a:lnTo>
                    <a:pt x="1238" y="6763"/>
                  </a:lnTo>
                  <a:lnTo>
                    <a:pt x="1" y="9587"/>
                  </a:lnTo>
                  <a:lnTo>
                    <a:pt x="5509" y="9587"/>
                  </a:lnTo>
                  <a:lnTo>
                    <a:pt x="4358" y="6763"/>
                  </a:lnTo>
                  <a:lnTo>
                    <a:pt x="435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118"/>
            <p:cNvSpPr/>
            <p:nvPr/>
          </p:nvSpPr>
          <p:spPr>
            <a:xfrm>
              <a:off x="4133588" y="2021675"/>
              <a:ext cx="92400" cy="239700"/>
            </a:xfrm>
            <a:custGeom>
              <a:avLst/>
              <a:gdLst/>
              <a:ahLst/>
              <a:cxnLst/>
              <a:rect l="l" t="t" r="r" b="b"/>
              <a:pathLst>
                <a:path w="3696" h="9588" extrusionOk="0">
                  <a:moveTo>
                    <a:pt x="1238" y="0"/>
                  </a:moveTo>
                  <a:lnTo>
                    <a:pt x="1238" y="6763"/>
                  </a:lnTo>
                  <a:lnTo>
                    <a:pt x="1" y="9587"/>
                  </a:lnTo>
                  <a:lnTo>
                    <a:pt x="3696" y="9587"/>
                  </a:lnTo>
                  <a:lnTo>
                    <a:pt x="2458" y="6763"/>
                  </a:lnTo>
                  <a:lnTo>
                    <a:pt x="245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118"/>
            <p:cNvSpPr/>
            <p:nvPr/>
          </p:nvSpPr>
          <p:spPr>
            <a:xfrm>
              <a:off x="4140563" y="2014700"/>
              <a:ext cx="123775" cy="14400"/>
            </a:xfrm>
            <a:custGeom>
              <a:avLst/>
              <a:gdLst/>
              <a:ahLst/>
              <a:cxnLst/>
              <a:rect l="l" t="t" r="r" b="b"/>
              <a:pathLst>
                <a:path w="4951" h="576" extrusionOk="0">
                  <a:moveTo>
                    <a:pt x="0" y="0"/>
                  </a:moveTo>
                  <a:lnTo>
                    <a:pt x="0" y="575"/>
                  </a:lnTo>
                  <a:lnTo>
                    <a:pt x="4951" y="575"/>
                  </a:lnTo>
                  <a:lnTo>
                    <a:pt x="495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118"/>
            <p:cNvSpPr/>
            <p:nvPr/>
          </p:nvSpPr>
          <p:spPr>
            <a:xfrm>
              <a:off x="4086088" y="2038225"/>
              <a:ext cx="232725" cy="337750"/>
            </a:xfrm>
            <a:custGeom>
              <a:avLst/>
              <a:gdLst/>
              <a:ahLst/>
              <a:cxnLst/>
              <a:rect l="l" t="t" r="r" b="b"/>
              <a:pathLst>
                <a:path w="9309" h="13510" extrusionOk="0">
                  <a:moveTo>
                    <a:pt x="2842" y="1"/>
                  </a:moveTo>
                  <a:lnTo>
                    <a:pt x="2842" y="5735"/>
                  </a:lnTo>
                  <a:lnTo>
                    <a:pt x="157" y="11906"/>
                  </a:lnTo>
                  <a:cubicBezTo>
                    <a:pt x="1" y="12272"/>
                    <a:pt x="88" y="12708"/>
                    <a:pt x="297" y="13004"/>
                  </a:cubicBezTo>
                  <a:cubicBezTo>
                    <a:pt x="593" y="13353"/>
                    <a:pt x="959" y="13510"/>
                    <a:pt x="1308" y="13510"/>
                  </a:cubicBezTo>
                  <a:lnTo>
                    <a:pt x="8071" y="13510"/>
                  </a:lnTo>
                  <a:cubicBezTo>
                    <a:pt x="8437" y="13510"/>
                    <a:pt x="8803" y="13353"/>
                    <a:pt x="9013" y="13004"/>
                  </a:cubicBezTo>
                  <a:cubicBezTo>
                    <a:pt x="9239" y="12708"/>
                    <a:pt x="9309" y="12272"/>
                    <a:pt x="9152" y="11906"/>
                  </a:cubicBezTo>
                  <a:lnTo>
                    <a:pt x="6537" y="5735"/>
                  </a:lnTo>
                  <a:lnTo>
                    <a:pt x="6537" y="1"/>
                  </a:lnTo>
                  <a:lnTo>
                    <a:pt x="5892" y="1"/>
                  </a:lnTo>
                  <a:lnTo>
                    <a:pt x="5892" y="5875"/>
                  </a:lnTo>
                  <a:lnTo>
                    <a:pt x="8646" y="12133"/>
                  </a:lnTo>
                  <a:cubicBezTo>
                    <a:pt x="8646" y="12342"/>
                    <a:pt x="8646" y="12481"/>
                    <a:pt x="8507" y="12638"/>
                  </a:cubicBezTo>
                  <a:cubicBezTo>
                    <a:pt x="8437" y="12847"/>
                    <a:pt x="8211" y="12917"/>
                    <a:pt x="8071" y="12917"/>
                  </a:cubicBezTo>
                  <a:lnTo>
                    <a:pt x="1308" y="12917"/>
                  </a:lnTo>
                  <a:cubicBezTo>
                    <a:pt x="1099" y="12917"/>
                    <a:pt x="959" y="12847"/>
                    <a:pt x="802" y="12638"/>
                  </a:cubicBezTo>
                  <a:cubicBezTo>
                    <a:pt x="733" y="12481"/>
                    <a:pt x="663" y="12342"/>
                    <a:pt x="733" y="12133"/>
                  </a:cubicBezTo>
                  <a:lnTo>
                    <a:pt x="3417" y="5875"/>
                  </a:lnTo>
                  <a:lnTo>
                    <a:pt x="3417" y="4864"/>
                  </a:lnTo>
                  <a:lnTo>
                    <a:pt x="4079" y="4864"/>
                  </a:lnTo>
                  <a:lnTo>
                    <a:pt x="4079" y="4289"/>
                  </a:lnTo>
                  <a:lnTo>
                    <a:pt x="3417" y="4289"/>
                  </a:lnTo>
                  <a:lnTo>
                    <a:pt x="3417" y="3626"/>
                  </a:lnTo>
                  <a:lnTo>
                    <a:pt x="4655" y="3626"/>
                  </a:lnTo>
                  <a:lnTo>
                    <a:pt x="4655" y="3051"/>
                  </a:lnTo>
                  <a:lnTo>
                    <a:pt x="3417" y="3051"/>
                  </a:lnTo>
                  <a:lnTo>
                    <a:pt x="3417" y="2389"/>
                  </a:lnTo>
                  <a:lnTo>
                    <a:pt x="4079" y="2389"/>
                  </a:lnTo>
                  <a:lnTo>
                    <a:pt x="4079" y="1813"/>
                  </a:lnTo>
                  <a:lnTo>
                    <a:pt x="3417" y="1813"/>
                  </a:lnTo>
                  <a:lnTo>
                    <a:pt x="3417" y="1151"/>
                  </a:lnTo>
                  <a:lnTo>
                    <a:pt x="4655" y="1151"/>
                  </a:lnTo>
                  <a:lnTo>
                    <a:pt x="4655" y="576"/>
                  </a:lnTo>
                  <a:lnTo>
                    <a:pt x="3417" y="576"/>
                  </a:lnTo>
                  <a:lnTo>
                    <a:pt x="34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118"/>
            <p:cNvSpPr/>
            <p:nvPr/>
          </p:nvSpPr>
          <p:spPr>
            <a:xfrm>
              <a:off x="4164538" y="1983750"/>
              <a:ext cx="14400" cy="23550"/>
            </a:xfrm>
            <a:custGeom>
              <a:avLst/>
              <a:gdLst/>
              <a:ahLst/>
              <a:cxnLst/>
              <a:rect l="l" t="t" r="r" b="b"/>
              <a:pathLst>
                <a:path w="576" h="942" extrusionOk="0">
                  <a:moveTo>
                    <a:pt x="0" y="1"/>
                  </a:moveTo>
                  <a:lnTo>
                    <a:pt x="0" y="942"/>
                  </a:lnTo>
                  <a:lnTo>
                    <a:pt x="575" y="942"/>
                  </a:lnTo>
                  <a:lnTo>
                    <a:pt x="57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118"/>
            <p:cNvSpPr/>
            <p:nvPr/>
          </p:nvSpPr>
          <p:spPr>
            <a:xfrm>
              <a:off x="4195038" y="1883950"/>
              <a:ext cx="14850" cy="114200"/>
            </a:xfrm>
            <a:custGeom>
              <a:avLst/>
              <a:gdLst/>
              <a:ahLst/>
              <a:cxnLst/>
              <a:rect l="l" t="t" r="r" b="b"/>
              <a:pathLst>
                <a:path w="594" h="4568" extrusionOk="0">
                  <a:moveTo>
                    <a:pt x="0" y="1"/>
                  </a:moveTo>
                  <a:lnTo>
                    <a:pt x="0" y="4568"/>
                  </a:lnTo>
                  <a:lnTo>
                    <a:pt x="593" y="4568"/>
                  </a:lnTo>
                  <a:lnTo>
                    <a:pt x="59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118"/>
            <p:cNvSpPr/>
            <p:nvPr/>
          </p:nvSpPr>
          <p:spPr>
            <a:xfrm>
              <a:off x="4164538" y="1929275"/>
              <a:ext cx="14400" cy="37950"/>
            </a:xfrm>
            <a:custGeom>
              <a:avLst/>
              <a:gdLst/>
              <a:ahLst/>
              <a:cxnLst/>
              <a:rect l="l" t="t" r="r" b="b"/>
              <a:pathLst>
                <a:path w="576" h="1518" extrusionOk="0">
                  <a:moveTo>
                    <a:pt x="0" y="1"/>
                  </a:moveTo>
                  <a:lnTo>
                    <a:pt x="0" y="1517"/>
                  </a:lnTo>
                  <a:lnTo>
                    <a:pt x="575" y="1517"/>
                  </a:lnTo>
                  <a:lnTo>
                    <a:pt x="57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118"/>
            <p:cNvSpPr/>
            <p:nvPr/>
          </p:nvSpPr>
          <p:spPr>
            <a:xfrm>
              <a:off x="4133588" y="1960225"/>
              <a:ext cx="14400" cy="16150"/>
            </a:xfrm>
            <a:custGeom>
              <a:avLst/>
              <a:gdLst/>
              <a:ahLst/>
              <a:cxnLst/>
              <a:rect l="l" t="t" r="r" b="b"/>
              <a:pathLst>
                <a:path w="576" h="646" extrusionOk="0">
                  <a:moveTo>
                    <a:pt x="1" y="0"/>
                  </a:moveTo>
                  <a:lnTo>
                    <a:pt x="1" y="645"/>
                  </a:lnTo>
                  <a:lnTo>
                    <a:pt x="576" y="645"/>
                  </a:lnTo>
                  <a:lnTo>
                    <a:pt x="5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118"/>
            <p:cNvSpPr/>
            <p:nvPr/>
          </p:nvSpPr>
          <p:spPr>
            <a:xfrm>
              <a:off x="4225963" y="1905750"/>
              <a:ext cx="14850" cy="47100"/>
            </a:xfrm>
            <a:custGeom>
              <a:avLst/>
              <a:gdLst/>
              <a:ahLst/>
              <a:cxnLst/>
              <a:rect l="l" t="t" r="r" b="b"/>
              <a:pathLst>
                <a:path w="594" h="1884" extrusionOk="0">
                  <a:moveTo>
                    <a:pt x="1" y="0"/>
                  </a:moveTo>
                  <a:lnTo>
                    <a:pt x="1" y="1883"/>
                  </a:lnTo>
                  <a:lnTo>
                    <a:pt x="594" y="1883"/>
                  </a:lnTo>
                  <a:lnTo>
                    <a:pt x="59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118"/>
            <p:cNvSpPr/>
            <p:nvPr/>
          </p:nvSpPr>
          <p:spPr>
            <a:xfrm>
              <a:off x="4225963" y="1967200"/>
              <a:ext cx="14850" cy="40100"/>
            </a:xfrm>
            <a:custGeom>
              <a:avLst/>
              <a:gdLst/>
              <a:ahLst/>
              <a:cxnLst/>
              <a:rect l="l" t="t" r="r" b="b"/>
              <a:pathLst>
                <a:path w="594" h="1604" extrusionOk="0">
                  <a:moveTo>
                    <a:pt x="1" y="0"/>
                  </a:moveTo>
                  <a:lnTo>
                    <a:pt x="1" y="1604"/>
                  </a:lnTo>
                  <a:lnTo>
                    <a:pt x="594" y="1604"/>
                  </a:lnTo>
                  <a:lnTo>
                    <a:pt x="59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118"/>
            <p:cNvSpPr/>
            <p:nvPr/>
          </p:nvSpPr>
          <p:spPr>
            <a:xfrm>
              <a:off x="4256913" y="1960225"/>
              <a:ext cx="14400" cy="16150"/>
            </a:xfrm>
            <a:custGeom>
              <a:avLst/>
              <a:gdLst/>
              <a:ahLst/>
              <a:cxnLst/>
              <a:rect l="l" t="t" r="r" b="b"/>
              <a:pathLst>
                <a:path w="576" h="646" extrusionOk="0">
                  <a:moveTo>
                    <a:pt x="1" y="0"/>
                  </a:moveTo>
                  <a:lnTo>
                    <a:pt x="1" y="645"/>
                  </a:lnTo>
                  <a:lnTo>
                    <a:pt x="576" y="645"/>
                  </a:lnTo>
                  <a:lnTo>
                    <a:pt x="5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118"/>
            <p:cNvSpPr/>
            <p:nvPr/>
          </p:nvSpPr>
          <p:spPr>
            <a:xfrm>
              <a:off x="4149713" y="2252200"/>
              <a:ext cx="107225" cy="16575"/>
            </a:xfrm>
            <a:custGeom>
              <a:avLst/>
              <a:gdLst/>
              <a:ahLst/>
              <a:cxnLst/>
              <a:rect l="l" t="t" r="r" b="b"/>
              <a:pathLst>
                <a:path w="4289" h="663" extrusionOk="0">
                  <a:moveTo>
                    <a:pt x="1" y="0"/>
                  </a:moveTo>
                  <a:lnTo>
                    <a:pt x="1" y="663"/>
                  </a:lnTo>
                  <a:lnTo>
                    <a:pt x="4289" y="663"/>
                  </a:lnTo>
                  <a:lnTo>
                    <a:pt x="428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118"/>
            <p:cNvSpPr/>
            <p:nvPr/>
          </p:nvSpPr>
          <p:spPr>
            <a:xfrm>
              <a:off x="4195038" y="2283125"/>
              <a:ext cx="30950" cy="16600"/>
            </a:xfrm>
            <a:custGeom>
              <a:avLst/>
              <a:gdLst/>
              <a:ahLst/>
              <a:cxnLst/>
              <a:rect l="l" t="t" r="r" b="b"/>
              <a:pathLst>
                <a:path w="1238" h="664" extrusionOk="0">
                  <a:moveTo>
                    <a:pt x="0" y="1"/>
                  </a:moveTo>
                  <a:lnTo>
                    <a:pt x="0" y="663"/>
                  </a:lnTo>
                  <a:lnTo>
                    <a:pt x="1238" y="663"/>
                  </a:lnTo>
                  <a:lnTo>
                    <a:pt x="12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118"/>
            <p:cNvSpPr/>
            <p:nvPr/>
          </p:nvSpPr>
          <p:spPr>
            <a:xfrm>
              <a:off x="4180663" y="2314075"/>
              <a:ext cx="14400" cy="16575"/>
            </a:xfrm>
            <a:custGeom>
              <a:avLst/>
              <a:gdLst/>
              <a:ahLst/>
              <a:cxnLst/>
              <a:rect l="l" t="t" r="r" b="b"/>
              <a:pathLst>
                <a:path w="576" h="663" extrusionOk="0">
                  <a:moveTo>
                    <a:pt x="0" y="0"/>
                  </a:moveTo>
                  <a:lnTo>
                    <a:pt x="0" y="663"/>
                  </a:lnTo>
                  <a:lnTo>
                    <a:pt x="575" y="663"/>
                  </a:lnTo>
                  <a:lnTo>
                    <a:pt x="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118"/>
            <p:cNvSpPr/>
            <p:nvPr/>
          </p:nvSpPr>
          <p:spPr>
            <a:xfrm>
              <a:off x="4225963" y="2330625"/>
              <a:ext cx="38375" cy="14425"/>
            </a:xfrm>
            <a:custGeom>
              <a:avLst/>
              <a:gdLst/>
              <a:ahLst/>
              <a:cxnLst/>
              <a:rect l="l" t="t" r="r" b="b"/>
              <a:pathLst>
                <a:path w="1535" h="577" extrusionOk="0">
                  <a:moveTo>
                    <a:pt x="1" y="1"/>
                  </a:moveTo>
                  <a:lnTo>
                    <a:pt x="1" y="576"/>
                  </a:lnTo>
                  <a:lnTo>
                    <a:pt x="1535" y="576"/>
                  </a:lnTo>
                  <a:lnTo>
                    <a:pt x="153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118"/>
            <p:cNvSpPr/>
            <p:nvPr/>
          </p:nvSpPr>
          <p:spPr>
            <a:xfrm>
              <a:off x="4140563" y="2292275"/>
              <a:ext cx="30975" cy="14425"/>
            </a:xfrm>
            <a:custGeom>
              <a:avLst/>
              <a:gdLst/>
              <a:ahLst/>
              <a:cxnLst/>
              <a:rect l="l" t="t" r="r" b="b"/>
              <a:pathLst>
                <a:path w="1239" h="577" extrusionOk="0">
                  <a:moveTo>
                    <a:pt x="0" y="1"/>
                  </a:moveTo>
                  <a:lnTo>
                    <a:pt x="0" y="576"/>
                  </a:lnTo>
                  <a:lnTo>
                    <a:pt x="1238" y="576"/>
                  </a:lnTo>
                  <a:lnTo>
                    <a:pt x="12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4" name="Google Shape;4574;p118"/>
          <p:cNvGrpSpPr/>
          <p:nvPr/>
        </p:nvGrpSpPr>
        <p:grpSpPr>
          <a:xfrm>
            <a:off x="4037288" y="2703475"/>
            <a:ext cx="332075" cy="493750"/>
            <a:chOff x="4037288" y="2608225"/>
            <a:chExt cx="332075" cy="493750"/>
          </a:xfrm>
        </p:grpSpPr>
        <p:sp>
          <p:nvSpPr>
            <p:cNvPr id="4575" name="Google Shape;4575;p118"/>
            <p:cNvSpPr/>
            <p:nvPr/>
          </p:nvSpPr>
          <p:spPr>
            <a:xfrm>
              <a:off x="4044688" y="2655275"/>
              <a:ext cx="277625" cy="278075"/>
            </a:xfrm>
            <a:custGeom>
              <a:avLst/>
              <a:gdLst/>
              <a:ahLst/>
              <a:cxnLst/>
              <a:rect l="l" t="t" r="r" b="b"/>
              <a:pathLst>
                <a:path w="11105" h="11123" extrusionOk="0">
                  <a:moveTo>
                    <a:pt x="5579" y="1"/>
                  </a:moveTo>
                  <a:cubicBezTo>
                    <a:pt x="2458" y="1"/>
                    <a:pt x="1" y="2476"/>
                    <a:pt x="1" y="5527"/>
                  </a:cubicBezTo>
                  <a:cubicBezTo>
                    <a:pt x="1" y="8647"/>
                    <a:pt x="2458" y="11122"/>
                    <a:pt x="5579" y="11122"/>
                  </a:cubicBezTo>
                  <a:cubicBezTo>
                    <a:pt x="8629" y="11122"/>
                    <a:pt x="11104" y="8647"/>
                    <a:pt x="11104" y="5527"/>
                  </a:cubicBezTo>
                  <a:cubicBezTo>
                    <a:pt x="11104" y="2476"/>
                    <a:pt x="8629" y="1"/>
                    <a:pt x="55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118"/>
            <p:cNvSpPr/>
            <p:nvPr/>
          </p:nvSpPr>
          <p:spPr>
            <a:xfrm>
              <a:off x="4129663" y="2878850"/>
              <a:ext cx="107225" cy="54500"/>
            </a:xfrm>
            <a:custGeom>
              <a:avLst/>
              <a:gdLst/>
              <a:ahLst/>
              <a:cxnLst/>
              <a:rect l="l" t="t" r="r" b="b"/>
              <a:pathLst>
                <a:path w="4289" h="2180" extrusionOk="0">
                  <a:moveTo>
                    <a:pt x="1238" y="0"/>
                  </a:moveTo>
                  <a:lnTo>
                    <a:pt x="297" y="645"/>
                  </a:lnTo>
                  <a:lnTo>
                    <a:pt x="1" y="1238"/>
                  </a:lnTo>
                  <a:lnTo>
                    <a:pt x="1" y="1883"/>
                  </a:lnTo>
                  <a:lnTo>
                    <a:pt x="1831" y="2179"/>
                  </a:lnTo>
                  <a:lnTo>
                    <a:pt x="4289" y="1883"/>
                  </a:lnTo>
                  <a:lnTo>
                    <a:pt x="4289" y="941"/>
                  </a:lnTo>
                  <a:lnTo>
                    <a:pt x="3417" y="941"/>
                  </a:lnTo>
                  <a:lnTo>
                    <a:pt x="341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118"/>
            <p:cNvSpPr/>
            <p:nvPr/>
          </p:nvSpPr>
          <p:spPr>
            <a:xfrm>
              <a:off x="4137088" y="2655275"/>
              <a:ext cx="177800" cy="200050"/>
            </a:xfrm>
            <a:custGeom>
              <a:avLst/>
              <a:gdLst/>
              <a:ahLst/>
              <a:cxnLst/>
              <a:rect l="l" t="t" r="r" b="b"/>
              <a:pathLst>
                <a:path w="7112" h="8002" extrusionOk="0">
                  <a:moveTo>
                    <a:pt x="2475" y="1"/>
                  </a:moveTo>
                  <a:lnTo>
                    <a:pt x="1883" y="297"/>
                  </a:lnTo>
                  <a:lnTo>
                    <a:pt x="1238" y="960"/>
                  </a:lnTo>
                  <a:lnTo>
                    <a:pt x="1238" y="2180"/>
                  </a:lnTo>
                  <a:lnTo>
                    <a:pt x="2475" y="2180"/>
                  </a:lnTo>
                  <a:cubicBezTo>
                    <a:pt x="2475" y="2180"/>
                    <a:pt x="2960" y="1518"/>
                    <a:pt x="3094" y="1518"/>
                  </a:cubicBezTo>
                  <a:cubicBezTo>
                    <a:pt x="3105" y="1518"/>
                    <a:pt x="3115" y="1524"/>
                    <a:pt x="3120" y="1535"/>
                  </a:cubicBezTo>
                  <a:cubicBezTo>
                    <a:pt x="3120" y="1674"/>
                    <a:pt x="3417" y="2476"/>
                    <a:pt x="3417" y="2476"/>
                  </a:cubicBezTo>
                  <a:lnTo>
                    <a:pt x="2475" y="3714"/>
                  </a:lnTo>
                  <a:lnTo>
                    <a:pt x="662" y="3714"/>
                  </a:lnTo>
                  <a:lnTo>
                    <a:pt x="0" y="4951"/>
                  </a:lnTo>
                  <a:lnTo>
                    <a:pt x="0" y="6764"/>
                  </a:lnTo>
                  <a:lnTo>
                    <a:pt x="941" y="7409"/>
                  </a:lnTo>
                  <a:lnTo>
                    <a:pt x="1238" y="8002"/>
                  </a:lnTo>
                  <a:lnTo>
                    <a:pt x="2179" y="7409"/>
                  </a:lnTo>
                  <a:lnTo>
                    <a:pt x="3120" y="7409"/>
                  </a:lnTo>
                  <a:lnTo>
                    <a:pt x="3992" y="6189"/>
                  </a:lnTo>
                  <a:lnTo>
                    <a:pt x="3992" y="4289"/>
                  </a:lnTo>
                  <a:lnTo>
                    <a:pt x="4933" y="3714"/>
                  </a:lnTo>
                  <a:lnTo>
                    <a:pt x="5892" y="4010"/>
                  </a:lnTo>
                  <a:lnTo>
                    <a:pt x="6833" y="4010"/>
                  </a:lnTo>
                  <a:lnTo>
                    <a:pt x="7112" y="3714"/>
                  </a:lnTo>
                  <a:lnTo>
                    <a:pt x="5229" y="960"/>
                  </a:lnTo>
                  <a:lnTo>
                    <a:pt x="247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118"/>
            <p:cNvSpPr/>
            <p:nvPr/>
          </p:nvSpPr>
          <p:spPr>
            <a:xfrm>
              <a:off x="4106138" y="3033100"/>
              <a:ext cx="154300" cy="30975"/>
            </a:xfrm>
            <a:custGeom>
              <a:avLst/>
              <a:gdLst/>
              <a:ahLst/>
              <a:cxnLst/>
              <a:rect l="l" t="t" r="r" b="b"/>
              <a:pathLst>
                <a:path w="6172" h="1239" extrusionOk="0">
                  <a:moveTo>
                    <a:pt x="0" y="1"/>
                  </a:moveTo>
                  <a:lnTo>
                    <a:pt x="0" y="1238"/>
                  </a:lnTo>
                  <a:lnTo>
                    <a:pt x="6171" y="1238"/>
                  </a:lnTo>
                  <a:lnTo>
                    <a:pt x="617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118"/>
            <p:cNvSpPr/>
            <p:nvPr/>
          </p:nvSpPr>
          <p:spPr>
            <a:xfrm>
              <a:off x="4091763" y="3064050"/>
              <a:ext cx="185225" cy="30950"/>
            </a:xfrm>
            <a:custGeom>
              <a:avLst/>
              <a:gdLst/>
              <a:ahLst/>
              <a:cxnLst/>
              <a:rect l="l" t="t" r="r" b="b"/>
              <a:pathLst>
                <a:path w="7409" h="1238" extrusionOk="0">
                  <a:moveTo>
                    <a:pt x="0" y="0"/>
                  </a:moveTo>
                  <a:lnTo>
                    <a:pt x="0" y="1238"/>
                  </a:lnTo>
                  <a:lnTo>
                    <a:pt x="7408" y="1238"/>
                  </a:lnTo>
                  <a:lnTo>
                    <a:pt x="740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118"/>
            <p:cNvSpPr/>
            <p:nvPr/>
          </p:nvSpPr>
          <p:spPr>
            <a:xfrm>
              <a:off x="4084338" y="3056650"/>
              <a:ext cx="200050" cy="45325"/>
            </a:xfrm>
            <a:custGeom>
              <a:avLst/>
              <a:gdLst/>
              <a:ahLst/>
              <a:cxnLst/>
              <a:rect l="l" t="t" r="r" b="b"/>
              <a:pathLst>
                <a:path w="8002" h="1813" extrusionOk="0">
                  <a:moveTo>
                    <a:pt x="7339" y="593"/>
                  </a:moveTo>
                  <a:lnTo>
                    <a:pt x="7339" y="1238"/>
                  </a:lnTo>
                  <a:lnTo>
                    <a:pt x="593" y="1238"/>
                  </a:lnTo>
                  <a:lnTo>
                    <a:pt x="593" y="593"/>
                  </a:lnTo>
                  <a:close/>
                  <a:moveTo>
                    <a:pt x="1" y="0"/>
                  </a:moveTo>
                  <a:lnTo>
                    <a:pt x="1" y="1813"/>
                  </a:lnTo>
                  <a:lnTo>
                    <a:pt x="8002" y="1813"/>
                  </a:lnTo>
                  <a:lnTo>
                    <a:pt x="80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118"/>
            <p:cNvSpPr/>
            <p:nvPr/>
          </p:nvSpPr>
          <p:spPr>
            <a:xfrm>
              <a:off x="4075188" y="2771650"/>
              <a:ext cx="16600" cy="14400"/>
            </a:xfrm>
            <a:custGeom>
              <a:avLst/>
              <a:gdLst/>
              <a:ahLst/>
              <a:cxnLst/>
              <a:rect l="l" t="t" r="r" b="b"/>
              <a:pathLst>
                <a:path w="664" h="576" extrusionOk="0">
                  <a:moveTo>
                    <a:pt x="1" y="0"/>
                  </a:moveTo>
                  <a:lnTo>
                    <a:pt x="1" y="575"/>
                  </a:lnTo>
                  <a:lnTo>
                    <a:pt x="663" y="575"/>
                  </a:lnTo>
                  <a:lnTo>
                    <a:pt x="66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118"/>
            <p:cNvSpPr/>
            <p:nvPr/>
          </p:nvSpPr>
          <p:spPr>
            <a:xfrm>
              <a:off x="4091763" y="2793425"/>
              <a:ext cx="14400" cy="16600"/>
            </a:xfrm>
            <a:custGeom>
              <a:avLst/>
              <a:gdLst/>
              <a:ahLst/>
              <a:cxnLst/>
              <a:rect l="l" t="t" r="r" b="b"/>
              <a:pathLst>
                <a:path w="576" h="664" extrusionOk="0">
                  <a:moveTo>
                    <a:pt x="0" y="1"/>
                  </a:moveTo>
                  <a:lnTo>
                    <a:pt x="0" y="663"/>
                  </a:lnTo>
                  <a:lnTo>
                    <a:pt x="575" y="663"/>
                  </a:lnTo>
                  <a:lnTo>
                    <a:pt x="57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118"/>
            <p:cNvSpPr/>
            <p:nvPr/>
          </p:nvSpPr>
          <p:spPr>
            <a:xfrm>
              <a:off x="4037288" y="2608225"/>
              <a:ext cx="332075" cy="439275"/>
            </a:xfrm>
            <a:custGeom>
              <a:avLst/>
              <a:gdLst/>
              <a:ahLst/>
              <a:cxnLst/>
              <a:rect l="l" t="t" r="r" b="b"/>
              <a:pathLst>
                <a:path w="13283" h="17571" extrusionOk="0">
                  <a:moveTo>
                    <a:pt x="6241" y="2179"/>
                  </a:moveTo>
                  <a:cubicBezTo>
                    <a:pt x="8350" y="2319"/>
                    <a:pt x="10093" y="3713"/>
                    <a:pt x="10755" y="5596"/>
                  </a:cubicBezTo>
                  <a:lnTo>
                    <a:pt x="9953" y="5596"/>
                  </a:lnTo>
                  <a:lnTo>
                    <a:pt x="8925" y="5230"/>
                  </a:lnTo>
                  <a:lnTo>
                    <a:pt x="7705" y="6032"/>
                  </a:lnTo>
                  <a:lnTo>
                    <a:pt x="7705" y="7914"/>
                  </a:lnTo>
                  <a:lnTo>
                    <a:pt x="6973" y="9012"/>
                  </a:lnTo>
                  <a:lnTo>
                    <a:pt x="6101" y="9012"/>
                  </a:lnTo>
                  <a:lnTo>
                    <a:pt x="5369" y="9448"/>
                  </a:lnTo>
                  <a:lnTo>
                    <a:pt x="5160" y="9082"/>
                  </a:lnTo>
                  <a:lnTo>
                    <a:pt x="4288" y="8507"/>
                  </a:lnTo>
                  <a:lnTo>
                    <a:pt x="4288" y="6903"/>
                  </a:lnTo>
                  <a:lnTo>
                    <a:pt x="4794" y="5892"/>
                  </a:lnTo>
                  <a:lnTo>
                    <a:pt x="6607" y="5892"/>
                  </a:lnTo>
                  <a:lnTo>
                    <a:pt x="7775" y="4428"/>
                  </a:lnTo>
                  <a:lnTo>
                    <a:pt x="7182" y="2842"/>
                  </a:lnTo>
                  <a:lnTo>
                    <a:pt x="6310" y="3713"/>
                  </a:lnTo>
                  <a:lnTo>
                    <a:pt x="5526" y="3713"/>
                  </a:lnTo>
                  <a:lnTo>
                    <a:pt x="5526" y="2911"/>
                  </a:lnTo>
                  <a:lnTo>
                    <a:pt x="6241" y="2179"/>
                  </a:lnTo>
                  <a:close/>
                  <a:moveTo>
                    <a:pt x="5439" y="2179"/>
                  </a:moveTo>
                  <a:lnTo>
                    <a:pt x="4933" y="2685"/>
                  </a:lnTo>
                  <a:lnTo>
                    <a:pt x="4933" y="4358"/>
                  </a:lnTo>
                  <a:lnTo>
                    <a:pt x="6607" y="4358"/>
                  </a:lnTo>
                  <a:lnTo>
                    <a:pt x="6973" y="3992"/>
                  </a:lnTo>
                  <a:lnTo>
                    <a:pt x="7042" y="4288"/>
                  </a:lnTo>
                  <a:lnTo>
                    <a:pt x="6310" y="5299"/>
                  </a:lnTo>
                  <a:lnTo>
                    <a:pt x="4428" y="5299"/>
                  </a:lnTo>
                  <a:lnTo>
                    <a:pt x="3696" y="6764"/>
                  </a:lnTo>
                  <a:lnTo>
                    <a:pt x="3696" y="8855"/>
                  </a:lnTo>
                  <a:lnTo>
                    <a:pt x="4724" y="9518"/>
                  </a:lnTo>
                  <a:lnTo>
                    <a:pt x="5160" y="10320"/>
                  </a:lnTo>
                  <a:lnTo>
                    <a:pt x="6241" y="9588"/>
                  </a:lnTo>
                  <a:lnTo>
                    <a:pt x="7269" y="9588"/>
                  </a:lnTo>
                  <a:lnTo>
                    <a:pt x="8350" y="8141"/>
                  </a:lnTo>
                  <a:lnTo>
                    <a:pt x="8350" y="6398"/>
                  </a:lnTo>
                  <a:lnTo>
                    <a:pt x="9012" y="5892"/>
                  </a:lnTo>
                  <a:lnTo>
                    <a:pt x="9797" y="6171"/>
                  </a:lnTo>
                  <a:lnTo>
                    <a:pt x="10965" y="6171"/>
                  </a:lnTo>
                  <a:cubicBezTo>
                    <a:pt x="11034" y="6607"/>
                    <a:pt x="11104" y="6973"/>
                    <a:pt x="11104" y="7409"/>
                  </a:cubicBezTo>
                  <a:cubicBezTo>
                    <a:pt x="11104" y="9378"/>
                    <a:pt x="10023" y="11034"/>
                    <a:pt x="8489" y="11993"/>
                  </a:cubicBezTo>
                  <a:lnTo>
                    <a:pt x="8210" y="11470"/>
                  </a:lnTo>
                  <a:lnTo>
                    <a:pt x="7409" y="11470"/>
                  </a:lnTo>
                  <a:lnTo>
                    <a:pt x="7409" y="10529"/>
                  </a:lnTo>
                  <a:lnTo>
                    <a:pt x="4864" y="10529"/>
                  </a:lnTo>
                  <a:lnTo>
                    <a:pt x="3783" y="11261"/>
                  </a:lnTo>
                  <a:lnTo>
                    <a:pt x="3260" y="11993"/>
                  </a:lnTo>
                  <a:cubicBezTo>
                    <a:pt x="1674" y="11121"/>
                    <a:pt x="575" y="9378"/>
                    <a:pt x="575" y="7409"/>
                  </a:cubicBezTo>
                  <a:cubicBezTo>
                    <a:pt x="575" y="4655"/>
                    <a:pt x="2754" y="2406"/>
                    <a:pt x="5439" y="2179"/>
                  </a:cubicBezTo>
                  <a:close/>
                  <a:moveTo>
                    <a:pt x="6833" y="11121"/>
                  </a:moveTo>
                  <a:lnTo>
                    <a:pt x="6833" y="12063"/>
                  </a:lnTo>
                  <a:lnTo>
                    <a:pt x="7844" y="12063"/>
                  </a:lnTo>
                  <a:lnTo>
                    <a:pt x="7914" y="12272"/>
                  </a:lnTo>
                  <a:cubicBezTo>
                    <a:pt x="7269" y="12499"/>
                    <a:pt x="6607" y="12708"/>
                    <a:pt x="5875" y="12708"/>
                  </a:cubicBezTo>
                  <a:cubicBezTo>
                    <a:pt x="5160" y="12708"/>
                    <a:pt x="4428" y="12568"/>
                    <a:pt x="3853" y="12272"/>
                  </a:cubicBezTo>
                  <a:lnTo>
                    <a:pt x="4219" y="11697"/>
                  </a:lnTo>
                  <a:lnTo>
                    <a:pt x="5003" y="11121"/>
                  </a:lnTo>
                  <a:close/>
                  <a:moveTo>
                    <a:pt x="8141" y="1011"/>
                  </a:moveTo>
                  <a:cubicBezTo>
                    <a:pt x="10755" y="1970"/>
                    <a:pt x="12638" y="4498"/>
                    <a:pt x="12638" y="7409"/>
                  </a:cubicBezTo>
                  <a:cubicBezTo>
                    <a:pt x="12638" y="11191"/>
                    <a:pt x="9587" y="14242"/>
                    <a:pt x="5875" y="14242"/>
                  </a:cubicBezTo>
                  <a:cubicBezTo>
                    <a:pt x="4567" y="14242"/>
                    <a:pt x="3347" y="13876"/>
                    <a:pt x="2249" y="13143"/>
                  </a:cubicBezTo>
                  <a:lnTo>
                    <a:pt x="2685" y="12342"/>
                  </a:lnTo>
                  <a:cubicBezTo>
                    <a:pt x="3556" y="12934"/>
                    <a:pt x="4654" y="13300"/>
                    <a:pt x="5875" y="13300"/>
                  </a:cubicBezTo>
                  <a:cubicBezTo>
                    <a:pt x="9082" y="13300"/>
                    <a:pt x="11697" y="10686"/>
                    <a:pt x="11697" y="7409"/>
                  </a:cubicBezTo>
                  <a:cubicBezTo>
                    <a:pt x="11697" y="4864"/>
                    <a:pt x="10023" y="2685"/>
                    <a:pt x="7775" y="1883"/>
                  </a:cubicBezTo>
                  <a:lnTo>
                    <a:pt x="8141" y="1011"/>
                  </a:lnTo>
                  <a:close/>
                  <a:moveTo>
                    <a:pt x="5875" y="0"/>
                  </a:moveTo>
                  <a:lnTo>
                    <a:pt x="5875" y="663"/>
                  </a:lnTo>
                  <a:cubicBezTo>
                    <a:pt x="6467" y="663"/>
                    <a:pt x="7042" y="733"/>
                    <a:pt x="7548" y="872"/>
                  </a:cubicBezTo>
                  <a:lnTo>
                    <a:pt x="7182" y="1744"/>
                  </a:lnTo>
                  <a:cubicBezTo>
                    <a:pt x="6746" y="1604"/>
                    <a:pt x="6310" y="1604"/>
                    <a:pt x="5875" y="1604"/>
                  </a:cubicBezTo>
                  <a:cubicBezTo>
                    <a:pt x="2615" y="1604"/>
                    <a:pt x="0" y="4219"/>
                    <a:pt x="0" y="7409"/>
                  </a:cubicBezTo>
                  <a:cubicBezTo>
                    <a:pt x="0" y="9221"/>
                    <a:pt x="872" y="10895"/>
                    <a:pt x="2179" y="11993"/>
                  </a:cubicBezTo>
                  <a:lnTo>
                    <a:pt x="1743" y="12865"/>
                  </a:lnTo>
                  <a:cubicBezTo>
                    <a:pt x="1377" y="12568"/>
                    <a:pt x="1081" y="12272"/>
                    <a:pt x="872" y="11993"/>
                  </a:cubicBezTo>
                  <a:lnTo>
                    <a:pt x="366" y="12429"/>
                  </a:lnTo>
                  <a:cubicBezTo>
                    <a:pt x="1743" y="13876"/>
                    <a:pt x="3556" y="14747"/>
                    <a:pt x="5596" y="14817"/>
                  </a:cubicBezTo>
                  <a:lnTo>
                    <a:pt x="5596" y="16699"/>
                  </a:lnTo>
                  <a:lnTo>
                    <a:pt x="2475" y="16699"/>
                  </a:lnTo>
                  <a:lnTo>
                    <a:pt x="2475" y="17571"/>
                  </a:lnTo>
                  <a:lnTo>
                    <a:pt x="3051" y="17571"/>
                  </a:lnTo>
                  <a:lnTo>
                    <a:pt x="3051" y="17292"/>
                  </a:lnTo>
                  <a:lnTo>
                    <a:pt x="8646" y="17292"/>
                  </a:lnTo>
                  <a:lnTo>
                    <a:pt x="8646" y="17571"/>
                  </a:lnTo>
                  <a:lnTo>
                    <a:pt x="9221" y="17571"/>
                  </a:lnTo>
                  <a:lnTo>
                    <a:pt x="9221" y="16699"/>
                  </a:lnTo>
                  <a:lnTo>
                    <a:pt x="6171" y="16699"/>
                  </a:lnTo>
                  <a:lnTo>
                    <a:pt x="6171" y="14817"/>
                  </a:lnTo>
                  <a:cubicBezTo>
                    <a:pt x="10093" y="14677"/>
                    <a:pt x="13283" y="11400"/>
                    <a:pt x="13283" y="7409"/>
                  </a:cubicBezTo>
                  <a:cubicBezTo>
                    <a:pt x="13283" y="3347"/>
                    <a:pt x="9953" y="0"/>
                    <a:pt x="58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4" name="Google Shape;4584;p118"/>
          <p:cNvGrpSpPr/>
          <p:nvPr/>
        </p:nvGrpSpPr>
        <p:grpSpPr>
          <a:xfrm>
            <a:off x="4146238" y="3382300"/>
            <a:ext cx="112450" cy="493750"/>
            <a:chOff x="4146238" y="3334675"/>
            <a:chExt cx="112450" cy="493750"/>
          </a:xfrm>
        </p:grpSpPr>
        <p:sp>
          <p:nvSpPr>
            <p:cNvPr id="4585" name="Google Shape;4585;p118"/>
            <p:cNvSpPr/>
            <p:nvPr/>
          </p:nvSpPr>
          <p:spPr>
            <a:xfrm>
              <a:off x="4149713" y="3352525"/>
              <a:ext cx="105475" cy="141650"/>
            </a:xfrm>
            <a:custGeom>
              <a:avLst/>
              <a:gdLst/>
              <a:ahLst/>
              <a:cxnLst/>
              <a:rect l="l" t="t" r="r" b="b"/>
              <a:pathLst>
                <a:path w="4219" h="5666" extrusionOk="0">
                  <a:moveTo>
                    <a:pt x="2110" y="1"/>
                  </a:moveTo>
                  <a:cubicBezTo>
                    <a:pt x="2110" y="1"/>
                    <a:pt x="1" y="2476"/>
                    <a:pt x="1" y="3574"/>
                  </a:cubicBezTo>
                  <a:cubicBezTo>
                    <a:pt x="1" y="4725"/>
                    <a:pt x="942" y="5666"/>
                    <a:pt x="2110" y="5666"/>
                  </a:cubicBezTo>
                  <a:cubicBezTo>
                    <a:pt x="3278" y="5666"/>
                    <a:pt x="4219" y="4725"/>
                    <a:pt x="4219" y="3574"/>
                  </a:cubicBezTo>
                  <a:cubicBezTo>
                    <a:pt x="4219" y="2476"/>
                    <a:pt x="2110" y="1"/>
                    <a:pt x="211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118"/>
            <p:cNvSpPr/>
            <p:nvPr/>
          </p:nvSpPr>
          <p:spPr>
            <a:xfrm>
              <a:off x="4197213" y="3454500"/>
              <a:ext cx="34450" cy="43600"/>
            </a:xfrm>
            <a:custGeom>
              <a:avLst/>
              <a:gdLst/>
              <a:ahLst/>
              <a:cxnLst/>
              <a:rect l="l" t="t" r="r" b="b"/>
              <a:pathLst>
                <a:path w="1378" h="1744" extrusionOk="0">
                  <a:moveTo>
                    <a:pt x="872" y="1"/>
                  </a:moveTo>
                  <a:lnTo>
                    <a:pt x="1" y="1447"/>
                  </a:lnTo>
                  <a:lnTo>
                    <a:pt x="506" y="1744"/>
                  </a:lnTo>
                  <a:lnTo>
                    <a:pt x="1378" y="280"/>
                  </a:lnTo>
                  <a:lnTo>
                    <a:pt x="87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118"/>
            <p:cNvSpPr/>
            <p:nvPr/>
          </p:nvSpPr>
          <p:spPr>
            <a:xfrm>
              <a:off x="4173238" y="3454500"/>
              <a:ext cx="36650" cy="43600"/>
            </a:xfrm>
            <a:custGeom>
              <a:avLst/>
              <a:gdLst/>
              <a:ahLst/>
              <a:cxnLst/>
              <a:rect l="l" t="t" r="r" b="b"/>
              <a:pathLst>
                <a:path w="1466" h="1744" extrusionOk="0">
                  <a:moveTo>
                    <a:pt x="524" y="1"/>
                  </a:moveTo>
                  <a:lnTo>
                    <a:pt x="1" y="280"/>
                  </a:lnTo>
                  <a:lnTo>
                    <a:pt x="960" y="1744"/>
                  </a:lnTo>
                  <a:lnTo>
                    <a:pt x="1465" y="1447"/>
                  </a:lnTo>
                  <a:lnTo>
                    <a:pt x="52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118"/>
            <p:cNvSpPr/>
            <p:nvPr/>
          </p:nvSpPr>
          <p:spPr>
            <a:xfrm>
              <a:off x="4188063" y="3518125"/>
              <a:ext cx="30975" cy="43600"/>
            </a:xfrm>
            <a:custGeom>
              <a:avLst/>
              <a:gdLst/>
              <a:ahLst/>
              <a:cxnLst/>
              <a:rect l="l" t="t" r="r" b="b"/>
              <a:pathLst>
                <a:path w="1239" h="1744" extrusionOk="0">
                  <a:moveTo>
                    <a:pt x="0" y="1"/>
                  </a:moveTo>
                  <a:lnTo>
                    <a:pt x="0" y="1744"/>
                  </a:lnTo>
                  <a:lnTo>
                    <a:pt x="1238" y="1744"/>
                  </a:lnTo>
                  <a:lnTo>
                    <a:pt x="123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118"/>
            <p:cNvSpPr/>
            <p:nvPr/>
          </p:nvSpPr>
          <p:spPr>
            <a:xfrm>
              <a:off x="4180663" y="3561700"/>
              <a:ext cx="45325" cy="255825"/>
            </a:xfrm>
            <a:custGeom>
              <a:avLst/>
              <a:gdLst/>
              <a:ahLst/>
              <a:cxnLst/>
              <a:rect l="l" t="t" r="r" b="b"/>
              <a:pathLst>
                <a:path w="1813" h="10233" extrusionOk="0">
                  <a:moveTo>
                    <a:pt x="1813" y="1"/>
                  </a:moveTo>
                  <a:lnTo>
                    <a:pt x="70" y="70"/>
                  </a:lnTo>
                  <a:lnTo>
                    <a:pt x="0" y="7845"/>
                  </a:lnTo>
                  <a:lnTo>
                    <a:pt x="872" y="10233"/>
                  </a:lnTo>
                  <a:lnTo>
                    <a:pt x="1743" y="8420"/>
                  </a:lnTo>
                  <a:lnTo>
                    <a:pt x="181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118"/>
            <p:cNvSpPr/>
            <p:nvPr/>
          </p:nvSpPr>
          <p:spPr>
            <a:xfrm>
              <a:off x="4146238" y="3334675"/>
              <a:ext cx="112450" cy="166925"/>
            </a:xfrm>
            <a:custGeom>
              <a:avLst/>
              <a:gdLst/>
              <a:ahLst/>
              <a:cxnLst/>
              <a:rect l="l" t="t" r="r" b="b"/>
              <a:pathLst>
                <a:path w="4498" h="6677" extrusionOk="0">
                  <a:moveTo>
                    <a:pt x="2249" y="1081"/>
                  </a:moveTo>
                  <a:cubicBezTo>
                    <a:pt x="2911" y="2022"/>
                    <a:pt x="3922" y="3695"/>
                    <a:pt x="3922" y="4428"/>
                  </a:cubicBezTo>
                  <a:cubicBezTo>
                    <a:pt x="3922" y="5369"/>
                    <a:pt x="3190" y="6101"/>
                    <a:pt x="2249" y="6101"/>
                  </a:cubicBezTo>
                  <a:cubicBezTo>
                    <a:pt x="1377" y="6101"/>
                    <a:pt x="645" y="5369"/>
                    <a:pt x="645" y="4428"/>
                  </a:cubicBezTo>
                  <a:cubicBezTo>
                    <a:pt x="645" y="3695"/>
                    <a:pt x="1673" y="2022"/>
                    <a:pt x="2249" y="1081"/>
                  </a:cubicBezTo>
                  <a:close/>
                  <a:moveTo>
                    <a:pt x="2249" y="0"/>
                  </a:moveTo>
                  <a:lnTo>
                    <a:pt x="2040" y="366"/>
                  </a:lnTo>
                  <a:cubicBezTo>
                    <a:pt x="1813" y="645"/>
                    <a:pt x="0" y="3260"/>
                    <a:pt x="0" y="4428"/>
                  </a:cubicBezTo>
                  <a:cubicBezTo>
                    <a:pt x="0" y="5665"/>
                    <a:pt x="1011" y="6676"/>
                    <a:pt x="2249" y="6676"/>
                  </a:cubicBezTo>
                  <a:cubicBezTo>
                    <a:pt x="3486" y="6676"/>
                    <a:pt x="4497" y="5665"/>
                    <a:pt x="4497" y="4428"/>
                  </a:cubicBezTo>
                  <a:cubicBezTo>
                    <a:pt x="4497" y="3260"/>
                    <a:pt x="2684" y="645"/>
                    <a:pt x="2545" y="366"/>
                  </a:cubicBezTo>
                  <a:lnTo>
                    <a:pt x="224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118"/>
            <p:cNvSpPr/>
            <p:nvPr/>
          </p:nvSpPr>
          <p:spPr>
            <a:xfrm>
              <a:off x="4168013" y="3507225"/>
              <a:ext cx="68875" cy="63225"/>
            </a:xfrm>
            <a:custGeom>
              <a:avLst/>
              <a:gdLst/>
              <a:ahLst/>
              <a:cxnLst/>
              <a:rect l="l" t="t" r="r" b="b"/>
              <a:pathLst>
                <a:path w="2755" h="2529" extrusionOk="0">
                  <a:moveTo>
                    <a:pt x="1674" y="576"/>
                  </a:moveTo>
                  <a:lnTo>
                    <a:pt x="1883" y="1953"/>
                  </a:lnTo>
                  <a:lnTo>
                    <a:pt x="942" y="1953"/>
                  </a:lnTo>
                  <a:lnTo>
                    <a:pt x="1081" y="576"/>
                  </a:lnTo>
                  <a:close/>
                  <a:moveTo>
                    <a:pt x="297" y="1"/>
                  </a:moveTo>
                  <a:lnTo>
                    <a:pt x="297" y="576"/>
                  </a:lnTo>
                  <a:lnTo>
                    <a:pt x="506" y="576"/>
                  </a:lnTo>
                  <a:lnTo>
                    <a:pt x="297" y="1953"/>
                  </a:lnTo>
                  <a:lnTo>
                    <a:pt x="1" y="1953"/>
                  </a:lnTo>
                  <a:lnTo>
                    <a:pt x="1" y="2528"/>
                  </a:lnTo>
                  <a:lnTo>
                    <a:pt x="2755" y="2528"/>
                  </a:lnTo>
                  <a:lnTo>
                    <a:pt x="2755" y="1953"/>
                  </a:lnTo>
                  <a:lnTo>
                    <a:pt x="2476" y="1953"/>
                  </a:lnTo>
                  <a:lnTo>
                    <a:pt x="2319" y="576"/>
                  </a:lnTo>
                  <a:lnTo>
                    <a:pt x="2546" y="576"/>
                  </a:lnTo>
                  <a:lnTo>
                    <a:pt x="254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118"/>
            <p:cNvSpPr/>
            <p:nvPr/>
          </p:nvSpPr>
          <p:spPr>
            <a:xfrm>
              <a:off x="4164538" y="3577825"/>
              <a:ext cx="78025" cy="250600"/>
            </a:xfrm>
            <a:custGeom>
              <a:avLst/>
              <a:gdLst/>
              <a:ahLst/>
              <a:cxnLst/>
              <a:rect l="l" t="t" r="r" b="b"/>
              <a:pathLst>
                <a:path w="3121" h="10024" extrusionOk="0">
                  <a:moveTo>
                    <a:pt x="436" y="1"/>
                  </a:moveTo>
                  <a:cubicBezTo>
                    <a:pt x="349" y="227"/>
                    <a:pt x="0" y="5962"/>
                    <a:pt x="436" y="7845"/>
                  </a:cubicBezTo>
                  <a:cubicBezTo>
                    <a:pt x="506" y="8350"/>
                    <a:pt x="1220" y="9448"/>
                    <a:pt x="1308" y="9588"/>
                  </a:cubicBezTo>
                  <a:lnTo>
                    <a:pt x="1517" y="10024"/>
                  </a:lnTo>
                  <a:lnTo>
                    <a:pt x="1813" y="9588"/>
                  </a:lnTo>
                  <a:cubicBezTo>
                    <a:pt x="1883" y="9448"/>
                    <a:pt x="2528" y="8350"/>
                    <a:pt x="2685" y="7845"/>
                  </a:cubicBezTo>
                  <a:cubicBezTo>
                    <a:pt x="3120" y="5962"/>
                    <a:pt x="2685" y="227"/>
                    <a:pt x="2685" y="1"/>
                  </a:cubicBezTo>
                  <a:lnTo>
                    <a:pt x="2092" y="1"/>
                  </a:lnTo>
                  <a:cubicBezTo>
                    <a:pt x="2092" y="70"/>
                    <a:pt x="2528" y="5892"/>
                    <a:pt x="2092" y="7705"/>
                  </a:cubicBezTo>
                  <a:cubicBezTo>
                    <a:pt x="2022" y="7914"/>
                    <a:pt x="1813" y="8420"/>
                    <a:pt x="1517" y="8856"/>
                  </a:cubicBezTo>
                  <a:cubicBezTo>
                    <a:pt x="1308" y="8420"/>
                    <a:pt x="1081" y="7914"/>
                    <a:pt x="1011" y="7705"/>
                  </a:cubicBezTo>
                  <a:cubicBezTo>
                    <a:pt x="575" y="5892"/>
                    <a:pt x="1011" y="70"/>
                    <a:pt x="101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93" name="Google Shape;4593;p118"/>
          <p:cNvGrpSpPr/>
          <p:nvPr/>
        </p:nvGrpSpPr>
        <p:grpSpPr>
          <a:xfrm>
            <a:off x="4075188" y="4060675"/>
            <a:ext cx="254525" cy="494200"/>
            <a:chOff x="4075188" y="4060675"/>
            <a:chExt cx="254525" cy="494200"/>
          </a:xfrm>
        </p:grpSpPr>
        <p:sp>
          <p:nvSpPr>
            <p:cNvPr id="4594" name="Google Shape;4594;p118"/>
            <p:cNvSpPr/>
            <p:nvPr/>
          </p:nvSpPr>
          <p:spPr>
            <a:xfrm>
              <a:off x="4197213" y="4099025"/>
              <a:ext cx="45350" cy="339500"/>
            </a:xfrm>
            <a:custGeom>
              <a:avLst/>
              <a:gdLst/>
              <a:ahLst/>
              <a:cxnLst/>
              <a:rect l="l" t="t" r="r" b="b"/>
              <a:pathLst>
                <a:path w="1814" h="13580" extrusionOk="0">
                  <a:moveTo>
                    <a:pt x="1" y="0"/>
                  </a:moveTo>
                  <a:lnTo>
                    <a:pt x="1" y="10825"/>
                  </a:lnTo>
                  <a:lnTo>
                    <a:pt x="1813" y="13579"/>
                  </a:lnTo>
                  <a:lnTo>
                    <a:pt x="181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118"/>
            <p:cNvSpPr/>
            <p:nvPr/>
          </p:nvSpPr>
          <p:spPr>
            <a:xfrm>
              <a:off x="4157113" y="4068075"/>
              <a:ext cx="61925" cy="370450"/>
            </a:xfrm>
            <a:custGeom>
              <a:avLst/>
              <a:gdLst/>
              <a:ahLst/>
              <a:cxnLst/>
              <a:rect l="l" t="t" r="r" b="b"/>
              <a:pathLst>
                <a:path w="2477" h="14818" extrusionOk="0">
                  <a:moveTo>
                    <a:pt x="2476" y="1"/>
                  </a:moveTo>
                  <a:cubicBezTo>
                    <a:pt x="1082" y="1"/>
                    <a:pt x="1" y="1168"/>
                    <a:pt x="1" y="2476"/>
                  </a:cubicBezTo>
                  <a:lnTo>
                    <a:pt x="1" y="14817"/>
                  </a:lnTo>
                  <a:lnTo>
                    <a:pt x="2476" y="10825"/>
                  </a:lnTo>
                  <a:lnTo>
                    <a:pt x="24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118"/>
            <p:cNvSpPr/>
            <p:nvPr/>
          </p:nvSpPr>
          <p:spPr>
            <a:xfrm>
              <a:off x="4184138" y="4269850"/>
              <a:ext cx="14850" cy="14400"/>
            </a:xfrm>
            <a:custGeom>
              <a:avLst/>
              <a:gdLst/>
              <a:ahLst/>
              <a:cxnLst/>
              <a:rect l="l" t="t" r="r" b="b"/>
              <a:pathLst>
                <a:path w="594" h="576" extrusionOk="0">
                  <a:moveTo>
                    <a:pt x="1" y="0"/>
                  </a:moveTo>
                  <a:lnTo>
                    <a:pt x="1" y="575"/>
                  </a:lnTo>
                  <a:lnTo>
                    <a:pt x="593" y="575"/>
                  </a:lnTo>
                  <a:lnTo>
                    <a:pt x="5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118"/>
            <p:cNvSpPr/>
            <p:nvPr/>
          </p:nvSpPr>
          <p:spPr>
            <a:xfrm>
              <a:off x="4075188" y="4060675"/>
              <a:ext cx="254525" cy="494200"/>
            </a:xfrm>
            <a:custGeom>
              <a:avLst/>
              <a:gdLst/>
              <a:ahLst/>
              <a:cxnLst/>
              <a:rect l="l" t="t" r="r" b="b"/>
              <a:pathLst>
                <a:path w="10181" h="19768" extrusionOk="0">
                  <a:moveTo>
                    <a:pt x="5596" y="663"/>
                  </a:moveTo>
                  <a:lnTo>
                    <a:pt x="5596" y="11052"/>
                  </a:lnTo>
                  <a:lnTo>
                    <a:pt x="3714" y="14241"/>
                  </a:lnTo>
                  <a:lnTo>
                    <a:pt x="3714" y="2772"/>
                  </a:lnTo>
                  <a:cubicBezTo>
                    <a:pt x="3714" y="1743"/>
                    <a:pt x="4515" y="802"/>
                    <a:pt x="5596" y="663"/>
                  </a:cubicBezTo>
                  <a:close/>
                  <a:moveTo>
                    <a:pt x="1901" y="14817"/>
                  </a:moveTo>
                  <a:cubicBezTo>
                    <a:pt x="2546" y="14817"/>
                    <a:pt x="3138" y="15340"/>
                    <a:pt x="3138" y="16054"/>
                  </a:cubicBezTo>
                  <a:lnTo>
                    <a:pt x="3138" y="16647"/>
                  </a:lnTo>
                  <a:lnTo>
                    <a:pt x="3138" y="17867"/>
                  </a:lnTo>
                  <a:cubicBezTo>
                    <a:pt x="3138" y="18599"/>
                    <a:pt x="2546" y="19105"/>
                    <a:pt x="1901" y="19105"/>
                  </a:cubicBezTo>
                  <a:cubicBezTo>
                    <a:pt x="1169" y="19105"/>
                    <a:pt x="663" y="18599"/>
                    <a:pt x="663" y="17867"/>
                  </a:cubicBezTo>
                  <a:lnTo>
                    <a:pt x="663" y="16054"/>
                  </a:lnTo>
                  <a:cubicBezTo>
                    <a:pt x="663" y="15340"/>
                    <a:pt x="1169" y="14817"/>
                    <a:pt x="1901" y="14817"/>
                  </a:cubicBezTo>
                  <a:close/>
                  <a:moveTo>
                    <a:pt x="8368" y="14817"/>
                  </a:moveTo>
                  <a:cubicBezTo>
                    <a:pt x="9013" y="14817"/>
                    <a:pt x="9588" y="15340"/>
                    <a:pt x="9588" y="16054"/>
                  </a:cubicBezTo>
                  <a:lnTo>
                    <a:pt x="9588" y="17867"/>
                  </a:lnTo>
                  <a:cubicBezTo>
                    <a:pt x="9588" y="18599"/>
                    <a:pt x="9013" y="19105"/>
                    <a:pt x="8368" y="19105"/>
                  </a:cubicBezTo>
                  <a:cubicBezTo>
                    <a:pt x="7705" y="19105"/>
                    <a:pt x="7130" y="18599"/>
                    <a:pt x="7130" y="17867"/>
                  </a:cubicBezTo>
                  <a:lnTo>
                    <a:pt x="7130" y="16560"/>
                  </a:lnTo>
                  <a:lnTo>
                    <a:pt x="7130" y="16054"/>
                  </a:lnTo>
                  <a:cubicBezTo>
                    <a:pt x="7130" y="15340"/>
                    <a:pt x="7705" y="14817"/>
                    <a:pt x="8368" y="14817"/>
                  </a:cubicBezTo>
                  <a:close/>
                  <a:moveTo>
                    <a:pt x="5893" y="0"/>
                  </a:moveTo>
                  <a:cubicBezTo>
                    <a:pt x="4359" y="0"/>
                    <a:pt x="3138" y="1238"/>
                    <a:pt x="3138" y="2772"/>
                  </a:cubicBezTo>
                  <a:lnTo>
                    <a:pt x="3138" y="14677"/>
                  </a:lnTo>
                  <a:cubicBezTo>
                    <a:pt x="2772" y="14381"/>
                    <a:pt x="2337" y="14172"/>
                    <a:pt x="1901" y="14172"/>
                  </a:cubicBezTo>
                  <a:cubicBezTo>
                    <a:pt x="872" y="14172"/>
                    <a:pt x="1" y="15043"/>
                    <a:pt x="1" y="16054"/>
                  </a:cubicBezTo>
                  <a:lnTo>
                    <a:pt x="1" y="17867"/>
                  </a:lnTo>
                  <a:cubicBezTo>
                    <a:pt x="1" y="18896"/>
                    <a:pt x="872" y="19767"/>
                    <a:pt x="1901" y="19767"/>
                  </a:cubicBezTo>
                  <a:cubicBezTo>
                    <a:pt x="2912" y="19767"/>
                    <a:pt x="3714" y="18896"/>
                    <a:pt x="3714" y="17867"/>
                  </a:cubicBezTo>
                  <a:lnTo>
                    <a:pt x="3714" y="16054"/>
                  </a:lnTo>
                  <a:lnTo>
                    <a:pt x="3714" y="15619"/>
                  </a:lnTo>
                  <a:lnTo>
                    <a:pt x="5091" y="13161"/>
                  </a:lnTo>
                  <a:lnTo>
                    <a:pt x="6537" y="15619"/>
                  </a:lnTo>
                  <a:cubicBezTo>
                    <a:pt x="6537" y="15775"/>
                    <a:pt x="6468" y="15915"/>
                    <a:pt x="6468" y="16054"/>
                  </a:cubicBezTo>
                  <a:lnTo>
                    <a:pt x="6468" y="17867"/>
                  </a:lnTo>
                  <a:cubicBezTo>
                    <a:pt x="6468" y="18896"/>
                    <a:pt x="7339" y="19767"/>
                    <a:pt x="8368" y="19767"/>
                  </a:cubicBezTo>
                  <a:cubicBezTo>
                    <a:pt x="9379" y="19767"/>
                    <a:pt x="10181" y="18896"/>
                    <a:pt x="10181" y="17867"/>
                  </a:cubicBezTo>
                  <a:lnTo>
                    <a:pt x="10181" y="16054"/>
                  </a:lnTo>
                  <a:cubicBezTo>
                    <a:pt x="10181" y="15043"/>
                    <a:pt x="9379" y="14172"/>
                    <a:pt x="8368" y="14172"/>
                  </a:cubicBezTo>
                  <a:cubicBezTo>
                    <a:pt x="7845" y="14172"/>
                    <a:pt x="7409" y="14381"/>
                    <a:pt x="7130" y="14677"/>
                  </a:cubicBezTo>
                  <a:lnTo>
                    <a:pt x="7130" y="1534"/>
                  </a:lnTo>
                  <a:lnTo>
                    <a:pt x="6468" y="1534"/>
                  </a:lnTo>
                  <a:lnTo>
                    <a:pt x="6468" y="14311"/>
                  </a:lnTo>
                  <a:lnTo>
                    <a:pt x="5457" y="12498"/>
                  </a:lnTo>
                  <a:lnTo>
                    <a:pt x="6189" y="11191"/>
                  </a:lnTo>
                  <a:lnTo>
                    <a:pt x="618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98" name="Google Shape;4598;p118"/>
          <p:cNvGrpSpPr/>
          <p:nvPr/>
        </p:nvGrpSpPr>
        <p:grpSpPr>
          <a:xfrm>
            <a:off x="4739763" y="1348025"/>
            <a:ext cx="399625" cy="492000"/>
            <a:chOff x="4739763" y="1157525"/>
            <a:chExt cx="399625" cy="492000"/>
          </a:xfrm>
        </p:grpSpPr>
        <p:sp>
          <p:nvSpPr>
            <p:cNvPr id="4599" name="Google Shape;4599;p118"/>
            <p:cNvSpPr/>
            <p:nvPr/>
          </p:nvSpPr>
          <p:spPr>
            <a:xfrm>
              <a:off x="4957663" y="1164925"/>
              <a:ext cx="85425" cy="85000"/>
            </a:xfrm>
            <a:custGeom>
              <a:avLst/>
              <a:gdLst/>
              <a:ahLst/>
              <a:cxnLst/>
              <a:rect l="l" t="t" r="r" b="b"/>
              <a:pathLst>
                <a:path w="3417" h="3400" extrusionOk="0">
                  <a:moveTo>
                    <a:pt x="1673" y="1"/>
                  </a:moveTo>
                  <a:cubicBezTo>
                    <a:pt x="732" y="1"/>
                    <a:pt x="0" y="785"/>
                    <a:pt x="0" y="1744"/>
                  </a:cubicBezTo>
                  <a:lnTo>
                    <a:pt x="0" y="3330"/>
                  </a:lnTo>
                  <a:cubicBezTo>
                    <a:pt x="0" y="3400"/>
                    <a:pt x="0" y="3400"/>
                    <a:pt x="87" y="3400"/>
                  </a:cubicBezTo>
                  <a:lnTo>
                    <a:pt x="1673" y="3400"/>
                  </a:lnTo>
                  <a:cubicBezTo>
                    <a:pt x="2615" y="3400"/>
                    <a:pt x="3417" y="2615"/>
                    <a:pt x="3417" y="1657"/>
                  </a:cubicBezTo>
                  <a:lnTo>
                    <a:pt x="3417" y="70"/>
                  </a:lnTo>
                  <a:lnTo>
                    <a:pt x="334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118"/>
            <p:cNvSpPr/>
            <p:nvPr/>
          </p:nvSpPr>
          <p:spPr>
            <a:xfrm>
              <a:off x="4832588" y="1171900"/>
              <a:ext cx="85425" cy="85425"/>
            </a:xfrm>
            <a:custGeom>
              <a:avLst/>
              <a:gdLst/>
              <a:ahLst/>
              <a:cxnLst/>
              <a:rect l="l" t="t" r="r" b="b"/>
              <a:pathLst>
                <a:path w="3417" h="3417" extrusionOk="0">
                  <a:moveTo>
                    <a:pt x="140" y="1"/>
                  </a:moveTo>
                  <a:cubicBezTo>
                    <a:pt x="70" y="1"/>
                    <a:pt x="0" y="70"/>
                    <a:pt x="0" y="157"/>
                  </a:cubicBezTo>
                  <a:lnTo>
                    <a:pt x="0" y="1604"/>
                  </a:lnTo>
                  <a:cubicBezTo>
                    <a:pt x="0" y="2615"/>
                    <a:pt x="872" y="3417"/>
                    <a:pt x="1883" y="3417"/>
                  </a:cubicBezTo>
                  <a:lnTo>
                    <a:pt x="3347" y="3417"/>
                  </a:lnTo>
                  <a:cubicBezTo>
                    <a:pt x="3417" y="3417"/>
                    <a:pt x="3417" y="3417"/>
                    <a:pt x="3417" y="3347"/>
                  </a:cubicBezTo>
                  <a:lnTo>
                    <a:pt x="3417" y="1900"/>
                  </a:lnTo>
                  <a:cubicBezTo>
                    <a:pt x="3417" y="872"/>
                    <a:pt x="2615" y="1"/>
                    <a:pt x="160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118"/>
            <p:cNvSpPr/>
            <p:nvPr/>
          </p:nvSpPr>
          <p:spPr>
            <a:xfrm>
              <a:off x="4747163" y="1290000"/>
              <a:ext cx="310750" cy="356050"/>
            </a:xfrm>
            <a:custGeom>
              <a:avLst/>
              <a:gdLst/>
              <a:ahLst/>
              <a:cxnLst/>
              <a:rect l="l" t="t" r="r" b="b"/>
              <a:pathLst>
                <a:path w="12430" h="14242" extrusionOk="0">
                  <a:moveTo>
                    <a:pt x="6241" y="0"/>
                  </a:moveTo>
                  <a:cubicBezTo>
                    <a:pt x="2842" y="0"/>
                    <a:pt x="1" y="3190"/>
                    <a:pt x="1" y="7112"/>
                  </a:cubicBezTo>
                  <a:cubicBezTo>
                    <a:pt x="1" y="11034"/>
                    <a:pt x="2842" y="14242"/>
                    <a:pt x="6241" y="14242"/>
                  </a:cubicBezTo>
                  <a:cubicBezTo>
                    <a:pt x="9658" y="14242"/>
                    <a:pt x="12429" y="11034"/>
                    <a:pt x="12429" y="7112"/>
                  </a:cubicBezTo>
                  <a:cubicBezTo>
                    <a:pt x="12429" y="3190"/>
                    <a:pt x="9658" y="0"/>
                    <a:pt x="62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118"/>
            <p:cNvSpPr/>
            <p:nvPr/>
          </p:nvSpPr>
          <p:spPr>
            <a:xfrm>
              <a:off x="4801638" y="1288250"/>
              <a:ext cx="334275" cy="357800"/>
            </a:xfrm>
            <a:custGeom>
              <a:avLst/>
              <a:gdLst/>
              <a:ahLst/>
              <a:cxnLst/>
              <a:rect l="l" t="t" r="r" b="b"/>
              <a:pathLst>
                <a:path w="13371" h="14312" extrusionOk="0">
                  <a:moveTo>
                    <a:pt x="8141" y="1"/>
                  </a:moveTo>
                  <a:cubicBezTo>
                    <a:pt x="3626" y="1"/>
                    <a:pt x="1" y="3626"/>
                    <a:pt x="1" y="8141"/>
                  </a:cubicBezTo>
                  <a:cubicBezTo>
                    <a:pt x="1" y="10459"/>
                    <a:pt x="1012" y="12568"/>
                    <a:pt x="2615" y="14015"/>
                  </a:cubicBezTo>
                  <a:lnTo>
                    <a:pt x="4358" y="14015"/>
                  </a:lnTo>
                  <a:lnTo>
                    <a:pt x="5596" y="13719"/>
                  </a:lnTo>
                  <a:lnTo>
                    <a:pt x="8141" y="14312"/>
                  </a:lnTo>
                  <a:lnTo>
                    <a:pt x="10895" y="12778"/>
                  </a:lnTo>
                  <a:lnTo>
                    <a:pt x="12429" y="10599"/>
                  </a:lnTo>
                  <a:lnTo>
                    <a:pt x="13370" y="7479"/>
                  </a:lnTo>
                  <a:lnTo>
                    <a:pt x="12778" y="4358"/>
                  </a:lnTo>
                  <a:lnTo>
                    <a:pt x="10895" y="1308"/>
                  </a:lnTo>
                  <a:lnTo>
                    <a:pt x="814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118"/>
            <p:cNvSpPr/>
            <p:nvPr/>
          </p:nvSpPr>
          <p:spPr>
            <a:xfrm>
              <a:off x="4927138" y="1213725"/>
              <a:ext cx="16150" cy="65400"/>
            </a:xfrm>
            <a:custGeom>
              <a:avLst/>
              <a:gdLst/>
              <a:ahLst/>
              <a:cxnLst/>
              <a:rect l="l" t="t" r="r" b="b"/>
              <a:pathLst>
                <a:path w="646" h="2616" extrusionOk="0">
                  <a:moveTo>
                    <a:pt x="1" y="1"/>
                  </a:moveTo>
                  <a:lnTo>
                    <a:pt x="1" y="2616"/>
                  </a:lnTo>
                  <a:lnTo>
                    <a:pt x="646" y="2616"/>
                  </a:lnTo>
                  <a:lnTo>
                    <a:pt x="64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118"/>
            <p:cNvSpPr/>
            <p:nvPr/>
          </p:nvSpPr>
          <p:spPr>
            <a:xfrm>
              <a:off x="4739763" y="1279100"/>
              <a:ext cx="399625" cy="370425"/>
            </a:xfrm>
            <a:custGeom>
              <a:avLst/>
              <a:gdLst/>
              <a:ahLst/>
              <a:cxnLst/>
              <a:rect l="l" t="t" r="r" b="b"/>
              <a:pathLst>
                <a:path w="15985" h="14817" extrusionOk="0">
                  <a:moveTo>
                    <a:pt x="9884" y="663"/>
                  </a:moveTo>
                  <a:cubicBezTo>
                    <a:pt x="12934" y="663"/>
                    <a:pt x="15340" y="3713"/>
                    <a:pt x="15340" y="7409"/>
                  </a:cubicBezTo>
                  <a:cubicBezTo>
                    <a:pt x="15340" y="11191"/>
                    <a:pt x="12934" y="14242"/>
                    <a:pt x="9884" y="14242"/>
                  </a:cubicBezTo>
                  <a:cubicBezTo>
                    <a:pt x="9309" y="14242"/>
                    <a:pt x="8716" y="14085"/>
                    <a:pt x="8141" y="13876"/>
                  </a:cubicBezTo>
                  <a:lnTo>
                    <a:pt x="8001" y="13806"/>
                  </a:lnTo>
                  <a:lnTo>
                    <a:pt x="7844" y="13876"/>
                  </a:lnTo>
                  <a:cubicBezTo>
                    <a:pt x="7269" y="14085"/>
                    <a:pt x="6694" y="14242"/>
                    <a:pt x="6101" y="14242"/>
                  </a:cubicBezTo>
                  <a:cubicBezTo>
                    <a:pt x="3051" y="14242"/>
                    <a:pt x="663" y="11191"/>
                    <a:pt x="663" y="7409"/>
                  </a:cubicBezTo>
                  <a:cubicBezTo>
                    <a:pt x="663" y="3713"/>
                    <a:pt x="3051" y="663"/>
                    <a:pt x="6101" y="663"/>
                  </a:cubicBezTo>
                  <a:cubicBezTo>
                    <a:pt x="6467" y="663"/>
                    <a:pt x="6903" y="733"/>
                    <a:pt x="7269" y="802"/>
                  </a:cubicBezTo>
                  <a:lnTo>
                    <a:pt x="5753" y="1674"/>
                  </a:lnTo>
                  <a:lnTo>
                    <a:pt x="6032" y="2249"/>
                  </a:lnTo>
                  <a:lnTo>
                    <a:pt x="8141" y="1012"/>
                  </a:lnTo>
                  <a:cubicBezTo>
                    <a:pt x="8716" y="733"/>
                    <a:pt x="9309" y="663"/>
                    <a:pt x="9884" y="663"/>
                  </a:cubicBezTo>
                  <a:close/>
                  <a:moveTo>
                    <a:pt x="6101" y="1"/>
                  </a:moveTo>
                  <a:cubicBezTo>
                    <a:pt x="4445" y="1"/>
                    <a:pt x="2911" y="802"/>
                    <a:pt x="1744" y="2179"/>
                  </a:cubicBezTo>
                  <a:cubicBezTo>
                    <a:pt x="663" y="3626"/>
                    <a:pt x="0" y="5456"/>
                    <a:pt x="0" y="7409"/>
                  </a:cubicBezTo>
                  <a:cubicBezTo>
                    <a:pt x="0" y="9378"/>
                    <a:pt x="663" y="11261"/>
                    <a:pt x="1744" y="12638"/>
                  </a:cubicBezTo>
                  <a:cubicBezTo>
                    <a:pt x="2911" y="14085"/>
                    <a:pt x="4445" y="14817"/>
                    <a:pt x="6101" y="14817"/>
                  </a:cubicBezTo>
                  <a:cubicBezTo>
                    <a:pt x="6764" y="14817"/>
                    <a:pt x="7409" y="14747"/>
                    <a:pt x="8001" y="14451"/>
                  </a:cubicBezTo>
                  <a:cubicBezTo>
                    <a:pt x="8577" y="14747"/>
                    <a:pt x="9239" y="14817"/>
                    <a:pt x="9884" y="14817"/>
                  </a:cubicBezTo>
                  <a:cubicBezTo>
                    <a:pt x="11557" y="14817"/>
                    <a:pt x="13074" y="14085"/>
                    <a:pt x="14242" y="12638"/>
                  </a:cubicBezTo>
                  <a:cubicBezTo>
                    <a:pt x="15340" y="11261"/>
                    <a:pt x="15985" y="9378"/>
                    <a:pt x="15985" y="7409"/>
                  </a:cubicBezTo>
                  <a:cubicBezTo>
                    <a:pt x="15985" y="5456"/>
                    <a:pt x="15340" y="3626"/>
                    <a:pt x="14242" y="2179"/>
                  </a:cubicBezTo>
                  <a:cubicBezTo>
                    <a:pt x="13074" y="802"/>
                    <a:pt x="11557" y="1"/>
                    <a:pt x="9884" y="1"/>
                  </a:cubicBezTo>
                  <a:cubicBezTo>
                    <a:pt x="9239" y="1"/>
                    <a:pt x="8577" y="140"/>
                    <a:pt x="8001" y="367"/>
                  </a:cubicBezTo>
                  <a:cubicBezTo>
                    <a:pt x="7409" y="140"/>
                    <a:pt x="6764" y="1"/>
                    <a:pt x="6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118"/>
            <p:cNvSpPr/>
            <p:nvPr/>
          </p:nvSpPr>
          <p:spPr>
            <a:xfrm>
              <a:off x="4952413" y="1157525"/>
              <a:ext cx="98075" cy="96325"/>
            </a:xfrm>
            <a:custGeom>
              <a:avLst/>
              <a:gdLst/>
              <a:ahLst/>
              <a:cxnLst/>
              <a:rect l="l" t="t" r="r" b="b"/>
              <a:pathLst>
                <a:path w="3923" h="3853" extrusionOk="0">
                  <a:moveTo>
                    <a:pt x="3260" y="576"/>
                  </a:moveTo>
                  <a:lnTo>
                    <a:pt x="3260" y="1883"/>
                  </a:lnTo>
                  <a:cubicBezTo>
                    <a:pt x="3260" y="2615"/>
                    <a:pt x="2616" y="3260"/>
                    <a:pt x="1883" y="3260"/>
                  </a:cubicBezTo>
                  <a:lnTo>
                    <a:pt x="1082" y="3260"/>
                  </a:lnTo>
                  <a:lnTo>
                    <a:pt x="2546" y="1743"/>
                  </a:lnTo>
                  <a:lnTo>
                    <a:pt x="2110" y="1308"/>
                  </a:lnTo>
                  <a:lnTo>
                    <a:pt x="646" y="2824"/>
                  </a:lnTo>
                  <a:lnTo>
                    <a:pt x="646" y="1953"/>
                  </a:lnTo>
                  <a:cubicBezTo>
                    <a:pt x="646" y="1238"/>
                    <a:pt x="1238" y="576"/>
                    <a:pt x="1953" y="576"/>
                  </a:cubicBezTo>
                  <a:close/>
                  <a:moveTo>
                    <a:pt x="1953" y="0"/>
                  </a:moveTo>
                  <a:cubicBezTo>
                    <a:pt x="872" y="0"/>
                    <a:pt x="1" y="872"/>
                    <a:pt x="1" y="1953"/>
                  </a:cubicBezTo>
                  <a:lnTo>
                    <a:pt x="1" y="3853"/>
                  </a:lnTo>
                  <a:lnTo>
                    <a:pt x="1883" y="3853"/>
                  </a:lnTo>
                  <a:cubicBezTo>
                    <a:pt x="2982" y="3853"/>
                    <a:pt x="3923" y="2981"/>
                    <a:pt x="3923" y="1883"/>
                  </a:cubicBezTo>
                  <a:lnTo>
                    <a:pt x="392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118"/>
            <p:cNvSpPr/>
            <p:nvPr/>
          </p:nvSpPr>
          <p:spPr>
            <a:xfrm>
              <a:off x="4825163" y="1168425"/>
              <a:ext cx="98075" cy="98075"/>
            </a:xfrm>
            <a:custGeom>
              <a:avLst/>
              <a:gdLst/>
              <a:ahLst/>
              <a:cxnLst/>
              <a:rect l="l" t="t" r="r" b="b"/>
              <a:pathLst>
                <a:path w="3923" h="3923" extrusionOk="0">
                  <a:moveTo>
                    <a:pt x="1901" y="645"/>
                  </a:moveTo>
                  <a:cubicBezTo>
                    <a:pt x="2685" y="645"/>
                    <a:pt x="3278" y="1238"/>
                    <a:pt x="3278" y="2039"/>
                  </a:cubicBezTo>
                  <a:lnTo>
                    <a:pt x="3278" y="2824"/>
                  </a:lnTo>
                  <a:lnTo>
                    <a:pt x="1744" y="1307"/>
                  </a:lnTo>
                  <a:lnTo>
                    <a:pt x="1308" y="1743"/>
                  </a:lnTo>
                  <a:lnTo>
                    <a:pt x="2842" y="3260"/>
                  </a:lnTo>
                  <a:lnTo>
                    <a:pt x="1971" y="3260"/>
                  </a:lnTo>
                  <a:cubicBezTo>
                    <a:pt x="1239" y="3260"/>
                    <a:pt x="663" y="2684"/>
                    <a:pt x="663" y="1883"/>
                  </a:cubicBezTo>
                  <a:lnTo>
                    <a:pt x="663" y="645"/>
                  </a:lnTo>
                  <a:close/>
                  <a:moveTo>
                    <a:pt x="1" y="0"/>
                  </a:moveTo>
                  <a:lnTo>
                    <a:pt x="1" y="1883"/>
                  </a:lnTo>
                  <a:cubicBezTo>
                    <a:pt x="1" y="2981"/>
                    <a:pt x="872" y="3922"/>
                    <a:pt x="1971" y="3922"/>
                  </a:cubicBezTo>
                  <a:lnTo>
                    <a:pt x="3923" y="3922"/>
                  </a:lnTo>
                  <a:lnTo>
                    <a:pt x="3923" y="2039"/>
                  </a:lnTo>
                  <a:cubicBezTo>
                    <a:pt x="3923" y="872"/>
                    <a:pt x="2982" y="0"/>
                    <a:pt x="19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118"/>
            <p:cNvSpPr/>
            <p:nvPr/>
          </p:nvSpPr>
          <p:spPr>
            <a:xfrm>
              <a:off x="4934113" y="1600700"/>
              <a:ext cx="16600" cy="14400"/>
            </a:xfrm>
            <a:custGeom>
              <a:avLst/>
              <a:gdLst/>
              <a:ahLst/>
              <a:cxnLst/>
              <a:rect l="l" t="t" r="r" b="b"/>
              <a:pathLst>
                <a:path w="664" h="576" extrusionOk="0">
                  <a:moveTo>
                    <a:pt x="1" y="1"/>
                  </a:moveTo>
                  <a:lnTo>
                    <a:pt x="1" y="576"/>
                  </a:lnTo>
                  <a:lnTo>
                    <a:pt x="663" y="576"/>
                  </a:lnTo>
                  <a:lnTo>
                    <a:pt x="6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8" name="Google Shape;4608;p118"/>
          <p:cNvGrpSpPr/>
          <p:nvPr/>
        </p:nvGrpSpPr>
        <p:grpSpPr>
          <a:xfrm>
            <a:off x="4816013" y="2026825"/>
            <a:ext cx="247125" cy="484625"/>
            <a:chOff x="4816013" y="1883950"/>
            <a:chExt cx="247125" cy="484625"/>
          </a:xfrm>
        </p:grpSpPr>
        <p:sp>
          <p:nvSpPr>
            <p:cNvPr id="4609" name="Google Shape;4609;p118"/>
            <p:cNvSpPr/>
            <p:nvPr/>
          </p:nvSpPr>
          <p:spPr>
            <a:xfrm>
              <a:off x="4870488" y="2345025"/>
              <a:ext cx="138175" cy="23550"/>
            </a:xfrm>
            <a:custGeom>
              <a:avLst/>
              <a:gdLst/>
              <a:ahLst/>
              <a:cxnLst/>
              <a:rect l="l" t="t" r="r" b="b"/>
              <a:pathLst>
                <a:path w="5527" h="942" extrusionOk="0">
                  <a:moveTo>
                    <a:pt x="1" y="0"/>
                  </a:moveTo>
                  <a:lnTo>
                    <a:pt x="1" y="941"/>
                  </a:lnTo>
                  <a:lnTo>
                    <a:pt x="5526" y="941"/>
                  </a:lnTo>
                  <a:lnTo>
                    <a:pt x="552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118"/>
            <p:cNvSpPr/>
            <p:nvPr/>
          </p:nvSpPr>
          <p:spPr>
            <a:xfrm>
              <a:off x="4977688" y="1890925"/>
              <a:ext cx="54500" cy="154300"/>
            </a:xfrm>
            <a:custGeom>
              <a:avLst/>
              <a:gdLst/>
              <a:ahLst/>
              <a:cxnLst/>
              <a:rect l="l" t="t" r="r" b="b"/>
              <a:pathLst>
                <a:path w="2180" h="6172" extrusionOk="0">
                  <a:moveTo>
                    <a:pt x="1" y="1"/>
                  </a:moveTo>
                  <a:lnTo>
                    <a:pt x="1" y="6171"/>
                  </a:lnTo>
                  <a:lnTo>
                    <a:pt x="2180" y="6171"/>
                  </a:lnTo>
                  <a:lnTo>
                    <a:pt x="218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118"/>
            <p:cNvSpPr/>
            <p:nvPr/>
          </p:nvSpPr>
          <p:spPr>
            <a:xfrm>
              <a:off x="4846963" y="1890925"/>
              <a:ext cx="54500" cy="154300"/>
            </a:xfrm>
            <a:custGeom>
              <a:avLst/>
              <a:gdLst/>
              <a:ahLst/>
              <a:cxnLst/>
              <a:rect l="l" t="t" r="r" b="b"/>
              <a:pathLst>
                <a:path w="2180" h="6172" extrusionOk="0">
                  <a:moveTo>
                    <a:pt x="0" y="1"/>
                  </a:moveTo>
                  <a:lnTo>
                    <a:pt x="0" y="6171"/>
                  </a:lnTo>
                  <a:lnTo>
                    <a:pt x="2179" y="6171"/>
                  </a:lnTo>
                  <a:lnTo>
                    <a:pt x="217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118"/>
            <p:cNvSpPr/>
            <p:nvPr/>
          </p:nvSpPr>
          <p:spPr>
            <a:xfrm>
              <a:off x="4846963" y="2045200"/>
              <a:ext cx="54500" cy="254525"/>
            </a:xfrm>
            <a:custGeom>
              <a:avLst/>
              <a:gdLst/>
              <a:ahLst/>
              <a:cxnLst/>
              <a:rect l="l" t="t" r="r" b="b"/>
              <a:pathLst>
                <a:path w="2180" h="10181" extrusionOk="0">
                  <a:moveTo>
                    <a:pt x="0" y="0"/>
                  </a:moveTo>
                  <a:lnTo>
                    <a:pt x="0" y="9448"/>
                  </a:lnTo>
                  <a:cubicBezTo>
                    <a:pt x="0" y="9814"/>
                    <a:pt x="367" y="10180"/>
                    <a:pt x="733" y="10180"/>
                  </a:cubicBezTo>
                  <a:lnTo>
                    <a:pt x="1465" y="10180"/>
                  </a:lnTo>
                  <a:cubicBezTo>
                    <a:pt x="1813" y="10180"/>
                    <a:pt x="2179" y="9814"/>
                    <a:pt x="2179" y="9448"/>
                  </a:cubicBezTo>
                  <a:lnTo>
                    <a:pt x="217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118"/>
            <p:cNvSpPr/>
            <p:nvPr/>
          </p:nvSpPr>
          <p:spPr>
            <a:xfrm>
              <a:off x="4977688" y="2045200"/>
              <a:ext cx="54500" cy="254525"/>
            </a:xfrm>
            <a:custGeom>
              <a:avLst/>
              <a:gdLst/>
              <a:ahLst/>
              <a:cxnLst/>
              <a:rect l="l" t="t" r="r" b="b"/>
              <a:pathLst>
                <a:path w="2180" h="10181" extrusionOk="0">
                  <a:moveTo>
                    <a:pt x="1" y="0"/>
                  </a:moveTo>
                  <a:lnTo>
                    <a:pt x="1" y="9239"/>
                  </a:lnTo>
                  <a:cubicBezTo>
                    <a:pt x="1" y="9744"/>
                    <a:pt x="437" y="10180"/>
                    <a:pt x="942" y="10180"/>
                  </a:cubicBezTo>
                  <a:lnTo>
                    <a:pt x="1238" y="10180"/>
                  </a:lnTo>
                  <a:cubicBezTo>
                    <a:pt x="1744" y="10180"/>
                    <a:pt x="2180" y="9744"/>
                    <a:pt x="2180" y="9239"/>
                  </a:cubicBezTo>
                  <a:lnTo>
                    <a:pt x="218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118"/>
            <p:cNvSpPr/>
            <p:nvPr/>
          </p:nvSpPr>
          <p:spPr>
            <a:xfrm>
              <a:off x="4816013" y="2083550"/>
              <a:ext cx="247125" cy="37925"/>
            </a:xfrm>
            <a:custGeom>
              <a:avLst/>
              <a:gdLst/>
              <a:ahLst/>
              <a:cxnLst/>
              <a:rect l="l" t="t" r="r" b="b"/>
              <a:pathLst>
                <a:path w="9885" h="1517" extrusionOk="0">
                  <a:moveTo>
                    <a:pt x="1" y="0"/>
                  </a:moveTo>
                  <a:lnTo>
                    <a:pt x="1" y="1517"/>
                  </a:lnTo>
                  <a:lnTo>
                    <a:pt x="9884" y="1517"/>
                  </a:lnTo>
                  <a:lnTo>
                    <a:pt x="98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118"/>
            <p:cNvSpPr/>
            <p:nvPr/>
          </p:nvSpPr>
          <p:spPr>
            <a:xfrm>
              <a:off x="4832588" y="1883950"/>
              <a:ext cx="83700" cy="14425"/>
            </a:xfrm>
            <a:custGeom>
              <a:avLst/>
              <a:gdLst/>
              <a:ahLst/>
              <a:cxnLst/>
              <a:rect l="l" t="t" r="r" b="b"/>
              <a:pathLst>
                <a:path w="3348" h="577" extrusionOk="0">
                  <a:moveTo>
                    <a:pt x="0" y="1"/>
                  </a:moveTo>
                  <a:lnTo>
                    <a:pt x="0" y="576"/>
                  </a:lnTo>
                  <a:lnTo>
                    <a:pt x="3347" y="576"/>
                  </a:lnTo>
                  <a:lnTo>
                    <a:pt x="334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118"/>
            <p:cNvSpPr/>
            <p:nvPr/>
          </p:nvSpPr>
          <p:spPr>
            <a:xfrm>
              <a:off x="4846963" y="1921875"/>
              <a:ext cx="23550" cy="16575"/>
            </a:xfrm>
            <a:custGeom>
              <a:avLst/>
              <a:gdLst/>
              <a:ahLst/>
              <a:cxnLst/>
              <a:rect l="l" t="t" r="r" b="b"/>
              <a:pathLst>
                <a:path w="942" h="663" extrusionOk="0">
                  <a:moveTo>
                    <a:pt x="0" y="0"/>
                  </a:moveTo>
                  <a:lnTo>
                    <a:pt x="0" y="663"/>
                  </a:lnTo>
                  <a:lnTo>
                    <a:pt x="942" y="663"/>
                  </a:lnTo>
                  <a:lnTo>
                    <a:pt x="9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118"/>
            <p:cNvSpPr/>
            <p:nvPr/>
          </p:nvSpPr>
          <p:spPr>
            <a:xfrm>
              <a:off x="4846963" y="1960225"/>
              <a:ext cx="30975" cy="16150"/>
            </a:xfrm>
            <a:custGeom>
              <a:avLst/>
              <a:gdLst/>
              <a:ahLst/>
              <a:cxnLst/>
              <a:rect l="l" t="t" r="r" b="b"/>
              <a:pathLst>
                <a:path w="1239" h="646" extrusionOk="0">
                  <a:moveTo>
                    <a:pt x="0" y="0"/>
                  </a:moveTo>
                  <a:lnTo>
                    <a:pt x="0" y="645"/>
                  </a:lnTo>
                  <a:lnTo>
                    <a:pt x="1238" y="645"/>
                  </a:lnTo>
                  <a:lnTo>
                    <a:pt x="12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118"/>
            <p:cNvSpPr/>
            <p:nvPr/>
          </p:nvSpPr>
          <p:spPr>
            <a:xfrm>
              <a:off x="4846963" y="1998125"/>
              <a:ext cx="23550" cy="16600"/>
            </a:xfrm>
            <a:custGeom>
              <a:avLst/>
              <a:gdLst/>
              <a:ahLst/>
              <a:cxnLst/>
              <a:rect l="l" t="t" r="r" b="b"/>
              <a:pathLst>
                <a:path w="942" h="664" extrusionOk="0">
                  <a:moveTo>
                    <a:pt x="0" y="1"/>
                  </a:moveTo>
                  <a:lnTo>
                    <a:pt x="0" y="663"/>
                  </a:lnTo>
                  <a:lnTo>
                    <a:pt x="942" y="663"/>
                  </a:lnTo>
                  <a:lnTo>
                    <a:pt x="94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118"/>
            <p:cNvSpPr/>
            <p:nvPr/>
          </p:nvSpPr>
          <p:spPr>
            <a:xfrm>
              <a:off x="4846963" y="2036475"/>
              <a:ext cx="30975" cy="16150"/>
            </a:xfrm>
            <a:custGeom>
              <a:avLst/>
              <a:gdLst/>
              <a:ahLst/>
              <a:cxnLst/>
              <a:rect l="l" t="t" r="r" b="b"/>
              <a:pathLst>
                <a:path w="1239" h="646" extrusionOk="0">
                  <a:moveTo>
                    <a:pt x="0" y="1"/>
                  </a:moveTo>
                  <a:lnTo>
                    <a:pt x="0" y="646"/>
                  </a:lnTo>
                  <a:lnTo>
                    <a:pt x="1238" y="646"/>
                  </a:lnTo>
                  <a:lnTo>
                    <a:pt x="12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118"/>
            <p:cNvSpPr/>
            <p:nvPr/>
          </p:nvSpPr>
          <p:spPr>
            <a:xfrm>
              <a:off x="4846963" y="2152400"/>
              <a:ext cx="23550" cy="16575"/>
            </a:xfrm>
            <a:custGeom>
              <a:avLst/>
              <a:gdLst/>
              <a:ahLst/>
              <a:cxnLst/>
              <a:rect l="l" t="t" r="r" b="b"/>
              <a:pathLst>
                <a:path w="942" h="663" extrusionOk="0">
                  <a:moveTo>
                    <a:pt x="0" y="0"/>
                  </a:moveTo>
                  <a:lnTo>
                    <a:pt x="0" y="663"/>
                  </a:lnTo>
                  <a:lnTo>
                    <a:pt x="942" y="663"/>
                  </a:lnTo>
                  <a:lnTo>
                    <a:pt x="9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118"/>
            <p:cNvSpPr/>
            <p:nvPr/>
          </p:nvSpPr>
          <p:spPr>
            <a:xfrm>
              <a:off x="4846963" y="2190750"/>
              <a:ext cx="30975" cy="16150"/>
            </a:xfrm>
            <a:custGeom>
              <a:avLst/>
              <a:gdLst/>
              <a:ahLst/>
              <a:cxnLst/>
              <a:rect l="l" t="t" r="r" b="b"/>
              <a:pathLst>
                <a:path w="1239" h="646" extrusionOk="0">
                  <a:moveTo>
                    <a:pt x="0" y="0"/>
                  </a:moveTo>
                  <a:lnTo>
                    <a:pt x="0" y="645"/>
                  </a:lnTo>
                  <a:lnTo>
                    <a:pt x="1238" y="645"/>
                  </a:lnTo>
                  <a:lnTo>
                    <a:pt x="12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118"/>
            <p:cNvSpPr/>
            <p:nvPr/>
          </p:nvSpPr>
          <p:spPr>
            <a:xfrm>
              <a:off x="4963313" y="1883950"/>
              <a:ext cx="83700" cy="14425"/>
            </a:xfrm>
            <a:custGeom>
              <a:avLst/>
              <a:gdLst/>
              <a:ahLst/>
              <a:cxnLst/>
              <a:rect l="l" t="t" r="r" b="b"/>
              <a:pathLst>
                <a:path w="3348" h="577" extrusionOk="0">
                  <a:moveTo>
                    <a:pt x="1" y="1"/>
                  </a:moveTo>
                  <a:lnTo>
                    <a:pt x="1" y="576"/>
                  </a:lnTo>
                  <a:lnTo>
                    <a:pt x="3347" y="576"/>
                  </a:lnTo>
                  <a:lnTo>
                    <a:pt x="334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118"/>
            <p:cNvSpPr/>
            <p:nvPr/>
          </p:nvSpPr>
          <p:spPr>
            <a:xfrm>
              <a:off x="4977688" y="1921875"/>
              <a:ext cx="23575" cy="16575"/>
            </a:xfrm>
            <a:custGeom>
              <a:avLst/>
              <a:gdLst/>
              <a:ahLst/>
              <a:cxnLst/>
              <a:rect l="l" t="t" r="r" b="b"/>
              <a:pathLst>
                <a:path w="943" h="663" extrusionOk="0">
                  <a:moveTo>
                    <a:pt x="1" y="0"/>
                  </a:moveTo>
                  <a:lnTo>
                    <a:pt x="1" y="663"/>
                  </a:lnTo>
                  <a:lnTo>
                    <a:pt x="942" y="663"/>
                  </a:lnTo>
                  <a:lnTo>
                    <a:pt x="9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118"/>
            <p:cNvSpPr/>
            <p:nvPr/>
          </p:nvSpPr>
          <p:spPr>
            <a:xfrm>
              <a:off x="4977688" y="1960225"/>
              <a:ext cx="30975" cy="16150"/>
            </a:xfrm>
            <a:custGeom>
              <a:avLst/>
              <a:gdLst/>
              <a:ahLst/>
              <a:cxnLst/>
              <a:rect l="l" t="t" r="r" b="b"/>
              <a:pathLst>
                <a:path w="1239" h="646" extrusionOk="0">
                  <a:moveTo>
                    <a:pt x="1" y="0"/>
                  </a:moveTo>
                  <a:lnTo>
                    <a:pt x="1" y="645"/>
                  </a:lnTo>
                  <a:lnTo>
                    <a:pt x="1238" y="645"/>
                  </a:lnTo>
                  <a:lnTo>
                    <a:pt x="12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118"/>
            <p:cNvSpPr/>
            <p:nvPr/>
          </p:nvSpPr>
          <p:spPr>
            <a:xfrm>
              <a:off x="4977688" y="1998125"/>
              <a:ext cx="23575" cy="16600"/>
            </a:xfrm>
            <a:custGeom>
              <a:avLst/>
              <a:gdLst/>
              <a:ahLst/>
              <a:cxnLst/>
              <a:rect l="l" t="t" r="r" b="b"/>
              <a:pathLst>
                <a:path w="943" h="664" extrusionOk="0">
                  <a:moveTo>
                    <a:pt x="1" y="1"/>
                  </a:moveTo>
                  <a:lnTo>
                    <a:pt x="1" y="663"/>
                  </a:lnTo>
                  <a:lnTo>
                    <a:pt x="942" y="663"/>
                  </a:lnTo>
                  <a:lnTo>
                    <a:pt x="94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118"/>
            <p:cNvSpPr/>
            <p:nvPr/>
          </p:nvSpPr>
          <p:spPr>
            <a:xfrm>
              <a:off x="4977688" y="2036475"/>
              <a:ext cx="30975" cy="16150"/>
            </a:xfrm>
            <a:custGeom>
              <a:avLst/>
              <a:gdLst/>
              <a:ahLst/>
              <a:cxnLst/>
              <a:rect l="l" t="t" r="r" b="b"/>
              <a:pathLst>
                <a:path w="1239" h="646" extrusionOk="0">
                  <a:moveTo>
                    <a:pt x="1" y="1"/>
                  </a:moveTo>
                  <a:lnTo>
                    <a:pt x="1" y="646"/>
                  </a:lnTo>
                  <a:lnTo>
                    <a:pt x="1238" y="646"/>
                  </a:lnTo>
                  <a:lnTo>
                    <a:pt x="12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118"/>
            <p:cNvSpPr/>
            <p:nvPr/>
          </p:nvSpPr>
          <p:spPr>
            <a:xfrm>
              <a:off x="4977688" y="2152400"/>
              <a:ext cx="23575" cy="16575"/>
            </a:xfrm>
            <a:custGeom>
              <a:avLst/>
              <a:gdLst/>
              <a:ahLst/>
              <a:cxnLst/>
              <a:rect l="l" t="t" r="r" b="b"/>
              <a:pathLst>
                <a:path w="943" h="663" extrusionOk="0">
                  <a:moveTo>
                    <a:pt x="1" y="0"/>
                  </a:moveTo>
                  <a:lnTo>
                    <a:pt x="1" y="663"/>
                  </a:lnTo>
                  <a:lnTo>
                    <a:pt x="942" y="663"/>
                  </a:lnTo>
                  <a:lnTo>
                    <a:pt x="9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118"/>
            <p:cNvSpPr/>
            <p:nvPr/>
          </p:nvSpPr>
          <p:spPr>
            <a:xfrm>
              <a:off x="4977688" y="2190750"/>
              <a:ext cx="30975" cy="16150"/>
            </a:xfrm>
            <a:custGeom>
              <a:avLst/>
              <a:gdLst/>
              <a:ahLst/>
              <a:cxnLst/>
              <a:rect l="l" t="t" r="r" b="b"/>
              <a:pathLst>
                <a:path w="1239" h="646" extrusionOk="0">
                  <a:moveTo>
                    <a:pt x="1" y="0"/>
                  </a:moveTo>
                  <a:lnTo>
                    <a:pt x="1" y="645"/>
                  </a:lnTo>
                  <a:lnTo>
                    <a:pt x="1238" y="645"/>
                  </a:lnTo>
                  <a:lnTo>
                    <a:pt x="12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9" name="Google Shape;4629;p118"/>
          <p:cNvGrpSpPr/>
          <p:nvPr/>
        </p:nvGrpSpPr>
        <p:grpSpPr>
          <a:xfrm>
            <a:off x="4794238" y="2703475"/>
            <a:ext cx="290675" cy="493750"/>
            <a:chOff x="4794238" y="2608225"/>
            <a:chExt cx="290675" cy="493750"/>
          </a:xfrm>
        </p:grpSpPr>
        <p:sp>
          <p:nvSpPr>
            <p:cNvPr id="4630" name="Google Shape;4630;p118"/>
            <p:cNvSpPr/>
            <p:nvPr/>
          </p:nvSpPr>
          <p:spPr>
            <a:xfrm>
              <a:off x="4799888" y="2617375"/>
              <a:ext cx="76300" cy="477625"/>
            </a:xfrm>
            <a:custGeom>
              <a:avLst/>
              <a:gdLst/>
              <a:ahLst/>
              <a:cxnLst/>
              <a:rect l="l" t="t" r="r" b="b"/>
              <a:pathLst>
                <a:path w="3052" h="19105" extrusionOk="0">
                  <a:moveTo>
                    <a:pt x="2825" y="0"/>
                  </a:moveTo>
                  <a:cubicBezTo>
                    <a:pt x="1239" y="0"/>
                    <a:pt x="1" y="1238"/>
                    <a:pt x="1" y="2824"/>
                  </a:cubicBezTo>
                  <a:lnTo>
                    <a:pt x="1" y="16124"/>
                  </a:lnTo>
                  <a:cubicBezTo>
                    <a:pt x="1" y="17728"/>
                    <a:pt x="1308" y="19105"/>
                    <a:pt x="2982" y="19105"/>
                  </a:cubicBezTo>
                  <a:lnTo>
                    <a:pt x="3051" y="19105"/>
                  </a:lnTo>
                  <a:lnTo>
                    <a:pt x="305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118"/>
            <p:cNvSpPr/>
            <p:nvPr/>
          </p:nvSpPr>
          <p:spPr>
            <a:xfrm>
              <a:off x="4801638" y="2855300"/>
              <a:ext cx="87175" cy="237975"/>
            </a:xfrm>
            <a:custGeom>
              <a:avLst/>
              <a:gdLst/>
              <a:ahLst/>
              <a:cxnLst/>
              <a:rect l="l" t="t" r="r" b="b"/>
              <a:pathLst>
                <a:path w="3487" h="9519" extrusionOk="0">
                  <a:moveTo>
                    <a:pt x="70" y="1"/>
                  </a:moveTo>
                  <a:lnTo>
                    <a:pt x="1" y="7339"/>
                  </a:lnTo>
                  <a:cubicBezTo>
                    <a:pt x="1" y="8560"/>
                    <a:pt x="942" y="9518"/>
                    <a:pt x="2180" y="9518"/>
                  </a:cubicBezTo>
                  <a:lnTo>
                    <a:pt x="3487" y="9518"/>
                  </a:lnTo>
                  <a:lnTo>
                    <a:pt x="348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118"/>
            <p:cNvSpPr/>
            <p:nvPr/>
          </p:nvSpPr>
          <p:spPr>
            <a:xfrm>
              <a:off x="4845213" y="2855300"/>
              <a:ext cx="232300" cy="239700"/>
            </a:xfrm>
            <a:custGeom>
              <a:avLst/>
              <a:gdLst/>
              <a:ahLst/>
              <a:cxnLst/>
              <a:rect l="l" t="t" r="r" b="b"/>
              <a:pathLst>
                <a:path w="9292" h="9588" extrusionOk="0">
                  <a:moveTo>
                    <a:pt x="1" y="1"/>
                  </a:moveTo>
                  <a:lnTo>
                    <a:pt x="1" y="9292"/>
                  </a:lnTo>
                  <a:cubicBezTo>
                    <a:pt x="1" y="9431"/>
                    <a:pt x="140" y="9588"/>
                    <a:pt x="297" y="9588"/>
                  </a:cubicBezTo>
                  <a:lnTo>
                    <a:pt x="9013" y="9588"/>
                  </a:lnTo>
                  <a:cubicBezTo>
                    <a:pt x="9152" y="9588"/>
                    <a:pt x="9292" y="9431"/>
                    <a:pt x="9292" y="9292"/>
                  </a:cubicBezTo>
                  <a:lnTo>
                    <a:pt x="929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118"/>
            <p:cNvSpPr/>
            <p:nvPr/>
          </p:nvSpPr>
          <p:spPr>
            <a:xfrm>
              <a:off x="4845213" y="2624775"/>
              <a:ext cx="232300" cy="230550"/>
            </a:xfrm>
            <a:custGeom>
              <a:avLst/>
              <a:gdLst/>
              <a:ahLst/>
              <a:cxnLst/>
              <a:rect l="l" t="t" r="r" b="b"/>
              <a:pathLst>
                <a:path w="9292" h="9222" extrusionOk="0">
                  <a:moveTo>
                    <a:pt x="227" y="1"/>
                  </a:moveTo>
                  <a:cubicBezTo>
                    <a:pt x="140" y="1"/>
                    <a:pt x="1" y="71"/>
                    <a:pt x="1" y="210"/>
                  </a:cubicBezTo>
                  <a:lnTo>
                    <a:pt x="1" y="9222"/>
                  </a:lnTo>
                  <a:lnTo>
                    <a:pt x="9292" y="9222"/>
                  </a:lnTo>
                  <a:lnTo>
                    <a:pt x="9292" y="210"/>
                  </a:lnTo>
                  <a:cubicBezTo>
                    <a:pt x="9292" y="71"/>
                    <a:pt x="9222" y="1"/>
                    <a:pt x="90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118"/>
            <p:cNvSpPr/>
            <p:nvPr/>
          </p:nvSpPr>
          <p:spPr>
            <a:xfrm>
              <a:off x="4794238" y="2608225"/>
              <a:ext cx="290675" cy="493750"/>
            </a:xfrm>
            <a:custGeom>
              <a:avLst/>
              <a:gdLst/>
              <a:ahLst/>
              <a:cxnLst/>
              <a:rect l="l" t="t" r="r" b="b"/>
              <a:pathLst>
                <a:path w="11627" h="19750" extrusionOk="0">
                  <a:moveTo>
                    <a:pt x="1970" y="942"/>
                  </a:moveTo>
                  <a:lnTo>
                    <a:pt x="1970" y="942"/>
                  </a:lnTo>
                  <a:cubicBezTo>
                    <a:pt x="1831" y="1168"/>
                    <a:pt x="1831" y="1377"/>
                    <a:pt x="1831" y="1604"/>
                  </a:cubicBezTo>
                  <a:lnTo>
                    <a:pt x="1831" y="18164"/>
                  </a:lnTo>
                  <a:cubicBezTo>
                    <a:pt x="1831" y="18443"/>
                    <a:pt x="1831" y="18669"/>
                    <a:pt x="1970" y="18878"/>
                  </a:cubicBezTo>
                  <a:cubicBezTo>
                    <a:pt x="1168" y="18443"/>
                    <a:pt x="593" y="17571"/>
                    <a:pt x="593" y="16630"/>
                  </a:cubicBezTo>
                  <a:lnTo>
                    <a:pt x="593" y="3190"/>
                  </a:lnTo>
                  <a:cubicBezTo>
                    <a:pt x="593" y="2179"/>
                    <a:pt x="1168" y="1377"/>
                    <a:pt x="1970" y="942"/>
                  </a:cubicBezTo>
                  <a:close/>
                  <a:moveTo>
                    <a:pt x="10023" y="663"/>
                  </a:moveTo>
                  <a:cubicBezTo>
                    <a:pt x="10616" y="663"/>
                    <a:pt x="11052" y="1099"/>
                    <a:pt x="11052" y="1604"/>
                  </a:cubicBezTo>
                  <a:lnTo>
                    <a:pt x="11052" y="18164"/>
                  </a:lnTo>
                  <a:cubicBezTo>
                    <a:pt x="11052" y="18739"/>
                    <a:pt x="10616" y="19175"/>
                    <a:pt x="10023" y="19175"/>
                  </a:cubicBezTo>
                  <a:lnTo>
                    <a:pt x="3417" y="19175"/>
                  </a:lnTo>
                  <a:cubicBezTo>
                    <a:pt x="2842" y="19175"/>
                    <a:pt x="2406" y="18739"/>
                    <a:pt x="2406" y="18164"/>
                  </a:cubicBezTo>
                  <a:lnTo>
                    <a:pt x="2406" y="1604"/>
                  </a:lnTo>
                  <a:cubicBezTo>
                    <a:pt x="2406" y="1099"/>
                    <a:pt x="2842" y="663"/>
                    <a:pt x="3417" y="663"/>
                  </a:cubicBezTo>
                  <a:close/>
                  <a:moveTo>
                    <a:pt x="3138" y="0"/>
                  </a:moveTo>
                  <a:cubicBezTo>
                    <a:pt x="1395" y="0"/>
                    <a:pt x="0" y="1447"/>
                    <a:pt x="0" y="3190"/>
                  </a:cubicBezTo>
                  <a:lnTo>
                    <a:pt x="0" y="16630"/>
                  </a:lnTo>
                  <a:cubicBezTo>
                    <a:pt x="0" y="18373"/>
                    <a:pt x="1395" y="19750"/>
                    <a:pt x="3138" y="19750"/>
                  </a:cubicBezTo>
                  <a:lnTo>
                    <a:pt x="10023" y="19750"/>
                  </a:lnTo>
                  <a:cubicBezTo>
                    <a:pt x="10895" y="19750"/>
                    <a:pt x="11627" y="19035"/>
                    <a:pt x="11627" y="18164"/>
                  </a:cubicBezTo>
                  <a:lnTo>
                    <a:pt x="11627" y="1604"/>
                  </a:lnTo>
                  <a:cubicBezTo>
                    <a:pt x="11627" y="733"/>
                    <a:pt x="10895" y="0"/>
                    <a:pt x="100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118"/>
            <p:cNvSpPr/>
            <p:nvPr/>
          </p:nvSpPr>
          <p:spPr>
            <a:xfrm>
              <a:off x="4861788" y="2847900"/>
              <a:ext cx="201350" cy="16575"/>
            </a:xfrm>
            <a:custGeom>
              <a:avLst/>
              <a:gdLst/>
              <a:ahLst/>
              <a:cxnLst/>
              <a:rect l="l" t="t" r="r" b="b"/>
              <a:pathLst>
                <a:path w="8054" h="663" extrusionOk="0">
                  <a:moveTo>
                    <a:pt x="0" y="1"/>
                  </a:moveTo>
                  <a:lnTo>
                    <a:pt x="0" y="663"/>
                  </a:lnTo>
                  <a:lnTo>
                    <a:pt x="8053" y="663"/>
                  </a:lnTo>
                  <a:lnTo>
                    <a:pt x="805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118"/>
            <p:cNvSpPr/>
            <p:nvPr/>
          </p:nvSpPr>
          <p:spPr>
            <a:xfrm>
              <a:off x="4816013" y="2847900"/>
              <a:ext cx="14850" cy="16575"/>
            </a:xfrm>
            <a:custGeom>
              <a:avLst/>
              <a:gdLst/>
              <a:ahLst/>
              <a:cxnLst/>
              <a:rect l="l" t="t" r="r" b="b"/>
              <a:pathLst>
                <a:path w="594" h="663" extrusionOk="0">
                  <a:moveTo>
                    <a:pt x="1" y="1"/>
                  </a:moveTo>
                  <a:lnTo>
                    <a:pt x="1" y="663"/>
                  </a:lnTo>
                  <a:lnTo>
                    <a:pt x="594" y="663"/>
                  </a:lnTo>
                  <a:lnTo>
                    <a:pt x="59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7" name="Google Shape;4637;p118"/>
          <p:cNvGrpSpPr/>
          <p:nvPr/>
        </p:nvGrpSpPr>
        <p:grpSpPr>
          <a:xfrm>
            <a:off x="4692688" y="3382300"/>
            <a:ext cx="493775" cy="493750"/>
            <a:chOff x="4692688" y="3334675"/>
            <a:chExt cx="493775" cy="493750"/>
          </a:xfrm>
        </p:grpSpPr>
        <p:sp>
          <p:nvSpPr>
            <p:cNvPr id="4638" name="Google Shape;4638;p118"/>
            <p:cNvSpPr/>
            <p:nvPr/>
          </p:nvSpPr>
          <p:spPr>
            <a:xfrm>
              <a:off x="4908838" y="3358200"/>
              <a:ext cx="68875" cy="54500"/>
            </a:xfrm>
            <a:custGeom>
              <a:avLst/>
              <a:gdLst/>
              <a:ahLst/>
              <a:cxnLst/>
              <a:rect l="l" t="t" r="r" b="b"/>
              <a:pathLst>
                <a:path w="2755" h="2180" extrusionOk="0">
                  <a:moveTo>
                    <a:pt x="297" y="0"/>
                  </a:moveTo>
                  <a:lnTo>
                    <a:pt x="1" y="297"/>
                  </a:lnTo>
                  <a:lnTo>
                    <a:pt x="1238" y="2179"/>
                  </a:lnTo>
                  <a:lnTo>
                    <a:pt x="2755" y="297"/>
                  </a:lnTo>
                  <a:lnTo>
                    <a:pt x="24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118"/>
            <p:cNvSpPr/>
            <p:nvPr/>
          </p:nvSpPr>
          <p:spPr>
            <a:xfrm>
              <a:off x="4770713" y="3343825"/>
              <a:ext cx="169100" cy="90650"/>
            </a:xfrm>
            <a:custGeom>
              <a:avLst/>
              <a:gdLst/>
              <a:ahLst/>
              <a:cxnLst/>
              <a:rect l="l" t="t" r="r" b="b"/>
              <a:pathLst>
                <a:path w="6764" h="3626" extrusionOk="0">
                  <a:moveTo>
                    <a:pt x="0" y="0"/>
                  </a:moveTo>
                  <a:lnTo>
                    <a:pt x="0" y="3626"/>
                  </a:lnTo>
                  <a:lnTo>
                    <a:pt x="6763" y="3626"/>
                  </a:lnTo>
                  <a:cubicBezTo>
                    <a:pt x="6763" y="1586"/>
                    <a:pt x="5090" y="0"/>
                    <a:pt x="30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118"/>
            <p:cNvSpPr/>
            <p:nvPr/>
          </p:nvSpPr>
          <p:spPr>
            <a:xfrm>
              <a:off x="4939788" y="3343825"/>
              <a:ext cx="168675" cy="90650"/>
            </a:xfrm>
            <a:custGeom>
              <a:avLst/>
              <a:gdLst/>
              <a:ahLst/>
              <a:cxnLst/>
              <a:rect l="l" t="t" r="r" b="b"/>
              <a:pathLst>
                <a:path w="6747" h="3626" extrusionOk="0">
                  <a:moveTo>
                    <a:pt x="3696" y="0"/>
                  </a:moveTo>
                  <a:cubicBezTo>
                    <a:pt x="1674" y="0"/>
                    <a:pt x="0" y="1586"/>
                    <a:pt x="0" y="3626"/>
                  </a:cubicBezTo>
                  <a:lnTo>
                    <a:pt x="6746" y="3626"/>
                  </a:lnTo>
                  <a:lnTo>
                    <a:pt x="674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118"/>
            <p:cNvSpPr/>
            <p:nvPr/>
          </p:nvSpPr>
          <p:spPr>
            <a:xfrm>
              <a:off x="4768963" y="3695925"/>
              <a:ext cx="341225" cy="132500"/>
            </a:xfrm>
            <a:custGeom>
              <a:avLst/>
              <a:gdLst/>
              <a:ahLst/>
              <a:cxnLst/>
              <a:rect l="l" t="t" r="r" b="b"/>
              <a:pathLst>
                <a:path w="13649" h="5300" extrusionOk="0">
                  <a:moveTo>
                    <a:pt x="13509" y="0"/>
                  </a:moveTo>
                  <a:lnTo>
                    <a:pt x="6833" y="1604"/>
                  </a:lnTo>
                  <a:lnTo>
                    <a:pt x="0" y="210"/>
                  </a:lnTo>
                  <a:lnTo>
                    <a:pt x="70" y="5300"/>
                  </a:lnTo>
                  <a:lnTo>
                    <a:pt x="13649" y="5300"/>
                  </a:lnTo>
                  <a:lnTo>
                    <a:pt x="1350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118"/>
            <p:cNvSpPr/>
            <p:nvPr/>
          </p:nvSpPr>
          <p:spPr>
            <a:xfrm>
              <a:off x="5039588" y="3619675"/>
              <a:ext cx="139900" cy="208750"/>
            </a:xfrm>
            <a:custGeom>
              <a:avLst/>
              <a:gdLst/>
              <a:ahLst/>
              <a:cxnLst/>
              <a:rect l="l" t="t" r="r" b="b"/>
              <a:pathLst>
                <a:path w="5596" h="8350" extrusionOk="0">
                  <a:moveTo>
                    <a:pt x="2754" y="0"/>
                  </a:moveTo>
                  <a:cubicBezTo>
                    <a:pt x="1238" y="0"/>
                    <a:pt x="0" y="1238"/>
                    <a:pt x="0" y="2824"/>
                  </a:cubicBezTo>
                  <a:lnTo>
                    <a:pt x="0" y="5595"/>
                  </a:lnTo>
                  <a:lnTo>
                    <a:pt x="1307" y="8350"/>
                  </a:lnTo>
                  <a:lnTo>
                    <a:pt x="5526" y="8350"/>
                  </a:lnTo>
                  <a:lnTo>
                    <a:pt x="5595" y="2824"/>
                  </a:lnTo>
                  <a:cubicBezTo>
                    <a:pt x="5595" y="1238"/>
                    <a:pt x="4358" y="0"/>
                    <a:pt x="27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118"/>
            <p:cNvSpPr/>
            <p:nvPr/>
          </p:nvSpPr>
          <p:spPr>
            <a:xfrm>
              <a:off x="4700113" y="3619675"/>
              <a:ext cx="139900" cy="208750"/>
            </a:xfrm>
            <a:custGeom>
              <a:avLst/>
              <a:gdLst/>
              <a:ahLst/>
              <a:cxnLst/>
              <a:rect l="l" t="t" r="r" b="b"/>
              <a:pathLst>
                <a:path w="5596" h="8350" extrusionOk="0">
                  <a:moveTo>
                    <a:pt x="2824" y="0"/>
                  </a:moveTo>
                  <a:cubicBezTo>
                    <a:pt x="1307" y="0"/>
                    <a:pt x="0" y="1238"/>
                    <a:pt x="0" y="2824"/>
                  </a:cubicBezTo>
                  <a:lnTo>
                    <a:pt x="70" y="8350"/>
                  </a:lnTo>
                  <a:lnTo>
                    <a:pt x="4288" y="8350"/>
                  </a:lnTo>
                  <a:lnTo>
                    <a:pt x="5596" y="5595"/>
                  </a:lnTo>
                  <a:lnTo>
                    <a:pt x="5596" y="2824"/>
                  </a:lnTo>
                  <a:cubicBezTo>
                    <a:pt x="5596" y="1238"/>
                    <a:pt x="4358" y="0"/>
                    <a:pt x="28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118"/>
            <p:cNvSpPr/>
            <p:nvPr/>
          </p:nvSpPr>
          <p:spPr>
            <a:xfrm>
              <a:off x="4770713" y="3519875"/>
              <a:ext cx="339475" cy="223125"/>
            </a:xfrm>
            <a:custGeom>
              <a:avLst/>
              <a:gdLst/>
              <a:ahLst/>
              <a:cxnLst/>
              <a:rect l="l" t="t" r="r" b="b"/>
              <a:pathLst>
                <a:path w="13579" h="8925" extrusionOk="0">
                  <a:moveTo>
                    <a:pt x="0" y="0"/>
                  </a:moveTo>
                  <a:lnTo>
                    <a:pt x="70" y="6746"/>
                  </a:lnTo>
                  <a:lnTo>
                    <a:pt x="6763" y="8925"/>
                  </a:lnTo>
                  <a:lnTo>
                    <a:pt x="13579" y="6537"/>
                  </a:lnTo>
                  <a:lnTo>
                    <a:pt x="1350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118"/>
            <p:cNvSpPr/>
            <p:nvPr/>
          </p:nvSpPr>
          <p:spPr>
            <a:xfrm>
              <a:off x="4839988" y="3674125"/>
              <a:ext cx="199625" cy="107225"/>
            </a:xfrm>
            <a:custGeom>
              <a:avLst/>
              <a:gdLst/>
              <a:ahLst/>
              <a:cxnLst/>
              <a:rect l="l" t="t" r="r" b="b"/>
              <a:pathLst>
                <a:path w="7985" h="4289" extrusionOk="0">
                  <a:moveTo>
                    <a:pt x="279" y="1"/>
                  </a:moveTo>
                  <a:lnTo>
                    <a:pt x="1" y="646"/>
                  </a:lnTo>
                  <a:lnTo>
                    <a:pt x="1" y="1517"/>
                  </a:lnTo>
                  <a:lnTo>
                    <a:pt x="279" y="1517"/>
                  </a:lnTo>
                  <a:lnTo>
                    <a:pt x="3992" y="4289"/>
                  </a:lnTo>
                  <a:lnTo>
                    <a:pt x="7688" y="1517"/>
                  </a:lnTo>
                  <a:lnTo>
                    <a:pt x="7984" y="942"/>
                  </a:lnTo>
                  <a:lnTo>
                    <a:pt x="7984" y="297"/>
                  </a:lnTo>
                  <a:lnTo>
                    <a:pt x="7688" y="1"/>
                  </a:lnTo>
                  <a:lnTo>
                    <a:pt x="3992" y="2755"/>
                  </a:lnTo>
                  <a:lnTo>
                    <a:pt x="27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118"/>
            <p:cNvSpPr/>
            <p:nvPr/>
          </p:nvSpPr>
          <p:spPr>
            <a:xfrm>
              <a:off x="4901438" y="3505050"/>
              <a:ext cx="76275" cy="76300"/>
            </a:xfrm>
            <a:custGeom>
              <a:avLst/>
              <a:gdLst/>
              <a:ahLst/>
              <a:cxnLst/>
              <a:rect l="l" t="t" r="r" b="b"/>
              <a:pathLst>
                <a:path w="3051" h="3052" extrusionOk="0">
                  <a:moveTo>
                    <a:pt x="1534" y="1"/>
                  </a:moveTo>
                  <a:lnTo>
                    <a:pt x="0" y="2110"/>
                  </a:lnTo>
                  <a:lnTo>
                    <a:pt x="0" y="2476"/>
                  </a:lnTo>
                  <a:lnTo>
                    <a:pt x="1534" y="3051"/>
                  </a:lnTo>
                  <a:lnTo>
                    <a:pt x="3051" y="2476"/>
                  </a:lnTo>
                  <a:lnTo>
                    <a:pt x="3051" y="1831"/>
                  </a:lnTo>
                  <a:lnTo>
                    <a:pt x="15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118"/>
            <p:cNvSpPr/>
            <p:nvPr/>
          </p:nvSpPr>
          <p:spPr>
            <a:xfrm>
              <a:off x="4770713" y="3396100"/>
              <a:ext cx="169100" cy="170850"/>
            </a:xfrm>
            <a:custGeom>
              <a:avLst/>
              <a:gdLst/>
              <a:ahLst/>
              <a:cxnLst/>
              <a:rect l="l" t="t" r="r" b="b"/>
              <a:pathLst>
                <a:path w="6764" h="6834" extrusionOk="0">
                  <a:moveTo>
                    <a:pt x="3347" y="1"/>
                  </a:moveTo>
                  <a:cubicBezTo>
                    <a:pt x="1534" y="1"/>
                    <a:pt x="0" y="1535"/>
                    <a:pt x="0" y="3417"/>
                  </a:cubicBezTo>
                  <a:cubicBezTo>
                    <a:pt x="0" y="5317"/>
                    <a:pt x="1534" y="6834"/>
                    <a:pt x="3347" y="6834"/>
                  </a:cubicBezTo>
                  <a:cubicBezTo>
                    <a:pt x="5229" y="6834"/>
                    <a:pt x="6763" y="5317"/>
                    <a:pt x="6763" y="3417"/>
                  </a:cubicBezTo>
                  <a:cubicBezTo>
                    <a:pt x="6763" y="1535"/>
                    <a:pt x="5229" y="1"/>
                    <a:pt x="334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118"/>
            <p:cNvSpPr/>
            <p:nvPr/>
          </p:nvSpPr>
          <p:spPr>
            <a:xfrm>
              <a:off x="4939788" y="3396100"/>
              <a:ext cx="168675" cy="170850"/>
            </a:xfrm>
            <a:custGeom>
              <a:avLst/>
              <a:gdLst/>
              <a:ahLst/>
              <a:cxnLst/>
              <a:rect l="l" t="t" r="r" b="b"/>
              <a:pathLst>
                <a:path w="6747" h="6834" extrusionOk="0">
                  <a:moveTo>
                    <a:pt x="3417" y="1"/>
                  </a:moveTo>
                  <a:cubicBezTo>
                    <a:pt x="1517" y="1"/>
                    <a:pt x="0" y="1535"/>
                    <a:pt x="0" y="3417"/>
                  </a:cubicBezTo>
                  <a:cubicBezTo>
                    <a:pt x="0" y="5317"/>
                    <a:pt x="1517" y="6834"/>
                    <a:pt x="3417" y="6834"/>
                  </a:cubicBezTo>
                  <a:cubicBezTo>
                    <a:pt x="5299" y="6834"/>
                    <a:pt x="6746" y="5317"/>
                    <a:pt x="6746" y="3417"/>
                  </a:cubicBezTo>
                  <a:cubicBezTo>
                    <a:pt x="6746" y="1535"/>
                    <a:pt x="5299" y="1"/>
                    <a:pt x="341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118"/>
            <p:cNvSpPr/>
            <p:nvPr/>
          </p:nvSpPr>
          <p:spPr>
            <a:xfrm>
              <a:off x="4970713" y="3427050"/>
              <a:ext cx="106800" cy="108975"/>
            </a:xfrm>
            <a:custGeom>
              <a:avLst/>
              <a:gdLst/>
              <a:ahLst/>
              <a:cxnLst/>
              <a:rect l="l" t="t" r="r" b="b"/>
              <a:pathLst>
                <a:path w="4272" h="4359" extrusionOk="0">
                  <a:moveTo>
                    <a:pt x="2180" y="0"/>
                  </a:moveTo>
                  <a:cubicBezTo>
                    <a:pt x="942" y="0"/>
                    <a:pt x="1" y="1029"/>
                    <a:pt x="1" y="2179"/>
                  </a:cubicBezTo>
                  <a:cubicBezTo>
                    <a:pt x="1" y="3347"/>
                    <a:pt x="942" y="4358"/>
                    <a:pt x="2180" y="4358"/>
                  </a:cubicBezTo>
                  <a:cubicBezTo>
                    <a:pt x="3330" y="4358"/>
                    <a:pt x="4272" y="3347"/>
                    <a:pt x="4272" y="2179"/>
                  </a:cubicBezTo>
                  <a:cubicBezTo>
                    <a:pt x="4272" y="1029"/>
                    <a:pt x="3330" y="0"/>
                    <a:pt x="21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118"/>
            <p:cNvSpPr/>
            <p:nvPr/>
          </p:nvSpPr>
          <p:spPr>
            <a:xfrm>
              <a:off x="4801638" y="3427050"/>
              <a:ext cx="107225" cy="108975"/>
            </a:xfrm>
            <a:custGeom>
              <a:avLst/>
              <a:gdLst/>
              <a:ahLst/>
              <a:cxnLst/>
              <a:rect l="l" t="t" r="r" b="b"/>
              <a:pathLst>
                <a:path w="4289" h="4359" extrusionOk="0">
                  <a:moveTo>
                    <a:pt x="2110" y="0"/>
                  </a:moveTo>
                  <a:cubicBezTo>
                    <a:pt x="942" y="0"/>
                    <a:pt x="1" y="1029"/>
                    <a:pt x="1" y="2179"/>
                  </a:cubicBezTo>
                  <a:cubicBezTo>
                    <a:pt x="1" y="3347"/>
                    <a:pt x="942" y="4358"/>
                    <a:pt x="2110" y="4358"/>
                  </a:cubicBezTo>
                  <a:cubicBezTo>
                    <a:pt x="3347" y="4358"/>
                    <a:pt x="4289" y="3347"/>
                    <a:pt x="4289" y="2179"/>
                  </a:cubicBezTo>
                  <a:cubicBezTo>
                    <a:pt x="4289" y="1029"/>
                    <a:pt x="3347" y="0"/>
                    <a:pt x="21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118"/>
            <p:cNvSpPr/>
            <p:nvPr/>
          </p:nvSpPr>
          <p:spPr>
            <a:xfrm>
              <a:off x="4792488" y="3420075"/>
              <a:ext cx="123800" cy="123350"/>
            </a:xfrm>
            <a:custGeom>
              <a:avLst/>
              <a:gdLst/>
              <a:ahLst/>
              <a:cxnLst/>
              <a:rect l="l" t="t" r="r" b="b"/>
              <a:pathLst>
                <a:path w="4952" h="4934" extrusionOk="0">
                  <a:moveTo>
                    <a:pt x="2476" y="576"/>
                  </a:moveTo>
                  <a:cubicBezTo>
                    <a:pt x="3487" y="576"/>
                    <a:pt x="4358" y="1447"/>
                    <a:pt x="4358" y="2458"/>
                  </a:cubicBezTo>
                  <a:cubicBezTo>
                    <a:pt x="4358" y="3487"/>
                    <a:pt x="3487" y="4271"/>
                    <a:pt x="2476" y="4271"/>
                  </a:cubicBezTo>
                  <a:cubicBezTo>
                    <a:pt x="1465" y="4271"/>
                    <a:pt x="663" y="3487"/>
                    <a:pt x="663" y="2458"/>
                  </a:cubicBezTo>
                  <a:cubicBezTo>
                    <a:pt x="663" y="1447"/>
                    <a:pt x="1465" y="576"/>
                    <a:pt x="2476" y="576"/>
                  </a:cubicBezTo>
                  <a:close/>
                  <a:moveTo>
                    <a:pt x="2476" y="1"/>
                  </a:moveTo>
                  <a:cubicBezTo>
                    <a:pt x="1168" y="1"/>
                    <a:pt x="1" y="1081"/>
                    <a:pt x="1" y="2458"/>
                  </a:cubicBezTo>
                  <a:cubicBezTo>
                    <a:pt x="1" y="3835"/>
                    <a:pt x="1168" y="4934"/>
                    <a:pt x="2476" y="4934"/>
                  </a:cubicBezTo>
                  <a:cubicBezTo>
                    <a:pt x="3853" y="4934"/>
                    <a:pt x="4951" y="3835"/>
                    <a:pt x="4951" y="2458"/>
                  </a:cubicBezTo>
                  <a:cubicBezTo>
                    <a:pt x="4951" y="1081"/>
                    <a:pt x="3853" y="1"/>
                    <a:pt x="24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118"/>
            <p:cNvSpPr/>
            <p:nvPr/>
          </p:nvSpPr>
          <p:spPr>
            <a:xfrm>
              <a:off x="4846963" y="3450575"/>
              <a:ext cx="16575" cy="61900"/>
            </a:xfrm>
            <a:custGeom>
              <a:avLst/>
              <a:gdLst/>
              <a:ahLst/>
              <a:cxnLst/>
              <a:rect l="l" t="t" r="r" b="b"/>
              <a:pathLst>
                <a:path w="663" h="2476" extrusionOk="0">
                  <a:moveTo>
                    <a:pt x="0" y="1"/>
                  </a:moveTo>
                  <a:lnTo>
                    <a:pt x="0" y="2476"/>
                  </a:lnTo>
                  <a:lnTo>
                    <a:pt x="663" y="2476"/>
                  </a:lnTo>
                  <a:lnTo>
                    <a:pt x="66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118"/>
            <p:cNvSpPr/>
            <p:nvPr/>
          </p:nvSpPr>
          <p:spPr>
            <a:xfrm>
              <a:off x="4963313" y="3420075"/>
              <a:ext cx="123350" cy="123350"/>
            </a:xfrm>
            <a:custGeom>
              <a:avLst/>
              <a:gdLst/>
              <a:ahLst/>
              <a:cxnLst/>
              <a:rect l="l" t="t" r="r" b="b"/>
              <a:pathLst>
                <a:path w="4934" h="4934" extrusionOk="0">
                  <a:moveTo>
                    <a:pt x="2476" y="576"/>
                  </a:moveTo>
                  <a:cubicBezTo>
                    <a:pt x="3487" y="576"/>
                    <a:pt x="4289" y="1447"/>
                    <a:pt x="4289" y="2458"/>
                  </a:cubicBezTo>
                  <a:cubicBezTo>
                    <a:pt x="4289" y="3487"/>
                    <a:pt x="3487" y="4271"/>
                    <a:pt x="2476" y="4271"/>
                  </a:cubicBezTo>
                  <a:cubicBezTo>
                    <a:pt x="1447" y="4271"/>
                    <a:pt x="576" y="3487"/>
                    <a:pt x="576" y="2458"/>
                  </a:cubicBezTo>
                  <a:cubicBezTo>
                    <a:pt x="576" y="1447"/>
                    <a:pt x="1447" y="576"/>
                    <a:pt x="2476" y="576"/>
                  </a:cubicBezTo>
                  <a:close/>
                  <a:moveTo>
                    <a:pt x="2476" y="1"/>
                  </a:moveTo>
                  <a:cubicBezTo>
                    <a:pt x="1081" y="1"/>
                    <a:pt x="1" y="1081"/>
                    <a:pt x="1" y="2458"/>
                  </a:cubicBezTo>
                  <a:cubicBezTo>
                    <a:pt x="1" y="3835"/>
                    <a:pt x="1081" y="4934"/>
                    <a:pt x="2476" y="4934"/>
                  </a:cubicBezTo>
                  <a:cubicBezTo>
                    <a:pt x="3783" y="4934"/>
                    <a:pt x="4934" y="3835"/>
                    <a:pt x="4934" y="2458"/>
                  </a:cubicBezTo>
                  <a:cubicBezTo>
                    <a:pt x="4934" y="1081"/>
                    <a:pt x="3783" y="1"/>
                    <a:pt x="24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118"/>
            <p:cNvSpPr/>
            <p:nvPr/>
          </p:nvSpPr>
          <p:spPr>
            <a:xfrm>
              <a:off x="5017788" y="3450575"/>
              <a:ext cx="14400" cy="61900"/>
            </a:xfrm>
            <a:custGeom>
              <a:avLst/>
              <a:gdLst/>
              <a:ahLst/>
              <a:cxnLst/>
              <a:rect l="l" t="t" r="r" b="b"/>
              <a:pathLst>
                <a:path w="576" h="2476" extrusionOk="0">
                  <a:moveTo>
                    <a:pt x="1" y="1"/>
                  </a:moveTo>
                  <a:lnTo>
                    <a:pt x="1" y="2476"/>
                  </a:lnTo>
                  <a:lnTo>
                    <a:pt x="576" y="2476"/>
                  </a:lnTo>
                  <a:lnTo>
                    <a:pt x="57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118"/>
            <p:cNvSpPr/>
            <p:nvPr/>
          </p:nvSpPr>
          <p:spPr>
            <a:xfrm>
              <a:off x="4801638" y="3743000"/>
              <a:ext cx="14400" cy="85425"/>
            </a:xfrm>
            <a:custGeom>
              <a:avLst/>
              <a:gdLst/>
              <a:ahLst/>
              <a:cxnLst/>
              <a:rect l="l" t="t" r="r" b="b"/>
              <a:pathLst>
                <a:path w="576" h="3417" extrusionOk="0">
                  <a:moveTo>
                    <a:pt x="1" y="0"/>
                  </a:moveTo>
                  <a:lnTo>
                    <a:pt x="1" y="3417"/>
                  </a:lnTo>
                  <a:lnTo>
                    <a:pt x="576" y="3417"/>
                  </a:lnTo>
                  <a:lnTo>
                    <a:pt x="5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118"/>
            <p:cNvSpPr/>
            <p:nvPr/>
          </p:nvSpPr>
          <p:spPr>
            <a:xfrm>
              <a:off x="4761538" y="3773925"/>
              <a:ext cx="16600" cy="54500"/>
            </a:xfrm>
            <a:custGeom>
              <a:avLst/>
              <a:gdLst/>
              <a:ahLst/>
              <a:cxnLst/>
              <a:rect l="l" t="t" r="r" b="b"/>
              <a:pathLst>
                <a:path w="664" h="2180" extrusionOk="0">
                  <a:moveTo>
                    <a:pt x="1" y="1"/>
                  </a:moveTo>
                  <a:lnTo>
                    <a:pt x="1" y="2180"/>
                  </a:lnTo>
                  <a:lnTo>
                    <a:pt x="663" y="2180"/>
                  </a:lnTo>
                  <a:lnTo>
                    <a:pt x="66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118"/>
            <p:cNvSpPr/>
            <p:nvPr/>
          </p:nvSpPr>
          <p:spPr>
            <a:xfrm>
              <a:off x="4723638" y="3812275"/>
              <a:ext cx="16150" cy="16150"/>
            </a:xfrm>
            <a:custGeom>
              <a:avLst/>
              <a:gdLst/>
              <a:ahLst/>
              <a:cxnLst/>
              <a:rect l="l" t="t" r="r" b="b"/>
              <a:pathLst>
                <a:path w="646" h="646" extrusionOk="0">
                  <a:moveTo>
                    <a:pt x="0" y="1"/>
                  </a:moveTo>
                  <a:lnTo>
                    <a:pt x="0" y="646"/>
                  </a:lnTo>
                  <a:lnTo>
                    <a:pt x="645" y="646"/>
                  </a:lnTo>
                  <a:lnTo>
                    <a:pt x="64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118"/>
            <p:cNvSpPr/>
            <p:nvPr/>
          </p:nvSpPr>
          <p:spPr>
            <a:xfrm>
              <a:off x="5063113" y="3743000"/>
              <a:ext cx="16575" cy="85425"/>
            </a:xfrm>
            <a:custGeom>
              <a:avLst/>
              <a:gdLst/>
              <a:ahLst/>
              <a:cxnLst/>
              <a:rect l="l" t="t" r="r" b="b"/>
              <a:pathLst>
                <a:path w="663" h="3417" extrusionOk="0">
                  <a:moveTo>
                    <a:pt x="0" y="0"/>
                  </a:moveTo>
                  <a:lnTo>
                    <a:pt x="0" y="3417"/>
                  </a:lnTo>
                  <a:lnTo>
                    <a:pt x="663" y="3417"/>
                  </a:lnTo>
                  <a:lnTo>
                    <a:pt x="66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118"/>
            <p:cNvSpPr/>
            <p:nvPr/>
          </p:nvSpPr>
          <p:spPr>
            <a:xfrm>
              <a:off x="5103213" y="3773925"/>
              <a:ext cx="14400" cy="54500"/>
            </a:xfrm>
            <a:custGeom>
              <a:avLst/>
              <a:gdLst/>
              <a:ahLst/>
              <a:cxnLst/>
              <a:rect l="l" t="t" r="r" b="b"/>
              <a:pathLst>
                <a:path w="576" h="2180" extrusionOk="0">
                  <a:moveTo>
                    <a:pt x="0" y="1"/>
                  </a:moveTo>
                  <a:lnTo>
                    <a:pt x="0" y="2180"/>
                  </a:lnTo>
                  <a:lnTo>
                    <a:pt x="575" y="2180"/>
                  </a:lnTo>
                  <a:lnTo>
                    <a:pt x="57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118"/>
            <p:cNvSpPr/>
            <p:nvPr/>
          </p:nvSpPr>
          <p:spPr>
            <a:xfrm>
              <a:off x="5141113" y="3812275"/>
              <a:ext cx="14850" cy="16150"/>
            </a:xfrm>
            <a:custGeom>
              <a:avLst/>
              <a:gdLst/>
              <a:ahLst/>
              <a:cxnLst/>
              <a:rect l="l" t="t" r="r" b="b"/>
              <a:pathLst>
                <a:path w="594" h="646" extrusionOk="0">
                  <a:moveTo>
                    <a:pt x="1" y="1"/>
                  </a:moveTo>
                  <a:lnTo>
                    <a:pt x="1" y="646"/>
                  </a:lnTo>
                  <a:lnTo>
                    <a:pt x="593" y="646"/>
                  </a:lnTo>
                  <a:lnTo>
                    <a:pt x="59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118"/>
            <p:cNvSpPr/>
            <p:nvPr/>
          </p:nvSpPr>
          <p:spPr>
            <a:xfrm>
              <a:off x="4692688" y="3334675"/>
              <a:ext cx="493775" cy="493750"/>
            </a:xfrm>
            <a:custGeom>
              <a:avLst/>
              <a:gdLst/>
              <a:ahLst/>
              <a:cxnLst/>
              <a:rect l="l" t="t" r="r" b="b"/>
              <a:pathLst>
                <a:path w="19751" h="19750" extrusionOk="0">
                  <a:moveTo>
                    <a:pt x="10826" y="1238"/>
                  </a:moveTo>
                  <a:cubicBezTo>
                    <a:pt x="10460" y="1673"/>
                    <a:pt x="10093" y="2179"/>
                    <a:pt x="9884" y="2684"/>
                  </a:cubicBezTo>
                  <a:cubicBezTo>
                    <a:pt x="9658" y="2179"/>
                    <a:pt x="9292" y="1673"/>
                    <a:pt x="8943" y="1238"/>
                  </a:cubicBezTo>
                  <a:close/>
                  <a:moveTo>
                    <a:pt x="5962" y="645"/>
                  </a:moveTo>
                  <a:cubicBezTo>
                    <a:pt x="7775" y="645"/>
                    <a:pt x="9292" y="2022"/>
                    <a:pt x="9518" y="3765"/>
                  </a:cubicBezTo>
                  <a:cubicBezTo>
                    <a:pt x="8856" y="2824"/>
                    <a:pt x="7775" y="2179"/>
                    <a:pt x="6468" y="2179"/>
                  </a:cubicBezTo>
                  <a:cubicBezTo>
                    <a:pt x="5230" y="2179"/>
                    <a:pt x="4062" y="2824"/>
                    <a:pt x="3417" y="3852"/>
                  </a:cubicBezTo>
                  <a:lnTo>
                    <a:pt x="3417" y="645"/>
                  </a:lnTo>
                  <a:close/>
                  <a:moveTo>
                    <a:pt x="16351" y="645"/>
                  </a:moveTo>
                  <a:lnTo>
                    <a:pt x="16351" y="3852"/>
                  </a:lnTo>
                  <a:cubicBezTo>
                    <a:pt x="15689" y="2824"/>
                    <a:pt x="14521" y="2179"/>
                    <a:pt x="13301" y="2179"/>
                  </a:cubicBezTo>
                  <a:cubicBezTo>
                    <a:pt x="11994" y="2179"/>
                    <a:pt x="10895" y="2824"/>
                    <a:pt x="10250" y="3765"/>
                  </a:cubicBezTo>
                  <a:cubicBezTo>
                    <a:pt x="10460" y="2022"/>
                    <a:pt x="11994" y="645"/>
                    <a:pt x="13876" y="645"/>
                  </a:cubicBezTo>
                  <a:close/>
                  <a:moveTo>
                    <a:pt x="6468" y="2754"/>
                  </a:moveTo>
                  <a:cubicBezTo>
                    <a:pt x="8211" y="2754"/>
                    <a:pt x="9588" y="4131"/>
                    <a:pt x="9588" y="5874"/>
                  </a:cubicBezTo>
                  <a:cubicBezTo>
                    <a:pt x="9588" y="7548"/>
                    <a:pt x="8211" y="8925"/>
                    <a:pt x="6468" y="8925"/>
                  </a:cubicBezTo>
                  <a:cubicBezTo>
                    <a:pt x="4794" y="8925"/>
                    <a:pt x="3417" y="7548"/>
                    <a:pt x="3417" y="5874"/>
                  </a:cubicBezTo>
                  <a:cubicBezTo>
                    <a:pt x="3417" y="4131"/>
                    <a:pt x="4794" y="2754"/>
                    <a:pt x="6468" y="2754"/>
                  </a:cubicBezTo>
                  <a:close/>
                  <a:moveTo>
                    <a:pt x="13301" y="2754"/>
                  </a:moveTo>
                  <a:cubicBezTo>
                    <a:pt x="14957" y="2754"/>
                    <a:pt x="16351" y="4131"/>
                    <a:pt x="16351" y="5874"/>
                  </a:cubicBezTo>
                  <a:cubicBezTo>
                    <a:pt x="16351" y="7548"/>
                    <a:pt x="14957" y="8925"/>
                    <a:pt x="13301" y="8925"/>
                  </a:cubicBezTo>
                  <a:cubicBezTo>
                    <a:pt x="11558" y="8925"/>
                    <a:pt x="10163" y="7548"/>
                    <a:pt x="10163" y="5874"/>
                  </a:cubicBezTo>
                  <a:cubicBezTo>
                    <a:pt x="10163" y="4131"/>
                    <a:pt x="11558" y="2754"/>
                    <a:pt x="13301" y="2754"/>
                  </a:cubicBezTo>
                  <a:close/>
                  <a:moveTo>
                    <a:pt x="9884" y="7339"/>
                  </a:moveTo>
                  <a:cubicBezTo>
                    <a:pt x="10163" y="7984"/>
                    <a:pt x="10686" y="8559"/>
                    <a:pt x="11261" y="8925"/>
                  </a:cubicBezTo>
                  <a:lnTo>
                    <a:pt x="9884" y="9587"/>
                  </a:lnTo>
                  <a:lnTo>
                    <a:pt x="8507" y="8925"/>
                  </a:lnTo>
                  <a:cubicBezTo>
                    <a:pt x="9082" y="8559"/>
                    <a:pt x="9588" y="7984"/>
                    <a:pt x="9884" y="7339"/>
                  </a:cubicBezTo>
                  <a:close/>
                  <a:moveTo>
                    <a:pt x="16351" y="7914"/>
                  </a:moveTo>
                  <a:lnTo>
                    <a:pt x="16351" y="11104"/>
                  </a:lnTo>
                  <a:cubicBezTo>
                    <a:pt x="15323" y="11261"/>
                    <a:pt x="14382" y="11906"/>
                    <a:pt x="13946" y="12777"/>
                  </a:cubicBezTo>
                  <a:lnTo>
                    <a:pt x="9884" y="15967"/>
                  </a:lnTo>
                  <a:lnTo>
                    <a:pt x="5805" y="12777"/>
                  </a:lnTo>
                  <a:cubicBezTo>
                    <a:pt x="5370" y="11906"/>
                    <a:pt x="4428" y="11261"/>
                    <a:pt x="3417" y="11104"/>
                  </a:cubicBezTo>
                  <a:lnTo>
                    <a:pt x="3417" y="7914"/>
                  </a:lnTo>
                  <a:cubicBezTo>
                    <a:pt x="4062" y="8925"/>
                    <a:pt x="5230" y="9587"/>
                    <a:pt x="6468" y="9587"/>
                  </a:cubicBezTo>
                  <a:cubicBezTo>
                    <a:pt x="6973" y="9587"/>
                    <a:pt x="7409" y="9517"/>
                    <a:pt x="7845" y="9291"/>
                  </a:cubicBezTo>
                  <a:lnTo>
                    <a:pt x="9884" y="10232"/>
                  </a:lnTo>
                  <a:lnTo>
                    <a:pt x="11994" y="9291"/>
                  </a:lnTo>
                  <a:cubicBezTo>
                    <a:pt x="12342" y="9517"/>
                    <a:pt x="12778" y="9587"/>
                    <a:pt x="13301" y="9587"/>
                  </a:cubicBezTo>
                  <a:cubicBezTo>
                    <a:pt x="14521" y="9587"/>
                    <a:pt x="15689" y="8925"/>
                    <a:pt x="16351" y="7914"/>
                  </a:cubicBezTo>
                  <a:close/>
                  <a:moveTo>
                    <a:pt x="13580" y="13788"/>
                  </a:moveTo>
                  <a:lnTo>
                    <a:pt x="13580" y="14224"/>
                  </a:lnTo>
                  <a:lnTo>
                    <a:pt x="13580" y="14660"/>
                  </a:lnTo>
                  <a:lnTo>
                    <a:pt x="9884" y="17501"/>
                  </a:lnTo>
                  <a:lnTo>
                    <a:pt x="6171" y="14660"/>
                  </a:lnTo>
                  <a:lnTo>
                    <a:pt x="6171" y="14224"/>
                  </a:lnTo>
                  <a:lnTo>
                    <a:pt x="6171" y="13788"/>
                  </a:lnTo>
                  <a:lnTo>
                    <a:pt x="9884" y="16769"/>
                  </a:lnTo>
                  <a:lnTo>
                    <a:pt x="13580" y="13788"/>
                  </a:lnTo>
                  <a:close/>
                  <a:moveTo>
                    <a:pt x="2755" y="0"/>
                  </a:moveTo>
                  <a:lnTo>
                    <a:pt x="2755" y="5874"/>
                  </a:lnTo>
                  <a:lnTo>
                    <a:pt x="2755" y="11104"/>
                  </a:lnTo>
                  <a:cubicBezTo>
                    <a:pt x="1238" y="11261"/>
                    <a:pt x="1" y="12638"/>
                    <a:pt x="1" y="14224"/>
                  </a:cubicBezTo>
                  <a:lnTo>
                    <a:pt x="1" y="19750"/>
                  </a:lnTo>
                  <a:lnTo>
                    <a:pt x="663" y="19750"/>
                  </a:lnTo>
                  <a:lnTo>
                    <a:pt x="663" y="14224"/>
                  </a:lnTo>
                  <a:cubicBezTo>
                    <a:pt x="663" y="12847"/>
                    <a:pt x="1744" y="11766"/>
                    <a:pt x="3121" y="11766"/>
                  </a:cubicBezTo>
                  <a:cubicBezTo>
                    <a:pt x="4428" y="11766"/>
                    <a:pt x="5596" y="12847"/>
                    <a:pt x="5596" y="14224"/>
                  </a:cubicBezTo>
                  <a:lnTo>
                    <a:pt x="5596" y="17274"/>
                  </a:lnTo>
                  <a:lnTo>
                    <a:pt x="6171" y="17274"/>
                  </a:lnTo>
                  <a:lnTo>
                    <a:pt x="6171" y="15461"/>
                  </a:lnTo>
                  <a:lnTo>
                    <a:pt x="9884" y="18303"/>
                  </a:lnTo>
                  <a:lnTo>
                    <a:pt x="13580" y="15461"/>
                  </a:lnTo>
                  <a:lnTo>
                    <a:pt x="13580" y="17274"/>
                  </a:lnTo>
                  <a:lnTo>
                    <a:pt x="14172" y="17274"/>
                  </a:lnTo>
                  <a:lnTo>
                    <a:pt x="14172" y="14224"/>
                  </a:lnTo>
                  <a:cubicBezTo>
                    <a:pt x="14172" y="12847"/>
                    <a:pt x="15323" y="11766"/>
                    <a:pt x="16630" y="11766"/>
                  </a:cubicBezTo>
                  <a:cubicBezTo>
                    <a:pt x="18007" y="11766"/>
                    <a:pt x="19105" y="12847"/>
                    <a:pt x="19105" y="14154"/>
                  </a:cubicBezTo>
                  <a:lnTo>
                    <a:pt x="19105" y="19750"/>
                  </a:lnTo>
                  <a:lnTo>
                    <a:pt x="19750" y="19750"/>
                  </a:lnTo>
                  <a:lnTo>
                    <a:pt x="19750" y="14224"/>
                  </a:lnTo>
                  <a:cubicBezTo>
                    <a:pt x="19750" y="12638"/>
                    <a:pt x="18530" y="11261"/>
                    <a:pt x="16996" y="11104"/>
                  </a:cubicBezTo>
                  <a:lnTo>
                    <a:pt x="16996" y="5874"/>
                  </a:lnTo>
                  <a:lnTo>
                    <a:pt x="16996" y="0"/>
                  </a:lnTo>
                  <a:lnTo>
                    <a:pt x="13876" y="0"/>
                  </a:lnTo>
                  <a:cubicBezTo>
                    <a:pt x="13005" y="0"/>
                    <a:pt x="12272" y="209"/>
                    <a:pt x="11627" y="645"/>
                  </a:cubicBezTo>
                  <a:lnTo>
                    <a:pt x="8141" y="645"/>
                  </a:lnTo>
                  <a:cubicBezTo>
                    <a:pt x="7479" y="209"/>
                    <a:pt x="6764" y="0"/>
                    <a:pt x="59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2" name="Google Shape;4662;p118"/>
          <p:cNvGrpSpPr/>
          <p:nvPr/>
        </p:nvGrpSpPr>
        <p:grpSpPr>
          <a:xfrm>
            <a:off x="4783338" y="4060675"/>
            <a:ext cx="312475" cy="494200"/>
            <a:chOff x="4783338" y="4060675"/>
            <a:chExt cx="312475" cy="494200"/>
          </a:xfrm>
        </p:grpSpPr>
        <p:sp>
          <p:nvSpPr>
            <p:cNvPr id="4663" name="Google Shape;4663;p118"/>
            <p:cNvSpPr/>
            <p:nvPr/>
          </p:nvSpPr>
          <p:spPr>
            <a:xfrm>
              <a:off x="4796413" y="4086375"/>
              <a:ext cx="292000" cy="461075"/>
            </a:xfrm>
            <a:custGeom>
              <a:avLst/>
              <a:gdLst/>
              <a:ahLst/>
              <a:cxnLst/>
              <a:rect l="l" t="t" r="r" b="b"/>
              <a:pathLst>
                <a:path w="11680" h="18443" extrusionOk="0">
                  <a:moveTo>
                    <a:pt x="9222" y="7984"/>
                  </a:moveTo>
                  <a:lnTo>
                    <a:pt x="9222" y="16055"/>
                  </a:lnTo>
                  <a:lnTo>
                    <a:pt x="4428" y="16055"/>
                  </a:lnTo>
                  <a:lnTo>
                    <a:pt x="9222" y="7984"/>
                  </a:lnTo>
                  <a:close/>
                  <a:moveTo>
                    <a:pt x="11679" y="1"/>
                  </a:moveTo>
                  <a:lnTo>
                    <a:pt x="0" y="18443"/>
                  </a:lnTo>
                  <a:lnTo>
                    <a:pt x="11679" y="18373"/>
                  </a:lnTo>
                  <a:lnTo>
                    <a:pt x="1167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118"/>
            <p:cNvSpPr/>
            <p:nvPr/>
          </p:nvSpPr>
          <p:spPr>
            <a:xfrm>
              <a:off x="4965063" y="4086375"/>
              <a:ext cx="123350" cy="461075"/>
            </a:xfrm>
            <a:custGeom>
              <a:avLst/>
              <a:gdLst/>
              <a:ahLst/>
              <a:cxnLst/>
              <a:rect l="l" t="t" r="r" b="b"/>
              <a:pathLst>
                <a:path w="4934" h="18443" extrusionOk="0">
                  <a:moveTo>
                    <a:pt x="4933" y="1"/>
                  </a:moveTo>
                  <a:lnTo>
                    <a:pt x="366" y="7043"/>
                  </a:lnTo>
                  <a:lnTo>
                    <a:pt x="227" y="11610"/>
                  </a:lnTo>
                  <a:lnTo>
                    <a:pt x="227" y="11610"/>
                  </a:lnTo>
                  <a:lnTo>
                    <a:pt x="2476" y="7618"/>
                  </a:lnTo>
                  <a:lnTo>
                    <a:pt x="2476" y="16055"/>
                  </a:lnTo>
                  <a:lnTo>
                    <a:pt x="70" y="16055"/>
                  </a:lnTo>
                  <a:lnTo>
                    <a:pt x="0" y="18443"/>
                  </a:lnTo>
                  <a:lnTo>
                    <a:pt x="0" y="18443"/>
                  </a:lnTo>
                  <a:lnTo>
                    <a:pt x="4933" y="18373"/>
                  </a:lnTo>
                  <a:lnTo>
                    <a:pt x="493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118"/>
            <p:cNvSpPr/>
            <p:nvPr/>
          </p:nvSpPr>
          <p:spPr>
            <a:xfrm>
              <a:off x="4783338" y="4060675"/>
              <a:ext cx="312475" cy="494200"/>
            </a:xfrm>
            <a:custGeom>
              <a:avLst/>
              <a:gdLst/>
              <a:ahLst/>
              <a:cxnLst/>
              <a:rect l="l" t="t" r="r" b="b"/>
              <a:pathLst>
                <a:path w="12499" h="19768" extrusionOk="0">
                  <a:moveTo>
                    <a:pt x="11923" y="2109"/>
                  </a:moveTo>
                  <a:lnTo>
                    <a:pt x="11923" y="4515"/>
                  </a:lnTo>
                  <a:lnTo>
                    <a:pt x="11331" y="4515"/>
                  </a:lnTo>
                  <a:lnTo>
                    <a:pt x="11331" y="5160"/>
                  </a:lnTo>
                  <a:lnTo>
                    <a:pt x="11923" y="5160"/>
                  </a:lnTo>
                  <a:lnTo>
                    <a:pt x="11923" y="6031"/>
                  </a:lnTo>
                  <a:lnTo>
                    <a:pt x="10756" y="6031"/>
                  </a:lnTo>
                  <a:lnTo>
                    <a:pt x="10756" y="6624"/>
                  </a:lnTo>
                  <a:lnTo>
                    <a:pt x="11923" y="6624"/>
                  </a:lnTo>
                  <a:lnTo>
                    <a:pt x="11923" y="7496"/>
                  </a:lnTo>
                  <a:lnTo>
                    <a:pt x="11331" y="7496"/>
                  </a:lnTo>
                  <a:lnTo>
                    <a:pt x="11331" y="8071"/>
                  </a:lnTo>
                  <a:lnTo>
                    <a:pt x="11923" y="8071"/>
                  </a:lnTo>
                  <a:lnTo>
                    <a:pt x="11923" y="8942"/>
                  </a:lnTo>
                  <a:lnTo>
                    <a:pt x="10756" y="8942"/>
                  </a:lnTo>
                  <a:lnTo>
                    <a:pt x="10756" y="9518"/>
                  </a:lnTo>
                  <a:lnTo>
                    <a:pt x="11923" y="9518"/>
                  </a:lnTo>
                  <a:lnTo>
                    <a:pt x="11923" y="10389"/>
                  </a:lnTo>
                  <a:lnTo>
                    <a:pt x="11331" y="10389"/>
                  </a:lnTo>
                  <a:lnTo>
                    <a:pt x="11331" y="10982"/>
                  </a:lnTo>
                  <a:lnTo>
                    <a:pt x="11923" y="10982"/>
                  </a:lnTo>
                  <a:lnTo>
                    <a:pt x="11923" y="11853"/>
                  </a:lnTo>
                  <a:lnTo>
                    <a:pt x="10756" y="11853"/>
                  </a:lnTo>
                  <a:lnTo>
                    <a:pt x="10756" y="12429"/>
                  </a:lnTo>
                  <a:lnTo>
                    <a:pt x="11923" y="12429"/>
                  </a:lnTo>
                  <a:lnTo>
                    <a:pt x="11923" y="13300"/>
                  </a:lnTo>
                  <a:lnTo>
                    <a:pt x="11331" y="13300"/>
                  </a:lnTo>
                  <a:lnTo>
                    <a:pt x="11331" y="13875"/>
                  </a:lnTo>
                  <a:lnTo>
                    <a:pt x="11923" y="13875"/>
                  </a:lnTo>
                  <a:lnTo>
                    <a:pt x="11923" y="14747"/>
                  </a:lnTo>
                  <a:lnTo>
                    <a:pt x="10756" y="14747"/>
                  </a:lnTo>
                  <a:lnTo>
                    <a:pt x="10756" y="15340"/>
                  </a:lnTo>
                  <a:lnTo>
                    <a:pt x="11923" y="15340"/>
                  </a:lnTo>
                  <a:lnTo>
                    <a:pt x="11923" y="16211"/>
                  </a:lnTo>
                  <a:lnTo>
                    <a:pt x="11331" y="16211"/>
                  </a:lnTo>
                  <a:lnTo>
                    <a:pt x="11331" y="16856"/>
                  </a:lnTo>
                  <a:lnTo>
                    <a:pt x="11923" y="16856"/>
                  </a:lnTo>
                  <a:lnTo>
                    <a:pt x="11923" y="17658"/>
                  </a:lnTo>
                  <a:lnTo>
                    <a:pt x="10756" y="17658"/>
                  </a:lnTo>
                  <a:lnTo>
                    <a:pt x="10756" y="18303"/>
                  </a:lnTo>
                  <a:lnTo>
                    <a:pt x="11923" y="18303"/>
                  </a:lnTo>
                  <a:lnTo>
                    <a:pt x="11923" y="19105"/>
                  </a:lnTo>
                  <a:lnTo>
                    <a:pt x="1099" y="19105"/>
                  </a:lnTo>
                  <a:lnTo>
                    <a:pt x="11923" y="2109"/>
                  </a:lnTo>
                  <a:close/>
                  <a:moveTo>
                    <a:pt x="12499" y="0"/>
                  </a:moveTo>
                  <a:lnTo>
                    <a:pt x="1" y="19767"/>
                  </a:lnTo>
                  <a:lnTo>
                    <a:pt x="12499" y="19697"/>
                  </a:lnTo>
                  <a:lnTo>
                    <a:pt x="1249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118"/>
            <p:cNvSpPr/>
            <p:nvPr/>
          </p:nvSpPr>
          <p:spPr>
            <a:xfrm>
              <a:off x="4894463" y="4248050"/>
              <a:ext cx="139475" cy="248425"/>
            </a:xfrm>
            <a:custGeom>
              <a:avLst/>
              <a:gdLst/>
              <a:ahLst/>
              <a:cxnLst/>
              <a:rect l="l" t="t" r="r" b="b"/>
              <a:pathLst>
                <a:path w="5579" h="9937" extrusionOk="0">
                  <a:moveTo>
                    <a:pt x="5003" y="2319"/>
                  </a:moveTo>
                  <a:lnTo>
                    <a:pt x="5003" y="9291"/>
                  </a:lnTo>
                  <a:lnTo>
                    <a:pt x="1011" y="9291"/>
                  </a:lnTo>
                  <a:lnTo>
                    <a:pt x="5003" y="2319"/>
                  </a:lnTo>
                  <a:close/>
                  <a:moveTo>
                    <a:pt x="5578" y="1"/>
                  </a:moveTo>
                  <a:lnTo>
                    <a:pt x="0" y="9936"/>
                  </a:lnTo>
                  <a:lnTo>
                    <a:pt x="5578" y="9936"/>
                  </a:lnTo>
                  <a:lnTo>
                    <a:pt x="557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7" name="Google Shape;4667;p118"/>
          <p:cNvGrpSpPr/>
          <p:nvPr/>
        </p:nvGrpSpPr>
        <p:grpSpPr>
          <a:xfrm>
            <a:off x="5515438" y="1348025"/>
            <a:ext cx="322950" cy="492000"/>
            <a:chOff x="5515438" y="1157525"/>
            <a:chExt cx="322950" cy="492000"/>
          </a:xfrm>
        </p:grpSpPr>
        <p:sp>
          <p:nvSpPr>
            <p:cNvPr id="4668" name="Google Shape;4668;p118"/>
            <p:cNvSpPr/>
            <p:nvPr/>
          </p:nvSpPr>
          <p:spPr>
            <a:xfrm>
              <a:off x="5787813" y="1527925"/>
              <a:ext cx="45350" cy="99825"/>
            </a:xfrm>
            <a:custGeom>
              <a:avLst/>
              <a:gdLst/>
              <a:ahLst/>
              <a:cxnLst/>
              <a:rect l="l" t="t" r="r" b="b"/>
              <a:pathLst>
                <a:path w="1814" h="3993" extrusionOk="0">
                  <a:moveTo>
                    <a:pt x="0" y="1"/>
                  </a:moveTo>
                  <a:lnTo>
                    <a:pt x="0" y="3992"/>
                  </a:lnTo>
                  <a:lnTo>
                    <a:pt x="1813" y="3992"/>
                  </a:lnTo>
                  <a:lnTo>
                    <a:pt x="181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118"/>
            <p:cNvSpPr/>
            <p:nvPr/>
          </p:nvSpPr>
          <p:spPr>
            <a:xfrm>
              <a:off x="5517188" y="1527925"/>
              <a:ext cx="47100" cy="99825"/>
            </a:xfrm>
            <a:custGeom>
              <a:avLst/>
              <a:gdLst/>
              <a:ahLst/>
              <a:cxnLst/>
              <a:rect l="l" t="t" r="r" b="b"/>
              <a:pathLst>
                <a:path w="1884" h="3993" extrusionOk="0">
                  <a:moveTo>
                    <a:pt x="1" y="1"/>
                  </a:moveTo>
                  <a:lnTo>
                    <a:pt x="1" y="3992"/>
                  </a:lnTo>
                  <a:lnTo>
                    <a:pt x="1883" y="3992"/>
                  </a:lnTo>
                  <a:lnTo>
                    <a:pt x="188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118"/>
            <p:cNvSpPr/>
            <p:nvPr/>
          </p:nvSpPr>
          <p:spPr>
            <a:xfrm>
              <a:off x="5526338" y="1527925"/>
              <a:ext cx="45350" cy="30975"/>
            </a:xfrm>
            <a:custGeom>
              <a:avLst/>
              <a:gdLst/>
              <a:ahLst/>
              <a:cxnLst/>
              <a:rect l="l" t="t" r="r" b="b"/>
              <a:pathLst>
                <a:path w="1814" h="1239" extrusionOk="0">
                  <a:moveTo>
                    <a:pt x="1" y="1"/>
                  </a:moveTo>
                  <a:lnTo>
                    <a:pt x="1" y="1238"/>
                  </a:lnTo>
                  <a:lnTo>
                    <a:pt x="1814" y="1238"/>
                  </a:lnTo>
                  <a:lnTo>
                    <a:pt x="181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118"/>
            <p:cNvSpPr/>
            <p:nvPr/>
          </p:nvSpPr>
          <p:spPr>
            <a:xfrm>
              <a:off x="5787813" y="1527925"/>
              <a:ext cx="45350" cy="30975"/>
            </a:xfrm>
            <a:custGeom>
              <a:avLst/>
              <a:gdLst/>
              <a:ahLst/>
              <a:cxnLst/>
              <a:rect l="l" t="t" r="r" b="b"/>
              <a:pathLst>
                <a:path w="1814" h="1239" extrusionOk="0">
                  <a:moveTo>
                    <a:pt x="0" y="1"/>
                  </a:moveTo>
                  <a:lnTo>
                    <a:pt x="0" y="1238"/>
                  </a:lnTo>
                  <a:lnTo>
                    <a:pt x="1813" y="1238"/>
                  </a:lnTo>
                  <a:lnTo>
                    <a:pt x="181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118"/>
            <p:cNvSpPr/>
            <p:nvPr/>
          </p:nvSpPr>
          <p:spPr>
            <a:xfrm>
              <a:off x="5564263" y="1497000"/>
              <a:ext cx="223575" cy="145125"/>
            </a:xfrm>
            <a:custGeom>
              <a:avLst/>
              <a:gdLst/>
              <a:ahLst/>
              <a:cxnLst/>
              <a:rect l="l" t="t" r="r" b="b"/>
              <a:pathLst>
                <a:path w="8943" h="5805" extrusionOk="0">
                  <a:moveTo>
                    <a:pt x="0" y="0"/>
                  </a:moveTo>
                  <a:lnTo>
                    <a:pt x="0" y="5805"/>
                  </a:lnTo>
                  <a:lnTo>
                    <a:pt x="8942" y="5805"/>
                  </a:lnTo>
                  <a:lnTo>
                    <a:pt x="894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118"/>
            <p:cNvSpPr/>
            <p:nvPr/>
          </p:nvSpPr>
          <p:spPr>
            <a:xfrm>
              <a:off x="5709363" y="1497000"/>
              <a:ext cx="47525" cy="76275"/>
            </a:xfrm>
            <a:custGeom>
              <a:avLst/>
              <a:gdLst/>
              <a:ahLst/>
              <a:cxnLst/>
              <a:rect l="l" t="t" r="r" b="b"/>
              <a:pathLst>
                <a:path w="1901" h="3051" extrusionOk="0">
                  <a:moveTo>
                    <a:pt x="1" y="0"/>
                  </a:moveTo>
                  <a:lnTo>
                    <a:pt x="1" y="2475"/>
                  </a:lnTo>
                  <a:lnTo>
                    <a:pt x="960" y="3051"/>
                  </a:lnTo>
                  <a:lnTo>
                    <a:pt x="1901" y="2475"/>
                  </a:lnTo>
                  <a:lnTo>
                    <a:pt x="190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118"/>
            <p:cNvSpPr/>
            <p:nvPr/>
          </p:nvSpPr>
          <p:spPr>
            <a:xfrm>
              <a:off x="5602613" y="1497000"/>
              <a:ext cx="47075" cy="76275"/>
            </a:xfrm>
            <a:custGeom>
              <a:avLst/>
              <a:gdLst/>
              <a:ahLst/>
              <a:cxnLst/>
              <a:rect l="l" t="t" r="r" b="b"/>
              <a:pathLst>
                <a:path w="1883" h="3051" extrusionOk="0">
                  <a:moveTo>
                    <a:pt x="0" y="0"/>
                  </a:moveTo>
                  <a:lnTo>
                    <a:pt x="0" y="2475"/>
                  </a:lnTo>
                  <a:lnTo>
                    <a:pt x="941" y="3051"/>
                  </a:lnTo>
                  <a:lnTo>
                    <a:pt x="1883" y="2475"/>
                  </a:lnTo>
                  <a:lnTo>
                    <a:pt x="188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118"/>
            <p:cNvSpPr/>
            <p:nvPr/>
          </p:nvSpPr>
          <p:spPr>
            <a:xfrm>
              <a:off x="5571663" y="1611600"/>
              <a:ext cx="214000" cy="30525"/>
            </a:xfrm>
            <a:custGeom>
              <a:avLst/>
              <a:gdLst/>
              <a:ahLst/>
              <a:cxnLst/>
              <a:rect l="l" t="t" r="r" b="b"/>
              <a:pathLst>
                <a:path w="8560" h="1221" extrusionOk="0">
                  <a:moveTo>
                    <a:pt x="1" y="0"/>
                  </a:moveTo>
                  <a:lnTo>
                    <a:pt x="1" y="1221"/>
                  </a:lnTo>
                  <a:lnTo>
                    <a:pt x="8559" y="1221"/>
                  </a:lnTo>
                  <a:lnTo>
                    <a:pt x="855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118"/>
            <p:cNvSpPr/>
            <p:nvPr/>
          </p:nvSpPr>
          <p:spPr>
            <a:xfrm>
              <a:off x="5595188" y="1164925"/>
              <a:ext cx="37950" cy="99825"/>
            </a:xfrm>
            <a:custGeom>
              <a:avLst/>
              <a:gdLst/>
              <a:ahLst/>
              <a:cxnLst/>
              <a:rect l="l" t="t" r="r" b="b"/>
              <a:pathLst>
                <a:path w="1518" h="3993" extrusionOk="0">
                  <a:moveTo>
                    <a:pt x="1" y="1"/>
                  </a:moveTo>
                  <a:lnTo>
                    <a:pt x="1" y="3992"/>
                  </a:lnTo>
                  <a:lnTo>
                    <a:pt x="1517" y="3992"/>
                  </a:lnTo>
                  <a:lnTo>
                    <a:pt x="151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118"/>
            <p:cNvSpPr/>
            <p:nvPr/>
          </p:nvSpPr>
          <p:spPr>
            <a:xfrm>
              <a:off x="5725938" y="1164925"/>
              <a:ext cx="37925" cy="99825"/>
            </a:xfrm>
            <a:custGeom>
              <a:avLst/>
              <a:gdLst/>
              <a:ahLst/>
              <a:cxnLst/>
              <a:rect l="l" t="t" r="r" b="b"/>
              <a:pathLst>
                <a:path w="1517" h="3993" extrusionOk="0">
                  <a:moveTo>
                    <a:pt x="0" y="1"/>
                  </a:moveTo>
                  <a:lnTo>
                    <a:pt x="0" y="3992"/>
                  </a:lnTo>
                  <a:lnTo>
                    <a:pt x="1517" y="3992"/>
                  </a:lnTo>
                  <a:lnTo>
                    <a:pt x="151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118"/>
            <p:cNvSpPr/>
            <p:nvPr/>
          </p:nvSpPr>
          <p:spPr>
            <a:xfrm>
              <a:off x="5564263" y="1264725"/>
              <a:ext cx="230550" cy="232300"/>
            </a:xfrm>
            <a:custGeom>
              <a:avLst/>
              <a:gdLst/>
              <a:ahLst/>
              <a:cxnLst/>
              <a:rect l="l" t="t" r="r" b="b"/>
              <a:pathLst>
                <a:path w="9222" h="9292" extrusionOk="0">
                  <a:moveTo>
                    <a:pt x="140" y="0"/>
                  </a:moveTo>
                  <a:cubicBezTo>
                    <a:pt x="70" y="0"/>
                    <a:pt x="0" y="70"/>
                    <a:pt x="0" y="140"/>
                  </a:cubicBezTo>
                  <a:lnTo>
                    <a:pt x="0" y="9291"/>
                  </a:lnTo>
                  <a:lnTo>
                    <a:pt x="9221" y="9291"/>
                  </a:lnTo>
                  <a:lnTo>
                    <a:pt x="9221" y="802"/>
                  </a:lnTo>
                  <a:cubicBezTo>
                    <a:pt x="9221" y="366"/>
                    <a:pt x="8855" y="0"/>
                    <a:pt x="84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118"/>
            <p:cNvSpPr/>
            <p:nvPr/>
          </p:nvSpPr>
          <p:spPr>
            <a:xfrm>
              <a:off x="5595188" y="1342725"/>
              <a:ext cx="168675" cy="76275"/>
            </a:xfrm>
            <a:custGeom>
              <a:avLst/>
              <a:gdLst/>
              <a:ahLst/>
              <a:cxnLst/>
              <a:rect l="l" t="t" r="r" b="b"/>
              <a:pathLst>
                <a:path w="6747" h="3051" extrusionOk="0">
                  <a:moveTo>
                    <a:pt x="1" y="0"/>
                  </a:moveTo>
                  <a:lnTo>
                    <a:pt x="1" y="3051"/>
                  </a:lnTo>
                  <a:lnTo>
                    <a:pt x="6747" y="3051"/>
                  </a:lnTo>
                  <a:lnTo>
                    <a:pt x="674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118"/>
            <p:cNvSpPr/>
            <p:nvPr/>
          </p:nvSpPr>
          <p:spPr>
            <a:xfrm>
              <a:off x="5564263" y="1466050"/>
              <a:ext cx="230550" cy="30975"/>
            </a:xfrm>
            <a:custGeom>
              <a:avLst/>
              <a:gdLst/>
              <a:ahLst/>
              <a:cxnLst/>
              <a:rect l="l" t="t" r="r" b="b"/>
              <a:pathLst>
                <a:path w="9222" h="1239" extrusionOk="0">
                  <a:moveTo>
                    <a:pt x="0" y="0"/>
                  </a:moveTo>
                  <a:lnTo>
                    <a:pt x="0" y="1238"/>
                  </a:lnTo>
                  <a:lnTo>
                    <a:pt x="9221" y="1238"/>
                  </a:lnTo>
                  <a:lnTo>
                    <a:pt x="922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118"/>
            <p:cNvSpPr/>
            <p:nvPr/>
          </p:nvSpPr>
          <p:spPr>
            <a:xfrm>
              <a:off x="5595188" y="1342725"/>
              <a:ext cx="168675" cy="30975"/>
            </a:xfrm>
            <a:custGeom>
              <a:avLst/>
              <a:gdLst/>
              <a:ahLst/>
              <a:cxnLst/>
              <a:rect l="l" t="t" r="r" b="b"/>
              <a:pathLst>
                <a:path w="6747" h="1239" extrusionOk="0">
                  <a:moveTo>
                    <a:pt x="1" y="0"/>
                  </a:moveTo>
                  <a:lnTo>
                    <a:pt x="1" y="1238"/>
                  </a:lnTo>
                  <a:lnTo>
                    <a:pt x="6747" y="1238"/>
                  </a:lnTo>
                  <a:lnTo>
                    <a:pt x="674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118"/>
            <p:cNvSpPr/>
            <p:nvPr/>
          </p:nvSpPr>
          <p:spPr>
            <a:xfrm>
              <a:off x="5629613" y="1373675"/>
              <a:ext cx="16600" cy="21800"/>
            </a:xfrm>
            <a:custGeom>
              <a:avLst/>
              <a:gdLst/>
              <a:ahLst/>
              <a:cxnLst/>
              <a:rect l="l" t="t" r="r" b="b"/>
              <a:pathLst>
                <a:path w="664" h="872" extrusionOk="0">
                  <a:moveTo>
                    <a:pt x="1" y="0"/>
                  </a:moveTo>
                  <a:lnTo>
                    <a:pt x="1" y="872"/>
                  </a:lnTo>
                  <a:lnTo>
                    <a:pt x="663" y="872"/>
                  </a:lnTo>
                  <a:lnTo>
                    <a:pt x="66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118"/>
            <p:cNvSpPr/>
            <p:nvPr/>
          </p:nvSpPr>
          <p:spPr>
            <a:xfrm>
              <a:off x="5560763" y="1511375"/>
              <a:ext cx="230550" cy="138150"/>
            </a:xfrm>
            <a:custGeom>
              <a:avLst/>
              <a:gdLst/>
              <a:ahLst/>
              <a:cxnLst/>
              <a:rect l="l" t="t" r="r" b="b"/>
              <a:pathLst>
                <a:path w="9222" h="5526" extrusionOk="0">
                  <a:moveTo>
                    <a:pt x="1" y="0"/>
                  </a:moveTo>
                  <a:lnTo>
                    <a:pt x="1" y="5526"/>
                  </a:lnTo>
                  <a:lnTo>
                    <a:pt x="9222" y="5526"/>
                  </a:lnTo>
                  <a:lnTo>
                    <a:pt x="9222" y="0"/>
                  </a:lnTo>
                  <a:lnTo>
                    <a:pt x="8647" y="0"/>
                  </a:lnTo>
                  <a:lnTo>
                    <a:pt x="8647" y="4951"/>
                  </a:lnTo>
                  <a:lnTo>
                    <a:pt x="576" y="4951"/>
                  </a:lnTo>
                  <a:lnTo>
                    <a:pt x="5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118"/>
            <p:cNvSpPr/>
            <p:nvPr/>
          </p:nvSpPr>
          <p:spPr>
            <a:xfrm>
              <a:off x="5584313" y="1157525"/>
              <a:ext cx="52750" cy="92400"/>
            </a:xfrm>
            <a:custGeom>
              <a:avLst/>
              <a:gdLst/>
              <a:ahLst/>
              <a:cxnLst/>
              <a:rect l="l" t="t" r="r" b="b"/>
              <a:pathLst>
                <a:path w="2110" h="3696" extrusionOk="0">
                  <a:moveTo>
                    <a:pt x="0" y="0"/>
                  </a:moveTo>
                  <a:lnTo>
                    <a:pt x="0" y="3696"/>
                  </a:lnTo>
                  <a:lnTo>
                    <a:pt x="575" y="3696"/>
                  </a:lnTo>
                  <a:lnTo>
                    <a:pt x="575" y="576"/>
                  </a:lnTo>
                  <a:lnTo>
                    <a:pt x="1517" y="576"/>
                  </a:lnTo>
                  <a:lnTo>
                    <a:pt x="1517" y="3696"/>
                  </a:lnTo>
                  <a:lnTo>
                    <a:pt x="2109" y="3696"/>
                  </a:lnTo>
                  <a:lnTo>
                    <a:pt x="210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118"/>
            <p:cNvSpPr/>
            <p:nvPr/>
          </p:nvSpPr>
          <p:spPr>
            <a:xfrm>
              <a:off x="5715038" y="1157525"/>
              <a:ext cx="54500" cy="92400"/>
            </a:xfrm>
            <a:custGeom>
              <a:avLst/>
              <a:gdLst/>
              <a:ahLst/>
              <a:cxnLst/>
              <a:rect l="l" t="t" r="r" b="b"/>
              <a:pathLst>
                <a:path w="2180" h="3696" extrusionOk="0">
                  <a:moveTo>
                    <a:pt x="0" y="0"/>
                  </a:moveTo>
                  <a:lnTo>
                    <a:pt x="0" y="3696"/>
                  </a:lnTo>
                  <a:lnTo>
                    <a:pt x="576" y="3696"/>
                  </a:lnTo>
                  <a:lnTo>
                    <a:pt x="576" y="576"/>
                  </a:lnTo>
                  <a:lnTo>
                    <a:pt x="1517" y="576"/>
                  </a:lnTo>
                  <a:lnTo>
                    <a:pt x="1517" y="3696"/>
                  </a:lnTo>
                  <a:lnTo>
                    <a:pt x="2179" y="3696"/>
                  </a:lnTo>
                  <a:lnTo>
                    <a:pt x="217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118"/>
            <p:cNvSpPr/>
            <p:nvPr/>
          </p:nvSpPr>
          <p:spPr>
            <a:xfrm>
              <a:off x="5653163" y="1210250"/>
              <a:ext cx="45350" cy="23550"/>
            </a:xfrm>
            <a:custGeom>
              <a:avLst/>
              <a:gdLst/>
              <a:ahLst/>
              <a:cxnLst/>
              <a:rect l="l" t="t" r="r" b="b"/>
              <a:pathLst>
                <a:path w="1814" h="942" extrusionOk="0">
                  <a:moveTo>
                    <a:pt x="0" y="0"/>
                  </a:moveTo>
                  <a:lnTo>
                    <a:pt x="0" y="942"/>
                  </a:lnTo>
                  <a:lnTo>
                    <a:pt x="593" y="942"/>
                  </a:lnTo>
                  <a:lnTo>
                    <a:pt x="593" y="645"/>
                  </a:lnTo>
                  <a:lnTo>
                    <a:pt x="1238" y="645"/>
                  </a:lnTo>
                  <a:lnTo>
                    <a:pt x="1238" y="942"/>
                  </a:lnTo>
                  <a:lnTo>
                    <a:pt x="1813" y="942"/>
                  </a:lnTo>
                  <a:lnTo>
                    <a:pt x="18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118"/>
            <p:cNvSpPr/>
            <p:nvPr/>
          </p:nvSpPr>
          <p:spPr>
            <a:xfrm>
              <a:off x="5591713" y="1333575"/>
              <a:ext cx="177825" cy="92850"/>
            </a:xfrm>
            <a:custGeom>
              <a:avLst/>
              <a:gdLst/>
              <a:ahLst/>
              <a:cxnLst/>
              <a:rect l="l" t="t" r="r" b="b"/>
              <a:pathLst>
                <a:path w="7113" h="3714" extrusionOk="0">
                  <a:moveTo>
                    <a:pt x="6450" y="663"/>
                  </a:moveTo>
                  <a:lnTo>
                    <a:pt x="6450" y="1238"/>
                  </a:lnTo>
                  <a:lnTo>
                    <a:pt x="6171" y="1238"/>
                  </a:lnTo>
                  <a:lnTo>
                    <a:pt x="6171" y="1883"/>
                  </a:lnTo>
                  <a:lnTo>
                    <a:pt x="6450" y="1883"/>
                  </a:lnTo>
                  <a:lnTo>
                    <a:pt x="6450" y="3121"/>
                  </a:lnTo>
                  <a:lnTo>
                    <a:pt x="576" y="3121"/>
                  </a:lnTo>
                  <a:lnTo>
                    <a:pt x="576" y="1883"/>
                  </a:lnTo>
                  <a:lnTo>
                    <a:pt x="942" y="1883"/>
                  </a:lnTo>
                  <a:lnTo>
                    <a:pt x="942" y="1238"/>
                  </a:lnTo>
                  <a:lnTo>
                    <a:pt x="576" y="1238"/>
                  </a:lnTo>
                  <a:lnTo>
                    <a:pt x="576" y="663"/>
                  </a:lnTo>
                  <a:close/>
                  <a:moveTo>
                    <a:pt x="0" y="0"/>
                  </a:moveTo>
                  <a:lnTo>
                    <a:pt x="0" y="3713"/>
                  </a:lnTo>
                  <a:lnTo>
                    <a:pt x="7112" y="3713"/>
                  </a:lnTo>
                  <a:lnTo>
                    <a:pt x="711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118"/>
            <p:cNvSpPr/>
            <p:nvPr/>
          </p:nvSpPr>
          <p:spPr>
            <a:xfrm>
              <a:off x="5800438" y="1518775"/>
              <a:ext cx="37950" cy="116375"/>
            </a:xfrm>
            <a:custGeom>
              <a:avLst/>
              <a:gdLst/>
              <a:ahLst/>
              <a:cxnLst/>
              <a:rect l="l" t="t" r="r" b="b"/>
              <a:pathLst>
                <a:path w="1518" h="4655" extrusionOk="0">
                  <a:moveTo>
                    <a:pt x="1" y="1"/>
                  </a:moveTo>
                  <a:lnTo>
                    <a:pt x="1" y="663"/>
                  </a:lnTo>
                  <a:lnTo>
                    <a:pt x="873" y="663"/>
                  </a:lnTo>
                  <a:lnTo>
                    <a:pt x="873" y="1238"/>
                  </a:lnTo>
                  <a:lnTo>
                    <a:pt x="280" y="1238"/>
                  </a:lnTo>
                  <a:lnTo>
                    <a:pt x="280" y="1883"/>
                  </a:lnTo>
                  <a:lnTo>
                    <a:pt x="873" y="1883"/>
                  </a:lnTo>
                  <a:lnTo>
                    <a:pt x="873" y="4062"/>
                  </a:lnTo>
                  <a:lnTo>
                    <a:pt x="1" y="4062"/>
                  </a:lnTo>
                  <a:lnTo>
                    <a:pt x="1" y="4655"/>
                  </a:lnTo>
                  <a:lnTo>
                    <a:pt x="1518" y="4655"/>
                  </a:lnTo>
                  <a:lnTo>
                    <a:pt x="15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118"/>
            <p:cNvSpPr/>
            <p:nvPr/>
          </p:nvSpPr>
          <p:spPr>
            <a:xfrm>
              <a:off x="5515438" y="1518775"/>
              <a:ext cx="37950" cy="116375"/>
            </a:xfrm>
            <a:custGeom>
              <a:avLst/>
              <a:gdLst/>
              <a:ahLst/>
              <a:cxnLst/>
              <a:rect l="l" t="t" r="r" b="b"/>
              <a:pathLst>
                <a:path w="1518" h="4655" extrusionOk="0">
                  <a:moveTo>
                    <a:pt x="1" y="1"/>
                  </a:moveTo>
                  <a:lnTo>
                    <a:pt x="1" y="4655"/>
                  </a:lnTo>
                  <a:lnTo>
                    <a:pt x="1517" y="4655"/>
                  </a:lnTo>
                  <a:lnTo>
                    <a:pt x="1517" y="4062"/>
                  </a:lnTo>
                  <a:lnTo>
                    <a:pt x="576" y="4062"/>
                  </a:lnTo>
                  <a:lnTo>
                    <a:pt x="576" y="1883"/>
                  </a:lnTo>
                  <a:lnTo>
                    <a:pt x="1221" y="1883"/>
                  </a:lnTo>
                  <a:lnTo>
                    <a:pt x="1221" y="1238"/>
                  </a:lnTo>
                  <a:lnTo>
                    <a:pt x="576" y="1238"/>
                  </a:lnTo>
                  <a:lnTo>
                    <a:pt x="576" y="663"/>
                  </a:lnTo>
                  <a:lnTo>
                    <a:pt x="1517" y="663"/>
                  </a:lnTo>
                  <a:lnTo>
                    <a:pt x="15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118"/>
            <p:cNvSpPr/>
            <p:nvPr/>
          </p:nvSpPr>
          <p:spPr>
            <a:xfrm>
              <a:off x="5598688" y="1456900"/>
              <a:ext cx="154275" cy="16575"/>
            </a:xfrm>
            <a:custGeom>
              <a:avLst/>
              <a:gdLst/>
              <a:ahLst/>
              <a:cxnLst/>
              <a:rect l="l" t="t" r="r" b="b"/>
              <a:pathLst>
                <a:path w="6171" h="663" extrusionOk="0">
                  <a:moveTo>
                    <a:pt x="0" y="0"/>
                  </a:moveTo>
                  <a:lnTo>
                    <a:pt x="0" y="663"/>
                  </a:lnTo>
                  <a:lnTo>
                    <a:pt x="6171" y="663"/>
                  </a:lnTo>
                  <a:lnTo>
                    <a:pt x="617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118"/>
            <p:cNvSpPr/>
            <p:nvPr/>
          </p:nvSpPr>
          <p:spPr>
            <a:xfrm>
              <a:off x="5584313" y="1604200"/>
              <a:ext cx="185225" cy="14400"/>
            </a:xfrm>
            <a:custGeom>
              <a:avLst/>
              <a:gdLst/>
              <a:ahLst/>
              <a:cxnLst/>
              <a:rect l="l" t="t" r="r" b="b"/>
              <a:pathLst>
                <a:path w="7409" h="576" extrusionOk="0">
                  <a:moveTo>
                    <a:pt x="0" y="0"/>
                  </a:moveTo>
                  <a:lnTo>
                    <a:pt x="0" y="575"/>
                  </a:lnTo>
                  <a:lnTo>
                    <a:pt x="7408" y="575"/>
                  </a:lnTo>
                  <a:lnTo>
                    <a:pt x="740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118"/>
            <p:cNvSpPr/>
            <p:nvPr/>
          </p:nvSpPr>
          <p:spPr>
            <a:xfrm>
              <a:off x="5615238" y="1527925"/>
              <a:ext cx="14400" cy="14400"/>
            </a:xfrm>
            <a:custGeom>
              <a:avLst/>
              <a:gdLst/>
              <a:ahLst/>
              <a:cxnLst/>
              <a:rect l="l" t="t" r="r" b="b"/>
              <a:pathLst>
                <a:path w="576" h="576" extrusionOk="0">
                  <a:moveTo>
                    <a:pt x="1" y="1"/>
                  </a:moveTo>
                  <a:lnTo>
                    <a:pt x="1" y="576"/>
                  </a:lnTo>
                  <a:lnTo>
                    <a:pt x="576" y="576"/>
                  </a:lnTo>
                  <a:lnTo>
                    <a:pt x="57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118"/>
            <p:cNvSpPr/>
            <p:nvPr/>
          </p:nvSpPr>
          <p:spPr>
            <a:xfrm>
              <a:off x="5553363" y="1241200"/>
              <a:ext cx="247100" cy="341225"/>
            </a:xfrm>
            <a:custGeom>
              <a:avLst/>
              <a:gdLst/>
              <a:ahLst/>
              <a:cxnLst/>
              <a:rect l="l" t="t" r="r" b="b"/>
              <a:pathLst>
                <a:path w="9884" h="13649" extrusionOk="0">
                  <a:moveTo>
                    <a:pt x="8507" y="1220"/>
                  </a:moveTo>
                  <a:cubicBezTo>
                    <a:pt x="8943" y="1220"/>
                    <a:pt x="9222" y="1586"/>
                    <a:pt x="9222" y="2022"/>
                  </a:cubicBezTo>
                  <a:lnTo>
                    <a:pt x="9222" y="8628"/>
                  </a:lnTo>
                  <a:lnTo>
                    <a:pt x="8646" y="8628"/>
                  </a:lnTo>
                  <a:lnTo>
                    <a:pt x="8646" y="9291"/>
                  </a:lnTo>
                  <a:lnTo>
                    <a:pt x="9222" y="9291"/>
                  </a:lnTo>
                  <a:lnTo>
                    <a:pt x="9222" y="9866"/>
                  </a:lnTo>
                  <a:lnTo>
                    <a:pt x="576" y="9866"/>
                  </a:lnTo>
                  <a:lnTo>
                    <a:pt x="576" y="9291"/>
                  </a:lnTo>
                  <a:lnTo>
                    <a:pt x="1238" y="9291"/>
                  </a:lnTo>
                  <a:lnTo>
                    <a:pt x="1238" y="8628"/>
                  </a:lnTo>
                  <a:lnTo>
                    <a:pt x="576" y="8628"/>
                  </a:lnTo>
                  <a:lnTo>
                    <a:pt x="576" y="2022"/>
                  </a:lnTo>
                  <a:cubicBezTo>
                    <a:pt x="576" y="1586"/>
                    <a:pt x="942" y="1220"/>
                    <a:pt x="1378" y="1220"/>
                  </a:cubicBezTo>
                  <a:close/>
                  <a:moveTo>
                    <a:pt x="3417" y="10528"/>
                  </a:moveTo>
                  <a:lnTo>
                    <a:pt x="3417" y="12481"/>
                  </a:lnTo>
                  <a:lnTo>
                    <a:pt x="2755" y="12916"/>
                  </a:lnTo>
                  <a:lnTo>
                    <a:pt x="2110" y="12481"/>
                  </a:lnTo>
                  <a:lnTo>
                    <a:pt x="2110" y="10528"/>
                  </a:lnTo>
                  <a:close/>
                  <a:moveTo>
                    <a:pt x="7705" y="10528"/>
                  </a:moveTo>
                  <a:lnTo>
                    <a:pt x="7705" y="12481"/>
                  </a:lnTo>
                  <a:lnTo>
                    <a:pt x="7043" y="12916"/>
                  </a:lnTo>
                  <a:lnTo>
                    <a:pt x="6467" y="12481"/>
                  </a:lnTo>
                  <a:lnTo>
                    <a:pt x="6467" y="10528"/>
                  </a:lnTo>
                  <a:close/>
                  <a:moveTo>
                    <a:pt x="3992" y="0"/>
                  </a:moveTo>
                  <a:lnTo>
                    <a:pt x="3992" y="645"/>
                  </a:lnTo>
                  <a:lnTo>
                    <a:pt x="1378" y="645"/>
                  </a:lnTo>
                  <a:cubicBezTo>
                    <a:pt x="576" y="645"/>
                    <a:pt x="0" y="1220"/>
                    <a:pt x="0" y="2022"/>
                  </a:cubicBezTo>
                  <a:lnTo>
                    <a:pt x="0" y="10528"/>
                  </a:lnTo>
                  <a:lnTo>
                    <a:pt x="1534" y="10528"/>
                  </a:lnTo>
                  <a:lnTo>
                    <a:pt x="1534" y="12847"/>
                  </a:lnTo>
                  <a:lnTo>
                    <a:pt x="2755" y="13649"/>
                  </a:lnTo>
                  <a:lnTo>
                    <a:pt x="3992" y="12847"/>
                  </a:lnTo>
                  <a:lnTo>
                    <a:pt x="3992" y="10528"/>
                  </a:lnTo>
                  <a:lnTo>
                    <a:pt x="5892" y="10528"/>
                  </a:lnTo>
                  <a:lnTo>
                    <a:pt x="5892" y="12847"/>
                  </a:lnTo>
                  <a:lnTo>
                    <a:pt x="7043" y="13649"/>
                  </a:lnTo>
                  <a:lnTo>
                    <a:pt x="8280" y="12847"/>
                  </a:lnTo>
                  <a:lnTo>
                    <a:pt x="8280" y="10528"/>
                  </a:lnTo>
                  <a:lnTo>
                    <a:pt x="9884" y="10528"/>
                  </a:lnTo>
                  <a:lnTo>
                    <a:pt x="9884" y="2022"/>
                  </a:lnTo>
                  <a:cubicBezTo>
                    <a:pt x="9884" y="1220"/>
                    <a:pt x="9222" y="645"/>
                    <a:pt x="8507" y="645"/>
                  </a:cubicBezTo>
                  <a:lnTo>
                    <a:pt x="5805" y="645"/>
                  </a:lnTo>
                  <a:lnTo>
                    <a:pt x="5805" y="0"/>
                  </a:lnTo>
                  <a:lnTo>
                    <a:pt x="5230" y="0"/>
                  </a:lnTo>
                  <a:lnTo>
                    <a:pt x="5230" y="645"/>
                  </a:lnTo>
                  <a:lnTo>
                    <a:pt x="4585" y="645"/>
                  </a:lnTo>
                  <a:lnTo>
                    <a:pt x="458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118"/>
            <p:cNvSpPr/>
            <p:nvPr/>
          </p:nvSpPr>
          <p:spPr>
            <a:xfrm>
              <a:off x="5722438" y="1527925"/>
              <a:ext cx="16150" cy="14400"/>
            </a:xfrm>
            <a:custGeom>
              <a:avLst/>
              <a:gdLst/>
              <a:ahLst/>
              <a:cxnLst/>
              <a:rect l="l" t="t" r="r" b="b"/>
              <a:pathLst>
                <a:path w="646" h="576" extrusionOk="0">
                  <a:moveTo>
                    <a:pt x="1" y="1"/>
                  </a:moveTo>
                  <a:lnTo>
                    <a:pt x="1" y="576"/>
                  </a:lnTo>
                  <a:lnTo>
                    <a:pt x="646" y="576"/>
                  </a:lnTo>
                  <a:lnTo>
                    <a:pt x="64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118"/>
            <p:cNvSpPr/>
            <p:nvPr/>
          </p:nvSpPr>
          <p:spPr>
            <a:xfrm>
              <a:off x="5622213" y="1364525"/>
              <a:ext cx="116375" cy="16125"/>
            </a:xfrm>
            <a:custGeom>
              <a:avLst/>
              <a:gdLst/>
              <a:ahLst/>
              <a:cxnLst/>
              <a:rect l="l" t="t" r="r" b="b"/>
              <a:pathLst>
                <a:path w="4655" h="645" extrusionOk="0">
                  <a:moveTo>
                    <a:pt x="1" y="0"/>
                  </a:moveTo>
                  <a:lnTo>
                    <a:pt x="1" y="645"/>
                  </a:lnTo>
                  <a:lnTo>
                    <a:pt x="4655" y="645"/>
                  </a:lnTo>
                  <a:lnTo>
                    <a:pt x="465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96" name="Google Shape;4696;p118"/>
          <p:cNvSpPr/>
          <p:nvPr/>
        </p:nvSpPr>
        <p:spPr>
          <a:xfrm>
            <a:off x="5676688" y="2033800"/>
            <a:ext cx="92850" cy="38375"/>
          </a:xfrm>
          <a:custGeom>
            <a:avLst/>
            <a:gdLst/>
            <a:ahLst/>
            <a:cxnLst/>
            <a:rect l="l" t="t" r="r" b="b"/>
            <a:pathLst>
              <a:path w="3714" h="1535" extrusionOk="0">
                <a:moveTo>
                  <a:pt x="1" y="1"/>
                </a:moveTo>
                <a:lnTo>
                  <a:pt x="1" y="1535"/>
                </a:lnTo>
                <a:lnTo>
                  <a:pt x="3713" y="1535"/>
                </a:lnTo>
                <a:lnTo>
                  <a:pt x="371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118"/>
          <p:cNvSpPr/>
          <p:nvPr/>
        </p:nvSpPr>
        <p:spPr>
          <a:xfrm>
            <a:off x="5715038" y="2057350"/>
            <a:ext cx="92400" cy="38375"/>
          </a:xfrm>
          <a:custGeom>
            <a:avLst/>
            <a:gdLst/>
            <a:ahLst/>
            <a:cxnLst/>
            <a:rect l="l" t="t" r="r" b="b"/>
            <a:pathLst>
              <a:path w="3696" h="1535" extrusionOk="0">
                <a:moveTo>
                  <a:pt x="0" y="0"/>
                </a:moveTo>
                <a:lnTo>
                  <a:pt x="0" y="1534"/>
                </a:lnTo>
                <a:lnTo>
                  <a:pt x="3696" y="1534"/>
                </a:lnTo>
                <a:lnTo>
                  <a:pt x="369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118"/>
          <p:cNvSpPr/>
          <p:nvPr/>
        </p:nvSpPr>
        <p:spPr>
          <a:xfrm>
            <a:off x="5430038" y="2333625"/>
            <a:ext cx="115950" cy="23550"/>
          </a:xfrm>
          <a:custGeom>
            <a:avLst/>
            <a:gdLst/>
            <a:ahLst/>
            <a:cxnLst/>
            <a:rect l="l" t="t" r="r" b="b"/>
            <a:pathLst>
              <a:path w="4638" h="942" extrusionOk="0">
                <a:moveTo>
                  <a:pt x="0" y="0"/>
                </a:moveTo>
                <a:lnTo>
                  <a:pt x="0" y="942"/>
                </a:lnTo>
                <a:lnTo>
                  <a:pt x="4637" y="942"/>
                </a:lnTo>
                <a:lnTo>
                  <a:pt x="463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118"/>
          <p:cNvSpPr/>
          <p:nvPr/>
        </p:nvSpPr>
        <p:spPr>
          <a:xfrm>
            <a:off x="5807413" y="2333625"/>
            <a:ext cx="116400" cy="23550"/>
          </a:xfrm>
          <a:custGeom>
            <a:avLst/>
            <a:gdLst/>
            <a:ahLst/>
            <a:cxnLst/>
            <a:rect l="l" t="t" r="r" b="b"/>
            <a:pathLst>
              <a:path w="4656" h="942" extrusionOk="0">
                <a:moveTo>
                  <a:pt x="1" y="0"/>
                </a:moveTo>
                <a:lnTo>
                  <a:pt x="1" y="942"/>
                </a:lnTo>
                <a:lnTo>
                  <a:pt x="4655" y="942"/>
                </a:lnTo>
                <a:lnTo>
                  <a:pt x="465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118"/>
          <p:cNvSpPr/>
          <p:nvPr/>
        </p:nvSpPr>
        <p:spPr>
          <a:xfrm>
            <a:off x="5430038" y="2355400"/>
            <a:ext cx="115950" cy="156050"/>
          </a:xfrm>
          <a:custGeom>
            <a:avLst/>
            <a:gdLst/>
            <a:ahLst/>
            <a:cxnLst/>
            <a:rect l="l" t="t" r="r" b="b"/>
            <a:pathLst>
              <a:path w="4638" h="6242" extrusionOk="0">
                <a:moveTo>
                  <a:pt x="0" y="1"/>
                </a:moveTo>
                <a:lnTo>
                  <a:pt x="0" y="6241"/>
                </a:lnTo>
                <a:lnTo>
                  <a:pt x="4637" y="6241"/>
                </a:lnTo>
                <a:lnTo>
                  <a:pt x="463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118"/>
          <p:cNvSpPr/>
          <p:nvPr/>
        </p:nvSpPr>
        <p:spPr>
          <a:xfrm>
            <a:off x="5807413" y="2355400"/>
            <a:ext cx="116400" cy="156050"/>
          </a:xfrm>
          <a:custGeom>
            <a:avLst/>
            <a:gdLst/>
            <a:ahLst/>
            <a:cxnLst/>
            <a:rect l="l" t="t" r="r" b="b"/>
            <a:pathLst>
              <a:path w="4656" h="6242" extrusionOk="0">
                <a:moveTo>
                  <a:pt x="1" y="1"/>
                </a:moveTo>
                <a:lnTo>
                  <a:pt x="1" y="6241"/>
                </a:lnTo>
                <a:lnTo>
                  <a:pt x="4655" y="6241"/>
                </a:lnTo>
                <a:lnTo>
                  <a:pt x="465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118"/>
          <p:cNvSpPr/>
          <p:nvPr/>
        </p:nvSpPr>
        <p:spPr>
          <a:xfrm>
            <a:off x="5537238" y="2249950"/>
            <a:ext cx="277625" cy="21825"/>
          </a:xfrm>
          <a:custGeom>
            <a:avLst/>
            <a:gdLst/>
            <a:ahLst/>
            <a:cxnLst/>
            <a:rect l="l" t="t" r="r" b="b"/>
            <a:pathLst>
              <a:path w="11105" h="873" extrusionOk="0">
                <a:moveTo>
                  <a:pt x="1" y="1"/>
                </a:moveTo>
                <a:lnTo>
                  <a:pt x="1" y="872"/>
                </a:lnTo>
                <a:lnTo>
                  <a:pt x="11104" y="872"/>
                </a:lnTo>
                <a:lnTo>
                  <a:pt x="1110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118"/>
          <p:cNvSpPr/>
          <p:nvPr/>
        </p:nvSpPr>
        <p:spPr>
          <a:xfrm>
            <a:off x="5522413" y="2226425"/>
            <a:ext cx="309000" cy="23550"/>
          </a:xfrm>
          <a:custGeom>
            <a:avLst/>
            <a:gdLst/>
            <a:ahLst/>
            <a:cxnLst/>
            <a:rect l="l" t="t" r="r" b="b"/>
            <a:pathLst>
              <a:path w="12360" h="942" extrusionOk="0">
                <a:moveTo>
                  <a:pt x="1" y="0"/>
                </a:moveTo>
                <a:lnTo>
                  <a:pt x="1" y="942"/>
                </a:lnTo>
                <a:lnTo>
                  <a:pt x="12360" y="942"/>
                </a:lnTo>
                <a:lnTo>
                  <a:pt x="1236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118"/>
          <p:cNvSpPr/>
          <p:nvPr/>
        </p:nvSpPr>
        <p:spPr>
          <a:xfrm>
            <a:off x="5506288" y="2141000"/>
            <a:ext cx="339500" cy="85450"/>
          </a:xfrm>
          <a:custGeom>
            <a:avLst/>
            <a:gdLst/>
            <a:ahLst/>
            <a:cxnLst/>
            <a:rect l="l" t="t" r="r" b="b"/>
            <a:pathLst>
              <a:path w="13580" h="3418" extrusionOk="0">
                <a:moveTo>
                  <a:pt x="6817" y="1"/>
                </a:moveTo>
                <a:lnTo>
                  <a:pt x="1" y="2180"/>
                </a:lnTo>
                <a:lnTo>
                  <a:pt x="1" y="3417"/>
                </a:lnTo>
                <a:lnTo>
                  <a:pt x="13580" y="3417"/>
                </a:lnTo>
                <a:lnTo>
                  <a:pt x="13580" y="2180"/>
                </a:lnTo>
                <a:lnTo>
                  <a:pt x="68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118"/>
          <p:cNvSpPr/>
          <p:nvPr/>
        </p:nvSpPr>
        <p:spPr>
          <a:xfrm>
            <a:off x="5545963" y="2271750"/>
            <a:ext cx="261475" cy="239700"/>
          </a:xfrm>
          <a:custGeom>
            <a:avLst/>
            <a:gdLst/>
            <a:ahLst/>
            <a:cxnLst/>
            <a:rect l="l" t="t" r="r" b="b"/>
            <a:pathLst>
              <a:path w="10459" h="9588" extrusionOk="0">
                <a:moveTo>
                  <a:pt x="0" y="0"/>
                </a:moveTo>
                <a:lnTo>
                  <a:pt x="0" y="9587"/>
                </a:lnTo>
                <a:lnTo>
                  <a:pt x="10459" y="9587"/>
                </a:lnTo>
                <a:lnTo>
                  <a:pt x="1045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118"/>
          <p:cNvSpPr/>
          <p:nvPr/>
        </p:nvSpPr>
        <p:spPr>
          <a:xfrm>
            <a:off x="5584313" y="2302675"/>
            <a:ext cx="14400" cy="177825"/>
          </a:xfrm>
          <a:custGeom>
            <a:avLst/>
            <a:gdLst/>
            <a:ahLst/>
            <a:cxnLst/>
            <a:rect l="l" t="t" r="r" b="b"/>
            <a:pathLst>
              <a:path w="576" h="7113" extrusionOk="0">
                <a:moveTo>
                  <a:pt x="0" y="1"/>
                </a:moveTo>
                <a:lnTo>
                  <a:pt x="0" y="7113"/>
                </a:lnTo>
                <a:lnTo>
                  <a:pt x="575" y="7113"/>
                </a:lnTo>
                <a:lnTo>
                  <a:pt x="57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118"/>
          <p:cNvSpPr/>
          <p:nvPr/>
        </p:nvSpPr>
        <p:spPr>
          <a:xfrm>
            <a:off x="5629613" y="2302675"/>
            <a:ext cx="16600" cy="177825"/>
          </a:xfrm>
          <a:custGeom>
            <a:avLst/>
            <a:gdLst/>
            <a:ahLst/>
            <a:cxnLst/>
            <a:rect l="l" t="t" r="r" b="b"/>
            <a:pathLst>
              <a:path w="664" h="7113" extrusionOk="0">
                <a:moveTo>
                  <a:pt x="1" y="1"/>
                </a:moveTo>
                <a:lnTo>
                  <a:pt x="1" y="7113"/>
                </a:lnTo>
                <a:lnTo>
                  <a:pt x="663" y="7113"/>
                </a:lnTo>
                <a:lnTo>
                  <a:pt x="6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118"/>
          <p:cNvSpPr/>
          <p:nvPr/>
        </p:nvSpPr>
        <p:spPr>
          <a:xfrm>
            <a:off x="5676688" y="2302675"/>
            <a:ext cx="14850" cy="177825"/>
          </a:xfrm>
          <a:custGeom>
            <a:avLst/>
            <a:gdLst/>
            <a:ahLst/>
            <a:cxnLst/>
            <a:rect l="l" t="t" r="r" b="b"/>
            <a:pathLst>
              <a:path w="594" h="7113" extrusionOk="0">
                <a:moveTo>
                  <a:pt x="1" y="1"/>
                </a:moveTo>
                <a:lnTo>
                  <a:pt x="1" y="7113"/>
                </a:lnTo>
                <a:lnTo>
                  <a:pt x="593" y="7113"/>
                </a:lnTo>
                <a:lnTo>
                  <a:pt x="59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118"/>
          <p:cNvSpPr/>
          <p:nvPr/>
        </p:nvSpPr>
        <p:spPr>
          <a:xfrm>
            <a:off x="5722438" y="2302675"/>
            <a:ext cx="16150" cy="177825"/>
          </a:xfrm>
          <a:custGeom>
            <a:avLst/>
            <a:gdLst/>
            <a:ahLst/>
            <a:cxnLst/>
            <a:rect l="l" t="t" r="r" b="b"/>
            <a:pathLst>
              <a:path w="646" h="7113" extrusionOk="0">
                <a:moveTo>
                  <a:pt x="1" y="1"/>
                </a:moveTo>
                <a:lnTo>
                  <a:pt x="1" y="7113"/>
                </a:lnTo>
                <a:lnTo>
                  <a:pt x="646" y="7113"/>
                </a:lnTo>
                <a:lnTo>
                  <a:pt x="64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118"/>
          <p:cNvSpPr/>
          <p:nvPr/>
        </p:nvSpPr>
        <p:spPr>
          <a:xfrm>
            <a:off x="5769513" y="2302675"/>
            <a:ext cx="14400" cy="177825"/>
          </a:xfrm>
          <a:custGeom>
            <a:avLst/>
            <a:gdLst/>
            <a:ahLst/>
            <a:cxnLst/>
            <a:rect l="l" t="t" r="r" b="b"/>
            <a:pathLst>
              <a:path w="576" h="7113" extrusionOk="0">
                <a:moveTo>
                  <a:pt x="0" y="1"/>
                </a:moveTo>
                <a:lnTo>
                  <a:pt x="0" y="7113"/>
                </a:lnTo>
                <a:lnTo>
                  <a:pt x="576" y="7113"/>
                </a:lnTo>
                <a:lnTo>
                  <a:pt x="57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118"/>
          <p:cNvSpPr/>
          <p:nvPr/>
        </p:nvSpPr>
        <p:spPr>
          <a:xfrm>
            <a:off x="5430038" y="2504000"/>
            <a:ext cx="493775" cy="14850"/>
          </a:xfrm>
          <a:custGeom>
            <a:avLst/>
            <a:gdLst/>
            <a:ahLst/>
            <a:cxnLst/>
            <a:rect l="l" t="t" r="r" b="b"/>
            <a:pathLst>
              <a:path w="19751" h="594" extrusionOk="0">
                <a:moveTo>
                  <a:pt x="0" y="1"/>
                </a:moveTo>
                <a:lnTo>
                  <a:pt x="0" y="594"/>
                </a:lnTo>
                <a:lnTo>
                  <a:pt x="19750" y="594"/>
                </a:lnTo>
                <a:lnTo>
                  <a:pt x="1975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118"/>
          <p:cNvSpPr/>
          <p:nvPr/>
        </p:nvSpPr>
        <p:spPr>
          <a:xfrm>
            <a:off x="5537238" y="2264325"/>
            <a:ext cx="277625" cy="232750"/>
          </a:xfrm>
          <a:custGeom>
            <a:avLst/>
            <a:gdLst/>
            <a:ahLst/>
            <a:cxnLst/>
            <a:rect l="l" t="t" r="r" b="b"/>
            <a:pathLst>
              <a:path w="11105" h="9310" extrusionOk="0">
                <a:moveTo>
                  <a:pt x="1" y="1"/>
                </a:moveTo>
                <a:lnTo>
                  <a:pt x="1" y="9309"/>
                </a:lnTo>
                <a:lnTo>
                  <a:pt x="645" y="9309"/>
                </a:lnTo>
                <a:lnTo>
                  <a:pt x="645" y="663"/>
                </a:lnTo>
                <a:lnTo>
                  <a:pt x="10529" y="663"/>
                </a:lnTo>
                <a:lnTo>
                  <a:pt x="10529" y="9309"/>
                </a:lnTo>
                <a:lnTo>
                  <a:pt x="11104" y="9309"/>
                </a:lnTo>
                <a:lnTo>
                  <a:pt x="1110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118"/>
          <p:cNvSpPr/>
          <p:nvPr/>
        </p:nvSpPr>
        <p:spPr>
          <a:xfrm>
            <a:off x="5567738" y="2288300"/>
            <a:ext cx="30975" cy="207025"/>
          </a:xfrm>
          <a:custGeom>
            <a:avLst/>
            <a:gdLst/>
            <a:ahLst/>
            <a:cxnLst/>
            <a:rect l="l" t="t" r="r" b="b"/>
            <a:pathLst>
              <a:path w="1239" h="8281" extrusionOk="0">
                <a:moveTo>
                  <a:pt x="1" y="1"/>
                </a:moveTo>
                <a:lnTo>
                  <a:pt x="1" y="576"/>
                </a:lnTo>
                <a:lnTo>
                  <a:pt x="367" y="576"/>
                </a:lnTo>
                <a:lnTo>
                  <a:pt x="367" y="7688"/>
                </a:lnTo>
                <a:lnTo>
                  <a:pt x="1" y="7688"/>
                </a:lnTo>
                <a:lnTo>
                  <a:pt x="1" y="8280"/>
                </a:lnTo>
                <a:lnTo>
                  <a:pt x="1238" y="8280"/>
                </a:lnTo>
                <a:lnTo>
                  <a:pt x="1238" y="7688"/>
                </a:lnTo>
                <a:lnTo>
                  <a:pt x="959" y="7688"/>
                </a:lnTo>
                <a:lnTo>
                  <a:pt x="959" y="576"/>
                </a:lnTo>
                <a:lnTo>
                  <a:pt x="1238" y="576"/>
                </a:lnTo>
                <a:lnTo>
                  <a:pt x="123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118"/>
          <p:cNvSpPr/>
          <p:nvPr/>
        </p:nvSpPr>
        <p:spPr>
          <a:xfrm>
            <a:off x="5615238" y="2288300"/>
            <a:ext cx="30975" cy="207025"/>
          </a:xfrm>
          <a:custGeom>
            <a:avLst/>
            <a:gdLst/>
            <a:ahLst/>
            <a:cxnLst/>
            <a:rect l="l" t="t" r="r" b="b"/>
            <a:pathLst>
              <a:path w="1239" h="8281" extrusionOk="0">
                <a:moveTo>
                  <a:pt x="1" y="1"/>
                </a:moveTo>
                <a:lnTo>
                  <a:pt x="1" y="576"/>
                </a:lnTo>
                <a:lnTo>
                  <a:pt x="280" y="576"/>
                </a:lnTo>
                <a:lnTo>
                  <a:pt x="280" y="7688"/>
                </a:lnTo>
                <a:lnTo>
                  <a:pt x="1" y="7688"/>
                </a:lnTo>
                <a:lnTo>
                  <a:pt x="1" y="8280"/>
                </a:lnTo>
                <a:lnTo>
                  <a:pt x="1238" y="8280"/>
                </a:lnTo>
                <a:lnTo>
                  <a:pt x="1238" y="7688"/>
                </a:lnTo>
                <a:lnTo>
                  <a:pt x="872" y="7688"/>
                </a:lnTo>
                <a:lnTo>
                  <a:pt x="872" y="576"/>
                </a:lnTo>
                <a:lnTo>
                  <a:pt x="1238" y="576"/>
                </a:lnTo>
                <a:lnTo>
                  <a:pt x="123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118"/>
          <p:cNvSpPr/>
          <p:nvPr/>
        </p:nvSpPr>
        <p:spPr>
          <a:xfrm>
            <a:off x="5660563" y="2288300"/>
            <a:ext cx="30975" cy="207025"/>
          </a:xfrm>
          <a:custGeom>
            <a:avLst/>
            <a:gdLst/>
            <a:ahLst/>
            <a:cxnLst/>
            <a:rect l="l" t="t" r="r" b="b"/>
            <a:pathLst>
              <a:path w="1239" h="8281" extrusionOk="0">
                <a:moveTo>
                  <a:pt x="1" y="1"/>
                </a:moveTo>
                <a:lnTo>
                  <a:pt x="1" y="576"/>
                </a:lnTo>
                <a:lnTo>
                  <a:pt x="367" y="576"/>
                </a:lnTo>
                <a:lnTo>
                  <a:pt x="367" y="7688"/>
                </a:lnTo>
                <a:lnTo>
                  <a:pt x="1" y="7688"/>
                </a:lnTo>
                <a:lnTo>
                  <a:pt x="1" y="8280"/>
                </a:lnTo>
                <a:lnTo>
                  <a:pt x="1238" y="8280"/>
                </a:lnTo>
                <a:lnTo>
                  <a:pt x="1238" y="7688"/>
                </a:lnTo>
                <a:lnTo>
                  <a:pt x="942" y="7688"/>
                </a:lnTo>
                <a:lnTo>
                  <a:pt x="942" y="576"/>
                </a:lnTo>
                <a:lnTo>
                  <a:pt x="1238" y="576"/>
                </a:lnTo>
                <a:lnTo>
                  <a:pt x="123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118"/>
          <p:cNvSpPr/>
          <p:nvPr/>
        </p:nvSpPr>
        <p:spPr>
          <a:xfrm>
            <a:off x="5707638" y="2288300"/>
            <a:ext cx="30950" cy="207025"/>
          </a:xfrm>
          <a:custGeom>
            <a:avLst/>
            <a:gdLst/>
            <a:ahLst/>
            <a:cxnLst/>
            <a:rect l="l" t="t" r="r" b="b"/>
            <a:pathLst>
              <a:path w="1238" h="8281" extrusionOk="0">
                <a:moveTo>
                  <a:pt x="0" y="1"/>
                </a:moveTo>
                <a:lnTo>
                  <a:pt x="0" y="576"/>
                </a:lnTo>
                <a:lnTo>
                  <a:pt x="296" y="576"/>
                </a:lnTo>
                <a:lnTo>
                  <a:pt x="296" y="7688"/>
                </a:lnTo>
                <a:lnTo>
                  <a:pt x="0" y="7688"/>
                </a:lnTo>
                <a:lnTo>
                  <a:pt x="0" y="8280"/>
                </a:lnTo>
                <a:lnTo>
                  <a:pt x="1238" y="8280"/>
                </a:lnTo>
                <a:lnTo>
                  <a:pt x="1238" y="7688"/>
                </a:lnTo>
                <a:lnTo>
                  <a:pt x="872" y="7688"/>
                </a:lnTo>
                <a:lnTo>
                  <a:pt x="872" y="576"/>
                </a:lnTo>
                <a:lnTo>
                  <a:pt x="1238" y="576"/>
                </a:lnTo>
                <a:lnTo>
                  <a:pt x="123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118"/>
          <p:cNvSpPr/>
          <p:nvPr/>
        </p:nvSpPr>
        <p:spPr>
          <a:xfrm>
            <a:off x="5752938" y="2288300"/>
            <a:ext cx="30975" cy="207025"/>
          </a:xfrm>
          <a:custGeom>
            <a:avLst/>
            <a:gdLst/>
            <a:ahLst/>
            <a:cxnLst/>
            <a:rect l="l" t="t" r="r" b="b"/>
            <a:pathLst>
              <a:path w="1239" h="8281" extrusionOk="0">
                <a:moveTo>
                  <a:pt x="1" y="1"/>
                </a:moveTo>
                <a:lnTo>
                  <a:pt x="1" y="576"/>
                </a:lnTo>
                <a:lnTo>
                  <a:pt x="297" y="576"/>
                </a:lnTo>
                <a:lnTo>
                  <a:pt x="297" y="7688"/>
                </a:lnTo>
                <a:lnTo>
                  <a:pt x="1" y="7688"/>
                </a:lnTo>
                <a:lnTo>
                  <a:pt x="1" y="8280"/>
                </a:lnTo>
                <a:lnTo>
                  <a:pt x="1239" y="8280"/>
                </a:lnTo>
                <a:lnTo>
                  <a:pt x="1239" y="7688"/>
                </a:lnTo>
                <a:lnTo>
                  <a:pt x="960" y="7688"/>
                </a:lnTo>
                <a:lnTo>
                  <a:pt x="960" y="576"/>
                </a:lnTo>
                <a:lnTo>
                  <a:pt x="1239" y="576"/>
                </a:lnTo>
                <a:lnTo>
                  <a:pt x="123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118"/>
          <p:cNvSpPr/>
          <p:nvPr/>
        </p:nvSpPr>
        <p:spPr>
          <a:xfrm>
            <a:off x="5522413" y="2242550"/>
            <a:ext cx="309000" cy="14825"/>
          </a:xfrm>
          <a:custGeom>
            <a:avLst/>
            <a:gdLst/>
            <a:ahLst/>
            <a:cxnLst/>
            <a:rect l="l" t="t" r="r" b="b"/>
            <a:pathLst>
              <a:path w="12360" h="593" extrusionOk="0">
                <a:moveTo>
                  <a:pt x="1" y="0"/>
                </a:moveTo>
                <a:lnTo>
                  <a:pt x="1" y="593"/>
                </a:lnTo>
                <a:lnTo>
                  <a:pt x="12360" y="593"/>
                </a:lnTo>
                <a:lnTo>
                  <a:pt x="1236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118"/>
          <p:cNvSpPr/>
          <p:nvPr/>
        </p:nvSpPr>
        <p:spPr>
          <a:xfrm>
            <a:off x="5430038" y="2326225"/>
            <a:ext cx="99825" cy="16575"/>
          </a:xfrm>
          <a:custGeom>
            <a:avLst/>
            <a:gdLst/>
            <a:ahLst/>
            <a:cxnLst/>
            <a:rect l="l" t="t" r="r" b="b"/>
            <a:pathLst>
              <a:path w="3993" h="663" extrusionOk="0">
                <a:moveTo>
                  <a:pt x="0" y="0"/>
                </a:moveTo>
                <a:lnTo>
                  <a:pt x="0" y="662"/>
                </a:lnTo>
                <a:lnTo>
                  <a:pt x="3992" y="662"/>
                </a:lnTo>
                <a:lnTo>
                  <a:pt x="399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118"/>
          <p:cNvSpPr/>
          <p:nvPr/>
        </p:nvSpPr>
        <p:spPr>
          <a:xfrm>
            <a:off x="5498888" y="2026825"/>
            <a:ext cx="354325" cy="207025"/>
          </a:xfrm>
          <a:custGeom>
            <a:avLst/>
            <a:gdLst/>
            <a:ahLst/>
            <a:cxnLst/>
            <a:rect l="l" t="t" r="r" b="b"/>
            <a:pathLst>
              <a:path w="14173" h="8281" extrusionOk="0">
                <a:moveTo>
                  <a:pt x="7113" y="4934"/>
                </a:moveTo>
                <a:lnTo>
                  <a:pt x="13580" y="6973"/>
                </a:lnTo>
                <a:lnTo>
                  <a:pt x="13580" y="7688"/>
                </a:lnTo>
                <a:lnTo>
                  <a:pt x="663" y="7688"/>
                </a:lnTo>
                <a:lnTo>
                  <a:pt x="663" y="6973"/>
                </a:lnTo>
                <a:lnTo>
                  <a:pt x="7113" y="4934"/>
                </a:lnTo>
                <a:close/>
                <a:moveTo>
                  <a:pt x="6834" y="1"/>
                </a:moveTo>
                <a:lnTo>
                  <a:pt x="6834" y="4359"/>
                </a:lnTo>
                <a:lnTo>
                  <a:pt x="1" y="6538"/>
                </a:lnTo>
                <a:lnTo>
                  <a:pt x="1" y="8281"/>
                </a:lnTo>
                <a:lnTo>
                  <a:pt x="14172" y="8281"/>
                </a:lnTo>
                <a:lnTo>
                  <a:pt x="14172" y="6538"/>
                </a:lnTo>
                <a:lnTo>
                  <a:pt x="7409" y="4359"/>
                </a:lnTo>
                <a:lnTo>
                  <a:pt x="740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118"/>
          <p:cNvSpPr/>
          <p:nvPr/>
        </p:nvSpPr>
        <p:spPr>
          <a:xfrm>
            <a:off x="5691513" y="2026825"/>
            <a:ext cx="85425" cy="52325"/>
          </a:xfrm>
          <a:custGeom>
            <a:avLst/>
            <a:gdLst/>
            <a:ahLst/>
            <a:cxnLst/>
            <a:rect l="l" t="t" r="r" b="b"/>
            <a:pathLst>
              <a:path w="3417" h="2093" extrusionOk="0">
                <a:moveTo>
                  <a:pt x="0" y="1"/>
                </a:moveTo>
                <a:lnTo>
                  <a:pt x="0" y="576"/>
                </a:lnTo>
                <a:lnTo>
                  <a:pt x="2754" y="576"/>
                </a:lnTo>
                <a:lnTo>
                  <a:pt x="2754" y="1517"/>
                </a:lnTo>
                <a:lnTo>
                  <a:pt x="0" y="1517"/>
                </a:lnTo>
                <a:lnTo>
                  <a:pt x="0" y="2093"/>
                </a:lnTo>
                <a:lnTo>
                  <a:pt x="3417" y="2093"/>
                </a:lnTo>
                <a:lnTo>
                  <a:pt x="34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118"/>
          <p:cNvSpPr/>
          <p:nvPr/>
        </p:nvSpPr>
        <p:spPr>
          <a:xfrm>
            <a:off x="5729413" y="2048625"/>
            <a:ext cx="85450" cy="54500"/>
          </a:xfrm>
          <a:custGeom>
            <a:avLst/>
            <a:gdLst/>
            <a:ahLst/>
            <a:cxnLst/>
            <a:rect l="l" t="t" r="r" b="b"/>
            <a:pathLst>
              <a:path w="3418" h="2180" extrusionOk="0">
                <a:moveTo>
                  <a:pt x="2180" y="0"/>
                </a:moveTo>
                <a:lnTo>
                  <a:pt x="2180" y="645"/>
                </a:lnTo>
                <a:lnTo>
                  <a:pt x="2842" y="645"/>
                </a:lnTo>
                <a:lnTo>
                  <a:pt x="2842" y="1587"/>
                </a:lnTo>
                <a:lnTo>
                  <a:pt x="1" y="1587"/>
                </a:lnTo>
                <a:lnTo>
                  <a:pt x="1" y="2179"/>
                </a:lnTo>
                <a:lnTo>
                  <a:pt x="3417" y="2179"/>
                </a:lnTo>
                <a:lnTo>
                  <a:pt x="3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118"/>
          <p:cNvSpPr/>
          <p:nvPr/>
        </p:nvSpPr>
        <p:spPr>
          <a:xfrm>
            <a:off x="5669713" y="2181100"/>
            <a:ext cx="14400" cy="14400"/>
          </a:xfrm>
          <a:custGeom>
            <a:avLst/>
            <a:gdLst/>
            <a:ahLst/>
            <a:cxnLst/>
            <a:rect l="l" t="t" r="r" b="b"/>
            <a:pathLst>
              <a:path w="576" h="576" extrusionOk="0">
                <a:moveTo>
                  <a:pt x="1" y="1"/>
                </a:moveTo>
                <a:lnTo>
                  <a:pt x="1" y="576"/>
                </a:lnTo>
                <a:lnTo>
                  <a:pt x="576" y="576"/>
                </a:lnTo>
                <a:lnTo>
                  <a:pt x="57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118"/>
          <p:cNvSpPr/>
          <p:nvPr/>
        </p:nvSpPr>
        <p:spPr>
          <a:xfrm>
            <a:off x="5437013" y="2349750"/>
            <a:ext cx="85425" cy="14850"/>
          </a:xfrm>
          <a:custGeom>
            <a:avLst/>
            <a:gdLst/>
            <a:ahLst/>
            <a:cxnLst/>
            <a:rect l="l" t="t" r="r" b="b"/>
            <a:pathLst>
              <a:path w="3417" h="594" extrusionOk="0">
                <a:moveTo>
                  <a:pt x="0" y="0"/>
                </a:moveTo>
                <a:lnTo>
                  <a:pt x="0" y="593"/>
                </a:lnTo>
                <a:lnTo>
                  <a:pt x="3417" y="593"/>
                </a:lnTo>
                <a:lnTo>
                  <a:pt x="3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118"/>
          <p:cNvSpPr/>
          <p:nvPr/>
        </p:nvSpPr>
        <p:spPr>
          <a:xfrm>
            <a:off x="5437013" y="2426000"/>
            <a:ext cx="85425" cy="16600"/>
          </a:xfrm>
          <a:custGeom>
            <a:avLst/>
            <a:gdLst/>
            <a:ahLst/>
            <a:cxnLst/>
            <a:rect l="l" t="t" r="r" b="b"/>
            <a:pathLst>
              <a:path w="3417" h="664" extrusionOk="0">
                <a:moveTo>
                  <a:pt x="0" y="1"/>
                </a:moveTo>
                <a:lnTo>
                  <a:pt x="0" y="663"/>
                </a:lnTo>
                <a:lnTo>
                  <a:pt x="3417" y="663"/>
                </a:lnTo>
                <a:lnTo>
                  <a:pt x="3417" y="71"/>
                </a:lnTo>
                <a:lnTo>
                  <a:pt x="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118"/>
          <p:cNvSpPr/>
          <p:nvPr/>
        </p:nvSpPr>
        <p:spPr>
          <a:xfrm>
            <a:off x="5453563" y="2380675"/>
            <a:ext cx="14400" cy="30975"/>
          </a:xfrm>
          <a:custGeom>
            <a:avLst/>
            <a:gdLst/>
            <a:ahLst/>
            <a:cxnLst/>
            <a:rect l="l" t="t" r="r" b="b"/>
            <a:pathLst>
              <a:path w="576" h="1239" extrusionOk="0">
                <a:moveTo>
                  <a:pt x="1" y="1"/>
                </a:moveTo>
                <a:lnTo>
                  <a:pt x="1" y="1239"/>
                </a:lnTo>
                <a:lnTo>
                  <a:pt x="576" y="1239"/>
                </a:lnTo>
                <a:lnTo>
                  <a:pt x="57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118"/>
          <p:cNvSpPr/>
          <p:nvPr/>
        </p:nvSpPr>
        <p:spPr>
          <a:xfrm>
            <a:off x="5491488" y="2380675"/>
            <a:ext cx="14825" cy="30975"/>
          </a:xfrm>
          <a:custGeom>
            <a:avLst/>
            <a:gdLst/>
            <a:ahLst/>
            <a:cxnLst/>
            <a:rect l="l" t="t" r="r" b="b"/>
            <a:pathLst>
              <a:path w="593" h="1239" extrusionOk="0">
                <a:moveTo>
                  <a:pt x="0" y="1"/>
                </a:moveTo>
                <a:lnTo>
                  <a:pt x="0" y="1239"/>
                </a:lnTo>
                <a:lnTo>
                  <a:pt x="593" y="1239"/>
                </a:lnTo>
                <a:lnTo>
                  <a:pt x="59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118"/>
          <p:cNvSpPr/>
          <p:nvPr/>
        </p:nvSpPr>
        <p:spPr>
          <a:xfrm>
            <a:off x="5453563" y="2456950"/>
            <a:ext cx="14400" cy="30975"/>
          </a:xfrm>
          <a:custGeom>
            <a:avLst/>
            <a:gdLst/>
            <a:ahLst/>
            <a:cxnLst/>
            <a:rect l="l" t="t" r="r" b="b"/>
            <a:pathLst>
              <a:path w="576" h="1239" extrusionOk="0">
                <a:moveTo>
                  <a:pt x="1" y="0"/>
                </a:moveTo>
                <a:lnTo>
                  <a:pt x="1" y="1238"/>
                </a:lnTo>
                <a:lnTo>
                  <a:pt x="576" y="1238"/>
                </a:lnTo>
                <a:lnTo>
                  <a:pt x="57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118"/>
          <p:cNvSpPr/>
          <p:nvPr/>
        </p:nvSpPr>
        <p:spPr>
          <a:xfrm>
            <a:off x="5491488" y="2456950"/>
            <a:ext cx="14825" cy="30975"/>
          </a:xfrm>
          <a:custGeom>
            <a:avLst/>
            <a:gdLst/>
            <a:ahLst/>
            <a:cxnLst/>
            <a:rect l="l" t="t" r="r" b="b"/>
            <a:pathLst>
              <a:path w="593" h="1239" extrusionOk="0">
                <a:moveTo>
                  <a:pt x="0" y="0"/>
                </a:moveTo>
                <a:lnTo>
                  <a:pt x="0" y="1238"/>
                </a:lnTo>
                <a:lnTo>
                  <a:pt x="593" y="1238"/>
                </a:lnTo>
                <a:lnTo>
                  <a:pt x="5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118"/>
          <p:cNvSpPr/>
          <p:nvPr/>
        </p:nvSpPr>
        <p:spPr>
          <a:xfrm>
            <a:off x="5822238" y="2326225"/>
            <a:ext cx="101575" cy="16575"/>
          </a:xfrm>
          <a:custGeom>
            <a:avLst/>
            <a:gdLst/>
            <a:ahLst/>
            <a:cxnLst/>
            <a:rect l="l" t="t" r="r" b="b"/>
            <a:pathLst>
              <a:path w="4063" h="663" extrusionOk="0">
                <a:moveTo>
                  <a:pt x="1" y="0"/>
                </a:moveTo>
                <a:lnTo>
                  <a:pt x="1" y="662"/>
                </a:lnTo>
                <a:lnTo>
                  <a:pt x="4062" y="662"/>
                </a:lnTo>
                <a:lnTo>
                  <a:pt x="406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118"/>
          <p:cNvSpPr/>
          <p:nvPr/>
        </p:nvSpPr>
        <p:spPr>
          <a:xfrm>
            <a:off x="5831388" y="2349750"/>
            <a:ext cx="83250" cy="14850"/>
          </a:xfrm>
          <a:custGeom>
            <a:avLst/>
            <a:gdLst/>
            <a:ahLst/>
            <a:cxnLst/>
            <a:rect l="l" t="t" r="r" b="b"/>
            <a:pathLst>
              <a:path w="3330" h="594" extrusionOk="0">
                <a:moveTo>
                  <a:pt x="1" y="0"/>
                </a:moveTo>
                <a:lnTo>
                  <a:pt x="1" y="593"/>
                </a:lnTo>
                <a:lnTo>
                  <a:pt x="3330" y="593"/>
                </a:lnTo>
                <a:lnTo>
                  <a:pt x="333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118"/>
          <p:cNvSpPr/>
          <p:nvPr/>
        </p:nvSpPr>
        <p:spPr>
          <a:xfrm>
            <a:off x="5831388" y="2426000"/>
            <a:ext cx="83250" cy="16600"/>
          </a:xfrm>
          <a:custGeom>
            <a:avLst/>
            <a:gdLst/>
            <a:ahLst/>
            <a:cxnLst/>
            <a:rect l="l" t="t" r="r" b="b"/>
            <a:pathLst>
              <a:path w="3330" h="664" extrusionOk="0">
                <a:moveTo>
                  <a:pt x="1" y="1"/>
                </a:moveTo>
                <a:lnTo>
                  <a:pt x="1" y="663"/>
                </a:lnTo>
                <a:lnTo>
                  <a:pt x="3330" y="663"/>
                </a:lnTo>
                <a:lnTo>
                  <a:pt x="3330" y="71"/>
                </a:lnTo>
                <a:lnTo>
                  <a:pt x="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118"/>
          <p:cNvSpPr/>
          <p:nvPr/>
        </p:nvSpPr>
        <p:spPr>
          <a:xfrm>
            <a:off x="5845763" y="2380675"/>
            <a:ext cx="16150" cy="30975"/>
          </a:xfrm>
          <a:custGeom>
            <a:avLst/>
            <a:gdLst/>
            <a:ahLst/>
            <a:cxnLst/>
            <a:rect l="l" t="t" r="r" b="b"/>
            <a:pathLst>
              <a:path w="646" h="1239" extrusionOk="0">
                <a:moveTo>
                  <a:pt x="1" y="1"/>
                </a:moveTo>
                <a:lnTo>
                  <a:pt x="1" y="1239"/>
                </a:lnTo>
                <a:lnTo>
                  <a:pt x="646" y="1239"/>
                </a:lnTo>
                <a:lnTo>
                  <a:pt x="64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118"/>
          <p:cNvSpPr/>
          <p:nvPr/>
        </p:nvSpPr>
        <p:spPr>
          <a:xfrm>
            <a:off x="5883688" y="2380675"/>
            <a:ext cx="16575" cy="30975"/>
          </a:xfrm>
          <a:custGeom>
            <a:avLst/>
            <a:gdLst/>
            <a:ahLst/>
            <a:cxnLst/>
            <a:rect l="l" t="t" r="r" b="b"/>
            <a:pathLst>
              <a:path w="663" h="1239" extrusionOk="0">
                <a:moveTo>
                  <a:pt x="0" y="1"/>
                </a:moveTo>
                <a:lnTo>
                  <a:pt x="0" y="1239"/>
                </a:lnTo>
                <a:lnTo>
                  <a:pt x="663" y="1239"/>
                </a:lnTo>
                <a:lnTo>
                  <a:pt x="66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118"/>
          <p:cNvSpPr/>
          <p:nvPr/>
        </p:nvSpPr>
        <p:spPr>
          <a:xfrm>
            <a:off x="5845763" y="2456950"/>
            <a:ext cx="16150" cy="30975"/>
          </a:xfrm>
          <a:custGeom>
            <a:avLst/>
            <a:gdLst/>
            <a:ahLst/>
            <a:cxnLst/>
            <a:rect l="l" t="t" r="r" b="b"/>
            <a:pathLst>
              <a:path w="646" h="1239" extrusionOk="0">
                <a:moveTo>
                  <a:pt x="1" y="0"/>
                </a:moveTo>
                <a:lnTo>
                  <a:pt x="1" y="1238"/>
                </a:lnTo>
                <a:lnTo>
                  <a:pt x="646" y="1238"/>
                </a:lnTo>
                <a:lnTo>
                  <a:pt x="64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118"/>
          <p:cNvSpPr/>
          <p:nvPr/>
        </p:nvSpPr>
        <p:spPr>
          <a:xfrm>
            <a:off x="5883688" y="2456950"/>
            <a:ext cx="16575" cy="30975"/>
          </a:xfrm>
          <a:custGeom>
            <a:avLst/>
            <a:gdLst/>
            <a:ahLst/>
            <a:cxnLst/>
            <a:rect l="l" t="t" r="r" b="b"/>
            <a:pathLst>
              <a:path w="663" h="1239" extrusionOk="0">
                <a:moveTo>
                  <a:pt x="0" y="0"/>
                </a:moveTo>
                <a:lnTo>
                  <a:pt x="0" y="1238"/>
                </a:lnTo>
                <a:lnTo>
                  <a:pt x="663" y="1238"/>
                </a:lnTo>
                <a:lnTo>
                  <a:pt x="66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37" name="Google Shape;4737;p118"/>
          <p:cNvGrpSpPr/>
          <p:nvPr/>
        </p:nvGrpSpPr>
        <p:grpSpPr>
          <a:xfrm>
            <a:off x="5573413" y="2703475"/>
            <a:ext cx="207025" cy="493750"/>
            <a:chOff x="5573413" y="2608225"/>
            <a:chExt cx="207025" cy="493750"/>
          </a:xfrm>
        </p:grpSpPr>
        <p:sp>
          <p:nvSpPr>
            <p:cNvPr id="4738" name="Google Shape;4738;p118"/>
            <p:cNvSpPr/>
            <p:nvPr/>
          </p:nvSpPr>
          <p:spPr>
            <a:xfrm>
              <a:off x="5580813" y="2617375"/>
              <a:ext cx="190475" cy="326850"/>
            </a:xfrm>
            <a:custGeom>
              <a:avLst/>
              <a:gdLst/>
              <a:ahLst/>
              <a:cxnLst/>
              <a:rect l="l" t="t" r="r" b="b"/>
              <a:pathLst>
                <a:path w="7619" h="13074" extrusionOk="0">
                  <a:moveTo>
                    <a:pt x="3836" y="0"/>
                  </a:moveTo>
                  <a:cubicBezTo>
                    <a:pt x="1744" y="0"/>
                    <a:pt x="1" y="1674"/>
                    <a:pt x="1" y="3783"/>
                  </a:cubicBezTo>
                  <a:lnTo>
                    <a:pt x="1" y="13074"/>
                  </a:lnTo>
                  <a:lnTo>
                    <a:pt x="7618" y="13074"/>
                  </a:lnTo>
                  <a:lnTo>
                    <a:pt x="7618" y="3783"/>
                  </a:lnTo>
                  <a:cubicBezTo>
                    <a:pt x="7618" y="1674"/>
                    <a:pt x="5945" y="0"/>
                    <a:pt x="38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118"/>
            <p:cNvSpPr/>
            <p:nvPr/>
          </p:nvSpPr>
          <p:spPr>
            <a:xfrm>
              <a:off x="5580813" y="2944200"/>
              <a:ext cx="190475" cy="54500"/>
            </a:xfrm>
            <a:custGeom>
              <a:avLst/>
              <a:gdLst/>
              <a:ahLst/>
              <a:cxnLst/>
              <a:rect l="l" t="t" r="r" b="b"/>
              <a:pathLst>
                <a:path w="7619" h="2180" extrusionOk="0">
                  <a:moveTo>
                    <a:pt x="1" y="1"/>
                  </a:moveTo>
                  <a:lnTo>
                    <a:pt x="1" y="2180"/>
                  </a:lnTo>
                  <a:lnTo>
                    <a:pt x="7618" y="2180"/>
                  </a:lnTo>
                  <a:lnTo>
                    <a:pt x="761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118"/>
            <p:cNvSpPr/>
            <p:nvPr/>
          </p:nvSpPr>
          <p:spPr>
            <a:xfrm>
              <a:off x="5580813" y="2944200"/>
              <a:ext cx="56250" cy="54500"/>
            </a:xfrm>
            <a:custGeom>
              <a:avLst/>
              <a:gdLst/>
              <a:ahLst/>
              <a:cxnLst/>
              <a:rect l="l" t="t" r="r" b="b"/>
              <a:pathLst>
                <a:path w="2250" h="2180" extrusionOk="0">
                  <a:moveTo>
                    <a:pt x="1" y="1"/>
                  </a:moveTo>
                  <a:lnTo>
                    <a:pt x="1" y="2180"/>
                  </a:lnTo>
                  <a:lnTo>
                    <a:pt x="2249" y="2180"/>
                  </a:lnTo>
                  <a:lnTo>
                    <a:pt x="224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118"/>
            <p:cNvSpPr/>
            <p:nvPr/>
          </p:nvSpPr>
          <p:spPr>
            <a:xfrm>
              <a:off x="5573413" y="2935050"/>
              <a:ext cx="207025" cy="71075"/>
            </a:xfrm>
            <a:custGeom>
              <a:avLst/>
              <a:gdLst/>
              <a:ahLst/>
              <a:cxnLst/>
              <a:rect l="l" t="t" r="r" b="b"/>
              <a:pathLst>
                <a:path w="8281" h="2843" extrusionOk="0">
                  <a:moveTo>
                    <a:pt x="7618" y="663"/>
                  </a:moveTo>
                  <a:lnTo>
                    <a:pt x="7618" y="2249"/>
                  </a:lnTo>
                  <a:lnTo>
                    <a:pt x="576" y="2249"/>
                  </a:lnTo>
                  <a:lnTo>
                    <a:pt x="576" y="663"/>
                  </a:lnTo>
                  <a:close/>
                  <a:moveTo>
                    <a:pt x="0" y="1"/>
                  </a:moveTo>
                  <a:lnTo>
                    <a:pt x="0" y="2842"/>
                  </a:lnTo>
                  <a:lnTo>
                    <a:pt x="8280" y="2842"/>
                  </a:lnTo>
                  <a:lnTo>
                    <a:pt x="828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118"/>
            <p:cNvSpPr/>
            <p:nvPr/>
          </p:nvSpPr>
          <p:spPr>
            <a:xfrm>
              <a:off x="5587788" y="3023950"/>
              <a:ext cx="176075" cy="14850"/>
            </a:xfrm>
            <a:custGeom>
              <a:avLst/>
              <a:gdLst/>
              <a:ahLst/>
              <a:cxnLst/>
              <a:rect l="l" t="t" r="r" b="b"/>
              <a:pathLst>
                <a:path w="7043" h="594" extrusionOk="0">
                  <a:moveTo>
                    <a:pt x="1" y="1"/>
                  </a:moveTo>
                  <a:lnTo>
                    <a:pt x="1" y="593"/>
                  </a:lnTo>
                  <a:lnTo>
                    <a:pt x="7043" y="593"/>
                  </a:lnTo>
                  <a:lnTo>
                    <a:pt x="704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118"/>
            <p:cNvSpPr/>
            <p:nvPr/>
          </p:nvSpPr>
          <p:spPr>
            <a:xfrm>
              <a:off x="5587788" y="3054900"/>
              <a:ext cx="176075" cy="16575"/>
            </a:xfrm>
            <a:custGeom>
              <a:avLst/>
              <a:gdLst/>
              <a:ahLst/>
              <a:cxnLst/>
              <a:rect l="l" t="t" r="r" b="b"/>
              <a:pathLst>
                <a:path w="7043" h="663" extrusionOk="0">
                  <a:moveTo>
                    <a:pt x="1" y="0"/>
                  </a:moveTo>
                  <a:lnTo>
                    <a:pt x="1" y="663"/>
                  </a:lnTo>
                  <a:lnTo>
                    <a:pt x="7043" y="663"/>
                  </a:lnTo>
                  <a:lnTo>
                    <a:pt x="704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118"/>
            <p:cNvSpPr/>
            <p:nvPr/>
          </p:nvSpPr>
          <p:spPr>
            <a:xfrm>
              <a:off x="5620463" y="3087575"/>
              <a:ext cx="110725" cy="14400"/>
            </a:xfrm>
            <a:custGeom>
              <a:avLst/>
              <a:gdLst/>
              <a:ahLst/>
              <a:cxnLst/>
              <a:rect l="l" t="t" r="r" b="b"/>
              <a:pathLst>
                <a:path w="4429" h="576" extrusionOk="0">
                  <a:moveTo>
                    <a:pt x="1" y="1"/>
                  </a:moveTo>
                  <a:lnTo>
                    <a:pt x="1" y="576"/>
                  </a:lnTo>
                  <a:lnTo>
                    <a:pt x="4428" y="576"/>
                  </a:lnTo>
                  <a:lnTo>
                    <a:pt x="442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118"/>
            <p:cNvSpPr/>
            <p:nvPr/>
          </p:nvSpPr>
          <p:spPr>
            <a:xfrm>
              <a:off x="5573413" y="2608225"/>
              <a:ext cx="207025" cy="319450"/>
            </a:xfrm>
            <a:custGeom>
              <a:avLst/>
              <a:gdLst/>
              <a:ahLst/>
              <a:cxnLst/>
              <a:rect l="l" t="t" r="r" b="b"/>
              <a:pathLst>
                <a:path w="8281" h="12778" extrusionOk="0">
                  <a:moveTo>
                    <a:pt x="4132" y="0"/>
                  </a:moveTo>
                  <a:cubicBezTo>
                    <a:pt x="1813" y="0"/>
                    <a:pt x="0" y="1883"/>
                    <a:pt x="0" y="4149"/>
                  </a:cubicBezTo>
                  <a:lnTo>
                    <a:pt x="0" y="12777"/>
                  </a:lnTo>
                  <a:lnTo>
                    <a:pt x="576" y="12777"/>
                  </a:lnTo>
                  <a:lnTo>
                    <a:pt x="576" y="4149"/>
                  </a:lnTo>
                  <a:cubicBezTo>
                    <a:pt x="576" y="2249"/>
                    <a:pt x="2179" y="663"/>
                    <a:pt x="4132" y="663"/>
                  </a:cubicBezTo>
                  <a:cubicBezTo>
                    <a:pt x="6032" y="663"/>
                    <a:pt x="7618" y="2249"/>
                    <a:pt x="7618" y="4149"/>
                  </a:cubicBezTo>
                  <a:lnTo>
                    <a:pt x="7618" y="12777"/>
                  </a:lnTo>
                  <a:lnTo>
                    <a:pt x="8280" y="12777"/>
                  </a:lnTo>
                  <a:lnTo>
                    <a:pt x="8280" y="4149"/>
                  </a:lnTo>
                  <a:cubicBezTo>
                    <a:pt x="8280" y="1883"/>
                    <a:pt x="6398" y="0"/>
                    <a:pt x="413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118"/>
            <p:cNvSpPr/>
            <p:nvPr/>
          </p:nvSpPr>
          <p:spPr>
            <a:xfrm>
              <a:off x="5604338" y="2791675"/>
              <a:ext cx="23575" cy="136000"/>
            </a:xfrm>
            <a:custGeom>
              <a:avLst/>
              <a:gdLst/>
              <a:ahLst/>
              <a:cxnLst/>
              <a:rect l="l" t="t" r="r" b="b"/>
              <a:pathLst>
                <a:path w="943" h="5440" extrusionOk="0">
                  <a:moveTo>
                    <a:pt x="1" y="1"/>
                  </a:moveTo>
                  <a:lnTo>
                    <a:pt x="1" y="5439"/>
                  </a:lnTo>
                  <a:lnTo>
                    <a:pt x="646" y="5439"/>
                  </a:lnTo>
                  <a:lnTo>
                    <a:pt x="646" y="646"/>
                  </a:lnTo>
                  <a:lnTo>
                    <a:pt x="942" y="646"/>
                  </a:lnTo>
                  <a:lnTo>
                    <a:pt x="94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118"/>
            <p:cNvSpPr/>
            <p:nvPr/>
          </p:nvSpPr>
          <p:spPr>
            <a:xfrm>
              <a:off x="5724188" y="2791675"/>
              <a:ext cx="23550" cy="136000"/>
            </a:xfrm>
            <a:custGeom>
              <a:avLst/>
              <a:gdLst/>
              <a:ahLst/>
              <a:cxnLst/>
              <a:rect l="l" t="t" r="r" b="b"/>
              <a:pathLst>
                <a:path w="942" h="5440" extrusionOk="0">
                  <a:moveTo>
                    <a:pt x="1" y="1"/>
                  </a:moveTo>
                  <a:lnTo>
                    <a:pt x="1" y="646"/>
                  </a:lnTo>
                  <a:lnTo>
                    <a:pt x="367" y="646"/>
                  </a:lnTo>
                  <a:lnTo>
                    <a:pt x="367" y="5439"/>
                  </a:lnTo>
                  <a:lnTo>
                    <a:pt x="942" y="5439"/>
                  </a:lnTo>
                  <a:lnTo>
                    <a:pt x="94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118"/>
            <p:cNvSpPr/>
            <p:nvPr/>
          </p:nvSpPr>
          <p:spPr>
            <a:xfrm>
              <a:off x="5667963" y="2791675"/>
              <a:ext cx="16150" cy="16150"/>
            </a:xfrm>
            <a:custGeom>
              <a:avLst/>
              <a:gdLst/>
              <a:ahLst/>
              <a:cxnLst/>
              <a:rect l="l" t="t" r="r" b="b"/>
              <a:pathLst>
                <a:path w="646" h="646" extrusionOk="0">
                  <a:moveTo>
                    <a:pt x="1" y="1"/>
                  </a:moveTo>
                  <a:lnTo>
                    <a:pt x="1" y="646"/>
                  </a:lnTo>
                  <a:lnTo>
                    <a:pt x="646" y="646"/>
                  </a:lnTo>
                  <a:lnTo>
                    <a:pt x="64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118"/>
            <p:cNvSpPr/>
            <p:nvPr/>
          </p:nvSpPr>
          <p:spPr>
            <a:xfrm>
              <a:off x="5637038" y="2791675"/>
              <a:ext cx="16150" cy="16150"/>
            </a:xfrm>
            <a:custGeom>
              <a:avLst/>
              <a:gdLst/>
              <a:ahLst/>
              <a:cxnLst/>
              <a:rect l="l" t="t" r="r" b="b"/>
              <a:pathLst>
                <a:path w="646" h="646" extrusionOk="0">
                  <a:moveTo>
                    <a:pt x="0" y="1"/>
                  </a:moveTo>
                  <a:lnTo>
                    <a:pt x="0" y="646"/>
                  </a:lnTo>
                  <a:lnTo>
                    <a:pt x="645" y="646"/>
                  </a:lnTo>
                  <a:lnTo>
                    <a:pt x="64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118"/>
            <p:cNvSpPr/>
            <p:nvPr/>
          </p:nvSpPr>
          <p:spPr>
            <a:xfrm>
              <a:off x="5700663" y="2791675"/>
              <a:ext cx="16150" cy="16150"/>
            </a:xfrm>
            <a:custGeom>
              <a:avLst/>
              <a:gdLst/>
              <a:ahLst/>
              <a:cxnLst/>
              <a:rect l="l" t="t" r="r" b="b"/>
              <a:pathLst>
                <a:path w="646" h="646" extrusionOk="0">
                  <a:moveTo>
                    <a:pt x="0" y="1"/>
                  </a:moveTo>
                  <a:lnTo>
                    <a:pt x="0" y="646"/>
                  </a:lnTo>
                  <a:lnTo>
                    <a:pt x="645" y="646"/>
                  </a:lnTo>
                  <a:lnTo>
                    <a:pt x="64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118"/>
            <p:cNvSpPr/>
            <p:nvPr/>
          </p:nvSpPr>
          <p:spPr>
            <a:xfrm>
              <a:off x="5676688" y="2648325"/>
              <a:ext cx="63650" cy="63650"/>
            </a:xfrm>
            <a:custGeom>
              <a:avLst/>
              <a:gdLst/>
              <a:ahLst/>
              <a:cxnLst/>
              <a:rect l="l" t="t" r="r" b="b"/>
              <a:pathLst>
                <a:path w="2546" h="2546" extrusionOk="0">
                  <a:moveTo>
                    <a:pt x="1" y="0"/>
                  </a:moveTo>
                  <a:lnTo>
                    <a:pt x="1" y="645"/>
                  </a:lnTo>
                  <a:cubicBezTo>
                    <a:pt x="1029" y="645"/>
                    <a:pt x="1901" y="1517"/>
                    <a:pt x="1901" y="2545"/>
                  </a:cubicBezTo>
                  <a:lnTo>
                    <a:pt x="2545" y="2545"/>
                  </a:lnTo>
                  <a:cubicBezTo>
                    <a:pt x="2545" y="1151"/>
                    <a:pt x="1395" y="0"/>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118"/>
            <p:cNvSpPr/>
            <p:nvPr/>
          </p:nvSpPr>
          <p:spPr>
            <a:xfrm>
              <a:off x="5724188" y="2728050"/>
              <a:ext cx="16150" cy="16600"/>
            </a:xfrm>
            <a:custGeom>
              <a:avLst/>
              <a:gdLst/>
              <a:ahLst/>
              <a:cxnLst/>
              <a:rect l="l" t="t" r="r" b="b"/>
              <a:pathLst>
                <a:path w="646" h="664" extrusionOk="0">
                  <a:moveTo>
                    <a:pt x="1" y="1"/>
                  </a:moveTo>
                  <a:lnTo>
                    <a:pt x="1" y="663"/>
                  </a:lnTo>
                  <a:lnTo>
                    <a:pt x="645" y="663"/>
                  </a:lnTo>
                  <a:lnTo>
                    <a:pt x="64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3" name="Google Shape;4753;p118"/>
          <p:cNvGrpSpPr/>
          <p:nvPr/>
        </p:nvGrpSpPr>
        <p:grpSpPr>
          <a:xfrm>
            <a:off x="5522413" y="4060675"/>
            <a:ext cx="309000" cy="494200"/>
            <a:chOff x="5522413" y="4060675"/>
            <a:chExt cx="309000" cy="494200"/>
          </a:xfrm>
        </p:grpSpPr>
        <p:sp>
          <p:nvSpPr>
            <p:cNvPr id="4754" name="Google Shape;4754;p118"/>
            <p:cNvSpPr/>
            <p:nvPr/>
          </p:nvSpPr>
          <p:spPr>
            <a:xfrm>
              <a:off x="5529838" y="4492950"/>
              <a:ext cx="292425" cy="61925"/>
            </a:xfrm>
            <a:custGeom>
              <a:avLst/>
              <a:gdLst/>
              <a:ahLst/>
              <a:cxnLst/>
              <a:rect l="l" t="t" r="r" b="b"/>
              <a:pathLst>
                <a:path w="11697" h="2477" extrusionOk="0">
                  <a:moveTo>
                    <a:pt x="2319" y="1"/>
                  </a:moveTo>
                  <a:cubicBezTo>
                    <a:pt x="1011" y="1"/>
                    <a:pt x="0" y="1012"/>
                    <a:pt x="0" y="2250"/>
                  </a:cubicBezTo>
                  <a:lnTo>
                    <a:pt x="0" y="2476"/>
                  </a:lnTo>
                  <a:lnTo>
                    <a:pt x="11697" y="2476"/>
                  </a:lnTo>
                  <a:lnTo>
                    <a:pt x="11697" y="2319"/>
                  </a:lnTo>
                  <a:cubicBezTo>
                    <a:pt x="11697" y="1012"/>
                    <a:pt x="10668" y="1"/>
                    <a:pt x="93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118"/>
            <p:cNvSpPr/>
            <p:nvPr/>
          </p:nvSpPr>
          <p:spPr>
            <a:xfrm>
              <a:off x="5615238" y="4462025"/>
              <a:ext cx="123350" cy="54500"/>
            </a:xfrm>
            <a:custGeom>
              <a:avLst/>
              <a:gdLst/>
              <a:ahLst/>
              <a:cxnLst/>
              <a:rect l="l" t="t" r="r" b="b"/>
              <a:pathLst>
                <a:path w="4934" h="2180" extrusionOk="0">
                  <a:moveTo>
                    <a:pt x="280" y="0"/>
                  </a:moveTo>
                  <a:lnTo>
                    <a:pt x="1" y="297"/>
                  </a:lnTo>
                  <a:lnTo>
                    <a:pt x="1" y="1238"/>
                  </a:lnTo>
                  <a:lnTo>
                    <a:pt x="2755" y="2179"/>
                  </a:lnTo>
                  <a:lnTo>
                    <a:pt x="4934" y="1238"/>
                  </a:lnTo>
                  <a:lnTo>
                    <a:pt x="4934" y="297"/>
                  </a:lnTo>
                  <a:lnTo>
                    <a:pt x="456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118"/>
            <p:cNvSpPr/>
            <p:nvPr/>
          </p:nvSpPr>
          <p:spPr>
            <a:xfrm>
              <a:off x="5529838" y="4492950"/>
              <a:ext cx="154275" cy="61925"/>
            </a:xfrm>
            <a:custGeom>
              <a:avLst/>
              <a:gdLst/>
              <a:ahLst/>
              <a:cxnLst/>
              <a:rect l="l" t="t" r="r" b="b"/>
              <a:pathLst>
                <a:path w="6171" h="2477" extrusionOk="0">
                  <a:moveTo>
                    <a:pt x="2319" y="1"/>
                  </a:moveTo>
                  <a:cubicBezTo>
                    <a:pt x="1011" y="1"/>
                    <a:pt x="0" y="1012"/>
                    <a:pt x="0" y="2250"/>
                  </a:cubicBezTo>
                  <a:lnTo>
                    <a:pt x="0" y="2476"/>
                  </a:lnTo>
                  <a:lnTo>
                    <a:pt x="6171" y="2476"/>
                  </a:lnTo>
                  <a:lnTo>
                    <a:pt x="6171" y="2319"/>
                  </a:lnTo>
                  <a:cubicBezTo>
                    <a:pt x="6171" y="1012"/>
                    <a:pt x="5160" y="1"/>
                    <a:pt x="38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118"/>
            <p:cNvSpPr/>
            <p:nvPr/>
          </p:nvSpPr>
          <p:spPr>
            <a:xfrm>
              <a:off x="5776913" y="4245875"/>
              <a:ext cx="45350" cy="45775"/>
            </a:xfrm>
            <a:custGeom>
              <a:avLst/>
              <a:gdLst/>
              <a:ahLst/>
              <a:cxnLst/>
              <a:rect l="l" t="t" r="r" b="b"/>
              <a:pathLst>
                <a:path w="1814" h="1831" extrusionOk="0">
                  <a:moveTo>
                    <a:pt x="942" y="0"/>
                  </a:moveTo>
                  <a:cubicBezTo>
                    <a:pt x="436" y="0"/>
                    <a:pt x="1" y="436"/>
                    <a:pt x="1" y="959"/>
                  </a:cubicBezTo>
                  <a:cubicBezTo>
                    <a:pt x="1" y="1465"/>
                    <a:pt x="436" y="1831"/>
                    <a:pt x="942" y="1831"/>
                  </a:cubicBezTo>
                  <a:cubicBezTo>
                    <a:pt x="1447" y="1831"/>
                    <a:pt x="1814" y="1465"/>
                    <a:pt x="1814" y="959"/>
                  </a:cubicBezTo>
                  <a:cubicBezTo>
                    <a:pt x="1814" y="436"/>
                    <a:pt x="1447" y="0"/>
                    <a:pt x="94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118"/>
            <p:cNvSpPr/>
            <p:nvPr/>
          </p:nvSpPr>
          <p:spPr>
            <a:xfrm>
              <a:off x="5529838" y="4245875"/>
              <a:ext cx="47075" cy="45775"/>
            </a:xfrm>
            <a:custGeom>
              <a:avLst/>
              <a:gdLst/>
              <a:ahLst/>
              <a:cxnLst/>
              <a:rect l="l" t="t" r="r" b="b"/>
              <a:pathLst>
                <a:path w="1883" h="1831" extrusionOk="0">
                  <a:moveTo>
                    <a:pt x="941" y="0"/>
                  </a:moveTo>
                  <a:cubicBezTo>
                    <a:pt x="436" y="0"/>
                    <a:pt x="0" y="436"/>
                    <a:pt x="0" y="959"/>
                  </a:cubicBezTo>
                  <a:cubicBezTo>
                    <a:pt x="0" y="1465"/>
                    <a:pt x="436" y="1831"/>
                    <a:pt x="941" y="1831"/>
                  </a:cubicBezTo>
                  <a:cubicBezTo>
                    <a:pt x="1447" y="1831"/>
                    <a:pt x="1883" y="1465"/>
                    <a:pt x="1883" y="959"/>
                  </a:cubicBezTo>
                  <a:cubicBezTo>
                    <a:pt x="1883" y="436"/>
                    <a:pt x="1447" y="0"/>
                    <a:pt x="94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118"/>
            <p:cNvSpPr/>
            <p:nvPr/>
          </p:nvSpPr>
          <p:spPr>
            <a:xfrm>
              <a:off x="5567738" y="4184425"/>
              <a:ext cx="216175" cy="277625"/>
            </a:xfrm>
            <a:custGeom>
              <a:avLst/>
              <a:gdLst/>
              <a:ahLst/>
              <a:cxnLst/>
              <a:rect l="l" t="t" r="r" b="b"/>
              <a:pathLst>
                <a:path w="8647" h="11105" extrusionOk="0">
                  <a:moveTo>
                    <a:pt x="1" y="1"/>
                  </a:moveTo>
                  <a:lnTo>
                    <a:pt x="1" y="9658"/>
                  </a:lnTo>
                  <a:cubicBezTo>
                    <a:pt x="1" y="10459"/>
                    <a:pt x="663" y="11104"/>
                    <a:pt x="1465" y="11104"/>
                  </a:cubicBezTo>
                  <a:lnTo>
                    <a:pt x="7270" y="11104"/>
                  </a:lnTo>
                  <a:cubicBezTo>
                    <a:pt x="8002" y="11104"/>
                    <a:pt x="8647" y="10459"/>
                    <a:pt x="8647" y="9658"/>
                  </a:cubicBezTo>
                  <a:lnTo>
                    <a:pt x="864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118"/>
            <p:cNvSpPr/>
            <p:nvPr/>
          </p:nvSpPr>
          <p:spPr>
            <a:xfrm>
              <a:off x="5567738" y="4253275"/>
              <a:ext cx="85450" cy="38375"/>
            </a:xfrm>
            <a:custGeom>
              <a:avLst/>
              <a:gdLst/>
              <a:ahLst/>
              <a:cxnLst/>
              <a:rect l="l" t="t" r="r" b="b"/>
              <a:pathLst>
                <a:path w="3418" h="1535" extrusionOk="0">
                  <a:moveTo>
                    <a:pt x="1" y="1"/>
                  </a:moveTo>
                  <a:lnTo>
                    <a:pt x="1" y="1535"/>
                  </a:lnTo>
                  <a:lnTo>
                    <a:pt x="3417" y="1535"/>
                  </a:lnTo>
                  <a:lnTo>
                    <a:pt x="341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118"/>
            <p:cNvSpPr/>
            <p:nvPr/>
          </p:nvSpPr>
          <p:spPr>
            <a:xfrm>
              <a:off x="5698488" y="4253275"/>
              <a:ext cx="85425" cy="38375"/>
            </a:xfrm>
            <a:custGeom>
              <a:avLst/>
              <a:gdLst/>
              <a:ahLst/>
              <a:cxnLst/>
              <a:rect l="l" t="t" r="r" b="b"/>
              <a:pathLst>
                <a:path w="3417" h="1535" extrusionOk="0">
                  <a:moveTo>
                    <a:pt x="0" y="1"/>
                  </a:moveTo>
                  <a:lnTo>
                    <a:pt x="0" y="1535"/>
                  </a:lnTo>
                  <a:lnTo>
                    <a:pt x="3417" y="1535"/>
                  </a:lnTo>
                  <a:lnTo>
                    <a:pt x="341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118"/>
            <p:cNvSpPr/>
            <p:nvPr/>
          </p:nvSpPr>
          <p:spPr>
            <a:xfrm>
              <a:off x="5567738" y="4384025"/>
              <a:ext cx="216175" cy="78025"/>
            </a:xfrm>
            <a:custGeom>
              <a:avLst/>
              <a:gdLst/>
              <a:ahLst/>
              <a:cxnLst/>
              <a:rect l="l" t="t" r="r" b="b"/>
              <a:pathLst>
                <a:path w="8647" h="3121" extrusionOk="0">
                  <a:moveTo>
                    <a:pt x="1" y="0"/>
                  </a:moveTo>
                  <a:lnTo>
                    <a:pt x="1" y="1168"/>
                  </a:lnTo>
                  <a:cubicBezTo>
                    <a:pt x="1" y="2249"/>
                    <a:pt x="872" y="3120"/>
                    <a:pt x="1970" y="3120"/>
                  </a:cubicBezTo>
                  <a:lnTo>
                    <a:pt x="7200" y="3120"/>
                  </a:lnTo>
                  <a:cubicBezTo>
                    <a:pt x="8002" y="3120"/>
                    <a:pt x="8647" y="2475"/>
                    <a:pt x="8647" y="1604"/>
                  </a:cubicBezTo>
                  <a:lnTo>
                    <a:pt x="864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118"/>
            <p:cNvSpPr/>
            <p:nvPr/>
          </p:nvSpPr>
          <p:spPr>
            <a:xfrm>
              <a:off x="5646188" y="4291625"/>
              <a:ext cx="61475" cy="54500"/>
            </a:xfrm>
            <a:custGeom>
              <a:avLst/>
              <a:gdLst/>
              <a:ahLst/>
              <a:cxnLst/>
              <a:rect l="l" t="t" r="r" b="b"/>
              <a:pathLst>
                <a:path w="2459" h="2180" extrusionOk="0">
                  <a:moveTo>
                    <a:pt x="0" y="1"/>
                  </a:moveTo>
                  <a:lnTo>
                    <a:pt x="0" y="1587"/>
                  </a:lnTo>
                  <a:lnTo>
                    <a:pt x="576" y="1587"/>
                  </a:lnTo>
                  <a:lnTo>
                    <a:pt x="576" y="2180"/>
                  </a:lnTo>
                  <a:lnTo>
                    <a:pt x="1813" y="2180"/>
                  </a:lnTo>
                  <a:lnTo>
                    <a:pt x="1813" y="1587"/>
                  </a:lnTo>
                  <a:lnTo>
                    <a:pt x="2458" y="1587"/>
                  </a:lnTo>
                  <a:lnTo>
                    <a:pt x="245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118"/>
            <p:cNvSpPr/>
            <p:nvPr/>
          </p:nvSpPr>
          <p:spPr>
            <a:xfrm>
              <a:off x="5537238" y="4068075"/>
              <a:ext cx="246675" cy="123350"/>
            </a:xfrm>
            <a:custGeom>
              <a:avLst/>
              <a:gdLst/>
              <a:ahLst/>
              <a:cxnLst/>
              <a:rect l="l" t="t" r="r" b="b"/>
              <a:pathLst>
                <a:path w="9867" h="4934" extrusionOk="0">
                  <a:moveTo>
                    <a:pt x="1" y="1"/>
                  </a:moveTo>
                  <a:lnTo>
                    <a:pt x="1" y="2842"/>
                  </a:lnTo>
                  <a:cubicBezTo>
                    <a:pt x="1" y="3992"/>
                    <a:pt x="942" y="4934"/>
                    <a:pt x="2092" y="4934"/>
                  </a:cubicBezTo>
                  <a:lnTo>
                    <a:pt x="9867" y="4934"/>
                  </a:lnTo>
                  <a:lnTo>
                    <a:pt x="9867" y="2110"/>
                  </a:lnTo>
                  <a:cubicBezTo>
                    <a:pt x="9867" y="942"/>
                    <a:pt x="8925" y="1"/>
                    <a:pt x="77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118"/>
            <p:cNvSpPr/>
            <p:nvPr/>
          </p:nvSpPr>
          <p:spPr>
            <a:xfrm>
              <a:off x="5537238" y="4068075"/>
              <a:ext cx="92400" cy="123350"/>
            </a:xfrm>
            <a:custGeom>
              <a:avLst/>
              <a:gdLst/>
              <a:ahLst/>
              <a:cxnLst/>
              <a:rect l="l" t="t" r="r" b="b"/>
              <a:pathLst>
                <a:path w="3696" h="4934" extrusionOk="0">
                  <a:moveTo>
                    <a:pt x="1" y="1"/>
                  </a:moveTo>
                  <a:lnTo>
                    <a:pt x="1" y="2981"/>
                  </a:lnTo>
                  <a:cubicBezTo>
                    <a:pt x="1" y="4062"/>
                    <a:pt x="872" y="4934"/>
                    <a:pt x="1953" y="4934"/>
                  </a:cubicBezTo>
                  <a:lnTo>
                    <a:pt x="3696" y="4934"/>
                  </a:lnTo>
                  <a:lnTo>
                    <a:pt x="3696" y="1813"/>
                  </a:lnTo>
                  <a:cubicBezTo>
                    <a:pt x="3696" y="872"/>
                    <a:pt x="2894" y="1"/>
                    <a:pt x="18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118"/>
            <p:cNvSpPr/>
            <p:nvPr/>
          </p:nvSpPr>
          <p:spPr>
            <a:xfrm>
              <a:off x="5560763" y="4245875"/>
              <a:ext cx="99825" cy="54500"/>
            </a:xfrm>
            <a:custGeom>
              <a:avLst/>
              <a:gdLst/>
              <a:ahLst/>
              <a:cxnLst/>
              <a:rect l="l" t="t" r="r" b="b"/>
              <a:pathLst>
                <a:path w="3993" h="2180" extrusionOk="0">
                  <a:moveTo>
                    <a:pt x="3417" y="593"/>
                  </a:moveTo>
                  <a:lnTo>
                    <a:pt x="3417" y="1534"/>
                  </a:lnTo>
                  <a:lnTo>
                    <a:pt x="576" y="1534"/>
                  </a:lnTo>
                  <a:lnTo>
                    <a:pt x="576" y="593"/>
                  </a:lnTo>
                  <a:close/>
                  <a:moveTo>
                    <a:pt x="1" y="0"/>
                  </a:moveTo>
                  <a:lnTo>
                    <a:pt x="1" y="2179"/>
                  </a:lnTo>
                  <a:lnTo>
                    <a:pt x="3993" y="2179"/>
                  </a:lnTo>
                  <a:lnTo>
                    <a:pt x="399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118"/>
            <p:cNvSpPr/>
            <p:nvPr/>
          </p:nvSpPr>
          <p:spPr>
            <a:xfrm>
              <a:off x="5691513" y="4245875"/>
              <a:ext cx="99800" cy="54500"/>
            </a:xfrm>
            <a:custGeom>
              <a:avLst/>
              <a:gdLst/>
              <a:ahLst/>
              <a:cxnLst/>
              <a:rect l="l" t="t" r="r" b="b"/>
              <a:pathLst>
                <a:path w="3992" h="2180" extrusionOk="0">
                  <a:moveTo>
                    <a:pt x="3417" y="593"/>
                  </a:moveTo>
                  <a:lnTo>
                    <a:pt x="3417" y="1534"/>
                  </a:lnTo>
                  <a:lnTo>
                    <a:pt x="645" y="1534"/>
                  </a:lnTo>
                  <a:lnTo>
                    <a:pt x="645" y="593"/>
                  </a:lnTo>
                  <a:close/>
                  <a:moveTo>
                    <a:pt x="0" y="0"/>
                  </a:moveTo>
                  <a:lnTo>
                    <a:pt x="0" y="2179"/>
                  </a:lnTo>
                  <a:lnTo>
                    <a:pt x="3992" y="2179"/>
                  </a:lnTo>
                  <a:lnTo>
                    <a:pt x="399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118"/>
            <p:cNvSpPr/>
            <p:nvPr/>
          </p:nvSpPr>
          <p:spPr>
            <a:xfrm>
              <a:off x="5591713" y="4222350"/>
              <a:ext cx="68875" cy="16575"/>
            </a:xfrm>
            <a:custGeom>
              <a:avLst/>
              <a:gdLst/>
              <a:ahLst/>
              <a:cxnLst/>
              <a:rect l="l" t="t" r="r" b="b"/>
              <a:pathLst>
                <a:path w="2755" h="663" extrusionOk="0">
                  <a:moveTo>
                    <a:pt x="0" y="0"/>
                  </a:moveTo>
                  <a:lnTo>
                    <a:pt x="0" y="663"/>
                  </a:lnTo>
                  <a:lnTo>
                    <a:pt x="2755" y="663"/>
                  </a:lnTo>
                  <a:lnTo>
                    <a:pt x="275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118"/>
            <p:cNvSpPr/>
            <p:nvPr/>
          </p:nvSpPr>
          <p:spPr>
            <a:xfrm>
              <a:off x="5691513" y="4222350"/>
              <a:ext cx="68875" cy="16575"/>
            </a:xfrm>
            <a:custGeom>
              <a:avLst/>
              <a:gdLst/>
              <a:ahLst/>
              <a:cxnLst/>
              <a:rect l="l" t="t" r="r" b="b"/>
              <a:pathLst>
                <a:path w="2755" h="663" extrusionOk="0">
                  <a:moveTo>
                    <a:pt x="0" y="0"/>
                  </a:moveTo>
                  <a:lnTo>
                    <a:pt x="0" y="663"/>
                  </a:lnTo>
                  <a:lnTo>
                    <a:pt x="2754" y="663"/>
                  </a:lnTo>
                  <a:lnTo>
                    <a:pt x="275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118"/>
            <p:cNvSpPr/>
            <p:nvPr/>
          </p:nvSpPr>
          <p:spPr>
            <a:xfrm>
              <a:off x="5667963" y="4262425"/>
              <a:ext cx="16150" cy="14425"/>
            </a:xfrm>
            <a:custGeom>
              <a:avLst/>
              <a:gdLst/>
              <a:ahLst/>
              <a:cxnLst/>
              <a:rect l="l" t="t" r="r" b="b"/>
              <a:pathLst>
                <a:path w="646" h="577" extrusionOk="0">
                  <a:moveTo>
                    <a:pt x="1" y="1"/>
                  </a:moveTo>
                  <a:lnTo>
                    <a:pt x="1" y="576"/>
                  </a:lnTo>
                  <a:lnTo>
                    <a:pt x="646" y="576"/>
                  </a:lnTo>
                  <a:lnTo>
                    <a:pt x="64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118"/>
            <p:cNvSpPr/>
            <p:nvPr/>
          </p:nvSpPr>
          <p:spPr>
            <a:xfrm>
              <a:off x="5638788" y="4315175"/>
              <a:ext cx="76275" cy="37925"/>
            </a:xfrm>
            <a:custGeom>
              <a:avLst/>
              <a:gdLst/>
              <a:ahLst/>
              <a:cxnLst/>
              <a:rect l="l" t="t" r="r" b="b"/>
              <a:pathLst>
                <a:path w="3051" h="1517" extrusionOk="0">
                  <a:moveTo>
                    <a:pt x="0" y="0"/>
                  </a:moveTo>
                  <a:lnTo>
                    <a:pt x="0" y="941"/>
                  </a:lnTo>
                  <a:lnTo>
                    <a:pt x="575" y="941"/>
                  </a:lnTo>
                  <a:lnTo>
                    <a:pt x="575" y="1517"/>
                  </a:lnTo>
                  <a:lnTo>
                    <a:pt x="2388" y="1517"/>
                  </a:lnTo>
                  <a:lnTo>
                    <a:pt x="2388" y="941"/>
                  </a:lnTo>
                  <a:lnTo>
                    <a:pt x="3050" y="941"/>
                  </a:lnTo>
                  <a:lnTo>
                    <a:pt x="3050" y="0"/>
                  </a:lnTo>
                  <a:lnTo>
                    <a:pt x="2475" y="0"/>
                  </a:lnTo>
                  <a:lnTo>
                    <a:pt x="2475" y="279"/>
                  </a:lnTo>
                  <a:lnTo>
                    <a:pt x="1813" y="279"/>
                  </a:lnTo>
                  <a:lnTo>
                    <a:pt x="1813" y="941"/>
                  </a:lnTo>
                  <a:lnTo>
                    <a:pt x="1168" y="941"/>
                  </a:lnTo>
                  <a:lnTo>
                    <a:pt x="1168" y="279"/>
                  </a:lnTo>
                  <a:lnTo>
                    <a:pt x="575" y="279"/>
                  </a:lnTo>
                  <a:lnTo>
                    <a:pt x="57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118"/>
            <p:cNvSpPr/>
            <p:nvPr/>
          </p:nvSpPr>
          <p:spPr>
            <a:xfrm>
              <a:off x="5560763" y="4207950"/>
              <a:ext cx="14425" cy="30975"/>
            </a:xfrm>
            <a:custGeom>
              <a:avLst/>
              <a:gdLst/>
              <a:ahLst/>
              <a:cxnLst/>
              <a:rect l="l" t="t" r="r" b="b"/>
              <a:pathLst>
                <a:path w="577" h="1239" extrusionOk="0">
                  <a:moveTo>
                    <a:pt x="1" y="1"/>
                  </a:moveTo>
                  <a:lnTo>
                    <a:pt x="1" y="1239"/>
                  </a:lnTo>
                  <a:lnTo>
                    <a:pt x="576" y="1239"/>
                  </a:lnTo>
                  <a:lnTo>
                    <a:pt x="57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118"/>
            <p:cNvSpPr/>
            <p:nvPr/>
          </p:nvSpPr>
          <p:spPr>
            <a:xfrm>
              <a:off x="5776913" y="4207950"/>
              <a:ext cx="14400" cy="30975"/>
            </a:xfrm>
            <a:custGeom>
              <a:avLst/>
              <a:gdLst/>
              <a:ahLst/>
              <a:cxnLst/>
              <a:rect l="l" t="t" r="r" b="b"/>
              <a:pathLst>
                <a:path w="576" h="1239" extrusionOk="0">
                  <a:moveTo>
                    <a:pt x="1" y="1"/>
                  </a:moveTo>
                  <a:lnTo>
                    <a:pt x="1" y="1239"/>
                  </a:lnTo>
                  <a:lnTo>
                    <a:pt x="576" y="1239"/>
                  </a:lnTo>
                  <a:lnTo>
                    <a:pt x="57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118"/>
            <p:cNvSpPr/>
            <p:nvPr/>
          </p:nvSpPr>
          <p:spPr>
            <a:xfrm>
              <a:off x="5800438" y="4238900"/>
              <a:ext cx="30975" cy="61475"/>
            </a:xfrm>
            <a:custGeom>
              <a:avLst/>
              <a:gdLst/>
              <a:ahLst/>
              <a:cxnLst/>
              <a:rect l="l" t="t" r="r" b="b"/>
              <a:pathLst>
                <a:path w="1239" h="2459" extrusionOk="0">
                  <a:moveTo>
                    <a:pt x="1" y="1"/>
                  </a:moveTo>
                  <a:lnTo>
                    <a:pt x="1" y="576"/>
                  </a:lnTo>
                  <a:cubicBezTo>
                    <a:pt x="280" y="576"/>
                    <a:pt x="576" y="872"/>
                    <a:pt x="576" y="1238"/>
                  </a:cubicBezTo>
                  <a:cubicBezTo>
                    <a:pt x="576" y="1517"/>
                    <a:pt x="280" y="1813"/>
                    <a:pt x="1" y="1813"/>
                  </a:cubicBezTo>
                  <a:lnTo>
                    <a:pt x="1" y="2458"/>
                  </a:lnTo>
                  <a:cubicBezTo>
                    <a:pt x="646" y="2458"/>
                    <a:pt x="1239" y="1883"/>
                    <a:pt x="1239" y="1238"/>
                  </a:cubicBezTo>
                  <a:cubicBezTo>
                    <a:pt x="1239" y="506"/>
                    <a:pt x="646"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118"/>
            <p:cNvSpPr/>
            <p:nvPr/>
          </p:nvSpPr>
          <p:spPr>
            <a:xfrm>
              <a:off x="5522413" y="4238900"/>
              <a:ext cx="30975" cy="61475"/>
            </a:xfrm>
            <a:custGeom>
              <a:avLst/>
              <a:gdLst/>
              <a:ahLst/>
              <a:cxnLst/>
              <a:rect l="l" t="t" r="r" b="b"/>
              <a:pathLst>
                <a:path w="1239" h="2459" extrusionOk="0">
                  <a:moveTo>
                    <a:pt x="1238" y="1"/>
                  </a:moveTo>
                  <a:cubicBezTo>
                    <a:pt x="506" y="1"/>
                    <a:pt x="1" y="506"/>
                    <a:pt x="1" y="1238"/>
                  </a:cubicBezTo>
                  <a:cubicBezTo>
                    <a:pt x="1" y="1883"/>
                    <a:pt x="506" y="2458"/>
                    <a:pt x="1238" y="2458"/>
                  </a:cubicBezTo>
                  <a:lnTo>
                    <a:pt x="1238" y="1813"/>
                  </a:lnTo>
                  <a:cubicBezTo>
                    <a:pt x="872" y="1813"/>
                    <a:pt x="594" y="1517"/>
                    <a:pt x="594" y="1238"/>
                  </a:cubicBezTo>
                  <a:cubicBezTo>
                    <a:pt x="594" y="872"/>
                    <a:pt x="872" y="576"/>
                    <a:pt x="1238" y="576"/>
                  </a:cubicBezTo>
                  <a:lnTo>
                    <a:pt x="123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118"/>
            <p:cNvSpPr/>
            <p:nvPr/>
          </p:nvSpPr>
          <p:spPr>
            <a:xfrm>
              <a:off x="5638788" y="4376600"/>
              <a:ext cx="76275" cy="16600"/>
            </a:xfrm>
            <a:custGeom>
              <a:avLst/>
              <a:gdLst/>
              <a:ahLst/>
              <a:cxnLst/>
              <a:rect l="l" t="t" r="r" b="b"/>
              <a:pathLst>
                <a:path w="3051" h="664" extrusionOk="0">
                  <a:moveTo>
                    <a:pt x="0" y="1"/>
                  </a:moveTo>
                  <a:lnTo>
                    <a:pt x="0" y="663"/>
                  </a:lnTo>
                  <a:lnTo>
                    <a:pt x="3050" y="663"/>
                  </a:lnTo>
                  <a:lnTo>
                    <a:pt x="305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118"/>
            <p:cNvSpPr/>
            <p:nvPr/>
          </p:nvSpPr>
          <p:spPr>
            <a:xfrm>
              <a:off x="5522413" y="4307750"/>
              <a:ext cx="309000" cy="247125"/>
            </a:xfrm>
            <a:custGeom>
              <a:avLst/>
              <a:gdLst/>
              <a:ahLst/>
              <a:cxnLst/>
              <a:rect l="l" t="t" r="r" b="b"/>
              <a:pathLst>
                <a:path w="12360" h="9885" extrusionOk="0">
                  <a:moveTo>
                    <a:pt x="8350" y="6468"/>
                  </a:moveTo>
                  <a:lnTo>
                    <a:pt x="8350" y="7113"/>
                  </a:lnTo>
                  <a:lnTo>
                    <a:pt x="8281" y="7113"/>
                  </a:lnTo>
                  <a:lnTo>
                    <a:pt x="8281" y="7200"/>
                  </a:lnTo>
                  <a:lnTo>
                    <a:pt x="6172" y="7984"/>
                  </a:lnTo>
                  <a:lnTo>
                    <a:pt x="3993" y="7200"/>
                  </a:lnTo>
                  <a:lnTo>
                    <a:pt x="3993" y="7113"/>
                  </a:lnTo>
                  <a:lnTo>
                    <a:pt x="3993" y="6468"/>
                  </a:lnTo>
                  <a:close/>
                  <a:moveTo>
                    <a:pt x="1535" y="1"/>
                  </a:moveTo>
                  <a:lnTo>
                    <a:pt x="1535" y="4655"/>
                  </a:lnTo>
                  <a:cubicBezTo>
                    <a:pt x="1535" y="5666"/>
                    <a:pt x="2337" y="6468"/>
                    <a:pt x="3348" y="6468"/>
                  </a:cubicBezTo>
                  <a:lnTo>
                    <a:pt x="3417" y="6468"/>
                  </a:lnTo>
                  <a:lnTo>
                    <a:pt x="3417" y="7113"/>
                  </a:lnTo>
                  <a:lnTo>
                    <a:pt x="2772" y="7113"/>
                  </a:lnTo>
                  <a:cubicBezTo>
                    <a:pt x="1238" y="7113"/>
                    <a:pt x="1" y="8350"/>
                    <a:pt x="1" y="9884"/>
                  </a:cubicBezTo>
                  <a:lnTo>
                    <a:pt x="594" y="9884"/>
                  </a:lnTo>
                  <a:cubicBezTo>
                    <a:pt x="594" y="8647"/>
                    <a:pt x="1605" y="7705"/>
                    <a:pt x="2772" y="7705"/>
                  </a:cubicBezTo>
                  <a:lnTo>
                    <a:pt x="3644" y="7705"/>
                  </a:lnTo>
                  <a:lnTo>
                    <a:pt x="5893" y="8507"/>
                  </a:lnTo>
                  <a:lnTo>
                    <a:pt x="5893" y="9884"/>
                  </a:lnTo>
                  <a:lnTo>
                    <a:pt x="6468" y="9884"/>
                  </a:lnTo>
                  <a:lnTo>
                    <a:pt x="6468" y="8507"/>
                  </a:lnTo>
                  <a:lnTo>
                    <a:pt x="8647" y="7705"/>
                  </a:lnTo>
                  <a:lnTo>
                    <a:pt x="9518" y="7705"/>
                  </a:lnTo>
                  <a:cubicBezTo>
                    <a:pt x="10756" y="7705"/>
                    <a:pt x="11697" y="8647"/>
                    <a:pt x="11697" y="9884"/>
                  </a:cubicBezTo>
                  <a:lnTo>
                    <a:pt x="12360" y="9884"/>
                  </a:lnTo>
                  <a:cubicBezTo>
                    <a:pt x="12360" y="8350"/>
                    <a:pt x="11052" y="7113"/>
                    <a:pt x="9518" y="7113"/>
                  </a:cubicBezTo>
                  <a:lnTo>
                    <a:pt x="8943" y="7113"/>
                  </a:lnTo>
                  <a:lnTo>
                    <a:pt x="8943" y="6468"/>
                  </a:lnTo>
                  <a:cubicBezTo>
                    <a:pt x="9954" y="6468"/>
                    <a:pt x="10756" y="5666"/>
                    <a:pt x="10756" y="4655"/>
                  </a:cubicBezTo>
                  <a:lnTo>
                    <a:pt x="10756" y="1"/>
                  </a:lnTo>
                  <a:lnTo>
                    <a:pt x="10181" y="1"/>
                  </a:lnTo>
                  <a:lnTo>
                    <a:pt x="10181" y="4655"/>
                  </a:lnTo>
                  <a:cubicBezTo>
                    <a:pt x="10181" y="5300"/>
                    <a:pt x="9588" y="5892"/>
                    <a:pt x="8943" y="5892"/>
                  </a:cubicBezTo>
                  <a:lnTo>
                    <a:pt x="6468" y="5892"/>
                  </a:lnTo>
                  <a:lnTo>
                    <a:pt x="6468" y="4655"/>
                  </a:lnTo>
                  <a:lnTo>
                    <a:pt x="5893" y="4655"/>
                  </a:lnTo>
                  <a:lnTo>
                    <a:pt x="5893" y="5892"/>
                  </a:lnTo>
                  <a:lnTo>
                    <a:pt x="3348" y="5892"/>
                  </a:lnTo>
                  <a:cubicBezTo>
                    <a:pt x="2685" y="5892"/>
                    <a:pt x="2110" y="5300"/>
                    <a:pt x="2110" y="4655"/>
                  </a:cubicBezTo>
                  <a:lnTo>
                    <a:pt x="211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118"/>
            <p:cNvSpPr/>
            <p:nvPr/>
          </p:nvSpPr>
          <p:spPr>
            <a:xfrm>
              <a:off x="5691513" y="4538275"/>
              <a:ext cx="16150" cy="16600"/>
            </a:xfrm>
            <a:custGeom>
              <a:avLst/>
              <a:gdLst/>
              <a:ahLst/>
              <a:cxnLst/>
              <a:rect l="l" t="t" r="r" b="b"/>
              <a:pathLst>
                <a:path w="646" h="664" extrusionOk="0">
                  <a:moveTo>
                    <a:pt x="0" y="1"/>
                  </a:moveTo>
                  <a:lnTo>
                    <a:pt x="0" y="663"/>
                  </a:lnTo>
                  <a:lnTo>
                    <a:pt x="645" y="663"/>
                  </a:lnTo>
                  <a:lnTo>
                    <a:pt x="64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118"/>
            <p:cNvSpPr/>
            <p:nvPr/>
          </p:nvSpPr>
          <p:spPr>
            <a:xfrm>
              <a:off x="5529838" y="4060675"/>
              <a:ext cx="261475" cy="138150"/>
            </a:xfrm>
            <a:custGeom>
              <a:avLst/>
              <a:gdLst/>
              <a:ahLst/>
              <a:cxnLst/>
              <a:rect l="l" t="t" r="r" b="b"/>
              <a:pathLst>
                <a:path w="10459" h="5526" extrusionOk="0">
                  <a:moveTo>
                    <a:pt x="8141" y="593"/>
                  </a:moveTo>
                  <a:cubicBezTo>
                    <a:pt x="9082" y="593"/>
                    <a:pt x="9884" y="1395"/>
                    <a:pt x="9884" y="2406"/>
                  </a:cubicBezTo>
                  <a:lnTo>
                    <a:pt x="9884" y="4951"/>
                  </a:lnTo>
                  <a:lnTo>
                    <a:pt x="2388" y="4951"/>
                  </a:lnTo>
                  <a:cubicBezTo>
                    <a:pt x="1377" y="4951"/>
                    <a:pt x="575" y="4149"/>
                    <a:pt x="575" y="3208"/>
                  </a:cubicBezTo>
                  <a:lnTo>
                    <a:pt x="575" y="593"/>
                  </a:lnTo>
                  <a:close/>
                  <a:moveTo>
                    <a:pt x="0" y="0"/>
                  </a:moveTo>
                  <a:lnTo>
                    <a:pt x="0" y="3208"/>
                  </a:lnTo>
                  <a:cubicBezTo>
                    <a:pt x="0" y="4515"/>
                    <a:pt x="1081" y="5526"/>
                    <a:pt x="2388" y="5526"/>
                  </a:cubicBezTo>
                  <a:lnTo>
                    <a:pt x="10459" y="5526"/>
                  </a:lnTo>
                  <a:lnTo>
                    <a:pt x="10459" y="2406"/>
                  </a:lnTo>
                  <a:cubicBezTo>
                    <a:pt x="10459" y="1098"/>
                    <a:pt x="9448" y="0"/>
                    <a:pt x="81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0" name="Google Shape;4780;p118"/>
          <p:cNvGrpSpPr/>
          <p:nvPr/>
        </p:nvGrpSpPr>
        <p:grpSpPr>
          <a:xfrm>
            <a:off x="6166938" y="1348025"/>
            <a:ext cx="492450" cy="492000"/>
            <a:chOff x="6166938" y="1157525"/>
            <a:chExt cx="492450" cy="492000"/>
          </a:xfrm>
        </p:grpSpPr>
        <p:sp>
          <p:nvSpPr>
            <p:cNvPr id="4781" name="Google Shape;4781;p118"/>
            <p:cNvSpPr/>
            <p:nvPr/>
          </p:nvSpPr>
          <p:spPr>
            <a:xfrm>
              <a:off x="6181763" y="1164925"/>
              <a:ext cx="468475" cy="477200"/>
            </a:xfrm>
            <a:custGeom>
              <a:avLst/>
              <a:gdLst/>
              <a:ahLst/>
              <a:cxnLst/>
              <a:rect l="l" t="t" r="r" b="b"/>
              <a:pathLst>
                <a:path w="18739" h="19088" extrusionOk="0">
                  <a:moveTo>
                    <a:pt x="9361" y="1"/>
                  </a:moveTo>
                  <a:cubicBezTo>
                    <a:pt x="4201" y="1"/>
                    <a:pt x="0" y="4271"/>
                    <a:pt x="0" y="9588"/>
                  </a:cubicBezTo>
                  <a:cubicBezTo>
                    <a:pt x="0" y="14817"/>
                    <a:pt x="4201" y="19088"/>
                    <a:pt x="9361" y="19088"/>
                  </a:cubicBezTo>
                  <a:cubicBezTo>
                    <a:pt x="14521" y="19088"/>
                    <a:pt x="18739" y="14817"/>
                    <a:pt x="18739" y="9588"/>
                  </a:cubicBezTo>
                  <a:cubicBezTo>
                    <a:pt x="18739" y="4271"/>
                    <a:pt x="14521" y="1"/>
                    <a:pt x="936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118"/>
            <p:cNvSpPr/>
            <p:nvPr/>
          </p:nvSpPr>
          <p:spPr>
            <a:xfrm>
              <a:off x="6174338" y="1164925"/>
              <a:ext cx="237975" cy="477200"/>
            </a:xfrm>
            <a:custGeom>
              <a:avLst/>
              <a:gdLst/>
              <a:ahLst/>
              <a:cxnLst/>
              <a:rect l="l" t="t" r="r" b="b"/>
              <a:pathLst>
                <a:path w="9519" h="19088" extrusionOk="0">
                  <a:moveTo>
                    <a:pt x="9518" y="1"/>
                  </a:moveTo>
                  <a:lnTo>
                    <a:pt x="5806" y="646"/>
                  </a:lnTo>
                  <a:lnTo>
                    <a:pt x="2476" y="3121"/>
                  </a:lnTo>
                  <a:lnTo>
                    <a:pt x="297" y="7112"/>
                  </a:lnTo>
                  <a:lnTo>
                    <a:pt x="1" y="10808"/>
                  </a:lnTo>
                  <a:lnTo>
                    <a:pt x="1239" y="14451"/>
                  </a:lnTo>
                  <a:lnTo>
                    <a:pt x="4585" y="17867"/>
                  </a:lnTo>
                  <a:lnTo>
                    <a:pt x="7706" y="19088"/>
                  </a:lnTo>
                  <a:lnTo>
                    <a:pt x="9518" y="19088"/>
                  </a:lnTo>
                  <a:lnTo>
                    <a:pt x="9518" y="1221"/>
                  </a:lnTo>
                  <a:lnTo>
                    <a:pt x="951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118"/>
            <p:cNvSpPr/>
            <p:nvPr/>
          </p:nvSpPr>
          <p:spPr>
            <a:xfrm>
              <a:off x="6174338" y="1233775"/>
              <a:ext cx="145150" cy="339500"/>
            </a:xfrm>
            <a:custGeom>
              <a:avLst/>
              <a:gdLst/>
              <a:ahLst/>
              <a:cxnLst/>
              <a:rect l="l" t="t" r="r" b="b"/>
              <a:pathLst>
                <a:path w="5806" h="13580" extrusionOk="0">
                  <a:moveTo>
                    <a:pt x="2755" y="1"/>
                  </a:moveTo>
                  <a:lnTo>
                    <a:pt x="576" y="3051"/>
                  </a:lnTo>
                  <a:lnTo>
                    <a:pt x="1" y="6171"/>
                  </a:lnTo>
                  <a:lnTo>
                    <a:pt x="297" y="9588"/>
                  </a:lnTo>
                  <a:lnTo>
                    <a:pt x="1814" y="12638"/>
                  </a:lnTo>
                  <a:lnTo>
                    <a:pt x="2755" y="13580"/>
                  </a:lnTo>
                  <a:cubicBezTo>
                    <a:pt x="4585" y="12272"/>
                    <a:pt x="5806" y="9727"/>
                    <a:pt x="5806" y="6834"/>
                  </a:cubicBezTo>
                  <a:cubicBezTo>
                    <a:pt x="5806" y="3853"/>
                    <a:pt x="4585" y="1308"/>
                    <a:pt x="27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118"/>
            <p:cNvSpPr/>
            <p:nvPr/>
          </p:nvSpPr>
          <p:spPr>
            <a:xfrm>
              <a:off x="6504663" y="1233775"/>
              <a:ext cx="145575" cy="339500"/>
            </a:xfrm>
            <a:custGeom>
              <a:avLst/>
              <a:gdLst/>
              <a:ahLst/>
              <a:cxnLst/>
              <a:rect l="l" t="t" r="r" b="b"/>
              <a:pathLst>
                <a:path w="5823" h="13580" extrusionOk="0">
                  <a:moveTo>
                    <a:pt x="2772" y="1"/>
                  </a:moveTo>
                  <a:lnTo>
                    <a:pt x="593" y="3051"/>
                  </a:lnTo>
                  <a:lnTo>
                    <a:pt x="1" y="6171"/>
                  </a:lnTo>
                  <a:lnTo>
                    <a:pt x="297" y="9588"/>
                  </a:lnTo>
                  <a:lnTo>
                    <a:pt x="1831" y="12638"/>
                  </a:lnTo>
                  <a:lnTo>
                    <a:pt x="2772" y="13580"/>
                  </a:lnTo>
                  <a:cubicBezTo>
                    <a:pt x="4585" y="12272"/>
                    <a:pt x="5823" y="9727"/>
                    <a:pt x="5823" y="6834"/>
                  </a:cubicBezTo>
                  <a:cubicBezTo>
                    <a:pt x="5823" y="3853"/>
                    <a:pt x="4585" y="1308"/>
                    <a:pt x="27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118"/>
            <p:cNvSpPr/>
            <p:nvPr/>
          </p:nvSpPr>
          <p:spPr>
            <a:xfrm>
              <a:off x="6404888" y="1435100"/>
              <a:ext cx="16575" cy="190900"/>
            </a:xfrm>
            <a:custGeom>
              <a:avLst/>
              <a:gdLst/>
              <a:ahLst/>
              <a:cxnLst/>
              <a:rect l="l" t="t" r="r" b="b"/>
              <a:pathLst>
                <a:path w="663" h="7636" extrusionOk="0">
                  <a:moveTo>
                    <a:pt x="0" y="1"/>
                  </a:moveTo>
                  <a:lnTo>
                    <a:pt x="0" y="7636"/>
                  </a:lnTo>
                  <a:lnTo>
                    <a:pt x="662" y="7636"/>
                  </a:lnTo>
                  <a:lnTo>
                    <a:pt x="66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118"/>
            <p:cNvSpPr/>
            <p:nvPr/>
          </p:nvSpPr>
          <p:spPr>
            <a:xfrm>
              <a:off x="6404888" y="1181050"/>
              <a:ext cx="16575" cy="207025"/>
            </a:xfrm>
            <a:custGeom>
              <a:avLst/>
              <a:gdLst/>
              <a:ahLst/>
              <a:cxnLst/>
              <a:rect l="l" t="t" r="r" b="b"/>
              <a:pathLst>
                <a:path w="663" h="8281" extrusionOk="0">
                  <a:moveTo>
                    <a:pt x="0" y="1"/>
                  </a:moveTo>
                  <a:lnTo>
                    <a:pt x="0" y="8280"/>
                  </a:lnTo>
                  <a:lnTo>
                    <a:pt x="662" y="8280"/>
                  </a:lnTo>
                  <a:lnTo>
                    <a:pt x="66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118"/>
            <p:cNvSpPr/>
            <p:nvPr/>
          </p:nvSpPr>
          <p:spPr>
            <a:xfrm>
              <a:off x="6166938" y="1157525"/>
              <a:ext cx="492450" cy="492000"/>
            </a:xfrm>
            <a:custGeom>
              <a:avLst/>
              <a:gdLst/>
              <a:ahLst/>
              <a:cxnLst/>
              <a:rect l="l" t="t" r="r" b="b"/>
              <a:pathLst>
                <a:path w="19698" h="19680" extrusionOk="0">
                  <a:moveTo>
                    <a:pt x="16421" y="3347"/>
                  </a:moveTo>
                  <a:cubicBezTo>
                    <a:pt x="18164" y="5090"/>
                    <a:pt x="19105" y="7408"/>
                    <a:pt x="19105" y="9884"/>
                  </a:cubicBezTo>
                  <a:cubicBezTo>
                    <a:pt x="19105" y="12272"/>
                    <a:pt x="18164" y="14520"/>
                    <a:pt x="16491" y="16263"/>
                  </a:cubicBezTo>
                  <a:cubicBezTo>
                    <a:pt x="15689" y="15462"/>
                    <a:pt x="15114" y="14590"/>
                    <a:pt x="14608" y="13579"/>
                  </a:cubicBezTo>
                  <a:cubicBezTo>
                    <a:pt x="14172" y="12568"/>
                    <a:pt x="13946" y="11540"/>
                    <a:pt x="13876" y="10459"/>
                  </a:cubicBezTo>
                  <a:lnTo>
                    <a:pt x="18739" y="10459"/>
                  </a:lnTo>
                  <a:lnTo>
                    <a:pt x="18739" y="9884"/>
                  </a:lnTo>
                  <a:lnTo>
                    <a:pt x="13806" y="9884"/>
                  </a:lnTo>
                  <a:lnTo>
                    <a:pt x="13806" y="9797"/>
                  </a:lnTo>
                  <a:cubicBezTo>
                    <a:pt x="13806" y="8489"/>
                    <a:pt x="14102" y="7182"/>
                    <a:pt x="14608" y="6031"/>
                  </a:cubicBezTo>
                  <a:cubicBezTo>
                    <a:pt x="15114" y="5003"/>
                    <a:pt x="15689" y="4131"/>
                    <a:pt x="16421" y="3347"/>
                  </a:cubicBezTo>
                  <a:close/>
                  <a:moveTo>
                    <a:pt x="3208" y="3347"/>
                  </a:moveTo>
                  <a:cubicBezTo>
                    <a:pt x="4951" y="5090"/>
                    <a:pt x="5892" y="7408"/>
                    <a:pt x="5892" y="9797"/>
                  </a:cubicBezTo>
                  <a:lnTo>
                    <a:pt x="5892" y="9884"/>
                  </a:lnTo>
                  <a:lnTo>
                    <a:pt x="959" y="9884"/>
                  </a:lnTo>
                  <a:lnTo>
                    <a:pt x="959" y="10459"/>
                  </a:lnTo>
                  <a:lnTo>
                    <a:pt x="5823" y="10459"/>
                  </a:lnTo>
                  <a:cubicBezTo>
                    <a:pt x="5666" y="12638"/>
                    <a:pt x="4794" y="14747"/>
                    <a:pt x="3208" y="16333"/>
                  </a:cubicBezTo>
                  <a:cubicBezTo>
                    <a:pt x="1535" y="14590"/>
                    <a:pt x="593" y="12272"/>
                    <a:pt x="593" y="9884"/>
                  </a:cubicBezTo>
                  <a:cubicBezTo>
                    <a:pt x="593" y="7408"/>
                    <a:pt x="1535" y="5090"/>
                    <a:pt x="3208" y="3347"/>
                  </a:cubicBezTo>
                  <a:close/>
                  <a:moveTo>
                    <a:pt x="9814" y="576"/>
                  </a:moveTo>
                  <a:cubicBezTo>
                    <a:pt x="12133" y="576"/>
                    <a:pt x="14312" y="1447"/>
                    <a:pt x="15985" y="2911"/>
                  </a:cubicBezTo>
                  <a:cubicBezTo>
                    <a:pt x="15183" y="3783"/>
                    <a:pt x="14538" y="4724"/>
                    <a:pt x="14102" y="5805"/>
                  </a:cubicBezTo>
                  <a:cubicBezTo>
                    <a:pt x="13510" y="7042"/>
                    <a:pt x="13231" y="8419"/>
                    <a:pt x="13231" y="9797"/>
                  </a:cubicBezTo>
                  <a:lnTo>
                    <a:pt x="13231" y="9884"/>
                  </a:lnTo>
                  <a:lnTo>
                    <a:pt x="10756" y="9884"/>
                  </a:lnTo>
                  <a:lnTo>
                    <a:pt x="10756" y="10459"/>
                  </a:lnTo>
                  <a:lnTo>
                    <a:pt x="13231" y="10459"/>
                  </a:lnTo>
                  <a:cubicBezTo>
                    <a:pt x="13301" y="11627"/>
                    <a:pt x="13597" y="12777"/>
                    <a:pt x="14102" y="13806"/>
                  </a:cubicBezTo>
                  <a:cubicBezTo>
                    <a:pt x="14538" y="14886"/>
                    <a:pt x="15253" y="15828"/>
                    <a:pt x="16055" y="16699"/>
                  </a:cubicBezTo>
                  <a:cubicBezTo>
                    <a:pt x="14381" y="18233"/>
                    <a:pt x="12133" y="19105"/>
                    <a:pt x="9814" y="19105"/>
                  </a:cubicBezTo>
                  <a:cubicBezTo>
                    <a:pt x="7566" y="19105"/>
                    <a:pt x="5387" y="18233"/>
                    <a:pt x="3644" y="16699"/>
                  </a:cubicBezTo>
                  <a:cubicBezTo>
                    <a:pt x="5317" y="15026"/>
                    <a:pt x="6328" y="12847"/>
                    <a:pt x="6468" y="10459"/>
                  </a:cubicBezTo>
                  <a:lnTo>
                    <a:pt x="8943" y="10459"/>
                  </a:lnTo>
                  <a:lnTo>
                    <a:pt x="8943" y="9884"/>
                  </a:lnTo>
                  <a:lnTo>
                    <a:pt x="6468" y="9884"/>
                  </a:lnTo>
                  <a:lnTo>
                    <a:pt x="6468" y="9797"/>
                  </a:lnTo>
                  <a:cubicBezTo>
                    <a:pt x="6468" y="7269"/>
                    <a:pt x="5457" y="4794"/>
                    <a:pt x="3713" y="2981"/>
                  </a:cubicBezTo>
                  <a:cubicBezTo>
                    <a:pt x="5387" y="1447"/>
                    <a:pt x="7566" y="576"/>
                    <a:pt x="9814" y="576"/>
                  </a:cubicBezTo>
                  <a:close/>
                  <a:moveTo>
                    <a:pt x="9814" y="0"/>
                  </a:moveTo>
                  <a:cubicBezTo>
                    <a:pt x="7200" y="0"/>
                    <a:pt x="4725" y="1011"/>
                    <a:pt x="2842" y="2911"/>
                  </a:cubicBezTo>
                  <a:cubicBezTo>
                    <a:pt x="1029" y="4724"/>
                    <a:pt x="1" y="7182"/>
                    <a:pt x="1" y="9884"/>
                  </a:cubicBezTo>
                  <a:cubicBezTo>
                    <a:pt x="1" y="12498"/>
                    <a:pt x="1029" y="14956"/>
                    <a:pt x="2842" y="16856"/>
                  </a:cubicBezTo>
                  <a:cubicBezTo>
                    <a:pt x="4725" y="18669"/>
                    <a:pt x="7200" y="19680"/>
                    <a:pt x="9814" y="19680"/>
                  </a:cubicBezTo>
                  <a:cubicBezTo>
                    <a:pt x="12499" y="19680"/>
                    <a:pt x="14974" y="18669"/>
                    <a:pt x="16787" y="16856"/>
                  </a:cubicBezTo>
                  <a:cubicBezTo>
                    <a:pt x="18669" y="14956"/>
                    <a:pt x="19698" y="12498"/>
                    <a:pt x="19698" y="9884"/>
                  </a:cubicBezTo>
                  <a:cubicBezTo>
                    <a:pt x="19698" y="7182"/>
                    <a:pt x="18669" y="4724"/>
                    <a:pt x="16787" y="2911"/>
                  </a:cubicBezTo>
                  <a:cubicBezTo>
                    <a:pt x="14974" y="1011"/>
                    <a:pt x="12499" y="0"/>
                    <a:pt x="98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118"/>
            <p:cNvSpPr/>
            <p:nvPr/>
          </p:nvSpPr>
          <p:spPr>
            <a:xfrm>
              <a:off x="6404888" y="1404600"/>
              <a:ext cx="16575" cy="14400"/>
            </a:xfrm>
            <a:custGeom>
              <a:avLst/>
              <a:gdLst/>
              <a:ahLst/>
              <a:cxnLst/>
              <a:rect l="l" t="t" r="r" b="b"/>
              <a:pathLst>
                <a:path w="663" h="576" extrusionOk="0">
                  <a:moveTo>
                    <a:pt x="0" y="1"/>
                  </a:moveTo>
                  <a:lnTo>
                    <a:pt x="0" y="576"/>
                  </a:lnTo>
                  <a:lnTo>
                    <a:pt x="662" y="576"/>
                  </a:lnTo>
                  <a:lnTo>
                    <a:pt x="66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9" name="Google Shape;4789;p118"/>
          <p:cNvGrpSpPr/>
          <p:nvPr/>
        </p:nvGrpSpPr>
        <p:grpSpPr>
          <a:xfrm>
            <a:off x="6259763" y="2026825"/>
            <a:ext cx="306825" cy="492025"/>
            <a:chOff x="6259763" y="1883950"/>
            <a:chExt cx="306825" cy="492025"/>
          </a:xfrm>
        </p:grpSpPr>
        <p:sp>
          <p:nvSpPr>
            <p:cNvPr id="4790" name="Google Shape;4790;p118"/>
            <p:cNvSpPr/>
            <p:nvPr/>
          </p:nvSpPr>
          <p:spPr>
            <a:xfrm>
              <a:off x="6312488" y="1998125"/>
              <a:ext cx="37950" cy="377850"/>
            </a:xfrm>
            <a:custGeom>
              <a:avLst/>
              <a:gdLst/>
              <a:ahLst/>
              <a:cxnLst/>
              <a:rect l="l" t="t" r="r" b="b"/>
              <a:pathLst>
                <a:path w="1518" h="15114" extrusionOk="0">
                  <a:moveTo>
                    <a:pt x="1" y="1"/>
                  </a:moveTo>
                  <a:lnTo>
                    <a:pt x="1" y="15114"/>
                  </a:lnTo>
                  <a:lnTo>
                    <a:pt x="1517" y="15114"/>
                  </a:lnTo>
                  <a:lnTo>
                    <a:pt x="151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118"/>
            <p:cNvSpPr/>
            <p:nvPr/>
          </p:nvSpPr>
          <p:spPr>
            <a:xfrm>
              <a:off x="6350413" y="1998125"/>
              <a:ext cx="40100" cy="377850"/>
            </a:xfrm>
            <a:custGeom>
              <a:avLst/>
              <a:gdLst/>
              <a:ahLst/>
              <a:cxnLst/>
              <a:rect l="l" t="t" r="r" b="b"/>
              <a:pathLst>
                <a:path w="1604" h="15114" extrusionOk="0">
                  <a:moveTo>
                    <a:pt x="0" y="1"/>
                  </a:moveTo>
                  <a:lnTo>
                    <a:pt x="0" y="15114"/>
                  </a:lnTo>
                  <a:lnTo>
                    <a:pt x="1604" y="15114"/>
                  </a:lnTo>
                  <a:lnTo>
                    <a:pt x="16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118"/>
            <p:cNvSpPr/>
            <p:nvPr/>
          </p:nvSpPr>
          <p:spPr>
            <a:xfrm>
              <a:off x="6390488" y="1998125"/>
              <a:ext cx="45350" cy="377850"/>
            </a:xfrm>
            <a:custGeom>
              <a:avLst/>
              <a:gdLst/>
              <a:ahLst/>
              <a:cxnLst/>
              <a:rect l="l" t="t" r="r" b="b"/>
              <a:pathLst>
                <a:path w="1814" h="15114" extrusionOk="0">
                  <a:moveTo>
                    <a:pt x="1" y="1"/>
                  </a:moveTo>
                  <a:lnTo>
                    <a:pt x="1" y="15114"/>
                  </a:lnTo>
                  <a:lnTo>
                    <a:pt x="1814" y="15114"/>
                  </a:lnTo>
                  <a:lnTo>
                    <a:pt x="181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118"/>
            <p:cNvSpPr/>
            <p:nvPr/>
          </p:nvSpPr>
          <p:spPr>
            <a:xfrm>
              <a:off x="6435813" y="1998125"/>
              <a:ext cx="38375" cy="377850"/>
            </a:xfrm>
            <a:custGeom>
              <a:avLst/>
              <a:gdLst/>
              <a:ahLst/>
              <a:cxnLst/>
              <a:rect l="l" t="t" r="r" b="b"/>
              <a:pathLst>
                <a:path w="1535" h="15114" extrusionOk="0">
                  <a:moveTo>
                    <a:pt x="1" y="1"/>
                  </a:moveTo>
                  <a:lnTo>
                    <a:pt x="1" y="15114"/>
                  </a:lnTo>
                  <a:lnTo>
                    <a:pt x="1535" y="15114"/>
                  </a:lnTo>
                  <a:lnTo>
                    <a:pt x="15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118"/>
            <p:cNvSpPr/>
            <p:nvPr/>
          </p:nvSpPr>
          <p:spPr>
            <a:xfrm>
              <a:off x="6474163" y="1998125"/>
              <a:ext cx="39675" cy="377850"/>
            </a:xfrm>
            <a:custGeom>
              <a:avLst/>
              <a:gdLst/>
              <a:ahLst/>
              <a:cxnLst/>
              <a:rect l="l" t="t" r="r" b="b"/>
              <a:pathLst>
                <a:path w="1587" h="15114" extrusionOk="0">
                  <a:moveTo>
                    <a:pt x="1" y="1"/>
                  </a:moveTo>
                  <a:lnTo>
                    <a:pt x="1" y="15114"/>
                  </a:lnTo>
                  <a:lnTo>
                    <a:pt x="1587" y="15114"/>
                  </a:lnTo>
                  <a:lnTo>
                    <a:pt x="158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118"/>
            <p:cNvSpPr/>
            <p:nvPr/>
          </p:nvSpPr>
          <p:spPr>
            <a:xfrm>
              <a:off x="6305088" y="1974600"/>
              <a:ext cx="216175" cy="23550"/>
            </a:xfrm>
            <a:custGeom>
              <a:avLst/>
              <a:gdLst/>
              <a:ahLst/>
              <a:cxnLst/>
              <a:rect l="l" t="t" r="r" b="b"/>
              <a:pathLst>
                <a:path w="8647" h="942" extrusionOk="0">
                  <a:moveTo>
                    <a:pt x="0" y="1"/>
                  </a:moveTo>
                  <a:lnTo>
                    <a:pt x="0" y="942"/>
                  </a:lnTo>
                  <a:lnTo>
                    <a:pt x="8646" y="942"/>
                  </a:lnTo>
                  <a:lnTo>
                    <a:pt x="864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118"/>
            <p:cNvSpPr/>
            <p:nvPr/>
          </p:nvSpPr>
          <p:spPr>
            <a:xfrm>
              <a:off x="6281563" y="1936250"/>
              <a:ext cx="263225" cy="38375"/>
            </a:xfrm>
            <a:custGeom>
              <a:avLst/>
              <a:gdLst/>
              <a:ahLst/>
              <a:cxnLst/>
              <a:rect l="l" t="t" r="r" b="b"/>
              <a:pathLst>
                <a:path w="10529" h="1535" extrusionOk="0">
                  <a:moveTo>
                    <a:pt x="0" y="1"/>
                  </a:moveTo>
                  <a:lnTo>
                    <a:pt x="0" y="1535"/>
                  </a:lnTo>
                  <a:lnTo>
                    <a:pt x="10529" y="1535"/>
                  </a:lnTo>
                  <a:lnTo>
                    <a:pt x="1052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118"/>
            <p:cNvSpPr/>
            <p:nvPr/>
          </p:nvSpPr>
          <p:spPr>
            <a:xfrm>
              <a:off x="6264988" y="1890925"/>
              <a:ext cx="294175" cy="38375"/>
            </a:xfrm>
            <a:custGeom>
              <a:avLst/>
              <a:gdLst/>
              <a:ahLst/>
              <a:cxnLst/>
              <a:rect l="l" t="t" r="r" b="b"/>
              <a:pathLst>
                <a:path w="11767" h="1535" extrusionOk="0">
                  <a:moveTo>
                    <a:pt x="1" y="1"/>
                  </a:moveTo>
                  <a:lnTo>
                    <a:pt x="1" y="1535"/>
                  </a:lnTo>
                  <a:lnTo>
                    <a:pt x="11767" y="1535"/>
                  </a:lnTo>
                  <a:lnTo>
                    <a:pt x="1176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118"/>
            <p:cNvSpPr/>
            <p:nvPr/>
          </p:nvSpPr>
          <p:spPr>
            <a:xfrm>
              <a:off x="6259763" y="1883950"/>
              <a:ext cx="306825" cy="52325"/>
            </a:xfrm>
            <a:custGeom>
              <a:avLst/>
              <a:gdLst/>
              <a:ahLst/>
              <a:cxnLst/>
              <a:rect l="l" t="t" r="r" b="b"/>
              <a:pathLst>
                <a:path w="12273" h="2093" extrusionOk="0">
                  <a:moveTo>
                    <a:pt x="11697" y="576"/>
                  </a:moveTo>
                  <a:lnTo>
                    <a:pt x="11697" y="1517"/>
                  </a:lnTo>
                  <a:lnTo>
                    <a:pt x="576" y="1517"/>
                  </a:lnTo>
                  <a:lnTo>
                    <a:pt x="576" y="576"/>
                  </a:lnTo>
                  <a:close/>
                  <a:moveTo>
                    <a:pt x="0" y="1"/>
                  </a:moveTo>
                  <a:lnTo>
                    <a:pt x="0" y="2093"/>
                  </a:lnTo>
                  <a:lnTo>
                    <a:pt x="12272" y="2093"/>
                  </a:lnTo>
                  <a:lnTo>
                    <a:pt x="1227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118"/>
            <p:cNvSpPr/>
            <p:nvPr/>
          </p:nvSpPr>
          <p:spPr>
            <a:xfrm>
              <a:off x="6305088" y="1945400"/>
              <a:ext cx="23550" cy="14850"/>
            </a:xfrm>
            <a:custGeom>
              <a:avLst/>
              <a:gdLst/>
              <a:ahLst/>
              <a:cxnLst/>
              <a:rect l="l" t="t" r="r" b="b"/>
              <a:pathLst>
                <a:path w="942" h="594" extrusionOk="0">
                  <a:moveTo>
                    <a:pt x="0" y="1"/>
                  </a:moveTo>
                  <a:lnTo>
                    <a:pt x="0" y="593"/>
                  </a:lnTo>
                  <a:lnTo>
                    <a:pt x="942" y="593"/>
                  </a:lnTo>
                  <a:lnTo>
                    <a:pt x="94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118"/>
            <p:cNvSpPr/>
            <p:nvPr/>
          </p:nvSpPr>
          <p:spPr>
            <a:xfrm>
              <a:off x="6343438" y="1945400"/>
              <a:ext cx="23550" cy="14850"/>
            </a:xfrm>
            <a:custGeom>
              <a:avLst/>
              <a:gdLst/>
              <a:ahLst/>
              <a:cxnLst/>
              <a:rect l="l" t="t" r="r" b="b"/>
              <a:pathLst>
                <a:path w="942" h="594" extrusionOk="0">
                  <a:moveTo>
                    <a:pt x="0" y="1"/>
                  </a:moveTo>
                  <a:lnTo>
                    <a:pt x="0" y="593"/>
                  </a:lnTo>
                  <a:lnTo>
                    <a:pt x="942" y="593"/>
                  </a:lnTo>
                  <a:lnTo>
                    <a:pt x="94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118"/>
            <p:cNvSpPr/>
            <p:nvPr/>
          </p:nvSpPr>
          <p:spPr>
            <a:xfrm>
              <a:off x="6381338" y="1945400"/>
              <a:ext cx="23575" cy="14850"/>
            </a:xfrm>
            <a:custGeom>
              <a:avLst/>
              <a:gdLst/>
              <a:ahLst/>
              <a:cxnLst/>
              <a:rect l="l" t="t" r="r" b="b"/>
              <a:pathLst>
                <a:path w="943" h="594" extrusionOk="0">
                  <a:moveTo>
                    <a:pt x="1" y="1"/>
                  </a:moveTo>
                  <a:lnTo>
                    <a:pt x="1" y="593"/>
                  </a:lnTo>
                  <a:lnTo>
                    <a:pt x="942" y="593"/>
                  </a:lnTo>
                  <a:lnTo>
                    <a:pt x="94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118"/>
            <p:cNvSpPr/>
            <p:nvPr/>
          </p:nvSpPr>
          <p:spPr>
            <a:xfrm>
              <a:off x="6421438" y="1945400"/>
              <a:ext cx="21825" cy="14850"/>
            </a:xfrm>
            <a:custGeom>
              <a:avLst/>
              <a:gdLst/>
              <a:ahLst/>
              <a:cxnLst/>
              <a:rect l="l" t="t" r="r" b="b"/>
              <a:pathLst>
                <a:path w="873" h="594" extrusionOk="0">
                  <a:moveTo>
                    <a:pt x="0" y="1"/>
                  </a:moveTo>
                  <a:lnTo>
                    <a:pt x="0" y="593"/>
                  </a:lnTo>
                  <a:lnTo>
                    <a:pt x="872" y="593"/>
                  </a:lnTo>
                  <a:lnTo>
                    <a:pt x="87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118"/>
            <p:cNvSpPr/>
            <p:nvPr/>
          </p:nvSpPr>
          <p:spPr>
            <a:xfrm>
              <a:off x="6459338" y="1945400"/>
              <a:ext cx="23575" cy="14850"/>
            </a:xfrm>
            <a:custGeom>
              <a:avLst/>
              <a:gdLst/>
              <a:ahLst/>
              <a:cxnLst/>
              <a:rect l="l" t="t" r="r" b="b"/>
              <a:pathLst>
                <a:path w="943" h="594" extrusionOk="0">
                  <a:moveTo>
                    <a:pt x="1" y="1"/>
                  </a:moveTo>
                  <a:lnTo>
                    <a:pt x="1" y="593"/>
                  </a:lnTo>
                  <a:lnTo>
                    <a:pt x="942" y="593"/>
                  </a:lnTo>
                  <a:lnTo>
                    <a:pt x="94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118"/>
            <p:cNvSpPr/>
            <p:nvPr/>
          </p:nvSpPr>
          <p:spPr>
            <a:xfrm>
              <a:off x="6312488" y="2014700"/>
              <a:ext cx="16150" cy="361275"/>
            </a:xfrm>
            <a:custGeom>
              <a:avLst/>
              <a:gdLst/>
              <a:ahLst/>
              <a:cxnLst/>
              <a:rect l="l" t="t" r="r" b="b"/>
              <a:pathLst>
                <a:path w="646" h="14451" extrusionOk="0">
                  <a:moveTo>
                    <a:pt x="1" y="0"/>
                  </a:moveTo>
                  <a:lnTo>
                    <a:pt x="1" y="14451"/>
                  </a:lnTo>
                  <a:lnTo>
                    <a:pt x="646" y="14451"/>
                  </a:lnTo>
                  <a:lnTo>
                    <a:pt x="64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118"/>
            <p:cNvSpPr/>
            <p:nvPr/>
          </p:nvSpPr>
          <p:spPr>
            <a:xfrm>
              <a:off x="6497688" y="2014700"/>
              <a:ext cx="16150" cy="361275"/>
            </a:xfrm>
            <a:custGeom>
              <a:avLst/>
              <a:gdLst/>
              <a:ahLst/>
              <a:cxnLst/>
              <a:rect l="l" t="t" r="r" b="b"/>
              <a:pathLst>
                <a:path w="646" h="14451" extrusionOk="0">
                  <a:moveTo>
                    <a:pt x="1" y="0"/>
                  </a:moveTo>
                  <a:lnTo>
                    <a:pt x="1" y="14451"/>
                  </a:lnTo>
                  <a:lnTo>
                    <a:pt x="646" y="14451"/>
                  </a:lnTo>
                  <a:lnTo>
                    <a:pt x="64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118"/>
            <p:cNvSpPr/>
            <p:nvPr/>
          </p:nvSpPr>
          <p:spPr>
            <a:xfrm>
              <a:off x="6343438" y="2014700"/>
              <a:ext cx="16150" cy="361275"/>
            </a:xfrm>
            <a:custGeom>
              <a:avLst/>
              <a:gdLst/>
              <a:ahLst/>
              <a:cxnLst/>
              <a:rect l="l" t="t" r="r" b="b"/>
              <a:pathLst>
                <a:path w="646" h="14451" extrusionOk="0">
                  <a:moveTo>
                    <a:pt x="0" y="0"/>
                  </a:moveTo>
                  <a:lnTo>
                    <a:pt x="0" y="14451"/>
                  </a:lnTo>
                  <a:lnTo>
                    <a:pt x="645" y="14451"/>
                  </a:lnTo>
                  <a:lnTo>
                    <a:pt x="64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118"/>
            <p:cNvSpPr/>
            <p:nvPr/>
          </p:nvSpPr>
          <p:spPr>
            <a:xfrm>
              <a:off x="6383088" y="2014700"/>
              <a:ext cx="14850" cy="361275"/>
            </a:xfrm>
            <a:custGeom>
              <a:avLst/>
              <a:gdLst/>
              <a:ahLst/>
              <a:cxnLst/>
              <a:rect l="l" t="t" r="r" b="b"/>
              <a:pathLst>
                <a:path w="594" h="14451" extrusionOk="0">
                  <a:moveTo>
                    <a:pt x="1" y="0"/>
                  </a:moveTo>
                  <a:lnTo>
                    <a:pt x="1" y="14451"/>
                  </a:lnTo>
                  <a:lnTo>
                    <a:pt x="593" y="14451"/>
                  </a:lnTo>
                  <a:lnTo>
                    <a:pt x="59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118"/>
            <p:cNvSpPr/>
            <p:nvPr/>
          </p:nvSpPr>
          <p:spPr>
            <a:xfrm>
              <a:off x="6428413" y="2014700"/>
              <a:ext cx="14850" cy="361275"/>
            </a:xfrm>
            <a:custGeom>
              <a:avLst/>
              <a:gdLst/>
              <a:ahLst/>
              <a:cxnLst/>
              <a:rect l="l" t="t" r="r" b="b"/>
              <a:pathLst>
                <a:path w="594" h="14451" extrusionOk="0">
                  <a:moveTo>
                    <a:pt x="0" y="0"/>
                  </a:moveTo>
                  <a:lnTo>
                    <a:pt x="0" y="14451"/>
                  </a:lnTo>
                  <a:lnTo>
                    <a:pt x="593" y="14451"/>
                  </a:lnTo>
                  <a:lnTo>
                    <a:pt x="59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118"/>
            <p:cNvSpPr/>
            <p:nvPr/>
          </p:nvSpPr>
          <p:spPr>
            <a:xfrm>
              <a:off x="6466763" y="2014700"/>
              <a:ext cx="16150" cy="361275"/>
            </a:xfrm>
            <a:custGeom>
              <a:avLst/>
              <a:gdLst/>
              <a:ahLst/>
              <a:cxnLst/>
              <a:rect l="l" t="t" r="r" b="b"/>
              <a:pathLst>
                <a:path w="646" h="14451" extrusionOk="0">
                  <a:moveTo>
                    <a:pt x="0" y="0"/>
                  </a:moveTo>
                  <a:lnTo>
                    <a:pt x="0" y="14451"/>
                  </a:lnTo>
                  <a:lnTo>
                    <a:pt x="645" y="14451"/>
                  </a:lnTo>
                  <a:lnTo>
                    <a:pt x="64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118"/>
            <p:cNvSpPr/>
            <p:nvPr/>
          </p:nvSpPr>
          <p:spPr>
            <a:xfrm>
              <a:off x="6497688" y="1945400"/>
              <a:ext cx="23575" cy="14850"/>
            </a:xfrm>
            <a:custGeom>
              <a:avLst/>
              <a:gdLst/>
              <a:ahLst/>
              <a:cxnLst/>
              <a:rect l="l" t="t" r="r" b="b"/>
              <a:pathLst>
                <a:path w="943" h="594" extrusionOk="0">
                  <a:moveTo>
                    <a:pt x="1" y="1"/>
                  </a:moveTo>
                  <a:lnTo>
                    <a:pt x="1" y="593"/>
                  </a:lnTo>
                  <a:lnTo>
                    <a:pt x="942" y="593"/>
                  </a:lnTo>
                  <a:lnTo>
                    <a:pt x="94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1" name="Google Shape;4811;p118"/>
          <p:cNvGrpSpPr/>
          <p:nvPr/>
        </p:nvGrpSpPr>
        <p:grpSpPr>
          <a:xfrm>
            <a:off x="6252363" y="2703475"/>
            <a:ext cx="321625" cy="493750"/>
            <a:chOff x="6252363" y="2608225"/>
            <a:chExt cx="321625" cy="493750"/>
          </a:xfrm>
        </p:grpSpPr>
        <p:sp>
          <p:nvSpPr>
            <p:cNvPr id="4812" name="Google Shape;4812;p118"/>
            <p:cNvSpPr/>
            <p:nvPr/>
          </p:nvSpPr>
          <p:spPr>
            <a:xfrm>
              <a:off x="6332538" y="2933325"/>
              <a:ext cx="161275" cy="161675"/>
            </a:xfrm>
            <a:custGeom>
              <a:avLst/>
              <a:gdLst/>
              <a:ahLst/>
              <a:cxnLst/>
              <a:rect l="l" t="t" r="r" b="b"/>
              <a:pathLst>
                <a:path w="6451" h="6467" extrusionOk="0">
                  <a:moveTo>
                    <a:pt x="3190" y="0"/>
                  </a:moveTo>
                  <a:cubicBezTo>
                    <a:pt x="1447" y="0"/>
                    <a:pt x="1" y="1447"/>
                    <a:pt x="1" y="3190"/>
                  </a:cubicBezTo>
                  <a:cubicBezTo>
                    <a:pt x="1" y="5003"/>
                    <a:pt x="1447" y="6467"/>
                    <a:pt x="3190" y="6467"/>
                  </a:cubicBezTo>
                  <a:cubicBezTo>
                    <a:pt x="5003" y="6467"/>
                    <a:pt x="6450" y="5003"/>
                    <a:pt x="6450" y="3190"/>
                  </a:cubicBezTo>
                  <a:cubicBezTo>
                    <a:pt x="6450" y="1447"/>
                    <a:pt x="5003" y="0"/>
                    <a:pt x="31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118"/>
            <p:cNvSpPr/>
            <p:nvPr/>
          </p:nvSpPr>
          <p:spPr>
            <a:xfrm>
              <a:off x="6388763" y="2982125"/>
              <a:ext cx="48825" cy="47525"/>
            </a:xfrm>
            <a:custGeom>
              <a:avLst/>
              <a:gdLst/>
              <a:ahLst/>
              <a:cxnLst/>
              <a:rect l="l" t="t" r="r" b="b"/>
              <a:pathLst>
                <a:path w="1953" h="1901" extrusionOk="0">
                  <a:moveTo>
                    <a:pt x="941" y="0"/>
                  </a:moveTo>
                  <a:cubicBezTo>
                    <a:pt x="436" y="0"/>
                    <a:pt x="0" y="436"/>
                    <a:pt x="0" y="959"/>
                  </a:cubicBezTo>
                  <a:cubicBezTo>
                    <a:pt x="0" y="1465"/>
                    <a:pt x="436" y="1900"/>
                    <a:pt x="941" y="1900"/>
                  </a:cubicBezTo>
                  <a:cubicBezTo>
                    <a:pt x="1517" y="1900"/>
                    <a:pt x="1952" y="1465"/>
                    <a:pt x="1952" y="959"/>
                  </a:cubicBezTo>
                  <a:cubicBezTo>
                    <a:pt x="1952" y="436"/>
                    <a:pt x="1517" y="0"/>
                    <a:pt x="9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118"/>
            <p:cNvSpPr/>
            <p:nvPr/>
          </p:nvSpPr>
          <p:spPr>
            <a:xfrm>
              <a:off x="6259763" y="2844425"/>
              <a:ext cx="121600" cy="47075"/>
            </a:xfrm>
            <a:custGeom>
              <a:avLst/>
              <a:gdLst/>
              <a:ahLst/>
              <a:cxnLst/>
              <a:rect l="l" t="t" r="r" b="b"/>
              <a:pathLst>
                <a:path w="4864" h="1883" extrusionOk="0">
                  <a:moveTo>
                    <a:pt x="0" y="0"/>
                  </a:moveTo>
                  <a:lnTo>
                    <a:pt x="0" y="1883"/>
                  </a:lnTo>
                  <a:lnTo>
                    <a:pt x="4864" y="1883"/>
                  </a:lnTo>
                  <a:lnTo>
                    <a:pt x="486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118"/>
            <p:cNvSpPr/>
            <p:nvPr/>
          </p:nvSpPr>
          <p:spPr>
            <a:xfrm>
              <a:off x="6444963" y="2844425"/>
              <a:ext cx="121625" cy="47075"/>
            </a:xfrm>
            <a:custGeom>
              <a:avLst/>
              <a:gdLst/>
              <a:ahLst/>
              <a:cxnLst/>
              <a:rect l="l" t="t" r="r" b="b"/>
              <a:pathLst>
                <a:path w="4865" h="1883" extrusionOk="0">
                  <a:moveTo>
                    <a:pt x="1" y="0"/>
                  </a:moveTo>
                  <a:lnTo>
                    <a:pt x="1" y="1883"/>
                  </a:lnTo>
                  <a:lnTo>
                    <a:pt x="4864" y="1883"/>
                  </a:lnTo>
                  <a:lnTo>
                    <a:pt x="486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118"/>
            <p:cNvSpPr/>
            <p:nvPr/>
          </p:nvSpPr>
          <p:spPr>
            <a:xfrm>
              <a:off x="6275888" y="2608225"/>
              <a:ext cx="89350" cy="236225"/>
            </a:xfrm>
            <a:custGeom>
              <a:avLst/>
              <a:gdLst/>
              <a:ahLst/>
              <a:cxnLst/>
              <a:rect l="l" t="t" r="r" b="b"/>
              <a:pathLst>
                <a:path w="3574" h="9449" extrusionOk="0">
                  <a:moveTo>
                    <a:pt x="0" y="0"/>
                  </a:moveTo>
                  <a:lnTo>
                    <a:pt x="0" y="9448"/>
                  </a:lnTo>
                  <a:lnTo>
                    <a:pt x="3574" y="9448"/>
                  </a:lnTo>
                  <a:lnTo>
                    <a:pt x="357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118"/>
            <p:cNvSpPr/>
            <p:nvPr/>
          </p:nvSpPr>
          <p:spPr>
            <a:xfrm>
              <a:off x="6461088" y="2608225"/>
              <a:ext cx="89375" cy="236225"/>
            </a:xfrm>
            <a:custGeom>
              <a:avLst/>
              <a:gdLst/>
              <a:ahLst/>
              <a:cxnLst/>
              <a:rect l="l" t="t" r="r" b="b"/>
              <a:pathLst>
                <a:path w="3575" h="9449" extrusionOk="0">
                  <a:moveTo>
                    <a:pt x="1" y="0"/>
                  </a:moveTo>
                  <a:lnTo>
                    <a:pt x="1" y="9448"/>
                  </a:lnTo>
                  <a:lnTo>
                    <a:pt x="3574" y="9448"/>
                  </a:lnTo>
                  <a:lnTo>
                    <a:pt x="357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118"/>
            <p:cNvSpPr/>
            <p:nvPr/>
          </p:nvSpPr>
          <p:spPr>
            <a:xfrm>
              <a:off x="6252363" y="2608225"/>
              <a:ext cx="321625" cy="493750"/>
            </a:xfrm>
            <a:custGeom>
              <a:avLst/>
              <a:gdLst/>
              <a:ahLst/>
              <a:cxnLst/>
              <a:rect l="l" t="t" r="r" b="b"/>
              <a:pathLst>
                <a:path w="12865" h="19750" extrusionOk="0">
                  <a:moveTo>
                    <a:pt x="4794" y="9727"/>
                  </a:moveTo>
                  <a:lnTo>
                    <a:pt x="4794" y="11034"/>
                  </a:lnTo>
                  <a:lnTo>
                    <a:pt x="593" y="11034"/>
                  </a:lnTo>
                  <a:lnTo>
                    <a:pt x="593" y="9727"/>
                  </a:lnTo>
                  <a:close/>
                  <a:moveTo>
                    <a:pt x="12272" y="9727"/>
                  </a:moveTo>
                  <a:lnTo>
                    <a:pt x="12272" y="11034"/>
                  </a:lnTo>
                  <a:lnTo>
                    <a:pt x="8001" y="11034"/>
                  </a:lnTo>
                  <a:lnTo>
                    <a:pt x="8001" y="9727"/>
                  </a:lnTo>
                  <a:close/>
                  <a:moveTo>
                    <a:pt x="6397" y="13300"/>
                  </a:moveTo>
                  <a:cubicBezTo>
                    <a:pt x="8071" y="13300"/>
                    <a:pt x="9378" y="14608"/>
                    <a:pt x="9378" y="16194"/>
                  </a:cubicBezTo>
                  <a:cubicBezTo>
                    <a:pt x="9378" y="17867"/>
                    <a:pt x="8071" y="19175"/>
                    <a:pt x="6397" y="19175"/>
                  </a:cubicBezTo>
                  <a:cubicBezTo>
                    <a:pt x="4794" y="19175"/>
                    <a:pt x="3486" y="17867"/>
                    <a:pt x="3486" y="16194"/>
                  </a:cubicBezTo>
                  <a:cubicBezTo>
                    <a:pt x="3486" y="14608"/>
                    <a:pt x="4794" y="13300"/>
                    <a:pt x="6397" y="13300"/>
                  </a:cubicBezTo>
                  <a:close/>
                  <a:moveTo>
                    <a:pt x="593" y="0"/>
                  </a:moveTo>
                  <a:lnTo>
                    <a:pt x="593" y="9152"/>
                  </a:lnTo>
                  <a:lnTo>
                    <a:pt x="0" y="9152"/>
                  </a:lnTo>
                  <a:lnTo>
                    <a:pt x="0" y="11697"/>
                  </a:lnTo>
                  <a:lnTo>
                    <a:pt x="3417" y="11697"/>
                  </a:lnTo>
                  <a:lnTo>
                    <a:pt x="4794" y="13074"/>
                  </a:lnTo>
                  <a:cubicBezTo>
                    <a:pt x="3643" y="13649"/>
                    <a:pt x="2911" y="14887"/>
                    <a:pt x="2911" y="16194"/>
                  </a:cubicBezTo>
                  <a:cubicBezTo>
                    <a:pt x="2911" y="18164"/>
                    <a:pt x="4515" y="19750"/>
                    <a:pt x="6397" y="19750"/>
                  </a:cubicBezTo>
                  <a:cubicBezTo>
                    <a:pt x="8350" y="19750"/>
                    <a:pt x="9953" y="18164"/>
                    <a:pt x="9953" y="16194"/>
                  </a:cubicBezTo>
                  <a:cubicBezTo>
                    <a:pt x="9953" y="14887"/>
                    <a:pt x="9152" y="13649"/>
                    <a:pt x="8071" y="13074"/>
                  </a:cubicBezTo>
                  <a:lnTo>
                    <a:pt x="9448" y="11697"/>
                  </a:lnTo>
                  <a:lnTo>
                    <a:pt x="12864" y="11697"/>
                  </a:lnTo>
                  <a:lnTo>
                    <a:pt x="12864" y="9152"/>
                  </a:lnTo>
                  <a:lnTo>
                    <a:pt x="12202" y="9152"/>
                  </a:lnTo>
                  <a:lnTo>
                    <a:pt x="12202" y="0"/>
                  </a:lnTo>
                  <a:lnTo>
                    <a:pt x="11627" y="0"/>
                  </a:lnTo>
                  <a:lnTo>
                    <a:pt x="11627" y="9152"/>
                  </a:lnTo>
                  <a:lnTo>
                    <a:pt x="8646" y="9152"/>
                  </a:lnTo>
                  <a:lnTo>
                    <a:pt x="8646" y="0"/>
                  </a:lnTo>
                  <a:lnTo>
                    <a:pt x="8071" y="0"/>
                  </a:lnTo>
                  <a:lnTo>
                    <a:pt x="8071" y="9152"/>
                  </a:lnTo>
                  <a:lnTo>
                    <a:pt x="7408" y="9152"/>
                  </a:lnTo>
                  <a:lnTo>
                    <a:pt x="7408" y="11697"/>
                  </a:lnTo>
                  <a:lnTo>
                    <a:pt x="8576" y="11697"/>
                  </a:lnTo>
                  <a:lnTo>
                    <a:pt x="7408" y="12865"/>
                  </a:lnTo>
                  <a:cubicBezTo>
                    <a:pt x="7130" y="12708"/>
                    <a:pt x="6763" y="12708"/>
                    <a:pt x="6397" y="12708"/>
                  </a:cubicBezTo>
                  <a:cubicBezTo>
                    <a:pt x="6101" y="12708"/>
                    <a:pt x="5735" y="12708"/>
                    <a:pt x="5386" y="12865"/>
                  </a:cubicBezTo>
                  <a:lnTo>
                    <a:pt x="4219" y="11697"/>
                  </a:lnTo>
                  <a:lnTo>
                    <a:pt x="5456" y="11697"/>
                  </a:lnTo>
                  <a:lnTo>
                    <a:pt x="5456" y="9152"/>
                  </a:lnTo>
                  <a:lnTo>
                    <a:pt x="4794" y="9152"/>
                  </a:lnTo>
                  <a:lnTo>
                    <a:pt x="4794" y="0"/>
                  </a:lnTo>
                  <a:lnTo>
                    <a:pt x="4219" y="0"/>
                  </a:lnTo>
                  <a:lnTo>
                    <a:pt x="4219" y="9152"/>
                  </a:lnTo>
                  <a:lnTo>
                    <a:pt x="1238" y="9152"/>
                  </a:lnTo>
                  <a:lnTo>
                    <a:pt x="12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118"/>
            <p:cNvSpPr/>
            <p:nvPr/>
          </p:nvSpPr>
          <p:spPr>
            <a:xfrm>
              <a:off x="6299863" y="2811725"/>
              <a:ext cx="39675" cy="16150"/>
            </a:xfrm>
            <a:custGeom>
              <a:avLst/>
              <a:gdLst/>
              <a:ahLst/>
              <a:cxnLst/>
              <a:rect l="l" t="t" r="r" b="b"/>
              <a:pathLst>
                <a:path w="1587" h="646" extrusionOk="0">
                  <a:moveTo>
                    <a:pt x="0" y="1"/>
                  </a:moveTo>
                  <a:lnTo>
                    <a:pt x="0" y="646"/>
                  </a:lnTo>
                  <a:lnTo>
                    <a:pt x="1586" y="646"/>
                  </a:lnTo>
                  <a:lnTo>
                    <a:pt x="158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118"/>
            <p:cNvSpPr/>
            <p:nvPr/>
          </p:nvSpPr>
          <p:spPr>
            <a:xfrm>
              <a:off x="6486813" y="2811725"/>
              <a:ext cx="39675" cy="16150"/>
            </a:xfrm>
            <a:custGeom>
              <a:avLst/>
              <a:gdLst/>
              <a:ahLst/>
              <a:cxnLst/>
              <a:rect l="l" t="t" r="r" b="b"/>
              <a:pathLst>
                <a:path w="1587" h="646" extrusionOk="0">
                  <a:moveTo>
                    <a:pt x="0" y="1"/>
                  </a:moveTo>
                  <a:lnTo>
                    <a:pt x="0" y="646"/>
                  </a:lnTo>
                  <a:lnTo>
                    <a:pt x="1586" y="646"/>
                  </a:lnTo>
                  <a:lnTo>
                    <a:pt x="158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118"/>
            <p:cNvSpPr/>
            <p:nvPr/>
          </p:nvSpPr>
          <p:spPr>
            <a:xfrm>
              <a:off x="6363038" y="2955100"/>
              <a:ext cx="100250" cy="96325"/>
            </a:xfrm>
            <a:custGeom>
              <a:avLst/>
              <a:gdLst/>
              <a:ahLst/>
              <a:cxnLst/>
              <a:rect l="l" t="t" r="r" b="b"/>
              <a:pathLst>
                <a:path w="4010" h="3853" extrusionOk="0">
                  <a:moveTo>
                    <a:pt x="1970" y="1378"/>
                  </a:moveTo>
                  <a:lnTo>
                    <a:pt x="2267" y="1813"/>
                  </a:lnTo>
                  <a:lnTo>
                    <a:pt x="2703" y="1883"/>
                  </a:lnTo>
                  <a:lnTo>
                    <a:pt x="2336" y="2249"/>
                  </a:lnTo>
                  <a:lnTo>
                    <a:pt x="2476" y="2755"/>
                  </a:lnTo>
                  <a:lnTo>
                    <a:pt x="1970" y="2546"/>
                  </a:lnTo>
                  <a:lnTo>
                    <a:pt x="1535" y="2755"/>
                  </a:lnTo>
                  <a:lnTo>
                    <a:pt x="1604" y="2249"/>
                  </a:lnTo>
                  <a:lnTo>
                    <a:pt x="1238" y="1883"/>
                  </a:lnTo>
                  <a:lnTo>
                    <a:pt x="1744" y="1813"/>
                  </a:lnTo>
                  <a:lnTo>
                    <a:pt x="1970" y="1378"/>
                  </a:lnTo>
                  <a:close/>
                  <a:moveTo>
                    <a:pt x="1970" y="1"/>
                  </a:moveTo>
                  <a:lnTo>
                    <a:pt x="1395" y="1308"/>
                  </a:lnTo>
                  <a:lnTo>
                    <a:pt x="1" y="1517"/>
                  </a:lnTo>
                  <a:lnTo>
                    <a:pt x="959" y="2476"/>
                  </a:lnTo>
                  <a:lnTo>
                    <a:pt x="733" y="3853"/>
                  </a:lnTo>
                  <a:lnTo>
                    <a:pt x="1970" y="3190"/>
                  </a:lnTo>
                  <a:lnTo>
                    <a:pt x="3278" y="3853"/>
                  </a:lnTo>
                  <a:lnTo>
                    <a:pt x="3278" y="3853"/>
                  </a:lnTo>
                  <a:lnTo>
                    <a:pt x="2981" y="2476"/>
                  </a:lnTo>
                  <a:lnTo>
                    <a:pt x="4010" y="1517"/>
                  </a:lnTo>
                  <a:lnTo>
                    <a:pt x="2615" y="1308"/>
                  </a:lnTo>
                  <a:lnTo>
                    <a:pt x="197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118"/>
            <p:cNvSpPr/>
            <p:nvPr/>
          </p:nvSpPr>
          <p:spPr>
            <a:xfrm>
              <a:off x="6397913" y="3054900"/>
              <a:ext cx="30525" cy="14400"/>
            </a:xfrm>
            <a:custGeom>
              <a:avLst/>
              <a:gdLst/>
              <a:ahLst/>
              <a:cxnLst/>
              <a:rect l="l" t="t" r="r" b="b"/>
              <a:pathLst>
                <a:path w="1221" h="576" extrusionOk="0">
                  <a:moveTo>
                    <a:pt x="0" y="0"/>
                  </a:moveTo>
                  <a:lnTo>
                    <a:pt x="0" y="576"/>
                  </a:lnTo>
                  <a:lnTo>
                    <a:pt x="1220" y="576"/>
                  </a:lnTo>
                  <a:lnTo>
                    <a:pt x="122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3" name="Google Shape;4823;p118"/>
          <p:cNvGrpSpPr/>
          <p:nvPr/>
        </p:nvGrpSpPr>
        <p:grpSpPr>
          <a:xfrm>
            <a:off x="6166938" y="3382300"/>
            <a:ext cx="492450" cy="493750"/>
            <a:chOff x="6166938" y="3334675"/>
            <a:chExt cx="492450" cy="493750"/>
          </a:xfrm>
        </p:grpSpPr>
        <p:sp>
          <p:nvSpPr>
            <p:cNvPr id="4824" name="Google Shape;4824;p118"/>
            <p:cNvSpPr/>
            <p:nvPr/>
          </p:nvSpPr>
          <p:spPr>
            <a:xfrm>
              <a:off x="6172613" y="3481525"/>
              <a:ext cx="40100" cy="346900"/>
            </a:xfrm>
            <a:custGeom>
              <a:avLst/>
              <a:gdLst/>
              <a:ahLst/>
              <a:cxnLst/>
              <a:rect l="l" t="t" r="r" b="b"/>
              <a:pathLst>
                <a:path w="1604" h="13876" extrusionOk="0">
                  <a:moveTo>
                    <a:pt x="0" y="0"/>
                  </a:moveTo>
                  <a:lnTo>
                    <a:pt x="0" y="13876"/>
                  </a:lnTo>
                  <a:lnTo>
                    <a:pt x="1604" y="13876"/>
                  </a:lnTo>
                  <a:lnTo>
                    <a:pt x="16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118"/>
            <p:cNvSpPr/>
            <p:nvPr/>
          </p:nvSpPr>
          <p:spPr>
            <a:xfrm>
              <a:off x="6212688" y="3450575"/>
              <a:ext cx="37950" cy="377850"/>
            </a:xfrm>
            <a:custGeom>
              <a:avLst/>
              <a:gdLst/>
              <a:ahLst/>
              <a:cxnLst/>
              <a:rect l="l" t="t" r="r" b="b"/>
              <a:pathLst>
                <a:path w="1518" h="15114" extrusionOk="0">
                  <a:moveTo>
                    <a:pt x="1" y="1"/>
                  </a:moveTo>
                  <a:lnTo>
                    <a:pt x="1" y="15114"/>
                  </a:lnTo>
                  <a:lnTo>
                    <a:pt x="1517" y="15114"/>
                  </a:lnTo>
                  <a:lnTo>
                    <a:pt x="151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118"/>
            <p:cNvSpPr/>
            <p:nvPr/>
          </p:nvSpPr>
          <p:spPr>
            <a:xfrm>
              <a:off x="6250613" y="3420075"/>
              <a:ext cx="408775" cy="408350"/>
            </a:xfrm>
            <a:custGeom>
              <a:avLst/>
              <a:gdLst/>
              <a:ahLst/>
              <a:cxnLst/>
              <a:rect l="l" t="t" r="r" b="b"/>
              <a:pathLst>
                <a:path w="16351" h="16334" extrusionOk="0">
                  <a:moveTo>
                    <a:pt x="0" y="1"/>
                  </a:moveTo>
                  <a:lnTo>
                    <a:pt x="0" y="16334"/>
                  </a:lnTo>
                  <a:lnTo>
                    <a:pt x="16351" y="16334"/>
                  </a:lnTo>
                  <a:lnTo>
                    <a:pt x="1635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118"/>
            <p:cNvSpPr/>
            <p:nvPr/>
          </p:nvSpPr>
          <p:spPr>
            <a:xfrm>
              <a:off x="6243213" y="3412675"/>
              <a:ext cx="230975" cy="415750"/>
            </a:xfrm>
            <a:custGeom>
              <a:avLst/>
              <a:gdLst/>
              <a:ahLst/>
              <a:cxnLst/>
              <a:rect l="l" t="t" r="r" b="b"/>
              <a:pathLst>
                <a:path w="9239" h="16630" extrusionOk="0">
                  <a:moveTo>
                    <a:pt x="0" y="0"/>
                  </a:moveTo>
                  <a:lnTo>
                    <a:pt x="0" y="16630"/>
                  </a:lnTo>
                  <a:lnTo>
                    <a:pt x="593" y="16630"/>
                  </a:lnTo>
                  <a:lnTo>
                    <a:pt x="593" y="575"/>
                  </a:lnTo>
                  <a:lnTo>
                    <a:pt x="9239" y="575"/>
                  </a:lnTo>
                  <a:lnTo>
                    <a:pt x="923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118"/>
            <p:cNvSpPr/>
            <p:nvPr/>
          </p:nvSpPr>
          <p:spPr>
            <a:xfrm>
              <a:off x="6504663" y="3412675"/>
              <a:ext cx="154725" cy="14400"/>
            </a:xfrm>
            <a:custGeom>
              <a:avLst/>
              <a:gdLst/>
              <a:ahLst/>
              <a:cxnLst/>
              <a:rect l="l" t="t" r="r" b="b"/>
              <a:pathLst>
                <a:path w="6189" h="576" extrusionOk="0">
                  <a:moveTo>
                    <a:pt x="1" y="0"/>
                  </a:moveTo>
                  <a:lnTo>
                    <a:pt x="1" y="575"/>
                  </a:lnTo>
                  <a:lnTo>
                    <a:pt x="6189" y="575"/>
                  </a:lnTo>
                  <a:lnTo>
                    <a:pt x="618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118"/>
            <p:cNvSpPr/>
            <p:nvPr/>
          </p:nvSpPr>
          <p:spPr>
            <a:xfrm>
              <a:off x="6205288" y="3443600"/>
              <a:ext cx="30975" cy="384825"/>
            </a:xfrm>
            <a:custGeom>
              <a:avLst/>
              <a:gdLst/>
              <a:ahLst/>
              <a:cxnLst/>
              <a:rect l="l" t="t" r="r" b="b"/>
              <a:pathLst>
                <a:path w="1239" h="15393" extrusionOk="0">
                  <a:moveTo>
                    <a:pt x="1" y="1"/>
                  </a:moveTo>
                  <a:lnTo>
                    <a:pt x="1" y="15393"/>
                  </a:lnTo>
                  <a:lnTo>
                    <a:pt x="576" y="15393"/>
                  </a:lnTo>
                  <a:lnTo>
                    <a:pt x="576" y="576"/>
                  </a:lnTo>
                  <a:lnTo>
                    <a:pt x="1238" y="576"/>
                  </a:lnTo>
                  <a:lnTo>
                    <a:pt x="123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118"/>
            <p:cNvSpPr/>
            <p:nvPr/>
          </p:nvSpPr>
          <p:spPr>
            <a:xfrm>
              <a:off x="6166938" y="3474550"/>
              <a:ext cx="30975" cy="353875"/>
            </a:xfrm>
            <a:custGeom>
              <a:avLst/>
              <a:gdLst/>
              <a:ahLst/>
              <a:cxnLst/>
              <a:rect l="l" t="t" r="r" b="b"/>
              <a:pathLst>
                <a:path w="1239" h="14155" extrusionOk="0">
                  <a:moveTo>
                    <a:pt x="1" y="0"/>
                  </a:moveTo>
                  <a:lnTo>
                    <a:pt x="1" y="14155"/>
                  </a:lnTo>
                  <a:lnTo>
                    <a:pt x="593" y="14155"/>
                  </a:lnTo>
                  <a:lnTo>
                    <a:pt x="593" y="576"/>
                  </a:lnTo>
                  <a:lnTo>
                    <a:pt x="1238" y="576"/>
                  </a:lnTo>
                  <a:lnTo>
                    <a:pt x="12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118"/>
            <p:cNvSpPr/>
            <p:nvPr/>
          </p:nvSpPr>
          <p:spPr>
            <a:xfrm>
              <a:off x="6404888" y="3450575"/>
              <a:ext cx="14825" cy="231000"/>
            </a:xfrm>
            <a:custGeom>
              <a:avLst/>
              <a:gdLst/>
              <a:ahLst/>
              <a:cxnLst/>
              <a:rect l="l" t="t" r="r" b="b"/>
              <a:pathLst>
                <a:path w="593" h="9240" extrusionOk="0">
                  <a:moveTo>
                    <a:pt x="0" y="1"/>
                  </a:moveTo>
                  <a:lnTo>
                    <a:pt x="0" y="8803"/>
                  </a:lnTo>
                  <a:lnTo>
                    <a:pt x="593" y="9239"/>
                  </a:lnTo>
                  <a:lnTo>
                    <a:pt x="59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118"/>
            <p:cNvSpPr/>
            <p:nvPr/>
          </p:nvSpPr>
          <p:spPr>
            <a:xfrm>
              <a:off x="6366963" y="3334675"/>
              <a:ext cx="130750" cy="370425"/>
            </a:xfrm>
            <a:custGeom>
              <a:avLst/>
              <a:gdLst/>
              <a:ahLst/>
              <a:cxnLst/>
              <a:rect l="l" t="t" r="r" b="b"/>
              <a:pathLst>
                <a:path w="5230" h="14817" extrusionOk="0">
                  <a:moveTo>
                    <a:pt x="2615" y="0"/>
                  </a:moveTo>
                  <a:cubicBezTo>
                    <a:pt x="1151" y="0"/>
                    <a:pt x="1" y="1151"/>
                    <a:pt x="1" y="2615"/>
                  </a:cubicBezTo>
                  <a:lnTo>
                    <a:pt x="1" y="2754"/>
                  </a:lnTo>
                  <a:lnTo>
                    <a:pt x="576" y="2754"/>
                  </a:lnTo>
                  <a:lnTo>
                    <a:pt x="576" y="2615"/>
                  </a:lnTo>
                  <a:cubicBezTo>
                    <a:pt x="576" y="1517"/>
                    <a:pt x="1517" y="645"/>
                    <a:pt x="2615" y="645"/>
                  </a:cubicBezTo>
                  <a:cubicBezTo>
                    <a:pt x="3696" y="645"/>
                    <a:pt x="4637" y="1517"/>
                    <a:pt x="4637" y="2615"/>
                  </a:cubicBezTo>
                  <a:lnTo>
                    <a:pt x="4637" y="12777"/>
                  </a:lnTo>
                  <a:cubicBezTo>
                    <a:pt x="4637" y="13579"/>
                    <a:pt x="3992" y="14224"/>
                    <a:pt x="3260" y="14224"/>
                  </a:cubicBezTo>
                  <a:cubicBezTo>
                    <a:pt x="2458" y="14224"/>
                    <a:pt x="1813" y="13579"/>
                    <a:pt x="1813" y="12777"/>
                  </a:cubicBezTo>
                  <a:lnTo>
                    <a:pt x="1813" y="4637"/>
                  </a:lnTo>
                  <a:lnTo>
                    <a:pt x="1238" y="4637"/>
                  </a:lnTo>
                  <a:lnTo>
                    <a:pt x="1238" y="12777"/>
                  </a:lnTo>
                  <a:cubicBezTo>
                    <a:pt x="1238" y="13945"/>
                    <a:pt x="2110" y="14816"/>
                    <a:pt x="3260" y="14816"/>
                  </a:cubicBezTo>
                  <a:cubicBezTo>
                    <a:pt x="4358" y="14816"/>
                    <a:pt x="5230" y="13945"/>
                    <a:pt x="5230" y="12777"/>
                  </a:cubicBezTo>
                  <a:lnTo>
                    <a:pt x="5230" y="2615"/>
                  </a:lnTo>
                  <a:cubicBezTo>
                    <a:pt x="5230" y="1151"/>
                    <a:pt x="4062" y="0"/>
                    <a:pt x="26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3" name="Google Shape;4833;p118"/>
          <p:cNvGrpSpPr/>
          <p:nvPr/>
        </p:nvGrpSpPr>
        <p:grpSpPr>
          <a:xfrm>
            <a:off x="6217938" y="4060675"/>
            <a:ext cx="390475" cy="494200"/>
            <a:chOff x="6217938" y="4060675"/>
            <a:chExt cx="390475" cy="494200"/>
          </a:xfrm>
        </p:grpSpPr>
        <p:sp>
          <p:nvSpPr>
            <p:cNvPr id="4834" name="Google Shape;4834;p118"/>
            <p:cNvSpPr/>
            <p:nvPr/>
          </p:nvSpPr>
          <p:spPr>
            <a:xfrm>
              <a:off x="6263238" y="4491225"/>
              <a:ext cx="299850" cy="63650"/>
            </a:xfrm>
            <a:custGeom>
              <a:avLst/>
              <a:gdLst/>
              <a:ahLst/>
              <a:cxnLst/>
              <a:rect l="l" t="t" r="r" b="b"/>
              <a:pathLst>
                <a:path w="11994" h="2546" extrusionOk="0">
                  <a:moveTo>
                    <a:pt x="2546" y="0"/>
                  </a:moveTo>
                  <a:cubicBezTo>
                    <a:pt x="1169" y="0"/>
                    <a:pt x="1" y="1168"/>
                    <a:pt x="1" y="2545"/>
                  </a:cubicBezTo>
                  <a:lnTo>
                    <a:pt x="11994" y="2545"/>
                  </a:lnTo>
                  <a:cubicBezTo>
                    <a:pt x="11994" y="1168"/>
                    <a:pt x="10895" y="0"/>
                    <a:pt x="94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118"/>
            <p:cNvSpPr/>
            <p:nvPr/>
          </p:nvSpPr>
          <p:spPr>
            <a:xfrm>
              <a:off x="6350413" y="4460275"/>
              <a:ext cx="125525" cy="54500"/>
            </a:xfrm>
            <a:custGeom>
              <a:avLst/>
              <a:gdLst/>
              <a:ahLst/>
              <a:cxnLst/>
              <a:rect l="l" t="t" r="r" b="b"/>
              <a:pathLst>
                <a:path w="5021" h="2180" extrusionOk="0">
                  <a:moveTo>
                    <a:pt x="0" y="1"/>
                  </a:moveTo>
                  <a:lnTo>
                    <a:pt x="0" y="1238"/>
                  </a:lnTo>
                  <a:lnTo>
                    <a:pt x="2475" y="2179"/>
                  </a:lnTo>
                  <a:lnTo>
                    <a:pt x="5020" y="1238"/>
                  </a:lnTo>
                  <a:lnTo>
                    <a:pt x="502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118"/>
            <p:cNvSpPr/>
            <p:nvPr/>
          </p:nvSpPr>
          <p:spPr>
            <a:xfrm>
              <a:off x="6522963" y="4240650"/>
              <a:ext cx="38375" cy="47075"/>
            </a:xfrm>
            <a:custGeom>
              <a:avLst/>
              <a:gdLst/>
              <a:ahLst/>
              <a:cxnLst/>
              <a:rect l="l" t="t" r="r" b="b"/>
              <a:pathLst>
                <a:path w="1535" h="1883" extrusionOk="0">
                  <a:moveTo>
                    <a:pt x="1" y="0"/>
                  </a:moveTo>
                  <a:lnTo>
                    <a:pt x="1" y="1883"/>
                  </a:lnTo>
                  <a:lnTo>
                    <a:pt x="1239" y="1883"/>
                  </a:lnTo>
                  <a:lnTo>
                    <a:pt x="1535" y="942"/>
                  </a:lnTo>
                  <a:lnTo>
                    <a:pt x="123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118"/>
            <p:cNvSpPr/>
            <p:nvPr/>
          </p:nvSpPr>
          <p:spPr>
            <a:xfrm>
              <a:off x="6263238" y="4240650"/>
              <a:ext cx="40125" cy="47075"/>
            </a:xfrm>
            <a:custGeom>
              <a:avLst/>
              <a:gdLst/>
              <a:ahLst/>
              <a:cxnLst/>
              <a:rect l="l" t="t" r="r" b="b"/>
              <a:pathLst>
                <a:path w="1605" h="1883" extrusionOk="0">
                  <a:moveTo>
                    <a:pt x="367" y="0"/>
                  </a:moveTo>
                  <a:lnTo>
                    <a:pt x="1" y="942"/>
                  </a:lnTo>
                  <a:lnTo>
                    <a:pt x="367" y="1883"/>
                  </a:lnTo>
                  <a:lnTo>
                    <a:pt x="1605" y="1883"/>
                  </a:lnTo>
                  <a:lnTo>
                    <a:pt x="160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118"/>
            <p:cNvSpPr/>
            <p:nvPr/>
          </p:nvSpPr>
          <p:spPr>
            <a:xfrm>
              <a:off x="6295938" y="4186175"/>
              <a:ext cx="234475" cy="274125"/>
            </a:xfrm>
            <a:custGeom>
              <a:avLst/>
              <a:gdLst/>
              <a:ahLst/>
              <a:cxnLst/>
              <a:rect l="l" t="t" r="r" b="b"/>
              <a:pathLst>
                <a:path w="9379" h="10965" extrusionOk="0">
                  <a:moveTo>
                    <a:pt x="0" y="0"/>
                  </a:moveTo>
                  <a:lnTo>
                    <a:pt x="0" y="8646"/>
                  </a:lnTo>
                  <a:cubicBezTo>
                    <a:pt x="0" y="9954"/>
                    <a:pt x="1029" y="10965"/>
                    <a:pt x="2336" y="10965"/>
                  </a:cubicBezTo>
                  <a:lnTo>
                    <a:pt x="7042" y="10965"/>
                  </a:lnTo>
                  <a:cubicBezTo>
                    <a:pt x="8350" y="10965"/>
                    <a:pt x="9378" y="9954"/>
                    <a:pt x="9378" y="8646"/>
                  </a:cubicBezTo>
                  <a:lnTo>
                    <a:pt x="937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118"/>
            <p:cNvSpPr/>
            <p:nvPr/>
          </p:nvSpPr>
          <p:spPr>
            <a:xfrm>
              <a:off x="6381338" y="4264175"/>
              <a:ext cx="63650" cy="78025"/>
            </a:xfrm>
            <a:custGeom>
              <a:avLst/>
              <a:gdLst/>
              <a:ahLst/>
              <a:cxnLst/>
              <a:rect l="l" t="t" r="r" b="b"/>
              <a:pathLst>
                <a:path w="2546" h="3121" extrusionOk="0">
                  <a:moveTo>
                    <a:pt x="367" y="1"/>
                  </a:moveTo>
                  <a:lnTo>
                    <a:pt x="1" y="942"/>
                  </a:lnTo>
                  <a:lnTo>
                    <a:pt x="1" y="2546"/>
                  </a:lnTo>
                  <a:lnTo>
                    <a:pt x="663" y="2546"/>
                  </a:lnTo>
                  <a:lnTo>
                    <a:pt x="663" y="3121"/>
                  </a:lnTo>
                  <a:lnTo>
                    <a:pt x="1883" y="3121"/>
                  </a:lnTo>
                  <a:lnTo>
                    <a:pt x="1883" y="2546"/>
                  </a:lnTo>
                  <a:lnTo>
                    <a:pt x="2546" y="2546"/>
                  </a:lnTo>
                  <a:lnTo>
                    <a:pt x="2546" y="942"/>
                  </a:lnTo>
                  <a:lnTo>
                    <a:pt x="218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118"/>
            <p:cNvSpPr/>
            <p:nvPr/>
          </p:nvSpPr>
          <p:spPr>
            <a:xfrm>
              <a:off x="6428413" y="4327800"/>
              <a:ext cx="149050" cy="47100"/>
            </a:xfrm>
            <a:custGeom>
              <a:avLst/>
              <a:gdLst/>
              <a:ahLst/>
              <a:cxnLst/>
              <a:rect l="l" t="t" r="r" b="b"/>
              <a:pathLst>
                <a:path w="5962" h="1884" extrusionOk="0">
                  <a:moveTo>
                    <a:pt x="0" y="1"/>
                  </a:moveTo>
                  <a:lnTo>
                    <a:pt x="0" y="1883"/>
                  </a:lnTo>
                  <a:lnTo>
                    <a:pt x="4724" y="1883"/>
                  </a:lnTo>
                  <a:lnTo>
                    <a:pt x="5666" y="942"/>
                  </a:lnTo>
                  <a:lnTo>
                    <a:pt x="596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118"/>
            <p:cNvSpPr/>
            <p:nvPr/>
          </p:nvSpPr>
          <p:spPr>
            <a:xfrm>
              <a:off x="6248863" y="4327800"/>
              <a:ext cx="149075" cy="47100"/>
            </a:xfrm>
            <a:custGeom>
              <a:avLst/>
              <a:gdLst/>
              <a:ahLst/>
              <a:cxnLst/>
              <a:rect l="l" t="t" r="r" b="b"/>
              <a:pathLst>
                <a:path w="5963" h="1884" extrusionOk="0">
                  <a:moveTo>
                    <a:pt x="1" y="1"/>
                  </a:moveTo>
                  <a:lnTo>
                    <a:pt x="297" y="942"/>
                  </a:lnTo>
                  <a:lnTo>
                    <a:pt x="1238" y="1883"/>
                  </a:lnTo>
                  <a:lnTo>
                    <a:pt x="5962" y="1883"/>
                  </a:lnTo>
                  <a:lnTo>
                    <a:pt x="596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118"/>
            <p:cNvSpPr/>
            <p:nvPr/>
          </p:nvSpPr>
          <p:spPr>
            <a:xfrm>
              <a:off x="6303338" y="4249800"/>
              <a:ext cx="87175" cy="37925"/>
            </a:xfrm>
            <a:custGeom>
              <a:avLst/>
              <a:gdLst/>
              <a:ahLst/>
              <a:cxnLst/>
              <a:rect l="l" t="t" r="r" b="b"/>
              <a:pathLst>
                <a:path w="3487" h="1517" extrusionOk="0">
                  <a:moveTo>
                    <a:pt x="1" y="0"/>
                  </a:moveTo>
                  <a:lnTo>
                    <a:pt x="1" y="1517"/>
                  </a:lnTo>
                  <a:lnTo>
                    <a:pt x="3487" y="1517"/>
                  </a:lnTo>
                  <a:lnTo>
                    <a:pt x="348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118"/>
            <p:cNvSpPr/>
            <p:nvPr/>
          </p:nvSpPr>
          <p:spPr>
            <a:xfrm>
              <a:off x="6435813" y="4249800"/>
              <a:ext cx="87175" cy="37925"/>
            </a:xfrm>
            <a:custGeom>
              <a:avLst/>
              <a:gdLst/>
              <a:ahLst/>
              <a:cxnLst/>
              <a:rect l="l" t="t" r="r" b="b"/>
              <a:pathLst>
                <a:path w="3487" h="1517" extrusionOk="0">
                  <a:moveTo>
                    <a:pt x="1" y="0"/>
                  </a:moveTo>
                  <a:lnTo>
                    <a:pt x="1" y="1517"/>
                  </a:lnTo>
                  <a:lnTo>
                    <a:pt x="3487" y="1517"/>
                  </a:lnTo>
                  <a:lnTo>
                    <a:pt x="348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118"/>
            <p:cNvSpPr/>
            <p:nvPr/>
          </p:nvSpPr>
          <p:spPr>
            <a:xfrm>
              <a:off x="6295938" y="4162650"/>
              <a:ext cx="234475" cy="23550"/>
            </a:xfrm>
            <a:custGeom>
              <a:avLst/>
              <a:gdLst/>
              <a:ahLst/>
              <a:cxnLst/>
              <a:rect l="l" t="t" r="r" b="b"/>
              <a:pathLst>
                <a:path w="9379" h="942" extrusionOk="0">
                  <a:moveTo>
                    <a:pt x="0" y="0"/>
                  </a:moveTo>
                  <a:lnTo>
                    <a:pt x="0" y="941"/>
                  </a:lnTo>
                  <a:lnTo>
                    <a:pt x="9378" y="941"/>
                  </a:lnTo>
                  <a:lnTo>
                    <a:pt x="937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118"/>
            <p:cNvSpPr/>
            <p:nvPr/>
          </p:nvSpPr>
          <p:spPr>
            <a:xfrm>
              <a:off x="6303338" y="4091600"/>
              <a:ext cx="219650" cy="71075"/>
            </a:xfrm>
            <a:custGeom>
              <a:avLst/>
              <a:gdLst/>
              <a:ahLst/>
              <a:cxnLst/>
              <a:rect l="l" t="t" r="r" b="b"/>
              <a:pathLst>
                <a:path w="8786" h="2843" extrusionOk="0">
                  <a:moveTo>
                    <a:pt x="1" y="1"/>
                  </a:moveTo>
                  <a:lnTo>
                    <a:pt x="1" y="2842"/>
                  </a:lnTo>
                  <a:lnTo>
                    <a:pt x="8786" y="2842"/>
                  </a:lnTo>
                  <a:lnTo>
                    <a:pt x="87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118"/>
            <p:cNvSpPr/>
            <p:nvPr/>
          </p:nvSpPr>
          <p:spPr>
            <a:xfrm>
              <a:off x="6263238" y="4084625"/>
              <a:ext cx="345175" cy="14425"/>
            </a:xfrm>
            <a:custGeom>
              <a:avLst/>
              <a:gdLst/>
              <a:ahLst/>
              <a:cxnLst/>
              <a:rect l="l" t="t" r="r" b="b"/>
              <a:pathLst>
                <a:path w="13807" h="577" extrusionOk="0">
                  <a:moveTo>
                    <a:pt x="1" y="1"/>
                  </a:moveTo>
                  <a:lnTo>
                    <a:pt x="1" y="576"/>
                  </a:lnTo>
                  <a:lnTo>
                    <a:pt x="13806" y="576"/>
                  </a:lnTo>
                  <a:lnTo>
                    <a:pt x="1380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118"/>
            <p:cNvSpPr/>
            <p:nvPr/>
          </p:nvSpPr>
          <p:spPr>
            <a:xfrm>
              <a:off x="6241463" y="4060675"/>
              <a:ext cx="170850" cy="125525"/>
            </a:xfrm>
            <a:custGeom>
              <a:avLst/>
              <a:gdLst/>
              <a:ahLst/>
              <a:cxnLst/>
              <a:rect l="l" t="t" r="r" b="b"/>
              <a:pathLst>
                <a:path w="6834" h="5021" extrusionOk="0">
                  <a:moveTo>
                    <a:pt x="0" y="0"/>
                  </a:moveTo>
                  <a:lnTo>
                    <a:pt x="0" y="5020"/>
                  </a:lnTo>
                  <a:lnTo>
                    <a:pt x="593" y="5020"/>
                  </a:lnTo>
                  <a:lnTo>
                    <a:pt x="593" y="593"/>
                  </a:lnTo>
                  <a:lnTo>
                    <a:pt x="6833" y="593"/>
                  </a:lnTo>
                  <a:lnTo>
                    <a:pt x="683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118"/>
            <p:cNvSpPr/>
            <p:nvPr/>
          </p:nvSpPr>
          <p:spPr>
            <a:xfrm>
              <a:off x="6295938" y="4178775"/>
              <a:ext cx="234475" cy="14825"/>
            </a:xfrm>
            <a:custGeom>
              <a:avLst/>
              <a:gdLst/>
              <a:ahLst/>
              <a:cxnLst/>
              <a:rect l="l" t="t" r="r" b="b"/>
              <a:pathLst>
                <a:path w="9379" h="593" extrusionOk="0">
                  <a:moveTo>
                    <a:pt x="0" y="0"/>
                  </a:moveTo>
                  <a:lnTo>
                    <a:pt x="0" y="593"/>
                  </a:lnTo>
                  <a:lnTo>
                    <a:pt x="9378" y="593"/>
                  </a:lnTo>
                  <a:lnTo>
                    <a:pt x="937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118"/>
            <p:cNvSpPr/>
            <p:nvPr/>
          </p:nvSpPr>
          <p:spPr>
            <a:xfrm>
              <a:off x="6217938" y="4084625"/>
              <a:ext cx="14400" cy="14425"/>
            </a:xfrm>
            <a:custGeom>
              <a:avLst/>
              <a:gdLst/>
              <a:ahLst/>
              <a:cxnLst/>
              <a:rect l="l" t="t" r="r" b="b"/>
              <a:pathLst>
                <a:path w="576" h="577" extrusionOk="0">
                  <a:moveTo>
                    <a:pt x="0" y="1"/>
                  </a:moveTo>
                  <a:lnTo>
                    <a:pt x="0" y="576"/>
                  </a:lnTo>
                  <a:lnTo>
                    <a:pt x="575" y="576"/>
                  </a:lnTo>
                  <a:lnTo>
                    <a:pt x="57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118"/>
            <p:cNvSpPr/>
            <p:nvPr/>
          </p:nvSpPr>
          <p:spPr>
            <a:xfrm>
              <a:off x="6241463" y="4193575"/>
              <a:ext cx="14850" cy="32725"/>
            </a:xfrm>
            <a:custGeom>
              <a:avLst/>
              <a:gdLst/>
              <a:ahLst/>
              <a:cxnLst/>
              <a:rect l="l" t="t" r="r" b="b"/>
              <a:pathLst>
                <a:path w="594" h="1309" extrusionOk="0">
                  <a:moveTo>
                    <a:pt x="0" y="1"/>
                  </a:moveTo>
                  <a:lnTo>
                    <a:pt x="0" y="1308"/>
                  </a:lnTo>
                  <a:lnTo>
                    <a:pt x="593" y="1308"/>
                  </a:lnTo>
                  <a:lnTo>
                    <a:pt x="59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118"/>
            <p:cNvSpPr/>
            <p:nvPr/>
          </p:nvSpPr>
          <p:spPr>
            <a:xfrm>
              <a:off x="6295938" y="4240650"/>
              <a:ext cx="102000" cy="54500"/>
            </a:xfrm>
            <a:custGeom>
              <a:avLst/>
              <a:gdLst/>
              <a:ahLst/>
              <a:cxnLst/>
              <a:rect l="l" t="t" r="r" b="b"/>
              <a:pathLst>
                <a:path w="4080" h="2180" extrusionOk="0">
                  <a:moveTo>
                    <a:pt x="3417" y="645"/>
                  </a:moveTo>
                  <a:lnTo>
                    <a:pt x="3417" y="1604"/>
                  </a:lnTo>
                  <a:lnTo>
                    <a:pt x="593" y="1604"/>
                  </a:lnTo>
                  <a:lnTo>
                    <a:pt x="593" y="645"/>
                  </a:lnTo>
                  <a:close/>
                  <a:moveTo>
                    <a:pt x="0" y="0"/>
                  </a:moveTo>
                  <a:lnTo>
                    <a:pt x="0" y="2179"/>
                  </a:lnTo>
                  <a:lnTo>
                    <a:pt x="4079" y="2179"/>
                  </a:lnTo>
                  <a:lnTo>
                    <a:pt x="407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118"/>
            <p:cNvSpPr/>
            <p:nvPr/>
          </p:nvSpPr>
          <p:spPr>
            <a:xfrm>
              <a:off x="6428413" y="4240650"/>
              <a:ext cx="102000" cy="54500"/>
            </a:xfrm>
            <a:custGeom>
              <a:avLst/>
              <a:gdLst/>
              <a:ahLst/>
              <a:cxnLst/>
              <a:rect l="l" t="t" r="r" b="b"/>
              <a:pathLst>
                <a:path w="4080" h="2180" extrusionOk="0">
                  <a:moveTo>
                    <a:pt x="3487" y="645"/>
                  </a:moveTo>
                  <a:lnTo>
                    <a:pt x="3487" y="1604"/>
                  </a:lnTo>
                  <a:lnTo>
                    <a:pt x="663" y="1604"/>
                  </a:lnTo>
                  <a:lnTo>
                    <a:pt x="663" y="645"/>
                  </a:lnTo>
                  <a:close/>
                  <a:moveTo>
                    <a:pt x="0" y="0"/>
                  </a:moveTo>
                  <a:lnTo>
                    <a:pt x="0" y="2179"/>
                  </a:lnTo>
                  <a:lnTo>
                    <a:pt x="4079" y="2179"/>
                  </a:lnTo>
                  <a:lnTo>
                    <a:pt x="407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118"/>
            <p:cNvSpPr/>
            <p:nvPr/>
          </p:nvSpPr>
          <p:spPr>
            <a:xfrm>
              <a:off x="6326863" y="4217125"/>
              <a:ext cx="71075" cy="16125"/>
            </a:xfrm>
            <a:custGeom>
              <a:avLst/>
              <a:gdLst/>
              <a:ahLst/>
              <a:cxnLst/>
              <a:rect l="l" t="t" r="r" b="b"/>
              <a:pathLst>
                <a:path w="2843" h="645" extrusionOk="0">
                  <a:moveTo>
                    <a:pt x="1" y="0"/>
                  </a:moveTo>
                  <a:lnTo>
                    <a:pt x="1" y="645"/>
                  </a:lnTo>
                  <a:lnTo>
                    <a:pt x="2842" y="645"/>
                  </a:lnTo>
                  <a:lnTo>
                    <a:pt x="284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118"/>
            <p:cNvSpPr/>
            <p:nvPr/>
          </p:nvSpPr>
          <p:spPr>
            <a:xfrm>
              <a:off x="6428413" y="4217125"/>
              <a:ext cx="71050" cy="16125"/>
            </a:xfrm>
            <a:custGeom>
              <a:avLst/>
              <a:gdLst/>
              <a:ahLst/>
              <a:cxnLst/>
              <a:rect l="l" t="t" r="r" b="b"/>
              <a:pathLst>
                <a:path w="2842" h="645" extrusionOk="0">
                  <a:moveTo>
                    <a:pt x="0" y="0"/>
                  </a:moveTo>
                  <a:lnTo>
                    <a:pt x="0" y="645"/>
                  </a:lnTo>
                  <a:lnTo>
                    <a:pt x="2842" y="645"/>
                  </a:lnTo>
                  <a:lnTo>
                    <a:pt x="284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118"/>
            <p:cNvSpPr/>
            <p:nvPr/>
          </p:nvSpPr>
          <p:spPr>
            <a:xfrm>
              <a:off x="6404888" y="4256775"/>
              <a:ext cx="16575" cy="14825"/>
            </a:xfrm>
            <a:custGeom>
              <a:avLst/>
              <a:gdLst/>
              <a:ahLst/>
              <a:cxnLst/>
              <a:rect l="l" t="t" r="r" b="b"/>
              <a:pathLst>
                <a:path w="663" h="593" extrusionOk="0">
                  <a:moveTo>
                    <a:pt x="0" y="0"/>
                  </a:moveTo>
                  <a:lnTo>
                    <a:pt x="0" y="593"/>
                  </a:lnTo>
                  <a:lnTo>
                    <a:pt x="662" y="593"/>
                  </a:lnTo>
                  <a:lnTo>
                    <a:pt x="66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118"/>
            <p:cNvSpPr/>
            <p:nvPr/>
          </p:nvSpPr>
          <p:spPr>
            <a:xfrm>
              <a:off x="6373938" y="4311250"/>
              <a:ext cx="78475" cy="38375"/>
            </a:xfrm>
            <a:custGeom>
              <a:avLst/>
              <a:gdLst/>
              <a:ahLst/>
              <a:cxnLst/>
              <a:rect l="l" t="t" r="r" b="b"/>
              <a:pathLst>
                <a:path w="3139" h="1535" extrusionOk="0">
                  <a:moveTo>
                    <a:pt x="0" y="0"/>
                  </a:moveTo>
                  <a:lnTo>
                    <a:pt x="0" y="959"/>
                  </a:lnTo>
                  <a:lnTo>
                    <a:pt x="663" y="959"/>
                  </a:lnTo>
                  <a:lnTo>
                    <a:pt x="663" y="1534"/>
                  </a:lnTo>
                  <a:lnTo>
                    <a:pt x="2476" y="1534"/>
                  </a:lnTo>
                  <a:lnTo>
                    <a:pt x="2476" y="959"/>
                  </a:lnTo>
                  <a:lnTo>
                    <a:pt x="3138" y="959"/>
                  </a:lnTo>
                  <a:lnTo>
                    <a:pt x="3138" y="0"/>
                  </a:lnTo>
                  <a:lnTo>
                    <a:pt x="2545" y="0"/>
                  </a:lnTo>
                  <a:lnTo>
                    <a:pt x="2545" y="296"/>
                  </a:lnTo>
                  <a:lnTo>
                    <a:pt x="1900" y="296"/>
                  </a:lnTo>
                  <a:lnTo>
                    <a:pt x="1900" y="959"/>
                  </a:lnTo>
                  <a:lnTo>
                    <a:pt x="1238" y="959"/>
                  </a:lnTo>
                  <a:lnTo>
                    <a:pt x="1238" y="296"/>
                  </a:lnTo>
                  <a:lnTo>
                    <a:pt x="593" y="296"/>
                  </a:lnTo>
                  <a:lnTo>
                    <a:pt x="59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118"/>
            <p:cNvSpPr/>
            <p:nvPr/>
          </p:nvSpPr>
          <p:spPr>
            <a:xfrm>
              <a:off x="6295938" y="4202300"/>
              <a:ext cx="14825" cy="30950"/>
            </a:xfrm>
            <a:custGeom>
              <a:avLst/>
              <a:gdLst/>
              <a:ahLst/>
              <a:cxnLst/>
              <a:rect l="l" t="t" r="r" b="b"/>
              <a:pathLst>
                <a:path w="593" h="1238" extrusionOk="0">
                  <a:moveTo>
                    <a:pt x="0" y="0"/>
                  </a:moveTo>
                  <a:lnTo>
                    <a:pt x="0" y="1238"/>
                  </a:lnTo>
                  <a:lnTo>
                    <a:pt x="593" y="1238"/>
                  </a:lnTo>
                  <a:lnTo>
                    <a:pt x="59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118"/>
            <p:cNvSpPr/>
            <p:nvPr/>
          </p:nvSpPr>
          <p:spPr>
            <a:xfrm>
              <a:off x="6515563" y="4202300"/>
              <a:ext cx="14850" cy="30950"/>
            </a:xfrm>
            <a:custGeom>
              <a:avLst/>
              <a:gdLst/>
              <a:ahLst/>
              <a:cxnLst/>
              <a:rect l="l" t="t" r="r" b="b"/>
              <a:pathLst>
                <a:path w="594" h="1238" extrusionOk="0">
                  <a:moveTo>
                    <a:pt x="1" y="0"/>
                  </a:moveTo>
                  <a:lnTo>
                    <a:pt x="1" y="1238"/>
                  </a:lnTo>
                  <a:lnTo>
                    <a:pt x="593" y="1238"/>
                  </a:lnTo>
                  <a:lnTo>
                    <a:pt x="59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118"/>
            <p:cNvSpPr/>
            <p:nvPr/>
          </p:nvSpPr>
          <p:spPr>
            <a:xfrm>
              <a:off x="6537363" y="4233225"/>
              <a:ext cx="32700" cy="61925"/>
            </a:xfrm>
            <a:custGeom>
              <a:avLst/>
              <a:gdLst/>
              <a:ahLst/>
              <a:cxnLst/>
              <a:rect l="l" t="t" r="r" b="b"/>
              <a:pathLst>
                <a:path w="1308" h="2477" extrusionOk="0">
                  <a:moveTo>
                    <a:pt x="0" y="1"/>
                  </a:moveTo>
                  <a:lnTo>
                    <a:pt x="0" y="594"/>
                  </a:lnTo>
                  <a:cubicBezTo>
                    <a:pt x="366" y="594"/>
                    <a:pt x="663" y="873"/>
                    <a:pt x="663" y="1239"/>
                  </a:cubicBezTo>
                  <a:cubicBezTo>
                    <a:pt x="663" y="1605"/>
                    <a:pt x="366" y="1901"/>
                    <a:pt x="0" y="1901"/>
                  </a:cubicBezTo>
                  <a:lnTo>
                    <a:pt x="0" y="2476"/>
                  </a:lnTo>
                  <a:cubicBezTo>
                    <a:pt x="732" y="2476"/>
                    <a:pt x="1308" y="1971"/>
                    <a:pt x="1308" y="1239"/>
                  </a:cubicBezTo>
                  <a:cubicBezTo>
                    <a:pt x="1308" y="594"/>
                    <a:pt x="732" y="1"/>
                    <a:pt x="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118"/>
            <p:cNvSpPr/>
            <p:nvPr/>
          </p:nvSpPr>
          <p:spPr>
            <a:xfrm>
              <a:off x="6256288" y="4233225"/>
              <a:ext cx="30525" cy="61925"/>
            </a:xfrm>
            <a:custGeom>
              <a:avLst/>
              <a:gdLst/>
              <a:ahLst/>
              <a:cxnLst/>
              <a:rect l="l" t="t" r="r" b="b"/>
              <a:pathLst>
                <a:path w="1221" h="2477" extrusionOk="0">
                  <a:moveTo>
                    <a:pt x="1220" y="1"/>
                  </a:moveTo>
                  <a:cubicBezTo>
                    <a:pt x="575" y="1"/>
                    <a:pt x="0" y="594"/>
                    <a:pt x="0" y="1239"/>
                  </a:cubicBezTo>
                  <a:cubicBezTo>
                    <a:pt x="0" y="1971"/>
                    <a:pt x="575" y="2476"/>
                    <a:pt x="1220" y="2476"/>
                  </a:cubicBezTo>
                  <a:lnTo>
                    <a:pt x="1220" y="1901"/>
                  </a:lnTo>
                  <a:cubicBezTo>
                    <a:pt x="941" y="1901"/>
                    <a:pt x="645" y="1605"/>
                    <a:pt x="645" y="1239"/>
                  </a:cubicBezTo>
                  <a:cubicBezTo>
                    <a:pt x="645" y="873"/>
                    <a:pt x="941" y="594"/>
                    <a:pt x="1220" y="594"/>
                  </a:cubicBezTo>
                  <a:lnTo>
                    <a:pt x="12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118"/>
            <p:cNvSpPr/>
            <p:nvPr/>
          </p:nvSpPr>
          <p:spPr>
            <a:xfrm>
              <a:off x="6373938" y="4398400"/>
              <a:ext cx="78475" cy="14850"/>
            </a:xfrm>
            <a:custGeom>
              <a:avLst/>
              <a:gdLst/>
              <a:ahLst/>
              <a:cxnLst/>
              <a:rect l="l" t="t" r="r" b="b"/>
              <a:pathLst>
                <a:path w="3139" h="594" extrusionOk="0">
                  <a:moveTo>
                    <a:pt x="0" y="0"/>
                  </a:moveTo>
                  <a:lnTo>
                    <a:pt x="0" y="593"/>
                  </a:lnTo>
                  <a:lnTo>
                    <a:pt x="3138" y="593"/>
                  </a:lnTo>
                  <a:lnTo>
                    <a:pt x="31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118"/>
            <p:cNvSpPr/>
            <p:nvPr/>
          </p:nvSpPr>
          <p:spPr>
            <a:xfrm>
              <a:off x="6241463" y="4304275"/>
              <a:ext cx="343425" cy="250600"/>
            </a:xfrm>
            <a:custGeom>
              <a:avLst/>
              <a:gdLst/>
              <a:ahLst/>
              <a:cxnLst/>
              <a:rect l="l" t="t" r="r" b="b"/>
              <a:pathLst>
                <a:path w="13737" h="10024" extrusionOk="0">
                  <a:moveTo>
                    <a:pt x="9082" y="6537"/>
                  </a:moveTo>
                  <a:lnTo>
                    <a:pt x="9082" y="7182"/>
                  </a:lnTo>
                  <a:lnTo>
                    <a:pt x="9082" y="7252"/>
                  </a:lnTo>
                  <a:lnTo>
                    <a:pt x="6833" y="8123"/>
                  </a:lnTo>
                  <a:lnTo>
                    <a:pt x="4655" y="7252"/>
                  </a:lnTo>
                  <a:lnTo>
                    <a:pt x="4655" y="7182"/>
                  </a:lnTo>
                  <a:lnTo>
                    <a:pt x="4655" y="6537"/>
                  </a:lnTo>
                  <a:close/>
                  <a:moveTo>
                    <a:pt x="2179" y="0"/>
                  </a:moveTo>
                  <a:lnTo>
                    <a:pt x="2179" y="575"/>
                  </a:lnTo>
                  <a:lnTo>
                    <a:pt x="0" y="575"/>
                  </a:lnTo>
                  <a:lnTo>
                    <a:pt x="0" y="942"/>
                  </a:lnTo>
                  <a:cubicBezTo>
                    <a:pt x="0" y="2109"/>
                    <a:pt x="942" y="3120"/>
                    <a:pt x="2179" y="3120"/>
                  </a:cubicBezTo>
                  <a:lnTo>
                    <a:pt x="2179" y="4724"/>
                  </a:lnTo>
                  <a:cubicBezTo>
                    <a:pt x="2179" y="5735"/>
                    <a:pt x="2981" y="6537"/>
                    <a:pt x="3992" y="6537"/>
                  </a:cubicBezTo>
                  <a:lnTo>
                    <a:pt x="4079" y="6537"/>
                  </a:lnTo>
                  <a:lnTo>
                    <a:pt x="4079" y="7182"/>
                  </a:lnTo>
                  <a:lnTo>
                    <a:pt x="3417" y="7182"/>
                  </a:lnTo>
                  <a:cubicBezTo>
                    <a:pt x="1900" y="7182"/>
                    <a:pt x="593" y="8419"/>
                    <a:pt x="593" y="10023"/>
                  </a:cubicBezTo>
                  <a:lnTo>
                    <a:pt x="1238" y="10023"/>
                  </a:lnTo>
                  <a:cubicBezTo>
                    <a:pt x="1238" y="8786"/>
                    <a:pt x="2179" y="7775"/>
                    <a:pt x="3417" y="7775"/>
                  </a:cubicBezTo>
                  <a:lnTo>
                    <a:pt x="4288" y="7775"/>
                  </a:lnTo>
                  <a:lnTo>
                    <a:pt x="6537" y="8646"/>
                  </a:lnTo>
                  <a:lnTo>
                    <a:pt x="6537" y="10023"/>
                  </a:lnTo>
                  <a:lnTo>
                    <a:pt x="7199" y="10023"/>
                  </a:lnTo>
                  <a:lnTo>
                    <a:pt x="7199" y="8646"/>
                  </a:lnTo>
                  <a:lnTo>
                    <a:pt x="9448" y="7775"/>
                  </a:lnTo>
                  <a:lnTo>
                    <a:pt x="10320" y="7775"/>
                  </a:lnTo>
                  <a:cubicBezTo>
                    <a:pt x="11557" y="7775"/>
                    <a:pt x="12499" y="8786"/>
                    <a:pt x="12499" y="10023"/>
                  </a:cubicBezTo>
                  <a:lnTo>
                    <a:pt x="13144" y="10023"/>
                  </a:lnTo>
                  <a:cubicBezTo>
                    <a:pt x="13144" y="8419"/>
                    <a:pt x="11836" y="7182"/>
                    <a:pt x="10320" y="7182"/>
                  </a:cubicBezTo>
                  <a:lnTo>
                    <a:pt x="9657" y="7182"/>
                  </a:lnTo>
                  <a:lnTo>
                    <a:pt x="9657" y="6537"/>
                  </a:lnTo>
                  <a:lnTo>
                    <a:pt x="9744" y="6537"/>
                  </a:lnTo>
                  <a:cubicBezTo>
                    <a:pt x="10755" y="6537"/>
                    <a:pt x="11557" y="5735"/>
                    <a:pt x="11557" y="4724"/>
                  </a:cubicBezTo>
                  <a:lnTo>
                    <a:pt x="11557" y="3120"/>
                  </a:lnTo>
                  <a:cubicBezTo>
                    <a:pt x="12795" y="3120"/>
                    <a:pt x="13736" y="2109"/>
                    <a:pt x="13736" y="942"/>
                  </a:cubicBezTo>
                  <a:lnTo>
                    <a:pt x="13736" y="575"/>
                  </a:lnTo>
                  <a:lnTo>
                    <a:pt x="11557" y="575"/>
                  </a:lnTo>
                  <a:lnTo>
                    <a:pt x="11557" y="0"/>
                  </a:lnTo>
                  <a:lnTo>
                    <a:pt x="10965" y="0"/>
                  </a:lnTo>
                  <a:lnTo>
                    <a:pt x="10965" y="575"/>
                  </a:lnTo>
                  <a:lnTo>
                    <a:pt x="8716" y="575"/>
                  </a:lnTo>
                  <a:lnTo>
                    <a:pt x="8716" y="1238"/>
                  </a:lnTo>
                  <a:lnTo>
                    <a:pt x="13074" y="1238"/>
                  </a:lnTo>
                  <a:cubicBezTo>
                    <a:pt x="13004" y="1953"/>
                    <a:pt x="12359" y="2458"/>
                    <a:pt x="11557" y="2458"/>
                  </a:cubicBezTo>
                  <a:lnTo>
                    <a:pt x="7775" y="2458"/>
                  </a:lnTo>
                  <a:lnTo>
                    <a:pt x="7775" y="2179"/>
                  </a:lnTo>
                  <a:lnTo>
                    <a:pt x="7199" y="2179"/>
                  </a:lnTo>
                  <a:lnTo>
                    <a:pt x="7199" y="3120"/>
                  </a:lnTo>
                  <a:lnTo>
                    <a:pt x="10965" y="3120"/>
                  </a:lnTo>
                  <a:lnTo>
                    <a:pt x="10965" y="4724"/>
                  </a:lnTo>
                  <a:cubicBezTo>
                    <a:pt x="10965" y="5369"/>
                    <a:pt x="10389" y="5944"/>
                    <a:pt x="9744" y="5944"/>
                  </a:cubicBezTo>
                  <a:lnTo>
                    <a:pt x="7199" y="5944"/>
                  </a:lnTo>
                  <a:lnTo>
                    <a:pt x="7199" y="4637"/>
                  </a:lnTo>
                  <a:lnTo>
                    <a:pt x="6537" y="4637"/>
                  </a:lnTo>
                  <a:lnTo>
                    <a:pt x="6537" y="5944"/>
                  </a:lnTo>
                  <a:lnTo>
                    <a:pt x="3992" y="5944"/>
                  </a:lnTo>
                  <a:cubicBezTo>
                    <a:pt x="3347" y="5944"/>
                    <a:pt x="2772" y="5369"/>
                    <a:pt x="2772" y="4724"/>
                  </a:cubicBezTo>
                  <a:lnTo>
                    <a:pt x="2772" y="3120"/>
                  </a:lnTo>
                  <a:lnTo>
                    <a:pt x="6537" y="3120"/>
                  </a:lnTo>
                  <a:lnTo>
                    <a:pt x="6537" y="2179"/>
                  </a:lnTo>
                  <a:lnTo>
                    <a:pt x="5962" y="2179"/>
                  </a:lnTo>
                  <a:lnTo>
                    <a:pt x="5962" y="2458"/>
                  </a:lnTo>
                  <a:lnTo>
                    <a:pt x="2179" y="2458"/>
                  </a:lnTo>
                  <a:cubicBezTo>
                    <a:pt x="1377" y="2458"/>
                    <a:pt x="732" y="1953"/>
                    <a:pt x="593" y="1238"/>
                  </a:cubicBezTo>
                  <a:lnTo>
                    <a:pt x="5021" y="1238"/>
                  </a:lnTo>
                  <a:lnTo>
                    <a:pt x="5021" y="575"/>
                  </a:lnTo>
                  <a:lnTo>
                    <a:pt x="2772" y="575"/>
                  </a:lnTo>
                  <a:lnTo>
                    <a:pt x="277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118"/>
            <p:cNvSpPr/>
            <p:nvPr/>
          </p:nvSpPr>
          <p:spPr>
            <a:xfrm>
              <a:off x="6428413" y="4538275"/>
              <a:ext cx="16575" cy="16600"/>
            </a:xfrm>
            <a:custGeom>
              <a:avLst/>
              <a:gdLst/>
              <a:ahLst/>
              <a:cxnLst/>
              <a:rect l="l" t="t" r="r" b="b"/>
              <a:pathLst>
                <a:path w="663" h="664" extrusionOk="0">
                  <a:moveTo>
                    <a:pt x="0" y="1"/>
                  </a:moveTo>
                  <a:lnTo>
                    <a:pt x="0" y="663"/>
                  </a:lnTo>
                  <a:lnTo>
                    <a:pt x="663" y="663"/>
                  </a:lnTo>
                  <a:lnTo>
                    <a:pt x="66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4" name="Google Shape;4864;p118"/>
          <p:cNvGrpSpPr/>
          <p:nvPr/>
        </p:nvGrpSpPr>
        <p:grpSpPr>
          <a:xfrm>
            <a:off x="6987963" y="1348025"/>
            <a:ext cx="322925" cy="492000"/>
            <a:chOff x="6987963" y="1157525"/>
            <a:chExt cx="322925" cy="492000"/>
          </a:xfrm>
        </p:grpSpPr>
        <p:sp>
          <p:nvSpPr>
            <p:cNvPr id="4865" name="Google Shape;4865;p118"/>
            <p:cNvSpPr/>
            <p:nvPr/>
          </p:nvSpPr>
          <p:spPr>
            <a:xfrm>
              <a:off x="7134813" y="1611600"/>
              <a:ext cx="30950" cy="30525"/>
            </a:xfrm>
            <a:custGeom>
              <a:avLst/>
              <a:gdLst/>
              <a:ahLst/>
              <a:cxnLst/>
              <a:rect l="l" t="t" r="r" b="b"/>
              <a:pathLst>
                <a:path w="1238" h="1221" extrusionOk="0">
                  <a:moveTo>
                    <a:pt x="593" y="0"/>
                  </a:moveTo>
                  <a:cubicBezTo>
                    <a:pt x="227" y="0"/>
                    <a:pt x="0" y="279"/>
                    <a:pt x="0" y="645"/>
                  </a:cubicBezTo>
                  <a:cubicBezTo>
                    <a:pt x="0" y="942"/>
                    <a:pt x="227" y="1221"/>
                    <a:pt x="593" y="1221"/>
                  </a:cubicBezTo>
                  <a:cubicBezTo>
                    <a:pt x="942" y="1221"/>
                    <a:pt x="1238" y="942"/>
                    <a:pt x="1238" y="645"/>
                  </a:cubicBezTo>
                  <a:cubicBezTo>
                    <a:pt x="1238" y="279"/>
                    <a:pt x="942" y="0"/>
                    <a:pt x="59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118"/>
            <p:cNvSpPr/>
            <p:nvPr/>
          </p:nvSpPr>
          <p:spPr>
            <a:xfrm>
              <a:off x="7025863" y="1199350"/>
              <a:ext cx="247125" cy="342975"/>
            </a:xfrm>
            <a:custGeom>
              <a:avLst/>
              <a:gdLst/>
              <a:ahLst/>
              <a:cxnLst/>
              <a:rect l="l" t="t" r="r" b="b"/>
              <a:pathLst>
                <a:path w="9885" h="13719" extrusionOk="0">
                  <a:moveTo>
                    <a:pt x="4289" y="1"/>
                  </a:moveTo>
                  <a:cubicBezTo>
                    <a:pt x="1970" y="1"/>
                    <a:pt x="1" y="2023"/>
                    <a:pt x="1" y="4358"/>
                  </a:cubicBezTo>
                  <a:lnTo>
                    <a:pt x="1" y="13719"/>
                  </a:lnTo>
                  <a:lnTo>
                    <a:pt x="9884" y="13719"/>
                  </a:lnTo>
                  <a:lnTo>
                    <a:pt x="9884" y="4358"/>
                  </a:lnTo>
                  <a:cubicBezTo>
                    <a:pt x="9884" y="2023"/>
                    <a:pt x="7914" y="1"/>
                    <a:pt x="55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118"/>
            <p:cNvSpPr/>
            <p:nvPr/>
          </p:nvSpPr>
          <p:spPr>
            <a:xfrm>
              <a:off x="7205838" y="1212000"/>
              <a:ext cx="67150" cy="330325"/>
            </a:xfrm>
            <a:custGeom>
              <a:avLst/>
              <a:gdLst/>
              <a:ahLst/>
              <a:cxnLst/>
              <a:rect l="l" t="t" r="r" b="b"/>
              <a:pathLst>
                <a:path w="2686" h="13213" extrusionOk="0">
                  <a:moveTo>
                    <a:pt x="1" y="0"/>
                  </a:moveTo>
                  <a:lnTo>
                    <a:pt x="210" y="13213"/>
                  </a:lnTo>
                  <a:lnTo>
                    <a:pt x="2685" y="13213"/>
                  </a:lnTo>
                  <a:lnTo>
                    <a:pt x="2685" y="4428"/>
                  </a:lnTo>
                  <a:cubicBezTo>
                    <a:pt x="2685" y="2615"/>
                    <a:pt x="1587" y="872"/>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118"/>
            <p:cNvSpPr/>
            <p:nvPr/>
          </p:nvSpPr>
          <p:spPr>
            <a:xfrm>
              <a:off x="6994913" y="1542300"/>
              <a:ext cx="309000" cy="30975"/>
            </a:xfrm>
            <a:custGeom>
              <a:avLst/>
              <a:gdLst/>
              <a:ahLst/>
              <a:cxnLst/>
              <a:rect l="l" t="t" r="r" b="b"/>
              <a:pathLst>
                <a:path w="12360" h="1239" extrusionOk="0">
                  <a:moveTo>
                    <a:pt x="1" y="1"/>
                  </a:moveTo>
                  <a:lnTo>
                    <a:pt x="1" y="1239"/>
                  </a:lnTo>
                  <a:lnTo>
                    <a:pt x="12360" y="1239"/>
                  </a:lnTo>
                  <a:lnTo>
                    <a:pt x="1236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118"/>
            <p:cNvSpPr/>
            <p:nvPr/>
          </p:nvSpPr>
          <p:spPr>
            <a:xfrm>
              <a:off x="7196688" y="1542300"/>
              <a:ext cx="107225" cy="30975"/>
            </a:xfrm>
            <a:custGeom>
              <a:avLst/>
              <a:gdLst/>
              <a:ahLst/>
              <a:cxnLst/>
              <a:rect l="l" t="t" r="r" b="b"/>
              <a:pathLst>
                <a:path w="4289" h="1239" extrusionOk="0">
                  <a:moveTo>
                    <a:pt x="1" y="1"/>
                  </a:moveTo>
                  <a:lnTo>
                    <a:pt x="1" y="1239"/>
                  </a:lnTo>
                  <a:lnTo>
                    <a:pt x="4289" y="1239"/>
                  </a:lnTo>
                  <a:lnTo>
                    <a:pt x="428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118"/>
            <p:cNvSpPr/>
            <p:nvPr/>
          </p:nvSpPr>
          <p:spPr>
            <a:xfrm>
              <a:off x="7125663" y="1587625"/>
              <a:ext cx="47525" cy="61900"/>
            </a:xfrm>
            <a:custGeom>
              <a:avLst/>
              <a:gdLst/>
              <a:ahLst/>
              <a:cxnLst/>
              <a:rect l="l" t="t" r="r" b="b"/>
              <a:pathLst>
                <a:path w="1901" h="2476" extrusionOk="0">
                  <a:moveTo>
                    <a:pt x="959" y="1238"/>
                  </a:moveTo>
                  <a:cubicBezTo>
                    <a:pt x="1168" y="1238"/>
                    <a:pt x="1238" y="1395"/>
                    <a:pt x="1238" y="1604"/>
                  </a:cubicBezTo>
                  <a:cubicBezTo>
                    <a:pt x="1238" y="1744"/>
                    <a:pt x="1168" y="1901"/>
                    <a:pt x="959" y="1901"/>
                  </a:cubicBezTo>
                  <a:cubicBezTo>
                    <a:pt x="802" y="1901"/>
                    <a:pt x="663" y="1744"/>
                    <a:pt x="663" y="1604"/>
                  </a:cubicBezTo>
                  <a:cubicBezTo>
                    <a:pt x="663" y="1395"/>
                    <a:pt x="802" y="1238"/>
                    <a:pt x="959" y="1238"/>
                  </a:cubicBezTo>
                  <a:close/>
                  <a:moveTo>
                    <a:pt x="663" y="1"/>
                  </a:moveTo>
                  <a:lnTo>
                    <a:pt x="663" y="733"/>
                  </a:lnTo>
                  <a:cubicBezTo>
                    <a:pt x="297" y="803"/>
                    <a:pt x="0" y="1169"/>
                    <a:pt x="0" y="1604"/>
                  </a:cubicBezTo>
                  <a:cubicBezTo>
                    <a:pt x="0" y="2110"/>
                    <a:pt x="436" y="2476"/>
                    <a:pt x="959" y="2476"/>
                  </a:cubicBezTo>
                  <a:cubicBezTo>
                    <a:pt x="1465" y="2476"/>
                    <a:pt x="1900" y="2110"/>
                    <a:pt x="1900" y="1604"/>
                  </a:cubicBezTo>
                  <a:cubicBezTo>
                    <a:pt x="1900" y="1169"/>
                    <a:pt x="1604" y="803"/>
                    <a:pt x="1238" y="733"/>
                  </a:cubicBezTo>
                  <a:lnTo>
                    <a:pt x="123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118"/>
            <p:cNvSpPr/>
            <p:nvPr/>
          </p:nvSpPr>
          <p:spPr>
            <a:xfrm>
              <a:off x="6987963" y="1157525"/>
              <a:ext cx="322925" cy="423150"/>
            </a:xfrm>
            <a:custGeom>
              <a:avLst/>
              <a:gdLst/>
              <a:ahLst/>
              <a:cxnLst/>
              <a:rect l="l" t="t" r="r" b="b"/>
              <a:pathLst>
                <a:path w="12917" h="16926" extrusionOk="0">
                  <a:moveTo>
                    <a:pt x="6467" y="1813"/>
                  </a:moveTo>
                  <a:cubicBezTo>
                    <a:pt x="8995" y="1813"/>
                    <a:pt x="11104" y="3922"/>
                    <a:pt x="11104" y="6467"/>
                  </a:cubicBezTo>
                  <a:lnTo>
                    <a:pt x="11104" y="14154"/>
                  </a:lnTo>
                  <a:cubicBezTo>
                    <a:pt x="11104" y="14520"/>
                    <a:pt x="11173" y="14817"/>
                    <a:pt x="11400" y="15113"/>
                  </a:cubicBezTo>
                  <a:lnTo>
                    <a:pt x="1517" y="15113"/>
                  </a:lnTo>
                  <a:cubicBezTo>
                    <a:pt x="1743" y="14817"/>
                    <a:pt x="1883" y="14520"/>
                    <a:pt x="1883" y="14154"/>
                  </a:cubicBezTo>
                  <a:lnTo>
                    <a:pt x="1883" y="6467"/>
                  </a:lnTo>
                  <a:cubicBezTo>
                    <a:pt x="1883" y="3922"/>
                    <a:pt x="3922" y="1813"/>
                    <a:pt x="6467" y="1813"/>
                  </a:cubicBezTo>
                  <a:close/>
                  <a:moveTo>
                    <a:pt x="12341" y="15688"/>
                  </a:moveTo>
                  <a:lnTo>
                    <a:pt x="12341" y="16333"/>
                  </a:lnTo>
                  <a:lnTo>
                    <a:pt x="645" y="16333"/>
                  </a:lnTo>
                  <a:lnTo>
                    <a:pt x="645" y="15688"/>
                  </a:lnTo>
                  <a:close/>
                  <a:moveTo>
                    <a:pt x="6171" y="0"/>
                  </a:moveTo>
                  <a:lnTo>
                    <a:pt x="6171" y="1238"/>
                  </a:lnTo>
                  <a:cubicBezTo>
                    <a:pt x="3417" y="1377"/>
                    <a:pt x="1238" y="3696"/>
                    <a:pt x="1238" y="6467"/>
                  </a:cubicBezTo>
                  <a:lnTo>
                    <a:pt x="1238" y="14154"/>
                  </a:lnTo>
                  <a:cubicBezTo>
                    <a:pt x="1238" y="14677"/>
                    <a:pt x="802" y="15113"/>
                    <a:pt x="279" y="15113"/>
                  </a:cubicBezTo>
                  <a:lnTo>
                    <a:pt x="0" y="15113"/>
                  </a:lnTo>
                  <a:lnTo>
                    <a:pt x="0" y="16926"/>
                  </a:lnTo>
                  <a:lnTo>
                    <a:pt x="12917" y="16926"/>
                  </a:lnTo>
                  <a:lnTo>
                    <a:pt x="12917" y="15113"/>
                  </a:lnTo>
                  <a:lnTo>
                    <a:pt x="12638" y="15113"/>
                  </a:lnTo>
                  <a:cubicBezTo>
                    <a:pt x="12132" y="15113"/>
                    <a:pt x="11696" y="14677"/>
                    <a:pt x="11696" y="14154"/>
                  </a:cubicBezTo>
                  <a:lnTo>
                    <a:pt x="11696" y="6467"/>
                  </a:lnTo>
                  <a:cubicBezTo>
                    <a:pt x="11696" y="3696"/>
                    <a:pt x="9518" y="1377"/>
                    <a:pt x="6746" y="1238"/>
                  </a:cubicBezTo>
                  <a:lnTo>
                    <a:pt x="674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118"/>
            <p:cNvSpPr/>
            <p:nvPr/>
          </p:nvSpPr>
          <p:spPr>
            <a:xfrm>
              <a:off x="7049388" y="1219400"/>
              <a:ext cx="100275" cy="99825"/>
            </a:xfrm>
            <a:custGeom>
              <a:avLst/>
              <a:gdLst/>
              <a:ahLst/>
              <a:cxnLst/>
              <a:rect l="l" t="t" r="r" b="b"/>
              <a:pathLst>
                <a:path w="4011" h="3993" extrusionOk="0">
                  <a:moveTo>
                    <a:pt x="4010" y="0"/>
                  </a:moveTo>
                  <a:cubicBezTo>
                    <a:pt x="1831" y="0"/>
                    <a:pt x="1" y="1813"/>
                    <a:pt x="1" y="3992"/>
                  </a:cubicBezTo>
                  <a:lnTo>
                    <a:pt x="594" y="3992"/>
                  </a:lnTo>
                  <a:cubicBezTo>
                    <a:pt x="594" y="2092"/>
                    <a:pt x="2110" y="576"/>
                    <a:pt x="4010" y="576"/>
                  </a:cubicBezTo>
                  <a:lnTo>
                    <a:pt x="401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118"/>
            <p:cNvSpPr/>
            <p:nvPr/>
          </p:nvSpPr>
          <p:spPr>
            <a:xfrm>
              <a:off x="7049388" y="1333575"/>
              <a:ext cx="14850" cy="40125"/>
            </a:xfrm>
            <a:custGeom>
              <a:avLst/>
              <a:gdLst/>
              <a:ahLst/>
              <a:cxnLst/>
              <a:rect l="l" t="t" r="r" b="b"/>
              <a:pathLst>
                <a:path w="594" h="1605" extrusionOk="0">
                  <a:moveTo>
                    <a:pt x="1" y="0"/>
                  </a:moveTo>
                  <a:lnTo>
                    <a:pt x="1" y="1604"/>
                  </a:lnTo>
                  <a:lnTo>
                    <a:pt x="594" y="1604"/>
                  </a:lnTo>
                  <a:lnTo>
                    <a:pt x="59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4" name="Google Shape;4874;p118"/>
          <p:cNvGrpSpPr/>
          <p:nvPr/>
        </p:nvGrpSpPr>
        <p:grpSpPr>
          <a:xfrm>
            <a:off x="6973138" y="2026825"/>
            <a:ext cx="354300" cy="492025"/>
            <a:chOff x="6973138" y="1883950"/>
            <a:chExt cx="354300" cy="492025"/>
          </a:xfrm>
        </p:grpSpPr>
        <p:sp>
          <p:nvSpPr>
            <p:cNvPr id="4875" name="Google Shape;4875;p118"/>
            <p:cNvSpPr/>
            <p:nvPr/>
          </p:nvSpPr>
          <p:spPr>
            <a:xfrm>
              <a:off x="6978813" y="1890925"/>
              <a:ext cx="341225" cy="69325"/>
            </a:xfrm>
            <a:custGeom>
              <a:avLst/>
              <a:gdLst/>
              <a:ahLst/>
              <a:cxnLst/>
              <a:rect l="l" t="t" r="r" b="b"/>
              <a:pathLst>
                <a:path w="13649" h="2773" extrusionOk="0">
                  <a:moveTo>
                    <a:pt x="1377" y="1"/>
                  </a:moveTo>
                  <a:cubicBezTo>
                    <a:pt x="645" y="1"/>
                    <a:pt x="0" y="593"/>
                    <a:pt x="0" y="1378"/>
                  </a:cubicBezTo>
                  <a:cubicBezTo>
                    <a:pt x="0" y="2110"/>
                    <a:pt x="645" y="2772"/>
                    <a:pt x="1377" y="2772"/>
                  </a:cubicBezTo>
                  <a:lnTo>
                    <a:pt x="13649" y="2772"/>
                  </a:lnTo>
                  <a:lnTo>
                    <a:pt x="1241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118"/>
            <p:cNvSpPr/>
            <p:nvPr/>
          </p:nvSpPr>
          <p:spPr>
            <a:xfrm>
              <a:off x="6980538" y="1936250"/>
              <a:ext cx="38375" cy="432325"/>
            </a:xfrm>
            <a:custGeom>
              <a:avLst/>
              <a:gdLst/>
              <a:ahLst/>
              <a:cxnLst/>
              <a:rect l="l" t="t" r="r" b="b"/>
              <a:pathLst>
                <a:path w="1535" h="17293" extrusionOk="0">
                  <a:moveTo>
                    <a:pt x="1" y="1"/>
                  </a:moveTo>
                  <a:lnTo>
                    <a:pt x="1" y="16717"/>
                  </a:lnTo>
                  <a:lnTo>
                    <a:pt x="872" y="17292"/>
                  </a:lnTo>
                  <a:lnTo>
                    <a:pt x="1535" y="17292"/>
                  </a:lnTo>
                  <a:lnTo>
                    <a:pt x="1535" y="959"/>
                  </a:lnTo>
                  <a:lnTo>
                    <a:pt x="872" y="959"/>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118"/>
            <p:cNvSpPr/>
            <p:nvPr/>
          </p:nvSpPr>
          <p:spPr>
            <a:xfrm>
              <a:off x="7018888" y="1960225"/>
              <a:ext cx="301150" cy="408350"/>
            </a:xfrm>
            <a:custGeom>
              <a:avLst/>
              <a:gdLst/>
              <a:ahLst/>
              <a:cxnLst/>
              <a:rect l="l" t="t" r="r" b="b"/>
              <a:pathLst>
                <a:path w="12046" h="16334" extrusionOk="0">
                  <a:moveTo>
                    <a:pt x="1" y="0"/>
                  </a:moveTo>
                  <a:lnTo>
                    <a:pt x="1" y="16333"/>
                  </a:lnTo>
                  <a:lnTo>
                    <a:pt x="12046" y="16333"/>
                  </a:lnTo>
                  <a:lnTo>
                    <a:pt x="1204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118"/>
            <p:cNvSpPr/>
            <p:nvPr/>
          </p:nvSpPr>
          <p:spPr>
            <a:xfrm>
              <a:off x="7196688" y="1960225"/>
              <a:ext cx="61900" cy="192200"/>
            </a:xfrm>
            <a:custGeom>
              <a:avLst/>
              <a:gdLst/>
              <a:ahLst/>
              <a:cxnLst/>
              <a:rect l="l" t="t" r="r" b="b"/>
              <a:pathLst>
                <a:path w="2476" h="7688" extrusionOk="0">
                  <a:moveTo>
                    <a:pt x="1" y="0"/>
                  </a:moveTo>
                  <a:lnTo>
                    <a:pt x="1" y="7687"/>
                  </a:lnTo>
                  <a:lnTo>
                    <a:pt x="2476" y="7687"/>
                  </a:lnTo>
                  <a:lnTo>
                    <a:pt x="24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118"/>
            <p:cNvSpPr/>
            <p:nvPr/>
          </p:nvSpPr>
          <p:spPr>
            <a:xfrm>
              <a:off x="6973138" y="1883950"/>
              <a:ext cx="354300" cy="492025"/>
            </a:xfrm>
            <a:custGeom>
              <a:avLst/>
              <a:gdLst/>
              <a:ahLst/>
              <a:cxnLst/>
              <a:rect l="l" t="t" r="r" b="b"/>
              <a:pathLst>
                <a:path w="14172" h="19681" extrusionOk="0">
                  <a:moveTo>
                    <a:pt x="1674" y="1"/>
                  </a:moveTo>
                  <a:cubicBezTo>
                    <a:pt x="802" y="1"/>
                    <a:pt x="88" y="646"/>
                    <a:pt x="0" y="1517"/>
                  </a:cubicBezTo>
                  <a:lnTo>
                    <a:pt x="0" y="18147"/>
                  </a:lnTo>
                  <a:cubicBezTo>
                    <a:pt x="0" y="19018"/>
                    <a:pt x="663" y="19681"/>
                    <a:pt x="1534" y="19681"/>
                  </a:cubicBezTo>
                  <a:lnTo>
                    <a:pt x="14172" y="19681"/>
                  </a:lnTo>
                  <a:lnTo>
                    <a:pt x="14172" y="2755"/>
                  </a:lnTo>
                  <a:lnTo>
                    <a:pt x="11993" y="2755"/>
                  </a:lnTo>
                  <a:lnTo>
                    <a:pt x="11993" y="3330"/>
                  </a:lnTo>
                  <a:lnTo>
                    <a:pt x="13510" y="3330"/>
                  </a:lnTo>
                  <a:lnTo>
                    <a:pt x="13510" y="19088"/>
                  </a:lnTo>
                  <a:lnTo>
                    <a:pt x="1534" y="19088"/>
                  </a:lnTo>
                  <a:cubicBezTo>
                    <a:pt x="1029" y="19088"/>
                    <a:pt x="593" y="18652"/>
                    <a:pt x="593" y="18147"/>
                  </a:cubicBezTo>
                  <a:lnTo>
                    <a:pt x="593" y="2964"/>
                  </a:lnTo>
                  <a:cubicBezTo>
                    <a:pt x="872" y="3191"/>
                    <a:pt x="1238" y="3330"/>
                    <a:pt x="1674" y="3330"/>
                  </a:cubicBezTo>
                  <a:lnTo>
                    <a:pt x="8280" y="3330"/>
                  </a:lnTo>
                  <a:lnTo>
                    <a:pt x="8280" y="2755"/>
                  </a:lnTo>
                  <a:lnTo>
                    <a:pt x="1674" y="2755"/>
                  </a:lnTo>
                  <a:cubicBezTo>
                    <a:pt x="1099" y="2755"/>
                    <a:pt x="593" y="2250"/>
                    <a:pt x="593" y="1657"/>
                  </a:cubicBezTo>
                  <a:cubicBezTo>
                    <a:pt x="593" y="1082"/>
                    <a:pt x="1099" y="576"/>
                    <a:pt x="1674" y="576"/>
                  </a:cubicBezTo>
                  <a:lnTo>
                    <a:pt x="12934" y="576"/>
                  </a:lnTo>
                  <a:lnTo>
                    <a:pt x="1293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118"/>
            <p:cNvSpPr/>
            <p:nvPr/>
          </p:nvSpPr>
          <p:spPr>
            <a:xfrm>
              <a:off x="7002338" y="1905750"/>
              <a:ext cx="286775" cy="16150"/>
            </a:xfrm>
            <a:custGeom>
              <a:avLst/>
              <a:gdLst/>
              <a:ahLst/>
              <a:cxnLst/>
              <a:rect l="l" t="t" r="r" b="b"/>
              <a:pathLst>
                <a:path w="11471" h="646" extrusionOk="0">
                  <a:moveTo>
                    <a:pt x="0" y="0"/>
                  </a:moveTo>
                  <a:lnTo>
                    <a:pt x="0" y="645"/>
                  </a:lnTo>
                  <a:lnTo>
                    <a:pt x="11470" y="645"/>
                  </a:lnTo>
                  <a:lnTo>
                    <a:pt x="1147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118"/>
            <p:cNvSpPr/>
            <p:nvPr/>
          </p:nvSpPr>
          <p:spPr>
            <a:xfrm>
              <a:off x="7002338" y="1929275"/>
              <a:ext cx="301575" cy="14400"/>
            </a:xfrm>
            <a:custGeom>
              <a:avLst/>
              <a:gdLst/>
              <a:ahLst/>
              <a:cxnLst/>
              <a:rect l="l" t="t" r="r" b="b"/>
              <a:pathLst>
                <a:path w="12063" h="576" extrusionOk="0">
                  <a:moveTo>
                    <a:pt x="0" y="1"/>
                  </a:moveTo>
                  <a:lnTo>
                    <a:pt x="0" y="576"/>
                  </a:lnTo>
                  <a:lnTo>
                    <a:pt x="12063" y="576"/>
                  </a:lnTo>
                  <a:lnTo>
                    <a:pt x="1206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118"/>
            <p:cNvSpPr/>
            <p:nvPr/>
          </p:nvSpPr>
          <p:spPr>
            <a:xfrm>
              <a:off x="7187538" y="1952825"/>
              <a:ext cx="78025" cy="219650"/>
            </a:xfrm>
            <a:custGeom>
              <a:avLst/>
              <a:gdLst/>
              <a:ahLst/>
              <a:cxnLst/>
              <a:rect l="l" t="t" r="r" b="b"/>
              <a:pathLst>
                <a:path w="3121" h="8786" extrusionOk="0">
                  <a:moveTo>
                    <a:pt x="2476" y="575"/>
                  </a:moveTo>
                  <a:lnTo>
                    <a:pt x="2476" y="7844"/>
                  </a:lnTo>
                  <a:lnTo>
                    <a:pt x="1604" y="7339"/>
                  </a:lnTo>
                  <a:lnTo>
                    <a:pt x="663" y="7844"/>
                  </a:lnTo>
                  <a:lnTo>
                    <a:pt x="663" y="575"/>
                  </a:lnTo>
                  <a:close/>
                  <a:moveTo>
                    <a:pt x="1" y="0"/>
                  </a:moveTo>
                  <a:lnTo>
                    <a:pt x="1" y="8785"/>
                  </a:lnTo>
                  <a:lnTo>
                    <a:pt x="1604" y="8053"/>
                  </a:lnTo>
                  <a:lnTo>
                    <a:pt x="3121" y="8785"/>
                  </a:lnTo>
                  <a:lnTo>
                    <a:pt x="312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118"/>
            <p:cNvSpPr/>
            <p:nvPr/>
          </p:nvSpPr>
          <p:spPr>
            <a:xfrm>
              <a:off x="7011488" y="1976350"/>
              <a:ext cx="14400" cy="377850"/>
            </a:xfrm>
            <a:custGeom>
              <a:avLst/>
              <a:gdLst/>
              <a:ahLst/>
              <a:cxnLst/>
              <a:rect l="l" t="t" r="r" b="b"/>
              <a:pathLst>
                <a:path w="576" h="15114" extrusionOk="0">
                  <a:moveTo>
                    <a:pt x="0" y="0"/>
                  </a:moveTo>
                  <a:lnTo>
                    <a:pt x="0" y="15113"/>
                  </a:lnTo>
                  <a:lnTo>
                    <a:pt x="576" y="15113"/>
                  </a:lnTo>
                  <a:lnTo>
                    <a:pt x="5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118"/>
            <p:cNvSpPr/>
            <p:nvPr/>
          </p:nvSpPr>
          <p:spPr>
            <a:xfrm>
              <a:off x="7049388" y="1990725"/>
              <a:ext cx="76300" cy="14850"/>
            </a:xfrm>
            <a:custGeom>
              <a:avLst/>
              <a:gdLst/>
              <a:ahLst/>
              <a:cxnLst/>
              <a:rect l="l" t="t" r="r" b="b"/>
              <a:pathLst>
                <a:path w="3052" h="594" extrusionOk="0">
                  <a:moveTo>
                    <a:pt x="1" y="1"/>
                  </a:moveTo>
                  <a:lnTo>
                    <a:pt x="1" y="593"/>
                  </a:lnTo>
                  <a:lnTo>
                    <a:pt x="3051" y="593"/>
                  </a:lnTo>
                  <a:lnTo>
                    <a:pt x="305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118"/>
            <p:cNvSpPr/>
            <p:nvPr/>
          </p:nvSpPr>
          <p:spPr>
            <a:xfrm>
              <a:off x="7204088" y="2323225"/>
              <a:ext cx="14425" cy="14400"/>
            </a:xfrm>
            <a:custGeom>
              <a:avLst/>
              <a:gdLst/>
              <a:ahLst/>
              <a:cxnLst/>
              <a:rect l="l" t="t" r="r" b="b"/>
              <a:pathLst>
                <a:path w="577" h="576" extrusionOk="0">
                  <a:moveTo>
                    <a:pt x="1" y="0"/>
                  </a:moveTo>
                  <a:lnTo>
                    <a:pt x="1" y="576"/>
                  </a:lnTo>
                  <a:lnTo>
                    <a:pt x="576" y="576"/>
                  </a:lnTo>
                  <a:lnTo>
                    <a:pt x="57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118"/>
            <p:cNvSpPr/>
            <p:nvPr/>
          </p:nvSpPr>
          <p:spPr>
            <a:xfrm>
              <a:off x="7234613" y="2323225"/>
              <a:ext cx="14825" cy="14400"/>
            </a:xfrm>
            <a:custGeom>
              <a:avLst/>
              <a:gdLst/>
              <a:ahLst/>
              <a:cxnLst/>
              <a:rect l="l" t="t" r="r" b="b"/>
              <a:pathLst>
                <a:path w="593" h="576" extrusionOk="0">
                  <a:moveTo>
                    <a:pt x="0" y="0"/>
                  </a:moveTo>
                  <a:lnTo>
                    <a:pt x="0" y="576"/>
                  </a:lnTo>
                  <a:lnTo>
                    <a:pt x="593" y="576"/>
                  </a:lnTo>
                  <a:lnTo>
                    <a:pt x="5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118"/>
            <p:cNvSpPr/>
            <p:nvPr/>
          </p:nvSpPr>
          <p:spPr>
            <a:xfrm>
              <a:off x="7265538" y="2323225"/>
              <a:ext cx="14850" cy="14400"/>
            </a:xfrm>
            <a:custGeom>
              <a:avLst/>
              <a:gdLst/>
              <a:ahLst/>
              <a:cxnLst/>
              <a:rect l="l" t="t" r="r" b="b"/>
              <a:pathLst>
                <a:path w="594" h="576" extrusionOk="0">
                  <a:moveTo>
                    <a:pt x="1" y="0"/>
                  </a:moveTo>
                  <a:lnTo>
                    <a:pt x="1" y="576"/>
                  </a:lnTo>
                  <a:lnTo>
                    <a:pt x="593" y="576"/>
                  </a:lnTo>
                  <a:lnTo>
                    <a:pt x="5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118"/>
            <p:cNvSpPr/>
            <p:nvPr/>
          </p:nvSpPr>
          <p:spPr>
            <a:xfrm>
              <a:off x="7049388" y="2021675"/>
              <a:ext cx="45800" cy="14825"/>
            </a:xfrm>
            <a:custGeom>
              <a:avLst/>
              <a:gdLst/>
              <a:ahLst/>
              <a:cxnLst/>
              <a:rect l="l" t="t" r="r" b="b"/>
              <a:pathLst>
                <a:path w="1832" h="593" extrusionOk="0">
                  <a:moveTo>
                    <a:pt x="1" y="0"/>
                  </a:moveTo>
                  <a:lnTo>
                    <a:pt x="1" y="593"/>
                  </a:lnTo>
                  <a:lnTo>
                    <a:pt x="1831" y="593"/>
                  </a:lnTo>
                  <a:lnTo>
                    <a:pt x="183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118"/>
            <p:cNvSpPr/>
            <p:nvPr/>
          </p:nvSpPr>
          <p:spPr>
            <a:xfrm>
              <a:off x="7049388" y="2052600"/>
              <a:ext cx="45800" cy="14400"/>
            </a:xfrm>
            <a:custGeom>
              <a:avLst/>
              <a:gdLst/>
              <a:ahLst/>
              <a:cxnLst/>
              <a:rect l="l" t="t" r="r" b="b"/>
              <a:pathLst>
                <a:path w="1832" h="576" extrusionOk="0">
                  <a:moveTo>
                    <a:pt x="1" y="1"/>
                  </a:moveTo>
                  <a:lnTo>
                    <a:pt x="1" y="576"/>
                  </a:lnTo>
                  <a:lnTo>
                    <a:pt x="1831" y="576"/>
                  </a:lnTo>
                  <a:lnTo>
                    <a:pt x="183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0" name="Google Shape;4890;p118"/>
          <p:cNvGrpSpPr/>
          <p:nvPr/>
        </p:nvGrpSpPr>
        <p:grpSpPr>
          <a:xfrm>
            <a:off x="6997113" y="2703475"/>
            <a:ext cx="305050" cy="493750"/>
            <a:chOff x="6997113" y="2703475"/>
            <a:chExt cx="305050" cy="493750"/>
          </a:xfrm>
        </p:grpSpPr>
        <p:sp>
          <p:nvSpPr>
            <p:cNvPr id="4891" name="Google Shape;4891;p118"/>
            <p:cNvSpPr/>
            <p:nvPr/>
          </p:nvSpPr>
          <p:spPr>
            <a:xfrm>
              <a:off x="7067688" y="3112225"/>
              <a:ext cx="76300" cy="78025"/>
            </a:xfrm>
            <a:custGeom>
              <a:avLst/>
              <a:gdLst/>
              <a:ahLst/>
              <a:cxnLst/>
              <a:rect l="l" t="t" r="r" b="b"/>
              <a:pathLst>
                <a:path w="3052" h="3121" extrusionOk="0">
                  <a:moveTo>
                    <a:pt x="1" y="1"/>
                  </a:moveTo>
                  <a:lnTo>
                    <a:pt x="1" y="3121"/>
                  </a:lnTo>
                  <a:lnTo>
                    <a:pt x="3051" y="3121"/>
                  </a:lnTo>
                  <a:lnTo>
                    <a:pt x="305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118"/>
            <p:cNvSpPr/>
            <p:nvPr/>
          </p:nvSpPr>
          <p:spPr>
            <a:xfrm>
              <a:off x="7027613" y="3081300"/>
              <a:ext cx="154725" cy="30950"/>
            </a:xfrm>
            <a:custGeom>
              <a:avLst/>
              <a:gdLst/>
              <a:ahLst/>
              <a:cxnLst/>
              <a:rect l="l" t="t" r="r" b="b"/>
              <a:pathLst>
                <a:path w="6189" h="1238" extrusionOk="0">
                  <a:moveTo>
                    <a:pt x="0" y="0"/>
                  </a:moveTo>
                  <a:lnTo>
                    <a:pt x="0" y="1238"/>
                  </a:lnTo>
                  <a:lnTo>
                    <a:pt x="6188" y="1238"/>
                  </a:lnTo>
                  <a:lnTo>
                    <a:pt x="618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118"/>
            <p:cNvSpPr/>
            <p:nvPr/>
          </p:nvSpPr>
          <p:spPr>
            <a:xfrm>
              <a:off x="7212813" y="2881275"/>
              <a:ext cx="78475" cy="85425"/>
            </a:xfrm>
            <a:custGeom>
              <a:avLst/>
              <a:gdLst/>
              <a:ahLst/>
              <a:cxnLst/>
              <a:rect l="l" t="t" r="r" b="b"/>
              <a:pathLst>
                <a:path w="3139" h="3417" extrusionOk="0">
                  <a:moveTo>
                    <a:pt x="1535" y="0"/>
                  </a:moveTo>
                  <a:cubicBezTo>
                    <a:pt x="733" y="0"/>
                    <a:pt x="1" y="802"/>
                    <a:pt x="1" y="1674"/>
                  </a:cubicBezTo>
                  <a:cubicBezTo>
                    <a:pt x="1" y="2615"/>
                    <a:pt x="733" y="3417"/>
                    <a:pt x="1535" y="3417"/>
                  </a:cubicBezTo>
                  <a:cubicBezTo>
                    <a:pt x="2406" y="3417"/>
                    <a:pt x="3138" y="2615"/>
                    <a:pt x="3138" y="1674"/>
                  </a:cubicBezTo>
                  <a:cubicBezTo>
                    <a:pt x="3138" y="802"/>
                    <a:pt x="2406" y="0"/>
                    <a:pt x="15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118"/>
            <p:cNvSpPr/>
            <p:nvPr/>
          </p:nvSpPr>
          <p:spPr>
            <a:xfrm>
              <a:off x="7067688" y="2981500"/>
              <a:ext cx="21825" cy="23550"/>
            </a:xfrm>
            <a:custGeom>
              <a:avLst/>
              <a:gdLst/>
              <a:ahLst/>
              <a:cxnLst/>
              <a:rect l="l" t="t" r="r" b="b"/>
              <a:pathLst>
                <a:path w="873" h="942" extrusionOk="0">
                  <a:moveTo>
                    <a:pt x="1" y="0"/>
                  </a:moveTo>
                  <a:lnTo>
                    <a:pt x="1" y="942"/>
                  </a:lnTo>
                  <a:lnTo>
                    <a:pt x="873" y="942"/>
                  </a:lnTo>
                  <a:lnTo>
                    <a:pt x="8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118"/>
            <p:cNvSpPr/>
            <p:nvPr/>
          </p:nvSpPr>
          <p:spPr>
            <a:xfrm>
              <a:off x="7051588" y="2959700"/>
              <a:ext cx="54475" cy="21825"/>
            </a:xfrm>
            <a:custGeom>
              <a:avLst/>
              <a:gdLst/>
              <a:ahLst/>
              <a:cxnLst/>
              <a:rect l="l" t="t" r="r" b="b"/>
              <a:pathLst>
                <a:path w="2179" h="873" extrusionOk="0">
                  <a:moveTo>
                    <a:pt x="0" y="1"/>
                  </a:moveTo>
                  <a:lnTo>
                    <a:pt x="0" y="872"/>
                  </a:lnTo>
                  <a:lnTo>
                    <a:pt x="2179" y="872"/>
                  </a:lnTo>
                  <a:lnTo>
                    <a:pt x="217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118"/>
            <p:cNvSpPr/>
            <p:nvPr/>
          </p:nvSpPr>
          <p:spPr>
            <a:xfrm>
              <a:off x="7044163" y="2928775"/>
              <a:ext cx="68875" cy="30950"/>
            </a:xfrm>
            <a:custGeom>
              <a:avLst/>
              <a:gdLst/>
              <a:ahLst/>
              <a:cxnLst/>
              <a:rect l="l" t="t" r="r" b="b"/>
              <a:pathLst>
                <a:path w="2755" h="1238" extrusionOk="0">
                  <a:moveTo>
                    <a:pt x="1" y="0"/>
                  </a:moveTo>
                  <a:lnTo>
                    <a:pt x="1" y="1238"/>
                  </a:lnTo>
                  <a:lnTo>
                    <a:pt x="2755" y="1238"/>
                  </a:lnTo>
                  <a:lnTo>
                    <a:pt x="275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118"/>
            <p:cNvSpPr/>
            <p:nvPr/>
          </p:nvSpPr>
          <p:spPr>
            <a:xfrm>
              <a:off x="7036763" y="2757950"/>
              <a:ext cx="83700" cy="161700"/>
            </a:xfrm>
            <a:custGeom>
              <a:avLst/>
              <a:gdLst/>
              <a:ahLst/>
              <a:cxnLst/>
              <a:rect l="l" t="t" r="r" b="b"/>
              <a:pathLst>
                <a:path w="3348" h="6468" extrusionOk="0">
                  <a:moveTo>
                    <a:pt x="1674" y="0"/>
                  </a:moveTo>
                  <a:cubicBezTo>
                    <a:pt x="732" y="0"/>
                    <a:pt x="0" y="802"/>
                    <a:pt x="0" y="1674"/>
                  </a:cubicBezTo>
                  <a:lnTo>
                    <a:pt x="0" y="6467"/>
                  </a:lnTo>
                  <a:lnTo>
                    <a:pt x="3347" y="6467"/>
                  </a:lnTo>
                  <a:lnTo>
                    <a:pt x="3347" y="1674"/>
                  </a:lnTo>
                  <a:cubicBezTo>
                    <a:pt x="3347" y="802"/>
                    <a:pt x="2615" y="0"/>
                    <a:pt x="16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118"/>
            <p:cNvSpPr/>
            <p:nvPr/>
          </p:nvSpPr>
          <p:spPr>
            <a:xfrm>
              <a:off x="7005813" y="3042950"/>
              <a:ext cx="192650" cy="38375"/>
            </a:xfrm>
            <a:custGeom>
              <a:avLst/>
              <a:gdLst/>
              <a:ahLst/>
              <a:cxnLst/>
              <a:rect l="l" t="t" r="r" b="b"/>
              <a:pathLst>
                <a:path w="7706" h="1535" extrusionOk="0">
                  <a:moveTo>
                    <a:pt x="1" y="0"/>
                  </a:moveTo>
                  <a:lnTo>
                    <a:pt x="1" y="1534"/>
                  </a:lnTo>
                  <a:lnTo>
                    <a:pt x="7705" y="1534"/>
                  </a:lnTo>
                  <a:lnTo>
                    <a:pt x="770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118"/>
            <p:cNvSpPr/>
            <p:nvPr/>
          </p:nvSpPr>
          <p:spPr>
            <a:xfrm>
              <a:off x="7036763" y="2935750"/>
              <a:ext cx="83700" cy="30950"/>
            </a:xfrm>
            <a:custGeom>
              <a:avLst/>
              <a:gdLst/>
              <a:ahLst/>
              <a:cxnLst/>
              <a:rect l="l" t="t" r="r" b="b"/>
              <a:pathLst>
                <a:path w="3348" h="1238" extrusionOk="0">
                  <a:moveTo>
                    <a:pt x="0" y="0"/>
                  </a:moveTo>
                  <a:lnTo>
                    <a:pt x="0" y="1238"/>
                  </a:lnTo>
                  <a:lnTo>
                    <a:pt x="3347" y="1238"/>
                  </a:lnTo>
                  <a:lnTo>
                    <a:pt x="3347" y="0"/>
                  </a:lnTo>
                  <a:lnTo>
                    <a:pt x="2772" y="0"/>
                  </a:lnTo>
                  <a:lnTo>
                    <a:pt x="2772" y="593"/>
                  </a:lnTo>
                  <a:lnTo>
                    <a:pt x="593" y="593"/>
                  </a:lnTo>
                  <a:lnTo>
                    <a:pt x="59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118"/>
            <p:cNvSpPr/>
            <p:nvPr/>
          </p:nvSpPr>
          <p:spPr>
            <a:xfrm>
              <a:off x="7051588" y="2974100"/>
              <a:ext cx="54475" cy="14400"/>
            </a:xfrm>
            <a:custGeom>
              <a:avLst/>
              <a:gdLst/>
              <a:ahLst/>
              <a:cxnLst/>
              <a:rect l="l" t="t" r="r" b="b"/>
              <a:pathLst>
                <a:path w="2179" h="576" extrusionOk="0">
                  <a:moveTo>
                    <a:pt x="0" y="0"/>
                  </a:moveTo>
                  <a:lnTo>
                    <a:pt x="0" y="575"/>
                  </a:lnTo>
                  <a:lnTo>
                    <a:pt x="2179" y="575"/>
                  </a:lnTo>
                  <a:lnTo>
                    <a:pt x="217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118"/>
            <p:cNvSpPr/>
            <p:nvPr/>
          </p:nvSpPr>
          <p:spPr>
            <a:xfrm>
              <a:off x="7067688" y="2997625"/>
              <a:ext cx="21825" cy="14400"/>
            </a:xfrm>
            <a:custGeom>
              <a:avLst/>
              <a:gdLst/>
              <a:ahLst/>
              <a:cxnLst/>
              <a:rect l="l" t="t" r="r" b="b"/>
              <a:pathLst>
                <a:path w="873" h="576" extrusionOk="0">
                  <a:moveTo>
                    <a:pt x="1" y="0"/>
                  </a:moveTo>
                  <a:lnTo>
                    <a:pt x="1" y="576"/>
                  </a:lnTo>
                  <a:lnTo>
                    <a:pt x="873" y="576"/>
                  </a:lnTo>
                  <a:lnTo>
                    <a:pt x="87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118"/>
            <p:cNvSpPr/>
            <p:nvPr/>
          </p:nvSpPr>
          <p:spPr>
            <a:xfrm>
              <a:off x="7051588" y="2703475"/>
              <a:ext cx="50575" cy="32700"/>
            </a:xfrm>
            <a:custGeom>
              <a:avLst/>
              <a:gdLst/>
              <a:ahLst/>
              <a:cxnLst/>
              <a:rect l="l" t="t" r="r" b="b"/>
              <a:pathLst>
                <a:path w="2023" h="1308" extrusionOk="0">
                  <a:moveTo>
                    <a:pt x="0" y="0"/>
                  </a:moveTo>
                  <a:lnTo>
                    <a:pt x="0" y="663"/>
                  </a:lnTo>
                  <a:lnTo>
                    <a:pt x="715" y="663"/>
                  </a:lnTo>
                  <a:lnTo>
                    <a:pt x="715" y="1308"/>
                  </a:lnTo>
                  <a:lnTo>
                    <a:pt x="1307" y="1308"/>
                  </a:lnTo>
                  <a:lnTo>
                    <a:pt x="1307" y="663"/>
                  </a:lnTo>
                  <a:lnTo>
                    <a:pt x="2022" y="663"/>
                  </a:lnTo>
                  <a:lnTo>
                    <a:pt x="202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118"/>
            <p:cNvSpPr/>
            <p:nvPr/>
          </p:nvSpPr>
          <p:spPr>
            <a:xfrm>
              <a:off x="6997113" y="2747050"/>
              <a:ext cx="305050" cy="343425"/>
            </a:xfrm>
            <a:custGeom>
              <a:avLst/>
              <a:gdLst/>
              <a:ahLst/>
              <a:cxnLst/>
              <a:rect l="l" t="t" r="r" b="b"/>
              <a:pathLst>
                <a:path w="12202" h="13737" extrusionOk="0">
                  <a:moveTo>
                    <a:pt x="3190" y="576"/>
                  </a:moveTo>
                  <a:cubicBezTo>
                    <a:pt x="3922" y="576"/>
                    <a:pt x="4567" y="1238"/>
                    <a:pt x="4567" y="1970"/>
                  </a:cubicBezTo>
                  <a:lnTo>
                    <a:pt x="4567" y="6764"/>
                  </a:lnTo>
                  <a:lnTo>
                    <a:pt x="1813" y="6764"/>
                  </a:lnTo>
                  <a:lnTo>
                    <a:pt x="1813" y="1970"/>
                  </a:lnTo>
                  <a:cubicBezTo>
                    <a:pt x="1813" y="1238"/>
                    <a:pt x="2388" y="576"/>
                    <a:pt x="3190" y="576"/>
                  </a:cubicBezTo>
                  <a:close/>
                  <a:moveTo>
                    <a:pt x="10232" y="5666"/>
                  </a:moveTo>
                  <a:cubicBezTo>
                    <a:pt x="10964" y="5666"/>
                    <a:pt x="11609" y="6241"/>
                    <a:pt x="11609" y="7043"/>
                  </a:cubicBezTo>
                  <a:cubicBezTo>
                    <a:pt x="11609" y="7775"/>
                    <a:pt x="10964" y="8420"/>
                    <a:pt x="10232" y="8420"/>
                  </a:cubicBezTo>
                  <a:cubicBezTo>
                    <a:pt x="9430" y="8420"/>
                    <a:pt x="8855" y="7775"/>
                    <a:pt x="8855" y="7043"/>
                  </a:cubicBezTo>
                  <a:cubicBezTo>
                    <a:pt x="8855" y="6241"/>
                    <a:pt x="9430" y="5666"/>
                    <a:pt x="10232" y="5666"/>
                  </a:cubicBezTo>
                  <a:close/>
                  <a:moveTo>
                    <a:pt x="7757" y="12133"/>
                  </a:moveTo>
                  <a:lnTo>
                    <a:pt x="7757" y="13074"/>
                  </a:lnTo>
                  <a:lnTo>
                    <a:pt x="645" y="13074"/>
                  </a:lnTo>
                  <a:lnTo>
                    <a:pt x="645" y="12133"/>
                  </a:lnTo>
                  <a:close/>
                  <a:moveTo>
                    <a:pt x="3190" y="1"/>
                  </a:moveTo>
                  <a:cubicBezTo>
                    <a:pt x="2092" y="1"/>
                    <a:pt x="1151" y="872"/>
                    <a:pt x="1151" y="1970"/>
                  </a:cubicBezTo>
                  <a:lnTo>
                    <a:pt x="1151" y="7339"/>
                  </a:lnTo>
                  <a:lnTo>
                    <a:pt x="5142" y="7339"/>
                  </a:lnTo>
                  <a:lnTo>
                    <a:pt x="5142" y="1970"/>
                  </a:lnTo>
                  <a:cubicBezTo>
                    <a:pt x="5142" y="1883"/>
                    <a:pt x="5142" y="1744"/>
                    <a:pt x="5073" y="1674"/>
                  </a:cubicBezTo>
                  <a:lnTo>
                    <a:pt x="5073" y="1674"/>
                  </a:lnTo>
                  <a:cubicBezTo>
                    <a:pt x="6101" y="1744"/>
                    <a:pt x="6973" y="2110"/>
                    <a:pt x="7757" y="2685"/>
                  </a:cubicBezTo>
                  <a:cubicBezTo>
                    <a:pt x="8559" y="3347"/>
                    <a:pt x="9221" y="4219"/>
                    <a:pt x="9587" y="5160"/>
                  </a:cubicBezTo>
                  <a:cubicBezTo>
                    <a:pt x="8785" y="5456"/>
                    <a:pt x="8193" y="6171"/>
                    <a:pt x="8193" y="7043"/>
                  </a:cubicBezTo>
                  <a:cubicBezTo>
                    <a:pt x="8193" y="7914"/>
                    <a:pt x="8785" y="8646"/>
                    <a:pt x="9587" y="8856"/>
                  </a:cubicBezTo>
                  <a:cubicBezTo>
                    <a:pt x="9152" y="9954"/>
                    <a:pt x="8419" y="10895"/>
                    <a:pt x="7478" y="11557"/>
                  </a:cubicBezTo>
                  <a:lnTo>
                    <a:pt x="0" y="11557"/>
                  </a:lnTo>
                  <a:lnTo>
                    <a:pt x="0" y="13736"/>
                  </a:lnTo>
                  <a:lnTo>
                    <a:pt x="8350" y="13736"/>
                  </a:lnTo>
                  <a:lnTo>
                    <a:pt x="8350" y="11627"/>
                  </a:lnTo>
                  <a:cubicBezTo>
                    <a:pt x="9152" y="10965"/>
                    <a:pt x="9796" y="10023"/>
                    <a:pt x="10163" y="9012"/>
                  </a:cubicBezTo>
                  <a:lnTo>
                    <a:pt x="10232" y="9012"/>
                  </a:lnTo>
                  <a:cubicBezTo>
                    <a:pt x="11330" y="9012"/>
                    <a:pt x="12202" y="8141"/>
                    <a:pt x="12202" y="7043"/>
                  </a:cubicBezTo>
                  <a:cubicBezTo>
                    <a:pt x="12202" y="5962"/>
                    <a:pt x="11330" y="5021"/>
                    <a:pt x="10232" y="5021"/>
                  </a:cubicBezTo>
                  <a:lnTo>
                    <a:pt x="10163" y="5021"/>
                  </a:lnTo>
                  <a:cubicBezTo>
                    <a:pt x="9796" y="3923"/>
                    <a:pt x="9064" y="2912"/>
                    <a:pt x="8123" y="2179"/>
                  </a:cubicBezTo>
                  <a:cubicBezTo>
                    <a:pt x="7182" y="1534"/>
                    <a:pt x="6101" y="1099"/>
                    <a:pt x="4863" y="1012"/>
                  </a:cubicBezTo>
                  <a:cubicBezTo>
                    <a:pt x="4567" y="436"/>
                    <a:pt x="3922" y="1"/>
                    <a:pt x="31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118"/>
            <p:cNvSpPr/>
            <p:nvPr/>
          </p:nvSpPr>
          <p:spPr>
            <a:xfrm>
              <a:off x="7245488" y="2905250"/>
              <a:ext cx="14850" cy="34450"/>
            </a:xfrm>
            <a:custGeom>
              <a:avLst/>
              <a:gdLst/>
              <a:ahLst/>
              <a:cxnLst/>
              <a:rect l="l" t="t" r="r" b="b"/>
              <a:pathLst>
                <a:path w="594" h="1378" extrusionOk="0">
                  <a:moveTo>
                    <a:pt x="1" y="0"/>
                  </a:moveTo>
                  <a:lnTo>
                    <a:pt x="1" y="1377"/>
                  </a:lnTo>
                  <a:lnTo>
                    <a:pt x="594" y="1377"/>
                  </a:lnTo>
                  <a:lnTo>
                    <a:pt x="5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118"/>
            <p:cNvSpPr/>
            <p:nvPr/>
          </p:nvSpPr>
          <p:spPr>
            <a:xfrm>
              <a:off x="7234613" y="2916125"/>
              <a:ext cx="34875" cy="14425"/>
            </a:xfrm>
            <a:custGeom>
              <a:avLst/>
              <a:gdLst/>
              <a:ahLst/>
              <a:cxnLst/>
              <a:rect l="l" t="t" r="r" b="b"/>
              <a:pathLst>
                <a:path w="1395" h="577" extrusionOk="0">
                  <a:moveTo>
                    <a:pt x="0" y="1"/>
                  </a:moveTo>
                  <a:lnTo>
                    <a:pt x="0" y="576"/>
                  </a:lnTo>
                  <a:lnTo>
                    <a:pt x="1395" y="576"/>
                  </a:lnTo>
                  <a:lnTo>
                    <a:pt x="139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118"/>
            <p:cNvSpPr/>
            <p:nvPr/>
          </p:nvSpPr>
          <p:spPr>
            <a:xfrm>
              <a:off x="7020638" y="3097425"/>
              <a:ext cx="168675" cy="23550"/>
            </a:xfrm>
            <a:custGeom>
              <a:avLst/>
              <a:gdLst/>
              <a:ahLst/>
              <a:cxnLst/>
              <a:rect l="l" t="t" r="r" b="b"/>
              <a:pathLst>
                <a:path w="6747" h="942" extrusionOk="0">
                  <a:moveTo>
                    <a:pt x="0" y="0"/>
                  </a:moveTo>
                  <a:lnTo>
                    <a:pt x="0" y="941"/>
                  </a:lnTo>
                  <a:lnTo>
                    <a:pt x="6746" y="941"/>
                  </a:lnTo>
                  <a:lnTo>
                    <a:pt x="6746" y="0"/>
                  </a:lnTo>
                  <a:lnTo>
                    <a:pt x="6171" y="0"/>
                  </a:lnTo>
                  <a:lnTo>
                    <a:pt x="6171" y="296"/>
                  </a:lnTo>
                  <a:lnTo>
                    <a:pt x="576" y="296"/>
                  </a:lnTo>
                  <a:lnTo>
                    <a:pt x="5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118"/>
            <p:cNvSpPr/>
            <p:nvPr/>
          </p:nvSpPr>
          <p:spPr>
            <a:xfrm>
              <a:off x="7058538" y="3128350"/>
              <a:ext cx="16600" cy="45350"/>
            </a:xfrm>
            <a:custGeom>
              <a:avLst/>
              <a:gdLst/>
              <a:ahLst/>
              <a:cxnLst/>
              <a:rect l="l" t="t" r="r" b="b"/>
              <a:pathLst>
                <a:path w="664" h="1814" extrusionOk="0">
                  <a:moveTo>
                    <a:pt x="1" y="1"/>
                  </a:moveTo>
                  <a:lnTo>
                    <a:pt x="1" y="1814"/>
                  </a:lnTo>
                  <a:lnTo>
                    <a:pt x="663" y="1814"/>
                  </a:lnTo>
                  <a:lnTo>
                    <a:pt x="66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118"/>
            <p:cNvSpPr/>
            <p:nvPr/>
          </p:nvSpPr>
          <p:spPr>
            <a:xfrm>
              <a:off x="7136563" y="3128350"/>
              <a:ext cx="14825" cy="45350"/>
            </a:xfrm>
            <a:custGeom>
              <a:avLst/>
              <a:gdLst/>
              <a:ahLst/>
              <a:cxnLst/>
              <a:rect l="l" t="t" r="r" b="b"/>
              <a:pathLst>
                <a:path w="593" h="1814" extrusionOk="0">
                  <a:moveTo>
                    <a:pt x="0" y="1"/>
                  </a:moveTo>
                  <a:lnTo>
                    <a:pt x="0" y="1814"/>
                  </a:lnTo>
                  <a:lnTo>
                    <a:pt x="593" y="1814"/>
                  </a:lnTo>
                  <a:lnTo>
                    <a:pt x="59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118"/>
            <p:cNvSpPr/>
            <p:nvPr/>
          </p:nvSpPr>
          <p:spPr>
            <a:xfrm>
              <a:off x="7051588" y="3182825"/>
              <a:ext cx="106775" cy="14400"/>
            </a:xfrm>
            <a:custGeom>
              <a:avLst/>
              <a:gdLst/>
              <a:ahLst/>
              <a:cxnLst/>
              <a:rect l="l" t="t" r="r" b="b"/>
              <a:pathLst>
                <a:path w="4271" h="576" extrusionOk="0">
                  <a:moveTo>
                    <a:pt x="0" y="1"/>
                  </a:moveTo>
                  <a:lnTo>
                    <a:pt x="0" y="576"/>
                  </a:lnTo>
                  <a:lnTo>
                    <a:pt x="4271" y="576"/>
                  </a:lnTo>
                  <a:lnTo>
                    <a:pt x="427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0" name="Google Shape;4910;p118"/>
          <p:cNvGrpSpPr/>
          <p:nvPr/>
        </p:nvGrpSpPr>
        <p:grpSpPr>
          <a:xfrm>
            <a:off x="7065963" y="4060675"/>
            <a:ext cx="168675" cy="494200"/>
            <a:chOff x="7065963" y="4060675"/>
            <a:chExt cx="168675" cy="494200"/>
          </a:xfrm>
        </p:grpSpPr>
        <p:sp>
          <p:nvSpPr>
            <p:cNvPr id="4911" name="Google Shape;4911;p118"/>
            <p:cNvSpPr/>
            <p:nvPr/>
          </p:nvSpPr>
          <p:spPr>
            <a:xfrm>
              <a:off x="7067189" y="4284225"/>
              <a:ext cx="163450" cy="263225"/>
            </a:xfrm>
            <a:custGeom>
              <a:avLst/>
              <a:gdLst/>
              <a:ahLst/>
              <a:cxnLst/>
              <a:rect l="l" t="t" r="r" b="b"/>
              <a:pathLst>
                <a:path w="6538" h="10529" extrusionOk="0">
                  <a:moveTo>
                    <a:pt x="3417" y="0"/>
                  </a:moveTo>
                  <a:cubicBezTo>
                    <a:pt x="1744" y="0"/>
                    <a:pt x="367" y="1081"/>
                    <a:pt x="367" y="2755"/>
                  </a:cubicBezTo>
                  <a:lnTo>
                    <a:pt x="1238" y="3121"/>
                  </a:lnTo>
                  <a:lnTo>
                    <a:pt x="1587" y="3992"/>
                  </a:lnTo>
                  <a:lnTo>
                    <a:pt x="1587" y="4655"/>
                  </a:lnTo>
                  <a:lnTo>
                    <a:pt x="942" y="5230"/>
                  </a:lnTo>
                  <a:lnTo>
                    <a:pt x="1" y="5596"/>
                  </a:lnTo>
                  <a:lnTo>
                    <a:pt x="1" y="7409"/>
                  </a:lnTo>
                  <a:cubicBezTo>
                    <a:pt x="1" y="9152"/>
                    <a:pt x="1744" y="10529"/>
                    <a:pt x="3417" y="10529"/>
                  </a:cubicBezTo>
                  <a:cubicBezTo>
                    <a:pt x="5160" y="10529"/>
                    <a:pt x="6537" y="9152"/>
                    <a:pt x="6537" y="7409"/>
                  </a:cubicBezTo>
                  <a:lnTo>
                    <a:pt x="6537" y="5230"/>
                  </a:lnTo>
                  <a:lnTo>
                    <a:pt x="5300" y="4655"/>
                  </a:lnTo>
                  <a:lnTo>
                    <a:pt x="5300" y="3992"/>
                  </a:lnTo>
                  <a:lnTo>
                    <a:pt x="5300" y="3417"/>
                  </a:lnTo>
                  <a:lnTo>
                    <a:pt x="5875" y="3121"/>
                  </a:lnTo>
                  <a:lnTo>
                    <a:pt x="6537" y="3121"/>
                  </a:lnTo>
                  <a:cubicBezTo>
                    <a:pt x="6537" y="1377"/>
                    <a:pt x="5160" y="0"/>
                    <a:pt x="34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118"/>
            <p:cNvSpPr/>
            <p:nvPr/>
          </p:nvSpPr>
          <p:spPr>
            <a:xfrm>
              <a:off x="7125663" y="4476825"/>
              <a:ext cx="47525" cy="70625"/>
            </a:xfrm>
            <a:custGeom>
              <a:avLst/>
              <a:gdLst/>
              <a:ahLst/>
              <a:cxnLst/>
              <a:rect l="l" t="t" r="r" b="b"/>
              <a:pathLst>
                <a:path w="1901" h="2825" extrusionOk="0">
                  <a:moveTo>
                    <a:pt x="0" y="1"/>
                  </a:moveTo>
                  <a:lnTo>
                    <a:pt x="663" y="2459"/>
                  </a:lnTo>
                  <a:lnTo>
                    <a:pt x="959" y="2825"/>
                  </a:lnTo>
                  <a:lnTo>
                    <a:pt x="1238" y="2459"/>
                  </a:lnTo>
                  <a:lnTo>
                    <a:pt x="190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118"/>
            <p:cNvSpPr/>
            <p:nvPr/>
          </p:nvSpPr>
          <p:spPr>
            <a:xfrm>
              <a:off x="7125663" y="4160900"/>
              <a:ext cx="47525" cy="185225"/>
            </a:xfrm>
            <a:custGeom>
              <a:avLst/>
              <a:gdLst/>
              <a:ahLst/>
              <a:cxnLst/>
              <a:rect l="l" t="t" r="r" b="b"/>
              <a:pathLst>
                <a:path w="1901" h="7409" extrusionOk="0">
                  <a:moveTo>
                    <a:pt x="663" y="0"/>
                  </a:moveTo>
                  <a:lnTo>
                    <a:pt x="366" y="349"/>
                  </a:lnTo>
                  <a:lnTo>
                    <a:pt x="0" y="7409"/>
                  </a:lnTo>
                  <a:lnTo>
                    <a:pt x="1900" y="7409"/>
                  </a:lnTo>
                  <a:lnTo>
                    <a:pt x="1604" y="349"/>
                  </a:lnTo>
                  <a:lnTo>
                    <a:pt x="123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118"/>
            <p:cNvSpPr/>
            <p:nvPr/>
          </p:nvSpPr>
          <p:spPr>
            <a:xfrm>
              <a:off x="7118688" y="4068075"/>
              <a:ext cx="61475" cy="92850"/>
            </a:xfrm>
            <a:custGeom>
              <a:avLst/>
              <a:gdLst/>
              <a:ahLst/>
              <a:cxnLst/>
              <a:rect l="l" t="t" r="r" b="b"/>
              <a:pathLst>
                <a:path w="2459" h="3714" extrusionOk="0">
                  <a:moveTo>
                    <a:pt x="0" y="1"/>
                  </a:moveTo>
                  <a:lnTo>
                    <a:pt x="0" y="3713"/>
                  </a:lnTo>
                  <a:lnTo>
                    <a:pt x="2458" y="3713"/>
                  </a:lnTo>
                  <a:lnTo>
                    <a:pt x="245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118"/>
            <p:cNvSpPr/>
            <p:nvPr/>
          </p:nvSpPr>
          <p:spPr>
            <a:xfrm>
              <a:off x="7196688" y="4122550"/>
              <a:ext cx="14400" cy="30975"/>
            </a:xfrm>
            <a:custGeom>
              <a:avLst/>
              <a:gdLst/>
              <a:ahLst/>
              <a:cxnLst/>
              <a:rect l="l" t="t" r="r" b="b"/>
              <a:pathLst>
                <a:path w="576" h="1239" extrusionOk="0">
                  <a:moveTo>
                    <a:pt x="1" y="0"/>
                  </a:moveTo>
                  <a:lnTo>
                    <a:pt x="1" y="1238"/>
                  </a:lnTo>
                  <a:lnTo>
                    <a:pt x="576" y="1238"/>
                  </a:lnTo>
                  <a:lnTo>
                    <a:pt x="5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118"/>
            <p:cNvSpPr/>
            <p:nvPr/>
          </p:nvSpPr>
          <p:spPr>
            <a:xfrm>
              <a:off x="7111288" y="4414950"/>
              <a:ext cx="76275" cy="16150"/>
            </a:xfrm>
            <a:custGeom>
              <a:avLst/>
              <a:gdLst/>
              <a:ahLst/>
              <a:cxnLst/>
              <a:rect l="l" t="t" r="r" b="b"/>
              <a:pathLst>
                <a:path w="3051" h="646" extrusionOk="0">
                  <a:moveTo>
                    <a:pt x="0" y="1"/>
                  </a:moveTo>
                  <a:lnTo>
                    <a:pt x="0" y="646"/>
                  </a:lnTo>
                  <a:lnTo>
                    <a:pt x="3051" y="646"/>
                  </a:lnTo>
                  <a:lnTo>
                    <a:pt x="305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118"/>
            <p:cNvSpPr/>
            <p:nvPr/>
          </p:nvSpPr>
          <p:spPr>
            <a:xfrm>
              <a:off x="7065963" y="4060675"/>
              <a:ext cx="168675" cy="494200"/>
            </a:xfrm>
            <a:custGeom>
              <a:avLst/>
              <a:gdLst/>
              <a:ahLst/>
              <a:cxnLst/>
              <a:rect l="l" t="t" r="r" b="b"/>
              <a:pathLst>
                <a:path w="6747" h="19768" extrusionOk="0">
                  <a:moveTo>
                    <a:pt x="4288" y="593"/>
                  </a:moveTo>
                  <a:lnTo>
                    <a:pt x="4288" y="3713"/>
                  </a:lnTo>
                  <a:lnTo>
                    <a:pt x="2388" y="3713"/>
                  </a:lnTo>
                  <a:lnTo>
                    <a:pt x="2388" y="593"/>
                  </a:lnTo>
                  <a:close/>
                  <a:moveTo>
                    <a:pt x="3696" y="4288"/>
                  </a:moveTo>
                  <a:lnTo>
                    <a:pt x="3992" y="11121"/>
                  </a:lnTo>
                  <a:lnTo>
                    <a:pt x="2754" y="11121"/>
                  </a:lnTo>
                  <a:lnTo>
                    <a:pt x="3051" y="4288"/>
                  </a:lnTo>
                  <a:close/>
                  <a:moveTo>
                    <a:pt x="2179" y="9518"/>
                  </a:moveTo>
                  <a:lnTo>
                    <a:pt x="2109" y="11697"/>
                  </a:lnTo>
                  <a:lnTo>
                    <a:pt x="4567" y="11697"/>
                  </a:lnTo>
                  <a:lnTo>
                    <a:pt x="4498" y="9518"/>
                  </a:lnTo>
                  <a:lnTo>
                    <a:pt x="4498" y="9518"/>
                  </a:lnTo>
                  <a:cubicBezTo>
                    <a:pt x="5299" y="9884"/>
                    <a:pt x="5875" y="10616"/>
                    <a:pt x="6101" y="11487"/>
                  </a:cubicBezTo>
                  <a:cubicBezTo>
                    <a:pt x="5369" y="11627"/>
                    <a:pt x="4933" y="12202"/>
                    <a:pt x="4933" y="12934"/>
                  </a:cubicBezTo>
                  <a:cubicBezTo>
                    <a:pt x="4933" y="13736"/>
                    <a:pt x="5439" y="14311"/>
                    <a:pt x="6101" y="14468"/>
                  </a:cubicBezTo>
                  <a:lnTo>
                    <a:pt x="6101" y="16351"/>
                  </a:lnTo>
                  <a:cubicBezTo>
                    <a:pt x="6101" y="17658"/>
                    <a:pt x="5230" y="18739"/>
                    <a:pt x="4062" y="19035"/>
                  </a:cubicBezTo>
                  <a:lnTo>
                    <a:pt x="4654" y="16351"/>
                  </a:lnTo>
                  <a:lnTo>
                    <a:pt x="2040" y="16351"/>
                  </a:lnTo>
                  <a:lnTo>
                    <a:pt x="2615" y="19035"/>
                  </a:lnTo>
                  <a:cubicBezTo>
                    <a:pt x="1447" y="18739"/>
                    <a:pt x="575" y="17658"/>
                    <a:pt x="575" y="16351"/>
                  </a:cubicBezTo>
                  <a:lnTo>
                    <a:pt x="575" y="14468"/>
                  </a:lnTo>
                  <a:cubicBezTo>
                    <a:pt x="1308" y="14311"/>
                    <a:pt x="1813" y="13736"/>
                    <a:pt x="1813" y="12934"/>
                  </a:cubicBezTo>
                  <a:cubicBezTo>
                    <a:pt x="1813" y="12202"/>
                    <a:pt x="1308" y="11627"/>
                    <a:pt x="645" y="11487"/>
                  </a:cubicBezTo>
                  <a:cubicBezTo>
                    <a:pt x="802" y="10616"/>
                    <a:pt x="1377" y="9884"/>
                    <a:pt x="2179" y="9518"/>
                  </a:cubicBezTo>
                  <a:close/>
                  <a:moveTo>
                    <a:pt x="3922" y="16996"/>
                  </a:moveTo>
                  <a:lnTo>
                    <a:pt x="3417" y="19105"/>
                  </a:lnTo>
                  <a:lnTo>
                    <a:pt x="3260" y="19105"/>
                  </a:lnTo>
                  <a:lnTo>
                    <a:pt x="2824" y="16996"/>
                  </a:lnTo>
                  <a:close/>
                  <a:moveTo>
                    <a:pt x="1813" y="0"/>
                  </a:moveTo>
                  <a:lnTo>
                    <a:pt x="1813" y="959"/>
                  </a:lnTo>
                  <a:lnTo>
                    <a:pt x="1517" y="959"/>
                  </a:lnTo>
                  <a:lnTo>
                    <a:pt x="1517" y="663"/>
                  </a:lnTo>
                  <a:lnTo>
                    <a:pt x="872" y="663"/>
                  </a:lnTo>
                  <a:lnTo>
                    <a:pt x="872" y="1900"/>
                  </a:lnTo>
                  <a:lnTo>
                    <a:pt x="1517" y="1900"/>
                  </a:lnTo>
                  <a:lnTo>
                    <a:pt x="1517" y="1534"/>
                  </a:lnTo>
                  <a:lnTo>
                    <a:pt x="1813" y="1534"/>
                  </a:lnTo>
                  <a:lnTo>
                    <a:pt x="1813" y="2772"/>
                  </a:lnTo>
                  <a:lnTo>
                    <a:pt x="1517" y="2772"/>
                  </a:lnTo>
                  <a:lnTo>
                    <a:pt x="1517" y="2475"/>
                  </a:lnTo>
                  <a:lnTo>
                    <a:pt x="872" y="2475"/>
                  </a:lnTo>
                  <a:lnTo>
                    <a:pt x="872" y="3713"/>
                  </a:lnTo>
                  <a:lnTo>
                    <a:pt x="1517" y="3713"/>
                  </a:lnTo>
                  <a:lnTo>
                    <a:pt x="1517" y="3417"/>
                  </a:lnTo>
                  <a:lnTo>
                    <a:pt x="1813" y="3417"/>
                  </a:lnTo>
                  <a:lnTo>
                    <a:pt x="1813" y="4288"/>
                  </a:lnTo>
                  <a:lnTo>
                    <a:pt x="2388" y="4288"/>
                  </a:lnTo>
                  <a:lnTo>
                    <a:pt x="2249" y="8873"/>
                  </a:lnTo>
                  <a:cubicBezTo>
                    <a:pt x="872" y="9308"/>
                    <a:pt x="0" y="10616"/>
                    <a:pt x="0" y="12063"/>
                  </a:cubicBezTo>
                  <a:lnTo>
                    <a:pt x="366" y="12063"/>
                  </a:lnTo>
                  <a:cubicBezTo>
                    <a:pt x="872" y="12063"/>
                    <a:pt x="1238" y="12498"/>
                    <a:pt x="1238" y="12934"/>
                  </a:cubicBezTo>
                  <a:cubicBezTo>
                    <a:pt x="1238" y="13440"/>
                    <a:pt x="802" y="13875"/>
                    <a:pt x="297" y="13875"/>
                  </a:cubicBezTo>
                  <a:lnTo>
                    <a:pt x="0" y="13875"/>
                  </a:lnTo>
                  <a:lnTo>
                    <a:pt x="0" y="16351"/>
                  </a:lnTo>
                  <a:cubicBezTo>
                    <a:pt x="0" y="18233"/>
                    <a:pt x="1447" y="19767"/>
                    <a:pt x="3347" y="19767"/>
                  </a:cubicBezTo>
                  <a:cubicBezTo>
                    <a:pt x="5230" y="19767"/>
                    <a:pt x="6746" y="18233"/>
                    <a:pt x="6746" y="16351"/>
                  </a:cubicBezTo>
                  <a:lnTo>
                    <a:pt x="6746" y="13875"/>
                  </a:lnTo>
                  <a:lnTo>
                    <a:pt x="6467" y="13875"/>
                  </a:lnTo>
                  <a:cubicBezTo>
                    <a:pt x="5962" y="13875"/>
                    <a:pt x="5526" y="13440"/>
                    <a:pt x="5526" y="12934"/>
                  </a:cubicBezTo>
                  <a:cubicBezTo>
                    <a:pt x="5526" y="12498"/>
                    <a:pt x="5875" y="12063"/>
                    <a:pt x="6310" y="12063"/>
                  </a:cubicBezTo>
                  <a:lnTo>
                    <a:pt x="6746" y="12063"/>
                  </a:lnTo>
                  <a:cubicBezTo>
                    <a:pt x="6746" y="10616"/>
                    <a:pt x="5805" y="9308"/>
                    <a:pt x="4498" y="8873"/>
                  </a:cubicBezTo>
                  <a:lnTo>
                    <a:pt x="4288" y="4288"/>
                  </a:lnTo>
                  <a:lnTo>
                    <a:pt x="4864" y="4288"/>
                  </a:lnTo>
                  <a:lnTo>
                    <a:pt x="4864" y="3417"/>
                  </a:lnTo>
                  <a:lnTo>
                    <a:pt x="5526" y="3417"/>
                  </a:lnTo>
                  <a:lnTo>
                    <a:pt x="5526" y="2772"/>
                  </a:lnTo>
                  <a:lnTo>
                    <a:pt x="4864" y="2772"/>
                  </a:lnTo>
                  <a:lnTo>
                    <a:pt x="4864" y="1534"/>
                  </a:lnTo>
                  <a:lnTo>
                    <a:pt x="5230" y="1534"/>
                  </a:lnTo>
                  <a:lnTo>
                    <a:pt x="5230" y="1900"/>
                  </a:lnTo>
                  <a:lnTo>
                    <a:pt x="5805" y="1900"/>
                  </a:lnTo>
                  <a:lnTo>
                    <a:pt x="5805" y="663"/>
                  </a:lnTo>
                  <a:lnTo>
                    <a:pt x="5230" y="663"/>
                  </a:lnTo>
                  <a:lnTo>
                    <a:pt x="5230" y="959"/>
                  </a:lnTo>
                  <a:lnTo>
                    <a:pt x="4864" y="959"/>
                  </a:lnTo>
                  <a:lnTo>
                    <a:pt x="486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118"/>
            <p:cNvSpPr/>
            <p:nvPr/>
          </p:nvSpPr>
          <p:spPr>
            <a:xfrm>
              <a:off x="7127838" y="4438500"/>
              <a:ext cx="14400" cy="23550"/>
            </a:xfrm>
            <a:custGeom>
              <a:avLst/>
              <a:gdLst/>
              <a:ahLst/>
              <a:cxnLst/>
              <a:rect l="l" t="t" r="r" b="b"/>
              <a:pathLst>
                <a:path w="576" h="942" extrusionOk="0">
                  <a:moveTo>
                    <a:pt x="0" y="0"/>
                  </a:moveTo>
                  <a:lnTo>
                    <a:pt x="0" y="941"/>
                  </a:lnTo>
                  <a:lnTo>
                    <a:pt x="576" y="941"/>
                  </a:lnTo>
                  <a:lnTo>
                    <a:pt x="57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118"/>
            <p:cNvSpPr/>
            <p:nvPr/>
          </p:nvSpPr>
          <p:spPr>
            <a:xfrm>
              <a:off x="7158338" y="4438500"/>
              <a:ext cx="14850" cy="23550"/>
            </a:xfrm>
            <a:custGeom>
              <a:avLst/>
              <a:gdLst/>
              <a:ahLst/>
              <a:cxnLst/>
              <a:rect l="l" t="t" r="r" b="b"/>
              <a:pathLst>
                <a:path w="594" h="942" extrusionOk="0">
                  <a:moveTo>
                    <a:pt x="1" y="0"/>
                  </a:moveTo>
                  <a:lnTo>
                    <a:pt x="1" y="941"/>
                  </a:lnTo>
                  <a:lnTo>
                    <a:pt x="593" y="941"/>
                  </a:lnTo>
                  <a:lnTo>
                    <a:pt x="5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118"/>
            <p:cNvSpPr/>
            <p:nvPr/>
          </p:nvSpPr>
          <p:spPr>
            <a:xfrm>
              <a:off x="7127838" y="4362225"/>
              <a:ext cx="14400" cy="45350"/>
            </a:xfrm>
            <a:custGeom>
              <a:avLst/>
              <a:gdLst/>
              <a:ahLst/>
              <a:cxnLst/>
              <a:rect l="l" t="t" r="r" b="b"/>
              <a:pathLst>
                <a:path w="576" h="1814" extrusionOk="0">
                  <a:moveTo>
                    <a:pt x="0" y="1"/>
                  </a:moveTo>
                  <a:lnTo>
                    <a:pt x="0" y="1813"/>
                  </a:lnTo>
                  <a:lnTo>
                    <a:pt x="576" y="1813"/>
                  </a:lnTo>
                  <a:lnTo>
                    <a:pt x="57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118"/>
            <p:cNvSpPr/>
            <p:nvPr/>
          </p:nvSpPr>
          <p:spPr>
            <a:xfrm>
              <a:off x="7158338" y="4362225"/>
              <a:ext cx="14850" cy="45350"/>
            </a:xfrm>
            <a:custGeom>
              <a:avLst/>
              <a:gdLst/>
              <a:ahLst/>
              <a:cxnLst/>
              <a:rect l="l" t="t" r="r" b="b"/>
              <a:pathLst>
                <a:path w="594" h="1814" extrusionOk="0">
                  <a:moveTo>
                    <a:pt x="1" y="1"/>
                  </a:moveTo>
                  <a:lnTo>
                    <a:pt x="1" y="1813"/>
                  </a:lnTo>
                  <a:lnTo>
                    <a:pt x="593" y="1813"/>
                  </a:lnTo>
                  <a:lnTo>
                    <a:pt x="59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2" name="Google Shape;4922;p118"/>
          <p:cNvGrpSpPr/>
          <p:nvPr/>
        </p:nvGrpSpPr>
        <p:grpSpPr>
          <a:xfrm>
            <a:off x="7639888" y="1440400"/>
            <a:ext cx="493750" cy="307250"/>
            <a:chOff x="7639888" y="1440400"/>
            <a:chExt cx="493750" cy="307250"/>
          </a:xfrm>
        </p:grpSpPr>
        <p:sp>
          <p:nvSpPr>
            <p:cNvPr id="4923" name="Google Shape;4923;p118"/>
            <p:cNvSpPr/>
            <p:nvPr/>
          </p:nvSpPr>
          <p:spPr>
            <a:xfrm>
              <a:off x="7663413" y="1447800"/>
              <a:ext cx="446700" cy="261500"/>
            </a:xfrm>
            <a:custGeom>
              <a:avLst/>
              <a:gdLst/>
              <a:ahLst/>
              <a:cxnLst/>
              <a:rect l="l" t="t" r="r" b="b"/>
              <a:pathLst>
                <a:path w="17868" h="10460" extrusionOk="0">
                  <a:moveTo>
                    <a:pt x="0" y="1"/>
                  </a:moveTo>
                  <a:lnTo>
                    <a:pt x="0" y="10460"/>
                  </a:lnTo>
                  <a:lnTo>
                    <a:pt x="17867" y="10460"/>
                  </a:lnTo>
                  <a:lnTo>
                    <a:pt x="1786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118"/>
            <p:cNvSpPr/>
            <p:nvPr/>
          </p:nvSpPr>
          <p:spPr>
            <a:xfrm>
              <a:off x="7955813" y="1687500"/>
              <a:ext cx="92425" cy="21800"/>
            </a:xfrm>
            <a:custGeom>
              <a:avLst/>
              <a:gdLst/>
              <a:ahLst/>
              <a:cxnLst/>
              <a:rect l="l" t="t" r="r" b="b"/>
              <a:pathLst>
                <a:path w="3697" h="872" extrusionOk="0">
                  <a:moveTo>
                    <a:pt x="1" y="0"/>
                  </a:moveTo>
                  <a:lnTo>
                    <a:pt x="1" y="872"/>
                  </a:lnTo>
                  <a:lnTo>
                    <a:pt x="3696" y="872"/>
                  </a:lnTo>
                  <a:lnTo>
                    <a:pt x="369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118"/>
            <p:cNvSpPr/>
            <p:nvPr/>
          </p:nvSpPr>
          <p:spPr>
            <a:xfrm>
              <a:off x="7646863" y="1709275"/>
              <a:ext cx="479375" cy="30975"/>
            </a:xfrm>
            <a:custGeom>
              <a:avLst/>
              <a:gdLst/>
              <a:ahLst/>
              <a:cxnLst/>
              <a:rect l="l" t="t" r="r" b="b"/>
              <a:pathLst>
                <a:path w="19175" h="1239" extrusionOk="0">
                  <a:moveTo>
                    <a:pt x="0" y="1"/>
                  </a:moveTo>
                  <a:lnTo>
                    <a:pt x="0" y="1238"/>
                  </a:lnTo>
                  <a:lnTo>
                    <a:pt x="19174" y="1238"/>
                  </a:lnTo>
                  <a:lnTo>
                    <a:pt x="1917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118"/>
            <p:cNvSpPr/>
            <p:nvPr/>
          </p:nvSpPr>
          <p:spPr>
            <a:xfrm>
              <a:off x="7646863" y="1709275"/>
              <a:ext cx="123775" cy="30975"/>
            </a:xfrm>
            <a:custGeom>
              <a:avLst/>
              <a:gdLst/>
              <a:ahLst/>
              <a:cxnLst/>
              <a:rect l="l" t="t" r="r" b="b"/>
              <a:pathLst>
                <a:path w="4951" h="1239" extrusionOk="0">
                  <a:moveTo>
                    <a:pt x="0" y="1"/>
                  </a:moveTo>
                  <a:lnTo>
                    <a:pt x="0" y="1238"/>
                  </a:lnTo>
                  <a:lnTo>
                    <a:pt x="4951" y="1238"/>
                  </a:lnTo>
                  <a:lnTo>
                    <a:pt x="495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118"/>
            <p:cNvSpPr/>
            <p:nvPr/>
          </p:nvSpPr>
          <p:spPr>
            <a:xfrm>
              <a:off x="7656013" y="1440400"/>
              <a:ext cx="461075" cy="254525"/>
            </a:xfrm>
            <a:custGeom>
              <a:avLst/>
              <a:gdLst/>
              <a:ahLst/>
              <a:cxnLst/>
              <a:rect l="l" t="t" r="r" b="b"/>
              <a:pathLst>
                <a:path w="18443" h="10181" extrusionOk="0">
                  <a:moveTo>
                    <a:pt x="0" y="1"/>
                  </a:moveTo>
                  <a:lnTo>
                    <a:pt x="0" y="10180"/>
                  </a:lnTo>
                  <a:lnTo>
                    <a:pt x="575" y="10180"/>
                  </a:lnTo>
                  <a:lnTo>
                    <a:pt x="575" y="593"/>
                  </a:lnTo>
                  <a:lnTo>
                    <a:pt x="17867" y="593"/>
                  </a:lnTo>
                  <a:lnTo>
                    <a:pt x="17867" y="10180"/>
                  </a:lnTo>
                  <a:lnTo>
                    <a:pt x="18442" y="10180"/>
                  </a:lnTo>
                  <a:lnTo>
                    <a:pt x="1844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118"/>
            <p:cNvSpPr/>
            <p:nvPr/>
          </p:nvSpPr>
          <p:spPr>
            <a:xfrm>
              <a:off x="7639888" y="1678350"/>
              <a:ext cx="493750" cy="69300"/>
            </a:xfrm>
            <a:custGeom>
              <a:avLst/>
              <a:gdLst/>
              <a:ahLst/>
              <a:cxnLst/>
              <a:rect l="l" t="t" r="r" b="b"/>
              <a:pathLst>
                <a:path w="19750" h="2772" extrusionOk="0">
                  <a:moveTo>
                    <a:pt x="16037" y="662"/>
                  </a:moveTo>
                  <a:lnTo>
                    <a:pt x="16037" y="941"/>
                  </a:lnTo>
                  <a:lnTo>
                    <a:pt x="12917" y="941"/>
                  </a:lnTo>
                  <a:lnTo>
                    <a:pt x="12917" y="662"/>
                  </a:lnTo>
                  <a:close/>
                  <a:moveTo>
                    <a:pt x="19087" y="1534"/>
                  </a:moveTo>
                  <a:lnTo>
                    <a:pt x="19087" y="2179"/>
                  </a:lnTo>
                  <a:lnTo>
                    <a:pt x="575" y="2179"/>
                  </a:lnTo>
                  <a:lnTo>
                    <a:pt x="575" y="1534"/>
                  </a:lnTo>
                  <a:close/>
                  <a:moveTo>
                    <a:pt x="12341" y="0"/>
                  </a:moveTo>
                  <a:lnTo>
                    <a:pt x="12341" y="941"/>
                  </a:lnTo>
                  <a:lnTo>
                    <a:pt x="0" y="941"/>
                  </a:lnTo>
                  <a:lnTo>
                    <a:pt x="0" y="2772"/>
                  </a:lnTo>
                  <a:lnTo>
                    <a:pt x="19750" y="2772"/>
                  </a:lnTo>
                  <a:lnTo>
                    <a:pt x="19750" y="941"/>
                  </a:lnTo>
                  <a:lnTo>
                    <a:pt x="16630" y="941"/>
                  </a:lnTo>
                  <a:lnTo>
                    <a:pt x="1663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118"/>
            <p:cNvSpPr/>
            <p:nvPr/>
          </p:nvSpPr>
          <p:spPr>
            <a:xfrm>
              <a:off x="7962788" y="1640425"/>
              <a:ext cx="78025" cy="30975"/>
            </a:xfrm>
            <a:custGeom>
              <a:avLst/>
              <a:gdLst/>
              <a:ahLst/>
              <a:cxnLst/>
              <a:rect l="l" t="t" r="r" b="b"/>
              <a:pathLst>
                <a:path w="3121" h="1239" extrusionOk="0">
                  <a:moveTo>
                    <a:pt x="1238" y="1"/>
                  </a:moveTo>
                  <a:lnTo>
                    <a:pt x="1238" y="645"/>
                  </a:lnTo>
                  <a:lnTo>
                    <a:pt x="1" y="645"/>
                  </a:lnTo>
                  <a:lnTo>
                    <a:pt x="1" y="1238"/>
                  </a:lnTo>
                  <a:lnTo>
                    <a:pt x="3121" y="1238"/>
                  </a:lnTo>
                  <a:lnTo>
                    <a:pt x="3121" y="645"/>
                  </a:lnTo>
                  <a:lnTo>
                    <a:pt x="1901" y="645"/>
                  </a:lnTo>
                  <a:lnTo>
                    <a:pt x="190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118"/>
            <p:cNvSpPr/>
            <p:nvPr/>
          </p:nvSpPr>
          <p:spPr>
            <a:xfrm>
              <a:off x="7741413" y="1518850"/>
              <a:ext cx="43600" cy="43600"/>
            </a:xfrm>
            <a:custGeom>
              <a:avLst/>
              <a:gdLst/>
              <a:ahLst/>
              <a:cxnLst/>
              <a:rect l="l" t="t" r="r" b="b"/>
              <a:pathLst>
                <a:path w="1744" h="1744" extrusionOk="0">
                  <a:moveTo>
                    <a:pt x="436" y="0"/>
                  </a:moveTo>
                  <a:lnTo>
                    <a:pt x="1" y="436"/>
                  </a:lnTo>
                  <a:lnTo>
                    <a:pt x="436" y="872"/>
                  </a:lnTo>
                  <a:lnTo>
                    <a:pt x="1" y="1308"/>
                  </a:lnTo>
                  <a:lnTo>
                    <a:pt x="436" y="1743"/>
                  </a:lnTo>
                  <a:lnTo>
                    <a:pt x="872" y="1308"/>
                  </a:lnTo>
                  <a:lnTo>
                    <a:pt x="1308" y="1743"/>
                  </a:lnTo>
                  <a:lnTo>
                    <a:pt x="1744" y="1308"/>
                  </a:lnTo>
                  <a:lnTo>
                    <a:pt x="1308" y="872"/>
                  </a:lnTo>
                  <a:lnTo>
                    <a:pt x="1744" y="436"/>
                  </a:lnTo>
                  <a:lnTo>
                    <a:pt x="1308" y="0"/>
                  </a:lnTo>
                  <a:lnTo>
                    <a:pt x="872" y="436"/>
                  </a:lnTo>
                  <a:lnTo>
                    <a:pt x="43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118"/>
            <p:cNvSpPr/>
            <p:nvPr/>
          </p:nvSpPr>
          <p:spPr>
            <a:xfrm>
              <a:off x="7893938" y="1558500"/>
              <a:ext cx="43600" cy="43600"/>
            </a:xfrm>
            <a:custGeom>
              <a:avLst/>
              <a:gdLst/>
              <a:ahLst/>
              <a:cxnLst/>
              <a:rect l="l" t="t" r="r" b="b"/>
              <a:pathLst>
                <a:path w="1744" h="1744" extrusionOk="0">
                  <a:moveTo>
                    <a:pt x="436" y="0"/>
                  </a:moveTo>
                  <a:lnTo>
                    <a:pt x="1" y="436"/>
                  </a:lnTo>
                  <a:lnTo>
                    <a:pt x="436" y="872"/>
                  </a:lnTo>
                  <a:lnTo>
                    <a:pt x="1" y="1308"/>
                  </a:lnTo>
                  <a:lnTo>
                    <a:pt x="436" y="1744"/>
                  </a:lnTo>
                  <a:lnTo>
                    <a:pt x="872" y="1308"/>
                  </a:lnTo>
                  <a:lnTo>
                    <a:pt x="1308" y="1744"/>
                  </a:lnTo>
                  <a:lnTo>
                    <a:pt x="1744" y="1308"/>
                  </a:lnTo>
                  <a:lnTo>
                    <a:pt x="1308" y="872"/>
                  </a:lnTo>
                  <a:lnTo>
                    <a:pt x="1744" y="436"/>
                  </a:lnTo>
                  <a:lnTo>
                    <a:pt x="1308" y="0"/>
                  </a:lnTo>
                  <a:lnTo>
                    <a:pt x="872" y="436"/>
                  </a:lnTo>
                  <a:lnTo>
                    <a:pt x="43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118"/>
            <p:cNvSpPr/>
            <p:nvPr/>
          </p:nvSpPr>
          <p:spPr>
            <a:xfrm>
              <a:off x="8002888" y="1558500"/>
              <a:ext cx="43600" cy="43600"/>
            </a:xfrm>
            <a:custGeom>
              <a:avLst/>
              <a:gdLst/>
              <a:ahLst/>
              <a:cxnLst/>
              <a:rect l="l" t="t" r="r" b="b"/>
              <a:pathLst>
                <a:path w="1744" h="1744" extrusionOk="0">
                  <a:moveTo>
                    <a:pt x="436" y="0"/>
                  </a:moveTo>
                  <a:lnTo>
                    <a:pt x="0" y="436"/>
                  </a:lnTo>
                  <a:lnTo>
                    <a:pt x="436" y="872"/>
                  </a:lnTo>
                  <a:lnTo>
                    <a:pt x="0" y="1308"/>
                  </a:lnTo>
                  <a:lnTo>
                    <a:pt x="436" y="1744"/>
                  </a:lnTo>
                  <a:lnTo>
                    <a:pt x="872" y="1308"/>
                  </a:lnTo>
                  <a:lnTo>
                    <a:pt x="1308" y="1744"/>
                  </a:lnTo>
                  <a:lnTo>
                    <a:pt x="1744" y="1308"/>
                  </a:lnTo>
                  <a:lnTo>
                    <a:pt x="1308" y="872"/>
                  </a:lnTo>
                  <a:lnTo>
                    <a:pt x="1744" y="436"/>
                  </a:lnTo>
                  <a:lnTo>
                    <a:pt x="1308" y="0"/>
                  </a:lnTo>
                  <a:lnTo>
                    <a:pt x="872" y="436"/>
                  </a:lnTo>
                  <a:lnTo>
                    <a:pt x="43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118"/>
            <p:cNvSpPr/>
            <p:nvPr/>
          </p:nvSpPr>
          <p:spPr>
            <a:xfrm>
              <a:off x="7741413" y="1595100"/>
              <a:ext cx="43600" cy="43600"/>
            </a:xfrm>
            <a:custGeom>
              <a:avLst/>
              <a:gdLst/>
              <a:ahLst/>
              <a:cxnLst/>
              <a:rect l="l" t="t" r="r" b="b"/>
              <a:pathLst>
                <a:path w="1744" h="1744" extrusionOk="0">
                  <a:moveTo>
                    <a:pt x="436" y="1"/>
                  </a:moveTo>
                  <a:lnTo>
                    <a:pt x="1" y="436"/>
                  </a:lnTo>
                  <a:lnTo>
                    <a:pt x="436" y="872"/>
                  </a:lnTo>
                  <a:lnTo>
                    <a:pt x="1" y="1308"/>
                  </a:lnTo>
                  <a:lnTo>
                    <a:pt x="436" y="1744"/>
                  </a:lnTo>
                  <a:lnTo>
                    <a:pt x="872" y="1308"/>
                  </a:lnTo>
                  <a:lnTo>
                    <a:pt x="1308" y="1744"/>
                  </a:lnTo>
                  <a:lnTo>
                    <a:pt x="1744" y="1308"/>
                  </a:lnTo>
                  <a:lnTo>
                    <a:pt x="1308" y="872"/>
                  </a:lnTo>
                  <a:lnTo>
                    <a:pt x="1744" y="436"/>
                  </a:lnTo>
                  <a:lnTo>
                    <a:pt x="1308" y="1"/>
                  </a:lnTo>
                  <a:lnTo>
                    <a:pt x="872" y="436"/>
                  </a:lnTo>
                  <a:lnTo>
                    <a:pt x="43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118"/>
            <p:cNvSpPr/>
            <p:nvPr/>
          </p:nvSpPr>
          <p:spPr>
            <a:xfrm>
              <a:off x="7825088" y="1555025"/>
              <a:ext cx="45350" cy="47075"/>
            </a:xfrm>
            <a:custGeom>
              <a:avLst/>
              <a:gdLst/>
              <a:ahLst/>
              <a:cxnLst/>
              <a:rect l="l" t="t" r="r" b="b"/>
              <a:pathLst>
                <a:path w="1814" h="1883" extrusionOk="0">
                  <a:moveTo>
                    <a:pt x="576" y="0"/>
                  </a:moveTo>
                  <a:lnTo>
                    <a:pt x="576" y="645"/>
                  </a:lnTo>
                  <a:lnTo>
                    <a:pt x="0" y="645"/>
                  </a:lnTo>
                  <a:lnTo>
                    <a:pt x="0" y="1238"/>
                  </a:lnTo>
                  <a:lnTo>
                    <a:pt x="576" y="1238"/>
                  </a:lnTo>
                  <a:lnTo>
                    <a:pt x="576" y="1883"/>
                  </a:lnTo>
                  <a:lnTo>
                    <a:pt x="1221" y="1883"/>
                  </a:lnTo>
                  <a:lnTo>
                    <a:pt x="1221" y="1238"/>
                  </a:lnTo>
                  <a:lnTo>
                    <a:pt x="1813" y="1238"/>
                  </a:lnTo>
                  <a:lnTo>
                    <a:pt x="1813" y="645"/>
                  </a:lnTo>
                  <a:lnTo>
                    <a:pt x="1221" y="645"/>
                  </a:lnTo>
                  <a:lnTo>
                    <a:pt x="122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118"/>
            <p:cNvSpPr/>
            <p:nvPr/>
          </p:nvSpPr>
          <p:spPr>
            <a:xfrm>
              <a:off x="7716138" y="1571150"/>
              <a:ext cx="92425" cy="14825"/>
            </a:xfrm>
            <a:custGeom>
              <a:avLst/>
              <a:gdLst/>
              <a:ahLst/>
              <a:cxnLst/>
              <a:rect l="l" t="t" r="r" b="b"/>
              <a:pathLst>
                <a:path w="3697" h="593" extrusionOk="0">
                  <a:moveTo>
                    <a:pt x="1" y="0"/>
                  </a:moveTo>
                  <a:lnTo>
                    <a:pt x="1" y="593"/>
                  </a:lnTo>
                  <a:lnTo>
                    <a:pt x="3696" y="593"/>
                  </a:lnTo>
                  <a:lnTo>
                    <a:pt x="369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118"/>
            <p:cNvSpPr/>
            <p:nvPr/>
          </p:nvSpPr>
          <p:spPr>
            <a:xfrm>
              <a:off x="7955813" y="1564175"/>
              <a:ext cx="30525" cy="14400"/>
            </a:xfrm>
            <a:custGeom>
              <a:avLst/>
              <a:gdLst/>
              <a:ahLst/>
              <a:cxnLst/>
              <a:rect l="l" t="t" r="r" b="b"/>
              <a:pathLst>
                <a:path w="1221" h="576" extrusionOk="0">
                  <a:moveTo>
                    <a:pt x="1" y="0"/>
                  </a:moveTo>
                  <a:lnTo>
                    <a:pt x="1" y="575"/>
                  </a:lnTo>
                  <a:lnTo>
                    <a:pt x="1221" y="575"/>
                  </a:lnTo>
                  <a:lnTo>
                    <a:pt x="122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118"/>
            <p:cNvSpPr/>
            <p:nvPr/>
          </p:nvSpPr>
          <p:spPr>
            <a:xfrm>
              <a:off x="7955813" y="1585950"/>
              <a:ext cx="30525" cy="16150"/>
            </a:xfrm>
            <a:custGeom>
              <a:avLst/>
              <a:gdLst/>
              <a:ahLst/>
              <a:cxnLst/>
              <a:rect l="l" t="t" r="r" b="b"/>
              <a:pathLst>
                <a:path w="1221" h="646" extrusionOk="0">
                  <a:moveTo>
                    <a:pt x="1" y="1"/>
                  </a:moveTo>
                  <a:lnTo>
                    <a:pt x="1" y="646"/>
                  </a:lnTo>
                  <a:lnTo>
                    <a:pt x="1221" y="646"/>
                  </a:lnTo>
                  <a:lnTo>
                    <a:pt x="12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8" name="Google Shape;4938;p118"/>
          <p:cNvGrpSpPr/>
          <p:nvPr/>
        </p:nvGrpSpPr>
        <p:grpSpPr>
          <a:xfrm>
            <a:off x="7639888" y="2781475"/>
            <a:ext cx="493750" cy="339500"/>
            <a:chOff x="7639888" y="2686225"/>
            <a:chExt cx="493750" cy="339500"/>
          </a:xfrm>
        </p:grpSpPr>
        <p:sp>
          <p:nvSpPr>
            <p:cNvPr id="4939" name="Google Shape;4939;p118"/>
            <p:cNvSpPr/>
            <p:nvPr/>
          </p:nvSpPr>
          <p:spPr>
            <a:xfrm>
              <a:off x="7670388" y="2878850"/>
              <a:ext cx="30950" cy="130750"/>
            </a:xfrm>
            <a:custGeom>
              <a:avLst/>
              <a:gdLst/>
              <a:ahLst/>
              <a:cxnLst/>
              <a:rect l="l" t="t" r="r" b="b"/>
              <a:pathLst>
                <a:path w="1238" h="5230" extrusionOk="0">
                  <a:moveTo>
                    <a:pt x="0" y="0"/>
                  </a:moveTo>
                  <a:lnTo>
                    <a:pt x="0" y="5229"/>
                  </a:lnTo>
                  <a:lnTo>
                    <a:pt x="1238" y="5229"/>
                  </a:lnTo>
                  <a:lnTo>
                    <a:pt x="123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118"/>
            <p:cNvSpPr/>
            <p:nvPr/>
          </p:nvSpPr>
          <p:spPr>
            <a:xfrm>
              <a:off x="7739663" y="2810000"/>
              <a:ext cx="294175" cy="23550"/>
            </a:xfrm>
            <a:custGeom>
              <a:avLst/>
              <a:gdLst/>
              <a:ahLst/>
              <a:cxnLst/>
              <a:rect l="l" t="t" r="r" b="b"/>
              <a:pathLst>
                <a:path w="11767" h="942" extrusionOk="0">
                  <a:moveTo>
                    <a:pt x="1" y="0"/>
                  </a:moveTo>
                  <a:lnTo>
                    <a:pt x="1" y="941"/>
                  </a:lnTo>
                  <a:lnTo>
                    <a:pt x="11767" y="941"/>
                  </a:lnTo>
                  <a:lnTo>
                    <a:pt x="1176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118"/>
            <p:cNvSpPr/>
            <p:nvPr/>
          </p:nvSpPr>
          <p:spPr>
            <a:xfrm>
              <a:off x="7746638" y="2717175"/>
              <a:ext cx="278050" cy="92850"/>
            </a:xfrm>
            <a:custGeom>
              <a:avLst/>
              <a:gdLst/>
              <a:ahLst/>
              <a:cxnLst/>
              <a:rect l="l" t="t" r="r" b="b"/>
              <a:pathLst>
                <a:path w="11122" h="3714" extrusionOk="0">
                  <a:moveTo>
                    <a:pt x="1" y="0"/>
                  </a:moveTo>
                  <a:lnTo>
                    <a:pt x="1" y="3713"/>
                  </a:lnTo>
                  <a:lnTo>
                    <a:pt x="11122" y="3713"/>
                  </a:lnTo>
                  <a:lnTo>
                    <a:pt x="1112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118"/>
            <p:cNvSpPr/>
            <p:nvPr/>
          </p:nvSpPr>
          <p:spPr>
            <a:xfrm>
              <a:off x="7701313" y="2709750"/>
              <a:ext cx="432325" cy="14850"/>
            </a:xfrm>
            <a:custGeom>
              <a:avLst/>
              <a:gdLst/>
              <a:ahLst/>
              <a:cxnLst/>
              <a:rect l="l" t="t" r="r" b="b"/>
              <a:pathLst>
                <a:path w="17293" h="594" extrusionOk="0">
                  <a:moveTo>
                    <a:pt x="1" y="1"/>
                  </a:moveTo>
                  <a:lnTo>
                    <a:pt x="1" y="594"/>
                  </a:lnTo>
                  <a:lnTo>
                    <a:pt x="17293" y="594"/>
                  </a:lnTo>
                  <a:lnTo>
                    <a:pt x="1729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118"/>
            <p:cNvSpPr/>
            <p:nvPr/>
          </p:nvSpPr>
          <p:spPr>
            <a:xfrm>
              <a:off x="7739663" y="2733725"/>
              <a:ext cx="292450" cy="83250"/>
            </a:xfrm>
            <a:custGeom>
              <a:avLst/>
              <a:gdLst/>
              <a:ahLst/>
              <a:cxnLst/>
              <a:rect l="l" t="t" r="r" b="b"/>
              <a:pathLst>
                <a:path w="11698" h="3330" extrusionOk="0">
                  <a:moveTo>
                    <a:pt x="1" y="1"/>
                  </a:moveTo>
                  <a:lnTo>
                    <a:pt x="1" y="3330"/>
                  </a:lnTo>
                  <a:lnTo>
                    <a:pt x="11697" y="3330"/>
                  </a:lnTo>
                  <a:lnTo>
                    <a:pt x="11697" y="1"/>
                  </a:lnTo>
                  <a:lnTo>
                    <a:pt x="11105" y="1"/>
                  </a:lnTo>
                  <a:lnTo>
                    <a:pt x="11105" y="2755"/>
                  </a:lnTo>
                  <a:lnTo>
                    <a:pt x="646" y="2755"/>
                  </a:lnTo>
                  <a:lnTo>
                    <a:pt x="64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118"/>
            <p:cNvSpPr/>
            <p:nvPr/>
          </p:nvSpPr>
          <p:spPr>
            <a:xfrm>
              <a:off x="7677788" y="2686225"/>
              <a:ext cx="208775" cy="154300"/>
            </a:xfrm>
            <a:custGeom>
              <a:avLst/>
              <a:gdLst/>
              <a:ahLst/>
              <a:cxnLst/>
              <a:rect l="l" t="t" r="r" b="b"/>
              <a:pathLst>
                <a:path w="8351" h="6172" extrusionOk="0">
                  <a:moveTo>
                    <a:pt x="1" y="1"/>
                  </a:moveTo>
                  <a:lnTo>
                    <a:pt x="1" y="6171"/>
                  </a:lnTo>
                  <a:lnTo>
                    <a:pt x="663" y="6171"/>
                  </a:lnTo>
                  <a:lnTo>
                    <a:pt x="663" y="593"/>
                  </a:lnTo>
                  <a:lnTo>
                    <a:pt x="8350" y="593"/>
                  </a:lnTo>
                  <a:lnTo>
                    <a:pt x="835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118"/>
            <p:cNvSpPr/>
            <p:nvPr/>
          </p:nvSpPr>
          <p:spPr>
            <a:xfrm>
              <a:off x="7670388" y="2847900"/>
              <a:ext cx="30950" cy="16575"/>
            </a:xfrm>
            <a:custGeom>
              <a:avLst/>
              <a:gdLst/>
              <a:ahLst/>
              <a:cxnLst/>
              <a:rect l="l" t="t" r="r" b="b"/>
              <a:pathLst>
                <a:path w="1238" h="663" extrusionOk="0">
                  <a:moveTo>
                    <a:pt x="0" y="1"/>
                  </a:moveTo>
                  <a:lnTo>
                    <a:pt x="0" y="663"/>
                  </a:lnTo>
                  <a:lnTo>
                    <a:pt x="1238" y="663"/>
                  </a:lnTo>
                  <a:lnTo>
                    <a:pt x="123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118"/>
            <p:cNvSpPr/>
            <p:nvPr/>
          </p:nvSpPr>
          <p:spPr>
            <a:xfrm>
              <a:off x="7663413" y="2871425"/>
              <a:ext cx="45350" cy="69325"/>
            </a:xfrm>
            <a:custGeom>
              <a:avLst/>
              <a:gdLst/>
              <a:ahLst/>
              <a:cxnLst/>
              <a:rect l="l" t="t" r="r" b="b"/>
              <a:pathLst>
                <a:path w="1814" h="2773" extrusionOk="0">
                  <a:moveTo>
                    <a:pt x="0" y="1"/>
                  </a:moveTo>
                  <a:lnTo>
                    <a:pt x="0" y="2772"/>
                  </a:lnTo>
                  <a:lnTo>
                    <a:pt x="576" y="2772"/>
                  </a:lnTo>
                  <a:lnTo>
                    <a:pt x="576" y="593"/>
                  </a:lnTo>
                  <a:lnTo>
                    <a:pt x="1238" y="593"/>
                  </a:lnTo>
                  <a:lnTo>
                    <a:pt x="1238" y="2772"/>
                  </a:lnTo>
                  <a:lnTo>
                    <a:pt x="1813" y="2772"/>
                  </a:lnTo>
                  <a:lnTo>
                    <a:pt x="18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118"/>
            <p:cNvSpPr/>
            <p:nvPr/>
          </p:nvSpPr>
          <p:spPr>
            <a:xfrm>
              <a:off x="7646863" y="2949425"/>
              <a:ext cx="78025" cy="14850"/>
            </a:xfrm>
            <a:custGeom>
              <a:avLst/>
              <a:gdLst/>
              <a:ahLst/>
              <a:cxnLst/>
              <a:rect l="l" t="t" r="r" b="b"/>
              <a:pathLst>
                <a:path w="3121" h="594" extrusionOk="0">
                  <a:moveTo>
                    <a:pt x="0" y="1"/>
                  </a:moveTo>
                  <a:lnTo>
                    <a:pt x="0" y="594"/>
                  </a:lnTo>
                  <a:lnTo>
                    <a:pt x="3120" y="594"/>
                  </a:lnTo>
                  <a:lnTo>
                    <a:pt x="31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118"/>
            <p:cNvSpPr/>
            <p:nvPr/>
          </p:nvSpPr>
          <p:spPr>
            <a:xfrm>
              <a:off x="7656013" y="2971225"/>
              <a:ext cx="14400" cy="38375"/>
            </a:xfrm>
            <a:custGeom>
              <a:avLst/>
              <a:gdLst/>
              <a:ahLst/>
              <a:cxnLst/>
              <a:rect l="l" t="t" r="r" b="b"/>
              <a:pathLst>
                <a:path w="576" h="1535" extrusionOk="0">
                  <a:moveTo>
                    <a:pt x="0" y="1"/>
                  </a:moveTo>
                  <a:lnTo>
                    <a:pt x="0" y="1534"/>
                  </a:lnTo>
                  <a:lnTo>
                    <a:pt x="575" y="1534"/>
                  </a:lnTo>
                  <a:lnTo>
                    <a:pt x="57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118"/>
            <p:cNvSpPr/>
            <p:nvPr/>
          </p:nvSpPr>
          <p:spPr>
            <a:xfrm>
              <a:off x="7701313" y="2971225"/>
              <a:ext cx="14850" cy="38375"/>
            </a:xfrm>
            <a:custGeom>
              <a:avLst/>
              <a:gdLst/>
              <a:ahLst/>
              <a:cxnLst/>
              <a:rect l="l" t="t" r="r" b="b"/>
              <a:pathLst>
                <a:path w="594" h="1535" extrusionOk="0">
                  <a:moveTo>
                    <a:pt x="1" y="1"/>
                  </a:moveTo>
                  <a:lnTo>
                    <a:pt x="1" y="1534"/>
                  </a:lnTo>
                  <a:lnTo>
                    <a:pt x="594" y="1534"/>
                  </a:lnTo>
                  <a:lnTo>
                    <a:pt x="59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118"/>
            <p:cNvSpPr/>
            <p:nvPr/>
          </p:nvSpPr>
          <p:spPr>
            <a:xfrm>
              <a:off x="7677788" y="2971225"/>
              <a:ext cx="16600" cy="54500"/>
            </a:xfrm>
            <a:custGeom>
              <a:avLst/>
              <a:gdLst/>
              <a:ahLst/>
              <a:cxnLst/>
              <a:rect l="l" t="t" r="r" b="b"/>
              <a:pathLst>
                <a:path w="664" h="2180" extrusionOk="0">
                  <a:moveTo>
                    <a:pt x="1" y="1"/>
                  </a:moveTo>
                  <a:lnTo>
                    <a:pt x="1" y="2179"/>
                  </a:lnTo>
                  <a:lnTo>
                    <a:pt x="663" y="2179"/>
                  </a:lnTo>
                  <a:lnTo>
                    <a:pt x="66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118"/>
            <p:cNvSpPr/>
            <p:nvPr/>
          </p:nvSpPr>
          <p:spPr>
            <a:xfrm>
              <a:off x="7639888" y="2709750"/>
              <a:ext cx="30525" cy="14850"/>
            </a:xfrm>
            <a:custGeom>
              <a:avLst/>
              <a:gdLst/>
              <a:ahLst/>
              <a:cxnLst/>
              <a:rect l="l" t="t" r="r" b="b"/>
              <a:pathLst>
                <a:path w="1221" h="594" extrusionOk="0">
                  <a:moveTo>
                    <a:pt x="0" y="1"/>
                  </a:moveTo>
                  <a:lnTo>
                    <a:pt x="0" y="594"/>
                  </a:lnTo>
                  <a:lnTo>
                    <a:pt x="1220" y="594"/>
                  </a:lnTo>
                  <a:lnTo>
                    <a:pt x="12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2" name="Google Shape;4952;p118"/>
          <p:cNvGrpSpPr/>
          <p:nvPr/>
        </p:nvGrpSpPr>
        <p:grpSpPr>
          <a:xfrm>
            <a:off x="7819413" y="3382300"/>
            <a:ext cx="134250" cy="493750"/>
            <a:chOff x="7819413" y="3334675"/>
            <a:chExt cx="134250" cy="493750"/>
          </a:xfrm>
        </p:grpSpPr>
        <p:sp>
          <p:nvSpPr>
            <p:cNvPr id="4953" name="Google Shape;4953;p118"/>
            <p:cNvSpPr/>
            <p:nvPr/>
          </p:nvSpPr>
          <p:spPr>
            <a:xfrm>
              <a:off x="7848613" y="3679375"/>
              <a:ext cx="59725" cy="122025"/>
            </a:xfrm>
            <a:custGeom>
              <a:avLst/>
              <a:gdLst/>
              <a:ahLst/>
              <a:cxnLst/>
              <a:rect l="l" t="t" r="r" b="b"/>
              <a:pathLst>
                <a:path w="2389" h="4881" extrusionOk="0">
                  <a:moveTo>
                    <a:pt x="280" y="0"/>
                  </a:moveTo>
                  <a:lnTo>
                    <a:pt x="280" y="1238"/>
                  </a:lnTo>
                  <a:lnTo>
                    <a:pt x="1" y="2109"/>
                  </a:lnTo>
                  <a:lnTo>
                    <a:pt x="1238" y="4881"/>
                  </a:lnTo>
                  <a:lnTo>
                    <a:pt x="2389" y="2109"/>
                  </a:lnTo>
                  <a:lnTo>
                    <a:pt x="2110" y="1238"/>
                  </a:lnTo>
                  <a:lnTo>
                    <a:pt x="211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118"/>
            <p:cNvSpPr/>
            <p:nvPr/>
          </p:nvSpPr>
          <p:spPr>
            <a:xfrm>
              <a:off x="7848613" y="3545150"/>
              <a:ext cx="59725" cy="134250"/>
            </a:xfrm>
            <a:custGeom>
              <a:avLst/>
              <a:gdLst/>
              <a:ahLst/>
              <a:cxnLst/>
              <a:rect l="l" t="t" r="r" b="b"/>
              <a:pathLst>
                <a:path w="2389" h="5370" extrusionOk="0">
                  <a:moveTo>
                    <a:pt x="1" y="0"/>
                  </a:moveTo>
                  <a:lnTo>
                    <a:pt x="280" y="5369"/>
                  </a:lnTo>
                  <a:lnTo>
                    <a:pt x="2110" y="5369"/>
                  </a:lnTo>
                  <a:lnTo>
                    <a:pt x="238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118"/>
            <p:cNvSpPr/>
            <p:nvPr/>
          </p:nvSpPr>
          <p:spPr>
            <a:xfrm>
              <a:off x="7841213" y="3537725"/>
              <a:ext cx="76275" cy="150825"/>
            </a:xfrm>
            <a:custGeom>
              <a:avLst/>
              <a:gdLst/>
              <a:ahLst/>
              <a:cxnLst/>
              <a:rect l="l" t="t" r="r" b="b"/>
              <a:pathLst>
                <a:path w="3051" h="6033" extrusionOk="0">
                  <a:moveTo>
                    <a:pt x="2406" y="594"/>
                  </a:moveTo>
                  <a:lnTo>
                    <a:pt x="2110" y="5387"/>
                  </a:lnTo>
                  <a:lnTo>
                    <a:pt x="872" y="5387"/>
                  </a:lnTo>
                  <a:lnTo>
                    <a:pt x="663" y="594"/>
                  </a:lnTo>
                  <a:close/>
                  <a:moveTo>
                    <a:pt x="0" y="1"/>
                  </a:moveTo>
                  <a:lnTo>
                    <a:pt x="297" y="6032"/>
                  </a:lnTo>
                  <a:lnTo>
                    <a:pt x="2685" y="6032"/>
                  </a:lnTo>
                  <a:lnTo>
                    <a:pt x="3051" y="1"/>
                  </a:lnTo>
                  <a:close/>
                </a:path>
              </a:pathLst>
            </a:custGeom>
            <a:solidFill>
              <a:srgbClr val="1D1E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118"/>
            <p:cNvSpPr/>
            <p:nvPr/>
          </p:nvSpPr>
          <p:spPr>
            <a:xfrm>
              <a:off x="7848613" y="3341625"/>
              <a:ext cx="59725" cy="38375"/>
            </a:xfrm>
            <a:custGeom>
              <a:avLst/>
              <a:gdLst/>
              <a:ahLst/>
              <a:cxnLst/>
              <a:rect l="l" t="t" r="r" b="b"/>
              <a:pathLst>
                <a:path w="2389" h="1535" extrusionOk="0">
                  <a:moveTo>
                    <a:pt x="1" y="1"/>
                  </a:moveTo>
                  <a:lnTo>
                    <a:pt x="1" y="1535"/>
                  </a:lnTo>
                  <a:lnTo>
                    <a:pt x="2389" y="1535"/>
                  </a:lnTo>
                  <a:lnTo>
                    <a:pt x="238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118"/>
            <p:cNvSpPr/>
            <p:nvPr/>
          </p:nvSpPr>
          <p:spPr>
            <a:xfrm>
              <a:off x="7841213" y="3379975"/>
              <a:ext cx="74550" cy="165200"/>
            </a:xfrm>
            <a:custGeom>
              <a:avLst/>
              <a:gdLst/>
              <a:ahLst/>
              <a:cxnLst/>
              <a:rect l="l" t="t" r="r" b="b"/>
              <a:pathLst>
                <a:path w="2982" h="6608" extrusionOk="0">
                  <a:moveTo>
                    <a:pt x="0" y="1"/>
                  </a:moveTo>
                  <a:lnTo>
                    <a:pt x="0" y="6607"/>
                  </a:lnTo>
                  <a:lnTo>
                    <a:pt x="2981" y="6607"/>
                  </a:lnTo>
                  <a:lnTo>
                    <a:pt x="298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118"/>
            <p:cNvSpPr/>
            <p:nvPr/>
          </p:nvSpPr>
          <p:spPr>
            <a:xfrm>
              <a:off x="7819413" y="3334675"/>
              <a:ext cx="134250" cy="493750"/>
            </a:xfrm>
            <a:custGeom>
              <a:avLst/>
              <a:gdLst/>
              <a:ahLst/>
              <a:cxnLst/>
              <a:rect l="l" t="t" r="r" b="b"/>
              <a:pathLst>
                <a:path w="5370" h="19750" extrusionOk="0">
                  <a:moveTo>
                    <a:pt x="3278" y="645"/>
                  </a:moveTo>
                  <a:lnTo>
                    <a:pt x="3278" y="1517"/>
                  </a:lnTo>
                  <a:lnTo>
                    <a:pt x="1448" y="1517"/>
                  </a:lnTo>
                  <a:lnTo>
                    <a:pt x="1448" y="645"/>
                  </a:lnTo>
                  <a:close/>
                  <a:moveTo>
                    <a:pt x="3557" y="2109"/>
                  </a:moveTo>
                  <a:lnTo>
                    <a:pt x="3557" y="2388"/>
                  </a:lnTo>
                  <a:lnTo>
                    <a:pt x="3557" y="8123"/>
                  </a:lnTo>
                  <a:lnTo>
                    <a:pt x="1169" y="8123"/>
                  </a:lnTo>
                  <a:lnTo>
                    <a:pt x="1169" y="2388"/>
                  </a:lnTo>
                  <a:lnTo>
                    <a:pt x="1169" y="2109"/>
                  </a:lnTo>
                  <a:close/>
                  <a:moveTo>
                    <a:pt x="3278" y="8716"/>
                  </a:moveTo>
                  <a:lnTo>
                    <a:pt x="2982" y="13509"/>
                  </a:lnTo>
                  <a:lnTo>
                    <a:pt x="1744" y="13509"/>
                  </a:lnTo>
                  <a:lnTo>
                    <a:pt x="1535" y="8716"/>
                  </a:lnTo>
                  <a:close/>
                  <a:moveTo>
                    <a:pt x="2982" y="14154"/>
                  </a:moveTo>
                  <a:lnTo>
                    <a:pt x="2982" y="15095"/>
                  </a:lnTo>
                  <a:lnTo>
                    <a:pt x="3278" y="15897"/>
                  </a:lnTo>
                  <a:lnTo>
                    <a:pt x="2685" y="17205"/>
                  </a:lnTo>
                  <a:lnTo>
                    <a:pt x="2685" y="16194"/>
                  </a:lnTo>
                  <a:lnTo>
                    <a:pt x="2110" y="16194"/>
                  </a:lnTo>
                  <a:lnTo>
                    <a:pt x="2110" y="17205"/>
                  </a:lnTo>
                  <a:lnTo>
                    <a:pt x="1535" y="15897"/>
                  </a:lnTo>
                  <a:lnTo>
                    <a:pt x="1814" y="15095"/>
                  </a:lnTo>
                  <a:lnTo>
                    <a:pt x="1814" y="14154"/>
                  </a:lnTo>
                  <a:close/>
                  <a:moveTo>
                    <a:pt x="872" y="0"/>
                  </a:moveTo>
                  <a:lnTo>
                    <a:pt x="872" y="1517"/>
                  </a:lnTo>
                  <a:lnTo>
                    <a:pt x="1" y="1517"/>
                  </a:lnTo>
                  <a:lnTo>
                    <a:pt x="1" y="2109"/>
                  </a:lnTo>
                  <a:lnTo>
                    <a:pt x="576" y="2109"/>
                  </a:lnTo>
                  <a:lnTo>
                    <a:pt x="576" y="2388"/>
                  </a:lnTo>
                  <a:lnTo>
                    <a:pt x="576" y="8716"/>
                  </a:lnTo>
                  <a:lnTo>
                    <a:pt x="872" y="8716"/>
                  </a:lnTo>
                  <a:lnTo>
                    <a:pt x="1169" y="13875"/>
                  </a:lnTo>
                  <a:lnTo>
                    <a:pt x="1169" y="14956"/>
                  </a:lnTo>
                  <a:lnTo>
                    <a:pt x="872" y="15967"/>
                  </a:lnTo>
                  <a:lnTo>
                    <a:pt x="2406" y="19750"/>
                  </a:lnTo>
                  <a:lnTo>
                    <a:pt x="3923" y="15967"/>
                  </a:lnTo>
                  <a:lnTo>
                    <a:pt x="3557" y="14956"/>
                  </a:lnTo>
                  <a:lnTo>
                    <a:pt x="3557" y="13875"/>
                  </a:lnTo>
                  <a:lnTo>
                    <a:pt x="3853" y="8716"/>
                  </a:lnTo>
                  <a:lnTo>
                    <a:pt x="4219" y="8716"/>
                  </a:lnTo>
                  <a:lnTo>
                    <a:pt x="4219" y="2388"/>
                  </a:lnTo>
                  <a:lnTo>
                    <a:pt x="4219" y="2109"/>
                  </a:lnTo>
                  <a:lnTo>
                    <a:pt x="4794" y="2109"/>
                  </a:lnTo>
                  <a:lnTo>
                    <a:pt x="4794" y="6310"/>
                  </a:lnTo>
                  <a:lnTo>
                    <a:pt x="5370" y="6310"/>
                  </a:lnTo>
                  <a:lnTo>
                    <a:pt x="5370" y="1517"/>
                  </a:lnTo>
                  <a:lnTo>
                    <a:pt x="3853" y="1517"/>
                  </a:lnTo>
                  <a:lnTo>
                    <a:pt x="392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118"/>
            <p:cNvSpPr/>
            <p:nvPr/>
          </p:nvSpPr>
          <p:spPr>
            <a:xfrm>
              <a:off x="7855588" y="3507225"/>
              <a:ext cx="45775" cy="16150"/>
            </a:xfrm>
            <a:custGeom>
              <a:avLst/>
              <a:gdLst/>
              <a:ahLst/>
              <a:cxnLst/>
              <a:rect l="l" t="t" r="r" b="b"/>
              <a:pathLst>
                <a:path w="1831" h="646" extrusionOk="0">
                  <a:moveTo>
                    <a:pt x="1" y="1"/>
                  </a:moveTo>
                  <a:lnTo>
                    <a:pt x="1" y="646"/>
                  </a:lnTo>
                  <a:lnTo>
                    <a:pt x="1831" y="646"/>
                  </a:lnTo>
                  <a:lnTo>
                    <a:pt x="183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0" name="Google Shape;4960;p118"/>
          <p:cNvGrpSpPr/>
          <p:nvPr/>
        </p:nvGrpSpPr>
        <p:grpSpPr>
          <a:xfrm>
            <a:off x="7719638" y="4060675"/>
            <a:ext cx="334250" cy="494200"/>
            <a:chOff x="7719638" y="4060675"/>
            <a:chExt cx="334250" cy="494200"/>
          </a:xfrm>
        </p:grpSpPr>
        <p:sp>
          <p:nvSpPr>
            <p:cNvPr id="4961" name="Google Shape;4961;p118"/>
            <p:cNvSpPr/>
            <p:nvPr/>
          </p:nvSpPr>
          <p:spPr>
            <a:xfrm>
              <a:off x="7727038" y="4206225"/>
              <a:ext cx="61475" cy="341225"/>
            </a:xfrm>
            <a:custGeom>
              <a:avLst/>
              <a:gdLst/>
              <a:ahLst/>
              <a:cxnLst/>
              <a:rect l="l" t="t" r="r" b="b"/>
              <a:pathLst>
                <a:path w="2459" h="13649" extrusionOk="0">
                  <a:moveTo>
                    <a:pt x="0" y="0"/>
                  </a:moveTo>
                  <a:lnTo>
                    <a:pt x="0" y="7844"/>
                  </a:lnTo>
                  <a:lnTo>
                    <a:pt x="1221" y="9361"/>
                  </a:lnTo>
                  <a:lnTo>
                    <a:pt x="1221" y="9953"/>
                  </a:lnTo>
                  <a:lnTo>
                    <a:pt x="0" y="9953"/>
                  </a:lnTo>
                  <a:lnTo>
                    <a:pt x="0" y="13649"/>
                  </a:lnTo>
                  <a:lnTo>
                    <a:pt x="942" y="13649"/>
                  </a:lnTo>
                  <a:lnTo>
                    <a:pt x="1221" y="12411"/>
                  </a:lnTo>
                  <a:lnTo>
                    <a:pt x="2458" y="11470"/>
                  </a:lnTo>
                  <a:lnTo>
                    <a:pt x="245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118"/>
            <p:cNvSpPr/>
            <p:nvPr/>
          </p:nvSpPr>
          <p:spPr>
            <a:xfrm>
              <a:off x="7727038" y="4158725"/>
              <a:ext cx="61475" cy="47525"/>
            </a:xfrm>
            <a:custGeom>
              <a:avLst/>
              <a:gdLst/>
              <a:ahLst/>
              <a:cxnLst/>
              <a:rect l="l" t="t" r="r" b="b"/>
              <a:pathLst>
                <a:path w="2459" h="1901" extrusionOk="0">
                  <a:moveTo>
                    <a:pt x="0" y="0"/>
                  </a:moveTo>
                  <a:lnTo>
                    <a:pt x="0" y="1900"/>
                  </a:lnTo>
                  <a:lnTo>
                    <a:pt x="2458" y="1900"/>
                  </a:lnTo>
                  <a:lnTo>
                    <a:pt x="245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118"/>
            <p:cNvSpPr/>
            <p:nvPr/>
          </p:nvSpPr>
          <p:spPr>
            <a:xfrm>
              <a:off x="7727038" y="4206225"/>
              <a:ext cx="61475" cy="74525"/>
            </a:xfrm>
            <a:custGeom>
              <a:avLst/>
              <a:gdLst/>
              <a:ahLst/>
              <a:cxnLst/>
              <a:rect l="l" t="t" r="r" b="b"/>
              <a:pathLst>
                <a:path w="2459" h="2981" extrusionOk="0">
                  <a:moveTo>
                    <a:pt x="0" y="0"/>
                  </a:moveTo>
                  <a:lnTo>
                    <a:pt x="0" y="2981"/>
                  </a:lnTo>
                  <a:lnTo>
                    <a:pt x="2458" y="2981"/>
                  </a:lnTo>
                  <a:lnTo>
                    <a:pt x="245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118"/>
            <p:cNvSpPr/>
            <p:nvPr/>
          </p:nvSpPr>
          <p:spPr>
            <a:xfrm>
              <a:off x="7741413" y="4197075"/>
              <a:ext cx="30975" cy="16150"/>
            </a:xfrm>
            <a:custGeom>
              <a:avLst/>
              <a:gdLst/>
              <a:ahLst/>
              <a:cxnLst/>
              <a:rect l="l" t="t" r="r" b="b"/>
              <a:pathLst>
                <a:path w="1239" h="646" extrusionOk="0">
                  <a:moveTo>
                    <a:pt x="1" y="0"/>
                  </a:moveTo>
                  <a:lnTo>
                    <a:pt x="1" y="645"/>
                  </a:lnTo>
                  <a:lnTo>
                    <a:pt x="1238" y="645"/>
                  </a:lnTo>
                  <a:lnTo>
                    <a:pt x="12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118"/>
            <p:cNvSpPr/>
            <p:nvPr/>
          </p:nvSpPr>
          <p:spPr>
            <a:xfrm>
              <a:off x="7719638" y="4144350"/>
              <a:ext cx="76275" cy="410525"/>
            </a:xfrm>
            <a:custGeom>
              <a:avLst/>
              <a:gdLst/>
              <a:ahLst/>
              <a:cxnLst/>
              <a:rect l="l" t="t" r="r" b="b"/>
              <a:pathLst>
                <a:path w="3051" h="16421" extrusionOk="0">
                  <a:moveTo>
                    <a:pt x="2388" y="941"/>
                  </a:moveTo>
                  <a:lnTo>
                    <a:pt x="2475" y="13875"/>
                  </a:lnTo>
                  <a:cubicBezTo>
                    <a:pt x="1604" y="14015"/>
                    <a:pt x="872" y="14816"/>
                    <a:pt x="872" y="15758"/>
                  </a:cubicBezTo>
                  <a:lnTo>
                    <a:pt x="575" y="15758"/>
                  </a:lnTo>
                  <a:lnTo>
                    <a:pt x="575" y="12777"/>
                  </a:lnTo>
                  <a:lnTo>
                    <a:pt x="1813" y="12707"/>
                  </a:lnTo>
                  <a:lnTo>
                    <a:pt x="1813" y="11627"/>
                  </a:lnTo>
                  <a:lnTo>
                    <a:pt x="575" y="10250"/>
                  </a:lnTo>
                  <a:lnTo>
                    <a:pt x="575" y="941"/>
                  </a:lnTo>
                  <a:close/>
                  <a:moveTo>
                    <a:pt x="1238" y="0"/>
                  </a:moveTo>
                  <a:lnTo>
                    <a:pt x="1238" y="296"/>
                  </a:lnTo>
                  <a:lnTo>
                    <a:pt x="0" y="296"/>
                  </a:lnTo>
                  <a:lnTo>
                    <a:pt x="0" y="10459"/>
                  </a:lnTo>
                  <a:lnTo>
                    <a:pt x="1238" y="11836"/>
                  </a:lnTo>
                  <a:lnTo>
                    <a:pt x="1238" y="12132"/>
                  </a:lnTo>
                  <a:lnTo>
                    <a:pt x="0" y="12132"/>
                  </a:lnTo>
                  <a:lnTo>
                    <a:pt x="0" y="16420"/>
                  </a:lnTo>
                  <a:lnTo>
                    <a:pt x="1447" y="16420"/>
                  </a:lnTo>
                  <a:lnTo>
                    <a:pt x="1447" y="15915"/>
                  </a:lnTo>
                  <a:cubicBezTo>
                    <a:pt x="1447" y="15113"/>
                    <a:pt x="2040" y="14450"/>
                    <a:pt x="2754" y="14450"/>
                  </a:cubicBezTo>
                  <a:lnTo>
                    <a:pt x="3051" y="14450"/>
                  </a:lnTo>
                  <a:lnTo>
                    <a:pt x="3051" y="296"/>
                  </a:lnTo>
                  <a:lnTo>
                    <a:pt x="1813" y="296"/>
                  </a:lnTo>
                  <a:lnTo>
                    <a:pt x="18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118"/>
            <p:cNvSpPr/>
            <p:nvPr/>
          </p:nvSpPr>
          <p:spPr>
            <a:xfrm>
              <a:off x="7750563" y="4060675"/>
              <a:ext cx="234050" cy="432300"/>
            </a:xfrm>
            <a:custGeom>
              <a:avLst/>
              <a:gdLst/>
              <a:ahLst/>
              <a:cxnLst/>
              <a:rect l="l" t="t" r="r" b="b"/>
              <a:pathLst>
                <a:path w="9362" h="17292" extrusionOk="0">
                  <a:moveTo>
                    <a:pt x="2180" y="0"/>
                  </a:moveTo>
                  <a:lnTo>
                    <a:pt x="2180" y="593"/>
                  </a:lnTo>
                  <a:cubicBezTo>
                    <a:pt x="2459" y="663"/>
                    <a:pt x="2825" y="732"/>
                    <a:pt x="3051" y="959"/>
                  </a:cubicBezTo>
                  <a:lnTo>
                    <a:pt x="3487" y="523"/>
                  </a:lnTo>
                  <a:cubicBezTo>
                    <a:pt x="3121" y="227"/>
                    <a:pt x="2685" y="0"/>
                    <a:pt x="2180" y="0"/>
                  </a:cubicBezTo>
                  <a:close/>
                  <a:moveTo>
                    <a:pt x="1517" y="87"/>
                  </a:moveTo>
                  <a:cubicBezTo>
                    <a:pt x="1081" y="227"/>
                    <a:pt x="646" y="523"/>
                    <a:pt x="367" y="872"/>
                  </a:cubicBezTo>
                  <a:lnTo>
                    <a:pt x="872" y="1238"/>
                  </a:lnTo>
                  <a:cubicBezTo>
                    <a:pt x="1081" y="959"/>
                    <a:pt x="1378" y="802"/>
                    <a:pt x="1674" y="663"/>
                  </a:cubicBezTo>
                  <a:lnTo>
                    <a:pt x="1517" y="87"/>
                  </a:lnTo>
                  <a:close/>
                  <a:moveTo>
                    <a:pt x="3923" y="1029"/>
                  </a:moveTo>
                  <a:lnTo>
                    <a:pt x="3417" y="1308"/>
                  </a:lnTo>
                  <a:cubicBezTo>
                    <a:pt x="3557" y="1604"/>
                    <a:pt x="3626" y="1831"/>
                    <a:pt x="3626" y="2109"/>
                  </a:cubicBezTo>
                  <a:lnTo>
                    <a:pt x="3626" y="2336"/>
                  </a:lnTo>
                  <a:lnTo>
                    <a:pt x="4202" y="2336"/>
                  </a:lnTo>
                  <a:lnTo>
                    <a:pt x="4202" y="2109"/>
                  </a:lnTo>
                  <a:cubicBezTo>
                    <a:pt x="4202" y="1743"/>
                    <a:pt x="4132" y="1395"/>
                    <a:pt x="3923" y="1029"/>
                  </a:cubicBezTo>
                  <a:close/>
                  <a:moveTo>
                    <a:pt x="70" y="1464"/>
                  </a:moveTo>
                  <a:cubicBezTo>
                    <a:pt x="1" y="1674"/>
                    <a:pt x="1" y="1900"/>
                    <a:pt x="1" y="2109"/>
                  </a:cubicBezTo>
                  <a:lnTo>
                    <a:pt x="1" y="2772"/>
                  </a:lnTo>
                  <a:lnTo>
                    <a:pt x="576" y="2772"/>
                  </a:lnTo>
                  <a:lnTo>
                    <a:pt x="576" y="2109"/>
                  </a:lnTo>
                  <a:cubicBezTo>
                    <a:pt x="576" y="1970"/>
                    <a:pt x="576" y="1831"/>
                    <a:pt x="646" y="1674"/>
                  </a:cubicBezTo>
                  <a:lnTo>
                    <a:pt x="70" y="1464"/>
                  </a:lnTo>
                  <a:close/>
                  <a:moveTo>
                    <a:pt x="3626" y="2911"/>
                  </a:moveTo>
                  <a:lnTo>
                    <a:pt x="3626" y="4079"/>
                  </a:lnTo>
                  <a:lnTo>
                    <a:pt x="4202" y="4079"/>
                  </a:lnTo>
                  <a:lnTo>
                    <a:pt x="4202" y="2911"/>
                  </a:lnTo>
                  <a:close/>
                  <a:moveTo>
                    <a:pt x="3626" y="4654"/>
                  </a:moveTo>
                  <a:lnTo>
                    <a:pt x="3626" y="5892"/>
                  </a:lnTo>
                  <a:lnTo>
                    <a:pt x="4202" y="5892"/>
                  </a:lnTo>
                  <a:lnTo>
                    <a:pt x="4202" y="4654"/>
                  </a:lnTo>
                  <a:close/>
                  <a:moveTo>
                    <a:pt x="3626" y="6467"/>
                  </a:moveTo>
                  <a:lnTo>
                    <a:pt x="3626" y="7635"/>
                  </a:lnTo>
                  <a:lnTo>
                    <a:pt x="4202" y="7635"/>
                  </a:lnTo>
                  <a:lnTo>
                    <a:pt x="4202" y="6467"/>
                  </a:lnTo>
                  <a:close/>
                  <a:moveTo>
                    <a:pt x="3626" y="8210"/>
                  </a:moveTo>
                  <a:lnTo>
                    <a:pt x="3626" y="9448"/>
                  </a:lnTo>
                  <a:lnTo>
                    <a:pt x="4202" y="9448"/>
                  </a:lnTo>
                  <a:lnTo>
                    <a:pt x="4202" y="8210"/>
                  </a:lnTo>
                  <a:close/>
                  <a:moveTo>
                    <a:pt x="3626" y="10023"/>
                  </a:moveTo>
                  <a:lnTo>
                    <a:pt x="3626" y="11191"/>
                  </a:lnTo>
                  <a:lnTo>
                    <a:pt x="4202" y="11191"/>
                  </a:lnTo>
                  <a:lnTo>
                    <a:pt x="4202" y="10023"/>
                  </a:lnTo>
                  <a:close/>
                  <a:moveTo>
                    <a:pt x="8786" y="11557"/>
                  </a:moveTo>
                  <a:lnTo>
                    <a:pt x="8786" y="12725"/>
                  </a:lnTo>
                  <a:lnTo>
                    <a:pt x="9361" y="12725"/>
                  </a:lnTo>
                  <a:lnTo>
                    <a:pt x="9361" y="11557"/>
                  </a:lnTo>
                  <a:close/>
                  <a:moveTo>
                    <a:pt x="3626" y="11766"/>
                  </a:moveTo>
                  <a:lnTo>
                    <a:pt x="3626" y="13004"/>
                  </a:lnTo>
                  <a:lnTo>
                    <a:pt x="4202" y="13004"/>
                  </a:lnTo>
                  <a:lnTo>
                    <a:pt x="4202" y="11766"/>
                  </a:lnTo>
                  <a:close/>
                  <a:moveTo>
                    <a:pt x="8786" y="13300"/>
                  </a:moveTo>
                  <a:lnTo>
                    <a:pt x="8786" y="14468"/>
                  </a:lnTo>
                  <a:lnTo>
                    <a:pt x="8786" y="14538"/>
                  </a:lnTo>
                  <a:lnTo>
                    <a:pt x="9361" y="14538"/>
                  </a:lnTo>
                  <a:lnTo>
                    <a:pt x="9361" y="14468"/>
                  </a:lnTo>
                  <a:lnTo>
                    <a:pt x="9361" y="13300"/>
                  </a:lnTo>
                  <a:close/>
                  <a:moveTo>
                    <a:pt x="3626" y="13597"/>
                  </a:moveTo>
                  <a:lnTo>
                    <a:pt x="3626" y="14468"/>
                  </a:lnTo>
                  <a:lnTo>
                    <a:pt x="3626" y="14817"/>
                  </a:lnTo>
                  <a:lnTo>
                    <a:pt x="4202" y="14747"/>
                  </a:lnTo>
                  <a:lnTo>
                    <a:pt x="4202" y="14468"/>
                  </a:lnTo>
                  <a:lnTo>
                    <a:pt x="4202" y="13597"/>
                  </a:lnTo>
                  <a:close/>
                  <a:moveTo>
                    <a:pt x="8716" y="15043"/>
                  </a:moveTo>
                  <a:cubicBezTo>
                    <a:pt x="8647" y="15340"/>
                    <a:pt x="8420" y="15688"/>
                    <a:pt x="8211" y="15915"/>
                  </a:cubicBezTo>
                  <a:lnTo>
                    <a:pt x="8647" y="16351"/>
                  </a:lnTo>
                  <a:cubicBezTo>
                    <a:pt x="8925" y="15985"/>
                    <a:pt x="9152" y="15619"/>
                    <a:pt x="9292" y="15183"/>
                  </a:cubicBezTo>
                  <a:lnTo>
                    <a:pt x="8716" y="15043"/>
                  </a:lnTo>
                  <a:close/>
                  <a:moveTo>
                    <a:pt x="4359" y="15252"/>
                  </a:moveTo>
                  <a:lnTo>
                    <a:pt x="3766" y="15409"/>
                  </a:lnTo>
                  <a:cubicBezTo>
                    <a:pt x="3923" y="15845"/>
                    <a:pt x="4202" y="16211"/>
                    <a:pt x="4498" y="16560"/>
                  </a:cubicBezTo>
                  <a:lnTo>
                    <a:pt x="4934" y="16054"/>
                  </a:lnTo>
                  <a:cubicBezTo>
                    <a:pt x="4637" y="15845"/>
                    <a:pt x="4498" y="15549"/>
                    <a:pt x="4359" y="15252"/>
                  </a:cubicBezTo>
                  <a:close/>
                  <a:moveTo>
                    <a:pt x="5370" y="16420"/>
                  </a:moveTo>
                  <a:lnTo>
                    <a:pt x="5073" y="16926"/>
                  </a:lnTo>
                  <a:cubicBezTo>
                    <a:pt x="5439" y="17152"/>
                    <a:pt x="5875" y="17292"/>
                    <a:pt x="6311" y="17292"/>
                  </a:cubicBezTo>
                  <a:lnTo>
                    <a:pt x="6311" y="16717"/>
                  </a:lnTo>
                  <a:cubicBezTo>
                    <a:pt x="6032" y="16717"/>
                    <a:pt x="5666" y="16560"/>
                    <a:pt x="5370" y="16420"/>
                  </a:cubicBezTo>
                  <a:close/>
                  <a:moveTo>
                    <a:pt x="7845" y="16281"/>
                  </a:moveTo>
                  <a:cubicBezTo>
                    <a:pt x="7548" y="16490"/>
                    <a:pt x="7182" y="16647"/>
                    <a:pt x="6903" y="16717"/>
                  </a:cubicBezTo>
                  <a:lnTo>
                    <a:pt x="6973" y="17292"/>
                  </a:lnTo>
                  <a:cubicBezTo>
                    <a:pt x="7409" y="17222"/>
                    <a:pt x="7845" y="16996"/>
                    <a:pt x="8211" y="16786"/>
                  </a:cubicBezTo>
                  <a:lnTo>
                    <a:pt x="7845" y="1628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118"/>
            <p:cNvSpPr/>
            <p:nvPr/>
          </p:nvSpPr>
          <p:spPr>
            <a:xfrm>
              <a:off x="7901338" y="4175275"/>
              <a:ext cx="152550" cy="159950"/>
            </a:xfrm>
            <a:custGeom>
              <a:avLst/>
              <a:gdLst/>
              <a:ahLst/>
              <a:cxnLst/>
              <a:rect l="l" t="t" r="r" b="b"/>
              <a:pathLst>
                <a:path w="6102" h="6398" extrusionOk="0">
                  <a:moveTo>
                    <a:pt x="3051" y="576"/>
                  </a:moveTo>
                  <a:cubicBezTo>
                    <a:pt x="4359" y="576"/>
                    <a:pt x="5439" y="1674"/>
                    <a:pt x="5439" y="3051"/>
                  </a:cubicBezTo>
                  <a:cubicBezTo>
                    <a:pt x="5439" y="4358"/>
                    <a:pt x="4359" y="5439"/>
                    <a:pt x="3051" y="5439"/>
                  </a:cubicBezTo>
                  <a:cubicBezTo>
                    <a:pt x="1744" y="5439"/>
                    <a:pt x="646" y="4358"/>
                    <a:pt x="646" y="3051"/>
                  </a:cubicBezTo>
                  <a:cubicBezTo>
                    <a:pt x="646" y="1674"/>
                    <a:pt x="1744" y="576"/>
                    <a:pt x="3051" y="576"/>
                  </a:cubicBezTo>
                  <a:close/>
                  <a:moveTo>
                    <a:pt x="3051" y="1"/>
                  </a:moveTo>
                  <a:cubicBezTo>
                    <a:pt x="1378" y="1"/>
                    <a:pt x="1" y="1378"/>
                    <a:pt x="1" y="3051"/>
                  </a:cubicBezTo>
                  <a:cubicBezTo>
                    <a:pt x="1" y="4568"/>
                    <a:pt x="1221" y="5875"/>
                    <a:pt x="2755" y="6032"/>
                  </a:cubicBezTo>
                  <a:lnTo>
                    <a:pt x="2755" y="6398"/>
                  </a:lnTo>
                  <a:lnTo>
                    <a:pt x="3330" y="6398"/>
                  </a:lnTo>
                  <a:lnTo>
                    <a:pt x="3330" y="6032"/>
                  </a:lnTo>
                  <a:cubicBezTo>
                    <a:pt x="4864" y="5875"/>
                    <a:pt x="6102" y="4568"/>
                    <a:pt x="6102" y="3051"/>
                  </a:cubicBezTo>
                  <a:cubicBezTo>
                    <a:pt x="6102" y="1378"/>
                    <a:pt x="4707" y="1"/>
                    <a:pt x="30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8" name="Google Shape;4968;p118"/>
          <p:cNvGrpSpPr/>
          <p:nvPr/>
        </p:nvGrpSpPr>
        <p:grpSpPr>
          <a:xfrm>
            <a:off x="7786738" y="2026825"/>
            <a:ext cx="199600" cy="492025"/>
            <a:chOff x="7786738" y="2026825"/>
            <a:chExt cx="199600" cy="492025"/>
          </a:xfrm>
        </p:grpSpPr>
        <p:sp>
          <p:nvSpPr>
            <p:cNvPr id="4969" name="Google Shape;4969;p118"/>
            <p:cNvSpPr/>
            <p:nvPr/>
          </p:nvSpPr>
          <p:spPr>
            <a:xfrm>
              <a:off x="7915738" y="2317075"/>
              <a:ext cx="30950" cy="178250"/>
            </a:xfrm>
            <a:custGeom>
              <a:avLst/>
              <a:gdLst/>
              <a:ahLst/>
              <a:cxnLst/>
              <a:rect l="l" t="t" r="r" b="b"/>
              <a:pathLst>
                <a:path w="1238" h="7130" extrusionOk="0">
                  <a:moveTo>
                    <a:pt x="0" y="0"/>
                  </a:moveTo>
                  <a:lnTo>
                    <a:pt x="0" y="6171"/>
                  </a:lnTo>
                  <a:lnTo>
                    <a:pt x="645" y="7129"/>
                  </a:lnTo>
                  <a:lnTo>
                    <a:pt x="1238" y="6171"/>
                  </a:lnTo>
                  <a:lnTo>
                    <a:pt x="123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118"/>
            <p:cNvSpPr/>
            <p:nvPr/>
          </p:nvSpPr>
          <p:spPr>
            <a:xfrm>
              <a:off x="7917463" y="2456950"/>
              <a:ext cx="30975" cy="45350"/>
            </a:xfrm>
            <a:custGeom>
              <a:avLst/>
              <a:gdLst/>
              <a:ahLst/>
              <a:cxnLst/>
              <a:rect l="l" t="t" r="r" b="b"/>
              <a:pathLst>
                <a:path w="1239" h="1814" extrusionOk="0">
                  <a:moveTo>
                    <a:pt x="297" y="0"/>
                  </a:moveTo>
                  <a:lnTo>
                    <a:pt x="1" y="576"/>
                  </a:lnTo>
                  <a:lnTo>
                    <a:pt x="576" y="1813"/>
                  </a:lnTo>
                  <a:lnTo>
                    <a:pt x="1238" y="576"/>
                  </a:lnTo>
                  <a:lnTo>
                    <a:pt x="87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118"/>
            <p:cNvSpPr/>
            <p:nvPr/>
          </p:nvSpPr>
          <p:spPr>
            <a:xfrm>
              <a:off x="7815938" y="2226425"/>
              <a:ext cx="23550" cy="230550"/>
            </a:xfrm>
            <a:custGeom>
              <a:avLst/>
              <a:gdLst/>
              <a:ahLst/>
              <a:cxnLst/>
              <a:rect l="l" t="t" r="r" b="b"/>
              <a:pathLst>
                <a:path w="942" h="9222" extrusionOk="0">
                  <a:moveTo>
                    <a:pt x="0" y="0"/>
                  </a:moveTo>
                  <a:lnTo>
                    <a:pt x="0" y="9221"/>
                  </a:lnTo>
                  <a:lnTo>
                    <a:pt x="942" y="8280"/>
                  </a:lnTo>
                  <a:lnTo>
                    <a:pt x="94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118"/>
            <p:cNvSpPr/>
            <p:nvPr/>
          </p:nvSpPr>
          <p:spPr>
            <a:xfrm>
              <a:off x="7862988" y="2226425"/>
              <a:ext cx="21825" cy="230550"/>
            </a:xfrm>
            <a:custGeom>
              <a:avLst/>
              <a:gdLst/>
              <a:ahLst/>
              <a:cxnLst/>
              <a:rect l="l" t="t" r="r" b="b"/>
              <a:pathLst>
                <a:path w="873" h="9222" extrusionOk="0">
                  <a:moveTo>
                    <a:pt x="1" y="0"/>
                  </a:moveTo>
                  <a:lnTo>
                    <a:pt x="1" y="8280"/>
                  </a:lnTo>
                  <a:lnTo>
                    <a:pt x="873" y="9221"/>
                  </a:lnTo>
                  <a:lnTo>
                    <a:pt x="87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118"/>
            <p:cNvSpPr/>
            <p:nvPr/>
          </p:nvSpPr>
          <p:spPr>
            <a:xfrm>
              <a:off x="7815938" y="2079125"/>
              <a:ext cx="68875" cy="147325"/>
            </a:xfrm>
            <a:custGeom>
              <a:avLst/>
              <a:gdLst/>
              <a:ahLst/>
              <a:cxnLst/>
              <a:rect l="l" t="t" r="r" b="b"/>
              <a:pathLst>
                <a:path w="2755" h="5893" extrusionOk="0">
                  <a:moveTo>
                    <a:pt x="0" y="1"/>
                  </a:moveTo>
                  <a:lnTo>
                    <a:pt x="0" y="5892"/>
                  </a:lnTo>
                  <a:lnTo>
                    <a:pt x="2755" y="5892"/>
                  </a:lnTo>
                  <a:lnTo>
                    <a:pt x="275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118"/>
            <p:cNvSpPr/>
            <p:nvPr/>
          </p:nvSpPr>
          <p:spPr>
            <a:xfrm>
              <a:off x="7901338" y="2395075"/>
              <a:ext cx="61475" cy="14825"/>
            </a:xfrm>
            <a:custGeom>
              <a:avLst/>
              <a:gdLst/>
              <a:ahLst/>
              <a:cxnLst/>
              <a:rect l="l" t="t" r="r" b="b"/>
              <a:pathLst>
                <a:path w="2459" h="593" extrusionOk="0">
                  <a:moveTo>
                    <a:pt x="1" y="0"/>
                  </a:moveTo>
                  <a:lnTo>
                    <a:pt x="1" y="593"/>
                  </a:lnTo>
                  <a:lnTo>
                    <a:pt x="2459" y="593"/>
                  </a:lnTo>
                  <a:lnTo>
                    <a:pt x="24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118"/>
            <p:cNvSpPr/>
            <p:nvPr/>
          </p:nvSpPr>
          <p:spPr>
            <a:xfrm>
              <a:off x="7910063" y="2310100"/>
              <a:ext cx="45775" cy="78025"/>
            </a:xfrm>
            <a:custGeom>
              <a:avLst/>
              <a:gdLst/>
              <a:ahLst/>
              <a:cxnLst/>
              <a:rect l="l" t="t" r="r" b="b"/>
              <a:pathLst>
                <a:path w="1831" h="3121" extrusionOk="0">
                  <a:moveTo>
                    <a:pt x="1" y="0"/>
                  </a:moveTo>
                  <a:lnTo>
                    <a:pt x="1" y="3120"/>
                  </a:lnTo>
                  <a:lnTo>
                    <a:pt x="593" y="3120"/>
                  </a:lnTo>
                  <a:lnTo>
                    <a:pt x="593" y="645"/>
                  </a:lnTo>
                  <a:lnTo>
                    <a:pt x="1238" y="645"/>
                  </a:lnTo>
                  <a:lnTo>
                    <a:pt x="1238" y="3120"/>
                  </a:lnTo>
                  <a:lnTo>
                    <a:pt x="1831" y="3120"/>
                  </a:lnTo>
                  <a:lnTo>
                    <a:pt x="183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118"/>
            <p:cNvSpPr/>
            <p:nvPr/>
          </p:nvSpPr>
          <p:spPr>
            <a:xfrm>
              <a:off x="7924888" y="2271750"/>
              <a:ext cx="14400" cy="30950"/>
            </a:xfrm>
            <a:custGeom>
              <a:avLst/>
              <a:gdLst/>
              <a:ahLst/>
              <a:cxnLst/>
              <a:rect l="l" t="t" r="r" b="b"/>
              <a:pathLst>
                <a:path w="576" h="1238" extrusionOk="0">
                  <a:moveTo>
                    <a:pt x="0" y="0"/>
                  </a:moveTo>
                  <a:lnTo>
                    <a:pt x="0" y="1238"/>
                  </a:lnTo>
                  <a:lnTo>
                    <a:pt x="575" y="1238"/>
                  </a:lnTo>
                  <a:lnTo>
                    <a:pt x="57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118"/>
            <p:cNvSpPr/>
            <p:nvPr/>
          </p:nvSpPr>
          <p:spPr>
            <a:xfrm>
              <a:off x="7971938" y="2388100"/>
              <a:ext cx="14400" cy="28775"/>
            </a:xfrm>
            <a:custGeom>
              <a:avLst/>
              <a:gdLst/>
              <a:ahLst/>
              <a:cxnLst/>
              <a:rect l="l" t="t" r="r" b="b"/>
              <a:pathLst>
                <a:path w="576" h="1151" extrusionOk="0">
                  <a:moveTo>
                    <a:pt x="1" y="0"/>
                  </a:moveTo>
                  <a:lnTo>
                    <a:pt x="1" y="1151"/>
                  </a:lnTo>
                  <a:lnTo>
                    <a:pt x="576" y="1151"/>
                  </a:lnTo>
                  <a:lnTo>
                    <a:pt x="5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118"/>
            <p:cNvSpPr/>
            <p:nvPr/>
          </p:nvSpPr>
          <p:spPr>
            <a:xfrm>
              <a:off x="7910063" y="2416850"/>
              <a:ext cx="45775" cy="102000"/>
            </a:xfrm>
            <a:custGeom>
              <a:avLst/>
              <a:gdLst/>
              <a:ahLst/>
              <a:cxnLst/>
              <a:rect l="l" t="t" r="r" b="b"/>
              <a:pathLst>
                <a:path w="1831" h="4080" extrusionOk="0">
                  <a:moveTo>
                    <a:pt x="1238" y="1901"/>
                  </a:moveTo>
                  <a:lnTo>
                    <a:pt x="1238" y="2110"/>
                  </a:lnTo>
                  <a:lnTo>
                    <a:pt x="872" y="2772"/>
                  </a:lnTo>
                  <a:lnTo>
                    <a:pt x="593" y="2110"/>
                  </a:lnTo>
                  <a:lnTo>
                    <a:pt x="593" y="1901"/>
                  </a:lnTo>
                  <a:close/>
                  <a:moveTo>
                    <a:pt x="1" y="1"/>
                  </a:moveTo>
                  <a:lnTo>
                    <a:pt x="1" y="2267"/>
                  </a:lnTo>
                  <a:lnTo>
                    <a:pt x="872" y="4080"/>
                  </a:lnTo>
                  <a:lnTo>
                    <a:pt x="1831" y="2267"/>
                  </a:lnTo>
                  <a:lnTo>
                    <a:pt x="1831" y="1"/>
                  </a:lnTo>
                  <a:lnTo>
                    <a:pt x="1238" y="1"/>
                  </a:lnTo>
                  <a:lnTo>
                    <a:pt x="1238" y="1238"/>
                  </a:lnTo>
                  <a:lnTo>
                    <a:pt x="593" y="1238"/>
                  </a:lnTo>
                  <a:lnTo>
                    <a:pt x="59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118"/>
            <p:cNvSpPr/>
            <p:nvPr/>
          </p:nvSpPr>
          <p:spPr>
            <a:xfrm>
              <a:off x="7786738" y="2402475"/>
              <a:ext cx="14400" cy="38375"/>
            </a:xfrm>
            <a:custGeom>
              <a:avLst/>
              <a:gdLst/>
              <a:ahLst/>
              <a:cxnLst/>
              <a:rect l="l" t="t" r="r" b="b"/>
              <a:pathLst>
                <a:path w="576" h="1535" extrusionOk="0">
                  <a:moveTo>
                    <a:pt x="0" y="1"/>
                  </a:moveTo>
                  <a:lnTo>
                    <a:pt x="0" y="1534"/>
                  </a:lnTo>
                  <a:lnTo>
                    <a:pt x="576" y="1534"/>
                  </a:lnTo>
                  <a:lnTo>
                    <a:pt x="57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118"/>
            <p:cNvSpPr/>
            <p:nvPr/>
          </p:nvSpPr>
          <p:spPr>
            <a:xfrm>
              <a:off x="7842963" y="2026825"/>
              <a:ext cx="16575" cy="37950"/>
            </a:xfrm>
            <a:custGeom>
              <a:avLst/>
              <a:gdLst/>
              <a:ahLst/>
              <a:cxnLst/>
              <a:rect l="l" t="t" r="r" b="b"/>
              <a:pathLst>
                <a:path w="663" h="1518" extrusionOk="0">
                  <a:moveTo>
                    <a:pt x="0" y="1"/>
                  </a:moveTo>
                  <a:lnTo>
                    <a:pt x="0" y="1517"/>
                  </a:lnTo>
                  <a:lnTo>
                    <a:pt x="663" y="1517"/>
                  </a:lnTo>
                  <a:lnTo>
                    <a:pt x="66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118"/>
            <p:cNvSpPr/>
            <p:nvPr/>
          </p:nvSpPr>
          <p:spPr>
            <a:xfrm>
              <a:off x="7832063" y="2179350"/>
              <a:ext cx="14825" cy="16150"/>
            </a:xfrm>
            <a:custGeom>
              <a:avLst/>
              <a:gdLst/>
              <a:ahLst/>
              <a:cxnLst/>
              <a:rect l="l" t="t" r="r" b="b"/>
              <a:pathLst>
                <a:path w="593" h="646" extrusionOk="0">
                  <a:moveTo>
                    <a:pt x="0" y="1"/>
                  </a:moveTo>
                  <a:lnTo>
                    <a:pt x="0" y="646"/>
                  </a:lnTo>
                  <a:lnTo>
                    <a:pt x="593" y="646"/>
                  </a:lnTo>
                  <a:lnTo>
                    <a:pt x="59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118"/>
            <p:cNvSpPr/>
            <p:nvPr/>
          </p:nvSpPr>
          <p:spPr>
            <a:xfrm>
              <a:off x="7855588" y="2179350"/>
              <a:ext cx="14850" cy="16150"/>
            </a:xfrm>
            <a:custGeom>
              <a:avLst/>
              <a:gdLst/>
              <a:ahLst/>
              <a:cxnLst/>
              <a:rect l="l" t="t" r="r" b="b"/>
              <a:pathLst>
                <a:path w="594" h="646" extrusionOk="0">
                  <a:moveTo>
                    <a:pt x="1" y="1"/>
                  </a:moveTo>
                  <a:lnTo>
                    <a:pt x="1" y="646"/>
                  </a:lnTo>
                  <a:lnTo>
                    <a:pt x="593" y="646"/>
                  </a:lnTo>
                  <a:lnTo>
                    <a:pt x="59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118"/>
            <p:cNvSpPr/>
            <p:nvPr/>
          </p:nvSpPr>
          <p:spPr>
            <a:xfrm>
              <a:off x="7808538" y="2072150"/>
              <a:ext cx="85425" cy="444950"/>
            </a:xfrm>
            <a:custGeom>
              <a:avLst/>
              <a:gdLst/>
              <a:ahLst/>
              <a:cxnLst/>
              <a:rect l="l" t="t" r="r" b="b"/>
              <a:pathLst>
                <a:path w="3417" h="17798" extrusionOk="0">
                  <a:moveTo>
                    <a:pt x="2754" y="576"/>
                  </a:moveTo>
                  <a:lnTo>
                    <a:pt x="2754" y="5875"/>
                  </a:lnTo>
                  <a:lnTo>
                    <a:pt x="662" y="5875"/>
                  </a:lnTo>
                  <a:lnTo>
                    <a:pt x="662" y="576"/>
                  </a:lnTo>
                  <a:close/>
                  <a:moveTo>
                    <a:pt x="941" y="6468"/>
                  </a:moveTo>
                  <a:lnTo>
                    <a:pt x="941" y="14312"/>
                  </a:lnTo>
                  <a:lnTo>
                    <a:pt x="662" y="14660"/>
                  </a:lnTo>
                  <a:lnTo>
                    <a:pt x="662" y="6468"/>
                  </a:lnTo>
                  <a:close/>
                  <a:moveTo>
                    <a:pt x="2754" y="6468"/>
                  </a:moveTo>
                  <a:lnTo>
                    <a:pt x="2754" y="14660"/>
                  </a:lnTo>
                  <a:lnTo>
                    <a:pt x="2475" y="14312"/>
                  </a:lnTo>
                  <a:lnTo>
                    <a:pt x="2475" y="6468"/>
                  </a:lnTo>
                  <a:close/>
                  <a:moveTo>
                    <a:pt x="0" y="1"/>
                  </a:moveTo>
                  <a:lnTo>
                    <a:pt x="0" y="17798"/>
                  </a:lnTo>
                  <a:lnTo>
                    <a:pt x="662" y="17798"/>
                  </a:lnTo>
                  <a:lnTo>
                    <a:pt x="662" y="15462"/>
                  </a:lnTo>
                  <a:lnTo>
                    <a:pt x="1534" y="14591"/>
                  </a:lnTo>
                  <a:lnTo>
                    <a:pt x="1534" y="6468"/>
                  </a:lnTo>
                  <a:lnTo>
                    <a:pt x="1883" y="6468"/>
                  </a:lnTo>
                  <a:lnTo>
                    <a:pt x="1883" y="14591"/>
                  </a:lnTo>
                  <a:lnTo>
                    <a:pt x="3417" y="16125"/>
                  </a:lnTo>
                  <a:lnTo>
                    <a:pt x="34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84" name="Google Shape;4984;p118"/>
          <p:cNvSpPr/>
          <p:nvPr/>
        </p:nvSpPr>
        <p:spPr>
          <a:xfrm>
            <a:off x="6274138" y="2086525"/>
            <a:ext cx="278050" cy="61925"/>
          </a:xfrm>
          <a:custGeom>
            <a:avLst/>
            <a:gdLst/>
            <a:ahLst/>
            <a:cxnLst/>
            <a:rect l="l" t="t" r="r" b="b"/>
            <a:pathLst>
              <a:path w="11122" h="2477" extrusionOk="0">
                <a:moveTo>
                  <a:pt x="9745" y="1605"/>
                </a:moveTo>
                <a:cubicBezTo>
                  <a:pt x="9658" y="1674"/>
                  <a:pt x="9658" y="1744"/>
                  <a:pt x="9588" y="1884"/>
                </a:cubicBezTo>
                <a:lnTo>
                  <a:pt x="1535" y="1884"/>
                </a:lnTo>
                <a:cubicBezTo>
                  <a:pt x="1465" y="1744"/>
                  <a:pt x="1465" y="1674"/>
                  <a:pt x="1378" y="1605"/>
                </a:cubicBezTo>
                <a:close/>
                <a:moveTo>
                  <a:pt x="1" y="1"/>
                </a:moveTo>
                <a:lnTo>
                  <a:pt x="1" y="1605"/>
                </a:lnTo>
                <a:lnTo>
                  <a:pt x="297" y="1605"/>
                </a:lnTo>
                <a:cubicBezTo>
                  <a:pt x="663" y="1605"/>
                  <a:pt x="942" y="1814"/>
                  <a:pt x="942" y="2180"/>
                </a:cubicBezTo>
                <a:lnTo>
                  <a:pt x="942" y="2476"/>
                </a:lnTo>
                <a:lnTo>
                  <a:pt x="10181" y="2476"/>
                </a:lnTo>
                <a:lnTo>
                  <a:pt x="10181" y="2180"/>
                </a:lnTo>
                <a:cubicBezTo>
                  <a:pt x="10181" y="1814"/>
                  <a:pt x="10459" y="1605"/>
                  <a:pt x="10826" y="1605"/>
                </a:cubicBezTo>
                <a:lnTo>
                  <a:pt x="11122" y="1605"/>
                </a:lnTo>
                <a:lnTo>
                  <a:pt x="11122" y="1"/>
                </a:lnTo>
                <a:lnTo>
                  <a:pt x="10459" y="1"/>
                </a:lnTo>
                <a:lnTo>
                  <a:pt x="10459" y="942"/>
                </a:lnTo>
                <a:lnTo>
                  <a:pt x="593" y="942"/>
                </a:lnTo>
                <a:lnTo>
                  <a:pt x="59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118"/>
          <p:cNvSpPr/>
          <p:nvPr/>
        </p:nvSpPr>
        <p:spPr>
          <a:xfrm>
            <a:off x="4809038" y="2048625"/>
            <a:ext cx="261500" cy="470225"/>
          </a:xfrm>
          <a:custGeom>
            <a:avLst/>
            <a:gdLst/>
            <a:ahLst/>
            <a:cxnLst/>
            <a:rect l="l" t="t" r="r" b="b"/>
            <a:pathLst>
              <a:path w="10460" h="18809" extrusionOk="0">
                <a:moveTo>
                  <a:pt x="9797" y="7409"/>
                </a:moveTo>
                <a:lnTo>
                  <a:pt x="9797" y="8350"/>
                </a:lnTo>
                <a:lnTo>
                  <a:pt x="646" y="8350"/>
                </a:lnTo>
                <a:lnTo>
                  <a:pt x="646" y="7409"/>
                </a:lnTo>
                <a:close/>
                <a:moveTo>
                  <a:pt x="3330" y="8995"/>
                </a:moveTo>
                <a:lnTo>
                  <a:pt x="3330" y="14817"/>
                </a:lnTo>
                <a:cubicBezTo>
                  <a:pt x="3330" y="15253"/>
                  <a:pt x="3051" y="15532"/>
                  <a:pt x="2616" y="15532"/>
                </a:cubicBezTo>
                <a:cubicBezTo>
                  <a:pt x="2180" y="15532"/>
                  <a:pt x="1884" y="15253"/>
                  <a:pt x="1884" y="14817"/>
                </a:cubicBezTo>
                <a:lnTo>
                  <a:pt x="1884" y="8995"/>
                </a:lnTo>
                <a:close/>
                <a:moveTo>
                  <a:pt x="8560" y="8995"/>
                </a:moveTo>
                <a:lnTo>
                  <a:pt x="8560" y="14817"/>
                </a:lnTo>
                <a:cubicBezTo>
                  <a:pt x="8560" y="15253"/>
                  <a:pt x="8281" y="15532"/>
                  <a:pt x="7845" y="15532"/>
                </a:cubicBezTo>
                <a:cubicBezTo>
                  <a:pt x="7409" y="15532"/>
                  <a:pt x="7113" y="15253"/>
                  <a:pt x="7113" y="14817"/>
                </a:cubicBezTo>
                <a:lnTo>
                  <a:pt x="7113" y="8995"/>
                </a:lnTo>
                <a:close/>
                <a:moveTo>
                  <a:pt x="7688" y="17937"/>
                </a:moveTo>
                <a:lnTo>
                  <a:pt x="7688" y="18146"/>
                </a:lnTo>
                <a:lnTo>
                  <a:pt x="2755" y="18146"/>
                </a:lnTo>
                <a:lnTo>
                  <a:pt x="2755" y="17937"/>
                </a:lnTo>
                <a:close/>
                <a:moveTo>
                  <a:pt x="1239" y="0"/>
                </a:moveTo>
                <a:lnTo>
                  <a:pt x="1239" y="6816"/>
                </a:lnTo>
                <a:lnTo>
                  <a:pt x="1" y="6816"/>
                </a:lnTo>
                <a:lnTo>
                  <a:pt x="1" y="8995"/>
                </a:lnTo>
                <a:lnTo>
                  <a:pt x="1239" y="8995"/>
                </a:lnTo>
                <a:lnTo>
                  <a:pt x="1239" y="14817"/>
                </a:lnTo>
                <a:cubicBezTo>
                  <a:pt x="1239" y="15601"/>
                  <a:pt x="1814" y="16194"/>
                  <a:pt x="2616" y="16194"/>
                </a:cubicBezTo>
                <a:cubicBezTo>
                  <a:pt x="3417" y="16194"/>
                  <a:pt x="3993" y="15601"/>
                  <a:pt x="3993" y="14817"/>
                </a:cubicBezTo>
                <a:lnTo>
                  <a:pt x="3993" y="8995"/>
                </a:lnTo>
                <a:lnTo>
                  <a:pt x="4934" y="8995"/>
                </a:lnTo>
                <a:lnTo>
                  <a:pt x="4934" y="17275"/>
                </a:lnTo>
                <a:lnTo>
                  <a:pt x="2110" y="17275"/>
                </a:lnTo>
                <a:lnTo>
                  <a:pt x="2110" y="18809"/>
                </a:lnTo>
                <a:lnTo>
                  <a:pt x="8351" y="18809"/>
                </a:lnTo>
                <a:lnTo>
                  <a:pt x="8351" y="17275"/>
                </a:lnTo>
                <a:lnTo>
                  <a:pt x="5509" y="17275"/>
                </a:lnTo>
                <a:lnTo>
                  <a:pt x="5509" y="8995"/>
                </a:lnTo>
                <a:lnTo>
                  <a:pt x="6468" y="8995"/>
                </a:lnTo>
                <a:lnTo>
                  <a:pt x="6468" y="14817"/>
                </a:lnTo>
                <a:cubicBezTo>
                  <a:pt x="6468" y="15601"/>
                  <a:pt x="7043" y="16194"/>
                  <a:pt x="7845" y="16194"/>
                </a:cubicBezTo>
                <a:cubicBezTo>
                  <a:pt x="8647" y="16194"/>
                  <a:pt x="9222" y="15601"/>
                  <a:pt x="9222" y="14817"/>
                </a:cubicBezTo>
                <a:lnTo>
                  <a:pt x="9222" y="8995"/>
                </a:lnTo>
                <a:lnTo>
                  <a:pt x="10460" y="8995"/>
                </a:lnTo>
                <a:lnTo>
                  <a:pt x="10460" y="6816"/>
                </a:lnTo>
                <a:lnTo>
                  <a:pt x="9222" y="6816"/>
                </a:lnTo>
                <a:lnTo>
                  <a:pt x="9222" y="0"/>
                </a:lnTo>
                <a:lnTo>
                  <a:pt x="8560" y="0"/>
                </a:lnTo>
                <a:lnTo>
                  <a:pt x="8560" y="6816"/>
                </a:lnTo>
                <a:lnTo>
                  <a:pt x="7113" y="6816"/>
                </a:lnTo>
                <a:lnTo>
                  <a:pt x="7113" y="0"/>
                </a:lnTo>
                <a:lnTo>
                  <a:pt x="6468" y="0"/>
                </a:lnTo>
                <a:lnTo>
                  <a:pt x="6468" y="6816"/>
                </a:lnTo>
                <a:lnTo>
                  <a:pt x="3993" y="6816"/>
                </a:lnTo>
                <a:lnTo>
                  <a:pt x="3993" y="0"/>
                </a:lnTo>
                <a:lnTo>
                  <a:pt x="3330" y="0"/>
                </a:lnTo>
                <a:lnTo>
                  <a:pt x="3330" y="6816"/>
                </a:lnTo>
                <a:lnTo>
                  <a:pt x="1884" y="6816"/>
                </a:lnTo>
                <a:lnTo>
                  <a:pt x="188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118"/>
          <p:cNvSpPr/>
          <p:nvPr/>
        </p:nvSpPr>
        <p:spPr>
          <a:xfrm>
            <a:off x="2651938" y="2397250"/>
            <a:ext cx="47075" cy="14400"/>
          </a:xfrm>
          <a:custGeom>
            <a:avLst/>
            <a:gdLst/>
            <a:ahLst/>
            <a:cxnLst/>
            <a:rect l="l" t="t" r="r" b="b"/>
            <a:pathLst>
              <a:path w="1883" h="576" extrusionOk="0">
                <a:moveTo>
                  <a:pt x="0" y="0"/>
                </a:moveTo>
                <a:lnTo>
                  <a:pt x="0" y="576"/>
                </a:lnTo>
                <a:lnTo>
                  <a:pt x="1883" y="576"/>
                </a:lnTo>
                <a:lnTo>
                  <a:pt x="188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87" name="Google Shape;4987;p118"/>
          <p:cNvGrpSpPr/>
          <p:nvPr/>
        </p:nvGrpSpPr>
        <p:grpSpPr>
          <a:xfrm>
            <a:off x="1010363" y="2794125"/>
            <a:ext cx="492000" cy="312475"/>
            <a:chOff x="1010363" y="2794125"/>
            <a:chExt cx="492000" cy="312475"/>
          </a:xfrm>
        </p:grpSpPr>
        <p:grpSp>
          <p:nvGrpSpPr>
            <p:cNvPr id="4988" name="Google Shape;4988;p118"/>
            <p:cNvGrpSpPr/>
            <p:nvPr/>
          </p:nvGrpSpPr>
          <p:grpSpPr>
            <a:xfrm>
              <a:off x="1010363" y="2794125"/>
              <a:ext cx="492000" cy="301575"/>
              <a:chOff x="1010363" y="2698875"/>
              <a:chExt cx="492000" cy="301575"/>
            </a:xfrm>
          </p:grpSpPr>
          <p:sp>
            <p:nvSpPr>
              <p:cNvPr id="4989" name="Google Shape;4989;p118"/>
              <p:cNvSpPr/>
              <p:nvPr/>
            </p:nvSpPr>
            <p:spPr>
              <a:xfrm>
                <a:off x="1172013" y="2938550"/>
                <a:ext cx="30975" cy="61900"/>
              </a:xfrm>
              <a:custGeom>
                <a:avLst/>
                <a:gdLst/>
                <a:ahLst/>
                <a:cxnLst/>
                <a:rect l="l" t="t" r="r" b="b"/>
                <a:pathLst>
                  <a:path w="1239" h="2476" extrusionOk="0">
                    <a:moveTo>
                      <a:pt x="1" y="0"/>
                    </a:moveTo>
                    <a:lnTo>
                      <a:pt x="1" y="2475"/>
                    </a:lnTo>
                    <a:lnTo>
                      <a:pt x="1239" y="2475"/>
                    </a:lnTo>
                    <a:lnTo>
                      <a:pt x="123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118"/>
              <p:cNvSpPr/>
              <p:nvPr/>
            </p:nvSpPr>
            <p:spPr>
              <a:xfrm>
                <a:off x="1162863" y="2891475"/>
                <a:ext cx="47100" cy="47100"/>
              </a:xfrm>
              <a:custGeom>
                <a:avLst/>
                <a:gdLst/>
                <a:ahLst/>
                <a:cxnLst/>
                <a:rect l="l" t="t" r="r" b="b"/>
                <a:pathLst>
                  <a:path w="1884" h="1884" extrusionOk="0">
                    <a:moveTo>
                      <a:pt x="942" y="1"/>
                    </a:moveTo>
                    <a:cubicBezTo>
                      <a:pt x="437" y="1"/>
                      <a:pt x="1" y="436"/>
                      <a:pt x="1" y="942"/>
                    </a:cubicBezTo>
                    <a:cubicBezTo>
                      <a:pt x="1" y="1447"/>
                      <a:pt x="437" y="1883"/>
                      <a:pt x="942" y="1883"/>
                    </a:cubicBezTo>
                    <a:cubicBezTo>
                      <a:pt x="1448" y="1883"/>
                      <a:pt x="1884" y="1447"/>
                      <a:pt x="1884" y="942"/>
                    </a:cubicBezTo>
                    <a:cubicBezTo>
                      <a:pt x="1884" y="436"/>
                      <a:pt x="1448" y="1"/>
                      <a:pt x="9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118"/>
              <p:cNvSpPr/>
              <p:nvPr/>
            </p:nvSpPr>
            <p:spPr>
              <a:xfrm>
                <a:off x="1402563" y="2706275"/>
                <a:ext cx="92825" cy="92850"/>
              </a:xfrm>
              <a:custGeom>
                <a:avLst/>
                <a:gdLst/>
                <a:ahLst/>
                <a:cxnLst/>
                <a:rect l="l" t="t" r="r" b="b"/>
                <a:pathLst>
                  <a:path w="3713" h="3714" extrusionOk="0">
                    <a:moveTo>
                      <a:pt x="1883" y="0"/>
                    </a:moveTo>
                    <a:cubicBezTo>
                      <a:pt x="802" y="0"/>
                      <a:pt x="0" y="872"/>
                      <a:pt x="0" y="1883"/>
                    </a:cubicBezTo>
                    <a:cubicBezTo>
                      <a:pt x="0" y="2911"/>
                      <a:pt x="802" y="3713"/>
                      <a:pt x="1883" y="3713"/>
                    </a:cubicBezTo>
                    <a:cubicBezTo>
                      <a:pt x="2911" y="3713"/>
                      <a:pt x="3713" y="2911"/>
                      <a:pt x="3713" y="1883"/>
                    </a:cubicBezTo>
                    <a:cubicBezTo>
                      <a:pt x="3713" y="872"/>
                      <a:pt x="2911" y="0"/>
                      <a:pt x="18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118"/>
              <p:cNvSpPr/>
              <p:nvPr/>
            </p:nvSpPr>
            <p:spPr>
              <a:xfrm>
                <a:off x="1402563" y="2753325"/>
                <a:ext cx="68875" cy="45800"/>
              </a:xfrm>
              <a:custGeom>
                <a:avLst/>
                <a:gdLst/>
                <a:ahLst/>
                <a:cxnLst/>
                <a:rect l="l" t="t" r="r" b="b"/>
                <a:pathLst>
                  <a:path w="2755" h="1832" extrusionOk="0">
                    <a:moveTo>
                      <a:pt x="296" y="1"/>
                    </a:moveTo>
                    <a:lnTo>
                      <a:pt x="0" y="594"/>
                    </a:lnTo>
                    <a:lnTo>
                      <a:pt x="296" y="960"/>
                    </a:lnTo>
                    <a:lnTo>
                      <a:pt x="1238" y="1831"/>
                    </a:lnTo>
                    <a:lnTo>
                      <a:pt x="2179" y="1831"/>
                    </a:lnTo>
                    <a:lnTo>
                      <a:pt x="2754" y="1535"/>
                    </a:lnTo>
                    <a:lnTo>
                      <a:pt x="2754" y="594"/>
                    </a:lnTo>
                    <a:lnTo>
                      <a:pt x="217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118"/>
              <p:cNvSpPr/>
              <p:nvPr/>
            </p:nvSpPr>
            <p:spPr>
              <a:xfrm>
                <a:off x="1017763" y="2706275"/>
                <a:ext cx="392225" cy="92850"/>
              </a:xfrm>
              <a:custGeom>
                <a:avLst/>
                <a:gdLst/>
                <a:ahLst/>
                <a:cxnLst/>
                <a:rect l="l" t="t" r="r" b="b"/>
                <a:pathLst>
                  <a:path w="15689" h="3714" extrusionOk="0">
                    <a:moveTo>
                      <a:pt x="1813" y="0"/>
                    </a:moveTo>
                    <a:cubicBezTo>
                      <a:pt x="802" y="0"/>
                      <a:pt x="0" y="872"/>
                      <a:pt x="0" y="1883"/>
                    </a:cubicBezTo>
                    <a:cubicBezTo>
                      <a:pt x="0" y="2911"/>
                      <a:pt x="802" y="3713"/>
                      <a:pt x="1813" y="3713"/>
                    </a:cubicBezTo>
                    <a:lnTo>
                      <a:pt x="15688" y="3713"/>
                    </a:lnTo>
                    <a:lnTo>
                      <a:pt x="1568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118"/>
              <p:cNvSpPr/>
              <p:nvPr/>
            </p:nvSpPr>
            <p:spPr>
              <a:xfrm>
                <a:off x="1179438" y="2706275"/>
                <a:ext cx="85000" cy="92850"/>
              </a:xfrm>
              <a:custGeom>
                <a:avLst/>
                <a:gdLst/>
                <a:ahLst/>
                <a:cxnLst/>
                <a:rect l="l" t="t" r="r" b="b"/>
                <a:pathLst>
                  <a:path w="3400" h="3714" extrusionOk="0">
                    <a:moveTo>
                      <a:pt x="0" y="0"/>
                    </a:moveTo>
                    <a:lnTo>
                      <a:pt x="0" y="3713"/>
                    </a:lnTo>
                    <a:lnTo>
                      <a:pt x="3399" y="3713"/>
                    </a:lnTo>
                    <a:lnTo>
                      <a:pt x="339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118"/>
              <p:cNvSpPr/>
              <p:nvPr/>
            </p:nvSpPr>
            <p:spPr>
              <a:xfrm>
                <a:off x="1271813" y="2799100"/>
                <a:ext cx="14400" cy="16150"/>
              </a:xfrm>
              <a:custGeom>
                <a:avLst/>
                <a:gdLst/>
                <a:ahLst/>
                <a:cxnLst/>
                <a:rect l="l" t="t" r="r" b="b"/>
                <a:pathLst>
                  <a:path w="576" h="646" extrusionOk="0">
                    <a:moveTo>
                      <a:pt x="1" y="0"/>
                    </a:moveTo>
                    <a:lnTo>
                      <a:pt x="1" y="645"/>
                    </a:lnTo>
                    <a:lnTo>
                      <a:pt x="576" y="645"/>
                    </a:lnTo>
                    <a:lnTo>
                      <a:pt x="576" y="0"/>
                    </a:lnTo>
                    <a:close/>
                  </a:path>
                </a:pathLst>
              </a:custGeom>
              <a:solidFill>
                <a:srgbClr val="1D1E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118"/>
              <p:cNvSpPr/>
              <p:nvPr/>
            </p:nvSpPr>
            <p:spPr>
              <a:xfrm>
                <a:off x="1188138" y="2838750"/>
                <a:ext cx="98075" cy="76275"/>
              </a:xfrm>
              <a:custGeom>
                <a:avLst/>
                <a:gdLst/>
                <a:ahLst/>
                <a:cxnLst/>
                <a:rect l="l" t="t" r="r" b="b"/>
                <a:pathLst>
                  <a:path w="3923" h="3051" extrusionOk="0">
                    <a:moveTo>
                      <a:pt x="873" y="0"/>
                    </a:moveTo>
                    <a:cubicBezTo>
                      <a:pt x="524" y="0"/>
                      <a:pt x="228" y="157"/>
                      <a:pt x="1" y="367"/>
                    </a:cubicBezTo>
                    <a:lnTo>
                      <a:pt x="437" y="802"/>
                    </a:lnTo>
                    <a:cubicBezTo>
                      <a:pt x="524" y="663"/>
                      <a:pt x="733" y="593"/>
                      <a:pt x="873" y="593"/>
                    </a:cubicBezTo>
                    <a:cubicBezTo>
                      <a:pt x="1029" y="593"/>
                      <a:pt x="1169" y="663"/>
                      <a:pt x="1239" y="733"/>
                    </a:cubicBezTo>
                    <a:lnTo>
                      <a:pt x="1605" y="227"/>
                    </a:lnTo>
                    <a:cubicBezTo>
                      <a:pt x="1395" y="70"/>
                      <a:pt x="1169" y="0"/>
                      <a:pt x="873" y="0"/>
                    </a:cubicBezTo>
                    <a:close/>
                    <a:moveTo>
                      <a:pt x="3348" y="0"/>
                    </a:moveTo>
                    <a:lnTo>
                      <a:pt x="3348" y="1378"/>
                    </a:lnTo>
                    <a:lnTo>
                      <a:pt x="3923" y="1378"/>
                    </a:lnTo>
                    <a:lnTo>
                      <a:pt x="3923" y="0"/>
                    </a:lnTo>
                    <a:close/>
                    <a:moveTo>
                      <a:pt x="2110" y="1029"/>
                    </a:moveTo>
                    <a:lnTo>
                      <a:pt x="1465" y="1099"/>
                    </a:lnTo>
                    <a:lnTo>
                      <a:pt x="1465" y="1168"/>
                    </a:lnTo>
                    <a:lnTo>
                      <a:pt x="1465" y="1813"/>
                    </a:lnTo>
                    <a:cubicBezTo>
                      <a:pt x="1465" y="2110"/>
                      <a:pt x="1605" y="2336"/>
                      <a:pt x="1744" y="2545"/>
                    </a:cubicBezTo>
                    <a:lnTo>
                      <a:pt x="2267" y="2179"/>
                    </a:lnTo>
                    <a:cubicBezTo>
                      <a:pt x="2110" y="2110"/>
                      <a:pt x="2110" y="1970"/>
                      <a:pt x="2110" y="1813"/>
                    </a:cubicBezTo>
                    <a:lnTo>
                      <a:pt x="2110" y="1168"/>
                    </a:lnTo>
                    <a:lnTo>
                      <a:pt x="2110" y="1029"/>
                    </a:lnTo>
                    <a:close/>
                    <a:moveTo>
                      <a:pt x="3348" y="1970"/>
                    </a:moveTo>
                    <a:cubicBezTo>
                      <a:pt x="3278" y="2249"/>
                      <a:pt x="2982" y="2476"/>
                      <a:pt x="2703" y="2476"/>
                    </a:cubicBezTo>
                    <a:lnTo>
                      <a:pt x="2616" y="2406"/>
                    </a:lnTo>
                    <a:lnTo>
                      <a:pt x="2476" y="3051"/>
                    </a:lnTo>
                    <a:lnTo>
                      <a:pt x="2703" y="3051"/>
                    </a:lnTo>
                    <a:cubicBezTo>
                      <a:pt x="3278" y="3051"/>
                      <a:pt x="3784" y="2685"/>
                      <a:pt x="3923" y="2179"/>
                    </a:cubicBezTo>
                    <a:lnTo>
                      <a:pt x="3348" y="197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118"/>
              <p:cNvSpPr/>
              <p:nvPr/>
            </p:nvSpPr>
            <p:spPr>
              <a:xfrm>
                <a:off x="1172013" y="2746375"/>
                <a:ext cx="14425" cy="14400"/>
              </a:xfrm>
              <a:custGeom>
                <a:avLst/>
                <a:gdLst/>
                <a:ahLst/>
                <a:cxnLst/>
                <a:rect l="l" t="t" r="r" b="b"/>
                <a:pathLst>
                  <a:path w="577" h="576" extrusionOk="0">
                    <a:moveTo>
                      <a:pt x="1" y="0"/>
                    </a:moveTo>
                    <a:lnTo>
                      <a:pt x="1" y="575"/>
                    </a:lnTo>
                    <a:lnTo>
                      <a:pt x="576" y="575"/>
                    </a:lnTo>
                    <a:lnTo>
                      <a:pt x="57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118"/>
              <p:cNvSpPr/>
              <p:nvPr/>
            </p:nvSpPr>
            <p:spPr>
              <a:xfrm>
                <a:off x="1193813" y="2746375"/>
                <a:ext cx="16150" cy="14400"/>
              </a:xfrm>
              <a:custGeom>
                <a:avLst/>
                <a:gdLst/>
                <a:ahLst/>
                <a:cxnLst/>
                <a:rect l="l" t="t" r="r" b="b"/>
                <a:pathLst>
                  <a:path w="646" h="576" extrusionOk="0">
                    <a:moveTo>
                      <a:pt x="1" y="0"/>
                    </a:moveTo>
                    <a:lnTo>
                      <a:pt x="1" y="575"/>
                    </a:lnTo>
                    <a:lnTo>
                      <a:pt x="646" y="575"/>
                    </a:lnTo>
                    <a:lnTo>
                      <a:pt x="64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118"/>
              <p:cNvSpPr/>
              <p:nvPr/>
            </p:nvSpPr>
            <p:spPr>
              <a:xfrm>
                <a:off x="1217338" y="2746375"/>
                <a:ext cx="16600" cy="14400"/>
              </a:xfrm>
              <a:custGeom>
                <a:avLst/>
                <a:gdLst/>
                <a:ahLst/>
                <a:cxnLst/>
                <a:rect l="l" t="t" r="r" b="b"/>
                <a:pathLst>
                  <a:path w="664" h="576" extrusionOk="0">
                    <a:moveTo>
                      <a:pt x="1" y="0"/>
                    </a:moveTo>
                    <a:lnTo>
                      <a:pt x="1" y="575"/>
                    </a:lnTo>
                    <a:lnTo>
                      <a:pt x="663" y="575"/>
                    </a:lnTo>
                    <a:lnTo>
                      <a:pt x="66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118"/>
              <p:cNvSpPr/>
              <p:nvPr/>
            </p:nvSpPr>
            <p:spPr>
              <a:xfrm>
                <a:off x="1240888" y="2746375"/>
                <a:ext cx="14825" cy="14400"/>
              </a:xfrm>
              <a:custGeom>
                <a:avLst/>
                <a:gdLst/>
                <a:ahLst/>
                <a:cxnLst/>
                <a:rect l="l" t="t" r="r" b="b"/>
                <a:pathLst>
                  <a:path w="593" h="576" extrusionOk="0">
                    <a:moveTo>
                      <a:pt x="0" y="0"/>
                    </a:moveTo>
                    <a:lnTo>
                      <a:pt x="0" y="575"/>
                    </a:lnTo>
                    <a:lnTo>
                      <a:pt x="593" y="575"/>
                    </a:lnTo>
                    <a:lnTo>
                      <a:pt x="5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118"/>
              <p:cNvSpPr/>
              <p:nvPr/>
            </p:nvSpPr>
            <p:spPr>
              <a:xfrm>
                <a:off x="1179438" y="2908050"/>
                <a:ext cx="14400" cy="14400"/>
              </a:xfrm>
              <a:custGeom>
                <a:avLst/>
                <a:gdLst/>
                <a:ahLst/>
                <a:cxnLst/>
                <a:rect l="l" t="t" r="r" b="b"/>
                <a:pathLst>
                  <a:path w="576" h="576" extrusionOk="0">
                    <a:moveTo>
                      <a:pt x="0" y="0"/>
                    </a:moveTo>
                    <a:lnTo>
                      <a:pt x="0" y="575"/>
                    </a:lnTo>
                    <a:lnTo>
                      <a:pt x="576" y="575"/>
                    </a:lnTo>
                    <a:lnTo>
                      <a:pt x="57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118"/>
              <p:cNvSpPr/>
              <p:nvPr/>
            </p:nvSpPr>
            <p:spPr>
              <a:xfrm>
                <a:off x="1010363" y="2698875"/>
                <a:ext cx="492000" cy="107225"/>
              </a:xfrm>
              <a:custGeom>
                <a:avLst/>
                <a:gdLst/>
                <a:ahLst/>
                <a:cxnLst/>
                <a:rect l="l" t="t" r="r" b="b"/>
                <a:pathLst>
                  <a:path w="19680" h="4289" extrusionOk="0">
                    <a:moveTo>
                      <a:pt x="17571" y="593"/>
                    </a:moveTo>
                    <a:cubicBezTo>
                      <a:pt x="18373" y="593"/>
                      <a:pt x="19105" y="1307"/>
                      <a:pt x="19105" y="2179"/>
                    </a:cubicBezTo>
                    <a:cubicBezTo>
                      <a:pt x="19105" y="2545"/>
                      <a:pt x="18965" y="2841"/>
                      <a:pt x="18739" y="3138"/>
                    </a:cubicBezTo>
                    <a:cubicBezTo>
                      <a:pt x="18739" y="2406"/>
                      <a:pt x="18233" y="1900"/>
                      <a:pt x="17571" y="1900"/>
                    </a:cubicBezTo>
                    <a:lnTo>
                      <a:pt x="16054" y="1900"/>
                    </a:lnTo>
                    <a:cubicBezTo>
                      <a:pt x="16194" y="1168"/>
                      <a:pt x="16786" y="593"/>
                      <a:pt x="17571" y="593"/>
                    </a:cubicBezTo>
                    <a:close/>
                    <a:moveTo>
                      <a:pt x="6833" y="593"/>
                    </a:moveTo>
                    <a:cubicBezTo>
                      <a:pt x="6676" y="732"/>
                      <a:pt x="6537" y="959"/>
                      <a:pt x="6397" y="1098"/>
                    </a:cubicBezTo>
                    <a:cubicBezTo>
                      <a:pt x="6240" y="1395"/>
                      <a:pt x="6171" y="1830"/>
                      <a:pt x="6171" y="2179"/>
                    </a:cubicBezTo>
                    <a:cubicBezTo>
                      <a:pt x="6171" y="2772"/>
                      <a:pt x="6397" y="3347"/>
                      <a:pt x="6833" y="3713"/>
                    </a:cubicBezTo>
                    <a:lnTo>
                      <a:pt x="2109" y="3713"/>
                    </a:lnTo>
                    <a:cubicBezTo>
                      <a:pt x="1307" y="3713"/>
                      <a:pt x="575" y="3051"/>
                      <a:pt x="575" y="2179"/>
                    </a:cubicBezTo>
                    <a:cubicBezTo>
                      <a:pt x="575" y="1307"/>
                      <a:pt x="1307" y="593"/>
                      <a:pt x="2109" y="593"/>
                    </a:cubicBezTo>
                    <a:close/>
                    <a:moveTo>
                      <a:pt x="10162" y="593"/>
                    </a:moveTo>
                    <a:cubicBezTo>
                      <a:pt x="9814" y="1029"/>
                      <a:pt x="9517" y="1534"/>
                      <a:pt x="9517" y="2179"/>
                    </a:cubicBezTo>
                    <a:cubicBezTo>
                      <a:pt x="9517" y="2772"/>
                      <a:pt x="9814" y="3347"/>
                      <a:pt x="10162" y="3713"/>
                    </a:cubicBezTo>
                    <a:lnTo>
                      <a:pt x="8280" y="3713"/>
                    </a:lnTo>
                    <a:cubicBezTo>
                      <a:pt x="7408" y="3713"/>
                      <a:pt x="6763" y="3051"/>
                      <a:pt x="6763" y="2179"/>
                    </a:cubicBezTo>
                    <a:cubicBezTo>
                      <a:pt x="6763" y="1900"/>
                      <a:pt x="6833" y="1604"/>
                      <a:pt x="6972" y="1395"/>
                    </a:cubicBezTo>
                    <a:cubicBezTo>
                      <a:pt x="7269" y="959"/>
                      <a:pt x="7774" y="593"/>
                      <a:pt x="8280" y="593"/>
                    </a:cubicBezTo>
                    <a:close/>
                    <a:moveTo>
                      <a:pt x="16054" y="593"/>
                    </a:moveTo>
                    <a:cubicBezTo>
                      <a:pt x="15618" y="1029"/>
                      <a:pt x="15392" y="1534"/>
                      <a:pt x="15392" y="2179"/>
                    </a:cubicBezTo>
                    <a:cubicBezTo>
                      <a:pt x="15392" y="2772"/>
                      <a:pt x="15618" y="3347"/>
                      <a:pt x="16054" y="3713"/>
                    </a:cubicBezTo>
                    <a:lnTo>
                      <a:pt x="11696" y="3713"/>
                    </a:lnTo>
                    <a:cubicBezTo>
                      <a:pt x="10825" y="3713"/>
                      <a:pt x="10162" y="3051"/>
                      <a:pt x="10162" y="2179"/>
                    </a:cubicBezTo>
                    <a:cubicBezTo>
                      <a:pt x="10162" y="1307"/>
                      <a:pt x="10825" y="593"/>
                      <a:pt x="11696" y="593"/>
                    </a:cubicBezTo>
                    <a:close/>
                    <a:moveTo>
                      <a:pt x="17571" y="2475"/>
                    </a:moveTo>
                    <a:cubicBezTo>
                      <a:pt x="17867" y="2475"/>
                      <a:pt x="18163" y="2772"/>
                      <a:pt x="18163" y="3138"/>
                    </a:cubicBezTo>
                    <a:cubicBezTo>
                      <a:pt x="18163" y="3417"/>
                      <a:pt x="17867" y="3713"/>
                      <a:pt x="17571" y="3713"/>
                    </a:cubicBezTo>
                    <a:cubicBezTo>
                      <a:pt x="16786" y="3713"/>
                      <a:pt x="16194" y="3207"/>
                      <a:pt x="16054" y="2475"/>
                    </a:cubicBezTo>
                    <a:close/>
                    <a:moveTo>
                      <a:pt x="2109" y="0"/>
                    </a:moveTo>
                    <a:cubicBezTo>
                      <a:pt x="941" y="0"/>
                      <a:pt x="0" y="959"/>
                      <a:pt x="0" y="2179"/>
                    </a:cubicBezTo>
                    <a:cubicBezTo>
                      <a:pt x="0" y="3347"/>
                      <a:pt x="941" y="4288"/>
                      <a:pt x="2109" y="4288"/>
                    </a:cubicBezTo>
                    <a:lnTo>
                      <a:pt x="17571" y="4288"/>
                    </a:lnTo>
                    <a:cubicBezTo>
                      <a:pt x="18739" y="4288"/>
                      <a:pt x="19680" y="3347"/>
                      <a:pt x="19680" y="2179"/>
                    </a:cubicBezTo>
                    <a:cubicBezTo>
                      <a:pt x="19680" y="959"/>
                      <a:pt x="18739" y="0"/>
                      <a:pt x="175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118"/>
              <p:cNvSpPr/>
              <p:nvPr/>
            </p:nvSpPr>
            <p:spPr>
              <a:xfrm>
                <a:off x="1271813" y="2807800"/>
                <a:ext cx="14400" cy="14850"/>
              </a:xfrm>
              <a:custGeom>
                <a:avLst/>
                <a:gdLst/>
                <a:ahLst/>
                <a:cxnLst/>
                <a:rect l="l" t="t" r="r" b="b"/>
                <a:pathLst>
                  <a:path w="576" h="594" extrusionOk="0">
                    <a:moveTo>
                      <a:pt x="1" y="1"/>
                    </a:moveTo>
                    <a:lnTo>
                      <a:pt x="1" y="594"/>
                    </a:lnTo>
                    <a:lnTo>
                      <a:pt x="576" y="594"/>
                    </a:lnTo>
                    <a:lnTo>
                      <a:pt x="57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04" name="Google Shape;5004;p118"/>
            <p:cNvSpPr/>
            <p:nvPr/>
          </p:nvSpPr>
          <p:spPr>
            <a:xfrm>
              <a:off x="1155463" y="2963200"/>
              <a:ext cx="61900" cy="143400"/>
            </a:xfrm>
            <a:custGeom>
              <a:avLst/>
              <a:gdLst/>
              <a:ahLst/>
              <a:cxnLst/>
              <a:rect l="l" t="t" r="r" b="b"/>
              <a:pathLst>
                <a:path w="2476" h="5736" extrusionOk="0">
                  <a:moveTo>
                    <a:pt x="1238" y="1238"/>
                  </a:moveTo>
                  <a:cubicBezTo>
                    <a:pt x="1604" y="1238"/>
                    <a:pt x="1901" y="1517"/>
                    <a:pt x="1901" y="1883"/>
                  </a:cubicBezTo>
                  <a:cubicBezTo>
                    <a:pt x="1901" y="2249"/>
                    <a:pt x="1604" y="2545"/>
                    <a:pt x="1238" y="2545"/>
                  </a:cubicBezTo>
                  <a:cubicBezTo>
                    <a:pt x="872" y="2545"/>
                    <a:pt x="663" y="2249"/>
                    <a:pt x="663" y="1883"/>
                  </a:cubicBezTo>
                  <a:cubicBezTo>
                    <a:pt x="663" y="1517"/>
                    <a:pt x="872" y="1238"/>
                    <a:pt x="1238" y="1238"/>
                  </a:cubicBezTo>
                  <a:close/>
                  <a:moveTo>
                    <a:pt x="1604" y="3051"/>
                  </a:moveTo>
                  <a:lnTo>
                    <a:pt x="1604" y="4794"/>
                  </a:lnTo>
                  <a:lnTo>
                    <a:pt x="1238" y="4654"/>
                  </a:lnTo>
                  <a:lnTo>
                    <a:pt x="959" y="4794"/>
                  </a:lnTo>
                  <a:lnTo>
                    <a:pt x="959" y="3051"/>
                  </a:lnTo>
                  <a:cubicBezTo>
                    <a:pt x="1029" y="3121"/>
                    <a:pt x="1168" y="3121"/>
                    <a:pt x="1238" y="3121"/>
                  </a:cubicBezTo>
                  <a:cubicBezTo>
                    <a:pt x="1395" y="3121"/>
                    <a:pt x="1465" y="3121"/>
                    <a:pt x="1604" y="3051"/>
                  </a:cubicBezTo>
                  <a:close/>
                  <a:moveTo>
                    <a:pt x="959" y="0"/>
                  </a:moveTo>
                  <a:lnTo>
                    <a:pt x="959" y="732"/>
                  </a:lnTo>
                  <a:cubicBezTo>
                    <a:pt x="436" y="802"/>
                    <a:pt x="1" y="1308"/>
                    <a:pt x="1" y="1883"/>
                  </a:cubicBezTo>
                  <a:cubicBezTo>
                    <a:pt x="1" y="2179"/>
                    <a:pt x="157" y="2476"/>
                    <a:pt x="367" y="2685"/>
                  </a:cubicBezTo>
                  <a:lnTo>
                    <a:pt x="367" y="5735"/>
                  </a:lnTo>
                  <a:lnTo>
                    <a:pt x="1238" y="5299"/>
                  </a:lnTo>
                  <a:lnTo>
                    <a:pt x="2180" y="5735"/>
                  </a:lnTo>
                  <a:lnTo>
                    <a:pt x="2180" y="2685"/>
                  </a:lnTo>
                  <a:cubicBezTo>
                    <a:pt x="2406" y="2476"/>
                    <a:pt x="2476" y="2179"/>
                    <a:pt x="2476" y="1883"/>
                  </a:cubicBezTo>
                  <a:cubicBezTo>
                    <a:pt x="2476" y="1308"/>
                    <a:pt x="2110" y="802"/>
                    <a:pt x="1535" y="732"/>
                  </a:cubicBezTo>
                  <a:lnTo>
                    <a:pt x="153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05" name="Google Shape;5005;p118"/>
          <p:cNvSpPr/>
          <p:nvPr/>
        </p:nvSpPr>
        <p:spPr>
          <a:xfrm>
            <a:off x="7739663" y="2919625"/>
            <a:ext cx="294175" cy="16150"/>
          </a:xfrm>
          <a:custGeom>
            <a:avLst/>
            <a:gdLst/>
            <a:ahLst/>
            <a:cxnLst/>
            <a:rect l="l" t="t" r="r" b="b"/>
            <a:pathLst>
              <a:path w="11767" h="646" extrusionOk="0">
                <a:moveTo>
                  <a:pt x="1" y="0"/>
                </a:moveTo>
                <a:lnTo>
                  <a:pt x="1" y="645"/>
                </a:lnTo>
                <a:lnTo>
                  <a:pt x="11767" y="645"/>
                </a:lnTo>
                <a:lnTo>
                  <a:pt x="1176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06" name="Google Shape;5006;p118"/>
          <p:cNvGrpSpPr/>
          <p:nvPr/>
        </p:nvGrpSpPr>
        <p:grpSpPr>
          <a:xfrm>
            <a:off x="7095163" y="3382300"/>
            <a:ext cx="108950" cy="493750"/>
            <a:chOff x="7095163" y="3382300"/>
            <a:chExt cx="108950" cy="493750"/>
          </a:xfrm>
        </p:grpSpPr>
        <p:grpSp>
          <p:nvGrpSpPr>
            <p:cNvPr id="5007" name="Google Shape;5007;p118"/>
            <p:cNvGrpSpPr/>
            <p:nvPr/>
          </p:nvGrpSpPr>
          <p:grpSpPr>
            <a:xfrm>
              <a:off x="7095163" y="3389250"/>
              <a:ext cx="108950" cy="486800"/>
              <a:chOff x="7095163" y="3341625"/>
              <a:chExt cx="108950" cy="486800"/>
            </a:xfrm>
          </p:grpSpPr>
          <p:sp>
            <p:nvSpPr>
              <p:cNvPr id="5008" name="Google Shape;5008;p118"/>
              <p:cNvSpPr/>
              <p:nvPr/>
            </p:nvSpPr>
            <p:spPr>
              <a:xfrm>
                <a:off x="7125663" y="3728600"/>
                <a:ext cx="47525" cy="76300"/>
              </a:xfrm>
              <a:custGeom>
                <a:avLst/>
                <a:gdLst/>
                <a:ahLst/>
                <a:cxnLst/>
                <a:rect l="l" t="t" r="r" b="b"/>
                <a:pathLst>
                  <a:path w="1901" h="3052" extrusionOk="0">
                    <a:moveTo>
                      <a:pt x="0" y="1"/>
                    </a:moveTo>
                    <a:lnTo>
                      <a:pt x="366" y="2476"/>
                    </a:lnTo>
                    <a:lnTo>
                      <a:pt x="959" y="3051"/>
                    </a:lnTo>
                    <a:lnTo>
                      <a:pt x="1604" y="2476"/>
                    </a:lnTo>
                    <a:lnTo>
                      <a:pt x="1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118"/>
              <p:cNvSpPr/>
              <p:nvPr/>
            </p:nvSpPr>
            <p:spPr>
              <a:xfrm>
                <a:off x="7134813" y="3341625"/>
                <a:ext cx="30950" cy="61925"/>
              </a:xfrm>
              <a:custGeom>
                <a:avLst/>
                <a:gdLst/>
                <a:ahLst/>
                <a:cxnLst/>
                <a:rect l="l" t="t" r="r" b="b"/>
                <a:pathLst>
                  <a:path w="1238" h="2477" extrusionOk="0">
                    <a:moveTo>
                      <a:pt x="0" y="1"/>
                    </a:moveTo>
                    <a:lnTo>
                      <a:pt x="0" y="2476"/>
                    </a:lnTo>
                    <a:lnTo>
                      <a:pt x="1238" y="2476"/>
                    </a:lnTo>
                    <a:lnTo>
                      <a:pt x="123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118"/>
              <p:cNvSpPr/>
              <p:nvPr/>
            </p:nvSpPr>
            <p:spPr>
              <a:xfrm>
                <a:off x="7111288" y="3403525"/>
                <a:ext cx="76275" cy="47075"/>
              </a:xfrm>
              <a:custGeom>
                <a:avLst/>
                <a:gdLst/>
                <a:ahLst/>
                <a:cxnLst/>
                <a:rect l="l" t="t" r="r" b="b"/>
                <a:pathLst>
                  <a:path w="3051" h="1883" extrusionOk="0">
                    <a:moveTo>
                      <a:pt x="0" y="0"/>
                    </a:moveTo>
                    <a:lnTo>
                      <a:pt x="0" y="1883"/>
                    </a:lnTo>
                    <a:lnTo>
                      <a:pt x="3051" y="1883"/>
                    </a:lnTo>
                    <a:lnTo>
                      <a:pt x="30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118"/>
              <p:cNvSpPr/>
              <p:nvPr/>
            </p:nvSpPr>
            <p:spPr>
              <a:xfrm>
                <a:off x="7118688" y="3427050"/>
                <a:ext cx="61475" cy="30975"/>
              </a:xfrm>
              <a:custGeom>
                <a:avLst/>
                <a:gdLst/>
                <a:ahLst/>
                <a:cxnLst/>
                <a:rect l="l" t="t" r="r" b="b"/>
                <a:pathLst>
                  <a:path w="2459" h="1239" extrusionOk="0">
                    <a:moveTo>
                      <a:pt x="0" y="0"/>
                    </a:moveTo>
                    <a:lnTo>
                      <a:pt x="0" y="1238"/>
                    </a:lnTo>
                    <a:lnTo>
                      <a:pt x="2458" y="1238"/>
                    </a:lnTo>
                    <a:lnTo>
                      <a:pt x="245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118"/>
              <p:cNvSpPr/>
              <p:nvPr/>
            </p:nvSpPr>
            <p:spPr>
              <a:xfrm>
                <a:off x="7118688" y="3458000"/>
                <a:ext cx="61475" cy="270625"/>
              </a:xfrm>
              <a:custGeom>
                <a:avLst/>
                <a:gdLst/>
                <a:ahLst/>
                <a:cxnLst/>
                <a:rect l="l" t="t" r="r" b="b"/>
                <a:pathLst>
                  <a:path w="2459" h="10825" extrusionOk="0">
                    <a:moveTo>
                      <a:pt x="0" y="0"/>
                    </a:moveTo>
                    <a:lnTo>
                      <a:pt x="0" y="10825"/>
                    </a:lnTo>
                    <a:lnTo>
                      <a:pt x="2458" y="10825"/>
                    </a:lnTo>
                    <a:lnTo>
                      <a:pt x="245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118"/>
              <p:cNvSpPr/>
              <p:nvPr/>
            </p:nvSpPr>
            <p:spPr>
              <a:xfrm>
                <a:off x="7095163" y="3420075"/>
                <a:ext cx="108950" cy="408350"/>
              </a:xfrm>
              <a:custGeom>
                <a:avLst/>
                <a:gdLst/>
                <a:ahLst/>
                <a:cxnLst/>
                <a:rect l="l" t="t" r="r" b="b"/>
                <a:pathLst>
                  <a:path w="4358" h="16334" extrusionOk="0">
                    <a:moveTo>
                      <a:pt x="3120" y="576"/>
                    </a:moveTo>
                    <a:lnTo>
                      <a:pt x="3120" y="1221"/>
                    </a:lnTo>
                    <a:lnTo>
                      <a:pt x="1220" y="1221"/>
                    </a:lnTo>
                    <a:lnTo>
                      <a:pt x="1220" y="576"/>
                    </a:lnTo>
                    <a:close/>
                    <a:moveTo>
                      <a:pt x="3120" y="1813"/>
                    </a:moveTo>
                    <a:lnTo>
                      <a:pt x="3120" y="12045"/>
                    </a:lnTo>
                    <a:lnTo>
                      <a:pt x="1220" y="12045"/>
                    </a:lnTo>
                    <a:lnTo>
                      <a:pt x="1220" y="1813"/>
                    </a:lnTo>
                    <a:lnTo>
                      <a:pt x="1883" y="1813"/>
                    </a:lnTo>
                    <a:lnTo>
                      <a:pt x="1883" y="6171"/>
                    </a:lnTo>
                    <a:lnTo>
                      <a:pt x="2458" y="6171"/>
                    </a:lnTo>
                    <a:lnTo>
                      <a:pt x="2458" y="1813"/>
                    </a:lnTo>
                    <a:close/>
                    <a:moveTo>
                      <a:pt x="2824" y="12638"/>
                    </a:moveTo>
                    <a:lnTo>
                      <a:pt x="2824" y="14085"/>
                    </a:lnTo>
                    <a:lnTo>
                      <a:pt x="2318" y="14817"/>
                    </a:lnTo>
                    <a:lnTo>
                      <a:pt x="2022" y="14817"/>
                    </a:lnTo>
                    <a:lnTo>
                      <a:pt x="1586" y="14085"/>
                    </a:lnTo>
                    <a:lnTo>
                      <a:pt x="1586" y="12638"/>
                    </a:lnTo>
                    <a:close/>
                    <a:moveTo>
                      <a:pt x="645" y="1"/>
                    </a:moveTo>
                    <a:lnTo>
                      <a:pt x="645" y="1221"/>
                    </a:lnTo>
                    <a:lnTo>
                      <a:pt x="0" y="1221"/>
                    </a:lnTo>
                    <a:lnTo>
                      <a:pt x="0" y="1813"/>
                    </a:lnTo>
                    <a:lnTo>
                      <a:pt x="645" y="1813"/>
                    </a:lnTo>
                    <a:lnTo>
                      <a:pt x="645" y="12638"/>
                    </a:lnTo>
                    <a:lnTo>
                      <a:pt x="941" y="12638"/>
                    </a:lnTo>
                    <a:lnTo>
                      <a:pt x="941" y="14224"/>
                    </a:lnTo>
                    <a:lnTo>
                      <a:pt x="1743" y="15392"/>
                    </a:lnTo>
                    <a:lnTo>
                      <a:pt x="1883" y="15392"/>
                    </a:lnTo>
                    <a:lnTo>
                      <a:pt x="1883" y="16334"/>
                    </a:lnTo>
                    <a:lnTo>
                      <a:pt x="2458" y="16334"/>
                    </a:lnTo>
                    <a:lnTo>
                      <a:pt x="2458" y="15392"/>
                    </a:lnTo>
                    <a:lnTo>
                      <a:pt x="2685" y="15392"/>
                    </a:lnTo>
                    <a:lnTo>
                      <a:pt x="3399" y="14224"/>
                    </a:lnTo>
                    <a:lnTo>
                      <a:pt x="3399" y="12638"/>
                    </a:lnTo>
                    <a:lnTo>
                      <a:pt x="3696" y="12638"/>
                    </a:lnTo>
                    <a:lnTo>
                      <a:pt x="3696" y="1813"/>
                    </a:lnTo>
                    <a:lnTo>
                      <a:pt x="4358" y="1813"/>
                    </a:lnTo>
                    <a:lnTo>
                      <a:pt x="4358" y="1221"/>
                    </a:lnTo>
                    <a:lnTo>
                      <a:pt x="3696" y="1221"/>
                    </a:lnTo>
                    <a:lnTo>
                      <a:pt x="369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118"/>
              <p:cNvSpPr/>
              <p:nvPr/>
            </p:nvSpPr>
            <p:spPr>
              <a:xfrm>
                <a:off x="7134813" y="3628825"/>
                <a:ext cx="30950" cy="14400"/>
              </a:xfrm>
              <a:custGeom>
                <a:avLst/>
                <a:gdLst/>
                <a:ahLst/>
                <a:cxnLst/>
                <a:rect l="l" t="t" r="r" b="b"/>
                <a:pathLst>
                  <a:path w="1238" h="576" extrusionOk="0">
                    <a:moveTo>
                      <a:pt x="0" y="0"/>
                    </a:moveTo>
                    <a:lnTo>
                      <a:pt x="0" y="575"/>
                    </a:lnTo>
                    <a:lnTo>
                      <a:pt x="1238" y="575"/>
                    </a:lnTo>
                    <a:lnTo>
                      <a:pt x="12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15" name="Google Shape;5015;p118"/>
            <p:cNvSpPr/>
            <p:nvPr/>
          </p:nvSpPr>
          <p:spPr>
            <a:xfrm>
              <a:off x="7111288" y="3382300"/>
              <a:ext cx="76275" cy="78025"/>
            </a:xfrm>
            <a:custGeom>
              <a:avLst/>
              <a:gdLst/>
              <a:ahLst/>
              <a:cxnLst/>
              <a:rect l="l" t="t" r="r" b="b"/>
              <a:pathLst>
                <a:path w="3051" h="3121" extrusionOk="0">
                  <a:moveTo>
                    <a:pt x="1813" y="645"/>
                  </a:moveTo>
                  <a:lnTo>
                    <a:pt x="1813" y="2458"/>
                  </a:lnTo>
                  <a:lnTo>
                    <a:pt x="1238" y="2458"/>
                  </a:lnTo>
                  <a:lnTo>
                    <a:pt x="1238" y="645"/>
                  </a:lnTo>
                  <a:close/>
                  <a:moveTo>
                    <a:pt x="575" y="0"/>
                  </a:moveTo>
                  <a:lnTo>
                    <a:pt x="662" y="2458"/>
                  </a:lnTo>
                  <a:lnTo>
                    <a:pt x="0" y="2458"/>
                  </a:lnTo>
                  <a:lnTo>
                    <a:pt x="0" y="3120"/>
                  </a:lnTo>
                  <a:lnTo>
                    <a:pt x="3051" y="3120"/>
                  </a:lnTo>
                  <a:lnTo>
                    <a:pt x="3051" y="2458"/>
                  </a:lnTo>
                  <a:lnTo>
                    <a:pt x="2475" y="2458"/>
                  </a:lnTo>
                  <a:lnTo>
                    <a:pt x="247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6" name="Google Shape;5016;p118"/>
          <p:cNvGrpSpPr/>
          <p:nvPr/>
        </p:nvGrpSpPr>
        <p:grpSpPr>
          <a:xfrm>
            <a:off x="5522413" y="3382300"/>
            <a:ext cx="309000" cy="493750"/>
            <a:chOff x="5522413" y="3334675"/>
            <a:chExt cx="309000" cy="493750"/>
          </a:xfrm>
        </p:grpSpPr>
        <p:sp>
          <p:nvSpPr>
            <p:cNvPr id="5017" name="Google Shape;5017;p118"/>
            <p:cNvSpPr/>
            <p:nvPr/>
          </p:nvSpPr>
          <p:spPr>
            <a:xfrm>
              <a:off x="5529838" y="3341625"/>
              <a:ext cx="292425" cy="479400"/>
            </a:xfrm>
            <a:custGeom>
              <a:avLst/>
              <a:gdLst/>
              <a:ahLst/>
              <a:cxnLst/>
              <a:rect l="l" t="t" r="r" b="b"/>
              <a:pathLst>
                <a:path w="11697" h="19176" extrusionOk="0">
                  <a:moveTo>
                    <a:pt x="7984" y="15480"/>
                  </a:moveTo>
                  <a:cubicBezTo>
                    <a:pt x="8489" y="15480"/>
                    <a:pt x="8925" y="15916"/>
                    <a:pt x="8925" y="16421"/>
                  </a:cubicBezTo>
                  <a:cubicBezTo>
                    <a:pt x="8925" y="16927"/>
                    <a:pt x="8489" y="17293"/>
                    <a:pt x="7984" y="17293"/>
                  </a:cubicBezTo>
                  <a:cubicBezTo>
                    <a:pt x="7478" y="17293"/>
                    <a:pt x="7112" y="16927"/>
                    <a:pt x="7112" y="16421"/>
                  </a:cubicBezTo>
                  <a:cubicBezTo>
                    <a:pt x="7112" y="15916"/>
                    <a:pt x="7478" y="15480"/>
                    <a:pt x="7984" y="15480"/>
                  </a:cubicBezTo>
                  <a:close/>
                  <a:moveTo>
                    <a:pt x="0" y="1"/>
                  </a:moveTo>
                  <a:lnTo>
                    <a:pt x="0" y="8647"/>
                  </a:lnTo>
                  <a:lnTo>
                    <a:pt x="0" y="9884"/>
                  </a:lnTo>
                  <a:lnTo>
                    <a:pt x="0" y="19175"/>
                  </a:lnTo>
                  <a:lnTo>
                    <a:pt x="11697" y="19175"/>
                  </a:lnTo>
                  <a:lnTo>
                    <a:pt x="11400" y="16717"/>
                  </a:lnTo>
                  <a:lnTo>
                    <a:pt x="10459" y="15183"/>
                  </a:lnTo>
                  <a:lnTo>
                    <a:pt x="9221" y="13946"/>
                  </a:lnTo>
                  <a:lnTo>
                    <a:pt x="8925" y="11767"/>
                  </a:lnTo>
                  <a:lnTo>
                    <a:pt x="9884" y="10547"/>
                  </a:lnTo>
                  <a:lnTo>
                    <a:pt x="11697" y="9884"/>
                  </a:lnTo>
                  <a:lnTo>
                    <a:pt x="11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118"/>
            <p:cNvSpPr/>
            <p:nvPr/>
          </p:nvSpPr>
          <p:spPr>
            <a:xfrm>
              <a:off x="5584313" y="3389125"/>
              <a:ext cx="61900" cy="61475"/>
            </a:xfrm>
            <a:custGeom>
              <a:avLst/>
              <a:gdLst/>
              <a:ahLst/>
              <a:cxnLst/>
              <a:rect l="l" t="t" r="r" b="b"/>
              <a:pathLst>
                <a:path w="2476" h="2459" extrusionOk="0">
                  <a:moveTo>
                    <a:pt x="1238" y="1"/>
                  </a:moveTo>
                  <a:cubicBezTo>
                    <a:pt x="506" y="1"/>
                    <a:pt x="0" y="576"/>
                    <a:pt x="0" y="1239"/>
                  </a:cubicBezTo>
                  <a:cubicBezTo>
                    <a:pt x="0" y="1884"/>
                    <a:pt x="506" y="2459"/>
                    <a:pt x="1238" y="2459"/>
                  </a:cubicBezTo>
                  <a:cubicBezTo>
                    <a:pt x="1883" y="2459"/>
                    <a:pt x="2475" y="1884"/>
                    <a:pt x="2475" y="1239"/>
                  </a:cubicBezTo>
                  <a:cubicBezTo>
                    <a:pt x="2475" y="576"/>
                    <a:pt x="1883" y="1"/>
                    <a:pt x="12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118"/>
            <p:cNvSpPr/>
            <p:nvPr/>
          </p:nvSpPr>
          <p:spPr>
            <a:xfrm>
              <a:off x="5707638" y="3389125"/>
              <a:ext cx="61900" cy="61475"/>
            </a:xfrm>
            <a:custGeom>
              <a:avLst/>
              <a:gdLst/>
              <a:ahLst/>
              <a:cxnLst/>
              <a:rect l="l" t="t" r="r" b="b"/>
              <a:pathLst>
                <a:path w="2476" h="2459" extrusionOk="0">
                  <a:moveTo>
                    <a:pt x="1238" y="1"/>
                  </a:moveTo>
                  <a:cubicBezTo>
                    <a:pt x="506" y="1"/>
                    <a:pt x="0" y="576"/>
                    <a:pt x="0" y="1239"/>
                  </a:cubicBezTo>
                  <a:cubicBezTo>
                    <a:pt x="0" y="1884"/>
                    <a:pt x="506" y="2459"/>
                    <a:pt x="1238" y="2459"/>
                  </a:cubicBezTo>
                  <a:cubicBezTo>
                    <a:pt x="1900" y="2459"/>
                    <a:pt x="2475" y="1884"/>
                    <a:pt x="2475" y="1239"/>
                  </a:cubicBezTo>
                  <a:cubicBezTo>
                    <a:pt x="2475" y="576"/>
                    <a:pt x="1900" y="1"/>
                    <a:pt x="12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118"/>
            <p:cNvSpPr/>
            <p:nvPr/>
          </p:nvSpPr>
          <p:spPr>
            <a:xfrm>
              <a:off x="5584313" y="3496350"/>
              <a:ext cx="61900" cy="61450"/>
            </a:xfrm>
            <a:custGeom>
              <a:avLst/>
              <a:gdLst/>
              <a:ahLst/>
              <a:cxnLst/>
              <a:rect l="l" t="t" r="r" b="b"/>
              <a:pathLst>
                <a:path w="2476" h="2458" extrusionOk="0">
                  <a:moveTo>
                    <a:pt x="1238" y="0"/>
                  </a:moveTo>
                  <a:cubicBezTo>
                    <a:pt x="506" y="0"/>
                    <a:pt x="0" y="575"/>
                    <a:pt x="0" y="1220"/>
                  </a:cubicBezTo>
                  <a:cubicBezTo>
                    <a:pt x="0" y="1952"/>
                    <a:pt x="506" y="2458"/>
                    <a:pt x="1238" y="2458"/>
                  </a:cubicBezTo>
                  <a:cubicBezTo>
                    <a:pt x="1883" y="2458"/>
                    <a:pt x="2475" y="1952"/>
                    <a:pt x="2475" y="1220"/>
                  </a:cubicBezTo>
                  <a:cubicBezTo>
                    <a:pt x="2475" y="575"/>
                    <a:pt x="1883" y="0"/>
                    <a:pt x="12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118"/>
            <p:cNvSpPr/>
            <p:nvPr/>
          </p:nvSpPr>
          <p:spPr>
            <a:xfrm>
              <a:off x="5584313" y="3605275"/>
              <a:ext cx="61900" cy="61475"/>
            </a:xfrm>
            <a:custGeom>
              <a:avLst/>
              <a:gdLst/>
              <a:ahLst/>
              <a:cxnLst/>
              <a:rect l="l" t="t" r="r" b="b"/>
              <a:pathLst>
                <a:path w="2476" h="2459" extrusionOk="0">
                  <a:moveTo>
                    <a:pt x="1238" y="1"/>
                  </a:moveTo>
                  <a:cubicBezTo>
                    <a:pt x="506" y="1"/>
                    <a:pt x="0" y="506"/>
                    <a:pt x="0" y="1221"/>
                  </a:cubicBezTo>
                  <a:cubicBezTo>
                    <a:pt x="0" y="1883"/>
                    <a:pt x="506" y="2459"/>
                    <a:pt x="1238" y="2459"/>
                  </a:cubicBezTo>
                  <a:cubicBezTo>
                    <a:pt x="1883" y="2459"/>
                    <a:pt x="2475" y="1883"/>
                    <a:pt x="2475" y="1221"/>
                  </a:cubicBezTo>
                  <a:cubicBezTo>
                    <a:pt x="2475" y="506"/>
                    <a:pt x="1883" y="1"/>
                    <a:pt x="12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118"/>
            <p:cNvSpPr/>
            <p:nvPr/>
          </p:nvSpPr>
          <p:spPr>
            <a:xfrm>
              <a:off x="5584313" y="3712050"/>
              <a:ext cx="61900" cy="61900"/>
            </a:xfrm>
            <a:custGeom>
              <a:avLst/>
              <a:gdLst/>
              <a:ahLst/>
              <a:cxnLst/>
              <a:rect l="l" t="t" r="r" b="b"/>
              <a:pathLst>
                <a:path w="2476" h="2476" extrusionOk="0">
                  <a:moveTo>
                    <a:pt x="1238" y="0"/>
                  </a:moveTo>
                  <a:cubicBezTo>
                    <a:pt x="506" y="0"/>
                    <a:pt x="0" y="593"/>
                    <a:pt x="0" y="1238"/>
                  </a:cubicBezTo>
                  <a:cubicBezTo>
                    <a:pt x="0" y="1970"/>
                    <a:pt x="506" y="2476"/>
                    <a:pt x="1238" y="2476"/>
                  </a:cubicBezTo>
                  <a:cubicBezTo>
                    <a:pt x="1883" y="2476"/>
                    <a:pt x="2475" y="1970"/>
                    <a:pt x="2475" y="1238"/>
                  </a:cubicBezTo>
                  <a:cubicBezTo>
                    <a:pt x="2475" y="593"/>
                    <a:pt x="1883" y="0"/>
                    <a:pt x="12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118"/>
            <p:cNvSpPr/>
            <p:nvPr/>
          </p:nvSpPr>
          <p:spPr>
            <a:xfrm>
              <a:off x="5707638" y="3496350"/>
              <a:ext cx="61900" cy="61450"/>
            </a:xfrm>
            <a:custGeom>
              <a:avLst/>
              <a:gdLst/>
              <a:ahLst/>
              <a:cxnLst/>
              <a:rect l="l" t="t" r="r" b="b"/>
              <a:pathLst>
                <a:path w="2476" h="2458" extrusionOk="0">
                  <a:moveTo>
                    <a:pt x="1238" y="0"/>
                  </a:moveTo>
                  <a:cubicBezTo>
                    <a:pt x="506" y="0"/>
                    <a:pt x="0" y="575"/>
                    <a:pt x="0" y="1220"/>
                  </a:cubicBezTo>
                  <a:cubicBezTo>
                    <a:pt x="0" y="1952"/>
                    <a:pt x="506" y="2458"/>
                    <a:pt x="1238" y="2458"/>
                  </a:cubicBezTo>
                  <a:cubicBezTo>
                    <a:pt x="1900" y="2458"/>
                    <a:pt x="2475" y="1952"/>
                    <a:pt x="2475" y="1220"/>
                  </a:cubicBezTo>
                  <a:cubicBezTo>
                    <a:pt x="2475" y="575"/>
                    <a:pt x="1900" y="0"/>
                    <a:pt x="12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118"/>
            <p:cNvSpPr/>
            <p:nvPr/>
          </p:nvSpPr>
          <p:spPr>
            <a:xfrm>
              <a:off x="5522413" y="3334675"/>
              <a:ext cx="309000" cy="493750"/>
            </a:xfrm>
            <a:custGeom>
              <a:avLst/>
              <a:gdLst/>
              <a:ahLst/>
              <a:cxnLst/>
              <a:rect l="l" t="t" r="r" b="b"/>
              <a:pathLst>
                <a:path w="12360" h="19750" extrusionOk="0">
                  <a:moveTo>
                    <a:pt x="11697" y="645"/>
                  </a:moveTo>
                  <a:lnTo>
                    <a:pt x="11697" y="9866"/>
                  </a:lnTo>
                  <a:cubicBezTo>
                    <a:pt x="10181" y="10023"/>
                    <a:pt x="8943" y="11400"/>
                    <a:pt x="8943" y="13004"/>
                  </a:cubicBezTo>
                  <a:cubicBezTo>
                    <a:pt x="8943" y="14015"/>
                    <a:pt x="9449" y="15026"/>
                    <a:pt x="10390" y="15618"/>
                  </a:cubicBezTo>
                  <a:cubicBezTo>
                    <a:pt x="11192" y="16124"/>
                    <a:pt x="11697" y="17065"/>
                    <a:pt x="11697" y="18076"/>
                  </a:cubicBezTo>
                  <a:lnTo>
                    <a:pt x="11697" y="19174"/>
                  </a:lnTo>
                  <a:lnTo>
                    <a:pt x="594" y="19174"/>
                  </a:lnTo>
                  <a:lnTo>
                    <a:pt x="594" y="645"/>
                  </a:lnTo>
                  <a:close/>
                  <a:moveTo>
                    <a:pt x="1" y="0"/>
                  </a:moveTo>
                  <a:lnTo>
                    <a:pt x="1" y="19750"/>
                  </a:lnTo>
                  <a:lnTo>
                    <a:pt x="12360" y="19750"/>
                  </a:lnTo>
                  <a:lnTo>
                    <a:pt x="12360" y="18076"/>
                  </a:lnTo>
                  <a:cubicBezTo>
                    <a:pt x="12360" y="16839"/>
                    <a:pt x="11697" y="15688"/>
                    <a:pt x="10686" y="15026"/>
                  </a:cubicBezTo>
                  <a:cubicBezTo>
                    <a:pt x="9954" y="14590"/>
                    <a:pt x="9518" y="13788"/>
                    <a:pt x="9518" y="13004"/>
                  </a:cubicBezTo>
                  <a:cubicBezTo>
                    <a:pt x="9518" y="11609"/>
                    <a:pt x="10686" y="10528"/>
                    <a:pt x="11994" y="10528"/>
                  </a:cubicBezTo>
                  <a:lnTo>
                    <a:pt x="12360" y="10528"/>
                  </a:lnTo>
                  <a:lnTo>
                    <a:pt x="1236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118"/>
            <p:cNvSpPr/>
            <p:nvPr/>
          </p:nvSpPr>
          <p:spPr>
            <a:xfrm>
              <a:off x="5576888" y="3381725"/>
              <a:ext cx="76300" cy="76300"/>
            </a:xfrm>
            <a:custGeom>
              <a:avLst/>
              <a:gdLst/>
              <a:ahLst/>
              <a:cxnLst/>
              <a:rect l="l" t="t" r="r" b="b"/>
              <a:pathLst>
                <a:path w="3052" h="3052" extrusionOk="0">
                  <a:moveTo>
                    <a:pt x="1535" y="576"/>
                  </a:moveTo>
                  <a:cubicBezTo>
                    <a:pt x="2040" y="576"/>
                    <a:pt x="2476" y="1012"/>
                    <a:pt x="2476" y="1535"/>
                  </a:cubicBezTo>
                  <a:cubicBezTo>
                    <a:pt x="2476" y="2040"/>
                    <a:pt x="2040" y="2476"/>
                    <a:pt x="1535" y="2476"/>
                  </a:cubicBezTo>
                  <a:cubicBezTo>
                    <a:pt x="1029" y="2476"/>
                    <a:pt x="593" y="2040"/>
                    <a:pt x="593" y="1535"/>
                  </a:cubicBezTo>
                  <a:cubicBezTo>
                    <a:pt x="593" y="1012"/>
                    <a:pt x="1029" y="576"/>
                    <a:pt x="1535" y="576"/>
                  </a:cubicBezTo>
                  <a:close/>
                  <a:moveTo>
                    <a:pt x="1535" y="1"/>
                  </a:moveTo>
                  <a:cubicBezTo>
                    <a:pt x="663" y="1"/>
                    <a:pt x="1" y="663"/>
                    <a:pt x="1" y="1535"/>
                  </a:cubicBezTo>
                  <a:cubicBezTo>
                    <a:pt x="1" y="2406"/>
                    <a:pt x="663" y="3051"/>
                    <a:pt x="1535" y="3051"/>
                  </a:cubicBezTo>
                  <a:cubicBezTo>
                    <a:pt x="2337" y="3051"/>
                    <a:pt x="3051" y="2406"/>
                    <a:pt x="3051" y="1535"/>
                  </a:cubicBezTo>
                  <a:cubicBezTo>
                    <a:pt x="3051" y="663"/>
                    <a:pt x="2337" y="1"/>
                    <a:pt x="15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118"/>
            <p:cNvSpPr/>
            <p:nvPr/>
          </p:nvSpPr>
          <p:spPr>
            <a:xfrm>
              <a:off x="5576888" y="3488925"/>
              <a:ext cx="76300" cy="78025"/>
            </a:xfrm>
            <a:custGeom>
              <a:avLst/>
              <a:gdLst/>
              <a:ahLst/>
              <a:cxnLst/>
              <a:rect l="l" t="t" r="r" b="b"/>
              <a:pathLst>
                <a:path w="3052" h="3121" extrusionOk="0">
                  <a:moveTo>
                    <a:pt x="1535" y="646"/>
                  </a:moveTo>
                  <a:cubicBezTo>
                    <a:pt x="2040" y="646"/>
                    <a:pt x="2476" y="1012"/>
                    <a:pt x="2476" y="1517"/>
                  </a:cubicBezTo>
                  <a:cubicBezTo>
                    <a:pt x="2476" y="2040"/>
                    <a:pt x="2040" y="2476"/>
                    <a:pt x="1535" y="2476"/>
                  </a:cubicBezTo>
                  <a:cubicBezTo>
                    <a:pt x="1029" y="2476"/>
                    <a:pt x="593" y="2040"/>
                    <a:pt x="593" y="1517"/>
                  </a:cubicBezTo>
                  <a:cubicBezTo>
                    <a:pt x="593" y="1012"/>
                    <a:pt x="1029" y="646"/>
                    <a:pt x="1535" y="646"/>
                  </a:cubicBezTo>
                  <a:close/>
                  <a:moveTo>
                    <a:pt x="1535" y="1"/>
                  </a:moveTo>
                  <a:cubicBezTo>
                    <a:pt x="663" y="1"/>
                    <a:pt x="1" y="733"/>
                    <a:pt x="1" y="1517"/>
                  </a:cubicBezTo>
                  <a:cubicBezTo>
                    <a:pt x="1" y="2389"/>
                    <a:pt x="663" y="3121"/>
                    <a:pt x="1535" y="3121"/>
                  </a:cubicBezTo>
                  <a:cubicBezTo>
                    <a:pt x="2337" y="3121"/>
                    <a:pt x="3051" y="2389"/>
                    <a:pt x="3051" y="1517"/>
                  </a:cubicBezTo>
                  <a:cubicBezTo>
                    <a:pt x="3051" y="733"/>
                    <a:pt x="2337" y="1"/>
                    <a:pt x="15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118"/>
            <p:cNvSpPr/>
            <p:nvPr/>
          </p:nvSpPr>
          <p:spPr>
            <a:xfrm>
              <a:off x="5700663" y="3381725"/>
              <a:ext cx="76275" cy="76300"/>
            </a:xfrm>
            <a:custGeom>
              <a:avLst/>
              <a:gdLst/>
              <a:ahLst/>
              <a:cxnLst/>
              <a:rect l="l" t="t" r="r" b="b"/>
              <a:pathLst>
                <a:path w="3051" h="3052" extrusionOk="0">
                  <a:moveTo>
                    <a:pt x="1517" y="576"/>
                  </a:moveTo>
                  <a:cubicBezTo>
                    <a:pt x="2022" y="576"/>
                    <a:pt x="2458" y="1012"/>
                    <a:pt x="2458" y="1535"/>
                  </a:cubicBezTo>
                  <a:cubicBezTo>
                    <a:pt x="2458" y="2040"/>
                    <a:pt x="2022" y="2476"/>
                    <a:pt x="1517" y="2476"/>
                  </a:cubicBezTo>
                  <a:cubicBezTo>
                    <a:pt x="1011" y="2476"/>
                    <a:pt x="575" y="2040"/>
                    <a:pt x="575" y="1535"/>
                  </a:cubicBezTo>
                  <a:cubicBezTo>
                    <a:pt x="575" y="1012"/>
                    <a:pt x="1011" y="576"/>
                    <a:pt x="1517" y="576"/>
                  </a:cubicBezTo>
                  <a:close/>
                  <a:moveTo>
                    <a:pt x="1517" y="1"/>
                  </a:moveTo>
                  <a:cubicBezTo>
                    <a:pt x="645" y="1"/>
                    <a:pt x="0" y="663"/>
                    <a:pt x="0" y="1535"/>
                  </a:cubicBezTo>
                  <a:cubicBezTo>
                    <a:pt x="0" y="2406"/>
                    <a:pt x="645" y="3051"/>
                    <a:pt x="1517" y="3051"/>
                  </a:cubicBezTo>
                  <a:cubicBezTo>
                    <a:pt x="2319" y="3051"/>
                    <a:pt x="3051" y="2406"/>
                    <a:pt x="3051" y="1535"/>
                  </a:cubicBezTo>
                  <a:cubicBezTo>
                    <a:pt x="3051" y="663"/>
                    <a:pt x="2319" y="1"/>
                    <a:pt x="15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118"/>
            <p:cNvSpPr/>
            <p:nvPr/>
          </p:nvSpPr>
          <p:spPr>
            <a:xfrm>
              <a:off x="5700663" y="3488925"/>
              <a:ext cx="76275" cy="78025"/>
            </a:xfrm>
            <a:custGeom>
              <a:avLst/>
              <a:gdLst/>
              <a:ahLst/>
              <a:cxnLst/>
              <a:rect l="l" t="t" r="r" b="b"/>
              <a:pathLst>
                <a:path w="3051" h="3121" extrusionOk="0">
                  <a:moveTo>
                    <a:pt x="1517" y="646"/>
                  </a:moveTo>
                  <a:cubicBezTo>
                    <a:pt x="2022" y="646"/>
                    <a:pt x="2458" y="1012"/>
                    <a:pt x="2458" y="1517"/>
                  </a:cubicBezTo>
                  <a:cubicBezTo>
                    <a:pt x="2458" y="2040"/>
                    <a:pt x="2022" y="2476"/>
                    <a:pt x="1517" y="2476"/>
                  </a:cubicBezTo>
                  <a:cubicBezTo>
                    <a:pt x="1011" y="2476"/>
                    <a:pt x="575" y="2040"/>
                    <a:pt x="575" y="1517"/>
                  </a:cubicBezTo>
                  <a:cubicBezTo>
                    <a:pt x="575" y="1012"/>
                    <a:pt x="1011" y="646"/>
                    <a:pt x="1517" y="646"/>
                  </a:cubicBezTo>
                  <a:close/>
                  <a:moveTo>
                    <a:pt x="1517" y="1"/>
                  </a:moveTo>
                  <a:cubicBezTo>
                    <a:pt x="645" y="1"/>
                    <a:pt x="0" y="733"/>
                    <a:pt x="0" y="1517"/>
                  </a:cubicBezTo>
                  <a:cubicBezTo>
                    <a:pt x="0" y="2389"/>
                    <a:pt x="645" y="3121"/>
                    <a:pt x="1517" y="3121"/>
                  </a:cubicBezTo>
                  <a:cubicBezTo>
                    <a:pt x="2319" y="3121"/>
                    <a:pt x="3051" y="2389"/>
                    <a:pt x="3051" y="1517"/>
                  </a:cubicBezTo>
                  <a:cubicBezTo>
                    <a:pt x="3051" y="733"/>
                    <a:pt x="2319" y="1"/>
                    <a:pt x="15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118"/>
            <p:cNvSpPr/>
            <p:nvPr/>
          </p:nvSpPr>
          <p:spPr>
            <a:xfrm>
              <a:off x="5576888" y="3597875"/>
              <a:ext cx="76300" cy="76275"/>
            </a:xfrm>
            <a:custGeom>
              <a:avLst/>
              <a:gdLst/>
              <a:ahLst/>
              <a:cxnLst/>
              <a:rect l="l" t="t" r="r" b="b"/>
              <a:pathLst>
                <a:path w="3052" h="3051" extrusionOk="0">
                  <a:moveTo>
                    <a:pt x="1535" y="576"/>
                  </a:moveTo>
                  <a:cubicBezTo>
                    <a:pt x="2040" y="576"/>
                    <a:pt x="2476" y="1011"/>
                    <a:pt x="2476" y="1517"/>
                  </a:cubicBezTo>
                  <a:cubicBezTo>
                    <a:pt x="2476" y="2040"/>
                    <a:pt x="2040" y="2476"/>
                    <a:pt x="1535" y="2476"/>
                  </a:cubicBezTo>
                  <a:cubicBezTo>
                    <a:pt x="1029" y="2476"/>
                    <a:pt x="593" y="2040"/>
                    <a:pt x="593" y="1517"/>
                  </a:cubicBezTo>
                  <a:cubicBezTo>
                    <a:pt x="593" y="1011"/>
                    <a:pt x="1029" y="576"/>
                    <a:pt x="1535" y="576"/>
                  </a:cubicBezTo>
                  <a:close/>
                  <a:moveTo>
                    <a:pt x="1535" y="0"/>
                  </a:moveTo>
                  <a:cubicBezTo>
                    <a:pt x="663" y="0"/>
                    <a:pt x="1" y="645"/>
                    <a:pt x="1" y="1517"/>
                  </a:cubicBezTo>
                  <a:cubicBezTo>
                    <a:pt x="1" y="2389"/>
                    <a:pt x="663" y="3051"/>
                    <a:pt x="1535" y="3051"/>
                  </a:cubicBezTo>
                  <a:cubicBezTo>
                    <a:pt x="2337" y="3051"/>
                    <a:pt x="3051" y="2389"/>
                    <a:pt x="3051" y="1517"/>
                  </a:cubicBezTo>
                  <a:cubicBezTo>
                    <a:pt x="3051" y="645"/>
                    <a:pt x="2337" y="0"/>
                    <a:pt x="15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118"/>
            <p:cNvSpPr/>
            <p:nvPr/>
          </p:nvSpPr>
          <p:spPr>
            <a:xfrm>
              <a:off x="5576888" y="3705075"/>
              <a:ext cx="76300" cy="76275"/>
            </a:xfrm>
            <a:custGeom>
              <a:avLst/>
              <a:gdLst/>
              <a:ahLst/>
              <a:cxnLst/>
              <a:rect l="l" t="t" r="r" b="b"/>
              <a:pathLst>
                <a:path w="3052" h="3051" extrusionOk="0">
                  <a:moveTo>
                    <a:pt x="1535" y="576"/>
                  </a:moveTo>
                  <a:cubicBezTo>
                    <a:pt x="2040" y="576"/>
                    <a:pt x="2476" y="1012"/>
                    <a:pt x="2476" y="1517"/>
                  </a:cubicBezTo>
                  <a:cubicBezTo>
                    <a:pt x="2476" y="2023"/>
                    <a:pt x="2040" y="2458"/>
                    <a:pt x="1535" y="2458"/>
                  </a:cubicBezTo>
                  <a:cubicBezTo>
                    <a:pt x="1029" y="2458"/>
                    <a:pt x="593" y="2023"/>
                    <a:pt x="593" y="1517"/>
                  </a:cubicBezTo>
                  <a:cubicBezTo>
                    <a:pt x="593" y="1012"/>
                    <a:pt x="1029" y="576"/>
                    <a:pt x="1535" y="576"/>
                  </a:cubicBezTo>
                  <a:close/>
                  <a:moveTo>
                    <a:pt x="1535" y="0"/>
                  </a:moveTo>
                  <a:cubicBezTo>
                    <a:pt x="663" y="0"/>
                    <a:pt x="1" y="715"/>
                    <a:pt x="1" y="1517"/>
                  </a:cubicBezTo>
                  <a:cubicBezTo>
                    <a:pt x="1" y="2389"/>
                    <a:pt x="663" y="3051"/>
                    <a:pt x="1535" y="3051"/>
                  </a:cubicBezTo>
                  <a:cubicBezTo>
                    <a:pt x="2337" y="3051"/>
                    <a:pt x="3051" y="2389"/>
                    <a:pt x="3051" y="1517"/>
                  </a:cubicBezTo>
                  <a:cubicBezTo>
                    <a:pt x="3051" y="715"/>
                    <a:pt x="2337" y="0"/>
                    <a:pt x="15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118"/>
            <p:cNvSpPr/>
            <p:nvPr/>
          </p:nvSpPr>
          <p:spPr>
            <a:xfrm>
              <a:off x="5700663" y="3721200"/>
              <a:ext cx="59725" cy="60150"/>
            </a:xfrm>
            <a:custGeom>
              <a:avLst/>
              <a:gdLst/>
              <a:ahLst/>
              <a:cxnLst/>
              <a:rect l="l" t="t" r="r" b="b"/>
              <a:pathLst>
                <a:path w="2389" h="2406" extrusionOk="0">
                  <a:moveTo>
                    <a:pt x="1151" y="593"/>
                  </a:moveTo>
                  <a:cubicBezTo>
                    <a:pt x="1517" y="593"/>
                    <a:pt x="1813" y="872"/>
                    <a:pt x="1813" y="1238"/>
                  </a:cubicBezTo>
                  <a:cubicBezTo>
                    <a:pt x="1813" y="1534"/>
                    <a:pt x="1517" y="1813"/>
                    <a:pt x="1151" y="1813"/>
                  </a:cubicBezTo>
                  <a:cubicBezTo>
                    <a:pt x="872" y="1813"/>
                    <a:pt x="575" y="1534"/>
                    <a:pt x="575" y="1238"/>
                  </a:cubicBezTo>
                  <a:cubicBezTo>
                    <a:pt x="575" y="872"/>
                    <a:pt x="872" y="593"/>
                    <a:pt x="1151" y="593"/>
                  </a:cubicBezTo>
                  <a:close/>
                  <a:moveTo>
                    <a:pt x="1151" y="0"/>
                  </a:moveTo>
                  <a:cubicBezTo>
                    <a:pt x="506" y="0"/>
                    <a:pt x="0" y="506"/>
                    <a:pt x="0" y="1238"/>
                  </a:cubicBezTo>
                  <a:cubicBezTo>
                    <a:pt x="0" y="1900"/>
                    <a:pt x="506" y="2406"/>
                    <a:pt x="1151" y="2406"/>
                  </a:cubicBezTo>
                  <a:cubicBezTo>
                    <a:pt x="1883" y="2406"/>
                    <a:pt x="2388" y="1900"/>
                    <a:pt x="2388" y="1238"/>
                  </a:cubicBezTo>
                  <a:cubicBezTo>
                    <a:pt x="2388" y="506"/>
                    <a:pt x="1883" y="0"/>
                    <a:pt x="115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2" name="Google Shape;5032;p118"/>
          <p:cNvGrpSpPr/>
          <p:nvPr/>
        </p:nvGrpSpPr>
        <p:grpSpPr>
          <a:xfrm>
            <a:off x="1202963" y="4060675"/>
            <a:ext cx="107225" cy="494200"/>
            <a:chOff x="1202963" y="4060675"/>
            <a:chExt cx="107225" cy="494200"/>
          </a:xfrm>
        </p:grpSpPr>
        <p:grpSp>
          <p:nvGrpSpPr>
            <p:cNvPr id="5033" name="Google Shape;5033;p118"/>
            <p:cNvGrpSpPr/>
            <p:nvPr/>
          </p:nvGrpSpPr>
          <p:grpSpPr>
            <a:xfrm>
              <a:off x="1202963" y="4060675"/>
              <a:ext cx="107225" cy="475900"/>
              <a:chOff x="1202963" y="4060675"/>
              <a:chExt cx="107225" cy="475900"/>
            </a:xfrm>
          </p:grpSpPr>
          <p:sp>
            <p:nvSpPr>
              <p:cNvPr id="5034" name="Google Shape;5034;p118"/>
              <p:cNvSpPr/>
              <p:nvPr/>
            </p:nvSpPr>
            <p:spPr>
              <a:xfrm>
                <a:off x="1240888" y="4491225"/>
                <a:ext cx="30950" cy="45350"/>
              </a:xfrm>
              <a:custGeom>
                <a:avLst/>
                <a:gdLst/>
                <a:ahLst/>
                <a:cxnLst/>
                <a:rect l="l" t="t" r="r" b="b"/>
                <a:pathLst>
                  <a:path w="1238" h="1814" extrusionOk="0">
                    <a:moveTo>
                      <a:pt x="296" y="0"/>
                    </a:moveTo>
                    <a:lnTo>
                      <a:pt x="0" y="297"/>
                    </a:lnTo>
                    <a:lnTo>
                      <a:pt x="593" y="1813"/>
                    </a:lnTo>
                    <a:lnTo>
                      <a:pt x="1238" y="297"/>
                    </a:lnTo>
                    <a:lnTo>
                      <a:pt x="94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118"/>
              <p:cNvSpPr/>
              <p:nvPr/>
            </p:nvSpPr>
            <p:spPr>
              <a:xfrm>
                <a:off x="1209938" y="4429325"/>
                <a:ext cx="92850" cy="61925"/>
              </a:xfrm>
              <a:custGeom>
                <a:avLst/>
                <a:gdLst/>
                <a:ahLst/>
                <a:cxnLst/>
                <a:rect l="l" t="t" r="r" b="b"/>
                <a:pathLst>
                  <a:path w="3714" h="2477" extrusionOk="0">
                    <a:moveTo>
                      <a:pt x="297" y="1"/>
                    </a:moveTo>
                    <a:lnTo>
                      <a:pt x="1" y="594"/>
                    </a:lnTo>
                    <a:lnTo>
                      <a:pt x="1238" y="2476"/>
                    </a:lnTo>
                    <a:lnTo>
                      <a:pt x="2476" y="2476"/>
                    </a:lnTo>
                    <a:lnTo>
                      <a:pt x="2772" y="2110"/>
                    </a:lnTo>
                    <a:lnTo>
                      <a:pt x="371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118"/>
              <p:cNvSpPr/>
              <p:nvPr/>
            </p:nvSpPr>
            <p:spPr>
              <a:xfrm>
                <a:off x="1209938" y="4068075"/>
                <a:ext cx="92850" cy="47100"/>
              </a:xfrm>
              <a:custGeom>
                <a:avLst/>
                <a:gdLst/>
                <a:ahLst/>
                <a:cxnLst/>
                <a:rect l="l" t="t" r="r" b="b"/>
                <a:pathLst>
                  <a:path w="3714" h="1884" extrusionOk="0">
                    <a:moveTo>
                      <a:pt x="1" y="1"/>
                    </a:moveTo>
                    <a:lnTo>
                      <a:pt x="1" y="1883"/>
                    </a:lnTo>
                    <a:lnTo>
                      <a:pt x="3713" y="1883"/>
                    </a:lnTo>
                    <a:lnTo>
                      <a:pt x="371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118"/>
              <p:cNvSpPr/>
              <p:nvPr/>
            </p:nvSpPr>
            <p:spPr>
              <a:xfrm>
                <a:off x="1279238" y="4115150"/>
                <a:ext cx="23550" cy="307250"/>
              </a:xfrm>
              <a:custGeom>
                <a:avLst/>
                <a:gdLst/>
                <a:ahLst/>
                <a:cxnLst/>
                <a:rect l="l" t="t" r="r" b="b"/>
                <a:pathLst>
                  <a:path w="942" h="12290" extrusionOk="0">
                    <a:moveTo>
                      <a:pt x="0" y="0"/>
                    </a:moveTo>
                    <a:lnTo>
                      <a:pt x="0" y="12289"/>
                    </a:lnTo>
                    <a:lnTo>
                      <a:pt x="941" y="12289"/>
                    </a:lnTo>
                    <a:lnTo>
                      <a:pt x="94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118"/>
              <p:cNvSpPr/>
              <p:nvPr/>
            </p:nvSpPr>
            <p:spPr>
              <a:xfrm>
                <a:off x="1209938" y="4115150"/>
                <a:ext cx="24000" cy="307250"/>
              </a:xfrm>
              <a:custGeom>
                <a:avLst/>
                <a:gdLst/>
                <a:ahLst/>
                <a:cxnLst/>
                <a:rect l="l" t="t" r="r" b="b"/>
                <a:pathLst>
                  <a:path w="960" h="12290" extrusionOk="0">
                    <a:moveTo>
                      <a:pt x="1" y="0"/>
                    </a:moveTo>
                    <a:lnTo>
                      <a:pt x="1" y="12289"/>
                    </a:lnTo>
                    <a:lnTo>
                      <a:pt x="959" y="12289"/>
                    </a:lnTo>
                    <a:lnTo>
                      <a:pt x="95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118"/>
              <p:cNvSpPr/>
              <p:nvPr/>
            </p:nvSpPr>
            <p:spPr>
              <a:xfrm>
                <a:off x="1233913" y="4115150"/>
                <a:ext cx="45350" cy="314200"/>
              </a:xfrm>
              <a:custGeom>
                <a:avLst/>
                <a:gdLst/>
                <a:ahLst/>
                <a:cxnLst/>
                <a:rect l="l" t="t" r="r" b="b"/>
                <a:pathLst>
                  <a:path w="1814" h="12568" extrusionOk="0">
                    <a:moveTo>
                      <a:pt x="0" y="0"/>
                    </a:moveTo>
                    <a:lnTo>
                      <a:pt x="0" y="12568"/>
                    </a:lnTo>
                    <a:lnTo>
                      <a:pt x="1813" y="12568"/>
                    </a:lnTo>
                    <a:lnTo>
                      <a:pt x="181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118"/>
              <p:cNvSpPr/>
              <p:nvPr/>
            </p:nvSpPr>
            <p:spPr>
              <a:xfrm>
                <a:off x="1202963" y="4106425"/>
                <a:ext cx="107225" cy="16150"/>
              </a:xfrm>
              <a:custGeom>
                <a:avLst/>
                <a:gdLst/>
                <a:ahLst/>
                <a:cxnLst/>
                <a:rect l="l" t="t" r="r" b="b"/>
                <a:pathLst>
                  <a:path w="4289" h="646" extrusionOk="0">
                    <a:moveTo>
                      <a:pt x="1" y="1"/>
                    </a:moveTo>
                    <a:lnTo>
                      <a:pt x="1" y="645"/>
                    </a:lnTo>
                    <a:lnTo>
                      <a:pt x="4289" y="645"/>
                    </a:lnTo>
                    <a:lnTo>
                      <a:pt x="428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118"/>
              <p:cNvSpPr/>
              <p:nvPr/>
            </p:nvSpPr>
            <p:spPr>
              <a:xfrm>
                <a:off x="1202963" y="4060675"/>
                <a:ext cx="107225" cy="38375"/>
              </a:xfrm>
              <a:custGeom>
                <a:avLst/>
                <a:gdLst/>
                <a:ahLst/>
                <a:cxnLst/>
                <a:rect l="l" t="t" r="r" b="b"/>
                <a:pathLst>
                  <a:path w="4289" h="1535" extrusionOk="0">
                    <a:moveTo>
                      <a:pt x="1" y="0"/>
                    </a:moveTo>
                    <a:lnTo>
                      <a:pt x="1" y="1534"/>
                    </a:lnTo>
                    <a:lnTo>
                      <a:pt x="576" y="1534"/>
                    </a:lnTo>
                    <a:lnTo>
                      <a:pt x="576" y="593"/>
                    </a:lnTo>
                    <a:lnTo>
                      <a:pt x="3696" y="593"/>
                    </a:lnTo>
                    <a:lnTo>
                      <a:pt x="3696" y="1534"/>
                    </a:lnTo>
                    <a:lnTo>
                      <a:pt x="4289" y="1534"/>
                    </a:lnTo>
                    <a:lnTo>
                      <a:pt x="428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42" name="Google Shape;5042;p118"/>
            <p:cNvSpPr/>
            <p:nvPr/>
          </p:nvSpPr>
          <p:spPr>
            <a:xfrm>
              <a:off x="1202963" y="4129950"/>
              <a:ext cx="107225" cy="424925"/>
            </a:xfrm>
            <a:custGeom>
              <a:avLst/>
              <a:gdLst/>
              <a:ahLst/>
              <a:cxnLst/>
              <a:rect l="l" t="t" r="r" b="b"/>
              <a:pathLst>
                <a:path w="4289" h="16997" extrusionOk="0">
                  <a:moveTo>
                    <a:pt x="3051" y="12046"/>
                  </a:moveTo>
                  <a:lnTo>
                    <a:pt x="3626" y="12412"/>
                  </a:lnTo>
                  <a:lnTo>
                    <a:pt x="2755" y="14085"/>
                  </a:lnTo>
                  <a:lnTo>
                    <a:pt x="1447" y="14085"/>
                  </a:lnTo>
                  <a:lnTo>
                    <a:pt x="646" y="12412"/>
                  </a:lnTo>
                  <a:lnTo>
                    <a:pt x="1238" y="12046"/>
                  </a:lnTo>
                  <a:lnTo>
                    <a:pt x="2110" y="12638"/>
                  </a:lnTo>
                  <a:lnTo>
                    <a:pt x="3051" y="12046"/>
                  </a:lnTo>
                  <a:close/>
                  <a:moveTo>
                    <a:pt x="2546" y="14748"/>
                  </a:moveTo>
                  <a:lnTo>
                    <a:pt x="2110" y="15532"/>
                  </a:lnTo>
                  <a:lnTo>
                    <a:pt x="1744" y="14748"/>
                  </a:lnTo>
                  <a:close/>
                  <a:moveTo>
                    <a:pt x="1" y="1"/>
                  </a:moveTo>
                  <a:lnTo>
                    <a:pt x="1" y="12342"/>
                  </a:lnTo>
                  <a:lnTo>
                    <a:pt x="2110" y="16996"/>
                  </a:lnTo>
                  <a:lnTo>
                    <a:pt x="4289" y="12342"/>
                  </a:lnTo>
                  <a:lnTo>
                    <a:pt x="4289" y="1"/>
                  </a:lnTo>
                  <a:lnTo>
                    <a:pt x="3696" y="1"/>
                  </a:lnTo>
                  <a:lnTo>
                    <a:pt x="3696" y="11697"/>
                  </a:lnTo>
                  <a:lnTo>
                    <a:pt x="3330" y="11470"/>
                  </a:lnTo>
                  <a:lnTo>
                    <a:pt x="3330" y="1"/>
                  </a:lnTo>
                  <a:lnTo>
                    <a:pt x="2755" y="1"/>
                  </a:lnTo>
                  <a:lnTo>
                    <a:pt x="2755" y="11470"/>
                  </a:lnTo>
                  <a:lnTo>
                    <a:pt x="2110" y="11906"/>
                  </a:lnTo>
                  <a:lnTo>
                    <a:pt x="1517" y="11470"/>
                  </a:lnTo>
                  <a:lnTo>
                    <a:pt x="1517" y="1"/>
                  </a:lnTo>
                  <a:lnTo>
                    <a:pt x="942" y="1"/>
                  </a:lnTo>
                  <a:lnTo>
                    <a:pt x="942" y="11470"/>
                  </a:lnTo>
                  <a:lnTo>
                    <a:pt x="576" y="11697"/>
                  </a:lnTo>
                  <a:lnTo>
                    <a:pt x="57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43" name="Google Shape;5043;p118"/>
          <p:cNvSpPr/>
          <p:nvPr/>
        </p:nvSpPr>
        <p:spPr>
          <a:xfrm>
            <a:off x="2677213" y="4514750"/>
            <a:ext cx="105475" cy="14400"/>
          </a:xfrm>
          <a:custGeom>
            <a:avLst/>
            <a:gdLst/>
            <a:ahLst/>
            <a:cxnLst/>
            <a:rect l="l" t="t" r="r" b="b"/>
            <a:pathLst>
              <a:path w="4219" h="576" extrusionOk="0">
                <a:moveTo>
                  <a:pt x="0" y="0"/>
                </a:moveTo>
                <a:lnTo>
                  <a:pt x="0" y="576"/>
                </a:lnTo>
                <a:lnTo>
                  <a:pt x="4219" y="576"/>
                </a:lnTo>
                <a:lnTo>
                  <a:pt x="421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44" name="Google Shape;5044;p118"/>
          <p:cNvGrpSpPr/>
          <p:nvPr/>
        </p:nvGrpSpPr>
        <p:grpSpPr>
          <a:xfrm>
            <a:off x="3227613" y="4060675"/>
            <a:ext cx="477200" cy="494200"/>
            <a:chOff x="3227613" y="4060675"/>
            <a:chExt cx="477200" cy="494200"/>
          </a:xfrm>
        </p:grpSpPr>
        <p:sp>
          <p:nvSpPr>
            <p:cNvPr id="5045" name="Google Shape;5045;p118"/>
            <p:cNvSpPr/>
            <p:nvPr/>
          </p:nvSpPr>
          <p:spPr>
            <a:xfrm>
              <a:off x="3282063" y="4469425"/>
              <a:ext cx="54500" cy="78025"/>
            </a:xfrm>
            <a:custGeom>
              <a:avLst/>
              <a:gdLst/>
              <a:ahLst/>
              <a:cxnLst/>
              <a:rect l="l" t="t" r="r" b="b"/>
              <a:pathLst>
                <a:path w="2180" h="3121" extrusionOk="0">
                  <a:moveTo>
                    <a:pt x="1" y="1"/>
                  </a:moveTo>
                  <a:lnTo>
                    <a:pt x="1" y="3121"/>
                  </a:lnTo>
                  <a:lnTo>
                    <a:pt x="2180" y="3121"/>
                  </a:lnTo>
                  <a:lnTo>
                    <a:pt x="218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118"/>
            <p:cNvSpPr/>
            <p:nvPr/>
          </p:nvSpPr>
          <p:spPr>
            <a:xfrm>
              <a:off x="3274663" y="4485550"/>
              <a:ext cx="68875" cy="69325"/>
            </a:xfrm>
            <a:custGeom>
              <a:avLst/>
              <a:gdLst/>
              <a:ahLst/>
              <a:cxnLst/>
              <a:rect l="l" t="t" r="r" b="b"/>
              <a:pathLst>
                <a:path w="2755" h="2773" extrusionOk="0">
                  <a:moveTo>
                    <a:pt x="1" y="1"/>
                  </a:moveTo>
                  <a:lnTo>
                    <a:pt x="1" y="2772"/>
                  </a:lnTo>
                  <a:lnTo>
                    <a:pt x="2755" y="2772"/>
                  </a:lnTo>
                  <a:lnTo>
                    <a:pt x="2755" y="1"/>
                  </a:lnTo>
                  <a:lnTo>
                    <a:pt x="2180" y="1"/>
                  </a:lnTo>
                  <a:lnTo>
                    <a:pt x="2180" y="2110"/>
                  </a:lnTo>
                  <a:lnTo>
                    <a:pt x="576" y="2110"/>
                  </a:lnTo>
                  <a:lnTo>
                    <a:pt x="57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118"/>
            <p:cNvSpPr/>
            <p:nvPr/>
          </p:nvSpPr>
          <p:spPr>
            <a:xfrm>
              <a:off x="3296463" y="4129950"/>
              <a:ext cx="339500" cy="23575"/>
            </a:xfrm>
            <a:custGeom>
              <a:avLst/>
              <a:gdLst/>
              <a:ahLst/>
              <a:cxnLst/>
              <a:rect l="l" t="t" r="r" b="b"/>
              <a:pathLst>
                <a:path w="13580" h="943" extrusionOk="0">
                  <a:moveTo>
                    <a:pt x="0" y="1"/>
                  </a:moveTo>
                  <a:lnTo>
                    <a:pt x="0" y="942"/>
                  </a:lnTo>
                  <a:lnTo>
                    <a:pt x="13579" y="942"/>
                  </a:lnTo>
                  <a:lnTo>
                    <a:pt x="1357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118"/>
            <p:cNvSpPr/>
            <p:nvPr/>
          </p:nvSpPr>
          <p:spPr>
            <a:xfrm>
              <a:off x="3258113" y="4445900"/>
              <a:ext cx="408775" cy="23550"/>
            </a:xfrm>
            <a:custGeom>
              <a:avLst/>
              <a:gdLst/>
              <a:ahLst/>
              <a:cxnLst/>
              <a:rect l="l" t="t" r="r" b="b"/>
              <a:pathLst>
                <a:path w="16351" h="942" extrusionOk="0">
                  <a:moveTo>
                    <a:pt x="0" y="0"/>
                  </a:moveTo>
                  <a:lnTo>
                    <a:pt x="0" y="942"/>
                  </a:lnTo>
                  <a:lnTo>
                    <a:pt x="16351" y="942"/>
                  </a:lnTo>
                  <a:lnTo>
                    <a:pt x="1635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118"/>
            <p:cNvSpPr/>
            <p:nvPr/>
          </p:nvSpPr>
          <p:spPr>
            <a:xfrm>
              <a:off x="3590613" y="4469425"/>
              <a:ext cx="52750" cy="78025"/>
            </a:xfrm>
            <a:custGeom>
              <a:avLst/>
              <a:gdLst/>
              <a:ahLst/>
              <a:cxnLst/>
              <a:rect l="l" t="t" r="r" b="b"/>
              <a:pathLst>
                <a:path w="2110" h="3121" extrusionOk="0">
                  <a:moveTo>
                    <a:pt x="0" y="1"/>
                  </a:moveTo>
                  <a:lnTo>
                    <a:pt x="0" y="3121"/>
                  </a:lnTo>
                  <a:lnTo>
                    <a:pt x="2109" y="3121"/>
                  </a:lnTo>
                  <a:lnTo>
                    <a:pt x="210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118"/>
            <p:cNvSpPr/>
            <p:nvPr/>
          </p:nvSpPr>
          <p:spPr>
            <a:xfrm>
              <a:off x="3659463" y="4191400"/>
              <a:ext cx="38375" cy="78475"/>
            </a:xfrm>
            <a:custGeom>
              <a:avLst/>
              <a:gdLst/>
              <a:ahLst/>
              <a:cxnLst/>
              <a:rect l="l" t="t" r="r" b="b"/>
              <a:pathLst>
                <a:path w="1535" h="3139" extrusionOk="0">
                  <a:moveTo>
                    <a:pt x="0" y="1"/>
                  </a:moveTo>
                  <a:lnTo>
                    <a:pt x="0" y="3138"/>
                  </a:lnTo>
                  <a:lnTo>
                    <a:pt x="1534" y="3138"/>
                  </a:lnTo>
                  <a:lnTo>
                    <a:pt x="15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118"/>
            <p:cNvSpPr/>
            <p:nvPr/>
          </p:nvSpPr>
          <p:spPr>
            <a:xfrm>
              <a:off x="3234563" y="4191400"/>
              <a:ext cx="38375" cy="78475"/>
            </a:xfrm>
            <a:custGeom>
              <a:avLst/>
              <a:gdLst/>
              <a:ahLst/>
              <a:cxnLst/>
              <a:rect l="l" t="t" r="r" b="b"/>
              <a:pathLst>
                <a:path w="1535" h="3139" extrusionOk="0">
                  <a:moveTo>
                    <a:pt x="1" y="1"/>
                  </a:moveTo>
                  <a:lnTo>
                    <a:pt x="1" y="3138"/>
                  </a:lnTo>
                  <a:lnTo>
                    <a:pt x="1535" y="3138"/>
                  </a:lnTo>
                  <a:lnTo>
                    <a:pt x="153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118"/>
            <p:cNvSpPr/>
            <p:nvPr/>
          </p:nvSpPr>
          <p:spPr>
            <a:xfrm>
              <a:off x="3303863" y="4153500"/>
              <a:ext cx="324675" cy="168650"/>
            </a:xfrm>
            <a:custGeom>
              <a:avLst/>
              <a:gdLst/>
              <a:ahLst/>
              <a:cxnLst/>
              <a:rect l="l" t="t" r="r" b="b"/>
              <a:pathLst>
                <a:path w="12987" h="6746" extrusionOk="0">
                  <a:moveTo>
                    <a:pt x="1" y="0"/>
                  </a:moveTo>
                  <a:lnTo>
                    <a:pt x="1" y="6746"/>
                  </a:lnTo>
                  <a:lnTo>
                    <a:pt x="12987" y="6746"/>
                  </a:lnTo>
                  <a:lnTo>
                    <a:pt x="1298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118"/>
            <p:cNvSpPr/>
            <p:nvPr/>
          </p:nvSpPr>
          <p:spPr>
            <a:xfrm>
              <a:off x="3443313" y="4200550"/>
              <a:ext cx="45775" cy="21825"/>
            </a:xfrm>
            <a:custGeom>
              <a:avLst/>
              <a:gdLst/>
              <a:ahLst/>
              <a:cxnLst/>
              <a:rect l="l" t="t" r="r" b="b"/>
              <a:pathLst>
                <a:path w="1831" h="873" extrusionOk="0">
                  <a:moveTo>
                    <a:pt x="1" y="1"/>
                  </a:moveTo>
                  <a:lnTo>
                    <a:pt x="1" y="872"/>
                  </a:lnTo>
                  <a:lnTo>
                    <a:pt x="1831" y="872"/>
                  </a:lnTo>
                  <a:lnTo>
                    <a:pt x="183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118"/>
            <p:cNvSpPr/>
            <p:nvPr/>
          </p:nvSpPr>
          <p:spPr>
            <a:xfrm>
              <a:off x="3303863" y="4068075"/>
              <a:ext cx="324675" cy="61900"/>
            </a:xfrm>
            <a:custGeom>
              <a:avLst/>
              <a:gdLst/>
              <a:ahLst/>
              <a:cxnLst/>
              <a:rect l="l" t="t" r="r" b="b"/>
              <a:pathLst>
                <a:path w="12987" h="2476" extrusionOk="0">
                  <a:moveTo>
                    <a:pt x="1813" y="1"/>
                  </a:moveTo>
                  <a:cubicBezTo>
                    <a:pt x="785" y="1"/>
                    <a:pt x="1" y="802"/>
                    <a:pt x="1" y="1813"/>
                  </a:cubicBezTo>
                  <a:lnTo>
                    <a:pt x="1" y="2476"/>
                  </a:lnTo>
                  <a:lnTo>
                    <a:pt x="12987" y="2476"/>
                  </a:lnTo>
                  <a:lnTo>
                    <a:pt x="12987" y="1813"/>
                  </a:lnTo>
                  <a:cubicBezTo>
                    <a:pt x="12987" y="802"/>
                    <a:pt x="12202" y="1"/>
                    <a:pt x="111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118"/>
            <p:cNvSpPr/>
            <p:nvPr/>
          </p:nvSpPr>
          <p:spPr>
            <a:xfrm>
              <a:off x="3282063" y="4322125"/>
              <a:ext cx="361300" cy="123800"/>
            </a:xfrm>
            <a:custGeom>
              <a:avLst/>
              <a:gdLst/>
              <a:ahLst/>
              <a:cxnLst/>
              <a:rect l="l" t="t" r="r" b="b"/>
              <a:pathLst>
                <a:path w="14452" h="4952" extrusionOk="0">
                  <a:moveTo>
                    <a:pt x="1" y="1"/>
                  </a:moveTo>
                  <a:lnTo>
                    <a:pt x="1" y="4951"/>
                  </a:lnTo>
                  <a:lnTo>
                    <a:pt x="14451" y="4951"/>
                  </a:lnTo>
                  <a:lnTo>
                    <a:pt x="1445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118"/>
            <p:cNvSpPr/>
            <p:nvPr/>
          </p:nvSpPr>
          <p:spPr>
            <a:xfrm>
              <a:off x="3312588" y="4353075"/>
              <a:ext cx="30950" cy="61900"/>
            </a:xfrm>
            <a:custGeom>
              <a:avLst/>
              <a:gdLst/>
              <a:ahLst/>
              <a:cxnLst/>
              <a:rect l="l" t="t" r="r" b="b"/>
              <a:pathLst>
                <a:path w="1238" h="2476" extrusionOk="0">
                  <a:moveTo>
                    <a:pt x="0" y="1"/>
                  </a:moveTo>
                  <a:lnTo>
                    <a:pt x="0" y="2476"/>
                  </a:lnTo>
                  <a:lnTo>
                    <a:pt x="1238" y="2476"/>
                  </a:lnTo>
                  <a:lnTo>
                    <a:pt x="123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118"/>
            <p:cNvSpPr/>
            <p:nvPr/>
          </p:nvSpPr>
          <p:spPr>
            <a:xfrm>
              <a:off x="3581463" y="4353075"/>
              <a:ext cx="30950" cy="61900"/>
            </a:xfrm>
            <a:custGeom>
              <a:avLst/>
              <a:gdLst/>
              <a:ahLst/>
              <a:cxnLst/>
              <a:rect l="l" t="t" r="r" b="b"/>
              <a:pathLst>
                <a:path w="1238" h="2476" extrusionOk="0">
                  <a:moveTo>
                    <a:pt x="0" y="1"/>
                  </a:moveTo>
                  <a:lnTo>
                    <a:pt x="0" y="2476"/>
                  </a:lnTo>
                  <a:lnTo>
                    <a:pt x="1238" y="2476"/>
                  </a:lnTo>
                  <a:lnTo>
                    <a:pt x="123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118"/>
            <p:cNvSpPr/>
            <p:nvPr/>
          </p:nvSpPr>
          <p:spPr>
            <a:xfrm>
              <a:off x="3272913" y="4315175"/>
              <a:ext cx="377425" cy="139900"/>
            </a:xfrm>
            <a:custGeom>
              <a:avLst/>
              <a:gdLst/>
              <a:ahLst/>
              <a:cxnLst/>
              <a:rect l="l" t="t" r="r" b="b"/>
              <a:pathLst>
                <a:path w="15097" h="5596" extrusionOk="0">
                  <a:moveTo>
                    <a:pt x="14521" y="645"/>
                  </a:moveTo>
                  <a:lnTo>
                    <a:pt x="14521" y="4933"/>
                  </a:lnTo>
                  <a:lnTo>
                    <a:pt x="646" y="4933"/>
                  </a:lnTo>
                  <a:lnTo>
                    <a:pt x="646" y="645"/>
                  </a:lnTo>
                  <a:close/>
                  <a:moveTo>
                    <a:pt x="1" y="0"/>
                  </a:moveTo>
                  <a:lnTo>
                    <a:pt x="1" y="5595"/>
                  </a:lnTo>
                  <a:lnTo>
                    <a:pt x="15096" y="5595"/>
                  </a:lnTo>
                  <a:lnTo>
                    <a:pt x="1509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118"/>
            <p:cNvSpPr/>
            <p:nvPr/>
          </p:nvSpPr>
          <p:spPr>
            <a:xfrm>
              <a:off x="3258113" y="4462025"/>
              <a:ext cx="408775" cy="14825"/>
            </a:xfrm>
            <a:custGeom>
              <a:avLst/>
              <a:gdLst/>
              <a:ahLst/>
              <a:cxnLst/>
              <a:rect l="l" t="t" r="r" b="b"/>
              <a:pathLst>
                <a:path w="16351" h="593" extrusionOk="0">
                  <a:moveTo>
                    <a:pt x="0" y="0"/>
                  </a:moveTo>
                  <a:lnTo>
                    <a:pt x="0" y="593"/>
                  </a:lnTo>
                  <a:lnTo>
                    <a:pt x="16351" y="593"/>
                  </a:lnTo>
                  <a:lnTo>
                    <a:pt x="1635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118"/>
            <p:cNvSpPr/>
            <p:nvPr/>
          </p:nvSpPr>
          <p:spPr>
            <a:xfrm>
              <a:off x="3303863" y="4346100"/>
              <a:ext cx="47100" cy="78025"/>
            </a:xfrm>
            <a:custGeom>
              <a:avLst/>
              <a:gdLst/>
              <a:ahLst/>
              <a:cxnLst/>
              <a:rect l="l" t="t" r="r" b="b"/>
              <a:pathLst>
                <a:path w="1884" h="3121" extrusionOk="0">
                  <a:moveTo>
                    <a:pt x="1221" y="646"/>
                  </a:moveTo>
                  <a:lnTo>
                    <a:pt x="1221" y="2458"/>
                  </a:lnTo>
                  <a:lnTo>
                    <a:pt x="645" y="2458"/>
                  </a:lnTo>
                  <a:lnTo>
                    <a:pt x="645" y="646"/>
                  </a:lnTo>
                  <a:close/>
                  <a:moveTo>
                    <a:pt x="1" y="1"/>
                  </a:moveTo>
                  <a:lnTo>
                    <a:pt x="1" y="3121"/>
                  </a:lnTo>
                  <a:lnTo>
                    <a:pt x="1883" y="3121"/>
                  </a:lnTo>
                  <a:lnTo>
                    <a:pt x="188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118"/>
            <p:cNvSpPr/>
            <p:nvPr/>
          </p:nvSpPr>
          <p:spPr>
            <a:xfrm>
              <a:off x="3574038" y="4346100"/>
              <a:ext cx="45800" cy="78025"/>
            </a:xfrm>
            <a:custGeom>
              <a:avLst/>
              <a:gdLst/>
              <a:ahLst/>
              <a:cxnLst/>
              <a:rect l="l" t="t" r="r" b="b"/>
              <a:pathLst>
                <a:path w="1832" h="3121" extrusionOk="0">
                  <a:moveTo>
                    <a:pt x="1238" y="646"/>
                  </a:moveTo>
                  <a:lnTo>
                    <a:pt x="1238" y="2458"/>
                  </a:lnTo>
                  <a:lnTo>
                    <a:pt x="594" y="2458"/>
                  </a:lnTo>
                  <a:lnTo>
                    <a:pt x="594" y="646"/>
                  </a:lnTo>
                  <a:close/>
                  <a:moveTo>
                    <a:pt x="1" y="1"/>
                  </a:moveTo>
                  <a:lnTo>
                    <a:pt x="1" y="3121"/>
                  </a:lnTo>
                  <a:lnTo>
                    <a:pt x="1831" y="3121"/>
                  </a:lnTo>
                  <a:lnTo>
                    <a:pt x="183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118"/>
            <p:cNvSpPr/>
            <p:nvPr/>
          </p:nvSpPr>
          <p:spPr>
            <a:xfrm>
              <a:off x="3519563" y="4269850"/>
              <a:ext cx="78475" cy="37925"/>
            </a:xfrm>
            <a:custGeom>
              <a:avLst/>
              <a:gdLst/>
              <a:ahLst/>
              <a:cxnLst/>
              <a:rect l="l" t="t" r="r" b="b"/>
              <a:pathLst>
                <a:path w="3139" h="1517" extrusionOk="0">
                  <a:moveTo>
                    <a:pt x="1605" y="0"/>
                  </a:moveTo>
                  <a:cubicBezTo>
                    <a:pt x="733" y="0"/>
                    <a:pt x="1" y="645"/>
                    <a:pt x="1" y="1517"/>
                  </a:cubicBezTo>
                  <a:lnTo>
                    <a:pt x="663" y="1517"/>
                  </a:lnTo>
                  <a:cubicBezTo>
                    <a:pt x="663" y="1011"/>
                    <a:pt x="1029" y="575"/>
                    <a:pt x="1605" y="575"/>
                  </a:cubicBezTo>
                  <a:cubicBezTo>
                    <a:pt x="2110" y="575"/>
                    <a:pt x="2476" y="1011"/>
                    <a:pt x="2476" y="1517"/>
                  </a:cubicBezTo>
                  <a:lnTo>
                    <a:pt x="3139" y="1517"/>
                  </a:lnTo>
                  <a:cubicBezTo>
                    <a:pt x="3139" y="645"/>
                    <a:pt x="2406" y="0"/>
                    <a:pt x="160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118"/>
            <p:cNvSpPr/>
            <p:nvPr/>
          </p:nvSpPr>
          <p:spPr>
            <a:xfrm>
              <a:off x="3581463" y="4485550"/>
              <a:ext cx="68875" cy="69325"/>
            </a:xfrm>
            <a:custGeom>
              <a:avLst/>
              <a:gdLst/>
              <a:ahLst/>
              <a:cxnLst/>
              <a:rect l="l" t="t" r="r" b="b"/>
              <a:pathLst>
                <a:path w="2755" h="2773" extrusionOk="0">
                  <a:moveTo>
                    <a:pt x="0" y="1"/>
                  </a:moveTo>
                  <a:lnTo>
                    <a:pt x="0" y="2772"/>
                  </a:lnTo>
                  <a:lnTo>
                    <a:pt x="2754" y="2772"/>
                  </a:lnTo>
                  <a:lnTo>
                    <a:pt x="2754" y="1"/>
                  </a:lnTo>
                  <a:lnTo>
                    <a:pt x="2179" y="1"/>
                  </a:lnTo>
                  <a:lnTo>
                    <a:pt x="2179" y="2110"/>
                  </a:lnTo>
                  <a:lnTo>
                    <a:pt x="663" y="2110"/>
                  </a:lnTo>
                  <a:lnTo>
                    <a:pt x="66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118"/>
            <p:cNvSpPr/>
            <p:nvPr/>
          </p:nvSpPr>
          <p:spPr>
            <a:xfrm>
              <a:off x="3296463" y="4060675"/>
              <a:ext cx="339500" cy="54500"/>
            </a:xfrm>
            <a:custGeom>
              <a:avLst/>
              <a:gdLst/>
              <a:ahLst/>
              <a:cxnLst/>
              <a:rect l="l" t="t" r="r" b="b"/>
              <a:pathLst>
                <a:path w="13580" h="2180" extrusionOk="0">
                  <a:moveTo>
                    <a:pt x="2179" y="0"/>
                  </a:moveTo>
                  <a:cubicBezTo>
                    <a:pt x="1011" y="0"/>
                    <a:pt x="0" y="959"/>
                    <a:pt x="0" y="2179"/>
                  </a:cubicBezTo>
                  <a:lnTo>
                    <a:pt x="645" y="2179"/>
                  </a:lnTo>
                  <a:cubicBezTo>
                    <a:pt x="645" y="1308"/>
                    <a:pt x="1308" y="663"/>
                    <a:pt x="2179" y="663"/>
                  </a:cubicBezTo>
                  <a:lnTo>
                    <a:pt x="11400" y="663"/>
                  </a:lnTo>
                  <a:cubicBezTo>
                    <a:pt x="12272" y="663"/>
                    <a:pt x="13004" y="1308"/>
                    <a:pt x="13004" y="2179"/>
                  </a:cubicBezTo>
                  <a:lnTo>
                    <a:pt x="13579" y="2179"/>
                  </a:lnTo>
                  <a:cubicBezTo>
                    <a:pt x="13579" y="959"/>
                    <a:pt x="12638" y="0"/>
                    <a:pt x="114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118"/>
            <p:cNvSpPr/>
            <p:nvPr/>
          </p:nvSpPr>
          <p:spPr>
            <a:xfrm>
              <a:off x="3227613" y="4146075"/>
              <a:ext cx="477200" cy="161700"/>
            </a:xfrm>
            <a:custGeom>
              <a:avLst/>
              <a:gdLst/>
              <a:ahLst/>
              <a:cxnLst/>
              <a:rect l="l" t="t" r="r" b="b"/>
              <a:pathLst>
                <a:path w="19088" h="6468" extrusionOk="0">
                  <a:moveTo>
                    <a:pt x="10162" y="2476"/>
                  </a:moveTo>
                  <a:lnTo>
                    <a:pt x="10162" y="2772"/>
                  </a:lnTo>
                  <a:lnTo>
                    <a:pt x="8925" y="2772"/>
                  </a:lnTo>
                  <a:lnTo>
                    <a:pt x="8925" y="2476"/>
                  </a:lnTo>
                  <a:close/>
                  <a:moveTo>
                    <a:pt x="1517" y="2110"/>
                  </a:moveTo>
                  <a:lnTo>
                    <a:pt x="1517" y="4655"/>
                  </a:lnTo>
                  <a:lnTo>
                    <a:pt x="575" y="4655"/>
                  </a:lnTo>
                  <a:lnTo>
                    <a:pt x="575" y="2110"/>
                  </a:lnTo>
                  <a:close/>
                  <a:moveTo>
                    <a:pt x="18512" y="2110"/>
                  </a:moveTo>
                  <a:lnTo>
                    <a:pt x="18512" y="4655"/>
                  </a:lnTo>
                  <a:lnTo>
                    <a:pt x="17571" y="4655"/>
                  </a:lnTo>
                  <a:lnTo>
                    <a:pt x="17571" y="2110"/>
                  </a:lnTo>
                  <a:close/>
                  <a:moveTo>
                    <a:pt x="2754" y="1"/>
                  </a:moveTo>
                  <a:lnTo>
                    <a:pt x="2754" y="2476"/>
                  </a:lnTo>
                  <a:lnTo>
                    <a:pt x="2179" y="2476"/>
                  </a:lnTo>
                  <a:lnTo>
                    <a:pt x="2179" y="1535"/>
                  </a:lnTo>
                  <a:lnTo>
                    <a:pt x="0" y="1535"/>
                  </a:lnTo>
                  <a:lnTo>
                    <a:pt x="0" y="5230"/>
                  </a:lnTo>
                  <a:lnTo>
                    <a:pt x="2179" y="5230"/>
                  </a:lnTo>
                  <a:lnTo>
                    <a:pt x="2179" y="3051"/>
                  </a:lnTo>
                  <a:lnTo>
                    <a:pt x="2754" y="3051"/>
                  </a:lnTo>
                  <a:lnTo>
                    <a:pt x="2754" y="6468"/>
                  </a:lnTo>
                  <a:lnTo>
                    <a:pt x="3399" y="6468"/>
                  </a:lnTo>
                  <a:lnTo>
                    <a:pt x="3399" y="593"/>
                  </a:lnTo>
                  <a:lnTo>
                    <a:pt x="9221" y="593"/>
                  </a:lnTo>
                  <a:lnTo>
                    <a:pt x="9221" y="1814"/>
                  </a:lnTo>
                  <a:lnTo>
                    <a:pt x="8350" y="1814"/>
                  </a:lnTo>
                  <a:lnTo>
                    <a:pt x="8350" y="3348"/>
                  </a:lnTo>
                  <a:lnTo>
                    <a:pt x="10738" y="3348"/>
                  </a:lnTo>
                  <a:lnTo>
                    <a:pt x="10738" y="1814"/>
                  </a:lnTo>
                  <a:lnTo>
                    <a:pt x="9866" y="1814"/>
                  </a:lnTo>
                  <a:lnTo>
                    <a:pt x="9866" y="593"/>
                  </a:lnTo>
                  <a:lnTo>
                    <a:pt x="15758" y="593"/>
                  </a:lnTo>
                  <a:lnTo>
                    <a:pt x="15758" y="6468"/>
                  </a:lnTo>
                  <a:lnTo>
                    <a:pt x="16333" y="6468"/>
                  </a:lnTo>
                  <a:lnTo>
                    <a:pt x="16333" y="3051"/>
                  </a:lnTo>
                  <a:lnTo>
                    <a:pt x="16995" y="3051"/>
                  </a:lnTo>
                  <a:lnTo>
                    <a:pt x="16995" y="5230"/>
                  </a:lnTo>
                  <a:lnTo>
                    <a:pt x="19087" y="5230"/>
                  </a:lnTo>
                  <a:lnTo>
                    <a:pt x="19087" y="1535"/>
                  </a:lnTo>
                  <a:lnTo>
                    <a:pt x="16995" y="1535"/>
                  </a:lnTo>
                  <a:lnTo>
                    <a:pt x="16995" y="2476"/>
                  </a:lnTo>
                  <a:lnTo>
                    <a:pt x="16333" y="2476"/>
                  </a:lnTo>
                  <a:lnTo>
                    <a:pt x="1633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118"/>
            <p:cNvSpPr/>
            <p:nvPr/>
          </p:nvSpPr>
          <p:spPr>
            <a:xfrm>
              <a:off x="3374463" y="4346100"/>
              <a:ext cx="176075" cy="16150"/>
            </a:xfrm>
            <a:custGeom>
              <a:avLst/>
              <a:gdLst/>
              <a:ahLst/>
              <a:cxnLst/>
              <a:rect l="l" t="t" r="r" b="b"/>
              <a:pathLst>
                <a:path w="7043" h="646" extrusionOk="0">
                  <a:moveTo>
                    <a:pt x="0" y="1"/>
                  </a:moveTo>
                  <a:lnTo>
                    <a:pt x="0" y="646"/>
                  </a:lnTo>
                  <a:lnTo>
                    <a:pt x="7043" y="646"/>
                  </a:lnTo>
                  <a:lnTo>
                    <a:pt x="704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118"/>
            <p:cNvSpPr/>
            <p:nvPr/>
          </p:nvSpPr>
          <p:spPr>
            <a:xfrm>
              <a:off x="3374463" y="4376600"/>
              <a:ext cx="176075" cy="16600"/>
            </a:xfrm>
            <a:custGeom>
              <a:avLst/>
              <a:gdLst/>
              <a:ahLst/>
              <a:cxnLst/>
              <a:rect l="l" t="t" r="r" b="b"/>
              <a:pathLst>
                <a:path w="7043" h="664" extrusionOk="0">
                  <a:moveTo>
                    <a:pt x="0" y="1"/>
                  </a:moveTo>
                  <a:lnTo>
                    <a:pt x="0" y="663"/>
                  </a:lnTo>
                  <a:lnTo>
                    <a:pt x="7043" y="663"/>
                  </a:lnTo>
                  <a:lnTo>
                    <a:pt x="704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118"/>
            <p:cNvSpPr/>
            <p:nvPr/>
          </p:nvSpPr>
          <p:spPr>
            <a:xfrm>
              <a:off x="3374463" y="4407550"/>
              <a:ext cx="176075" cy="16575"/>
            </a:xfrm>
            <a:custGeom>
              <a:avLst/>
              <a:gdLst/>
              <a:ahLst/>
              <a:cxnLst/>
              <a:rect l="l" t="t" r="r" b="b"/>
              <a:pathLst>
                <a:path w="7043" h="663" extrusionOk="0">
                  <a:moveTo>
                    <a:pt x="0" y="0"/>
                  </a:moveTo>
                  <a:lnTo>
                    <a:pt x="0" y="663"/>
                  </a:lnTo>
                  <a:lnTo>
                    <a:pt x="7043" y="663"/>
                  </a:lnTo>
                  <a:lnTo>
                    <a:pt x="704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118"/>
            <p:cNvSpPr/>
            <p:nvPr/>
          </p:nvSpPr>
          <p:spPr>
            <a:xfrm>
              <a:off x="3338288" y="4178775"/>
              <a:ext cx="63650" cy="65375"/>
            </a:xfrm>
            <a:custGeom>
              <a:avLst/>
              <a:gdLst/>
              <a:ahLst/>
              <a:cxnLst/>
              <a:rect l="l" t="t" r="r" b="b"/>
              <a:pathLst>
                <a:path w="2546" h="2615" extrusionOk="0">
                  <a:moveTo>
                    <a:pt x="2110" y="0"/>
                  </a:moveTo>
                  <a:lnTo>
                    <a:pt x="1" y="2179"/>
                  </a:lnTo>
                  <a:lnTo>
                    <a:pt x="436" y="2615"/>
                  </a:lnTo>
                  <a:lnTo>
                    <a:pt x="2546" y="436"/>
                  </a:lnTo>
                  <a:lnTo>
                    <a:pt x="211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118"/>
            <p:cNvSpPr/>
            <p:nvPr/>
          </p:nvSpPr>
          <p:spPr>
            <a:xfrm>
              <a:off x="3345263" y="4237150"/>
              <a:ext cx="38375" cy="37950"/>
            </a:xfrm>
            <a:custGeom>
              <a:avLst/>
              <a:gdLst/>
              <a:ahLst/>
              <a:cxnLst/>
              <a:rect l="l" t="t" r="r" b="b"/>
              <a:pathLst>
                <a:path w="1535" h="1518" extrusionOk="0">
                  <a:moveTo>
                    <a:pt x="1099" y="1"/>
                  </a:moveTo>
                  <a:lnTo>
                    <a:pt x="0" y="1082"/>
                  </a:lnTo>
                  <a:lnTo>
                    <a:pt x="436" y="1517"/>
                  </a:lnTo>
                  <a:lnTo>
                    <a:pt x="1534" y="437"/>
                  </a:lnTo>
                  <a:lnTo>
                    <a:pt x="109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118"/>
            <p:cNvSpPr/>
            <p:nvPr/>
          </p:nvSpPr>
          <p:spPr>
            <a:xfrm>
              <a:off x="3296463" y="4122550"/>
              <a:ext cx="339500" cy="14400"/>
            </a:xfrm>
            <a:custGeom>
              <a:avLst/>
              <a:gdLst/>
              <a:ahLst/>
              <a:cxnLst/>
              <a:rect l="l" t="t" r="r" b="b"/>
              <a:pathLst>
                <a:path w="13580" h="576" extrusionOk="0">
                  <a:moveTo>
                    <a:pt x="0" y="0"/>
                  </a:moveTo>
                  <a:lnTo>
                    <a:pt x="0" y="576"/>
                  </a:lnTo>
                  <a:lnTo>
                    <a:pt x="13579" y="576"/>
                  </a:lnTo>
                  <a:lnTo>
                    <a:pt x="1357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72" name="Google Shape;5072;p118"/>
          <p:cNvSpPr/>
          <p:nvPr/>
        </p:nvSpPr>
        <p:spPr>
          <a:xfrm>
            <a:off x="6295938" y="4108175"/>
            <a:ext cx="234475" cy="61475"/>
          </a:xfrm>
          <a:custGeom>
            <a:avLst/>
            <a:gdLst/>
            <a:ahLst/>
            <a:cxnLst/>
            <a:rect l="l" t="t" r="r" b="b"/>
            <a:pathLst>
              <a:path w="9379" h="2459" extrusionOk="0">
                <a:moveTo>
                  <a:pt x="0" y="0"/>
                </a:moveTo>
                <a:lnTo>
                  <a:pt x="0" y="2458"/>
                </a:lnTo>
                <a:lnTo>
                  <a:pt x="9378" y="2458"/>
                </a:lnTo>
                <a:lnTo>
                  <a:pt x="9378" y="0"/>
                </a:lnTo>
                <a:lnTo>
                  <a:pt x="8786" y="0"/>
                </a:lnTo>
                <a:lnTo>
                  <a:pt x="8786" y="1883"/>
                </a:lnTo>
                <a:lnTo>
                  <a:pt x="593" y="1883"/>
                </a:lnTo>
                <a:lnTo>
                  <a:pt x="59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118">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118">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Shape 5078"/>
        <p:cNvGrpSpPr/>
        <p:nvPr/>
      </p:nvGrpSpPr>
      <p:grpSpPr>
        <a:xfrm>
          <a:off x="0" y="0"/>
          <a:ext cx="0" cy="0"/>
          <a:chOff x="0" y="0"/>
          <a:chExt cx="0" cy="0"/>
        </a:xfrm>
      </p:grpSpPr>
      <p:sp>
        <p:nvSpPr>
          <p:cNvPr id="5079" name="Google Shape;5079;p119"/>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TEACHER ICON PACK</a:t>
            </a:r>
            <a:endParaRPr/>
          </a:p>
        </p:txBody>
      </p:sp>
      <p:grpSp>
        <p:nvGrpSpPr>
          <p:cNvPr id="5080" name="Google Shape;5080;p119"/>
          <p:cNvGrpSpPr/>
          <p:nvPr/>
        </p:nvGrpSpPr>
        <p:grpSpPr>
          <a:xfrm>
            <a:off x="1741925" y="4056375"/>
            <a:ext cx="519975" cy="517925"/>
            <a:chOff x="1741925" y="4056375"/>
            <a:chExt cx="519975" cy="517925"/>
          </a:xfrm>
        </p:grpSpPr>
        <p:sp>
          <p:nvSpPr>
            <p:cNvPr id="5081" name="Google Shape;5081;p119"/>
            <p:cNvSpPr/>
            <p:nvPr/>
          </p:nvSpPr>
          <p:spPr>
            <a:xfrm>
              <a:off x="1750075" y="4365775"/>
              <a:ext cx="203000" cy="203000"/>
            </a:xfrm>
            <a:custGeom>
              <a:avLst/>
              <a:gdLst/>
              <a:ahLst/>
              <a:cxnLst/>
              <a:rect l="l" t="t" r="r" b="b"/>
              <a:pathLst>
                <a:path w="8120" h="8120" extrusionOk="0">
                  <a:moveTo>
                    <a:pt x="2583" y="7910"/>
                  </a:moveTo>
                  <a:lnTo>
                    <a:pt x="8119" y="2373"/>
                  </a:lnTo>
                  <a:lnTo>
                    <a:pt x="5746" y="0"/>
                  </a:lnTo>
                  <a:lnTo>
                    <a:pt x="233" y="5514"/>
                  </a:lnTo>
                  <a:cubicBezTo>
                    <a:pt x="0" y="5747"/>
                    <a:pt x="0" y="6096"/>
                    <a:pt x="233" y="6305"/>
                  </a:cubicBezTo>
                  <a:lnTo>
                    <a:pt x="1815" y="7887"/>
                  </a:lnTo>
                  <a:cubicBezTo>
                    <a:pt x="2024" y="8119"/>
                    <a:pt x="2373" y="8119"/>
                    <a:pt x="2606" y="7887"/>
                  </a:cubicBezTo>
                  <a:close/>
                  <a:moveTo>
                    <a:pt x="2583" y="7910"/>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119"/>
            <p:cNvSpPr/>
            <p:nvPr/>
          </p:nvSpPr>
          <p:spPr>
            <a:xfrm>
              <a:off x="1883825" y="4336100"/>
              <a:ext cx="98900" cy="98900"/>
            </a:xfrm>
            <a:custGeom>
              <a:avLst/>
              <a:gdLst/>
              <a:ahLst/>
              <a:cxnLst/>
              <a:rect l="l" t="t" r="r" b="b"/>
              <a:pathLst>
                <a:path w="3956" h="3956" extrusionOk="0">
                  <a:moveTo>
                    <a:pt x="1" y="792"/>
                  </a:moveTo>
                  <a:lnTo>
                    <a:pt x="792" y="1"/>
                  </a:lnTo>
                  <a:lnTo>
                    <a:pt x="3956" y="3165"/>
                  </a:lnTo>
                  <a:lnTo>
                    <a:pt x="3165" y="3956"/>
                  </a:lnTo>
                  <a:close/>
                  <a:moveTo>
                    <a:pt x="1" y="792"/>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119"/>
            <p:cNvSpPr/>
            <p:nvPr/>
          </p:nvSpPr>
          <p:spPr>
            <a:xfrm>
              <a:off x="1923375" y="4322150"/>
              <a:ext cx="72725" cy="72725"/>
            </a:xfrm>
            <a:custGeom>
              <a:avLst/>
              <a:gdLst/>
              <a:ahLst/>
              <a:cxnLst/>
              <a:rect l="l" t="t" r="r" b="b"/>
              <a:pathLst>
                <a:path w="2909" h="2909" extrusionOk="0">
                  <a:moveTo>
                    <a:pt x="1583" y="2909"/>
                  </a:moveTo>
                  <a:lnTo>
                    <a:pt x="2909" y="1583"/>
                  </a:lnTo>
                  <a:cubicBezTo>
                    <a:pt x="2281" y="1164"/>
                    <a:pt x="1746" y="629"/>
                    <a:pt x="1327" y="1"/>
                  </a:cubicBezTo>
                  <a:lnTo>
                    <a:pt x="1" y="1327"/>
                  </a:lnTo>
                  <a:close/>
                  <a:moveTo>
                    <a:pt x="1583" y="2909"/>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119"/>
            <p:cNvSpPr/>
            <p:nvPr/>
          </p:nvSpPr>
          <p:spPr>
            <a:xfrm>
              <a:off x="1923375" y="4056375"/>
              <a:ext cx="338525" cy="329200"/>
            </a:xfrm>
            <a:custGeom>
              <a:avLst/>
              <a:gdLst/>
              <a:ahLst/>
              <a:cxnLst/>
              <a:rect l="l" t="t" r="r" b="b"/>
              <a:pathLst>
                <a:path w="13541" h="13168" extrusionOk="0">
                  <a:moveTo>
                    <a:pt x="6026" y="13167"/>
                  </a:moveTo>
                  <a:cubicBezTo>
                    <a:pt x="11028" y="13167"/>
                    <a:pt x="13540" y="7096"/>
                    <a:pt x="10004" y="3559"/>
                  </a:cubicBezTo>
                  <a:cubicBezTo>
                    <a:pt x="6445" y="0"/>
                    <a:pt x="396" y="2513"/>
                    <a:pt x="396" y="7538"/>
                  </a:cubicBezTo>
                  <a:cubicBezTo>
                    <a:pt x="396" y="10632"/>
                    <a:pt x="2909" y="13167"/>
                    <a:pt x="6026" y="13167"/>
                  </a:cubicBezTo>
                  <a:close/>
                  <a:moveTo>
                    <a:pt x="6026" y="12051"/>
                  </a:moveTo>
                  <a:cubicBezTo>
                    <a:pt x="2002" y="12051"/>
                    <a:pt x="1" y="7189"/>
                    <a:pt x="2839" y="4350"/>
                  </a:cubicBezTo>
                  <a:cubicBezTo>
                    <a:pt x="5677" y="1512"/>
                    <a:pt x="10539" y="3513"/>
                    <a:pt x="10539" y="7538"/>
                  </a:cubicBezTo>
                  <a:cubicBezTo>
                    <a:pt x="10539" y="10027"/>
                    <a:pt x="8515" y="12051"/>
                    <a:pt x="6026" y="12051"/>
                  </a:cubicBezTo>
                  <a:close/>
                  <a:moveTo>
                    <a:pt x="6026" y="1205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119"/>
            <p:cNvSpPr/>
            <p:nvPr/>
          </p:nvSpPr>
          <p:spPr>
            <a:xfrm>
              <a:off x="1923375" y="4120925"/>
              <a:ext cx="301300" cy="236725"/>
            </a:xfrm>
            <a:custGeom>
              <a:avLst/>
              <a:gdLst/>
              <a:ahLst/>
              <a:cxnLst/>
              <a:rect l="l" t="t" r="r" b="b"/>
              <a:pathLst>
                <a:path w="12052" h="9469" extrusionOk="0">
                  <a:moveTo>
                    <a:pt x="9213" y="1768"/>
                  </a:moveTo>
                  <a:cubicBezTo>
                    <a:pt x="12052" y="4607"/>
                    <a:pt x="10028" y="9469"/>
                    <a:pt x="6026" y="9469"/>
                  </a:cubicBezTo>
                  <a:cubicBezTo>
                    <a:pt x="2002" y="9469"/>
                    <a:pt x="1" y="4607"/>
                    <a:pt x="2839" y="1768"/>
                  </a:cubicBezTo>
                  <a:cubicBezTo>
                    <a:pt x="4584" y="0"/>
                    <a:pt x="7445" y="0"/>
                    <a:pt x="9213" y="1768"/>
                  </a:cubicBezTo>
                  <a:close/>
                  <a:moveTo>
                    <a:pt x="9213" y="1768"/>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119"/>
            <p:cNvSpPr/>
            <p:nvPr/>
          </p:nvSpPr>
          <p:spPr>
            <a:xfrm>
              <a:off x="1750075" y="4365775"/>
              <a:ext cx="164600" cy="179150"/>
            </a:xfrm>
            <a:custGeom>
              <a:avLst/>
              <a:gdLst/>
              <a:ahLst/>
              <a:cxnLst/>
              <a:rect l="l" t="t" r="r" b="b"/>
              <a:pathLst>
                <a:path w="6584" h="7166" extrusionOk="0">
                  <a:moveTo>
                    <a:pt x="6584" y="838"/>
                  </a:moveTo>
                  <a:lnTo>
                    <a:pt x="5746" y="0"/>
                  </a:lnTo>
                  <a:lnTo>
                    <a:pt x="233" y="5514"/>
                  </a:lnTo>
                  <a:cubicBezTo>
                    <a:pt x="0" y="5747"/>
                    <a:pt x="0" y="6096"/>
                    <a:pt x="233" y="6305"/>
                  </a:cubicBezTo>
                  <a:lnTo>
                    <a:pt x="1070" y="7166"/>
                  </a:lnTo>
                  <a:cubicBezTo>
                    <a:pt x="838" y="6933"/>
                    <a:pt x="838" y="6584"/>
                    <a:pt x="1070" y="6375"/>
                  </a:cubicBezTo>
                  <a:close/>
                  <a:moveTo>
                    <a:pt x="6584" y="838"/>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119"/>
            <p:cNvSpPr/>
            <p:nvPr/>
          </p:nvSpPr>
          <p:spPr>
            <a:xfrm>
              <a:off x="1883825" y="4336100"/>
              <a:ext cx="40750" cy="40750"/>
            </a:xfrm>
            <a:custGeom>
              <a:avLst/>
              <a:gdLst/>
              <a:ahLst/>
              <a:cxnLst/>
              <a:rect l="l" t="t" r="r" b="b"/>
              <a:pathLst>
                <a:path w="1630" h="1630" extrusionOk="0">
                  <a:moveTo>
                    <a:pt x="1" y="792"/>
                  </a:moveTo>
                  <a:lnTo>
                    <a:pt x="792" y="1"/>
                  </a:lnTo>
                  <a:lnTo>
                    <a:pt x="1629" y="838"/>
                  </a:lnTo>
                  <a:lnTo>
                    <a:pt x="838" y="1629"/>
                  </a:lnTo>
                  <a:close/>
                  <a:moveTo>
                    <a:pt x="1" y="792"/>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119"/>
            <p:cNvSpPr/>
            <p:nvPr/>
          </p:nvSpPr>
          <p:spPr>
            <a:xfrm>
              <a:off x="1923375" y="4322725"/>
              <a:ext cx="52375" cy="54125"/>
            </a:xfrm>
            <a:custGeom>
              <a:avLst/>
              <a:gdLst/>
              <a:ahLst/>
              <a:cxnLst/>
              <a:rect l="l" t="t" r="r" b="b"/>
              <a:pathLst>
                <a:path w="2095" h="2165" extrusionOk="0">
                  <a:moveTo>
                    <a:pt x="2095" y="908"/>
                  </a:moveTo>
                  <a:cubicBezTo>
                    <a:pt x="1815" y="629"/>
                    <a:pt x="1560" y="327"/>
                    <a:pt x="1327" y="1"/>
                  </a:cubicBezTo>
                  <a:lnTo>
                    <a:pt x="1" y="1327"/>
                  </a:lnTo>
                  <a:lnTo>
                    <a:pt x="838" y="2164"/>
                  </a:lnTo>
                  <a:close/>
                  <a:moveTo>
                    <a:pt x="2095" y="908"/>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119"/>
            <p:cNvSpPr/>
            <p:nvPr/>
          </p:nvSpPr>
          <p:spPr>
            <a:xfrm>
              <a:off x="1932100" y="4100575"/>
              <a:ext cx="148925" cy="285000"/>
            </a:xfrm>
            <a:custGeom>
              <a:avLst/>
              <a:gdLst/>
              <a:ahLst/>
              <a:cxnLst/>
              <a:rect l="l" t="t" r="r" b="b"/>
              <a:pathLst>
                <a:path w="5957" h="11400" extrusionOk="0">
                  <a:moveTo>
                    <a:pt x="5677" y="11399"/>
                  </a:moveTo>
                  <a:cubicBezTo>
                    <a:pt x="5840" y="11399"/>
                    <a:pt x="606" y="10771"/>
                    <a:pt x="606" y="5770"/>
                  </a:cubicBezTo>
                  <a:cubicBezTo>
                    <a:pt x="606" y="2769"/>
                    <a:pt x="2955" y="279"/>
                    <a:pt x="5956" y="140"/>
                  </a:cubicBezTo>
                  <a:cubicBezTo>
                    <a:pt x="2793" y="0"/>
                    <a:pt x="164" y="2466"/>
                    <a:pt x="71" y="5607"/>
                  </a:cubicBezTo>
                  <a:cubicBezTo>
                    <a:pt x="1" y="8771"/>
                    <a:pt x="2513" y="11353"/>
                    <a:pt x="5654" y="11376"/>
                  </a:cubicBezTo>
                  <a:close/>
                  <a:moveTo>
                    <a:pt x="5677" y="11399"/>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119"/>
            <p:cNvSpPr/>
            <p:nvPr/>
          </p:nvSpPr>
          <p:spPr>
            <a:xfrm>
              <a:off x="1961200" y="4126150"/>
              <a:ext cx="123300" cy="236750"/>
            </a:xfrm>
            <a:custGeom>
              <a:avLst/>
              <a:gdLst/>
              <a:ahLst/>
              <a:cxnLst/>
              <a:rect l="l" t="t" r="r" b="b"/>
              <a:pathLst>
                <a:path w="4932" h="9470" extrusionOk="0">
                  <a:moveTo>
                    <a:pt x="0" y="4747"/>
                  </a:moveTo>
                  <a:cubicBezTo>
                    <a:pt x="0" y="7399"/>
                    <a:pt x="2280" y="9469"/>
                    <a:pt x="4932" y="9236"/>
                  </a:cubicBezTo>
                  <a:cubicBezTo>
                    <a:pt x="2606" y="9027"/>
                    <a:pt x="814" y="7073"/>
                    <a:pt x="814" y="4747"/>
                  </a:cubicBezTo>
                  <a:cubicBezTo>
                    <a:pt x="814" y="2397"/>
                    <a:pt x="2606" y="466"/>
                    <a:pt x="4932" y="257"/>
                  </a:cubicBezTo>
                  <a:cubicBezTo>
                    <a:pt x="2280" y="1"/>
                    <a:pt x="0" y="2094"/>
                    <a:pt x="0" y="4747"/>
                  </a:cubicBezTo>
                  <a:close/>
                  <a:moveTo>
                    <a:pt x="0" y="4747"/>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119"/>
            <p:cNvSpPr/>
            <p:nvPr/>
          </p:nvSpPr>
          <p:spPr>
            <a:xfrm>
              <a:off x="1864050" y="4415200"/>
              <a:ext cx="59350" cy="59350"/>
            </a:xfrm>
            <a:custGeom>
              <a:avLst/>
              <a:gdLst/>
              <a:ahLst/>
              <a:cxnLst/>
              <a:rect l="l" t="t" r="r" b="b"/>
              <a:pathLst>
                <a:path w="2374" h="2374" extrusionOk="0">
                  <a:moveTo>
                    <a:pt x="1978" y="1"/>
                  </a:moveTo>
                  <a:lnTo>
                    <a:pt x="1583" y="396"/>
                  </a:lnTo>
                  <a:lnTo>
                    <a:pt x="1978" y="792"/>
                  </a:lnTo>
                  <a:lnTo>
                    <a:pt x="2374" y="396"/>
                  </a:lnTo>
                  <a:lnTo>
                    <a:pt x="1978" y="1"/>
                  </a:lnTo>
                  <a:close/>
                  <a:moveTo>
                    <a:pt x="1187" y="792"/>
                  </a:moveTo>
                  <a:lnTo>
                    <a:pt x="1" y="1978"/>
                  </a:lnTo>
                  <a:lnTo>
                    <a:pt x="396" y="2374"/>
                  </a:lnTo>
                  <a:lnTo>
                    <a:pt x="1583" y="1187"/>
                  </a:lnTo>
                  <a:lnTo>
                    <a:pt x="1187" y="792"/>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119"/>
            <p:cNvSpPr/>
            <p:nvPr/>
          </p:nvSpPr>
          <p:spPr>
            <a:xfrm>
              <a:off x="1741925" y="4096500"/>
              <a:ext cx="500200" cy="477800"/>
            </a:xfrm>
            <a:custGeom>
              <a:avLst/>
              <a:gdLst/>
              <a:ahLst/>
              <a:cxnLst/>
              <a:rect l="l" t="t" r="r" b="b"/>
              <a:pathLst>
                <a:path w="20008" h="19112" extrusionOk="0">
                  <a:moveTo>
                    <a:pt x="8562" y="9445"/>
                  </a:moveTo>
                  <a:cubicBezTo>
                    <a:pt x="8887" y="9911"/>
                    <a:pt x="9283" y="10306"/>
                    <a:pt x="9748" y="10632"/>
                  </a:cubicBezTo>
                  <a:lnTo>
                    <a:pt x="8841" y="11539"/>
                  </a:lnTo>
                  <a:lnTo>
                    <a:pt x="7654" y="10353"/>
                  </a:lnTo>
                  <a:lnTo>
                    <a:pt x="8562" y="9445"/>
                  </a:lnTo>
                  <a:close/>
                  <a:moveTo>
                    <a:pt x="6468" y="9957"/>
                  </a:moveTo>
                  <a:lnTo>
                    <a:pt x="9236" y="12726"/>
                  </a:lnTo>
                  <a:lnTo>
                    <a:pt x="8841" y="13121"/>
                  </a:lnTo>
                  <a:lnTo>
                    <a:pt x="6072" y="10353"/>
                  </a:lnTo>
                  <a:lnTo>
                    <a:pt x="6468" y="9957"/>
                  </a:lnTo>
                  <a:close/>
                  <a:moveTo>
                    <a:pt x="13284" y="0"/>
                  </a:moveTo>
                  <a:cubicBezTo>
                    <a:pt x="11307" y="0"/>
                    <a:pt x="9446" y="1001"/>
                    <a:pt x="8352" y="2652"/>
                  </a:cubicBezTo>
                  <a:lnTo>
                    <a:pt x="8818" y="2955"/>
                  </a:lnTo>
                  <a:cubicBezTo>
                    <a:pt x="9842" y="1425"/>
                    <a:pt x="11531" y="587"/>
                    <a:pt x="13254" y="587"/>
                  </a:cubicBezTo>
                  <a:cubicBezTo>
                    <a:pt x="14230" y="587"/>
                    <a:pt x="15216" y="856"/>
                    <a:pt x="16099" y="1419"/>
                  </a:cubicBezTo>
                  <a:cubicBezTo>
                    <a:pt x="18542" y="2955"/>
                    <a:pt x="19310" y="6165"/>
                    <a:pt x="17821" y="8654"/>
                  </a:cubicBezTo>
                  <a:cubicBezTo>
                    <a:pt x="16822" y="10325"/>
                    <a:pt x="15058" y="11251"/>
                    <a:pt x="13246" y="11251"/>
                  </a:cubicBezTo>
                  <a:cubicBezTo>
                    <a:pt x="12358" y="11251"/>
                    <a:pt x="11459" y="11029"/>
                    <a:pt x="10632" y="10562"/>
                  </a:cubicBezTo>
                  <a:cubicBezTo>
                    <a:pt x="8120" y="9143"/>
                    <a:pt x="7189" y="5956"/>
                    <a:pt x="8538" y="3420"/>
                  </a:cubicBezTo>
                  <a:lnTo>
                    <a:pt x="8050" y="3164"/>
                  </a:lnTo>
                  <a:lnTo>
                    <a:pt x="8050" y="3164"/>
                  </a:lnTo>
                  <a:cubicBezTo>
                    <a:pt x="7073" y="5002"/>
                    <a:pt x="7143" y="7212"/>
                    <a:pt x="8236" y="8980"/>
                  </a:cubicBezTo>
                  <a:lnTo>
                    <a:pt x="7259" y="9957"/>
                  </a:lnTo>
                  <a:lnTo>
                    <a:pt x="6468" y="9166"/>
                  </a:lnTo>
                  <a:lnTo>
                    <a:pt x="5281" y="10353"/>
                  </a:lnTo>
                  <a:lnTo>
                    <a:pt x="5677" y="10748"/>
                  </a:lnTo>
                  <a:lnTo>
                    <a:pt x="326" y="16099"/>
                  </a:lnTo>
                  <a:cubicBezTo>
                    <a:pt x="1" y="16425"/>
                    <a:pt x="1" y="16960"/>
                    <a:pt x="326" y="17285"/>
                  </a:cubicBezTo>
                  <a:lnTo>
                    <a:pt x="1908" y="18867"/>
                  </a:lnTo>
                  <a:cubicBezTo>
                    <a:pt x="2071" y="19030"/>
                    <a:pt x="2286" y="19111"/>
                    <a:pt x="2501" y="19111"/>
                  </a:cubicBezTo>
                  <a:cubicBezTo>
                    <a:pt x="2717" y="19111"/>
                    <a:pt x="2932" y="19030"/>
                    <a:pt x="3095" y="18867"/>
                  </a:cubicBezTo>
                  <a:lnTo>
                    <a:pt x="5677" y="16285"/>
                  </a:lnTo>
                  <a:lnTo>
                    <a:pt x="5281" y="15889"/>
                  </a:lnTo>
                  <a:lnTo>
                    <a:pt x="2699" y="18472"/>
                  </a:lnTo>
                  <a:cubicBezTo>
                    <a:pt x="2653" y="18518"/>
                    <a:pt x="2583" y="18542"/>
                    <a:pt x="2510" y="18542"/>
                  </a:cubicBezTo>
                  <a:cubicBezTo>
                    <a:pt x="2437" y="18542"/>
                    <a:pt x="2362" y="18518"/>
                    <a:pt x="2304" y="18472"/>
                  </a:cubicBezTo>
                  <a:lnTo>
                    <a:pt x="722" y="16890"/>
                  </a:lnTo>
                  <a:cubicBezTo>
                    <a:pt x="629" y="16773"/>
                    <a:pt x="629" y="16587"/>
                    <a:pt x="722" y="16494"/>
                  </a:cubicBezTo>
                  <a:lnTo>
                    <a:pt x="6072" y="11144"/>
                  </a:lnTo>
                  <a:lnTo>
                    <a:pt x="8050" y="13121"/>
                  </a:lnTo>
                  <a:lnTo>
                    <a:pt x="5677" y="15494"/>
                  </a:lnTo>
                  <a:lnTo>
                    <a:pt x="6072" y="15889"/>
                  </a:lnTo>
                  <a:lnTo>
                    <a:pt x="8445" y="13517"/>
                  </a:lnTo>
                  <a:lnTo>
                    <a:pt x="8841" y="13912"/>
                  </a:lnTo>
                  <a:lnTo>
                    <a:pt x="10027" y="12726"/>
                  </a:lnTo>
                  <a:lnTo>
                    <a:pt x="9236" y="11935"/>
                  </a:lnTo>
                  <a:lnTo>
                    <a:pt x="10213" y="10981"/>
                  </a:lnTo>
                  <a:cubicBezTo>
                    <a:pt x="11176" y="11556"/>
                    <a:pt x="12221" y="11823"/>
                    <a:pt x="13247" y="11823"/>
                  </a:cubicBezTo>
                  <a:cubicBezTo>
                    <a:pt x="15791" y="11823"/>
                    <a:pt x="18215" y="10177"/>
                    <a:pt x="18961" y="7491"/>
                  </a:cubicBezTo>
                  <a:cubicBezTo>
                    <a:pt x="20007" y="3746"/>
                    <a:pt x="17193" y="24"/>
                    <a:pt x="13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119"/>
            <p:cNvSpPr/>
            <p:nvPr/>
          </p:nvSpPr>
          <p:spPr>
            <a:xfrm>
              <a:off x="1939100" y="4125600"/>
              <a:ext cx="269300" cy="238700"/>
            </a:xfrm>
            <a:custGeom>
              <a:avLst/>
              <a:gdLst/>
              <a:ahLst/>
              <a:cxnLst/>
              <a:rect l="l" t="t" r="r" b="b"/>
              <a:pathLst>
                <a:path w="10772" h="9548" extrusionOk="0">
                  <a:moveTo>
                    <a:pt x="5653" y="814"/>
                  </a:moveTo>
                  <a:cubicBezTo>
                    <a:pt x="6072" y="1232"/>
                    <a:pt x="6398" y="1698"/>
                    <a:pt x="6630" y="2233"/>
                  </a:cubicBezTo>
                  <a:lnTo>
                    <a:pt x="5653" y="2233"/>
                  </a:lnTo>
                  <a:lnTo>
                    <a:pt x="5653" y="814"/>
                  </a:lnTo>
                  <a:close/>
                  <a:moveTo>
                    <a:pt x="4513" y="628"/>
                  </a:moveTo>
                  <a:cubicBezTo>
                    <a:pt x="4118" y="1046"/>
                    <a:pt x="3815" y="1512"/>
                    <a:pt x="3583" y="2047"/>
                  </a:cubicBezTo>
                  <a:cubicBezTo>
                    <a:pt x="3559" y="2116"/>
                    <a:pt x="3536" y="2186"/>
                    <a:pt x="3513" y="2256"/>
                  </a:cubicBezTo>
                  <a:lnTo>
                    <a:pt x="1977" y="2256"/>
                  </a:lnTo>
                  <a:cubicBezTo>
                    <a:pt x="2582" y="1419"/>
                    <a:pt x="3490" y="837"/>
                    <a:pt x="4490" y="628"/>
                  </a:cubicBezTo>
                  <a:close/>
                  <a:moveTo>
                    <a:pt x="5118" y="837"/>
                  </a:moveTo>
                  <a:lnTo>
                    <a:pt x="5118" y="2256"/>
                  </a:lnTo>
                  <a:lnTo>
                    <a:pt x="4141" y="2256"/>
                  </a:lnTo>
                  <a:cubicBezTo>
                    <a:pt x="4374" y="1721"/>
                    <a:pt x="4699" y="1232"/>
                    <a:pt x="5118" y="837"/>
                  </a:cubicBezTo>
                  <a:close/>
                  <a:moveTo>
                    <a:pt x="6235" y="628"/>
                  </a:moveTo>
                  <a:lnTo>
                    <a:pt x="6235" y="628"/>
                  </a:lnTo>
                  <a:cubicBezTo>
                    <a:pt x="7258" y="837"/>
                    <a:pt x="8142" y="1419"/>
                    <a:pt x="8771" y="2256"/>
                  </a:cubicBezTo>
                  <a:lnTo>
                    <a:pt x="7235" y="2256"/>
                  </a:lnTo>
                  <a:cubicBezTo>
                    <a:pt x="7212" y="2186"/>
                    <a:pt x="7189" y="2116"/>
                    <a:pt x="7142" y="2047"/>
                  </a:cubicBezTo>
                  <a:cubicBezTo>
                    <a:pt x="6933" y="1512"/>
                    <a:pt x="6630" y="1046"/>
                    <a:pt x="6235" y="628"/>
                  </a:cubicBezTo>
                  <a:close/>
                  <a:moveTo>
                    <a:pt x="3327" y="2814"/>
                  </a:moveTo>
                  <a:cubicBezTo>
                    <a:pt x="3187" y="3349"/>
                    <a:pt x="3094" y="3908"/>
                    <a:pt x="3071" y="4489"/>
                  </a:cubicBezTo>
                  <a:lnTo>
                    <a:pt x="1163" y="4489"/>
                  </a:lnTo>
                  <a:cubicBezTo>
                    <a:pt x="1210" y="3885"/>
                    <a:pt x="1349" y="3326"/>
                    <a:pt x="1628" y="2814"/>
                  </a:cubicBezTo>
                  <a:close/>
                  <a:moveTo>
                    <a:pt x="5118" y="2814"/>
                  </a:moveTo>
                  <a:lnTo>
                    <a:pt x="5118" y="4489"/>
                  </a:lnTo>
                  <a:lnTo>
                    <a:pt x="3652" y="4489"/>
                  </a:lnTo>
                  <a:cubicBezTo>
                    <a:pt x="3676" y="3908"/>
                    <a:pt x="3792" y="3349"/>
                    <a:pt x="3955" y="2814"/>
                  </a:cubicBezTo>
                  <a:close/>
                  <a:moveTo>
                    <a:pt x="6840" y="2814"/>
                  </a:moveTo>
                  <a:cubicBezTo>
                    <a:pt x="7002" y="3349"/>
                    <a:pt x="7096" y="3908"/>
                    <a:pt x="7119" y="4489"/>
                  </a:cubicBezTo>
                  <a:lnTo>
                    <a:pt x="5653" y="4489"/>
                  </a:lnTo>
                  <a:lnTo>
                    <a:pt x="5653" y="2814"/>
                  </a:lnTo>
                  <a:close/>
                  <a:moveTo>
                    <a:pt x="9143" y="2814"/>
                  </a:moveTo>
                  <a:cubicBezTo>
                    <a:pt x="9422" y="3326"/>
                    <a:pt x="9561" y="3908"/>
                    <a:pt x="9608" y="4489"/>
                  </a:cubicBezTo>
                  <a:lnTo>
                    <a:pt x="7700" y="4489"/>
                  </a:lnTo>
                  <a:cubicBezTo>
                    <a:pt x="7677" y="3908"/>
                    <a:pt x="7584" y="3349"/>
                    <a:pt x="7444" y="2814"/>
                  </a:cubicBezTo>
                  <a:close/>
                  <a:moveTo>
                    <a:pt x="3094" y="5048"/>
                  </a:moveTo>
                  <a:cubicBezTo>
                    <a:pt x="3117" y="5606"/>
                    <a:pt x="3210" y="6164"/>
                    <a:pt x="3373" y="6723"/>
                  </a:cubicBezTo>
                  <a:lnTo>
                    <a:pt x="1652" y="6723"/>
                  </a:lnTo>
                  <a:cubicBezTo>
                    <a:pt x="1373" y="6211"/>
                    <a:pt x="1210" y="5629"/>
                    <a:pt x="1186" y="5048"/>
                  </a:cubicBezTo>
                  <a:close/>
                  <a:moveTo>
                    <a:pt x="5095" y="5048"/>
                  </a:moveTo>
                  <a:lnTo>
                    <a:pt x="5095" y="6723"/>
                  </a:lnTo>
                  <a:lnTo>
                    <a:pt x="3908" y="6723"/>
                  </a:lnTo>
                  <a:cubicBezTo>
                    <a:pt x="3746" y="6164"/>
                    <a:pt x="3652" y="5606"/>
                    <a:pt x="3629" y="5048"/>
                  </a:cubicBezTo>
                  <a:close/>
                  <a:moveTo>
                    <a:pt x="7096" y="5048"/>
                  </a:moveTo>
                  <a:cubicBezTo>
                    <a:pt x="7072" y="5606"/>
                    <a:pt x="6979" y="6164"/>
                    <a:pt x="6816" y="6723"/>
                  </a:cubicBezTo>
                  <a:lnTo>
                    <a:pt x="5630" y="6723"/>
                  </a:lnTo>
                  <a:lnTo>
                    <a:pt x="5653" y="5048"/>
                  </a:lnTo>
                  <a:close/>
                  <a:moveTo>
                    <a:pt x="9608" y="5048"/>
                  </a:moveTo>
                  <a:cubicBezTo>
                    <a:pt x="9585" y="5629"/>
                    <a:pt x="9422" y="6211"/>
                    <a:pt x="9143" y="6723"/>
                  </a:cubicBezTo>
                  <a:lnTo>
                    <a:pt x="7444" y="6723"/>
                  </a:lnTo>
                  <a:cubicBezTo>
                    <a:pt x="7584" y="6164"/>
                    <a:pt x="7677" y="5606"/>
                    <a:pt x="7700" y="5048"/>
                  </a:cubicBezTo>
                  <a:close/>
                  <a:moveTo>
                    <a:pt x="5095" y="7281"/>
                  </a:moveTo>
                  <a:lnTo>
                    <a:pt x="5095" y="8700"/>
                  </a:lnTo>
                  <a:cubicBezTo>
                    <a:pt x="4676" y="8305"/>
                    <a:pt x="4350" y="7816"/>
                    <a:pt x="4118" y="7281"/>
                  </a:cubicBezTo>
                  <a:close/>
                  <a:moveTo>
                    <a:pt x="6653" y="7281"/>
                  </a:moveTo>
                  <a:cubicBezTo>
                    <a:pt x="6421" y="7816"/>
                    <a:pt x="6095" y="8305"/>
                    <a:pt x="5676" y="8700"/>
                  </a:cubicBezTo>
                  <a:lnTo>
                    <a:pt x="5676" y="7281"/>
                  </a:lnTo>
                  <a:close/>
                  <a:moveTo>
                    <a:pt x="3536" y="7281"/>
                  </a:moveTo>
                  <a:cubicBezTo>
                    <a:pt x="3559" y="7351"/>
                    <a:pt x="3583" y="7421"/>
                    <a:pt x="3606" y="7490"/>
                  </a:cubicBezTo>
                  <a:cubicBezTo>
                    <a:pt x="3839" y="8002"/>
                    <a:pt x="4141" y="8491"/>
                    <a:pt x="4536" y="8910"/>
                  </a:cubicBezTo>
                  <a:cubicBezTo>
                    <a:pt x="3513" y="8677"/>
                    <a:pt x="2606" y="8119"/>
                    <a:pt x="2001" y="7281"/>
                  </a:cubicBezTo>
                  <a:close/>
                  <a:moveTo>
                    <a:pt x="5397" y="1"/>
                  </a:moveTo>
                  <a:cubicBezTo>
                    <a:pt x="4471" y="1"/>
                    <a:pt x="3538" y="272"/>
                    <a:pt x="2722" y="837"/>
                  </a:cubicBezTo>
                  <a:cubicBezTo>
                    <a:pt x="582" y="2279"/>
                    <a:pt x="0" y="5164"/>
                    <a:pt x="1373" y="7328"/>
                  </a:cubicBezTo>
                  <a:cubicBezTo>
                    <a:pt x="2274" y="8764"/>
                    <a:pt x="3828" y="9548"/>
                    <a:pt x="5414" y="9548"/>
                  </a:cubicBezTo>
                  <a:cubicBezTo>
                    <a:pt x="6243" y="9548"/>
                    <a:pt x="7081" y="9333"/>
                    <a:pt x="7840" y="8886"/>
                  </a:cubicBezTo>
                  <a:lnTo>
                    <a:pt x="7538" y="8398"/>
                  </a:lnTo>
                  <a:cubicBezTo>
                    <a:pt x="7142" y="8630"/>
                    <a:pt x="6700" y="8816"/>
                    <a:pt x="6258" y="8910"/>
                  </a:cubicBezTo>
                  <a:cubicBezTo>
                    <a:pt x="6630" y="8491"/>
                    <a:pt x="6956" y="8002"/>
                    <a:pt x="7165" y="7490"/>
                  </a:cubicBezTo>
                  <a:cubicBezTo>
                    <a:pt x="7212" y="7421"/>
                    <a:pt x="7235" y="7351"/>
                    <a:pt x="7258" y="7281"/>
                  </a:cubicBezTo>
                  <a:lnTo>
                    <a:pt x="8794" y="7281"/>
                  </a:lnTo>
                  <a:cubicBezTo>
                    <a:pt x="8561" y="7583"/>
                    <a:pt x="8305" y="7863"/>
                    <a:pt x="8003" y="8095"/>
                  </a:cubicBezTo>
                  <a:lnTo>
                    <a:pt x="7980" y="8095"/>
                  </a:lnTo>
                  <a:lnTo>
                    <a:pt x="8328" y="8537"/>
                  </a:lnTo>
                  <a:cubicBezTo>
                    <a:pt x="10376" y="6955"/>
                    <a:pt x="10771" y="4047"/>
                    <a:pt x="9259" y="1977"/>
                  </a:cubicBezTo>
                  <a:cubicBezTo>
                    <a:pt x="8330" y="690"/>
                    <a:pt x="6873" y="1"/>
                    <a:pt x="53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4" name="Google Shape;5094;p119"/>
          <p:cNvGrpSpPr/>
          <p:nvPr/>
        </p:nvGrpSpPr>
        <p:grpSpPr>
          <a:xfrm>
            <a:off x="1744250" y="3379975"/>
            <a:ext cx="477525" cy="477500"/>
            <a:chOff x="1744250" y="3379975"/>
            <a:chExt cx="477525" cy="477500"/>
          </a:xfrm>
        </p:grpSpPr>
        <p:sp>
          <p:nvSpPr>
            <p:cNvPr id="5095" name="Google Shape;5095;p119"/>
            <p:cNvSpPr/>
            <p:nvPr/>
          </p:nvSpPr>
          <p:spPr>
            <a:xfrm>
              <a:off x="1841950" y="3386950"/>
              <a:ext cx="372850" cy="27950"/>
            </a:xfrm>
            <a:custGeom>
              <a:avLst/>
              <a:gdLst/>
              <a:ahLst/>
              <a:cxnLst/>
              <a:rect l="l" t="t" r="r" b="b"/>
              <a:pathLst>
                <a:path w="14914" h="1118" extrusionOk="0">
                  <a:moveTo>
                    <a:pt x="1" y="1"/>
                  </a:moveTo>
                  <a:lnTo>
                    <a:pt x="1" y="1117"/>
                  </a:lnTo>
                  <a:lnTo>
                    <a:pt x="14913" y="1117"/>
                  </a:lnTo>
                  <a:lnTo>
                    <a:pt x="1491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119"/>
            <p:cNvSpPr/>
            <p:nvPr/>
          </p:nvSpPr>
          <p:spPr>
            <a:xfrm>
              <a:off x="1855925" y="3414875"/>
              <a:ext cx="344900" cy="287325"/>
            </a:xfrm>
            <a:custGeom>
              <a:avLst/>
              <a:gdLst/>
              <a:ahLst/>
              <a:cxnLst/>
              <a:rect l="l" t="t" r="r" b="b"/>
              <a:pathLst>
                <a:path w="13796" h="11493" extrusionOk="0">
                  <a:moveTo>
                    <a:pt x="3374" y="8654"/>
                  </a:moveTo>
                  <a:lnTo>
                    <a:pt x="6305" y="6281"/>
                  </a:lnTo>
                  <a:lnTo>
                    <a:pt x="6258" y="8119"/>
                  </a:lnTo>
                  <a:lnTo>
                    <a:pt x="2815" y="11190"/>
                  </a:lnTo>
                  <a:lnTo>
                    <a:pt x="2815" y="11492"/>
                  </a:lnTo>
                  <a:lnTo>
                    <a:pt x="13796" y="11492"/>
                  </a:lnTo>
                  <a:lnTo>
                    <a:pt x="13796" y="0"/>
                  </a:lnTo>
                  <a:lnTo>
                    <a:pt x="0" y="0"/>
                  </a:lnTo>
                  <a:lnTo>
                    <a:pt x="0" y="3071"/>
                  </a:lnTo>
                  <a:cubicBezTo>
                    <a:pt x="1559" y="3071"/>
                    <a:pt x="2792" y="4327"/>
                    <a:pt x="2815" y="5863"/>
                  </a:cubicBezTo>
                  <a:lnTo>
                    <a:pt x="2815" y="8654"/>
                  </a:lnTo>
                  <a:close/>
                  <a:moveTo>
                    <a:pt x="3374" y="8654"/>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119"/>
            <p:cNvSpPr/>
            <p:nvPr/>
          </p:nvSpPr>
          <p:spPr>
            <a:xfrm>
              <a:off x="1855925" y="3414875"/>
              <a:ext cx="20950" cy="80275"/>
            </a:xfrm>
            <a:custGeom>
              <a:avLst/>
              <a:gdLst/>
              <a:ahLst/>
              <a:cxnLst/>
              <a:rect l="l" t="t" r="r" b="b"/>
              <a:pathLst>
                <a:path w="838" h="3211" extrusionOk="0">
                  <a:moveTo>
                    <a:pt x="838" y="0"/>
                  </a:moveTo>
                  <a:lnTo>
                    <a:pt x="0" y="0"/>
                  </a:lnTo>
                  <a:lnTo>
                    <a:pt x="0" y="3071"/>
                  </a:lnTo>
                  <a:cubicBezTo>
                    <a:pt x="303" y="3071"/>
                    <a:pt x="582" y="3118"/>
                    <a:pt x="838" y="3211"/>
                  </a:cubicBezTo>
                  <a:close/>
                  <a:moveTo>
                    <a:pt x="838" y="0"/>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119"/>
            <p:cNvSpPr/>
            <p:nvPr/>
          </p:nvSpPr>
          <p:spPr>
            <a:xfrm>
              <a:off x="1855925" y="3571900"/>
              <a:ext cx="157625" cy="159950"/>
            </a:xfrm>
            <a:custGeom>
              <a:avLst/>
              <a:gdLst/>
              <a:ahLst/>
              <a:cxnLst/>
              <a:rect l="l" t="t" r="r" b="b"/>
              <a:pathLst>
                <a:path w="6305" h="6398" extrusionOk="0">
                  <a:moveTo>
                    <a:pt x="0" y="6398"/>
                  </a:moveTo>
                  <a:lnTo>
                    <a:pt x="2815" y="6398"/>
                  </a:lnTo>
                  <a:lnTo>
                    <a:pt x="2815" y="4909"/>
                  </a:lnTo>
                  <a:lnTo>
                    <a:pt x="6258" y="1838"/>
                  </a:lnTo>
                  <a:lnTo>
                    <a:pt x="6305" y="0"/>
                  </a:lnTo>
                  <a:lnTo>
                    <a:pt x="3374" y="2373"/>
                  </a:lnTo>
                  <a:lnTo>
                    <a:pt x="1954" y="2373"/>
                  </a:lnTo>
                  <a:lnTo>
                    <a:pt x="0" y="4211"/>
                  </a:lnTo>
                  <a:close/>
                  <a:moveTo>
                    <a:pt x="0" y="6398"/>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119"/>
            <p:cNvSpPr/>
            <p:nvPr/>
          </p:nvSpPr>
          <p:spPr>
            <a:xfrm>
              <a:off x="1772175" y="3642275"/>
              <a:ext cx="83775" cy="89575"/>
            </a:xfrm>
            <a:custGeom>
              <a:avLst/>
              <a:gdLst/>
              <a:ahLst/>
              <a:cxnLst/>
              <a:rect l="l" t="t" r="r" b="b"/>
              <a:pathLst>
                <a:path w="3351" h="3583" extrusionOk="0">
                  <a:moveTo>
                    <a:pt x="3350" y="3583"/>
                  </a:moveTo>
                  <a:lnTo>
                    <a:pt x="3350" y="1396"/>
                  </a:lnTo>
                  <a:lnTo>
                    <a:pt x="1396" y="0"/>
                  </a:lnTo>
                  <a:lnTo>
                    <a:pt x="0" y="419"/>
                  </a:lnTo>
                  <a:lnTo>
                    <a:pt x="0" y="3583"/>
                  </a:lnTo>
                  <a:close/>
                  <a:moveTo>
                    <a:pt x="3350" y="3583"/>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119"/>
            <p:cNvSpPr/>
            <p:nvPr/>
          </p:nvSpPr>
          <p:spPr>
            <a:xfrm>
              <a:off x="1807075" y="3631800"/>
              <a:ext cx="97725" cy="45400"/>
            </a:xfrm>
            <a:custGeom>
              <a:avLst/>
              <a:gdLst/>
              <a:ahLst/>
              <a:cxnLst/>
              <a:rect l="l" t="t" r="r" b="b"/>
              <a:pathLst>
                <a:path w="3909" h="1816" extrusionOk="0">
                  <a:moveTo>
                    <a:pt x="0" y="419"/>
                  </a:moveTo>
                  <a:lnTo>
                    <a:pt x="1954" y="1815"/>
                  </a:lnTo>
                  <a:lnTo>
                    <a:pt x="3908" y="1"/>
                  </a:lnTo>
                  <a:lnTo>
                    <a:pt x="1396" y="1"/>
                  </a:lnTo>
                  <a:close/>
                  <a:moveTo>
                    <a:pt x="0" y="419"/>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119"/>
            <p:cNvSpPr/>
            <p:nvPr/>
          </p:nvSpPr>
          <p:spPr>
            <a:xfrm>
              <a:off x="1814050" y="3561425"/>
              <a:ext cx="84350" cy="69825"/>
            </a:xfrm>
            <a:custGeom>
              <a:avLst/>
              <a:gdLst/>
              <a:ahLst/>
              <a:cxnLst/>
              <a:rect l="l" t="t" r="r" b="b"/>
              <a:pathLst>
                <a:path w="3374" h="2793" extrusionOk="0">
                  <a:moveTo>
                    <a:pt x="1117" y="2792"/>
                  </a:moveTo>
                  <a:lnTo>
                    <a:pt x="2257" y="2792"/>
                  </a:lnTo>
                  <a:lnTo>
                    <a:pt x="3374" y="1676"/>
                  </a:lnTo>
                  <a:lnTo>
                    <a:pt x="3374" y="559"/>
                  </a:lnTo>
                  <a:lnTo>
                    <a:pt x="1675" y="1"/>
                  </a:lnTo>
                  <a:lnTo>
                    <a:pt x="0" y="1"/>
                  </a:lnTo>
                  <a:lnTo>
                    <a:pt x="0" y="1676"/>
                  </a:lnTo>
                  <a:close/>
                  <a:moveTo>
                    <a:pt x="1117" y="2792"/>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119"/>
            <p:cNvSpPr/>
            <p:nvPr/>
          </p:nvSpPr>
          <p:spPr>
            <a:xfrm>
              <a:off x="1786125" y="3491650"/>
              <a:ext cx="139600" cy="157050"/>
            </a:xfrm>
            <a:custGeom>
              <a:avLst/>
              <a:gdLst/>
              <a:ahLst/>
              <a:cxnLst/>
              <a:rect l="l" t="t" r="r" b="b"/>
              <a:pathLst>
                <a:path w="5584" h="6282" extrusionOk="0">
                  <a:moveTo>
                    <a:pt x="2234" y="5583"/>
                  </a:moveTo>
                  <a:lnTo>
                    <a:pt x="1117" y="4467"/>
                  </a:lnTo>
                  <a:lnTo>
                    <a:pt x="1117" y="2792"/>
                  </a:lnTo>
                  <a:lnTo>
                    <a:pt x="2792" y="2792"/>
                  </a:lnTo>
                  <a:lnTo>
                    <a:pt x="4491" y="3350"/>
                  </a:lnTo>
                  <a:lnTo>
                    <a:pt x="4491" y="4490"/>
                  </a:lnTo>
                  <a:lnTo>
                    <a:pt x="3351" y="5583"/>
                  </a:lnTo>
                  <a:lnTo>
                    <a:pt x="5584" y="5583"/>
                  </a:lnTo>
                  <a:lnTo>
                    <a:pt x="5584" y="2792"/>
                  </a:lnTo>
                  <a:cubicBezTo>
                    <a:pt x="5584" y="1256"/>
                    <a:pt x="4351" y="0"/>
                    <a:pt x="2792" y="0"/>
                  </a:cubicBezTo>
                  <a:cubicBezTo>
                    <a:pt x="1257" y="0"/>
                    <a:pt x="1" y="1256"/>
                    <a:pt x="1" y="2792"/>
                  </a:cubicBezTo>
                  <a:lnTo>
                    <a:pt x="1" y="6281"/>
                  </a:lnTo>
                  <a:close/>
                  <a:moveTo>
                    <a:pt x="2234" y="5583"/>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119"/>
            <p:cNvSpPr/>
            <p:nvPr/>
          </p:nvSpPr>
          <p:spPr>
            <a:xfrm>
              <a:off x="1751225" y="3731825"/>
              <a:ext cx="209400" cy="27950"/>
            </a:xfrm>
            <a:custGeom>
              <a:avLst/>
              <a:gdLst/>
              <a:ahLst/>
              <a:cxnLst/>
              <a:rect l="l" t="t" r="r" b="b"/>
              <a:pathLst>
                <a:path w="8376" h="1118" extrusionOk="0">
                  <a:moveTo>
                    <a:pt x="1" y="1"/>
                  </a:moveTo>
                  <a:lnTo>
                    <a:pt x="1" y="1118"/>
                  </a:lnTo>
                  <a:lnTo>
                    <a:pt x="8376" y="1118"/>
                  </a:lnTo>
                  <a:lnTo>
                    <a:pt x="83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119"/>
            <p:cNvSpPr/>
            <p:nvPr/>
          </p:nvSpPr>
          <p:spPr>
            <a:xfrm>
              <a:off x="1765200" y="3759750"/>
              <a:ext cx="182050" cy="90750"/>
            </a:xfrm>
            <a:custGeom>
              <a:avLst/>
              <a:gdLst/>
              <a:ahLst/>
              <a:cxnLst/>
              <a:rect l="l" t="t" r="r" b="b"/>
              <a:pathLst>
                <a:path w="7282" h="3630" extrusionOk="0">
                  <a:moveTo>
                    <a:pt x="0" y="1"/>
                  </a:moveTo>
                  <a:lnTo>
                    <a:pt x="0" y="3630"/>
                  </a:lnTo>
                  <a:lnTo>
                    <a:pt x="7282" y="3630"/>
                  </a:lnTo>
                  <a:lnTo>
                    <a:pt x="728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119"/>
            <p:cNvSpPr/>
            <p:nvPr/>
          </p:nvSpPr>
          <p:spPr>
            <a:xfrm>
              <a:off x="1786125" y="3488150"/>
              <a:ext cx="76800" cy="160550"/>
            </a:xfrm>
            <a:custGeom>
              <a:avLst/>
              <a:gdLst/>
              <a:ahLst/>
              <a:cxnLst/>
              <a:rect l="l" t="t" r="r" b="b"/>
              <a:pathLst>
                <a:path w="3072" h="6422" extrusionOk="0">
                  <a:moveTo>
                    <a:pt x="3071" y="163"/>
                  </a:moveTo>
                  <a:cubicBezTo>
                    <a:pt x="1443" y="0"/>
                    <a:pt x="1" y="1280"/>
                    <a:pt x="1" y="2932"/>
                  </a:cubicBezTo>
                  <a:lnTo>
                    <a:pt x="1" y="6421"/>
                  </a:lnTo>
                  <a:lnTo>
                    <a:pt x="559" y="6235"/>
                  </a:lnTo>
                  <a:lnTo>
                    <a:pt x="559" y="2932"/>
                  </a:lnTo>
                  <a:cubicBezTo>
                    <a:pt x="559" y="1513"/>
                    <a:pt x="1652" y="303"/>
                    <a:pt x="3071" y="163"/>
                  </a:cubicBezTo>
                  <a:close/>
                  <a:moveTo>
                    <a:pt x="3071" y="163"/>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119"/>
            <p:cNvSpPr/>
            <p:nvPr/>
          </p:nvSpPr>
          <p:spPr>
            <a:xfrm>
              <a:off x="1814050" y="3561425"/>
              <a:ext cx="41900" cy="69825"/>
            </a:xfrm>
            <a:custGeom>
              <a:avLst/>
              <a:gdLst/>
              <a:ahLst/>
              <a:cxnLst/>
              <a:rect l="l" t="t" r="r" b="b"/>
              <a:pathLst>
                <a:path w="1676" h="2793" extrusionOk="0">
                  <a:moveTo>
                    <a:pt x="1117" y="2792"/>
                  </a:moveTo>
                  <a:lnTo>
                    <a:pt x="1675" y="2792"/>
                  </a:lnTo>
                  <a:lnTo>
                    <a:pt x="559" y="1676"/>
                  </a:lnTo>
                  <a:lnTo>
                    <a:pt x="559" y="1"/>
                  </a:lnTo>
                  <a:lnTo>
                    <a:pt x="0" y="1"/>
                  </a:lnTo>
                  <a:lnTo>
                    <a:pt x="0" y="1676"/>
                  </a:lnTo>
                  <a:close/>
                  <a:moveTo>
                    <a:pt x="1117" y="2792"/>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119"/>
            <p:cNvSpPr/>
            <p:nvPr/>
          </p:nvSpPr>
          <p:spPr>
            <a:xfrm>
              <a:off x="1772175" y="3648675"/>
              <a:ext cx="13975" cy="83175"/>
            </a:xfrm>
            <a:custGeom>
              <a:avLst/>
              <a:gdLst/>
              <a:ahLst/>
              <a:cxnLst/>
              <a:rect l="l" t="t" r="r" b="b"/>
              <a:pathLst>
                <a:path w="559" h="3327" extrusionOk="0">
                  <a:moveTo>
                    <a:pt x="559" y="0"/>
                  </a:moveTo>
                  <a:lnTo>
                    <a:pt x="0" y="163"/>
                  </a:lnTo>
                  <a:lnTo>
                    <a:pt x="0" y="3327"/>
                  </a:lnTo>
                  <a:lnTo>
                    <a:pt x="559" y="3327"/>
                  </a:lnTo>
                  <a:close/>
                  <a:moveTo>
                    <a:pt x="559" y="0"/>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119"/>
            <p:cNvSpPr/>
            <p:nvPr/>
          </p:nvSpPr>
          <p:spPr>
            <a:xfrm>
              <a:off x="1751225" y="3731825"/>
              <a:ext cx="20975" cy="27950"/>
            </a:xfrm>
            <a:custGeom>
              <a:avLst/>
              <a:gdLst/>
              <a:ahLst/>
              <a:cxnLst/>
              <a:rect l="l" t="t" r="r" b="b"/>
              <a:pathLst>
                <a:path w="839" h="1118" extrusionOk="0">
                  <a:moveTo>
                    <a:pt x="1" y="1"/>
                  </a:moveTo>
                  <a:lnTo>
                    <a:pt x="1" y="1118"/>
                  </a:lnTo>
                  <a:lnTo>
                    <a:pt x="838" y="1118"/>
                  </a:lnTo>
                  <a:lnTo>
                    <a:pt x="8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119"/>
            <p:cNvSpPr/>
            <p:nvPr/>
          </p:nvSpPr>
          <p:spPr>
            <a:xfrm>
              <a:off x="1765200" y="3759750"/>
              <a:ext cx="20950" cy="90750"/>
            </a:xfrm>
            <a:custGeom>
              <a:avLst/>
              <a:gdLst/>
              <a:ahLst/>
              <a:cxnLst/>
              <a:rect l="l" t="t" r="r" b="b"/>
              <a:pathLst>
                <a:path w="838" h="3630" extrusionOk="0">
                  <a:moveTo>
                    <a:pt x="0" y="1"/>
                  </a:moveTo>
                  <a:lnTo>
                    <a:pt x="0" y="3630"/>
                  </a:lnTo>
                  <a:lnTo>
                    <a:pt x="838" y="3630"/>
                  </a:lnTo>
                  <a:lnTo>
                    <a:pt x="8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119"/>
            <p:cNvSpPr/>
            <p:nvPr/>
          </p:nvSpPr>
          <p:spPr>
            <a:xfrm>
              <a:off x="1841950" y="3386950"/>
              <a:ext cx="20975" cy="27950"/>
            </a:xfrm>
            <a:custGeom>
              <a:avLst/>
              <a:gdLst/>
              <a:ahLst/>
              <a:cxnLst/>
              <a:rect l="l" t="t" r="r" b="b"/>
              <a:pathLst>
                <a:path w="839" h="1118" extrusionOk="0">
                  <a:moveTo>
                    <a:pt x="1" y="1"/>
                  </a:moveTo>
                  <a:lnTo>
                    <a:pt x="1" y="1117"/>
                  </a:lnTo>
                  <a:lnTo>
                    <a:pt x="838" y="1117"/>
                  </a:lnTo>
                  <a:lnTo>
                    <a:pt x="8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119"/>
            <p:cNvSpPr/>
            <p:nvPr/>
          </p:nvSpPr>
          <p:spPr>
            <a:xfrm>
              <a:off x="1912325" y="3435800"/>
              <a:ext cx="266975" cy="358875"/>
            </a:xfrm>
            <a:custGeom>
              <a:avLst/>
              <a:gdLst/>
              <a:ahLst/>
              <a:cxnLst/>
              <a:rect l="l" t="t" r="r" b="b"/>
              <a:pathLst>
                <a:path w="10679" h="14355" extrusionOk="0">
                  <a:moveTo>
                    <a:pt x="9004" y="1"/>
                  </a:moveTo>
                  <a:lnTo>
                    <a:pt x="9004" y="559"/>
                  </a:lnTo>
                  <a:lnTo>
                    <a:pt x="9562" y="559"/>
                  </a:lnTo>
                  <a:lnTo>
                    <a:pt x="9562" y="1"/>
                  </a:lnTo>
                  <a:close/>
                  <a:moveTo>
                    <a:pt x="10144" y="1"/>
                  </a:moveTo>
                  <a:lnTo>
                    <a:pt x="10144" y="559"/>
                  </a:lnTo>
                  <a:lnTo>
                    <a:pt x="10679" y="559"/>
                  </a:lnTo>
                  <a:lnTo>
                    <a:pt x="10679" y="1"/>
                  </a:lnTo>
                  <a:close/>
                  <a:moveTo>
                    <a:pt x="1" y="13796"/>
                  </a:moveTo>
                  <a:lnTo>
                    <a:pt x="1" y="14354"/>
                  </a:lnTo>
                  <a:lnTo>
                    <a:pt x="559" y="14354"/>
                  </a:lnTo>
                  <a:lnTo>
                    <a:pt x="559" y="13796"/>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119"/>
            <p:cNvSpPr/>
            <p:nvPr/>
          </p:nvSpPr>
          <p:spPr>
            <a:xfrm>
              <a:off x="1744250" y="3379975"/>
              <a:ext cx="477525" cy="477500"/>
            </a:xfrm>
            <a:custGeom>
              <a:avLst/>
              <a:gdLst/>
              <a:ahLst/>
              <a:cxnLst/>
              <a:rect l="l" t="t" r="r" b="b"/>
              <a:pathLst>
                <a:path w="19101" h="19100" extrusionOk="0">
                  <a:moveTo>
                    <a:pt x="18542" y="582"/>
                  </a:moveTo>
                  <a:lnTo>
                    <a:pt x="18542" y="1140"/>
                  </a:lnTo>
                  <a:lnTo>
                    <a:pt x="4188" y="1140"/>
                  </a:lnTo>
                  <a:lnTo>
                    <a:pt x="4188" y="582"/>
                  </a:lnTo>
                  <a:close/>
                  <a:moveTo>
                    <a:pt x="4421" y="7561"/>
                  </a:moveTo>
                  <a:lnTo>
                    <a:pt x="5886" y="8026"/>
                  </a:lnTo>
                  <a:lnTo>
                    <a:pt x="5886" y="8841"/>
                  </a:lnTo>
                  <a:lnTo>
                    <a:pt x="4933" y="9794"/>
                  </a:lnTo>
                  <a:lnTo>
                    <a:pt x="4049" y="9794"/>
                  </a:lnTo>
                  <a:lnTo>
                    <a:pt x="3095" y="8841"/>
                  </a:lnTo>
                  <a:lnTo>
                    <a:pt x="3071" y="7561"/>
                  </a:lnTo>
                  <a:close/>
                  <a:moveTo>
                    <a:pt x="3955" y="10329"/>
                  </a:moveTo>
                  <a:lnTo>
                    <a:pt x="5026" y="10353"/>
                  </a:lnTo>
                  <a:lnTo>
                    <a:pt x="5724" y="10353"/>
                  </a:lnTo>
                  <a:lnTo>
                    <a:pt x="4444" y="11516"/>
                  </a:lnTo>
                  <a:lnTo>
                    <a:pt x="3141" y="10585"/>
                  </a:lnTo>
                  <a:lnTo>
                    <a:pt x="3955" y="10329"/>
                  </a:lnTo>
                  <a:close/>
                  <a:moveTo>
                    <a:pt x="2467" y="10795"/>
                  </a:moveTo>
                  <a:lnTo>
                    <a:pt x="4188" y="12028"/>
                  </a:lnTo>
                  <a:lnTo>
                    <a:pt x="4188" y="13773"/>
                  </a:lnTo>
                  <a:lnTo>
                    <a:pt x="2792" y="13773"/>
                  </a:lnTo>
                  <a:lnTo>
                    <a:pt x="2792" y="12377"/>
                  </a:lnTo>
                  <a:lnTo>
                    <a:pt x="2234" y="12377"/>
                  </a:lnTo>
                  <a:lnTo>
                    <a:pt x="2234" y="13796"/>
                  </a:lnTo>
                  <a:lnTo>
                    <a:pt x="1396" y="13796"/>
                  </a:lnTo>
                  <a:lnTo>
                    <a:pt x="1396" y="11120"/>
                  </a:lnTo>
                  <a:lnTo>
                    <a:pt x="2467" y="10795"/>
                  </a:lnTo>
                  <a:close/>
                  <a:moveTo>
                    <a:pt x="10469" y="8282"/>
                  </a:moveTo>
                  <a:lnTo>
                    <a:pt x="10446" y="9399"/>
                  </a:lnTo>
                  <a:lnTo>
                    <a:pt x="7003" y="12470"/>
                  </a:lnTo>
                  <a:lnTo>
                    <a:pt x="7003" y="13796"/>
                  </a:lnTo>
                  <a:lnTo>
                    <a:pt x="4746" y="13796"/>
                  </a:lnTo>
                  <a:lnTo>
                    <a:pt x="4746" y="12004"/>
                  </a:lnTo>
                  <a:lnTo>
                    <a:pt x="6538" y="10353"/>
                  </a:lnTo>
                  <a:lnTo>
                    <a:pt x="7934" y="10353"/>
                  </a:lnTo>
                  <a:lnTo>
                    <a:pt x="10469" y="8282"/>
                  </a:lnTo>
                  <a:close/>
                  <a:moveTo>
                    <a:pt x="8399" y="14354"/>
                  </a:moveTo>
                  <a:lnTo>
                    <a:pt x="8399" y="14912"/>
                  </a:lnTo>
                  <a:lnTo>
                    <a:pt x="559" y="14912"/>
                  </a:lnTo>
                  <a:lnTo>
                    <a:pt x="559" y="14354"/>
                  </a:lnTo>
                  <a:close/>
                  <a:moveTo>
                    <a:pt x="7841" y="15471"/>
                  </a:moveTo>
                  <a:lnTo>
                    <a:pt x="7841" y="18542"/>
                  </a:lnTo>
                  <a:lnTo>
                    <a:pt x="1117" y="18542"/>
                  </a:lnTo>
                  <a:lnTo>
                    <a:pt x="1117" y="15471"/>
                  </a:lnTo>
                  <a:close/>
                  <a:moveTo>
                    <a:pt x="3630" y="0"/>
                  </a:moveTo>
                  <a:lnTo>
                    <a:pt x="3630" y="1675"/>
                  </a:lnTo>
                  <a:lnTo>
                    <a:pt x="4188" y="1675"/>
                  </a:lnTo>
                  <a:lnTo>
                    <a:pt x="4188" y="4211"/>
                  </a:lnTo>
                  <a:cubicBezTo>
                    <a:pt x="3583" y="4258"/>
                    <a:pt x="3002" y="4490"/>
                    <a:pt x="2513" y="4886"/>
                  </a:cubicBezTo>
                  <a:lnTo>
                    <a:pt x="2885" y="5328"/>
                  </a:lnTo>
                  <a:cubicBezTo>
                    <a:pt x="3367" y="4929"/>
                    <a:pt x="3921" y="4750"/>
                    <a:pt x="4464" y="4750"/>
                  </a:cubicBezTo>
                  <a:cubicBezTo>
                    <a:pt x="5756" y="4750"/>
                    <a:pt x="6980" y="5767"/>
                    <a:pt x="6980" y="7259"/>
                  </a:cubicBezTo>
                  <a:lnTo>
                    <a:pt x="6980" y="9794"/>
                  </a:lnTo>
                  <a:lnTo>
                    <a:pt x="5700" y="9794"/>
                  </a:lnTo>
                  <a:lnTo>
                    <a:pt x="6421" y="9050"/>
                  </a:lnTo>
                  <a:lnTo>
                    <a:pt x="6421" y="7631"/>
                  </a:lnTo>
                  <a:lnTo>
                    <a:pt x="4514" y="6979"/>
                  </a:lnTo>
                  <a:lnTo>
                    <a:pt x="2513" y="6979"/>
                  </a:lnTo>
                  <a:lnTo>
                    <a:pt x="2513" y="9050"/>
                  </a:lnTo>
                  <a:lnTo>
                    <a:pt x="3374" y="9934"/>
                  </a:lnTo>
                  <a:lnTo>
                    <a:pt x="1955" y="10353"/>
                  </a:lnTo>
                  <a:lnTo>
                    <a:pt x="1955" y="7259"/>
                  </a:lnTo>
                  <a:cubicBezTo>
                    <a:pt x="1955" y="6677"/>
                    <a:pt x="2164" y="6119"/>
                    <a:pt x="2536" y="5677"/>
                  </a:cubicBezTo>
                  <a:lnTo>
                    <a:pt x="2094" y="5328"/>
                  </a:lnTo>
                  <a:cubicBezTo>
                    <a:pt x="1652" y="5863"/>
                    <a:pt x="1420" y="6561"/>
                    <a:pt x="1396" y="7259"/>
                  </a:cubicBezTo>
                  <a:lnTo>
                    <a:pt x="1396" y="10516"/>
                  </a:lnTo>
                  <a:lnTo>
                    <a:pt x="861" y="10702"/>
                  </a:lnTo>
                  <a:lnTo>
                    <a:pt x="861" y="13773"/>
                  </a:lnTo>
                  <a:lnTo>
                    <a:pt x="1" y="13773"/>
                  </a:lnTo>
                  <a:lnTo>
                    <a:pt x="1" y="15471"/>
                  </a:lnTo>
                  <a:lnTo>
                    <a:pt x="559" y="15471"/>
                  </a:lnTo>
                  <a:lnTo>
                    <a:pt x="559" y="19100"/>
                  </a:lnTo>
                  <a:lnTo>
                    <a:pt x="8399" y="19100"/>
                  </a:lnTo>
                  <a:lnTo>
                    <a:pt x="8399" y="15471"/>
                  </a:lnTo>
                  <a:lnTo>
                    <a:pt x="8957" y="15471"/>
                  </a:lnTo>
                  <a:lnTo>
                    <a:pt x="8957" y="13773"/>
                  </a:lnTo>
                  <a:lnTo>
                    <a:pt x="7561" y="13773"/>
                  </a:lnTo>
                  <a:lnTo>
                    <a:pt x="7561" y="13144"/>
                  </a:lnTo>
                  <a:lnTo>
                    <a:pt x="15750" y="13144"/>
                  </a:lnTo>
                  <a:lnTo>
                    <a:pt x="15750" y="12586"/>
                  </a:lnTo>
                  <a:lnTo>
                    <a:pt x="7701" y="12586"/>
                  </a:lnTo>
                  <a:lnTo>
                    <a:pt x="11004" y="9655"/>
                  </a:lnTo>
                  <a:lnTo>
                    <a:pt x="11051" y="7770"/>
                  </a:lnTo>
                  <a:lnTo>
                    <a:pt x="11540" y="7026"/>
                  </a:lnTo>
                  <a:lnTo>
                    <a:pt x="11097" y="6724"/>
                  </a:lnTo>
                  <a:lnTo>
                    <a:pt x="10562" y="7491"/>
                  </a:lnTo>
                  <a:lnTo>
                    <a:pt x="7747" y="9771"/>
                  </a:lnTo>
                  <a:lnTo>
                    <a:pt x="7561" y="9771"/>
                  </a:lnTo>
                  <a:lnTo>
                    <a:pt x="7561" y="7259"/>
                  </a:lnTo>
                  <a:cubicBezTo>
                    <a:pt x="7561" y="5677"/>
                    <a:pt x="6352" y="4351"/>
                    <a:pt x="4770" y="4211"/>
                  </a:cubicBezTo>
                  <a:lnTo>
                    <a:pt x="4770" y="1675"/>
                  </a:lnTo>
                  <a:lnTo>
                    <a:pt x="17984" y="1675"/>
                  </a:lnTo>
                  <a:lnTo>
                    <a:pt x="17984" y="12586"/>
                  </a:lnTo>
                  <a:lnTo>
                    <a:pt x="16309" y="12586"/>
                  </a:lnTo>
                  <a:lnTo>
                    <a:pt x="16309" y="13144"/>
                  </a:lnTo>
                  <a:lnTo>
                    <a:pt x="18542" y="13144"/>
                  </a:lnTo>
                  <a:lnTo>
                    <a:pt x="18542" y="1675"/>
                  </a:lnTo>
                  <a:lnTo>
                    <a:pt x="19100" y="1675"/>
                  </a:lnTo>
                  <a:lnTo>
                    <a:pt x="1910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119"/>
            <p:cNvSpPr/>
            <p:nvPr/>
          </p:nvSpPr>
          <p:spPr>
            <a:xfrm>
              <a:off x="1970500" y="3446850"/>
              <a:ext cx="91325" cy="126225"/>
            </a:xfrm>
            <a:custGeom>
              <a:avLst/>
              <a:gdLst/>
              <a:ahLst/>
              <a:cxnLst/>
              <a:rect l="l" t="t" r="r" b="b"/>
              <a:pathLst>
                <a:path w="3653" h="5049" extrusionOk="0">
                  <a:moveTo>
                    <a:pt x="2699" y="582"/>
                  </a:moveTo>
                  <a:lnTo>
                    <a:pt x="3094" y="978"/>
                  </a:lnTo>
                  <a:lnTo>
                    <a:pt x="3094" y="2536"/>
                  </a:lnTo>
                  <a:lnTo>
                    <a:pt x="582" y="2536"/>
                  </a:lnTo>
                  <a:lnTo>
                    <a:pt x="582" y="978"/>
                  </a:lnTo>
                  <a:lnTo>
                    <a:pt x="977" y="582"/>
                  </a:lnTo>
                  <a:close/>
                  <a:moveTo>
                    <a:pt x="745" y="1"/>
                  </a:moveTo>
                  <a:lnTo>
                    <a:pt x="0" y="745"/>
                  </a:lnTo>
                  <a:lnTo>
                    <a:pt x="0" y="5049"/>
                  </a:lnTo>
                  <a:lnTo>
                    <a:pt x="559" y="5049"/>
                  </a:lnTo>
                  <a:lnTo>
                    <a:pt x="559" y="3095"/>
                  </a:lnTo>
                  <a:lnTo>
                    <a:pt x="3094" y="3095"/>
                  </a:lnTo>
                  <a:lnTo>
                    <a:pt x="3094" y="5049"/>
                  </a:lnTo>
                  <a:lnTo>
                    <a:pt x="3653" y="5049"/>
                  </a:lnTo>
                  <a:lnTo>
                    <a:pt x="3653" y="745"/>
                  </a:lnTo>
                  <a:lnTo>
                    <a:pt x="293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119"/>
            <p:cNvSpPr/>
            <p:nvPr/>
          </p:nvSpPr>
          <p:spPr>
            <a:xfrm>
              <a:off x="2075775" y="3482325"/>
              <a:ext cx="69800" cy="90750"/>
            </a:xfrm>
            <a:custGeom>
              <a:avLst/>
              <a:gdLst/>
              <a:ahLst/>
              <a:cxnLst/>
              <a:rect l="l" t="t" r="r" b="b"/>
              <a:pathLst>
                <a:path w="2792" h="3630" extrusionOk="0">
                  <a:moveTo>
                    <a:pt x="2233" y="1676"/>
                  </a:moveTo>
                  <a:lnTo>
                    <a:pt x="2233" y="3072"/>
                  </a:lnTo>
                  <a:lnTo>
                    <a:pt x="535" y="3072"/>
                  </a:lnTo>
                  <a:lnTo>
                    <a:pt x="535" y="1676"/>
                  </a:lnTo>
                  <a:close/>
                  <a:moveTo>
                    <a:pt x="0" y="1"/>
                  </a:moveTo>
                  <a:lnTo>
                    <a:pt x="0" y="559"/>
                  </a:lnTo>
                  <a:lnTo>
                    <a:pt x="2233" y="559"/>
                  </a:lnTo>
                  <a:lnTo>
                    <a:pt x="2233" y="1117"/>
                  </a:lnTo>
                  <a:lnTo>
                    <a:pt x="0" y="1117"/>
                  </a:lnTo>
                  <a:lnTo>
                    <a:pt x="0" y="3630"/>
                  </a:lnTo>
                  <a:lnTo>
                    <a:pt x="2792" y="3630"/>
                  </a:lnTo>
                  <a:lnTo>
                    <a:pt x="279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119"/>
            <p:cNvSpPr/>
            <p:nvPr/>
          </p:nvSpPr>
          <p:spPr>
            <a:xfrm>
              <a:off x="2075775" y="3614925"/>
              <a:ext cx="69800" cy="14000"/>
            </a:xfrm>
            <a:custGeom>
              <a:avLst/>
              <a:gdLst/>
              <a:ahLst/>
              <a:cxnLst/>
              <a:rect l="l" t="t" r="r" b="b"/>
              <a:pathLst>
                <a:path w="2792" h="560" extrusionOk="0">
                  <a:moveTo>
                    <a:pt x="0" y="1"/>
                  </a:moveTo>
                  <a:lnTo>
                    <a:pt x="0" y="559"/>
                  </a:lnTo>
                  <a:lnTo>
                    <a:pt x="2792" y="559"/>
                  </a:lnTo>
                  <a:lnTo>
                    <a:pt x="279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119"/>
            <p:cNvSpPr/>
            <p:nvPr/>
          </p:nvSpPr>
          <p:spPr>
            <a:xfrm>
              <a:off x="2047850" y="3587025"/>
              <a:ext cx="13975" cy="13975"/>
            </a:xfrm>
            <a:custGeom>
              <a:avLst/>
              <a:gdLst/>
              <a:ahLst/>
              <a:cxnLst/>
              <a:rect l="l" t="t" r="r" b="b"/>
              <a:pathLst>
                <a:path w="559" h="559" extrusionOk="0">
                  <a:moveTo>
                    <a:pt x="0" y="0"/>
                  </a:moveTo>
                  <a:lnTo>
                    <a:pt x="0"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119"/>
            <p:cNvSpPr/>
            <p:nvPr/>
          </p:nvSpPr>
          <p:spPr>
            <a:xfrm>
              <a:off x="2075775" y="3587025"/>
              <a:ext cx="69800" cy="13975"/>
            </a:xfrm>
            <a:custGeom>
              <a:avLst/>
              <a:gdLst/>
              <a:ahLst/>
              <a:cxnLst/>
              <a:rect l="l" t="t" r="r" b="b"/>
              <a:pathLst>
                <a:path w="2792" h="559" extrusionOk="0">
                  <a:moveTo>
                    <a:pt x="0" y="0"/>
                  </a:moveTo>
                  <a:lnTo>
                    <a:pt x="0" y="559"/>
                  </a:lnTo>
                  <a:lnTo>
                    <a:pt x="2792" y="559"/>
                  </a:lnTo>
                  <a:lnTo>
                    <a:pt x="279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119"/>
            <p:cNvSpPr/>
            <p:nvPr/>
          </p:nvSpPr>
          <p:spPr>
            <a:xfrm>
              <a:off x="2047850" y="3614925"/>
              <a:ext cx="13975" cy="14000"/>
            </a:xfrm>
            <a:custGeom>
              <a:avLst/>
              <a:gdLst/>
              <a:ahLst/>
              <a:cxnLst/>
              <a:rect l="l" t="t" r="r" b="b"/>
              <a:pathLst>
                <a:path w="559" h="560" extrusionOk="0">
                  <a:moveTo>
                    <a:pt x="0" y="1"/>
                  </a:moveTo>
                  <a:lnTo>
                    <a:pt x="0"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9" name="Google Shape;5119;p119"/>
          <p:cNvGrpSpPr/>
          <p:nvPr/>
        </p:nvGrpSpPr>
        <p:grpSpPr>
          <a:xfrm>
            <a:off x="1787300" y="2663450"/>
            <a:ext cx="392000" cy="476925"/>
            <a:chOff x="1787300" y="2663450"/>
            <a:chExt cx="392000" cy="476925"/>
          </a:xfrm>
        </p:grpSpPr>
        <p:sp>
          <p:nvSpPr>
            <p:cNvPr id="5120" name="Google Shape;5120;p119"/>
            <p:cNvSpPr/>
            <p:nvPr/>
          </p:nvSpPr>
          <p:spPr>
            <a:xfrm>
              <a:off x="1944325" y="2705325"/>
              <a:ext cx="77375" cy="62825"/>
            </a:xfrm>
            <a:custGeom>
              <a:avLst/>
              <a:gdLst/>
              <a:ahLst/>
              <a:cxnLst/>
              <a:rect l="l" t="t" r="r" b="b"/>
              <a:pathLst>
                <a:path w="3095" h="2513" extrusionOk="0">
                  <a:moveTo>
                    <a:pt x="838" y="2513"/>
                  </a:moveTo>
                  <a:lnTo>
                    <a:pt x="2234" y="2513"/>
                  </a:lnTo>
                  <a:lnTo>
                    <a:pt x="3094" y="1675"/>
                  </a:lnTo>
                  <a:lnTo>
                    <a:pt x="3094" y="559"/>
                  </a:lnTo>
                  <a:lnTo>
                    <a:pt x="1257" y="0"/>
                  </a:lnTo>
                  <a:lnTo>
                    <a:pt x="0" y="559"/>
                  </a:lnTo>
                  <a:lnTo>
                    <a:pt x="0" y="1675"/>
                  </a:lnTo>
                  <a:close/>
                  <a:moveTo>
                    <a:pt x="838" y="2513"/>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119"/>
            <p:cNvSpPr/>
            <p:nvPr/>
          </p:nvSpPr>
          <p:spPr>
            <a:xfrm>
              <a:off x="1944325" y="2670425"/>
              <a:ext cx="76800" cy="48875"/>
            </a:xfrm>
            <a:custGeom>
              <a:avLst/>
              <a:gdLst/>
              <a:ahLst/>
              <a:cxnLst/>
              <a:rect l="l" t="t" r="r" b="b"/>
              <a:pathLst>
                <a:path w="3072" h="1955" extrusionOk="0">
                  <a:moveTo>
                    <a:pt x="0" y="1955"/>
                  </a:moveTo>
                  <a:lnTo>
                    <a:pt x="1257" y="1396"/>
                  </a:lnTo>
                  <a:lnTo>
                    <a:pt x="3071" y="1955"/>
                  </a:lnTo>
                  <a:lnTo>
                    <a:pt x="3071" y="1"/>
                  </a:lnTo>
                  <a:lnTo>
                    <a:pt x="559" y="1"/>
                  </a:lnTo>
                  <a:cubicBezTo>
                    <a:pt x="256" y="1"/>
                    <a:pt x="0" y="233"/>
                    <a:pt x="0" y="559"/>
                  </a:cubicBezTo>
                  <a:close/>
                  <a:moveTo>
                    <a:pt x="0" y="1955"/>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119"/>
            <p:cNvSpPr/>
            <p:nvPr/>
          </p:nvSpPr>
          <p:spPr>
            <a:xfrm>
              <a:off x="1961775" y="2817000"/>
              <a:ext cx="41900" cy="69800"/>
            </a:xfrm>
            <a:custGeom>
              <a:avLst/>
              <a:gdLst/>
              <a:ahLst/>
              <a:cxnLst/>
              <a:rect l="l" t="t" r="r" b="b"/>
              <a:pathLst>
                <a:path w="1676" h="2792" extrusionOk="0">
                  <a:moveTo>
                    <a:pt x="0" y="2792"/>
                  </a:moveTo>
                  <a:lnTo>
                    <a:pt x="1675" y="2792"/>
                  </a:lnTo>
                  <a:lnTo>
                    <a:pt x="838" y="0"/>
                  </a:lnTo>
                  <a:close/>
                  <a:moveTo>
                    <a:pt x="0" y="2792"/>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119"/>
            <p:cNvSpPr/>
            <p:nvPr/>
          </p:nvSpPr>
          <p:spPr>
            <a:xfrm>
              <a:off x="1958275" y="2768125"/>
              <a:ext cx="49475" cy="48900"/>
            </a:xfrm>
            <a:custGeom>
              <a:avLst/>
              <a:gdLst/>
              <a:ahLst/>
              <a:cxnLst/>
              <a:rect l="l" t="t" r="r" b="b"/>
              <a:pathLst>
                <a:path w="1979" h="1956" extrusionOk="0">
                  <a:moveTo>
                    <a:pt x="1" y="838"/>
                  </a:moveTo>
                  <a:lnTo>
                    <a:pt x="1001" y="1955"/>
                  </a:lnTo>
                  <a:lnTo>
                    <a:pt x="1978" y="838"/>
                  </a:lnTo>
                  <a:lnTo>
                    <a:pt x="1676" y="1"/>
                  </a:lnTo>
                  <a:lnTo>
                    <a:pt x="280" y="1"/>
                  </a:lnTo>
                  <a:close/>
                  <a:moveTo>
                    <a:pt x="1" y="838"/>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119"/>
            <p:cNvSpPr/>
            <p:nvPr/>
          </p:nvSpPr>
          <p:spPr>
            <a:xfrm>
              <a:off x="1885000" y="2789075"/>
              <a:ext cx="196025" cy="98300"/>
            </a:xfrm>
            <a:custGeom>
              <a:avLst/>
              <a:gdLst/>
              <a:ahLst/>
              <a:cxnLst/>
              <a:rect l="l" t="t" r="r" b="b"/>
              <a:pathLst>
                <a:path w="7841" h="3932" extrusionOk="0">
                  <a:moveTo>
                    <a:pt x="3909" y="1117"/>
                  </a:moveTo>
                  <a:lnTo>
                    <a:pt x="4746" y="3932"/>
                  </a:lnTo>
                  <a:lnTo>
                    <a:pt x="7840" y="3932"/>
                  </a:lnTo>
                  <a:lnTo>
                    <a:pt x="7840" y="838"/>
                  </a:lnTo>
                  <a:lnTo>
                    <a:pt x="4886" y="0"/>
                  </a:lnTo>
                  <a:lnTo>
                    <a:pt x="3909" y="1117"/>
                  </a:lnTo>
                  <a:lnTo>
                    <a:pt x="2932" y="0"/>
                  </a:lnTo>
                  <a:lnTo>
                    <a:pt x="0" y="838"/>
                  </a:lnTo>
                  <a:lnTo>
                    <a:pt x="0" y="3909"/>
                  </a:lnTo>
                  <a:lnTo>
                    <a:pt x="3071" y="3909"/>
                  </a:lnTo>
                  <a:close/>
                  <a:moveTo>
                    <a:pt x="3909" y="1117"/>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119"/>
            <p:cNvSpPr/>
            <p:nvPr/>
          </p:nvSpPr>
          <p:spPr>
            <a:xfrm>
              <a:off x="1850100" y="2886775"/>
              <a:ext cx="265825" cy="27950"/>
            </a:xfrm>
            <a:custGeom>
              <a:avLst/>
              <a:gdLst/>
              <a:ahLst/>
              <a:cxnLst/>
              <a:rect l="l" t="t" r="r" b="b"/>
              <a:pathLst>
                <a:path w="10633" h="1118" extrusionOk="0">
                  <a:moveTo>
                    <a:pt x="1" y="1"/>
                  </a:moveTo>
                  <a:lnTo>
                    <a:pt x="1" y="1117"/>
                  </a:lnTo>
                  <a:lnTo>
                    <a:pt x="10632" y="1117"/>
                  </a:lnTo>
                  <a:lnTo>
                    <a:pt x="106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119"/>
            <p:cNvSpPr/>
            <p:nvPr/>
          </p:nvSpPr>
          <p:spPr>
            <a:xfrm>
              <a:off x="1871050" y="2914700"/>
              <a:ext cx="223925" cy="148900"/>
            </a:xfrm>
            <a:custGeom>
              <a:avLst/>
              <a:gdLst/>
              <a:ahLst/>
              <a:cxnLst/>
              <a:rect l="l" t="t" r="r" b="b"/>
              <a:pathLst>
                <a:path w="8957" h="5956" extrusionOk="0">
                  <a:moveTo>
                    <a:pt x="0" y="5118"/>
                  </a:moveTo>
                  <a:lnTo>
                    <a:pt x="1978" y="5956"/>
                  </a:lnTo>
                  <a:lnTo>
                    <a:pt x="3932" y="5118"/>
                  </a:lnTo>
                  <a:lnTo>
                    <a:pt x="3094" y="4281"/>
                  </a:lnTo>
                  <a:lnTo>
                    <a:pt x="3094" y="2234"/>
                  </a:lnTo>
                  <a:cubicBezTo>
                    <a:pt x="3094" y="1931"/>
                    <a:pt x="3327" y="1675"/>
                    <a:pt x="3629" y="1675"/>
                  </a:cubicBezTo>
                  <a:lnTo>
                    <a:pt x="5328" y="1675"/>
                  </a:lnTo>
                  <a:cubicBezTo>
                    <a:pt x="5630" y="1675"/>
                    <a:pt x="5886" y="1931"/>
                    <a:pt x="5886" y="2234"/>
                  </a:cubicBezTo>
                  <a:lnTo>
                    <a:pt x="5886" y="4281"/>
                  </a:lnTo>
                  <a:lnTo>
                    <a:pt x="5025" y="5118"/>
                  </a:lnTo>
                  <a:lnTo>
                    <a:pt x="7003" y="5956"/>
                  </a:lnTo>
                  <a:lnTo>
                    <a:pt x="8957" y="5118"/>
                  </a:lnTo>
                  <a:lnTo>
                    <a:pt x="8096" y="4281"/>
                  </a:lnTo>
                  <a:lnTo>
                    <a:pt x="8096" y="2234"/>
                  </a:lnTo>
                  <a:cubicBezTo>
                    <a:pt x="8119" y="1931"/>
                    <a:pt x="8352" y="1675"/>
                    <a:pt x="8678" y="1675"/>
                  </a:cubicBezTo>
                  <a:lnTo>
                    <a:pt x="8678" y="0"/>
                  </a:lnTo>
                  <a:lnTo>
                    <a:pt x="279" y="0"/>
                  </a:lnTo>
                  <a:lnTo>
                    <a:pt x="279" y="1675"/>
                  </a:lnTo>
                  <a:cubicBezTo>
                    <a:pt x="582" y="1675"/>
                    <a:pt x="838" y="1931"/>
                    <a:pt x="838" y="2234"/>
                  </a:cubicBezTo>
                  <a:lnTo>
                    <a:pt x="838" y="4281"/>
                  </a:lnTo>
                  <a:close/>
                  <a:moveTo>
                    <a:pt x="0" y="5118"/>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119"/>
            <p:cNvSpPr/>
            <p:nvPr/>
          </p:nvSpPr>
          <p:spPr>
            <a:xfrm>
              <a:off x="1822175" y="2956575"/>
              <a:ext cx="69825" cy="86100"/>
            </a:xfrm>
            <a:custGeom>
              <a:avLst/>
              <a:gdLst/>
              <a:ahLst/>
              <a:cxnLst/>
              <a:rect l="l" t="t" r="r" b="b"/>
              <a:pathLst>
                <a:path w="2793" h="3444" extrusionOk="0">
                  <a:moveTo>
                    <a:pt x="838" y="3443"/>
                  </a:moveTo>
                  <a:lnTo>
                    <a:pt x="1955" y="3443"/>
                  </a:lnTo>
                  <a:lnTo>
                    <a:pt x="2793" y="2606"/>
                  </a:lnTo>
                  <a:lnTo>
                    <a:pt x="2793" y="559"/>
                  </a:lnTo>
                  <a:cubicBezTo>
                    <a:pt x="2793" y="256"/>
                    <a:pt x="2560" y="0"/>
                    <a:pt x="2258" y="0"/>
                  </a:cubicBezTo>
                  <a:lnTo>
                    <a:pt x="559" y="0"/>
                  </a:lnTo>
                  <a:cubicBezTo>
                    <a:pt x="257" y="0"/>
                    <a:pt x="1" y="256"/>
                    <a:pt x="1" y="559"/>
                  </a:cubicBezTo>
                  <a:lnTo>
                    <a:pt x="1" y="2606"/>
                  </a:lnTo>
                  <a:close/>
                  <a:moveTo>
                    <a:pt x="838" y="3443"/>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119"/>
            <p:cNvSpPr/>
            <p:nvPr/>
          </p:nvSpPr>
          <p:spPr>
            <a:xfrm>
              <a:off x="1794275" y="3042650"/>
              <a:ext cx="125650" cy="90750"/>
            </a:xfrm>
            <a:custGeom>
              <a:avLst/>
              <a:gdLst/>
              <a:ahLst/>
              <a:cxnLst/>
              <a:rect l="l" t="t" r="r" b="b"/>
              <a:pathLst>
                <a:path w="5026" h="3630" extrusionOk="0">
                  <a:moveTo>
                    <a:pt x="0" y="3630"/>
                  </a:moveTo>
                  <a:lnTo>
                    <a:pt x="5025" y="3630"/>
                  </a:lnTo>
                  <a:lnTo>
                    <a:pt x="5025" y="838"/>
                  </a:lnTo>
                  <a:lnTo>
                    <a:pt x="3071" y="0"/>
                  </a:lnTo>
                  <a:lnTo>
                    <a:pt x="1954" y="0"/>
                  </a:lnTo>
                  <a:lnTo>
                    <a:pt x="0" y="838"/>
                  </a:lnTo>
                  <a:close/>
                  <a:moveTo>
                    <a:pt x="0" y="3630"/>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119"/>
            <p:cNvSpPr/>
            <p:nvPr/>
          </p:nvSpPr>
          <p:spPr>
            <a:xfrm>
              <a:off x="1944325" y="2712875"/>
              <a:ext cx="34925" cy="55275"/>
            </a:xfrm>
            <a:custGeom>
              <a:avLst/>
              <a:gdLst/>
              <a:ahLst/>
              <a:cxnLst/>
              <a:rect l="l" t="t" r="r" b="b"/>
              <a:pathLst>
                <a:path w="1397" h="2211" extrusionOk="0">
                  <a:moveTo>
                    <a:pt x="838" y="2211"/>
                  </a:moveTo>
                  <a:lnTo>
                    <a:pt x="1396" y="2211"/>
                  </a:lnTo>
                  <a:lnTo>
                    <a:pt x="559" y="1373"/>
                  </a:lnTo>
                  <a:lnTo>
                    <a:pt x="559" y="1"/>
                  </a:lnTo>
                  <a:lnTo>
                    <a:pt x="0" y="257"/>
                  </a:lnTo>
                  <a:lnTo>
                    <a:pt x="0" y="1373"/>
                  </a:lnTo>
                  <a:close/>
                  <a:moveTo>
                    <a:pt x="838" y="2211"/>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119"/>
            <p:cNvSpPr/>
            <p:nvPr/>
          </p:nvSpPr>
          <p:spPr>
            <a:xfrm>
              <a:off x="1944325" y="2669850"/>
              <a:ext cx="27950" cy="49450"/>
            </a:xfrm>
            <a:custGeom>
              <a:avLst/>
              <a:gdLst/>
              <a:ahLst/>
              <a:cxnLst/>
              <a:rect l="l" t="t" r="r" b="b"/>
              <a:pathLst>
                <a:path w="1118" h="1978" extrusionOk="0">
                  <a:moveTo>
                    <a:pt x="0" y="1978"/>
                  </a:moveTo>
                  <a:lnTo>
                    <a:pt x="559" y="1722"/>
                  </a:lnTo>
                  <a:lnTo>
                    <a:pt x="559" y="559"/>
                  </a:lnTo>
                  <a:cubicBezTo>
                    <a:pt x="559" y="256"/>
                    <a:pt x="815" y="0"/>
                    <a:pt x="1117" y="0"/>
                  </a:cubicBezTo>
                  <a:lnTo>
                    <a:pt x="559" y="0"/>
                  </a:lnTo>
                  <a:cubicBezTo>
                    <a:pt x="256" y="0"/>
                    <a:pt x="0" y="256"/>
                    <a:pt x="0" y="559"/>
                  </a:cubicBezTo>
                  <a:close/>
                  <a:moveTo>
                    <a:pt x="0" y="1978"/>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119"/>
            <p:cNvSpPr/>
            <p:nvPr/>
          </p:nvSpPr>
          <p:spPr>
            <a:xfrm>
              <a:off x="1958275" y="2768125"/>
              <a:ext cx="20975" cy="32025"/>
            </a:xfrm>
            <a:custGeom>
              <a:avLst/>
              <a:gdLst/>
              <a:ahLst/>
              <a:cxnLst/>
              <a:rect l="l" t="t" r="r" b="b"/>
              <a:pathLst>
                <a:path w="839" h="1281" extrusionOk="0">
                  <a:moveTo>
                    <a:pt x="1" y="838"/>
                  </a:moveTo>
                  <a:lnTo>
                    <a:pt x="396" y="1280"/>
                  </a:lnTo>
                  <a:lnTo>
                    <a:pt x="838" y="1"/>
                  </a:lnTo>
                  <a:lnTo>
                    <a:pt x="280" y="1"/>
                  </a:lnTo>
                  <a:close/>
                  <a:moveTo>
                    <a:pt x="1" y="838"/>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119"/>
            <p:cNvSpPr/>
            <p:nvPr/>
          </p:nvSpPr>
          <p:spPr>
            <a:xfrm>
              <a:off x="1885000" y="2805950"/>
              <a:ext cx="13975" cy="80850"/>
            </a:xfrm>
            <a:custGeom>
              <a:avLst/>
              <a:gdLst/>
              <a:ahLst/>
              <a:cxnLst/>
              <a:rect l="l" t="t" r="r" b="b"/>
              <a:pathLst>
                <a:path w="559" h="3234" extrusionOk="0">
                  <a:moveTo>
                    <a:pt x="559" y="0"/>
                  </a:moveTo>
                  <a:lnTo>
                    <a:pt x="0" y="163"/>
                  </a:lnTo>
                  <a:lnTo>
                    <a:pt x="0" y="3234"/>
                  </a:lnTo>
                  <a:lnTo>
                    <a:pt x="559" y="3234"/>
                  </a:lnTo>
                  <a:close/>
                  <a:moveTo>
                    <a:pt x="559" y="0"/>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119"/>
            <p:cNvSpPr/>
            <p:nvPr/>
          </p:nvSpPr>
          <p:spPr>
            <a:xfrm>
              <a:off x="1961775" y="2817000"/>
              <a:ext cx="27925" cy="69800"/>
            </a:xfrm>
            <a:custGeom>
              <a:avLst/>
              <a:gdLst/>
              <a:ahLst/>
              <a:cxnLst/>
              <a:rect l="l" t="t" r="r" b="b"/>
              <a:pathLst>
                <a:path w="1117" h="2792" extrusionOk="0">
                  <a:moveTo>
                    <a:pt x="0" y="2792"/>
                  </a:moveTo>
                  <a:lnTo>
                    <a:pt x="559" y="2792"/>
                  </a:lnTo>
                  <a:lnTo>
                    <a:pt x="1117" y="931"/>
                  </a:lnTo>
                  <a:lnTo>
                    <a:pt x="838" y="0"/>
                  </a:lnTo>
                  <a:close/>
                  <a:moveTo>
                    <a:pt x="0" y="2792"/>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119"/>
            <p:cNvSpPr/>
            <p:nvPr/>
          </p:nvSpPr>
          <p:spPr>
            <a:xfrm>
              <a:off x="1850100" y="2886775"/>
              <a:ext cx="13975" cy="27950"/>
            </a:xfrm>
            <a:custGeom>
              <a:avLst/>
              <a:gdLst/>
              <a:ahLst/>
              <a:cxnLst/>
              <a:rect l="l" t="t" r="r" b="b"/>
              <a:pathLst>
                <a:path w="559" h="1118" extrusionOk="0">
                  <a:moveTo>
                    <a:pt x="1" y="1"/>
                  </a:moveTo>
                  <a:lnTo>
                    <a:pt x="1" y="1117"/>
                  </a:lnTo>
                  <a:lnTo>
                    <a:pt x="559" y="1117"/>
                  </a:lnTo>
                  <a:lnTo>
                    <a:pt x="55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119"/>
            <p:cNvSpPr/>
            <p:nvPr/>
          </p:nvSpPr>
          <p:spPr>
            <a:xfrm>
              <a:off x="1821600" y="2956575"/>
              <a:ext cx="34925" cy="86100"/>
            </a:xfrm>
            <a:custGeom>
              <a:avLst/>
              <a:gdLst/>
              <a:ahLst/>
              <a:cxnLst/>
              <a:rect l="l" t="t" r="r" b="b"/>
              <a:pathLst>
                <a:path w="1397" h="3444" extrusionOk="0">
                  <a:moveTo>
                    <a:pt x="861" y="3443"/>
                  </a:moveTo>
                  <a:lnTo>
                    <a:pt x="1397" y="3443"/>
                  </a:lnTo>
                  <a:lnTo>
                    <a:pt x="559" y="2606"/>
                  </a:lnTo>
                  <a:lnTo>
                    <a:pt x="559" y="559"/>
                  </a:lnTo>
                  <a:cubicBezTo>
                    <a:pt x="559" y="256"/>
                    <a:pt x="815" y="0"/>
                    <a:pt x="1117" y="0"/>
                  </a:cubicBezTo>
                  <a:lnTo>
                    <a:pt x="559" y="0"/>
                  </a:lnTo>
                  <a:cubicBezTo>
                    <a:pt x="257" y="0"/>
                    <a:pt x="1" y="256"/>
                    <a:pt x="1" y="559"/>
                  </a:cubicBezTo>
                  <a:lnTo>
                    <a:pt x="1" y="2606"/>
                  </a:lnTo>
                  <a:close/>
                  <a:moveTo>
                    <a:pt x="861" y="3443"/>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119"/>
            <p:cNvSpPr/>
            <p:nvPr/>
          </p:nvSpPr>
          <p:spPr>
            <a:xfrm>
              <a:off x="1794275" y="3057775"/>
              <a:ext cx="13975" cy="75625"/>
            </a:xfrm>
            <a:custGeom>
              <a:avLst/>
              <a:gdLst/>
              <a:ahLst/>
              <a:cxnLst/>
              <a:rect l="l" t="t" r="r" b="b"/>
              <a:pathLst>
                <a:path w="559" h="3025" extrusionOk="0">
                  <a:moveTo>
                    <a:pt x="0" y="3025"/>
                  </a:moveTo>
                  <a:lnTo>
                    <a:pt x="559" y="3025"/>
                  </a:lnTo>
                  <a:lnTo>
                    <a:pt x="559" y="0"/>
                  </a:lnTo>
                  <a:lnTo>
                    <a:pt x="0" y="233"/>
                  </a:lnTo>
                  <a:close/>
                  <a:moveTo>
                    <a:pt x="0" y="3025"/>
                  </a:moveTo>
                  <a:close/>
                </a:path>
              </a:pathLst>
            </a:custGeom>
            <a:solidFill>
              <a:srgbClr val="F8E8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119"/>
            <p:cNvSpPr/>
            <p:nvPr/>
          </p:nvSpPr>
          <p:spPr>
            <a:xfrm>
              <a:off x="1947800" y="2956575"/>
              <a:ext cx="69825" cy="86100"/>
            </a:xfrm>
            <a:custGeom>
              <a:avLst/>
              <a:gdLst/>
              <a:ahLst/>
              <a:cxnLst/>
              <a:rect l="l" t="t" r="r" b="b"/>
              <a:pathLst>
                <a:path w="2793" h="3444" extrusionOk="0">
                  <a:moveTo>
                    <a:pt x="838" y="3443"/>
                  </a:moveTo>
                  <a:lnTo>
                    <a:pt x="1955" y="3443"/>
                  </a:lnTo>
                  <a:lnTo>
                    <a:pt x="2793" y="2606"/>
                  </a:lnTo>
                  <a:lnTo>
                    <a:pt x="2793" y="559"/>
                  </a:lnTo>
                  <a:cubicBezTo>
                    <a:pt x="2793" y="256"/>
                    <a:pt x="2560" y="0"/>
                    <a:pt x="2258" y="0"/>
                  </a:cubicBezTo>
                  <a:lnTo>
                    <a:pt x="559" y="0"/>
                  </a:lnTo>
                  <a:cubicBezTo>
                    <a:pt x="257" y="0"/>
                    <a:pt x="1" y="256"/>
                    <a:pt x="1" y="559"/>
                  </a:cubicBezTo>
                  <a:lnTo>
                    <a:pt x="1" y="2606"/>
                  </a:lnTo>
                  <a:close/>
                  <a:moveTo>
                    <a:pt x="838" y="3443"/>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119"/>
            <p:cNvSpPr/>
            <p:nvPr/>
          </p:nvSpPr>
          <p:spPr>
            <a:xfrm>
              <a:off x="1919900" y="3042650"/>
              <a:ext cx="125650" cy="90750"/>
            </a:xfrm>
            <a:custGeom>
              <a:avLst/>
              <a:gdLst/>
              <a:ahLst/>
              <a:cxnLst/>
              <a:rect l="l" t="t" r="r" b="b"/>
              <a:pathLst>
                <a:path w="5026" h="3630" extrusionOk="0">
                  <a:moveTo>
                    <a:pt x="0" y="3630"/>
                  </a:moveTo>
                  <a:lnTo>
                    <a:pt x="5025" y="3630"/>
                  </a:lnTo>
                  <a:lnTo>
                    <a:pt x="5025" y="838"/>
                  </a:lnTo>
                  <a:lnTo>
                    <a:pt x="3071" y="0"/>
                  </a:lnTo>
                  <a:lnTo>
                    <a:pt x="1954" y="0"/>
                  </a:lnTo>
                  <a:lnTo>
                    <a:pt x="0" y="838"/>
                  </a:lnTo>
                  <a:close/>
                  <a:moveTo>
                    <a:pt x="0" y="3630"/>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119"/>
            <p:cNvSpPr/>
            <p:nvPr/>
          </p:nvSpPr>
          <p:spPr>
            <a:xfrm>
              <a:off x="1947800" y="2956575"/>
              <a:ext cx="34925" cy="86100"/>
            </a:xfrm>
            <a:custGeom>
              <a:avLst/>
              <a:gdLst/>
              <a:ahLst/>
              <a:cxnLst/>
              <a:rect l="l" t="t" r="r" b="b"/>
              <a:pathLst>
                <a:path w="1397" h="3444" extrusionOk="0">
                  <a:moveTo>
                    <a:pt x="838" y="3443"/>
                  </a:moveTo>
                  <a:lnTo>
                    <a:pt x="1397" y="3443"/>
                  </a:lnTo>
                  <a:lnTo>
                    <a:pt x="559" y="2606"/>
                  </a:lnTo>
                  <a:lnTo>
                    <a:pt x="559" y="559"/>
                  </a:lnTo>
                  <a:cubicBezTo>
                    <a:pt x="559" y="256"/>
                    <a:pt x="815" y="0"/>
                    <a:pt x="1118" y="0"/>
                  </a:cubicBezTo>
                  <a:lnTo>
                    <a:pt x="559" y="0"/>
                  </a:lnTo>
                  <a:cubicBezTo>
                    <a:pt x="257" y="0"/>
                    <a:pt x="1" y="256"/>
                    <a:pt x="1" y="559"/>
                  </a:cubicBezTo>
                  <a:lnTo>
                    <a:pt x="1" y="2606"/>
                  </a:lnTo>
                  <a:close/>
                  <a:moveTo>
                    <a:pt x="838" y="3443"/>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119"/>
            <p:cNvSpPr/>
            <p:nvPr/>
          </p:nvSpPr>
          <p:spPr>
            <a:xfrm>
              <a:off x="1919900" y="3057775"/>
              <a:ext cx="13975" cy="75625"/>
            </a:xfrm>
            <a:custGeom>
              <a:avLst/>
              <a:gdLst/>
              <a:ahLst/>
              <a:cxnLst/>
              <a:rect l="l" t="t" r="r" b="b"/>
              <a:pathLst>
                <a:path w="559" h="3025" extrusionOk="0">
                  <a:moveTo>
                    <a:pt x="0" y="3025"/>
                  </a:moveTo>
                  <a:lnTo>
                    <a:pt x="559" y="3025"/>
                  </a:lnTo>
                  <a:lnTo>
                    <a:pt x="559" y="0"/>
                  </a:lnTo>
                  <a:lnTo>
                    <a:pt x="0" y="233"/>
                  </a:lnTo>
                  <a:close/>
                  <a:moveTo>
                    <a:pt x="0" y="3025"/>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119"/>
            <p:cNvSpPr/>
            <p:nvPr/>
          </p:nvSpPr>
          <p:spPr>
            <a:xfrm>
              <a:off x="2074025" y="2956575"/>
              <a:ext cx="69800" cy="86100"/>
            </a:xfrm>
            <a:custGeom>
              <a:avLst/>
              <a:gdLst/>
              <a:ahLst/>
              <a:cxnLst/>
              <a:rect l="l" t="t" r="r" b="b"/>
              <a:pathLst>
                <a:path w="2792" h="3444" extrusionOk="0">
                  <a:moveTo>
                    <a:pt x="838" y="3443"/>
                  </a:moveTo>
                  <a:lnTo>
                    <a:pt x="1954" y="3443"/>
                  </a:lnTo>
                  <a:lnTo>
                    <a:pt x="2792" y="2606"/>
                  </a:lnTo>
                  <a:lnTo>
                    <a:pt x="2792" y="559"/>
                  </a:lnTo>
                  <a:cubicBezTo>
                    <a:pt x="2792" y="256"/>
                    <a:pt x="2536" y="0"/>
                    <a:pt x="2234" y="0"/>
                  </a:cubicBezTo>
                  <a:lnTo>
                    <a:pt x="559" y="0"/>
                  </a:lnTo>
                  <a:cubicBezTo>
                    <a:pt x="256" y="0"/>
                    <a:pt x="0" y="256"/>
                    <a:pt x="0" y="559"/>
                  </a:cubicBezTo>
                  <a:lnTo>
                    <a:pt x="0" y="2606"/>
                  </a:lnTo>
                  <a:close/>
                  <a:moveTo>
                    <a:pt x="838" y="3443"/>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119"/>
            <p:cNvSpPr/>
            <p:nvPr/>
          </p:nvSpPr>
          <p:spPr>
            <a:xfrm>
              <a:off x="2045525" y="3042650"/>
              <a:ext cx="126225" cy="90750"/>
            </a:xfrm>
            <a:custGeom>
              <a:avLst/>
              <a:gdLst/>
              <a:ahLst/>
              <a:cxnLst/>
              <a:rect l="l" t="t" r="r" b="b"/>
              <a:pathLst>
                <a:path w="5049" h="3630" extrusionOk="0">
                  <a:moveTo>
                    <a:pt x="0" y="3630"/>
                  </a:moveTo>
                  <a:lnTo>
                    <a:pt x="5049" y="3630"/>
                  </a:lnTo>
                  <a:lnTo>
                    <a:pt x="5049" y="838"/>
                  </a:lnTo>
                  <a:lnTo>
                    <a:pt x="3094" y="0"/>
                  </a:lnTo>
                  <a:lnTo>
                    <a:pt x="1978" y="0"/>
                  </a:lnTo>
                  <a:lnTo>
                    <a:pt x="0" y="838"/>
                  </a:lnTo>
                  <a:close/>
                  <a:moveTo>
                    <a:pt x="0" y="3630"/>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119"/>
            <p:cNvSpPr/>
            <p:nvPr/>
          </p:nvSpPr>
          <p:spPr>
            <a:xfrm>
              <a:off x="2074025" y="2956575"/>
              <a:ext cx="34925" cy="86100"/>
            </a:xfrm>
            <a:custGeom>
              <a:avLst/>
              <a:gdLst/>
              <a:ahLst/>
              <a:cxnLst/>
              <a:rect l="l" t="t" r="r" b="b"/>
              <a:pathLst>
                <a:path w="1397" h="3444" extrusionOk="0">
                  <a:moveTo>
                    <a:pt x="838" y="3443"/>
                  </a:moveTo>
                  <a:lnTo>
                    <a:pt x="1396" y="3443"/>
                  </a:lnTo>
                  <a:lnTo>
                    <a:pt x="559" y="2606"/>
                  </a:lnTo>
                  <a:lnTo>
                    <a:pt x="559" y="559"/>
                  </a:lnTo>
                  <a:cubicBezTo>
                    <a:pt x="559" y="256"/>
                    <a:pt x="791" y="0"/>
                    <a:pt x="1117" y="0"/>
                  </a:cubicBezTo>
                  <a:lnTo>
                    <a:pt x="559" y="0"/>
                  </a:lnTo>
                  <a:cubicBezTo>
                    <a:pt x="233" y="0"/>
                    <a:pt x="0" y="256"/>
                    <a:pt x="0" y="559"/>
                  </a:cubicBezTo>
                  <a:lnTo>
                    <a:pt x="0" y="2606"/>
                  </a:lnTo>
                  <a:close/>
                  <a:moveTo>
                    <a:pt x="838" y="3443"/>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119"/>
            <p:cNvSpPr/>
            <p:nvPr/>
          </p:nvSpPr>
          <p:spPr>
            <a:xfrm>
              <a:off x="2045525" y="3057775"/>
              <a:ext cx="13975" cy="75625"/>
            </a:xfrm>
            <a:custGeom>
              <a:avLst/>
              <a:gdLst/>
              <a:ahLst/>
              <a:cxnLst/>
              <a:rect l="l" t="t" r="r" b="b"/>
              <a:pathLst>
                <a:path w="559" h="3025" extrusionOk="0">
                  <a:moveTo>
                    <a:pt x="0" y="3025"/>
                  </a:moveTo>
                  <a:lnTo>
                    <a:pt x="559" y="3025"/>
                  </a:lnTo>
                  <a:lnTo>
                    <a:pt x="559" y="0"/>
                  </a:lnTo>
                  <a:lnTo>
                    <a:pt x="0" y="233"/>
                  </a:lnTo>
                  <a:close/>
                  <a:moveTo>
                    <a:pt x="0" y="3025"/>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119"/>
            <p:cNvSpPr/>
            <p:nvPr/>
          </p:nvSpPr>
          <p:spPr>
            <a:xfrm>
              <a:off x="2038550" y="2935625"/>
              <a:ext cx="13975" cy="14000"/>
            </a:xfrm>
            <a:custGeom>
              <a:avLst/>
              <a:gdLst/>
              <a:ahLst/>
              <a:cxnLst/>
              <a:rect l="l" t="t" r="r" b="b"/>
              <a:pathLst>
                <a:path w="559" h="560" extrusionOk="0">
                  <a:moveTo>
                    <a:pt x="0" y="1"/>
                  </a:moveTo>
                  <a:lnTo>
                    <a:pt x="0" y="559"/>
                  </a:lnTo>
                  <a:lnTo>
                    <a:pt x="558" y="559"/>
                  </a:lnTo>
                  <a:lnTo>
                    <a:pt x="55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119"/>
            <p:cNvSpPr/>
            <p:nvPr/>
          </p:nvSpPr>
          <p:spPr>
            <a:xfrm>
              <a:off x="1878025" y="2914700"/>
              <a:ext cx="13975" cy="55850"/>
            </a:xfrm>
            <a:custGeom>
              <a:avLst/>
              <a:gdLst/>
              <a:ahLst/>
              <a:cxnLst/>
              <a:rect l="l" t="t" r="r" b="b"/>
              <a:pathLst>
                <a:path w="559" h="2234" extrusionOk="0">
                  <a:moveTo>
                    <a:pt x="559" y="0"/>
                  </a:moveTo>
                  <a:lnTo>
                    <a:pt x="0" y="0"/>
                  </a:lnTo>
                  <a:lnTo>
                    <a:pt x="0" y="1675"/>
                  </a:lnTo>
                  <a:cubicBezTo>
                    <a:pt x="303" y="1675"/>
                    <a:pt x="559" y="1931"/>
                    <a:pt x="559" y="2234"/>
                  </a:cubicBezTo>
                  <a:close/>
                  <a:moveTo>
                    <a:pt x="559" y="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119"/>
            <p:cNvSpPr/>
            <p:nvPr/>
          </p:nvSpPr>
          <p:spPr>
            <a:xfrm>
              <a:off x="1787300" y="2663450"/>
              <a:ext cx="392000" cy="476925"/>
            </a:xfrm>
            <a:custGeom>
              <a:avLst/>
              <a:gdLst/>
              <a:ahLst/>
              <a:cxnLst/>
              <a:rect l="l" t="t" r="r" b="b"/>
              <a:pathLst>
                <a:path w="15680" h="19077" extrusionOk="0">
                  <a:moveTo>
                    <a:pt x="6840" y="535"/>
                  </a:moveTo>
                  <a:lnTo>
                    <a:pt x="6840" y="559"/>
                  </a:lnTo>
                  <a:lnTo>
                    <a:pt x="9073" y="559"/>
                  </a:lnTo>
                  <a:lnTo>
                    <a:pt x="9073" y="1862"/>
                  </a:lnTo>
                  <a:lnTo>
                    <a:pt x="7514" y="1373"/>
                  </a:lnTo>
                  <a:lnTo>
                    <a:pt x="6561" y="1792"/>
                  </a:lnTo>
                  <a:lnTo>
                    <a:pt x="6561" y="815"/>
                  </a:lnTo>
                  <a:cubicBezTo>
                    <a:pt x="6561" y="652"/>
                    <a:pt x="6677" y="535"/>
                    <a:pt x="6840" y="535"/>
                  </a:cubicBezTo>
                  <a:close/>
                  <a:moveTo>
                    <a:pt x="7538" y="1978"/>
                  </a:moveTo>
                  <a:lnTo>
                    <a:pt x="9050" y="2443"/>
                  </a:lnTo>
                  <a:lnTo>
                    <a:pt x="9050" y="3234"/>
                  </a:lnTo>
                  <a:lnTo>
                    <a:pt x="8375" y="3909"/>
                  </a:lnTo>
                  <a:lnTo>
                    <a:pt x="7212" y="3909"/>
                  </a:lnTo>
                  <a:lnTo>
                    <a:pt x="6561" y="3234"/>
                  </a:lnTo>
                  <a:lnTo>
                    <a:pt x="6537" y="2420"/>
                  </a:lnTo>
                  <a:lnTo>
                    <a:pt x="7538" y="1978"/>
                  </a:lnTo>
                  <a:close/>
                  <a:moveTo>
                    <a:pt x="8329" y="4467"/>
                  </a:moveTo>
                  <a:lnTo>
                    <a:pt x="8491" y="4956"/>
                  </a:lnTo>
                  <a:lnTo>
                    <a:pt x="7817" y="5723"/>
                  </a:lnTo>
                  <a:lnTo>
                    <a:pt x="7165" y="4956"/>
                  </a:lnTo>
                  <a:lnTo>
                    <a:pt x="7328" y="4467"/>
                  </a:lnTo>
                  <a:close/>
                  <a:moveTo>
                    <a:pt x="6723" y="5351"/>
                  </a:moveTo>
                  <a:lnTo>
                    <a:pt x="7491" y="6212"/>
                  </a:lnTo>
                  <a:lnTo>
                    <a:pt x="6747" y="8655"/>
                  </a:lnTo>
                  <a:lnTo>
                    <a:pt x="5839" y="8655"/>
                  </a:lnTo>
                  <a:lnTo>
                    <a:pt x="5839" y="7538"/>
                  </a:lnTo>
                  <a:lnTo>
                    <a:pt x="5304" y="7538"/>
                  </a:lnTo>
                  <a:lnTo>
                    <a:pt x="5304" y="8655"/>
                  </a:lnTo>
                  <a:lnTo>
                    <a:pt x="4188" y="8655"/>
                  </a:lnTo>
                  <a:lnTo>
                    <a:pt x="4164" y="6072"/>
                  </a:lnTo>
                  <a:lnTo>
                    <a:pt x="6723" y="5351"/>
                  </a:lnTo>
                  <a:close/>
                  <a:moveTo>
                    <a:pt x="7817" y="7119"/>
                  </a:moveTo>
                  <a:lnTo>
                    <a:pt x="8282" y="8655"/>
                  </a:lnTo>
                  <a:lnTo>
                    <a:pt x="7352" y="8655"/>
                  </a:lnTo>
                  <a:lnTo>
                    <a:pt x="7817" y="7119"/>
                  </a:lnTo>
                  <a:close/>
                  <a:moveTo>
                    <a:pt x="8910" y="5328"/>
                  </a:moveTo>
                  <a:lnTo>
                    <a:pt x="11469" y="6072"/>
                  </a:lnTo>
                  <a:lnTo>
                    <a:pt x="11469" y="8655"/>
                  </a:lnTo>
                  <a:lnTo>
                    <a:pt x="10329" y="8655"/>
                  </a:lnTo>
                  <a:lnTo>
                    <a:pt x="10329" y="7538"/>
                  </a:lnTo>
                  <a:lnTo>
                    <a:pt x="9771" y="7538"/>
                  </a:lnTo>
                  <a:lnTo>
                    <a:pt x="9771" y="8655"/>
                  </a:lnTo>
                  <a:lnTo>
                    <a:pt x="8887" y="8655"/>
                  </a:lnTo>
                  <a:lnTo>
                    <a:pt x="8143" y="6212"/>
                  </a:lnTo>
                  <a:lnTo>
                    <a:pt x="8910" y="5328"/>
                  </a:lnTo>
                  <a:close/>
                  <a:moveTo>
                    <a:pt x="3606" y="12005"/>
                  </a:moveTo>
                  <a:cubicBezTo>
                    <a:pt x="3769" y="12005"/>
                    <a:pt x="3908" y="12144"/>
                    <a:pt x="3908" y="12307"/>
                  </a:cubicBezTo>
                  <a:lnTo>
                    <a:pt x="3908" y="14215"/>
                  </a:lnTo>
                  <a:lnTo>
                    <a:pt x="3234" y="14866"/>
                  </a:lnTo>
                  <a:lnTo>
                    <a:pt x="2350" y="14866"/>
                  </a:lnTo>
                  <a:lnTo>
                    <a:pt x="1675" y="14191"/>
                  </a:lnTo>
                  <a:lnTo>
                    <a:pt x="1652" y="12307"/>
                  </a:lnTo>
                  <a:cubicBezTo>
                    <a:pt x="1652" y="12144"/>
                    <a:pt x="1768" y="12005"/>
                    <a:pt x="1931" y="12005"/>
                  </a:cubicBezTo>
                  <a:close/>
                  <a:moveTo>
                    <a:pt x="8654" y="12005"/>
                  </a:moveTo>
                  <a:cubicBezTo>
                    <a:pt x="8817" y="12005"/>
                    <a:pt x="8933" y="12144"/>
                    <a:pt x="8933" y="12307"/>
                  </a:cubicBezTo>
                  <a:lnTo>
                    <a:pt x="8933" y="14215"/>
                  </a:lnTo>
                  <a:lnTo>
                    <a:pt x="8259" y="14866"/>
                  </a:lnTo>
                  <a:lnTo>
                    <a:pt x="7375" y="14866"/>
                  </a:lnTo>
                  <a:lnTo>
                    <a:pt x="6677" y="14215"/>
                  </a:lnTo>
                  <a:lnTo>
                    <a:pt x="6677" y="12307"/>
                  </a:lnTo>
                  <a:cubicBezTo>
                    <a:pt x="6677" y="12144"/>
                    <a:pt x="6816" y="12005"/>
                    <a:pt x="6979" y="12005"/>
                  </a:cubicBezTo>
                  <a:close/>
                  <a:moveTo>
                    <a:pt x="13703" y="12005"/>
                  </a:moveTo>
                  <a:cubicBezTo>
                    <a:pt x="13865" y="12005"/>
                    <a:pt x="14005" y="12121"/>
                    <a:pt x="14005" y="12284"/>
                  </a:cubicBezTo>
                  <a:lnTo>
                    <a:pt x="14005" y="14191"/>
                  </a:lnTo>
                  <a:lnTo>
                    <a:pt x="13307" y="14866"/>
                  </a:lnTo>
                  <a:lnTo>
                    <a:pt x="12423" y="14866"/>
                  </a:lnTo>
                  <a:lnTo>
                    <a:pt x="11748" y="14191"/>
                  </a:lnTo>
                  <a:lnTo>
                    <a:pt x="11748" y="12284"/>
                  </a:lnTo>
                  <a:cubicBezTo>
                    <a:pt x="11748" y="12121"/>
                    <a:pt x="11865" y="12005"/>
                    <a:pt x="12028" y="12005"/>
                  </a:cubicBezTo>
                  <a:close/>
                  <a:moveTo>
                    <a:pt x="12842" y="9213"/>
                  </a:moveTo>
                  <a:lnTo>
                    <a:pt x="12842" y="9771"/>
                  </a:lnTo>
                  <a:lnTo>
                    <a:pt x="8096" y="9771"/>
                  </a:lnTo>
                  <a:lnTo>
                    <a:pt x="8096" y="10330"/>
                  </a:lnTo>
                  <a:lnTo>
                    <a:pt x="11748" y="10330"/>
                  </a:lnTo>
                  <a:lnTo>
                    <a:pt x="11748" y="11493"/>
                  </a:lnTo>
                  <a:cubicBezTo>
                    <a:pt x="11399" y="11609"/>
                    <a:pt x="11190" y="11935"/>
                    <a:pt x="11190" y="12284"/>
                  </a:cubicBezTo>
                  <a:lnTo>
                    <a:pt x="11190" y="14447"/>
                  </a:lnTo>
                  <a:lnTo>
                    <a:pt x="11818" y="15075"/>
                  </a:lnTo>
                  <a:lnTo>
                    <a:pt x="10353" y="15703"/>
                  </a:lnTo>
                  <a:lnTo>
                    <a:pt x="8910" y="15075"/>
                  </a:lnTo>
                  <a:lnTo>
                    <a:pt x="9538" y="14447"/>
                  </a:lnTo>
                  <a:lnTo>
                    <a:pt x="9538" y="12284"/>
                  </a:lnTo>
                  <a:cubicBezTo>
                    <a:pt x="9538" y="11818"/>
                    <a:pt x="9143" y="11446"/>
                    <a:pt x="8678" y="11446"/>
                  </a:cubicBezTo>
                  <a:lnTo>
                    <a:pt x="7003" y="11446"/>
                  </a:lnTo>
                  <a:cubicBezTo>
                    <a:pt x="6537" y="11446"/>
                    <a:pt x="6165" y="11818"/>
                    <a:pt x="6165" y="12284"/>
                  </a:cubicBezTo>
                  <a:lnTo>
                    <a:pt x="6165" y="14447"/>
                  </a:lnTo>
                  <a:lnTo>
                    <a:pt x="6793" y="15075"/>
                  </a:lnTo>
                  <a:lnTo>
                    <a:pt x="5351" y="15703"/>
                  </a:lnTo>
                  <a:lnTo>
                    <a:pt x="3885" y="15075"/>
                  </a:lnTo>
                  <a:lnTo>
                    <a:pt x="4513" y="14447"/>
                  </a:lnTo>
                  <a:lnTo>
                    <a:pt x="4513" y="12284"/>
                  </a:lnTo>
                  <a:cubicBezTo>
                    <a:pt x="4513" y="11935"/>
                    <a:pt x="4304" y="11609"/>
                    <a:pt x="3955" y="11493"/>
                  </a:cubicBezTo>
                  <a:lnTo>
                    <a:pt x="3955" y="10330"/>
                  </a:lnTo>
                  <a:lnTo>
                    <a:pt x="7514" y="10330"/>
                  </a:lnTo>
                  <a:lnTo>
                    <a:pt x="7514" y="9771"/>
                  </a:lnTo>
                  <a:lnTo>
                    <a:pt x="2769" y="9771"/>
                  </a:lnTo>
                  <a:lnTo>
                    <a:pt x="2769" y="9213"/>
                  </a:lnTo>
                  <a:close/>
                  <a:moveTo>
                    <a:pt x="3304" y="15448"/>
                  </a:moveTo>
                  <a:lnTo>
                    <a:pt x="5048" y="16192"/>
                  </a:lnTo>
                  <a:lnTo>
                    <a:pt x="5002" y="18518"/>
                  </a:lnTo>
                  <a:lnTo>
                    <a:pt x="558" y="18518"/>
                  </a:lnTo>
                  <a:lnTo>
                    <a:pt x="558" y="16192"/>
                  </a:lnTo>
                  <a:lnTo>
                    <a:pt x="2303" y="15448"/>
                  </a:lnTo>
                  <a:close/>
                  <a:moveTo>
                    <a:pt x="8305" y="15448"/>
                  </a:moveTo>
                  <a:lnTo>
                    <a:pt x="10050" y="16192"/>
                  </a:lnTo>
                  <a:lnTo>
                    <a:pt x="10050" y="18518"/>
                  </a:lnTo>
                  <a:lnTo>
                    <a:pt x="5560" y="18518"/>
                  </a:lnTo>
                  <a:lnTo>
                    <a:pt x="5560" y="16192"/>
                  </a:lnTo>
                  <a:lnTo>
                    <a:pt x="7305" y="15448"/>
                  </a:lnTo>
                  <a:close/>
                  <a:moveTo>
                    <a:pt x="6840" y="0"/>
                  </a:moveTo>
                  <a:cubicBezTo>
                    <a:pt x="6374" y="0"/>
                    <a:pt x="6002" y="373"/>
                    <a:pt x="6002" y="838"/>
                  </a:cubicBezTo>
                  <a:lnTo>
                    <a:pt x="6002" y="3467"/>
                  </a:lnTo>
                  <a:lnTo>
                    <a:pt x="6816" y="4258"/>
                  </a:lnTo>
                  <a:lnTo>
                    <a:pt x="6630" y="4793"/>
                  </a:lnTo>
                  <a:lnTo>
                    <a:pt x="3629" y="5654"/>
                  </a:lnTo>
                  <a:lnTo>
                    <a:pt x="3629" y="8655"/>
                  </a:lnTo>
                  <a:lnTo>
                    <a:pt x="2233" y="8655"/>
                  </a:lnTo>
                  <a:lnTo>
                    <a:pt x="2233" y="10330"/>
                  </a:lnTo>
                  <a:lnTo>
                    <a:pt x="3350" y="10330"/>
                  </a:lnTo>
                  <a:lnTo>
                    <a:pt x="3350" y="11446"/>
                  </a:lnTo>
                  <a:lnTo>
                    <a:pt x="1954" y="11446"/>
                  </a:lnTo>
                  <a:cubicBezTo>
                    <a:pt x="1489" y="11446"/>
                    <a:pt x="1117" y="11842"/>
                    <a:pt x="1117" y="12307"/>
                  </a:cubicBezTo>
                  <a:lnTo>
                    <a:pt x="1117" y="14447"/>
                  </a:lnTo>
                  <a:lnTo>
                    <a:pt x="1745" y="15075"/>
                  </a:lnTo>
                  <a:lnTo>
                    <a:pt x="0" y="15820"/>
                  </a:lnTo>
                  <a:lnTo>
                    <a:pt x="0" y="19077"/>
                  </a:lnTo>
                  <a:lnTo>
                    <a:pt x="12586" y="19077"/>
                  </a:lnTo>
                  <a:lnTo>
                    <a:pt x="12586" y="18518"/>
                  </a:lnTo>
                  <a:lnTo>
                    <a:pt x="10632" y="18518"/>
                  </a:lnTo>
                  <a:lnTo>
                    <a:pt x="10632" y="16192"/>
                  </a:lnTo>
                  <a:lnTo>
                    <a:pt x="12377" y="15448"/>
                  </a:lnTo>
                  <a:lnTo>
                    <a:pt x="13377" y="15448"/>
                  </a:lnTo>
                  <a:lnTo>
                    <a:pt x="15122" y="16192"/>
                  </a:lnTo>
                  <a:lnTo>
                    <a:pt x="15122" y="18518"/>
                  </a:lnTo>
                  <a:lnTo>
                    <a:pt x="13168" y="18518"/>
                  </a:lnTo>
                  <a:lnTo>
                    <a:pt x="13168" y="19077"/>
                  </a:lnTo>
                  <a:lnTo>
                    <a:pt x="15680" y="19077"/>
                  </a:lnTo>
                  <a:lnTo>
                    <a:pt x="15680" y="15820"/>
                  </a:lnTo>
                  <a:lnTo>
                    <a:pt x="13912" y="15075"/>
                  </a:lnTo>
                  <a:lnTo>
                    <a:pt x="14540" y="14447"/>
                  </a:lnTo>
                  <a:lnTo>
                    <a:pt x="14540" y="12307"/>
                  </a:lnTo>
                  <a:cubicBezTo>
                    <a:pt x="14540" y="11842"/>
                    <a:pt x="14168" y="11446"/>
                    <a:pt x="13703" y="11446"/>
                  </a:cubicBezTo>
                  <a:lnTo>
                    <a:pt x="12307" y="11446"/>
                  </a:lnTo>
                  <a:lnTo>
                    <a:pt x="12307" y="10330"/>
                  </a:lnTo>
                  <a:lnTo>
                    <a:pt x="13423" y="10330"/>
                  </a:lnTo>
                  <a:lnTo>
                    <a:pt x="13423" y="8655"/>
                  </a:lnTo>
                  <a:lnTo>
                    <a:pt x="12028" y="8655"/>
                  </a:lnTo>
                  <a:lnTo>
                    <a:pt x="12028" y="5654"/>
                  </a:lnTo>
                  <a:lnTo>
                    <a:pt x="9027" y="4793"/>
                  </a:lnTo>
                  <a:lnTo>
                    <a:pt x="8840" y="4258"/>
                  </a:lnTo>
                  <a:lnTo>
                    <a:pt x="9631" y="3467"/>
                  </a:lnTo>
                  <a:lnTo>
                    <a:pt x="963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8" name="Google Shape;5148;p119"/>
          <p:cNvGrpSpPr/>
          <p:nvPr/>
        </p:nvGrpSpPr>
        <p:grpSpPr>
          <a:xfrm>
            <a:off x="1758200" y="1946350"/>
            <a:ext cx="449600" cy="477500"/>
            <a:chOff x="1758200" y="1946350"/>
            <a:chExt cx="449600" cy="477500"/>
          </a:xfrm>
        </p:grpSpPr>
        <p:sp>
          <p:nvSpPr>
            <p:cNvPr id="5149" name="Google Shape;5149;p119"/>
            <p:cNvSpPr/>
            <p:nvPr/>
          </p:nvSpPr>
          <p:spPr>
            <a:xfrm>
              <a:off x="1765200" y="2023125"/>
              <a:ext cx="435625" cy="253600"/>
            </a:xfrm>
            <a:custGeom>
              <a:avLst/>
              <a:gdLst/>
              <a:ahLst/>
              <a:cxnLst/>
              <a:rect l="l" t="t" r="r" b="b"/>
              <a:pathLst>
                <a:path w="17425" h="10144" extrusionOk="0">
                  <a:moveTo>
                    <a:pt x="0" y="10143"/>
                  </a:moveTo>
                  <a:lnTo>
                    <a:pt x="2233" y="10143"/>
                  </a:lnTo>
                  <a:lnTo>
                    <a:pt x="2233" y="0"/>
                  </a:lnTo>
                  <a:lnTo>
                    <a:pt x="0" y="0"/>
                  </a:lnTo>
                  <a:close/>
                  <a:moveTo>
                    <a:pt x="15168" y="10143"/>
                  </a:moveTo>
                  <a:lnTo>
                    <a:pt x="17425" y="10143"/>
                  </a:lnTo>
                  <a:lnTo>
                    <a:pt x="17425" y="0"/>
                  </a:lnTo>
                  <a:lnTo>
                    <a:pt x="15168" y="0"/>
                  </a:lnTo>
                  <a:close/>
                  <a:moveTo>
                    <a:pt x="15168" y="10143"/>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119"/>
            <p:cNvSpPr/>
            <p:nvPr/>
          </p:nvSpPr>
          <p:spPr>
            <a:xfrm>
              <a:off x="1765200" y="2276700"/>
              <a:ext cx="435625" cy="55850"/>
            </a:xfrm>
            <a:custGeom>
              <a:avLst/>
              <a:gdLst/>
              <a:ahLst/>
              <a:cxnLst/>
              <a:rect l="l" t="t" r="r" b="b"/>
              <a:pathLst>
                <a:path w="17425" h="2234" extrusionOk="0">
                  <a:moveTo>
                    <a:pt x="0" y="0"/>
                  </a:moveTo>
                  <a:lnTo>
                    <a:pt x="0" y="2233"/>
                  </a:lnTo>
                  <a:lnTo>
                    <a:pt x="17425" y="2233"/>
                  </a:lnTo>
                  <a:lnTo>
                    <a:pt x="1742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119"/>
            <p:cNvSpPr/>
            <p:nvPr/>
          </p:nvSpPr>
          <p:spPr>
            <a:xfrm>
              <a:off x="1940825" y="2332525"/>
              <a:ext cx="83775" cy="55850"/>
            </a:xfrm>
            <a:custGeom>
              <a:avLst/>
              <a:gdLst/>
              <a:ahLst/>
              <a:cxnLst/>
              <a:rect l="l" t="t" r="r" b="b"/>
              <a:pathLst>
                <a:path w="3351" h="2234" extrusionOk="0">
                  <a:moveTo>
                    <a:pt x="1" y="2234"/>
                  </a:moveTo>
                  <a:lnTo>
                    <a:pt x="3351" y="2234"/>
                  </a:lnTo>
                  <a:lnTo>
                    <a:pt x="2792" y="1117"/>
                  </a:lnTo>
                  <a:lnTo>
                    <a:pt x="2792" y="0"/>
                  </a:lnTo>
                  <a:lnTo>
                    <a:pt x="559" y="0"/>
                  </a:lnTo>
                  <a:lnTo>
                    <a:pt x="559" y="1117"/>
                  </a:lnTo>
                  <a:close/>
                  <a:moveTo>
                    <a:pt x="1" y="2234"/>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119"/>
            <p:cNvSpPr/>
            <p:nvPr/>
          </p:nvSpPr>
          <p:spPr>
            <a:xfrm>
              <a:off x="1871050" y="2388925"/>
              <a:ext cx="223925" cy="27950"/>
            </a:xfrm>
            <a:custGeom>
              <a:avLst/>
              <a:gdLst/>
              <a:ahLst/>
              <a:cxnLst/>
              <a:rect l="l" t="t" r="r" b="b"/>
              <a:pathLst>
                <a:path w="8957" h="1118" extrusionOk="0">
                  <a:moveTo>
                    <a:pt x="0" y="1118"/>
                  </a:moveTo>
                  <a:lnTo>
                    <a:pt x="8957" y="1118"/>
                  </a:lnTo>
                  <a:lnTo>
                    <a:pt x="8957" y="559"/>
                  </a:lnTo>
                  <a:cubicBezTo>
                    <a:pt x="8957" y="257"/>
                    <a:pt x="8701" y="1"/>
                    <a:pt x="8398" y="1"/>
                  </a:cubicBezTo>
                  <a:lnTo>
                    <a:pt x="558" y="1"/>
                  </a:lnTo>
                  <a:cubicBezTo>
                    <a:pt x="256" y="1"/>
                    <a:pt x="0" y="257"/>
                    <a:pt x="0" y="559"/>
                  </a:cubicBezTo>
                  <a:close/>
                  <a:moveTo>
                    <a:pt x="0" y="1118"/>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119"/>
            <p:cNvSpPr/>
            <p:nvPr/>
          </p:nvSpPr>
          <p:spPr>
            <a:xfrm>
              <a:off x="1848950" y="2123150"/>
              <a:ext cx="105875" cy="97725"/>
            </a:xfrm>
            <a:custGeom>
              <a:avLst/>
              <a:gdLst/>
              <a:ahLst/>
              <a:cxnLst/>
              <a:rect l="l" t="t" r="r" b="b"/>
              <a:pathLst>
                <a:path w="4235" h="3909" extrusionOk="0">
                  <a:moveTo>
                    <a:pt x="2675" y="3909"/>
                  </a:moveTo>
                  <a:lnTo>
                    <a:pt x="4234" y="3909"/>
                  </a:lnTo>
                  <a:lnTo>
                    <a:pt x="4234" y="0"/>
                  </a:lnTo>
                  <a:lnTo>
                    <a:pt x="2675" y="0"/>
                  </a:lnTo>
                  <a:close/>
                  <a:moveTo>
                    <a:pt x="0" y="3909"/>
                  </a:moveTo>
                  <a:lnTo>
                    <a:pt x="1559" y="3909"/>
                  </a:lnTo>
                  <a:lnTo>
                    <a:pt x="1559" y="0"/>
                  </a:lnTo>
                  <a:lnTo>
                    <a:pt x="0" y="0"/>
                  </a:lnTo>
                  <a:close/>
                  <a:moveTo>
                    <a:pt x="0" y="3909"/>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119"/>
            <p:cNvSpPr/>
            <p:nvPr/>
          </p:nvSpPr>
          <p:spPr>
            <a:xfrm>
              <a:off x="2010625" y="2009150"/>
              <a:ext cx="105875" cy="97725"/>
            </a:xfrm>
            <a:custGeom>
              <a:avLst/>
              <a:gdLst/>
              <a:ahLst/>
              <a:cxnLst/>
              <a:rect l="l" t="t" r="r" b="b"/>
              <a:pathLst>
                <a:path w="4235" h="3909" extrusionOk="0">
                  <a:moveTo>
                    <a:pt x="0" y="1"/>
                  </a:moveTo>
                  <a:lnTo>
                    <a:pt x="0" y="3909"/>
                  </a:lnTo>
                  <a:lnTo>
                    <a:pt x="4235" y="3909"/>
                  </a:lnTo>
                  <a:lnTo>
                    <a:pt x="423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119"/>
            <p:cNvSpPr/>
            <p:nvPr/>
          </p:nvSpPr>
          <p:spPr>
            <a:xfrm>
              <a:off x="1821025" y="1953325"/>
              <a:ext cx="323400" cy="323400"/>
            </a:xfrm>
            <a:custGeom>
              <a:avLst/>
              <a:gdLst/>
              <a:ahLst/>
              <a:cxnLst/>
              <a:rect l="l" t="t" r="r" b="b"/>
              <a:pathLst>
                <a:path w="12936" h="12936" extrusionOk="0">
                  <a:moveTo>
                    <a:pt x="0" y="12935"/>
                  </a:moveTo>
                  <a:lnTo>
                    <a:pt x="12935" y="12935"/>
                  </a:lnTo>
                  <a:lnTo>
                    <a:pt x="12935" y="0"/>
                  </a:lnTo>
                  <a:lnTo>
                    <a:pt x="7584" y="0"/>
                  </a:lnTo>
                  <a:lnTo>
                    <a:pt x="6468" y="1117"/>
                  </a:lnTo>
                  <a:lnTo>
                    <a:pt x="5351" y="0"/>
                  </a:lnTo>
                  <a:lnTo>
                    <a:pt x="0" y="0"/>
                  </a:lnTo>
                  <a:close/>
                  <a:moveTo>
                    <a:pt x="11819" y="6142"/>
                  </a:moveTo>
                  <a:lnTo>
                    <a:pt x="7584" y="6142"/>
                  </a:lnTo>
                  <a:lnTo>
                    <a:pt x="7584" y="2234"/>
                  </a:lnTo>
                  <a:lnTo>
                    <a:pt x="11819" y="2234"/>
                  </a:lnTo>
                  <a:close/>
                  <a:moveTo>
                    <a:pt x="5351" y="6793"/>
                  </a:moveTo>
                  <a:lnTo>
                    <a:pt x="5351" y="10702"/>
                  </a:lnTo>
                  <a:lnTo>
                    <a:pt x="3792" y="10702"/>
                  </a:lnTo>
                  <a:lnTo>
                    <a:pt x="3792" y="6793"/>
                  </a:lnTo>
                  <a:close/>
                  <a:moveTo>
                    <a:pt x="2676" y="6793"/>
                  </a:moveTo>
                  <a:lnTo>
                    <a:pt x="2676" y="10702"/>
                  </a:lnTo>
                  <a:lnTo>
                    <a:pt x="1117" y="10702"/>
                  </a:lnTo>
                  <a:lnTo>
                    <a:pt x="1117" y="6793"/>
                  </a:lnTo>
                  <a:close/>
                  <a:moveTo>
                    <a:pt x="2676" y="6793"/>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119"/>
            <p:cNvSpPr/>
            <p:nvPr/>
          </p:nvSpPr>
          <p:spPr>
            <a:xfrm>
              <a:off x="1765200" y="2023125"/>
              <a:ext cx="20950" cy="253600"/>
            </a:xfrm>
            <a:custGeom>
              <a:avLst/>
              <a:gdLst/>
              <a:ahLst/>
              <a:cxnLst/>
              <a:rect l="l" t="t" r="r" b="b"/>
              <a:pathLst>
                <a:path w="838" h="10144" extrusionOk="0">
                  <a:moveTo>
                    <a:pt x="0" y="0"/>
                  </a:moveTo>
                  <a:lnTo>
                    <a:pt x="0" y="10143"/>
                  </a:lnTo>
                  <a:lnTo>
                    <a:pt x="838" y="10143"/>
                  </a:lnTo>
                  <a:lnTo>
                    <a:pt x="8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119"/>
            <p:cNvSpPr/>
            <p:nvPr/>
          </p:nvSpPr>
          <p:spPr>
            <a:xfrm>
              <a:off x="1821025" y="1953325"/>
              <a:ext cx="203575" cy="323400"/>
            </a:xfrm>
            <a:custGeom>
              <a:avLst/>
              <a:gdLst/>
              <a:ahLst/>
              <a:cxnLst/>
              <a:rect l="l" t="t" r="r" b="b"/>
              <a:pathLst>
                <a:path w="8143" h="12936" extrusionOk="0">
                  <a:moveTo>
                    <a:pt x="0" y="12935"/>
                  </a:moveTo>
                  <a:lnTo>
                    <a:pt x="838" y="12935"/>
                  </a:lnTo>
                  <a:lnTo>
                    <a:pt x="838" y="0"/>
                  </a:lnTo>
                  <a:lnTo>
                    <a:pt x="0" y="0"/>
                  </a:lnTo>
                  <a:close/>
                  <a:moveTo>
                    <a:pt x="6468" y="12935"/>
                  </a:moveTo>
                  <a:lnTo>
                    <a:pt x="7026" y="12935"/>
                  </a:lnTo>
                  <a:lnTo>
                    <a:pt x="7026" y="1117"/>
                  </a:lnTo>
                  <a:lnTo>
                    <a:pt x="8143" y="0"/>
                  </a:lnTo>
                  <a:lnTo>
                    <a:pt x="7584" y="0"/>
                  </a:lnTo>
                  <a:lnTo>
                    <a:pt x="6468" y="1117"/>
                  </a:lnTo>
                  <a:close/>
                  <a:moveTo>
                    <a:pt x="6468" y="12935"/>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119"/>
            <p:cNvSpPr/>
            <p:nvPr/>
          </p:nvSpPr>
          <p:spPr>
            <a:xfrm>
              <a:off x="1765200" y="2276700"/>
              <a:ext cx="20950" cy="55850"/>
            </a:xfrm>
            <a:custGeom>
              <a:avLst/>
              <a:gdLst/>
              <a:ahLst/>
              <a:cxnLst/>
              <a:rect l="l" t="t" r="r" b="b"/>
              <a:pathLst>
                <a:path w="838" h="2234" extrusionOk="0">
                  <a:moveTo>
                    <a:pt x="0" y="0"/>
                  </a:moveTo>
                  <a:lnTo>
                    <a:pt x="0" y="2233"/>
                  </a:lnTo>
                  <a:lnTo>
                    <a:pt x="838" y="2233"/>
                  </a:lnTo>
                  <a:lnTo>
                    <a:pt x="83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119"/>
            <p:cNvSpPr/>
            <p:nvPr/>
          </p:nvSpPr>
          <p:spPr>
            <a:xfrm>
              <a:off x="1940825" y="2332525"/>
              <a:ext cx="34925" cy="55850"/>
            </a:xfrm>
            <a:custGeom>
              <a:avLst/>
              <a:gdLst/>
              <a:ahLst/>
              <a:cxnLst/>
              <a:rect l="l" t="t" r="r" b="b"/>
              <a:pathLst>
                <a:path w="1397" h="2234" extrusionOk="0">
                  <a:moveTo>
                    <a:pt x="1" y="2234"/>
                  </a:moveTo>
                  <a:lnTo>
                    <a:pt x="838" y="2234"/>
                  </a:lnTo>
                  <a:lnTo>
                    <a:pt x="1397" y="1117"/>
                  </a:lnTo>
                  <a:lnTo>
                    <a:pt x="1397" y="0"/>
                  </a:lnTo>
                  <a:lnTo>
                    <a:pt x="559" y="0"/>
                  </a:lnTo>
                  <a:lnTo>
                    <a:pt x="559" y="1117"/>
                  </a:lnTo>
                  <a:close/>
                  <a:moveTo>
                    <a:pt x="1" y="2234"/>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119"/>
            <p:cNvSpPr/>
            <p:nvPr/>
          </p:nvSpPr>
          <p:spPr>
            <a:xfrm>
              <a:off x="1871050" y="2388925"/>
              <a:ext cx="34900" cy="27950"/>
            </a:xfrm>
            <a:custGeom>
              <a:avLst/>
              <a:gdLst/>
              <a:ahLst/>
              <a:cxnLst/>
              <a:rect l="l" t="t" r="r" b="b"/>
              <a:pathLst>
                <a:path w="1396" h="1118" extrusionOk="0">
                  <a:moveTo>
                    <a:pt x="0" y="1118"/>
                  </a:moveTo>
                  <a:lnTo>
                    <a:pt x="838" y="1118"/>
                  </a:lnTo>
                  <a:lnTo>
                    <a:pt x="838" y="559"/>
                  </a:lnTo>
                  <a:cubicBezTo>
                    <a:pt x="861" y="257"/>
                    <a:pt x="1094" y="1"/>
                    <a:pt x="1396" y="1"/>
                  </a:cubicBezTo>
                  <a:lnTo>
                    <a:pt x="558" y="1"/>
                  </a:lnTo>
                  <a:cubicBezTo>
                    <a:pt x="256" y="1"/>
                    <a:pt x="0" y="257"/>
                    <a:pt x="0" y="559"/>
                  </a:cubicBezTo>
                  <a:close/>
                  <a:moveTo>
                    <a:pt x="0" y="1118"/>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119"/>
            <p:cNvSpPr/>
            <p:nvPr/>
          </p:nvSpPr>
          <p:spPr>
            <a:xfrm>
              <a:off x="1848950" y="2123150"/>
              <a:ext cx="80850" cy="97725"/>
            </a:xfrm>
            <a:custGeom>
              <a:avLst/>
              <a:gdLst/>
              <a:ahLst/>
              <a:cxnLst/>
              <a:rect l="l" t="t" r="r" b="b"/>
              <a:pathLst>
                <a:path w="3234" h="3909" extrusionOk="0">
                  <a:moveTo>
                    <a:pt x="2675" y="3909"/>
                  </a:moveTo>
                  <a:lnTo>
                    <a:pt x="3234" y="3909"/>
                  </a:lnTo>
                  <a:lnTo>
                    <a:pt x="3234" y="0"/>
                  </a:lnTo>
                  <a:lnTo>
                    <a:pt x="2675" y="0"/>
                  </a:lnTo>
                  <a:close/>
                  <a:moveTo>
                    <a:pt x="0" y="3909"/>
                  </a:moveTo>
                  <a:lnTo>
                    <a:pt x="558" y="3909"/>
                  </a:lnTo>
                  <a:lnTo>
                    <a:pt x="558" y="0"/>
                  </a:lnTo>
                  <a:lnTo>
                    <a:pt x="0" y="0"/>
                  </a:lnTo>
                  <a:close/>
                  <a:moveTo>
                    <a:pt x="0" y="3909"/>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119"/>
            <p:cNvSpPr/>
            <p:nvPr/>
          </p:nvSpPr>
          <p:spPr>
            <a:xfrm>
              <a:off x="2010625" y="2009150"/>
              <a:ext cx="13975" cy="97725"/>
            </a:xfrm>
            <a:custGeom>
              <a:avLst/>
              <a:gdLst/>
              <a:ahLst/>
              <a:cxnLst/>
              <a:rect l="l" t="t" r="r" b="b"/>
              <a:pathLst>
                <a:path w="559" h="3909" extrusionOk="0">
                  <a:moveTo>
                    <a:pt x="0" y="1"/>
                  </a:moveTo>
                  <a:lnTo>
                    <a:pt x="0" y="3909"/>
                  </a:lnTo>
                  <a:lnTo>
                    <a:pt x="559" y="3909"/>
                  </a:lnTo>
                  <a:lnTo>
                    <a:pt x="5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119"/>
            <p:cNvSpPr/>
            <p:nvPr/>
          </p:nvSpPr>
          <p:spPr>
            <a:xfrm>
              <a:off x="2165900" y="2044050"/>
              <a:ext cx="13400" cy="69825"/>
            </a:xfrm>
            <a:custGeom>
              <a:avLst/>
              <a:gdLst/>
              <a:ahLst/>
              <a:cxnLst/>
              <a:rect l="l" t="t" r="r" b="b"/>
              <a:pathLst>
                <a:path w="536" h="2793" extrusionOk="0">
                  <a:moveTo>
                    <a:pt x="1" y="1"/>
                  </a:moveTo>
                  <a:lnTo>
                    <a:pt x="1" y="559"/>
                  </a:lnTo>
                  <a:lnTo>
                    <a:pt x="536" y="559"/>
                  </a:lnTo>
                  <a:lnTo>
                    <a:pt x="536" y="1"/>
                  </a:lnTo>
                  <a:close/>
                  <a:moveTo>
                    <a:pt x="1" y="1117"/>
                  </a:moveTo>
                  <a:lnTo>
                    <a:pt x="1" y="2792"/>
                  </a:lnTo>
                  <a:lnTo>
                    <a:pt x="536" y="2792"/>
                  </a:lnTo>
                  <a:lnTo>
                    <a:pt x="536" y="1117"/>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119"/>
            <p:cNvSpPr/>
            <p:nvPr/>
          </p:nvSpPr>
          <p:spPr>
            <a:xfrm>
              <a:off x="1758200" y="1946350"/>
              <a:ext cx="449600" cy="477500"/>
            </a:xfrm>
            <a:custGeom>
              <a:avLst/>
              <a:gdLst/>
              <a:ahLst/>
              <a:cxnLst/>
              <a:rect l="l" t="t" r="r" b="b"/>
              <a:pathLst>
                <a:path w="17984" h="19100" extrusionOk="0">
                  <a:moveTo>
                    <a:pt x="17426" y="3350"/>
                  </a:moveTo>
                  <a:lnTo>
                    <a:pt x="17426" y="12935"/>
                  </a:lnTo>
                  <a:lnTo>
                    <a:pt x="15751" y="12935"/>
                  </a:lnTo>
                  <a:lnTo>
                    <a:pt x="15751" y="3350"/>
                  </a:lnTo>
                  <a:close/>
                  <a:moveTo>
                    <a:pt x="15169" y="559"/>
                  </a:moveTo>
                  <a:lnTo>
                    <a:pt x="15169" y="12958"/>
                  </a:lnTo>
                  <a:lnTo>
                    <a:pt x="9260" y="12958"/>
                  </a:lnTo>
                  <a:lnTo>
                    <a:pt x="9260" y="1512"/>
                  </a:lnTo>
                  <a:lnTo>
                    <a:pt x="10214" y="559"/>
                  </a:lnTo>
                  <a:close/>
                  <a:moveTo>
                    <a:pt x="9818" y="15750"/>
                  </a:moveTo>
                  <a:lnTo>
                    <a:pt x="9818" y="16657"/>
                  </a:lnTo>
                  <a:lnTo>
                    <a:pt x="10214" y="17425"/>
                  </a:lnTo>
                  <a:lnTo>
                    <a:pt x="7771" y="17425"/>
                  </a:lnTo>
                  <a:lnTo>
                    <a:pt x="8143" y="16657"/>
                  </a:lnTo>
                  <a:lnTo>
                    <a:pt x="8143" y="15750"/>
                  </a:lnTo>
                  <a:close/>
                  <a:moveTo>
                    <a:pt x="12912" y="17960"/>
                  </a:moveTo>
                  <a:cubicBezTo>
                    <a:pt x="13075" y="17960"/>
                    <a:pt x="13192" y="18099"/>
                    <a:pt x="13192" y="18262"/>
                  </a:cubicBezTo>
                  <a:lnTo>
                    <a:pt x="13192" y="18541"/>
                  </a:lnTo>
                  <a:lnTo>
                    <a:pt x="4793" y="18541"/>
                  </a:lnTo>
                  <a:lnTo>
                    <a:pt x="4793" y="18262"/>
                  </a:lnTo>
                  <a:cubicBezTo>
                    <a:pt x="4793" y="18099"/>
                    <a:pt x="4910" y="17960"/>
                    <a:pt x="5072" y="17960"/>
                  </a:cubicBezTo>
                  <a:close/>
                  <a:moveTo>
                    <a:pt x="2234" y="0"/>
                  </a:moveTo>
                  <a:lnTo>
                    <a:pt x="2234" y="2792"/>
                  </a:lnTo>
                  <a:lnTo>
                    <a:pt x="1" y="2792"/>
                  </a:lnTo>
                  <a:lnTo>
                    <a:pt x="1" y="15727"/>
                  </a:lnTo>
                  <a:lnTo>
                    <a:pt x="7585" y="15727"/>
                  </a:lnTo>
                  <a:lnTo>
                    <a:pt x="7585" y="16517"/>
                  </a:lnTo>
                  <a:lnTo>
                    <a:pt x="7143" y="17401"/>
                  </a:lnTo>
                  <a:lnTo>
                    <a:pt x="5072" y="17401"/>
                  </a:lnTo>
                  <a:cubicBezTo>
                    <a:pt x="4607" y="17401"/>
                    <a:pt x="4235" y="17797"/>
                    <a:pt x="4235" y="18262"/>
                  </a:cubicBezTo>
                  <a:lnTo>
                    <a:pt x="4235" y="19100"/>
                  </a:lnTo>
                  <a:lnTo>
                    <a:pt x="13750" y="19100"/>
                  </a:lnTo>
                  <a:lnTo>
                    <a:pt x="13750" y="18262"/>
                  </a:lnTo>
                  <a:cubicBezTo>
                    <a:pt x="13750" y="17797"/>
                    <a:pt x="13354" y="17425"/>
                    <a:pt x="12912" y="17425"/>
                  </a:cubicBezTo>
                  <a:lnTo>
                    <a:pt x="10842" y="17425"/>
                  </a:lnTo>
                  <a:lnTo>
                    <a:pt x="10377" y="16517"/>
                  </a:lnTo>
                  <a:lnTo>
                    <a:pt x="10377" y="15750"/>
                  </a:lnTo>
                  <a:lnTo>
                    <a:pt x="15169" y="15750"/>
                  </a:lnTo>
                  <a:lnTo>
                    <a:pt x="15169" y="15191"/>
                  </a:lnTo>
                  <a:lnTo>
                    <a:pt x="559" y="15191"/>
                  </a:lnTo>
                  <a:lnTo>
                    <a:pt x="559" y="13516"/>
                  </a:lnTo>
                  <a:lnTo>
                    <a:pt x="17426" y="13516"/>
                  </a:lnTo>
                  <a:lnTo>
                    <a:pt x="17426" y="15191"/>
                  </a:lnTo>
                  <a:lnTo>
                    <a:pt x="15751" y="15191"/>
                  </a:lnTo>
                  <a:lnTo>
                    <a:pt x="15751" y="15750"/>
                  </a:lnTo>
                  <a:lnTo>
                    <a:pt x="17984" y="15750"/>
                  </a:lnTo>
                  <a:lnTo>
                    <a:pt x="17984" y="2792"/>
                  </a:lnTo>
                  <a:lnTo>
                    <a:pt x="15727" y="2792"/>
                  </a:lnTo>
                  <a:lnTo>
                    <a:pt x="15727" y="0"/>
                  </a:lnTo>
                  <a:lnTo>
                    <a:pt x="9981" y="0"/>
                  </a:lnTo>
                  <a:lnTo>
                    <a:pt x="8981" y="1001"/>
                  </a:lnTo>
                  <a:lnTo>
                    <a:pt x="7980" y="0"/>
                  </a:lnTo>
                  <a:lnTo>
                    <a:pt x="5468" y="0"/>
                  </a:lnTo>
                  <a:lnTo>
                    <a:pt x="5468" y="559"/>
                  </a:lnTo>
                  <a:lnTo>
                    <a:pt x="7748" y="559"/>
                  </a:lnTo>
                  <a:lnTo>
                    <a:pt x="8702" y="1512"/>
                  </a:lnTo>
                  <a:lnTo>
                    <a:pt x="8702" y="12935"/>
                  </a:lnTo>
                  <a:lnTo>
                    <a:pt x="559" y="12935"/>
                  </a:lnTo>
                  <a:lnTo>
                    <a:pt x="559" y="3327"/>
                  </a:lnTo>
                  <a:lnTo>
                    <a:pt x="2234" y="3327"/>
                  </a:lnTo>
                  <a:lnTo>
                    <a:pt x="2234" y="12353"/>
                  </a:lnTo>
                  <a:lnTo>
                    <a:pt x="2793" y="12353"/>
                  </a:lnTo>
                  <a:lnTo>
                    <a:pt x="2793" y="559"/>
                  </a:lnTo>
                  <a:lnTo>
                    <a:pt x="4910" y="559"/>
                  </a:lnTo>
                  <a:lnTo>
                    <a:pt x="491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119"/>
            <p:cNvSpPr/>
            <p:nvPr/>
          </p:nvSpPr>
          <p:spPr>
            <a:xfrm>
              <a:off x="1975725" y="2297625"/>
              <a:ext cx="13975" cy="13975"/>
            </a:xfrm>
            <a:custGeom>
              <a:avLst/>
              <a:gdLst/>
              <a:ahLst/>
              <a:cxnLst/>
              <a:rect l="l" t="t" r="r" b="b"/>
              <a:pathLst>
                <a:path w="559" h="559" extrusionOk="0">
                  <a:moveTo>
                    <a:pt x="1" y="1"/>
                  </a:moveTo>
                  <a:lnTo>
                    <a:pt x="1"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119"/>
            <p:cNvSpPr/>
            <p:nvPr/>
          </p:nvSpPr>
          <p:spPr>
            <a:xfrm>
              <a:off x="1908850" y="2116175"/>
              <a:ext cx="52950" cy="111675"/>
            </a:xfrm>
            <a:custGeom>
              <a:avLst/>
              <a:gdLst/>
              <a:ahLst/>
              <a:cxnLst/>
              <a:rect l="l" t="t" r="r" b="b"/>
              <a:pathLst>
                <a:path w="2118" h="4467" extrusionOk="0">
                  <a:moveTo>
                    <a:pt x="1559" y="559"/>
                  </a:moveTo>
                  <a:lnTo>
                    <a:pt x="1559" y="3909"/>
                  </a:lnTo>
                  <a:lnTo>
                    <a:pt x="559" y="3909"/>
                  </a:lnTo>
                  <a:lnTo>
                    <a:pt x="559" y="559"/>
                  </a:lnTo>
                  <a:close/>
                  <a:moveTo>
                    <a:pt x="0" y="0"/>
                  </a:moveTo>
                  <a:lnTo>
                    <a:pt x="0" y="4467"/>
                  </a:lnTo>
                  <a:lnTo>
                    <a:pt x="2117" y="4467"/>
                  </a:lnTo>
                  <a:lnTo>
                    <a:pt x="21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119"/>
            <p:cNvSpPr/>
            <p:nvPr/>
          </p:nvSpPr>
          <p:spPr>
            <a:xfrm>
              <a:off x="2003650" y="2002175"/>
              <a:ext cx="119825" cy="111700"/>
            </a:xfrm>
            <a:custGeom>
              <a:avLst/>
              <a:gdLst/>
              <a:ahLst/>
              <a:cxnLst/>
              <a:rect l="l" t="t" r="r" b="b"/>
              <a:pathLst>
                <a:path w="4793" h="4468" extrusionOk="0">
                  <a:moveTo>
                    <a:pt x="4234" y="559"/>
                  </a:moveTo>
                  <a:lnTo>
                    <a:pt x="4234" y="3909"/>
                  </a:lnTo>
                  <a:lnTo>
                    <a:pt x="559" y="3909"/>
                  </a:lnTo>
                  <a:lnTo>
                    <a:pt x="559" y="559"/>
                  </a:lnTo>
                  <a:close/>
                  <a:moveTo>
                    <a:pt x="0" y="1"/>
                  </a:moveTo>
                  <a:lnTo>
                    <a:pt x="0" y="4467"/>
                  </a:lnTo>
                  <a:lnTo>
                    <a:pt x="4793" y="4467"/>
                  </a:lnTo>
                  <a:lnTo>
                    <a:pt x="479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119"/>
            <p:cNvSpPr/>
            <p:nvPr/>
          </p:nvSpPr>
          <p:spPr>
            <a:xfrm>
              <a:off x="1841950" y="2116175"/>
              <a:ext cx="52950" cy="111675"/>
            </a:xfrm>
            <a:custGeom>
              <a:avLst/>
              <a:gdLst/>
              <a:ahLst/>
              <a:cxnLst/>
              <a:rect l="l" t="t" r="r" b="b"/>
              <a:pathLst>
                <a:path w="2118" h="4467" extrusionOk="0">
                  <a:moveTo>
                    <a:pt x="1560" y="559"/>
                  </a:moveTo>
                  <a:lnTo>
                    <a:pt x="1560" y="3909"/>
                  </a:lnTo>
                  <a:lnTo>
                    <a:pt x="559" y="3909"/>
                  </a:lnTo>
                  <a:lnTo>
                    <a:pt x="559" y="559"/>
                  </a:lnTo>
                  <a:close/>
                  <a:moveTo>
                    <a:pt x="1" y="0"/>
                  </a:moveTo>
                  <a:lnTo>
                    <a:pt x="1" y="4467"/>
                  </a:lnTo>
                  <a:lnTo>
                    <a:pt x="2118" y="4467"/>
                  </a:lnTo>
                  <a:lnTo>
                    <a:pt x="211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119"/>
            <p:cNvSpPr/>
            <p:nvPr/>
          </p:nvSpPr>
          <p:spPr>
            <a:xfrm>
              <a:off x="1841950" y="2030100"/>
              <a:ext cx="119850" cy="13975"/>
            </a:xfrm>
            <a:custGeom>
              <a:avLst/>
              <a:gdLst/>
              <a:ahLst/>
              <a:cxnLst/>
              <a:rect l="l" t="t" r="r" b="b"/>
              <a:pathLst>
                <a:path w="4794" h="559" extrusionOk="0">
                  <a:moveTo>
                    <a:pt x="1" y="0"/>
                  </a:moveTo>
                  <a:lnTo>
                    <a:pt x="1" y="559"/>
                  </a:lnTo>
                  <a:lnTo>
                    <a:pt x="4793" y="559"/>
                  </a:lnTo>
                  <a:lnTo>
                    <a:pt x="479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119"/>
            <p:cNvSpPr/>
            <p:nvPr/>
          </p:nvSpPr>
          <p:spPr>
            <a:xfrm>
              <a:off x="1862900" y="2002175"/>
              <a:ext cx="98900" cy="13975"/>
            </a:xfrm>
            <a:custGeom>
              <a:avLst/>
              <a:gdLst/>
              <a:ahLst/>
              <a:cxnLst/>
              <a:rect l="l" t="t" r="r" b="b"/>
              <a:pathLst>
                <a:path w="3956" h="559" extrusionOk="0">
                  <a:moveTo>
                    <a:pt x="0" y="1"/>
                  </a:moveTo>
                  <a:lnTo>
                    <a:pt x="0" y="559"/>
                  </a:lnTo>
                  <a:lnTo>
                    <a:pt x="3955" y="559"/>
                  </a:lnTo>
                  <a:lnTo>
                    <a:pt x="395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119"/>
            <p:cNvSpPr/>
            <p:nvPr/>
          </p:nvSpPr>
          <p:spPr>
            <a:xfrm>
              <a:off x="1841950" y="2058000"/>
              <a:ext cx="74475" cy="14000"/>
            </a:xfrm>
            <a:custGeom>
              <a:avLst/>
              <a:gdLst/>
              <a:ahLst/>
              <a:cxnLst/>
              <a:rect l="l" t="t" r="r" b="b"/>
              <a:pathLst>
                <a:path w="2979" h="560" extrusionOk="0">
                  <a:moveTo>
                    <a:pt x="1" y="1"/>
                  </a:moveTo>
                  <a:lnTo>
                    <a:pt x="1" y="559"/>
                  </a:lnTo>
                  <a:lnTo>
                    <a:pt x="2979" y="559"/>
                  </a:lnTo>
                  <a:lnTo>
                    <a:pt x="29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119"/>
            <p:cNvSpPr/>
            <p:nvPr/>
          </p:nvSpPr>
          <p:spPr>
            <a:xfrm>
              <a:off x="1841950" y="2085925"/>
              <a:ext cx="119850" cy="13975"/>
            </a:xfrm>
            <a:custGeom>
              <a:avLst/>
              <a:gdLst/>
              <a:ahLst/>
              <a:cxnLst/>
              <a:rect l="l" t="t" r="r" b="b"/>
              <a:pathLst>
                <a:path w="4794" h="559" extrusionOk="0">
                  <a:moveTo>
                    <a:pt x="1" y="1"/>
                  </a:moveTo>
                  <a:lnTo>
                    <a:pt x="1" y="559"/>
                  </a:lnTo>
                  <a:lnTo>
                    <a:pt x="4793" y="559"/>
                  </a:lnTo>
                  <a:lnTo>
                    <a:pt x="479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119"/>
            <p:cNvSpPr/>
            <p:nvPr/>
          </p:nvSpPr>
          <p:spPr>
            <a:xfrm>
              <a:off x="1930375" y="2058000"/>
              <a:ext cx="31425" cy="14000"/>
            </a:xfrm>
            <a:custGeom>
              <a:avLst/>
              <a:gdLst/>
              <a:ahLst/>
              <a:cxnLst/>
              <a:rect l="l" t="t" r="r" b="b"/>
              <a:pathLst>
                <a:path w="1257" h="560" extrusionOk="0">
                  <a:moveTo>
                    <a:pt x="0" y="1"/>
                  </a:moveTo>
                  <a:lnTo>
                    <a:pt x="0" y="559"/>
                  </a:lnTo>
                  <a:lnTo>
                    <a:pt x="1256" y="559"/>
                  </a:lnTo>
                  <a:lnTo>
                    <a:pt x="125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119"/>
            <p:cNvSpPr/>
            <p:nvPr/>
          </p:nvSpPr>
          <p:spPr>
            <a:xfrm>
              <a:off x="2003650" y="2185950"/>
              <a:ext cx="52950" cy="14000"/>
            </a:xfrm>
            <a:custGeom>
              <a:avLst/>
              <a:gdLst/>
              <a:ahLst/>
              <a:cxnLst/>
              <a:rect l="l" t="t" r="r" b="b"/>
              <a:pathLst>
                <a:path w="2118" h="560" extrusionOk="0">
                  <a:moveTo>
                    <a:pt x="0" y="1"/>
                  </a:moveTo>
                  <a:lnTo>
                    <a:pt x="0" y="559"/>
                  </a:lnTo>
                  <a:lnTo>
                    <a:pt x="2117" y="559"/>
                  </a:lnTo>
                  <a:lnTo>
                    <a:pt x="2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119"/>
            <p:cNvSpPr/>
            <p:nvPr/>
          </p:nvSpPr>
          <p:spPr>
            <a:xfrm>
              <a:off x="2070525" y="2185950"/>
              <a:ext cx="53525" cy="14000"/>
            </a:xfrm>
            <a:custGeom>
              <a:avLst/>
              <a:gdLst/>
              <a:ahLst/>
              <a:cxnLst/>
              <a:rect l="l" t="t" r="r" b="b"/>
              <a:pathLst>
                <a:path w="2141" h="560" extrusionOk="0">
                  <a:moveTo>
                    <a:pt x="1" y="1"/>
                  </a:moveTo>
                  <a:lnTo>
                    <a:pt x="1" y="559"/>
                  </a:lnTo>
                  <a:lnTo>
                    <a:pt x="2141" y="559"/>
                  </a:lnTo>
                  <a:lnTo>
                    <a:pt x="214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119"/>
            <p:cNvSpPr/>
            <p:nvPr/>
          </p:nvSpPr>
          <p:spPr>
            <a:xfrm>
              <a:off x="2003650" y="2213875"/>
              <a:ext cx="120400" cy="13975"/>
            </a:xfrm>
            <a:custGeom>
              <a:avLst/>
              <a:gdLst/>
              <a:ahLst/>
              <a:cxnLst/>
              <a:rect l="l" t="t" r="r" b="b"/>
              <a:pathLst>
                <a:path w="4816" h="559" extrusionOk="0">
                  <a:moveTo>
                    <a:pt x="0" y="1"/>
                  </a:moveTo>
                  <a:lnTo>
                    <a:pt x="0" y="559"/>
                  </a:lnTo>
                  <a:lnTo>
                    <a:pt x="4816" y="559"/>
                  </a:lnTo>
                  <a:lnTo>
                    <a:pt x="48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119"/>
            <p:cNvSpPr/>
            <p:nvPr/>
          </p:nvSpPr>
          <p:spPr>
            <a:xfrm>
              <a:off x="2003650" y="2158050"/>
              <a:ext cx="120400" cy="13975"/>
            </a:xfrm>
            <a:custGeom>
              <a:avLst/>
              <a:gdLst/>
              <a:ahLst/>
              <a:cxnLst/>
              <a:rect l="l" t="t" r="r" b="b"/>
              <a:pathLst>
                <a:path w="4816" h="559" extrusionOk="0">
                  <a:moveTo>
                    <a:pt x="0" y="0"/>
                  </a:moveTo>
                  <a:lnTo>
                    <a:pt x="0" y="559"/>
                  </a:lnTo>
                  <a:lnTo>
                    <a:pt x="4816" y="559"/>
                  </a:lnTo>
                  <a:lnTo>
                    <a:pt x="481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119"/>
            <p:cNvSpPr/>
            <p:nvPr/>
          </p:nvSpPr>
          <p:spPr>
            <a:xfrm>
              <a:off x="2024575" y="2129550"/>
              <a:ext cx="99475" cy="13975"/>
            </a:xfrm>
            <a:custGeom>
              <a:avLst/>
              <a:gdLst/>
              <a:ahLst/>
              <a:cxnLst/>
              <a:rect l="l" t="t" r="r" b="b"/>
              <a:pathLst>
                <a:path w="3979" h="559" extrusionOk="0">
                  <a:moveTo>
                    <a:pt x="1" y="0"/>
                  </a:moveTo>
                  <a:lnTo>
                    <a:pt x="1" y="559"/>
                  </a:lnTo>
                  <a:lnTo>
                    <a:pt x="3979" y="559"/>
                  </a:lnTo>
                  <a:lnTo>
                    <a:pt x="397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9" name="Google Shape;5179;p119"/>
          <p:cNvGrpSpPr/>
          <p:nvPr/>
        </p:nvGrpSpPr>
        <p:grpSpPr>
          <a:xfrm>
            <a:off x="1744250" y="1262975"/>
            <a:ext cx="477525" cy="410050"/>
            <a:chOff x="1744250" y="1262975"/>
            <a:chExt cx="477525" cy="410050"/>
          </a:xfrm>
        </p:grpSpPr>
        <p:sp>
          <p:nvSpPr>
            <p:cNvPr id="5180" name="Google Shape;5180;p119"/>
            <p:cNvSpPr/>
            <p:nvPr/>
          </p:nvSpPr>
          <p:spPr>
            <a:xfrm>
              <a:off x="1751225" y="1269950"/>
              <a:ext cx="463575" cy="321650"/>
            </a:xfrm>
            <a:custGeom>
              <a:avLst/>
              <a:gdLst/>
              <a:ahLst/>
              <a:cxnLst/>
              <a:rect l="l" t="t" r="r" b="b"/>
              <a:pathLst>
                <a:path w="18543" h="12866" extrusionOk="0">
                  <a:moveTo>
                    <a:pt x="1" y="12865"/>
                  </a:moveTo>
                  <a:lnTo>
                    <a:pt x="7585" y="12865"/>
                  </a:lnTo>
                  <a:lnTo>
                    <a:pt x="7585" y="11749"/>
                  </a:lnTo>
                  <a:lnTo>
                    <a:pt x="2234" y="11749"/>
                  </a:lnTo>
                  <a:cubicBezTo>
                    <a:pt x="2234" y="11121"/>
                    <a:pt x="1746" y="10632"/>
                    <a:pt x="1117" y="10632"/>
                  </a:cubicBezTo>
                  <a:lnTo>
                    <a:pt x="1117" y="2234"/>
                  </a:lnTo>
                  <a:cubicBezTo>
                    <a:pt x="1746" y="2234"/>
                    <a:pt x="2234" y="1745"/>
                    <a:pt x="2234" y="1117"/>
                  </a:cubicBezTo>
                  <a:lnTo>
                    <a:pt x="16309" y="1117"/>
                  </a:lnTo>
                  <a:cubicBezTo>
                    <a:pt x="16309" y="1745"/>
                    <a:pt x="16797" y="2234"/>
                    <a:pt x="17425" y="2234"/>
                  </a:cubicBezTo>
                  <a:lnTo>
                    <a:pt x="17425" y="10632"/>
                  </a:lnTo>
                  <a:cubicBezTo>
                    <a:pt x="16797" y="10632"/>
                    <a:pt x="16309" y="11121"/>
                    <a:pt x="16309" y="11749"/>
                  </a:cubicBezTo>
                  <a:lnTo>
                    <a:pt x="10935" y="11749"/>
                  </a:lnTo>
                  <a:lnTo>
                    <a:pt x="10935" y="12865"/>
                  </a:lnTo>
                  <a:lnTo>
                    <a:pt x="18542" y="12865"/>
                  </a:lnTo>
                  <a:lnTo>
                    <a:pt x="18542" y="0"/>
                  </a:lnTo>
                  <a:lnTo>
                    <a:pt x="1" y="0"/>
                  </a:lnTo>
                  <a:close/>
                  <a:moveTo>
                    <a:pt x="1" y="12865"/>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119"/>
            <p:cNvSpPr/>
            <p:nvPr/>
          </p:nvSpPr>
          <p:spPr>
            <a:xfrm>
              <a:off x="1912925" y="1409525"/>
              <a:ext cx="163450" cy="163450"/>
            </a:xfrm>
            <a:custGeom>
              <a:avLst/>
              <a:gdLst/>
              <a:ahLst/>
              <a:cxnLst/>
              <a:rect l="l" t="t" r="r" b="b"/>
              <a:pathLst>
                <a:path w="6538" h="6538" extrusionOk="0">
                  <a:moveTo>
                    <a:pt x="0" y="2792"/>
                  </a:moveTo>
                  <a:cubicBezTo>
                    <a:pt x="0" y="5305"/>
                    <a:pt x="3024" y="6538"/>
                    <a:pt x="4769" y="4770"/>
                  </a:cubicBezTo>
                  <a:cubicBezTo>
                    <a:pt x="6537" y="3025"/>
                    <a:pt x="5281" y="1"/>
                    <a:pt x="2792" y="1"/>
                  </a:cubicBezTo>
                  <a:cubicBezTo>
                    <a:pt x="1256" y="1"/>
                    <a:pt x="0" y="1257"/>
                    <a:pt x="0" y="2792"/>
                  </a:cubicBezTo>
                  <a:close/>
                  <a:moveTo>
                    <a:pt x="2792" y="4491"/>
                  </a:moveTo>
                  <a:cubicBezTo>
                    <a:pt x="1303" y="4467"/>
                    <a:pt x="558" y="2676"/>
                    <a:pt x="1605" y="1606"/>
                  </a:cubicBezTo>
                  <a:cubicBezTo>
                    <a:pt x="2675" y="559"/>
                    <a:pt x="4467" y="1304"/>
                    <a:pt x="4467" y="2792"/>
                  </a:cubicBezTo>
                  <a:cubicBezTo>
                    <a:pt x="4467" y="3723"/>
                    <a:pt x="3722" y="4491"/>
                    <a:pt x="2792" y="4491"/>
                  </a:cubicBezTo>
                  <a:close/>
                  <a:moveTo>
                    <a:pt x="2792" y="4491"/>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119"/>
            <p:cNvSpPr/>
            <p:nvPr/>
          </p:nvSpPr>
          <p:spPr>
            <a:xfrm>
              <a:off x="1926875" y="1437450"/>
              <a:ext cx="97725" cy="98300"/>
            </a:xfrm>
            <a:custGeom>
              <a:avLst/>
              <a:gdLst/>
              <a:ahLst/>
              <a:cxnLst/>
              <a:rect l="l" t="t" r="r" b="b"/>
              <a:pathLst>
                <a:path w="3909" h="3932" extrusionOk="0">
                  <a:moveTo>
                    <a:pt x="3909" y="1675"/>
                  </a:moveTo>
                  <a:cubicBezTo>
                    <a:pt x="3909" y="3188"/>
                    <a:pt x="2117" y="3932"/>
                    <a:pt x="1047" y="2862"/>
                  </a:cubicBezTo>
                  <a:cubicBezTo>
                    <a:pt x="0" y="1815"/>
                    <a:pt x="745" y="0"/>
                    <a:pt x="2234" y="0"/>
                  </a:cubicBezTo>
                  <a:cubicBezTo>
                    <a:pt x="3164" y="0"/>
                    <a:pt x="3909" y="768"/>
                    <a:pt x="3909" y="1675"/>
                  </a:cubicBezTo>
                  <a:close/>
                  <a:moveTo>
                    <a:pt x="3909" y="1675"/>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119"/>
            <p:cNvSpPr/>
            <p:nvPr/>
          </p:nvSpPr>
          <p:spPr>
            <a:xfrm>
              <a:off x="1940825" y="1535725"/>
              <a:ext cx="83775" cy="125650"/>
            </a:xfrm>
            <a:custGeom>
              <a:avLst/>
              <a:gdLst/>
              <a:ahLst/>
              <a:cxnLst/>
              <a:rect l="l" t="t" r="r" b="b"/>
              <a:pathLst>
                <a:path w="3351" h="5026" extrusionOk="0">
                  <a:moveTo>
                    <a:pt x="1" y="5026"/>
                  </a:moveTo>
                  <a:lnTo>
                    <a:pt x="1117" y="4468"/>
                  </a:lnTo>
                  <a:lnTo>
                    <a:pt x="1117" y="513"/>
                  </a:lnTo>
                  <a:cubicBezTo>
                    <a:pt x="722" y="420"/>
                    <a:pt x="327" y="257"/>
                    <a:pt x="1" y="1"/>
                  </a:cubicBezTo>
                  <a:close/>
                  <a:moveTo>
                    <a:pt x="3351" y="5026"/>
                  </a:moveTo>
                  <a:lnTo>
                    <a:pt x="2234" y="4468"/>
                  </a:lnTo>
                  <a:lnTo>
                    <a:pt x="2234" y="513"/>
                  </a:lnTo>
                  <a:cubicBezTo>
                    <a:pt x="2653" y="420"/>
                    <a:pt x="3025" y="257"/>
                    <a:pt x="3351" y="1"/>
                  </a:cubicBezTo>
                  <a:close/>
                  <a:moveTo>
                    <a:pt x="3351" y="5026"/>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119"/>
            <p:cNvSpPr/>
            <p:nvPr/>
          </p:nvSpPr>
          <p:spPr>
            <a:xfrm>
              <a:off x="1968750" y="1548525"/>
              <a:ext cx="27950" cy="98900"/>
            </a:xfrm>
            <a:custGeom>
              <a:avLst/>
              <a:gdLst/>
              <a:ahLst/>
              <a:cxnLst/>
              <a:rect l="l" t="t" r="r" b="b"/>
              <a:pathLst>
                <a:path w="1118" h="3956" extrusionOk="0">
                  <a:moveTo>
                    <a:pt x="0" y="3956"/>
                  </a:moveTo>
                  <a:lnTo>
                    <a:pt x="559" y="3676"/>
                  </a:lnTo>
                  <a:lnTo>
                    <a:pt x="1117" y="3956"/>
                  </a:lnTo>
                  <a:lnTo>
                    <a:pt x="1117" y="1"/>
                  </a:lnTo>
                  <a:cubicBezTo>
                    <a:pt x="745" y="71"/>
                    <a:pt x="373" y="71"/>
                    <a:pt x="0" y="1"/>
                  </a:cubicBezTo>
                  <a:close/>
                  <a:moveTo>
                    <a:pt x="0" y="3956"/>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119"/>
            <p:cNvSpPr/>
            <p:nvPr/>
          </p:nvSpPr>
          <p:spPr>
            <a:xfrm>
              <a:off x="1779150" y="1297875"/>
              <a:ext cx="407725" cy="265800"/>
            </a:xfrm>
            <a:custGeom>
              <a:avLst/>
              <a:gdLst/>
              <a:ahLst/>
              <a:cxnLst/>
              <a:rect l="l" t="t" r="r" b="b"/>
              <a:pathLst>
                <a:path w="16309" h="10632" extrusionOk="0">
                  <a:moveTo>
                    <a:pt x="1117" y="10632"/>
                  </a:moveTo>
                  <a:lnTo>
                    <a:pt x="6468" y="10632"/>
                  </a:lnTo>
                  <a:lnTo>
                    <a:pt x="6468" y="9515"/>
                  </a:lnTo>
                  <a:cubicBezTo>
                    <a:pt x="4328" y="7910"/>
                    <a:pt x="5467" y="4467"/>
                    <a:pt x="8143" y="4467"/>
                  </a:cubicBezTo>
                  <a:cubicBezTo>
                    <a:pt x="10841" y="4467"/>
                    <a:pt x="11981" y="7910"/>
                    <a:pt x="9818" y="9515"/>
                  </a:cubicBezTo>
                  <a:lnTo>
                    <a:pt x="9818" y="10632"/>
                  </a:lnTo>
                  <a:lnTo>
                    <a:pt x="15169" y="10632"/>
                  </a:lnTo>
                  <a:cubicBezTo>
                    <a:pt x="15169" y="10004"/>
                    <a:pt x="15680" y="9515"/>
                    <a:pt x="16308" y="9515"/>
                  </a:cubicBezTo>
                  <a:lnTo>
                    <a:pt x="16308" y="1117"/>
                  </a:lnTo>
                  <a:cubicBezTo>
                    <a:pt x="15680" y="1117"/>
                    <a:pt x="15169" y="628"/>
                    <a:pt x="15169" y="0"/>
                  </a:cubicBezTo>
                  <a:lnTo>
                    <a:pt x="1117" y="0"/>
                  </a:lnTo>
                  <a:cubicBezTo>
                    <a:pt x="1117" y="628"/>
                    <a:pt x="629" y="1117"/>
                    <a:pt x="0" y="1117"/>
                  </a:cubicBezTo>
                  <a:lnTo>
                    <a:pt x="0" y="9515"/>
                  </a:lnTo>
                  <a:cubicBezTo>
                    <a:pt x="629" y="9515"/>
                    <a:pt x="1117" y="10004"/>
                    <a:pt x="1117" y="10632"/>
                  </a:cubicBezTo>
                  <a:close/>
                  <a:moveTo>
                    <a:pt x="1117" y="10632"/>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119"/>
            <p:cNvSpPr/>
            <p:nvPr/>
          </p:nvSpPr>
          <p:spPr>
            <a:xfrm>
              <a:off x="1751225" y="1269950"/>
              <a:ext cx="14000" cy="321650"/>
            </a:xfrm>
            <a:custGeom>
              <a:avLst/>
              <a:gdLst/>
              <a:ahLst/>
              <a:cxnLst/>
              <a:rect l="l" t="t" r="r" b="b"/>
              <a:pathLst>
                <a:path w="560" h="12866" extrusionOk="0">
                  <a:moveTo>
                    <a:pt x="1" y="0"/>
                  </a:moveTo>
                  <a:lnTo>
                    <a:pt x="1" y="12865"/>
                  </a:lnTo>
                  <a:lnTo>
                    <a:pt x="559" y="12865"/>
                  </a:lnTo>
                  <a:lnTo>
                    <a:pt x="55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119"/>
            <p:cNvSpPr/>
            <p:nvPr/>
          </p:nvSpPr>
          <p:spPr>
            <a:xfrm>
              <a:off x="1906525" y="1406050"/>
              <a:ext cx="83175" cy="147150"/>
            </a:xfrm>
            <a:custGeom>
              <a:avLst/>
              <a:gdLst/>
              <a:ahLst/>
              <a:cxnLst/>
              <a:rect l="l" t="t" r="r" b="b"/>
              <a:pathLst>
                <a:path w="3327" h="5886" extrusionOk="0">
                  <a:moveTo>
                    <a:pt x="256" y="2931"/>
                  </a:moveTo>
                  <a:cubicBezTo>
                    <a:pt x="256" y="4606"/>
                    <a:pt x="1675" y="5886"/>
                    <a:pt x="3327" y="5723"/>
                  </a:cubicBezTo>
                  <a:cubicBezTo>
                    <a:pt x="0" y="5397"/>
                    <a:pt x="24" y="489"/>
                    <a:pt x="3327" y="163"/>
                  </a:cubicBezTo>
                  <a:cubicBezTo>
                    <a:pt x="1675" y="0"/>
                    <a:pt x="256" y="1280"/>
                    <a:pt x="256" y="2931"/>
                  </a:cubicBezTo>
                  <a:close/>
                  <a:moveTo>
                    <a:pt x="256" y="2931"/>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119"/>
            <p:cNvSpPr/>
            <p:nvPr/>
          </p:nvSpPr>
          <p:spPr>
            <a:xfrm>
              <a:off x="1940825" y="1433950"/>
              <a:ext cx="48875" cy="91350"/>
            </a:xfrm>
            <a:custGeom>
              <a:avLst/>
              <a:gdLst/>
              <a:ahLst/>
              <a:cxnLst/>
              <a:rect l="l" t="t" r="r" b="b"/>
              <a:pathLst>
                <a:path w="1955" h="3654" extrusionOk="0">
                  <a:moveTo>
                    <a:pt x="1" y="1815"/>
                  </a:moveTo>
                  <a:cubicBezTo>
                    <a:pt x="1" y="2862"/>
                    <a:pt x="931" y="3653"/>
                    <a:pt x="1955" y="3490"/>
                  </a:cubicBezTo>
                  <a:cubicBezTo>
                    <a:pt x="117" y="3165"/>
                    <a:pt x="117" y="489"/>
                    <a:pt x="1955" y="164"/>
                  </a:cubicBezTo>
                  <a:cubicBezTo>
                    <a:pt x="931" y="1"/>
                    <a:pt x="1" y="792"/>
                    <a:pt x="1" y="1815"/>
                  </a:cubicBezTo>
                  <a:close/>
                  <a:moveTo>
                    <a:pt x="1" y="1815"/>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119"/>
            <p:cNvSpPr/>
            <p:nvPr/>
          </p:nvSpPr>
          <p:spPr>
            <a:xfrm>
              <a:off x="1940825" y="1535725"/>
              <a:ext cx="14000" cy="125650"/>
            </a:xfrm>
            <a:custGeom>
              <a:avLst/>
              <a:gdLst/>
              <a:ahLst/>
              <a:cxnLst/>
              <a:rect l="l" t="t" r="r" b="b"/>
              <a:pathLst>
                <a:path w="560" h="5026" extrusionOk="0">
                  <a:moveTo>
                    <a:pt x="1" y="5026"/>
                  </a:moveTo>
                  <a:lnTo>
                    <a:pt x="559" y="4724"/>
                  </a:lnTo>
                  <a:lnTo>
                    <a:pt x="559" y="327"/>
                  </a:lnTo>
                  <a:cubicBezTo>
                    <a:pt x="373" y="234"/>
                    <a:pt x="187" y="141"/>
                    <a:pt x="1" y="1"/>
                  </a:cubicBezTo>
                  <a:close/>
                  <a:moveTo>
                    <a:pt x="1" y="5026"/>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119"/>
            <p:cNvSpPr/>
            <p:nvPr/>
          </p:nvSpPr>
          <p:spPr>
            <a:xfrm>
              <a:off x="1779150" y="1297875"/>
              <a:ext cx="48875" cy="265800"/>
            </a:xfrm>
            <a:custGeom>
              <a:avLst/>
              <a:gdLst/>
              <a:ahLst/>
              <a:cxnLst/>
              <a:rect l="l" t="t" r="r" b="b"/>
              <a:pathLst>
                <a:path w="1955" h="10632" extrusionOk="0">
                  <a:moveTo>
                    <a:pt x="1117" y="10632"/>
                  </a:moveTo>
                  <a:lnTo>
                    <a:pt x="1955" y="10632"/>
                  </a:lnTo>
                  <a:cubicBezTo>
                    <a:pt x="1955" y="10027"/>
                    <a:pt x="1466" y="9236"/>
                    <a:pt x="838" y="9236"/>
                  </a:cubicBezTo>
                  <a:lnTo>
                    <a:pt x="838" y="1396"/>
                  </a:lnTo>
                  <a:cubicBezTo>
                    <a:pt x="1466" y="1396"/>
                    <a:pt x="1955" y="628"/>
                    <a:pt x="1955" y="0"/>
                  </a:cubicBezTo>
                  <a:lnTo>
                    <a:pt x="1117" y="0"/>
                  </a:lnTo>
                  <a:cubicBezTo>
                    <a:pt x="1117" y="628"/>
                    <a:pt x="629" y="1117"/>
                    <a:pt x="0" y="1117"/>
                  </a:cubicBezTo>
                  <a:lnTo>
                    <a:pt x="0" y="9515"/>
                  </a:lnTo>
                  <a:cubicBezTo>
                    <a:pt x="629" y="9515"/>
                    <a:pt x="1117" y="10004"/>
                    <a:pt x="1117" y="10632"/>
                  </a:cubicBezTo>
                  <a:close/>
                  <a:moveTo>
                    <a:pt x="1117" y="10632"/>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119"/>
            <p:cNvSpPr/>
            <p:nvPr/>
          </p:nvSpPr>
          <p:spPr>
            <a:xfrm>
              <a:off x="1982700" y="1346725"/>
              <a:ext cx="183225" cy="132625"/>
            </a:xfrm>
            <a:custGeom>
              <a:avLst/>
              <a:gdLst/>
              <a:ahLst/>
              <a:cxnLst/>
              <a:rect l="l" t="t" r="r" b="b"/>
              <a:pathLst>
                <a:path w="7329" h="5305" extrusionOk="0">
                  <a:moveTo>
                    <a:pt x="6771" y="0"/>
                  </a:moveTo>
                  <a:lnTo>
                    <a:pt x="6771" y="559"/>
                  </a:lnTo>
                  <a:lnTo>
                    <a:pt x="7329" y="559"/>
                  </a:lnTo>
                  <a:lnTo>
                    <a:pt x="7329" y="0"/>
                  </a:lnTo>
                  <a:close/>
                  <a:moveTo>
                    <a:pt x="6771" y="1117"/>
                  </a:moveTo>
                  <a:lnTo>
                    <a:pt x="6771" y="2792"/>
                  </a:lnTo>
                  <a:lnTo>
                    <a:pt x="7329" y="2792"/>
                  </a:lnTo>
                  <a:lnTo>
                    <a:pt x="7329" y="1117"/>
                  </a:lnTo>
                  <a:close/>
                  <a:moveTo>
                    <a:pt x="1" y="4746"/>
                  </a:moveTo>
                  <a:lnTo>
                    <a:pt x="1" y="5304"/>
                  </a:lnTo>
                  <a:lnTo>
                    <a:pt x="559" y="5304"/>
                  </a:lnTo>
                  <a:lnTo>
                    <a:pt x="559" y="4746"/>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119"/>
            <p:cNvSpPr/>
            <p:nvPr/>
          </p:nvSpPr>
          <p:spPr>
            <a:xfrm>
              <a:off x="1744250" y="1262975"/>
              <a:ext cx="477525" cy="335600"/>
            </a:xfrm>
            <a:custGeom>
              <a:avLst/>
              <a:gdLst/>
              <a:ahLst/>
              <a:cxnLst/>
              <a:rect l="l" t="t" r="r" b="b"/>
              <a:pathLst>
                <a:path w="19101" h="13424" extrusionOk="0">
                  <a:moveTo>
                    <a:pt x="1" y="0"/>
                  </a:moveTo>
                  <a:lnTo>
                    <a:pt x="1" y="2792"/>
                  </a:lnTo>
                  <a:lnTo>
                    <a:pt x="559" y="2792"/>
                  </a:lnTo>
                  <a:lnTo>
                    <a:pt x="559" y="559"/>
                  </a:lnTo>
                  <a:lnTo>
                    <a:pt x="18542" y="559"/>
                  </a:lnTo>
                  <a:lnTo>
                    <a:pt x="18542" y="12865"/>
                  </a:lnTo>
                  <a:lnTo>
                    <a:pt x="16285" y="12865"/>
                  </a:lnTo>
                  <a:lnTo>
                    <a:pt x="16285" y="13423"/>
                  </a:lnTo>
                  <a:lnTo>
                    <a:pt x="19100" y="13423"/>
                  </a:lnTo>
                  <a:lnTo>
                    <a:pt x="1910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119"/>
            <p:cNvSpPr/>
            <p:nvPr/>
          </p:nvSpPr>
          <p:spPr>
            <a:xfrm>
              <a:off x="1933850" y="1430650"/>
              <a:ext cx="114600" cy="98125"/>
            </a:xfrm>
            <a:custGeom>
              <a:avLst/>
              <a:gdLst/>
              <a:ahLst/>
              <a:cxnLst/>
              <a:rect l="l" t="t" r="r" b="b"/>
              <a:pathLst>
                <a:path w="4584" h="3925" extrusionOk="0">
                  <a:moveTo>
                    <a:pt x="1955" y="575"/>
                  </a:moveTo>
                  <a:cubicBezTo>
                    <a:pt x="3211" y="575"/>
                    <a:pt x="3839" y="2064"/>
                    <a:pt x="2955" y="2948"/>
                  </a:cubicBezTo>
                  <a:cubicBezTo>
                    <a:pt x="2669" y="3234"/>
                    <a:pt x="2317" y="3362"/>
                    <a:pt x="1972" y="3362"/>
                  </a:cubicBezTo>
                  <a:cubicBezTo>
                    <a:pt x="1251" y="3362"/>
                    <a:pt x="559" y="2804"/>
                    <a:pt x="559" y="1971"/>
                  </a:cubicBezTo>
                  <a:cubicBezTo>
                    <a:pt x="559" y="1203"/>
                    <a:pt x="1187" y="575"/>
                    <a:pt x="1955" y="575"/>
                  </a:cubicBezTo>
                  <a:close/>
                  <a:moveTo>
                    <a:pt x="1985" y="0"/>
                  </a:moveTo>
                  <a:cubicBezTo>
                    <a:pt x="974" y="0"/>
                    <a:pt x="1" y="788"/>
                    <a:pt x="1" y="1971"/>
                  </a:cubicBezTo>
                  <a:cubicBezTo>
                    <a:pt x="1" y="3041"/>
                    <a:pt x="885" y="3925"/>
                    <a:pt x="1955" y="3925"/>
                  </a:cubicBezTo>
                  <a:cubicBezTo>
                    <a:pt x="3700" y="3925"/>
                    <a:pt x="4584" y="1808"/>
                    <a:pt x="3351" y="575"/>
                  </a:cubicBezTo>
                  <a:cubicBezTo>
                    <a:pt x="2954" y="178"/>
                    <a:pt x="2465" y="0"/>
                    <a:pt x="198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119"/>
            <p:cNvSpPr/>
            <p:nvPr/>
          </p:nvSpPr>
          <p:spPr>
            <a:xfrm>
              <a:off x="1744250" y="1290875"/>
              <a:ext cx="449600" cy="382150"/>
            </a:xfrm>
            <a:custGeom>
              <a:avLst/>
              <a:gdLst/>
              <a:ahLst/>
              <a:cxnLst/>
              <a:rect l="l" t="t" r="r" b="b"/>
              <a:pathLst>
                <a:path w="17984" h="15286" extrusionOk="0">
                  <a:moveTo>
                    <a:pt x="16309" y="559"/>
                  </a:moveTo>
                  <a:cubicBezTo>
                    <a:pt x="16425" y="1118"/>
                    <a:pt x="16844" y="1536"/>
                    <a:pt x="17402" y="1653"/>
                  </a:cubicBezTo>
                  <a:lnTo>
                    <a:pt x="17402" y="9539"/>
                  </a:lnTo>
                  <a:cubicBezTo>
                    <a:pt x="16844" y="9655"/>
                    <a:pt x="16425" y="10097"/>
                    <a:pt x="16309" y="10632"/>
                  </a:cubicBezTo>
                  <a:lnTo>
                    <a:pt x="11493" y="10632"/>
                  </a:lnTo>
                  <a:lnTo>
                    <a:pt x="11493" y="9935"/>
                  </a:lnTo>
                  <a:cubicBezTo>
                    <a:pt x="12796" y="8841"/>
                    <a:pt x="12959" y="6934"/>
                    <a:pt x="11888" y="5631"/>
                  </a:cubicBezTo>
                  <a:cubicBezTo>
                    <a:pt x="11280" y="4890"/>
                    <a:pt x="10402" y="4503"/>
                    <a:pt x="9517" y="4503"/>
                  </a:cubicBezTo>
                  <a:cubicBezTo>
                    <a:pt x="8846" y="4503"/>
                    <a:pt x="8170" y="4727"/>
                    <a:pt x="7608" y="5189"/>
                  </a:cubicBezTo>
                  <a:lnTo>
                    <a:pt x="7957" y="5608"/>
                  </a:lnTo>
                  <a:cubicBezTo>
                    <a:pt x="8416" y="5232"/>
                    <a:pt x="8979" y="5048"/>
                    <a:pt x="9541" y="5048"/>
                  </a:cubicBezTo>
                  <a:cubicBezTo>
                    <a:pt x="10232" y="5048"/>
                    <a:pt x="10923" y="5325"/>
                    <a:pt x="11423" y="5863"/>
                  </a:cubicBezTo>
                  <a:cubicBezTo>
                    <a:pt x="12307" y="6864"/>
                    <a:pt x="12284" y="8399"/>
                    <a:pt x="11330" y="9330"/>
                  </a:cubicBezTo>
                  <a:cubicBezTo>
                    <a:pt x="10835" y="9825"/>
                    <a:pt x="10184" y="10075"/>
                    <a:pt x="9535" y="10075"/>
                  </a:cubicBezTo>
                  <a:cubicBezTo>
                    <a:pt x="8934" y="10075"/>
                    <a:pt x="8334" y="9859"/>
                    <a:pt x="7864" y="9423"/>
                  </a:cubicBezTo>
                  <a:cubicBezTo>
                    <a:pt x="6863" y="8515"/>
                    <a:pt x="6747" y="7003"/>
                    <a:pt x="7608" y="5956"/>
                  </a:cubicBezTo>
                  <a:lnTo>
                    <a:pt x="7166" y="5608"/>
                  </a:lnTo>
                  <a:lnTo>
                    <a:pt x="7166" y="5608"/>
                  </a:lnTo>
                  <a:cubicBezTo>
                    <a:pt x="6096" y="6910"/>
                    <a:pt x="6282" y="8841"/>
                    <a:pt x="7585" y="9935"/>
                  </a:cubicBezTo>
                  <a:lnTo>
                    <a:pt x="7585" y="10632"/>
                  </a:lnTo>
                  <a:lnTo>
                    <a:pt x="2769" y="10632"/>
                  </a:lnTo>
                  <a:cubicBezTo>
                    <a:pt x="2676" y="10074"/>
                    <a:pt x="2234" y="9655"/>
                    <a:pt x="1699" y="9539"/>
                  </a:cubicBezTo>
                  <a:lnTo>
                    <a:pt x="1699" y="1653"/>
                  </a:lnTo>
                  <a:cubicBezTo>
                    <a:pt x="2234" y="1536"/>
                    <a:pt x="2653" y="1118"/>
                    <a:pt x="2746" y="559"/>
                  </a:cubicBezTo>
                  <a:close/>
                  <a:moveTo>
                    <a:pt x="8166" y="10307"/>
                  </a:moveTo>
                  <a:cubicBezTo>
                    <a:pt x="8329" y="10377"/>
                    <a:pt x="8515" y="10470"/>
                    <a:pt x="8725" y="10516"/>
                  </a:cubicBezTo>
                  <a:lnTo>
                    <a:pt x="8725" y="14099"/>
                  </a:lnTo>
                  <a:lnTo>
                    <a:pt x="8166" y="14378"/>
                  </a:lnTo>
                  <a:lnTo>
                    <a:pt x="8166" y="10307"/>
                  </a:lnTo>
                  <a:close/>
                  <a:moveTo>
                    <a:pt x="10958" y="10307"/>
                  </a:moveTo>
                  <a:lnTo>
                    <a:pt x="10958" y="14378"/>
                  </a:lnTo>
                  <a:lnTo>
                    <a:pt x="10400" y="14099"/>
                  </a:lnTo>
                  <a:lnTo>
                    <a:pt x="10400" y="12866"/>
                  </a:lnTo>
                  <a:lnTo>
                    <a:pt x="9841" y="12866"/>
                  </a:lnTo>
                  <a:lnTo>
                    <a:pt x="9841" y="13820"/>
                  </a:lnTo>
                  <a:lnTo>
                    <a:pt x="9539" y="13680"/>
                  </a:lnTo>
                  <a:lnTo>
                    <a:pt x="9260" y="13820"/>
                  </a:lnTo>
                  <a:lnTo>
                    <a:pt x="9260" y="10609"/>
                  </a:lnTo>
                  <a:lnTo>
                    <a:pt x="9841" y="10609"/>
                  </a:lnTo>
                  <a:lnTo>
                    <a:pt x="9841" y="11191"/>
                  </a:lnTo>
                  <a:lnTo>
                    <a:pt x="10400" y="11191"/>
                  </a:lnTo>
                  <a:lnTo>
                    <a:pt x="10400" y="10516"/>
                  </a:lnTo>
                  <a:cubicBezTo>
                    <a:pt x="10586" y="10470"/>
                    <a:pt x="10772" y="10400"/>
                    <a:pt x="10958" y="10307"/>
                  </a:cubicBezTo>
                  <a:close/>
                  <a:moveTo>
                    <a:pt x="2234" y="1"/>
                  </a:moveTo>
                  <a:lnTo>
                    <a:pt x="2234" y="280"/>
                  </a:lnTo>
                  <a:cubicBezTo>
                    <a:pt x="2234" y="745"/>
                    <a:pt x="1862" y="1118"/>
                    <a:pt x="1396" y="1118"/>
                  </a:cubicBezTo>
                  <a:lnTo>
                    <a:pt x="1117" y="1118"/>
                  </a:lnTo>
                  <a:lnTo>
                    <a:pt x="1117" y="10074"/>
                  </a:lnTo>
                  <a:lnTo>
                    <a:pt x="1396" y="10074"/>
                  </a:lnTo>
                  <a:cubicBezTo>
                    <a:pt x="1862" y="10074"/>
                    <a:pt x="2234" y="10446"/>
                    <a:pt x="2234" y="10912"/>
                  </a:cubicBezTo>
                  <a:lnTo>
                    <a:pt x="2234" y="11214"/>
                  </a:lnTo>
                  <a:lnTo>
                    <a:pt x="7585" y="11214"/>
                  </a:lnTo>
                  <a:lnTo>
                    <a:pt x="7585" y="11772"/>
                  </a:lnTo>
                  <a:lnTo>
                    <a:pt x="559" y="11772"/>
                  </a:lnTo>
                  <a:lnTo>
                    <a:pt x="559" y="2258"/>
                  </a:lnTo>
                  <a:lnTo>
                    <a:pt x="1" y="2258"/>
                  </a:lnTo>
                  <a:lnTo>
                    <a:pt x="1" y="12331"/>
                  </a:lnTo>
                  <a:lnTo>
                    <a:pt x="7585" y="12331"/>
                  </a:lnTo>
                  <a:lnTo>
                    <a:pt x="7585" y="15285"/>
                  </a:lnTo>
                  <a:lnTo>
                    <a:pt x="9539" y="14308"/>
                  </a:lnTo>
                  <a:lnTo>
                    <a:pt x="11516" y="15285"/>
                  </a:lnTo>
                  <a:lnTo>
                    <a:pt x="11516" y="12307"/>
                  </a:lnTo>
                  <a:lnTo>
                    <a:pt x="15750" y="12307"/>
                  </a:lnTo>
                  <a:lnTo>
                    <a:pt x="15750" y="11749"/>
                  </a:lnTo>
                  <a:lnTo>
                    <a:pt x="11493" y="11749"/>
                  </a:lnTo>
                  <a:lnTo>
                    <a:pt x="11493" y="11191"/>
                  </a:lnTo>
                  <a:lnTo>
                    <a:pt x="16844" y="11191"/>
                  </a:lnTo>
                  <a:lnTo>
                    <a:pt x="16844" y="10912"/>
                  </a:lnTo>
                  <a:cubicBezTo>
                    <a:pt x="16844" y="10446"/>
                    <a:pt x="17239" y="10051"/>
                    <a:pt x="17704" y="10051"/>
                  </a:cubicBezTo>
                  <a:lnTo>
                    <a:pt x="17984" y="10051"/>
                  </a:lnTo>
                  <a:lnTo>
                    <a:pt x="17984" y="1118"/>
                  </a:lnTo>
                  <a:lnTo>
                    <a:pt x="17704" y="1118"/>
                  </a:lnTo>
                  <a:cubicBezTo>
                    <a:pt x="17239" y="1118"/>
                    <a:pt x="16844" y="745"/>
                    <a:pt x="16844" y="280"/>
                  </a:cubicBezTo>
                  <a:lnTo>
                    <a:pt x="168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119"/>
            <p:cNvSpPr/>
            <p:nvPr/>
          </p:nvSpPr>
          <p:spPr>
            <a:xfrm>
              <a:off x="1947800" y="1332750"/>
              <a:ext cx="69825" cy="14000"/>
            </a:xfrm>
            <a:custGeom>
              <a:avLst/>
              <a:gdLst/>
              <a:ahLst/>
              <a:cxnLst/>
              <a:rect l="l" t="t" r="r" b="b"/>
              <a:pathLst>
                <a:path w="2793" h="560" extrusionOk="0">
                  <a:moveTo>
                    <a:pt x="1" y="1"/>
                  </a:moveTo>
                  <a:lnTo>
                    <a:pt x="1" y="559"/>
                  </a:lnTo>
                  <a:lnTo>
                    <a:pt x="2793" y="559"/>
                  </a:lnTo>
                  <a:lnTo>
                    <a:pt x="279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119"/>
            <p:cNvSpPr/>
            <p:nvPr/>
          </p:nvSpPr>
          <p:spPr>
            <a:xfrm>
              <a:off x="2108925" y="1360675"/>
              <a:ext cx="13975" cy="13975"/>
            </a:xfrm>
            <a:custGeom>
              <a:avLst/>
              <a:gdLst/>
              <a:ahLst/>
              <a:cxnLst/>
              <a:rect l="l" t="t" r="r" b="b"/>
              <a:pathLst>
                <a:path w="559" h="559" extrusionOk="0">
                  <a:moveTo>
                    <a:pt x="0" y="1"/>
                  </a:moveTo>
                  <a:lnTo>
                    <a:pt x="0" y="559"/>
                  </a:lnTo>
                  <a:lnTo>
                    <a:pt x="558" y="559"/>
                  </a:lnTo>
                  <a:lnTo>
                    <a:pt x="5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119"/>
            <p:cNvSpPr/>
            <p:nvPr/>
          </p:nvSpPr>
          <p:spPr>
            <a:xfrm>
              <a:off x="1843125" y="1360675"/>
              <a:ext cx="251850" cy="13975"/>
            </a:xfrm>
            <a:custGeom>
              <a:avLst/>
              <a:gdLst/>
              <a:ahLst/>
              <a:cxnLst/>
              <a:rect l="l" t="t" r="r" b="b"/>
              <a:pathLst>
                <a:path w="10074" h="559" extrusionOk="0">
                  <a:moveTo>
                    <a:pt x="0" y="1"/>
                  </a:moveTo>
                  <a:lnTo>
                    <a:pt x="0" y="559"/>
                  </a:lnTo>
                  <a:lnTo>
                    <a:pt x="10074" y="559"/>
                  </a:lnTo>
                  <a:lnTo>
                    <a:pt x="1007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119"/>
            <p:cNvSpPr/>
            <p:nvPr/>
          </p:nvSpPr>
          <p:spPr>
            <a:xfrm>
              <a:off x="1989675" y="1584600"/>
              <a:ext cx="14000" cy="13975"/>
            </a:xfrm>
            <a:custGeom>
              <a:avLst/>
              <a:gdLst/>
              <a:ahLst/>
              <a:cxnLst/>
              <a:rect l="l" t="t" r="r" b="b"/>
              <a:pathLst>
                <a:path w="560" h="559" extrusionOk="0">
                  <a:moveTo>
                    <a:pt x="1" y="0"/>
                  </a:moveTo>
                  <a:lnTo>
                    <a:pt x="1" y="558"/>
                  </a:lnTo>
                  <a:lnTo>
                    <a:pt x="559" y="558"/>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119"/>
            <p:cNvSpPr/>
            <p:nvPr/>
          </p:nvSpPr>
          <p:spPr>
            <a:xfrm>
              <a:off x="1772175" y="1290875"/>
              <a:ext cx="13975" cy="14000"/>
            </a:xfrm>
            <a:custGeom>
              <a:avLst/>
              <a:gdLst/>
              <a:ahLst/>
              <a:cxnLst/>
              <a:rect l="l" t="t" r="r" b="b"/>
              <a:pathLst>
                <a:path w="559" h="560" extrusionOk="0">
                  <a:moveTo>
                    <a:pt x="0" y="1"/>
                  </a:moveTo>
                  <a:lnTo>
                    <a:pt x="0"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119"/>
            <p:cNvSpPr/>
            <p:nvPr/>
          </p:nvSpPr>
          <p:spPr>
            <a:xfrm>
              <a:off x="2179300" y="1556675"/>
              <a:ext cx="13975" cy="13975"/>
            </a:xfrm>
            <a:custGeom>
              <a:avLst/>
              <a:gdLst/>
              <a:ahLst/>
              <a:cxnLst/>
              <a:rect l="l" t="t" r="r" b="b"/>
              <a:pathLst>
                <a:path w="559" h="559" extrusionOk="0">
                  <a:moveTo>
                    <a:pt x="0" y="0"/>
                  </a:moveTo>
                  <a:lnTo>
                    <a:pt x="0" y="559"/>
                  </a:lnTo>
                  <a:lnTo>
                    <a:pt x="558" y="559"/>
                  </a:lnTo>
                  <a:lnTo>
                    <a:pt x="55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119"/>
            <p:cNvSpPr/>
            <p:nvPr/>
          </p:nvSpPr>
          <p:spPr>
            <a:xfrm>
              <a:off x="2179300" y="1290875"/>
              <a:ext cx="13975" cy="14000"/>
            </a:xfrm>
            <a:custGeom>
              <a:avLst/>
              <a:gdLst/>
              <a:ahLst/>
              <a:cxnLst/>
              <a:rect l="l" t="t" r="r" b="b"/>
              <a:pathLst>
                <a:path w="559" h="560" extrusionOk="0">
                  <a:moveTo>
                    <a:pt x="0" y="1"/>
                  </a:moveTo>
                  <a:lnTo>
                    <a:pt x="0" y="559"/>
                  </a:lnTo>
                  <a:lnTo>
                    <a:pt x="558" y="559"/>
                  </a:lnTo>
                  <a:lnTo>
                    <a:pt x="5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119"/>
            <p:cNvSpPr/>
            <p:nvPr/>
          </p:nvSpPr>
          <p:spPr>
            <a:xfrm>
              <a:off x="1772175" y="1556675"/>
              <a:ext cx="13975" cy="13975"/>
            </a:xfrm>
            <a:custGeom>
              <a:avLst/>
              <a:gdLst/>
              <a:ahLst/>
              <a:cxnLst/>
              <a:rect l="l" t="t" r="r" b="b"/>
              <a:pathLst>
                <a:path w="559" h="559" extrusionOk="0">
                  <a:moveTo>
                    <a:pt x="0" y="0"/>
                  </a:moveTo>
                  <a:lnTo>
                    <a:pt x="0"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3" name="Google Shape;5203;p119"/>
          <p:cNvGrpSpPr/>
          <p:nvPr/>
        </p:nvGrpSpPr>
        <p:grpSpPr>
          <a:xfrm>
            <a:off x="2484050" y="3441625"/>
            <a:ext cx="477500" cy="354800"/>
            <a:chOff x="2484050" y="3441625"/>
            <a:chExt cx="477500" cy="354800"/>
          </a:xfrm>
        </p:grpSpPr>
        <p:sp>
          <p:nvSpPr>
            <p:cNvPr id="5204" name="Google Shape;5204;p119"/>
            <p:cNvSpPr/>
            <p:nvPr/>
          </p:nvSpPr>
          <p:spPr>
            <a:xfrm>
              <a:off x="2498575" y="3449775"/>
              <a:ext cx="447875" cy="152400"/>
            </a:xfrm>
            <a:custGeom>
              <a:avLst/>
              <a:gdLst/>
              <a:ahLst/>
              <a:cxnLst/>
              <a:rect l="l" t="t" r="r" b="b"/>
              <a:pathLst>
                <a:path w="17915" h="6096" extrusionOk="0">
                  <a:moveTo>
                    <a:pt x="14843" y="6095"/>
                  </a:moveTo>
                  <a:lnTo>
                    <a:pt x="17914" y="4257"/>
                  </a:lnTo>
                  <a:lnTo>
                    <a:pt x="8957" y="0"/>
                  </a:lnTo>
                  <a:lnTo>
                    <a:pt x="1" y="4257"/>
                  </a:lnTo>
                  <a:lnTo>
                    <a:pt x="3095" y="6095"/>
                  </a:lnTo>
                  <a:cubicBezTo>
                    <a:pt x="4910" y="5188"/>
                    <a:pt x="6910" y="4629"/>
                    <a:pt x="8957" y="4490"/>
                  </a:cubicBezTo>
                  <a:cubicBezTo>
                    <a:pt x="11005" y="4629"/>
                    <a:pt x="13005" y="5188"/>
                    <a:pt x="14843" y="6095"/>
                  </a:cubicBezTo>
                  <a:close/>
                  <a:moveTo>
                    <a:pt x="14843" y="6095"/>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119"/>
            <p:cNvSpPr/>
            <p:nvPr/>
          </p:nvSpPr>
          <p:spPr>
            <a:xfrm>
              <a:off x="2789375" y="3687050"/>
              <a:ext cx="55875" cy="101800"/>
            </a:xfrm>
            <a:custGeom>
              <a:avLst/>
              <a:gdLst/>
              <a:ahLst/>
              <a:cxnLst/>
              <a:rect l="l" t="t" r="r" b="b"/>
              <a:pathLst>
                <a:path w="2235" h="4072" extrusionOk="0">
                  <a:moveTo>
                    <a:pt x="1" y="4072"/>
                  </a:moveTo>
                  <a:lnTo>
                    <a:pt x="2234" y="4072"/>
                  </a:lnTo>
                  <a:lnTo>
                    <a:pt x="2234" y="2513"/>
                  </a:lnTo>
                  <a:lnTo>
                    <a:pt x="1676" y="559"/>
                  </a:lnTo>
                  <a:cubicBezTo>
                    <a:pt x="1606" y="257"/>
                    <a:pt x="1443" y="1"/>
                    <a:pt x="1117" y="1"/>
                  </a:cubicBezTo>
                  <a:cubicBezTo>
                    <a:pt x="815" y="1"/>
                    <a:pt x="652" y="257"/>
                    <a:pt x="559" y="559"/>
                  </a:cubicBezTo>
                  <a:lnTo>
                    <a:pt x="1" y="2513"/>
                  </a:lnTo>
                  <a:close/>
                  <a:moveTo>
                    <a:pt x="1" y="4072"/>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119"/>
            <p:cNvSpPr/>
            <p:nvPr/>
          </p:nvSpPr>
          <p:spPr>
            <a:xfrm>
              <a:off x="2575925" y="3669600"/>
              <a:ext cx="293750" cy="63425"/>
            </a:xfrm>
            <a:custGeom>
              <a:avLst/>
              <a:gdLst/>
              <a:ahLst/>
              <a:cxnLst/>
              <a:rect l="l" t="t" r="r" b="b"/>
              <a:pathLst>
                <a:path w="11750" h="2537" extrusionOk="0">
                  <a:moveTo>
                    <a:pt x="1" y="1420"/>
                  </a:moveTo>
                  <a:lnTo>
                    <a:pt x="5863" y="2536"/>
                  </a:lnTo>
                  <a:lnTo>
                    <a:pt x="8911" y="1955"/>
                  </a:lnTo>
                  <a:lnTo>
                    <a:pt x="9097" y="1257"/>
                  </a:lnTo>
                  <a:cubicBezTo>
                    <a:pt x="9190" y="955"/>
                    <a:pt x="9353" y="699"/>
                    <a:pt x="9655" y="699"/>
                  </a:cubicBezTo>
                  <a:cubicBezTo>
                    <a:pt x="9958" y="699"/>
                    <a:pt x="10144" y="955"/>
                    <a:pt x="10214" y="1257"/>
                  </a:cubicBezTo>
                  <a:lnTo>
                    <a:pt x="10353" y="1699"/>
                  </a:lnTo>
                  <a:lnTo>
                    <a:pt x="11749" y="1420"/>
                  </a:lnTo>
                  <a:lnTo>
                    <a:pt x="11749" y="1"/>
                  </a:lnTo>
                  <a:lnTo>
                    <a:pt x="5863" y="1141"/>
                  </a:lnTo>
                  <a:lnTo>
                    <a:pt x="1" y="1"/>
                  </a:lnTo>
                  <a:close/>
                  <a:moveTo>
                    <a:pt x="1" y="1420"/>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119"/>
            <p:cNvSpPr/>
            <p:nvPr/>
          </p:nvSpPr>
          <p:spPr>
            <a:xfrm>
              <a:off x="2575925" y="3562000"/>
              <a:ext cx="293750" cy="136125"/>
            </a:xfrm>
            <a:custGeom>
              <a:avLst/>
              <a:gdLst/>
              <a:ahLst/>
              <a:cxnLst/>
              <a:rect l="l" t="t" r="r" b="b"/>
              <a:pathLst>
                <a:path w="11750" h="5445" extrusionOk="0">
                  <a:moveTo>
                    <a:pt x="1" y="4305"/>
                  </a:moveTo>
                  <a:lnTo>
                    <a:pt x="5863" y="5445"/>
                  </a:lnTo>
                  <a:lnTo>
                    <a:pt x="11749" y="4305"/>
                  </a:lnTo>
                  <a:lnTo>
                    <a:pt x="11749" y="1606"/>
                  </a:lnTo>
                  <a:cubicBezTo>
                    <a:pt x="9911" y="699"/>
                    <a:pt x="7911" y="140"/>
                    <a:pt x="5863" y="1"/>
                  </a:cubicBezTo>
                  <a:cubicBezTo>
                    <a:pt x="3816" y="140"/>
                    <a:pt x="1816" y="699"/>
                    <a:pt x="1" y="1606"/>
                  </a:cubicBezTo>
                  <a:close/>
                  <a:moveTo>
                    <a:pt x="1" y="4305"/>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119"/>
            <p:cNvSpPr/>
            <p:nvPr/>
          </p:nvSpPr>
          <p:spPr>
            <a:xfrm>
              <a:off x="2498575" y="3449775"/>
              <a:ext cx="223950" cy="152400"/>
            </a:xfrm>
            <a:custGeom>
              <a:avLst/>
              <a:gdLst/>
              <a:ahLst/>
              <a:cxnLst/>
              <a:rect l="l" t="t" r="r" b="b"/>
              <a:pathLst>
                <a:path w="8958" h="6096" extrusionOk="0">
                  <a:moveTo>
                    <a:pt x="8957" y="0"/>
                  </a:moveTo>
                  <a:lnTo>
                    <a:pt x="1" y="4257"/>
                  </a:lnTo>
                  <a:lnTo>
                    <a:pt x="3095" y="6095"/>
                  </a:lnTo>
                  <a:cubicBezTo>
                    <a:pt x="3281" y="6002"/>
                    <a:pt x="3490" y="5909"/>
                    <a:pt x="3700" y="5816"/>
                  </a:cubicBezTo>
                  <a:lnTo>
                    <a:pt x="1118" y="4257"/>
                  </a:lnTo>
                  <a:close/>
                  <a:moveTo>
                    <a:pt x="8957" y="0"/>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119"/>
            <p:cNvSpPr/>
            <p:nvPr/>
          </p:nvSpPr>
          <p:spPr>
            <a:xfrm>
              <a:off x="2575925" y="3669600"/>
              <a:ext cx="20975" cy="39000"/>
            </a:xfrm>
            <a:custGeom>
              <a:avLst/>
              <a:gdLst/>
              <a:ahLst/>
              <a:cxnLst/>
              <a:rect l="l" t="t" r="r" b="b"/>
              <a:pathLst>
                <a:path w="839" h="1560" extrusionOk="0">
                  <a:moveTo>
                    <a:pt x="1" y="1420"/>
                  </a:moveTo>
                  <a:lnTo>
                    <a:pt x="838" y="1559"/>
                  </a:lnTo>
                  <a:lnTo>
                    <a:pt x="838" y="164"/>
                  </a:lnTo>
                  <a:lnTo>
                    <a:pt x="1" y="1"/>
                  </a:lnTo>
                  <a:close/>
                  <a:moveTo>
                    <a:pt x="1" y="142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119"/>
            <p:cNvSpPr/>
            <p:nvPr/>
          </p:nvSpPr>
          <p:spPr>
            <a:xfrm>
              <a:off x="2575925" y="3592250"/>
              <a:ext cx="20975" cy="81450"/>
            </a:xfrm>
            <a:custGeom>
              <a:avLst/>
              <a:gdLst/>
              <a:ahLst/>
              <a:cxnLst/>
              <a:rect l="l" t="t" r="r" b="b"/>
              <a:pathLst>
                <a:path w="839" h="3258" extrusionOk="0">
                  <a:moveTo>
                    <a:pt x="1" y="3095"/>
                  </a:moveTo>
                  <a:lnTo>
                    <a:pt x="838" y="3258"/>
                  </a:lnTo>
                  <a:lnTo>
                    <a:pt x="838" y="1"/>
                  </a:lnTo>
                  <a:cubicBezTo>
                    <a:pt x="536" y="140"/>
                    <a:pt x="257" y="280"/>
                    <a:pt x="1" y="419"/>
                  </a:cubicBezTo>
                  <a:close/>
                  <a:moveTo>
                    <a:pt x="1" y="3095"/>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119"/>
            <p:cNvSpPr/>
            <p:nvPr/>
          </p:nvSpPr>
          <p:spPr>
            <a:xfrm>
              <a:off x="2789375" y="3686475"/>
              <a:ext cx="35500" cy="102375"/>
            </a:xfrm>
            <a:custGeom>
              <a:avLst/>
              <a:gdLst/>
              <a:ahLst/>
              <a:cxnLst/>
              <a:rect l="l" t="t" r="r" b="b"/>
              <a:pathLst>
                <a:path w="1420" h="4095" extrusionOk="0">
                  <a:moveTo>
                    <a:pt x="1" y="4095"/>
                  </a:moveTo>
                  <a:lnTo>
                    <a:pt x="559" y="4095"/>
                  </a:lnTo>
                  <a:lnTo>
                    <a:pt x="559" y="2536"/>
                  </a:lnTo>
                  <a:lnTo>
                    <a:pt x="1117" y="582"/>
                  </a:lnTo>
                  <a:cubicBezTo>
                    <a:pt x="1164" y="396"/>
                    <a:pt x="1257" y="233"/>
                    <a:pt x="1420" y="93"/>
                  </a:cubicBezTo>
                  <a:cubicBezTo>
                    <a:pt x="1327" y="47"/>
                    <a:pt x="1211" y="0"/>
                    <a:pt x="1117" y="24"/>
                  </a:cubicBezTo>
                  <a:cubicBezTo>
                    <a:pt x="815" y="24"/>
                    <a:pt x="652" y="280"/>
                    <a:pt x="559" y="582"/>
                  </a:cubicBezTo>
                  <a:lnTo>
                    <a:pt x="1" y="2536"/>
                  </a:lnTo>
                  <a:close/>
                  <a:moveTo>
                    <a:pt x="1" y="4095"/>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119"/>
            <p:cNvSpPr/>
            <p:nvPr/>
          </p:nvSpPr>
          <p:spPr>
            <a:xfrm>
              <a:off x="2701550" y="3595150"/>
              <a:ext cx="41900" cy="14000"/>
            </a:xfrm>
            <a:custGeom>
              <a:avLst/>
              <a:gdLst/>
              <a:ahLst/>
              <a:cxnLst/>
              <a:rect l="l" t="t" r="r" b="b"/>
              <a:pathLst>
                <a:path w="1676" h="560" extrusionOk="0">
                  <a:moveTo>
                    <a:pt x="1" y="1"/>
                  </a:moveTo>
                  <a:lnTo>
                    <a:pt x="1" y="559"/>
                  </a:lnTo>
                  <a:lnTo>
                    <a:pt x="559" y="559"/>
                  </a:lnTo>
                  <a:lnTo>
                    <a:pt x="559" y="1"/>
                  </a:lnTo>
                  <a:close/>
                  <a:moveTo>
                    <a:pt x="1118" y="1"/>
                  </a:moveTo>
                  <a:lnTo>
                    <a:pt x="1118" y="559"/>
                  </a:lnTo>
                  <a:lnTo>
                    <a:pt x="1676" y="559"/>
                  </a:lnTo>
                  <a:lnTo>
                    <a:pt x="1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119"/>
            <p:cNvSpPr/>
            <p:nvPr/>
          </p:nvSpPr>
          <p:spPr>
            <a:xfrm>
              <a:off x="2484050" y="3441625"/>
              <a:ext cx="477500" cy="354800"/>
            </a:xfrm>
            <a:custGeom>
              <a:avLst/>
              <a:gdLst/>
              <a:ahLst/>
              <a:cxnLst/>
              <a:rect l="l" t="t" r="r" b="b"/>
              <a:pathLst>
                <a:path w="19100" h="14192" extrusionOk="0">
                  <a:moveTo>
                    <a:pt x="9538" y="628"/>
                  </a:moveTo>
                  <a:lnTo>
                    <a:pt x="13051" y="2303"/>
                  </a:lnTo>
                  <a:lnTo>
                    <a:pt x="13051" y="5188"/>
                  </a:lnTo>
                  <a:cubicBezTo>
                    <a:pt x="11911" y="4862"/>
                    <a:pt x="10748" y="4630"/>
                    <a:pt x="9562" y="4537"/>
                  </a:cubicBezTo>
                  <a:lnTo>
                    <a:pt x="9515" y="4537"/>
                  </a:lnTo>
                  <a:cubicBezTo>
                    <a:pt x="7491" y="4676"/>
                    <a:pt x="5491" y="5211"/>
                    <a:pt x="3676" y="6119"/>
                  </a:cubicBezTo>
                  <a:lnTo>
                    <a:pt x="1163" y="4607"/>
                  </a:lnTo>
                  <a:lnTo>
                    <a:pt x="9538" y="628"/>
                  </a:lnTo>
                  <a:close/>
                  <a:moveTo>
                    <a:pt x="13610" y="2559"/>
                  </a:moveTo>
                  <a:lnTo>
                    <a:pt x="17913" y="4607"/>
                  </a:lnTo>
                  <a:lnTo>
                    <a:pt x="15401" y="6119"/>
                  </a:lnTo>
                  <a:cubicBezTo>
                    <a:pt x="14819" y="5816"/>
                    <a:pt x="14238" y="5584"/>
                    <a:pt x="13610" y="5374"/>
                  </a:cubicBezTo>
                  <a:lnTo>
                    <a:pt x="13610" y="2559"/>
                  </a:lnTo>
                  <a:close/>
                  <a:moveTo>
                    <a:pt x="13610" y="5956"/>
                  </a:moveTo>
                  <a:cubicBezTo>
                    <a:pt x="14145" y="6142"/>
                    <a:pt x="14656" y="6351"/>
                    <a:pt x="15145" y="6607"/>
                  </a:cubicBezTo>
                  <a:lnTo>
                    <a:pt x="15145" y="8887"/>
                  </a:lnTo>
                  <a:lnTo>
                    <a:pt x="13610" y="9190"/>
                  </a:lnTo>
                  <a:lnTo>
                    <a:pt x="13610" y="5956"/>
                  </a:lnTo>
                  <a:close/>
                  <a:moveTo>
                    <a:pt x="9538" y="5095"/>
                  </a:moveTo>
                  <a:cubicBezTo>
                    <a:pt x="10725" y="5188"/>
                    <a:pt x="11911" y="5421"/>
                    <a:pt x="13051" y="5770"/>
                  </a:cubicBezTo>
                  <a:lnTo>
                    <a:pt x="13051" y="9283"/>
                  </a:lnTo>
                  <a:lnTo>
                    <a:pt x="9538" y="9957"/>
                  </a:lnTo>
                  <a:lnTo>
                    <a:pt x="3955" y="8887"/>
                  </a:lnTo>
                  <a:lnTo>
                    <a:pt x="3955" y="6607"/>
                  </a:lnTo>
                  <a:cubicBezTo>
                    <a:pt x="5700" y="5746"/>
                    <a:pt x="7608" y="5235"/>
                    <a:pt x="9538" y="5095"/>
                  </a:cubicBezTo>
                  <a:close/>
                  <a:moveTo>
                    <a:pt x="15122" y="9469"/>
                  </a:moveTo>
                  <a:lnTo>
                    <a:pt x="15122" y="10283"/>
                  </a:lnTo>
                  <a:lnTo>
                    <a:pt x="14214" y="10492"/>
                  </a:lnTo>
                  <a:lnTo>
                    <a:pt x="14145" y="10283"/>
                  </a:lnTo>
                  <a:cubicBezTo>
                    <a:pt x="14098" y="10074"/>
                    <a:pt x="13982" y="9864"/>
                    <a:pt x="13819" y="9701"/>
                  </a:cubicBezTo>
                  <a:lnTo>
                    <a:pt x="15122" y="9469"/>
                  </a:lnTo>
                  <a:close/>
                  <a:moveTo>
                    <a:pt x="13330" y="10074"/>
                  </a:moveTo>
                  <a:cubicBezTo>
                    <a:pt x="13470" y="10074"/>
                    <a:pt x="13563" y="10213"/>
                    <a:pt x="13633" y="10446"/>
                  </a:cubicBezTo>
                  <a:lnTo>
                    <a:pt x="14168" y="12353"/>
                  </a:lnTo>
                  <a:lnTo>
                    <a:pt x="14168" y="13610"/>
                  </a:lnTo>
                  <a:lnTo>
                    <a:pt x="13610" y="13610"/>
                  </a:lnTo>
                  <a:lnTo>
                    <a:pt x="13610" y="12330"/>
                  </a:lnTo>
                  <a:lnTo>
                    <a:pt x="13051" y="12330"/>
                  </a:lnTo>
                  <a:lnTo>
                    <a:pt x="13051" y="13610"/>
                  </a:lnTo>
                  <a:lnTo>
                    <a:pt x="12493" y="13610"/>
                  </a:lnTo>
                  <a:lnTo>
                    <a:pt x="12493" y="12353"/>
                  </a:lnTo>
                  <a:lnTo>
                    <a:pt x="13051" y="10446"/>
                  </a:lnTo>
                  <a:cubicBezTo>
                    <a:pt x="13121" y="10213"/>
                    <a:pt x="13214" y="10074"/>
                    <a:pt x="13330" y="10074"/>
                  </a:cubicBezTo>
                  <a:close/>
                  <a:moveTo>
                    <a:pt x="9538" y="0"/>
                  </a:moveTo>
                  <a:lnTo>
                    <a:pt x="0" y="4560"/>
                  </a:lnTo>
                  <a:lnTo>
                    <a:pt x="3397" y="6584"/>
                  </a:lnTo>
                  <a:lnTo>
                    <a:pt x="3397" y="10748"/>
                  </a:lnTo>
                  <a:lnTo>
                    <a:pt x="6282" y="11307"/>
                  </a:lnTo>
                  <a:lnTo>
                    <a:pt x="6375" y="10748"/>
                  </a:lnTo>
                  <a:lnTo>
                    <a:pt x="3955" y="10283"/>
                  </a:lnTo>
                  <a:lnTo>
                    <a:pt x="3955" y="9469"/>
                  </a:lnTo>
                  <a:lnTo>
                    <a:pt x="9538" y="10539"/>
                  </a:lnTo>
                  <a:lnTo>
                    <a:pt x="12656" y="9957"/>
                  </a:lnTo>
                  <a:lnTo>
                    <a:pt x="12656" y="9957"/>
                  </a:lnTo>
                  <a:cubicBezTo>
                    <a:pt x="12586" y="10050"/>
                    <a:pt x="12539" y="10167"/>
                    <a:pt x="12516" y="10306"/>
                  </a:cubicBezTo>
                  <a:lnTo>
                    <a:pt x="12353" y="10841"/>
                  </a:lnTo>
                  <a:lnTo>
                    <a:pt x="9538" y="11376"/>
                  </a:lnTo>
                  <a:lnTo>
                    <a:pt x="6933" y="10888"/>
                  </a:lnTo>
                  <a:lnTo>
                    <a:pt x="6817" y="11423"/>
                  </a:lnTo>
                  <a:lnTo>
                    <a:pt x="9538" y="11935"/>
                  </a:lnTo>
                  <a:lnTo>
                    <a:pt x="12167" y="11446"/>
                  </a:lnTo>
                  <a:lnTo>
                    <a:pt x="11935" y="12307"/>
                  </a:lnTo>
                  <a:lnTo>
                    <a:pt x="11935" y="14191"/>
                  </a:lnTo>
                  <a:lnTo>
                    <a:pt x="14726" y="14191"/>
                  </a:lnTo>
                  <a:lnTo>
                    <a:pt x="14726" y="12307"/>
                  </a:lnTo>
                  <a:lnTo>
                    <a:pt x="14377" y="11051"/>
                  </a:lnTo>
                  <a:lnTo>
                    <a:pt x="15703" y="10771"/>
                  </a:lnTo>
                  <a:lnTo>
                    <a:pt x="15703" y="6584"/>
                  </a:lnTo>
                  <a:lnTo>
                    <a:pt x="19100" y="4560"/>
                  </a:lnTo>
                  <a:lnTo>
                    <a:pt x="95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4" name="Google Shape;5214;p119"/>
          <p:cNvGrpSpPr/>
          <p:nvPr/>
        </p:nvGrpSpPr>
        <p:grpSpPr>
          <a:xfrm>
            <a:off x="2484050" y="2663450"/>
            <a:ext cx="477500" cy="476925"/>
            <a:chOff x="2484050" y="2663450"/>
            <a:chExt cx="477500" cy="476925"/>
          </a:xfrm>
        </p:grpSpPr>
        <p:sp>
          <p:nvSpPr>
            <p:cNvPr id="5215" name="Google Shape;5215;p119"/>
            <p:cNvSpPr/>
            <p:nvPr/>
          </p:nvSpPr>
          <p:spPr>
            <a:xfrm>
              <a:off x="2645725" y="2737300"/>
              <a:ext cx="153575" cy="116350"/>
            </a:xfrm>
            <a:custGeom>
              <a:avLst/>
              <a:gdLst/>
              <a:ahLst/>
              <a:cxnLst/>
              <a:rect l="l" t="t" r="r" b="b"/>
              <a:pathLst>
                <a:path w="6143" h="4654" extrusionOk="0">
                  <a:moveTo>
                    <a:pt x="1" y="4654"/>
                  </a:moveTo>
                  <a:lnTo>
                    <a:pt x="6142" y="4654"/>
                  </a:lnTo>
                  <a:lnTo>
                    <a:pt x="3071" y="1"/>
                  </a:lnTo>
                  <a:close/>
                  <a:moveTo>
                    <a:pt x="1" y="4654"/>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119"/>
            <p:cNvSpPr/>
            <p:nvPr/>
          </p:nvSpPr>
          <p:spPr>
            <a:xfrm>
              <a:off x="2631775" y="2853625"/>
              <a:ext cx="182050" cy="27950"/>
            </a:xfrm>
            <a:custGeom>
              <a:avLst/>
              <a:gdLst/>
              <a:ahLst/>
              <a:cxnLst/>
              <a:rect l="l" t="t" r="r" b="b"/>
              <a:pathLst>
                <a:path w="7282" h="1118" extrusionOk="0">
                  <a:moveTo>
                    <a:pt x="0" y="1"/>
                  </a:moveTo>
                  <a:lnTo>
                    <a:pt x="0" y="1117"/>
                  </a:lnTo>
                  <a:lnTo>
                    <a:pt x="7282" y="1117"/>
                  </a:lnTo>
                  <a:lnTo>
                    <a:pt x="728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119"/>
            <p:cNvSpPr/>
            <p:nvPr/>
          </p:nvSpPr>
          <p:spPr>
            <a:xfrm>
              <a:off x="2701550" y="2669850"/>
              <a:ext cx="76800" cy="296050"/>
            </a:xfrm>
            <a:custGeom>
              <a:avLst/>
              <a:gdLst/>
              <a:ahLst/>
              <a:cxnLst/>
              <a:rect l="l" t="t" r="r" b="b"/>
              <a:pathLst>
                <a:path w="3072" h="11842" extrusionOk="0">
                  <a:moveTo>
                    <a:pt x="1" y="10725"/>
                  </a:moveTo>
                  <a:cubicBezTo>
                    <a:pt x="1" y="11469"/>
                    <a:pt x="908" y="11842"/>
                    <a:pt x="1443" y="11306"/>
                  </a:cubicBezTo>
                  <a:cubicBezTo>
                    <a:pt x="1978" y="10771"/>
                    <a:pt x="1583" y="9864"/>
                    <a:pt x="838" y="9864"/>
                  </a:cubicBezTo>
                  <a:cubicBezTo>
                    <a:pt x="373" y="9864"/>
                    <a:pt x="1" y="10260"/>
                    <a:pt x="1" y="10725"/>
                  </a:cubicBezTo>
                  <a:close/>
                  <a:moveTo>
                    <a:pt x="838" y="1117"/>
                  </a:moveTo>
                  <a:lnTo>
                    <a:pt x="3072" y="1117"/>
                  </a:lnTo>
                  <a:lnTo>
                    <a:pt x="3072" y="0"/>
                  </a:lnTo>
                  <a:lnTo>
                    <a:pt x="838" y="0"/>
                  </a:lnTo>
                  <a:close/>
                  <a:moveTo>
                    <a:pt x="838" y="1117"/>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119"/>
            <p:cNvSpPr/>
            <p:nvPr/>
          </p:nvSpPr>
          <p:spPr>
            <a:xfrm>
              <a:off x="2645725" y="2881550"/>
              <a:ext cx="153575" cy="251850"/>
            </a:xfrm>
            <a:custGeom>
              <a:avLst/>
              <a:gdLst/>
              <a:ahLst/>
              <a:cxnLst/>
              <a:rect l="l" t="t" r="r" b="b"/>
              <a:pathLst>
                <a:path w="6143" h="10074" extrusionOk="0">
                  <a:moveTo>
                    <a:pt x="1" y="10074"/>
                  </a:moveTo>
                  <a:lnTo>
                    <a:pt x="2234" y="10074"/>
                  </a:lnTo>
                  <a:lnTo>
                    <a:pt x="2234" y="5328"/>
                  </a:lnTo>
                  <a:cubicBezTo>
                    <a:pt x="2164" y="4141"/>
                    <a:pt x="3979" y="4141"/>
                    <a:pt x="3909" y="5328"/>
                  </a:cubicBezTo>
                  <a:lnTo>
                    <a:pt x="3909" y="10074"/>
                  </a:lnTo>
                  <a:lnTo>
                    <a:pt x="6142" y="10074"/>
                  </a:lnTo>
                  <a:lnTo>
                    <a:pt x="6142" y="0"/>
                  </a:lnTo>
                  <a:lnTo>
                    <a:pt x="1" y="0"/>
                  </a:lnTo>
                  <a:close/>
                  <a:moveTo>
                    <a:pt x="3071" y="3094"/>
                  </a:moveTo>
                  <a:cubicBezTo>
                    <a:pt x="2327" y="3094"/>
                    <a:pt x="1955" y="2187"/>
                    <a:pt x="2490" y="1652"/>
                  </a:cubicBezTo>
                  <a:cubicBezTo>
                    <a:pt x="3002" y="1140"/>
                    <a:pt x="3909" y="1512"/>
                    <a:pt x="3909" y="2257"/>
                  </a:cubicBezTo>
                  <a:cubicBezTo>
                    <a:pt x="3909" y="2722"/>
                    <a:pt x="3537" y="3094"/>
                    <a:pt x="3071" y="3094"/>
                  </a:cubicBezTo>
                  <a:close/>
                  <a:moveTo>
                    <a:pt x="3071" y="3094"/>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119"/>
            <p:cNvSpPr/>
            <p:nvPr/>
          </p:nvSpPr>
          <p:spPr>
            <a:xfrm>
              <a:off x="2518950" y="2765800"/>
              <a:ext cx="407125" cy="115775"/>
            </a:xfrm>
            <a:custGeom>
              <a:avLst/>
              <a:gdLst/>
              <a:ahLst/>
              <a:cxnLst/>
              <a:rect l="l" t="t" r="r" b="b"/>
              <a:pathLst>
                <a:path w="16285" h="4631" extrusionOk="0">
                  <a:moveTo>
                    <a:pt x="0" y="4630"/>
                  </a:moveTo>
                  <a:lnTo>
                    <a:pt x="4513" y="4630"/>
                  </a:lnTo>
                  <a:lnTo>
                    <a:pt x="4513" y="3514"/>
                  </a:lnTo>
                  <a:lnTo>
                    <a:pt x="5072" y="3514"/>
                  </a:lnTo>
                  <a:lnTo>
                    <a:pt x="7398" y="1"/>
                  </a:lnTo>
                  <a:lnTo>
                    <a:pt x="3071" y="1"/>
                  </a:lnTo>
                  <a:close/>
                  <a:moveTo>
                    <a:pt x="16285" y="4630"/>
                  </a:moveTo>
                  <a:lnTo>
                    <a:pt x="11795" y="4630"/>
                  </a:lnTo>
                  <a:lnTo>
                    <a:pt x="11795" y="3514"/>
                  </a:lnTo>
                  <a:lnTo>
                    <a:pt x="11237" y="3514"/>
                  </a:lnTo>
                  <a:lnTo>
                    <a:pt x="8910" y="1"/>
                  </a:lnTo>
                  <a:lnTo>
                    <a:pt x="13214" y="1"/>
                  </a:lnTo>
                  <a:close/>
                  <a:moveTo>
                    <a:pt x="16285" y="4630"/>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119"/>
            <p:cNvSpPr/>
            <p:nvPr/>
          </p:nvSpPr>
          <p:spPr>
            <a:xfrm>
              <a:off x="2518950" y="2881550"/>
              <a:ext cx="407125" cy="56425"/>
            </a:xfrm>
            <a:custGeom>
              <a:avLst/>
              <a:gdLst/>
              <a:ahLst/>
              <a:cxnLst/>
              <a:rect l="l" t="t" r="r" b="b"/>
              <a:pathLst>
                <a:path w="16285" h="2257" extrusionOk="0">
                  <a:moveTo>
                    <a:pt x="0" y="2257"/>
                  </a:moveTo>
                  <a:lnTo>
                    <a:pt x="5072" y="2257"/>
                  </a:lnTo>
                  <a:lnTo>
                    <a:pt x="5072" y="0"/>
                  </a:lnTo>
                  <a:lnTo>
                    <a:pt x="0" y="0"/>
                  </a:lnTo>
                  <a:close/>
                  <a:moveTo>
                    <a:pt x="16285" y="2257"/>
                  </a:moveTo>
                  <a:lnTo>
                    <a:pt x="11213" y="2257"/>
                  </a:lnTo>
                  <a:lnTo>
                    <a:pt x="11213" y="0"/>
                  </a:lnTo>
                  <a:lnTo>
                    <a:pt x="16285" y="0"/>
                  </a:lnTo>
                  <a:close/>
                  <a:moveTo>
                    <a:pt x="16285" y="2257"/>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119"/>
            <p:cNvSpPr/>
            <p:nvPr/>
          </p:nvSpPr>
          <p:spPr>
            <a:xfrm>
              <a:off x="2491025" y="2937950"/>
              <a:ext cx="463550" cy="27950"/>
            </a:xfrm>
            <a:custGeom>
              <a:avLst/>
              <a:gdLst/>
              <a:ahLst/>
              <a:cxnLst/>
              <a:rect l="l" t="t" r="r" b="b"/>
              <a:pathLst>
                <a:path w="18542" h="1118" extrusionOk="0">
                  <a:moveTo>
                    <a:pt x="6189" y="1118"/>
                  </a:moveTo>
                  <a:lnTo>
                    <a:pt x="6189" y="1"/>
                  </a:lnTo>
                  <a:lnTo>
                    <a:pt x="0" y="1"/>
                  </a:lnTo>
                  <a:lnTo>
                    <a:pt x="0" y="1118"/>
                  </a:lnTo>
                  <a:close/>
                  <a:moveTo>
                    <a:pt x="12330" y="1118"/>
                  </a:moveTo>
                  <a:lnTo>
                    <a:pt x="12330" y="1"/>
                  </a:lnTo>
                  <a:lnTo>
                    <a:pt x="18542" y="1"/>
                  </a:lnTo>
                  <a:lnTo>
                    <a:pt x="18542" y="1118"/>
                  </a:lnTo>
                  <a:close/>
                  <a:moveTo>
                    <a:pt x="12330" y="1118"/>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119"/>
            <p:cNvSpPr/>
            <p:nvPr/>
          </p:nvSpPr>
          <p:spPr>
            <a:xfrm>
              <a:off x="2506150" y="2965875"/>
              <a:ext cx="433300" cy="167525"/>
            </a:xfrm>
            <a:custGeom>
              <a:avLst/>
              <a:gdLst/>
              <a:ahLst/>
              <a:cxnLst/>
              <a:rect l="l" t="t" r="r" b="b"/>
              <a:pathLst>
                <a:path w="17332" h="6701" extrusionOk="0">
                  <a:moveTo>
                    <a:pt x="0" y="6701"/>
                  </a:moveTo>
                  <a:lnTo>
                    <a:pt x="5584" y="6701"/>
                  </a:lnTo>
                  <a:lnTo>
                    <a:pt x="5584" y="1"/>
                  </a:lnTo>
                  <a:lnTo>
                    <a:pt x="0" y="1"/>
                  </a:lnTo>
                  <a:close/>
                  <a:moveTo>
                    <a:pt x="17332" y="6701"/>
                  </a:moveTo>
                  <a:lnTo>
                    <a:pt x="11725" y="6701"/>
                  </a:lnTo>
                  <a:lnTo>
                    <a:pt x="11725" y="1"/>
                  </a:lnTo>
                  <a:lnTo>
                    <a:pt x="17332" y="1"/>
                  </a:lnTo>
                  <a:close/>
                  <a:moveTo>
                    <a:pt x="16215" y="1676"/>
                  </a:moveTo>
                  <a:cubicBezTo>
                    <a:pt x="16215" y="931"/>
                    <a:pt x="15099" y="931"/>
                    <a:pt x="15099" y="1676"/>
                  </a:cubicBezTo>
                  <a:lnTo>
                    <a:pt x="15099" y="5584"/>
                  </a:lnTo>
                  <a:lnTo>
                    <a:pt x="16215" y="5584"/>
                  </a:lnTo>
                  <a:close/>
                  <a:moveTo>
                    <a:pt x="13982" y="1676"/>
                  </a:moveTo>
                  <a:cubicBezTo>
                    <a:pt x="13982" y="931"/>
                    <a:pt x="12865" y="931"/>
                    <a:pt x="12865" y="1676"/>
                  </a:cubicBezTo>
                  <a:lnTo>
                    <a:pt x="12865" y="5584"/>
                  </a:lnTo>
                  <a:lnTo>
                    <a:pt x="13982" y="5584"/>
                  </a:lnTo>
                  <a:close/>
                  <a:moveTo>
                    <a:pt x="1117" y="1676"/>
                  </a:moveTo>
                  <a:cubicBezTo>
                    <a:pt x="1117" y="931"/>
                    <a:pt x="2234" y="931"/>
                    <a:pt x="2234" y="1676"/>
                  </a:cubicBezTo>
                  <a:lnTo>
                    <a:pt x="2234" y="5584"/>
                  </a:lnTo>
                  <a:lnTo>
                    <a:pt x="1117" y="5584"/>
                  </a:lnTo>
                  <a:close/>
                  <a:moveTo>
                    <a:pt x="3350" y="1676"/>
                  </a:moveTo>
                  <a:cubicBezTo>
                    <a:pt x="3350" y="931"/>
                    <a:pt x="4467" y="931"/>
                    <a:pt x="4467" y="1676"/>
                  </a:cubicBezTo>
                  <a:lnTo>
                    <a:pt x="4467" y="5584"/>
                  </a:lnTo>
                  <a:lnTo>
                    <a:pt x="3350" y="5584"/>
                  </a:lnTo>
                  <a:close/>
                  <a:moveTo>
                    <a:pt x="3350" y="1676"/>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119"/>
            <p:cNvSpPr/>
            <p:nvPr/>
          </p:nvSpPr>
          <p:spPr>
            <a:xfrm>
              <a:off x="2534050" y="2985075"/>
              <a:ext cx="377500" cy="148325"/>
            </a:xfrm>
            <a:custGeom>
              <a:avLst/>
              <a:gdLst/>
              <a:ahLst/>
              <a:cxnLst/>
              <a:rect l="l" t="t" r="r" b="b"/>
              <a:pathLst>
                <a:path w="15100" h="5933" extrusionOk="0">
                  <a:moveTo>
                    <a:pt x="1" y="4816"/>
                  </a:moveTo>
                  <a:lnTo>
                    <a:pt x="1118" y="4816"/>
                  </a:lnTo>
                  <a:lnTo>
                    <a:pt x="1118" y="908"/>
                  </a:lnTo>
                  <a:cubicBezTo>
                    <a:pt x="1118" y="163"/>
                    <a:pt x="1" y="163"/>
                    <a:pt x="1" y="908"/>
                  </a:cubicBezTo>
                  <a:close/>
                  <a:moveTo>
                    <a:pt x="6701" y="5933"/>
                  </a:moveTo>
                  <a:lnTo>
                    <a:pt x="8376" y="5933"/>
                  </a:lnTo>
                  <a:lnTo>
                    <a:pt x="8376" y="1187"/>
                  </a:lnTo>
                  <a:cubicBezTo>
                    <a:pt x="8446" y="0"/>
                    <a:pt x="6631" y="0"/>
                    <a:pt x="6701" y="1187"/>
                  </a:cubicBezTo>
                  <a:close/>
                  <a:moveTo>
                    <a:pt x="13983" y="4816"/>
                  </a:moveTo>
                  <a:lnTo>
                    <a:pt x="15099" y="4816"/>
                  </a:lnTo>
                  <a:lnTo>
                    <a:pt x="15099" y="908"/>
                  </a:lnTo>
                  <a:cubicBezTo>
                    <a:pt x="15099" y="163"/>
                    <a:pt x="13983" y="163"/>
                    <a:pt x="13983" y="908"/>
                  </a:cubicBezTo>
                  <a:close/>
                  <a:moveTo>
                    <a:pt x="11749" y="4816"/>
                  </a:moveTo>
                  <a:lnTo>
                    <a:pt x="12866" y="4816"/>
                  </a:lnTo>
                  <a:lnTo>
                    <a:pt x="12866" y="908"/>
                  </a:lnTo>
                  <a:cubicBezTo>
                    <a:pt x="12866" y="163"/>
                    <a:pt x="11749" y="163"/>
                    <a:pt x="11749" y="908"/>
                  </a:cubicBezTo>
                  <a:close/>
                  <a:moveTo>
                    <a:pt x="2234" y="4816"/>
                  </a:moveTo>
                  <a:lnTo>
                    <a:pt x="3351" y="4816"/>
                  </a:lnTo>
                  <a:lnTo>
                    <a:pt x="3351" y="908"/>
                  </a:lnTo>
                  <a:cubicBezTo>
                    <a:pt x="3351" y="163"/>
                    <a:pt x="2234" y="163"/>
                    <a:pt x="2234" y="908"/>
                  </a:cubicBezTo>
                  <a:close/>
                  <a:moveTo>
                    <a:pt x="2234" y="4816"/>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119"/>
            <p:cNvSpPr/>
            <p:nvPr/>
          </p:nvSpPr>
          <p:spPr>
            <a:xfrm>
              <a:off x="2518950" y="2765800"/>
              <a:ext cx="98300" cy="115775"/>
            </a:xfrm>
            <a:custGeom>
              <a:avLst/>
              <a:gdLst/>
              <a:ahLst/>
              <a:cxnLst/>
              <a:rect l="l" t="t" r="r" b="b"/>
              <a:pathLst>
                <a:path w="3932" h="4631" extrusionOk="0">
                  <a:moveTo>
                    <a:pt x="0" y="4630"/>
                  </a:moveTo>
                  <a:lnTo>
                    <a:pt x="838" y="4630"/>
                  </a:lnTo>
                  <a:lnTo>
                    <a:pt x="3932" y="1"/>
                  </a:lnTo>
                  <a:lnTo>
                    <a:pt x="3094" y="1"/>
                  </a:lnTo>
                  <a:close/>
                  <a:moveTo>
                    <a:pt x="0" y="463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119"/>
            <p:cNvSpPr/>
            <p:nvPr/>
          </p:nvSpPr>
          <p:spPr>
            <a:xfrm>
              <a:off x="2518950" y="2881550"/>
              <a:ext cx="294300" cy="56425"/>
            </a:xfrm>
            <a:custGeom>
              <a:avLst/>
              <a:gdLst/>
              <a:ahLst/>
              <a:cxnLst/>
              <a:rect l="l" t="t" r="r" b="b"/>
              <a:pathLst>
                <a:path w="11772" h="2257" extrusionOk="0">
                  <a:moveTo>
                    <a:pt x="0" y="2257"/>
                  </a:moveTo>
                  <a:lnTo>
                    <a:pt x="558" y="2257"/>
                  </a:lnTo>
                  <a:lnTo>
                    <a:pt x="558" y="0"/>
                  </a:lnTo>
                  <a:lnTo>
                    <a:pt x="0" y="0"/>
                  </a:lnTo>
                  <a:close/>
                  <a:moveTo>
                    <a:pt x="11772" y="2257"/>
                  </a:moveTo>
                  <a:lnTo>
                    <a:pt x="11213" y="2257"/>
                  </a:lnTo>
                  <a:lnTo>
                    <a:pt x="11213" y="0"/>
                  </a:lnTo>
                  <a:lnTo>
                    <a:pt x="11772" y="0"/>
                  </a:lnTo>
                  <a:close/>
                  <a:moveTo>
                    <a:pt x="11772" y="2257"/>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119"/>
            <p:cNvSpPr/>
            <p:nvPr/>
          </p:nvSpPr>
          <p:spPr>
            <a:xfrm>
              <a:off x="2491025" y="2937950"/>
              <a:ext cx="322225" cy="27950"/>
            </a:xfrm>
            <a:custGeom>
              <a:avLst/>
              <a:gdLst/>
              <a:ahLst/>
              <a:cxnLst/>
              <a:rect l="l" t="t" r="r" b="b"/>
              <a:pathLst>
                <a:path w="12889" h="1118" extrusionOk="0">
                  <a:moveTo>
                    <a:pt x="559" y="1"/>
                  </a:moveTo>
                  <a:lnTo>
                    <a:pt x="0" y="1"/>
                  </a:lnTo>
                  <a:lnTo>
                    <a:pt x="0" y="1118"/>
                  </a:lnTo>
                  <a:lnTo>
                    <a:pt x="559" y="1118"/>
                  </a:lnTo>
                  <a:close/>
                  <a:moveTo>
                    <a:pt x="12330" y="1118"/>
                  </a:moveTo>
                  <a:lnTo>
                    <a:pt x="12330" y="1"/>
                  </a:lnTo>
                  <a:lnTo>
                    <a:pt x="12889" y="1"/>
                  </a:lnTo>
                  <a:lnTo>
                    <a:pt x="12889" y="1118"/>
                  </a:lnTo>
                  <a:close/>
                  <a:moveTo>
                    <a:pt x="12330" y="1118"/>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119"/>
            <p:cNvSpPr/>
            <p:nvPr/>
          </p:nvSpPr>
          <p:spPr>
            <a:xfrm>
              <a:off x="2506150" y="2965875"/>
              <a:ext cx="307675" cy="167525"/>
            </a:xfrm>
            <a:custGeom>
              <a:avLst/>
              <a:gdLst/>
              <a:ahLst/>
              <a:cxnLst/>
              <a:rect l="l" t="t" r="r" b="b"/>
              <a:pathLst>
                <a:path w="12307" h="6701" extrusionOk="0">
                  <a:moveTo>
                    <a:pt x="0" y="6701"/>
                  </a:moveTo>
                  <a:lnTo>
                    <a:pt x="559" y="6701"/>
                  </a:lnTo>
                  <a:lnTo>
                    <a:pt x="559" y="1"/>
                  </a:lnTo>
                  <a:lnTo>
                    <a:pt x="0" y="1"/>
                  </a:lnTo>
                  <a:close/>
                  <a:moveTo>
                    <a:pt x="12307" y="6701"/>
                  </a:moveTo>
                  <a:lnTo>
                    <a:pt x="11749" y="6701"/>
                  </a:lnTo>
                  <a:lnTo>
                    <a:pt x="11749" y="1"/>
                  </a:lnTo>
                  <a:lnTo>
                    <a:pt x="12307" y="1"/>
                  </a:lnTo>
                  <a:close/>
                  <a:moveTo>
                    <a:pt x="12307" y="6701"/>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119"/>
            <p:cNvSpPr/>
            <p:nvPr/>
          </p:nvSpPr>
          <p:spPr>
            <a:xfrm>
              <a:off x="2534050" y="2989725"/>
              <a:ext cx="370525" cy="143675"/>
            </a:xfrm>
            <a:custGeom>
              <a:avLst/>
              <a:gdLst/>
              <a:ahLst/>
              <a:cxnLst/>
              <a:rect l="l" t="t" r="r" b="b"/>
              <a:pathLst>
                <a:path w="14821" h="5747" extrusionOk="0">
                  <a:moveTo>
                    <a:pt x="1" y="4630"/>
                  </a:moveTo>
                  <a:lnTo>
                    <a:pt x="559" y="4630"/>
                  </a:lnTo>
                  <a:lnTo>
                    <a:pt x="559" y="722"/>
                  </a:lnTo>
                  <a:cubicBezTo>
                    <a:pt x="559" y="512"/>
                    <a:pt x="676" y="326"/>
                    <a:pt x="838" y="233"/>
                  </a:cubicBezTo>
                  <a:cubicBezTo>
                    <a:pt x="466" y="24"/>
                    <a:pt x="1" y="280"/>
                    <a:pt x="1" y="722"/>
                  </a:cubicBezTo>
                  <a:close/>
                  <a:moveTo>
                    <a:pt x="6701" y="5747"/>
                  </a:moveTo>
                  <a:lnTo>
                    <a:pt x="7259" y="5747"/>
                  </a:lnTo>
                  <a:lnTo>
                    <a:pt x="7259" y="1001"/>
                  </a:lnTo>
                  <a:cubicBezTo>
                    <a:pt x="7259" y="629"/>
                    <a:pt x="7492" y="326"/>
                    <a:pt x="7818" y="210"/>
                  </a:cubicBezTo>
                  <a:cubicBezTo>
                    <a:pt x="7283" y="0"/>
                    <a:pt x="6701" y="419"/>
                    <a:pt x="6701" y="1001"/>
                  </a:cubicBezTo>
                  <a:close/>
                  <a:moveTo>
                    <a:pt x="13983" y="4630"/>
                  </a:moveTo>
                  <a:lnTo>
                    <a:pt x="14541" y="4630"/>
                  </a:lnTo>
                  <a:lnTo>
                    <a:pt x="14541" y="722"/>
                  </a:lnTo>
                  <a:cubicBezTo>
                    <a:pt x="14541" y="512"/>
                    <a:pt x="14657" y="326"/>
                    <a:pt x="14820" y="233"/>
                  </a:cubicBezTo>
                  <a:cubicBezTo>
                    <a:pt x="14448" y="24"/>
                    <a:pt x="13983" y="280"/>
                    <a:pt x="13983" y="722"/>
                  </a:cubicBezTo>
                  <a:close/>
                  <a:moveTo>
                    <a:pt x="11749" y="4630"/>
                  </a:moveTo>
                  <a:lnTo>
                    <a:pt x="12308" y="4630"/>
                  </a:lnTo>
                  <a:lnTo>
                    <a:pt x="12308" y="722"/>
                  </a:lnTo>
                  <a:cubicBezTo>
                    <a:pt x="12308" y="512"/>
                    <a:pt x="12401" y="326"/>
                    <a:pt x="12587" y="233"/>
                  </a:cubicBezTo>
                  <a:cubicBezTo>
                    <a:pt x="12214" y="24"/>
                    <a:pt x="11749" y="280"/>
                    <a:pt x="11749" y="722"/>
                  </a:cubicBezTo>
                  <a:close/>
                  <a:moveTo>
                    <a:pt x="2234" y="4630"/>
                  </a:moveTo>
                  <a:lnTo>
                    <a:pt x="2793" y="4630"/>
                  </a:lnTo>
                  <a:lnTo>
                    <a:pt x="2793" y="722"/>
                  </a:lnTo>
                  <a:cubicBezTo>
                    <a:pt x="2793" y="512"/>
                    <a:pt x="2909" y="326"/>
                    <a:pt x="3072" y="233"/>
                  </a:cubicBezTo>
                  <a:cubicBezTo>
                    <a:pt x="2700" y="24"/>
                    <a:pt x="2234" y="280"/>
                    <a:pt x="2234" y="722"/>
                  </a:cubicBezTo>
                  <a:close/>
                  <a:moveTo>
                    <a:pt x="2234" y="4630"/>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119"/>
            <p:cNvSpPr/>
            <p:nvPr/>
          </p:nvSpPr>
          <p:spPr>
            <a:xfrm>
              <a:off x="2645725" y="2737300"/>
              <a:ext cx="87275" cy="116350"/>
            </a:xfrm>
            <a:custGeom>
              <a:avLst/>
              <a:gdLst/>
              <a:ahLst/>
              <a:cxnLst/>
              <a:rect l="l" t="t" r="r" b="b"/>
              <a:pathLst>
                <a:path w="3491" h="4654" extrusionOk="0">
                  <a:moveTo>
                    <a:pt x="1" y="4654"/>
                  </a:moveTo>
                  <a:lnTo>
                    <a:pt x="838" y="4654"/>
                  </a:lnTo>
                  <a:lnTo>
                    <a:pt x="3490" y="629"/>
                  </a:lnTo>
                  <a:lnTo>
                    <a:pt x="3071" y="1"/>
                  </a:lnTo>
                  <a:close/>
                  <a:moveTo>
                    <a:pt x="1" y="4654"/>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119"/>
            <p:cNvSpPr/>
            <p:nvPr/>
          </p:nvSpPr>
          <p:spPr>
            <a:xfrm>
              <a:off x="2631775" y="2853625"/>
              <a:ext cx="20950" cy="27950"/>
            </a:xfrm>
            <a:custGeom>
              <a:avLst/>
              <a:gdLst/>
              <a:ahLst/>
              <a:cxnLst/>
              <a:rect l="l" t="t" r="r" b="b"/>
              <a:pathLst>
                <a:path w="838" h="1118" extrusionOk="0">
                  <a:moveTo>
                    <a:pt x="0" y="1"/>
                  </a:moveTo>
                  <a:lnTo>
                    <a:pt x="0" y="1117"/>
                  </a:lnTo>
                  <a:lnTo>
                    <a:pt x="838" y="1117"/>
                  </a:lnTo>
                  <a:lnTo>
                    <a:pt x="83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119"/>
            <p:cNvSpPr/>
            <p:nvPr/>
          </p:nvSpPr>
          <p:spPr>
            <a:xfrm>
              <a:off x="2645725" y="2881550"/>
              <a:ext cx="20975" cy="251850"/>
            </a:xfrm>
            <a:custGeom>
              <a:avLst/>
              <a:gdLst/>
              <a:ahLst/>
              <a:cxnLst/>
              <a:rect l="l" t="t" r="r" b="b"/>
              <a:pathLst>
                <a:path w="839" h="10074" extrusionOk="0">
                  <a:moveTo>
                    <a:pt x="1" y="0"/>
                  </a:moveTo>
                  <a:lnTo>
                    <a:pt x="1" y="10074"/>
                  </a:lnTo>
                  <a:lnTo>
                    <a:pt x="838" y="10074"/>
                  </a:lnTo>
                  <a:lnTo>
                    <a:pt x="8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119"/>
            <p:cNvSpPr/>
            <p:nvPr/>
          </p:nvSpPr>
          <p:spPr>
            <a:xfrm>
              <a:off x="2701550" y="2669850"/>
              <a:ext cx="34925" cy="292550"/>
            </a:xfrm>
            <a:custGeom>
              <a:avLst/>
              <a:gdLst/>
              <a:ahLst/>
              <a:cxnLst/>
              <a:rect l="l" t="t" r="r" b="b"/>
              <a:pathLst>
                <a:path w="1397" h="11702" extrusionOk="0">
                  <a:moveTo>
                    <a:pt x="1" y="10725"/>
                  </a:moveTo>
                  <a:cubicBezTo>
                    <a:pt x="1" y="11283"/>
                    <a:pt x="583" y="11702"/>
                    <a:pt x="1118" y="11516"/>
                  </a:cubicBezTo>
                  <a:cubicBezTo>
                    <a:pt x="373" y="11237"/>
                    <a:pt x="373" y="10190"/>
                    <a:pt x="1118" y="9934"/>
                  </a:cubicBezTo>
                  <a:cubicBezTo>
                    <a:pt x="583" y="9725"/>
                    <a:pt x="1" y="10143"/>
                    <a:pt x="1" y="10725"/>
                  </a:cubicBezTo>
                  <a:close/>
                  <a:moveTo>
                    <a:pt x="838" y="1117"/>
                  </a:moveTo>
                  <a:lnTo>
                    <a:pt x="1397" y="1117"/>
                  </a:lnTo>
                  <a:lnTo>
                    <a:pt x="1397" y="0"/>
                  </a:lnTo>
                  <a:lnTo>
                    <a:pt x="838" y="0"/>
                  </a:lnTo>
                  <a:close/>
                  <a:moveTo>
                    <a:pt x="838" y="1117"/>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119"/>
            <p:cNvSpPr/>
            <p:nvPr/>
          </p:nvSpPr>
          <p:spPr>
            <a:xfrm>
              <a:off x="2764375" y="2786750"/>
              <a:ext cx="84925" cy="130300"/>
            </a:xfrm>
            <a:custGeom>
              <a:avLst/>
              <a:gdLst/>
              <a:ahLst/>
              <a:cxnLst/>
              <a:rect l="l" t="t" r="r" b="b"/>
              <a:pathLst>
                <a:path w="3397" h="5212" extrusionOk="0">
                  <a:moveTo>
                    <a:pt x="2280" y="0"/>
                  </a:moveTo>
                  <a:lnTo>
                    <a:pt x="2280" y="582"/>
                  </a:lnTo>
                  <a:lnTo>
                    <a:pt x="2839" y="582"/>
                  </a:lnTo>
                  <a:lnTo>
                    <a:pt x="2839" y="0"/>
                  </a:lnTo>
                  <a:close/>
                  <a:moveTo>
                    <a:pt x="2839" y="582"/>
                  </a:moveTo>
                  <a:lnTo>
                    <a:pt x="2839" y="1140"/>
                  </a:lnTo>
                  <a:lnTo>
                    <a:pt x="3397" y="1140"/>
                  </a:lnTo>
                  <a:lnTo>
                    <a:pt x="3397" y="582"/>
                  </a:lnTo>
                  <a:close/>
                  <a:moveTo>
                    <a:pt x="0" y="4653"/>
                  </a:moveTo>
                  <a:lnTo>
                    <a:pt x="0" y="5211"/>
                  </a:lnTo>
                  <a:lnTo>
                    <a:pt x="559" y="5211"/>
                  </a:lnTo>
                  <a:lnTo>
                    <a:pt x="559" y="4653"/>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119"/>
            <p:cNvSpPr/>
            <p:nvPr/>
          </p:nvSpPr>
          <p:spPr>
            <a:xfrm>
              <a:off x="2685275" y="2910050"/>
              <a:ext cx="65175" cy="55900"/>
            </a:xfrm>
            <a:custGeom>
              <a:avLst/>
              <a:gdLst/>
              <a:ahLst/>
              <a:cxnLst/>
              <a:rect l="l" t="t" r="r" b="b"/>
              <a:pathLst>
                <a:path w="2607" h="2236" extrusionOk="0">
                  <a:moveTo>
                    <a:pt x="1490" y="555"/>
                  </a:moveTo>
                  <a:cubicBezTo>
                    <a:pt x="1775" y="555"/>
                    <a:pt x="2048" y="773"/>
                    <a:pt x="2048" y="1117"/>
                  </a:cubicBezTo>
                  <a:cubicBezTo>
                    <a:pt x="2048" y="1419"/>
                    <a:pt x="1792" y="1675"/>
                    <a:pt x="1489" y="1675"/>
                  </a:cubicBezTo>
                  <a:cubicBezTo>
                    <a:pt x="1001" y="1675"/>
                    <a:pt x="745" y="1070"/>
                    <a:pt x="1094" y="721"/>
                  </a:cubicBezTo>
                  <a:cubicBezTo>
                    <a:pt x="1208" y="607"/>
                    <a:pt x="1350" y="555"/>
                    <a:pt x="1490" y="555"/>
                  </a:cubicBezTo>
                  <a:close/>
                  <a:moveTo>
                    <a:pt x="1489" y="0"/>
                  </a:moveTo>
                  <a:cubicBezTo>
                    <a:pt x="489" y="0"/>
                    <a:pt x="1" y="1187"/>
                    <a:pt x="698" y="1908"/>
                  </a:cubicBezTo>
                  <a:cubicBezTo>
                    <a:pt x="925" y="2134"/>
                    <a:pt x="1204" y="2236"/>
                    <a:pt x="1479" y="2236"/>
                  </a:cubicBezTo>
                  <a:cubicBezTo>
                    <a:pt x="2053" y="2236"/>
                    <a:pt x="2606" y="1793"/>
                    <a:pt x="2606" y="1117"/>
                  </a:cubicBezTo>
                  <a:cubicBezTo>
                    <a:pt x="2606" y="489"/>
                    <a:pt x="2118" y="0"/>
                    <a:pt x="14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119"/>
            <p:cNvSpPr/>
            <p:nvPr/>
          </p:nvSpPr>
          <p:spPr>
            <a:xfrm>
              <a:off x="2484050" y="2663450"/>
              <a:ext cx="477500" cy="476925"/>
            </a:xfrm>
            <a:custGeom>
              <a:avLst/>
              <a:gdLst/>
              <a:ahLst/>
              <a:cxnLst/>
              <a:rect l="l" t="t" r="r" b="b"/>
              <a:pathLst>
                <a:path w="19100" h="19077" extrusionOk="0">
                  <a:moveTo>
                    <a:pt x="11493" y="559"/>
                  </a:moveTo>
                  <a:lnTo>
                    <a:pt x="11493" y="1117"/>
                  </a:lnTo>
                  <a:lnTo>
                    <a:pt x="9818" y="1117"/>
                  </a:lnTo>
                  <a:lnTo>
                    <a:pt x="9818" y="559"/>
                  </a:lnTo>
                  <a:close/>
                  <a:moveTo>
                    <a:pt x="9538" y="3443"/>
                  </a:moveTo>
                  <a:lnTo>
                    <a:pt x="12097" y="7328"/>
                  </a:lnTo>
                  <a:lnTo>
                    <a:pt x="6979" y="7328"/>
                  </a:lnTo>
                  <a:lnTo>
                    <a:pt x="9538" y="3443"/>
                  </a:lnTo>
                  <a:close/>
                  <a:moveTo>
                    <a:pt x="8259" y="4374"/>
                  </a:moveTo>
                  <a:lnTo>
                    <a:pt x="6305" y="7328"/>
                  </a:lnTo>
                  <a:lnTo>
                    <a:pt x="5630" y="7328"/>
                  </a:lnTo>
                  <a:lnTo>
                    <a:pt x="5630" y="8445"/>
                  </a:lnTo>
                  <a:lnTo>
                    <a:pt x="1908" y="8445"/>
                  </a:lnTo>
                  <a:lnTo>
                    <a:pt x="4607" y="4374"/>
                  </a:lnTo>
                  <a:close/>
                  <a:moveTo>
                    <a:pt x="14470" y="4374"/>
                  </a:moveTo>
                  <a:lnTo>
                    <a:pt x="17169" y="8445"/>
                  </a:lnTo>
                  <a:lnTo>
                    <a:pt x="13470" y="8445"/>
                  </a:lnTo>
                  <a:lnTo>
                    <a:pt x="13470" y="7328"/>
                  </a:lnTo>
                  <a:lnTo>
                    <a:pt x="12772" y="7328"/>
                  </a:lnTo>
                  <a:lnTo>
                    <a:pt x="10818" y="4374"/>
                  </a:lnTo>
                  <a:close/>
                  <a:moveTo>
                    <a:pt x="6165" y="9003"/>
                  </a:moveTo>
                  <a:lnTo>
                    <a:pt x="6165" y="10678"/>
                  </a:lnTo>
                  <a:lnTo>
                    <a:pt x="1652" y="10678"/>
                  </a:lnTo>
                  <a:lnTo>
                    <a:pt x="1652" y="9003"/>
                  </a:lnTo>
                  <a:close/>
                  <a:moveTo>
                    <a:pt x="17402" y="9003"/>
                  </a:moveTo>
                  <a:lnTo>
                    <a:pt x="17402" y="10702"/>
                  </a:lnTo>
                  <a:lnTo>
                    <a:pt x="12888" y="10702"/>
                  </a:lnTo>
                  <a:lnTo>
                    <a:pt x="12888" y="9003"/>
                  </a:lnTo>
                  <a:close/>
                  <a:moveTo>
                    <a:pt x="6165" y="11260"/>
                  </a:moveTo>
                  <a:lnTo>
                    <a:pt x="6165" y="11818"/>
                  </a:lnTo>
                  <a:lnTo>
                    <a:pt x="535" y="11818"/>
                  </a:lnTo>
                  <a:lnTo>
                    <a:pt x="535" y="11260"/>
                  </a:lnTo>
                  <a:close/>
                  <a:moveTo>
                    <a:pt x="18518" y="11260"/>
                  </a:moveTo>
                  <a:lnTo>
                    <a:pt x="18518" y="11818"/>
                  </a:lnTo>
                  <a:lnTo>
                    <a:pt x="12888" y="11818"/>
                  </a:lnTo>
                  <a:lnTo>
                    <a:pt x="12888" y="11260"/>
                  </a:lnTo>
                  <a:close/>
                  <a:moveTo>
                    <a:pt x="9538" y="13493"/>
                  </a:moveTo>
                  <a:cubicBezTo>
                    <a:pt x="9818" y="13493"/>
                    <a:pt x="10097" y="13680"/>
                    <a:pt x="10097" y="14052"/>
                  </a:cubicBezTo>
                  <a:lnTo>
                    <a:pt x="10097" y="18518"/>
                  </a:lnTo>
                  <a:lnTo>
                    <a:pt x="8980" y="18518"/>
                  </a:lnTo>
                  <a:lnTo>
                    <a:pt x="8980" y="14052"/>
                  </a:lnTo>
                  <a:cubicBezTo>
                    <a:pt x="8980" y="13680"/>
                    <a:pt x="9259" y="13493"/>
                    <a:pt x="9538" y="13493"/>
                  </a:cubicBezTo>
                  <a:close/>
                  <a:moveTo>
                    <a:pt x="12888" y="7887"/>
                  </a:moveTo>
                  <a:lnTo>
                    <a:pt x="12888" y="8445"/>
                  </a:lnTo>
                  <a:lnTo>
                    <a:pt x="9818" y="8445"/>
                  </a:lnTo>
                  <a:lnTo>
                    <a:pt x="9818" y="9003"/>
                  </a:lnTo>
                  <a:lnTo>
                    <a:pt x="12353" y="9003"/>
                  </a:lnTo>
                  <a:lnTo>
                    <a:pt x="12353" y="18518"/>
                  </a:lnTo>
                  <a:lnTo>
                    <a:pt x="10655" y="18518"/>
                  </a:lnTo>
                  <a:lnTo>
                    <a:pt x="10655" y="14052"/>
                  </a:lnTo>
                  <a:cubicBezTo>
                    <a:pt x="10690" y="13261"/>
                    <a:pt x="10108" y="12865"/>
                    <a:pt x="9530" y="12865"/>
                  </a:cubicBezTo>
                  <a:cubicBezTo>
                    <a:pt x="8951" y="12865"/>
                    <a:pt x="8375" y="13261"/>
                    <a:pt x="8422" y="14052"/>
                  </a:cubicBezTo>
                  <a:lnTo>
                    <a:pt x="8422" y="18518"/>
                  </a:lnTo>
                  <a:lnTo>
                    <a:pt x="6747" y="18518"/>
                  </a:lnTo>
                  <a:lnTo>
                    <a:pt x="6747" y="9003"/>
                  </a:lnTo>
                  <a:lnTo>
                    <a:pt x="9259" y="9003"/>
                  </a:lnTo>
                  <a:lnTo>
                    <a:pt x="9259" y="8445"/>
                  </a:lnTo>
                  <a:lnTo>
                    <a:pt x="6188" y="8445"/>
                  </a:lnTo>
                  <a:lnTo>
                    <a:pt x="6188" y="7887"/>
                  </a:lnTo>
                  <a:close/>
                  <a:moveTo>
                    <a:pt x="9259" y="0"/>
                  </a:moveTo>
                  <a:lnTo>
                    <a:pt x="9259" y="2862"/>
                  </a:lnTo>
                  <a:lnTo>
                    <a:pt x="8631" y="3816"/>
                  </a:lnTo>
                  <a:lnTo>
                    <a:pt x="4327" y="3816"/>
                  </a:lnTo>
                  <a:lnTo>
                    <a:pt x="1117" y="8655"/>
                  </a:lnTo>
                  <a:lnTo>
                    <a:pt x="1117" y="10678"/>
                  </a:lnTo>
                  <a:lnTo>
                    <a:pt x="0" y="10678"/>
                  </a:lnTo>
                  <a:lnTo>
                    <a:pt x="0" y="12377"/>
                  </a:lnTo>
                  <a:lnTo>
                    <a:pt x="605" y="12377"/>
                  </a:lnTo>
                  <a:lnTo>
                    <a:pt x="605" y="17960"/>
                  </a:lnTo>
                  <a:lnTo>
                    <a:pt x="1163" y="17960"/>
                  </a:lnTo>
                  <a:lnTo>
                    <a:pt x="1163" y="12377"/>
                  </a:lnTo>
                  <a:lnTo>
                    <a:pt x="6188" y="12377"/>
                  </a:lnTo>
                  <a:lnTo>
                    <a:pt x="6188" y="18518"/>
                  </a:lnTo>
                  <a:lnTo>
                    <a:pt x="0" y="18518"/>
                  </a:lnTo>
                  <a:lnTo>
                    <a:pt x="0" y="19077"/>
                  </a:lnTo>
                  <a:lnTo>
                    <a:pt x="19077" y="19077"/>
                  </a:lnTo>
                  <a:lnTo>
                    <a:pt x="19077" y="18518"/>
                  </a:lnTo>
                  <a:lnTo>
                    <a:pt x="12888" y="18518"/>
                  </a:lnTo>
                  <a:lnTo>
                    <a:pt x="12888" y="12377"/>
                  </a:lnTo>
                  <a:lnTo>
                    <a:pt x="17937" y="12377"/>
                  </a:lnTo>
                  <a:lnTo>
                    <a:pt x="17937" y="17960"/>
                  </a:lnTo>
                  <a:lnTo>
                    <a:pt x="18495" y="17960"/>
                  </a:lnTo>
                  <a:lnTo>
                    <a:pt x="18495" y="12377"/>
                  </a:lnTo>
                  <a:lnTo>
                    <a:pt x="19100" y="12377"/>
                  </a:lnTo>
                  <a:lnTo>
                    <a:pt x="19100" y="10702"/>
                  </a:lnTo>
                  <a:lnTo>
                    <a:pt x="17960" y="10702"/>
                  </a:lnTo>
                  <a:lnTo>
                    <a:pt x="17960" y="8655"/>
                  </a:lnTo>
                  <a:lnTo>
                    <a:pt x="14773" y="3839"/>
                  </a:lnTo>
                  <a:lnTo>
                    <a:pt x="10446" y="3839"/>
                  </a:lnTo>
                  <a:lnTo>
                    <a:pt x="9818" y="2862"/>
                  </a:lnTo>
                  <a:lnTo>
                    <a:pt x="9818" y="1675"/>
                  </a:lnTo>
                  <a:lnTo>
                    <a:pt x="12051" y="1675"/>
                  </a:lnTo>
                  <a:lnTo>
                    <a:pt x="1205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119"/>
            <p:cNvSpPr/>
            <p:nvPr/>
          </p:nvSpPr>
          <p:spPr>
            <a:xfrm>
              <a:off x="2819625" y="2985500"/>
              <a:ext cx="43925" cy="126975"/>
            </a:xfrm>
            <a:custGeom>
              <a:avLst/>
              <a:gdLst/>
              <a:ahLst/>
              <a:cxnLst/>
              <a:rect l="l" t="t" r="r" b="b"/>
              <a:pathLst>
                <a:path w="1757" h="5079" extrusionOk="0">
                  <a:moveTo>
                    <a:pt x="876" y="681"/>
                  </a:moveTo>
                  <a:cubicBezTo>
                    <a:pt x="995" y="681"/>
                    <a:pt x="1117" y="751"/>
                    <a:pt x="1164" y="891"/>
                  </a:cubicBezTo>
                  <a:lnTo>
                    <a:pt x="1164" y="4520"/>
                  </a:lnTo>
                  <a:lnTo>
                    <a:pt x="605" y="4520"/>
                  </a:lnTo>
                  <a:lnTo>
                    <a:pt x="605" y="891"/>
                  </a:lnTo>
                  <a:cubicBezTo>
                    <a:pt x="640" y="751"/>
                    <a:pt x="757" y="681"/>
                    <a:pt x="876" y="681"/>
                  </a:cubicBezTo>
                  <a:close/>
                  <a:moveTo>
                    <a:pt x="876" y="1"/>
                  </a:moveTo>
                  <a:cubicBezTo>
                    <a:pt x="437" y="1"/>
                    <a:pt x="1" y="297"/>
                    <a:pt x="47" y="891"/>
                  </a:cubicBezTo>
                  <a:lnTo>
                    <a:pt x="47" y="5078"/>
                  </a:lnTo>
                  <a:lnTo>
                    <a:pt x="1722" y="5078"/>
                  </a:lnTo>
                  <a:lnTo>
                    <a:pt x="1722" y="891"/>
                  </a:lnTo>
                  <a:cubicBezTo>
                    <a:pt x="1757" y="297"/>
                    <a:pt x="1315" y="1"/>
                    <a:pt x="8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119"/>
            <p:cNvSpPr/>
            <p:nvPr/>
          </p:nvSpPr>
          <p:spPr>
            <a:xfrm>
              <a:off x="2875175" y="2985500"/>
              <a:ext cx="43625" cy="126975"/>
            </a:xfrm>
            <a:custGeom>
              <a:avLst/>
              <a:gdLst/>
              <a:ahLst/>
              <a:cxnLst/>
              <a:rect l="l" t="t" r="r" b="b"/>
              <a:pathLst>
                <a:path w="1745" h="5079" extrusionOk="0">
                  <a:moveTo>
                    <a:pt x="887" y="629"/>
                  </a:moveTo>
                  <a:cubicBezTo>
                    <a:pt x="1053" y="629"/>
                    <a:pt x="1222" y="716"/>
                    <a:pt x="1175" y="891"/>
                  </a:cubicBezTo>
                  <a:lnTo>
                    <a:pt x="1175" y="4520"/>
                  </a:lnTo>
                  <a:lnTo>
                    <a:pt x="617" y="4520"/>
                  </a:lnTo>
                  <a:lnTo>
                    <a:pt x="617" y="891"/>
                  </a:lnTo>
                  <a:cubicBezTo>
                    <a:pt x="559" y="716"/>
                    <a:pt x="721" y="629"/>
                    <a:pt x="887" y="629"/>
                  </a:cubicBezTo>
                  <a:close/>
                  <a:moveTo>
                    <a:pt x="873" y="1"/>
                  </a:moveTo>
                  <a:cubicBezTo>
                    <a:pt x="436" y="1"/>
                    <a:pt x="0" y="297"/>
                    <a:pt x="35" y="891"/>
                  </a:cubicBezTo>
                  <a:lnTo>
                    <a:pt x="58" y="891"/>
                  </a:lnTo>
                  <a:lnTo>
                    <a:pt x="58" y="5078"/>
                  </a:lnTo>
                  <a:lnTo>
                    <a:pt x="1710" y="5078"/>
                  </a:lnTo>
                  <a:lnTo>
                    <a:pt x="1710" y="891"/>
                  </a:lnTo>
                  <a:cubicBezTo>
                    <a:pt x="1745" y="297"/>
                    <a:pt x="1309" y="1"/>
                    <a:pt x="87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119"/>
            <p:cNvSpPr/>
            <p:nvPr/>
          </p:nvSpPr>
          <p:spPr>
            <a:xfrm>
              <a:off x="2582925" y="2986825"/>
              <a:ext cx="41900" cy="125650"/>
            </a:xfrm>
            <a:custGeom>
              <a:avLst/>
              <a:gdLst/>
              <a:ahLst/>
              <a:cxnLst/>
              <a:rect l="l" t="t" r="r" b="b"/>
              <a:pathLst>
                <a:path w="1676" h="5026" extrusionOk="0">
                  <a:moveTo>
                    <a:pt x="846" y="628"/>
                  </a:moveTo>
                  <a:cubicBezTo>
                    <a:pt x="966" y="628"/>
                    <a:pt x="1082" y="698"/>
                    <a:pt x="1117" y="838"/>
                  </a:cubicBezTo>
                  <a:lnTo>
                    <a:pt x="1117" y="4467"/>
                  </a:lnTo>
                  <a:lnTo>
                    <a:pt x="558" y="4467"/>
                  </a:lnTo>
                  <a:lnTo>
                    <a:pt x="558" y="838"/>
                  </a:lnTo>
                  <a:cubicBezTo>
                    <a:pt x="605" y="698"/>
                    <a:pt x="727" y="628"/>
                    <a:pt x="846" y="628"/>
                  </a:cubicBezTo>
                  <a:close/>
                  <a:moveTo>
                    <a:pt x="838" y="0"/>
                  </a:moveTo>
                  <a:cubicBezTo>
                    <a:pt x="372" y="0"/>
                    <a:pt x="0" y="372"/>
                    <a:pt x="0" y="838"/>
                  </a:cubicBezTo>
                  <a:lnTo>
                    <a:pt x="0" y="5025"/>
                  </a:lnTo>
                  <a:lnTo>
                    <a:pt x="1675" y="5025"/>
                  </a:lnTo>
                  <a:lnTo>
                    <a:pt x="1675" y="838"/>
                  </a:lnTo>
                  <a:cubicBezTo>
                    <a:pt x="1675" y="372"/>
                    <a:pt x="1303" y="0"/>
                    <a:pt x="83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119"/>
            <p:cNvSpPr/>
            <p:nvPr/>
          </p:nvSpPr>
          <p:spPr>
            <a:xfrm>
              <a:off x="2527075" y="2986825"/>
              <a:ext cx="41900" cy="125650"/>
            </a:xfrm>
            <a:custGeom>
              <a:avLst/>
              <a:gdLst/>
              <a:ahLst/>
              <a:cxnLst/>
              <a:rect l="l" t="t" r="r" b="b"/>
              <a:pathLst>
                <a:path w="1676" h="5026" extrusionOk="0">
                  <a:moveTo>
                    <a:pt x="830" y="576"/>
                  </a:moveTo>
                  <a:cubicBezTo>
                    <a:pt x="995" y="576"/>
                    <a:pt x="1164" y="663"/>
                    <a:pt x="1117" y="838"/>
                  </a:cubicBezTo>
                  <a:lnTo>
                    <a:pt x="1117" y="4467"/>
                  </a:lnTo>
                  <a:lnTo>
                    <a:pt x="559" y="4467"/>
                  </a:lnTo>
                  <a:lnTo>
                    <a:pt x="559" y="838"/>
                  </a:lnTo>
                  <a:cubicBezTo>
                    <a:pt x="501" y="663"/>
                    <a:pt x="664" y="576"/>
                    <a:pt x="830" y="576"/>
                  </a:cubicBezTo>
                  <a:close/>
                  <a:moveTo>
                    <a:pt x="838" y="0"/>
                  </a:moveTo>
                  <a:cubicBezTo>
                    <a:pt x="373" y="0"/>
                    <a:pt x="1" y="372"/>
                    <a:pt x="1" y="838"/>
                  </a:cubicBezTo>
                  <a:lnTo>
                    <a:pt x="1" y="5025"/>
                  </a:lnTo>
                  <a:lnTo>
                    <a:pt x="1676" y="5025"/>
                  </a:lnTo>
                  <a:lnTo>
                    <a:pt x="1676" y="838"/>
                  </a:lnTo>
                  <a:cubicBezTo>
                    <a:pt x="1676" y="372"/>
                    <a:pt x="1280" y="0"/>
                    <a:pt x="83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119"/>
            <p:cNvSpPr/>
            <p:nvPr/>
          </p:nvSpPr>
          <p:spPr>
            <a:xfrm>
              <a:off x="2729475" y="2818725"/>
              <a:ext cx="13975" cy="14000"/>
            </a:xfrm>
            <a:custGeom>
              <a:avLst/>
              <a:gdLst/>
              <a:ahLst/>
              <a:cxnLst/>
              <a:rect l="l" t="t" r="r" b="b"/>
              <a:pathLst>
                <a:path w="559" h="560" extrusionOk="0">
                  <a:moveTo>
                    <a:pt x="1" y="1"/>
                  </a:moveTo>
                  <a:lnTo>
                    <a:pt x="1"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119"/>
            <p:cNvSpPr/>
            <p:nvPr/>
          </p:nvSpPr>
          <p:spPr>
            <a:xfrm>
              <a:off x="2701550" y="2818725"/>
              <a:ext cx="14000" cy="14000"/>
            </a:xfrm>
            <a:custGeom>
              <a:avLst/>
              <a:gdLst/>
              <a:ahLst/>
              <a:cxnLst/>
              <a:rect l="l" t="t" r="r" b="b"/>
              <a:pathLst>
                <a:path w="560" h="560" extrusionOk="0">
                  <a:moveTo>
                    <a:pt x="1" y="1"/>
                  </a:moveTo>
                  <a:lnTo>
                    <a:pt x="1"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2" name="Google Shape;5242;p119"/>
          <p:cNvGrpSpPr/>
          <p:nvPr/>
        </p:nvGrpSpPr>
        <p:grpSpPr>
          <a:xfrm>
            <a:off x="2484050" y="1946350"/>
            <a:ext cx="477500" cy="477500"/>
            <a:chOff x="2484050" y="1946350"/>
            <a:chExt cx="477500" cy="477500"/>
          </a:xfrm>
        </p:grpSpPr>
        <p:sp>
          <p:nvSpPr>
            <p:cNvPr id="5243" name="Google Shape;5243;p119"/>
            <p:cNvSpPr/>
            <p:nvPr/>
          </p:nvSpPr>
          <p:spPr>
            <a:xfrm>
              <a:off x="2491025" y="1956800"/>
              <a:ext cx="463550" cy="24475"/>
            </a:xfrm>
            <a:custGeom>
              <a:avLst/>
              <a:gdLst/>
              <a:ahLst/>
              <a:cxnLst/>
              <a:rect l="l" t="t" r="r" b="b"/>
              <a:pathLst>
                <a:path w="18542" h="979" extrusionOk="0">
                  <a:moveTo>
                    <a:pt x="0" y="1"/>
                  </a:moveTo>
                  <a:lnTo>
                    <a:pt x="0" y="978"/>
                  </a:lnTo>
                  <a:lnTo>
                    <a:pt x="18542" y="978"/>
                  </a:lnTo>
                  <a:lnTo>
                    <a:pt x="1854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119"/>
            <p:cNvSpPr/>
            <p:nvPr/>
          </p:nvSpPr>
          <p:spPr>
            <a:xfrm>
              <a:off x="2504975" y="1981250"/>
              <a:ext cx="435075" cy="218700"/>
            </a:xfrm>
            <a:custGeom>
              <a:avLst/>
              <a:gdLst/>
              <a:ahLst/>
              <a:cxnLst/>
              <a:rect l="l" t="t" r="r" b="b"/>
              <a:pathLst>
                <a:path w="17403" h="8748" extrusionOk="0">
                  <a:moveTo>
                    <a:pt x="1" y="8747"/>
                  </a:moveTo>
                  <a:lnTo>
                    <a:pt x="12191" y="8747"/>
                  </a:lnTo>
                  <a:lnTo>
                    <a:pt x="12191" y="8189"/>
                  </a:lnTo>
                  <a:cubicBezTo>
                    <a:pt x="12191" y="7886"/>
                    <a:pt x="12447" y="7631"/>
                    <a:pt x="12749" y="7631"/>
                  </a:cubicBezTo>
                  <a:lnTo>
                    <a:pt x="14983" y="7631"/>
                  </a:lnTo>
                  <a:cubicBezTo>
                    <a:pt x="15285" y="7631"/>
                    <a:pt x="15541" y="7886"/>
                    <a:pt x="15541" y="8189"/>
                  </a:cubicBezTo>
                  <a:lnTo>
                    <a:pt x="15541" y="8747"/>
                  </a:lnTo>
                  <a:lnTo>
                    <a:pt x="17402" y="8747"/>
                  </a:lnTo>
                  <a:lnTo>
                    <a:pt x="17402" y="0"/>
                  </a:lnTo>
                  <a:lnTo>
                    <a:pt x="1" y="0"/>
                  </a:lnTo>
                  <a:close/>
                  <a:moveTo>
                    <a:pt x="1" y="8747"/>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119"/>
            <p:cNvSpPr/>
            <p:nvPr/>
          </p:nvSpPr>
          <p:spPr>
            <a:xfrm>
              <a:off x="2809750" y="2172000"/>
              <a:ext cx="83775" cy="27950"/>
            </a:xfrm>
            <a:custGeom>
              <a:avLst/>
              <a:gdLst/>
              <a:ahLst/>
              <a:cxnLst/>
              <a:rect l="l" t="t" r="r" b="b"/>
              <a:pathLst>
                <a:path w="3351" h="1118" extrusionOk="0">
                  <a:moveTo>
                    <a:pt x="0" y="1117"/>
                  </a:moveTo>
                  <a:lnTo>
                    <a:pt x="3350" y="1117"/>
                  </a:lnTo>
                  <a:lnTo>
                    <a:pt x="3350" y="559"/>
                  </a:lnTo>
                  <a:cubicBezTo>
                    <a:pt x="3350" y="256"/>
                    <a:pt x="3094" y="1"/>
                    <a:pt x="2792" y="1"/>
                  </a:cubicBezTo>
                  <a:lnTo>
                    <a:pt x="558" y="1"/>
                  </a:lnTo>
                  <a:cubicBezTo>
                    <a:pt x="256" y="1"/>
                    <a:pt x="0" y="256"/>
                    <a:pt x="0" y="559"/>
                  </a:cubicBezTo>
                  <a:close/>
                  <a:moveTo>
                    <a:pt x="0" y="1117"/>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119"/>
            <p:cNvSpPr/>
            <p:nvPr/>
          </p:nvSpPr>
          <p:spPr>
            <a:xfrm>
              <a:off x="2680625" y="2199925"/>
              <a:ext cx="83775" cy="27925"/>
            </a:xfrm>
            <a:custGeom>
              <a:avLst/>
              <a:gdLst/>
              <a:ahLst/>
              <a:cxnLst/>
              <a:rect l="l" t="t" r="r" b="b"/>
              <a:pathLst>
                <a:path w="3351" h="1117" extrusionOk="0">
                  <a:moveTo>
                    <a:pt x="0" y="0"/>
                  </a:moveTo>
                  <a:lnTo>
                    <a:pt x="0" y="1117"/>
                  </a:lnTo>
                  <a:lnTo>
                    <a:pt x="3350" y="1117"/>
                  </a:lnTo>
                  <a:lnTo>
                    <a:pt x="335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119"/>
            <p:cNvSpPr/>
            <p:nvPr/>
          </p:nvSpPr>
          <p:spPr>
            <a:xfrm>
              <a:off x="2544525" y="2241800"/>
              <a:ext cx="355975" cy="125650"/>
            </a:xfrm>
            <a:custGeom>
              <a:avLst/>
              <a:gdLst/>
              <a:ahLst/>
              <a:cxnLst/>
              <a:rect l="l" t="t" r="r" b="b"/>
              <a:pathLst>
                <a:path w="14239" h="5026" extrusionOk="0">
                  <a:moveTo>
                    <a:pt x="3909" y="5025"/>
                  </a:moveTo>
                  <a:lnTo>
                    <a:pt x="3909" y="3909"/>
                  </a:lnTo>
                  <a:lnTo>
                    <a:pt x="1" y="3909"/>
                  </a:lnTo>
                  <a:lnTo>
                    <a:pt x="1" y="5025"/>
                  </a:lnTo>
                  <a:close/>
                  <a:moveTo>
                    <a:pt x="14238" y="5025"/>
                  </a:moveTo>
                  <a:lnTo>
                    <a:pt x="14238" y="3909"/>
                  </a:lnTo>
                  <a:lnTo>
                    <a:pt x="10330" y="3909"/>
                  </a:lnTo>
                  <a:lnTo>
                    <a:pt x="10330" y="5025"/>
                  </a:lnTo>
                  <a:close/>
                  <a:moveTo>
                    <a:pt x="13959" y="2234"/>
                  </a:moveTo>
                  <a:lnTo>
                    <a:pt x="13959" y="559"/>
                  </a:lnTo>
                  <a:cubicBezTo>
                    <a:pt x="13959" y="256"/>
                    <a:pt x="13703" y="0"/>
                    <a:pt x="13401" y="0"/>
                  </a:cubicBezTo>
                  <a:lnTo>
                    <a:pt x="11167" y="0"/>
                  </a:lnTo>
                  <a:cubicBezTo>
                    <a:pt x="10865" y="0"/>
                    <a:pt x="10609" y="256"/>
                    <a:pt x="10609" y="559"/>
                  </a:cubicBezTo>
                  <a:lnTo>
                    <a:pt x="10609" y="2234"/>
                  </a:lnTo>
                  <a:close/>
                  <a:moveTo>
                    <a:pt x="3630" y="2234"/>
                  </a:moveTo>
                  <a:lnTo>
                    <a:pt x="3630" y="559"/>
                  </a:lnTo>
                  <a:cubicBezTo>
                    <a:pt x="3630" y="256"/>
                    <a:pt x="3374" y="0"/>
                    <a:pt x="3072" y="0"/>
                  </a:cubicBezTo>
                  <a:lnTo>
                    <a:pt x="838" y="0"/>
                  </a:lnTo>
                  <a:cubicBezTo>
                    <a:pt x="536" y="0"/>
                    <a:pt x="280" y="256"/>
                    <a:pt x="280" y="559"/>
                  </a:cubicBezTo>
                  <a:lnTo>
                    <a:pt x="280" y="2234"/>
                  </a:lnTo>
                  <a:close/>
                  <a:moveTo>
                    <a:pt x="3630" y="2234"/>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119"/>
            <p:cNvSpPr/>
            <p:nvPr/>
          </p:nvSpPr>
          <p:spPr>
            <a:xfrm>
              <a:off x="2491025" y="2269700"/>
              <a:ext cx="463550" cy="27950"/>
            </a:xfrm>
            <a:custGeom>
              <a:avLst/>
              <a:gdLst/>
              <a:ahLst/>
              <a:cxnLst/>
              <a:rect l="l" t="t" r="r" b="b"/>
              <a:pathLst>
                <a:path w="18542" h="1118" extrusionOk="0">
                  <a:moveTo>
                    <a:pt x="5770" y="1118"/>
                  </a:moveTo>
                  <a:lnTo>
                    <a:pt x="8213" y="1118"/>
                  </a:lnTo>
                  <a:lnTo>
                    <a:pt x="8213" y="1"/>
                  </a:lnTo>
                  <a:lnTo>
                    <a:pt x="5770" y="1"/>
                  </a:lnTo>
                  <a:close/>
                  <a:moveTo>
                    <a:pt x="16099" y="1118"/>
                  </a:moveTo>
                  <a:lnTo>
                    <a:pt x="18542" y="1118"/>
                  </a:lnTo>
                  <a:lnTo>
                    <a:pt x="18542" y="1"/>
                  </a:lnTo>
                  <a:lnTo>
                    <a:pt x="16122" y="1"/>
                  </a:lnTo>
                  <a:close/>
                  <a:moveTo>
                    <a:pt x="12749" y="1118"/>
                  </a:moveTo>
                  <a:lnTo>
                    <a:pt x="12749" y="1"/>
                  </a:lnTo>
                  <a:lnTo>
                    <a:pt x="10330" y="1"/>
                  </a:lnTo>
                  <a:lnTo>
                    <a:pt x="10330" y="1118"/>
                  </a:lnTo>
                  <a:close/>
                  <a:moveTo>
                    <a:pt x="2420" y="1118"/>
                  </a:moveTo>
                  <a:lnTo>
                    <a:pt x="2420" y="1"/>
                  </a:lnTo>
                  <a:lnTo>
                    <a:pt x="0" y="1"/>
                  </a:lnTo>
                  <a:lnTo>
                    <a:pt x="0" y="1118"/>
                  </a:lnTo>
                  <a:close/>
                  <a:moveTo>
                    <a:pt x="2420" y="1118"/>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119"/>
            <p:cNvSpPr/>
            <p:nvPr/>
          </p:nvSpPr>
          <p:spPr>
            <a:xfrm>
              <a:off x="2491025" y="1956800"/>
              <a:ext cx="20950" cy="24475"/>
            </a:xfrm>
            <a:custGeom>
              <a:avLst/>
              <a:gdLst/>
              <a:ahLst/>
              <a:cxnLst/>
              <a:rect l="l" t="t" r="r" b="b"/>
              <a:pathLst>
                <a:path w="838" h="979" extrusionOk="0">
                  <a:moveTo>
                    <a:pt x="0" y="1"/>
                  </a:moveTo>
                  <a:lnTo>
                    <a:pt x="0" y="978"/>
                  </a:lnTo>
                  <a:lnTo>
                    <a:pt x="838" y="978"/>
                  </a:lnTo>
                  <a:lnTo>
                    <a:pt x="83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119"/>
            <p:cNvSpPr/>
            <p:nvPr/>
          </p:nvSpPr>
          <p:spPr>
            <a:xfrm>
              <a:off x="2504975" y="1981250"/>
              <a:ext cx="20975" cy="218700"/>
            </a:xfrm>
            <a:custGeom>
              <a:avLst/>
              <a:gdLst/>
              <a:ahLst/>
              <a:cxnLst/>
              <a:rect l="l" t="t" r="r" b="b"/>
              <a:pathLst>
                <a:path w="839" h="8748" extrusionOk="0">
                  <a:moveTo>
                    <a:pt x="1" y="0"/>
                  </a:moveTo>
                  <a:lnTo>
                    <a:pt x="1" y="8747"/>
                  </a:lnTo>
                  <a:lnTo>
                    <a:pt x="838" y="8747"/>
                  </a:lnTo>
                  <a:lnTo>
                    <a:pt x="83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119"/>
            <p:cNvSpPr/>
            <p:nvPr/>
          </p:nvSpPr>
          <p:spPr>
            <a:xfrm>
              <a:off x="2809750" y="2172000"/>
              <a:ext cx="27925" cy="27950"/>
            </a:xfrm>
            <a:custGeom>
              <a:avLst/>
              <a:gdLst/>
              <a:ahLst/>
              <a:cxnLst/>
              <a:rect l="l" t="t" r="r" b="b"/>
              <a:pathLst>
                <a:path w="1117" h="1118" extrusionOk="0">
                  <a:moveTo>
                    <a:pt x="0" y="1117"/>
                  </a:moveTo>
                  <a:lnTo>
                    <a:pt x="558" y="1117"/>
                  </a:lnTo>
                  <a:lnTo>
                    <a:pt x="558" y="559"/>
                  </a:lnTo>
                  <a:cubicBezTo>
                    <a:pt x="558" y="256"/>
                    <a:pt x="814" y="1"/>
                    <a:pt x="1117" y="1"/>
                  </a:cubicBezTo>
                  <a:lnTo>
                    <a:pt x="558" y="1"/>
                  </a:lnTo>
                  <a:cubicBezTo>
                    <a:pt x="256" y="1"/>
                    <a:pt x="0" y="256"/>
                    <a:pt x="0" y="559"/>
                  </a:cubicBezTo>
                  <a:close/>
                  <a:moveTo>
                    <a:pt x="0" y="1117"/>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119"/>
            <p:cNvSpPr/>
            <p:nvPr/>
          </p:nvSpPr>
          <p:spPr>
            <a:xfrm>
              <a:off x="2680625" y="2199925"/>
              <a:ext cx="13975" cy="27925"/>
            </a:xfrm>
            <a:custGeom>
              <a:avLst/>
              <a:gdLst/>
              <a:ahLst/>
              <a:cxnLst/>
              <a:rect l="l" t="t" r="r" b="b"/>
              <a:pathLst>
                <a:path w="559" h="1117" extrusionOk="0">
                  <a:moveTo>
                    <a:pt x="0" y="0"/>
                  </a:moveTo>
                  <a:lnTo>
                    <a:pt x="0" y="1117"/>
                  </a:lnTo>
                  <a:lnTo>
                    <a:pt x="559" y="1117"/>
                  </a:lnTo>
                  <a:lnTo>
                    <a:pt x="55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119"/>
            <p:cNvSpPr/>
            <p:nvPr/>
          </p:nvSpPr>
          <p:spPr>
            <a:xfrm>
              <a:off x="2544525" y="2241800"/>
              <a:ext cx="300125" cy="125650"/>
            </a:xfrm>
            <a:custGeom>
              <a:avLst/>
              <a:gdLst/>
              <a:ahLst/>
              <a:cxnLst/>
              <a:rect l="l" t="t" r="r" b="b"/>
              <a:pathLst>
                <a:path w="12005" h="5026" extrusionOk="0">
                  <a:moveTo>
                    <a:pt x="838" y="3909"/>
                  </a:moveTo>
                  <a:lnTo>
                    <a:pt x="1" y="3909"/>
                  </a:lnTo>
                  <a:lnTo>
                    <a:pt x="1" y="5025"/>
                  </a:lnTo>
                  <a:lnTo>
                    <a:pt x="838" y="5025"/>
                  </a:lnTo>
                  <a:close/>
                  <a:moveTo>
                    <a:pt x="11167" y="3909"/>
                  </a:moveTo>
                  <a:lnTo>
                    <a:pt x="10330" y="3909"/>
                  </a:lnTo>
                  <a:lnTo>
                    <a:pt x="10330" y="5025"/>
                  </a:lnTo>
                  <a:lnTo>
                    <a:pt x="11167" y="5025"/>
                  </a:lnTo>
                  <a:close/>
                  <a:moveTo>
                    <a:pt x="12005" y="0"/>
                  </a:moveTo>
                  <a:lnTo>
                    <a:pt x="11167" y="0"/>
                  </a:lnTo>
                  <a:cubicBezTo>
                    <a:pt x="10865" y="0"/>
                    <a:pt x="10609" y="256"/>
                    <a:pt x="10609" y="559"/>
                  </a:cubicBezTo>
                  <a:lnTo>
                    <a:pt x="10609" y="2234"/>
                  </a:lnTo>
                  <a:lnTo>
                    <a:pt x="11447" y="2234"/>
                  </a:lnTo>
                  <a:lnTo>
                    <a:pt x="11447" y="559"/>
                  </a:lnTo>
                  <a:cubicBezTo>
                    <a:pt x="11447" y="256"/>
                    <a:pt x="11702" y="0"/>
                    <a:pt x="12005" y="0"/>
                  </a:cubicBezTo>
                  <a:close/>
                  <a:moveTo>
                    <a:pt x="1676" y="0"/>
                  </a:moveTo>
                  <a:lnTo>
                    <a:pt x="838" y="0"/>
                  </a:lnTo>
                  <a:cubicBezTo>
                    <a:pt x="536" y="0"/>
                    <a:pt x="280" y="256"/>
                    <a:pt x="280" y="559"/>
                  </a:cubicBezTo>
                  <a:lnTo>
                    <a:pt x="280" y="2234"/>
                  </a:lnTo>
                  <a:lnTo>
                    <a:pt x="1117" y="2234"/>
                  </a:lnTo>
                  <a:lnTo>
                    <a:pt x="1117" y="559"/>
                  </a:lnTo>
                  <a:cubicBezTo>
                    <a:pt x="1117" y="256"/>
                    <a:pt x="1373" y="0"/>
                    <a:pt x="1676" y="0"/>
                  </a:cubicBezTo>
                  <a:close/>
                  <a:moveTo>
                    <a:pt x="1676" y="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119"/>
            <p:cNvSpPr/>
            <p:nvPr/>
          </p:nvSpPr>
          <p:spPr>
            <a:xfrm>
              <a:off x="2491025" y="2269700"/>
              <a:ext cx="279200" cy="27950"/>
            </a:xfrm>
            <a:custGeom>
              <a:avLst/>
              <a:gdLst/>
              <a:ahLst/>
              <a:cxnLst/>
              <a:rect l="l" t="t" r="r" b="b"/>
              <a:pathLst>
                <a:path w="11168" h="1118" extrusionOk="0">
                  <a:moveTo>
                    <a:pt x="11167" y="1"/>
                  </a:moveTo>
                  <a:lnTo>
                    <a:pt x="10330" y="1"/>
                  </a:lnTo>
                  <a:lnTo>
                    <a:pt x="10330" y="1118"/>
                  </a:lnTo>
                  <a:lnTo>
                    <a:pt x="11167" y="1118"/>
                  </a:lnTo>
                  <a:close/>
                  <a:moveTo>
                    <a:pt x="838" y="1"/>
                  </a:moveTo>
                  <a:lnTo>
                    <a:pt x="0" y="1"/>
                  </a:lnTo>
                  <a:lnTo>
                    <a:pt x="0" y="1118"/>
                  </a:lnTo>
                  <a:lnTo>
                    <a:pt x="838" y="1118"/>
                  </a:lnTo>
                  <a:close/>
                  <a:moveTo>
                    <a:pt x="838" y="1"/>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119"/>
            <p:cNvSpPr/>
            <p:nvPr/>
          </p:nvSpPr>
          <p:spPr>
            <a:xfrm>
              <a:off x="2905125" y="2002175"/>
              <a:ext cx="13975" cy="69825"/>
            </a:xfrm>
            <a:custGeom>
              <a:avLst/>
              <a:gdLst/>
              <a:ahLst/>
              <a:cxnLst/>
              <a:rect l="l" t="t" r="r" b="b"/>
              <a:pathLst>
                <a:path w="559" h="2793" extrusionOk="0">
                  <a:moveTo>
                    <a:pt x="0" y="1"/>
                  </a:moveTo>
                  <a:lnTo>
                    <a:pt x="0" y="559"/>
                  </a:lnTo>
                  <a:lnTo>
                    <a:pt x="559" y="559"/>
                  </a:lnTo>
                  <a:lnTo>
                    <a:pt x="559" y="1"/>
                  </a:lnTo>
                  <a:close/>
                  <a:moveTo>
                    <a:pt x="0" y="1117"/>
                  </a:moveTo>
                  <a:lnTo>
                    <a:pt x="0" y="2792"/>
                  </a:lnTo>
                  <a:lnTo>
                    <a:pt x="559" y="2792"/>
                  </a:lnTo>
                  <a:lnTo>
                    <a:pt x="559" y="1117"/>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119"/>
            <p:cNvSpPr/>
            <p:nvPr/>
          </p:nvSpPr>
          <p:spPr>
            <a:xfrm>
              <a:off x="2484050" y="2234825"/>
              <a:ext cx="218700" cy="189025"/>
            </a:xfrm>
            <a:custGeom>
              <a:avLst/>
              <a:gdLst/>
              <a:ahLst/>
              <a:cxnLst/>
              <a:rect l="l" t="t" r="r" b="b"/>
              <a:pathLst>
                <a:path w="8748" h="7561" extrusionOk="0">
                  <a:moveTo>
                    <a:pt x="2420" y="1675"/>
                  </a:moveTo>
                  <a:lnTo>
                    <a:pt x="2420" y="2233"/>
                  </a:lnTo>
                  <a:lnTo>
                    <a:pt x="559" y="2233"/>
                  </a:lnTo>
                  <a:lnTo>
                    <a:pt x="559" y="1675"/>
                  </a:lnTo>
                  <a:close/>
                  <a:moveTo>
                    <a:pt x="5491" y="558"/>
                  </a:moveTo>
                  <a:cubicBezTo>
                    <a:pt x="5653" y="558"/>
                    <a:pt x="5793" y="675"/>
                    <a:pt x="5793" y="838"/>
                  </a:cubicBezTo>
                  <a:lnTo>
                    <a:pt x="5793" y="2233"/>
                  </a:lnTo>
                  <a:lnTo>
                    <a:pt x="3001" y="2233"/>
                  </a:lnTo>
                  <a:lnTo>
                    <a:pt x="3001" y="838"/>
                  </a:lnTo>
                  <a:cubicBezTo>
                    <a:pt x="3001" y="675"/>
                    <a:pt x="3118" y="558"/>
                    <a:pt x="3280" y="558"/>
                  </a:cubicBezTo>
                  <a:close/>
                  <a:moveTo>
                    <a:pt x="8212" y="1675"/>
                  </a:moveTo>
                  <a:lnTo>
                    <a:pt x="8212" y="2233"/>
                  </a:lnTo>
                  <a:lnTo>
                    <a:pt x="6328" y="2233"/>
                  </a:lnTo>
                  <a:lnTo>
                    <a:pt x="6328" y="1675"/>
                  </a:lnTo>
                  <a:close/>
                  <a:moveTo>
                    <a:pt x="5211" y="2792"/>
                  </a:moveTo>
                  <a:lnTo>
                    <a:pt x="5211" y="3908"/>
                  </a:lnTo>
                  <a:lnTo>
                    <a:pt x="3536" y="3908"/>
                  </a:lnTo>
                  <a:lnTo>
                    <a:pt x="3536" y="2792"/>
                  </a:lnTo>
                  <a:close/>
                  <a:moveTo>
                    <a:pt x="6049" y="4467"/>
                  </a:moveTo>
                  <a:lnTo>
                    <a:pt x="6049" y="5025"/>
                  </a:lnTo>
                  <a:lnTo>
                    <a:pt x="2699" y="5025"/>
                  </a:lnTo>
                  <a:lnTo>
                    <a:pt x="2699" y="4467"/>
                  </a:lnTo>
                  <a:close/>
                  <a:moveTo>
                    <a:pt x="3257" y="0"/>
                  </a:moveTo>
                  <a:cubicBezTo>
                    <a:pt x="2792" y="0"/>
                    <a:pt x="2420" y="372"/>
                    <a:pt x="2420" y="838"/>
                  </a:cubicBezTo>
                  <a:lnTo>
                    <a:pt x="2420" y="1140"/>
                  </a:lnTo>
                  <a:lnTo>
                    <a:pt x="0" y="1140"/>
                  </a:lnTo>
                  <a:lnTo>
                    <a:pt x="0" y="2815"/>
                  </a:lnTo>
                  <a:lnTo>
                    <a:pt x="559" y="2815"/>
                  </a:lnTo>
                  <a:lnTo>
                    <a:pt x="559" y="7561"/>
                  </a:lnTo>
                  <a:lnTo>
                    <a:pt x="1117" y="7561"/>
                  </a:lnTo>
                  <a:lnTo>
                    <a:pt x="1117" y="2792"/>
                  </a:lnTo>
                  <a:lnTo>
                    <a:pt x="2978" y="2792"/>
                  </a:lnTo>
                  <a:lnTo>
                    <a:pt x="2978" y="3908"/>
                  </a:lnTo>
                  <a:lnTo>
                    <a:pt x="2141" y="3908"/>
                  </a:lnTo>
                  <a:lnTo>
                    <a:pt x="2141" y="5583"/>
                  </a:lnTo>
                  <a:lnTo>
                    <a:pt x="2629" y="5583"/>
                  </a:lnTo>
                  <a:lnTo>
                    <a:pt x="2629" y="7561"/>
                  </a:lnTo>
                  <a:lnTo>
                    <a:pt x="3187" y="7561"/>
                  </a:lnTo>
                  <a:lnTo>
                    <a:pt x="3187" y="5583"/>
                  </a:lnTo>
                  <a:lnTo>
                    <a:pt x="5444" y="5583"/>
                  </a:lnTo>
                  <a:lnTo>
                    <a:pt x="5444" y="7561"/>
                  </a:lnTo>
                  <a:lnTo>
                    <a:pt x="6002" y="7561"/>
                  </a:lnTo>
                  <a:lnTo>
                    <a:pt x="6002" y="5583"/>
                  </a:lnTo>
                  <a:lnTo>
                    <a:pt x="6607" y="5583"/>
                  </a:lnTo>
                  <a:lnTo>
                    <a:pt x="6607" y="3908"/>
                  </a:lnTo>
                  <a:lnTo>
                    <a:pt x="5770" y="3908"/>
                  </a:lnTo>
                  <a:lnTo>
                    <a:pt x="5770" y="2792"/>
                  </a:lnTo>
                  <a:lnTo>
                    <a:pt x="7631" y="2792"/>
                  </a:lnTo>
                  <a:lnTo>
                    <a:pt x="7631" y="7561"/>
                  </a:lnTo>
                  <a:lnTo>
                    <a:pt x="8189" y="7561"/>
                  </a:lnTo>
                  <a:lnTo>
                    <a:pt x="8189" y="2792"/>
                  </a:lnTo>
                  <a:lnTo>
                    <a:pt x="8747" y="2792"/>
                  </a:lnTo>
                  <a:lnTo>
                    <a:pt x="8747" y="1117"/>
                  </a:lnTo>
                  <a:lnTo>
                    <a:pt x="6328" y="1117"/>
                  </a:lnTo>
                  <a:lnTo>
                    <a:pt x="6328" y="838"/>
                  </a:lnTo>
                  <a:cubicBezTo>
                    <a:pt x="6328" y="372"/>
                    <a:pt x="5956" y="0"/>
                    <a:pt x="54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119"/>
            <p:cNvSpPr/>
            <p:nvPr/>
          </p:nvSpPr>
          <p:spPr>
            <a:xfrm>
              <a:off x="2742275" y="2234825"/>
              <a:ext cx="218700" cy="189025"/>
            </a:xfrm>
            <a:custGeom>
              <a:avLst/>
              <a:gdLst/>
              <a:ahLst/>
              <a:cxnLst/>
              <a:rect l="l" t="t" r="r" b="b"/>
              <a:pathLst>
                <a:path w="8748" h="7561" extrusionOk="0">
                  <a:moveTo>
                    <a:pt x="2420" y="1675"/>
                  </a:moveTo>
                  <a:lnTo>
                    <a:pt x="2420" y="2233"/>
                  </a:lnTo>
                  <a:lnTo>
                    <a:pt x="559" y="2233"/>
                  </a:lnTo>
                  <a:lnTo>
                    <a:pt x="559" y="1675"/>
                  </a:lnTo>
                  <a:close/>
                  <a:moveTo>
                    <a:pt x="5491" y="558"/>
                  </a:moveTo>
                  <a:cubicBezTo>
                    <a:pt x="5654" y="558"/>
                    <a:pt x="5793" y="675"/>
                    <a:pt x="5793" y="838"/>
                  </a:cubicBezTo>
                  <a:lnTo>
                    <a:pt x="5793" y="2233"/>
                  </a:lnTo>
                  <a:lnTo>
                    <a:pt x="3001" y="2233"/>
                  </a:lnTo>
                  <a:lnTo>
                    <a:pt x="3001" y="838"/>
                  </a:lnTo>
                  <a:cubicBezTo>
                    <a:pt x="3001" y="675"/>
                    <a:pt x="3118" y="558"/>
                    <a:pt x="3281" y="558"/>
                  </a:cubicBezTo>
                  <a:close/>
                  <a:moveTo>
                    <a:pt x="8189" y="1675"/>
                  </a:moveTo>
                  <a:lnTo>
                    <a:pt x="8189" y="2233"/>
                  </a:lnTo>
                  <a:lnTo>
                    <a:pt x="6328" y="2233"/>
                  </a:lnTo>
                  <a:lnTo>
                    <a:pt x="6328" y="1675"/>
                  </a:lnTo>
                  <a:close/>
                  <a:moveTo>
                    <a:pt x="5235" y="2792"/>
                  </a:moveTo>
                  <a:lnTo>
                    <a:pt x="5212" y="3908"/>
                  </a:lnTo>
                  <a:lnTo>
                    <a:pt x="3537" y="3908"/>
                  </a:lnTo>
                  <a:lnTo>
                    <a:pt x="3537" y="2792"/>
                  </a:lnTo>
                  <a:close/>
                  <a:moveTo>
                    <a:pt x="6049" y="4467"/>
                  </a:moveTo>
                  <a:lnTo>
                    <a:pt x="6049" y="5025"/>
                  </a:lnTo>
                  <a:lnTo>
                    <a:pt x="2699" y="5025"/>
                  </a:lnTo>
                  <a:lnTo>
                    <a:pt x="2699" y="4467"/>
                  </a:lnTo>
                  <a:close/>
                  <a:moveTo>
                    <a:pt x="3257" y="0"/>
                  </a:moveTo>
                  <a:cubicBezTo>
                    <a:pt x="2792" y="0"/>
                    <a:pt x="2420" y="372"/>
                    <a:pt x="2420" y="838"/>
                  </a:cubicBezTo>
                  <a:lnTo>
                    <a:pt x="2420" y="1140"/>
                  </a:lnTo>
                  <a:lnTo>
                    <a:pt x="0" y="1140"/>
                  </a:lnTo>
                  <a:lnTo>
                    <a:pt x="0" y="2815"/>
                  </a:lnTo>
                  <a:lnTo>
                    <a:pt x="559" y="2815"/>
                  </a:lnTo>
                  <a:lnTo>
                    <a:pt x="559" y="7561"/>
                  </a:lnTo>
                  <a:lnTo>
                    <a:pt x="1117" y="7561"/>
                  </a:lnTo>
                  <a:lnTo>
                    <a:pt x="1117" y="2792"/>
                  </a:lnTo>
                  <a:lnTo>
                    <a:pt x="2978" y="2792"/>
                  </a:lnTo>
                  <a:lnTo>
                    <a:pt x="2978" y="3908"/>
                  </a:lnTo>
                  <a:lnTo>
                    <a:pt x="2141" y="3908"/>
                  </a:lnTo>
                  <a:lnTo>
                    <a:pt x="2141" y="5583"/>
                  </a:lnTo>
                  <a:lnTo>
                    <a:pt x="2652" y="5583"/>
                  </a:lnTo>
                  <a:lnTo>
                    <a:pt x="2652" y="7561"/>
                  </a:lnTo>
                  <a:lnTo>
                    <a:pt x="3211" y="7561"/>
                  </a:lnTo>
                  <a:lnTo>
                    <a:pt x="3211" y="5583"/>
                  </a:lnTo>
                  <a:lnTo>
                    <a:pt x="5444" y="5583"/>
                  </a:lnTo>
                  <a:lnTo>
                    <a:pt x="5444" y="7561"/>
                  </a:lnTo>
                  <a:lnTo>
                    <a:pt x="6002" y="7561"/>
                  </a:lnTo>
                  <a:lnTo>
                    <a:pt x="6002" y="5583"/>
                  </a:lnTo>
                  <a:lnTo>
                    <a:pt x="6607" y="5583"/>
                  </a:lnTo>
                  <a:lnTo>
                    <a:pt x="6607" y="3908"/>
                  </a:lnTo>
                  <a:lnTo>
                    <a:pt x="5770" y="3908"/>
                  </a:lnTo>
                  <a:lnTo>
                    <a:pt x="5770" y="2792"/>
                  </a:lnTo>
                  <a:lnTo>
                    <a:pt x="7631" y="2792"/>
                  </a:lnTo>
                  <a:lnTo>
                    <a:pt x="7631" y="7561"/>
                  </a:lnTo>
                  <a:lnTo>
                    <a:pt x="8189" y="7561"/>
                  </a:lnTo>
                  <a:lnTo>
                    <a:pt x="8189" y="2792"/>
                  </a:lnTo>
                  <a:lnTo>
                    <a:pt x="8748" y="2792"/>
                  </a:lnTo>
                  <a:lnTo>
                    <a:pt x="8748" y="1117"/>
                  </a:lnTo>
                  <a:lnTo>
                    <a:pt x="6328" y="1117"/>
                  </a:lnTo>
                  <a:lnTo>
                    <a:pt x="6328" y="838"/>
                  </a:lnTo>
                  <a:cubicBezTo>
                    <a:pt x="6328" y="372"/>
                    <a:pt x="5956" y="0"/>
                    <a:pt x="54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119"/>
            <p:cNvSpPr/>
            <p:nvPr/>
          </p:nvSpPr>
          <p:spPr>
            <a:xfrm>
              <a:off x="2484050" y="1946350"/>
              <a:ext cx="477500" cy="41900"/>
            </a:xfrm>
            <a:custGeom>
              <a:avLst/>
              <a:gdLst/>
              <a:ahLst/>
              <a:cxnLst/>
              <a:rect l="l" t="t" r="r" b="b"/>
              <a:pathLst>
                <a:path w="19100" h="1676" extrusionOk="0">
                  <a:moveTo>
                    <a:pt x="0" y="0"/>
                  </a:moveTo>
                  <a:lnTo>
                    <a:pt x="0" y="1675"/>
                  </a:lnTo>
                  <a:lnTo>
                    <a:pt x="9259" y="1675"/>
                  </a:lnTo>
                  <a:lnTo>
                    <a:pt x="9259" y="1094"/>
                  </a:lnTo>
                  <a:lnTo>
                    <a:pt x="559" y="1094"/>
                  </a:lnTo>
                  <a:lnTo>
                    <a:pt x="559" y="535"/>
                  </a:lnTo>
                  <a:lnTo>
                    <a:pt x="18518" y="535"/>
                  </a:lnTo>
                  <a:lnTo>
                    <a:pt x="18518" y="1094"/>
                  </a:lnTo>
                  <a:lnTo>
                    <a:pt x="9818" y="1094"/>
                  </a:lnTo>
                  <a:lnTo>
                    <a:pt x="9818" y="1675"/>
                  </a:lnTo>
                  <a:lnTo>
                    <a:pt x="19100" y="1675"/>
                  </a:lnTo>
                  <a:lnTo>
                    <a:pt x="1910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119"/>
            <p:cNvSpPr/>
            <p:nvPr/>
          </p:nvSpPr>
          <p:spPr>
            <a:xfrm>
              <a:off x="2498000" y="2002175"/>
              <a:ext cx="449025" cy="232675"/>
            </a:xfrm>
            <a:custGeom>
              <a:avLst/>
              <a:gdLst/>
              <a:ahLst/>
              <a:cxnLst/>
              <a:rect l="l" t="t" r="r" b="b"/>
              <a:pathLst>
                <a:path w="17961" h="9307" extrusionOk="0">
                  <a:moveTo>
                    <a:pt x="15285" y="7073"/>
                  </a:moveTo>
                  <a:cubicBezTo>
                    <a:pt x="15448" y="7073"/>
                    <a:pt x="15564" y="7189"/>
                    <a:pt x="15564" y="7352"/>
                  </a:cubicBezTo>
                  <a:lnTo>
                    <a:pt x="15564" y="7654"/>
                  </a:lnTo>
                  <a:lnTo>
                    <a:pt x="12772" y="7654"/>
                  </a:lnTo>
                  <a:lnTo>
                    <a:pt x="12749" y="7352"/>
                  </a:lnTo>
                  <a:cubicBezTo>
                    <a:pt x="12749" y="7189"/>
                    <a:pt x="12889" y="7073"/>
                    <a:pt x="13052" y="7073"/>
                  </a:cubicBezTo>
                  <a:close/>
                  <a:moveTo>
                    <a:pt x="10376" y="8166"/>
                  </a:moveTo>
                  <a:lnTo>
                    <a:pt x="10376" y="8748"/>
                  </a:lnTo>
                  <a:lnTo>
                    <a:pt x="7585" y="8748"/>
                  </a:lnTo>
                  <a:lnTo>
                    <a:pt x="7585" y="8166"/>
                  </a:lnTo>
                  <a:close/>
                  <a:moveTo>
                    <a:pt x="1" y="1"/>
                  </a:moveTo>
                  <a:lnTo>
                    <a:pt x="1" y="8166"/>
                  </a:lnTo>
                  <a:lnTo>
                    <a:pt x="7026" y="8166"/>
                  </a:lnTo>
                  <a:lnTo>
                    <a:pt x="7026" y="9306"/>
                  </a:lnTo>
                  <a:lnTo>
                    <a:pt x="10935" y="9306"/>
                  </a:lnTo>
                  <a:lnTo>
                    <a:pt x="10935" y="8166"/>
                  </a:lnTo>
                  <a:lnTo>
                    <a:pt x="17960" y="8166"/>
                  </a:lnTo>
                  <a:lnTo>
                    <a:pt x="17960" y="1"/>
                  </a:lnTo>
                  <a:lnTo>
                    <a:pt x="17402" y="1"/>
                  </a:lnTo>
                  <a:lnTo>
                    <a:pt x="17402" y="7631"/>
                  </a:lnTo>
                  <a:lnTo>
                    <a:pt x="16099" y="7631"/>
                  </a:lnTo>
                  <a:lnTo>
                    <a:pt x="16099" y="7329"/>
                  </a:lnTo>
                  <a:cubicBezTo>
                    <a:pt x="16099" y="6863"/>
                    <a:pt x="15727" y="6491"/>
                    <a:pt x="15262" y="6491"/>
                  </a:cubicBezTo>
                  <a:lnTo>
                    <a:pt x="13028" y="6491"/>
                  </a:lnTo>
                  <a:cubicBezTo>
                    <a:pt x="12563" y="6491"/>
                    <a:pt x="12191" y="6863"/>
                    <a:pt x="12191" y="7329"/>
                  </a:cubicBezTo>
                  <a:lnTo>
                    <a:pt x="12191" y="7631"/>
                  </a:lnTo>
                  <a:lnTo>
                    <a:pt x="559" y="7631"/>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119"/>
            <p:cNvSpPr/>
            <p:nvPr/>
          </p:nvSpPr>
          <p:spPr>
            <a:xfrm>
              <a:off x="2781825" y="2023700"/>
              <a:ext cx="91325" cy="13975"/>
            </a:xfrm>
            <a:custGeom>
              <a:avLst/>
              <a:gdLst/>
              <a:ahLst/>
              <a:cxnLst/>
              <a:rect l="l" t="t" r="r" b="b"/>
              <a:pathLst>
                <a:path w="3653" h="559" extrusionOk="0">
                  <a:moveTo>
                    <a:pt x="0" y="0"/>
                  </a:moveTo>
                  <a:lnTo>
                    <a:pt x="0" y="559"/>
                  </a:lnTo>
                  <a:lnTo>
                    <a:pt x="3653" y="559"/>
                  </a:lnTo>
                  <a:lnTo>
                    <a:pt x="365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119"/>
            <p:cNvSpPr/>
            <p:nvPr/>
          </p:nvSpPr>
          <p:spPr>
            <a:xfrm>
              <a:off x="2859175" y="2080100"/>
              <a:ext cx="13975" cy="14000"/>
            </a:xfrm>
            <a:custGeom>
              <a:avLst/>
              <a:gdLst/>
              <a:ahLst/>
              <a:cxnLst/>
              <a:rect l="l" t="t" r="r" b="b"/>
              <a:pathLst>
                <a:path w="559" h="560" extrusionOk="0">
                  <a:moveTo>
                    <a:pt x="0" y="1"/>
                  </a:moveTo>
                  <a:lnTo>
                    <a:pt x="0"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119"/>
            <p:cNvSpPr/>
            <p:nvPr/>
          </p:nvSpPr>
          <p:spPr>
            <a:xfrm>
              <a:off x="2753900" y="2080100"/>
              <a:ext cx="91350" cy="14000"/>
            </a:xfrm>
            <a:custGeom>
              <a:avLst/>
              <a:gdLst/>
              <a:ahLst/>
              <a:cxnLst/>
              <a:rect l="l" t="t" r="r" b="b"/>
              <a:pathLst>
                <a:path w="3654" h="560" extrusionOk="0">
                  <a:moveTo>
                    <a:pt x="1" y="1"/>
                  </a:moveTo>
                  <a:lnTo>
                    <a:pt x="1" y="559"/>
                  </a:lnTo>
                  <a:lnTo>
                    <a:pt x="3653" y="559"/>
                  </a:lnTo>
                  <a:lnTo>
                    <a:pt x="365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119"/>
            <p:cNvSpPr/>
            <p:nvPr/>
          </p:nvSpPr>
          <p:spPr>
            <a:xfrm>
              <a:off x="2823700" y="2052200"/>
              <a:ext cx="49450" cy="13975"/>
            </a:xfrm>
            <a:custGeom>
              <a:avLst/>
              <a:gdLst/>
              <a:ahLst/>
              <a:cxnLst/>
              <a:rect l="l" t="t" r="r" b="b"/>
              <a:pathLst>
                <a:path w="1978" h="559" extrusionOk="0">
                  <a:moveTo>
                    <a:pt x="0" y="0"/>
                  </a:moveTo>
                  <a:lnTo>
                    <a:pt x="0" y="559"/>
                  </a:lnTo>
                  <a:lnTo>
                    <a:pt x="1978" y="559"/>
                  </a:lnTo>
                  <a:lnTo>
                    <a:pt x="197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119"/>
            <p:cNvSpPr/>
            <p:nvPr/>
          </p:nvSpPr>
          <p:spPr>
            <a:xfrm>
              <a:off x="2753900" y="2023700"/>
              <a:ext cx="14000" cy="13975"/>
            </a:xfrm>
            <a:custGeom>
              <a:avLst/>
              <a:gdLst/>
              <a:ahLst/>
              <a:cxnLst/>
              <a:rect l="l" t="t" r="r" b="b"/>
              <a:pathLst>
                <a:path w="560" h="559" extrusionOk="0">
                  <a:moveTo>
                    <a:pt x="1" y="0"/>
                  </a:moveTo>
                  <a:lnTo>
                    <a:pt x="1"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119"/>
            <p:cNvSpPr/>
            <p:nvPr/>
          </p:nvSpPr>
          <p:spPr>
            <a:xfrm>
              <a:off x="2565475" y="2024275"/>
              <a:ext cx="83775" cy="125650"/>
            </a:xfrm>
            <a:custGeom>
              <a:avLst/>
              <a:gdLst/>
              <a:ahLst/>
              <a:cxnLst/>
              <a:rect l="l" t="t" r="r" b="b"/>
              <a:pathLst>
                <a:path w="3351" h="5026" extrusionOk="0">
                  <a:moveTo>
                    <a:pt x="2396" y="559"/>
                  </a:moveTo>
                  <a:lnTo>
                    <a:pt x="2792" y="954"/>
                  </a:lnTo>
                  <a:lnTo>
                    <a:pt x="2792" y="2513"/>
                  </a:lnTo>
                  <a:lnTo>
                    <a:pt x="559" y="2513"/>
                  </a:lnTo>
                  <a:lnTo>
                    <a:pt x="559" y="954"/>
                  </a:lnTo>
                  <a:lnTo>
                    <a:pt x="954" y="559"/>
                  </a:lnTo>
                  <a:close/>
                  <a:moveTo>
                    <a:pt x="721" y="1"/>
                  </a:moveTo>
                  <a:lnTo>
                    <a:pt x="0" y="722"/>
                  </a:lnTo>
                  <a:lnTo>
                    <a:pt x="0" y="5026"/>
                  </a:lnTo>
                  <a:lnTo>
                    <a:pt x="559" y="5026"/>
                  </a:lnTo>
                  <a:lnTo>
                    <a:pt x="559" y="3071"/>
                  </a:lnTo>
                  <a:lnTo>
                    <a:pt x="2792" y="3071"/>
                  </a:lnTo>
                  <a:lnTo>
                    <a:pt x="2792" y="5026"/>
                  </a:lnTo>
                  <a:lnTo>
                    <a:pt x="3350" y="5026"/>
                  </a:lnTo>
                  <a:lnTo>
                    <a:pt x="3350" y="722"/>
                  </a:lnTo>
                  <a:lnTo>
                    <a:pt x="262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119"/>
            <p:cNvSpPr/>
            <p:nvPr/>
          </p:nvSpPr>
          <p:spPr>
            <a:xfrm>
              <a:off x="2663175" y="2059175"/>
              <a:ext cx="62850" cy="90750"/>
            </a:xfrm>
            <a:custGeom>
              <a:avLst/>
              <a:gdLst/>
              <a:ahLst/>
              <a:cxnLst/>
              <a:rect l="l" t="t" r="r" b="b"/>
              <a:pathLst>
                <a:path w="2514" h="3630" extrusionOk="0">
                  <a:moveTo>
                    <a:pt x="1955" y="1675"/>
                  </a:moveTo>
                  <a:lnTo>
                    <a:pt x="1955" y="3071"/>
                  </a:lnTo>
                  <a:lnTo>
                    <a:pt x="559" y="3071"/>
                  </a:lnTo>
                  <a:lnTo>
                    <a:pt x="559" y="1675"/>
                  </a:lnTo>
                  <a:close/>
                  <a:moveTo>
                    <a:pt x="1" y="0"/>
                  </a:moveTo>
                  <a:lnTo>
                    <a:pt x="1" y="559"/>
                  </a:lnTo>
                  <a:lnTo>
                    <a:pt x="1955" y="559"/>
                  </a:lnTo>
                  <a:lnTo>
                    <a:pt x="1955" y="1117"/>
                  </a:lnTo>
                  <a:lnTo>
                    <a:pt x="1" y="1117"/>
                  </a:lnTo>
                  <a:lnTo>
                    <a:pt x="1" y="3630"/>
                  </a:lnTo>
                  <a:lnTo>
                    <a:pt x="2513" y="3630"/>
                  </a:lnTo>
                  <a:lnTo>
                    <a:pt x="25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119"/>
            <p:cNvSpPr/>
            <p:nvPr/>
          </p:nvSpPr>
          <p:spPr>
            <a:xfrm>
              <a:off x="2753900" y="2052200"/>
              <a:ext cx="55875" cy="13975"/>
            </a:xfrm>
            <a:custGeom>
              <a:avLst/>
              <a:gdLst/>
              <a:ahLst/>
              <a:cxnLst/>
              <a:rect l="l" t="t" r="r" b="b"/>
              <a:pathLst>
                <a:path w="2235" h="559" extrusionOk="0">
                  <a:moveTo>
                    <a:pt x="1" y="0"/>
                  </a:moveTo>
                  <a:lnTo>
                    <a:pt x="1" y="559"/>
                  </a:lnTo>
                  <a:lnTo>
                    <a:pt x="2234" y="559"/>
                  </a:lnTo>
                  <a:lnTo>
                    <a:pt x="223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8" name="Google Shape;5268;p119"/>
          <p:cNvGrpSpPr/>
          <p:nvPr/>
        </p:nvGrpSpPr>
        <p:grpSpPr>
          <a:xfrm>
            <a:off x="2498000" y="1229250"/>
            <a:ext cx="449025" cy="477500"/>
            <a:chOff x="2498000" y="1229250"/>
            <a:chExt cx="449025" cy="477500"/>
          </a:xfrm>
        </p:grpSpPr>
        <p:sp>
          <p:nvSpPr>
            <p:cNvPr id="5269" name="Google Shape;5269;p119"/>
            <p:cNvSpPr/>
            <p:nvPr/>
          </p:nvSpPr>
          <p:spPr>
            <a:xfrm>
              <a:off x="2504975" y="1559575"/>
              <a:ext cx="435075" cy="55875"/>
            </a:xfrm>
            <a:custGeom>
              <a:avLst/>
              <a:gdLst/>
              <a:ahLst/>
              <a:cxnLst/>
              <a:rect l="l" t="t" r="r" b="b"/>
              <a:pathLst>
                <a:path w="17403" h="2235" extrusionOk="0">
                  <a:moveTo>
                    <a:pt x="1" y="1"/>
                  </a:moveTo>
                  <a:lnTo>
                    <a:pt x="1" y="2234"/>
                  </a:lnTo>
                  <a:lnTo>
                    <a:pt x="17402" y="2234"/>
                  </a:lnTo>
                  <a:lnTo>
                    <a:pt x="1740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119"/>
            <p:cNvSpPr/>
            <p:nvPr/>
          </p:nvSpPr>
          <p:spPr>
            <a:xfrm>
              <a:off x="2680625" y="1616000"/>
              <a:ext cx="83775" cy="55850"/>
            </a:xfrm>
            <a:custGeom>
              <a:avLst/>
              <a:gdLst/>
              <a:ahLst/>
              <a:cxnLst/>
              <a:rect l="l" t="t" r="r" b="b"/>
              <a:pathLst>
                <a:path w="3351" h="2234" extrusionOk="0">
                  <a:moveTo>
                    <a:pt x="0" y="2234"/>
                  </a:moveTo>
                  <a:lnTo>
                    <a:pt x="3350" y="2234"/>
                  </a:lnTo>
                  <a:lnTo>
                    <a:pt x="2815" y="1117"/>
                  </a:lnTo>
                  <a:lnTo>
                    <a:pt x="2815" y="0"/>
                  </a:lnTo>
                  <a:lnTo>
                    <a:pt x="582" y="0"/>
                  </a:lnTo>
                  <a:lnTo>
                    <a:pt x="582" y="1117"/>
                  </a:lnTo>
                  <a:close/>
                  <a:moveTo>
                    <a:pt x="0" y="2234"/>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119"/>
            <p:cNvSpPr/>
            <p:nvPr/>
          </p:nvSpPr>
          <p:spPr>
            <a:xfrm>
              <a:off x="2610825" y="1671825"/>
              <a:ext cx="223950" cy="27950"/>
            </a:xfrm>
            <a:custGeom>
              <a:avLst/>
              <a:gdLst/>
              <a:ahLst/>
              <a:cxnLst/>
              <a:rect l="l" t="t" r="r" b="b"/>
              <a:pathLst>
                <a:path w="8958" h="1118" extrusionOk="0">
                  <a:moveTo>
                    <a:pt x="1" y="1117"/>
                  </a:moveTo>
                  <a:lnTo>
                    <a:pt x="8957" y="1117"/>
                  </a:lnTo>
                  <a:lnTo>
                    <a:pt x="8957" y="559"/>
                  </a:lnTo>
                  <a:cubicBezTo>
                    <a:pt x="8934" y="257"/>
                    <a:pt x="8701" y="1"/>
                    <a:pt x="8399" y="1"/>
                  </a:cubicBezTo>
                  <a:lnTo>
                    <a:pt x="559" y="1"/>
                  </a:lnTo>
                  <a:cubicBezTo>
                    <a:pt x="257" y="1"/>
                    <a:pt x="1" y="257"/>
                    <a:pt x="1" y="559"/>
                  </a:cubicBezTo>
                  <a:close/>
                  <a:moveTo>
                    <a:pt x="1" y="1117"/>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119"/>
            <p:cNvSpPr/>
            <p:nvPr/>
          </p:nvSpPr>
          <p:spPr>
            <a:xfrm>
              <a:off x="2504975" y="1312975"/>
              <a:ext cx="435075" cy="246625"/>
            </a:xfrm>
            <a:custGeom>
              <a:avLst/>
              <a:gdLst/>
              <a:ahLst/>
              <a:cxnLst/>
              <a:rect l="l" t="t" r="r" b="b"/>
              <a:pathLst>
                <a:path w="17403" h="9865" extrusionOk="0">
                  <a:moveTo>
                    <a:pt x="1" y="9865"/>
                  </a:moveTo>
                  <a:lnTo>
                    <a:pt x="2560" y="9865"/>
                  </a:lnTo>
                  <a:lnTo>
                    <a:pt x="2560" y="1"/>
                  </a:lnTo>
                  <a:lnTo>
                    <a:pt x="1" y="1"/>
                  </a:lnTo>
                  <a:close/>
                  <a:moveTo>
                    <a:pt x="14866" y="9865"/>
                  </a:moveTo>
                  <a:lnTo>
                    <a:pt x="17402" y="9865"/>
                  </a:lnTo>
                  <a:lnTo>
                    <a:pt x="17402" y="1"/>
                  </a:lnTo>
                  <a:lnTo>
                    <a:pt x="14843" y="1"/>
                  </a:lnTo>
                  <a:close/>
                  <a:moveTo>
                    <a:pt x="14866" y="9865"/>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119"/>
            <p:cNvSpPr/>
            <p:nvPr/>
          </p:nvSpPr>
          <p:spPr>
            <a:xfrm>
              <a:off x="2568950" y="1236225"/>
              <a:ext cx="307700" cy="323375"/>
            </a:xfrm>
            <a:custGeom>
              <a:avLst/>
              <a:gdLst/>
              <a:ahLst/>
              <a:cxnLst/>
              <a:rect l="l" t="t" r="r" b="b"/>
              <a:pathLst>
                <a:path w="12308" h="12935" extrusionOk="0">
                  <a:moveTo>
                    <a:pt x="1" y="12935"/>
                  </a:moveTo>
                  <a:lnTo>
                    <a:pt x="12307" y="12935"/>
                  </a:lnTo>
                  <a:lnTo>
                    <a:pt x="12307" y="0"/>
                  </a:lnTo>
                  <a:lnTo>
                    <a:pt x="2234" y="0"/>
                  </a:lnTo>
                  <a:lnTo>
                    <a:pt x="2234" y="2233"/>
                  </a:lnTo>
                  <a:lnTo>
                    <a:pt x="1" y="2233"/>
                  </a:lnTo>
                  <a:close/>
                  <a:moveTo>
                    <a:pt x="1" y="12935"/>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119"/>
            <p:cNvSpPr/>
            <p:nvPr/>
          </p:nvSpPr>
          <p:spPr>
            <a:xfrm>
              <a:off x="2568950" y="1236225"/>
              <a:ext cx="55875" cy="55850"/>
            </a:xfrm>
            <a:custGeom>
              <a:avLst/>
              <a:gdLst/>
              <a:ahLst/>
              <a:cxnLst/>
              <a:rect l="l" t="t" r="r" b="b"/>
              <a:pathLst>
                <a:path w="2235" h="2234" extrusionOk="0">
                  <a:moveTo>
                    <a:pt x="1" y="2233"/>
                  </a:moveTo>
                  <a:lnTo>
                    <a:pt x="2234" y="2233"/>
                  </a:lnTo>
                  <a:lnTo>
                    <a:pt x="2234" y="0"/>
                  </a:lnTo>
                  <a:close/>
                  <a:moveTo>
                    <a:pt x="1" y="2233"/>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119"/>
            <p:cNvSpPr/>
            <p:nvPr/>
          </p:nvSpPr>
          <p:spPr>
            <a:xfrm>
              <a:off x="2568950" y="1236225"/>
              <a:ext cx="69825" cy="323375"/>
            </a:xfrm>
            <a:custGeom>
              <a:avLst/>
              <a:gdLst/>
              <a:ahLst/>
              <a:cxnLst/>
              <a:rect l="l" t="t" r="r" b="b"/>
              <a:pathLst>
                <a:path w="2793" h="12935" extrusionOk="0">
                  <a:moveTo>
                    <a:pt x="1" y="12935"/>
                  </a:moveTo>
                  <a:lnTo>
                    <a:pt x="559" y="12935"/>
                  </a:lnTo>
                  <a:lnTo>
                    <a:pt x="559" y="2233"/>
                  </a:lnTo>
                  <a:lnTo>
                    <a:pt x="1" y="2233"/>
                  </a:lnTo>
                  <a:close/>
                  <a:moveTo>
                    <a:pt x="2792" y="0"/>
                  </a:moveTo>
                  <a:lnTo>
                    <a:pt x="2234" y="0"/>
                  </a:lnTo>
                  <a:lnTo>
                    <a:pt x="2234" y="2513"/>
                  </a:lnTo>
                  <a:lnTo>
                    <a:pt x="2792" y="2513"/>
                  </a:lnTo>
                  <a:close/>
                  <a:moveTo>
                    <a:pt x="2792" y="0"/>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119"/>
            <p:cNvSpPr/>
            <p:nvPr/>
          </p:nvSpPr>
          <p:spPr>
            <a:xfrm>
              <a:off x="2568950" y="1236225"/>
              <a:ext cx="55875" cy="55850"/>
            </a:xfrm>
            <a:custGeom>
              <a:avLst/>
              <a:gdLst/>
              <a:ahLst/>
              <a:cxnLst/>
              <a:rect l="l" t="t" r="r" b="b"/>
              <a:pathLst>
                <a:path w="2235" h="2234" extrusionOk="0">
                  <a:moveTo>
                    <a:pt x="1" y="2233"/>
                  </a:moveTo>
                  <a:lnTo>
                    <a:pt x="838" y="2233"/>
                  </a:lnTo>
                  <a:lnTo>
                    <a:pt x="2234" y="838"/>
                  </a:lnTo>
                  <a:lnTo>
                    <a:pt x="2234" y="0"/>
                  </a:lnTo>
                  <a:close/>
                  <a:moveTo>
                    <a:pt x="1" y="2233"/>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119"/>
            <p:cNvSpPr/>
            <p:nvPr/>
          </p:nvSpPr>
          <p:spPr>
            <a:xfrm>
              <a:off x="2504975" y="1312975"/>
              <a:ext cx="20975" cy="246625"/>
            </a:xfrm>
            <a:custGeom>
              <a:avLst/>
              <a:gdLst/>
              <a:ahLst/>
              <a:cxnLst/>
              <a:rect l="l" t="t" r="r" b="b"/>
              <a:pathLst>
                <a:path w="839" h="9865" extrusionOk="0">
                  <a:moveTo>
                    <a:pt x="1" y="1"/>
                  </a:moveTo>
                  <a:lnTo>
                    <a:pt x="1" y="9865"/>
                  </a:lnTo>
                  <a:lnTo>
                    <a:pt x="838" y="9865"/>
                  </a:lnTo>
                  <a:lnTo>
                    <a:pt x="8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119"/>
            <p:cNvSpPr/>
            <p:nvPr/>
          </p:nvSpPr>
          <p:spPr>
            <a:xfrm>
              <a:off x="2504975" y="1559575"/>
              <a:ext cx="20975" cy="55875"/>
            </a:xfrm>
            <a:custGeom>
              <a:avLst/>
              <a:gdLst/>
              <a:ahLst/>
              <a:cxnLst/>
              <a:rect l="l" t="t" r="r" b="b"/>
              <a:pathLst>
                <a:path w="839" h="2235" extrusionOk="0">
                  <a:moveTo>
                    <a:pt x="1" y="1"/>
                  </a:moveTo>
                  <a:lnTo>
                    <a:pt x="1" y="2234"/>
                  </a:lnTo>
                  <a:lnTo>
                    <a:pt x="838" y="2234"/>
                  </a:lnTo>
                  <a:lnTo>
                    <a:pt x="83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119"/>
            <p:cNvSpPr/>
            <p:nvPr/>
          </p:nvSpPr>
          <p:spPr>
            <a:xfrm>
              <a:off x="2680625" y="1615425"/>
              <a:ext cx="34925" cy="56425"/>
            </a:xfrm>
            <a:custGeom>
              <a:avLst/>
              <a:gdLst/>
              <a:ahLst/>
              <a:cxnLst/>
              <a:rect l="l" t="t" r="r" b="b"/>
              <a:pathLst>
                <a:path w="1397" h="2257" extrusionOk="0">
                  <a:moveTo>
                    <a:pt x="0" y="2257"/>
                  </a:moveTo>
                  <a:lnTo>
                    <a:pt x="838" y="2257"/>
                  </a:lnTo>
                  <a:lnTo>
                    <a:pt x="1396" y="1140"/>
                  </a:lnTo>
                  <a:lnTo>
                    <a:pt x="1396" y="0"/>
                  </a:lnTo>
                  <a:lnTo>
                    <a:pt x="559" y="0"/>
                  </a:lnTo>
                  <a:lnTo>
                    <a:pt x="559" y="1140"/>
                  </a:lnTo>
                  <a:close/>
                  <a:moveTo>
                    <a:pt x="0" y="2257"/>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119"/>
            <p:cNvSpPr/>
            <p:nvPr/>
          </p:nvSpPr>
          <p:spPr>
            <a:xfrm>
              <a:off x="2905125" y="1333925"/>
              <a:ext cx="13975" cy="70400"/>
            </a:xfrm>
            <a:custGeom>
              <a:avLst/>
              <a:gdLst/>
              <a:ahLst/>
              <a:cxnLst/>
              <a:rect l="l" t="t" r="r" b="b"/>
              <a:pathLst>
                <a:path w="559" h="2816" extrusionOk="0">
                  <a:moveTo>
                    <a:pt x="0" y="0"/>
                  </a:moveTo>
                  <a:lnTo>
                    <a:pt x="0" y="582"/>
                  </a:lnTo>
                  <a:lnTo>
                    <a:pt x="559" y="582"/>
                  </a:lnTo>
                  <a:lnTo>
                    <a:pt x="559" y="0"/>
                  </a:lnTo>
                  <a:close/>
                  <a:moveTo>
                    <a:pt x="0" y="1140"/>
                  </a:moveTo>
                  <a:lnTo>
                    <a:pt x="0" y="2815"/>
                  </a:lnTo>
                  <a:lnTo>
                    <a:pt x="559" y="2815"/>
                  </a:lnTo>
                  <a:lnTo>
                    <a:pt x="559" y="114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119"/>
            <p:cNvSpPr/>
            <p:nvPr/>
          </p:nvSpPr>
          <p:spPr>
            <a:xfrm>
              <a:off x="2610825" y="1671825"/>
              <a:ext cx="34925" cy="27950"/>
            </a:xfrm>
            <a:custGeom>
              <a:avLst/>
              <a:gdLst/>
              <a:ahLst/>
              <a:cxnLst/>
              <a:rect l="l" t="t" r="r" b="b"/>
              <a:pathLst>
                <a:path w="1397" h="1118" extrusionOk="0">
                  <a:moveTo>
                    <a:pt x="1" y="1117"/>
                  </a:moveTo>
                  <a:lnTo>
                    <a:pt x="838" y="1117"/>
                  </a:lnTo>
                  <a:lnTo>
                    <a:pt x="838" y="559"/>
                  </a:lnTo>
                  <a:cubicBezTo>
                    <a:pt x="838" y="257"/>
                    <a:pt x="1094" y="1"/>
                    <a:pt x="1397" y="1"/>
                  </a:cubicBezTo>
                  <a:lnTo>
                    <a:pt x="559" y="1"/>
                  </a:lnTo>
                  <a:cubicBezTo>
                    <a:pt x="257" y="1"/>
                    <a:pt x="1" y="257"/>
                    <a:pt x="1" y="559"/>
                  </a:cubicBezTo>
                  <a:close/>
                  <a:moveTo>
                    <a:pt x="1" y="1117"/>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119"/>
            <p:cNvSpPr/>
            <p:nvPr/>
          </p:nvSpPr>
          <p:spPr>
            <a:xfrm>
              <a:off x="2498000" y="1229250"/>
              <a:ext cx="449025" cy="477500"/>
            </a:xfrm>
            <a:custGeom>
              <a:avLst/>
              <a:gdLst/>
              <a:ahLst/>
              <a:cxnLst/>
              <a:rect l="l" t="t" r="r" b="b"/>
              <a:pathLst>
                <a:path w="17961" h="19100" extrusionOk="0">
                  <a:moveTo>
                    <a:pt x="4770" y="954"/>
                  </a:moveTo>
                  <a:lnTo>
                    <a:pt x="4770" y="2233"/>
                  </a:lnTo>
                  <a:lnTo>
                    <a:pt x="3490" y="2233"/>
                  </a:lnTo>
                  <a:lnTo>
                    <a:pt x="4770" y="954"/>
                  </a:lnTo>
                  <a:close/>
                  <a:moveTo>
                    <a:pt x="17402" y="3629"/>
                  </a:moveTo>
                  <a:lnTo>
                    <a:pt x="17402" y="12935"/>
                  </a:lnTo>
                  <a:lnTo>
                    <a:pt x="15401" y="12935"/>
                  </a:lnTo>
                  <a:lnTo>
                    <a:pt x="15401" y="3629"/>
                  </a:lnTo>
                  <a:close/>
                  <a:moveTo>
                    <a:pt x="9818" y="15726"/>
                  </a:moveTo>
                  <a:lnTo>
                    <a:pt x="9818" y="16634"/>
                  </a:lnTo>
                  <a:lnTo>
                    <a:pt x="10190" y="17425"/>
                  </a:lnTo>
                  <a:lnTo>
                    <a:pt x="7747" y="17425"/>
                  </a:lnTo>
                  <a:lnTo>
                    <a:pt x="8143" y="16634"/>
                  </a:lnTo>
                  <a:lnTo>
                    <a:pt x="8143" y="15726"/>
                  </a:lnTo>
                  <a:close/>
                  <a:moveTo>
                    <a:pt x="12912" y="17960"/>
                  </a:moveTo>
                  <a:cubicBezTo>
                    <a:pt x="13075" y="17960"/>
                    <a:pt x="13214" y="18099"/>
                    <a:pt x="13214" y="18262"/>
                  </a:cubicBezTo>
                  <a:lnTo>
                    <a:pt x="13168" y="18262"/>
                  </a:lnTo>
                  <a:lnTo>
                    <a:pt x="13168" y="18541"/>
                  </a:lnTo>
                  <a:lnTo>
                    <a:pt x="4793" y="18541"/>
                  </a:lnTo>
                  <a:lnTo>
                    <a:pt x="4793" y="18262"/>
                  </a:lnTo>
                  <a:cubicBezTo>
                    <a:pt x="4793" y="18099"/>
                    <a:pt x="4909" y="17960"/>
                    <a:pt x="5072" y="17960"/>
                  </a:cubicBezTo>
                  <a:close/>
                  <a:moveTo>
                    <a:pt x="4956" y="0"/>
                  </a:moveTo>
                  <a:lnTo>
                    <a:pt x="2560" y="2396"/>
                  </a:lnTo>
                  <a:lnTo>
                    <a:pt x="2560" y="3071"/>
                  </a:lnTo>
                  <a:lnTo>
                    <a:pt x="1" y="3071"/>
                  </a:lnTo>
                  <a:lnTo>
                    <a:pt x="1" y="5304"/>
                  </a:lnTo>
                  <a:lnTo>
                    <a:pt x="559" y="5304"/>
                  </a:lnTo>
                  <a:lnTo>
                    <a:pt x="559" y="3629"/>
                  </a:lnTo>
                  <a:lnTo>
                    <a:pt x="2560" y="3629"/>
                  </a:lnTo>
                  <a:lnTo>
                    <a:pt x="2560" y="12376"/>
                  </a:lnTo>
                  <a:lnTo>
                    <a:pt x="3118" y="12376"/>
                  </a:lnTo>
                  <a:lnTo>
                    <a:pt x="3118" y="2792"/>
                  </a:lnTo>
                  <a:lnTo>
                    <a:pt x="5351" y="2792"/>
                  </a:lnTo>
                  <a:lnTo>
                    <a:pt x="5351" y="558"/>
                  </a:lnTo>
                  <a:lnTo>
                    <a:pt x="14866" y="558"/>
                  </a:lnTo>
                  <a:lnTo>
                    <a:pt x="14866" y="12935"/>
                  </a:lnTo>
                  <a:lnTo>
                    <a:pt x="559" y="12935"/>
                  </a:lnTo>
                  <a:lnTo>
                    <a:pt x="559" y="5886"/>
                  </a:lnTo>
                  <a:lnTo>
                    <a:pt x="1" y="5886"/>
                  </a:lnTo>
                  <a:lnTo>
                    <a:pt x="1" y="15750"/>
                  </a:lnTo>
                  <a:lnTo>
                    <a:pt x="7585" y="15750"/>
                  </a:lnTo>
                  <a:lnTo>
                    <a:pt x="7585" y="16517"/>
                  </a:lnTo>
                  <a:lnTo>
                    <a:pt x="7143" y="17425"/>
                  </a:lnTo>
                  <a:lnTo>
                    <a:pt x="5072" y="17425"/>
                  </a:lnTo>
                  <a:cubicBezTo>
                    <a:pt x="4607" y="17425"/>
                    <a:pt x="4235" y="17797"/>
                    <a:pt x="4235" y="18262"/>
                  </a:cubicBezTo>
                  <a:lnTo>
                    <a:pt x="4235" y="19100"/>
                  </a:lnTo>
                  <a:lnTo>
                    <a:pt x="13750" y="19100"/>
                  </a:lnTo>
                  <a:lnTo>
                    <a:pt x="13750" y="18262"/>
                  </a:lnTo>
                  <a:cubicBezTo>
                    <a:pt x="13750" y="17797"/>
                    <a:pt x="13354" y="17425"/>
                    <a:pt x="12889" y="17425"/>
                  </a:cubicBezTo>
                  <a:lnTo>
                    <a:pt x="10842" y="17425"/>
                  </a:lnTo>
                  <a:lnTo>
                    <a:pt x="10376" y="16517"/>
                  </a:lnTo>
                  <a:lnTo>
                    <a:pt x="10376" y="15750"/>
                  </a:lnTo>
                  <a:lnTo>
                    <a:pt x="15169" y="15750"/>
                  </a:lnTo>
                  <a:lnTo>
                    <a:pt x="15169" y="15191"/>
                  </a:lnTo>
                  <a:lnTo>
                    <a:pt x="559" y="15191"/>
                  </a:lnTo>
                  <a:lnTo>
                    <a:pt x="559" y="13493"/>
                  </a:lnTo>
                  <a:lnTo>
                    <a:pt x="17425" y="13493"/>
                  </a:lnTo>
                  <a:lnTo>
                    <a:pt x="17425" y="15191"/>
                  </a:lnTo>
                  <a:lnTo>
                    <a:pt x="15750" y="15191"/>
                  </a:lnTo>
                  <a:lnTo>
                    <a:pt x="15750" y="15750"/>
                  </a:lnTo>
                  <a:lnTo>
                    <a:pt x="17960" y="15750"/>
                  </a:lnTo>
                  <a:lnTo>
                    <a:pt x="17960" y="3071"/>
                  </a:lnTo>
                  <a:lnTo>
                    <a:pt x="15425" y="3071"/>
                  </a:lnTo>
                  <a:lnTo>
                    <a:pt x="154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119"/>
            <p:cNvSpPr/>
            <p:nvPr/>
          </p:nvSpPr>
          <p:spPr>
            <a:xfrm>
              <a:off x="2715525" y="1580525"/>
              <a:ext cx="13975" cy="13975"/>
            </a:xfrm>
            <a:custGeom>
              <a:avLst/>
              <a:gdLst/>
              <a:ahLst/>
              <a:cxnLst/>
              <a:rect l="l" t="t" r="r" b="b"/>
              <a:pathLst>
                <a:path w="559" h="559" extrusionOk="0">
                  <a:moveTo>
                    <a:pt x="0" y="0"/>
                  </a:moveTo>
                  <a:lnTo>
                    <a:pt x="0"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119"/>
            <p:cNvSpPr/>
            <p:nvPr/>
          </p:nvSpPr>
          <p:spPr>
            <a:xfrm>
              <a:off x="2602700" y="1395575"/>
              <a:ext cx="59325" cy="44800"/>
            </a:xfrm>
            <a:custGeom>
              <a:avLst/>
              <a:gdLst/>
              <a:ahLst/>
              <a:cxnLst/>
              <a:rect l="l" t="t" r="r" b="b"/>
              <a:pathLst>
                <a:path w="2373" h="1792" extrusionOk="0">
                  <a:moveTo>
                    <a:pt x="1978" y="0"/>
                  </a:moveTo>
                  <a:lnTo>
                    <a:pt x="977" y="1001"/>
                  </a:lnTo>
                  <a:lnTo>
                    <a:pt x="396" y="419"/>
                  </a:lnTo>
                  <a:lnTo>
                    <a:pt x="0" y="815"/>
                  </a:lnTo>
                  <a:lnTo>
                    <a:pt x="977" y="1792"/>
                  </a:lnTo>
                  <a:lnTo>
                    <a:pt x="2373" y="396"/>
                  </a:lnTo>
                  <a:lnTo>
                    <a:pt x="197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119"/>
            <p:cNvSpPr/>
            <p:nvPr/>
          </p:nvSpPr>
          <p:spPr>
            <a:xfrm>
              <a:off x="2602700" y="1311825"/>
              <a:ext cx="59325" cy="44225"/>
            </a:xfrm>
            <a:custGeom>
              <a:avLst/>
              <a:gdLst/>
              <a:ahLst/>
              <a:cxnLst/>
              <a:rect l="l" t="t" r="r" b="b"/>
              <a:pathLst>
                <a:path w="2373" h="1769" extrusionOk="0">
                  <a:moveTo>
                    <a:pt x="1978" y="0"/>
                  </a:moveTo>
                  <a:lnTo>
                    <a:pt x="977" y="1001"/>
                  </a:lnTo>
                  <a:lnTo>
                    <a:pt x="396" y="419"/>
                  </a:lnTo>
                  <a:lnTo>
                    <a:pt x="0" y="815"/>
                  </a:lnTo>
                  <a:lnTo>
                    <a:pt x="977" y="1768"/>
                  </a:lnTo>
                  <a:lnTo>
                    <a:pt x="2373" y="396"/>
                  </a:lnTo>
                  <a:lnTo>
                    <a:pt x="197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119"/>
            <p:cNvSpPr/>
            <p:nvPr/>
          </p:nvSpPr>
          <p:spPr>
            <a:xfrm>
              <a:off x="2682375" y="1486300"/>
              <a:ext cx="141350" cy="13975"/>
            </a:xfrm>
            <a:custGeom>
              <a:avLst/>
              <a:gdLst/>
              <a:ahLst/>
              <a:cxnLst/>
              <a:rect l="l" t="t" r="r" b="b"/>
              <a:pathLst>
                <a:path w="5654" h="559" extrusionOk="0">
                  <a:moveTo>
                    <a:pt x="0" y="1"/>
                  </a:moveTo>
                  <a:lnTo>
                    <a:pt x="0" y="559"/>
                  </a:lnTo>
                  <a:lnTo>
                    <a:pt x="5653" y="559"/>
                  </a:lnTo>
                  <a:lnTo>
                    <a:pt x="565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119"/>
            <p:cNvSpPr/>
            <p:nvPr/>
          </p:nvSpPr>
          <p:spPr>
            <a:xfrm>
              <a:off x="2682375" y="1402550"/>
              <a:ext cx="141350" cy="13975"/>
            </a:xfrm>
            <a:custGeom>
              <a:avLst/>
              <a:gdLst/>
              <a:ahLst/>
              <a:cxnLst/>
              <a:rect l="l" t="t" r="r" b="b"/>
              <a:pathLst>
                <a:path w="5654" h="559" extrusionOk="0">
                  <a:moveTo>
                    <a:pt x="0" y="1"/>
                  </a:moveTo>
                  <a:lnTo>
                    <a:pt x="0" y="559"/>
                  </a:lnTo>
                  <a:lnTo>
                    <a:pt x="5653" y="559"/>
                  </a:lnTo>
                  <a:lnTo>
                    <a:pt x="565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119"/>
            <p:cNvSpPr/>
            <p:nvPr/>
          </p:nvSpPr>
          <p:spPr>
            <a:xfrm>
              <a:off x="2682375" y="1430475"/>
              <a:ext cx="111100" cy="13975"/>
            </a:xfrm>
            <a:custGeom>
              <a:avLst/>
              <a:gdLst/>
              <a:ahLst/>
              <a:cxnLst/>
              <a:rect l="l" t="t" r="r" b="b"/>
              <a:pathLst>
                <a:path w="4444" h="559" extrusionOk="0">
                  <a:moveTo>
                    <a:pt x="0" y="0"/>
                  </a:moveTo>
                  <a:lnTo>
                    <a:pt x="0" y="559"/>
                  </a:lnTo>
                  <a:lnTo>
                    <a:pt x="4444" y="559"/>
                  </a:lnTo>
                  <a:lnTo>
                    <a:pt x="44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119"/>
            <p:cNvSpPr/>
            <p:nvPr/>
          </p:nvSpPr>
          <p:spPr>
            <a:xfrm>
              <a:off x="2682375" y="1514225"/>
              <a:ext cx="111100" cy="13975"/>
            </a:xfrm>
            <a:custGeom>
              <a:avLst/>
              <a:gdLst/>
              <a:ahLst/>
              <a:cxnLst/>
              <a:rect l="l" t="t" r="r" b="b"/>
              <a:pathLst>
                <a:path w="4444" h="559" extrusionOk="0">
                  <a:moveTo>
                    <a:pt x="0" y="0"/>
                  </a:moveTo>
                  <a:lnTo>
                    <a:pt x="0" y="559"/>
                  </a:lnTo>
                  <a:lnTo>
                    <a:pt x="4444" y="559"/>
                  </a:lnTo>
                  <a:lnTo>
                    <a:pt x="44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119"/>
            <p:cNvSpPr/>
            <p:nvPr/>
          </p:nvSpPr>
          <p:spPr>
            <a:xfrm>
              <a:off x="2682375" y="1318225"/>
              <a:ext cx="141350" cy="13975"/>
            </a:xfrm>
            <a:custGeom>
              <a:avLst/>
              <a:gdLst/>
              <a:ahLst/>
              <a:cxnLst/>
              <a:rect l="l" t="t" r="r" b="b"/>
              <a:pathLst>
                <a:path w="5654" h="559" extrusionOk="0">
                  <a:moveTo>
                    <a:pt x="0" y="0"/>
                  </a:moveTo>
                  <a:lnTo>
                    <a:pt x="0" y="559"/>
                  </a:lnTo>
                  <a:lnTo>
                    <a:pt x="5653" y="559"/>
                  </a:lnTo>
                  <a:lnTo>
                    <a:pt x="565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119"/>
            <p:cNvSpPr/>
            <p:nvPr/>
          </p:nvSpPr>
          <p:spPr>
            <a:xfrm>
              <a:off x="2602700" y="1479325"/>
              <a:ext cx="59325" cy="44800"/>
            </a:xfrm>
            <a:custGeom>
              <a:avLst/>
              <a:gdLst/>
              <a:ahLst/>
              <a:cxnLst/>
              <a:rect l="l" t="t" r="r" b="b"/>
              <a:pathLst>
                <a:path w="2373" h="1792" extrusionOk="0">
                  <a:moveTo>
                    <a:pt x="1978" y="0"/>
                  </a:moveTo>
                  <a:lnTo>
                    <a:pt x="977" y="1001"/>
                  </a:lnTo>
                  <a:lnTo>
                    <a:pt x="396" y="419"/>
                  </a:lnTo>
                  <a:lnTo>
                    <a:pt x="0" y="815"/>
                  </a:lnTo>
                  <a:lnTo>
                    <a:pt x="977" y="1792"/>
                  </a:lnTo>
                  <a:lnTo>
                    <a:pt x="2373" y="419"/>
                  </a:lnTo>
                  <a:lnTo>
                    <a:pt x="197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119"/>
            <p:cNvSpPr/>
            <p:nvPr/>
          </p:nvSpPr>
          <p:spPr>
            <a:xfrm>
              <a:off x="2682375" y="1346150"/>
              <a:ext cx="111100" cy="13975"/>
            </a:xfrm>
            <a:custGeom>
              <a:avLst/>
              <a:gdLst/>
              <a:ahLst/>
              <a:cxnLst/>
              <a:rect l="l" t="t" r="r" b="b"/>
              <a:pathLst>
                <a:path w="4444" h="559" extrusionOk="0">
                  <a:moveTo>
                    <a:pt x="0" y="0"/>
                  </a:moveTo>
                  <a:lnTo>
                    <a:pt x="0" y="558"/>
                  </a:lnTo>
                  <a:lnTo>
                    <a:pt x="4444" y="558"/>
                  </a:lnTo>
                  <a:lnTo>
                    <a:pt x="44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119"/>
            <p:cNvSpPr/>
            <p:nvPr/>
          </p:nvSpPr>
          <p:spPr>
            <a:xfrm>
              <a:off x="2698650" y="1271100"/>
              <a:ext cx="69825" cy="14000"/>
            </a:xfrm>
            <a:custGeom>
              <a:avLst/>
              <a:gdLst/>
              <a:ahLst/>
              <a:cxnLst/>
              <a:rect l="l" t="t" r="r" b="b"/>
              <a:pathLst>
                <a:path w="2793" h="560" extrusionOk="0">
                  <a:moveTo>
                    <a:pt x="1" y="1"/>
                  </a:moveTo>
                  <a:lnTo>
                    <a:pt x="1" y="559"/>
                  </a:lnTo>
                  <a:lnTo>
                    <a:pt x="2792" y="559"/>
                  </a:lnTo>
                  <a:lnTo>
                    <a:pt x="279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4" name="Google Shape;5294;p119"/>
          <p:cNvGrpSpPr/>
          <p:nvPr/>
        </p:nvGrpSpPr>
        <p:grpSpPr>
          <a:xfrm>
            <a:off x="3259900" y="4096500"/>
            <a:ext cx="405400" cy="478100"/>
            <a:chOff x="3259900" y="4096500"/>
            <a:chExt cx="405400" cy="478100"/>
          </a:xfrm>
        </p:grpSpPr>
        <p:sp>
          <p:nvSpPr>
            <p:cNvPr id="5295" name="Google Shape;5295;p119"/>
            <p:cNvSpPr/>
            <p:nvPr/>
          </p:nvSpPr>
          <p:spPr>
            <a:xfrm>
              <a:off x="3266875" y="4147100"/>
              <a:ext cx="55850" cy="377475"/>
            </a:xfrm>
            <a:custGeom>
              <a:avLst/>
              <a:gdLst/>
              <a:ahLst/>
              <a:cxnLst/>
              <a:rect l="l" t="t" r="r" b="b"/>
              <a:pathLst>
                <a:path w="2234" h="15099" extrusionOk="0">
                  <a:moveTo>
                    <a:pt x="0" y="1117"/>
                  </a:moveTo>
                  <a:lnTo>
                    <a:pt x="2234" y="1117"/>
                  </a:lnTo>
                  <a:lnTo>
                    <a:pt x="2234" y="0"/>
                  </a:lnTo>
                  <a:lnTo>
                    <a:pt x="0" y="0"/>
                  </a:lnTo>
                  <a:close/>
                  <a:moveTo>
                    <a:pt x="0" y="15098"/>
                  </a:moveTo>
                  <a:lnTo>
                    <a:pt x="2234" y="15098"/>
                  </a:lnTo>
                  <a:lnTo>
                    <a:pt x="2234" y="13982"/>
                  </a:lnTo>
                  <a:lnTo>
                    <a:pt x="0" y="13982"/>
                  </a:lnTo>
                  <a:close/>
                  <a:moveTo>
                    <a:pt x="0" y="12307"/>
                  </a:moveTo>
                  <a:lnTo>
                    <a:pt x="2234" y="12307"/>
                  </a:lnTo>
                  <a:lnTo>
                    <a:pt x="2234" y="11190"/>
                  </a:lnTo>
                  <a:lnTo>
                    <a:pt x="0" y="11190"/>
                  </a:lnTo>
                  <a:close/>
                  <a:moveTo>
                    <a:pt x="0" y="9492"/>
                  </a:moveTo>
                  <a:lnTo>
                    <a:pt x="2234" y="9492"/>
                  </a:lnTo>
                  <a:lnTo>
                    <a:pt x="2234" y="8375"/>
                  </a:lnTo>
                  <a:lnTo>
                    <a:pt x="0" y="8375"/>
                  </a:lnTo>
                  <a:close/>
                  <a:moveTo>
                    <a:pt x="0" y="6700"/>
                  </a:moveTo>
                  <a:lnTo>
                    <a:pt x="2234" y="6700"/>
                  </a:lnTo>
                  <a:lnTo>
                    <a:pt x="2234" y="5584"/>
                  </a:lnTo>
                  <a:lnTo>
                    <a:pt x="0" y="5584"/>
                  </a:lnTo>
                  <a:close/>
                  <a:moveTo>
                    <a:pt x="0" y="3909"/>
                  </a:moveTo>
                  <a:lnTo>
                    <a:pt x="2234" y="3909"/>
                  </a:lnTo>
                  <a:lnTo>
                    <a:pt x="2234" y="2792"/>
                  </a:lnTo>
                  <a:lnTo>
                    <a:pt x="0" y="2792"/>
                  </a:lnTo>
                  <a:close/>
                  <a:moveTo>
                    <a:pt x="0" y="3909"/>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119"/>
            <p:cNvSpPr/>
            <p:nvPr/>
          </p:nvSpPr>
          <p:spPr>
            <a:xfrm>
              <a:off x="3294800" y="4104050"/>
              <a:ext cx="363500" cy="463550"/>
            </a:xfrm>
            <a:custGeom>
              <a:avLst/>
              <a:gdLst/>
              <a:ahLst/>
              <a:cxnLst/>
              <a:rect l="l" t="t" r="r" b="b"/>
              <a:pathLst>
                <a:path w="14540" h="18542" extrusionOk="0">
                  <a:moveTo>
                    <a:pt x="558" y="18542"/>
                  </a:moveTo>
                  <a:lnTo>
                    <a:pt x="14540" y="18542"/>
                  </a:lnTo>
                  <a:lnTo>
                    <a:pt x="14540" y="1"/>
                  </a:lnTo>
                  <a:lnTo>
                    <a:pt x="558" y="1"/>
                  </a:lnTo>
                  <a:cubicBezTo>
                    <a:pt x="233" y="1"/>
                    <a:pt x="0" y="257"/>
                    <a:pt x="0" y="559"/>
                  </a:cubicBezTo>
                  <a:lnTo>
                    <a:pt x="0" y="1722"/>
                  </a:lnTo>
                  <a:lnTo>
                    <a:pt x="1117" y="1722"/>
                  </a:lnTo>
                  <a:lnTo>
                    <a:pt x="1117" y="2839"/>
                  </a:lnTo>
                  <a:lnTo>
                    <a:pt x="0" y="2839"/>
                  </a:lnTo>
                  <a:lnTo>
                    <a:pt x="0" y="4514"/>
                  </a:lnTo>
                  <a:lnTo>
                    <a:pt x="1117" y="4514"/>
                  </a:lnTo>
                  <a:lnTo>
                    <a:pt x="1117" y="5631"/>
                  </a:lnTo>
                  <a:lnTo>
                    <a:pt x="0" y="5631"/>
                  </a:lnTo>
                  <a:lnTo>
                    <a:pt x="0" y="7306"/>
                  </a:lnTo>
                  <a:lnTo>
                    <a:pt x="1117" y="7306"/>
                  </a:lnTo>
                  <a:lnTo>
                    <a:pt x="1117" y="8422"/>
                  </a:lnTo>
                  <a:lnTo>
                    <a:pt x="0" y="8422"/>
                  </a:lnTo>
                  <a:lnTo>
                    <a:pt x="0" y="10120"/>
                  </a:lnTo>
                  <a:lnTo>
                    <a:pt x="1117" y="10120"/>
                  </a:lnTo>
                  <a:lnTo>
                    <a:pt x="1117" y="11237"/>
                  </a:lnTo>
                  <a:lnTo>
                    <a:pt x="0" y="11237"/>
                  </a:lnTo>
                  <a:lnTo>
                    <a:pt x="0" y="12912"/>
                  </a:lnTo>
                  <a:lnTo>
                    <a:pt x="1117" y="12912"/>
                  </a:lnTo>
                  <a:lnTo>
                    <a:pt x="1117" y="14029"/>
                  </a:lnTo>
                  <a:lnTo>
                    <a:pt x="0" y="14029"/>
                  </a:lnTo>
                  <a:lnTo>
                    <a:pt x="0" y="15704"/>
                  </a:lnTo>
                  <a:lnTo>
                    <a:pt x="1117" y="15704"/>
                  </a:lnTo>
                  <a:lnTo>
                    <a:pt x="1117" y="16820"/>
                  </a:lnTo>
                  <a:lnTo>
                    <a:pt x="0" y="16820"/>
                  </a:lnTo>
                  <a:lnTo>
                    <a:pt x="0" y="17984"/>
                  </a:lnTo>
                  <a:cubicBezTo>
                    <a:pt x="0" y="18286"/>
                    <a:pt x="233" y="18542"/>
                    <a:pt x="558" y="18542"/>
                  </a:cubicBezTo>
                  <a:close/>
                  <a:moveTo>
                    <a:pt x="3071" y="3397"/>
                  </a:moveTo>
                  <a:lnTo>
                    <a:pt x="12028" y="3397"/>
                  </a:lnTo>
                  <a:lnTo>
                    <a:pt x="12028" y="14587"/>
                  </a:lnTo>
                  <a:lnTo>
                    <a:pt x="3071" y="14587"/>
                  </a:lnTo>
                  <a:close/>
                  <a:moveTo>
                    <a:pt x="3071" y="3397"/>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119"/>
            <p:cNvSpPr/>
            <p:nvPr/>
          </p:nvSpPr>
          <p:spPr>
            <a:xfrm>
              <a:off x="3371550" y="4188975"/>
              <a:ext cx="223950" cy="279775"/>
            </a:xfrm>
            <a:custGeom>
              <a:avLst/>
              <a:gdLst/>
              <a:ahLst/>
              <a:cxnLst/>
              <a:rect l="l" t="t" r="r" b="b"/>
              <a:pathLst>
                <a:path w="8958" h="11191" extrusionOk="0">
                  <a:moveTo>
                    <a:pt x="4468" y="4467"/>
                  </a:moveTo>
                  <a:lnTo>
                    <a:pt x="6701" y="4467"/>
                  </a:lnTo>
                  <a:lnTo>
                    <a:pt x="6701" y="2234"/>
                  </a:lnTo>
                  <a:lnTo>
                    <a:pt x="4468" y="2234"/>
                  </a:lnTo>
                  <a:close/>
                  <a:moveTo>
                    <a:pt x="1" y="11190"/>
                  </a:moveTo>
                  <a:lnTo>
                    <a:pt x="1" y="0"/>
                  </a:lnTo>
                  <a:lnTo>
                    <a:pt x="8958" y="0"/>
                  </a:lnTo>
                  <a:lnTo>
                    <a:pt x="8958" y="8957"/>
                  </a:lnTo>
                  <a:lnTo>
                    <a:pt x="6701" y="8957"/>
                  </a:lnTo>
                  <a:lnTo>
                    <a:pt x="6701" y="11190"/>
                  </a:lnTo>
                  <a:close/>
                  <a:moveTo>
                    <a:pt x="2234" y="8934"/>
                  </a:moveTo>
                  <a:lnTo>
                    <a:pt x="4468" y="8934"/>
                  </a:lnTo>
                  <a:lnTo>
                    <a:pt x="4468" y="6700"/>
                  </a:lnTo>
                  <a:lnTo>
                    <a:pt x="2211" y="6700"/>
                  </a:lnTo>
                  <a:close/>
                  <a:moveTo>
                    <a:pt x="2234" y="8934"/>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119"/>
            <p:cNvSpPr/>
            <p:nvPr/>
          </p:nvSpPr>
          <p:spPr>
            <a:xfrm>
              <a:off x="3426800" y="4244800"/>
              <a:ext cx="168125" cy="223950"/>
            </a:xfrm>
            <a:custGeom>
              <a:avLst/>
              <a:gdLst/>
              <a:ahLst/>
              <a:cxnLst/>
              <a:rect l="l" t="t" r="r" b="b"/>
              <a:pathLst>
                <a:path w="6725" h="8958" extrusionOk="0">
                  <a:moveTo>
                    <a:pt x="2258" y="2234"/>
                  </a:moveTo>
                  <a:lnTo>
                    <a:pt x="4491" y="2234"/>
                  </a:lnTo>
                  <a:lnTo>
                    <a:pt x="4491" y="1"/>
                  </a:lnTo>
                  <a:lnTo>
                    <a:pt x="2258" y="1"/>
                  </a:lnTo>
                  <a:close/>
                  <a:moveTo>
                    <a:pt x="4491" y="8957"/>
                  </a:moveTo>
                  <a:lnTo>
                    <a:pt x="6724" y="8957"/>
                  </a:lnTo>
                  <a:lnTo>
                    <a:pt x="6724" y="6701"/>
                  </a:lnTo>
                  <a:lnTo>
                    <a:pt x="4491" y="6701"/>
                  </a:lnTo>
                  <a:close/>
                  <a:moveTo>
                    <a:pt x="1" y="6724"/>
                  </a:moveTo>
                  <a:lnTo>
                    <a:pt x="2258" y="6724"/>
                  </a:lnTo>
                  <a:lnTo>
                    <a:pt x="2258" y="4467"/>
                  </a:lnTo>
                  <a:lnTo>
                    <a:pt x="1" y="4467"/>
                  </a:lnTo>
                  <a:close/>
                  <a:moveTo>
                    <a:pt x="1" y="6724"/>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119"/>
            <p:cNvSpPr/>
            <p:nvPr/>
          </p:nvSpPr>
          <p:spPr>
            <a:xfrm>
              <a:off x="3266875" y="4147100"/>
              <a:ext cx="13975" cy="377475"/>
            </a:xfrm>
            <a:custGeom>
              <a:avLst/>
              <a:gdLst/>
              <a:ahLst/>
              <a:cxnLst/>
              <a:rect l="l" t="t" r="r" b="b"/>
              <a:pathLst>
                <a:path w="559" h="15099" extrusionOk="0">
                  <a:moveTo>
                    <a:pt x="0" y="1117"/>
                  </a:moveTo>
                  <a:lnTo>
                    <a:pt x="559" y="1117"/>
                  </a:lnTo>
                  <a:lnTo>
                    <a:pt x="559" y="0"/>
                  </a:lnTo>
                  <a:lnTo>
                    <a:pt x="0" y="0"/>
                  </a:lnTo>
                  <a:close/>
                  <a:moveTo>
                    <a:pt x="0" y="15098"/>
                  </a:moveTo>
                  <a:lnTo>
                    <a:pt x="559" y="15098"/>
                  </a:lnTo>
                  <a:lnTo>
                    <a:pt x="559" y="13982"/>
                  </a:lnTo>
                  <a:lnTo>
                    <a:pt x="0" y="13982"/>
                  </a:lnTo>
                  <a:close/>
                  <a:moveTo>
                    <a:pt x="0" y="12307"/>
                  </a:moveTo>
                  <a:lnTo>
                    <a:pt x="559" y="12307"/>
                  </a:lnTo>
                  <a:lnTo>
                    <a:pt x="559" y="11190"/>
                  </a:lnTo>
                  <a:lnTo>
                    <a:pt x="0" y="11190"/>
                  </a:lnTo>
                  <a:close/>
                  <a:moveTo>
                    <a:pt x="0" y="9492"/>
                  </a:moveTo>
                  <a:lnTo>
                    <a:pt x="559" y="9492"/>
                  </a:lnTo>
                  <a:lnTo>
                    <a:pt x="559" y="8375"/>
                  </a:lnTo>
                  <a:lnTo>
                    <a:pt x="0" y="8375"/>
                  </a:lnTo>
                  <a:close/>
                  <a:moveTo>
                    <a:pt x="0" y="6700"/>
                  </a:moveTo>
                  <a:lnTo>
                    <a:pt x="559" y="6700"/>
                  </a:lnTo>
                  <a:lnTo>
                    <a:pt x="559" y="5584"/>
                  </a:lnTo>
                  <a:lnTo>
                    <a:pt x="0" y="5584"/>
                  </a:lnTo>
                  <a:close/>
                  <a:moveTo>
                    <a:pt x="0" y="3909"/>
                  </a:moveTo>
                  <a:lnTo>
                    <a:pt x="559" y="3909"/>
                  </a:lnTo>
                  <a:lnTo>
                    <a:pt x="559" y="2792"/>
                  </a:lnTo>
                  <a:lnTo>
                    <a:pt x="0" y="2792"/>
                  </a:lnTo>
                  <a:close/>
                  <a:moveTo>
                    <a:pt x="0" y="3909"/>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119"/>
            <p:cNvSpPr/>
            <p:nvPr/>
          </p:nvSpPr>
          <p:spPr>
            <a:xfrm>
              <a:off x="3294800" y="4104050"/>
              <a:ext cx="34900" cy="463550"/>
            </a:xfrm>
            <a:custGeom>
              <a:avLst/>
              <a:gdLst/>
              <a:ahLst/>
              <a:cxnLst/>
              <a:rect l="l" t="t" r="r" b="b"/>
              <a:pathLst>
                <a:path w="1396" h="18542" extrusionOk="0">
                  <a:moveTo>
                    <a:pt x="558" y="18542"/>
                  </a:moveTo>
                  <a:lnTo>
                    <a:pt x="1396" y="18542"/>
                  </a:lnTo>
                  <a:cubicBezTo>
                    <a:pt x="1093" y="18542"/>
                    <a:pt x="838" y="18286"/>
                    <a:pt x="838" y="17984"/>
                  </a:cubicBezTo>
                  <a:lnTo>
                    <a:pt x="838" y="16820"/>
                  </a:lnTo>
                  <a:lnTo>
                    <a:pt x="0" y="16820"/>
                  </a:lnTo>
                  <a:lnTo>
                    <a:pt x="0" y="17984"/>
                  </a:lnTo>
                  <a:cubicBezTo>
                    <a:pt x="0" y="18286"/>
                    <a:pt x="233" y="18542"/>
                    <a:pt x="558" y="18542"/>
                  </a:cubicBezTo>
                  <a:close/>
                  <a:moveTo>
                    <a:pt x="838" y="14029"/>
                  </a:moveTo>
                  <a:lnTo>
                    <a:pt x="0" y="14029"/>
                  </a:lnTo>
                  <a:lnTo>
                    <a:pt x="0" y="15704"/>
                  </a:lnTo>
                  <a:lnTo>
                    <a:pt x="838" y="15704"/>
                  </a:lnTo>
                  <a:close/>
                  <a:moveTo>
                    <a:pt x="838" y="11214"/>
                  </a:moveTo>
                  <a:lnTo>
                    <a:pt x="0" y="11214"/>
                  </a:lnTo>
                  <a:lnTo>
                    <a:pt x="0" y="12912"/>
                  </a:lnTo>
                  <a:lnTo>
                    <a:pt x="838" y="12912"/>
                  </a:lnTo>
                  <a:close/>
                  <a:moveTo>
                    <a:pt x="838" y="8422"/>
                  </a:moveTo>
                  <a:lnTo>
                    <a:pt x="0" y="8422"/>
                  </a:lnTo>
                  <a:lnTo>
                    <a:pt x="0" y="10097"/>
                  </a:lnTo>
                  <a:lnTo>
                    <a:pt x="838" y="10097"/>
                  </a:lnTo>
                  <a:close/>
                  <a:moveTo>
                    <a:pt x="838" y="5631"/>
                  </a:moveTo>
                  <a:lnTo>
                    <a:pt x="0" y="5631"/>
                  </a:lnTo>
                  <a:lnTo>
                    <a:pt x="0" y="7306"/>
                  </a:lnTo>
                  <a:lnTo>
                    <a:pt x="838" y="7306"/>
                  </a:lnTo>
                  <a:close/>
                  <a:moveTo>
                    <a:pt x="838" y="2839"/>
                  </a:moveTo>
                  <a:lnTo>
                    <a:pt x="0" y="2839"/>
                  </a:lnTo>
                  <a:lnTo>
                    <a:pt x="0" y="4514"/>
                  </a:lnTo>
                  <a:lnTo>
                    <a:pt x="838" y="4514"/>
                  </a:lnTo>
                  <a:close/>
                  <a:moveTo>
                    <a:pt x="838" y="559"/>
                  </a:moveTo>
                  <a:cubicBezTo>
                    <a:pt x="838" y="257"/>
                    <a:pt x="1093" y="1"/>
                    <a:pt x="1396" y="1"/>
                  </a:cubicBezTo>
                  <a:lnTo>
                    <a:pt x="558" y="1"/>
                  </a:lnTo>
                  <a:cubicBezTo>
                    <a:pt x="233" y="1"/>
                    <a:pt x="0" y="257"/>
                    <a:pt x="0" y="559"/>
                  </a:cubicBezTo>
                  <a:lnTo>
                    <a:pt x="0" y="1722"/>
                  </a:lnTo>
                  <a:lnTo>
                    <a:pt x="838" y="1722"/>
                  </a:lnTo>
                  <a:close/>
                  <a:moveTo>
                    <a:pt x="838" y="559"/>
                  </a:moveTo>
                  <a:close/>
                </a:path>
              </a:pathLst>
            </a:custGeom>
            <a:solidFill>
              <a:srgbClr val="B0C5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119"/>
            <p:cNvSpPr/>
            <p:nvPr/>
          </p:nvSpPr>
          <p:spPr>
            <a:xfrm>
              <a:off x="3371550" y="4188975"/>
              <a:ext cx="14000" cy="279775"/>
            </a:xfrm>
            <a:custGeom>
              <a:avLst/>
              <a:gdLst/>
              <a:ahLst/>
              <a:cxnLst/>
              <a:rect l="l" t="t" r="r" b="b"/>
              <a:pathLst>
                <a:path w="560" h="11191" extrusionOk="0">
                  <a:moveTo>
                    <a:pt x="1" y="0"/>
                  </a:moveTo>
                  <a:lnTo>
                    <a:pt x="1" y="11190"/>
                  </a:lnTo>
                  <a:lnTo>
                    <a:pt x="559" y="11190"/>
                  </a:lnTo>
                  <a:lnTo>
                    <a:pt x="55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119"/>
            <p:cNvSpPr/>
            <p:nvPr/>
          </p:nvSpPr>
          <p:spPr>
            <a:xfrm>
              <a:off x="3343650" y="4125575"/>
              <a:ext cx="293725" cy="421100"/>
            </a:xfrm>
            <a:custGeom>
              <a:avLst/>
              <a:gdLst/>
              <a:ahLst/>
              <a:cxnLst/>
              <a:rect l="l" t="t" r="r" b="b"/>
              <a:pathLst>
                <a:path w="11749" h="16844" extrusionOk="0">
                  <a:moveTo>
                    <a:pt x="8934" y="0"/>
                  </a:moveTo>
                  <a:lnTo>
                    <a:pt x="8934" y="559"/>
                  </a:lnTo>
                  <a:lnTo>
                    <a:pt x="10632" y="559"/>
                  </a:lnTo>
                  <a:lnTo>
                    <a:pt x="10632" y="0"/>
                  </a:lnTo>
                  <a:close/>
                  <a:moveTo>
                    <a:pt x="11190" y="0"/>
                  </a:moveTo>
                  <a:lnTo>
                    <a:pt x="11190" y="559"/>
                  </a:lnTo>
                  <a:lnTo>
                    <a:pt x="11749" y="559"/>
                  </a:lnTo>
                  <a:lnTo>
                    <a:pt x="11749" y="0"/>
                  </a:lnTo>
                  <a:close/>
                  <a:moveTo>
                    <a:pt x="0" y="16285"/>
                  </a:moveTo>
                  <a:lnTo>
                    <a:pt x="0" y="16843"/>
                  </a:lnTo>
                  <a:lnTo>
                    <a:pt x="559" y="16843"/>
                  </a:lnTo>
                  <a:lnTo>
                    <a:pt x="559" y="16285"/>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119"/>
            <p:cNvSpPr/>
            <p:nvPr/>
          </p:nvSpPr>
          <p:spPr>
            <a:xfrm>
              <a:off x="3364575" y="4096500"/>
              <a:ext cx="300725" cy="478100"/>
            </a:xfrm>
            <a:custGeom>
              <a:avLst/>
              <a:gdLst/>
              <a:ahLst/>
              <a:cxnLst/>
              <a:rect l="l" t="t" r="r" b="b"/>
              <a:pathLst>
                <a:path w="12029" h="19124" extrusionOk="0">
                  <a:moveTo>
                    <a:pt x="1" y="0"/>
                  </a:moveTo>
                  <a:lnTo>
                    <a:pt x="1" y="582"/>
                  </a:lnTo>
                  <a:lnTo>
                    <a:pt x="11470" y="582"/>
                  </a:lnTo>
                  <a:lnTo>
                    <a:pt x="11470" y="18565"/>
                  </a:lnTo>
                  <a:lnTo>
                    <a:pt x="9516" y="18565"/>
                  </a:lnTo>
                  <a:lnTo>
                    <a:pt x="9516" y="19123"/>
                  </a:lnTo>
                  <a:lnTo>
                    <a:pt x="12028" y="19123"/>
                  </a:lnTo>
                  <a:lnTo>
                    <a:pt x="120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119"/>
            <p:cNvSpPr/>
            <p:nvPr/>
          </p:nvSpPr>
          <p:spPr>
            <a:xfrm>
              <a:off x="3259900" y="4096500"/>
              <a:ext cx="328625" cy="477500"/>
            </a:xfrm>
            <a:custGeom>
              <a:avLst/>
              <a:gdLst/>
              <a:ahLst/>
              <a:cxnLst/>
              <a:rect l="l" t="t" r="r" b="b"/>
              <a:pathLst>
                <a:path w="13145" h="19100" extrusionOk="0">
                  <a:moveTo>
                    <a:pt x="2234" y="2280"/>
                  </a:moveTo>
                  <a:lnTo>
                    <a:pt x="2234" y="2838"/>
                  </a:lnTo>
                  <a:lnTo>
                    <a:pt x="535" y="2838"/>
                  </a:lnTo>
                  <a:lnTo>
                    <a:pt x="535" y="2280"/>
                  </a:lnTo>
                  <a:close/>
                  <a:moveTo>
                    <a:pt x="2234" y="5072"/>
                  </a:moveTo>
                  <a:lnTo>
                    <a:pt x="2234" y="5630"/>
                  </a:lnTo>
                  <a:lnTo>
                    <a:pt x="535" y="5630"/>
                  </a:lnTo>
                  <a:lnTo>
                    <a:pt x="535" y="5072"/>
                  </a:lnTo>
                  <a:close/>
                  <a:moveTo>
                    <a:pt x="2234" y="7863"/>
                  </a:moveTo>
                  <a:lnTo>
                    <a:pt x="2234" y="8445"/>
                  </a:lnTo>
                  <a:lnTo>
                    <a:pt x="535" y="8445"/>
                  </a:lnTo>
                  <a:lnTo>
                    <a:pt x="535" y="7863"/>
                  </a:lnTo>
                  <a:close/>
                  <a:moveTo>
                    <a:pt x="2234" y="10678"/>
                  </a:moveTo>
                  <a:lnTo>
                    <a:pt x="2234" y="11237"/>
                  </a:lnTo>
                  <a:lnTo>
                    <a:pt x="535" y="11237"/>
                  </a:lnTo>
                  <a:lnTo>
                    <a:pt x="535" y="10678"/>
                  </a:lnTo>
                  <a:close/>
                  <a:moveTo>
                    <a:pt x="2234" y="13470"/>
                  </a:moveTo>
                  <a:lnTo>
                    <a:pt x="2234" y="14028"/>
                  </a:lnTo>
                  <a:lnTo>
                    <a:pt x="535" y="14028"/>
                  </a:lnTo>
                  <a:lnTo>
                    <a:pt x="535" y="13470"/>
                  </a:lnTo>
                  <a:close/>
                  <a:moveTo>
                    <a:pt x="2234" y="16262"/>
                  </a:moveTo>
                  <a:lnTo>
                    <a:pt x="2234" y="16820"/>
                  </a:lnTo>
                  <a:lnTo>
                    <a:pt x="535" y="16820"/>
                  </a:lnTo>
                  <a:lnTo>
                    <a:pt x="535" y="16262"/>
                  </a:lnTo>
                  <a:close/>
                  <a:moveTo>
                    <a:pt x="1954" y="0"/>
                  </a:moveTo>
                  <a:cubicBezTo>
                    <a:pt x="1489" y="0"/>
                    <a:pt x="1117" y="396"/>
                    <a:pt x="1117" y="861"/>
                  </a:cubicBezTo>
                  <a:lnTo>
                    <a:pt x="1117" y="1722"/>
                  </a:lnTo>
                  <a:lnTo>
                    <a:pt x="0" y="1722"/>
                  </a:lnTo>
                  <a:lnTo>
                    <a:pt x="0" y="3397"/>
                  </a:lnTo>
                  <a:lnTo>
                    <a:pt x="1117" y="3397"/>
                  </a:lnTo>
                  <a:lnTo>
                    <a:pt x="1117" y="4513"/>
                  </a:lnTo>
                  <a:lnTo>
                    <a:pt x="0" y="4513"/>
                  </a:lnTo>
                  <a:lnTo>
                    <a:pt x="0" y="6188"/>
                  </a:lnTo>
                  <a:lnTo>
                    <a:pt x="1117" y="6188"/>
                  </a:lnTo>
                  <a:lnTo>
                    <a:pt x="1117" y="7328"/>
                  </a:lnTo>
                  <a:lnTo>
                    <a:pt x="0" y="7328"/>
                  </a:lnTo>
                  <a:lnTo>
                    <a:pt x="0" y="9003"/>
                  </a:lnTo>
                  <a:lnTo>
                    <a:pt x="1117" y="9003"/>
                  </a:lnTo>
                  <a:lnTo>
                    <a:pt x="1117" y="10120"/>
                  </a:lnTo>
                  <a:lnTo>
                    <a:pt x="0" y="10120"/>
                  </a:lnTo>
                  <a:lnTo>
                    <a:pt x="0" y="11795"/>
                  </a:lnTo>
                  <a:lnTo>
                    <a:pt x="1117" y="11795"/>
                  </a:lnTo>
                  <a:lnTo>
                    <a:pt x="1117" y="12912"/>
                  </a:lnTo>
                  <a:lnTo>
                    <a:pt x="0" y="12912"/>
                  </a:lnTo>
                  <a:lnTo>
                    <a:pt x="0" y="14587"/>
                  </a:lnTo>
                  <a:lnTo>
                    <a:pt x="1117" y="14587"/>
                  </a:lnTo>
                  <a:lnTo>
                    <a:pt x="1117" y="15703"/>
                  </a:lnTo>
                  <a:lnTo>
                    <a:pt x="0" y="15703"/>
                  </a:lnTo>
                  <a:lnTo>
                    <a:pt x="0" y="17402"/>
                  </a:lnTo>
                  <a:lnTo>
                    <a:pt x="1117" y="17402"/>
                  </a:lnTo>
                  <a:lnTo>
                    <a:pt x="1117" y="18262"/>
                  </a:lnTo>
                  <a:cubicBezTo>
                    <a:pt x="1117" y="18728"/>
                    <a:pt x="1489" y="19100"/>
                    <a:pt x="1954" y="19100"/>
                  </a:cubicBezTo>
                  <a:lnTo>
                    <a:pt x="13144" y="19100"/>
                  </a:lnTo>
                  <a:lnTo>
                    <a:pt x="13144" y="18542"/>
                  </a:lnTo>
                  <a:lnTo>
                    <a:pt x="1954" y="18542"/>
                  </a:lnTo>
                  <a:cubicBezTo>
                    <a:pt x="1792" y="18542"/>
                    <a:pt x="1652" y="18425"/>
                    <a:pt x="1652" y="18262"/>
                  </a:cubicBezTo>
                  <a:lnTo>
                    <a:pt x="1675" y="18262"/>
                  </a:lnTo>
                  <a:lnTo>
                    <a:pt x="1675" y="17402"/>
                  </a:lnTo>
                  <a:lnTo>
                    <a:pt x="2792" y="17402"/>
                  </a:lnTo>
                  <a:lnTo>
                    <a:pt x="2792" y="15703"/>
                  </a:lnTo>
                  <a:lnTo>
                    <a:pt x="1675" y="15703"/>
                  </a:lnTo>
                  <a:lnTo>
                    <a:pt x="1675" y="14587"/>
                  </a:lnTo>
                  <a:lnTo>
                    <a:pt x="2792" y="14587"/>
                  </a:lnTo>
                  <a:lnTo>
                    <a:pt x="2792" y="12912"/>
                  </a:lnTo>
                  <a:lnTo>
                    <a:pt x="1675" y="12912"/>
                  </a:lnTo>
                  <a:lnTo>
                    <a:pt x="1675" y="11795"/>
                  </a:lnTo>
                  <a:lnTo>
                    <a:pt x="2792" y="11795"/>
                  </a:lnTo>
                  <a:lnTo>
                    <a:pt x="2792" y="10120"/>
                  </a:lnTo>
                  <a:lnTo>
                    <a:pt x="1675" y="10120"/>
                  </a:lnTo>
                  <a:lnTo>
                    <a:pt x="1675" y="9003"/>
                  </a:lnTo>
                  <a:lnTo>
                    <a:pt x="2792" y="9003"/>
                  </a:lnTo>
                  <a:lnTo>
                    <a:pt x="2792" y="7328"/>
                  </a:lnTo>
                  <a:lnTo>
                    <a:pt x="1675" y="7328"/>
                  </a:lnTo>
                  <a:lnTo>
                    <a:pt x="1675" y="6212"/>
                  </a:lnTo>
                  <a:lnTo>
                    <a:pt x="2792" y="6212"/>
                  </a:lnTo>
                  <a:lnTo>
                    <a:pt x="2792" y="4513"/>
                  </a:lnTo>
                  <a:lnTo>
                    <a:pt x="1675" y="4513"/>
                  </a:lnTo>
                  <a:lnTo>
                    <a:pt x="1675" y="3397"/>
                  </a:lnTo>
                  <a:lnTo>
                    <a:pt x="2792" y="3397"/>
                  </a:lnTo>
                  <a:lnTo>
                    <a:pt x="2792" y="1722"/>
                  </a:lnTo>
                  <a:lnTo>
                    <a:pt x="1675" y="1722"/>
                  </a:lnTo>
                  <a:lnTo>
                    <a:pt x="1675" y="861"/>
                  </a:lnTo>
                  <a:cubicBezTo>
                    <a:pt x="1675" y="698"/>
                    <a:pt x="1792" y="559"/>
                    <a:pt x="1954" y="559"/>
                  </a:cubicBezTo>
                  <a:lnTo>
                    <a:pt x="3629" y="559"/>
                  </a:lnTo>
                  <a:lnTo>
                    <a:pt x="362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119"/>
            <p:cNvSpPr/>
            <p:nvPr/>
          </p:nvSpPr>
          <p:spPr>
            <a:xfrm>
              <a:off x="3364575" y="4182000"/>
              <a:ext cx="237900" cy="293725"/>
            </a:xfrm>
            <a:custGeom>
              <a:avLst/>
              <a:gdLst/>
              <a:ahLst/>
              <a:cxnLst/>
              <a:rect l="l" t="t" r="r" b="b"/>
              <a:pathLst>
                <a:path w="9516" h="11749" extrusionOk="0">
                  <a:moveTo>
                    <a:pt x="2234" y="558"/>
                  </a:moveTo>
                  <a:lnTo>
                    <a:pt x="2234" y="2233"/>
                  </a:lnTo>
                  <a:lnTo>
                    <a:pt x="559" y="2233"/>
                  </a:lnTo>
                  <a:lnTo>
                    <a:pt x="559" y="558"/>
                  </a:lnTo>
                  <a:close/>
                  <a:moveTo>
                    <a:pt x="4467" y="558"/>
                  </a:moveTo>
                  <a:lnTo>
                    <a:pt x="4467" y="2233"/>
                  </a:lnTo>
                  <a:lnTo>
                    <a:pt x="2792" y="2233"/>
                  </a:lnTo>
                  <a:lnTo>
                    <a:pt x="2792" y="558"/>
                  </a:lnTo>
                  <a:close/>
                  <a:moveTo>
                    <a:pt x="6701" y="558"/>
                  </a:moveTo>
                  <a:lnTo>
                    <a:pt x="6701" y="2233"/>
                  </a:lnTo>
                  <a:lnTo>
                    <a:pt x="5026" y="2233"/>
                  </a:lnTo>
                  <a:lnTo>
                    <a:pt x="5026" y="558"/>
                  </a:lnTo>
                  <a:close/>
                  <a:moveTo>
                    <a:pt x="8957" y="558"/>
                  </a:moveTo>
                  <a:lnTo>
                    <a:pt x="8934" y="2233"/>
                  </a:lnTo>
                  <a:lnTo>
                    <a:pt x="7259" y="2233"/>
                  </a:lnTo>
                  <a:lnTo>
                    <a:pt x="7259" y="558"/>
                  </a:lnTo>
                  <a:close/>
                  <a:moveTo>
                    <a:pt x="2234" y="2792"/>
                  </a:moveTo>
                  <a:lnTo>
                    <a:pt x="2234" y="4467"/>
                  </a:lnTo>
                  <a:lnTo>
                    <a:pt x="559" y="4467"/>
                  </a:lnTo>
                  <a:lnTo>
                    <a:pt x="559" y="2792"/>
                  </a:lnTo>
                  <a:close/>
                  <a:moveTo>
                    <a:pt x="4467" y="2792"/>
                  </a:moveTo>
                  <a:lnTo>
                    <a:pt x="4467" y="4467"/>
                  </a:lnTo>
                  <a:lnTo>
                    <a:pt x="2792" y="4467"/>
                  </a:lnTo>
                  <a:lnTo>
                    <a:pt x="2792" y="2792"/>
                  </a:lnTo>
                  <a:close/>
                  <a:moveTo>
                    <a:pt x="6701" y="2792"/>
                  </a:moveTo>
                  <a:lnTo>
                    <a:pt x="6701" y="4467"/>
                  </a:lnTo>
                  <a:lnTo>
                    <a:pt x="5026" y="4467"/>
                  </a:lnTo>
                  <a:lnTo>
                    <a:pt x="5026" y="2792"/>
                  </a:lnTo>
                  <a:close/>
                  <a:moveTo>
                    <a:pt x="8934" y="2792"/>
                  </a:moveTo>
                  <a:lnTo>
                    <a:pt x="8934" y="4467"/>
                  </a:lnTo>
                  <a:lnTo>
                    <a:pt x="7259" y="4467"/>
                  </a:lnTo>
                  <a:lnTo>
                    <a:pt x="7259" y="2792"/>
                  </a:lnTo>
                  <a:close/>
                  <a:moveTo>
                    <a:pt x="2234" y="5025"/>
                  </a:moveTo>
                  <a:lnTo>
                    <a:pt x="2234" y="6700"/>
                  </a:lnTo>
                  <a:lnTo>
                    <a:pt x="559" y="6700"/>
                  </a:lnTo>
                  <a:lnTo>
                    <a:pt x="559" y="5025"/>
                  </a:lnTo>
                  <a:close/>
                  <a:moveTo>
                    <a:pt x="6701" y="5025"/>
                  </a:moveTo>
                  <a:lnTo>
                    <a:pt x="6701" y="6700"/>
                  </a:lnTo>
                  <a:lnTo>
                    <a:pt x="5026" y="6700"/>
                  </a:lnTo>
                  <a:lnTo>
                    <a:pt x="5026" y="6142"/>
                  </a:lnTo>
                  <a:lnTo>
                    <a:pt x="4467" y="6142"/>
                  </a:lnTo>
                  <a:lnTo>
                    <a:pt x="4467" y="6700"/>
                  </a:lnTo>
                  <a:lnTo>
                    <a:pt x="2792" y="6700"/>
                  </a:lnTo>
                  <a:lnTo>
                    <a:pt x="2792" y="5025"/>
                  </a:lnTo>
                  <a:lnTo>
                    <a:pt x="4467" y="5025"/>
                  </a:lnTo>
                  <a:lnTo>
                    <a:pt x="4467" y="5583"/>
                  </a:lnTo>
                  <a:lnTo>
                    <a:pt x="5026" y="5583"/>
                  </a:lnTo>
                  <a:lnTo>
                    <a:pt x="5026" y="5025"/>
                  </a:lnTo>
                  <a:close/>
                  <a:moveTo>
                    <a:pt x="8934" y="5025"/>
                  </a:moveTo>
                  <a:lnTo>
                    <a:pt x="8934" y="6700"/>
                  </a:lnTo>
                  <a:lnTo>
                    <a:pt x="7259" y="6700"/>
                  </a:lnTo>
                  <a:lnTo>
                    <a:pt x="7259" y="5025"/>
                  </a:lnTo>
                  <a:close/>
                  <a:moveTo>
                    <a:pt x="2234" y="7258"/>
                  </a:moveTo>
                  <a:lnTo>
                    <a:pt x="2234" y="8933"/>
                  </a:lnTo>
                  <a:lnTo>
                    <a:pt x="559" y="8933"/>
                  </a:lnTo>
                  <a:lnTo>
                    <a:pt x="559" y="7258"/>
                  </a:lnTo>
                  <a:close/>
                  <a:moveTo>
                    <a:pt x="8934" y="7258"/>
                  </a:moveTo>
                  <a:lnTo>
                    <a:pt x="8934" y="8933"/>
                  </a:lnTo>
                  <a:lnTo>
                    <a:pt x="7259" y="8933"/>
                  </a:lnTo>
                  <a:lnTo>
                    <a:pt x="7259" y="7258"/>
                  </a:lnTo>
                  <a:close/>
                  <a:moveTo>
                    <a:pt x="4467" y="7258"/>
                  </a:moveTo>
                  <a:lnTo>
                    <a:pt x="4467" y="8957"/>
                  </a:lnTo>
                  <a:lnTo>
                    <a:pt x="2792" y="8957"/>
                  </a:lnTo>
                  <a:lnTo>
                    <a:pt x="2792" y="7258"/>
                  </a:lnTo>
                  <a:close/>
                  <a:moveTo>
                    <a:pt x="6701" y="7258"/>
                  </a:moveTo>
                  <a:lnTo>
                    <a:pt x="6701" y="8957"/>
                  </a:lnTo>
                  <a:lnTo>
                    <a:pt x="5026" y="8957"/>
                  </a:lnTo>
                  <a:lnTo>
                    <a:pt x="5026" y="7258"/>
                  </a:lnTo>
                  <a:close/>
                  <a:moveTo>
                    <a:pt x="2234" y="9515"/>
                  </a:moveTo>
                  <a:lnTo>
                    <a:pt x="2234" y="11190"/>
                  </a:lnTo>
                  <a:lnTo>
                    <a:pt x="559" y="11190"/>
                  </a:lnTo>
                  <a:lnTo>
                    <a:pt x="559" y="9515"/>
                  </a:lnTo>
                  <a:close/>
                  <a:moveTo>
                    <a:pt x="4467" y="9515"/>
                  </a:moveTo>
                  <a:lnTo>
                    <a:pt x="4467" y="11190"/>
                  </a:lnTo>
                  <a:lnTo>
                    <a:pt x="2792" y="11190"/>
                  </a:lnTo>
                  <a:lnTo>
                    <a:pt x="2792" y="9515"/>
                  </a:lnTo>
                  <a:close/>
                  <a:moveTo>
                    <a:pt x="6701" y="9515"/>
                  </a:moveTo>
                  <a:lnTo>
                    <a:pt x="6701" y="11190"/>
                  </a:lnTo>
                  <a:lnTo>
                    <a:pt x="5026" y="11190"/>
                  </a:lnTo>
                  <a:lnTo>
                    <a:pt x="5026" y="9515"/>
                  </a:lnTo>
                  <a:close/>
                  <a:moveTo>
                    <a:pt x="8934" y="9515"/>
                  </a:moveTo>
                  <a:lnTo>
                    <a:pt x="8934" y="11190"/>
                  </a:lnTo>
                  <a:lnTo>
                    <a:pt x="7259" y="11190"/>
                  </a:lnTo>
                  <a:lnTo>
                    <a:pt x="7259" y="9515"/>
                  </a:lnTo>
                  <a:close/>
                  <a:moveTo>
                    <a:pt x="1" y="0"/>
                  </a:moveTo>
                  <a:lnTo>
                    <a:pt x="1" y="11748"/>
                  </a:lnTo>
                  <a:lnTo>
                    <a:pt x="9516" y="11748"/>
                  </a:lnTo>
                  <a:lnTo>
                    <a:pt x="951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119"/>
            <p:cNvSpPr/>
            <p:nvPr/>
          </p:nvSpPr>
          <p:spPr>
            <a:xfrm>
              <a:off x="3497175" y="4496625"/>
              <a:ext cx="105300" cy="14000"/>
            </a:xfrm>
            <a:custGeom>
              <a:avLst/>
              <a:gdLst/>
              <a:ahLst/>
              <a:cxnLst/>
              <a:rect l="l" t="t" r="r" b="b"/>
              <a:pathLst>
                <a:path w="4212" h="560" extrusionOk="0">
                  <a:moveTo>
                    <a:pt x="1" y="1"/>
                  </a:moveTo>
                  <a:lnTo>
                    <a:pt x="1" y="559"/>
                  </a:lnTo>
                  <a:lnTo>
                    <a:pt x="4212" y="559"/>
                  </a:lnTo>
                  <a:lnTo>
                    <a:pt x="421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119"/>
            <p:cNvSpPr/>
            <p:nvPr/>
          </p:nvSpPr>
          <p:spPr>
            <a:xfrm>
              <a:off x="3364575" y="4147100"/>
              <a:ext cx="55875" cy="13975"/>
            </a:xfrm>
            <a:custGeom>
              <a:avLst/>
              <a:gdLst/>
              <a:ahLst/>
              <a:cxnLst/>
              <a:rect l="l" t="t" r="r" b="b"/>
              <a:pathLst>
                <a:path w="2235" h="559" extrusionOk="0">
                  <a:moveTo>
                    <a:pt x="1" y="0"/>
                  </a:moveTo>
                  <a:lnTo>
                    <a:pt x="1" y="559"/>
                  </a:lnTo>
                  <a:lnTo>
                    <a:pt x="2234" y="559"/>
                  </a:lnTo>
                  <a:lnTo>
                    <a:pt x="223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119"/>
            <p:cNvSpPr/>
            <p:nvPr/>
          </p:nvSpPr>
          <p:spPr>
            <a:xfrm>
              <a:off x="3434375" y="4147100"/>
              <a:ext cx="13975" cy="13975"/>
            </a:xfrm>
            <a:custGeom>
              <a:avLst/>
              <a:gdLst/>
              <a:ahLst/>
              <a:cxnLst/>
              <a:rect l="l" t="t" r="r" b="b"/>
              <a:pathLst>
                <a:path w="559" h="559" extrusionOk="0">
                  <a:moveTo>
                    <a:pt x="0" y="0"/>
                  </a:moveTo>
                  <a:lnTo>
                    <a:pt x="0"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9" name="Google Shape;5309;p119"/>
          <p:cNvGrpSpPr/>
          <p:nvPr/>
        </p:nvGrpSpPr>
        <p:grpSpPr>
          <a:xfrm>
            <a:off x="3223250" y="3393925"/>
            <a:ext cx="478100" cy="449600"/>
            <a:chOff x="3223250" y="3393925"/>
            <a:chExt cx="478100" cy="449600"/>
          </a:xfrm>
        </p:grpSpPr>
        <p:sp>
          <p:nvSpPr>
            <p:cNvPr id="5310" name="Google Shape;5310;p119"/>
            <p:cNvSpPr/>
            <p:nvPr/>
          </p:nvSpPr>
          <p:spPr>
            <a:xfrm>
              <a:off x="3244775" y="3507925"/>
              <a:ext cx="435650" cy="300700"/>
            </a:xfrm>
            <a:custGeom>
              <a:avLst/>
              <a:gdLst/>
              <a:ahLst/>
              <a:cxnLst/>
              <a:rect l="l" t="t" r="r" b="b"/>
              <a:pathLst>
                <a:path w="17426" h="12028" extrusionOk="0">
                  <a:moveTo>
                    <a:pt x="1117" y="1117"/>
                  </a:moveTo>
                  <a:lnTo>
                    <a:pt x="16308" y="1117"/>
                  </a:lnTo>
                  <a:lnTo>
                    <a:pt x="16308" y="12028"/>
                  </a:lnTo>
                  <a:lnTo>
                    <a:pt x="17425" y="12028"/>
                  </a:lnTo>
                  <a:lnTo>
                    <a:pt x="17425" y="0"/>
                  </a:lnTo>
                  <a:lnTo>
                    <a:pt x="0" y="0"/>
                  </a:lnTo>
                  <a:lnTo>
                    <a:pt x="0" y="12028"/>
                  </a:lnTo>
                  <a:lnTo>
                    <a:pt x="1117" y="12028"/>
                  </a:lnTo>
                  <a:close/>
                  <a:moveTo>
                    <a:pt x="1117" y="1117"/>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119"/>
            <p:cNvSpPr/>
            <p:nvPr/>
          </p:nvSpPr>
          <p:spPr>
            <a:xfrm>
              <a:off x="3540225" y="3780700"/>
              <a:ext cx="83775" cy="27925"/>
            </a:xfrm>
            <a:custGeom>
              <a:avLst/>
              <a:gdLst/>
              <a:ahLst/>
              <a:cxnLst/>
              <a:rect l="l" t="t" r="r" b="b"/>
              <a:pathLst>
                <a:path w="3351" h="1117" extrusionOk="0">
                  <a:moveTo>
                    <a:pt x="0" y="0"/>
                  </a:moveTo>
                  <a:lnTo>
                    <a:pt x="0" y="1117"/>
                  </a:lnTo>
                  <a:lnTo>
                    <a:pt x="3350" y="1117"/>
                  </a:lnTo>
                  <a:lnTo>
                    <a:pt x="335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119"/>
            <p:cNvSpPr/>
            <p:nvPr/>
          </p:nvSpPr>
          <p:spPr>
            <a:xfrm>
              <a:off x="3540225" y="3752775"/>
              <a:ext cx="83775" cy="27950"/>
            </a:xfrm>
            <a:custGeom>
              <a:avLst/>
              <a:gdLst/>
              <a:ahLst/>
              <a:cxnLst/>
              <a:rect l="l" t="t" r="r" b="b"/>
              <a:pathLst>
                <a:path w="3351" h="1118" extrusionOk="0">
                  <a:moveTo>
                    <a:pt x="0" y="1117"/>
                  </a:moveTo>
                  <a:lnTo>
                    <a:pt x="3350" y="1117"/>
                  </a:lnTo>
                  <a:lnTo>
                    <a:pt x="3350" y="559"/>
                  </a:lnTo>
                  <a:cubicBezTo>
                    <a:pt x="3350" y="256"/>
                    <a:pt x="3095" y="0"/>
                    <a:pt x="2792" y="0"/>
                  </a:cubicBezTo>
                  <a:lnTo>
                    <a:pt x="559" y="0"/>
                  </a:lnTo>
                  <a:cubicBezTo>
                    <a:pt x="256" y="0"/>
                    <a:pt x="0" y="256"/>
                    <a:pt x="0" y="559"/>
                  </a:cubicBezTo>
                  <a:close/>
                  <a:moveTo>
                    <a:pt x="0" y="1117"/>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119"/>
            <p:cNvSpPr/>
            <p:nvPr/>
          </p:nvSpPr>
          <p:spPr>
            <a:xfrm>
              <a:off x="3230825" y="3808600"/>
              <a:ext cx="462975" cy="27950"/>
            </a:xfrm>
            <a:custGeom>
              <a:avLst/>
              <a:gdLst/>
              <a:ahLst/>
              <a:cxnLst/>
              <a:rect l="l" t="t" r="r" b="b"/>
              <a:pathLst>
                <a:path w="18519" h="1118" extrusionOk="0">
                  <a:moveTo>
                    <a:pt x="0" y="1"/>
                  </a:moveTo>
                  <a:lnTo>
                    <a:pt x="0" y="1117"/>
                  </a:lnTo>
                  <a:lnTo>
                    <a:pt x="18518" y="1117"/>
                  </a:lnTo>
                  <a:lnTo>
                    <a:pt x="1851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119"/>
            <p:cNvSpPr/>
            <p:nvPr/>
          </p:nvSpPr>
          <p:spPr>
            <a:xfrm>
              <a:off x="3272700" y="3535850"/>
              <a:ext cx="379800" cy="272775"/>
            </a:xfrm>
            <a:custGeom>
              <a:avLst/>
              <a:gdLst/>
              <a:ahLst/>
              <a:cxnLst/>
              <a:rect l="l" t="t" r="r" b="b"/>
              <a:pathLst>
                <a:path w="15192" h="10911" extrusionOk="0">
                  <a:moveTo>
                    <a:pt x="3350" y="10911"/>
                  </a:moveTo>
                  <a:lnTo>
                    <a:pt x="10701" y="10911"/>
                  </a:lnTo>
                  <a:lnTo>
                    <a:pt x="10701" y="9236"/>
                  </a:lnTo>
                  <a:cubicBezTo>
                    <a:pt x="10701" y="8933"/>
                    <a:pt x="10957" y="8677"/>
                    <a:pt x="11260" y="8677"/>
                  </a:cubicBezTo>
                  <a:lnTo>
                    <a:pt x="13493" y="8677"/>
                  </a:lnTo>
                  <a:cubicBezTo>
                    <a:pt x="13796" y="8677"/>
                    <a:pt x="14051" y="8933"/>
                    <a:pt x="14051" y="9236"/>
                  </a:cubicBezTo>
                  <a:lnTo>
                    <a:pt x="14051" y="10911"/>
                  </a:lnTo>
                  <a:lnTo>
                    <a:pt x="15191" y="10911"/>
                  </a:lnTo>
                  <a:lnTo>
                    <a:pt x="15191" y="0"/>
                  </a:lnTo>
                  <a:lnTo>
                    <a:pt x="0" y="0"/>
                  </a:lnTo>
                  <a:lnTo>
                    <a:pt x="0" y="10911"/>
                  </a:lnTo>
                  <a:lnTo>
                    <a:pt x="1117" y="10911"/>
                  </a:lnTo>
                  <a:lnTo>
                    <a:pt x="1117" y="8677"/>
                  </a:lnTo>
                  <a:lnTo>
                    <a:pt x="3350" y="8677"/>
                  </a:lnTo>
                  <a:close/>
                  <a:moveTo>
                    <a:pt x="6142" y="6142"/>
                  </a:moveTo>
                  <a:lnTo>
                    <a:pt x="2233" y="6142"/>
                  </a:lnTo>
                  <a:lnTo>
                    <a:pt x="2233" y="2257"/>
                  </a:lnTo>
                  <a:lnTo>
                    <a:pt x="6142" y="2257"/>
                  </a:lnTo>
                  <a:close/>
                  <a:moveTo>
                    <a:pt x="6142" y="6142"/>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119"/>
            <p:cNvSpPr/>
            <p:nvPr/>
          </p:nvSpPr>
          <p:spPr>
            <a:xfrm>
              <a:off x="3328525" y="3591675"/>
              <a:ext cx="97725" cy="98300"/>
            </a:xfrm>
            <a:custGeom>
              <a:avLst/>
              <a:gdLst/>
              <a:ahLst/>
              <a:cxnLst/>
              <a:rect l="l" t="t" r="r" b="b"/>
              <a:pathLst>
                <a:path w="3909" h="3932" extrusionOk="0">
                  <a:moveTo>
                    <a:pt x="0" y="0"/>
                  </a:moveTo>
                  <a:lnTo>
                    <a:pt x="0" y="3932"/>
                  </a:lnTo>
                  <a:lnTo>
                    <a:pt x="3909" y="3932"/>
                  </a:lnTo>
                  <a:lnTo>
                    <a:pt x="390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119"/>
            <p:cNvSpPr/>
            <p:nvPr/>
          </p:nvSpPr>
          <p:spPr>
            <a:xfrm>
              <a:off x="3437275" y="3400900"/>
              <a:ext cx="43650" cy="43650"/>
            </a:xfrm>
            <a:custGeom>
              <a:avLst/>
              <a:gdLst/>
              <a:ahLst/>
              <a:cxnLst/>
              <a:rect l="l" t="t" r="r" b="b"/>
              <a:pathLst>
                <a:path w="1746" h="1746" extrusionOk="0">
                  <a:moveTo>
                    <a:pt x="1746" y="745"/>
                  </a:moveTo>
                  <a:cubicBezTo>
                    <a:pt x="1746" y="1397"/>
                    <a:pt x="955" y="1746"/>
                    <a:pt x="466" y="1280"/>
                  </a:cubicBezTo>
                  <a:cubicBezTo>
                    <a:pt x="1" y="792"/>
                    <a:pt x="350" y="1"/>
                    <a:pt x="1001" y="1"/>
                  </a:cubicBezTo>
                  <a:cubicBezTo>
                    <a:pt x="1420" y="1"/>
                    <a:pt x="1746" y="327"/>
                    <a:pt x="1746" y="745"/>
                  </a:cubicBezTo>
                  <a:close/>
                  <a:moveTo>
                    <a:pt x="1746" y="745"/>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119"/>
            <p:cNvSpPr/>
            <p:nvPr/>
          </p:nvSpPr>
          <p:spPr>
            <a:xfrm>
              <a:off x="3244775" y="3507925"/>
              <a:ext cx="13975" cy="300700"/>
            </a:xfrm>
            <a:custGeom>
              <a:avLst/>
              <a:gdLst/>
              <a:ahLst/>
              <a:cxnLst/>
              <a:rect l="l" t="t" r="r" b="b"/>
              <a:pathLst>
                <a:path w="559" h="12028" extrusionOk="0">
                  <a:moveTo>
                    <a:pt x="0" y="0"/>
                  </a:moveTo>
                  <a:lnTo>
                    <a:pt x="0" y="12028"/>
                  </a:lnTo>
                  <a:lnTo>
                    <a:pt x="559" y="12028"/>
                  </a:lnTo>
                  <a:lnTo>
                    <a:pt x="55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119"/>
            <p:cNvSpPr/>
            <p:nvPr/>
          </p:nvSpPr>
          <p:spPr>
            <a:xfrm>
              <a:off x="3443675" y="3397425"/>
              <a:ext cx="25625" cy="44225"/>
            </a:xfrm>
            <a:custGeom>
              <a:avLst/>
              <a:gdLst/>
              <a:ahLst/>
              <a:cxnLst/>
              <a:rect l="l" t="t" r="r" b="b"/>
              <a:pathLst>
                <a:path w="1025" h="1769" extrusionOk="0">
                  <a:moveTo>
                    <a:pt x="1024" y="1582"/>
                  </a:moveTo>
                  <a:cubicBezTo>
                    <a:pt x="396" y="1326"/>
                    <a:pt x="396" y="442"/>
                    <a:pt x="1024" y="186"/>
                  </a:cubicBezTo>
                  <a:cubicBezTo>
                    <a:pt x="536" y="0"/>
                    <a:pt x="1" y="349"/>
                    <a:pt x="1" y="884"/>
                  </a:cubicBezTo>
                  <a:cubicBezTo>
                    <a:pt x="1" y="1419"/>
                    <a:pt x="536" y="1768"/>
                    <a:pt x="1024" y="1582"/>
                  </a:cubicBezTo>
                  <a:close/>
                  <a:moveTo>
                    <a:pt x="1024" y="1582"/>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119"/>
            <p:cNvSpPr/>
            <p:nvPr/>
          </p:nvSpPr>
          <p:spPr>
            <a:xfrm>
              <a:off x="3272700" y="3535850"/>
              <a:ext cx="20950" cy="272775"/>
            </a:xfrm>
            <a:custGeom>
              <a:avLst/>
              <a:gdLst/>
              <a:ahLst/>
              <a:cxnLst/>
              <a:rect l="l" t="t" r="r" b="b"/>
              <a:pathLst>
                <a:path w="838" h="10911" extrusionOk="0">
                  <a:moveTo>
                    <a:pt x="0" y="0"/>
                  </a:moveTo>
                  <a:lnTo>
                    <a:pt x="0" y="10911"/>
                  </a:lnTo>
                  <a:lnTo>
                    <a:pt x="838" y="10911"/>
                  </a:lnTo>
                  <a:lnTo>
                    <a:pt x="83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119"/>
            <p:cNvSpPr/>
            <p:nvPr/>
          </p:nvSpPr>
          <p:spPr>
            <a:xfrm>
              <a:off x="3328525" y="3591675"/>
              <a:ext cx="13975" cy="98300"/>
            </a:xfrm>
            <a:custGeom>
              <a:avLst/>
              <a:gdLst/>
              <a:ahLst/>
              <a:cxnLst/>
              <a:rect l="l" t="t" r="r" b="b"/>
              <a:pathLst>
                <a:path w="559" h="3932" extrusionOk="0">
                  <a:moveTo>
                    <a:pt x="0" y="0"/>
                  </a:moveTo>
                  <a:lnTo>
                    <a:pt x="0" y="3932"/>
                  </a:lnTo>
                  <a:lnTo>
                    <a:pt x="559" y="3932"/>
                  </a:lnTo>
                  <a:lnTo>
                    <a:pt x="55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119"/>
            <p:cNvSpPr/>
            <p:nvPr/>
          </p:nvSpPr>
          <p:spPr>
            <a:xfrm>
              <a:off x="3300600" y="3752775"/>
              <a:ext cx="14000" cy="55850"/>
            </a:xfrm>
            <a:custGeom>
              <a:avLst/>
              <a:gdLst/>
              <a:ahLst/>
              <a:cxnLst/>
              <a:rect l="l" t="t" r="r" b="b"/>
              <a:pathLst>
                <a:path w="560" h="2234" extrusionOk="0">
                  <a:moveTo>
                    <a:pt x="1" y="0"/>
                  </a:moveTo>
                  <a:lnTo>
                    <a:pt x="1" y="2234"/>
                  </a:lnTo>
                  <a:lnTo>
                    <a:pt x="559" y="2234"/>
                  </a:lnTo>
                  <a:lnTo>
                    <a:pt x="559" y="0"/>
                  </a:lnTo>
                  <a:close/>
                </a:path>
              </a:pathLst>
            </a:custGeom>
            <a:solidFill>
              <a:srgbClr val="717F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119"/>
            <p:cNvSpPr/>
            <p:nvPr/>
          </p:nvSpPr>
          <p:spPr>
            <a:xfrm>
              <a:off x="3540225" y="3780700"/>
              <a:ext cx="13975" cy="27925"/>
            </a:xfrm>
            <a:custGeom>
              <a:avLst/>
              <a:gdLst/>
              <a:ahLst/>
              <a:cxnLst/>
              <a:rect l="l" t="t" r="r" b="b"/>
              <a:pathLst>
                <a:path w="559" h="1117" extrusionOk="0">
                  <a:moveTo>
                    <a:pt x="0" y="0"/>
                  </a:moveTo>
                  <a:lnTo>
                    <a:pt x="0" y="1117"/>
                  </a:lnTo>
                  <a:lnTo>
                    <a:pt x="559" y="1117"/>
                  </a:lnTo>
                  <a:lnTo>
                    <a:pt x="55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119"/>
            <p:cNvSpPr/>
            <p:nvPr/>
          </p:nvSpPr>
          <p:spPr>
            <a:xfrm>
              <a:off x="3540225" y="3752775"/>
              <a:ext cx="27950" cy="27950"/>
            </a:xfrm>
            <a:custGeom>
              <a:avLst/>
              <a:gdLst/>
              <a:ahLst/>
              <a:cxnLst/>
              <a:rect l="l" t="t" r="r" b="b"/>
              <a:pathLst>
                <a:path w="1118" h="1118" extrusionOk="0">
                  <a:moveTo>
                    <a:pt x="0" y="1117"/>
                  </a:moveTo>
                  <a:lnTo>
                    <a:pt x="559" y="1117"/>
                  </a:lnTo>
                  <a:lnTo>
                    <a:pt x="559" y="559"/>
                  </a:lnTo>
                  <a:cubicBezTo>
                    <a:pt x="559" y="256"/>
                    <a:pt x="815" y="0"/>
                    <a:pt x="1117" y="0"/>
                  </a:cubicBezTo>
                  <a:lnTo>
                    <a:pt x="559" y="0"/>
                  </a:lnTo>
                  <a:cubicBezTo>
                    <a:pt x="256" y="0"/>
                    <a:pt x="0" y="256"/>
                    <a:pt x="0" y="559"/>
                  </a:cubicBezTo>
                  <a:close/>
                  <a:moveTo>
                    <a:pt x="0" y="1117"/>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119"/>
            <p:cNvSpPr/>
            <p:nvPr/>
          </p:nvSpPr>
          <p:spPr>
            <a:xfrm>
              <a:off x="3230825" y="3808600"/>
              <a:ext cx="20950" cy="27950"/>
            </a:xfrm>
            <a:custGeom>
              <a:avLst/>
              <a:gdLst/>
              <a:ahLst/>
              <a:cxnLst/>
              <a:rect l="l" t="t" r="r" b="b"/>
              <a:pathLst>
                <a:path w="838" h="1118" extrusionOk="0">
                  <a:moveTo>
                    <a:pt x="0" y="1"/>
                  </a:moveTo>
                  <a:lnTo>
                    <a:pt x="0" y="1117"/>
                  </a:lnTo>
                  <a:lnTo>
                    <a:pt x="838" y="1117"/>
                  </a:lnTo>
                  <a:lnTo>
                    <a:pt x="8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119"/>
            <p:cNvSpPr/>
            <p:nvPr/>
          </p:nvSpPr>
          <p:spPr>
            <a:xfrm>
              <a:off x="3300600" y="3752775"/>
              <a:ext cx="55875" cy="55850"/>
            </a:xfrm>
            <a:custGeom>
              <a:avLst/>
              <a:gdLst/>
              <a:ahLst/>
              <a:cxnLst/>
              <a:rect l="l" t="t" r="r" b="b"/>
              <a:pathLst>
                <a:path w="2235" h="2234" extrusionOk="0">
                  <a:moveTo>
                    <a:pt x="1" y="0"/>
                  </a:moveTo>
                  <a:lnTo>
                    <a:pt x="1" y="2234"/>
                  </a:lnTo>
                  <a:lnTo>
                    <a:pt x="2234" y="2234"/>
                  </a:lnTo>
                  <a:lnTo>
                    <a:pt x="22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119"/>
            <p:cNvSpPr/>
            <p:nvPr/>
          </p:nvSpPr>
          <p:spPr>
            <a:xfrm>
              <a:off x="3300600" y="3752775"/>
              <a:ext cx="14000" cy="55850"/>
            </a:xfrm>
            <a:custGeom>
              <a:avLst/>
              <a:gdLst/>
              <a:ahLst/>
              <a:cxnLst/>
              <a:rect l="l" t="t" r="r" b="b"/>
              <a:pathLst>
                <a:path w="560" h="2234" extrusionOk="0">
                  <a:moveTo>
                    <a:pt x="1" y="0"/>
                  </a:moveTo>
                  <a:lnTo>
                    <a:pt x="1" y="2234"/>
                  </a:lnTo>
                  <a:lnTo>
                    <a:pt x="559" y="2234"/>
                  </a:lnTo>
                  <a:lnTo>
                    <a:pt x="55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119"/>
            <p:cNvSpPr/>
            <p:nvPr/>
          </p:nvSpPr>
          <p:spPr>
            <a:xfrm>
              <a:off x="3617000" y="3557350"/>
              <a:ext cx="13975" cy="69825"/>
            </a:xfrm>
            <a:custGeom>
              <a:avLst/>
              <a:gdLst/>
              <a:ahLst/>
              <a:cxnLst/>
              <a:rect l="l" t="t" r="r" b="b"/>
              <a:pathLst>
                <a:path w="559" h="2793" extrusionOk="0">
                  <a:moveTo>
                    <a:pt x="0" y="1"/>
                  </a:moveTo>
                  <a:lnTo>
                    <a:pt x="0" y="559"/>
                  </a:lnTo>
                  <a:lnTo>
                    <a:pt x="559" y="559"/>
                  </a:lnTo>
                  <a:lnTo>
                    <a:pt x="559" y="1"/>
                  </a:lnTo>
                  <a:close/>
                  <a:moveTo>
                    <a:pt x="0" y="1117"/>
                  </a:moveTo>
                  <a:lnTo>
                    <a:pt x="0" y="2792"/>
                  </a:lnTo>
                  <a:lnTo>
                    <a:pt x="559" y="2792"/>
                  </a:lnTo>
                  <a:lnTo>
                    <a:pt x="559" y="1117"/>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119"/>
            <p:cNvSpPr/>
            <p:nvPr/>
          </p:nvSpPr>
          <p:spPr>
            <a:xfrm>
              <a:off x="3223250" y="3393925"/>
              <a:ext cx="478100" cy="449600"/>
            </a:xfrm>
            <a:custGeom>
              <a:avLst/>
              <a:gdLst/>
              <a:ahLst/>
              <a:cxnLst/>
              <a:rect l="l" t="t" r="r" b="b"/>
              <a:pathLst>
                <a:path w="19124" h="17984" extrusionOk="0">
                  <a:moveTo>
                    <a:pt x="9562" y="559"/>
                  </a:moveTo>
                  <a:cubicBezTo>
                    <a:pt x="9981" y="559"/>
                    <a:pt x="10190" y="1048"/>
                    <a:pt x="9888" y="1350"/>
                  </a:cubicBezTo>
                  <a:cubicBezTo>
                    <a:pt x="9796" y="1449"/>
                    <a:pt x="9680" y="1493"/>
                    <a:pt x="9565" y="1493"/>
                  </a:cubicBezTo>
                  <a:cubicBezTo>
                    <a:pt x="9329" y="1493"/>
                    <a:pt x="9097" y="1306"/>
                    <a:pt x="9097" y="1024"/>
                  </a:cubicBezTo>
                  <a:cubicBezTo>
                    <a:pt x="9097" y="768"/>
                    <a:pt x="9306" y="559"/>
                    <a:pt x="9562" y="559"/>
                  </a:cubicBezTo>
                  <a:close/>
                  <a:moveTo>
                    <a:pt x="10516" y="1420"/>
                  </a:moveTo>
                  <a:lnTo>
                    <a:pt x="16471" y="4281"/>
                  </a:lnTo>
                  <a:lnTo>
                    <a:pt x="2653" y="4281"/>
                  </a:lnTo>
                  <a:lnTo>
                    <a:pt x="8632" y="1420"/>
                  </a:lnTo>
                  <a:cubicBezTo>
                    <a:pt x="8806" y="1839"/>
                    <a:pt x="9184" y="2048"/>
                    <a:pt x="9565" y="2048"/>
                  </a:cubicBezTo>
                  <a:cubicBezTo>
                    <a:pt x="9946" y="2048"/>
                    <a:pt x="10330" y="1839"/>
                    <a:pt x="10516" y="1420"/>
                  </a:cubicBezTo>
                  <a:close/>
                  <a:moveTo>
                    <a:pt x="15494" y="14610"/>
                  </a:moveTo>
                  <a:cubicBezTo>
                    <a:pt x="15634" y="14610"/>
                    <a:pt x="15774" y="14750"/>
                    <a:pt x="15774" y="14913"/>
                  </a:cubicBezTo>
                  <a:lnTo>
                    <a:pt x="15774" y="15192"/>
                  </a:lnTo>
                  <a:lnTo>
                    <a:pt x="12959" y="15192"/>
                  </a:lnTo>
                  <a:lnTo>
                    <a:pt x="12959" y="14913"/>
                  </a:lnTo>
                  <a:cubicBezTo>
                    <a:pt x="12959" y="14750"/>
                    <a:pt x="13075" y="14610"/>
                    <a:pt x="13238" y="14610"/>
                  </a:cubicBezTo>
                  <a:close/>
                  <a:moveTo>
                    <a:pt x="5049" y="14634"/>
                  </a:moveTo>
                  <a:lnTo>
                    <a:pt x="5049" y="16309"/>
                  </a:lnTo>
                  <a:lnTo>
                    <a:pt x="3374" y="16309"/>
                  </a:lnTo>
                  <a:lnTo>
                    <a:pt x="3374" y="14634"/>
                  </a:lnTo>
                  <a:close/>
                  <a:moveTo>
                    <a:pt x="15750" y="15750"/>
                  </a:moveTo>
                  <a:lnTo>
                    <a:pt x="15750" y="16309"/>
                  </a:lnTo>
                  <a:lnTo>
                    <a:pt x="12959" y="16309"/>
                  </a:lnTo>
                  <a:lnTo>
                    <a:pt x="12959" y="15750"/>
                  </a:lnTo>
                  <a:close/>
                  <a:moveTo>
                    <a:pt x="16867" y="5956"/>
                  </a:moveTo>
                  <a:lnTo>
                    <a:pt x="16867" y="16309"/>
                  </a:lnTo>
                  <a:lnTo>
                    <a:pt x="16309" y="16309"/>
                  </a:lnTo>
                  <a:lnTo>
                    <a:pt x="16309" y="14913"/>
                  </a:lnTo>
                  <a:cubicBezTo>
                    <a:pt x="16309" y="14447"/>
                    <a:pt x="15936" y="14075"/>
                    <a:pt x="15471" y="14075"/>
                  </a:cubicBezTo>
                  <a:lnTo>
                    <a:pt x="13238" y="14075"/>
                  </a:lnTo>
                  <a:cubicBezTo>
                    <a:pt x="12772" y="14075"/>
                    <a:pt x="12400" y="14447"/>
                    <a:pt x="12400" y="14913"/>
                  </a:cubicBezTo>
                  <a:lnTo>
                    <a:pt x="12400" y="16309"/>
                  </a:lnTo>
                  <a:lnTo>
                    <a:pt x="5607" y="16309"/>
                  </a:lnTo>
                  <a:lnTo>
                    <a:pt x="5607" y="14075"/>
                  </a:lnTo>
                  <a:lnTo>
                    <a:pt x="5049" y="14075"/>
                  </a:lnTo>
                  <a:lnTo>
                    <a:pt x="5049" y="13517"/>
                  </a:lnTo>
                  <a:lnTo>
                    <a:pt x="4491" y="13517"/>
                  </a:lnTo>
                  <a:lnTo>
                    <a:pt x="4491" y="14075"/>
                  </a:lnTo>
                  <a:lnTo>
                    <a:pt x="3932" y="14075"/>
                  </a:lnTo>
                  <a:lnTo>
                    <a:pt x="3932" y="13238"/>
                  </a:lnTo>
                  <a:lnTo>
                    <a:pt x="3374" y="13238"/>
                  </a:lnTo>
                  <a:lnTo>
                    <a:pt x="3374" y="14075"/>
                  </a:lnTo>
                  <a:lnTo>
                    <a:pt x="2816" y="14075"/>
                  </a:lnTo>
                  <a:lnTo>
                    <a:pt x="2816" y="16309"/>
                  </a:lnTo>
                  <a:lnTo>
                    <a:pt x="2257" y="16309"/>
                  </a:lnTo>
                  <a:lnTo>
                    <a:pt x="2257" y="5956"/>
                  </a:lnTo>
                  <a:close/>
                  <a:moveTo>
                    <a:pt x="9562" y="1"/>
                  </a:moveTo>
                  <a:cubicBezTo>
                    <a:pt x="9114" y="1"/>
                    <a:pt x="8666" y="280"/>
                    <a:pt x="8562" y="838"/>
                  </a:cubicBezTo>
                  <a:lnTo>
                    <a:pt x="1350" y="4281"/>
                  </a:lnTo>
                  <a:lnTo>
                    <a:pt x="582" y="4281"/>
                  </a:lnTo>
                  <a:lnTo>
                    <a:pt x="582" y="6515"/>
                  </a:lnTo>
                  <a:lnTo>
                    <a:pt x="1141" y="6515"/>
                  </a:lnTo>
                  <a:lnTo>
                    <a:pt x="1141" y="4840"/>
                  </a:lnTo>
                  <a:lnTo>
                    <a:pt x="18007" y="4840"/>
                  </a:lnTo>
                  <a:lnTo>
                    <a:pt x="18007" y="16309"/>
                  </a:lnTo>
                  <a:lnTo>
                    <a:pt x="17449" y="16309"/>
                  </a:lnTo>
                  <a:lnTo>
                    <a:pt x="17449" y="5398"/>
                  </a:lnTo>
                  <a:lnTo>
                    <a:pt x="1699" y="5398"/>
                  </a:lnTo>
                  <a:lnTo>
                    <a:pt x="1699" y="16309"/>
                  </a:lnTo>
                  <a:lnTo>
                    <a:pt x="1141" y="16309"/>
                  </a:lnTo>
                  <a:lnTo>
                    <a:pt x="1141" y="7073"/>
                  </a:lnTo>
                  <a:lnTo>
                    <a:pt x="582" y="7073"/>
                  </a:lnTo>
                  <a:lnTo>
                    <a:pt x="582" y="16309"/>
                  </a:lnTo>
                  <a:lnTo>
                    <a:pt x="1" y="16309"/>
                  </a:lnTo>
                  <a:lnTo>
                    <a:pt x="1" y="17984"/>
                  </a:lnTo>
                  <a:lnTo>
                    <a:pt x="16285" y="17984"/>
                  </a:lnTo>
                  <a:lnTo>
                    <a:pt x="16285" y="17425"/>
                  </a:lnTo>
                  <a:lnTo>
                    <a:pt x="582" y="17425"/>
                  </a:lnTo>
                  <a:lnTo>
                    <a:pt x="582" y="16867"/>
                  </a:lnTo>
                  <a:lnTo>
                    <a:pt x="18542" y="16867"/>
                  </a:lnTo>
                  <a:lnTo>
                    <a:pt x="18542" y="17425"/>
                  </a:lnTo>
                  <a:lnTo>
                    <a:pt x="16867" y="17425"/>
                  </a:lnTo>
                  <a:lnTo>
                    <a:pt x="16867" y="17984"/>
                  </a:lnTo>
                  <a:lnTo>
                    <a:pt x="19124" y="17984"/>
                  </a:lnTo>
                  <a:lnTo>
                    <a:pt x="19124" y="16309"/>
                  </a:lnTo>
                  <a:lnTo>
                    <a:pt x="18542" y="16309"/>
                  </a:lnTo>
                  <a:lnTo>
                    <a:pt x="18542" y="4281"/>
                  </a:lnTo>
                  <a:lnTo>
                    <a:pt x="17774" y="4281"/>
                  </a:lnTo>
                  <a:lnTo>
                    <a:pt x="10562" y="838"/>
                  </a:lnTo>
                  <a:cubicBezTo>
                    <a:pt x="10458" y="280"/>
                    <a:pt x="10010" y="1"/>
                    <a:pt x="95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119"/>
            <p:cNvSpPr/>
            <p:nvPr/>
          </p:nvSpPr>
          <p:spPr>
            <a:xfrm>
              <a:off x="3321550" y="3585275"/>
              <a:ext cx="111675" cy="111700"/>
            </a:xfrm>
            <a:custGeom>
              <a:avLst/>
              <a:gdLst/>
              <a:ahLst/>
              <a:cxnLst/>
              <a:rect l="l" t="t" r="r" b="b"/>
              <a:pathLst>
                <a:path w="4467" h="4468" extrusionOk="0">
                  <a:moveTo>
                    <a:pt x="3513" y="559"/>
                  </a:moveTo>
                  <a:lnTo>
                    <a:pt x="1559" y="2513"/>
                  </a:lnTo>
                  <a:lnTo>
                    <a:pt x="559" y="2513"/>
                  </a:lnTo>
                  <a:lnTo>
                    <a:pt x="559" y="559"/>
                  </a:lnTo>
                  <a:close/>
                  <a:moveTo>
                    <a:pt x="1396" y="3071"/>
                  </a:moveTo>
                  <a:lnTo>
                    <a:pt x="1396" y="3909"/>
                  </a:lnTo>
                  <a:lnTo>
                    <a:pt x="559" y="3909"/>
                  </a:lnTo>
                  <a:lnTo>
                    <a:pt x="559" y="3071"/>
                  </a:lnTo>
                  <a:close/>
                  <a:moveTo>
                    <a:pt x="3909" y="954"/>
                  </a:moveTo>
                  <a:lnTo>
                    <a:pt x="3909" y="3909"/>
                  </a:lnTo>
                  <a:lnTo>
                    <a:pt x="1954" y="3909"/>
                  </a:lnTo>
                  <a:lnTo>
                    <a:pt x="1954" y="2908"/>
                  </a:lnTo>
                  <a:lnTo>
                    <a:pt x="3909" y="954"/>
                  </a:lnTo>
                  <a:close/>
                  <a:moveTo>
                    <a:pt x="0" y="0"/>
                  </a:moveTo>
                  <a:lnTo>
                    <a:pt x="0" y="4467"/>
                  </a:lnTo>
                  <a:lnTo>
                    <a:pt x="4467" y="4467"/>
                  </a:lnTo>
                  <a:lnTo>
                    <a:pt x="446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119"/>
            <p:cNvSpPr/>
            <p:nvPr/>
          </p:nvSpPr>
          <p:spPr>
            <a:xfrm>
              <a:off x="3489050" y="3606200"/>
              <a:ext cx="98300" cy="14000"/>
            </a:xfrm>
            <a:custGeom>
              <a:avLst/>
              <a:gdLst/>
              <a:ahLst/>
              <a:cxnLst/>
              <a:rect l="l" t="t" r="r" b="b"/>
              <a:pathLst>
                <a:path w="3932" h="560" extrusionOk="0">
                  <a:moveTo>
                    <a:pt x="0" y="1"/>
                  </a:moveTo>
                  <a:lnTo>
                    <a:pt x="0" y="559"/>
                  </a:lnTo>
                  <a:lnTo>
                    <a:pt x="3932" y="559"/>
                  </a:lnTo>
                  <a:lnTo>
                    <a:pt x="393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119"/>
            <p:cNvSpPr/>
            <p:nvPr/>
          </p:nvSpPr>
          <p:spPr>
            <a:xfrm>
              <a:off x="3489050" y="3634125"/>
              <a:ext cx="98300" cy="13975"/>
            </a:xfrm>
            <a:custGeom>
              <a:avLst/>
              <a:gdLst/>
              <a:ahLst/>
              <a:cxnLst/>
              <a:rect l="l" t="t" r="r" b="b"/>
              <a:pathLst>
                <a:path w="3932" h="559" extrusionOk="0">
                  <a:moveTo>
                    <a:pt x="0" y="1"/>
                  </a:moveTo>
                  <a:lnTo>
                    <a:pt x="0" y="559"/>
                  </a:lnTo>
                  <a:lnTo>
                    <a:pt x="3932" y="559"/>
                  </a:lnTo>
                  <a:lnTo>
                    <a:pt x="393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119"/>
            <p:cNvSpPr/>
            <p:nvPr/>
          </p:nvSpPr>
          <p:spPr>
            <a:xfrm>
              <a:off x="3461125" y="3634125"/>
              <a:ext cx="13975" cy="13975"/>
            </a:xfrm>
            <a:custGeom>
              <a:avLst/>
              <a:gdLst/>
              <a:ahLst/>
              <a:cxnLst/>
              <a:rect l="l" t="t" r="r" b="b"/>
              <a:pathLst>
                <a:path w="559" h="559" extrusionOk="0">
                  <a:moveTo>
                    <a:pt x="1" y="1"/>
                  </a:moveTo>
                  <a:lnTo>
                    <a:pt x="1"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119"/>
            <p:cNvSpPr/>
            <p:nvPr/>
          </p:nvSpPr>
          <p:spPr>
            <a:xfrm>
              <a:off x="3489050" y="3662050"/>
              <a:ext cx="98300" cy="13975"/>
            </a:xfrm>
            <a:custGeom>
              <a:avLst/>
              <a:gdLst/>
              <a:ahLst/>
              <a:cxnLst/>
              <a:rect l="l" t="t" r="r" b="b"/>
              <a:pathLst>
                <a:path w="3932" h="559" extrusionOk="0">
                  <a:moveTo>
                    <a:pt x="0" y="0"/>
                  </a:moveTo>
                  <a:lnTo>
                    <a:pt x="0" y="559"/>
                  </a:lnTo>
                  <a:lnTo>
                    <a:pt x="3932" y="559"/>
                  </a:lnTo>
                  <a:lnTo>
                    <a:pt x="393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119"/>
            <p:cNvSpPr/>
            <p:nvPr/>
          </p:nvSpPr>
          <p:spPr>
            <a:xfrm>
              <a:off x="3461125" y="3662050"/>
              <a:ext cx="13975" cy="13975"/>
            </a:xfrm>
            <a:custGeom>
              <a:avLst/>
              <a:gdLst/>
              <a:ahLst/>
              <a:cxnLst/>
              <a:rect l="l" t="t" r="r" b="b"/>
              <a:pathLst>
                <a:path w="559" h="559" extrusionOk="0">
                  <a:moveTo>
                    <a:pt x="1" y="0"/>
                  </a:moveTo>
                  <a:lnTo>
                    <a:pt x="1"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119"/>
            <p:cNvSpPr/>
            <p:nvPr/>
          </p:nvSpPr>
          <p:spPr>
            <a:xfrm>
              <a:off x="3461125" y="3606200"/>
              <a:ext cx="13975" cy="14000"/>
            </a:xfrm>
            <a:custGeom>
              <a:avLst/>
              <a:gdLst/>
              <a:ahLst/>
              <a:cxnLst/>
              <a:rect l="l" t="t" r="r" b="b"/>
              <a:pathLst>
                <a:path w="559" h="560" extrusionOk="0">
                  <a:moveTo>
                    <a:pt x="1" y="1"/>
                  </a:moveTo>
                  <a:lnTo>
                    <a:pt x="1"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36" name="Google Shape;5336;p119"/>
          <p:cNvGrpSpPr/>
          <p:nvPr/>
        </p:nvGrpSpPr>
        <p:grpSpPr>
          <a:xfrm>
            <a:off x="3273850" y="2663450"/>
            <a:ext cx="377475" cy="476925"/>
            <a:chOff x="3273850" y="2663450"/>
            <a:chExt cx="377475" cy="476925"/>
          </a:xfrm>
        </p:grpSpPr>
        <p:sp>
          <p:nvSpPr>
            <p:cNvPr id="5337" name="Google Shape;5337;p119"/>
            <p:cNvSpPr/>
            <p:nvPr/>
          </p:nvSpPr>
          <p:spPr>
            <a:xfrm>
              <a:off x="3280825" y="2670425"/>
              <a:ext cx="307125" cy="407150"/>
            </a:xfrm>
            <a:custGeom>
              <a:avLst/>
              <a:gdLst/>
              <a:ahLst/>
              <a:cxnLst/>
              <a:rect l="l" t="t" r="r" b="b"/>
              <a:pathLst>
                <a:path w="12285" h="16286" extrusionOk="0">
                  <a:moveTo>
                    <a:pt x="2234" y="16285"/>
                  </a:moveTo>
                  <a:lnTo>
                    <a:pt x="12284" y="16285"/>
                  </a:lnTo>
                  <a:lnTo>
                    <a:pt x="12284" y="1"/>
                  </a:lnTo>
                  <a:lnTo>
                    <a:pt x="1" y="1"/>
                  </a:lnTo>
                  <a:lnTo>
                    <a:pt x="1" y="14052"/>
                  </a:lnTo>
                  <a:lnTo>
                    <a:pt x="2234" y="14052"/>
                  </a:lnTo>
                  <a:close/>
                  <a:moveTo>
                    <a:pt x="4467" y="7329"/>
                  </a:moveTo>
                  <a:lnTo>
                    <a:pt x="5584" y="7329"/>
                  </a:lnTo>
                  <a:lnTo>
                    <a:pt x="5584" y="8445"/>
                  </a:lnTo>
                  <a:lnTo>
                    <a:pt x="4467" y="8445"/>
                  </a:lnTo>
                  <a:close/>
                  <a:moveTo>
                    <a:pt x="3351" y="9562"/>
                  </a:moveTo>
                  <a:lnTo>
                    <a:pt x="3351" y="10679"/>
                  </a:lnTo>
                  <a:lnTo>
                    <a:pt x="2234" y="10679"/>
                  </a:lnTo>
                  <a:lnTo>
                    <a:pt x="2234" y="9562"/>
                  </a:lnTo>
                  <a:close/>
                  <a:moveTo>
                    <a:pt x="4467" y="9562"/>
                  </a:moveTo>
                  <a:lnTo>
                    <a:pt x="5584" y="9562"/>
                  </a:lnTo>
                  <a:lnTo>
                    <a:pt x="5584" y="10679"/>
                  </a:lnTo>
                  <a:lnTo>
                    <a:pt x="4467" y="10679"/>
                  </a:lnTo>
                  <a:close/>
                  <a:moveTo>
                    <a:pt x="2234" y="7329"/>
                  </a:moveTo>
                  <a:lnTo>
                    <a:pt x="3351" y="7329"/>
                  </a:lnTo>
                  <a:lnTo>
                    <a:pt x="3351" y="8445"/>
                  </a:lnTo>
                  <a:lnTo>
                    <a:pt x="2234" y="8445"/>
                  </a:lnTo>
                  <a:close/>
                  <a:moveTo>
                    <a:pt x="8934" y="9562"/>
                  </a:moveTo>
                  <a:lnTo>
                    <a:pt x="10051" y="9562"/>
                  </a:lnTo>
                  <a:lnTo>
                    <a:pt x="10051" y="10679"/>
                  </a:lnTo>
                  <a:lnTo>
                    <a:pt x="8934" y="10679"/>
                  </a:lnTo>
                  <a:close/>
                  <a:moveTo>
                    <a:pt x="8934" y="7329"/>
                  </a:moveTo>
                  <a:lnTo>
                    <a:pt x="10051" y="7329"/>
                  </a:lnTo>
                  <a:lnTo>
                    <a:pt x="10051" y="8445"/>
                  </a:lnTo>
                  <a:lnTo>
                    <a:pt x="8934" y="8445"/>
                  </a:lnTo>
                  <a:close/>
                  <a:moveTo>
                    <a:pt x="6701" y="8445"/>
                  </a:moveTo>
                  <a:lnTo>
                    <a:pt x="6701" y="7329"/>
                  </a:lnTo>
                  <a:lnTo>
                    <a:pt x="7817" y="7329"/>
                  </a:lnTo>
                  <a:lnTo>
                    <a:pt x="7817" y="8445"/>
                  </a:lnTo>
                  <a:close/>
                  <a:moveTo>
                    <a:pt x="6701" y="9562"/>
                  </a:moveTo>
                  <a:lnTo>
                    <a:pt x="7817" y="9562"/>
                  </a:lnTo>
                  <a:lnTo>
                    <a:pt x="7817" y="10679"/>
                  </a:lnTo>
                  <a:lnTo>
                    <a:pt x="6701" y="10679"/>
                  </a:lnTo>
                  <a:close/>
                  <a:moveTo>
                    <a:pt x="6701" y="9562"/>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119"/>
            <p:cNvSpPr/>
            <p:nvPr/>
          </p:nvSpPr>
          <p:spPr>
            <a:xfrm>
              <a:off x="3336675" y="2853625"/>
              <a:ext cx="195425" cy="84350"/>
            </a:xfrm>
            <a:custGeom>
              <a:avLst/>
              <a:gdLst/>
              <a:ahLst/>
              <a:cxnLst/>
              <a:rect l="l" t="t" r="r" b="b"/>
              <a:pathLst>
                <a:path w="7817" h="3374" extrusionOk="0">
                  <a:moveTo>
                    <a:pt x="0" y="1117"/>
                  </a:moveTo>
                  <a:lnTo>
                    <a:pt x="1117" y="1117"/>
                  </a:lnTo>
                  <a:lnTo>
                    <a:pt x="1117" y="1"/>
                  </a:lnTo>
                  <a:lnTo>
                    <a:pt x="0" y="1"/>
                  </a:lnTo>
                  <a:close/>
                  <a:moveTo>
                    <a:pt x="6700" y="3374"/>
                  </a:moveTo>
                  <a:lnTo>
                    <a:pt x="7817" y="3374"/>
                  </a:lnTo>
                  <a:lnTo>
                    <a:pt x="7817" y="2234"/>
                  </a:lnTo>
                  <a:lnTo>
                    <a:pt x="6700" y="2234"/>
                  </a:lnTo>
                  <a:close/>
                  <a:moveTo>
                    <a:pt x="6700" y="1117"/>
                  </a:moveTo>
                  <a:lnTo>
                    <a:pt x="7817" y="1117"/>
                  </a:lnTo>
                  <a:lnTo>
                    <a:pt x="7817" y="1"/>
                  </a:lnTo>
                  <a:lnTo>
                    <a:pt x="6700" y="1"/>
                  </a:lnTo>
                  <a:close/>
                  <a:moveTo>
                    <a:pt x="4467" y="3374"/>
                  </a:moveTo>
                  <a:lnTo>
                    <a:pt x="5583" y="3374"/>
                  </a:lnTo>
                  <a:lnTo>
                    <a:pt x="5583" y="2234"/>
                  </a:lnTo>
                  <a:lnTo>
                    <a:pt x="4467" y="2234"/>
                  </a:lnTo>
                  <a:close/>
                  <a:moveTo>
                    <a:pt x="4467" y="1117"/>
                  </a:moveTo>
                  <a:lnTo>
                    <a:pt x="5583" y="1117"/>
                  </a:lnTo>
                  <a:lnTo>
                    <a:pt x="5583" y="1"/>
                  </a:lnTo>
                  <a:lnTo>
                    <a:pt x="4467" y="1"/>
                  </a:lnTo>
                  <a:close/>
                  <a:moveTo>
                    <a:pt x="2233" y="3374"/>
                  </a:moveTo>
                  <a:lnTo>
                    <a:pt x="3350" y="3374"/>
                  </a:lnTo>
                  <a:lnTo>
                    <a:pt x="3350" y="2234"/>
                  </a:lnTo>
                  <a:lnTo>
                    <a:pt x="2233" y="2234"/>
                  </a:lnTo>
                  <a:close/>
                  <a:moveTo>
                    <a:pt x="2233" y="1117"/>
                  </a:moveTo>
                  <a:lnTo>
                    <a:pt x="3350" y="1117"/>
                  </a:lnTo>
                  <a:lnTo>
                    <a:pt x="3350" y="1"/>
                  </a:lnTo>
                  <a:lnTo>
                    <a:pt x="2233" y="1"/>
                  </a:lnTo>
                  <a:close/>
                  <a:moveTo>
                    <a:pt x="0" y="3374"/>
                  </a:moveTo>
                  <a:lnTo>
                    <a:pt x="1117" y="3374"/>
                  </a:lnTo>
                  <a:lnTo>
                    <a:pt x="1117" y="2234"/>
                  </a:lnTo>
                  <a:lnTo>
                    <a:pt x="0" y="2234"/>
                  </a:lnTo>
                  <a:close/>
                  <a:moveTo>
                    <a:pt x="0" y="3374"/>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119"/>
            <p:cNvSpPr/>
            <p:nvPr/>
          </p:nvSpPr>
          <p:spPr>
            <a:xfrm>
              <a:off x="3280825" y="3021700"/>
              <a:ext cx="55875" cy="55875"/>
            </a:xfrm>
            <a:custGeom>
              <a:avLst/>
              <a:gdLst/>
              <a:ahLst/>
              <a:cxnLst/>
              <a:rect l="l" t="t" r="r" b="b"/>
              <a:pathLst>
                <a:path w="2235" h="2235" extrusionOk="0">
                  <a:moveTo>
                    <a:pt x="1" y="1"/>
                  </a:moveTo>
                  <a:lnTo>
                    <a:pt x="2234" y="2234"/>
                  </a:lnTo>
                  <a:lnTo>
                    <a:pt x="2234" y="1"/>
                  </a:lnTo>
                  <a:close/>
                  <a:moveTo>
                    <a:pt x="1"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119"/>
            <p:cNvSpPr/>
            <p:nvPr/>
          </p:nvSpPr>
          <p:spPr>
            <a:xfrm>
              <a:off x="3336675" y="2726250"/>
              <a:ext cx="307675" cy="407150"/>
            </a:xfrm>
            <a:custGeom>
              <a:avLst/>
              <a:gdLst/>
              <a:ahLst/>
              <a:cxnLst/>
              <a:rect l="l" t="t" r="r" b="b"/>
              <a:pathLst>
                <a:path w="12307" h="16286" extrusionOk="0">
                  <a:moveTo>
                    <a:pt x="0" y="16286"/>
                  </a:moveTo>
                  <a:lnTo>
                    <a:pt x="12307" y="16286"/>
                  </a:lnTo>
                  <a:lnTo>
                    <a:pt x="12307" y="1"/>
                  </a:lnTo>
                  <a:lnTo>
                    <a:pt x="10073" y="1"/>
                  </a:lnTo>
                  <a:lnTo>
                    <a:pt x="10073" y="14075"/>
                  </a:lnTo>
                  <a:lnTo>
                    <a:pt x="0" y="14075"/>
                  </a:lnTo>
                  <a:close/>
                  <a:moveTo>
                    <a:pt x="0" y="16286"/>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119"/>
            <p:cNvSpPr/>
            <p:nvPr/>
          </p:nvSpPr>
          <p:spPr>
            <a:xfrm>
              <a:off x="3280250" y="2670425"/>
              <a:ext cx="70400" cy="407150"/>
            </a:xfrm>
            <a:custGeom>
              <a:avLst/>
              <a:gdLst/>
              <a:ahLst/>
              <a:cxnLst/>
              <a:rect l="l" t="t" r="r" b="b"/>
              <a:pathLst>
                <a:path w="2816" h="16286" extrusionOk="0">
                  <a:moveTo>
                    <a:pt x="2257" y="16285"/>
                  </a:moveTo>
                  <a:lnTo>
                    <a:pt x="2815" y="16285"/>
                  </a:lnTo>
                  <a:lnTo>
                    <a:pt x="2815" y="13773"/>
                  </a:lnTo>
                  <a:lnTo>
                    <a:pt x="2257" y="13773"/>
                  </a:lnTo>
                  <a:close/>
                  <a:moveTo>
                    <a:pt x="861" y="1"/>
                  </a:moveTo>
                  <a:lnTo>
                    <a:pt x="0" y="1"/>
                  </a:lnTo>
                  <a:lnTo>
                    <a:pt x="0" y="14052"/>
                  </a:lnTo>
                  <a:lnTo>
                    <a:pt x="861" y="14052"/>
                  </a:lnTo>
                  <a:close/>
                  <a:moveTo>
                    <a:pt x="861" y="1"/>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119"/>
            <p:cNvSpPr/>
            <p:nvPr/>
          </p:nvSpPr>
          <p:spPr>
            <a:xfrm>
              <a:off x="3280825" y="3021700"/>
              <a:ext cx="55875" cy="55875"/>
            </a:xfrm>
            <a:custGeom>
              <a:avLst/>
              <a:gdLst/>
              <a:ahLst/>
              <a:cxnLst/>
              <a:rect l="l" t="t" r="r" b="b"/>
              <a:pathLst>
                <a:path w="2235" h="2235" extrusionOk="0">
                  <a:moveTo>
                    <a:pt x="1" y="1"/>
                  </a:moveTo>
                  <a:lnTo>
                    <a:pt x="2234" y="2234"/>
                  </a:lnTo>
                  <a:lnTo>
                    <a:pt x="2234" y="1397"/>
                  </a:lnTo>
                  <a:lnTo>
                    <a:pt x="838" y="1"/>
                  </a:lnTo>
                  <a:close/>
                  <a:moveTo>
                    <a:pt x="1" y="1"/>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119"/>
            <p:cNvSpPr/>
            <p:nvPr/>
          </p:nvSpPr>
          <p:spPr>
            <a:xfrm>
              <a:off x="3336675" y="2726250"/>
              <a:ext cx="265800" cy="407150"/>
            </a:xfrm>
            <a:custGeom>
              <a:avLst/>
              <a:gdLst/>
              <a:ahLst/>
              <a:cxnLst/>
              <a:rect l="l" t="t" r="r" b="b"/>
              <a:pathLst>
                <a:path w="10632" h="16286" extrusionOk="0">
                  <a:moveTo>
                    <a:pt x="0" y="16286"/>
                  </a:moveTo>
                  <a:lnTo>
                    <a:pt x="838" y="16286"/>
                  </a:lnTo>
                  <a:lnTo>
                    <a:pt x="838" y="14611"/>
                  </a:lnTo>
                  <a:lnTo>
                    <a:pt x="10632" y="14611"/>
                  </a:lnTo>
                  <a:lnTo>
                    <a:pt x="10632" y="1"/>
                  </a:lnTo>
                  <a:lnTo>
                    <a:pt x="10073" y="1"/>
                  </a:lnTo>
                  <a:lnTo>
                    <a:pt x="10073" y="14052"/>
                  </a:lnTo>
                  <a:lnTo>
                    <a:pt x="0" y="14052"/>
                  </a:lnTo>
                  <a:close/>
                  <a:moveTo>
                    <a:pt x="0" y="16286"/>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119"/>
            <p:cNvSpPr/>
            <p:nvPr/>
          </p:nvSpPr>
          <p:spPr>
            <a:xfrm>
              <a:off x="3336675" y="2853625"/>
              <a:ext cx="181475" cy="84350"/>
            </a:xfrm>
            <a:custGeom>
              <a:avLst/>
              <a:gdLst/>
              <a:ahLst/>
              <a:cxnLst/>
              <a:rect l="l" t="t" r="r" b="b"/>
              <a:pathLst>
                <a:path w="7259" h="3374" extrusionOk="0">
                  <a:moveTo>
                    <a:pt x="0" y="1117"/>
                  </a:moveTo>
                  <a:lnTo>
                    <a:pt x="558" y="1117"/>
                  </a:lnTo>
                  <a:lnTo>
                    <a:pt x="558" y="1"/>
                  </a:lnTo>
                  <a:lnTo>
                    <a:pt x="0" y="1"/>
                  </a:lnTo>
                  <a:close/>
                  <a:moveTo>
                    <a:pt x="6700" y="3374"/>
                  </a:moveTo>
                  <a:lnTo>
                    <a:pt x="7258" y="3374"/>
                  </a:lnTo>
                  <a:lnTo>
                    <a:pt x="7258" y="2234"/>
                  </a:lnTo>
                  <a:lnTo>
                    <a:pt x="6700" y="2234"/>
                  </a:lnTo>
                  <a:close/>
                  <a:moveTo>
                    <a:pt x="6700" y="1117"/>
                  </a:moveTo>
                  <a:lnTo>
                    <a:pt x="7258" y="1117"/>
                  </a:lnTo>
                  <a:lnTo>
                    <a:pt x="7258" y="1"/>
                  </a:lnTo>
                  <a:lnTo>
                    <a:pt x="6700" y="1"/>
                  </a:lnTo>
                  <a:close/>
                  <a:moveTo>
                    <a:pt x="4467" y="3374"/>
                  </a:moveTo>
                  <a:lnTo>
                    <a:pt x="5025" y="3374"/>
                  </a:lnTo>
                  <a:lnTo>
                    <a:pt x="5025" y="2234"/>
                  </a:lnTo>
                  <a:lnTo>
                    <a:pt x="4467" y="2234"/>
                  </a:lnTo>
                  <a:close/>
                  <a:moveTo>
                    <a:pt x="4467" y="1117"/>
                  </a:moveTo>
                  <a:lnTo>
                    <a:pt x="5025" y="1117"/>
                  </a:lnTo>
                  <a:lnTo>
                    <a:pt x="5025" y="1"/>
                  </a:lnTo>
                  <a:lnTo>
                    <a:pt x="4467" y="1"/>
                  </a:lnTo>
                  <a:close/>
                  <a:moveTo>
                    <a:pt x="2233" y="3374"/>
                  </a:moveTo>
                  <a:lnTo>
                    <a:pt x="2792" y="3374"/>
                  </a:lnTo>
                  <a:lnTo>
                    <a:pt x="2792" y="2234"/>
                  </a:lnTo>
                  <a:lnTo>
                    <a:pt x="2233" y="2234"/>
                  </a:lnTo>
                  <a:close/>
                  <a:moveTo>
                    <a:pt x="2233" y="1117"/>
                  </a:moveTo>
                  <a:lnTo>
                    <a:pt x="2792" y="1117"/>
                  </a:lnTo>
                  <a:lnTo>
                    <a:pt x="2792" y="1"/>
                  </a:lnTo>
                  <a:lnTo>
                    <a:pt x="2233" y="1"/>
                  </a:lnTo>
                  <a:close/>
                  <a:moveTo>
                    <a:pt x="0" y="3374"/>
                  </a:moveTo>
                  <a:lnTo>
                    <a:pt x="558" y="3374"/>
                  </a:lnTo>
                  <a:lnTo>
                    <a:pt x="558" y="2234"/>
                  </a:lnTo>
                  <a:lnTo>
                    <a:pt x="0" y="2234"/>
                  </a:lnTo>
                  <a:close/>
                  <a:moveTo>
                    <a:pt x="0" y="3374"/>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119"/>
            <p:cNvSpPr/>
            <p:nvPr/>
          </p:nvSpPr>
          <p:spPr>
            <a:xfrm>
              <a:off x="3497175" y="2691375"/>
              <a:ext cx="69825" cy="13975"/>
            </a:xfrm>
            <a:custGeom>
              <a:avLst/>
              <a:gdLst/>
              <a:ahLst/>
              <a:cxnLst/>
              <a:rect l="l" t="t" r="r" b="b"/>
              <a:pathLst>
                <a:path w="2793" h="559" extrusionOk="0">
                  <a:moveTo>
                    <a:pt x="1" y="0"/>
                  </a:moveTo>
                  <a:lnTo>
                    <a:pt x="1" y="558"/>
                  </a:lnTo>
                  <a:lnTo>
                    <a:pt x="1676" y="558"/>
                  </a:lnTo>
                  <a:lnTo>
                    <a:pt x="1676" y="0"/>
                  </a:lnTo>
                  <a:close/>
                  <a:moveTo>
                    <a:pt x="2234" y="0"/>
                  </a:moveTo>
                  <a:lnTo>
                    <a:pt x="2234" y="558"/>
                  </a:lnTo>
                  <a:lnTo>
                    <a:pt x="2793" y="558"/>
                  </a:lnTo>
                  <a:lnTo>
                    <a:pt x="279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119"/>
            <p:cNvSpPr/>
            <p:nvPr/>
          </p:nvSpPr>
          <p:spPr>
            <a:xfrm>
              <a:off x="3273850" y="2663450"/>
              <a:ext cx="377475" cy="476925"/>
            </a:xfrm>
            <a:custGeom>
              <a:avLst/>
              <a:gdLst/>
              <a:ahLst/>
              <a:cxnLst/>
              <a:rect l="l" t="t" r="r" b="b"/>
              <a:pathLst>
                <a:path w="15099" h="19077" extrusionOk="0">
                  <a:moveTo>
                    <a:pt x="2234" y="14610"/>
                  </a:moveTo>
                  <a:lnTo>
                    <a:pt x="2234" y="15890"/>
                  </a:lnTo>
                  <a:lnTo>
                    <a:pt x="931" y="14610"/>
                  </a:lnTo>
                  <a:close/>
                  <a:moveTo>
                    <a:pt x="1" y="0"/>
                  </a:moveTo>
                  <a:lnTo>
                    <a:pt x="1" y="2234"/>
                  </a:lnTo>
                  <a:lnTo>
                    <a:pt x="559" y="2234"/>
                  </a:lnTo>
                  <a:lnTo>
                    <a:pt x="559" y="559"/>
                  </a:lnTo>
                  <a:lnTo>
                    <a:pt x="12307" y="559"/>
                  </a:lnTo>
                  <a:lnTo>
                    <a:pt x="12307" y="16285"/>
                  </a:lnTo>
                  <a:lnTo>
                    <a:pt x="2792" y="16285"/>
                  </a:lnTo>
                  <a:lnTo>
                    <a:pt x="2792" y="14052"/>
                  </a:lnTo>
                  <a:lnTo>
                    <a:pt x="559" y="14052"/>
                  </a:lnTo>
                  <a:lnTo>
                    <a:pt x="559" y="2792"/>
                  </a:lnTo>
                  <a:lnTo>
                    <a:pt x="1" y="2792"/>
                  </a:lnTo>
                  <a:lnTo>
                    <a:pt x="1" y="14447"/>
                  </a:lnTo>
                  <a:lnTo>
                    <a:pt x="2234" y="16681"/>
                  </a:lnTo>
                  <a:lnTo>
                    <a:pt x="2234" y="19077"/>
                  </a:lnTo>
                  <a:lnTo>
                    <a:pt x="12284" y="19077"/>
                  </a:lnTo>
                  <a:lnTo>
                    <a:pt x="12284" y="18518"/>
                  </a:lnTo>
                  <a:lnTo>
                    <a:pt x="2792" y="18518"/>
                  </a:lnTo>
                  <a:lnTo>
                    <a:pt x="2792" y="16843"/>
                  </a:lnTo>
                  <a:lnTo>
                    <a:pt x="12842" y="16843"/>
                  </a:lnTo>
                  <a:lnTo>
                    <a:pt x="12842" y="2792"/>
                  </a:lnTo>
                  <a:lnTo>
                    <a:pt x="14541" y="2792"/>
                  </a:lnTo>
                  <a:lnTo>
                    <a:pt x="14541" y="18518"/>
                  </a:lnTo>
                  <a:lnTo>
                    <a:pt x="12842" y="18518"/>
                  </a:lnTo>
                  <a:lnTo>
                    <a:pt x="12842" y="19077"/>
                  </a:lnTo>
                  <a:lnTo>
                    <a:pt x="15099" y="19077"/>
                  </a:lnTo>
                  <a:lnTo>
                    <a:pt x="15099" y="2210"/>
                  </a:lnTo>
                  <a:lnTo>
                    <a:pt x="12866" y="2234"/>
                  </a:lnTo>
                  <a:lnTo>
                    <a:pt x="1286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119"/>
            <p:cNvSpPr/>
            <p:nvPr/>
          </p:nvSpPr>
          <p:spPr>
            <a:xfrm>
              <a:off x="3329675" y="2714050"/>
              <a:ext cx="62850" cy="90750"/>
            </a:xfrm>
            <a:custGeom>
              <a:avLst/>
              <a:gdLst/>
              <a:ahLst/>
              <a:cxnLst/>
              <a:rect l="l" t="t" r="r" b="b"/>
              <a:pathLst>
                <a:path w="2514" h="3630" extrusionOk="0">
                  <a:moveTo>
                    <a:pt x="1560" y="559"/>
                  </a:moveTo>
                  <a:lnTo>
                    <a:pt x="1955" y="954"/>
                  </a:lnTo>
                  <a:lnTo>
                    <a:pt x="1955" y="1955"/>
                  </a:lnTo>
                  <a:lnTo>
                    <a:pt x="559" y="1955"/>
                  </a:lnTo>
                  <a:lnTo>
                    <a:pt x="559" y="954"/>
                  </a:lnTo>
                  <a:lnTo>
                    <a:pt x="955" y="559"/>
                  </a:lnTo>
                  <a:close/>
                  <a:moveTo>
                    <a:pt x="722" y="0"/>
                  </a:moveTo>
                  <a:lnTo>
                    <a:pt x="1" y="722"/>
                  </a:lnTo>
                  <a:lnTo>
                    <a:pt x="1" y="3630"/>
                  </a:lnTo>
                  <a:lnTo>
                    <a:pt x="559" y="3630"/>
                  </a:lnTo>
                  <a:lnTo>
                    <a:pt x="559" y="2513"/>
                  </a:lnTo>
                  <a:lnTo>
                    <a:pt x="1955" y="2513"/>
                  </a:lnTo>
                  <a:lnTo>
                    <a:pt x="1955" y="3630"/>
                  </a:lnTo>
                  <a:lnTo>
                    <a:pt x="2513" y="3630"/>
                  </a:lnTo>
                  <a:lnTo>
                    <a:pt x="2513" y="722"/>
                  </a:lnTo>
                  <a:lnTo>
                    <a:pt x="179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119"/>
            <p:cNvSpPr/>
            <p:nvPr/>
          </p:nvSpPr>
          <p:spPr>
            <a:xfrm>
              <a:off x="3315725" y="2818725"/>
              <a:ext cx="90750" cy="14000"/>
            </a:xfrm>
            <a:custGeom>
              <a:avLst/>
              <a:gdLst/>
              <a:ahLst/>
              <a:cxnLst/>
              <a:rect l="l" t="t" r="r" b="b"/>
              <a:pathLst>
                <a:path w="3630" h="560" extrusionOk="0">
                  <a:moveTo>
                    <a:pt x="1" y="1"/>
                  </a:moveTo>
                  <a:lnTo>
                    <a:pt x="1" y="559"/>
                  </a:lnTo>
                  <a:lnTo>
                    <a:pt x="3630" y="559"/>
                  </a:lnTo>
                  <a:lnTo>
                    <a:pt x="363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119"/>
            <p:cNvSpPr/>
            <p:nvPr/>
          </p:nvSpPr>
          <p:spPr>
            <a:xfrm>
              <a:off x="3329675" y="2846650"/>
              <a:ext cx="41900" cy="41900"/>
            </a:xfrm>
            <a:custGeom>
              <a:avLst/>
              <a:gdLst/>
              <a:ahLst/>
              <a:cxnLst/>
              <a:rect l="l" t="t" r="r" b="b"/>
              <a:pathLst>
                <a:path w="1676" h="1676" extrusionOk="0">
                  <a:moveTo>
                    <a:pt x="1118" y="559"/>
                  </a:moveTo>
                  <a:lnTo>
                    <a:pt x="1118" y="1117"/>
                  </a:lnTo>
                  <a:lnTo>
                    <a:pt x="559" y="1117"/>
                  </a:lnTo>
                  <a:lnTo>
                    <a:pt x="559" y="559"/>
                  </a:lnTo>
                  <a:close/>
                  <a:moveTo>
                    <a:pt x="1" y="0"/>
                  </a:moveTo>
                  <a:lnTo>
                    <a:pt x="1" y="1675"/>
                  </a:lnTo>
                  <a:lnTo>
                    <a:pt x="1676" y="1675"/>
                  </a:lnTo>
                  <a:lnTo>
                    <a:pt x="16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119"/>
            <p:cNvSpPr/>
            <p:nvPr/>
          </p:nvSpPr>
          <p:spPr>
            <a:xfrm>
              <a:off x="3384925" y="2846650"/>
              <a:ext cx="41900" cy="41900"/>
            </a:xfrm>
            <a:custGeom>
              <a:avLst/>
              <a:gdLst/>
              <a:ahLst/>
              <a:cxnLst/>
              <a:rect l="l" t="t" r="r" b="b"/>
              <a:pathLst>
                <a:path w="1676" h="1676" extrusionOk="0">
                  <a:moveTo>
                    <a:pt x="1141" y="559"/>
                  </a:moveTo>
                  <a:lnTo>
                    <a:pt x="1141" y="1117"/>
                  </a:lnTo>
                  <a:lnTo>
                    <a:pt x="583" y="1117"/>
                  </a:lnTo>
                  <a:lnTo>
                    <a:pt x="583" y="559"/>
                  </a:lnTo>
                  <a:close/>
                  <a:moveTo>
                    <a:pt x="1" y="0"/>
                  </a:moveTo>
                  <a:lnTo>
                    <a:pt x="24" y="1675"/>
                  </a:lnTo>
                  <a:lnTo>
                    <a:pt x="1676" y="1675"/>
                  </a:lnTo>
                  <a:lnTo>
                    <a:pt x="16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119"/>
            <p:cNvSpPr/>
            <p:nvPr/>
          </p:nvSpPr>
          <p:spPr>
            <a:xfrm>
              <a:off x="3441350" y="2846650"/>
              <a:ext cx="42475" cy="41900"/>
            </a:xfrm>
            <a:custGeom>
              <a:avLst/>
              <a:gdLst/>
              <a:ahLst/>
              <a:cxnLst/>
              <a:rect l="l" t="t" r="r" b="b"/>
              <a:pathLst>
                <a:path w="1699" h="1676" extrusionOk="0">
                  <a:moveTo>
                    <a:pt x="1117" y="559"/>
                  </a:moveTo>
                  <a:lnTo>
                    <a:pt x="1117" y="1117"/>
                  </a:lnTo>
                  <a:lnTo>
                    <a:pt x="559" y="1117"/>
                  </a:lnTo>
                  <a:lnTo>
                    <a:pt x="559" y="559"/>
                  </a:lnTo>
                  <a:close/>
                  <a:moveTo>
                    <a:pt x="1" y="0"/>
                  </a:moveTo>
                  <a:lnTo>
                    <a:pt x="1" y="1675"/>
                  </a:lnTo>
                  <a:lnTo>
                    <a:pt x="1699" y="1675"/>
                  </a:lnTo>
                  <a:lnTo>
                    <a:pt x="16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119"/>
            <p:cNvSpPr/>
            <p:nvPr/>
          </p:nvSpPr>
          <p:spPr>
            <a:xfrm>
              <a:off x="3329675" y="2903075"/>
              <a:ext cx="41900" cy="41900"/>
            </a:xfrm>
            <a:custGeom>
              <a:avLst/>
              <a:gdLst/>
              <a:ahLst/>
              <a:cxnLst/>
              <a:rect l="l" t="t" r="r" b="b"/>
              <a:pathLst>
                <a:path w="1676" h="1676" extrusionOk="0">
                  <a:moveTo>
                    <a:pt x="1118" y="558"/>
                  </a:moveTo>
                  <a:lnTo>
                    <a:pt x="1118" y="1117"/>
                  </a:lnTo>
                  <a:lnTo>
                    <a:pt x="559" y="1117"/>
                  </a:lnTo>
                  <a:lnTo>
                    <a:pt x="559" y="558"/>
                  </a:lnTo>
                  <a:close/>
                  <a:moveTo>
                    <a:pt x="1" y="0"/>
                  </a:moveTo>
                  <a:lnTo>
                    <a:pt x="1" y="1675"/>
                  </a:lnTo>
                  <a:lnTo>
                    <a:pt x="1676" y="1675"/>
                  </a:lnTo>
                  <a:lnTo>
                    <a:pt x="16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119"/>
            <p:cNvSpPr/>
            <p:nvPr/>
          </p:nvSpPr>
          <p:spPr>
            <a:xfrm>
              <a:off x="3385525" y="2903075"/>
              <a:ext cx="41300" cy="41900"/>
            </a:xfrm>
            <a:custGeom>
              <a:avLst/>
              <a:gdLst/>
              <a:ahLst/>
              <a:cxnLst/>
              <a:rect l="l" t="t" r="r" b="b"/>
              <a:pathLst>
                <a:path w="1652" h="1676" extrusionOk="0">
                  <a:moveTo>
                    <a:pt x="1117" y="558"/>
                  </a:moveTo>
                  <a:lnTo>
                    <a:pt x="1117" y="1117"/>
                  </a:lnTo>
                  <a:lnTo>
                    <a:pt x="559" y="1117"/>
                  </a:lnTo>
                  <a:lnTo>
                    <a:pt x="559" y="558"/>
                  </a:lnTo>
                  <a:close/>
                  <a:moveTo>
                    <a:pt x="0" y="0"/>
                  </a:moveTo>
                  <a:lnTo>
                    <a:pt x="0" y="1675"/>
                  </a:lnTo>
                  <a:lnTo>
                    <a:pt x="1652" y="1675"/>
                  </a:lnTo>
                  <a:lnTo>
                    <a:pt x="165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119"/>
            <p:cNvSpPr/>
            <p:nvPr/>
          </p:nvSpPr>
          <p:spPr>
            <a:xfrm>
              <a:off x="3441350" y="2903075"/>
              <a:ext cx="42475" cy="41900"/>
            </a:xfrm>
            <a:custGeom>
              <a:avLst/>
              <a:gdLst/>
              <a:ahLst/>
              <a:cxnLst/>
              <a:rect l="l" t="t" r="r" b="b"/>
              <a:pathLst>
                <a:path w="1699" h="1676" extrusionOk="0">
                  <a:moveTo>
                    <a:pt x="1117" y="558"/>
                  </a:moveTo>
                  <a:lnTo>
                    <a:pt x="1117" y="1117"/>
                  </a:lnTo>
                  <a:lnTo>
                    <a:pt x="559" y="1117"/>
                  </a:lnTo>
                  <a:lnTo>
                    <a:pt x="559" y="558"/>
                  </a:lnTo>
                  <a:close/>
                  <a:moveTo>
                    <a:pt x="1" y="0"/>
                  </a:moveTo>
                  <a:lnTo>
                    <a:pt x="1" y="1675"/>
                  </a:lnTo>
                  <a:lnTo>
                    <a:pt x="1699" y="1675"/>
                  </a:lnTo>
                  <a:lnTo>
                    <a:pt x="169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119"/>
            <p:cNvSpPr/>
            <p:nvPr/>
          </p:nvSpPr>
          <p:spPr>
            <a:xfrm>
              <a:off x="3497175" y="2846650"/>
              <a:ext cx="41900" cy="41900"/>
            </a:xfrm>
            <a:custGeom>
              <a:avLst/>
              <a:gdLst/>
              <a:ahLst/>
              <a:cxnLst/>
              <a:rect l="l" t="t" r="r" b="b"/>
              <a:pathLst>
                <a:path w="1676" h="1676" extrusionOk="0">
                  <a:moveTo>
                    <a:pt x="1118" y="559"/>
                  </a:moveTo>
                  <a:lnTo>
                    <a:pt x="1118" y="1117"/>
                  </a:lnTo>
                  <a:lnTo>
                    <a:pt x="559" y="1117"/>
                  </a:lnTo>
                  <a:lnTo>
                    <a:pt x="559" y="559"/>
                  </a:lnTo>
                  <a:close/>
                  <a:moveTo>
                    <a:pt x="1" y="0"/>
                  </a:moveTo>
                  <a:lnTo>
                    <a:pt x="1" y="1675"/>
                  </a:lnTo>
                  <a:lnTo>
                    <a:pt x="1676" y="1675"/>
                  </a:lnTo>
                  <a:lnTo>
                    <a:pt x="16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119"/>
            <p:cNvSpPr/>
            <p:nvPr/>
          </p:nvSpPr>
          <p:spPr>
            <a:xfrm>
              <a:off x="3497175" y="2903075"/>
              <a:ext cx="41900" cy="41900"/>
            </a:xfrm>
            <a:custGeom>
              <a:avLst/>
              <a:gdLst/>
              <a:ahLst/>
              <a:cxnLst/>
              <a:rect l="l" t="t" r="r" b="b"/>
              <a:pathLst>
                <a:path w="1676" h="1676" extrusionOk="0">
                  <a:moveTo>
                    <a:pt x="1118" y="558"/>
                  </a:moveTo>
                  <a:lnTo>
                    <a:pt x="1118" y="1117"/>
                  </a:lnTo>
                  <a:lnTo>
                    <a:pt x="559" y="1117"/>
                  </a:lnTo>
                  <a:lnTo>
                    <a:pt x="559" y="558"/>
                  </a:lnTo>
                  <a:close/>
                  <a:moveTo>
                    <a:pt x="1" y="0"/>
                  </a:moveTo>
                  <a:lnTo>
                    <a:pt x="1" y="1675"/>
                  </a:lnTo>
                  <a:lnTo>
                    <a:pt x="1676" y="1675"/>
                  </a:lnTo>
                  <a:lnTo>
                    <a:pt x="16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119"/>
            <p:cNvSpPr/>
            <p:nvPr/>
          </p:nvSpPr>
          <p:spPr>
            <a:xfrm>
              <a:off x="3357600" y="2958900"/>
              <a:ext cx="181475" cy="13975"/>
            </a:xfrm>
            <a:custGeom>
              <a:avLst/>
              <a:gdLst/>
              <a:ahLst/>
              <a:cxnLst/>
              <a:rect l="l" t="t" r="r" b="b"/>
              <a:pathLst>
                <a:path w="7259" h="559" extrusionOk="0">
                  <a:moveTo>
                    <a:pt x="1" y="0"/>
                  </a:moveTo>
                  <a:lnTo>
                    <a:pt x="1" y="559"/>
                  </a:lnTo>
                  <a:lnTo>
                    <a:pt x="7259" y="559"/>
                  </a:lnTo>
                  <a:lnTo>
                    <a:pt x="72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119"/>
            <p:cNvSpPr/>
            <p:nvPr/>
          </p:nvSpPr>
          <p:spPr>
            <a:xfrm>
              <a:off x="3329675" y="2958900"/>
              <a:ext cx="14000" cy="13975"/>
            </a:xfrm>
            <a:custGeom>
              <a:avLst/>
              <a:gdLst/>
              <a:ahLst/>
              <a:cxnLst/>
              <a:rect l="l" t="t" r="r" b="b"/>
              <a:pathLst>
                <a:path w="560" h="559" extrusionOk="0">
                  <a:moveTo>
                    <a:pt x="1" y="0"/>
                  </a:moveTo>
                  <a:lnTo>
                    <a:pt x="1"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119"/>
            <p:cNvSpPr/>
            <p:nvPr/>
          </p:nvSpPr>
          <p:spPr>
            <a:xfrm>
              <a:off x="3357600" y="2986825"/>
              <a:ext cx="181475" cy="13975"/>
            </a:xfrm>
            <a:custGeom>
              <a:avLst/>
              <a:gdLst/>
              <a:ahLst/>
              <a:cxnLst/>
              <a:rect l="l" t="t" r="r" b="b"/>
              <a:pathLst>
                <a:path w="7259" h="559" extrusionOk="0">
                  <a:moveTo>
                    <a:pt x="1" y="0"/>
                  </a:moveTo>
                  <a:lnTo>
                    <a:pt x="1" y="558"/>
                  </a:lnTo>
                  <a:lnTo>
                    <a:pt x="7259" y="558"/>
                  </a:lnTo>
                  <a:lnTo>
                    <a:pt x="72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119"/>
            <p:cNvSpPr/>
            <p:nvPr/>
          </p:nvSpPr>
          <p:spPr>
            <a:xfrm>
              <a:off x="3329675" y="2986825"/>
              <a:ext cx="14000" cy="13975"/>
            </a:xfrm>
            <a:custGeom>
              <a:avLst/>
              <a:gdLst/>
              <a:ahLst/>
              <a:cxnLst/>
              <a:rect l="l" t="t" r="r" b="b"/>
              <a:pathLst>
                <a:path w="560" h="559" extrusionOk="0">
                  <a:moveTo>
                    <a:pt x="1" y="0"/>
                  </a:moveTo>
                  <a:lnTo>
                    <a:pt x="1" y="558"/>
                  </a:lnTo>
                  <a:lnTo>
                    <a:pt x="559" y="558"/>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1" name="Google Shape;5361;p119"/>
          <p:cNvGrpSpPr/>
          <p:nvPr/>
        </p:nvGrpSpPr>
        <p:grpSpPr>
          <a:xfrm>
            <a:off x="3223250" y="1942275"/>
            <a:ext cx="477525" cy="464125"/>
            <a:chOff x="3223250" y="1942275"/>
            <a:chExt cx="477525" cy="464125"/>
          </a:xfrm>
        </p:grpSpPr>
        <p:sp>
          <p:nvSpPr>
            <p:cNvPr id="5362" name="Google Shape;5362;p119"/>
            <p:cNvSpPr/>
            <p:nvPr/>
          </p:nvSpPr>
          <p:spPr>
            <a:xfrm>
              <a:off x="3357600" y="1942275"/>
              <a:ext cx="232075" cy="252425"/>
            </a:xfrm>
            <a:custGeom>
              <a:avLst/>
              <a:gdLst/>
              <a:ahLst/>
              <a:cxnLst/>
              <a:rect l="l" t="t" r="r" b="b"/>
              <a:pathLst>
                <a:path w="9283" h="10097" extrusionOk="0">
                  <a:moveTo>
                    <a:pt x="1" y="5328"/>
                  </a:moveTo>
                  <a:cubicBezTo>
                    <a:pt x="1" y="7003"/>
                    <a:pt x="978" y="8515"/>
                    <a:pt x="2513" y="9190"/>
                  </a:cubicBezTo>
                  <a:lnTo>
                    <a:pt x="2513" y="10097"/>
                  </a:lnTo>
                  <a:lnTo>
                    <a:pt x="5863" y="10097"/>
                  </a:lnTo>
                  <a:lnTo>
                    <a:pt x="5863" y="9190"/>
                  </a:lnTo>
                  <a:cubicBezTo>
                    <a:pt x="8934" y="7840"/>
                    <a:pt x="9283" y="3653"/>
                    <a:pt x="6491" y="1838"/>
                  </a:cubicBezTo>
                  <a:cubicBezTo>
                    <a:pt x="3700" y="0"/>
                    <a:pt x="1" y="2001"/>
                    <a:pt x="1" y="5328"/>
                  </a:cubicBezTo>
                  <a:close/>
                  <a:moveTo>
                    <a:pt x="1" y="5328"/>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119"/>
            <p:cNvSpPr/>
            <p:nvPr/>
          </p:nvSpPr>
          <p:spPr>
            <a:xfrm>
              <a:off x="3420425" y="2194100"/>
              <a:ext cx="83775" cy="55850"/>
            </a:xfrm>
            <a:custGeom>
              <a:avLst/>
              <a:gdLst/>
              <a:ahLst/>
              <a:cxnLst/>
              <a:rect l="l" t="t" r="r" b="b"/>
              <a:pathLst>
                <a:path w="3351" h="2234" extrusionOk="0">
                  <a:moveTo>
                    <a:pt x="558" y="2234"/>
                  </a:moveTo>
                  <a:lnTo>
                    <a:pt x="2792" y="2234"/>
                  </a:lnTo>
                  <a:cubicBezTo>
                    <a:pt x="3094" y="2234"/>
                    <a:pt x="3350" y="2001"/>
                    <a:pt x="3350" y="1676"/>
                  </a:cubicBezTo>
                  <a:lnTo>
                    <a:pt x="3350" y="1"/>
                  </a:lnTo>
                  <a:lnTo>
                    <a:pt x="0" y="1"/>
                  </a:lnTo>
                  <a:lnTo>
                    <a:pt x="0" y="1676"/>
                  </a:lnTo>
                  <a:cubicBezTo>
                    <a:pt x="0" y="2001"/>
                    <a:pt x="256" y="2234"/>
                    <a:pt x="558" y="2234"/>
                  </a:cubicBezTo>
                  <a:close/>
                  <a:moveTo>
                    <a:pt x="558" y="2234"/>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119"/>
            <p:cNvSpPr/>
            <p:nvPr/>
          </p:nvSpPr>
          <p:spPr>
            <a:xfrm>
              <a:off x="3434375" y="2250525"/>
              <a:ext cx="56450" cy="27925"/>
            </a:xfrm>
            <a:custGeom>
              <a:avLst/>
              <a:gdLst/>
              <a:ahLst/>
              <a:cxnLst/>
              <a:rect l="l" t="t" r="r" b="b"/>
              <a:pathLst>
                <a:path w="2258" h="1117" extrusionOk="0">
                  <a:moveTo>
                    <a:pt x="280" y="1117"/>
                  </a:moveTo>
                  <a:lnTo>
                    <a:pt x="1978" y="1117"/>
                  </a:lnTo>
                  <a:lnTo>
                    <a:pt x="2257" y="0"/>
                  </a:lnTo>
                  <a:lnTo>
                    <a:pt x="0" y="0"/>
                  </a:lnTo>
                  <a:close/>
                  <a:moveTo>
                    <a:pt x="280" y="1117"/>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119"/>
            <p:cNvSpPr/>
            <p:nvPr/>
          </p:nvSpPr>
          <p:spPr>
            <a:xfrm>
              <a:off x="3244775" y="2299375"/>
              <a:ext cx="435050" cy="71550"/>
            </a:xfrm>
            <a:custGeom>
              <a:avLst/>
              <a:gdLst/>
              <a:ahLst/>
              <a:cxnLst/>
              <a:rect l="l" t="t" r="r" b="b"/>
              <a:pathLst>
                <a:path w="17402" h="2862" extrusionOk="0">
                  <a:moveTo>
                    <a:pt x="0" y="2862"/>
                  </a:moveTo>
                  <a:lnTo>
                    <a:pt x="5909" y="2862"/>
                  </a:lnTo>
                  <a:lnTo>
                    <a:pt x="8701" y="1466"/>
                  </a:lnTo>
                  <a:cubicBezTo>
                    <a:pt x="11330" y="0"/>
                    <a:pt x="13354" y="70"/>
                    <a:pt x="17402" y="70"/>
                  </a:cubicBezTo>
                  <a:lnTo>
                    <a:pt x="17402" y="2862"/>
                  </a:lnTo>
                  <a:lnTo>
                    <a:pt x="11493" y="2862"/>
                  </a:lnTo>
                  <a:lnTo>
                    <a:pt x="8701" y="1466"/>
                  </a:lnTo>
                  <a:cubicBezTo>
                    <a:pt x="6096" y="0"/>
                    <a:pt x="4048" y="70"/>
                    <a:pt x="0" y="70"/>
                  </a:cubicBezTo>
                  <a:close/>
                  <a:moveTo>
                    <a:pt x="0" y="2862"/>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119"/>
            <p:cNvSpPr/>
            <p:nvPr/>
          </p:nvSpPr>
          <p:spPr>
            <a:xfrm>
              <a:off x="3230825" y="2336000"/>
              <a:ext cx="462975" cy="62850"/>
            </a:xfrm>
            <a:custGeom>
              <a:avLst/>
              <a:gdLst/>
              <a:ahLst/>
              <a:cxnLst/>
              <a:rect l="l" t="t" r="r" b="b"/>
              <a:pathLst>
                <a:path w="18519" h="2514" extrusionOk="0">
                  <a:moveTo>
                    <a:pt x="0" y="2513"/>
                  </a:moveTo>
                  <a:lnTo>
                    <a:pt x="7026" y="2513"/>
                  </a:lnTo>
                  <a:lnTo>
                    <a:pt x="9259" y="1397"/>
                  </a:lnTo>
                  <a:lnTo>
                    <a:pt x="11492" y="2513"/>
                  </a:lnTo>
                  <a:lnTo>
                    <a:pt x="18518" y="2513"/>
                  </a:lnTo>
                  <a:lnTo>
                    <a:pt x="18518" y="1397"/>
                  </a:lnTo>
                  <a:lnTo>
                    <a:pt x="12051" y="1397"/>
                  </a:lnTo>
                  <a:lnTo>
                    <a:pt x="9259" y="1"/>
                  </a:lnTo>
                  <a:lnTo>
                    <a:pt x="6467" y="1397"/>
                  </a:lnTo>
                  <a:lnTo>
                    <a:pt x="0" y="1397"/>
                  </a:lnTo>
                  <a:close/>
                  <a:moveTo>
                    <a:pt x="0" y="2513"/>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119"/>
            <p:cNvSpPr/>
            <p:nvPr/>
          </p:nvSpPr>
          <p:spPr>
            <a:xfrm>
              <a:off x="3230825" y="2355775"/>
              <a:ext cx="462975" cy="43075"/>
            </a:xfrm>
            <a:custGeom>
              <a:avLst/>
              <a:gdLst/>
              <a:ahLst/>
              <a:cxnLst/>
              <a:rect l="l" t="t" r="r" b="b"/>
              <a:pathLst>
                <a:path w="18519" h="1723" extrusionOk="0">
                  <a:moveTo>
                    <a:pt x="0" y="1722"/>
                  </a:moveTo>
                  <a:lnTo>
                    <a:pt x="7026" y="1722"/>
                  </a:lnTo>
                  <a:lnTo>
                    <a:pt x="9259" y="606"/>
                  </a:lnTo>
                  <a:lnTo>
                    <a:pt x="11492" y="1722"/>
                  </a:lnTo>
                  <a:lnTo>
                    <a:pt x="18518" y="1722"/>
                  </a:lnTo>
                  <a:lnTo>
                    <a:pt x="18518" y="1164"/>
                  </a:lnTo>
                  <a:lnTo>
                    <a:pt x="11632" y="1164"/>
                  </a:lnTo>
                  <a:lnTo>
                    <a:pt x="9259" y="1"/>
                  </a:lnTo>
                  <a:lnTo>
                    <a:pt x="6886" y="1164"/>
                  </a:lnTo>
                  <a:lnTo>
                    <a:pt x="0" y="1164"/>
                  </a:lnTo>
                  <a:close/>
                  <a:moveTo>
                    <a:pt x="0" y="1722"/>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119"/>
            <p:cNvSpPr/>
            <p:nvPr/>
          </p:nvSpPr>
          <p:spPr>
            <a:xfrm>
              <a:off x="3357600" y="1973100"/>
              <a:ext cx="83775" cy="221600"/>
            </a:xfrm>
            <a:custGeom>
              <a:avLst/>
              <a:gdLst/>
              <a:ahLst/>
              <a:cxnLst/>
              <a:rect l="l" t="t" r="r" b="b"/>
              <a:pathLst>
                <a:path w="3351" h="8864" extrusionOk="0">
                  <a:moveTo>
                    <a:pt x="1" y="4095"/>
                  </a:moveTo>
                  <a:cubicBezTo>
                    <a:pt x="1" y="5770"/>
                    <a:pt x="978" y="7282"/>
                    <a:pt x="2513" y="7957"/>
                  </a:cubicBezTo>
                  <a:lnTo>
                    <a:pt x="2513" y="8864"/>
                  </a:lnTo>
                  <a:lnTo>
                    <a:pt x="3351" y="8864"/>
                  </a:lnTo>
                  <a:lnTo>
                    <a:pt x="3351" y="7677"/>
                  </a:lnTo>
                  <a:cubicBezTo>
                    <a:pt x="47" y="6212"/>
                    <a:pt x="1" y="1512"/>
                    <a:pt x="3304" y="0"/>
                  </a:cubicBezTo>
                  <a:cubicBezTo>
                    <a:pt x="1373" y="419"/>
                    <a:pt x="1" y="2141"/>
                    <a:pt x="1" y="4095"/>
                  </a:cubicBezTo>
                  <a:close/>
                  <a:moveTo>
                    <a:pt x="1" y="4095"/>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119"/>
            <p:cNvSpPr/>
            <p:nvPr/>
          </p:nvSpPr>
          <p:spPr>
            <a:xfrm>
              <a:off x="3420425" y="2194675"/>
              <a:ext cx="34900" cy="55275"/>
            </a:xfrm>
            <a:custGeom>
              <a:avLst/>
              <a:gdLst/>
              <a:ahLst/>
              <a:cxnLst/>
              <a:rect l="l" t="t" r="r" b="b"/>
              <a:pathLst>
                <a:path w="1396" h="2211" extrusionOk="0">
                  <a:moveTo>
                    <a:pt x="558" y="2211"/>
                  </a:moveTo>
                  <a:lnTo>
                    <a:pt x="1396" y="2211"/>
                  </a:lnTo>
                  <a:cubicBezTo>
                    <a:pt x="1093" y="2211"/>
                    <a:pt x="861" y="1978"/>
                    <a:pt x="838" y="1676"/>
                  </a:cubicBezTo>
                  <a:lnTo>
                    <a:pt x="838" y="1"/>
                  </a:lnTo>
                  <a:lnTo>
                    <a:pt x="0" y="1"/>
                  </a:lnTo>
                  <a:lnTo>
                    <a:pt x="0" y="1676"/>
                  </a:lnTo>
                  <a:cubicBezTo>
                    <a:pt x="0" y="1978"/>
                    <a:pt x="256" y="2211"/>
                    <a:pt x="558" y="2211"/>
                  </a:cubicBezTo>
                  <a:close/>
                  <a:moveTo>
                    <a:pt x="558" y="2211"/>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119"/>
            <p:cNvSpPr/>
            <p:nvPr/>
          </p:nvSpPr>
          <p:spPr>
            <a:xfrm>
              <a:off x="3434375" y="2250525"/>
              <a:ext cx="28525" cy="27925"/>
            </a:xfrm>
            <a:custGeom>
              <a:avLst/>
              <a:gdLst/>
              <a:ahLst/>
              <a:cxnLst/>
              <a:rect l="l" t="t" r="r" b="b"/>
              <a:pathLst>
                <a:path w="1141" h="1117" extrusionOk="0">
                  <a:moveTo>
                    <a:pt x="280" y="1117"/>
                  </a:moveTo>
                  <a:lnTo>
                    <a:pt x="1140" y="1117"/>
                  </a:lnTo>
                  <a:lnTo>
                    <a:pt x="838" y="0"/>
                  </a:lnTo>
                  <a:lnTo>
                    <a:pt x="0" y="0"/>
                  </a:lnTo>
                  <a:close/>
                  <a:moveTo>
                    <a:pt x="280" y="1117"/>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119"/>
            <p:cNvSpPr/>
            <p:nvPr/>
          </p:nvSpPr>
          <p:spPr>
            <a:xfrm>
              <a:off x="3244775" y="2301125"/>
              <a:ext cx="20950" cy="69800"/>
            </a:xfrm>
            <a:custGeom>
              <a:avLst/>
              <a:gdLst/>
              <a:ahLst/>
              <a:cxnLst/>
              <a:rect l="l" t="t" r="r" b="b"/>
              <a:pathLst>
                <a:path w="838" h="2792" extrusionOk="0">
                  <a:moveTo>
                    <a:pt x="0" y="2792"/>
                  </a:moveTo>
                  <a:lnTo>
                    <a:pt x="838" y="2792"/>
                  </a:lnTo>
                  <a:lnTo>
                    <a:pt x="838" y="0"/>
                  </a:lnTo>
                  <a:lnTo>
                    <a:pt x="0" y="0"/>
                  </a:lnTo>
                  <a:close/>
                  <a:moveTo>
                    <a:pt x="0" y="2792"/>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119"/>
            <p:cNvSpPr/>
            <p:nvPr/>
          </p:nvSpPr>
          <p:spPr>
            <a:xfrm>
              <a:off x="3441350" y="1998675"/>
              <a:ext cx="217550" cy="337350"/>
            </a:xfrm>
            <a:custGeom>
              <a:avLst/>
              <a:gdLst/>
              <a:ahLst/>
              <a:cxnLst/>
              <a:rect l="l" t="t" r="r" b="b"/>
              <a:pathLst>
                <a:path w="8702" h="13494" extrusionOk="0">
                  <a:moveTo>
                    <a:pt x="1" y="1"/>
                  </a:moveTo>
                  <a:lnTo>
                    <a:pt x="1" y="559"/>
                  </a:lnTo>
                  <a:lnTo>
                    <a:pt x="559" y="559"/>
                  </a:lnTo>
                  <a:lnTo>
                    <a:pt x="559" y="1"/>
                  </a:lnTo>
                  <a:close/>
                  <a:moveTo>
                    <a:pt x="1178" y="0"/>
                  </a:moveTo>
                  <a:cubicBezTo>
                    <a:pt x="1158" y="0"/>
                    <a:pt x="1138" y="1"/>
                    <a:pt x="1117" y="1"/>
                  </a:cubicBezTo>
                  <a:lnTo>
                    <a:pt x="1117" y="559"/>
                  </a:lnTo>
                  <a:cubicBezTo>
                    <a:pt x="1137" y="559"/>
                    <a:pt x="1157" y="559"/>
                    <a:pt x="1177" y="559"/>
                  </a:cubicBezTo>
                  <a:cubicBezTo>
                    <a:pt x="2062" y="559"/>
                    <a:pt x="2894" y="1066"/>
                    <a:pt x="3281" y="1862"/>
                  </a:cubicBezTo>
                  <a:lnTo>
                    <a:pt x="3793" y="1629"/>
                  </a:lnTo>
                  <a:cubicBezTo>
                    <a:pt x="3290" y="624"/>
                    <a:pt x="2294" y="0"/>
                    <a:pt x="1178" y="0"/>
                  </a:cubicBezTo>
                  <a:close/>
                  <a:moveTo>
                    <a:pt x="7026" y="12936"/>
                  </a:moveTo>
                  <a:lnTo>
                    <a:pt x="7026" y="13494"/>
                  </a:lnTo>
                  <a:lnTo>
                    <a:pt x="7585" y="13494"/>
                  </a:lnTo>
                  <a:lnTo>
                    <a:pt x="7585" y="12936"/>
                  </a:lnTo>
                  <a:close/>
                  <a:moveTo>
                    <a:pt x="8143" y="12936"/>
                  </a:moveTo>
                  <a:lnTo>
                    <a:pt x="8143" y="13494"/>
                  </a:lnTo>
                  <a:lnTo>
                    <a:pt x="8701" y="13494"/>
                  </a:lnTo>
                  <a:lnTo>
                    <a:pt x="8701" y="12936"/>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119"/>
            <p:cNvSpPr/>
            <p:nvPr/>
          </p:nvSpPr>
          <p:spPr>
            <a:xfrm>
              <a:off x="3223250" y="2294125"/>
              <a:ext cx="477525" cy="112275"/>
            </a:xfrm>
            <a:custGeom>
              <a:avLst/>
              <a:gdLst/>
              <a:ahLst/>
              <a:cxnLst/>
              <a:rect l="l" t="t" r="r" b="b"/>
              <a:pathLst>
                <a:path w="19101" h="4491" extrusionOk="0">
                  <a:moveTo>
                    <a:pt x="1396" y="559"/>
                  </a:moveTo>
                  <a:cubicBezTo>
                    <a:pt x="4886" y="559"/>
                    <a:pt x="6747" y="559"/>
                    <a:pt x="8957" y="1676"/>
                  </a:cubicBezTo>
                  <a:lnTo>
                    <a:pt x="8143" y="2095"/>
                  </a:lnTo>
                  <a:lnTo>
                    <a:pt x="6491" y="1629"/>
                  </a:lnTo>
                  <a:lnTo>
                    <a:pt x="6328" y="2164"/>
                  </a:lnTo>
                  <a:lnTo>
                    <a:pt x="7399" y="2444"/>
                  </a:lnTo>
                  <a:lnTo>
                    <a:pt x="6701" y="2793"/>
                  </a:lnTo>
                  <a:lnTo>
                    <a:pt x="1141" y="2793"/>
                  </a:lnTo>
                  <a:lnTo>
                    <a:pt x="1141" y="559"/>
                  </a:lnTo>
                  <a:close/>
                  <a:moveTo>
                    <a:pt x="9562" y="2002"/>
                  </a:moveTo>
                  <a:lnTo>
                    <a:pt x="12284" y="3351"/>
                  </a:lnTo>
                  <a:lnTo>
                    <a:pt x="18542" y="3351"/>
                  </a:lnTo>
                  <a:lnTo>
                    <a:pt x="18542" y="3933"/>
                  </a:lnTo>
                  <a:lnTo>
                    <a:pt x="11865" y="3933"/>
                  </a:lnTo>
                  <a:lnTo>
                    <a:pt x="9562" y="2769"/>
                  </a:lnTo>
                  <a:lnTo>
                    <a:pt x="7259" y="3933"/>
                  </a:lnTo>
                  <a:lnTo>
                    <a:pt x="559" y="3933"/>
                  </a:lnTo>
                  <a:lnTo>
                    <a:pt x="559" y="3351"/>
                  </a:lnTo>
                  <a:lnTo>
                    <a:pt x="6817" y="3351"/>
                  </a:lnTo>
                  <a:lnTo>
                    <a:pt x="9562" y="2002"/>
                  </a:lnTo>
                  <a:close/>
                  <a:moveTo>
                    <a:pt x="582" y="1"/>
                  </a:moveTo>
                  <a:lnTo>
                    <a:pt x="582" y="2793"/>
                  </a:lnTo>
                  <a:lnTo>
                    <a:pt x="1" y="2793"/>
                  </a:lnTo>
                  <a:lnTo>
                    <a:pt x="1" y="4491"/>
                  </a:lnTo>
                  <a:lnTo>
                    <a:pt x="7375" y="4491"/>
                  </a:lnTo>
                  <a:lnTo>
                    <a:pt x="9562" y="3397"/>
                  </a:lnTo>
                  <a:lnTo>
                    <a:pt x="11726" y="4491"/>
                  </a:lnTo>
                  <a:lnTo>
                    <a:pt x="19100" y="4491"/>
                  </a:lnTo>
                  <a:lnTo>
                    <a:pt x="19100" y="2793"/>
                  </a:lnTo>
                  <a:lnTo>
                    <a:pt x="18542" y="2793"/>
                  </a:lnTo>
                  <a:lnTo>
                    <a:pt x="18542" y="1"/>
                  </a:lnTo>
                  <a:lnTo>
                    <a:pt x="15727" y="1"/>
                  </a:lnTo>
                  <a:lnTo>
                    <a:pt x="15727" y="559"/>
                  </a:lnTo>
                  <a:lnTo>
                    <a:pt x="17984" y="559"/>
                  </a:lnTo>
                  <a:lnTo>
                    <a:pt x="17984" y="2793"/>
                  </a:lnTo>
                  <a:lnTo>
                    <a:pt x="12424" y="2793"/>
                  </a:lnTo>
                  <a:lnTo>
                    <a:pt x="11749" y="2444"/>
                  </a:lnTo>
                  <a:lnTo>
                    <a:pt x="12796" y="2164"/>
                  </a:lnTo>
                  <a:lnTo>
                    <a:pt x="12656" y="1629"/>
                  </a:lnTo>
                  <a:lnTo>
                    <a:pt x="11004" y="2095"/>
                  </a:lnTo>
                  <a:lnTo>
                    <a:pt x="10190" y="1676"/>
                  </a:lnTo>
                  <a:cubicBezTo>
                    <a:pt x="11842" y="838"/>
                    <a:pt x="13308" y="652"/>
                    <a:pt x="15215" y="583"/>
                  </a:cubicBezTo>
                  <a:lnTo>
                    <a:pt x="15192" y="24"/>
                  </a:lnTo>
                  <a:cubicBezTo>
                    <a:pt x="13075" y="94"/>
                    <a:pt x="11470" y="327"/>
                    <a:pt x="9585" y="1373"/>
                  </a:cubicBezTo>
                  <a:cubicBezTo>
                    <a:pt x="7073" y="1"/>
                    <a:pt x="5049" y="1"/>
                    <a:pt x="14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119"/>
            <p:cNvSpPr/>
            <p:nvPr/>
          </p:nvSpPr>
          <p:spPr>
            <a:xfrm>
              <a:off x="3585000" y="2114425"/>
              <a:ext cx="44225" cy="27350"/>
            </a:xfrm>
            <a:custGeom>
              <a:avLst/>
              <a:gdLst/>
              <a:ahLst/>
              <a:cxnLst/>
              <a:rect l="l" t="t" r="r" b="b"/>
              <a:pathLst>
                <a:path w="1769" h="1094" extrusionOk="0">
                  <a:moveTo>
                    <a:pt x="187" y="0"/>
                  </a:moveTo>
                  <a:lnTo>
                    <a:pt x="1" y="512"/>
                  </a:lnTo>
                  <a:lnTo>
                    <a:pt x="1583" y="1094"/>
                  </a:lnTo>
                  <a:lnTo>
                    <a:pt x="1769" y="582"/>
                  </a:lnTo>
                  <a:lnTo>
                    <a:pt x="18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119"/>
            <p:cNvSpPr/>
            <p:nvPr/>
          </p:nvSpPr>
          <p:spPr>
            <a:xfrm>
              <a:off x="3585000" y="2009150"/>
              <a:ext cx="44225" cy="27950"/>
            </a:xfrm>
            <a:custGeom>
              <a:avLst/>
              <a:gdLst/>
              <a:ahLst/>
              <a:cxnLst/>
              <a:rect l="l" t="t" r="r" b="b"/>
              <a:pathLst>
                <a:path w="1769" h="1118" extrusionOk="0">
                  <a:moveTo>
                    <a:pt x="1583" y="1"/>
                  </a:moveTo>
                  <a:lnTo>
                    <a:pt x="1" y="582"/>
                  </a:lnTo>
                  <a:lnTo>
                    <a:pt x="187" y="1117"/>
                  </a:lnTo>
                  <a:lnTo>
                    <a:pt x="1769" y="536"/>
                  </a:lnTo>
                  <a:lnTo>
                    <a:pt x="158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119"/>
            <p:cNvSpPr/>
            <p:nvPr/>
          </p:nvSpPr>
          <p:spPr>
            <a:xfrm>
              <a:off x="3594900" y="2068475"/>
              <a:ext cx="42475" cy="13975"/>
            </a:xfrm>
            <a:custGeom>
              <a:avLst/>
              <a:gdLst/>
              <a:ahLst/>
              <a:cxnLst/>
              <a:rect l="l" t="t" r="r" b="b"/>
              <a:pathLst>
                <a:path w="1699" h="559" extrusionOk="0">
                  <a:moveTo>
                    <a:pt x="0" y="1"/>
                  </a:moveTo>
                  <a:lnTo>
                    <a:pt x="0" y="559"/>
                  </a:lnTo>
                  <a:lnTo>
                    <a:pt x="1699" y="559"/>
                  </a:lnTo>
                  <a:lnTo>
                    <a:pt x="169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119"/>
            <p:cNvSpPr/>
            <p:nvPr/>
          </p:nvSpPr>
          <p:spPr>
            <a:xfrm>
              <a:off x="3287800" y="2068475"/>
              <a:ext cx="41900" cy="13975"/>
            </a:xfrm>
            <a:custGeom>
              <a:avLst/>
              <a:gdLst/>
              <a:ahLst/>
              <a:cxnLst/>
              <a:rect l="l" t="t" r="r" b="b"/>
              <a:pathLst>
                <a:path w="1676" h="559" extrusionOk="0">
                  <a:moveTo>
                    <a:pt x="1" y="1"/>
                  </a:moveTo>
                  <a:lnTo>
                    <a:pt x="1" y="559"/>
                  </a:lnTo>
                  <a:lnTo>
                    <a:pt x="1676" y="559"/>
                  </a:lnTo>
                  <a:lnTo>
                    <a:pt x="167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119"/>
            <p:cNvSpPr/>
            <p:nvPr/>
          </p:nvSpPr>
          <p:spPr>
            <a:xfrm>
              <a:off x="3295950" y="2009150"/>
              <a:ext cx="44225" cy="27950"/>
            </a:xfrm>
            <a:custGeom>
              <a:avLst/>
              <a:gdLst/>
              <a:ahLst/>
              <a:cxnLst/>
              <a:rect l="l" t="t" r="r" b="b"/>
              <a:pathLst>
                <a:path w="1769" h="1118" extrusionOk="0">
                  <a:moveTo>
                    <a:pt x="187" y="1"/>
                  </a:moveTo>
                  <a:lnTo>
                    <a:pt x="1" y="536"/>
                  </a:lnTo>
                  <a:lnTo>
                    <a:pt x="1559" y="1117"/>
                  </a:lnTo>
                  <a:lnTo>
                    <a:pt x="1769" y="582"/>
                  </a:lnTo>
                  <a:lnTo>
                    <a:pt x="18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119"/>
            <p:cNvSpPr/>
            <p:nvPr/>
          </p:nvSpPr>
          <p:spPr>
            <a:xfrm>
              <a:off x="3295950" y="2114425"/>
              <a:ext cx="44225" cy="27350"/>
            </a:xfrm>
            <a:custGeom>
              <a:avLst/>
              <a:gdLst/>
              <a:ahLst/>
              <a:cxnLst/>
              <a:rect l="l" t="t" r="r" b="b"/>
              <a:pathLst>
                <a:path w="1769" h="1094" extrusionOk="0">
                  <a:moveTo>
                    <a:pt x="1559" y="0"/>
                  </a:moveTo>
                  <a:lnTo>
                    <a:pt x="1" y="582"/>
                  </a:lnTo>
                  <a:lnTo>
                    <a:pt x="187" y="1094"/>
                  </a:lnTo>
                  <a:lnTo>
                    <a:pt x="1769" y="512"/>
                  </a:lnTo>
                  <a:lnTo>
                    <a:pt x="1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119"/>
            <p:cNvSpPr/>
            <p:nvPr/>
          </p:nvSpPr>
          <p:spPr>
            <a:xfrm>
              <a:off x="3330850" y="1963700"/>
              <a:ext cx="263475" cy="321725"/>
            </a:xfrm>
            <a:custGeom>
              <a:avLst/>
              <a:gdLst/>
              <a:ahLst/>
              <a:cxnLst/>
              <a:rect l="l" t="t" r="r" b="b"/>
              <a:pathLst>
                <a:path w="10539" h="12869" extrusionOk="0">
                  <a:moveTo>
                    <a:pt x="4979" y="4959"/>
                  </a:moveTo>
                  <a:lnTo>
                    <a:pt x="5537" y="5122"/>
                  </a:lnTo>
                  <a:lnTo>
                    <a:pt x="5537" y="8961"/>
                  </a:lnTo>
                  <a:lnTo>
                    <a:pt x="4979" y="8961"/>
                  </a:lnTo>
                  <a:lnTo>
                    <a:pt x="4979" y="4959"/>
                  </a:lnTo>
                  <a:close/>
                  <a:moveTo>
                    <a:pt x="6654" y="9519"/>
                  </a:moveTo>
                  <a:lnTo>
                    <a:pt x="6654" y="10077"/>
                  </a:lnTo>
                  <a:lnTo>
                    <a:pt x="3839" y="10077"/>
                  </a:lnTo>
                  <a:lnTo>
                    <a:pt x="3839" y="9519"/>
                  </a:lnTo>
                  <a:close/>
                  <a:moveTo>
                    <a:pt x="6654" y="10612"/>
                  </a:moveTo>
                  <a:lnTo>
                    <a:pt x="6654" y="10892"/>
                  </a:lnTo>
                  <a:cubicBezTo>
                    <a:pt x="6654" y="11054"/>
                    <a:pt x="6514" y="11194"/>
                    <a:pt x="6351" y="11194"/>
                  </a:cubicBezTo>
                  <a:lnTo>
                    <a:pt x="4141" y="11194"/>
                  </a:lnTo>
                  <a:cubicBezTo>
                    <a:pt x="3979" y="11194"/>
                    <a:pt x="3839" y="11054"/>
                    <a:pt x="3839" y="10892"/>
                  </a:cubicBezTo>
                  <a:lnTo>
                    <a:pt x="3839" y="10612"/>
                  </a:lnTo>
                  <a:close/>
                  <a:moveTo>
                    <a:pt x="6026" y="11752"/>
                  </a:moveTo>
                  <a:lnTo>
                    <a:pt x="5886" y="12311"/>
                  </a:lnTo>
                  <a:lnTo>
                    <a:pt x="4630" y="12311"/>
                  </a:lnTo>
                  <a:lnTo>
                    <a:pt x="4490" y="11752"/>
                  </a:lnTo>
                  <a:close/>
                  <a:moveTo>
                    <a:pt x="5262" y="1"/>
                  </a:moveTo>
                  <a:cubicBezTo>
                    <a:pt x="4063" y="1"/>
                    <a:pt x="2862" y="475"/>
                    <a:pt x="1978" y="1446"/>
                  </a:cubicBezTo>
                  <a:lnTo>
                    <a:pt x="2397" y="1819"/>
                  </a:lnTo>
                  <a:cubicBezTo>
                    <a:pt x="3174" y="966"/>
                    <a:pt x="4226" y="549"/>
                    <a:pt x="5275" y="549"/>
                  </a:cubicBezTo>
                  <a:cubicBezTo>
                    <a:pt x="6487" y="549"/>
                    <a:pt x="7695" y="1106"/>
                    <a:pt x="8468" y="2191"/>
                  </a:cubicBezTo>
                  <a:cubicBezTo>
                    <a:pt x="9911" y="4215"/>
                    <a:pt x="9120" y="7076"/>
                    <a:pt x="6840" y="8053"/>
                  </a:cubicBezTo>
                  <a:lnTo>
                    <a:pt x="6654" y="8146"/>
                  </a:lnTo>
                  <a:lnTo>
                    <a:pt x="6654" y="8937"/>
                  </a:lnTo>
                  <a:lnTo>
                    <a:pt x="6096" y="8937"/>
                  </a:lnTo>
                  <a:lnTo>
                    <a:pt x="6096" y="5262"/>
                  </a:lnTo>
                  <a:lnTo>
                    <a:pt x="6817" y="5448"/>
                  </a:lnTo>
                  <a:lnTo>
                    <a:pt x="6956" y="4913"/>
                  </a:lnTo>
                  <a:lnTo>
                    <a:pt x="3723" y="4052"/>
                  </a:lnTo>
                  <a:lnTo>
                    <a:pt x="3583" y="4587"/>
                  </a:lnTo>
                  <a:lnTo>
                    <a:pt x="4421" y="4820"/>
                  </a:lnTo>
                  <a:lnTo>
                    <a:pt x="4421" y="8937"/>
                  </a:lnTo>
                  <a:lnTo>
                    <a:pt x="3839" y="8937"/>
                  </a:lnTo>
                  <a:lnTo>
                    <a:pt x="3839" y="8123"/>
                  </a:lnTo>
                  <a:lnTo>
                    <a:pt x="3676" y="8053"/>
                  </a:lnTo>
                  <a:cubicBezTo>
                    <a:pt x="1420" y="7076"/>
                    <a:pt x="629" y="4261"/>
                    <a:pt x="2048" y="2237"/>
                  </a:cubicBezTo>
                  <a:lnTo>
                    <a:pt x="1582" y="1912"/>
                  </a:lnTo>
                  <a:lnTo>
                    <a:pt x="1582" y="1912"/>
                  </a:lnTo>
                  <a:cubicBezTo>
                    <a:pt x="0" y="4168"/>
                    <a:pt x="815" y="7286"/>
                    <a:pt x="3281" y="8495"/>
                  </a:cubicBezTo>
                  <a:lnTo>
                    <a:pt x="3304" y="8495"/>
                  </a:lnTo>
                  <a:lnTo>
                    <a:pt x="3304" y="10915"/>
                  </a:lnTo>
                  <a:cubicBezTo>
                    <a:pt x="3304" y="11287"/>
                    <a:pt x="3560" y="11613"/>
                    <a:pt x="3909" y="11706"/>
                  </a:cubicBezTo>
                  <a:lnTo>
                    <a:pt x="4211" y="12869"/>
                  </a:lnTo>
                  <a:lnTo>
                    <a:pt x="6328" y="12869"/>
                  </a:lnTo>
                  <a:lnTo>
                    <a:pt x="6607" y="11706"/>
                  </a:lnTo>
                  <a:cubicBezTo>
                    <a:pt x="6980" y="11613"/>
                    <a:pt x="7212" y="11287"/>
                    <a:pt x="7236" y="10915"/>
                  </a:cubicBezTo>
                  <a:lnTo>
                    <a:pt x="7236" y="8495"/>
                  </a:lnTo>
                  <a:cubicBezTo>
                    <a:pt x="9748" y="7262"/>
                    <a:pt x="10539" y="4052"/>
                    <a:pt x="8864" y="1795"/>
                  </a:cubicBezTo>
                  <a:cubicBezTo>
                    <a:pt x="7974" y="609"/>
                    <a:pt x="6619" y="1"/>
                    <a:pt x="52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81" name="Google Shape;5381;p119"/>
          <p:cNvSpPr/>
          <p:nvPr/>
        </p:nvSpPr>
        <p:spPr>
          <a:xfrm>
            <a:off x="3258725" y="1671825"/>
            <a:ext cx="20975" cy="27950"/>
          </a:xfrm>
          <a:custGeom>
            <a:avLst/>
            <a:gdLst/>
            <a:ahLst/>
            <a:cxnLst/>
            <a:rect l="l" t="t" r="r" b="b"/>
            <a:pathLst>
              <a:path w="839" h="1118" extrusionOk="0">
                <a:moveTo>
                  <a:pt x="1" y="1"/>
                </a:moveTo>
                <a:lnTo>
                  <a:pt x="1" y="1117"/>
                </a:lnTo>
                <a:lnTo>
                  <a:pt x="838" y="1117"/>
                </a:lnTo>
                <a:lnTo>
                  <a:pt x="838" y="1"/>
                </a:lnTo>
                <a:close/>
              </a:path>
            </a:pathLst>
          </a:custGeom>
          <a:solidFill>
            <a:srgbClr val="DFA3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82" name="Google Shape;5382;p119"/>
          <p:cNvGrpSpPr/>
          <p:nvPr/>
        </p:nvGrpSpPr>
        <p:grpSpPr>
          <a:xfrm>
            <a:off x="3251175" y="1229250"/>
            <a:ext cx="421675" cy="478075"/>
            <a:chOff x="3251175" y="1229250"/>
            <a:chExt cx="421675" cy="478075"/>
          </a:xfrm>
        </p:grpSpPr>
        <p:sp>
          <p:nvSpPr>
            <p:cNvPr id="5383" name="Google Shape;5383;p119"/>
            <p:cNvSpPr/>
            <p:nvPr/>
          </p:nvSpPr>
          <p:spPr>
            <a:xfrm>
              <a:off x="3361675" y="1236225"/>
              <a:ext cx="201250" cy="245450"/>
            </a:xfrm>
            <a:custGeom>
              <a:avLst/>
              <a:gdLst/>
              <a:ahLst/>
              <a:cxnLst/>
              <a:rect l="l" t="t" r="r" b="b"/>
              <a:pathLst>
                <a:path w="8050" h="9818" extrusionOk="0">
                  <a:moveTo>
                    <a:pt x="1117" y="4164"/>
                  </a:moveTo>
                  <a:cubicBezTo>
                    <a:pt x="1885" y="4188"/>
                    <a:pt x="2606" y="3815"/>
                    <a:pt x="3048" y="3164"/>
                  </a:cubicBezTo>
                  <a:cubicBezTo>
                    <a:pt x="4072" y="4188"/>
                    <a:pt x="5747" y="4141"/>
                    <a:pt x="6956" y="4164"/>
                  </a:cubicBezTo>
                  <a:lnTo>
                    <a:pt x="6956" y="6654"/>
                  </a:lnTo>
                  <a:lnTo>
                    <a:pt x="5142" y="8352"/>
                  </a:lnTo>
                  <a:lnTo>
                    <a:pt x="5142" y="9189"/>
                  </a:lnTo>
                  <a:lnTo>
                    <a:pt x="8050" y="9817"/>
                  </a:lnTo>
                  <a:lnTo>
                    <a:pt x="8050" y="3280"/>
                  </a:lnTo>
                  <a:cubicBezTo>
                    <a:pt x="8050" y="1466"/>
                    <a:pt x="6584" y="23"/>
                    <a:pt x="4793" y="0"/>
                  </a:cubicBezTo>
                  <a:lnTo>
                    <a:pt x="3257" y="0"/>
                  </a:lnTo>
                  <a:cubicBezTo>
                    <a:pt x="1466" y="0"/>
                    <a:pt x="0" y="1466"/>
                    <a:pt x="0" y="3280"/>
                  </a:cubicBezTo>
                  <a:lnTo>
                    <a:pt x="0" y="9817"/>
                  </a:lnTo>
                  <a:lnTo>
                    <a:pt x="2908" y="9189"/>
                  </a:lnTo>
                  <a:lnTo>
                    <a:pt x="2908" y="8352"/>
                  </a:lnTo>
                  <a:lnTo>
                    <a:pt x="1117" y="6654"/>
                  </a:lnTo>
                  <a:close/>
                  <a:moveTo>
                    <a:pt x="1117" y="4164"/>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119"/>
            <p:cNvSpPr/>
            <p:nvPr/>
          </p:nvSpPr>
          <p:spPr>
            <a:xfrm>
              <a:off x="3389600" y="1315325"/>
              <a:ext cx="146000" cy="129700"/>
            </a:xfrm>
            <a:custGeom>
              <a:avLst/>
              <a:gdLst/>
              <a:ahLst/>
              <a:cxnLst/>
              <a:rect l="l" t="t" r="r" b="b"/>
              <a:pathLst>
                <a:path w="5840" h="5188" extrusionOk="0">
                  <a:moveTo>
                    <a:pt x="0" y="3490"/>
                  </a:moveTo>
                  <a:lnTo>
                    <a:pt x="1791" y="5188"/>
                  </a:lnTo>
                  <a:lnTo>
                    <a:pt x="4025" y="5188"/>
                  </a:lnTo>
                  <a:lnTo>
                    <a:pt x="5839" y="3490"/>
                  </a:lnTo>
                  <a:lnTo>
                    <a:pt x="5839" y="1000"/>
                  </a:lnTo>
                  <a:cubicBezTo>
                    <a:pt x="4630" y="977"/>
                    <a:pt x="2955" y="1024"/>
                    <a:pt x="1931" y="0"/>
                  </a:cubicBezTo>
                  <a:cubicBezTo>
                    <a:pt x="1489" y="651"/>
                    <a:pt x="768" y="1024"/>
                    <a:pt x="0" y="1000"/>
                  </a:cubicBezTo>
                  <a:close/>
                  <a:moveTo>
                    <a:pt x="0" y="349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119"/>
            <p:cNvSpPr/>
            <p:nvPr/>
          </p:nvSpPr>
          <p:spPr>
            <a:xfrm>
              <a:off x="3434375" y="1444425"/>
              <a:ext cx="55850" cy="34925"/>
            </a:xfrm>
            <a:custGeom>
              <a:avLst/>
              <a:gdLst/>
              <a:ahLst/>
              <a:cxnLst/>
              <a:rect l="l" t="t" r="r" b="b"/>
              <a:pathLst>
                <a:path w="2234" h="1397" extrusionOk="0">
                  <a:moveTo>
                    <a:pt x="559" y="1396"/>
                  </a:moveTo>
                  <a:lnTo>
                    <a:pt x="1675" y="1396"/>
                  </a:lnTo>
                  <a:cubicBezTo>
                    <a:pt x="1978" y="1396"/>
                    <a:pt x="2234" y="1164"/>
                    <a:pt x="2234" y="838"/>
                  </a:cubicBezTo>
                  <a:lnTo>
                    <a:pt x="2234" y="1"/>
                  </a:lnTo>
                  <a:lnTo>
                    <a:pt x="0" y="1"/>
                  </a:lnTo>
                  <a:lnTo>
                    <a:pt x="0" y="838"/>
                  </a:lnTo>
                  <a:cubicBezTo>
                    <a:pt x="0" y="1164"/>
                    <a:pt x="256" y="1396"/>
                    <a:pt x="559" y="1396"/>
                  </a:cubicBezTo>
                  <a:close/>
                  <a:moveTo>
                    <a:pt x="559" y="1396"/>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119"/>
            <p:cNvSpPr/>
            <p:nvPr/>
          </p:nvSpPr>
          <p:spPr>
            <a:xfrm>
              <a:off x="3339575" y="1514800"/>
              <a:ext cx="245450" cy="157050"/>
            </a:xfrm>
            <a:custGeom>
              <a:avLst/>
              <a:gdLst/>
              <a:ahLst/>
              <a:cxnLst/>
              <a:rect l="l" t="t" r="r" b="b"/>
              <a:pathLst>
                <a:path w="9818" h="6282" extrusionOk="0">
                  <a:moveTo>
                    <a:pt x="0" y="6282"/>
                  </a:moveTo>
                  <a:lnTo>
                    <a:pt x="9818" y="6282"/>
                  </a:lnTo>
                  <a:lnTo>
                    <a:pt x="9818" y="559"/>
                  </a:lnTo>
                  <a:cubicBezTo>
                    <a:pt x="9818" y="256"/>
                    <a:pt x="9562" y="1"/>
                    <a:pt x="9259" y="1"/>
                  </a:cubicBezTo>
                  <a:lnTo>
                    <a:pt x="559" y="1"/>
                  </a:lnTo>
                  <a:cubicBezTo>
                    <a:pt x="256" y="1"/>
                    <a:pt x="0" y="256"/>
                    <a:pt x="0" y="559"/>
                  </a:cubicBezTo>
                  <a:close/>
                  <a:moveTo>
                    <a:pt x="4909" y="3979"/>
                  </a:moveTo>
                  <a:cubicBezTo>
                    <a:pt x="4165" y="3979"/>
                    <a:pt x="3792" y="3071"/>
                    <a:pt x="4327" y="2536"/>
                  </a:cubicBezTo>
                  <a:cubicBezTo>
                    <a:pt x="4839" y="2001"/>
                    <a:pt x="5747" y="2397"/>
                    <a:pt x="5747" y="3141"/>
                  </a:cubicBezTo>
                  <a:cubicBezTo>
                    <a:pt x="5747" y="3606"/>
                    <a:pt x="5374" y="3979"/>
                    <a:pt x="4909" y="3979"/>
                  </a:cubicBezTo>
                  <a:close/>
                  <a:moveTo>
                    <a:pt x="4909" y="3979"/>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119"/>
            <p:cNvSpPr/>
            <p:nvPr/>
          </p:nvSpPr>
          <p:spPr>
            <a:xfrm>
              <a:off x="3434375" y="1572375"/>
              <a:ext cx="48875" cy="48875"/>
            </a:xfrm>
            <a:custGeom>
              <a:avLst/>
              <a:gdLst/>
              <a:ahLst/>
              <a:cxnLst/>
              <a:rect l="l" t="t" r="r" b="b"/>
              <a:pathLst>
                <a:path w="1955" h="1955" extrusionOk="0">
                  <a:moveTo>
                    <a:pt x="1955" y="838"/>
                  </a:moveTo>
                  <a:cubicBezTo>
                    <a:pt x="1955" y="1583"/>
                    <a:pt x="1047" y="1955"/>
                    <a:pt x="512" y="1420"/>
                  </a:cubicBezTo>
                  <a:cubicBezTo>
                    <a:pt x="0" y="908"/>
                    <a:pt x="373" y="1"/>
                    <a:pt x="1117" y="1"/>
                  </a:cubicBezTo>
                  <a:cubicBezTo>
                    <a:pt x="1582" y="1"/>
                    <a:pt x="1955" y="373"/>
                    <a:pt x="1955" y="838"/>
                  </a:cubicBezTo>
                  <a:close/>
                  <a:moveTo>
                    <a:pt x="1955" y="838"/>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119"/>
            <p:cNvSpPr/>
            <p:nvPr/>
          </p:nvSpPr>
          <p:spPr>
            <a:xfrm>
              <a:off x="3258725" y="1671825"/>
              <a:ext cx="407150" cy="27950"/>
            </a:xfrm>
            <a:custGeom>
              <a:avLst/>
              <a:gdLst/>
              <a:ahLst/>
              <a:cxnLst/>
              <a:rect l="l" t="t" r="r" b="b"/>
              <a:pathLst>
                <a:path w="16286" h="1118" extrusionOk="0">
                  <a:moveTo>
                    <a:pt x="1" y="1"/>
                  </a:moveTo>
                  <a:lnTo>
                    <a:pt x="1" y="1117"/>
                  </a:lnTo>
                  <a:lnTo>
                    <a:pt x="16285" y="1117"/>
                  </a:lnTo>
                  <a:lnTo>
                    <a:pt x="16285" y="1"/>
                  </a:lnTo>
                  <a:close/>
                </a:path>
              </a:pathLst>
            </a:custGeom>
            <a:solidFill>
              <a:srgbClr val="F0D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119"/>
            <p:cNvSpPr/>
            <p:nvPr/>
          </p:nvSpPr>
          <p:spPr>
            <a:xfrm>
              <a:off x="3361675" y="1236225"/>
              <a:ext cx="82025" cy="245450"/>
            </a:xfrm>
            <a:custGeom>
              <a:avLst/>
              <a:gdLst/>
              <a:ahLst/>
              <a:cxnLst/>
              <a:rect l="l" t="t" r="r" b="b"/>
              <a:pathLst>
                <a:path w="3281" h="9818" extrusionOk="0">
                  <a:moveTo>
                    <a:pt x="3257" y="0"/>
                  </a:moveTo>
                  <a:cubicBezTo>
                    <a:pt x="1466" y="23"/>
                    <a:pt x="0" y="1466"/>
                    <a:pt x="0" y="3280"/>
                  </a:cubicBezTo>
                  <a:lnTo>
                    <a:pt x="0" y="9817"/>
                  </a:lnTo>
                  <a:lnTo>
                    <a:pt x="838" y="9655"/>
                  </a:lnTo>
                  <a:lnTo>
                    <a:pt x="838" y="3280"/>
                  </a:lnTo>
                  <a:cubicBezTo>
                    <a:pt x="791" y="1745"/>
                    <a:pt x="1792" y="396"/>
                    <a:pt x="3281" y="0"/>
                  </a:cubicBezTo>
                  <a:close/>
                  <a:moveTo>
                    <a:pt x="3257" y="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119"/>
            <p:cNvSpPr/>
            <p:nvPr/>
          </p:nvSpPr>
          <p:spPr>
            <a:xfrm>
              <a:off x="3339575" y="1514800"/>
              <a:ext cx="27950" cy="157050"/>
            </a:xfrm>
            <a:custGeom>
              <a:avLst/>
              <a:gdLst/>
              <a:ahLst/>
              <a:cxnLst/>
              <a:rect l="l" t="t" r="r" b="b"/>
              <a:pathLst>
                <a:path w="1118" h="6282" extrusionOk="0">
                  <a:moveTo>
                    <a:pt x="0" y="6282"/>
                  </a:moveTo>
                  <a:lnTo>
                    <a:pt x="559" y="6282"/>
                  </a:lnTo>
                  <a:lnTo>
                    <a:pt x="559" y="559"/>
                  </a:lnTo>
                  <a:cubicBezTo>
                    <a:pt x="559" y="256"/>
                    <a:pt x="815" y="1"/>
                    <a:pt x="1117" y="1"/>
                  </a:cubicBezTo>
                  <a:lnTo>
                    <a:pt x="559" y="1"/>
                  </a:lnTo>
                  <a:cubicBezTo>
                    <a:pt x="256" y="1"/>
                    <a:pt x="0" y="256"/>
                    <a:pt x="0" y="559"/>
                  </a:cubicBezTo>
                  <a:close/>
                  <a:moveTo>
                    <a:pt x="0" y="6282"/>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119"/>
            <p:cNvSpPr/>
            <p:nvPr/>
          </p:nvSpPr>
          <p:spPr>
            <a:xfrm>
              <a:off x="3441350" y="1568300"/>
              <a:ext cx="27950" cy="49475"/>
            </a:xfrm>
            <a:custGeom>
              <a:avLst/>
              <a:gdLst/>
              <a:ahLst/>
              <a:cxnLst/>
              <a:rect l="l" t="t" r="r" b="b"/>
              <a:pathLst>
                <a:path w="1118" h="1979" extrusionOk="0">
                  <a:moveTo>
                    <a:pt x="1117" y="1792"/>
                  </a:moveTo>
                  <a:cubicBezTo>
                    <a:pt x="373" y="1513"/>
                    <a:pt x="373" y="466"/>
                    <a:pt x="1117" y="210"/>
                  </a:cubicBezTo>
                  <a:cubicBezTo>
                    <a:pt x="582" y="1"/>
                    <a:pt x="1" y="420"/>
                    <a:pt x="1" y="1001"/>
                  </a:cubicBezTo>
                  <a:cubicBezTo>
                    <a:pt x="1" y="1583"/>
                    <a:pt x="582" y="1978"/>
                    <a:pt x="1117" y="1792"/>
                  </a:cubicBezTo>
                  <a:close/>
                  <a:moveTo>
                    <a:pt x="1117" y="1792"/>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119"/>
            <p:cNvSpPr/>
            <p:nvPr/>
          </p:nvSpPr>
          <p:spPr>
            <a:xfrm>
              <a:off x="3389600" y="1336825"/>
              <a:ext cx="65725" cy="108200"/>
            </a:xfrm>
            <a:custGeom>
              <a:avLst/>
              <a:gdLst/>
              <a:ahLst/>
              <a:cxnLst/>
              <a:rect l="l" t="t" r="r" b="b"/>
              <a:pathLst>
                <a:path w="2629" h="4328" extrusionOk="0">
                  <a:moveTo>
                    <a:pt x="0" y="2630"/>
                  </a:moveTo>
                  <a:lnTo>
                    <a:pt x="1791" y="4328"/>
                  </a:lnTo>
                  <a:lnTo>
                    <a:pt x="2629" y="4328"/>
                  </a:lnTo>
                  <a:lnTo>
                    <a:pt x="838" y="2630"/>
                  </a:lnTo>
                  <a:lnTo>
                    <a:pt x="838" y="1"/>
                  </a:lnTo>
                  <a:cubicBezTo>
                    <a:pt x="558" y="94"/>
                    <a:pt x="279" y="164"/>
                    <a:pt x="0" y="140"/>
                  </a:cubicBezTo>
                  <a:close/>
                  <a:moveTo>
                    <a:pt x="0" y="2630"/>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119"/>
            <p:cNvSpPr/>
            <p:nvPr/>
          </p:nvSpPr>
          <p:spPr>
            <a:xfrm>
              <a:off x="3434375" y="1444425"/>
              <a:ext cx="27950" cy="34925"/>
            </a:xfrm>
            <a:custGeom>
              <a:avLst/>
              <a:gdLst/>
              <a:ahLst/>
              <a:cxnLst/>
              <a:rect l="l" t="t" r="r" b="b"/>
              <a:pathLst>
                <a:path w="1118" h="1397" extrusionOk="0">
                  <a:moveTo>
                    <a:pt x="559" y="1396"/>
                  </a:moveTo>
                  <a:lnTo>
                    <a:pt x="1117" y="1396"/>
                  </a:lnTo>
                  <a:cubicBezTo>
                    <a:pt x="815" y="1396"/>
                    <a:pt x="559" y="1164"/>
                    <a:pt x="559" y="838"/>
                  </a:cubicBezTo>
                  <a:lnTo>
                    <a:pt x="559" y="1"/>
                  </a:lnTo>
                  <a:lnTo>
                    <a:pt x="0" y="1"/>
                  </a:lnTo>
                  <a:lnTo>
                    <a:pt x="0" y="838"/>
                  </a:lnTo>
                  <a:cubicBezTo>
                    <a:pt x="0" y="1164"/>
                    <a:pt x="256" y="1396"/>
                    <a:pt x="559" y="1396"/>
                  </a:cubicBezTo>
                  <a:close/>
                  <a:moveTo>
                    <a:pt x="559" y="1396"/>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119"/>
            <p:cNvSpPr/>
            <p:nvPr/>
          </p:nvSpPr>
          <p:spPr>
            <a:xfrm>
              <a:off x="3453575" y="1257150"/>
              <a:ext cx="110525" cy="292575"/>
            </a:xfrm>
            <a:custGeom>
              <a:avLst/>
              <a:gdLst/>
              <a:ahLst/>
              <a:cxnLst/>
              <a:rect l="l" t="t" r="r" b="b"/>
              <a:pathLst>
                <a:path w="4421" h="11703" extrusionOk="0">
                  <a:moveTo>
                    <a:pt x="0" y="1"/>
                  </a:moveTo>
                  <a:lnTo>
                    <a:pt x="0" y="559"/>
                  </a:lnTo>
                  <a:lnTo>
                    <a:pt x="558" y="559"/>
                  </a:lnTo>
                  <a:lnTo>
                    <a:pt x="558" y="1"/>
                  </a:lnTo>
                  <a:close/>
                  <a:moveTo>
                    <a:pt x="1117" y="1"/>
                  </a:moveTo>
                  <a:lnTo>
                    <a:pt x="1117" y="559"/>
                  </a:lnTo>
                  <a:cubicBezTo>
                    <a:pt x="1838" y="559"/>
                    <a:pt x="2466" y="978"/>
                    <a:pt x="2792" y="1606"/>
                  </a:cubicBezTo>
                  <a:lnTo>
                    <a:pt x="3304" y="1373"/>
                  </a:lnTo>
                  <a:cubicBezTo>
                    <a:pt x="2885" y="536"/>
                    <a:pt x="2047" y="1"/>
                    <a:pt x="1117" y="1"/>
                  </a:cubicBezTo>
                  <a:close/>
                  <a:moveTo>
                    <a:pt x="3862" y="11144"/>
                  </a:moveTo>
                  <a:lnTo>
                    <a:pt x="3862" y="11702"/>
                  </a:lnTo>
                  <a:lnTo>
                    <a:pt x="4420" y="11702"/>
                  </a:lnTo>
                  <a:lnTo>
                    <a:pt x="4420" y="11144"/>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119"/>
            <p:cNvSpPr/>
            <p:nvPr/>
          </p:nvSpPr>
          <p:spPr>
            <a:xfrm>
              <a:off x="3309325" y="1465950"/>
              <a:ext cx="306525" cy="205900"/>
            </a:xfrm>
            <a:custGeom>
              <a:avLst/>
              <a:gdLst/>
              <a:ahLst/>
              <a:cxnLst/>
              <a:rect l="l" t="t" r="r" b="b"/>
              <a:pathLst>
                <a:path w="12261" h="8236" extrusionOk="0">
                  <a:moveTo>
                    <a:pt x="1" y="8236"/>
                  </a:moveTo>
                  <a:lnTo>
                    <a:pt x="1210" y="8236"/>
                  </a:lnTo>
                  <a:lnTo>
                    <a:pt x="1210" y="2513"/>
                  </a:lnTo>
                  <a:cubicBezTo>
                    <a:pt x="1210" y="2210"/>
                    <a:pt x="1466" y="1955"/>
                    <a:pt x="1769" y="1955"/>
                  </a:cubicBezTo>
                  <a:lnTo>
                    <a:pt x="10469" y="1955"/>
                  </a:lnTo>
                  <a:cubicBezTo>
                    <a:pt x="10772" y="1955"/>
                    <a:pt x="11028" y="2210"/>
                    <a:pt x="11028" y="2513"/>
                  </a:cubicBezTo>
                  <a:lnTo>
                    <a:pt x="11028" y="8236"/>
                  </a:lnTo>
                  <a:lnTo>
                    <a:pt x="12261" y="8236"/>
                  </a:lnTo>
                  <a:lnTo>
                    <a:pt x="12261" y="1955"/>
                  </a:lnTo>
                  <a:cubicBezTo>
                    <a:pt x="12261" y="1326"/>
                    <a:pt x="11726" y="954"/>
                    <a:pt x="11121" y="838"/>
                  </a:cubicBezTo>
                  <a:lnTo>
                    <a:pt x="7236" y="0"/>
                  </a:lnTo>
                  <a:cubicBezTo>
                    <a:pt x="7236" y="303"/>
                    <a:pt x="6980" y="559"/>
                    <a:pt x="6677" y="559"/>
                  </a:cubicBezTo>
                  <a:lnTo>
                    <a:pt x="5561" y="559"/>
                  </a:lnTo>
                  <a:cubicBezTo>
                    <a:pt x="5258" y="559"/>
                    <a:pt x="5002" y="303"/>
                    <a:pt x="5002" y="0"/>
                  </a:cubicBezTo>
                  <a:lnTo>
                    <a:pt x="1117" y="838"/>
                  </a:lnTo>
                  <a:cubicBezTo>
                    <a:pt x="512" y="954"/>
                    <a:pt x="1" y="1326"/>
                    <a:pt x="1" y="1955"/>
                  </a:cubicBezTo>
                  <a:close/>
                  <a:moveTo>
                    <a:pt x="1" y="8236"/>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119"/>
            <p:cNvSpPr/>
            <p:nvPr/>
          </p:nvSpPr>
          <p:spPr>
            <a:xfrm>
              <a:off x="3309325" y="1488050"/>
              <a:ext cx="22700" cy="183800"/>
            </a:xfrm>
            <a:custGeom>
              <a:avLst/>
              <a:gdLst/>
              <a:ahLst/>
              <a:cxnLst/>
              <a:rect l="l" t="t" r="r" b="b"/>
              <a:pathLst>
                <a:path w="908" h="7352" extrusionOk="0">
                  <a:moveTo>
                    <a:pt x="1" y="7352"/>
                  </a:moveTo>
                  <a:lnTo>
                    <a:pt x="559" y="7352"/>
                  </a:lnTo>
                  <a:lnTo>
                    <a:pt x="559" y="791"/>
                  </a:lnTo>
                  <a:cubicBezTo>
                    <a:pt x="559" y="489"/>
                    <a:pt x="675" y="186"/>
                    <a:pt x="908" y="0"/>
                  </a:cubicBezTo>
                  <a:cubicBezTo>
                    <a:pt x="396" y="163"/>
                    <a:pt x="1" y="512"/>
                    <a:pt x="1" y="1071"/>
                  </a:cubicBezTo>
                  <a:close/>
                  <a:moveTo>
                    <a:pt x="1" y="7352"/>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119"/>
            <p:cNvSpPr/>
            <p:nvPr/>
          </p:nvSpPr>
          <p:spPr>
            <a:xfrm>
              <a:off x="3425075" y="1565400"/>
              <a:ext cx="65150" cy="55900"/>
            </a:xfrm>
            <a:custGeom>
              <a:avLst/>
              <a:gdLst/>
              <a:ahLst/>
              <a:cxnLst/>
              <a:rect l="l" t="t" r="r" b="b"/>
              <a:pathLst>
                <a:path w="2606" h="2236" extrusionOk="0">
                  <a:moveTo>
                    <a:pt x="1489" y="555"/>
                  </a:moveTo>
                  <a:cubicBezTo>
                    <a:pt x="1774" y="555"/>
                    <a:pt x="2047" y="773"/>
                    <a:pt x="2047" y="1117"/>
                  </a:cubicBezTo>
                  <a:cubicBezTo>
                    <a:pt x="2047" y="1420"/>
                    <a:pt x="1792" y="1675"/>
                    <a:pt x="1489" y="1675"/>
                  </a:cubicBezTo>
                  <a:cubicBezTo>
                    <a:pt x="1001" y="1675"/>
                    <a:pt x="745" y="1071"/>
                    <a:pt x="1094" y="722"/>
                  </a:cubicBezTo>
                  <a:cubicBezTo>
                    <a:pt x="1208" y="607"/>
                    <a:pt x="1350" y="555"/>
                    <a:pt x="1489" y="555"/>
                  </a:cubicBezTo>
                  <a:close/>
                  <a:moveTo>
                    <a:pt x="1489" y="0"/>
                  </a:moveTo>
                  <a:cubicBezTo>
                    <a:pt x="489" y="0"/>
                    <a:pt x="0" y="1210"/>
                    <a:pt x="698" y="1908"/>
                  </a:cubicBezTo>
                  <a:cubicBezTo>
                    <a:pt x="924" y="2134"/>
                    <a:pt x="1204" y="2236"/>
                    <a:pt x="1479" y="2236"/>
                  </a:cubicBezTo>
                  <a:cubicBezTo>
                    <a:pt x="2053" y="2236"/>
                    <a:pt x="2606" y="1793"/>
                    <a:pt x="2606" y="1117"/>
                  </a:cubicBezTo>
                  <a:cubicBezTo>
                    <a:pt x="2606" y="489"/>
                    <a:pt x="2117" y="0"/>
                    <a:pt x="14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119"/>
            <p:cNvSpPr/>
            <p:nvPr/>
          </p:nvSpPr>
          <p:spPr>
            <a:xfrm>
              <a:off x="3251175" y="1229250"/>
              <a:ext cx="421675" cy="478075"/>
            </a:xfrm>
            <a:custGeom>
              <a:avLst/>
              <a:gdLst/>
              <a:ahLst/>
              <a:cxnLst/>
              <a:rect l="l" t="t" r="r" b="b"/>
              <a:pathLst>
                <a:path w="16867" h="19123" extrusionOk="0">
                  <a:moveTo>
                    <a:pt x="7515" y="3839"/>
                  </a:moveTo>
                  <a:cubicBezTo>
                    <a:pt x="8538" y="4653"/>
                    <a:pt x="10004" y="4699"/>
                    <a:pt x="11097" y="4723"/>
                  </a:cubicBezTo>
                  <a:lnTo>
                    <a:pt x="11097" y="6816"/>
                  </a:lnTo>
                  <a:lnTo>
                    <a:pt x="9469" y="8328"/>
                  </a:lnTo>
                  <a:lnTo>
                    <a:pt x="7445" y="8328"/>
                  </a:lnTo>
                  <a:lnTo>
                    <a:pt x="5816" y="6816"/>
                  </a:lnTo>
                  <a:lnTo>
                    <a:pt x="5816" y="4723"/>
                  </a:lnTo>
                  <a:cubicBezTo>
                    <a:pt x="6468" y="4653"/>
                    <a:pt x="7073" y="4350"/>
                    <a:pt x="7515" y="3839"/>
                  </a:cubicBezTo>
                  <a:close/>
                  <a:moveTo>
                    <a:pt x="9306" y="8910"/>
                  </a:moveTo>
                  <a:lnTo>
                    <a:pt x="9306" y="9468"/>
                  </a:lnTo>
                  <a:cubicBezTo>
                    <a:pt x="9306" y="9631"/>
                    <a:pt x="9166" y="9748"/>
                    <a:pt x="9003" y="9748"/>
                  </a:cubicBezTo>
                  <a:lnTo>
                    <a:pt x="7887" y="9748"/>
                  </a:lnTo>
                  <a:cubicBezTo>
                    <a:pt x="7724" y="9748"/>
                    <a:pt x="7584" y="9631"/>
                    <a:pt x="7584" y="9468"/>
                  </a:cubicBezTo>
                  <a:lnTo>
                    <a:pt x="7608" y="8910"/>
                  </a:lnTo>
                  <a:close/>
                  <a:moveTo>
                    <a:pt x="9794" y="9794"/>
                  </a:moveTo>
                  <a:lnTo>
                    <a:pt x="13424" y="10562"/>
                  </a:lnTo>
                  <a:cubicBezTo>
                    <a:pt x="13633" y="10608"/>
                    <a:pt x="14308" y="10794"/>
                    <a:pt x="14308" y="11399"/>
                  </a:cubicBezTo>
                  <a:lnTo>
                    <a:pt x="14308" y="17401"/>
                  </a:lnTo>
                  <a:lnTo>
                    <a:pt x="13656" y="17401"/>
                  </a:lnTo>
                  <a:lnTo>
                    <a:pt x="13656" y="11981"/>
                  </a:lnTo>
                  <a:cubicBezTo>
                    <a:pt x="13656" y="11516"/>
                    <a:pt x="13284" y="11143"/>
                    <a:pt x="12819" y="11143"/>
                  </a:cubicBezTo>
                  <a:lnTo>
                    <a:pt x="4118" y="11143"/>
                  </a:lnTo>
                  <a:cubicBezTo>
                    <a:pt x="3653" y="11143"/>
                    <a:pt x="3281" y="11516"/>
                    <a:pt x="3281" y="11981"/>
                  </a:cubicBezTo>
                  <a:lnTo>
                    <a:pt x="3281" y="16866"/>
                  </a:lnTo>
                  <a:lnTo>
                    <a:pt x="3839" y="16866"/>
                  </a:lnTo>
                  <a:lnTo>
                    <a:pt x="3839" y="11981"/>
                  </a:lnTo>
                  <a:cubicBezTo>
                    <a:pt x="3839" y="11818"/>
                    <a:pt x="3955" y="11702"/>
                    <a:pt x="4118" y="11702"/>
                  </a:cubicBezTo>
                  <a:lnTo>
                    <a:pt x="12819" y="11702"/>
                  </a:lnTo>
                  <a:cubicBezTo>
                    <a:pt x="12982" y="11702"/>
                    <a:pt x="13121" y="11818"/>
                    <a:pt x="13121" y="11981"/>
                  </a:cubicBezTo>
                  <a:lnTo>
                    <a:pt x="13121" y="17425"/>
                  </a:lnTo>
                  <a:lnTo>
                    <a:pt x="2652" y="17425"/>
                  </a:lnTo>
                  <a:lnTo>
                    <a:pt x="2629" y="11399"/>
                  </a:lnTo>
                  <a:cubicBezTo>
                    <a:pt x="2629" y="10794"/>
                    <a:pt x="3304" y="10608"/>
                    <a:pt x="3513" y="10562"/>
                  </a:cubicBezTo>
                  <a:lnTo>
                    <a:pt x="7142" y="9794"/>
                  </a:lnTo>
                  <a:cubicBezTo>
                    <a:pt x="7259" y="10096"/>
                    <a:pt x="7561" y="10283"/>
                    <a:pt x="7910" y="10283"/>
                  </a:cubicBezTo>
                  <a:lnTo>
                    <a:pt x="9027" y="10283"/>
                  </a:lnTo>
                  <a:cubicBezTo>
                    <a:pt x="9352" y="10283"/>
                    <a:pt x="9655" y="10096"/>
                    <a:pt x="9794" y="9794"/>
                  </a:cubicBezTo>
                  <a:close/>
                  <a:moveTo>
                    <a:pt x="7677" y="0"/>
                  </a:moveTo>
                  <a:cubicBezTo>
                    <a:pt x="6840" y="0"/>
                    <a:pt x="6026" y="302"/>
                    <a:pt x="5398" y="837"/>
                  </a:cubicBezTo>
                  <a:lnTo>
                    <a:pt x="5770" y="1256"/>
                  </a:lnTo>
                  <a:cubicBezTo>
                    <a:pt x="6305" y="814"/>
                    <a:pt x="6979" y="558"/>
                    <a:pt x="7677" y="558"/>
                  </a:cubicBezTo>
                  <a:lnTo>
                    <a:pt x="9213" y="558"/>
                  </a:lnTo>
                  <a:cubicBezTo>
                    <a:pt x="10865" y="558"/>
                    <a:pt x="12214" y="1908"/>
                    <a:pt x="12214" y="3559"/>
                  </a:cubicBezTo>
                  <a:lnTo>
                    <a:pt x="12214" y="9748"/>
                  </a:lnTo>
                  <a:lnTo>
                    <a:pt x="9841" y="9236"/>
                  </a:lnTo>
                  <a:lnTo>
                    <a:pt x="9841" y="8747"/>
                  </a:lnTo>
                  <a:lnTo>
                    <a:pt x="11655" y="7072"/>
                  </a:lnTo>
                  <a:lnTo>
                    <a:pt x="11655" y="4164"/>
                  </a:lnTo>
                  <a:lnTo>
                    <a:pt x="11120" y="4164"/>
                  </a:lnTo>
                  <a:cubicBezTo>
                    <a:pt x="9957" y="4164"/>
                    <a:pt x="8538" y="4118"/>
                    <a:pt x="7654" y="3257"/>
                  </a:cubicBezTo>
                  <a:lnTo>
                    <a:pt x="7398" y="3001"/>
                  </a:lnTo>
                  <a:lnTo>
                    <a:pt x="7212" y="3303"/>
                  </a:lnTo>
                  <a:cubicBezTo>
                    <a:pt x="6852" y="3844"/>
                    <a:pt x="6251" y="4189"/>
                    <a:pt x="5601" y="4189"/>
                  </a:cubicBezTo>
                  <a:cubicBezTo>
                    <a:pt x="5580" y="4189"/>
                    <a:pt x="5558" y="4188"/>
                    <a:pt x="5537" y="4187"/>
                  </a:cubicBezTo>
                  <a:lnTo>
                    <a:pt x="5258" y="4187"/>
                  </a:lnTo>
                  <a:lnTo>
                    <a:pt x="5258" y="7095"/>
                  </a:lnTo>
                  <a:lnTo>
                    <a:pt x="7049" y="8770"/>
                  </a:lnTo>
                  <a:lnTo>
                    <a:pt x="7049" y="9259"/>
                  </a:lnTo>
                  <a:lnTo>
                    <a:pt x="4700" y="9771"/>
                  </a:lnTo>
                  <a:lnTo>
                    <a:pt x="4700" y="3583"/>
                  </a:lnTo>
                  <a:cubicBezTo>
                    <a:pt x="4700" y="2885"/>
                    <a:pt x="4932" y="2187"/>
                    <a:pt x="5398" y="1652"/>
                  </a:cubicBezTo>
                  <a:lnTo>
                    <a:pt x="4979" y="1303"/>
                  </a:lnTo>
                  <a:cubicBezTo>
                    <a:pt x="4420" y="1931"/>
                    <a:pt x="4141" y="2745"/>
                    <a:pt x="4141" y="3583"/>
                  </a:cubicBezTo>
                  <a:lnTo>
                    <a:pt x="4141" y="9887"/>
                  </a:lnTo>
                  <a:lnTo>
                    <a:pt x="3397" y="10050"/>
                  </a:lnTo>
                  <a:cubicBezTo>
                    <a:pt x="2559" y="10236"/>
                    <a:pt x="2048" y="10771"/>
                    <a:pt x="2048" y="11446"/>
                  </a:cubicBezTo>
                  <a:lnTo>
                    <a:pt x="2048" y="17448"/>
                  </a:lnTo>
                  <a:lnTo>
                    <a:pt x="0" y="17448"/>
                  </a:lnTo>
                  <a:lnTo>
                    <a:pt x="0" y="19123"/>
                  </a:lnTo>
                  <a:lnTo>
                    <a:pt x="14075" y="19123"/>
                  </a:lnTo>
                  <a:lnTo>
                    <a:pt x="14075" y="18564"/>
                  </a:lnTo>
                  <a:lnTo>
                    <a:pt x="582" y="18564"/>
                  </a:lnTo>
                  <a:lnTo>
                    <a:pt x="582" y="18006"/>
                  </a:lnTo>
                  <a:lnTo>
                    <a:pt x="16308" y="18006"/>
                  </a:lnTo>
                  <a:lnTo>
                    <a:pt x="16308" y="18564"/>
                  </a:lnTo>
                  <a:lnTo>
                    <a:pt x="14633" y="18564"/>
                  </a:lnTo>
                  <a:lnTo>
                    <a:pt x="14633" y="19123"/>
                  </a:lnTo>
                  <a:lnTo>
                    <a:pt x="16867" y="19123"/>
                  </a:lnTo>
                  <a:lnTo>
                    <a:pt x="16867" y="17448"/>
                  </a:lnTo>
                  <a:lnTo>
                    <a:pt x="14843" y="17425"/>
                  </a:lnTo>
                  <a:lnTo>
                    <a:pt x="14843" y="11423"/>
                  </a:lnTo>
                  <a:cubicBezTo>
                    <a:pt x="14843" y="10748"/>
                    <a:pt x="14331" y="10213"/>
                    <a:pt x="13517" y="10027"/>
                  </a:cubicBezTo>
                  <a:lnTo>
                    <a:pt x="12772" y="9864"/>
                  </a:lnTo>
                  <a:lnTo>
                    <a:pt x="12772" y="3559"/>
                  </a:lnTo>
                  <a:cubicBezTo>
                    <a:pt x="12749" y="1582"/>
                    <a:pt x="11167" y="0"/>
                    <a:pt x="92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119"/>
            <p:cNvSpPr/>
            <p:nvPr/>
          </p:nvSpPr>
          <p:spPr>
            <a:xfrm>
              <a:off x="3487300" y="1361250"/>
              <a:ext cx="13975" cy="14000"/>
            </a:xfrm>
            <a:custGeom>
              <a:avLst/>
              <a:gdLst/>
              <a:ahLst/>
              <a:cxnLst/>
              <a:rect l="l" t="t" r="r" b="b"/>
              <a:pathLst>
                <a:path w="559" h="560" extrusionOk="0">
                  <a:moveTo>
                    <a:pt x="0" y="1"/>
                  </a:moveTo>
                  <a:lnTo>
                    <a:pt x="0"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119"/>
            <p:cNvSpPr/>
            <p:nvPr/>
          </p:nvSpPr>
          <p:spPr>
            <a:xfrm>
              <a:off x="3444850" y="1399075"/>
              <a:ext cx="34900" cy="13975"/>
            </a:xfrm>
            <a:custGeom>
              <a:avLst/>
              <a:gdLst/>
              <a:ahLst/>
              <a:cxnLst/>
              <a:rect l="l" t="t" r="r" b="b"/>
              <a:pathLst>
                <a:path w="1396" h="559" extrusionOk="0">
                  <a:moveTo>
                    <a:pt x="0" y="0"/>
                  </a:moveTo>
                  <a:lnTo>
                    <a:pt x="0" y="558"/>
                  </a:lnTo>
                  <a:lnTo>
                    <a:pt x="1396" y="558"/>
                  </a:lnTo>
                  <a:lnTo>
                    <a:pt x="139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119"/>
            <p:cNvSpPr/>
            <p:nvPr/>
          </p:nvSpPr>
          <p:spPr>
            <a:xfrm>
              <a:off x="3422750" y="1361250"/>
              <a:ext cx="13975" cy="14000"/>
            </a:xfrm>
            <a:custGeom>
              <a:avLst/>
              <a:gdLst/>
              <a:ahLst/>
              <a:cxnLst/>
              <a:rect l="l" t="t" r="r" b="b"/>
              <a:pathLst>
                <a:path w="559" h="560" extrusionOk="0">
                  <a:moveTo>
                    <a:pt x="0" y="1"/>
                  </a:moveTo>
                  <a:lnTo>
                    <a:pt x="0" y="559"/>
                  </a:lnTo>
                  <a:lnTo>
                    <a:pt x="558" y="559"/>
                  </a:lnTo>
                  <a:lnTo>
                    <a:pt x="5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02" name="Google Shape;5402;p119"/>
          <p:cNvGrpSpPr/>
          <p:nvPr/>
        </p:nvGrpSpPr>
        <p:grpSpPr>
          <a:xfrm>
            <a:off x="3963625" y="4111025"/>
            <a:ext cx="477525" cy="449600"/>
            <a:chOff x="3963625" y="4111025"/>
            <a:chExt cx="477525" cy="449600"/>
          </a:xfrm>
        </p:grpSpPr>
        <p:sp>
          <p:nvSpPr>
            <p:cNvPr id="5403" name="Google Shape;5403;p119"/>
            <p:cNvSpPr/>
            <p:nvPr/>
          </p:nvSpPr>
          <p:spPr>
            <a:xfrm>
              <a:off x="3970600" y="4118025"/>
              <a:ext cx="462975" cy="27925"/>
            </a:xfrm>
            <a:custGeom>
              <a:avLst/>
              <a:gdLst/>
              <a:ahLst/>
              <a:cxnLst/>
              <a:rect l="l" t="t" r="r" b="b"/>
              <a:pathLst>
                <a:path w="18519" h="1117" extrusionOk="0">
                  <a:moveTo>
                    <a:pt x="1" y="0"/>
                  </a:moveTo>
                  <a:lnTo>
                    <a:pt x="1" y="1117"/>
                  </a:lnTo>
                  <a:lnTo>
                    <a:pt x="18519" y="1117"/>
                  </a:lnTo>
                  <a:lnTo>
                    <a:pt x="1851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119"/>
            <p:cNvSpPr/>
            <p:nvPr/>
          </p:nvSpPr>
          <p:spPr>
            <a:xfrm>
              <a:off x="4049700" y="4266900"/>
              <a:ext cx="48875" cy="48875"/>
            </a:xfrm>
            <a:custGeom>
              <a:avLst/>
              <a:gdLst/>
              <a:ahLst/>
              <a:cxnLst/>
              <a:rect l="l" t="t" r="r" b="b"/>
              <a:pathLst>
                <a:path w="1955" h="1955" extrusionOk="0">
                  <a:moveTo>
                    <a:pt x="838" y="1955"/>
                  </a:moveTo>
                  <a:cubicBezTo>
                    <a:pt x="1583" y="1955"/>
                    <a:pt x="1955" y="1047"/>
                    <a:pt x="1443" y="536"/>
                  </a:cubicBezTo>
                  <a:cubicBezTo>
                    <a:pt x="908" y="1"/>
                    <a:pt x="1" y="373"/>
                    <a:pt x="1" y="1117"/>
                  </a:cubicBezTo>
                  <a:cubicBezTo>
                    <a:pt x="1" y="1583"/>
                    <a:pt x="373" y="1955"/>
                    <a:pt x="838" y="1955"/>
                  </a:cubicBezTo>
                  <a:close/>
                  <a:moveTo>
                    <a:pt x="838" y="1955"/>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119"/>
            <p:cNvSpPr/>
            <p:nvPr/>
          </p:nvSpPr>
          <p:spPr>
            <a:xfrm>
              <a:off x="4136350" y="4284925"/>
              <a:ext cx="54700" cy="54125"/>
            </a:xfrm>
            <a:custGeom>
              <a:avLst/>
              <a:gdLst/>
              <a:ahLst/>
              <a:cxnLst/>
              <a:rect l="l" t="t" r="r" b="b"/>
              <a:pathLst>
                <a:path w="2188" h="2165" extrusionOk="0">
                  <a:moveTo>
                    <a:pt x="955" y="2164"/>
                  </a:moveTo>
                  <a:cubicBezTo>
                    <a:pt x="1769" y="2164"/>
                    <a:pt x="2188" y="1164"/>
                    <a:pt x="1629" y="582"/>
                  </a:cubicBezTo>
                  <a:cubicBezTo>
                    <a:pt x="1048" y="1"/>
                    <a:pt x="24" y="396"/>
                    <a:pt x="24" y="1210"/>
                  </a:cubicBezTo>
                  <a:cubicBezTo>
                    <a:pt x="1" y="1746"/>
                    <a:pt x="420" y="2164"/>
                    <a:pt x="955" y="2164"/>
                  </a:cubicBezTo>
                  <a:close/>
                  <a:moveTo>
                    <a:pt x="955" y="2164"/>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119"/>
            <p:cNvSpPr/>
            <p:nvPr/>
          </p:nvSpPr>
          <p:spPr>
            <a:xfrm>
              <a:off x="4091575" y="4203500"/>
              <a:ext cx="45975" cy="44825"/>
            </a:xfrm>
            <a:custGeom>
              <a:avLst/>
              <a:gdLst/>
              <a:ahLst/>
              <a:cxnLst/>
              <a:rect l="l" t="t" r="r" b="b"/>
              <a:pathLst>
                <a:path w="1839" h="1793" extrusionOk="0">
                  <a:moveTo>
                    <a:pt x="1234" y="164"/>
                  </a:moveTo>
                  <a:cubicBezTo>
                    <a:pt x="1838" y="420"/>
                    <a:pt x="1838" y="1304"/>
                    <a:pt x="1234" y="1536"/>
                  </a:cubicBezTo>
                  <a:cubicBezTo>
                    <a:pt x="605" y="1792"/>
                    <a:pt x="1" y="1187"/>
                    <a:pt x="256" y="559"/>
                  </a:cubicBezTo>
                  <a:cubicBezTo>
                    <a:pt x="419" y="187"/>
                    <a:pt x="861" y="1"/>
                    <a:pt x="1234" y="164"/>
                  </a:cubicBezTo>
                  <a:close/>
                  <a:moveTo>
                    <a:pt x="1234" y="164"/>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119"/>
            <p:cNvSpPr/>
            <p:nvPr/>
          </p:nvSpPr>
          <p:spPr>
            <a:xfrm>
              <a:off x="3984575" y="4145925"/>
              <a:ext cx="435625" cy="253600"/>
            </a:xfrm>
            <a:custGeom>
              <a:avLst/>
              <a:gdLst/>
              <a:ahLst/>
              <a:cxnLst/>
              <a:rect l="l" t="t" r="r" b="b"/>
              <a:pathLst>
                <a:path w="17425" h="10144" extrusionOk="0">
                  <a:moveTo>
                    <a:pt x="1698" y="9027"/>
                  </a:moveTo>
                  <a:lnTo>
                    <a:pt x="3397" y="9027"/>
                  </a:lnTo>
                  <a:cubicBezTo>
                    <a:pt x="3699" y="9027"/>
                    <a:pt x="3932" y="9283"/>
                    <a:pt x="3955" y="9585"/>
                  </a:cubicBezTo>
                  <a:lnTo>
                    <a:pt x="3955" y="10144"/>
                  </a:lnTo>
                  <a:lnTo>
                    <a:pt x="7305" y="10144"/>
                  </a:lnTo>
                  <a:lnTo>
                    <a:pt x="7305" y="9585"/>
                  </a:lnTo>
                  <a:cubicBezTo>
                    <a:pt x="7305" y="9283"/>
                    <a:pt x="7561" y="9027"/>
                    <a:pt x="7863" y="9027"/>
                  </a:cubicBezTo>
                  <a:lnTo>
                    <a:pt x="9538" y="9027"/>
                  </a:lnTo>
                  <a:cubicBezTo>
                    <a:pt x="9841" y="9027"/>
                    <a:pt x="10097" y="9283"/>
                    <a:pt x="10097" y="9585"/>
                  </a:cubicBezTo>
                  <a:lnTo>
                    <a:pt x="10097" y="10144"/>
                  </a:lnTo>
                  <a:lnTo>
                    <a:pt x="13470" y="10144"/>
                  </a:lnTo>
                  <a:lnTo>
                    <a:pt x="13470" y="9585"/>
                  </a:lnTo>
                  <a:cubicBezTo>
                    <a:pt x="13470" y="9283"/>
                    <a:pt x="13726" y="9027"/>
                    <a:pt x="14028" y="9027"/>
                  </a:cubicBezTo>
                  <a:lnTo>
                    <a:pt x="15703" y="9027"/>
                  </a:lnTo>
                  <a:cubicBezTo>
                    <a:pt x="16006" y="9027"/>
                    <a:pt x="16261" y="9283"/>
                    <a:pt x="16261" y="9585"/>
                  </a:cubicBezTo>
                  <a:lnTo>
                    <a:pt x="16261" y="10144"/>
                  </a:lnTo>
                  <a:lnTo>
                    <a:pt x="17425" y="10144"/>
                  </a:lnTo>
                  <a:lnTo>
                    <a:pt x="17425" y="1"/>
                  </a:lnTo>
                  <a:lnTo>
                    <a:pt x="0" y="1"/>
                  </a:lnTo>
                  <a:lnTo>
                    <a:pt x="0" y="10144"/>
                  </a:lnTo>
                  <a:lnTo>
                    <a:pt x="1163" y="10144"/>
                  </a:lnTo>
                  <a:lnTo>
                    <a:pt x="1163" y="9585"/>
                  </a:lnTo>
                  <a:cubicBezTo>
                    <a:pt x="1163" y="9283"/>
                    <a:pt x="1396" y="9027"/>
                    <a:pt x="1722" y="9027"/>
                  </a:cubicBezTo>
                  <a:close/>
                  <a:moveTo>
                    <a:pt x="7026" y="5863"/>
                  </a:moveTo>
                  <a:cubicBezTo>
                    <a:pt x="7863" y="5863"/>
                    <a:pt x="8259" y="6864"/>
                    <a:pt x="7677" y="7468"/>
                  </a:cubicBezTo>
                  <a:cubicBezTo>
                    <a:pt x="7096" y="8050"/>
                    <a:pt x="6095" y="7631"/>
                    <a:pt x="6095" y="6794"/>
                  </a:cubicBezTo>
                  <a:cubicBezTo>
                    <a:pt x="6095" y="6282"/>
                    <a:pt x="6514" y="5863"/>
                    <a:pt x="7026" y="5863"/>
                  </a:cubicBezTo>
                  <a:close/>
                  <a:moveTo>
                    <a:pt x="5234" y="3909"/>
                  </a:moveTo>
                  <a:cubicBezTo>
                    <a:pt x="4560" y="3909"/>
                    <a:pt x="4234" y="3118"/>
                    <a:pt x="4699" y="2630"/>
                  </a:cubicBezTo>
                  <a:cubicBezTo>
                    <a:pt x="5165" y="2164"/>
                    <a:pt x="5979" y="2490"/>
                    <a:pt x="5979" y="3165"/>
                  </a:cubicBezTo>
                  <a:cubicBezTo>
                    <a:pt x="5979" y="3583"/>
                    <a:pt x="5630" y="3909"/>
                    <a:pt x="5234" y="3909"/>
                  </a:cubicBezTo>
                  <a:close/>
                  <a:moveTo>
                    <a:pt x="4281" y="5956"/>
                  </a:moveTo>
                  <a:cubicBezTo>
                    <a:pt x="4281" y="6701"/>
                    <a:pt x="3373" y="7073"/>
                    <a:pt x="2838" y="6561"/>
                  </a:cubicBezTo>
                  <a:cubicBezTo>
                    <a:pt x="2303" y="6026"/>
                    <a:pt x="2699" y="5119"/>
                    <a:pt x="3443" y="5119"/>
                  </a:cubicBezTo>
                  <a:cubicBezTo>
                    <a:pt x="3908" y="5119"/>
                    <a:pt x="4281" y="5491"/>
                    <a:pt x="4281" y="5956"/>
                  </a:cubicBezTo>
                  <a:close/>
                  <a:moveTo>
                    <a:pt x="4281" y="5956"/>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119"/>
            <p:cNvSpPr/>
            <p:nvPr/>
          </p:nvSpPr>
          <p:spPr>
            <a:xfrm>
              <a:off x="4139275" y="4462325"/>
              <a:ext cx="126225" cy="90750"/>
            </a:xfrm>
            <a:custGeom>
              <a:avLst/>
              <a:gdLst/>
              <a:ahLst/>
              <a:cxnLst/>
              <a:rect l="l" t="t" r="r" b="b"/>
              <a:pathLst>
                <a:path w="5049" h="3630" extrusionOk="0">
                  <a:moveTo>
                    <a:pt x="0" y="3629"/>
                  </a:moveTo>
                  <a:lnTo>
                    <a:pt x="5048" y="3629"/>
                  </a:lnTo>
                  <a:lnTo>
                    <a:pt x="5048" y="838"/>
                  </a:lnTo>
                  <a:lnTo>
                    <a:pt x="3094" y="0"/>
                  </a:lnTo>
                  <a:lnTo>
                    <a:pt x="1954" y="0"/>
                  </a:lnTo>
                  <a:lnTo>
                    <a:pt x="0" y="838"/>
                  </a:lnTo>
                  <a:close/>
                  <a:moveTo>
                    <a:pt x="0" y="3629"/>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119"/>
            <p:cNvSpPr/>
            <p:nvPr/>
          </p:nvSpPr>
          <p:spPr>
            <a:xfrm>
              <a:off x="4292800" y="4462325"/>
              <a:ext cx="126250" cy="90750"/>
            </a:xfrm>
            <a:custGeom>
              <a:avLst/>
              <a:gdLst/>
              <a:ahLst/>
              <a:cxnLst/>
              <a:rect l="l" t="t" r="r" b="b"/>
              <a:pathLst>
                <a:path w="5050" h="3630" extrusionOk="0">
                  <a:moveTo>
                    <a:pt x="1" y="3629"/>
                  </a:moveTo>
                  <a:lnTo>
                    <a:pt x="5049" y="3629"/>
                  </a:lnTo>
                  <a:lnTo>
                    <a:pt x="5049" y="838"/>
                  </a:lnTo>
                  <a:lnTo>
                    <a:pt x="3072" y="0"/>
                  </a:lnTo>
                  <a:lnTo>
                    <a:pt x="1955" y="0"/>
                  </a:lnTo>
                  <a:lnTo>
                    <a:pt x="1" y="838"/>
                  </a:lnTo>
                  <a:close/>
                  <a:moveTo>
                    <a:pt x="1" y="3629"/>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119"/>
            <p:cNvSpPr/>
            <p:nvPr/>
          </p:nvSpPr>
          <p:spPr>
            <a:xfrm>
              <a:off x="3985150" y="4462325"/>
              <a:ext cx="126225" cy="90750"/>
            </a:xfrm>
            <a:custGeom>
              <a:avLst/>
              <a:gdLst/>
              <a:ahLst/>
              <a:cxnLst/>
              <a:rect l="l" t="t" r="r" b="b"/>
              <a:pathLst>
                <a:path w="5049" h="3630" extrusionOk="0">
                  <a:moveTo>
                    <a:pt x="0" y="3629"/>
                  </a:moveTo>
                  <a:lnTo>
                    <a:pt x="5049" y="3629"/>
                  </a:lnTo>
                  <a:lnTo>
                    <a:pt x="5049" y="838"/>
                  </a:lnTo>
                  <a:lnTo>
                    <a:pt x="3094" y="0"/>
                  </a:lnTo>
                  <a:lnTo>
                    <a:pt x="1954" y="0"/>
                  </a:lnTo>
                  <a:lnTo>
                    <a:pt x="0" y="838"/>
                  </a:lnTo>
                  <a:close/>
                  <a:moveTo>
                    <a:pt x="0" y="3629"/>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119"/>
            <p:cNvSpPr/>
            <p:nvPr/>
          </p:nvSpPr>
          <p:spPr>
            <a:xfrm>
              <a:off x="4167175" y="4371600"/>
              <a:ext cx="69825" cy="90750"/>
            </a:xfrm>
            <a:custGeom>
              <a:avLst/>
              <a:gdLst/>
              <a:ahLst/>
              <a:cxnLst/>
              <a:rect l="l" t="t" r="r" b="b"/>
              <a:pathLst>
                <a:path w="2793" h="3630" extrusionOk="0">
                  <a:moveTo>
                    <a:pt x="838" y="3629"/>
                  </a:moveTo>
                  <a:lnTo>
                    <a:pt x="1955" y="3629"/>
                  </a:lnTo>
                  <a:lnTo>
                    <a:pt x="2793" y="2792"/>
                  </a:lnTo>
                  <a:lnTo>
                    <a:pt x="2793" y="558"/>
                  </a:lnTo>
                  <a:cubicBezTo>
                    <a:pt x="2793" y="256"/>
                    <a:pt x="2537" y="0"/>
                    <a:pt x="2234" y="0"/>
                  </a:cubicBezTo>
                  <a:lnTo>
                    <a:pt x="559" y="0"/>
                  </a:lnTo>
                  <a:cubicBezTo>
                    <a:pt x="257" y="0"/>
                    <a:pt x="1" y="256"/>
                    <a:pt x="1" y="558"/>
                  </a:cubicBezTo>
                  <a:lnTo>
                    <a:pt x="1" y="2792"/>
                  </a:lnTo>
                  <a:close/>
                  <a:moveTo>
                    <a:pt x="838" y="3629"/>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119"/>
            <p:cNvSpPr/>
            <p:nvPr/>
          </p:nvSpPr>
          <p:spPr>
            <a:xfrm>
              <a:off x="4013650" y="4371600"/>
              <a:ext cx="69800" cy="90750"/>
            </a:xfrm>
            <a:custGeom>
              <a:avLst/>
              <a:gdLst/>
              <a:ahLst/>
              <a:cxnLst/>
              <a:rect l="l" t="t" r="r" b="b"/>
              <a:pathLst>
                <a:path w="2792" h="3630" extrusionOk="0">
                  <a:moveTo>
                    <a:pt x="814" y="3629"/>
                  </a:moveTo>
                  <a:lnTo>
                    <a:pt x="1954" y="3629"/>
                  </a:lnTo>
                  <a:lnTo>
                    <a:pt x="2792" y="2792"/>
                  </a:lnTo>
                  <a:lnTo>
                    <a:pt x="2792" y="558"/>
                  </a:lnTo>
                  <a:cubicBezTo>
                    <a:pt x="2792" y="256"/>
                    <a:pt x="2536" y="0"/>
                    <a:pt x="2234" y="0"/>
                  </a:cubicBezTo>
                  <a:lnTo>
                    <a:pt x="559" y="0"/>
                  </a:lnTo>
                  <a:cubicBezTo>
                    <a:pt x="233" y="0"/>
                    <a:pt x="0" y="256"/>
                    <a:pt x="0" y="558"/>
                  </a:cubicBezTo>
                  <a:lnTo>
                    <a:pt x="0" y="2792"/>
                  </a:lnTo>
                  <a:close/>
                  <a:moveTo>
                    <a:pt x="814" y="3629"/>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119"/>
            <p:cNvSpPr/>
            <p:nvPr/>
          </p:nvSpPr>
          <p:spPr>
            <a:xfrm>
              <a:off x="4321300" y="4371600"/>
              <a:ext cx="69825" cy="90750"/>
            </a:xfrm>
            <a:custGeom>
              <a:avLst/>
              <a:gdLst/>
              <a:ahLst/>
              <a:cxnLst/>
              <a:rect l="l" t="t" r="r" b="b"/>
              <a:pathLst>
                <a:path w="2793" h="3630" extrusionOk="0">
                  <a:moveTo>
                    <a:pt x="815" y="3629"/>
                  </a:moveTo>
                  <a:lnTo>
                    <a:pt x="1955" y="3629"/>
                  </a:lnTo>
                  <a:lnTo>
                    <a:pt x="2792" y="2792"/>
                  </a:lnTo>
                  <a:lnTo>
                    <a:pt x="2792" y="558"/>
                  </a:lnTo>
                  <a:cubicBezTo>
                    <a:pt x="2792" y="256"/>
                    <a:pt x="2537" y="0"/>
                    <a:pt x="2234" y="0"/>
                  </a:cubicBezTo>
                  <a:lnTo>
                    <a:pt x="559" y="0"/>
                  </a:lnTo>
                  <a:cubicBezTo>
                    <a:pt x="233" y="0"/>
                    <a:pt x="1" y="256"/>
                    <a:pt x="1" y="558"/>
                  </a:cubicBezTo>
                  <a:lnTo>
                    <a:pt x="1" y="2792"/>
                  </a:lnTo>
                  <a:close/>
                  <a:moveTo>
                    <a:pt x="815" y="3629"/>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119"/>
            <p:cNvSpPr/>
            <p:nvPr/>
          </p:nvSpPr>
          <p:spPr>
            <a:xfrm>
              <a:off x="3970600" y="4118025"/>
              <a:ext cx="20975" cy="27925"/>
            </a:xfrm>
            <a:custGeom>
              <a:avLst/>
              <a:gdLst/>
              <a:ahLst/>
              <a:cxnLst/>
              <a:rect l="l" t="t" r="r" b="b"/>
              <a:pathLst>
                <a:path w="839" h="1117" extrusionOk="0">
                  <a:moveTo>
                    <a:pt x="1" y="0"/>
                  </a:moveTo>
                  <a:lnTo>
                    <a:pt x="1" y="1117"/>
                  </a:lnTo>
                  <a:lnTo>
                    <a:pt x="838" y="1117"/>
                  </a:lnTo>
                  <a:lnTo>
                    <a:pt x="83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119"/>
            <p:cNvSpPr/>
            <p:nvPr/>
          </p:nvSpPr>
          <p:spPr>
            <a:xfrm>
              <a:off x="3984575" y="4145925"/>
              <a:ext cx="20950" cy="253600"/>
            </a:xfrm>
            <a:custGeom>
              <a:avLst/>
              <a:gdLst/>
              <a:ahLst/>
              <a:cxnLst/>
              <a:rect l="l" t="t" r="r" b="b"/>
              <a:pathLst>
                <a:path w="838" h="10144" extrusionOk="0">
                  <a:moveTo>
                    <a:pt x="0" y="1"/>
                  </a:moveTo>
                  <a:lnTo>
                    <a:pt x="0" y="10144"/>
                  </a:lnTo>
                  <a:lnTo>
                    <a:pt x="838" y="10144"/>
                  </a:lnTo>
                  <a:lnTo>
                    <a:pt x="83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119"/>
            <p:cNvSpPr/>
            <p:nvPr/>
          </p:nvSpPr>
          <p:spPr>
            <a:xfrm>
              <a:off x="4049700" y="4270400"/>
              <a:ext cx="27950" cy="49450"/>
            </a:xfrm>
            <a:custGeom>
              <a:avLst/>
              <a:gdLst/>
              <a:ahLst/>
              <a:cxnLst/>
              <a:rect l="l" t="t" r="r" b="b"/>
              <a:pathLst>
                <a:path w="1118" h="1978" extrusionOk="0">
                  <a:moveTo>
                    <a:pt x="1117" y="1768"/>
                  </a:moveTo>
                  <a:cubicBezTo>
                    <a:pt x="373" y="1512"/>
                    <a:pt x="373" y="465"/>
                    <a:pt x="1117" y="186"/>
                  </a:cubicBezTo>
                  <a:cubicBezTo>
                    <a:pt x="559" y="0"/>
                    <a:pt x="1" y="396"/>
                    <a:pt x="1" y="977"/>
                  </a:cubicBezTo>
                  <a:cubicBezTo>
                    <a:pt x="1" y="1559"/>
                    <a:pt x="559" y="1978"/>
                    <a:pt x="1117" y="1768"/>
                  </a:cubicBezTo>
                  <a:close/>
                  <a:moveTo>
                    <a:pt x="1117" y="1768"/>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119"/>
            <p:cNvSpPr/>
            <p:nvPr/>
          </p:nvSpPr>
          <p:spPr>
            <a:xfrm>
              <a:off x="4096800" y="4202350"/>
              <a:ext cx="25625" cy="44800"/>
            </a:xfrm>
            <a:custGeom>
              <a:avLst/>
              <a:gdLst/>
              <a:ahLst/>
              <a:cxnLst/>
              <a:rect l="l" t="t" r="r" b="b"/>
              <a:pathLst>
                <a:path w="1025" h="1792" extrusionOk="0">
                  <a:moveTo>
                    <a:pt x="1025" y="1582"/>
                  </a:moveTo>
                  <a:cubicBezTo>
                    <a:pt x="396" y="1350"/>
                    <a:pt x="396" y="466"/>
                    <a:pt x="1025" y="210"/>
                  </a:cubicBezTo>
                  <a:cubicBezTo>
                    <a:pt x="536" y="0"/>
                    <a:pt x="1" y="373"/>
                    <a:pt x="1" y="908"/>
                  </a:cubicBezTo>
                  <a:cubicBezTo>
                    <a:pt x="1" y="1419"/>
                    <a:pt x="536" y="1792"/>
                    <a:pt x="1025" y="1582"/>
                  </a:cubicBezTo>
                  <a:close/>
                  <a:moveTo>
                    <a:pt x="1025" y="1582"/>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119"/>
            <p:cNvSpPr/>
            <p:nvPr/>
          </p:nvSpPr>
          <p:spPr>
            <a:xfrm>
              <a:off x="4136950" y="4289000"/>
              <a:ext cx="30250" cy="54125"/>
            </a:xfrm>
            <a:custGeom>
              <a:avLst/>
              <a:gdLst/>
              <a:ahLst/>
              <a:cxnLst/>
              <a:rect l="l" t="t" r="r" b="b"/>
              <a:pathLst>
                <a:path w="1210" h="2165" extrusionOk="0">
                  <a:moveTo>
                    <a:pt x="1210" y="1955"/>
                  </a:moveTo>
                  <a:cubicBezTo>
                    <a:pt x="349" y="1699"/>
                    <a:pt x="349" y="466"/>
                    <a:pt x="1210" y="187"/>
                  </a:cubicBezTo>
                  <a:cubicBezTo>
                    <a:pt x="605" y="1"/>
                    <a:pt x="0" y="443"/>
                    <a:pt x="0" y="1071"/>
                  </a:cubicBezTo>
                  <a:cubicBezTo>
                    <a:pt x="0" y="1699"/>
                    <a:pt x="605" y="2164"/>
                    <a:pt x="1210" y="1955"/>
                  </a:cubicBezTo>
                  <a:close/>
                  <a:moveTo>
                    <a:pt x="1210" y="1955"/>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119"/>
            <p:cNvSpPr/>
            <p:nvPr/>
          </p:nvSpPr>
          <p:spPr>
            <a:xfrm>
              <a:off x="4013050" y="4371600"/>
              <a:ext cx="342600" cy="90750"/>
            </a:xfrm>
            <a:custGeom>
              <a:avLst/>
              <a:gdLst/>
              <a:ahLst/>
              <a:cxnLst/>
              <a:rect l="l" t="t" r="r" b="b"/>
              <a:pathLst>
                <a:path w="13704" h="3630" extrusionOk="0">
                  <a:moveTo>
                    <a:pt x="13145" y="3629"/>
                  </a:moveTo>
                  <a:lnTo>
                    <a:pt x="13703" y="3629"/>
                  </a:lnTo>
                  <a:lnTo>
                    <a:pt x="12866" y="2792"/>
                  </a:lnTo>
                  <a:lnTo>
                    <a:pt x="12866" y="558"/>
                  </a:lnTo>
                  <a:cubicBezTo>
                    <a:pt x="12866" y="256"/>
                    <a:pt x="13122" y="0"/>
                    <a:pt x="13424" y="0"/>
                  </a:cubicBezTo>
                  <a:lnTo>
                    <a:pt x="12866" y="0"/>
                  </a:lnTo>
                  <a:cubicBezTo>
                    <a:pt x="12563" y="0"/>
                    <a:pt x="12308" y="256"/>
                    <a:pt x="12308" y="558"/>
                  </a:cubicBezTo>
                  <a:lnTo>
                    <a:pt x="12308" y="2792"/>
                  </a:lnTo>
                  <a:close/>
                  <a:moveTo>
                    <a:pt x="838" y="3629"/>
                  </a:moveTo>
                  <a:lnTo>
                    <a:pt x="1397" y="3629"/>
                  </a:lnTo>
                  <a:lnTo>
                    <a:pt x="559" y="2792"/>
                  </a:lnTo>
                  <a:lnTo>
                    <a:pt x="559" y="558"/>
                  </a:lnTo>
                  <a:cubicBezTo>
                    <a:pt x="559" y="256"/>
                    <a:pt x="815" y="0"/>
                    <a:pt x="1118" y="0"/>
                  </a:cubicBezTo>
                  <a:lnTo>
                    <a:pt x="559" y="0"/>
                  </a:lnTo>
                  <a:cubicBezTo>
                    <a:pt x="257" y="0"/>
                    <a:pt x="1" y="256"/>
                    <a:pt x="1" y="558"/>
                  </a:cubicBezTo>
                  <a:lnTo>
                    <a:pt x="1" y="2792"/>
                  </a:lnTo>
                  <a:close/>
                  <a:moveTo>
                    <a:pt x="7003" y="3629"/>
                  </a:moveTo>
                  <a:lnTo>
                    <a:pt x="7562" y="3629"/>
                  </a:lnTo>
                  <a:lnTo>
                    <a:pt x="6724" y="2792"/>
                  </a:lnTo>
                  <a:lnTo>
                    <a:pt x="6724" y="558"/>
                  </a:lnTo>
                  <a:cubicBezTo>
                    <a:pt x="6724" y="256"/>
                    <a:pt x="6980" y="0"/>
                    <a:pt x="7283" y="0"/>
                  </a:cubicBezTo>
                  <a:lnTo>
                    <a:pt x="6724" y="0"/>
                  </a:lnTo>
                  <a:cubicBezTo>
                    <a:pt x="6422" y="0"/>
                    <a:pt x="6166" y="256"/>
                    <a:pt x="6166" y="558"/>
                  </a:cubicBezTo>
                  <a:lnTo>
                    <a:pt x="6166" y="2792"/>
                  </a:lnTo>
                  <a:close/>
                  <a:moveTo>
                    <a:pt x="7003" y="3629"/>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119"/>
            <p:cNvSpPr/>
            <p:nvPr/>
          </p:nvSpPr>
          <p:spPr>
            <a:xfrm>
              <a:off x="4139275" y="4477450"/>
              <a:ext cx="13975" cy="75625"/>
            </a:xfrm>
            <a:custGeom>
              <a:avLst/>
              <a:gdLst/>
              <a:ahLst/>
              <a:cxnLst/>
              <a:rect l="l" t="t" r="r" b="b"/>
              <a:pathLst>
                <a:path w="559" h="3025" extrusionOk="0">
                  <a:moveTo>
                    <a:pt x="0" y="3024"/>
                  </a:moveTo>
                  <a:lnTo>
                    <a:pt x="559" y="3024"/>
                  </a:lnTo>
                  <a:lnTo>
                    <a:pt x="559" y="0"/>
                  </a:lnTo>
                  <a:lnTo>
                    <a:pt x="0" y="233"/>
                  </a:lnTo>
                  <a:close/>
                  <a:moveTo>
                    <a:pt x="0" y="3024"/>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119"/>
            <p:cNvSpPr/>
            <p:nvPr/>
          </p:nvSpPr>
          <p:spPr>
            <a:xfrm>
              <a:off x="4292800" y="4477450"/>
              <a:ext cx="14000" cy="75625"/>
            </a:xfrm>
            <a:custGeom>
              <a:avLst/>
              <a:gdLst/>
              <a:ahLst/>
              <a:cxnLst/>
              <a:rect l="l" t="t" r="r" b="b"/>
              <a:pathLst>
                <a:path w="560" h="3025" extrusionOk="0">
                  <a:moveTo>
                    <a:pt x="1" y="3024"/>
                  </a:moveTo>
                  <a:lnTo>
                    <a:pt x="559" y="3024"/>
                  </a:lnTo>
                  <a:lnTo>
                    <a:pt x="559" y="0"/>
                  </a:lnTo>
                  <a:lnTo>
                    <a:pt x="1" y="233"/>
                  </a:lnTo>
                  <a:close/>
                  <a:moveTo>
                    <a:pt x="1" y="3024"/>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119"/>
            <p:cNvSpPr/>
            <p:nvPr/>
          </p:nvSpPr>
          <p:spPr>
            <a:xfrm>
              <a:off x="3985150" y="4477450"/>
              <a:ext cx="13975" cy="75625"/>
            </a:xfrm>
            <a:custGeom>
              <a:avLst/>
              <a:gdLst/>
              <a:ahLst/>
              <a:cxnLst/>
              <a:rect l="l" t="t" r="r" b="b"/>
              <a:pathLst>
                <a:path w="559" h="3025" extrusionOk="0">
                  <a:moveTo>
                    <a:pt x="0" y="3024"/>
                  </a:moveTo>
                  <a:lnTo>
                    <a:pt x="559" y="3024"/>
                  </a:lnTo>
                  <a:lnTo>
                    <a:pt x="559" y="0"/>
                  </a:lnTo>
                  <a:lnTo>
                    <a:pt x="0" y="233"/>
                  </a:lnTo>
                  <a:close/>
                  <a:moveTo>
                    <a:pt x="0" y="3024"/>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119"/>
            <p:cNvSpPr/>
            <p:nvPr/>
          </p:nvSpPr>
          <p:spPr>
            <a:xfrm>
              <a:off x="4384700" y="4166875"/>
              <a:ext cx="13975" cy="69800"/>
            </a:xfrm>
            <a:custGeom>
              <a:avLst/>
              <a:gdLst/>
              <a:ahLst/>
              <a:cxnLst/>
              <a:rect l="l" t="t" r="r" b="b"/>
              <a:pathLst>
                <a:path w="559" h="2792" extrusionOk="0">
                  <a:moveTo>
                    <a:pt x="1" y="0"/>
                  </a:moveTo>
                  <a:lnTo>
                    <a:pt x="1" y="559"/>
                  </a:lnTo>
                  <a:lnTo>
                    <a:pt x="559" y="559"/>
                  </a:lnTo>
                  <a:lnTo>
                    <a:pt x="559" y="0"/>
                  </a:lnTo>
                  <a:close/>
                  <a:moveTo>
                    <a:pt x="1" y="1117"/>
                  </a:moveTo>
                  <a:lnTo>
                    <a:pt x="1" y="2792"/>
                  </a:lnTo>
                  <a:lnTo>
                    <a:pt x="559" y="2792"/>
                  </a:lnTo>
                  <a:lnTo>
                    <a:pt x="559" y="1117"/>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119"/>
            <p:cNvSpPr/>
            <p:nvPr/>
          </p:nvSpPr>
          <p:spPr>
            <a:xfrm>
              <a:off x="3963625" y="4111025"/>
              <a:ext cx="477525" cy="449600"/>
            </a:xfrm>
            <a:custGeom>
              <a:avLst/>
              <a:gdLst/>
              <a:ahLst/>
              <a:cxnLst/>
              <a:rect l="l" t="t" r="r" b="b"/>
              <a:pathLst>
                <a:path w="19101" h="17984" extrusionOk="0">
                  <a:moveTo>
                    <a:pt x="4235" y="10702"/>
                  </a:moveTo>
                  <a:cubicBezTo>
                    <a:pt x="4397" y="10702"/>
                    <a:pt x="4537" y="10819"/>
                    <a:pt x="4537" y="10981"/>
                  </a:cubicBezTo>
                  <a:lnTo>
                    <a:pt x="4537" y="13098"/>
                  </a:lnTo>
                  <a:lnTo>
                    <a:pt x="3839" y="13773"/>
                  </a:lnTo>
                  <a:lnTo>
                    <a:pt x="2955" y="13773"/>
                  </a:lnTo>
                  <a:lnTo>
                    <a:pt x="2257" y="13098"/>
                  </a:lnTo>
                  <a:lnTo>
                    <a:pt x="2257" y="10981"/>
                  </a:lnTo>
                  <a:cubicBezTo>
                    <a:pt x="2257" y="10819"/>
                    <a:pt x="2397" y="10702"/>
                    <a:pt x="2560" y="10702"/>
                  </a:cubicBezTo>
                  <a:close/>
                  <a:moveTo>
                    <a:pt x="10399" y="10702"/>
                  </a:moveTo>
                  <a:cubicBezTo>
                    <a:pt x="10539" y="10702"/>
                    <a:pt x="10679" y="10819"/>
                    <a:pt x="10679" y="10981"/>
                  </a:cubicBezTo>
                  <a:lnTo>
                    <a:pt x="10679" y="13098"/>
                  </a:lnTo>
                  <a:lnTo>
                    <a:pt x="10004" y="13773"/>
                  </a:lnTo>
                  <a:lnTo>
                    <a:pt x="9120" y="13773"/>
                  </a:lnTo>
                  <a:lnTo>
                    <a:pt x="8422" y="13098"/>
                  </a:lnTo>
                  <a:lnTo>
                    <a:pt x="8422" y="10981"/>
                  </a:lnTo>
                  <a:cubicBezTo>
                    <a:pt x="8422" y="10819"/>
                    <a:pt x="8538" y="10702"/>
                    <a:pt x="8701" y="10702"/>
                  </a:cubicBezTo>
                  <a:close/>
                  <a:moveTo>
                    <a:pt x="16541" y="10702"/>
                  </a:moveTo>
                  <a:cubicBezTo>
                    <a:pt x="16704" y="10702"/>
                    <a:pt x="16844" y="10819"/>
                    <a:pt x="16844" y="10981"/>
                  </a:cubicBezTo>
                  <a:lnTo>
                    <a:pt x="16844" y="13098"/>
                  </a:lnTo>
                  <a:lnTo>
                    <a:pt x="16169" y="13773"/>
                  </a:lnTo>
                  <a:lnTo>
                    <a:pt x="15262" y="13773"/>
                  </a:lnTo>
                  <a:lnTo>
                    <a:pt x="14564" y="13098"/>
                  </a:lnTo>
                  <a:lnTo>
                    <a:pt x="14564" y="10981"/>
                  </a:lnTo>
                  <a:cubicBezTo>
                    <a:pt x="14564" y="10819"/>
                    <a:pt x="14703" y="10702"/>
                    <a:pt x="14866" y="10702"/>
                  </a:cubicBezTo>
                  <a:close/>
                  <a:moveTo>
                    <a:pt x="3886" y="14331"/>
                  </a:moveTo>
                  <a:lnTo>
                    <a:pt x="5630" y="15076"/>
                  </a:lnTo>
                  <a:lnTo>
                    <a:pt x="5630" y="17402"/>
                  </a:lnTo>
                  <a:lnTo>
                    <a:pt x="1140" y="17402"/>
                  </a:lnTo>
                  <a:lnTo>
                    <a:pt x="1140" y="15076"/>
                  </a:lnTo>
                  <a:lnTo>
                    <a:pt x="2885" y="14331"/>
                  </a:lnTo>
                  <a:close/>
                  <a:moveTo>
                    <a:pt x="10051" y="14331"/>
                  </a:moveTo>
                  <a:lnTo>
                    <a:pt x="11795" y="15076"/>
                  </a:lnTo>
                  <a:lnTo>
                    <a:pt x="11795" y="17402"/>
                  </a:lnTo>
                  <a:lnTo>
                    <a:pt x="7305" y="17402"/>
                  </a:lnTo>
                  <a:lnTo>
                    <a:pt x="7305" y="15076"/>
                  </a:lnTo>
                  <a:lnTo>
                    <a:pt x="9027" y="14331"/>
                  </a:lnTo>
                  <a:close/>
                  <a:moveTo>
                    <a:pt x="7864" y="11819"/>
                  </a:moveTo>
                  <a:lnTo>
                    <a:pt x="7864" y="13331"/>
                  </a:lnTo>
                  <a:lnTo>
                    <a:pt x="8492" y="13959"/>
                  </a:lnTo>
                  <a:lnTo>
                    <a:pt x="6747" y="14727"/>
                  </a:lnTo>
                  <a:lnTo>
                    <a:pt x="6747" y="17425"/>
                  </a:lnTo>
                  <a:lnTo>
                    <a:pt x="6189" y="17425"/>
                  </a:lnTo>
                  <a:lnTo>
                    <a:pt x="6189" y="14727"/>
                  </a:lnTo>
                  <a:lnTo>
                    <a:pt x="4444" y="13959"/>
                  </a:lnTo>
                  <a:lnTo>
                    <a:pt x="5072" y="13331"/>
                  </a:lnTo>
                  <a:lnTo>
                    <a:pt x="5072" y="11819"/>
                  </a:lnTo>
                  <a:close/>
                  <a:moveTo>
                    <a:pt x="14005" y="11819"/>
                  </a:moveTo>
                  <a:lnTo>
                    <a:pt x="14005" y="13331"/>
                  </a:lnTo>
                  <a:lnTo>
                    <a:pt x="14633" y="13959"/>
                  </a:lnTo>
                  <a:lnTo>
                    <a:pt x="12889" y="14727"/>
                  </a:lnTo>
                  <a:lnTo>
                    <a:pt x="12889" y="17425"/>
                  </a:lnTo>
                  <a:lnTo>
                    <a:pt x="12330" y="17425"/>
                  </a:lnTo>
                  <a:lnTo>
                    <a:pt x="12330" y="14727"/>
                  </a:lnTo>
                  <a:lnTo>
                    <a:pt x="10586" y="13959"/>
                  </a:lnTo>
                  <a:lnTo>
                    <a:pt x="11214" y="13331"/>
                  </a:lnTo>
                  <a:lnTo>
                    <a:pt x="11214" y="11819"/>
                  </a:lnTo>
                  <a:close/>
                  <a:moveTo>
                    <a:pt x="16192" y="14355"/>
                  </a:moveTo>
                  <a:lnTo>
                    <a:pt x="17937" y="15099"/>
                  </a:lnTo>
                  <a:lnTo>
                    <a:pt x="17937" y="17425"/>
                  </a:lnTo>
                  <a:lnTo>
                    <a:pt x="13447" y="17425"/>
                  </a:lnTo>
                  <a:lnTo>
                    <a:pt x="13447" y="15099"/>
                  </a:lnTo>
                  <a:lnTo>
                    <a:pt x="15192" y="14355"/>
                  </a:lnTo>
                  <a:close/>
                  <a:moveTo>
                    <a:pt x="1" y="1"/>
                  </a:moveTo>
                  <a:lnTo>
                    <a:pt x="1" y="1699"/>
                  </a:lnTo>
                  <a:lnTo>
                    <a:pt x="559" y="1699"/>
                  </a:lnTo>
                  <a:lnTo>
                    <a:pt x="559" y="11842"/>
                  </a:lnTo>
                  <a:lnTo>
                    <a:pt x="1722" y="11842"/>
                  </a:lnTo>
                  <a:lnTo>
                    <a:pt x="1722" y="13354"/>
                  </a:lnTo>
                  <a:lnTo>
                    <a:pt x="2350" y="13982"/>
                  </a:lnTo>
                  <a:lnTo>
                    <a:pt x="605" y="14727"/>
                  </a:lnTo>
                  <a:lnTo>
                    <a:pt x="605" y="17425"/>
                  </a:lnTo>
                  <a:lnTo>
                    <a:pt x="1" y="17425"/>
                  </a:lnTo>
                  <a:lnTo>
                    <a:pt x="1" y="17984"/>
                  </a:lnTo>
                  <a:lnTo>
                    <a:pt x="19100" y="17984"/>
                  </a:lnTo>
                  <a:lnTo>
                    <a:pt x="19100" y="17425"/>
                  </a:lnTo>
                  <a:lnTo>
                    <a:pt x="18495" y="17425"/>
                  </a:lnTo>
                  <a:lnTo>
                    <a:pt x="18495" y="14727"/>
                  </a:lnTo>
                  <a:lnTo>
                    <a:pt x="16751" y="13982"/>
                  </a:lnTo>
                  <a:lnTo>
                    <a:pt x="17379" y="13354"/>
                  </a:lnTo>
                  <a:lnTo>
                    <a:pt x="17379" y="11842"/>
                  </a:lnTo>
                  <a:lnTo>
                    <a:pt x="18542" y="11842"/>
                  </a:lnTo>
                  <a:lnTo>
                    <a:pt x="18542" y="9027"/>
                  </a:lnTo>
                  <a:lnTo>
                    <a:pt x="17983" y="9027"/>
                  </a:lnTo>
                  <a:lnTo>
                    <a:pt x="17983" y="11261"/>
                  </a:lnTo>
                  <a:lnTo>
                    <a:pt x="17402" y="11261"/>
                  </a:lnTo>
                  <a:lnTo>
                    <a:pt x="17402" y="10981"/>
                  </a:lnTo>
                  <a:cubicBezTo>
                    <a:pt x="17402" y="10516"/>
                    <a:pt x="17006" y="10121"/>
                    <a:pt x="16541" y="10121"/>
                  </a:cubicBezTo>
                  <a:lnTo>
                    <a:pt x="14866" y="10121"/>
                  </a:lnTo>
                  <a:cubicBezTo>
                    <a:pt x="14401" y="10121"/>
                    <a:pt x="14029" y="10516"/>
                    <a:pt x="14029" y="10981"/>
                  </a:cubicBezTo>
                  <a:lnTo>
                    <a:pt x="14029" y="11261"/>
                  </a:lnTo>
                  <a:lnTo>
                    <a:pt x="11237" y="11261"/>
                  </a:lnTo>
                  <a:lnTo>
                    <a:pt x="11237" y="10981"/>
                  </a:lnTo>
                  <a:cubicBezTo>
                    <a:pt x="11237" y="10516"/>
                    <a:pt x="10865" y="10121"/>
                    <a:pt x="10399" y="10121"/>
                  </a:cubicBezTo>
                  <a:lnTo>
                    <a:pt x="8724" y="10121"/>
                  </a:lnTo>
                  <a:cubicBezTo>
                    <a:pt x="8259" y="10121"/>
                    <a:pt x="7887" y="10516"/>
                    <a:pt x="7887" y="10981"/>
                  </a:cubicBezTo>
                  <a:lnTo>
                    <a:pt x="7887" y="11261"/>
                  </a:lnTo>
                  <a:lnTo>
                    <a:pt x="5072" y="11261"/>
                  </a:lnTo>
                  <a:lnTo>
                    <a:pt x="5072" y="10981"/>
                  </a:lnTo>
                  <a:cubicBezTo>
                    <a:pt x="5072" y="10516"/>
                    <a:pt x="4700" y="10121"/>
                    <a:pt x="4235" y="10121"/>
                  </a:cubicBezTo>
                  <a:lnTo>
                    <a:pt x="2560" y="10121"/>
                  </a:lnTo>
                  <a:cubicBezTo>
                    <a:pt x="2094" y="10121"/>
                    <a:pt x="1722" y="10516"/>
                    <a:pt x="1722" y="10981"/>
                  </a:cubicBezTo>
                  <a:lnTo>
                    <a:pt x="1722" y="11261"/>
                  </a:lnTo>
                  <a:lnTo>
                    <a:pt x="1117" y="11261"/>
                  </a:lnTo>
                  <a:lnTo>
                    <a:pt x="1117" y="1676"/>
                  </a:lnTo>
                  <a:lnTo>
                    <a:pt x="17983" y="1676"/>
                  </a:lnTo>
                  <a:lnTo>
                    <a:pt x="17983" y="8446"/>
                  </a:lnTo>
                  <a:lnTo>
                    <a:pt x="18519" y="8469"/>
                  </a:lnTo>
                  <a:lnTo>
                    <a:pt x="18519" y="1676"/>
                  </a:lnTo>
                  <a:lnTo>
                    <a:pt x="19077" y="1676"/>
                  </a:lnTo>
                  <a:lnTo>
                    <a:pt x="19077" y="1"/>
                  </a:lnTo>
                  <a:lnTo>
                    <a:pt x="2792" y="1"/>
                  </a:lnTo>
                  <a:lnTo>
                    <a:pt x="2792" y="559"/>
                  </a:lnTo>
                  <a:lnTo>
                    <a:pt x="18542" y="559"/>
                  </a:lnTo>
                  <a:lnTo>
                    <a:pt x="18542" y="1118"/>
                  </a:lnTo>
                  <a:lnTo>
                    <a:pt x="559" y="1118"/>
                  </a:lnTo>
                  <a:lnTo>
                    <a:pt x="559" y="559"/>
                  </a:lnTo>
                  <a:lnTo>
                    <a:pt x="2234" y="559"/>
                  </a:lnTo>
                  <a:lnTo>
                    <a:pt x="223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119"/>
            <p:cNvSpPr/>
            <p:nvPr/>
          </p:nvSpPr>
          <p:spPr>
            <a:xfrm>
              <a:off x="4042725" y="4198800"/>
              <a:ext cx="156475" cy="147325"/>
            </a:xfrm>
            <a:custGeom>
              <a:avLst/>
              <a:gdLst/>
              <a:ahLst/>
              <a:cxnLst/>
              <a:rect l="l" t="t" r="r" b="b"/>
              <a:pathLst>
                <a:path w="6259" h="5893" extrusionOk="0">
                  <a:moveTo>
                    <a:pt x="2908" y="561"/>
                  </a:moveTo>
                  <a:cubicBezTo>
                    <a:pt x="3327" y="561"/>
                    <a:pt x="3537" y="1073"/>
                    <a:pt x="3234" y="1375"/>
                  </a:cubicBezTo>
                  <a:cubicBezTo>
                    <a:pt x="3139" y="1463"/>
                    <a:pt x="3026" y="1502"/>
                    <a:pt x="2915" y="1502"/>
                  </a:cubicBezTo>
                  <a:cubicBezTo>
                    <a:pt x="2673" y="1502"/>
                    <a:pt x="2443" y="1314"/>
                    <a:pt x="2443" y="1026"/>
                  </a:cubicBezTo>
                  <a:cubicBezTo>
                    <a:pt x="2443" y="770"/>
                    <a:pt x="2652" y="561"/>
                    <a:pt x="2908" y="561"/>
                  </a:cubicBezTo>
                  <a:close/>
                  <a:moveTo>
                    <a:pt x="2397" y="1934"/>
                  </a:moveTo>
                  <a:cubicBezTo>
                    <a:pt x="2552" y="2024"/>
                    <a:pt x="2730" y="2072"/>
                    <a:pt x="2908" y="2072"/>
                  </a:cubicBezTo>
                  <a:cubicBezTo>
                    <a:pt x="3050" y="2072"/>
                    <a:pt x="3193" y="2042"/>
                    <a:pt x="3327" y="1980"/>
                  </a:cubicBezTo>
                  <a:lnTo>
                    <a:pt x="4258" y="3539"/>
                  </a:lnTo>
                  <a:cubicBezTo>
                    <a:pt x="3909" y="3678"/>
                    <a:pt x="3653" y="3981"/>
                    <a:pt x="3537" y="4330"/>
                  </a:cubicBezTo>
                  <a:lnTo>
                    <a:pt x="2210" y="4074"/>
                  </a:lnTo>
                  <a:cubicBezTo>
                    <a:pt x="2234" y="4004"/>
                    <a:pt x="2234" y="3934"/>
                    <a:pt x="2234" y="3841"/>
                  </a:cubicBezTo>
                  <a:cubicBezTo>
                    <a:pt x="2234" y="3422"/>
                    <a:pt x="2024" y="3050"/>
                    <a:pt x="1652" y="2864"/>
                  </a:cubicBezTo>
                  <a:lnTo>
                    <a:pt x="2397" y="1934"/>
                  </a:lnTo>
                  <a:close/>
                  <a:moveTo>
                    <a:pt x="1107" y="3284"/>
                  </a:moveTo>
                  <a:cubicBezTo>
                    <a:pt x="1396" y="3284"/>
                    <a:pt x="1675" y="3509"/>
                    <a:pt x="1675" y="3841"/>
                  </a:cubicBezTo>
                  <a:cubicBezTo>
                    <a:pt x="1675" y="4144"/>
                    <a:pt x="1420" y="4400"/>
                    <a:pt x="1117" y="4400"/>
                  </a:cubicBezTo>
                  <a:cubicBezTo>
                    <a:pt x="629" y="4400"/>
                    <a:pt x="373" y="3795"/>
                    <a:pt x="722" y="3446"/>
                  </a:cubicBezTo>
                  <a:cubicBezTo>
                    <a:pt x="833" y="3334"/>
                    <a:pt x="971" y="3284"/>
                    <a:pt x="1107" y="3284"/>
                  </a:cubicBezTo>
                  <a:close/>
                  <a:moveTo>
                    <a:pt x="4700" y="4027"/>
                  </a:moveTo>
                  <a:cubicBezTo>
                    <a:pt x="5049" y="4027"/>
                    <a:pt x="5351" y="4330"/>
                    <a:pt x="5351" y="4679"/>
                  </a:cubicBezTo>
                  <a:cubicBezTo>
                    <a:pt x="5351" y="5073"/>
                    <a:pt x="5030" y="5339"/>
                    <a:pt x="4693" y="5339"/>
                  </a:cubicBezTo>
                  <a:cubicBezTo>
                    <a:pt x="4533" y="5339"/>
                    <a:pt x="4369" y="5279"/>
                    <a:pt x="4234" y="5144"/>
                  </a:cubicBezTo>
                  <a:cubicBezTo>
                    <a:pt x="3839" y="4725"/>
                    <a:pt x="4118" y="4027"/>
                    <a:pt x="4700" y="4027"/>
                  </a:cubicBezTo>
                  <a:close/>
                  <a:moveTo>
                    <a:pt x="2915" y="1"/>
                  </a:moveTo>
                  <a:cubicBezTo>
                    <a:pt x="2137" y="1"/>
                    <a:pt x="1639" y="835"/>
                    <a:pt x="2024" y="1515"/>
                  </a:cubicBezTo>
                  <a:lnTo>
                    <a:pt x="1071" y="2725"/>
                  </a:lnTo>
                  <a:cubicBezTo>
                    <a:pt x="466" y="2748"/>
                    <a:pt x="0" y="3236"/>
                    <a:pt x="0" y="3841"/>
                  </a:cubicBezTo>
                  <a:cubicBezTo>
                    <a:pt x="0" y="4524"/>
                    <a:pt x="548" y="4968"/>
                    <a:pt x="1121" y="4968"/>
                  </a:cubicBezTo>
                  <a:cubicBezTo>
                    <a:pt x="1407" y="4968"/>
                    <a:pt x="1699" y="4857"/>
                    <a:pt x="1931" y="4609"/>
                  </a:cubicBezTo>
                  <a:lnTo>
                    <a:pt x="3513" y="4888"/>
                  </a:lnTo>
                  <a:cubicBezTo>
                    <a:pt x="3618" y="5515"/>
                    <a:pt x="4153" y="5893"/>
                    <a:pt x="4708" y="5893"/>
                  </a:cubicBezTo>
                  <a:cubicBezTo>
                    <a:pt x="5018" y="5893"/>
                    <a:pt x="5334" y="5775"/>
                    <a:pt x="5584" y="5516"/>
                  </a:cubicBezTo>
                  <a:cubicBezTo>
                    <a:pt x="6258" y="4795"/>
                    <a:pt x="5840" y="3609"/>
                    <a:pt x="4863" y="3469"/>
                  </a:cubicBezTo>
                  <a:lnTo>
                    <a:pt x="3769" y="1608"/>
                  </a:lnTo>
                  <a:cubicBezTo>
                    <a:pt x="4211" y="957"/>
                    <a:pt x="3769" y="49"/>
                    <a:pt x="2978" y="3"/>
                  </a:cubicBezTo>
                  <a:cubicBezTo>
                    <a:pt x="2957" y="2"/>
                    <a:pt x="2936" y="1"/>
                    <a:pt x="29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119"/>
            <p:cNvSpPr/>
            <p:nvPr/>
          </p:nvSpPr>
          <p:spPr>
            <a:xfrm>
              <a:off x="4249775" y="4279700"/>
              <a:ext cx="90750" cy="13975"/>
            </a:xfrm>
            <a:custGeom>
              <a:avLst/>
              <a:gdLst/>
              <a:ahLst/>
              <a:cxnLst/>
              <a:rect l="l" t="t" r="r" b="b"/>
              <a:pathLst>
                <a:path w="3630" h="559" extrusionOk="0">
                  <a:moveTo>
                    <a:pt x="0" y="0"/>
                  </a:moveTo>
                  <a:lnTo>
                    <a:pt x="0" y="559"/>
                  </a:lnTo>
                  <a:lnTo>
                    <a:pt x="3630" y="559"/>
                  </a:lnTo>
                  <a:lnTo>
                    <a:pt x="363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119"/>
            <p:cNvSpPr/>
            <p:nvPr/>
          </p:nvSpPr>
          <p:spPr>
            <a:xfrm>
              <a:off x="4221850" y="4279700"/>
              <a:ext cx="14000" cy="13975"/>
            </a:xfrm>
            <a:custGeom>
              <a:avLst/>
              <a:gdLst/>
              <a:ahLst/>
              <a:cxnLst/>
              <a:rect l="l" t="t" r="r" b="b"/>
              <a:pathLst>
                <a:path w="560" h="559" extrusionOk="0">
                  <a:moveTo>
                    <a:pt x="1" y="0"/>
                  </a:moveTo>
                  <a:lnTo>
                    <a:pt x="1"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119"/>
            <p:cNvSpPr/>
            <p:nvPr/>
          </p:nvSpPr>
          <p:spPr>
            <a:xfrm>
              <a:off x="4221850" y="4251775"/>
              <a:ext cx="62850" cy="14000"/>
            </a:xfrm>
            <a:custGeom>
              <a:avLst/>
              <a:gdLst/>
              <a:ahLst/>
              <a:cxnLst/>
              <a:rect l="l" t="t" r="r" b="b"/>
              <a:pathLst>
                <a:path w="2514" h="560" extrusionOk="0">
                  <a:moveTo>
                    <a:pt x="1" y="1"/>
                  </a:moveTo>
                  <a:lnTo>
                    <a:pt x="1" y="559"/>
                  </a:lnTo>
                  <a:lnTo>
                    <a:pt x="2513" y="559"/>
                  </a:lnTo>
                  <a:lnTo>
                    <a:pt x="25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119"/>
            <p:cNvSpPr/>
            <p:nvPr/>
          </p:nvSpPr>
          <p:spPr>
            <a:xfrm>
              <a:off x="4298625" y="4251775"/>
              <a:ext cx="41900" cy="14000"/>
            </a:xfrm>
            <a:custGeom>
              <a:avLst/>
              <a:gdLst/>
              <a:ahLst/>
              <a:cxnLst/>
              <a:rect l="l" t="t" r="r" b="b"/>
              <a:pathLst>
                <a:path w="1676" h="560" extrusionOk="0">
                  <a:moveTo>
                    <a:pt x="1" y="1"/>
                  </a:moveTo>
                  <a:lnTo>
                    <a:pt x="1" y="559"/>
                  </a:lnTo>
                  <a:lnTo>
                    <a:pt x="1676" y="559"/>
                  </a:lnTo>
                  <a:lnTo>
                    <a:pt x="167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119"/>
            <p:cNvSpPr/>
            <p:nvPr/>
          </p:nvSpPr>
          <p:spPr>
            <a:xfrm>
              <a:off x="4221850" y="4223875"/>
              <a:ext cx="90750" cy="13975"/>
            </a:xfrm>
            <a:custGeom>
              <a:avLst/>
              <a:gdLst/>
              <a:ahLst/>
              <a:cxnLst/>
              <a:rect l="l" t="t" r="r" b="b"/>
              <a:pathLst>
                <a:path w="3630" h="559" extrusionOk="0">
                  <a:moveTo>
                    <a:pt x="1" y="0"/>
                  </a:moveTo>
                  <a:lnTo>
                    <a:pt x="1" y="558"/>
                  </a:lnTo>
                  <a:lnTo>
                    <a:pt x="3630" y="558"/>
                  </a:lnTo>
                  <a:lnTo>
                    <a:pt x="363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119"/>
            <p:cNvSpPr/>
            <p:nvPr/>
          </p:nvSpPr>
          <p:spPr>
            <a:xfrm>
              <a:off x="4326550" y="4223875"/>
              <a:ext cx="13975" cy="13975"/>
            </a:xfrm>
            <a:custGeom>
              <a:avLst/>
              <a:gdLst/>
              <a:ahLst/>
              <a:cxnLst/>
              <a:rect l="l" t="t" r="r" b="b"/>
              <a:pathLst>
                <a:path w="559" h="559" extrusionOk="0">
                  <a:moveTo>
                    <a:pt x="0" y="0"/>
                  </a:moveTo>
                  <a:lnTo>
                    <a:pt x="0" y="558"/>
                  </a:lnTo>
                  <a:lnTo>
                    <a:pt x="559" y="558"/>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2" name="Google Shape;5432;p119"/>
          <p:cNvGrpSpPr/>
          <p:nvPr/>
        </p:nvGrpSpPr>
        <p:grpSpPr>
          <a:xfrm>
            <a:off x="3967125" y="3379975"/>
            <a:ext cx="478675" cy="478100"/>
            <a:chOff x="3967125" y="3379975"/>
            <a:chExt cx="478675" cy="478100"/>
          </a:xfrm>
        </p:grpSpPr>
        <p:sp>
          <p:nvSpPr>
            <p:cNvPr id="5433" name="Google Shape;5433;p119"/>
            <p:cNvSpPr/>
            <p:nvPr/>
          </p:nvSpPr>
          <p:spPr>
            <a:xfrm>
              <a:off x="4145075" y="3386950"/>
              <a:ext cx="272225" cy="263475"/>
            </a:xfrm>
            <a:custGeom>
              <a:avLst/>
              <a:gdLst/>
              <a:ahLst/>
              <a:cxnLst/>
              <a:rect l="l" t="t" r="r" b="b"/>
              <a:pathLst>
                <a:path w="10889" h="10539" extrusionOk="0">
                  <a:moveTo>
                    <a:pt x="4886" y="559"/>
                  </a:moveTo>
                  <a:cubicBezTo>
                    <a:pt x="4886" y="256"/>
                    <a:pt x="4630" y="1"/>
                    <a:pt x="4328" y="1"/>
                  </a:cubicBezTo>
                  <a:lnTo>
                    <a:pt x="3095" y="1"/>
                  </a:lnTo>
                  <a:cubicBezTo>
                    <a:pt x="2793" y="1"/>
                    <a:pt x="2537" y="256"/>
                    <a:pt x="2537" y="559"/>
                  </a:cubicBezTo>
                  <a:lnTo>
                    <a:pt x="2537" y="1722"/>
                  </a:lnTo>
                  <a:lnTo>
                    <a:pt x="1676" y="1722"/>
                  </a:lnTo>
                  <a:cubicBezTo>
                    <a:pt x="1373" y="1722"/>
                    <a:pt x="1118" y="1955"/>
                    <a:pt x="1118" y="2280"/>
                  </a:cubicBezTo>
                  <a:lnTo>
                    <a:pt x="1118" y="4025"/>
                  </a:lnTo>
                  <a:lnTo>
                    <a:pt x="559" y="4025"/>
                  </a:lnTo>
                  <a:cubicBezTo>
                    <a:pt x="257" y="4025"/>
                    <a:pt x="1" y="4258"/>
                    <a:pt x="1" y="4583"/>
                  </a:cubicBezTo>
                  <a:lnTo>
                    <a:pt x="1" y="6258"/>
                  </a:lnTo>
                  <a:cubicBezTo>
                    <a:pt x="1" y="6561"/>
                    <a:pt x="257" y="6817"/>
                    <a:pt x="559" y="6817"/>
                  </a:cubicBezTo>
                  <a:lnTo>
                    <a:pt x="1118" y="6817"/>
                  </a:lnTo>
                  <a:lnTo>
                    <a:pt x="1118" y="8562"/>
                  </a:lnTo>
                  <a:cubicBezTo>
                    <a:pt x="1118" y="8864"/>
                    <a:pt x="1373" y="9120"/>
                    <a:pt x="1676" y="9120"/>
                  </a:cubicBezTo>
                  <a:lnTo>
                    <a:pt x="2537" y="9120"/>
                  </a:lnTo>
                  <a:lnTo>
                    <a:pt x="2537" y="9981"/>
                  </a:lnTo>
                  <a:cubicBezTo>
                    <a:pt x="2537" y="10283"/>
                    <a:pt x="2793" y="10539"/>
                    <a:pt x="3095" y="10539"/>
                  </a:cubicBezTo>
                  <a:lnTo>
                    <a:pt x="4328" y="10539"/>
                  </a:lnTo>
                  <a:cubicBezTo>
                    <a:pt x="4630" y="10539"/>
                    <a:pt x="4886" y="10283"/>
                    <a:pt x="4886" y="9981"/>
                  </a:cubicBezTo>
                  <a:close/>
                  <a:moveTo>
                    <a:pt x="6561" y="10539"/>
                  </a:moveTo>
                  <a:lnTo>
                    <a:pt x="7794" y="10539"/>
                  </a:lnTo>
                  <a:cubicBezTo>
                    <a:pt x="8097" y="10539"/>
                    <a:pt x="8329" y="10283"/>
                    <a:pt x="8329" y="9981"/>
                  </a:cubicBezTo>
                  <a:lnTo>
                    <a:pt x="8329" y="9120"/>
                  </a:lnTo>
                  <a:lnTo>
                    <a:pt x="9213" y="9120"/>
                  </a:lnTo>
                  <a:cubicBezTo>
                    <a:pt x="9516" y="9097"/>
                    <a:pt x="9772" y="8864"/>
                    <a:pt x="9772" y="8562"/>
                  </a:cubicBezTo>
                  <a:lnTo>
                    <a:pt x="9772" y="6817"/>
                  </a:lnTo>
                  <a:lnTo>
                    <a:pt x="10330" y="6817"/>
                  </a:lnTo>
                  <a:cubicBezTo>
                    <a:pt x="10632" y="6794"/>
                    <a:pt x="10888" y="6561"/>
                    <a:pt x="10888" y="6235"/>
                  </a:cubicBezTo>
                  <a:lnTo>
                    <a:pt x="10888" y="4583"/>
                  </a:lnTo>
                  <a:cubicBezTo>
                    <a:pt x="10888" y="4258"/>
                    <a:pt x="10632" y="4025"/>
                    <a:pt x="10330" y="4025"/>
                  </a:cubicBezTo>
                  <a:lnTo>
                    <a:pt x="9772" y="4025"/>
                  </a:lnTo>
                  <a:lnTo>
                    <a:pt x="9772" y="2280"/>
                  </a:lnTo>
                  <a:cubicBezTo>
                    <a:pt x="9772" y="1955"/>
                    <a:pt x="9516" y="1722"/>
                    <a:pt x="9213" y="1722"/>
                  </a:cubicBezTo>
                  <a:lnTo>
                    <a:pt x="8329" y="1722"/>
                  </a:lnTo>
                  <a:lnTo>
                    <a:pt x="8329" y="559"/>
                  </a:lnTo>
                  <a:cubicBezTo>
                    <a:pt x="8329" y="256"/>
                    <a:pt x="8097" y="24"/>
                    <a:pt x="7794" y="1"/>
                  </a:cubicBezTo>
                  <a:lnTo>
                    <a:pt x="6561" y="1"/>
                  </a:lnTo>
                  <a:cubicBezTo>
                    <a:pt x="6259" y="1"/>
                    <a:pt x="6003" y="256"/>
                    <a:pt x="6003" y="559"/>
                  </a:cubicBezTo>
                  <a:lnTo>
                    <a:pt x="6003" y="9981"/>
                  </a:lnTo>
                  <a:cubicBezTo>
                    <a:pt x="6003" y="10283"/>
                    <a:pt x="6259" y="10539"/>
                    <a:pt x="6561" y="10539"/>
                  </a:cubicBezTo>
                  <a:close/>
                  <a:moveTo>
                    <a:pt x="6561" y="10539"/>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119"/>
            <p:cNvSpPr/>
            <p:nvPr/>
          </p:nvSpPr>
          <p:spPr>
            <a:xfrm>
              <a:off x="4145075" y="3386950"/>
              <a:ext cx="178000" cy="264075"/>
            </a:xfrm>
            <a:custGeom>
              <a:avLst/>
              <a:gdLst/>
              <a:ahLst/>
              <a:cxnLst/>
              <a:rect l="l" t="t" r="r" b="b"/>
              <a:pathLst>
                <a:path w="7120" h="10563" extrusionOk="0">
                  <a:moveTo>
                    <a:pt x="3444" y="1"/>
                  </a:moveTo>
                  <a:lnTo>
                    <a:pt x="3095" y="1"/>
                  </a:lnTo>
                  <a:cubicBezTo>
                    <a:pt x="2793" y="1"/>
                    <a:pt x="2537" y="256"/>
                    <a:pt x="2537" y="559"/>
                  </a:cubicBezTo>
                  <a:lnTo>
                    <a:pt x="2537" y="2001"/>
                  </a:lnTo>
                  <a:lnTo>
                    <a:pt x="3095" y="2001"/>
                  </a:lnTo>
                  <a:lnTo>
                    <a:pt x="3095" y="559"/>
                  </a:lnTo>
                  <a:cubicBezTo>
                    <a:pt x="3072" y="326"/>
                    <a:pt x="3211" y="94"/>
                    <a:pt x="3444" y="1"/>
                  </a:cubicBezTo>
                  <a:close/>
                  <a:moveTo>
                    <a:pt x="6561" y="10539"/>
                  </a:moveTo>
                  <a:lnTo>
                    <a:pt x="6887" y="10539"/>
                  </a:lnTo>
                  <a:cubicBezTo>
                    <a:pt x="6585" y="10539"/>
                    <a:pt x="6561" y="10120"/>
                    <a:pt x="6561" y="9981"/>
                  </a:cubicBezTo>
                  <a:lnTo>
                    <a:pt x="6561" y="559"/>
                  </a:lnTo>
                  <a:cubicBezTo>
                    <a:pt x="6561" y="256"/>
                    <a:pt x="6817" y="1"/>
                    <a:pt x="7120" y="1"/>
                  </a:cubicBezTo>
                  <a:lnTo>
                    <a:pt x="6561" y="1"/>
                  </a:lnTo>
                  <a:cubicBezTo>
                    <a:pt x="6259" y="1"/>
                    <a:pt x="6003" y="256"/>
                    <a:pt x="6003" y="559"/>
                  </a:cubicBezTo>
                  <a:lnTo>
                    <a:pt x="6003" y="9981"/>
                  </a:lnTo>
                  <a:cubicBezTo>
                    <a:pt x="6003" y="10283"/>
                    <a:pt x="6259" y="10539"/>
                    <a:pt x="6561" y="10539"/>
                  </a:cubicBezTo>
                  <a:close/>
                  <a:moveTo>
                    <a:pt x="1118" y="6538"/>
                  </a:moveTo>
                  <a:lnTo>
                    <a:pt x="1676" y="6538"/>
                  </a:lnTo>
                  <a:lnTo>
                    <a:pt x="1676" y="8562"/>
                  </a:lnTo>
                  <a:cubicBezTo>
                    <a:pt x="1676" y="8864"/>
                    <a:pt x="1908" y="9120"/>
                    <a:pt x="2234" y="9120"/>
                  </a:cubicBezTo>
                  <a:lnTo>
                    <a:pt x="1676" y="9120"/>
                  </a:lnTo>
                  <a:cubicBezTo>
                    <a:pt x="1350" y="9120"/>
                    <a:pt x="1118" y="8864"/>
                    <a:pt x="1118" y="8562"/>
                  </a:cubicBezTo>
                  <a:close/>
                  <a:moveTo>
                    <a:pt x="1118" y="6817"/>
                  </a:moveTo>
                  <a:cubicBezTo>
                    <a:pt x="792" y="6817"/>
                    <a:pt x="559" y="6561"/>
                    <a:pt x="559" y="6258"/>
                  </a:cubicBezTo>
                  <a:lnTo>
                    <a:pt x="559" y="4583"/>
                  </a:lnTo>
                  <a:cubicBezTo>
                    <a:pt x="559" y="4258"/>
                    <a:pt x="792" y="4025"/>
                    <a:pt x="1118" y="4025"/>
                  </a:cubicBezTo>
                  <a:lnTo>
                    <a:pt x="559" y="4025"/>
                  </a:lnTo>
                  <a:cubicBezTo>
                    <a:pt x="233" y="4025"/>
                    <a:pt x="1" y="4258"/>
                    <a:pt x="1" y="4583"/>
                  </a:cubicBezTo>
                  <a:lnTo>
                    <a:pt x="1" y="6258"/>
                  </a:lnTo>
                  <a:cubicBezTo>
                    <a:pt x="1" y="6561"/>
                    <a:pt x="233" y="6817"/>
                    <a:pt x="559" y="6817"/>
                  </a:cubicBezTo>
                  <a:close/>
                  <a:moveTo>
                    <a:pt x="1118" y="4304"/>
                  </a:moveTo>
                  <a:lnTo>
                    <a:pt x="1118" y="2257"/>
                  </a:lnTo>
                  <a:cubicBezTo>
                    <a:pt x="1118" y="1955"/>
                    <a:pt x="1350" y="1722"/>
                    <a:pt x="1676" y="1699"/>
                  </a:cubicBezTo>
                  <a:lnTo>
                    <a:pt x="2234" y="1699"/>
                  </a:lnTo>
                  <a:cubicBezTo>
                    <a:pt x="1908" y="1722"/>
                    <a:pt x="1676" y="1955"/>
                    <a:pt x="1676" y="2257"/>
                  </a:cubicBezTo>
                  <a:lnTo>
                    <a:pt x="1676" y="4304"/>
                  </a:lnTo>
                  <a:close/>
                  <a:moveTo>
                    <a:pt x="2537" y="8282"/>
                  </a:moveTo>
                  <a:lnTo>
                    <a:pt x="2537" y="10004"/>
                  </a:lnTo>
                  <a:cubicBezTo>
                    <a:pt x="2537" y="10306"/>
                    <a:pt x="2793" y="10539"/>
                    <a:pt x="3095" y="10562"/>
                  </a:cubicBezTo>
                  <a:lnTo>
                    <a:pt x="3653" y="10562"/>
                  </a:lnTo>
                  <a:cubicBezTo>
                    <a:pt x="3351" y="10539"/>
                    <a:pt x="3095" y="10306"/>
                    <a:pt x="3095" y="10004"/>
                  </a:cubicBezTo>
                  <a:lnTo>
                    <a:pt x="3095" y="8282"/>
                  </a:lnTo>
                  <a:close/>
                  <a:moveTo>
                    <a:pt x="2537" y="8282"/>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119"/>
            <p:cNvSpPr/>
            <p:nvPr/>
          </p:nvSpPr>
          <p:spPr>
            <a:xfrm>
              <a:off x="4100300" y="3660875"/>
              <a:ext cx="345500" cy="140775"/>
            </a:xfrm>
            <a:custGeom>
              <a:avLst/>
              <a:gdLst/>
              <a:ahLst/>
              <a:cxnLst/>
              <a:rect l="l" t="t" r="r" b="b"/>
              <a:pathLst>
                <a:path w="13820" h="5631" extrusionOk="0">
                  <a:moveTo>
                    <a:pt x="6863" y="3095"/>
                  </a:moveTo>
                  <a:cubicBezTo>
                    <a:pt x="7468" y="3095"/>
                    <a:pt x="7957" y="2606"/>
                    <a:pt x="7957" y="1978"/>
                  </a:cubicBezTo>
                  <a:lnTo>
                    <a:pt x="7934" y="1420"/>
                  </a:lnTo>
                  <a:lnTo>
                    <a:pt x="2443" y="862"/>
                  </a:lnTo>
                  <a:lnTo>
                    <a:pt x="1" y="3304"/>
                  </a:lnTo>
                  <a:lnTo>
                    <a:pt x="2327" y="5631"/>
                  </a:lnTo>
                  <a:lnTo>
                    <a:pt x="9957" y="5049"/>
                  </a:lnTo>
                  <a:lnTo>
                    <a:pt x="12865" y="2141"/>
                  </a:lnTo>
                  <a:cubicBezTo>
                    <a:pt x="13819" y="1187"/>
                    <a:pt x="12633" y="1"/>
                    <a:pt x="11679" y="955"/>
                  </a:cubicBezTo>
                  <a:cubicBezTo>
                    <a:pt x="11307" y="536"/>
                    <a:pt x="10655" y="513"/>
                    <a:pt x="10260" y="908"/>
                  </a:cubicBezTo>
                  <a:lnTo>
                    <a:pt x="8096" y="3072"/>
                  </a:lnTo>
                  <a:close/>
                  <a:moveTo>
                    <a:pt x="6863" y="3095"/>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119"/>
            <p:cNvSpPr/>
            <p:nvPr/>
          </p:nvSpPr>
          <p:spPr>
            <a:xfrm>
              <a:off x="4063075" y="3728350"/>
              <a:ext cx="112850" cy="112850"/>
            </a:xfrm>
            <a:custGeom>
              <a:avLst/>
              <a:gdLst/>
              <a:ahLst/>
              <a:cxnLst/>
              <a:rect l="l" t="t" r="r" b="b"/>
              <a:pathLst>
                <a:path w="4514" h="4514" extrusionOk="0">
                  <a:moveTo>
                    <a:pt x="1" y="931"/>
                  </a:moveTo>
                  <a:lnTo>
                    <a:pt x="908" y="0"/>
                  </a:lnTo>
                  <a:lnTo>
                    <a:pt x="4514" y="3606"/>
                  </a:lnTo>
                  <a:lnTo>
                    <a:pt x="3607" y="4514"/>
                  </a:lnTo>
                  <a:close/>
                  <a:moveTo>
                    <a:pt x="1" y="931"/>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119"/>
            <p:cNvSpPr/>
            <p:nvPr/>
          </p:nvSpPr>
          <p:spPr>
            <a:xfrm>
              <a:off x="3983975" y="3761500"/>
              <a:ext cx="161725" cy="89000"/>
            </a:xfrm>
            <a:custGeom>
              <a:avLst/>
              <a:gdLst/>
              <a:ahLst/>
              <a:cxnLst/>
              <a:rect l="l" t="t" r="r" b="b"/>
              <a:pathLst>
                <a:path w="6469" h="3560" extrusionOk="0">
                  <a:moveTo>
                    <a:pt x="1" y="3560"/>
                  </a:moveTo>
                  <a:lnTo>
                    <a:pt x="5793" y="3560"/>
                  </a:lnTo>
                  <a:lnTo>
                    <a:pt x="6468" y="2908"/>
                  </a:lnTo>
                  <a:lnTo>
                    <a:pt x="3560" y="0"/>
                  </a:lnTo>
                  <a:close/>
                  <a:moveTo>
                    <a:pt x="1" y="3560"/>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119"/>
            <p:cNvSpPr/>
            <p:nvPr/>
          </p:nvSpPr>
          <p:spPr>
            <a:xfrm>
              <a:off x="4063075" y="3728350"/>
              <a:ext cx="112850" cy="90175"/>
            </a:xfrm>
            <a:custGeom>
              <a:avLst/>
              <a:gdLst/>
              <a:ahLst/>
              <a:cxnLst/>
              <a:rect l="l" t="t" r="r" b="b"/>
              <a:pathLst>
                <a:path w="4514" h="3607" extrusionOk="0">
                  <a:moveTo>
                    <a:pt x="4514" y="3606"/>
                  </a:moveTo>
                  <a:lnTo>
                    <a:pt x="908" y="0"/>
                  </a:lnTo>
                  <a:lnTo>
                    <a:pt x="1" y="931"/>
                  </a:lnTo>
                  <a:lnTo>
                    <a:pt x="559" y="1489"/>
                  </a:lnTo>
                  <a:lnTo>
                    <a:pt x="1466" y="559"/>
                  </a:lnTo>
                  <a:close/>
                  <a:moveTo>
                    <a:pt x="4514" y="3606"/>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119"/>
            <p:cNvSpPr/>
            <p:nvPr/>
          </p:nvSpPr>
          <p:spPr>
            <a:xfrm>
              <a:off x="3983975" y="3761500"/>
              <a:ext cx="102975" cy="89000"/>
            </a:xfrm>
            <a:custGeom>
              <a:avLst/>
              <a:gdLst/>
              <a:ahLst/>
              <a:cxnLst/>
              <a:rect l="l" t="t" r="r" b="b"/>
              <a:pathLst>
                <a:path w="4119" h="3560" extrusionOk="0">
                  <a:moveTo>
                    <a:pt x="1" y="3560"/>
                  </a:moveTo>
                  <a:lnTo>
                    <a:pt x="1117" y="3560"/>
                  </a:lnTo>
                  <a:lnTo>
                    <a:pt x="4118" y="559"/>
                  </a:lnTo>
                  <a:lnTo>
                    <a:pt x="3560" y="0"/>
                  </a:lnTo>
                  <a:close/>
                  <a:moveTo>
                    <a:pt x="1" y="356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119"/>
            <p:cNvSpPr/>
            <p:nvPr/>
          </p:nvSpPr>
          <p:spPr>
            <a:xfrm>
              <a:off x="4100300" y="3669025"/>
              <a:ext cx="329200" cy="88425"/>
            </a:xfrm>
            <a:custGeom>
              <a:avLst/>
              <a:gdLst/>
              <a:ahLst/>
              <a:cxnLst/>
              <a:rect l="l" t="t" r="r" b="b"/>
              <a:pathLst>
                <a:path w="13168" h="3537" extrusionOk="0">
                  <a:moveTo>
                    <a:pt x="3467" y="652"/>
                  </a:moveTo>
                  <a:lnTo>
                    <a:pt x="2443" y="536"/>
                  </a:lnTo>
                  <a:lnTo>
                    <a:pt x="1" y="2978"/>
                  </a:lnTo>
                  <a:lnTo>
                    <a:pt x="559" y="3537"/>
                  </a:lnTo>
                  <a:close/>
                  <a:moveTo>
                    <a:pt x="11214" y="349"/>
                  </a:moveTo>
                  <a:cubicBezTo>
                    <a:pt x="10888" y="256"/>
                    <a:pt x="10516" y="349"/>
                    <a:pt x="10260" y="605"/>
                  </a:cubicBezTo>
                  <a:lnTo>
                    <a:pt x="8073" y="2769"/>
                  </a:lnTo>
                  <a:lnTo>
                    <a:pt x="3769" y="2769"/>
                  </a:lnTo>
                  <a:lnTo>
                    <a:pt x="3769" y="3327"/>
                  </a:lnTo>
                  <a:lnTo>
                    <a:pt x="10097" y="3327"/>
                  </a:lnTo>
                  <a:lnTo>
                    <a:pt x="12237" y="1210"/>
                  </a:lnTo>
                  <a:cubicBezTo>
                    <a:pt x="12470" y="931"/>
                    <a:pt x="12819" y="815"/>
                    <a:pt x="13168" y="884"/>
                  </a:cubicBezTo>
                  <a:cubicBezTo>
                    <a:pt x="13028" y="326"/>
                    <a:pt x="12307" y="0"/>
                    <a:pt x="11679" y="652"/>
                  </a:cubicBezTo>
                  <a:lnTo>
                    <a:pt x="9539" y="2769"/>
                  </a:lnTo>
                  <a:lnTo>
                    <a:pt x="8655" y="2769"/>
                  </a:lnTo>
                  <a:lnTo>
                    <a:pt x="10818" y="605"/>
                  </a:lnTo>
                  <a:cubicBezTo>
                    <a:pt x="10935" y="489"/>
                    <a:pt x="11074" y="396"/>
                    <a:pt x="11237" y="349"/>
                  </a:cubicBezTo>
                  <a:close/>
                  <a:moveTo>
                    <a:pt x="11214" y="349"/>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119"/>
            <p:cNvSpPr/>
            <p:nvPr/>
          </p:nvSpPr>
          <p:spPr>
            <a:xfrm>
              <a:off x="4063075" y="3508500"/>
              <a:ext cx="333275" cy="304775"/>
            </a:xfrm>
            <a:custGeom>
              <a:avLst/>
              <a:gdLst/>
              <a:ahLst/>
              <a:cxnLst/>
              <a:rect l="l" t="t" r="r" b="b"/>
              <a:pathLst>
                <a:path w="13331" h="12191" extrusionOk="0">
                  <a:moveTo>
                    <a:pt x="12773" y="1"/>
                  </a:moveTo>
                  <a:lnTo>
                    <a:pt x="12773" y="559"/>
                  </a:lnTo>
                  <a:lnTo>
                    <a:pt x="13331" y="559"/>
                  </a:lnTo>
                  <a:lnTo>
                    <a:pt x="13331" y="1"/>
                  </a:lnTo>
                  <a:close/>
                  <a:moveTo>
                    <a:pt x="4118" y="559"/>
                  </a:moveTo>
                  <a:lnTo>
                    <a:pt x="4118" y="1117"/>
                  </a:lnTo>
                  <a:lnTo>
                    <a:pt x="4677" y="1117"/>
                  </a:lnTo>
                  <a:lnTo>
                    <a:pt x="4677" y="559"/>
                  </a:lnTo>
                  <a:close/>
                  <a:moveTo>
                    <a:pt x="396" y="11400"/>
                  </a:moveTo>
                  <a:lnTo>
                    <a:pt x="1" y="11795"/>
                  </a:lnTo>
                  <a:lnTo>
                    <a:pt x="396" y="12191"/>
                  </a:lnTo>
                  <a:lnTo>
                    <a:pt x="792" y="11795"/>
                  </a:lnTo>
                  <a:lnTo>
                    <a:pt x="396" y="1140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119"/>
            <p:cNvSpPr/>
            <p:nvPr/>
          </p:nvSpPr>
          <p:spPr>
            <a:xfrm>
              <a:off x="3967125" y="3669375"/>
              <a:ext cx="474025" cy="188700"/>
            </a:xfrm>
            <a:custGeom>
              <a:avLst/>
              <a:gdLst/>
              <a:ahLst/>
              <a:cxnLst/>
              <a:rect l="l" t="t" r="r" b="b"/>
              <a:pathLst>
                <a:path w="18961" h="7548" extrusionOk="0">
                  <a:moveTo>
                    <a:pt x="16262" y="583"/>
                  </a:moveTo>
                  <a:cubicBezTo>
                    <a:pt x="16371" y="583"/>
                    <a:pt x="16483" y="609"/>
                    <a:pt x="16587" y="661"/>
                  </a:cubicBezTo>
                  <a:lnTo>
                    <a:pt x="14749" y="2476"/>
                  </a:lnTo>
                  <a:lnTo>
                    <a:pt x="14075" y="2476"/>
                  </a:lnTo>
                  <a:lnTo>
                    <a:pt x="15773" y="801"/>
                  </a:lnTo>
                  <a:cubicBezTo>
                    <a:pt x="15904" y="655"/>
                    <a:pt x="16080" y="583"/>
                    <a:pt x="16262" y="583"/>
                  </a:cubicBezTo>
                  <a:close/>
                  <a:moveTo>
                    <a:pt x="17738" y="564"/>
                  </a:moveTo>
                  <a:cubicBezTo>
                    <a:pt x="17885" y="564"/>
                    <a:pt x="18013" y="621"/>
                    <a:pt x="18099" y="708"/>
                  </a:cubicBezTo>
                  <a:cubicBezTo>
                    <a:pt x="18286" y="917"/>
                    <a:pt x="18332" y="1266"/>
                    <a:pt x="17983" y="1615"/>
                  </a:cubicBezTo>
                  <a:lnTo>
                    <a:pt x="15145" y="4453"/>
                  </a:lnTo>
                  <a:lnTo>
                    <a:pt x="7770" y="4988"/>
                  </a:lnTo>
                  <a:lnTo>
                    <a:pt x="5723" y="2964"/>
                  </a:lnTo>
                  <a:lnTo>
                    <a:pt x="7887" y="824"/>
                  </a:lnTo>
                  <a:lnTo>
                    <a:pt x="13005" y="1336"/>
                  </a:lnTo>
                  <a:lnTo>
                    <a:pt x="13005" y="1661"/>
                  </a:lnTo>
                  <a:cubicBezTo>
                    <a:pt x="13005" y="1871"/>
                    <a:pt x="12935" y="2080"/>
                    <a:pt x="12772" y="2220"/>
                  </a:cubicBezTo>
                  <a:cubicBezTo>
                    <a:pt x="12609" y="2383"/>
                    <a:pt x="12400" y="2476"/>
                    <a:pt x="12167" y="2476"/>
                  </a:cubicBezTo>
                  <a:lnTo>
                    <a:pt x="9096" y="2476"/>
                  </a:lnTo>
                  <a:lnTo>
                    <a:pt x="9096" y="3034"/>
                  </a:lnTo>
                  <a:lnTo>
                    <a:pt x="14982" y="3034"/>
                  </a:lnTo>
                  <a:lnTo>
                    <a:pt x="17192" y="824"/>
                  </a:lnTo>
                  <a:cubicBezTo>
                    <a:pt x="17378" y="638"/>
                    <a:pt x="17571" y="564"/>
                    <a:pt x="17738" y="564"/>
                  </a:cubicBezTo>
                  <a:close/>
                  <a:moveTo>
                    <a:pt x="4746" y="2778"/>
                  </a:moveTo>
                  <a:lnTo>
                    <a:pt x="7956" y="5965"/>
                  </a:lnTo>
                  <a:lnTo>
                    <a:pt x="7421" y="6500"/>
                  </a:lnTo>
                  <a:lnTo>
                    <a:pt x="4234" y="3290"/>
                  </a:lnTo>
                  <a:lnTo>
                    <a:pt x="4746" y="2778"/>
                  </a:lnTo>
                  <a:close/>
                  <a:moveTo>
                    <a:pt x="4234" y="4081"/>
                  </a:moveTo>
                  <a:lnTo>
                    <a:pt x="6747" y="6593"/>
                  </a:lnTo>
                  <a:lnTo>
                    <a:pt x="6374" y="6966"/>
                  </a:lnTo>
                  <a:lnTo>
                    <a:pt x="1326" y="6966"/>
                  </a:lnTo>
                  <a:lnTo>
                    <a:pt x="4234" y="4081"/>
                  </a:lnTo>
                  <a:close/>
                  <a:moveTo>
                    <a:pt x="17723" y="0"/>
                  </a:moveTo>
                  <a:cubicBezTo>
                    <a:pt x="17470" y="0"/>
                    <a:pt x="17217" y="88"/>
                    <a:pt x="17006" y="266"/>
                  </a:cubicBezTo>
                  <a:cubicBezTo>
                    <a:pt x="16783" y="103"/>
                    <a:pt x="16529" y="25"/>
                    <a:pt x="16276" y="25"/>
                  </a:cubicBezTo>
                  <a:cubicBezTo>
                    <a:pt x="15950" y="25"/>
                    <a:pt x="15627" y="156"/>
                    <a:pt x="15378" y="405"/>
                  </a:cubicBezTo>
                  <a:lnTo>
                    <a:pt x="13307" y="2476"/>
                  </a:lnTo>
                  <a:cubicBezTo>
                    <a:pt x="13493" y="2220"/>
                    <a:pt x="13586" y="1941"/>
                    <a:pt x="13563" y="1638"/>
                  </a:cubicBezTo>
                  <a:lnTo>
                    <a:pt x="13540" y="824"/>
                  </a:lnTo>
                  <a:lnTo>
                    <a:pt x="7677" y="242"/>
                  </a:lnTo>
                  <a:lnTo>
                    <a:pt x="5351" y="2569"/>
                  </a:lnTo>
                  <a:lnTo>
                    <a:pt x="4769" y="1987"/>
                  </a:lnTo>
                  <a:lnTo>
                    <a:pt x="3443" y="3313"/>
                  </a:lnTo>
                  <a:lnTo>
                    <a:pt x="3839" y="3709"/>
                  </a:lnTo>
                  <a:lnTo>
                    <a:pt x="0" y="7547"/>
                  </a:lnTo>
                  <a:lnTo>
                    <a:pt x="6607" y="7547"/>
                  </a:lnTo>
                  <a:lnTo>
                    <a:pt x="7142" y="7012"/>
                  </a:lnTo>
                  <a:lnTo>
                    <a:pt x="7421" y="7291"/>
                  </a:lnTo>
                  <a:lnTo>
                    <a:pt x="8747" y="5988"/>
                  </a:lnTo>
                  <a:lnTo>
                    <a:pt x="8282" y="5546"/>
                  </a:lnTo>
                  <a:lnTo>
                    <a:pt x="15401" y="5011"/>
                  </a:lnTo>
                  <a:lnTo>
                    <a:pt x="18379" y="2034"/>
                  </a:lnTo>
                  <a:cubicBezTo>
                    <a:pt x="18960" y="1452"/>
                    <a:pt x="18890" y="731"/>
                    <a:pt x="18495" y="335"/>
                  </a:cubicBezTo>
                  <a:lnTo>
                    <a:pt x="18495" y="312"/>
                  </a:lnTo>
                  <a:cubicBezTo>
                    <a:pt x="18276" y="105"/>
                    <a:pt x="18000" y="0"/>
                    <a:pt x="177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119"/>
            <p:cNvSpPr/>
            <p:nvPr/>
          </p:nvSpPr>
          <p:spPr>
            <a:xfrm>
              <a:off x="4288150" y="3379975"/>
              <a:ext cx="136700" cy="277450"/>
            </a:xfrm>
            <a:custGeom>
              <a:avLst/>
              <a:gdLst/>
              <a:ahLst/>
              <a:cxnLst/>
              <a:rect l="l" t="t" r="r" b="b"/>
              <a:pathLst>
                <a:path w="5468" h="11098" extrusionOk="0">
                  <a:moveTo>
                    <a:pt x="838" y="11097"/>
                  </a:moveTo>
                  <a:lnTo>
                    <a:pt x="2048" y="11097"/>
                  </a:lnTo>
                  <a:cubicBezTo>
                    <a:pt x="2513" y="11097"/>
                    <a:pt x="2909" y="10725"/>
                    <a:pt x="2909" y="10260"/>
                  </a:cubicBezTo>
                  <a:lnTo>
                    <a:pt x="2909" y="9678"/>
                  </a:lnTo>
                  <a:lnTo>
                    <a:pt x="3490" y="9678"/>
                  </a:lnTo>
                  <a:cubicBezTo>
                    <a:pt x="3956" y="9678"/>
                    <a:pt x="4328" y="9306"/>
                    <a:pt x="4328" y="8841"/>
                  </a:cubicBezTo>
                  <a:lnTo>
                    <a:pt x="4328" y="8538"/>
                  </a:lnTo>
                  <a:lnTo>
                    <a:pt x="3770" y="8538"/>
                  </a:lnTo>
                  <a:lnTo>
                    <a:pt x="3770" y="8841"/>
                  </a:lnTo>
                  <a:cubicBezTo>
                    <a:pt x="3770" y="9003"/>
                    <a:pt x="3653" y="9120"/>
                    <a:pt x="3490" y="9120"/>
                  </a:cubicBezTo>
                  <a:lnTo>
                    <a:pt x="1746" y="9120"/>
                  </a:lnTo>
                  <a:lnTo>
                    <a:pt x="1746" y="9678"/>
                  </a:lnTo>
                  <a:lnTo>
                    <a:pt x="2327" y="9678"/>
                  </a:lnTo>
                  <a:lnTo>
                    <a:pt x="2327" y="10260"/>
                  </a:lnTo>
                  <a:cubicBezTo>
                    <a:pt x="2327" y="10423"/>
                    <a:pt x="2211" y="10562"/>
                    <a:pt x="2048" y="10562"/>
                  </a:cubicBezTo>
                  <a:lnTo>
                    <a:pt x="815" y="10562"/>
                  </a:lnTo>
                  <a:cubicBezTo>
                    <a:pt x="652" y="10562"/>
                    <a:pt x="536" y="10423"/>
                    <a:pt x="536" y="10260"/>
                  </a:cubicBezTo>
                  <a:lnTo>
                    <a:pt x="536" y="6607"/>
                  </a:lnTo>
                  <a:lnTo>
                    <a:pt x="1234" y="6607"/>
                  </a:lnTo>
                  <a:cubicBezTo>
                    <a:pt x="1397" y="6607"/>
                    <a:pt x="1513" y="6724"/>
                    <a:pt x="1513" y="6886"/>
                  </a:cubicBezTo>
                  <a:lnTo>
                    <a:pt x="1513" y="7445"/>
                  </a:lnTo>
                  <a:lnTo>
                    <a:pt x="2071" y="7445"/>
                  </a:lnTo>
                  <a:lnTo>
                    <a:pt x="2071" y="6886"/>
                  </a:lnTo>
                  <a:cubicBezTo>
                    <a:pt x="2071" y="6421"/>
                    <a:pt x="1699" y="6049"/>
                    <a:pt x="1234" y="6049"/>
                  </a:cubicBezTo>
                  <a:lnTo>
                    <a:pt x="536" y="6049"/>
                  </a:lnTo>
                  <a:lnTo>
                    <a:pt x="536" y="3071"/>
                  </a:lnTo>
                  <a:cubicBezTo>
                    <a:pt x="629" y="3094"/>
                    <a:pt x="722" y="3118"/>
                    <a:pt x="838" y="3118"/>
                  </a:cubicBezTo>
                  <a:lnTo>
                    <a:pt x="1676" y="3118"/>
                  </a:lnTo>
                  <a:lnTo>
                    <a:pt x="1676" y="2559"/>
                  </a:lnTo>
                  <a:lnTo>
                    <a:pt x="838" y="2559"/>
                  </a:lnTo>
                  <a:cubicBezTo>
                    <a:pt x="675" y="2559"/>
                    <a:pt x="536" y="2420"/>
                    <a:pt x="536" y="2257"/>
                  </a:cubicBezTo>
                  <a:lnTo>
                    <a:pt x="536" y="838"/>
                  </a:lnTo>
                  <a:cubicBezTo>
                    <a:pt x="536" y="675"/>
                    <a:pt x="675" y="535"/>
                    <a:pt x="838" y="535"/>
                  </a:cubicBezTo>
                  <a:lnTo>
                    <a:pt x="2048" y="535"/>
                  </a:lnTo>
                  <a:cubicBezTo>
                    <a:pt x="2211" y="535"/>
                    <a:pt x="2350" y="675"/>
                    <a:pt x="2350" y="838"/>
                  </a:cubicBezTo>
                  <a:lnTo>
                    <a:pt x="2350" y="2815"/>
                  </a:lnTo>
                  <a:lnTo>
                    <a:pt x="2909" y="2815"/>
                  </a:lnTo>
                  <a:lnTo>
                    <a:pt x="2909" y="2257"/>
                  </a:lnTo>
                  <a:lnTo>
                    <a:pt x="3490" y="2257"/>
                  </a:lnTo>
                  <a:cubicBezTo>
                    <a:pt x="3653" y="2257"/>
                    <a:pt x="3793" y="2397"/>
                    <a:pt x="3793" y="2559"/>
                  </a:cubicBezTo>
                  <a:lnTo>
                    <a:pt x="3793" y="4002"/>
                  </a:lnTo>
                  <a:lnTo>
                    <a:pt x="2676" y="4002"/>
                  </a:lnTo>
                  <a:lnTo>
                    <a:pt x="2676" y="4560"/>
                  </a:lnTo>
                  <a:lnTo>
                    <a:pt x="4630" y="4560"/>
                  </a:lnTo>
                  <a:cubicBezTo>
                    <a:pt x="4793" y="4560"/>
                    <a:pt x="4909" y="4700"/>
                    <a:pt x="4909" y="4862"/>
                  </a:cubicBezTo>
                  <a:lnTo>
                    <a:pt x="4909" y="6537"/>
                  </a:lnTo>
                  <a:cubicBezTo>
                    <a:pt x="4909" y="6700"/>
                    <a:pt x="4793" y="6817"/>
                    <a:pt x="4630" y="6817"/>
                  </a:cubicBezTo>
                  <a:lnTo>
                    <a:pt x="3793" y="6817"/>
                  </a:lnTo>
                  <a:lnTo>
                    <a:pt x="3793" y="8003"/>
                  </a:lnTo>
                  <a:lnTo>
                    <a:pt x="4351" y="8003"/>
                  </a:lnTo>
                  <a:lnTo>
                    <a:pt x="4351" y="7375"/>
                  </a:lnTo>
                  <a:lnTo>
                    <a:pt x="4630" y="7375"/>
                  </a:lnTo>
                  <a:cubicBezTo>
                    <a:pt x="5096" y="7375"/>
                    <a:pt x="5468" y="7003"/>
                    <a:pt x="5468" y="6537"/>
                  </a:cubicBezTo>
                  <a:lnTo>
                    <a:pt x="5468" y="4862"/>
                  </a:lnTo>
                  <a:cubicBezTo>
                    <a:pt x="5468" y="4397"/>
                    <a:pt x="5096" y="4025"/>
                    <a:pt x="4630" y="4025"/>
                  </a:cubicBezTo>
                  <a:lnTo>
                    <a:pt x="4351" y="4025"/>
                  </a:lnTo>
                  <a:lnTo>
                    <a:pt x="4351" y="2559"/>
                  </a:lnTo>
                  <a:cubicBezTo>
                    <a:pt x="4351" y="2094"/>
                    <a:pt x="3979" y="1722"/>
                    <a:pt x="3514" y="1722"/>
                  </a:cubicBezTo>
                  <a:lnTo>
                    <a:pt x="2909" y="1722"/>
                  </a:lnTo>
                  <a:lnTo>
                    <a:pt x="2909" y="838"/>
                  </a:lnTo>
                  <a:cubicBezTo>
                    <a:pt x="2909" y="373"/>
                    <a:pt x="2537" y="0"/>
                    <a:pt x="2071" y="0"/>
                  </a:cubicBezTo>
                  <a:lnTo>
                    <a:pt x="838" y="0"/>
                  </a:lnTo>
                  <a:cubicBezTo>
                    <a:pt x="373" y="0"/>
                    <a:pt x="1" y="373"/>
                    <a:pt x="1" y="838"/>
                  </a:cubicBezTo>
                  <a:lnTo>
                    <a:pt x="1" y="10260"/>
                  </a:lnTo>
                  <a:cubicBezTo>
                    <a:pt x="1" y="10725"/>
                    <a:pt x="373" y="11097"/>
                    <a:pt x="838" y="11097"/>
                  </a:cubicBezTo>
                  <a:close/>
                  <a:moveTo>
                    <a:pt x="838" y="11097"/>
                  </a:move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119"/>
            <p:cNvSpPr/>
            <p:nvPr/>
          </p:nvSpPr>
          <p:spPr>
            <a:xfrm>
              <a:off x="4137525" y="3379975"/>
              <a:ext cx="137275" cy="277450"/>
            </a:xfrm>
            <a:custGeom>
              <a:avLst/>
              <a:gdLst/>
              <a:ahLst/>
              <a:cxnLst/>
              <a:rect l="l" t="t" r="r" b="b"/>
              <a:pathLst>
                <a:path w="5491" h="11098" extrusionOk="0">
                  <a:moveTo>
                    <a:pt x="861" y="7375"/>
                  </a:moveTo>
                  <a:lnTo>
                    <a:pt x="1140" y="7375"/>
                  </a:lnTo>
                  <a:lnTo>
                    <a:pt x="1140" y="8817"/>
                  </a:lnTo>
                  <a:cubicBezTo>
                    <a:pt x="1140" y="9283"/>
                    <a:pt x="1513" y="9655"/>
                    <a:pt x="1978" y="9655"/>
                  </a:cubicBezTo>
                  <a:lnTo>
                    <a:pt x="2583" y="9655"/>
                  </a:lnTo>
                  <a:lnTo>
                    <a:pt x="2583" y="10236"/>
                  </a:lnTo>
                  <a:cubicBezTo>
                    <a:pt x="2583" y="10702"/>
                    <a:pt x="2955" y="11097"/>
                    <a:pt x="3420" y="11097"/>
                  </a:cubicBezTo>
                  <a:lnTo>
                    <a:pt x="4630" y="11097"/>
                  </a:lnTo>
                  <a:cubicBezTo>
                    <a:pt x="5095" y="11097"/>
                    <a:pt x="5491" y="10702"/>
                    <a:pt x="5491" y="10236"/>
                  </a:cubicBezTo>
                  <a:lnTo>
                    <a:pt x="5491" y="838"/>
                  </a:lnTo>
                  <a:cubicBezTo>
                    <a:pt x="5491" y="373"/>
                    <a:pt x="5095" y="0"/>
                    <a:pt x="4630" y="0"/>
                  </a:cubicBezTo>
                  <a:lnTo>
                    <a:pt x="3420" y="0"/>
                  </a:lnTo>
                  <a:cubicBezTo>
                    <a:pt x="2955" y="0"/>
                    <a:pt x="2583" y="373"/>
                    <a:pt x="2583" y="838"/>
                  </a:cubicBezTo>
                  <a:lnTo>
                    <a:pt x="2583" y="1722"/>
                  </a:lnTo>
                  <a:lnTo>
                    <a:pt x="1978" y="1722"/>
                  </a:lnTo>
                  <a:cubicBezTo>
                    <a:pt x="1513" y="1722"/>
                    <a:pt x="1140" y="2094"/>
                    <a:pt x="1140" y="2559"/>
                  </a:cubicBezTo>
                  <a:lnTo>
                    <a:pt x="1140" y="4002"/>
                  </a:lnTo>
                  <a:lnTo>
                    <a:pt x="838" y="4002"/>
                  </a:lnTo>
                  <a:cubicBezTo>
                    <a:pt x="373" y="4002"/>
                    <a:pt x="0" y="4397"/>
                    <a:pt x="0" y="4862"/>
                  </a:cubicBezTo>
                  <a:lnTo>
                    <a:pt x="0" y="5398"/>
                  </a:lnTo>
                  <a:lnTo>
                    <a:pt x="559" y="5398"/>
                  </a:lnTo>
                  <a:lnTo>
                    <a:pt x="559" y="4862"/>
                  </a:lnTo>
                  <a:cubicBezTo>
                    <a:pt x="559" y="4700"/>
                    <a:pt x="675" y="4560"/>
                    <a:pt x="838" y="4560"/>
                  </a:cubicBezTo>
                  <a:lnTo>
                    <a:pt x="1699" y="4560"/>
                  </a:lnTo>
                  <a:lnTo>
                    <a:pt x="1699" y="2536"/>
                  </a:lnTo>
                  <a:cubicBezTo>
                    <a:pt x="1699" y="2373"/>
                    <a:pt x="1815" y="2234"/>
                    <a:pt x="1978" y="2234"/>
                  </a:cubicBezTo>
                  <a:lnTo>
                    <a:pt x="3723" y="2234"/>
                  </a:lnTo>
                  <a:lnTo>
                    <a:pt x="3723" y="1675"/>
                  </a:lnTo>
                  <a:lnTo>
                    <a:pt x="3118" y="1675"/>
                  </a:lnTo>
                  <a:lnTo>
                    <a:pt x="3118" y="815"/>
                  </a:lnTo>
                  <a:cubicBezTo>
                    <a:pt x="3118" y="652"/>
                    <a:pt x="3257" y="512"/>
                    <a:pt x="3420" y="512"/>
                  </a:cubicBezTo>
                  <a:lnTo>
                    <a:pt x="4630" y="512"/>
                  </a:lnTo>
                  <a:cubicBezTo>
                    <a:pt x="4793" y="512"/>
                    <a:pt x="4932" y="652"/>
                    <a:pt x="4932" y="815"/>
                  </a:cubicBezTo>
                  <a:lnTo>
                    <a:pt x="4932" y="4746"/>
                  </a:lnTo>
                  <a:lnTo>
                    <a:pt x="4234" y="4746"/>
                  </a:lnTo>
                  <a:cubicBezTo>
                    <a:pt x="4072" y="4746"/>
                    <a:pt x="3932" y="4630"/>
                    <a:pt x="3932" y="4467"/>
                  </a:cubicBezTo>
                  <a:lnTo>
                    <a:pt x="3932" y="3955"/>
                  </a:lnTo>
                  <a:lnTo>
                    <a:pt x="3374" y="3955"/>
                  </a:lnTo>
                  <a:lnTo>
                    <a:pt x="3374" y="4514"/>
                  </a:lnTo>
                  <a:cubicBezTo>
                    <a:pt x="3374" y="4979"/>
                    <a:pt x="3769" y="5351"/>
                    <a:pt x="4234" y="5351"/>
                  </a:cubicBezTo>
                  <a:lnTo>
                    <a:pt x="4932" y="5351"/>
                  </a:lnTo>
                  <a:lnTo>
                    <a:pt x="4932" y="8306"/>
                  </a:lnTo>
                  <a:cubicBezTo>
                    <a:pt x="4816" y="8282"/>
                    <a:pt x="4723" y="8259"/>
                    <a:pt x="4630" y="8259"/>
                  </a:cubicBezTo>
                  <a:lnTo>
                    <a:pt x="3792" y="8259"/>
                  </a:lnTo>
                  <a:lnTo>
                    <a:pt x="3792" y="8817"/>
                  </a:lnTo>
                  <a:lnTo>
                    <a:pt x="4630" y="8817"/>
                  </a:lnTo>
                  <a:cubicBezTo>
                    <a:pt x="4793" y="8817"/>
                    <a:pt x="4932" y="8957"/>
                    <a:pt x="4932" y="9120"/>
                  </a:cubicBezTo>
                  <a:lnTo>
                    <a:pt x="4932" y="10260"/>
                  </a:lnTo>
                  <a:cubicBezTo>
                    <a:pt x="4932" y="10423"/>
                    <a:pt x="4793" y="10562"/>
                    <a:pt x="4630" y="10562"/>
                  </a:cubicBezTo>
                  <a:lnTo>
                    <a:pt x="3420" y="10562"/>
                  </a:lnTo>
                  <a:cubicBezTo>
                    <a:pt x="3257" y="10562"/>
                    <a:pt x="3118" y="10423"/>
                    <a:pt x="3118" y="10260"/>
                  </a:cubicBezTo>
                  <a:lnTo>
                    <a:pt x="3118" y="8561"/>
                  </a:lnTo>
                  <a:lnTo>
                    <a:pt x="2559" y="8561"/>
                  </a:lnTo>
                  <a:lnTo>
                    <a:pt x="2559" y="9120"/>
                  </a:lnTo>
                  <a:lnTo>
                    <a:pt x="1978" y="9120"/>
                  </a:lnTo>
                  <a:cubicBezTo>
                    <a:pt x="1815" y="9120"/>
                    <a:pt x="1675" y="8980"/>
                    <a:pt x="1675" y="8817"/>
                  </a:cubicBezTo>
                  <a:lnTo>
                    <a:pt x="1675" y="7375"/>
                  </a:lnTo>
                  <a:lnTo>
                    <a:pt x="2792" y="7375"/>
                  </a:lnTo>
                  <a:lnTo>
                    <a:pt x="2792" y="6817"/>
                  </a:lnTo>
                  <a:lnTo>
                    <a:pt x="838" y="6817"/>
                  </a:lnTo>
                  <a:cubicBezTo>
                    <a:pt x="675" y="6817"/>
                    <a:pt x="559" y="6677"/>
                    <a:pt x="559" y="6514"/>
                  </a:cubicBezTo>
                  <a:lnTo>
                    <a:pt x="559" y="5956"/>
                  </a:lnTo>
                  <a:lnTo>
                    <a:pt x="0" y="5956"/>
                  </a:lnTo>
                  <a:lnTo>
                    <a:pt x="0" y="6514"/>
                  </a:lnTo>
                  <a:cubicBezTo>
                    <a:pt x="0" y="6979"/>
                    <a:pt x="373" y="7352"/>
                    <a:pt x="838" y="7352"/>
                  </a:cubicBezTo>
                  <a:close/>
                  <a:moveTo>
                    <a:pt x="861" y="7375"/>
                  </a:move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119"/>
            <p:cNvSpPr/>
            <p:nvPr/>
          </p:nvSpPr>
          <p:spPr>
            <a:xfrm>
              <a:off x="4326550" y="3580050"/>
              <a:ext cx="13975" cy="13975"/>
            </a:xfrm>
            <a:custGeom>
              <a:avLst/>
              <a:gdLst/>
              <a:ahLst/>
              <a:cxnLst/>
              <a:rect l="l" t="t" r="r" b="b"/>
              <a:pathLst>
                <a:path w="559" h="559" extrusionOk="0">
                  <a:moveTo>
                    <a:pt x="0" y="0"/>
                  </a:moveTo>
                  <a:lnTo>
                    <a:pt x="559" y="0"/>
                  </a:lnTo>
                  <a:lnTo>
                    <a:pt x="559" y="558"/>
                  </a:lnTo>
                  <a:lnTo>
                    <a:pt x="0" y="558"/>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119"/>
            <p:cNvSpPr/>
            <p:nvPr/>
          </p:nvSpPr>
          <p:spPr>
            <a:xfrm>
              <a:off x="4326550" y="3486975"/>
              <a:ext cx="41900" cy="35500"/>
            </a:xfrm>
            <a:custGeom>
              <a:avLst/>
              <a:gdLst/>
              <a:ahLst/>
              <a:cxnLst/>
              <a:rect l="l" t="t" r="r" b="b"/>
              <a:pathLst>
                <a:path w="1676" h="1420" extrusionOk="0">
                  <a:moveTo>
                    <a:pt x="0" y="24"/>
                  </a:moveTo>
                  <a:lnTo>
                    <a:pt x="0" y="582"/>
                  </a:lnTo>
                  <a:cubicBezTo>
                    <a:pt x="0" y="1024"/>
                    <a:pt x="372" y="1420"/>
                    <a:pt x="838" y="1420"/>
                  </a:cubicBezTo>
                  <a:lnTo>
                    <a:pt x="1675" y="1420"/>
                  </a:lnTo>
                  <a:lnTo>
                    <a:pt x="1675" y="862"/>
                  </a:lnTo>
                  <a:lnTo>
                    <a:pt x="838" y="862"/>
                  </a:lnTo>
                  <a:cubicBezTo>
                    <a:pt x="675" y="862"/>
                    <a:pt x="559" y="722"/>
                    <a:pt x="559" y="559"/>
                  </a:cubicBezTo>
                  <a:lnTo>
                    <a:pt x="559" y="1"/>
                  </a:lnTo>
                  <a:close/>
                  <a:moveTo>
                    <a:pt x="0" y="24"/>
                  </a:move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119"/>
            <p:cNvSpPr/>
            <p:nvPr/>
          </p:nvSpPr>
          <p:spPr>
            <a:xfrm>
              <a:off x="4193950" y="3522450"/>
              <a:ext cx="41900" cy="34925"/>
            </a:xfrm>
            <a:custGeom>
              <a:avLst/>
              <a:gdLst/>
              <a:ahLst/>
              <a:cxnLst/>
              <a:rect l="l" t="t" r="r" b="b"/>
              <a:pathLst>
                <a:path w="1676" h="1397" extrusionOk="0">
                  <a:moveTo>
                    <a:pt x="1675" y="1397"/>
                  </a:moveTo>
                  <a:lnTo>
                    <a:pt x="1675" y="838"/>
                  </a:lnTo>
                  <a:cubicBezTo>
                    <a:pt x="1675" y="373"/>
                    <a:pt x="1303" y="1"/>
                    <a:pt x="838" y="1"/>
                  </a:cubicBezTo>
                  <a:lnTo>
                    <a:pt x="0" y="1"/>
                  </a:lnTo>
                  <a:lnTo>
                    <a:pt x="0" y="559"/>
                  </a:lnTo>
                  <a:lnTo>
                    <a:pt x="838" y="559"/>
                  </a:lnTo>
                  <a:cubicBezTo>
                    <a:pt x="1000" y="559"/>
                    <a:pt x="1117" y="676"/>
                    <a:pt x="1117" y="838"/>
                  </a:cubicBezTo>
                  <a:lnTo>
                    <a:pt x="1117" y="1397"/>
                  </a:lnTo>
                  <a:close/>
                  <a:moveTo>
                    <a:pt x="1675" y="1397"/>
                  </a:move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119"/>
            <p:cNvSpPr/>
            <p:nvPr/>
          </p:nvSpPr>
          <p:spPr>
            <a:xfrm>
              <a:off x="4221850" y="3450925"/>
              <a:ext cx="14000" cy="13975"/>
            </a:xfrm>
            <a:custGeom>
              <a:avLst/>
              <a:gdLst/>
              <a:ahLst/>
              <a:cxnLst/>
              <a:rect l="l" t="t" r="r" b="b"/>
              <a:pathLst>
                <a:path w="560" h="559" extrusionOk="0">
                  <a:moveTo>
                    <a:pt x="1" y="1"/>
                  </a:moveTo>
                  <a:lnTo>
                    <a:pt x="559" y="1"/>
                  </a:lnTo>
                  <a:lnTo>
                    <a:pt x="559" y="559"/>
                  </a:lnTo>
                  <a:lnTo>
                    <a:pt x="1" y="559"/>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9" name="Google Shape;5449;p119"/>
          <p:cNvGrpSpPr/>
          <p:nvPr/>
        </p:nvGrpSpPr>
        <p:grpSpPr>
          <a:xfrm>
            <a:off x="3981650" y="1945750"/>
            <a:ext cx="440875" cy="478100"/>
            <a:chOff x="3981650" y="1945750"/>
            <a:chExt cx="440875" cy="478100"/>
          </a:xfrm>
        </p:grpSpPr>
        <p:sp>
          <p:nvSpPr>
            <p:cNvPr id="5450" name="Google Shape;5450;p119"/>
            <p:cNvSpPr/>
            <p:nvPr/>
          </p:nvSpPr>
          <p:spPr>
            <a:xfrm>
              <a:off x="4079950" y="2136525"/>
              <a:ext cx="69800" cy="69825"/>
            </a:xfrm>
            <a:custGeom>
              <a:avLst/>
              <a:gdLst/>
              <a:ahLst/>
              <a:cxnLst/>
              <a:rect l="l" t="t" r="r" b="b"/>
              <a:pathLst>
                <a:path w="2792" h="2793" extrusionOk="0">
                  <a:moveTo>
                    <a:pt x="838" y="2792"/>
                  </a:moveTo>
                  <a:lnTo>
                    <a:pt x="1954" y="2792"/>
                  </a:lnTo>
                  <a:lnTo>
                    <a:pt x="2792" y="1955"/>
                  </a:lnTo>
                  <a:lnTo>
                    <a:pt x="2792" y="280"/>
                  </a:lnTo>
                  <a:lnTo>
                    <a:pt x="1396" y="0"/>
                  </a:lnTo>
                  <a:lnTo>
                    <a:pt x="0" y="280"/>
                  </a:lnTo>
                  <a:lnTo>
                    <a:pt x="0" y="1955"/>
                  </a:lnTo>
                  <a:close/>
                  <a:moveTo>
                    <a:pt x="838" y="2792"/>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119"/>
            <p:cNvSpPr/>
            <p:nvPr/>
          </p:nvSpPr>
          <p:spPr>
            <a:xfrm>
              <a:off x="4079950" y="2102200"/>
              <a:ext cx="69800" cy="41900"/>
            </a:xfrm>
            <a:custGeom>
              <a:avLst/>
              <a:gdLst/>
              <a:ahLst/>
              <a:cxnLst/>
              <a:rect l="l" t="t" r="r" b="b"/>
              <a:pathLst>
                <a:path w="2792" h="1676" extrusionOk="0">
                  <a:moveTo>
                    <a:pt x="0" y="1676"/>
                  </a:moveTo>
                  <a:lnTo>
                    <a:pt x="1396" y="1373"/>
                  </a:lnTo>
                  <a:lnTo>
                    <a:pt x="2792" y="1676"/>
                  </a:lnTo>
                  <a:lnTo>
                    <a:pt x="2792" y="559"/>
                  </a:lnTo>
                  <a:cubicBezTo>
                    <a:pt x="2792" y="234"/>
                    <a:pt x="2536" y="1"/>
                    <a:pt x="2234" y="1"/>
                  </a:cubicBezTo>
                  <a:lnTo>
                    <a:pt x="0" y="1"/>
                  </a:lnTo>
                  <a:close/>
                  <a:moveTo>
                    <a:pt x="0" y="1676"/>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119"/>
            <p:cNvSpPr/>
            <p:nvPr/>
          </p:nvSpPr>
          <p:spPr>
            <a:xfrm>
              <a:off x="4076450" y="2206900"/>
              <a:ext cx="76225" cy="34925"/>
            </a:xfrm>
            <a:custGeom>
              <a:avLst/>
              <a:gdLst/>
              <a:ahLst/>
              <a:cxnLst/>
              <a:rect l="l" t="t" r="r" b="b"/>
              <a:pathLst>
                <a:path w="3049" h="1397" extrusionOk="0">
                  <a:moveTo>
                    <a:pt x="1536" y="1396"/>
                  </a:moveTo>
                  <a:lnTo>
                    <a:pt x="3048" y="280"/>
                  </a:lnTo>
                  <a:lnTo>
                    <a:pt x="2094" y="0"/>
                  </a:lnTo>
                  <a:lnTo>
                    <a:pt x="978" y="0"/>
                  </a:lnTo>
                  <a:lnTo>
                    <a:pt x="1" y="280"/>
                  </a:lnTo>
                  <a:close/>
                  <a:moveTo>
                    <a:pt x="1536" y="1396"/>
                  </a:moveTo>
                  <a:close/>
                </a:path>
              </a:pathLst>
            </a:custGeom>
            <a:solidFill>
              <a:srgbClr val="717F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119"/>
            <p:cNvSpPr/>
            <p:nvPr/>
          </p:nvSpPr>
          <p:spPr>
            <a:xfrm>
              <a:off x="4030500" y="2213875"/>
              <a:ext cx="167525" cy="90750"/>
            </a:xfrm>
            <a:custGeom>
              <a:avLst/>
              <a:gdLst/>
              <a:ahLst/>
              <a:cxnLst/>
              <a:rect l="l" t="t" r="r" b="b"/>
              <a:pathLst>
                <a:path w="6701" h="3630" extrusionOk="0">
                  <a:moveTo>
                    <a:pt x="3374" y="1117"/>
                  </a:moveTo>
                  <a:lnTo>
                    <a:pt x="1839" y="1"/>
                  </a:lnTo>
                  <a:lnTo>
                    <a:pt x="1" y="559"/>
                  </a:lnTo>
                  <a:lnTo>
                    <a:pt x="1" y="3630"/>
                  </a:lnTo>
                  <a:lnTo>
                    <a:pt x="6701" y="3630"/>
                  </a:lnTo>
                  <a:lnTo>
                    <a:pt x="6701" y="559"/>
                  </a:lnTo>
                  <a:lnTo>
                    <a:pt x="4886" y="1"/>
                  </a:lnTo>
                  <a:close/>
                  <a:moveTo>
                    <a:pt x="3374" y="1117"/>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119"/>
            <p:cNvSpPr/>
            <p:nvPr/>
          </p:nvSpPr>
          <p:spPr>
            <a:xfrm>
              <a:off x="3988625" y="1953325"/>
              <a:ext cx="251875" cy="351300"/>
            </a:xfrm>
            <a:custGeom>
              <a:avLst/>
              <a:gdLst/>
              <a:ahLst/>
              <a:cxnLst/>
              <a:rect l="l" t="t" r="r" b="b"/>
              <a:pathLst>
                <a:path w="10075" h="14052" extrusionOk="0">
                  <a:moveTo>
                    <a:pt x="1" y="14052"/>
                  </a:moveTo>
                  <a:lnTo>
                    <a:pt x="1676" y="14052"/>
                  </a:lnTo>
                  <a:lnTo>
                    <a:pt x="1676" y="10981"/>
                  </a:lnTo>
                  <a:lnTo>
                    <a:pt x="4468" y="10143"/>
                  </a:lnTo>
                  <a:lnTo>
                    <a:pt x="3630" y="9306"/>
                  </a:lnTo>
                  <a:lnTo>
                    <a:pt x="3630" y="5956"/>
                  </a:lnTo>
                  <a:lnTo>
                    <a:pt x="5863" y="5956"/>
                  </a:lnTo>
                  <a:cubicBezTo>
                    <a:pt x="6166" y="5956"/>
                    <a:pt x="6422" y="6189"/>
                    <a:pt x="6422" y="6514"/>
                  </a:cubicBezTo>
                  <a:lnTo>
                    <a:pt x="6422" y="9306"/>
                  </a:lnTo>
                  <a:lnTo>
                    <a:pt x="5607" y="10120"/>
                  </a:lnTo>
                  <a:lnTo>
                    <a:pt x="8399" y="10981"/>
                  </a:lnTo>
                  <a:lnTo>
                    <a:pt x="8399" y="14052"/>
                  </a:lnTo>
                  <a:lnTo>
                    <a:pt x="10074" y="14052"/>
                  </a:lnTo>
                  <a:lnTo>
                    <a:pt x="10074" y="9515"/>
                  </a:lnTo>
                  <a:lnTo>
                    <a:pt x="8678" y="9515"/>
                  </a:lnTo>
                  <a:cubicBezTo>
                    <a:pt x="8376" y="9492"/>
                    <a:pt x="8120" y="9259"/>
                    <a:pt x="8120" y="8957"/>
                  </a:cubicBezTo>
                  <a:lnTo>
                    <a:pt x="8120" y="1675"/>
                  </a:lnTo>
                  <a:cubicBezTo>
                    <a:pt x="8120" y="1373"/>
                    <a:pt x="8376" y="1117"/>
                    <a:pt x="8678" y="1117"/>
                  </a:cubicBezTo>
                  <a:lnTo>
                    <a:pt x="10074" y="1117"/>
                  </a:lnTo>
                  <a:lnTo>
                    <a:pt x="10074" y="0"/>
                  </a:lnTo>
                  <a:lnTo>
                    <a:pt x="1" y="0"/>
                  </a:lnTo>
                  <a:close/>
                  <a:moveTo>
                    <a:pt x="1" y="14052"/>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119"/>
            <p:cNvSpPr/>
            <p:nvPr/>
          </p:nvSpPr>
          <p:spPr>
            <a:xfrm>
              <a:off x="3988625" y="2304600"/>
              <a:ext cx="251875" cy="55850"/>
            </a:xfrm>
            <a:custGeom>
              <a:avLst/>
              <a:gdLst/>
              <a:ahLst/>
              <a:cxnLst/>
              <a:rect l="l" t="t" r="r" b="b"/>
              <a:pathLst>
                <a:path w="10075" h="2234" extrusionOk="0">
                  <a:moveTo>
                    <a:pt x="1" y="1"/>
                  </a:moveTo>
                  <a:lnTo>
                    <a:pt x="1" y="2234"/>
                  </a:lnTo>
                  <a:lnTo>
                    <a:pt x="10074" y="2234"/>
                  </a:lnTo>
                  <a:lnTo>
                    <a:pt x="1007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119"/>
            <p:cNvSpPr/>
            <p:nvPr/>
          </p:nvSpPr>
          <p:spPr>
            <a:xfrm>
              <a:off x="3988625" y="2361025"/>
              <a:ext cx="251875" cy="55850"/>
            </a:xfrm>
            <a:custGeom>
              <a:avLst/>
              <a:gdLst/>
              <a:ahLst/>
              <a:cxnLst/>
              <a:rect l="l" t="t" r="r" b="b"/>
              <a:pathLst>
                <a:path w="10075" h="2234" extrusionOk="0">
                  <a:moveTo>
                    <a:pt x="559" y="2234"/>
                  </a:moveTo>
                  <a:lnTo>
                    <a:pt x="9516" y="2234"/>
                  </a:lnTo>
                  <a:cubicBezTo>
                    <a:pt x="9818" y="2210"/>
                    <a:pt x="10074" y="1978"/>
                    <a:pt x="10074" y="1675"/>
                  </a:cubicBezTo>
                  <a:lnTo>
                    <a:pt x="10074" y="0"/>
                  </a:lnTo>
                  <a:lnTo>
                    <a:pt x="1" y="0"/>
                  </a:lnTo>
                  <a:lnTo>
                    <a:pt x="1" y="1675"/>
                  </a:lnTo>
                  <a:cubicBezTo>
                    <a:pt x="1" y="1978"/>
                    <a:pt x="257" y="2234"/>
                    <a:pt x="559" y="2234"/>
                  </a:cubicBezTo>
                  <a:close/>
                  <a:moveTo>
                    <a:pt x="559" y="2234"/>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119"/>
            <p:cNvSpPr/>
            <p:nvPr/>
          </p:nvSpPr>
          <p:spPr>
            <a:xfrm>
              <a:off x="4191600" y="1981250"/>
              <a:ext cx="223375" cy="251850"/>
            </a:xfrm>
            <a:custGeom>
              <a:avLst/>
              <a:gdLst/>
              <a:ahLst/>
              <a:cxnLst/>
              <a:rect l="l" t="t" r="r" b="b"/>
              <a:pathLst>
                <a:path w="8935" h="10074" extrusionOk="0">
                  <a:moveTo>
                    <a:pt x="559" y="8398"/>
                  </a:moveTo>
                  <a:lnTo>
                    <a:pt x="3072" y="8398"/>
                  </a:lnTo>
                  <a:lnTo>
                    <a:pt x="3072" y="10073"/>
                  </a:lnTo>
                  <a:lnTo>
                    <a:pt x="4747" y="8398"/>
                  </a:lnTo>
                  <a:lnTo>
                    <a:pt x="8376" y="8398"/>
                  </a:lnTo>
                  <a:cubicBezTo>
                    <a:pt x="8702" y="8375"/>
                    <a:pt x="8934" y="8142"/>
                    <a:pt x="8934" y="7840"/>
                  </a:cubicBezTo>
                  <a:lnTo>
                    <a:pt x="8934" y="558"/>
                  </a:lnTo>
                  <a:cubicBezTo>
                    <a:pt x="8934" y="256"/>
                    <a:pt x="8702" y="0"/>
                    <a:pt x="8376" y="0"/>
                  </a:cubicBezTo>
                  <a:lnTo>
                    <a:pt x="559" y="0"/>
                  </a:lnTo>
                  <a:cubicBezTo>
                    <a:pt x="257" y="0"/>
                    <a:pt x="1" y="256"/>
                    <a:pt x="1" y="558"/>
                  </a:cubicBezTo>
                  <a:lnTo>
                    <a:pt x="1" y="7817"/>
                  </a:lnTo>
                  <a:cubicBezTo>
                    <a:pt x="1" y="8142"/>
                    <a:pt x="257" y="8375"/>
                    <a:pt x="559" y="8375"/>
                  </a:cubicBezTo>
                  <a:close/>
                  <a:moveTo>
                    <a:pt x="559" y="8398"/>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119"/>
            <p:cNvSpPr/>
            <p:nvPr/>
          </p:nvSpPr>
          <p:spPr>
            <a:xfrm>
              <a:off x="3988625" y="1953325"/>
              <a:ext cx="20975" cy="351300"/>
            </a:xfrm>
            <a:custGeom>
              <a:avLst/>
              <a:gdLst/>
              <a:ahLst/>
              <a:cxnLst/>
              <a:rect l="l" t="t" r="r" b="b"/>
              <a:pathLst>
                <a:path w="839" h="14052" extrusionOk="0">
                  <a:moveTo>
                    <a:pt x="1" y="0"/>
                  </a:moveTo>
                  <a:lnTo>
                    <a:pt x="1" y="14052"/>
                  </a:lnTo>
                  <a:lnTo>
                    <a:pt x="838" y="14052"/>
                  </a:lnTo>
                  <a:lnTo>
                    <a:pt x="83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119"/>
            <p:cNvSpPr/>
            <p:nvPr/>
          </p:nvSpPr>
          <p:spPr>
            <a:xfrm>
              <a:off x="3988625" y="2304600"/>
              <a:ext cx="20975" cy="55850"/>
            </a:xfrm>
            <a:custGeom>
              <a:avLst/>
              <a:gdLst/>
              <a:ahLst/>
              <a:cxnLst/>
              <a:rect l="l" t="t" r="r" b="b"/>
              <a:pathLst>
                <a:path w="839" h="2234" extrusionOk="0">
                  <a:moveTo>
                    <a:pt x="1" y="1"/>
                  </a:moveTo>
                  <a:lnTo>
                    <a:pt x="1" y="2234"/>
                  </a:lnTo>
                  <a:lnTo>
                    <a:pt x="838" y="2234"/>
                  </a:lnTo>
                  <a:lnTo>
                    <a:pt x="83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119"/>
            <p:cNvSpPr/>
            <p:nvPr/>
          </p:nvSpPr>
          <p:spPr>
            <a:xfrm>
              <a:off x="3988625" y="2360450"/>
              <a:ext cx="35500" cy="56425"/>
            </a:xfrm>
            <a:custGeom>
              <a:avLst/>
              <a:gdLst/>
              <a:ahLst/>
              <a:cxnLst/>
              <a:rect l="l" t="t" r="r" b="b"/>
              <a:pathLst>
                <a:path w="1420" h="2257" extrusionOk="0">
                  <a:moveTo>
                    <a:pt x="559" y="2257"/>
                  </a:moveTo>
                  <a:lnTo>
                    <a:pt x="1420" y="2257"/>
                  </a:lnTo>
                  <a:cubicBezTo>
                    <a:pt x="1094" y="2233"/>
                    <a:pt x="862" y="2001"/>
                    <a:pt x="862" y="1698"/>
                  </a:cubicBezTo>
                  <a:lnTo>
                    <a:pt x="862" y="0"/>
                  </a:lnTo>
                  <a:lnTo>
                    <a:pt x="1" y="0"/>
                  </a:lnTo>
                  <a:lnTo>
                    <a:pt x="1" y="1698"/>
                  </a:lnTo>
                  <a:cubicBezTo>
                    <a:pt x="1" y="2001"/>
                    <a:pt x="257" y="2257"/>
                    <a:pt x="559" y="2257"/>
                  </a:cubicBezTo>
                  <a:close/>
                  <a:moveTo>
                    <a:pt x="559" y="2257"/>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119"/>
            <p:cNvSpPr/>
            <p:nvPr/>
          </p:nvSpPr>
          <p:spPr>
            <a:xfrm>
              <a:off x="4076450" y="2206900"/>
              <a:ext cx="76225" cy="34925"/>
            </a:xfrm>
            <a:custGeom>
              <a:avLst/>
              <a:gdLst/>
              <a:ahLst/>
              <a:cxnLst/>
              <a:rect l="l" t="t" r="r" b="b"/>
              <a:pathLst>
                <a:path w="3049" h="1397" extrusionOk="0">
                  <a:moveTo>
                    <a:pt x="1536" y="1396"/>
                  </a:moveTo>
                  <a:lnTo>
                    <a:pt x="3048" y="280"/>
                  </a:lnTo>
                  <a:lnTo>
                    <a:pt x="2094" y="0"/>
                  </a:lnTo>
                  <a:lnTo>
                    <a:pt x="978" y="0"/>
                  </a:lnTo>
                  <a:lnTo>
                    <a:pt x="1" y="280"/>
                  </a:lnTo>
                  <a:close/>
                  <a:moveTo>
                    <a:pt x="1536" y="1396"/>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119"/>
            <p:cNvSpPr/>
            <p:nvPr/>
          </p:nvSpPr>
          <p:spPr>
            <a:xfrm>
              <a:off x="4031100" y="2223775"/>
              <a:ext cx="13975" cy="80850"/>
            </a:xfrm>
            <a:custGeom>
              <a:avLst/>
              <a:gdLst/>
              <a:ahLst/>
              <a:cxnLst/>
              <a:rect l="l" t="t" r="r" b="b"/>
              <a:pathLst>
                <a:path w="559" h="3234" extrusionOk="0">
                  <a:moveTo>
                    <a:pt x="558" y="0"/>
                  </a:moveTo>
                  <a:lnTo>
                    <a:pt x="0" y="163"/>
                  </a:lnTo>
                  <a:lnTo>
                    <a:pt x="0" y="3234"/>
                  </a:lnTo>
                  <a:lnTo>
                    <a:pt x="558" y="3234"/>
                  </a:lnTo>
                  <a:close/>
                  <a:moveTo>
                    <a:pt x="558" y="0"/>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119"/>
            <p:cNvSpPr/>
            <p:nvPr/>
          </p:nvSpPr>
          <p:spPr>
            <a:xfrm>
              <a:off x="4079950" y="2141175"/>
              <a:ext cx="34925" cy="65175"/>
            </a:xfrm>
            <a:custGeom>
              <a:avLst/>
              <a:gdLst/>
              <a:ahLst/>
              <a:cxnLst/>
              <a:rect l="l" t="t" r="r" b="b"/>
              <a:pathLst>
                <a:path w="1397" h="2607" extrusionOk="0">
                  <a:moveTo>
                    <a:pt x="838" y="2606"/>
                  </a:moveTo>
                  <a:lnTo>
                    <a:pt x="1396" y="2606"/>
                  </a:lnTo>
                  <a:lnTo>
                    <a:pt x="559" y="1769"/>
                  </a:lnTo>
                  <a:lnTo>
                    <a:pt x="559" y="1"/>
                  </a:lnTo>
                  <a:lnTo>
                    <a:pt x="0" y="117"/>
                  </a:lnTo>
                  <a:lnTo>
                    <a:pt x="0" y="1792"/>
                  </a:lnTo>
                  <a:close/>
                  <a:moveTo>
                    <a:pt x="838" y="2606"/>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119"/>
            <p:cNvSpPr/>
            <p:nvPr/>
          </p:nvSpPr>
          <p:spPr>
            <a:xfrm>
              <a:off x="4079950" y="2102200"/>
              <a:ext cx="13975" cy="41900"/>
            </a:xfrm>
            <a:custGeom>
              <a:avLst/>
              <a:gdLst/>
              <a:ahLst/>
              <a:cxnLst/>
              <a:rect l="l" t="t" r="r" b="b"/>
              <a:pathLst>
                <a:path w="559" h="1676" extrusionOk="0">
                  <a:moveTo>
                    <a:pt x="0" y="1676"/>
                  </a:moveTo>
                  <a:lnTo>
                    <a:pt x="559" y="1560"/>
                  </a:lnTo>
                  <a:lnTo>
                    <a:pt x="559" y="1"/>
                  </a:lnTo>
                  <a:lnTo>
                    <a:pt x="0" y="1"/>
                  </a:lnTo>
                  <a:close/>
                  <a:moveTo>
                    <a:pt x="0" y="1676"/>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119"/>
            <p:cNvSpPr/>
            <p:nvPr/>
          </p:nvSpPr>
          <p:spPr>
            <a:xfrm>
              <a:off x="4191600" y="1981250"/>
              <a:ext cx="34925" cy="209975"/>
            </a:xfrm>
            <a:custGeom>
              <a:avLst/>
              <a:gdLst/>
              <a:ahLst/>
              <a:cxnLst/>
              <a:rect l="l" t="t" r="r" b="b"/>
              <a:pathLst>
                <a:path w="1397" h="8399" extrusionOk="0">
                  <a:moveTo>
                    <a:pt x="559" y="8398"/>
                  </a:moveTo>
                  <a:lnTo>
                    <a:pt x="1397" y="8398"/>
                  </a:lnTo>
                  <a:cubicBezTo>
                    <a:pt x="1094" y="8375"/>
                    <a:pt x="838" y="8142"/>
                    <a:pt x="838" y="7840"/>
                  </a:cubicBezTo>
                  <a:lnTo>
                    <a:pt x="838" y="558"/>
                  </a:lnTo>
                  <a:cubicBezTo>
                    <a:pt x="838" y="256"/>
                    <a:pt x="1094" y="0"/>
                    <a:pt x="1397" y="0"/>
                  </a:cubicBezTo>
                  <a:lnTo>
                    <a:pt x="559" y="0"/>
                  </a:lnTo>
                  <a:cubicBezTo>
                    <a:pt x="257" y="0"/>
                    <a:pt x="1" y="256"/>
                    <a:pt x="1" y="558"/>
                  </a:cubicBezTo>
                  <a:lnTo>
                    <a:pt x="1" y="7817"/>
                  </a:lnTo>
                  <a:cubicBezTo>
                    <a:pt x="1" y="8142"/>
                    <a:pt x="257" y="8375"/>
                    <a:pt x="559" y="8375"/>
                  </a:cubicBezTo>
                  <a:close/>
                  <a:moveTo>
                    <a:pt x="559" y="8398"/>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119"/>
            <p:cNvSpPr/>
            <p:nvPr/>
          </p:nvSpPr>
          <p:spPr>
            <a:xfrm>
              <a:off x="4205575" y="2002175"/>
              <a:ext cx="188450" cy="393175"/>
            </a:xfrm>
            <a:custGeom>
              <a:avLst/>
              <a:gdLst/>
              <a:ahLst/>
              <a:cxnLst/>
              <a:rect l="l" t="t" r="r" b="b"/>
              <a:pathLst>
                <a:path w="7538" h="15727" extrusionOk="0">
                  <a:moveTo>
                    <a:pt x="5863" y="1"/>
                  </a:moveTo>
                  <a:lnTo>
                    <a:pt x="5863" y="559"/>
                  </a:lnTo>
                  <a:lnTo>
                    <a:pt x="6421" y="559"/>
                  </a:lnTo>
                  <a:lnTo>
                    <a:pt x="6421" y="1"/>
                  </a:lnTo>
                  <a:close/>
                  <a:moveTo>
                    <a:pt x="6979" y="1"/>
                  </a:moveTo>
                  <a:lnTo>
                    <a:pt x="6979" y="559"/>
                  </a:lnTo>
                  <a:lnTo>
                    <a:pt x="7538" y="559"/>
                  </a:lnTo>
                  <a:lnTo>
                    <a:pt x="7538" y="1"/>
                  </a:lnTo>
                  <a:close/>
                  <a:moveTo>
                    <a:pt x="0" y="15168"/>
                  </a:moveTo>
                  <a:lnTo>
                    <a:pt x="0" y="15727"/>
                  </a:lnTo>
                  <a:lnTo>
                    <a:pt x="559" y="15727"/>
                  </a:lnTo>
                  <a:lnTo>
                    <a:pt x="559" y="15168"/>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119"/>
            <p:cNvSpPr/>
            <p:nvPr/>
          </p:nvSpPr>
          <p:spPr>
            <a:xfrm>
              <a:off x="4009575" y="2095225"/>
              <a:ext cx="209975" cy="216375"/>
            </a:xfrm>
            <a:custGeom>
              <a:avLst/>
              <a:gdLst/>
              <a:ahLst/>
              <a:cxnLst/>
              <a:rect l="l" t="t" r="r" b="b"/>
              <a:pathLst>
                <a:path w="8399" h="8655" extrusionOk="0">
                  <a:moveTo>
                    <a:pt x="5049" y="536"/>
                  </a:moveTo>
                  <a:cubicBezTo>
                    <a:pt x="5211" y="536"/>
                    <a:pt x="5328" y="675"/>
                    <a:pt x="5328" y="838"/>
                  </a:cubicBezTo>
                  <a:lnTo>
                    <a:pt x="5328" y="1606"/>
                  </a:lnTo>
                  <a:lnTo>
                    <a:pt x="4211" y="1373"/>
                  </a:lnTo>
                  <a:lnTo>
                    <a:pt x="3094" y="1606"/>
                  </a:lnTo>
                  <a:lnTo>
                    <a:pt x="3094" y="559"/>
                  </a:lnTo>
                  <a:lnTo>
                    <a:pt x="5049" y="536"/>
                  </a:lnTo>
                  <a:close/>
                  <a:moveTo>
                    <a:pt x="4211" y="1932"/>
                  </a:moveTo>
                  <a:lnTo>
                    <a:pt x="5328" y="2164"/>
                  </a:lnTo>
                  <a:lnTo>
                    <a:pt x="5328" y="3490"/>
                  </a:lnTo>
                  <a:lnTo>
                    <a:pt x="4653" y="4165"/>
                  </a:lnTo>
                  <a:lnTo>
                    <a:pt x="3769" y="4165"/>
                  </a:lnTo>
                  <a:lnTo>
                    <a:pt x="3094" y="3490"/>
                  </a:lnTo>
                  <a:lnTo>
                    <a:pt x="3094" y="2164"/>
                  </a:lnTo>
                  <a:lnTo>
                    <a:pt x="4211" y="1932"/>
                  </a:lnTo>
                  <a:close/>
                  <a:moveTo>
                    <a:pt x="4723" y="4747"/>
                  </a:moveTo>
                  <a:lnTo>
                    <a:pt x="5118" y="4863"/>
                  </a:lnTo>
                  <a:lnTo>
                    <a:pt x="4211" y="5514"/>
                  </a:lnTo>
                  <a:lnTo>
                    <a:pt x="3304" y="4863"/>
                  </a:lnTo>
                  <a:lnTo>
                    <a:pt x="3699" y="4747"/>
                  </a:lnTo>
                  <a:close/>
                  <a:moveTo>
                    <a:pt x="2629" y="5049"/>
                  </a:moveTo>
                  <a:lnTo>
                    <a:pt x="3932" y="6003"/>
                  </a:lnTo>
                  <a:lnTo>
                    <a:pt x="3932" y="8097"/>
                  </a:lnTo>
                  <a:lnTo>
                    <a:pt x="2536" y="8097"/>
                  </a:lnTo>
                  <a:lnTo>
                    <a:pt x="2536" y="7073"/>
                  </a:lnTo>
                  <a:lnTo>
                    <a:pt x="1978" y="7073"/>
                  </a:lnTo>
                  <a:lnTo>
                    <a:pt x="1978" y="8097"/>
                  </a:lnTo>
                  <a:lnTo>
                    <a:pt x="1117" y="8097"/>
                  </a:lnTo>
                  <a:lnTo>
                    <a:pt x="1117" y="5514"/>
                  </a:lnTo>
                  <a:lnTo>
                    <a:pt x="2629" y="5049"/>
                  </a:lnTo>
                  <a:close/>
                  <a:moveTo>
                    <a:pt x="5770" y="5072"/>
                  </a:moveTo>
                  <a:lnTo>
                    <a:pt x="7282" y="5514"/>
                  </a:lnTo>
                  <a:lnTo>
                    <a:pt x="7282" y="8097"/>
                  </a:lnTo>
                  <a:lnTo>
                    <a:pt x="6444" y="8097"/>
                  </a:lnTo>
                  <a:lnTo>
                    <a:pt x="6444" y="7073"/>
                  </a:lnTo>
                  <a:lnTo>
                    <a:pt x="5886" y="7073"/>
                  </a:lnTo>
                  <a:lnTo>
                    <a:pt x="5886" y="8097"/>
                  </a:lnTo>
                  <a:lnTo>
                    <a:pt x="4490" y="8097"/>
                  </a:lnTo>
                  <a:lnTo>
                    <a:pt x="4490" y="6003"/>
                  </a:lnTo>
                  <a:lnTo>
                    <a:pt x="5770" y="5072"/>
                  </a:lnTo>
                  <a:close/>
                  <a:moveTo>
                    <a:pt x="2513" y="1"/>
                  </a:moveTo>
                  <a:lnTo>
                    <a:pt x="2513" y="3746"/>
                  </a:lnTo>
                  <a:lnTo>
                    <a:pt x="3094" y="4328"/>
                  </a:lnTo>
                  <a:lnTo>
                    <a:pt x="559" y="5095"/>
                  </a:lnTo>
                  <a:lnTo>
                    <a:pt x="559" y="8097"/>
                  </a:lnTo>
                  <a:lnTo>
                    <a:pt x="0" y="8097"/>
                  </a:lnTo>
                  <a:lnTo>
                    <a:pt x="0" y="8655"/>
                  </a:lnTo>
                  <a:lnTo>
                    <a:pt x="8399" y="8655"/>
                  </a:lnTo>
                  <a:lnTo>
                    <a:pt x="8399" y="8097"/>
                  </a:lnTo>
                  <a:lnTo>
                    <a:pt x="7840" y="8097"/>
                  </a:lnTo>
                  <a:lnTo>
                    <a:pt x="7840" y="5095"/>
                  </a:lnTo>
                  <a:lnTo>
                    <a:pt x="5281" y="4328"/>
                  </a:lnTo>
                  <a:lnTo>
                    <a:pt x="5863" y="3746"/>
                  </a:lnTo>
                  <a:lnTo>
                    <a:pt x="5863" y="838"/>
                  </a:lnTo>
                  <a:cubicBezTo>
                    <a:pt x="5863" y="373"/>
                    <a:pt x="5491" y="1"/>
                    <a:pt x="50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119"/>
            <p:cNvSpPr/>
            <p:nvPr/>
          </p:nvSpPr>
          <p:spPr>
            <a:xfrm>
              <a:off x="4107850" y="2381375"/>
              <a:ext cx="14000" cy="13975"/>
            </a:xfrm>
            <a:custGeom>
              <a:avLst/>
              <a:gdLst/>
              <a:ahLst/>
              <a:cxnLst/>
              <a:rect l="l" t="t" r="r" b="b"/>
              <a:pathLst>
                <a:path w="560" h="559" extrusionOk="0">
                  <a:moveTo>
                    <a:pt x="1" y="0"/>
                  </a:moveTo>
                  <a:lnTo>
                    <a:pt x="1"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119"/>
            <p:cNvSpPr/>
            <p:nvPr/>
          </p:nvSpPr>
          <p:spPr>
            <a:xfrm>
              <a:off x="4009575" y="2325550"/>
              <a:ext cx="13975" cy="13975"/>
            </a:xfrm>
            <a:custGeom>
              <a:avLst/>
              <a:gdLst/>
              <a:ahLst/>
              <a:cxnLst/>
              <a:rect l="l" t="t" r="r" b="b"/>
              <a:pathLst>
                <a:path w="559" h="559" extrusionOk="0">
                  <a:moveTo>
                    <a:pt x="0" y="0"/>
                  </a:moveTo>
                  <a:lnTo>
                    <a:pt x="0"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119"/>
            <p:cNvSpPr/>
            <p:nvPr/>
          </p:nvSpPr>
          <p:spPr>
            <a:xfrm>
              <a:off x="4107850" y="1974250"/>
              <a:ext cx="41900" cy="14000"/>
            </a:xfrm>
            <a:custGeom>
              <a:avLst/>
              <a:gdLst/>
              <a:ahLst/>
              <a:cxnLst/>
              <a:rect l="l" t="t" r="r" b="b"/>
              <a:pathLst>
                <a:path w="1676" h="560" extrusionOk="0">
                  <a:moveTo>
                    <a:pt x="1" y="1"/>
                  </a:moveTo>
                  <a:lnTo>
                    <a:pt x="1" y="559"/>
                  </a:lnTo>
                  <a:lnTo>
                    <a:pt x="1676" y="559"/>
                  </a:lnTo>
                  <a:lnTo>
                    <a:pt x="167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119"/>
            <p:cNvSpPr/>
            <p:nvPr/>
          </p:nvSpPr>
          <p:spPr>
            <a:xfrm>
              <a:off x="4079950" y="1974250"/>
              <a:ext cx="13400" cy="14000"/>
            </a:xfrm>
            <a:custGeom>
              <a:avLst/>
              <a:gdLst/>
              <a:ahLst/>
              <a:cxnLst/>
              <a:rect l="l" t="t" r="r" b="b"/>
              <a:pathLst>
                <a:path w="536" h="560" extrusionOk="0">
                  <a:moveTo>
                    <a:pt x="0" y="1"/>
                  </a:moveTo>
                  <a:lnTo>
                    <a:pt x="0" y="559"/>
                  </a:lnTo>
                  <a:lnTo>
                    <a:pt x="535" y="559"/>
                  </a:lnTo>
                  <a:lnTo>
                    <a:pt x="53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119"/>
            <p:cNvSpPr/>
            <p:nvPr/>
          </p:nvSpPr>
          <p:spPr>
            <a:xfrm>
              <a:off x="4037500" y="2325550"/>
              <a:ext cx="70375" cy="13975"/>
            </a:xfrm>
            <a:custGeom>
              <a:avLst/>
              <a:gdLst/>
              <a:ahLst/>
              <a:cxnLst/>
              <a:rect l="l" t="t" r="r" b="b"/>
              <a:pathLst>
                <a:path w="2815" h="559" extrusionOk="0">
                  <a:moveTo>
                    <a:pt x="0" y="0"/>
                  </a:moveTo>
                  <a:lnTo>
                    <a:pt x="0" y="559"/>
                  </a:lnTo>
                  <a:lnTo>
                    <a:pt x="2815" y="559"/>
                  </a:lnTo>
                  <a:lnTo>
                    <a:pt x="281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119"/>
            <p:cNvSpPr/>
            <p:nvPr/>
          </p:nvSpPr>
          <p:spPr>
            <a:xfrm>
              <a:off x="4121825" y="2325550"/>
              <a:ext cx="97725" cy="13975"/>
            </a:xfrm>
            <a:custGeom>
              <a:avLst/>
              <a:gdLst/>
              <a:ahLst/>
              <a:cxnLst/>
              <a:rect l="l" t="t" r="r" b="b"/>
              <a:pathLst>
                <a:path w="3909" h="559" extrusionOk="0">
                  <a:moveTo>
                    <a:pt x="0" y="0"/>
                  </a:moveTo>
                  <a:lnTo>
                    <a:pt x="0" y="559"/>
                  </a:lnTo>
                  <a:lnTo>
                    <a:pt x="3909" y="559"/>
                  </a:lnTo>
                  <a:lnTo>
                    <a:pt x="390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119"/>
            <p:cNvSpPr/>
            <p:nvPr/>
          </p:nvSpPr>
          <p:spPr>
            <a:xfrm>
              <a:off x="3981650" y="1945750"/>
              <a:ext cx="440875" cy="478100"/>
            </a:xfrm>
            <a:custGeom>
              <a:avLst/>
              <a:gdLst/>
              <a:ahLst/>
              <a:cxnLst/>
              <a:rect l="l" t="t" r="r" b="b"/>
              <a:pathLst>
                <a:path w="17635" h="19124" extrusionOk="0">
                  <a:moveTo>
                    <a:pt x="1" y="1"/>
                  </a:moveTo>
                  <a:lnTo>
                    <a:pt x="1" y="2234"/>
                  </a:lnTo>
                  <a:lnTo>
                    <a:pt x="559" y="2234"/>
                  </a:lnTo>
                  <a:lnTo>
                    <a:pt x="559" y="559"/>
                  </a:lnTo>
                  <a:lnTo>
                    <a:pt x="10074" y="559"/>
                  </a:lnTo>
                  <a:lnTo>
                    <a:pt x="10074" y="1118"/>
                  </a:lnTo>
                  <a:lnTo>
                    <a:pt x="8957" y="1118"/>
                  </a:lnTo>
                  <a:cubicBezTo>
                    <a:pt x="8492" y="1118"/>
                    <a:pt x="8120" y="1513"/>
                    <a:pt x="8120" y="1978"/>
                  </a:cubicBezTo>
                  <a:lnTo>
                    <a:pt x="8120" y="9237"/>
                  </a:lnTo>
                  <a:cubicBezTo>
                    <a:pt x="8120" y="9702"/>
                    <a:pt x="8492" y="10074"/>
                    <a:pt x="8957" y="10074"/>
                  </a:cubicBezTo>
                  <a:lnTo>
                    <a:pt x="10074" y="10074"/>
                  </a:lnTo>
                  <a:lnTo>
                    <a:pt x="10074" y="16309"/>
                  </a:lnTo>
                  <a:lnTo>
                    <a:pt x="559" y="16309"/>
                  </a:lnTo>
                  <a:lnTo>
                    <a:pt x="559" y="2816"/>
                  </a:lnTo>
                  <a:lnTo>
                    <a:pt x="1" y="2816"/>
                  </a:lnTo>
                  <a:lnTo>
                    <a:pt x="1" y="18286"/>
                  </a:lnTo>
                  <a:cubicBezTo>
                    <a:pt x="1" y="18752"/>
                    <a:pt x="373" y="19124"/>
                    <a:pt x="838" y="19124"/>
                  </a:cubicBezTo>
                  <a:lnTo>
                    <a:pt x="7817" y="19124"/>
                  </a:lnTo>
                  <a:lnTo>
                    <a:pt x="7817" y="18565"/>
                  </a:lnTo>
                  <a:lnTo>
                    <a:pt x="838" y="18565"/>
                  </a:lnTo>
                  <a:cubicBezTo>
                    <a:pt x="675" y="18565"/>
                    <a:pt x="559" y="18426"/>
                    <a:pt x="559" y="18286"/>
                  </a:cubicBezTo>
                  <a:lnTo>
                    <a:pt x="559" y="16867"/>
                  </a:lnTo>
                  <a:lnTo>
                    <a:pt x="10074" y="16867"/>
                  </a:lnTo>
                  <a:lnTo>
                    <a:pt x="10074" y="18286"/>
                  </a:lnTo>
                  <a:cubicBezTo>
                    <a:pt x="10074" y="18449"/>
                    <a:pt x="9934" y="18565"/>
                    <a:pt x="9772" y="18565"/>
                  </a:cubicBezTo>
                  <a:lnTo>
                    <a:pt x="8376" y="18565"/>
                  </a:lnTo>
                  <a:lnTo>
                    <a:pt x="8376" y="19124"/>
                  </a:lnTo>
                  <a:lnTo>
                    <a:pt x="9795" y="19124"/>
                  </a:lnTo>
                  <a:cubicBezTo>
                    <a:pt x="10260" y="19124"/>
                    <a:pt x="10656" y="18752"/>
                    <a:pt x="10656" y="18286"/>
                  </a:cubicBezTo>
                  <a:lnTo>
                    <a:pt x="10656" y="10097"/>
                  </a:lnTo>
                  <a:lnTo>
                    <a:pt x="11214" y="10097"/>
                  </a:lnTo>
                  <a:lnTo>
                    <a:pt x="11214" y="12168"/>
                  </a:lnTo>
                  <a:lnTo>
                    <a:pt x="13284" y="10097"/>
                  </a:lnTo>
                  <a:lnTo>
                    <a:pt x="16774" y="10097"/>
                  </a:lnTo>
                  <a:cubicBezTo>
                    <a:pt x="17239" y="10097"/>
                    <a:pt x="17635" y="9702"/>
                    <a:pt x="17635" y="9260"/>
                  </a:cubicBezTo>
                  <a:lnTo>
                    <a:pt x="17635" y="7841"/>
                  </a:lnTo>
                  <a:lnTo>
                    <a:pt x="17076" y="7841"/>
                  </a:lnTo>
                  <a:lnTo>
                    <a:pt x="17076" y="9260"/>
                  </a:lnTo>
                  <a:cubicBezTo>
                    <a:pt x="17076" y="9400"/>
                    <a:pt x="16937" y="9539"/>
                    <a:pt x="16774" y="9539"/>
                  </a:cubicBezTo>
                  <a:lnTo>
                    <a:pt x="13028" y="9539"/>
                  </a:lnTo>
                  <a:lnTo>
                    <a:pt x="11749" y="10819"/>
                  </a:lnTo>
                  <a:lnTo>
                    <a:pt x="11749" y="9539"/>
                  </a:lnTo>
                  <a:lnTo>
                    <a:pt x="8957" y="9539"/>
                  </a:lnTo>
                  <a:cubicBezTo>
                    <a:pt x="8794" y="9539"/>
                    <a:pt x="8655" y="9400"/>
                    <a:pt x="8655" y="9260"/>
                  </a:cubicBezTo>
                  <a:lnTo>
                    <a:pt x="8655" y="1978"/>
                  </a:lnTo>
                  <a:cubicBezTo>
                    <a:pt x="8655" y="1816"/>
                    <a:pt x="8794" y="1699"/>
                    <a:pt x="8957" y="1699"/>
                  </a:cubicBezTo>
                  <a:lnTo>
                    <a:pt x="16774" y="1699"/>
                  </a:lnTo>
                  <a:cubicBezTo>
                    <a:pt x="16937" y="1699"/>
                    <a:pt x="17076" y="1816"/>
                    <a:pt x="17076" y="1978"/>
                  </a:cubicBezTo>
                  <a:lnTo>
                    <a:pt x="17076" y="7283"/>
                  </a:lnTo>
                  <a:lnTo>
                    <a:pt x="17635" y="7283"/>
                  </a:lnTo>
                  <a:lnTo>
                    <a:pt x="17635" y="1978"/>
                  </a:lnTo>
                  <a:cubicBezTo>
                    <a:pt x="17635" y="1513"/>
                    <a:pt x="17262" y="1118"/>
                    <a:pt x="16774" y="1118"/>
                  </a:cubicBezTo>
                  <a:lnTo>
                    <a:pt x="10632" y="1118"/>
                  </a:lnTo>
                  <a:lnTo>
                    <a:pt x="1063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119"/>
            <p:cNvSpPr/>
            <p:nvPr/>
          </p:nvSpPr>
          <p:spPr>
            <a:xfrm>
              <a:off x="4230000" y="2044625"/>
              <a:ext cx="138450" cy="83200"/>
            </a:xfrm>
            <a:custGeom>
              <a:avLst/>
              <a:gdLst/>
              <a:ahLst/>
              <a:cxnLst/>
              <a:rect l="l" t="t" r="r" b="b"/>
              <a:pathLst>
                <a:path w="5538" h="3328" extrusionOk="0">
                  <a:moveTo>
                    <a:pt x="1885" y="1"/>
                  </a:moveTo>
                  <a:lnTo>
                    <a:pt x="1164" y="2211"/>
                  </a:lnTo>
                  <a:lnTo>
                    <a:pt x="419" y="1350"/>
                  </a:lnTo>
                  <a:lnTo>
                    <a:pt x="0" y="1722"/>
                  </a:lnTo>
                  <a:lnTo>
                    <a:pt x="1373" y="3328"/>
                  </a:lnTo>
                  <a:lnTo>
                    <a:pt x="2280" y="559"/>
                  </a:lnTo>
                  <a:lnTo>
                    <a:pt x="5537" y="559"/>
                  </a:lnTo>
                  <a:lnTo>
                    <a:pt x="553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119"/>
            <p:cNvSpPr/>
            <p:nvPr/>
          </p:nvSpPr>
          <p:spPr>
            <a:xfrm>
              <a:off x="4300950" y="2075450"/>
              <a:ext cx="48300" cy="49475"/>
            </a:xfrm>
            <a:custGeom>
              <a:avLst/>
              <a:gdLst/>
              <a:ahLst/>
              <a:cxnLst/>
              <a:rect l="l" t="t" r="r" b="b"/>
              <a:pathLst>
                <a:path w="1932" h="1979" extrusionOk="0">
                  <a:moveTo>
                    <a:pt x="396" y="1"/>
                  </a:moveTo>
                  <a:lnTo>
                    <a:pt x="1" y="396"/>
                  </a:lnTo>
                  <a:lnTo>
                    <a:pt x="582" y="978"/>
                  </a:lnTo>
                  <a:lnTo>
                    <a:pt x="1" y="1559"/>
                  </a:lnTo>
                  <a:lnTo>
                    <a:pt x="373" y="1978"/>
                  </a:lnTo>
                  <a:lnTo>
                    <a:pt x="954" y="1397"/>
                  </a:lnTo>
                  <a:lnTo>
                    <a:pt x="1536" y="1978"/>
                  </a:lnTo>
                  <a:lnTo>
                    <a:pt x="1931" y="1583"/>
                  </a:lnTo>
                  <a:lnTo>
                    <a:pt x="1350" y="1001"/>
                  </a:lnTo>
                  <a:lnTo>
                    <a:pt x="1931" y="420"/>
                  </a:lnTo>
                  <a:lnTo>
                    <a:pt x="1559" y="1"/>
                  </a:lnTo>
                  <a:lnTo>
                    <a:pt x="978" y="582"/>
                  </a:lnTo>
                  <a:lnTo>
                    <a:pt x="39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7" name="Google Shape;5477;p119"/>
          <p:cNvGrpSpPr/>
          <p:nvPr/>
        </p:nvGrpSpPr>
        <p:grpSpPr>
          <a:xfrm>
            <a:off x="3963625" y="1258325"/>
            <a:ext cx="476925" cy="419350"/>
            <a:chOff x="3963625" y="1258325"/>
            <a:chExt cx="476925" cy="419350"/>
          </a:xfrm>
        </p:grpSpPr>
        <p:sp>
          <p:nvSpPr>
            <p:cNvPr id="5478" name="Google Shape;5478;p119"/>
            <p:cNvSpPr/>
            <p:nvPr/>
          </p:nvSpPr>
          <p:spPr>
            <a:xfrm>
              <a:off x="3991550" y="1321125"/>
              <a:ext cx="55850" cy="55850"/>
            </a:xfrm>
            <a:custGeom>
              <a:avLst/>
              <a:gdLst/>
              <a:ahLst/>
              <a:cxnLst/>
              <a:rect l="l" t="t" r="r" b="b"/>
              <a:pathLst>
                <a:path w="2234" h="2234" extrusionOk="0">
                  <a:moveTo>
                    <a:pt x="559" y="2234"/>
                  </a:moveTo>
                  <a:lnTo>
                    <a:pt x="1675" y="2234"/>
                  </a:lnTo>
                  <a:cubicBezTo>
                    <a:pt x="1978" y="2234"/>
                    <a:pt x="2234" y="1978"/>
                    <a:pt x="2234" y="1676"/>
                  </a:cubicBezTo>
                  <a:lnTo>
                    <a:pt x="2234" y="1"/>
                  </a:lnTo>
                  <a:lnTo>
                    <a:pt x="0" y="1"/>
                  </a:lnTo>
                  <a:lnTo>
                    <a:pt x="0" y="1676"/>
                  </a:lnTo>
                  <a:cubicBezTo>
                    <a:pt x="0" y="2001"/>
                    <a:pt x="256" y="2234"/>
                    <a:pt x="559" y="2234"/>
                  </a:cubicBezTo>
                  <a:close/>
                  <a:moveTo>
                    <a:pt x="559" y="2234"/>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119"/>
            <p:cNvSpPr/>
            <p:nvPr/>
          </p:nvSpPr>
          <p:spPr>
            <a:xfrm>
              <a:off x="4083425" y="1265875"/>
              <a:ext cx="167525" cy="111100"/>
            </a:xfrm>
            <a:custGeom>
              <a:avLst/>
              <a:gdLst/>
              <a:ahLst/>
              <a:cxnLst/>
              <a:rect l="l" t="t" r="r" b="b"/>
              <a:pathLst>
                <a:path w="6701" h="4444" extrusionOk="0">
                  <a:moveTo>
                    <a:pt x="1" y="4444"/>
                  </a:moveTo>
                  <a:lnTo>
                    <a:pt x="6701" y="4444"/>
                  </a:lnTo>
                  <a:lnTo>
                    <a:pt x="6701" y="559"/>
                  </a:lnTo>
                  <a:cubicBezTo>
                    <a:pt x="6701" y="257"/>
                    <a:pt x="6445" y="1"/>
                    <a:pt x="6143" y="1"/>
                  </a:cubicBezTo>
                  <a:lnTo>
                    <a:pt x="559" y="1"/>
                  </a:lnTo>
                  <a:cubicBezTo>
                    <a:pt x="234" y="1"/>
                    <a:pt x="1" y="257"/>
                    <a:pt x="1" y="559"/>
                  </a:cubicBezTo>
                  <a:close/>
                  <a:moveTo>
                    <a:pt x="1" y="4444"/>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119"/>
            <p:cNvSpPr/>
            <p:nvPr/>
          </p:nvSpPr>
          <p:spPr>
            <a:xfrm>
              <a:off x="3970600" y="1376950"/>
              <a:ext cx="462975" cy="55875"/>
            </a:xfrm>
            <a:custGeom>
              <a:avLst/>
              <a:gdLst/>
              <a:ahLst/>
              <a:cxnLst/>
              <a:rect l="l" t="t" r="r" b="b"/>
              <a:pathLst>
                <a:path w="18519" h="2235" extrusionOk="0">
                  <a:moveTo>
                    <a:pt x="1" y="1"/>
                  </a:moveTo>
                  <a:lnTo>
                    <a:pt x="1" y="2234"/>
                  </a:lnTo>
                  <a:lnTo>
                    <a:pt x="18519" y="2234"/>
                  </a:lnTo>
                  <a:lnTo>
                    <a:pt x="18519" y="1"/>
                  </a:lnTo>
                  <a:close/>
                </a:path>
              </a:pathLst>
            </a:custGeom>
            <a:solidFill>
              <a:srgbClr val="F0D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119"/>
            <p:cNvSpPr/>
            <p:nvPr/>
          </p:nvSpPr>
          <p:spPr>
            <a:xfrm>
              <a:off x="3984575" y="1432800"/>
              <a:ext cx="435050" cy="237900"/>
            </a:xfrm>
            <a:custGeom>
              <a:avLst/>
              <a:gdLst/>
              <a:ahLst/>
              <a:cxnLst/>
              <a:rect l="l" t="t" r="r" b="b"/>
              <a:pathLst>
                <a:path w="17402" h="9516" extrusionOk="0">
                  <a:moveTo>
                    <a:pt x="1117" y="9515"/>
                  </a:moveTo>
                  <a:lnTo>
                    <a:pt x="1117" y="0"/>
                  </a:lnTo>
                  <a:lnTo>
                    <a:pt x="0" y="0"/>
                  </a:lnTo>
                  <a:lnTo>
                    <a:pt x="0" y="9515"/>
                  </a:lnTo>
                  <a:close/>
                  <a:moveTo>
                    <a:pt x="17401" y="9515"/>
                  </a:moveTo>
                  <a:lnTo>
                    <a:pt x="17401" y="0"/>
                  </a:lnTo>
                  <a:lnTo>
                    <a:pt x="16285" y="0"/>
                  </a:lnTo>
                  <a:lnTo>
                    <a:pt x="16285" y="9515"/>
                  </a:lnTo>
                  <a:close/>
                  <a:moveTo>
                    <a:pt x="17401" y="9515"/>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119"/>
            <p:cNvSpPr/>
            <p:nvPr/>
          </p:nvSpPr>
          <p:spPr>
            <a:xfrm>
              <a:off x="4012475" y="1432800"/>
              <a:ext cx="379225" cy="154150"/>
            </a:xfrm>
            <a:custGeom>
              <a:avLst/>
              <a:gdLst/>
              <a:ahLst/>
              <a:cxnLst/>
              <a:rect l="l" t="t" r="r" b="b"/>
              <a:pathLst>
                <a:path w="15169" h="6166" extrusionOk="0">
                  <a:moveTo>
                    <a:pt x="1" y="6165"/>
                  </a:moveTo>
                  <a:lnTo>
                    <a:pt x="15169" y="6165"/>
                  </a:lnTo>
                  <a:lnTo>
                    <a:pt x="15169" y="0"/>
                  </a:lnTo>
                  <a:lnTo>
                    <a:pt x="1" y="0"/>
                  </a:lnTo>
                  <a:close/>
                  <a:moveTo>
                    <a:pt x="4235" y="3909"/>
                  </a:moveTo>
                  <a:lnTo>
                    <a:pt x="4235" y="1699"/>
                  </a:lnTo>
                  <a:lnTo>
                    <a:pt x="10935" y="1699"/>
                  </a:lnTo>
                  <a:lnTo>
                    <a:pt x="10935" y="3909"/>
                  </a:lnTo>
                  <a:close/>
                  <a:moveTo>
                    <a:pt x="4235" y="3909"/>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119"/>
            <p:cNvSpPr/>
            <p:nvPr/>
          </p:nvSpPr>
          <p:spPr>
            <a:xfrm>
              <a:off x="4118325" y="1474675"/>
              <a:ext cx="167525" cy="55275"/>
            </a:xfrm>
            <a:custGeom>
              <a:avLst/>
              <a:gdLst/>
              <a:ahLst/>
              <a:cxnLst/>
              <a:rect l="l" t="t" r="r" b="b"/>
              <a:pathLst>
                <a:path w="6701" h="2211" extrusionOk="0">
                  <a:moveTo>
                    <a:pt x="1" y="0"/>
                  </a:moveTo>
                  <a:lnTo>
                    <a:pt x="1" y="2210"/>
                  </a:lnTo>
                  <a:lnTo>
                    <a:pt x="6701" y="2210"/>
                  </a:lnTo>
                  <a:lnTo>
                    <a:pt x="670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119"/>
            <p:cNvSpPr/>
            <p:nvPr/>
          </p:nvSpPr>
          <p:spPr>
            <a:xfrm>
              <a:off x="4153225" y="1586925"/>
              <a:ext cx="27950" cy="55850"/>
            </a:xfrm>
            <a:custGeom>
              <a:avLst/>
              <a:gdLst/>
              <a:ahLst/>
              <a:cxnLst/>
              <a:rect l="l" t="t" r="r" b="b"/>
              <a:pathLst>
                <a:path w="1118" h="2234" extrusionOk="0">
                  <a:moveTo>
                    <a:pt x="1" y="0"/>
                  </a:moveTo>
                  <a:lnTo>
                    <a:pt x="1" y="2234"/>
                  </a:lnTo>
                  <a:lnTo>
                    <a:pt x="1117" y="2234"/>
                  </a:lnTo>
                  <a:lnTo>
                    <a:pt x="111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119"/>
            <p:cNvSpPr/>
            <p:nvPr/>
          </p:nvSpPr>
          <p:spPr>
            <a:xfrm>
              <a:off x="3991550" y="1321125"/>
              <a:ext cx="27925" cy="55850"/>
            </a:xfrm>
            <a:custGeom>
              <a:avLst/>
              <a:gdLst/>
              <a:ahLst/>
              <a:cxnLst/>
              <a:rect l="l" t="t" r="r" b="b"/>
              <a:pathLst>
                <a:path w="1117" h="2234" extrusionOk="0">
                  <a:moveTo>
                    <a:pt x="559" y="2234"/>
                  </a:moveTo>
                  <a:lnTo>
                    <a:pt x="1117" y="2234"/>
                  </a:lnTo>
                  <a:cubicBezTo>
                    <a:pt x="814" y="2234"/>
                    <a:pt x="559" y="1978"/>
                    <a:pt x="559" y="1676"/>
                  </a:cubicBezTo>
                  <a:lnTo>
                    <a:pt x="559" y="1"/>
                  </a:lnTo>
                  <a:lnTo>
                    <a:pt x="0" y="1"/>
                  </a:lnTo>
                  <a:lnTo>
                    <a:pt x="0" y="1676"/>
                  </a:lnTo>
                  <a:cubicBezTo>
                    <a:pt x="0" y="2001"/>
                    <a:pt x="256" y="2234"/>
                    <a:pt x="559" y="2234"/>
                  </a:cubicBezTo>
                  <a:close/>
                  <a:moveTo>
                    <a:pt x="559" y="2234"/>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119"/>
            <p:cNvSpPr/>
            <p:nvPr/>
          </p:nvSpPr>
          <p:spPr>
            <a:xfrm>
              <a:off x="4083425" y="1265875"/>
              <a:ext cx="34925" cy="111100"/>
            </a:xfrm>
            <a:custGeom>
              <a:avLst/>
              <a:gdLst/>
              <a:ahLst/>
              <a:cxnLst/>
              <a:rect l="l" t="t" r="r" b="b"/>
              <a:pathLst>
                <a:path w="1397" h="4444" extrusionOk="0">
                  <a:moveTo>
                    <a:pt x="1" y="4444"/>
                  </a:moveTo>
                  <a:lnTo>
                    <a:pt x="838" y="4444"/>
                  </a:lnTo>
                  <a:lnTo>
                    <a:pt x="838" y="559"/>
                  </a:lnTo>
                  <a:cubicBezTo>
                    <a:pt x="838" y="257"/>
                    <a:pt x="1094" y="1"/>
                    <a:pt x="1397" y="1"/>
                  </a:cubicBezTo>
                  <a:lnTo>
                    <a:pt x="559" y="1"/>
                  </a:lnTo>
                  <a:cubicBezTo>
                    <a:pt x="234" y="1"/>
                    <a:pt x="1" y="257"/>
                    <a:pt x="1" y="559"/>
                  </a:cubicBezTo>
                  <a:close/>
                  <a:moveTo>
                    <a:pt x="1" y="4444"/>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119"/>
            <p:cNvSpPr/>
            <p:nvPr/>
          </p:nvSpPr>
          <p:spPr>
            <a:xfrm>
              <a:off x="3970600" y="1376950"/>
              <a:ext cx="20975" cy="55875"/>
            </a:xfrm>
            <a:custGeom>
              <a:avLst/>
              <a:gdLst/>
              <a:ahLst/>
              <a:cxnLst/>
              <a:rect l="l" t="t" r="r" b="b"/>
              <a:pathLst>
                <a:path w="839" h="2235" extrusionOk="0">
                  <a:moveTo>
                    <a:pt x="1" y="1"/>
                  </a:moveTo>
                  <a:lnTo>
                    <a:pt x="1" y="2234"/>
                  </a:lnTo>
                  <a:lnTo>
                    <a:pt x="838" y="2234"/>
                  </a:lnTo>
                  <a:lnTo>
                    <a:pt x="838" y="1"/>
                  </a:lnTo>
                  <a:close/>
                </a:path>
              </a:pathLst>
            </a:custGeom>
            <a:solidFill>
              <a:srgbClr val="DFA3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119"/>
            <p:cNvSpPr/>
            <p:nvPr/>
          </p:nvSpPr>
          <p:spPr>
            <a:xfrm>
              <a:off x="4118325" y="1474675"/>
              <a:ext cx="20975" cy="55275"/>
            </a:xfrm>
            <a:custGeom>
              <a:avLst/>
              <a:gdLst/>
              <a:ahLst/>
              <a:cxnLst/>
              <a:rect l="l" t="t" r="r" b="b"/>
              <a:pathLst>
                <a:path w="839" h="2211" extrusionOk="0">
                  <a:moveTo>
                    <a:pt x="1" y="0"/>
                  </a:moveTo>
                  <a:lnTo>
                    <a:pt x="1" y="2210"/>
                  </a:lnTo>
                  <a:lnTo>
                    <a:pt x="838" y="2210"/>
                  </a:lnTo>
                  <a:lnTo>
                    <a:pt x="83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119"/>
            <p:cNvSpPr/>
            <p:nvPr/>
          </p:nvSpPr>
          <p:spPr>
            <a:xfrm>
              <a:off x="3984575" y="1432800"/>
              <a:ext cx="421100" cy="237900"/>
            </a:xfrm>
            <a:custGeom>
              <a:avLst/>
              <a:gdLst/>
              <a:ahLst/>
              <a:cxnLst/>
              <a:rect l="l" t="t" r="r" b="b"/>
              <a:pathLst>
                <a:path w="16844" h="9516" extrusionOk="0">
                  <a:moveTo>
                    <a:pt x="558" y="0"/>
                  </a:moveTo>
                  <a:lnTo>
                    <a:pt x="0" y="0"/>
                  </a:lnTo>
                  <a:lnTo>
                    <a:pt x="0" y="9515"/>
                  </a:lnTo>
                  <a:lnTo>
                    <a:pt x="558" y="9515"/>
                  </a:lnTo>
                  <a:close/>
                  <a:moveTo>
                    <a:pt x="16843" y="0"/>
                  </a:moveTo>
                  <a:lnTo>
                    <a:pt x="16285" y="0"/>
                  </a:lnTo>
                  <a:lnTo>
                    <a:pt x="16285" y="9515"/>
                  </a:lnTo>
                  <a:lnTo>
                    <a:pt x="16843" y="9515"/>
                  </a:lnTo>
                  <a:close/>
                  <a:moveTo>
                    <a:pt x="16843" y="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119"/>
            <p:cNvSpPr/>
            <p:nvPr/>
          </p:nvSpPr>
          <p:spPr>
            <a:xfrm>
              <a:off x="4012475" y="1432800"/>
              <a:ext cx="20975" cy="154150"/>
            </a:xfrm>
            <a:custGeom>
              <a:avLst/>
              <a:gdLst/>
              <a:ahLst/>
              <a:cxnLst/>
              <a:rect l="l" t="t" r="r" b="b"/>
              <a:pathLst>
                <a:path w="839" h="6166" extrusionOk="0">
                  <a:moveTo>
                    <a:pt x="1" y="0"/>
                  </a:moveTo>
                  <a:lnTo>
                    <a:pt x="1" y="6165"/>
                  </a:lnTo>
                  <a:lnTo>
                    <a:pt x="838" y="6165"/>
                  </a:lnTo>
                  <a:lnTo>
                    <a:pt x="83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119"/>
            <p:cNvSpPr/>
            <p:nvPr/>
          </p:nvSpPr>
          <p:spPr>
            <a:xfrm>
              <a:off x="4153225" y="1586925"/>
              <a:ext cx="13975" cy="55850"/>
            </a:xfrm>
            <a:custGeom>
              <a:avLst/>
              <a:gdLst/>
              <a:ahLst/>
              <a:cxnLst/>
              <a:rect l="l" t="t" r="r" b="b"/>
              <a:pathLst>
                <a:path w="559" h="2234" extrusionOk="0">
                  <a:moveTo>
                    <a:pt x="1" y="0"/>
                  </a:moveTo>
                  <a:lnTo>
                    <a:pt x="1" y="2234"/>
                  </a:lnTo>
                  <a:lnTo>
                    <a:pt x="559" y="2234"/>
                  </a:lnTo>
                  <a:lnTo>
                    <a:pt x="55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119"/>
            <p:cNvSpPr/>
            <p:nvPr/>
          </p:nvSpPr>
          <p:spPr>
            <a:xfrm>
              <a:off x="3970600" y="1376950"/>
              <a:ext cx="462975" cy="55875"/>
            </a:xfrm>
            <a:custGeom>
              <a:avLst/>
              <a:gdLst/>
              <a:ahLst/>
              <a:cxnLst/>
              <a:rect l="l" t="t" r="r" b="b"/>
              <a:pathLst>
                <a:path w="18519" h="2235" extrusionOk="0">
                  <a:moveTo>
                    <a:pt x="1" y="1"/>
                  </a:moveTo>
                  <a:lnTo>
                    <a:pt x="1" y="2234"/>
                  </a:lnTo>
                  <a:lnTo>
                    <a:pt x="18519" y="2234"/>
                  </a:lnTo>
                  <a:lnTo>
                    <a:pt x="185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119"/>
            <p:cNvSpPr/>
            <p:nvPr/>
          </p:nvSpPr>
          <p:spPr>
            <a:xfrm>
              <a:off x="4307925" y="1349050"/>
              <a:ext cx="111700" cy="27925"/>
            </a:xfrm>
            <a:custGeom>
              <a:avLst/>
              <a:gdLst/>
              <a:ahLst/>
              <a:cxnLst/>
              <a:rect l="l" t="t" r="r" b="b"/>
              <a:pathLst>
                <a:path w="4468" h="1117" extrusionOk="0">
                  <a:moveTo>
                    <a:pt x="1" y="0"/>
                  </a:moveTo>
                  <a:lnTo>
                    <a:pt x="1" y="1117"/>
                  </a:lnTo>
                  <a:lnTo>
                    <a:pt x="4467" y="1117"/>
                  </a:lnTo>
                  <a:lnTo>
                    <a:pt x="446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119"/>
            <p:cNvSpPr/>
            <p:nvPr/>
          </p:nvSpPr>
          <p:spPr>
            <a:xfrm>
              <a:off x="4307925" y="1349050"/>
              <a:ext cx="14000" cy="27925"/>
            </a:xfrm>
            <a:custGeom>
              <a:avLst/>
              <a:gdLst/>
              <a:ahLst/>
              <a:cxnLst/>
              <a:rect l="l" t="t" r="r" b="b"/>
              <a:pathLst>
                <a:path w="560" h="1117" extrusionOk="0">
                  <a:moveTo>
                    <a:pt x="1" y="0"/>
                  </a:moveTo>
                  <a:lnTo>
                    <a:pt x="1" y="1117"/>
                  </a:lnTo>
                  <a:lnTo>
                    <a:pt x="559" y="1117"/>
                  </a:lnTo>
                  <a:lnTo>
                    <a:pt x="55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119"/>
            <p:cNvSpPr/>
            <p:nvPr/>
          </p:nvSpPr>
          <p:spPr>
            <a:xfrm>
              <a:off x="4293975" y="1321125"/>
              <a:ext cx="111700" cy="27950"/>
            </a:xfrm>
            <a:custGeom>
              <a:avLst/>
              <a:gdLst/>
              <a:ahLst/>
              <a:cxnLst/>
              <a:rect l="l" t="t" r="r" b="b"/>
              <a:pathLst>
                <a:path w="4468" h="1118" extrusionOk="0">
                  <a:moveTo>
                    <a:pt x="0" y="1"/>
                  </a:moveTo>
                  <a:lnTo>
                    <a:pt x="0" y="1117"/>
                  </a:lnTo>
                  <a:lnTo>
                    <a:pt x="4467" y="1117"/>
                  </a:lnTo>
                  <a:lnTo>
                    <a:pt x="446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119"/>
            <p:cNvSpPr/>
            <p:nvPr/>
          </p:nvSpPr>
          <p:spPr>
            <a:xfrm>
              <a:off x="4307925" y="1293225"/>
              <a:ext cx="111700" cy="27925"/>
            </a:xfrm>
            <a:custGeom>
              <a:avLst/>
              <a:gdLst/>
              <a:ahLst/>
              <a:cxnLst/>
              <a:rect l="l" t="t" r="r" b="b"/>
              <a:pathLst>
                <a:path w="4468" h="1117" extrusionOk="0">
                  <a:moveTo>
                    <a:pt x="1" y="0"/>
                  </a:moveTo>
                  <a:lnTo>
                    <a:pt x="1" y="1117"/>
                  </a:lnTo>
                  <a:lnTo>
                    <a:pt x="4467" y="1117"/>
                  </a:lnTo>
                  <a:lnTo>
                    <a:pt x="44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119"/>
            <p:cNvSpPr/>
            <p:nvPr/>
          </p:nvSpPr>
          <p:spPr>
            <a:xfrm>
              <a:off x="4293975" y="1265300"/>
              <a:ext cx="111700" cy="27950"/>
            </a:xfrm>
            <a:custGeom>
              <a:avLst/>
              <a:gdLst/>
              <a:ahLst/>
              <a:cxnLst/>
              <a:rect l="l" t="t" r="r" b="b"/>
              <a:pathLst>
                <a:path w="4468" h="1118" extrusionOk="0">
                  <a:moveTo>
                    <a:pt x="0" y="0"/>
                  </a:moveTo>
                  <a:lnTo>
                    <a:pt x="0" y="1117"/>
                  </a:lnTo>
                  <a:lnTo>
                    <a:pt x="4467" y="1117"/>
                  </a:lnTo>
                  <a:lnTo>
                    <a:pt x="446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119"/>
            <p:cNvSpPr/>
            <p:nvPr/>
          </p:nvSpPr>
          <p:spPr>
            <a:xfrm>
              <a:off x="4293975" y="1321125"/>
              <a:ext cx="13975" cy="27950"/>
            </a:xfrm>
            <a:custGeom>
              <a:avLst/>
              <a:gdLst/>
              <a:ahLst/>
              <a:cxnLst/>
              <a:rect l="l" t="t" r="r" b="b"/>
              <a:pathLst>
                <a:path w="559" h="1118" extrusionOk="0">
                  <a:moveTo>
                    <a:pt x="0" y="1"/>
                  </a:moveTo>
                  <a:lnTo>
                    <a:pt x="0" y="1117"/>
                  </a:lnTo>
                  <a:lnTo>
                    <a:pt x="559" y="1117"/>
                  </a:lnTo>
                  <a:lnTo>
                    <a:pt x="55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119"/>
            <p:cNvSpPr/>
            <p:nvPr/>
          </p:nvSpPr>
          <p:spPr>
            <a:xfrm>
              <a:off x="4307925" y="1293225"/>
              <a:ext cx="14000" cy="27925"/>
            </a:xfrm>
            <a:custGeom>
              <a:avLst/>
              <a:gdLst/>
              <a:ahLst/>
              <a:cxnLst/>
              <a:rect l="l" t="t" r="r" b="b"/>
              <a:pathLst>
                <a:path w="560" h="1117" extrusionOk="0">
                  <a:moveTo>
                    <a:pt x="1" y="0"/>
                  </a:moveTo>
                  <a:lnTo>
                    <a:pt x="1" y="1117"/>
                  </a:lnTo>
                  <a:lnTo>
                    <a:pt x="559" y="1117"/>
                  </a:lnTo>
                  <a:lnTo>
                    <a:pt x="55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119"/>
            <p:cNvSpPr/>
            <p:nvPr/>
          </p:nvSpPr>
          <p:spPr>
            <a:xfrm>
              <a:off x="4293975" y="1265300"/>
              <a:ext cx="13975" cy="27950"/>
            </a:xfrm>
            <a:custGeom>
              <a:avLst/>
              <a:gdLst/>
              <a:ahLst/>
              <a:cxnLst/>
              <a:rect l="l" t="t" r="r" b="b"/>
              <a:pathLst>
                <a:path w="559" h="1118" extrusionOk="0">
                  <a:moveTo>
                    <a:pt x="0" y="0"/>
                  </a:moveTo>
                  <a:lnTo>
                    <a:pt x="0" y="1117"/>
                  </a:lnTo>
                  <a:lnTo>
                    <a:pt x="559" y="1117"/>
                  </a:lnTo>
                  <a:lnTo>
                    <a:pt x="55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119"/>
            <p:cNvSpPr/>
            <p:nvPr/>
          </p:nvSpPr>
          <p:spPr>
            <a:xfrm>
              <a:off x="4216050" y="1286825"/>
              <a:ext cx="196600" cy="125050"/>
            </a:xfrm>
            <a:custGeom>
              <a:avLst/>
              <a:gdLst/>
              <a:ahLst/>
              <a:cxnLst/>
              <a:rect l="l" t="t" r="r" b="b"/>
              <a:pathLst>
                <a:path w="7864" h="5002" extrusionOk="0">
                  <a:moveTo>
                    <a:pt x="0" y="0"/>
                  </a:moveTo>
                  <a:lnTo>
                    <a:pt x="0" y="558"/>
                  </a:lnTo>
                  <a:lnTo>
                    <a:pt x="558" y="558"/>
                  </a:lnTo>
                  <a:lnTo>
                    <a:pt x="558" y="0"/>
                  </a:lnTo>
                  <a:close/>
                  <a:moveTo>
                    <a:pt x="5072" y="4443"/>
                  </a:moveTo>
                  <a:lnTo>
                    <a:pt x="5072" y="5002"/>
                  </a:lnTo>
                  <a:lnTo>
                    <a:pt x="6747" y="5002"/>
                  </a:lnTo>
                  <a:lnTo>
                    <a:pt x="6770" y="4443"/>
                  </a:lnTo>
                  <a:close/>
                  <a:moveTo>
                    <a:pt x="7305" y="4443"/>
                  </a:moveTo>
                  <a:lnTo>
                    <a:pt x="7305" y="5002"/>
                  </a:lnTo>
                  <a:lnTo>
                    <a:pt x="7863" y="5002"/>
                  </a:lnTo>
                  <a:lnTo>
                    <a:pt x="7863" y="4443"/>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119"/>
            <p:cNvSpPr/>
            <p:nvPr/>
          </p:nvSpPr>
          <p:spPr>
            <a:xfrm>
              <a:off x="3963625" y="1258325"/>
              <a:ext cx="476925" cy="419350"/>
            </a:xfrm>
            <a:custGeom>
              <a:avLst/>
              <a:gdLst/>
              <a:ahLst/>
              <a:cxnLst/>
              <a:rect l="l" t="t" r="r" b="b"/>
              <a:pathLst>
                <a:path w="19077" h="16774" extrusionOk="0">
                  <a:moveTo>
                    <a:pt x="17402" y="559"/>
                  </a:moveTo>
                  <a:lnTo>
                    <a:pt x="17402" y="1117"/>
                  </a:lnTo>
                  <a:lnTo>
                    <a:pt x="13494" y="1117"/>
                  </a:lnTo>
                  <a:lnTo>
                    <a:pt x="13494" y="559"/>
                  </a:lnTo>
                  <a:close/>
                  <a:moveTo>
                    <a:pt x="17960" y="1675"/>
                  </a:moveTo>
                  <a:lnTo>
                    <a:pt x="17960" y="2234"/>
                  </a:lnTo>
                  <a:lnTo>
                    <a:pt x="14052" y="2234"/>
                  </a:lnTo>
                  <a:lnTo>
                    <a:pt x="14052" y="1675"/>
                  </a:lnTo>
                  <a:close/>
                  <a:moveTo>
                    <a:pt x="17402" y="2792"/>
                  </a:moveTo>
                  <a:lnTo>
                    <a:pt x="17402" y="3350"/>
                  </a:lnTo>
                  <a:lnTo>
                    <a:pt x="15727" y="3350"/>
                  </a:lnTo>
                  <a:lnTo>
                    <a:pt x="15727" y="3908"/>
                  </a:lnTo>
                  <a:lnTo>
                    <a:pt x="17960" y="3908"/>
                  </a:lnTo>
                  <a:lnTo>
                    <a:pt x="17960" y="4467"/>
                  </a:lnTo>
                  <a:lnTo>
                    <a:pt x="14052" y="4467"/>
                  </a:lnTo>
                  <a:lnTo>
                    <a:pt x="14052" y="3908"/>
                  </a:lnTo>
                  <a:lnTo>
                    <a:pt x="15169" y="3908"/>
                  </a:lnTo>
                  <a:lnTo>
                    <a:pt x="15169" y="3350"/>
                  </a:lnTo>
                  <a:lnTo>
                    <a:pt x="13494" y="3350"/>
                  </a:lnTo>
                  <a:lnTo>
                    <a:pt x="13494" y="2792"/>
                  </a:lnTo>
                  <a:close/>
                  <a:moveTo>
                    <a:pt x="3071" y="2792"/>
                  </a:moveTo>
                  <a:lnTo>
                    <a:pt x="3071" y="4188"/>
                  </a:lnTo>
                  <a:cubicBezTo>
                    <a:pt x="3071" y="4351"/>
                    <a:pt x="2932" y="4490"/>
                    <a:pt x="2769" y="4490"/>
                  </a:cubicBezTo>
                  <a:lnTo>
                    <a:pt x="1652" y="4490"/>
                  </a:lnTo>
                  <a:cubicBezTo>
                    <a:pt x="1489" y="4490"/>
                    <a:pt x="1373" y="4351"/>
                    <a:pt x="1373" y="4188"/>
                  </a:cubicBezTo>
                  <a:lnTo>
                    <a:pt x="1396" y="4188"/>
                  </a:lnTo>
                  <a:lnTo>
                    <a:pt x="1396" y="2792"/>
                  </a:lnTo>
                  <a:close/>
                  <a:moveTo>
                    <a:pt x="18519" y="5048"/>
                  </a:moveTo>
                  <a:lnTo>
                    <a:pt x="18519" y="6723"/>
                  </a:lnTo>
                  <a:lnTo>
                    <a:pt x="559" y="6723"/>
                  </a:lnTo>
                  <a:lnTo>
                    <a:pt x="559" y="5048"/>
                  </a:lnTo>
                  <a:close/>
                  <a:moveTo>
                    <a:pt x="16844" y="7258"/>
                  </a:moveTo>
                  <a:lnTo>
                    <a:pt x="16844" y="12865"/>
                  </a:lnTo>
                  <a:lnTo>
                    <a:pt x="2234" y="12865"/>
                  </a:lnTo>
                  <a:lnTo>
                    <a:pt x="2234" y="7258"/>
                  </a:lnTo>
                  <a:close/>
                  <a:moveTo>
                    <a:pt x="8422" y="13423"/>
                  </a:moveTo>
                  <a:lnTo>
                    <a:pt x="8422" y="15098"/>
                  </a:lnTo>
                  <a:lnTo>
                    <a:pt x="7864" y="15098"/>
                  </a:lnTo>
                  <a:lnTo>
                    <a:pt x="7864" y="13423"/>
                  </a:lnTo>
                  <a:close/>
                  <a:moveTo>
                    <a:pt x="12935" y="0"/>
                  </a:moveTo>
                  <a:lnTo>
                    <a:pt x="12935" y="1675"/>
                  </a:lnTo>
                  <a:lnTo>
                    <a:pt x="13494" y="1675"/>
                  </a:lnTo>
                  <a:lnTo>
                    <a:pt x="13494" y="2234"/>
                  </a:lnTo>
                  <a:lnTo>
                    <a:pt x="12935" y="2234"/>
                  </a:lnTo>
                  <a:lnTo>
                    <a:pt x="12935" y="3908"/>
                  </a:lnTo>
                  <a:lnTo>
                    <a:pt x="13494" y="3908"/>
                  </a:lnTo>
                  <a:lnTo>
                    <a:pt x="13494" y="4467"/>
                  </a:lnTo>
                  <a:lnTo>
                    <a:pt x="11772" y="4467"/>
                  </a:lnTo>
                  <a:lnTo>
                    <a:pt x="11772" y="861"/>
                  </a:lnTo>
                  <a:cubicBezTo>
                    <a:pt x="11772" y="396"/>
                    <a:pt x="11400" y="23"/>
                    <a:pt x="10935" y="23"/>
                  </a:cubicBezTo>
                  <a:lnTo>
                    <a:pt x="7305" y="23"/>
                  </a:lnTo>
                  <a:lnTo>
                    <a:pt x="7305" y="582"/>
                  </a:lnTo>
                  <a:lnTo>
                    <a:pt x="10935" y="582"/>
                  </a:lnTo>
                  <a:cubicBezTo>
                    <a:pt x="11097" y="582"/>
                    <a:pt x="11237" y="698"/>
                    <a:pt x="11237" y="861"/>
                  </a:cubicBezTo>
                  <a:lnTo>
                    <a:pt x="11237" y="4490"/>
                  </a:lnTo>
                  <a:lnTo>
                    <a:pt x="5072" y="4490"/>
                  </a:lnTo>
                  <a:lnTo>
                    <a:pt x="5072" y="861"/>
                  </a:lnTo>
                  <a:cubicBezTo>
                    <a:pt x="5072" y="698"/>
                    <a:pt x="5188" y="582"/>
                    <a:pt x="5351" y="582"/>
                  </a:cubicBezTo>
                  <a:lnTo>
                    <a:pt x="6747" y="582"/>
                  </a:lnTo>
                  <a:lnTo>
                    <a:pt x="6747" y="23"/>
                  </a:lnTo>
                  <a:lnTo>
                    <a:pt x="5351" y="23"/>
                  </a:lnTo>
                  <a:cubicBezTo>
                    <a:pt x="4886" y="23"/>
                    <a:pt x="4514" y="396"/>
                    <a:pt x="4514" y="861"/>
                  </a:cubicBezTo>
                  <a:lnTo>
                    <a:pt x="4514" y="4467"/>
                  </a:lnTo>
                  <a:lnTo>
                    <a:pt x="3583" y="4467"/>
                  </a:lnTo>
                  <a:cubicBezTo>
                    <a:pt x="3606" y="4374"/>
                    <a:pt x="3630" y="4281"/>
                    <a:pt x="3630" y="4188"/>
                  </a:cubicBezTo>
                  <a:lnTo>
                    <a:pt x="3630" y="2234"/>
                  </a:lnTo>
                  <a:lnTo>
                    <a:pt x="3071" y="2234"/>
                  </a:lnTo>
                  <a:lnTo>
                    <a:pt x="3071" y="1373"/>
                  </a:lnTo>
                  <a:lnTo>
                    <a:pt x="2513" y="1373"/>
                  </a:lnTo>
                  <a:lnTo>
                    <a:pt x="2513" y="2234"/>
                  </a:lnTo>
                  <a:lnTo>
                    <a:pt x="1955" y="2234"/>
                  </a:lnTo>
                  <a:lnTo>
                    <a:pt x="1955" y="814"/>
                  </a:lnTo>
                  <a:lnTo>
                    <a:pt x="1396" y="814"/>
                  </a:lnTo>
                  <a:lnTo>
                    <a:pt x="1396" y="2234"/>
                  </a:lnTo>
                  <a:lnTo>
                    <a:pt x="838" y="2234"/>
                  </a:lnTo>
                  <a:lnTo>
                    <a:pt x="838" y="4188"/>
                  </a:lnTo>
                  <a:cubicBezTo>
                    <a:pt x="838" y="4304"/>
                    <a:pt x="861" y="4397"/>
                    <a:pt x="885" y="4490"/>
                  </a:cubicBezTo>
                  <a:lnTo>
                    <a:pt x="1" y="4490"/>
                  </a:lnTo>
                  <a:lnTo>
                    <a:pt x="1" y="7282"/>
                  </a:lnTo>
                  <a:lnTo>
                    <a:pt x="559" y="7282"/>
                  </a:lnTo>
                  <a:lnTo>
                    <a:pt x="559" y="8957"/>
                  </a:lnTo>
                  <a:lnTo>
                    <a:pt x="1117" y="8957"/>
                  </a:lnTo>
                  <a:lnTo>
                    <a:pt x="1117" y="7282"/>
                  </a:lnTo>
                  <a:lnTo>
                    <a:pt x="1676" y="7282"/>
                  </a:lnTo>
                  <a:lnTo>
                    <a:pt x="1676" y="16238"/>
                  </a:lnTo>
                  <a:lnTo>
                    <a:pt x="1117" y="16238"/>
                  </a:lnTo>
                  <a:lnTo>
                    <a:pt x="1117" y="9515"/>
                  </a:lnTo>
                  <a:lnTo>
                    <a:pt x="559" y="9515"/>
                  </a:lnTo>
                  <a:lnTo>
                    <a:pt x="559" y="16773"/>
                  </a:lnTo>
                  <a:lnTo>
                    <a:pt x="2234" y="16773"/>
                  </a:lnTo>
                  <a:lnTo>
                    <a:pt x="2234" y="13423"/>
                  </a:lnTo>
                  <a:lnTo>
                    <a:pt x="7305" y="13423"/>
                  </a:lnTo>
                  <a:lnTo>
                    <a:pt x="7305" y="15098"/>
                  </a:lnTo>
                  <a:lnTo>
                    <a:pt x="5072" y="15098"/>
                  </a:lnTo>
                  <a:lnTo>
                    <a:pt x="5072" y="16215"/>
                  </a:lnTo>
                  <a:lnTo>
                    <a:pt x="4514" y="16215"/>
                  </a:lnTo>
                  <a:lnTo>
                    <a:pt x="4514" y="16773"/>
                  </a:lnTo>
                  <a:lnTo>
                    <a:pt x="6189" y="16773"/>
                  </a:lnTo>
                  <a:lnTo>
                    <a:pt x="6189" y="16215"/>
                  </a:lnTo>
                  <a:lnTo>
                    <a:pt x="5630" y="16215"/>
                  </a:lnTo>
                  <a:lnTo>
                    <a:pt x="5630" y="15657"/>
                  </a:lnTo>
                  <a:lnTo>
                    <a:pt x="10655" y="15657"/>
                  </a:lnTo>
                  <a:lnTo>
                    <a:pt x="10655" y="16215"/>
                  </a:lnTo>
                  <a:lnTo>
                    <a:pt x="10097" y="16215"/>
                  </a:lnTo>
                  <a:lnTo>
                    <a:pt x="10097" y="16773"/>
                  </a:lnTo>
                  <a:lnTo>
                    <a:pt x="11772" y="16773"/>
                  </a:lnTo>
                  <a:lnTo>
                    <a:pt x="11772" y="16215"/>
                  </a:lnTo>
                  <a:lnTo>
                    <a:pt x="11214" y="16215"/>
                  </a:lnTo>
                  <a:lnTo>
                    <a:pt x="11214" y="15098"/>
                  </a:lnTo>
                  <a:lnTo>
                    <a:pt x="8980" y="15098"/>
                  </a:lnTo>
                  <a:lnTo>
                    <a:pt x="8980" y="13423"/>
                  </a:lnTo>
                  <a:lnTo>
                    <a:pt x="16844" y="13423"/>
                  </a:lnTo>
                  <a:lnTo>
                    <a:pt x="16844" y="16773"/>
                  </a:lnTo>
                  <a:lnTo>
                    <a:pt x="18519" y="16773"/>
                  </a:lnTo>
                  <a:lnTo>
                    <a:pt x="18519" y="14540"/>
                  </a:lnTo>
                  <a:lnTo>
                    <a:pt x="17960" y="14540"/>
                  </a:lnTo>
                  <a:lnTo>
                    <a:pt x="17960" y="16215"/>
                  </a:lnTo>
                  <a:lnTo>
                    <a:pt x="17402" y="16215"/>
                  </a:lnTo>
                  <a:lnTo>
                    <a:pt x="17402" y="7258"/>
                  </a:lnTo>
                  <a:lnTo>
                    <a:pt x="17960" y="7258"/>
                  </a:lnTo>
                  <a:lnTo>
                    <a:pt x="17960" y="13982"/>
                  </a:lnTo>
                  <a:lnTo>
                    <a:pt x="18519" y="13982"/>
                  </a:lnTo>
                  <a:lnTo>
                    <a:pt x="18519" y="7258"/>
                  </a:lnTo>
                  <a:lnTo>
                    <a:pt x="19077" y="7258"/>
                  </a:lnTo>
                  <a:lnTo>
                    <a:pt x="19077" y="4467"/>
                  </a:lnTo>
                  <a:lnTo>
                    <a:pt x="18519" y="4467"/>
                  </a:lnTo>
                  <a:lnTo>
                    <a:pt x="18519" y="3350"/>
                  </a:lnTo>
                  <a:lnTo>
                    <a:pt x="17960" y="3350"/>
                  </a:lnTo>
                  <a:lnTo>
                    <a:pt x="17960" y="2792"/>
                  </a:lnTo>
                  <a:lnTo>
                    <a:pt x="18519" y="2792"/>
                  </a:lnTo>
                  <a:lnTo>
                    <a:pt x="18519" y="1117"/>
                  </a:lnTo>
                  <a:lnTo>
                    <a:pt x="17960" y="1117"/>
                  </a:lnTo>
                  <a:lnTo>
                    <a:pt x="1796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119"/>
            <p:cNvSpPr/>
            <p:nvPr/>
          </p:nvSpPr>
          <p:spPr>
            <a:xfrm>
              <a:off x="4110775" y="1467700"/>
              <a:ext cx="182050" cy="69800"/>
            </a:xfrm>
            <a:custGeom>
              <a:avLst/>
              <a:gdLst/>
              <a:ahLst/>
              <a:cxnLst/>
              <a:rect l="l" t="t" r="r" b="b"/>
              <a:pathLst>
                <a:path w="7282" h="2792" extrusionOk="0">
                  <a:moveTo>
                    <a:pt x="0" y="0"/>
                  </a:moveTo>
                  <a:lnTo>
                    <a:pt x="0" y="2792"/>
                  </a:lnTo>
                  <a:lnTo>
                    <a:pt x="3374" y="2792"/>
                  </a:lnTo>
                  <a:lnTo>
                    <a:pt x="3374" y="2210"/>
                  </a:lnTo>
                  <a:lnTo>
                    <a:pt x="559" y="2210"/>
                  </a:lnTo>
                  <a:lnTo>
                    <a:pt x="559" y="558"/>
                  </a:lnTo>
                  <a:lnTo>
                    <a:pt x="6724" y="558"/>
                  </a:lnTo>
                  <a:lnTo>
                    <a:pt x="6724" y="2210"/>
                  </a:lnTo>
                  <a:lnTo>
                    <a:pt x="3932" y="2210"/>
                  </a:lnTo>
                  <a:lnTo>
                    <a:pt x="3932" y="2769"/>
                  </a:lnTo>
                  <a:lnTo>
                    <a:pt x="7282" y="2769"/>
                  </a:lnTo>
                  <a:lnTo>
                    <a:pt x="72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119"/>
            <p:cNvSpPr/>
            <p:nvPr/>
          </p:nvSpPr>
          <p:spPr>
            <a:xfrm>
              <a:off x="4195100" y="1495025"/>
              <a:ext cx="13975" cy="13975"/>
            </a:xfrm>
            <a:custGeom>
              <a:avLst/>
              <a:gdLst/>
              <a:ahLst/>
              <a:cxnLst/>
              <a:rect l="l" t="t" r="r" b="b"/>
              <a:pathLst>
                <a:path w="559" h="559" extrusionOk="0">
                  <a:moveTo>
                    <a:pt x="1" y="1"/>
                  </a:moveTo>
                  <a:lnTo>
                    <a:pt x="1"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119"/>
            <p:cNvSpPr/>
            <p:nvPr/>
          </p:nvSpPr>
          <p:spPr>
            <a:xfrm>
              <a:off x="4223025" y="1495025"/>
              <a:ext cx="13975" cy="13975"/>
            </a:xfrm>
            <a:custGeom>
              <a:avLst/>
              <a:gdLst/>
              <a:ahLst/>
              <a:cxnLst/>
              <a:rect l="l" t="t" r="r" b="b"/>
              <a:pathLst>
                <a:path w="559" h="559" extrusionOk="0">
                  <a:moveTo>
                    <a:pt x="0" y="1"/>
                  </a:moveTo>
                  <a:lnTo>
                    <a:pt x="0"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119"/>
            <p:cNvSpPr/>
            <p:nvPr/>
          </p:nvSpPr>
          <p:spPr>
            <a:xfrm>
              <a:off x="4167175" y="1495025"/>
              <a:ext cx="14000" cy="13975"/>
            </a:xfrm>
            <a:custGeom>
              <a:avLst/>
              <a:gdLst/>
              <a:ahLst/>
              <a:cxnLst/>
              <a:rect l="l" t="t" r="r" b="b"/>
              <a:pathLst>
                <a:path w="560" h="559" extrusionOk="0">
                  <a:moveTo>
                    <a:pt x="1" y="1"/>
                  </a:moveTo>
                  <a:lnTo>
                    <a:pt x="1"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7" name="Google Shape;5507;p119"/>
          <p:cNvGrpSpPr/>
          <p:nvPr/>
        </p:nvGrpSpPr>
        <p:grpSpPr>
          <a:xfrm>
            <a:off x="4772050" y="4096500"/>
            <a:ext cx="339675" cy="478100"/>
            <a:chOff x="4772050" y="4096500"/>
            <a:chExt cx="339675" cy="478100"/>
          </a:xfrm>
        </p:grpSpPr>
        <p:sp>
          <p:nvSpPr>
            <p:cNvPr id="5508" name="Google Shape;5508;p119"/>
            <p:cNvSpPr/>
            <p:nvPr/>
          </p:nvSpPr>
          <p:spPr>
            <a:xfrm>
              <a:off x="4811000" y="4104050"/>
              <a:ext cx="293750" cy="307700"/>
            </a:xfrm>
            <a:custGeom>
              <a:avLst/>
              <a:gdLst/>
              <a:ahLst/>
              <a:cxnLst/>
              <a:rect l="l" t="t" r="r" b="b"/>
              <a:pathLst>
                <a:path w="11750" h="12308" extrusionOk="0">
                  <a:moveTo>
                    <a:pt x="838" y="4747"/>
                  </a:moveTo>
                  <a:lnTo>
                    <a:pt x="7957" y="4747"/>
                  </a:lnTo>
                  <a:cubicBezTo>
                    <a:pt x="8260" y="4747"/>
                    <a:pt x="8516" y="5002"/>
                    <a:pt x="8516" y="5305"/>
                  </a:cubicBezTo>
                  <a:lnTo>
                    <a:pt x="8516" y="6142"/>
                  </a:lnTo>
                  <a:lnTo>
                    <a:pt x="838" y="6142"/>
                  </a:lnTo>
                  <a:lnTo>
                    <a:pt x="838" y="7841"/>
                  </a:lnTo>
                  <a:cubicBezTo>
                    <a:pt x="838" y="8143"/>
                    <a:pt x="1094" y="8376"/>
                    <a:pt x="1397" y="8399"/>
                  </a:cubicBezTo>
                  <a:lnTo>
                    <a:pt x="10353" y="8399"/>
                  </a:lnTo>
                  <a:cubicBezTo>
                    <a:pt x="10656" y="8376"/>
                    <a:pt x="10912" y="8143"/>
                    <a:pt x="10912" y="7841"/>
                  </a:cubicBezTo>
                  <a:lnTo>
                    <a:pt x="10912" y="559"/>
                  </a:lnTo>
                  <a:cubicBezTo>
                    <a:pt x="10912" y="257"/>
                    <a:pt x="10656" y="1"/>
                    <a:pt x="10353" y="1"/>
                  </a:cubicBezTo>
                  <a:lnTo>
                    <a:pt x="1397" y="1"/>
                  </a:lnTo>
                  <a:cubicBezTo>
                    <a:pt x="1094" y="1"/>
                    <a:pt x="838" y="257"/>
                    <a:pt x="838" y="559"/>
                  </a:cubicBezTo>
                  <a:close/>
                  <a:moveTo>
                    <a:pt x="1" y="12307"/>
                  </a:moveTo>
                  <a:lnTo>
                    <a:pt x="11749" y="12307"/>
                  </a:lnTo>
                  <a:lnTo>
                    <a:pt x="11749" y="10632"/>
                  </a:lnTo>
                  <a:cubicBezTo>
                    <a:pt x="11749" y="10330"/>
                    <a:pt x="11493" y="10074"/>
                    <a:pt x="11191" y="10074"/>
                  </a:cubicBezTo>
                  <a:lnTo>
                    <a:pt x="559" y="10074"/>
                  </a:lnTo>
                  <a:cubicBezTo>
                    <a:pt x="257" y="10074"/>
                    <a:pt x="1" y="10330"/>
                    <a:pt x="1" y="10632"/>
                  </a:cubicBezTo>
                  <a:close/>
                  <a:moveTo>
                    <a:pt x="1" y="12307"/>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119"/>
            <p:cNvSpPr/>
            <p:nvPr/>
          </p:nvSpPr>
          <p:spPr>
            <a:xfrm>
              <a:off x="4779025" y="4222700"/>
              <a:ext cx="244875" cy="34925"/>
            </a:xfrm>
            <a:custGeom>
              <a:avLst/>
              <a:gdLst/>
              <a:ahLst/>
              <a:cxnLst/>
              <a:rect l="l" t="t" r="r" b="b"/>
              <a:pathLst>
                <a:path w="9795" h="1397" extrusionOk="0">
                  <a:moveTo>
                    <a:pt x="0" y="1396"/>
                  </a:moveTo>
                  <a:lnTo>
                    <a:pt x="9795" y="1396"/>
                  </a:lnTo>
                  <a:lnTo>
                    <a:pt x="9795" y="559"/>
                  </a:lnTo>
                  <a:cubicBezTo>
                    <a:pt x="9795" y="256"/>
                    <a:pt x="9539" y="1"/>
                    <a:pt x="9236" y="1"/>
                  </a:cubicBezTo>
                  <a:lnTo>
                    <a:pt x="559" y="1"/>
                  </a:lnTo>
                  <a:cubicBezTo>
                    <a:pt x="256" y="1"/>
                    <a:pt x="0" y="256"/>
                    <a:pt x="0" y="559"/>
                  </a:cubicBezTo>
                  <a:close/>
                  <a:moveTo>
                    <a:pt x="0" y="1396"/>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119"/>
            <p:cNvSpPr/>
            <p:nvPr/>
          </p:nvSpPr>
          <p:spPr>
            <a:xfrm>
              <a:off x="4858700" y="4475700"/>
              <a:ext cx="198350" cy="27925"/>
            </a:xfrm>
            <a:custGeom>
              <a:avLst/>
              <a:gdLst/>
              <a:ahLst/>
              <a:cxnLst/>
              <a:rect l="l" t="t" r="r" b="b"/>
              <a:pathLst>
                <a:path w="7934" h="1117" extrusionOk="0">
                  <a:moveTo>
                    <a:pt x="1" y="1117"/>
                  </a:moveTo>
                  <a:lnTo>
                    <a:pt x="7934" y="1117"/>
                  </a:lnTo>
                  <a:lnTo>
                    <a:pt x="7747" y="0"/>
                  </a:lnTo>
                  <a:lnTo>
                    <a:pt x="187" y="0"/>
                  </a:lnTo>
                  <a:close/>
                  <a:moveTo>
                    <a:pt x="1" y="1117"/>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119"/>
            <p:cNvSpPr/>
            <p:nvPr/>
          </p:nvSpPr>
          <p:spPr>
            <a:xfrm>
              <a:off x="4824400" y="4411725"/>
              <a:ext cx="266375" cy="127975"/>
            </a:xfrm>
            <a:custGeom>
              <a:avLst/>
              <a:gdLst/>
              <a:ahLst/>
              <a:cxnLst/>
              <a:rect l="l" t="t" r="r" b="b"/>
              <a:pathLst>
                <a:path w="10655" h="5119" extrusionOk="0">
                  <a:moveTo>
                    <a:pt x="10655" y="5118"/>
                  </a:moveTo>
                  <a:lnTo>
                    <a:pt x="9538" y="5118"/>
                  </a:lnTo>
                  <a:lnTo>
                    <a:pt x="8677" y="0"/>
                  </a:lnTo>
                  <a:lnTo>
                    <a:pt x="9817" y="0"/>
                  </a:lnTo>
                  <a:close/>
                  <a:moveTo>
                    <a:pt x="0" y="5118"/>
                  </a:moveTo>
                  <a:lnTo>
                    <a:pt x="1140" y="5118"/>
                  </a:lnTo>
                  <a:lnTo>
                    <a:pt x="1977" y="0"/>
                  </a:lnTo>
                  <a:lnTo>
                    <a:pt x="861" y="0"/>
                  </a:lnTo>
                  <a:close/>
                  <a:moveTo>
                    <a:pt x="0" y="5118"/>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119"/>
            <p:cNvSpPr/>
            <p:nvPr/>
          </p:nvSpPr>
          <p:spPr>
            <a:xfrm>
              <a:off x="4859875" y="4314000"/>
              <a:ext cx="195425" cy="41900"/>
            </a:xfrm>
            <a:custGeom>
              <a:avLst/>
              <a:gdLst/>
              <a:ahLst/>
              <a:cxnLst/>
              <a:rect l="l" t="t" r="r" b="b"/>
              <a:pathLst>
                <a:path w="7817" h="1676" extrusionOk="0">
                  <a:moveTo>
                    <a:pt x="7817" y="1676"/>
                  </a:moveTo>
                  <a:lnTo>
                    <a:pt x="6700" y="1676"/>
                  </a:lnTo>
                  <a:lnTo>
                    <a:pt x="6700" y="1"/>
                  </a:lnTo>
                  <a:lnTo>
                    <a:pt x="7817" y="1"/>
                  </a:lnTo>
                  <a:close/>
                  <a:moveTo>
                    <a:pt x="0" y="1676"/>
                  </a:moveTo>
                  <a:lnTo>
                    <a:pt x="1117" y="1676"/>
                  </a:lnTo>
                  <a:lnTo>
                    <a:pt x="1117" y="1"/>
                  </a:lnTo>
                  <a:lnTo>
                    <a:pt x="0" y="1"/>
                  </a:lnTo>
                  <a:close/>
                  <a:moveTo>
                    <a:pt x="0" y="1676"/>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119"/>
            <p:cNvSpPr/>
            <p:nvPr/>
          </p:nvSpPr>
          <p:spPr>
            <a:xfrm>
              <a:off x="4820325" y="4539675"/>
              <a:ext cx="275100" cy="27925"/>
            </a:xfrm>
            <a:custGeom>
              <a:avLst/>
              <a:gdLst/>
              <a:ahLst/>
              <a:cxnLst/>
              <a:rect l="l" t="t" r="r" b="b"/>
              <a:pathLst>
                <a:path w="11004" h="1117" extrusionOk="0">
                  <a:moveTo>
                    <a:pt x="11004" y="1117"/>
                  </a:moveTo>
                  <a:lnTo>
                    <a:pt x="9887" y="1117"/>
                  </a:lnTo>
                  <a:lnTo>
                    <a:pt x="9701" y="0"/>
                  </a:lnTo>
                  <a:lnTo>
                    <a:pt x="10818" y="0"/>
                  </a:lnTo>
                  <a:close/>
                  <a:moveTo>
                    <a:pt x="0" y="1117"/>
                  </a:moveTo>
                  <a:lnTo>
                    <a:pt x="1117" y="1117"/>
                  </a:lnTo>
                  <a:lnTo>
                    <a:pt x="1303" y="0"/>
                  </a:lnTo>
                  <a:lnTo>
                    <a:pt x="186" y="0"/>
                  </a:lnTo>
                  <a:close/>
                  <a:moveTo>
                    <a:pt x="0" y="1117"/>
                  </a:moveTo>
                  <a:close/>
                </a:path>
              </a:pathLst>
            </a:custGeom>
            <a:solidFill>
              <a:srgbClr val="F0D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119"/>
            <p:cNvSpPr/>
            <p:nvPr/>
          </p:nvSpPr>
          <p:spPr>
            <a:xfrm>
              <a:off x="4779025" y="4222700"/>
              <a:ext cx="35500" cy="34925"/>
            </a:xfrm>
            <a:custGeom>
              <a:avLst/>
              <a:gdLst/>
              <a:ahLst/>
              <a:cxnLst/>
              <a:rect l="l" t="t" r="r" b="b"/>
              <a:pathLst>
                <a:path w="1420" h="1397" extrusionOk="0">
                  <a:moveTo>
                    <a:pt x="0" y="1396"/>
                  </a:moveTo>
                  <a:lnTo>
                    <a:pt x="861" y="1396"/>
                  </a:lnTo>
                  <a:lnTo>
                    <a:pt x="861" y="559"/>
                  </a:lnTo>
                  <a:cubicBezTo>
                    <a:pt x="861" y="256"/>
                    <a:pt x="1094" y="1"/>
                    <a:pt x="1420" y="1"/>
                  </a:cubicBezTo>
                  <a:lnTo>
                    <a:pt x="559" y="1"/>
                  </a:lnTo>
                  <a:cubicBezTo>
                    <a:pt x="256" y="1"/>
                    <a:pt x="0" y="256"/>
                    <a:pt x="0" y="559"/>
                  </a:cubicBezTo>
                  <a:close/>
                  <a:moveTo>
                    <a:pt x="0" y="1396"/>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119"/>
            <p:cNvSpPr/>
            <p:nvPr/>
          </p:nvSpPr>
          <p:spPr>
            <a:xfrm>
              <a:off x="4811000" y="4104050"/>
              <a:ext cx="55875" cy="307700"/>
            </a:xfrm>
            <a:custGeom>
              <a:avLst/>
              <a:gdLst/>
              <a:ahLst/>
              <a:cxnLst/>
              <a:rect l="l" t="t" r="r" b="b"/>
              <a:pathLst>
                <a:path w="2235" h="12308" extrusionOk="0">
                  <a:moveTo>
                    <a:pt x="838" y="4747"/>
                  </a:moveTo>
                  <a:lnTo>
                    <a:pt x="1676" y="4747"/>
                  </a:lnTo>
                  <a:lnTo>
                    <a:pt x="1676" y="559"/>
                  </a:lnTo>
                  <a:cubicBezTo>
                    <a:pt x="1676" y="257"/>
                    <a:pt x="1932" y="1"/>
                    <a:pt x="2234" y="1"/>
                  </a:cubicBezTo>
                  <a:lnTo>
                    <a:pt x="1397" y="1"/>
                  </a:lnTo>
                  <a:cubicBezTo>
                    <a:pt x="1094" y="1"/>
                    <a:pt x="838" y="257"/>
                    <a:pt x="838" y="559"/>
                  </a:cubicBezTo>
                  <a:close/>
                  <a:moveTo>
                    <a:pt x="1676" y="6142"/>
                  </a:moveTo>
                  <a:lnTo>
                    <a:pt x="838" y="6142"/>
                  </a:lnTo>
                  <a:lnTo>
                    <a:pt x="838" y="7841"/>
                  </a:lnTo>
                  <a:cubicBezTo>
                    <a:pt x="838" y="8143"/>
                    <a:pt x="1094" y="8376"/>
                    <a:pt x="1397" y="8399"/>
                  </a:cubicBezTo>
                  <a:lnTo>
                    <a:pt x="2234" y="8399"/>
                  </a:lnTo>
                  <a:cubicBezTo>
                    <a:pt x="1932" y="8376"/>
                    <a:pt x="1676" y="8143"/>
                    <a:pt x="1676" y="7841"/>
                  </a:cubicBezTo>
                  <a:close/>
                  <a:moveTo>
                    <a:pt x="1" y="12307"/>
                  </a:moveTo>
                  <a:lnTo>
                    <a:pt x="838" y="12307"/>
                  </a:lnTo>
                  <a:lnTo>
                    <a:pt x="838" y="10632"/>
                  </a:lnTo>
                  <a:cubicBezTo>
                    <a:pt x="838" y="10330"/>
                    <a:pt x="1094" y="10074"/>
                    <a:pt x="1397" y="10074"/>
                  </a:cubicBezTo>
                  <a:lnTo>
                    <a:pt x="559" y="10074"/>
                  </a:lnTo>
                  <a:cubicBezTo>
                    <a:pt x="257" y="10074"/>
                    <a:pt x="1" y="10330"/>
                    <a:pt x="1" y="10632"/>
                  </a:cubicBezTo>
                  <a:close/>
                  <a:moveTo>
                    <a:pt x="1" y="12307"/>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119"/>
            <p:cNvSpPr/>
            <p:nvPr/>
          </p:nvSpPr>
          <p:spPr>
            <a:xfrm>
              <a:off x="4859875" y="4314000"/>
              <a:ext cx="182050" cy="41900"/>
            </a:xfrm>
            <a:custGeom>
              <a:avLst/>
              <a:gdLst/>
              <a:ahLst/>
              <a:cxnLst/>
              <a:rect l="l" t="t" r="r" b="b"/>
              <a:pathLst>
                <a:path w="7282" h="1676" extrusionOk="0">
                  <a:moveTo>
                    <a:pt x="7282" y="1676"/>
                  </a:moveTo>
                  <a:lnTo>
                    <a:pt x="6723" y="1676"/>
                  </a:lnTo>
                  <a:lnTo>
                    <a:pt x="6723" y="1"/>
                  </a:lnTo>
                  <a:lnTo>
                    <a:pt x="7282" y="1"/>
                  </a:lnTo>
                  <a:close/>
                  <a:moveTo>
                    <a:pt x="0" y="1676"/>
                  </a:moveTo>
                  <a:lnTo>
                    <a:pt x="558" y="1676"/>
                  </a:lnTo>
                  <a:lnTo>
                    <a:pt x="558" y="1"/>
                  </a:lnTo>
                  <a:lnTo>
                    <a:pt x="0" y="1"/>
                  </a:lnTo>
                  <a:close/>
                  <a:moveTo>
                    <a:pt x="0" y="1676"/>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119"/>
            <p:cNvSpPr/>
            <p:nvPr/>
          </p:nvSpPr>
          <p:spPr>
            <a:xfrm>
              <a:off x="4824975" y="4411725"/>
              <a:ext cx="251850" cy="127975"/>
            </a:xfrm>
            <a:custGeom>
              <a:avLst/>
              <a:gdLst/>
              <a:ahLst/>
              <a:cxnLst/>
              <a:rect l="l" t="t" r="r" b="b"/>
              <a:pathLst>
                <a:path w="10074" h="5119" extrusionOk="0">
                  <a:moveTo>
                    <a:pt x="0" y="5118"/>
                  </a:moveTo>
                  <a:lnTo>
                    <a:pt x="559" y="5118"/>
                  </a:lnTo>
                  <a:lnTo>
                    <a:pt x="1396" y="0"/>
                  </a:lnTo>
                  <a:lnTo>
                    <a:pt x="838" y="0"/>
                  </a:lnTo>
                  <a:close/>
                  <a:moveTo>
                    <a:pt x="9515" y="5118"/>
                  </a:moveTo>
                  <a:lnTo>
                    <a:pt x="10074" y="5118"/>
                  </a:lnTo>
                  <a:lnTo>
                    <a:pt x="9213" y="0"/>
                  </a:lnTo>
                  <a:lnTo>
                    <a:pt x="8654" y="0"/>
                  </a:lnTo>
                  <a:close/>
                  <a:moveTo>
                    <a:pt x="9515" y="5118"/>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119"/>
            <p:cNvSpPr/>
            <p:nvPr/>
          </p:nvSpPr>
          <p:spPr>
            <a:xfrm>
              <a:off x="4820325" y="4539675"/>
              <a:ext cx="261150" cy="27925"/>
            </a:xfrm>
            <a:custGeom>
              <a:avLst/>
              <a:gdLst/>
              <a:ahLst/>
              <a:cxnLst/>
              <a:rect l="l" t="t" r="r" b="b"/>
              <a:pathLst>
                <a:path w="10446" h="1117" extrusionOk="0">
                  <a:moveTo>
                    <a:pt x="0" y="1117"/>
                  </a:moveTo>
                  <a:lnTo>
                    <a:pt x="559" y="1117"/>
                  </a:lnTo>
                  <a:lnTo>
                    <a:pt x="745" y="0"/>
                  </a:lnTo>
                  <a:lnTo>
                    <a:pt x="186" y="0"/>
                  </a:lnTo>
                  <a:close/>
                  <a:moveTo>
                    <a:pt x="9701" y="0"/>
                  </a:moveTo>
                  <a:lnTo>
                    <a:pt x="9887" y="1117"/>
                  </a:lnTo>
                  <a:lnTo>
                    <a:pt x="10446" y="1117"/>
                  </a:lnTo>
                  <a:lnTo>
                    <a:pt x="10260" y="0"/>
                  </a:lnTo>
                  <a:close/>
                  <a:moveTo>
                    <a:pt x="9701" y="0"/>
                  </a:moveTo>
                  <a:close/>
                </a:path>
              </a:pathLst>
            </a:custGeom>
            <a:solidFill>
              <a:srgbClr val="DFA3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119"/>
            <p:cNvSpPr/>
            <p:nvPr/>
          </p:nvSpPr>
          <p:spPr>
            <a:xfrm>
              <a:off x="4858700" y="4489650"/>
              <a:ext cx="198350" cy="13975"/>
            </a:xfrm>
            <a:custGeom>
              <a:avLst/>
              <a:gdLst/>
              <a:ahLst/>
              <a:cxnLst/>
              <a:rect l="l" t="t" r="r" b="b"/>
              <a:pathLst>
                <a:path w="7934" h="559" extrusionOk="0">
                  <a:moveTo>
                    <a:pt x="1" y="559"/>
                  </a:moveTo>
                  <a:lnTo>
                    <a:pt x="7934" y="559"/>
                  </a:lnTo>
                  <a:lnTo>
                    <a:pt x="7841" y="1"/>
                  </a:lnTo>
                  <a:lnTo>
                    <a:pt x="94" y="1"/>
                  </a:lnTo>
                  <a:close/>
                  <a:moveTo>
                    <a:pt x="1" y="559"/>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119"/>
            <p:cNvSpPr/>
            <p:nvPr/>
          </p:nvSpPr>
          <p:spPr>
            <a:xfrm>
              <a:off x="4831950" y="4125000"/>
              <a:ext cx="230925" cy="265800"/>
            </a:xfrm>
            <a:custGeom>
              <a:avLst/>
              <a:gdLst/>
              <a:ahLst/>
              <a:cxnLst/>
              <a:rect l="l" t="t" r="r" b="b"/>
              <a:pathLst>
                <a:path w="9237" h="10632" extrusionOk="0">
                  <a:moveTo>
                    <a:pt x="6445" y="0"/>
                  </a:moveTo>
                  <a:lnTo>
                    <a:pt x="6445" y="559"/>
                  </a:lnTo>
                  <a:lnTo>
                    <a:pt x="8120" y="559"/>
                  </a:lnTo>
                  <a:lnTo>
                    <a:pt x="8120" y="0"/>
                  </a:lnTo>
                  <a:close/>
                  <a:moveTo>
                    <a:pt x="8678" y="0"/>
                  </a:moveTo>
                  <a:lnTo>
                    <a:pt x="8678" y="559"/>
                  </a:lnTo>
                  <a:lnTo>
                    <a:pt x="9236" y="559"/>
                  </a:lnTo>
                  <a:lnTo>
                    <a:pt x="9236" y="0"/>
                  </a:lnTo>
                  <a:close/>
                  <a:moveTo>
                    <a:pt x="0" y="10073"/>
                  </a:moveTo>
                  <a:lnTo>
                    <a:pt x="0" y="10632"/>
                  </a:lnTo>
                  <a:lnTo>
                    <a:pt x="559" y="10632"/>
                  </a:lnTo>
                  <a:lnTo>
                    <a:pt x="559" y="10073"/>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119"/>
            <p:cNvSpPr/>
            <p:nvPr/>
          </p:nvSpPr>
          <p:spPr>
            <a:xfrm>
              <a:off x="4772050" y="4096500"/>
              <a:ext cx="339675" cy="478100"/>
            </a:xfrm>
            <a:custGeom>
              <a:avLst/>
              <a:gdLst/>
              <a:ahLst/>
              <a:cxnLst/>
              <a:rect l="l" t="t" r="r" b="b"/>
              <a:pathLst>
                <a:path w="13587" h="19124" extrusionOk="0">
                  <a:moveTo>
                    <a:pt x="9515" y="5328"/>
                  </a:moveTo>
                  <a:cubicBezTo>
                    <a:pt x="9678" y="5328"/>
                    <a:pt x="9794" y="5444"/>
                    <a:pt x="9794" y="5607"/>
                  </a:cubicBezTo>
                  <a:lnTo>
                    <a:pt x="9794" y="6165"/>
                  </a:lnTo>
                  <a:lnTo>
                    <a:pt x="559" y="6165"/>
                  </a:lnTo>
                  <a:lnTo>
                    <a:pt x="559" y="5607"/>
                  </a:lnTo>
                  <a:cubicBezTo>
                    <a:pt x="559" y="5444"/>
                    <a:pt x="675" y="5328"/>
                    <a:pt x="838" y="5328"/>
                  </a:cubicBezTo>
                  <a:close/>
                  <a:moveTo>
                    <a:pt x="4351" y="8957"/>
                  </a:moveTo>
                  <a:lnTo>
                    <a:pt x="4351" y="10097"/>
                  </a:lnTo>
                  <a:lnTo>
                    <a:pt x="3792" y="10097"/>
                  </a:lnTo>
                  <a:lnTo>
                    <a:pt x="3792" y="8957"/>
                  </a:lnTo>
                  <a:close/>
                  <a:moveTo>
                    <a:pt x="9957" y="8957"/>
                  </a:moveTo>
                  <a:lnTo>
                    <a:pt x="9957" y="10097"/>
                  </a:lnTo>
                  <a:lnTo>
                    <a:pt x="4909" y="10097"/>
                  </a:lnTo>
                  <a:lnTo>
                    <a:pt x="4909" y="8957"/>
                  </a:lnTo>
                  <a:close/>
                  <a:moveTo>
                    <a:pt x="11074" y="8957"/>
                  </a:moveTo>
                  <a:lnTo>
                    <a:pt x="11074" y="10097"/>
                  </a:lnTo>
                  <a:lnTo>
                    <a:pt x="10516" y="10097"/>
                  </a:lnTo>
                  <a:lnTo>
                    <a:pt x="10516" y="8957"/>
                  </a:lnTo>
                  <a:close/>
                  <a:moveTo>
                    <a:pt x="2117" y="6724"/>
                  </a:moveTo>
                  <a:lnTo>
                    <a:pt x="2117" y="8119"/>
                  </a:lnTo>
                  <a:cubicBezTo>
                    <a:pt x="2117" y="8585"/>
                    <a:pt x="2490" y="8980"/>
                    <a:pt x="2955" y="8980"/>
                  </a:cubicBezTo>
                  <a:lnTo>
                    <a:pt x="3257" y="8980"/>
                  </a:lnTo>
                  <a:lnTo>
                    <a:pt x="3257" y="10097"/>
                  </a:lnTo>
                  <a:lnTo>
                    <a:pt x="2117" y="10097"/>
                  </a:lnTo>
                  <a:cubicBezTo>
                    <a:pt x="1838" y="10097"/>
                    <a:pt x="1559" y="10236"/>
                    <a:pt x="1419" y="10492"/>
                  </a:cubicBezTo>
                  <a:lnTo>
                    <a:pt x="559" y="9911"/>
                  </a:lnTo>
                  <a:lnTo>
                    <a:pt x="559" y="6724"/>
                  </a:lnTo>
                  <a:close/>
                  <a:moveTo>
                    <a:pt x="12749" y="10632"/>
                  </a:moveTo>
                  <a:cubicBezTo>
                    <a:pt x="12912" y="10632"/>
                    <a:pt x="13051" y="10771"/>
                    <a:pt x="13051" y="10911"/>
                  </a:cubicBezTo>
                  <a:lnTo>
                    <a:pt x="13028" y="12330"/>
                  </a:lnTo>
                  <a:lnTo>
                    <a:pt x="7701" y="12330"/>
                  </a:lnTo>
                  <a:lnTo>
                    <a:pt x="7701" y="12888"/>
                  </a:lnTo>
                  <a:lnTo>
                    <a:pt x="10539" y="12888"/>
                  </a:lnTo>
                  <a:lnTo>
                    <a:pt x="10888" y="14866"/>
                  </a:lnTo>
                  <a:lnTo>
                    <a:pt x="3978" y="14866"/>
                  </a:lnTo>
                  <a:lnTo>
                    <a:pt x="4304" y="12888"/>
                  </a:lnTo>
                  <a:lnTo>
                    <a:pt x="7142" y="12888"/>
                  </a:lnTo>
                  <a:lnTo>
                    <a:pt x="7142" y="12330"/>
                  </a:lnTo>
                  <a:lnTo>
                    <a:pt x="1838" y="12330"/>
                  </a:lnTo>
                  <a:lnTo>
                    <a:pt x="1838" y="10911"/>
                  </a:lnTo>
                  <a:cubicBezTo>
                    <a:pt x="1838" y="10771"/>
                    <a:pt x="1978" y="10632"/>
                    <a:pt x="2141" y="10632"/>
                  </a:cubicBezTo>
                  <a:close/>
                  <a:moveTo>
                    <a:pt x="10958" y="15447"/>
                  </a:moveTo>
                  <a:lnTo>
                    <a:pt x="11051" y="16006"/>
                  </a:lnTo>
                  <a:lnTo>
                    <a:pt x="3792" y="16006"/>
                  </a:lnTo>
                  <a:lnTo>
                    <a:pt x="3885" y="15447"/>
                  </a:lnTo>
                  <a:close/>
                  <a:moveTo>
                    <a:pt x="3746" y="12888"/>
                  </a:moveTo>
                  <a:lnTo>
                    <a:pt x="2978" y="17425"/>
                  </a:lnTo>
                  <a:lnTo>
                    <a:pt x="2443" y="17425"/>
                  </a:lnTo>
                  <a:lnTo>
                    <a:pt x="3187" y="12888"/>
                  </a:lnTo>
                  <a:close/>
                  <a:moveTo>
                    <a:pt x="11655" y="12888"/>
                  </a:moveTo>
                  <a:lnTo>
                    <a:pt x="12423" y="17425"/>
                  </a:lnTo>
                  <a:lnTo>
                    <a:pt x="11865" y="17425"/>
                  </a:lnTo>
                  <a:lnTo>
                    <a:pt x="11120" y="12888"/>
                  </a:lnTo>
                  <a:close/>
                  <a:moveTo>
                    <a:pt x="12516" y="17983"/>
                  </a:moveTo>
                  <a:lnTo>
                    <a:pt x="12609" y="18542"/>
                  </a:lnTo>
                  <a:lnTo>
                    <a:pt x="12051" y="18542"/>
                  </a:lnTo>
                  <a:lnTo>
                    <a:pt x="11958" y="17983"/>
                  </a:lnTo>
                  <a:close/>
                  <a:moveTo>
                    <a:pt x="2908" y="18006"/>
                  </a:moveTo>
                  <a:lnTo>
                    <a:pt x="2815" y="18565"/>
                  </a:lnTo>
                  <a:lnTo>
                    <a:pt x="2257" y="18565"/>
                  </a:lnTo>
                  <a:lnTo>
                    <a:pt x="2350" y="18006"/>
                  </a:lnTo>
                  <a:close/>
                  <a:moveTo>
                    <a:pt x="2955" y="0"/>
                  </a:moveTo>
                  <a:cubicBezTo>
                    <a:pt x="2490" y="0"/>
                    <a:pt x="2117" y="396"/>
                    <a:pt x="2117" y="861"/>
                  </a:cubicBezTo>
                  <a:lnTo>
                    <a:pt x="2117" y="4769"/>
                  </a:lnTo>
                  <a:lnTo>
                    <a:pt x="838" y="4769"/>
                  </a:lnTo>
                  <a:cubicBezTo>
                    <a:pt x="373" y="4769"/>
                    <a:pt x="0" y="5142"/>
                    <a:pt x="0" y="5607"/>
                  </a:cubicBezTo>
                  <a:lnTo>
                    <a:pt x="0" y="10190"/>
                  </a:lnTo>
                  <a:lnTo>
                    <a:pt x="1280" y="11074"/>
                  </a:lnTo>
                  <a:lnTo>
                    <a:pt x="1280" y="12888"/>
                  </a:lnTo>
                  <a:lnTo>
                    <a:pt x="2606" y="12888"/>
                  </a:lnTo>
                  <a:lnTo>
                    <a:pt x="1582" y="19123"/>
                  </a:lnTo>
                  <a:lnTo>
                    <a:pt x="3257" y="19123"/>
                  </a:lnTo>
                  <a:lnTo>
                    <a:pt x="3699" y="16564"/>
                  </a:lnTo>
                  <a:lnTo>
                    <a:pt x="11144" y="16564"/>
                  </a:lnTo>
                  <a:lnTo>
                    <a:pt x="11562" y="19123"/>
                  </a:lnTo>
                  <a:lnTo>
                    <a:pt x="13261" y="19123"/>
                  </a:lnTo>
                  <a:lnTo>
                    <a:pt x="12214" y="12888"/>
                  </a:lnTo>
                  <a:lnTo>
                    <a:pt x="13563" y="12888"/>
                  </a:lnTo>
                  <a:lnTo>
                    <a:pt x="13586" y="10934"/>
                  </a:lnTo>
                  <a:cubicBezTo>
                    <a:pt x="13586" y="10469"/>
                    <a:pt x="13214" y="10097"/>
                    <a:pt x="12749" y="10097"/>
                  </a:cubicBezTo>
                  <a:lnTo>
                    <a:pt x="11632" y="10097"/>
                  </a:lnTo>
                  <a:lnTo>
                    <a:pt x="11632" y="8957"/>
                  </a:lnTo>
                  <a:lnTo>
                    <a:pt x="11911" y="8957"/>
                  </a:lnTo>
                  <a:cubicBezTo>
                    <a:pt x="12377" y="8957"/>
                    <a:pt x="12772" y="8585"/>
                    <a:pt x="12772" y="8119"/>
                  </a:cubicBezTo>
                  <a:lnTo>
                    <a:pt x="12772" y="861"/>
                  </a:lnTo>
                  <a:cubicBezTo>
                    <a:pt x="12772" y="396"/>
                    <a:pt x="12377" y="24"/>
                    <a:pt x="11911" y="24"/>
                  </a:cubicBezTo>
                  <a:lnTo>
                    <a:pt x="4932" y="24"/>
                  </a:lnTo>
                  <a:lnTo>
                    <a:pt x="4932" y="582"/>
                  </a:lnTo>
                  <a:lnTo>
                    <a:pt x="11911" y="582"/>
                  </a:lnTo>
                  <a:cubicBezTo>
                    <a:pt x="12074" y="582"/>
                    <a:pt x="12214" y="721"/>
                    <a:pt x="12214" y="884"/>
                  </a:cubicBezTo>
                  <a:lnTo>
                    <a:pt x="12214" y="8143"/>
                  </a:lnTo>
                  <a:cubicBezTo>
                    <a:pt x="12214" y="8305"/>
                    <a:pt x="12074" y="8445"/>
                    <a:pt x="11911" y="8445"/>
                  </a:cubicBezTo>
                  <a:lnTo>
                    <a:pt x="2955" y="8445"/>
                  </a:lnTo>
                  <a:cubicBezTo>
                    <a:pt x="2792" y="8445"/>
                    <a:pt x="2676" y="8305"/>
                    <a:pt x="2676" y="8143"/>
                  </a:cubicBezTo>
                  <a:lnTo>
                    <a:pt x="2676" y="6747"/>
                  </a:lnTo>
                  <a:lnTo>
                    <a:pt x="10329" y="6747"/>
                  </a:lnTo>
                  <a:lnTo>
                    <a:pt x="10329" y="5630"/>
                  </a:lnTo>
                  <a:cubicBezTo>
                    <a:pt x="10329" y="5165"/>
                    <a:pt x="9957" y="4793"/>
                    <a:pt x="9492" y="4793"/>
                  </a:cubicBezTo>
                  <a:lnTo>
                    <a:pt x="2676" y="4793"/>
                  </a:lnTo>
                  <a:lnTo>
                    <a:pt x="2676" y="861"/>
                  </a:lnTo>
                  <a:cubicBezTo>
                    <a:pt x="2676" y="698"/>
                    <a:pt x="2815" y="582"/>
                    <a:pt x="2978" y="582"/>
                  </a:cubicBezTo>
                  <a:lnTo>
                    <a:pt x="4351" y="582"/>
                  </a:lnTo>
                  <a:lnTo>
                    <a:pt x="435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2" name="Google Shape;5522;p119"/>
          <p:cNvGrpSpPr/>
          <p:nvPr/>
        </p:nvGrpSpPr>
        <p:grpSpPr>
          <a:xfrm>
            <a:off x="4703425" y="3443375"/>
            <a:ext cx="476925" cy="350725"/>
            <a:chOff x="4703425" y="3443375"/>
            <a:chExt cx="476925" cy="350725"/>
          </a:xfrm>
        </p:grpSpPr>
        <p:sp>
          <p:nvSpPr>
            <p:cNvPr id="5523" name="Google Shape;5523;p119"/>
            <p:cNvSpPr/>
            <p:nvPr/>
          </p:nvSpPr>
          <p:spPr>
            <a:xfrm>
              <a:off x="4724350" y="3478850"/>
              <a:ext cx="435075" cy="279775"/>
            </a:xfrm>
            <a:custGeom>
              <a:avLst/>
              <a:gdLst/>
              <a:ahLst/>
              <a:cxnLst/>
              <a:rect l="l" t="t" r="r" b="b"/>
              <a:pathLst>
                <a:path w="17403" h="11191" extrusionOk="0">
                  <a:moveTo>
                    <a:pt x="17402" y="11190"/>
                  </a:moveTo>
                  <a:lnTo>
                    <a:pt x="2769" y="11190"/>
                  </a:lnTo>
                  <a:lnTo>
                    <a:pt x="2769" y="8957"/>
                  </a:lnTo>
                  <a:lnTo>
                    <a:pt x="17402" y="8957"/>
                  </a:lnTo>
                  <a:close/>
                  <a:moveTo>
                    <a:pt x="1" y="6723"/>
                  </a:moveTo>
                  <a:lnTo>
                    <a:pt x="14610" y="6723"/>
                  </a:lnTo>
                  <a:lnTo>
                    <a:pt x="14610" y="4490"/>
                  </a:lnTo>
                  <a:lnTo>
                    <a:pt x="1" y="4490"/>
                  </a:lnTo>
                  <a:close/>
                  <a:moveTo>
                    <a:pt x="5026" y="2234"/>
                  </a:moveTo>
                  <a:lnTo>
                    <a:pt x="17402" y="2234"/>
                  </a:lnTo>
                  <a:lnTo>
                    <a:pt x="17402" y="0"/>
                  </a:lnTo>
                  <a:lnTo>
                    <a:pt x="2769" y="0"/>
                  </a:lnTo>
                  <a:lnTo>
                    <a:pt x="2769" y="2234"/>
                  </a:lnTo>
                  <a:lnTo>
                    <a:pt x="3909" y="2234"/>
                  </a:lnTo>
                  <a:lnTo>
                    <a:pt x="3909" y="1117"/>
                  </a:lnTo>
                  <a:lnTo>
                    <a:pt x="5026" y="1117"/>
                  </a:lnTo>
                  <a:close/>
                  <a:moveTo>
                    <a:pt x="5026" y="2234"/>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119"/>
            <p:cNvSpPr/>
            <p:nvPr/>
          </p:nvSpPr>
          <p:spPr>
            <a:xfrm>
              <a:off x="4766225" y="3450925"/>
              <a:ext cx="407150" cy="111700"/>
            </a:xfrm>
            <a:custGeom>
              <a:avLst/>
              <a:gdLst/>
              <a:ahLst/>
              <a:cxnLst/>
              <a:rect l="l" t="t" r="r" b="b"/>
              <a:pathLst>
                <a:path w="16286" h="4468" extrusionOk="0">
                  <a:moveTo>
                    <a:pt x="559" y="4467"/>
                  </a:moveTo>
                  <a:lnTo>
                    <a:pt x="2234" y="4467"/>
                  </a:lnTo>
                  <a:lnTo>
                    <a:pt x="2234" y="3351"/>
                  </a:lnTo>
                  <a:lnTo>
                    <a:pt x="1094" y="3351"/>
                  </a:lnTo>
                  <a:lnTo>
                    <a:pt x="1094" y="1117"/>
                  </a:lnTo>
                  <a:lnTo>
                    <a:pt x="16285" y="1117"/>
                  </a:lnTo>
                  <a:lnTo>
                    <a:pt x="16285" y="1"/>
                  </a:lnTo>
                  <a:lnTo>
                    <a:pt x="559" y="1"/>
                  </a:lnTo>
                  <a:cubicBezTo>
                    <a:pt x="257" y="1"/>
                    <a:pt x="1" y="256"/>
                    <a:pt x="1" y="559"/>
                  </a:cubicBezTo>
                  <a:lnTo>
                    <a:pt x="1" y="3909"/>
                  </a:lnTo>
                  <a:cubicBezTo>
                    <a:pt x="1" y="4211"/>
                    <a:pt x="257" y="4467"/>
                    <a:pt x="559" y="4467"/>
                  </a:cubicBezTo>
                  <a:close/>
                  <a:moveTo>
                    <a:pt x="3351" y="4467"/>
                  </a:moveTo>
                  <a:lnTo>
                    <a:pt x="3351" y="3351"/>
                  </a:lnTo>
                  <a:lnTo>
                    <a:pt x="16285" y="3351"/>
                  </a:lnTo>
                  <a:lnTo>
                    <a:pt x="16285" y="4467"/>
                  </a:lnTo>
                  <a:close/>
                  <a:moveTo>
                    <a:pt x="3351" y="4467"/>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119"/>
            <p:cNvSpPr/>
            <p:nvPr/>
          </p:nvSpPr>
          <p:spPr>
            <a:xfrm>
              <a:off x="4710400" y="3562600"/>
              <a:ext cx="407150" cy="112275"/>
            </a:xfrm>
            <a:custGeom>
              <a:avLst/>
              <a:gdLst/>
              <a:ahLst/>
              <a:cxnLst/>
              <a:rect l="l" t="t" r="r" b="b"/>
              <a:pathLst>
                <a:path w="16286" h="4491" extrusionOk="0">
                  <a:moveTo>
                    <a:pt x="0" y="4490"/>
                  </a:moveTo>
                  <a:lnTo>
                    <a:pt x="15727" y="4490"/>
                  </a:lnTo>
                  <a:cubicBezTo>
                    <a:pt x="16029" y="4490"/>
                    <a:pt x="16285" y="4234"/>
                    <a:pt x="16285" y="3932"/>
                  </a:cubicBezTo>
                  <a:lnTo>
                    <a:pt x="16285" y="559"/>
                  </a:lnTo>
                  <a:cubicBezTo>
                    <a:pt x="16285" y="256"/>
                    <a:pt x="16029" y="0"/>
                    <a:pt x="15727" y="0"/>
                  </a:cubicBezTo>
                  <a:lnTo>
                    <a:pt x="0" y="0"/>
                  </a:lnTo>
                  <a:lnTo>
                    <a:pt x="0" y="1140"/>
                  </a:lnTo>
                  <a:lnTo>
                    <a:pt x="15168" y="1140"/>
                  </a:lnTo>
                  <a:lnTo>
                    <a:pt x="15168" y="3373"/>
                  </a:lnTo>
                  <a:lnTo>
                    <a:pt x="0" y="3373"/>
                  </a:lnTo>
                  <a:close/>
                  <a:moveTo>
                    <a:pt x="0" y="4490"/>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119"/>
            <p:cNvSpPr/>
            <p:nvPr/>
          </p:nvSpPr>
          <p:spPr>
            <a:xfrm>
              <a:off x="4766225" y="3674850"/>
              <a:ext cx="407150" cy="111675"/>
            </a:xfrm>
            <a:custGeom>
              <a:avLst/>
              <a:gdLst/>
              <a:ahLst/>
              <a:cxnLst/>
              <a:rect l="l" t="t" r="r" b="b"/>
              <a:pathLst>
                <a:path w="16286" h="4467" extrusionOk="0">
                  <a:moveTo>
                    <a:pt x="16285" y="4467"/>
                  </a:moveTo>
                  <a:lnTo>
                    <a:pt x="559" y="4467"/>
                  </a:lnTo>
                  <a:cubicBezTo>
                    <a:pt x="257" y="4467"/>
                    <a:pt x="1" y="4211"/>
                    <a:pt x="1" y="3908"/>
                  </a:cubicBezTo>
                  <a:lnTo>
                    <a:pt x="1" y="558"/>
                  </a:lnTo>
                  <a:cubicBezTo>
                    <a:pt x="1" y="256"/>
                    <a:pt x="257" y="0"/>
                    <a:pt x="559" y="0"/>
                  </a:cubicBezTo>
                  <a:lnTo>
                    <a:pt x="16285" y="0"/>
                  </a:lnTo>
                  <a:lnTo>
                    <a:pt x="16285" y="1117"/>
                  </a:lnTo>
                  <a:lnTo>
                    <a:pt x="1094" y="1117"/>
                  </a:lnTo>
                  <a:lnTo>
                    <a:pt x="1094" y="3350"/>
                  </a:lnTo>
                  <a:lnTo>
                    <a:pt x="16285" y="3350"/>
                  </a:lnTo>
                  <a:close/>
                  <a:moveTo>
                    <a:pt x="16285" y="4467"/>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119"/>
            <p:cNvSpPr/>
            <p:nvPr/>
          </p:nvSpPr>
          <p:spPr>
            <a:xfrm>
              <a:off x="4710400" y="3562600"/>
              <a:ext cx="13975" cy="112275"/>
            </a:xfrm>
            <a:custGeom>
              <a:avLst/>
              <a:gdLst/>
              <a:ahLst/>
              <a:cxnLst/>
              <a:rect l="l" t="t" r="r" b="b"/>
              <a:pathLst>
                <a:path w="559" h="4491" extrusionOk="0">
                  <a:moveTo>
                    <a:pt x="0" y="4490"/>
                  </a:moveTo>
                  <a:lnTo>
                    <a:pt x="559" y="4490"/>
                  </a:lnTo>
                  <a:lnTo>
                    <a:pt x="559" y="3373"/>
                  </a:lnTo>
                  <a:lnTo>
                    <a:pt x="0" y="3373"/>
                  </a:lnTo>
                  <a:close/>
                  <a:moveTo>
                    <a:pt x="559" y="0"/>
                  </a:moveTo>
                  <a:lnTo>
                    <a:pt x="0" y="0"/>
                  </a:lnTo>
                  <a:lnTo>
                    <a:pt x="0" y="1140"/>
                  </a:lnTo>
                  <a:lnTo>
                    <a:pt x="559" y="1140"/>
                  </a:lnTo>
                  <a:close/>
                  <a:moveTo>
                    <a:pt x="559" y="0"/>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119"/>
            <p:cNvSpPr/>
            <p:nvPr/>
          </p:nvSpPr>
          <p:spPr>
            <a:xfrm>
              <a:off x="4724350" y="3478850"/>
              <a:ext cx="139600" cy="279775"/>
            </a:xfrm>
            <a:custGeom>
              <a:avLst/>
              <a:gdLst/>
              <a:ahLst/>
              <a:cxnLst/>
              <a:rect l="l" t="t" r="r" b="b"/>
              <a:pathLst>
                <a:path w="5584" h="11191" extrusionOk="0">
                  <a:moveTo>
                    <a:pt x="5584" y="1117"/>
                  </a:moveTo>
                  <a:lnTo>
                    <a:pt x="5584" y="2234"/>
                  </a:lnTo>
                  <a:lnTo>
                    <a:pt x="5026" y="2234"/>
                  </a:lnTo>
                  <a:lnTo>
                    <a:pt x="5026" y="1117"/>
                  </a:lnTo>
                  <a:close/>
                  <a:moveTo>
                    <a:pt x="3351" y="2234"/>
                  </a:moveTo>
                  <a:lnTo>
                    <a:pt x="2769" y="2234"/>
                  </a:lnTo>
                  <a:lnTo>
                    <a:pt x="2769" y="0"/>
                  </a:lnTo>
                  <a:lnTo>
                    <a:pt x="3351" y="0"/>
                  </a:lnTo>
                  <a:close/>
                  <a:moveTo>
                    <a:pt x="3351" y="11190"/>
                  </a:moveTo>
                  <a:lnTo>
                    <a:pt x="2769" y="11190"/>
                  </a:lnTo>
                  <a:lnTo>
                    <a:pt x="2769" y="8957"/>
                  </a:lnTo>
                  <a:lnTo>
                    <a:pt x="3351" y="8957"/>
                  </a:lnTo>
                  <a:close/>
                  <a:moveTo>
                    <a:pt x="1" y="6723"/>
                  </a:moveTo>
                  <a:lnTo>
                    <a:pt x="559" y="6723"/>
                  </a:lnTo>
                  <a:lnTo>
                    <a:pt x="559" y="4490"/>
                  </a:lnTo>
                  <a:lnTo>
                    <a:pt x="1" y="4490"/>
                  </a:lnTo>
                  <a:close/>
                  <a:moveTo>
                    <a:pt x="1" y="6723"/>
                  </a:moveTo>
                  <a:close/>
                </a:path>
              </a:pathLst>
            </a:custGeom>
            <a:solidFill>
              <a:srgbClr val="B0C5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119"/>
            <p:cNvSpPr/>
            <p:nvPr/>
          </p:nvSpPr>
          <p:spPr>
            <a:xfrm>
              <a:off x="4765650" y="3450925"/>
              <a:ext cx="98300" cy="111700"/>
            </a:xfrm>
            <a:custGeom>
              <a:avLst/>
              <a:gdLst/>
              <a:ahLst/>
              <a:cxnLst/>
              <a:rect l="l" t="t" r="r" b="b"/>
              <a:pathLst>
                <a:path w="3932" h="4468" extrusionOk="0">
                  <a:moveTo>
                    <a:pt x="582" y="4467"/>
                  </a:moveTo>
                  <a:lnTo>
                    <a:pt x="1117" y="4467"/>
                  </a:lnTo>
                  <a:cubicBezTo>
                    <a:pt x="815" y="4467"/>
                    <a:pt x="559" y="4235"/>
                    <a:pt x="559" y="3909"/>
                  </a:cubicBezTo>
                  <a:lnTo>
                    <a:pt x="559" y="559"/>
                  </a:lnTo>
                  <a:cubicBezTo>
                    <a:pt x="559" y="256"/>
                    <a:pt x="815" y="1"/>
                    <a:pt x="1117" y="1"/>
                  </a:cubicBezTo>
                  <a:lnTo>
                    <a:pt x="559" y="1"/>
                  </a:lnTo>
                  <a:cubicBezTo>
                    <a:pt x="256" y="1"/>
                    <a:pt x="0" y="256"/>
                    <a:pt x="0" y="559"/>
                  </a:cubicBezTo>
                  <a:lnTo>
                    <a:pt x="0" y="3909"/>
                  </a:lnTo>
                  <a:cubicBezTo>
                    <a:pt x="0" y="4211"/>
                    <a:pt x="256" y="4467"/>
                    <a:pt x="559" y="4467"/>
                  </a:cubicBezTo>
                  <a:close/>
                  <a:moveTo>
                    <a:pt x="3932" y="3351"/>
                  </a:moveTo>
                  <a:lnTo>
                    <a:pt x="3932" y="4467"/>
                  </a:lnTo>
                  <a:lnTo>
                    <a:pt x="3374" y="4467"/>
                  </a:lnTo>
                  <a:lnTo>
                    <a:pt x="3374" y="3351"/>
                  </a:lnTo>
                  <a:close/>
                  <a:moveTo>
                    <a:pt x="3932" y="3351"/>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119"/>
            <p:cNvSpPr/>
            <p:nvPr/>
          </p:nvSpPr>
          <p:spPr>
            <a:xfrm>
              <a:off x="4765650" y="3674850"/>
              <a:ext cx="27950" cy="111675"/>
            </a:xfrm>
            <a:custGeom>
              <a:avLst/>
              <a:gdLst/>
              <a:ahLst/>
              <a:cxnLst/>
              <a:rect l="l" t="t" r="r" b="b"/>
              <a:pathLst>
                <a:path w="1118" h="4467" extrusionOk="0">
                  <a:moveTo>
                    <a:pt x="1117" y="4467"/>
                  </a:moveTo>
                  <a:lnTo>
                    <a:pt x="559" y="4467"/>
                  </a:lnTo>
                  <a:cubicBezTo>
                    <a:pt x="256" y="4467"/>
                    <a:pt x="0" y="4211"/>
                    <a:pt x="0" y="3908"/>
                  </a:cubicBezTo>
                  <a:lnTo>
                    <a:pt x="0" y="558"/>
                  </a:lnTo>
                  <a:cubicBezTo>
                    <a:pt x="0" y="256"/>
                    <a:pt x="256" y="0"/>
                    <a:pt x="559" y="0"/>
                  </a:cubicBezTo>
                  <a:lnTo>
                    <a:pt x="1117" y="0"/>
                  </a:lnTo>
                  <a:cubicBezTo>
                    <a:pt x="815" y="0"/>
                    <a:pt x="559" y="256"/>
                    <a:pt x="559" y="558"/>
                  </a:cubicBezTo>
                  <a:lnTo>
                    <a:pt x="559" y="3908"/>
                  </a:lnTo>
                  <a:cubicBezTo>
                    <a:pt x="559" y="4211"/>
                    <a:pt x="815" y="4467"/>
                    <a:pt x="1117" y="4467"/>
                  </a:cubicBezTo>
                  <a:close/>
                  <a:moveTo>
                    <a:pt x="1117" y="4467"/>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119"/>
            <p:cNvSpPr/>
            <p:nvPr/>
          </p:nvSpPr>
          <p:spPr>
            <a:xfrm>
              <a:off x="4822050" y="3506750"/>
              <a:ext cx="27950" cy="55875"/>
            </a:xfrm>
            <a:custGeom>
              <a:avLst/>
              <a:gdLst/>
              <a:ahLst/>
              <a:cxnLst/>
              <a:rect l="l" t="t" r="r" b="b"/>
              <a:pathLst>
                <a:path w="1118" h="2235" extrusionOk="0">
                  <a:moveTo>
                    <a:pt x="1" y="1"/>
                  </a:moveTo>
                  <a:lnTo>
                    <a:pt x="1" y="2234"/>
                  </a:lnTo>
                  <a:lnTo>
                    <a:pt x="1118" y="2234"/>
                  </a:lnTo>
                  <a:lnTo>
                    <a:pt x="11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119"/>
            <p:cNvSpPr/>
            <p:nvPr/>
          </p:nvSpPr>
          <p:spPr>
            <a:xfrm>
              <a:off x="4822050" y="3506750"/>
              <a:ext cx="14000" cy="55875"/>
            </a:xfrm>
            <a:custGeom>
              <a:avLst/>
              <a:gdLst/>
              <a:ahLst/>
              <a:cxnLst/>
              <a:rect l="l" t="t" r="r" b="b"/>
              <a:pathLst>
                <a:path w="560" h="2235" extrusionOk="0">
                  <a:moveTo>
                    <a:pt x="1" y="1"/>
                  </a:moveTo>
                  <a:lnTo>
                    <a:pt x="1" y="2234"/>
                  </a:lnTo>
                  <a:lnTo>
                    <a:pt x="559" y="2234"/>
                  </a:lnTo>
                  <a:lnTo>
                    <a:pt x="55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119"/>
            <p:cNvSpPr/>
            <p:nvPr/>
          </p:nvSpPr>
          <p:spPr>
            <a:xfrm>
              <a:off x="4745300" y="3499775"/>
              <a:ext cx="393175" cy="237900"/>
            </a:xfrm>
            <a:custGeom>
              <a:avLst/>
              <a:gdLst/>
              <a:ahLst/>
              <a:cxnLst/>
              <a:rect l="l" t="t" r="r" b="b"/>
              <a:pathLst>
                <a:path w="15727" h="9516" extrusionOk="0">
                  <a:moveTo>
                    <a:pt x="15168" y="1"/>
                  </a:moveTo>
                  <a:lnTo>
                    <a:pt x="15168" y="559"/>
                  </a:lnTo>
                  <a:lnTo>
                    <a:pt x="15727" y="559"/>
                  </a:lnTo>
                  <a:lnTo>
                    <a:pt x="15727" y="1"/>
                  </a:lnTo>
                  <a:close/>
                  <a:moveTo>
                    <a:pt x="0" y="4491"/>
                  </a:moveTo>
                  <a:lnTo>
                    <a:pt x="0" y="5049"/>
                  </a:lnTo>
                  <a:lnTo>
                    <a:pt x="558" y="5049"/>
                  </a:lnTo>
                  <a:lnTo>
                    <a:pt x="558" y="4491"/>
                  </a:lnTo>
                  <a:close/>
                  <a:moveTo>
                    <a:pt x="15168" y="8957"/>
                  </a:moveTo>
                  <a:lnTo>
                    <a:pt x="15168" y="9516"/>
                  </a:lnTo>
                  <a:lnTo>
                    <a:pt x="15727" y="9516"/>
                  </a:lnTo>
                  <a:lnTo>
                    <a:pt x="15727" y="8957"/>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119"/>
            <p:cNvSpPr/>
            <p:nvPr/>
          </p:nvSpPr>
          <p:spPr>
            <a:xfrm>
              <a:off x="4703425" y="3443375"/>
              <a:ext cx="476925" cy="350725"/>
            </a:xfrm>
            <a:custGeom>
              <a:avLst/>
              <a:gdLst/>
              <a:ahLst/>
              <a:cxnLst/>
              <a:rect l="l" t="t" r="r" b="b"/>
              <a:pathLst>
                <a:path w="19077" h="14029" extrusionOk="0">
                  <a:moveTo>
                    <a:pt x="4467" y="2815"/>
                  </a:moveTo>
                  <a:lnTo>
                    <a:pt x="4467" y="3373"/>
                  </a:lnTo>
                  <a:lnTo>
                    <a:pt x="3908" y="3373"/>
                  </a:lnTo>
                  <a:lnTo>
                    <a:pt x="3908" y="2815"/>
                  </a:lnTo>
                  <a:close/>
                  <a:moveTo>
                    <a:pt x="17960" y="1698"/>
                  </a:moveTo>
                  <a:lnTo>
                    <a:pt x="17960" y="3373"/>
                  </a:lnTo>
                  <a:lnTo>
                    <a:pt x="6142" y="3373"/>
                  </a:lnTo>
                  <a:lnTo>
                    <a:pt x="6142" y="2815"/>
                  </a:lnTo>
                  <a:lnTo>
                    <a:pt x="16285" y="2815"/>
                  </a:lnTo>
                  <a:lnTo>
                    <a:pt x="16285" y="2257"/>
                  </a:lnTo>
                  <a:lnTo>
                    <a:pt x="3908" y="2257"/>
                  </a:lnTo>
                  <a:lnTo>
                    <a:pt x="3908" y="1698"/>
                  </a:lnTo>
                  <a:close/>
                  <a:moveTo>
                    <a:pt x="5583" y="2815"/>
                  </a:moveTo>
                  <a:lnTo>
                    <a:pt x="5583" y="4490"/>
                  </a:lnTo>
                  <a:lnTo>
                    <a:pt x="5025" y="4490"/>
                  </a:lnTo>
                  <a:lnTo>
                    <a:pt x="5025" y="2815"/>
                  </a:lnTo>
                  <a:close/>
                  <a:moveTo>
                    <a:pt x="15168" y="6188"/>
                  </a:moveTo>
                  <a:lnTo>
                    <a:pt x="15168" y="6747"/>
                  </a:lnTo>
                  <a:lnTo>
                    <a:pt x="2792" y="6747"/>
                  </a:lnTo>
                  <a:lnTo>
                    <a:pt x="2792" y="7305"/>
                  </a:lnTo>
                  <a:lnTo>
                    <a:pt x="15168" y="7305"/>
                  </a:lnTo>
                  <a:lnTo>
                    <a:pt x="15168" y="7863"/>
                  </a:lnTo>
                  <a:lnTo>
                    <a:pt x="1117" y="7863"/>
                  </a:lnTo>
                  <a:lnTo>
                    <a:pt x="1117" y="6188"/>
                  </a:lnTo>
                  <a:close/>
                  <a:moveTo>
                    <a:pt x="18518" y="3932"/>
                  </a:moveTo>
                  <a:lnTo>
                    <a:pt x="18518" y="4490"/>
                  </a:lnTo>
                  <a:lnTo>
                    <a:pt x="14331" y="4490"/>
                  </a:lnTo>
                  <a:lnTo>
                    <a:pt x="14331" y="5048"/>
                  </a:lnTo>
                  <a:lnTo>
                    <a:pt x="16006" y="5048"/>
                  </a:lnTo>
                  <a:cubicBezTo>
                    <a:pt x="16169" y="5048"/>
                    <a:pt x="16308" y="5188"/>
                    <a:pt x="16308" y="5351"/>
                  </a:cubicBezTo>
                  <a:lnTo>
                    <a:pt x="16308" y="8677"/>
                  </a:lnTo>
                  <a:cubicBezTo>
                    <a:pt x="16308" y="8840"/>
                    <a:pt x="16169" y="8980"/>
                    <a:pt x="16006" y="8980"/>
                  </a:cubicBezTo>
                  <a:lnTo>
                    <a:pt x="558" y="8980"/>
                  </a:lnTo>
                  <a:lnTo>
                    <a:pt x="558" y="8422"/>
                  </a:lnTo>
                  <a:lnTo>
                    <a:pt x="15727" y="8422"/>
                  </a:lnTo>
                  <a:lnTo>
                    <a:pt x="15727" y="5630"/>
                  </a:lnTo>
                  <a:lnTo>
                    <a:pt x="558" y="5630"/>
                  </a:lnTo>
                  <a:lnTo>
                    <a:pt x="558" y="5072"/>
                  </a:lnTo>
                  <a:lnTo>
                    <a:pt x="13772" y="5072"/>
                  </a:lnTo>
                  <a:lnTo>
                    <a:pt x="13772" y="4490"/>
                  </a:lnTo>
                  <a:lnTo>
                    <a:pt x="6142" y="4490"/>
                  </a:lnTo>
                  <a:lnTo>
                    <a:pt x="6142" y="3932"/>
                  </a:lnTo>
                  <a:close/>
                  <a:moveTo>
                    <a:pt x="17960" y="10655"/>
                  </a:moveTo>
                  <a:lnTo>
                    <a:pt x="17960" y="12330"/>
                  </a:lnTo>
                  <a:lnTo>
                    <a:pt x="3908" y="12330"/>
                  </a:lnTo>
                  <a:lnTo>
                    <a:pt x="3908" y="11772"/>
                  </a:lnTo>
                  <a:lnTo>
                    <a:pt x="16285" y="11772"/>
                  </a:lnTo>
                  <a:lnTo>
                    <a:pt x="16285" y="11213"/>
                  </a:lnTo>
                  <a:lnTo>
                    <a:pt x="3908" y="11213"/>
                  </a:lnTo>
                  <a:lnTo>
                    <a:pt x="3908" y="10655"/>
                  </a:lnTo>
                  <a:close/>
                  <a:moveTo>
                    <a:pt x="3071" y="0"/>
                  </a:moveTo>
                  <a:cubicBezTo>
                    <a:pt x="2606" y="23"/>
                    <a:pt x="2233" y="396"/>
                    <a:pt x="2233" y="861"/>
                  </a:cubicBezTo>
                  <a:lnTo>
                    <a:pt x="2233" y="4211"/>
                  </a:lnTo>
                  <a:cubicBezTo>
                    <a:pt x="2233" y="4304"/>
                    <a:pt x="2233" y="4397"/>
                    <a:pt x="2280" y="4490"/>
                  </a:cubicBezTo>
                  <a:lnTo>
                    <a:pt x="0" y="4490"/>
                  </a:lnTo>
                  <a:lnTo>
                    <a:pt x="0" y="6165"/>
                  </a:lnTo>
                  <a:lnTo>
                    <a:pt x="558" y="6165"/>
                  </a:lnTo>
                  <a:lnTo>
                    <a:pt x="558" y="7863"/>
                  </a:lnTo>
                  <a:lnTo>
                    <a:pt x="0" y="7863"/>
                  </a:lnTo>
                  <a:lnTo>
                    <a:pt x="0" y="9538"/>
                  </a:lnTo>
                  <a:lnTo>
                    <a:pt x="2280" y="9538"/>
                  </a:lnTo>
                  <a:cubicBezTo>
                    <a:pt x="2233" y="9631"/>
                    <a:pt x="2233" y="9724"/>
                    <a:pt x="2233" y="9817"/>
                  </a:cubicBezTo>
                  <a:lnTo>
                    <a:pt x="2233" y="13167"/>
                  </a:lnTo>
                  <a:cubicBezTo>
                    <a:pt x="2233" y="13633"/>
                    <a:pt x="2606" y="14028"/>
                    <a:pt x="3071" y="14028"/>
                  </a:cubicBezTo>
                  <a:lnTo>
                    <a:pt x="16285" y="14028"/>
                  </a:lnTo>
                  <a:lnTo>
                    <a:pt x="16285" y="13470"/>
                  </a:lnTo>
                  <a:lnTo>
                    <a:pt x="3071" y="13470"/>
                  </a:lnTo>
                  <a:cubicBezTo>
                    <a:pt x="2908" y="13470"/>
                    <a:pt x="2769" y="13330"/>
                    <a:pt x="2769" y="13167"/>
                  </a:cubicBezTo>
                  <a:lnTo>
                    <a:pt x="2769" y="9817"/>
                  </a:lnTo>
                  <a:cubicBezTo>
                    <a:pt x="2769" y="9655"/>
                    <a:pt x="2908" y="9515"/>
                    <a:pt x="3071" y="9515"/>
                  </a:cubicBezTo>
                  <a:lnTo>
                    <a:pt x="18518" y="9515"/>
                  </a:lnTo>
                  <a:lnTo>
                    <a:pt x="18518" y="10073"/>
                  </a:lnTo>
                  <a:lnTo>
                    <a:pt x="3350" y="10073"/>
                  </a:lnTo>
                  <a:lnTo>
                    <a:pt x="3350" y="12888"/>
                  </a:lnTo>
                  <a:lnTo>
                    <a:pt x="18518" y="12888"/>
                  </a:lnTo>
                  <a:lnTo>
                    <a:pt x="18518" y="13447"/>
                  </a:lnTo>
                  <a:lnTo>
                    <a:pt x="16843" y="13447"/>
                  </a:lnTo>
                  <a:lnTo>
                    <a:pt x="16843" y="14005"/>
                  </a:lnTo>
                  <a:lnTo>
                    <a:pt x="19077" y="14005"/>
                  </a:lnTo>
                  <a:lnTo>
                    <a:pt x="19077" y="12307"/>
                  </a:lnTo>
                  <a:lnTo>
                    <a:pt x="18518" y="12307"/>
                  </a:lnTo>
                  <a:lnTo>
                    <a:pt x="18518" y="10632"/>
                  </a:lnTo>
                  <a:lnTo>
                    <a:pt x="19077" y="10632"/>
                  </a:lnTo>
                  <a:lnTo>
                    <a:pt x="19077" y="8980"/>
                  </a:lnTo>
                  <a:lnTo>
                    <a:pt x="16797" y="8980"/>
                  </a:lnTo>
                  <a:cubicBezTo>
                    <a:pt x="16820" y="8887"/>
                    <a:pt x="16843" y="8794"/>
                    <a:pt x="16843" y="8677"/>
                  </a:cubicBezTo>
                  <a:lnTo>
                    <a:pt x="16843" y="5328"/>
                  </a:lnTo>
                  <a:cubicBezTo>
                    <a:pt x="16843" y="5234"/>
                    <a:pt x="16820" y="5141"/>
                    <a:pt x="16797" y="5048"/>
                  </a:cubicBezTo>
                  <a:lnTo>
                    <a:pt x="19077" y="5048"/>
                  </a:lnTo>
                  <a:lnTo>
                    <a:pt x="19077" y="3373"/>
                  </a:lnTo>
                  <a:lnTo>
                    <a:pt x="18518" y="3373"/>
                  </a:lnTo>
                  <a:lnTo>
                    <a:pt x="18518" y="1698"/>
                  </a:lnTo>
                  <a:lnTo>
                    <a:pt x="19077" y="1698"/>
                  </a:lnTo>
                  <a:lnTo>
                    <a:pt x="19077" y="23"/>
                  </a:lnTo>
                  <a:lnTo>
                    <a:pt x="5304" y="23"/>
                  </a:lnTo>
                  <a:lnTo>
                    <a:pt x="5304" y="582"/>
                  </a:lnTo>
                  <a:lnTo>
                    <a:pt x="18518" y="582"/>
                  </a:lnTo>
                  <a:lnTo>
                    <a:pt x="18518" y="1140"/>
                  </a:lnTo>
                  <a:lnTo>
                    <a:pt x="3350" y="1140"/>
                  </a:lnTo>
                  <a:lnTo>
                    <a:pt x="3350" y="3955"/>
                  </a:lnTo>
                  <a:lnTo>
                    <a:pt x="4467" y="3955"/>
                  </a:lnTo>
                  <a:lnTo>
                    <a:pt x="4467" y="4513"/>
                  </a:lnTo>
                  <a:lnTo>
                    <a:pt x="3071" y="4513"/>
                  </a:lnTo>
                  <a:cubicBezTo>
                    <a:pt x="2908" y="4513"/>
                    <a:pt x="2769" y="4374"/>
                    <a:pt x="2769" y="4211"/>
                  </a:cubicBezTo>
                  <a:lnTo>
                    <a:pt x="2769" y="861"/>
                  </a:lnTo>
                  <a:cubicBezTo>
                    <a:pt x="2769" y="698"/>
                    <a:pt x="2908" y="582"/>
                    <a:pt x="3071" y="582"/>
                  </a:cubicBezTo>
                  <a:lnTo>
                    <a:pt x="4746" y="582"/>
                  </a:lnTo>
                  <a:lnTo>
                    <a:pt x="474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5" name="Google Shape;5535;p119"/>
          <p:cNvGrpSpPr/>
          <p:nvPr/>
        </p:nvGrpSpPr>
        <p:grpSpPr>
          <a:xfrm>
            <a:off x="4752275" y="2663450"/>
            <a:ext cx="378650" cy="476925"/>
            <a:chOff x="4752275" y="2663450"/>
            <a:chExt cx="378650" cy="476925"/>
          </a:xfrm>
        </p:grpSpPr>
        <p:sp>
          <p:nvSpPr>
            <p:cNvPr id="5536" name="Google Shape;5536;p119"/>
            <p:cNvSpPr/>
            <p:nvPr/>
          </p:nvSpPr>
          <p:spPr>
            <a:xfrm>
              <a:off x="4816250" y="2669850"/>
              <a:ext cx="27950" cy="407725"/>
            </a:xfrm>
            <a:custGeom>
              <a:avLst/>
              <a:gdLst/>
              <a:ahLst/>
              <a:cxnLst/>
              <a:rect l="l" t="t" r="r" b="b"/>
              <a:pathLst>
                <a:path w="1118" h="16309" extrusionOk="0">
                  <a:moveTo>
                    <a:pt x="0" y="0"/>
                  </a:moveTo>
                  <a:lnTo>
                    <a:pt x="0" y="16308"/>
                  </a:lnTo>
                  <a:lnTo>
                    <a:pt x="1117" y="16308"/>
                  </a:lnTo>
                  <a:lnTo>
                    <a:pt x="111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119"/>
            <p:cNvSpPr/>
            <p:nvPr/>
          </p:nvSpPr>
          <p:spPr>
            <a:xfrm>
              <a:off x="4759825" y="2670425"/>
              <a:ext cx="363525" cy="435650"/>
            </a:xfrm>
            <a:custGeom>
              <a:avLst/>
              <a:gdLst/>
              <a:ahLst/>
              <a:cxnLst/>
              <a:rect l="l" t="t" r="r" b="b"/>
              <a:pathLst>
                <a:path w="14541" h="17426" extrusionOk="0">
                  <a:moveTo>
                    <a:pt x="4909" y="10446"/>
                  </a:moveTo>
                  <a:lnTo>
                    <a:pt x="4909" y="3723"/>
                  </a:lnTo>
                  <a:lnTo>
                    <a:pt x="13029" y="3723"/>
                  </a:lnTo>
                  <a:lnTo>
                    <a:pt x="13029" y="10446"/>
                  </a:lnTo>
                  <a:close/>
                  <a:moveTo>
                    <a:pt x="1117" y="16285"/>
                  </a:moveTo>
                  <a:lnTo>
                    <a:pt x="2234" y="16285"/>
                  </a:lnTo>
                  <a:lnTo>
                    <a:pt x="2234" y="1"/>
                  </a:lnTo>
                  <a:lnTo>
                    <a:pt x="559" y="1"/>
                  </a:lnTo>
                  <a:cubicBezTo>
                    <a:pt x="257" y="1"/>
                    <a:pt x="1" y="256"/>
                    <a:pt x="1" y="559"/>
                  </a:cubicBezTo>
                  <a:lnTo>
                    <a:pt x="1" y="17425"/>
                  </a:lnTo>
                  <a:cubicBezTo>
                    <a:pt x="1" y="16797"/>
                    <a:pt x="489" y="16308"/>
                    <a:pt x="1117" y="16308"/>
                  </a:cubicBezTo>
                  <a:close/>
                  <a:moveTo>
                    <a:pt x="3374" y="16285"/>
                  </a:moveTo>
                  <a:lnTo>
                    <a:pt x="14541" y="16285"/>
                  </a:lnTo>
                  <a:lnTo>
                    <a:pt x="14541" y="1"/>
                  </a:lnTo>
                  <a:lnTo>
                    <a:pt x="3374" y="1"/>
                  </a:lnTo>
                  <a:close/>
                  <a:moveTo>
                    <a:pt x="3374" y="16285"/>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119"/>
            <p:cNvSpPr/>
            <p:nvPr/>
          </p:nvSpPr>
          <p:spPr>
            <a:xfrm>
              <a:off x="4882550" y="2763475"/>
              <a:ext cx="202425" cy="167525"/>
            </a:xfrm>
            <a:custGeom>
              <a:avLst/>
              <a:gdLst/>
              <a:ahLst/>
              <a:cxnLst/>
              <a:rect l="l" t="t" r="r" b="b"/>
              <a:pathLst>
                <a:path w="8097" h="6701" extrusionOk="0">
                  <a:moveTo>
                    <a:pt x="0" y="1"/>
                  </a:moveTo>
                  <a:lnTo>
                    <a:pt x="0" y="6701"/>
                  </a:lnTo>
                  <a:lnTo>
                    <a:pt x="8096" y="6701"/>
                  </a:lnTo>
                  <a:lnTo>
                    <a:pt x="809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119"/>
            <p:cNvSpPr/>
            <p:nvPr/>
          </p:nvSpPr>
          <p:spPr>
            <a:xfrm>
              <a:off x="4752275" y="3077550"/>
              <a:ext cx="371650" cy="55850"/>
            </a:xfrm>
            <a:custGeom>
              <a:avLst/>
              <a:gdLst/>
              <a:ahLst/>
              <a:cxnLst/>
              <a:rect l="l" t="t" r="r" b="b"/>
              <a:pathLst>
                <a:path w="14866" h="2234" extrusionOk="0">
                  <a:moveTo>
                    <a:pt x="1419" y="2234"/>
                  </a:moveTo>
                  <a:lnTo>
                    <a:pt x="14866" y="2234"/>
                  </a:lnTo>
                  <a:lnTo>
                    <a:pt x="14866" y="0"/>
                  </a:lnTo>
                  <a:lnTo>
                    <a:pt x="1419" y="0"/>
                  </a:lnTo>
                  <a:cubicBezTo>
                    <a:pt x="0" y="70"/>
                    <a:pt x="0" y="2164"/>
                    <a:pt x="1419" y="2234"/>
                  </a:cubicBezTo>
                  <a:close/>
                  <a:moveTo>
                    <a:pt x="1419" y="2234"/>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119"/>
            <p:cNvSpPr/>
            <p:nvPr/>
          </p:nvSpPr>
          <p:spPr>
            <a:xfrm>
              <a:off x="4816250" y="2669850"/>
              <a:ext cx="13975" cy="407725"/>
            </a:xfrm>
            <a:custGeom>
              <a:avLst/>
              <a:gdLst/>
              <a:ahLst/>
              <a:cxnLst/>
              <a:rect l="l" t="t" r="r" b="b"/>
              <a:pathLst>
                <a:path w="559" h="16309" extrusionOk="0">
                  <a:moveTo>
                    <a:pt x="0" y="0"/>
                  </a:moveTo>
                  <a:lnTo>
                    <a:pt x="0" y="16308"/>
                  </a:lnTo>
                  <a:lnTo>
                    <a:pt x="559" y="16308"/>
                  </a:lnTo>
                  <a:lnTo>
                    <a:pt x="55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119"/>
            <p:cNvSpPr/>
            <p:nvPr/>
          </p:nvSpPr>
          <p:spPr>
            <a:xfrm>
              <a:off x="4759825" y="2670425"/>
              <a:ext cx="34925" cy="435650"/>
            </a:xfrm>
            <a:custGeom>
              <a:avLst/>
              <a:gdLst/>
              <a:ahLst/>
              <a:cxnLst/>
              <a:rect l="l" t="t" r="r" b="b"/>
              <a:pathLst>
                <a:path w="1397" h="17426" extrusionOk="0">
                  <a:moveTo>
                    <a:pt x="1397" y="1"/>
                  </a:moveTo>
                  <a:lnTo>
                    <a:pt x="559" y="1"/>
                  </a:lnTo>
                  <a:cubicBezTo>
                    <a:pt x="257" y="1"/>
                    <a:pt x="1" y="233"/>
                    <a:pt x="1" y="559"/>
                  </a:cubicBezTo>
                  <a:lnTo>
                    <a:pt x="1" y="17425"/>
                  </a:lnTo>
                  <a:cubicBezTo>
                    <a:pt x="1" y="16913"/>
                    <a:pt x="350" y="16471"/>
                    <a:pt x="838" y="16332"/>
                  </a:cubicBezTo>
                  <a:lnTo>
                    <a:pt x="838" y="559"/>
                  </a:lnTo>
                  <a:cubicBezTo>
                    <a:pt x="838" y="233"/>
                    <a:pt x="1094" y="1"/>
                    <a:pt x="1397" y="1"/>
                  </a:cubicBezTo>
                  <a:close/>
                  <a:moveTo>
                    <a:pt x="1397" y="1"/>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119"/>
            <p:cNvSpPr/>
            <p:nvPr/>
          </p:nvSpPr>
          <p:spPr>
            <a:xfrm>
              <a:off x="4882550" y="2763475"/>
              <a:ext cx="13975" cy="167525"/>
            </a:xfrm>
            <a:custGeom>
              <a:avLst/>
              <a:gdLst/>
              <a:ahLst/>
              <a:cxnLst/>
              <a:rect l="l" t="t" r="r" b="b"/>
              <a:pathLst>
                <a:path w="559" h="6701" extrusionOk="0">
                  <a:moveTo>
                    <a:pt x="0" y="1"/>
                  </a:moveTo>
                  <a:lnTo>
                    <a:pt x="0" y="6701"/>
                  </a:lnTo>
                  <a:lnTo>
                    <a:pt x="559" y="6701"/>
                  </a:lnTo>
                  <a:lnTo>
                    <a:pt x="55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119"/>
            <p:cNvSpPr/>
            <p:nvPr/>
          </p:nvSpPr>
          <p:spPr>
            <a:xfrm>
              <a:off x="4752275" y="3077550"/>
              <a:ext cx="57025" cy="55850"/>
            </a:xfrm>
            <a:custGeom>
              <a:avLst/>
              <a:gdLst/>
              <a:ahLst/>
              <a:cxnLst/>
              <a:rect l="l" t="t" r="r" b="b"/>
              <a:pathLst>
                <a:path w="2281" h="2234" extrusionOk="0">
                  <a:moveTo>
                    <a:pt x="1419" y="2234"/>
                  </a:moveTo>
                  <a:lnTo>
                    <a:pt x="2280" y="2234"/>
                  </a:lnTo>
                  <a:cubicBezTo>
                    <a:pt x="861" y="2164"/>
                    <a:pt x="861" y="70"/>
                    <a:pt x="2280" y="0"/>
                  </a:cubicBezTo>
                  <a:lnTo>
                    <a:pt x="1419" y="0"/>
                  </a:lnTo>
                  <a:cubicBezTo>
                    <a:pt x="0" y="70"/>
                    <a:pt x="0" y="2164"/>
                    <a:pt x="1419" y="2234"/>
                  </a:cubicBezTo>
                  <a:close/>
                  <a:moveTo>
                    <a:pt x="1419" y="2234"/>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119"/>
            <p:cNvSpPr/>
            <p:nvPr/>
          </p:nvSpPr>
          <p:spPr>
            <a:xfrm>
              <a:off x="5032600" y="2691375"/>
              <a:ext cx="69825" cy="421100"/>
            </a:xfrm>
            <a:custGeom>
              <a:avLst/>
              <a:gdLst/>
              <a:ahLst/>
              <a:cxnLst/>
              <a:rect l="l" t="t" r="r" b="b"/>
              <a:pathLst>
                <a:path w="2793" h="16844" extrusionOk="0">
                  <a:moveTo>
                    <a:pt x="1" y="0"/>
                  </a:moveTo>
                  <a:lnTo>
                    <a:pt x="1" y="558"/>
                  </a:lnTo>
                  <a:lnTo>
                    <a:pt x="1676" y="558"/>
                  </a:lnTo>
                  <a:lnTo>
                    <a:pt x="1676" y="0"/>
                  </a:lnTo>
                  <a:close/>
                  <a:moveTo>
                    <a:pt x="2234" y="0"/>
                  </a:moveTo>
                  <a:lnTo>
                    <a:pt x="2234" y="558"/>
                  </a:lnTo>
                  <a:lnTo>
                    <a:pt x="2792" y="558"/>
                  </a:lnTo>
                  <a:lnTo>
                    <a:pt x="2792" y="0"/>
                  </a:lnTo>
                  <a:close/>
                  <a:moveTo>
                    <a:pt x="2234" y="16285"/>
                  </a:moveTo>
                  <a:lnTo>
                    <a:pt x="2234" y="16843"/>
                  </a:lnTo>
                  <a:lnTo>
                    <a:pt x="2792" y="16843"/>
                  </a:lnTo>
                  <a:lnTo>
                    <a:pt x="2792" y="16285"/>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119"/>
            <p:cNvSpPr/>
            <p:nvPr/>
          </p:nvSpPr>
          <p:spPr>
            <a:xfrm>
              <a:off x="4752850" y="2663450"/>
              <a:ext cx="378075" cy="476925"/>
            </a:xfrm>
            <a:custGeom>
              <a:avLst/>
              <a:gdLst/>
              <a:ahLst/>
              <a:cxnLst/>
              <a:rect l="l" t="t" r="r" b="b"/>
              <a:pathLst>
                <a:path w="15123" h="19077" extrusionOk="0">
                  <a:moveTo>
                    <a:pt x="3351" y="559"/>
                  </a:moveTo>
                  <a:lnTo>
                    <a:pt x="3351" y="16285"/>
                  </a:lnTo>
                  <a:lnTo>
                    <a:pt x="2792" y="16285"/>
                  </a:lnTo>
                  <a:lnTo>
                    <a:pt x="2792" y="559"/>
                  </a:lnTo>
                  <a:close/>
                  <a:moveTo>
                    <a:pt x="14541" y="559"/>
                  </a:moveTo>
                  <a:lnTo>
                    <a:pt x="14541" y="16285"/>
                  </a:lnTo>
                  <a:lnTo>
                    <a:pt x="3932" y="16285"/>
                  </a:lnTo>
                  <a:lnTo>
                    <a:pt x="3932" y="559"/>
                  </a:lnTo>
                  <a:close/>
                  <a:moveTo>
                    <a:pt x="838" y="0"/>
                  </a:moveTo>
                  <a:cubicBezTo>
                    <a:pt x="373" y="0"/>
                    <a:pt x="1" y="373"/>
                    <a:pt x="1" y="838"/>
                  </a:cubicBezTo>
                  <a:lnTo>
                    <a:pt x="1" y="2513"/>
                  </a:lnTo>
                  <a:lnTo>
                    <a:pt x="559" y="2513"/>
                  </a:lnTo>
                  <a:lnTo>
                    <a:pt x="559" y="838"/>
                  </a:lnTo>
                  <a:cubicBezTo>
                    <a:pt x="559" y="675"/>
                    <a:pt x="699" y="535"/>
                    <a:pt x="861" y="535"/>
                  </a:cubicBezTo>
                  <a:lnTo>
                    <a:pt x="2257" y="535"/>
                  </a:lnTo>
                  <a:lnTo>
                    <a:pt x="2257" y="16285"/>
                  </a:lnTo>
                  <a:lnTo>
                    <a:pt x="1396" y="16285"/>
                  </a:lnTo>
                  <a:cubicBezTo>
                    <a:pt x="1094" y="16285"/>
                    <a:pt x="815" y="16378"/>
                    <a:pt x="559" y="16564"/>
                  </a:cubicBezTo>
                  <a:lnTo>
                    <a:pt x="559" y="3071"/>
                  </a:lnTo>
                  <a:lnTo>
                    <a:pt x="1" y="3071"/>
                  </a:lnTo>
                  <a:lnTo>
                    <a:pt x="1" y="17681"/>
                  </a:lnTo>
                  <a:cubicBezTo>
                    <a:pt x="1" y="18449"/>
                    <a:pt x="629" y="19077"/>
                    <a:pt x="1396" y="19077"/>
                  </a:cubicBezTo>
                  <a:lnTo>
                    <a:pt x="15122" y="19077"/>
                  </a:lnTo>
                  <a:lnTo>
                    <a:pt x="15122" y="17402"/>
                  </a:lnTo>
                  <a:lnTo>
                    <a:pt x="14541" y="17402"/>
                  </a:lnTo>
                  <a:lnTo>
                    <a:pt x="14541" y="18518"/>
                  </a:lnTo>
                  <a:lnTo>
                    <a:pt x="1396" y="18518"/>
                  </a:lnTo>
                  <a:cubicBezTo>
                    <a:pt x="350" y="18472"/>
                    <a:pt x="350" y="16913"/>
                    <a:pt x="1396" y="16843"/>
                  </a:cubicBezTo>
                  <a:lnTo>
                    <a:pt x="15122" y="16843"/>
                  </a:lnTo>
                  <a:lnTo>
                    <a:pt x="1512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119"/>
            <p:cNvSpPr/>
            <p:nvPr/>
          </p:nvSpPr>
          <p:spPr>
            <a:xfrm>
              <a:off x="4903475" y="2784425"/>
              <a:ext cx="83775" cy="126225"/>
            </a:xfrm>
            <a:custGeom>
              <a:avLst/>
              <a:gdLst/>
              <a:ahLst/>
              <a:cxnLst/>
              <a:rect l="l" t="t" r="r" b="b"/>
              <a:pathLst>
                <a:path w="3351" h="5049" extrusionOk="0">
                  <a:moveTo>
                    <a:pt x="2397" y="559"/>
                  </a:moveTo>
                  <a:lnTo>
                    <a:pt x="2793" y="954"/>
                  </a:lnTo>
                  <a:lnTo>
                    <a:pt x="2793" y="2513"/>
                  </a:lnTo>
                  <a:lnTo>
                    <a:pt x="559" y="2513"/>
                  </a:lnTo>
                  <a:lnTo>
                    <a:pt x="559" y="954"/>
                  </a:lnTo>
                  <a:lnTo>
                    <a:pt x="955" y="559"/>
                  </a:lnTo>
                  <a:close/>
                  <a:moveTo>
                    <a:pt x="722" y="0"/>
                  </a:moveTo>
                  <a:lnTo>
                    <a:pt x="1" y="721"/>
                  </a:lnTo>
                  <a:lnTo>
                    <a:pt x="1" y="5049"/>
                  </a:lnTo>
                  <a:lnTo>
                    <a:pt x="559" y="5049"/>
                  </a:lnTo>
                  <a:lnTo>
                    <a:pt x="559" y="3094"/>
                  </a:lnTo>
                  <a:lnTo>
                    <a:pt x="2793" y="3094"/>
                  </a:lnTo>
                  <a:lnTo>
                    <a:pt x="2793" y="5049"/>
                  </a:lnTo>
                  <a:lnTo>
                    <a:pt x="3351" y="5049"/>
                  </a:lnTo>
                  <a:lnTo>
                    <a:pt x="3351" y="721"/>
                  </a:lnTo>
                  <a:lnTo>
                    <a:pt x="263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119"/>
            <p:cNvSpPr/>
            <p:nvPr/>
          </p:nvSpPr>
          <p:spPr>
            <a:xfrm>
              <a:off x="5001200" y="2819325"/>
              <a:ext cx="62825" cy="91325"/>
            </a:xfrm>
            <a:custGeom>
              <a:avLst/>
              <a:gdLst/>
              <a:ahLst/>
              <a:cxnLst/>
              <a:rect l="l" t="t" r="r" b="b"/>
              <a:pathLst>
                <a:path w="2513" h="3653" extrusionOk="0">
                  <a:moveTo>
                    <a:pt x="1954" y="1675"/>
                  </a:moveTo>
                  <a:lnTo>
                    <a:pt x="1954" y="3094"/>
                  </a:lnTo>
                  <a:lnTo>
                    <a:pt x="559" y="3094"/>
                  </a:lnTo>
                  <a:lnTo>
                    <a:pt x="559" y="1675"/>
                  </a:lnTo>
                  <a:close/>
                  <a:moveTo>
                    <a:pt x="0" y="0"/>
                  </a:moveTo>
                  <a:lnTo>
                    <a:pt x="0" y="558"/>
                  </a:lnTo>
                  <a:lnTo>
                    <a:pt x="1954" y="558"/>
                  </a:lnTo>
                  <a:lnTo>
                    <a:pt x="1954" y="1117"/>
                  </a:lnTo>
                  <a:lnTo>
                    <a:pt x="0" y="1117"/>
                  </a:lnTo>
                  <a:lnTo>
                    <a:pt x="0" y="3653"/>
                  </a:lnTo>
                  <a:lnTo>
                    <a:pt x="2513" y="3653"/>
                  </a:lnTo>
                  <a:lnTo>
                    <a:pt x="25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119"/>
            <p:cNvSpPr/>
            <p:nvPr/>
          </p:nvSpPr>
          <p:spPr>
            <a:xfrm>
              <a:off x="4875575" y="2756500"/>
              <a:ext cx="216950" cy="182075"/>
            </a:xfrm>
            <a:custGeom>
              <a:avLst/>
              <a:gdLst/>
              <a:ahLst/>
              <a:cxnLst/>
              <a:rect l="l" t="t" r="r" b="b"/>
              <a:pathLst>
                <a:path w="8678" h="7283" extrusionOk="0">
                  <a:moveTo>
                    <a:pt x="8119" y="559"/>
                  </a:moveTo>
                  <a:lnTo>
                    <a:pt x="8119" y="6724"/>
                  </a:lnTo>
                  <a:lnTo>
                    <a:pt x="559" y="6724"/>
                  </a:lnTo>
                  <a:lnTo>
                    <a:pt x="559" y="559"/>
                  </a:lnTo>
                  <a:close/>
                  <a:moveTo>
                    <a:pt x="0" y="1"/>
                  </a:moveTo>
                  <a:lnTo>
                    <a:pt x="0" y="7282"/>
                  </a:lnTo>
                  <a:lnTo>
                    <a:pt x="8678" y="7282"/>
                  </a:lnTo>
                  <a:lnTo>
                    <a:pt x="867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119"/>
            <p:cNvSpPr/>
            <p:nvPr/>
          </p:nvSpPr>
          <p:spPr>
            <a:xfrm>
              <a:off x="4787750" y="3098475"/>
              <a:ext cx="286750" cy="14000"/>
            </a:xfrm>
            <a:custGeom>
              <a:avLst/>
              <a:gdLst/>
              <a:ahLst/>
              <a:cxnLst/>
              <a:rect l="l" t="t" r="r" b="b"/>
              <a:pathLst>
                <a:path w="11470" h="560" extrusionOk="0">
                  <a:moveTo>
                    <a:pt x="0" y="1"/>
                  </a:moveTo>
                  <a:lnTo>
                    <a:pt x="0" y="559"/>
                  </a:lnTo>
                  <a:lnTo>
                    <a:pt x="11470" y="559"/>
                  </a:lnTo>
                  <a:lnTo>
                    <a:pt x="1147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0" name="Google Shape;5550;p119"/>
          <p:cNvGrpSpPr/>
          <p:nvPr/>
        </p:nvGrpSpPr>
        <p:grpSpPr>
          <a:xfrm>
            <a:off x="4702825" y="1945750"/>
            <a:ext cx="478100" cy="478100"/>
            <a:chOff x="4702825" y="1945750"/>
            <a:chExt cx="478100" cy="478100"/>
          </a:xfrm>
        </p:grpSpPr>
        <p:sp>
          <p:nvSpPr>
            <p:cNvPr id="5551" name="Google Shape;5551;p119"/>
            <p:cNvSpPr/>
            <p:nvPr/>
          </p:nvSpPr>
          <p:spPr>
            <a:xfrm>
              <a:off x="4801700" y="1953325"/>
              <a:ext cx="279775" cy="27950"/>
            </a:xfrm>
            <a:custGeom>
              <a:avLst/>
              <a:gdLst/>
              <a:ahLst/>
              <a:cxnLst/>
              <a:rect l="l" t="t" r="r" b="b"/>
              <a:pathLst>
                <a:path w="11191" h="1118" extrusionOk="0">
                  <a:moveTo>
                    <a:pt x="1" y="0"/>
                  </a:moveTo>
                  <a:lnTo>
                    <a:pt x="1" y="1117"/>
                  </a:lnTo>
                  <a:lnTo>
                    <a:pt x="11191" y="1117"/>
                  </a:lnTo>
                  <a:lnTo>
                    <a:pt x="1119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119"/>
            <p:cNvSpPr/>
            <p:nvPr/>
          </p:nvSpPr>
          <p:spPr>
            <a:xfrm>
              <a:off x="4815675" y="1981250"/>
              <a:ext cx="251850" cy="248350"/>
            </a:xfrm>
            <a:custGeom>
              <a:avLst/>
              <a:gdLst/>
              <a:ahLst/>
              <a:cxnLst/>
              <a:rect l="l" t="t" r="r" b="b"/>
              <a:pathLst>
                <a:path w="10074" h="9934" extrusionOk="0">
                  <a:moveTo>
                    <a:pt x="3932" y="9934"/>
                  </a:moveTo>
                  <a:lnTo>
                    <a:pt x="6165" y="9934"/>
                  </a:lnTo>
                  <a:cubicBezTo>
                    <a:pt x="8445" y="9422"/>
                    <a:pt x="10073" y="7375"/>
                    <a:pt x="10073" y="5025"/>
                  </a:cubicBezTo>
                  <a:lnTo>
                    <a:pt x="10073" y="0"/>
                  </a:lnTo>
                  <a:lnTo>
                    <a:pt x="0" y="0"/>
                  </a:lnTo>
                  <a:lnTo>
                    <a:pt x="0" y="5025"/>
                  </a:lnTo>
                  <a:cubicBezTo>
                    <a:pt x="0" y="7375"/>
                    <a:pt x="1629" y="9422"/>
                    <a:pt x="3908" y="9934"/>
                  </a:cubicBezTo>
                  <a:close/>
                  <a:moveTo>
                    <a:pt x="4397" y="4281"/>
                  </a:moveTo>
                  <a:lnTo>
                    <a:pt x="5048" y="3164"/>
                  </a:lnTo>
                  <a:lnTo>
                    <a:pt x="5676" y="4281"/>
                  </a:lnTo>
                  <a:lnTo>
                    <a:pt x="6956" y="4536"/>
                  </a:lnTo>
                  <a:lnTo>
                    <a:pt x="6072" y="5490"/>
                  </a:lnTo>
                  <a:lnTo>
                    <a:pt x="6235" y="6770"/>
                  </a:lnTo>
                  <a:lnTo>
                    <a:pt x="5048" y="6235"/>
                  </a:lnTo>
                  <a:lnTo>
                    <a:pt x="3862" y="6770"/>
                  </a:lnTo>
                  <a:lnTo>
                    <a:pt x="4025" y="5490"/>
                  </a:lnTo>
                  <a:lnTo>
                    <a:pt x="3141" y="4536"/>
                  </a:lnTo>
                  <a:close/>
                  <a:moveTo>
                    <a:pt x="4397" y="4281"/>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119"/>
            <p:cNvSpPr/>
            <p:nvPr/>
          </p:nvSpPr>
          <p:spPr>
            <a:xfrm>
              <a:off x="4710400" y="2009150"/>
              <a:ext cx="462975" cy="176825"/>
            </a:xfrm>
            <a:custGeom>
              <a:avLst/>
              <a:gdLst/>
              <a:ahLst/>
              <a:cxnLst/>
              <a:rect l="l" t="t" r="r" b="b"/>
              <a:pathLst>
                <a:path w="18519" h="7073" extrusionOk="0">
                  <a:moveTo>
                    <a:pt x="1117" y="1117"/>
                  </a:moveTo>
                  <a:lnTo>
                    <a:pt x="4211" y="1117"/>
                  </a:lnTo>
                  <a:lnTo>
                    <a:pt x="4211" y="1"/>
                  </a:lnTo>
                  <a:lnTo>
                    <a:pt x="0" y="1"/>
                  </a:lnTo>
                  <a:lnTo>
                    <a:pt x="0" y="4351"/>
                  </a:lnTo>
                  <a:cubicBezTo>
                    <a:pt x="0" y="5514"/>
                    <a:pt x="954" y="6282"/>
                    <a:pt x="2117" y="6468"/>
                  </a:cubicBezTo>
                  <a:lnTo>
                    <a:pt x="5328" y="7026"/>
                  </a:lnTo>
                  <a:cubicBezTo>
                    <a:pt x="5025" y="6654"/>
                    <a:pt x="4769" y="6235"/>
                    <a:pt x="4583" y="5770"/>
                  </a:cubicBezTo>
                  <a:lnTo>
                    <a:pt x="2303" y="5375"/>
                  </a:lnTo>
                  <a:cubicBezTo>
                    <a:pt x="1768" y="5282"/>
                    <a:pt x="1117" y="4979"/>
                    <a:pt x="1117" y="4351"/>
                  </a:cubicBezTo>
                  <a:close/>
                  <a:moveTo>
                    <a:pt x="13191" y="7050"/>
                  </a:moveTo>
                  <a:lnTo>
                    <a:pt x="16401" y="6491"/>
                  </a:lnTo>
                  <a:cubicBezTo>
                    <a:pt x="17565" y="6305"/>
                    <a:pt x="18518" y="5537"/>
                    <a:pt x="18518" y="4374"/>
                  </a:cubicBezTo>
                  <a:lnTo>
                    <a:pt x="18518" y="24"/>
                  </a:lnTo>
                  <a:lnTo>
                    <a:pt x="14284" y="24"/>
                  </a:lnTo>
                  <a:lnTo>
                    <a:pt x="14284" y="1141"/>
                  </a:lnTo>
                  <a:lnTo>
                    <a:pt x="17402" y="1141"/>
                  </a:lnTo>
                  <a:lnTo>
                    <a:pt x="17402" y="4398"/>
                  </a:lnTo>
                  <a:cubicBezTo>
                    <a:pt x="17402" y="5002"/>
                    <a:pt x="16750" y="5305"/>
                    <a:pt x="16215" y="5398"/>
                  </a:cubicBezTo>
                  <a:lnTo>
                    <a:pt x="13935" y="5793"/>
                  </a:lnTo>
                  <a:cubicBezTo>
                    <a:pt x="13749" y="6259"/>
                    <a:pt x="13493" y="6677"/>
                    <a:pt x="13191" y="7073"/>
                  </a:cubicBezTo>
                  <a:close/>
                  <a:moveTo>
                    <a:pt x="13191" y="705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119"/>
            <p:cNvSpPr/>
            <p:nvPr/>
          </p:nvSpPr>
          <p:spPr>
            <a:xfrm>
              <a:off x="4887200" y="2230150"/>
              <a:ext cx="108775" cy="41900"/>
            </a:xfrm>
            <a:custGeom>
              <a:avLst/>
              <a:gdLst/>
              <a:ahLst/>
              <a:cxnLst/>
              <a:rect l="l" t="t" r="r" b="b"/>
              <a:pathLst>
                <a:path w="4351" h="1676" extrusionOk="0">
                  <a:moveTo>
                    <a:pt x="1071" y="1676"/>
                  </a:moveTo>
                  <a:lnTo>
                    <a:pt x="3304" y="1676"/>
                  </a:lnTo>
                  <a:cubicBezTo>
                    <a:pt x="4351" y="1606"/>
                    <a:pt x="4351" y="47"/>
                    <a:pt x="3304" y="1"/>
                  </a:cubicBezTo>
                  <a:lnTo>
                    <a:pt x="1071" y="1"/>
                  </a:lnTo>
                  <a:cubicBezTo>
                    <a:pt x="1" y="47"/>
                    <a:pt x="1" y="1606"/>
                    <a:pt x="1071" y="1676"/>
                  </a:cubicBezTo>
                  <a:close/>
                  <a:moveTo>
                    <a:pt x="1071" y="1676"/>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119"/>
            <p:cNvSpPr/>
            <p:nvPr/>
          </p:nvSpPr>
          <p:spPr>
            <a:xfrm>
              <a:off x="4879050" y="2271450"/>
              <a:ext cx="125650" cy="68075"/>
            </a:xfrm>
            <a:custGeom>
              <a:avLst/>
              <a:gdLst/>
              <a:ahLst/>
              <a:cxnLst/>
              <a:rect l="l" t="t" r="r" b="b"/>
              <a:pathLst>
                <a:path w="5026" h="2723" extrusionOk="0">
                  <a:moveTo>
                    <a:pt x="1" y="2723"/>
                  </a:moveTo>
                  <a:lnTo>
                    <a:pt x="5026" y="2723"/>
                  </a:lnTo>
                  <a:cubicBezTo>
                    <a:pt x="4049" y="2164"/>
                    <a:pt x="3630" y="1117"/>
                    <a:pt x="3630" y="1"/>
                  </a:cubicBezTo>
                  <a:lnTo>
                    <a:pt x="1397" y="1"/>
                  </a:lnTo>
                  <a:cubicBezTo>
                    <a:pt x="1397" y="1117"/>
                    <a:pt x="978" y="2164"/>
                    <a:pt x="1" y="2723"/>
                  </a:cubicBezTo>
                  <a:close/>
                  <a:moveTo>
                    <a:pt x="1" y="2723"/>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119"/>
            <p:cNvSpPr/>
            <p:nvPr/>
          </p:nvSpPr>
          <p:spPr>
            <a:xfrm>
              <a:off x="4822650" y="2339500"/>
              <a:ext cx="237900" cy="77375"/>
            </a:xfrm>
            <a:custGeom>
              <a:avLst/>
              <a:gdLst/>
              <a:ahLst/>
              <a:cxnLst/>
              <a:rect l="l" t="t" r="r" b="b"/>
              <a:pathLst>
                <a:path w="9516" h="3095" extrusionOk="0">
                  <a:moveTo>
                    <a:pt x="0" y="3095"/>
                  </a:moveTo>
                  <a:lnTo>
                    <a:pt x="9515" y="3095"/>
                  </a:lnTo>
                  <a:lnTo>
                    <a:pt x="9515" y="1117"/>
                  </a:lnTo>
                  <a:lnTo>
                    <a:pt x="8957" y="1"/>
                  </a:lnTo>
                  <a:lnTo>
                    <a:pt x="582" y="1"/>
                  </a:lnTo>
                  <a:lnTo>
                    <a:pt x="0" y="1117"/>
                  </a:lnTo>
                  <a:close/>
                  <a:moveTo>
                    <a:pt x="0" y="3095"/>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119"/>
            <p:cNvSpPr/>
            <p:nvPr/>
          </p:nvSpPr>
          <p:spPr>
            <a:xfrm>
              <a:off x="4894175" y="2060325"/>
              <a:ext cx="95400" cy="90775"/>
            </a:xfrm>
            <a:custGeom>
              <a:avLst/>
              <a:gdLst/>
              <a:ahLst/>
              <a:cxnLst/>
              <a:rect l="l" t="t" r="r" b="b"/>
              <a:pathLst>
                <a:path w="3816" h="3631" extrusionOk="0">
                  <a:moveTo>
                    <a:pt x="722" y="3630"/>
                  </a:moveTo>
                  <a:lnTo>
                    <a:pt x="1908" y="3095"/>
                  </a:lnTo>
                  <a:lnTo>
                    <a:pt x="3072" y="3630"/>
                  </a:lnTo>
                  <a:lnTo>
                    <a:pt x="2932" y="2327"/>
                  </a:lnTo>
                  <a:lnTo>
                    <a:pt x="3816" y="1373"/>
                  </a:lnTo>
                  <a:lnTo>
                    <a:pt x="2536" y="1118"/>
                  </a:lnTo>
                  <a:lnTo>
                    <a:pt x="1908" y="1"/>
                  </a:lnTo>
                  <a:lnTo>
                    <a:pt x="1257" y="1118"/>
                  </a:lnTo>
                  <a:lnTo>
                    <a:pt x="1" y="1373"/>
                  </a:lnTo>
                  <a:lnTo>
                    <a:pt x="861" y="2327"/>
                  </a:lnTo>
                  <a:close/>
                  <a:moveTo>
                    <a:pt x="722" y="363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119"/>
            <p:cNvSpPr/>
            <p:nvPr/>
          </p:nvSpPr>
          <p:spPr>
            <a:xfrm>
              <a:off x="4801700" y="1953325"/>
              <a:ext cx="20975" cy="27950"/>
            </a:xfrm>
            <a:custGeom>
              <a:avLst/>
              <a:gdLst/>
              <a:ahLst/>
              <a:cxnLst/>
              <a:rect l="l" t="t" r="r" b="b"/>
              <a:pathLst>
                <a:path w="839" h="1118" extrusionOk="0">
                  <a:moveTo>
                    <a:pt x="1" y="0"/>
                  </a:moveTo>
                  <a:lnTo>
                    <a:pt x="1" y="1117"/>
                  </a:lnTo>
                  <a:lnTo>
                    <a:pt x="838" y="1117"/>
                  </a:lnTo>
                  <a:lnTo>
                    <a:pt x="83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119"/>
            <p:cNvSpPr/>
            <p:nvPr/>
          </p:nvSpPr>
          <p:spPr>
            <a:xfrm>
              <a:off x="4815675" y="1981250"/>
              <a:ext cx="119250" cy="248350"/>
            </a:xfrm>
            <a:custGeom>
              <a:avLst/>
              <a:gdLst/>
              <a:ahLst/>
              <a:cxnLst/>
              <a:rect l="l" t="t" r="r" b="b"/>
              <a:pathLst>
                <a:path w="4770" h="9934" extrusionOk="0">
                  <a:moveTo>
                    <a:pt x="3932" y="9934"/>
                  </a:moveTo>
                  <a:lnTo>
                    <a:pt x="4769" y="9934"/>
                  </a:lnTo>
                  <a:cubicBezTo>
                    <a:pt x="2489" y="9422"/>
                    <a:pt x="861" y="7375"/>
                    <a:pt x="861" y="5025"/>
                  </a:cubicBezTo>
                  <a:lnTo>
                    <a:pt x="861" y="0"/>
                  </a:lnTo>
                  <a:lnTo>
                    <a:pt x="0" y="0"/>
                  </a:lnTo>
                  <a:lnTo>
                    <a:pt x="0" y="5025"/>
                  </a:lnTo>
                  <a:cubicBezTo>
                    <a:pt x="0" y="7375"/>
                    <a:pt x="1629" y="9422"/>
                    <a:pt x="3908" y="9934"/>
                  </a:cubicBezTo>
                  <a:close/>
                  <a:moveTo>
                    <a:pt x="3932" y="9934"/>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119"/>
            <p:cNvSpPr/>
            <p:nvPr/>
          </p:nvSpPr>
          <p:spPr>
            <a:xfrm>
              <a:off x="4887200" y="2228425"/>
              <a:ext cx="47725" cy="45375"/>
            </a:xfrm>
            <a:custGeom>
              <a:avLst/>
              <a:gdLst/>
              <a:ahLst/>
              <a:cxnLst/>
              <a:rect l="l" t="t" r="r" b="b"/>
              <a:pathLst>
                <a:path w="1909" h="1815" extrusionOk="0">
                  <a:moveTo>
                    <a:pt x="1071" y="1745"/>
                  </a:moveTo>
                  <a:lnTo>
                    <a:pt x="1908" y="1745"/>
                  </a:lnTo>
                  <a:cubicBezTo>
                    <a:pt x="722" y="1815"/>
                    <a:pt x="722" y="0"/>
                    <a:pt x="1908" y="70"/>
                  </a:cubicBezTo>
                  <a:lnTo>
                    <a:pt x="1071" y="70"/>
                  </a:lnTo>
                  <a:cubicBezTo>
                    <a:pt x="1" y="116"/>
                    <a:pt x="1" y="1675"/>
                    <a:pt x="1071" y="1745"/>
                  </a:cubicBezTo>
                  <a:close/>
                  <a:moveTo>
                    <a:pt x="1071" y="1745"/>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119"/>
            <p:cNvSpPr/>
            <p:nvPr/>
          </p:nvSpPr>
          <p:spPr>
            <a:xfrm>
              <a:off x="4879050" y="2271450"/>
              <a:ext cx="55875" cy="68075"/>
            </a:xfrm>
            <a:custGeom>
              <a:avLst/>
              <a:gdLst/>
              <a:ahLst/>
              <a:cxnLst/>
              <a:rect l="l" t="t" r="r" b="b"/>
              <a:pathLst>
                <a:path w="2235" h="2723" extrusionOk="0">
                  <a:moveTo>
                    <a:pt x="1" y="2723"/>
                  </a:moveTo>
                  <a:lnTo>
                    <a:pt x="838" y="2723"/>
                  </a:lnTo>
                  <a:cubicBezTo>
                    <a:pt x="1815" y="2164"/>
                    <a:pt x="2234" y="1117"/>
                    <a:pt x="2234" y="1"/>
                  </a:cubicBezTo>
                  <a:lnTo>
                    <a:pt x="1397" y="1"/>
                  </a:lnTo>
                  <a:cubicBezTo>
                    <a:pt x="1397" y="1117"/>
                    <a:pt x="978" y="2164"/>
                    <a:pt x="1" y="2723"/>
                  </a:cubicBezTo>
                  <a:close/>
                  <a:moveTo>
                    <a:pt x="1" y="2723"/>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119"/>
            <p:cNvSpPr/>
            <p:nvPr/>
          </p:nvSpPr>
          <p:spPr>
            <a:xfrm>
              <a:off x="4822650" y="2339500"/>
              <a:ext cx="35500" cy="77375"/>
            </a:xfrm>
            <a:custGeom>
              <a:avLst/>
              <a:gdLst/>
              <a:ahLst/>
              <a:cxnLst/>
              <a:rect l="l" t="t" r="r" b="b"/>
              <a:pathLst>
                <a:path w="1420" h="3095" extrusionOk="0">
                  <a:moveTo>
                    <a:pt x="0" y="3095"/>
                  </a:moveTo>
                  <a:lnTo>
                    <a:pt x="861" y="3095"/>
                  </a:lnTo>
                  <a:lnTo>
                    <a:pt x="861" y="1117"/>
                  </a:lnTo>
                  <a:lnTo>
                    <a:pt x="1419" y="1"/>
                  </a:lnTo>
                  <a:lnTo>
                    <a:pt x="559" y="1"/>
                  </a:lnTo>
                  <a:lnTo>
                    <a:pt x="0" y="1117"/>
                  </a:lnTo>
                  <a:close/>
                  <a:moveTo>
                    <a:pt x="0" y="3095"/>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119"/>
            <p:cNvSpPr/>
            <p:nvPr/>
          </p:nvSpPr>
          <p:spPr>
            <a:xfrm>
              <a:off x="5018650" y="2002175"/>
              <a:ext cx="27925" cy="372250"/>
            </a:xfrm>
            <a:custGeom>
              <a:avLst/>
              <a:gdLst/>
              <a:ahLst/>
              <a:cxnLst/>
              <a:rect l="l" t="t" r="r" b="b"/>
              <a:pathLst>
                <a:path w="1117" h="14890" extrusionOk="0">
                  <a:moveTo>
                    <a:pt x="559" y="1"/>
                  </a:moveTo>
                  <a:lnTo>
                    <a:pt x="559" y="559"/>
                  </a:lnTo>
                  <a:lnTo>
                    <a:pt x="1117" y="559"/>
                  </a:lnTo>
                  <a:lnTo>
                    <a:pt x="1117" y="1"/>
                  </a:lnTo>
                  <a:close/>
                  <a:moveTo>
                    <a:pt x="559" y="1117"/>
                  </a:moveTo>
                  <a:lnTo>
                    <a:pt x="559" y="1676"/>
                  </a:lnTo>
                  <a:lnTo>
                    <a:pt x="1117" y="1676"/>
                  </a:lnTo>
                  <a:lnTo>
                    <a:pt x="1117" y="1117"/>
                  </a:lnTo>
                  <a:close/>
                  <a:moveTo>
                    <a:pt x="0" y="14331"/>
                  </a:moveTo>
                  <a:lnTo>
                    <a:pt x="0" y="14889"/>
                  </a:lnTo>
                  <a:lnTo>
                    <a:pt x="559" y="14889"/>
                  </a:lnTo>
                  <a:lnTo>
                    <a:pt x="559" y="1433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119"/>
            <p:cNvSpPr/>
            <p:nvPr/>
          </p:nvSpPr>
          <p:spPr>
            <a:xfrm>
              <a:off x="4880800" y="2045800"/>
              <a:ext cx="122750" cy="116350"/>
            </a:xfrm>
            <a:custGeom>
              <a:avLst/>
              <a:gdLst/>
              <a:ahLst/>
              <a:cxnLst/>
              <a:rect l="l" t="t" r="r" b="b"/>
              <a:pathLst>
                <a:path w="4910" h="4654" extrusionOk="0">
                  <a:moveTo>
                    <a:pt x="2443" y="1140"/>
                  </a:moveTo>
                  <a:lnTo>
                    <a:pt x="2909" y="1954"/>
                  </a:lnTo>
                  <a:lnTo>
                    <a:pt x="3816" y="2141"/>
                  </a:lnTo>
                  <a:lnTo>
                    <a:pt x="3188" y="2815"/>
                  </a:lnTo>
                  <a:lnTo>
                    <a:pt x="3281" y="3746"/>
                  </a:lnTo>
                  <a:lnTo>
                    <a:pt x="2443" y="3350"/>
                  </a:lnTo>
                  <a:lnTo>
                    <a:pt x="1606" y="3746"/>
                  </a:lnTo>
                  <a:lnTo>
                    <a:pt x="1699" y="2815"/>
                  </a:lnTo>
                  <a:lnTo>
                    <a:pt x="1071" y="2141"/>
                  </a:lnTo>
                  <a:lnTo>
                    <a:pt x="1978" y="1954"/>
                  </a:lnTo>
                  <a:lnTo>
                    <a:pt x="2443" y="1140"/>
                  </a:lnTo>
                  <a:close/>
                  <a:moveTo>
                    <a:pt x="2443" y="0"/>
                  </a:moveTo>
                  <a:lnTo>
                    <a:pt x="1629" y="1443"/>
                  </a:lnTo>
                  <a:lnTo>
                    <a:pt x="1" y="1768"/>
                  </a:lnTo>
                  <a:lnTo>
                    <a:pt x="1141" y="3001"/>
                  </a:lnTo>
                  <a:lnTo>
                    <a:pt x="954" y="4653"/>
                  </a:lnTo>
                  <a:lnTo>
                    <a:pt x="2467" y="3955"/>
                  </a:lnTo>
                  <a:lnTo>
                    <a:pt x="3979" y="4653"/>
                  </a:lnTo>
                  <a:lnTo>
                    <a:pt x="3793" y="3001"/>
                  </a:lnTo>
                  <a:lnTo>
                    <a:pt x="4909" y="1768"/>
                  </a:lnTo>
                  <a:lnTo>
                    <a:pt x="3258" y="1443"/>
                  </a:lnTo>
                  <a:lnTo>
                    <a:pt x="244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119"/>
            <p:cNvSpPr/>
            <p:nvPr/>
          </p:nvSpPr>
          <p:spPr>
            <a:xfrm>
              <a:off x="4702825" y="1945750"/>
              <a:ext cx="478100" cy="478100"/>
            </a:xfrm>
            <a:custGeom>
              <a:avLst/>
              <a:gdLst/>
              <a:ahLst/>
              <a:cxnLst/>
              <a:rect l="l" t="t" r="r" b="b"/>
              <a:pathLst>
                <a:path w="19124" h="19124" extrusionOk="0">
                  <a:moveTo>
                    <a:pt x="4235" y="3933"/>
                  </a:moveTo>
                  <a:lnTo>
                    <a:pt x="4235" y="6445"/>
                  </a:lnTo>
                  <a:cubicBezTo>
                    <a:pt x="4235" y="6949"/>
                    <a:pt x="4325" y="7452"/>
                    <a:pt x="4461" y="7956"/>
                  </a:cubicBezTo>
                  <a:lnTo>
                    <a:pt x="4461" y="7956"/>
                  </a:lnTo>
                  <a:lnTo>
                    <a:pt x="2653" y="7655"/>
                  </a:lnTo>
                  <a:cubicBezTo>
                    <a:pt x="2560" y="7631"/>
                    <a:pt x="1699" y="7469"/>
                    <a:pt x="1699" y="6910"/>
                  </a:cubicBezTo>
                  <a:lnTo>
                    <a:pt x="1699" y="3933"/>
                  </a:lnTo>
                  <a:close/>
                  <a:moveTo>
                    <a:pt x="17426" y="3933"/>
                  </a:moveTo>
                  <a:lnTo>
                    <a:pt x="17426" y="6910"/>
                  </a:lnTo>
                  <a:cubicBezTo>
                    <a:pt x="17426" y="7469"/>
                    <a:pt x="16565" y="7631"/>
                    <a:pt x="16472" y="7655"/>
                  </a:cubicBezTo>
                  <a:lnTo>
                    <a:pt x="14657" y="7957"/>
                  </a:lnTo>
                  <a:cubicBezTo>
                    <a:pt x="14797" y="7469"/>
                    <a:pt x="14867" y="6957"/>
                    <a:pt x="14867" y="6445"/>
                  </a:cubicBezTo>
                  <a:lnTo>
                    <a:pt x="14867" y="3933"/>
                  </a:lnTo>
                  <a:close/>
                  <a:moveTo>
                    <a:pt x="4235" y="2816"/>
                  </a:moveTo>
                  <a:lnTo>
                    <a:pt x="4235" y="3374"/>
                  </a:lnTo>
                  <a:lnTo>
                    <a:pt x="1141" y="3374"/>
                  </a:lnTo>
                  <a:lnTo>
                    <a:pt x="1141" y="6910"/>
                  </a:lnTo>
                  <a:cubicBezTo>
                    <a:pt x="1141" y="7678"/>
                    <a:pt x="1862" y="8073"/>
                    <a:pt x="2560" y="8190"/>
                  </a:cubicBezTo>
                  <a:lnTo>
                    <a:pt x="4700" y="8562"/>
                  </a:lnTo>
                  <a:cubicBezTo>
                    <a:pt x="4793" y="8795"/>
                    <a:pt x="4886" y="9004"/>
                    <a:pt x="5026" y="9190"/>
                  </a:cubicBezTo>
                  <a:lnTo>
                    <a:pt x="2467" y="8748"/>
                  </a:lnTo>
                  <a:cubicBezTo>
                    <a:pt x="1583" y="8609"/>
                    <a:pt x="582" y="8027"/>
                    <a:pt x="582" y="6910"/>
                  </a:cubicBezTo>
                  <a:lnTo>
                    <a:pt x="582" y="2816"/>
                  </a:lnTo>
                  <a:close/>
                  <a:moveTo>
                    <a:pt x="18542" y="2816"/>
                  </a:moveTo>
                  <a:lnTo>
                    <a:pt x="18542" y="6910"/>
                  </a:lnTo>
                  <a:cubicBezTo>
                    <a:pt x="18542" y="8027"/>
                    <a:pt x="17542" y="8585"/>
                    <a:pt x="16658" y="8748"/>
                  </a:cubicBezTo>
                  <a:lnTo>
                    <a:pt x="14099" y="9190"/>
                  </a:lnTo>
                  <a:cubicBezTo>
                    <a:pt x="14215" y="8981"/>
                    <a:pt x="14331" y="8771"/>
                    <a:pt x="14424" y="8562"/>
                  </a:cubicBezTo>
                  <a:lnTo>
                    <a:pt x="16565" y="8190"/>
                  </a:lnTo>
                  <a:cubicBezTo>
                    <a:pt x="17263" y="8073"/>
                    <a:pt x="17984" y="7678"/>
                    <a:pt x="17984" y="6910"/>
                  </a:cubicBezTo>
                  <a:lnTo>
                    <a:pt x="17984" y="3374"/>
                  </a:lnTo>
                  <a:lnTo>
                    <a:pt x="14867" y="3374"/>
                  </a:lnTo>
                  <a:lnTo>
                    <a:pt x="14867" y="2816"/>
                  </a:lnTo>
                  <a:close/>
                  <a:moveTo>
                    <a:pt x="14308" y="1699"/>
                  </a:moveTo>
                  <a:lnTo>
                    <a:pt x="14308" y="6468"/>
                  </a:lnTo>
                  <a:cubicBezTo>
                    <a:pt x="14285" y="8655"/>
                    <a:pt x="12773" y="10586"/>
                    <a:pt x="10632" y="11098"/>
                  </a:cubicBezTo>
                  <a:lnTo>
                    <a:pt x="10656" y="11074"/>
                  </a:lnTo>
                  <a:lnTo>
                    <a:pt x="8469" y="11074"/>
                  </a:lnTo>
                  <a:cubicBezTo>
                    <a:pt x="6329" y="10563"/>
                    <a:pt x="4817" y="8655"/>
                    <a:pt x="4793" y="6445"/>
                  </a:cubicBezTo>
                  <a:lnTo>
                    <a:pt x="4793" y="1699"/>
                  </a:lnTo>
                  <a:close/>
                  <a:moveTo>
                    <a:pt x="10679" y="11633"/>
                  </a:moveTo>
                  <a:cubicBezTo>
                    <a:pt x="11423" y="11633"/>
                    <a:pt x="11423" y="12749"/>
                    <a:pt x="10679" y="12749"/>
                  </a:cubicBezTo>
                  <a:lnTo>
                    <a:pt x="8446" y="12749"/>
                  </a:lnTo>
                  <a:cubicBezTo>
                    <a:pt x="7701" y="12749"/>
                    <a:pt x="7701" y="11633"/>
                    <a:pt x="8446" y="11633"/>
                  </a:cubicBezTo>
                  <a:close/>
                  <a:moveTo>
                    <a:pt x="10400" y="13308"/>
                  </a:moveTo>
                  <a:cubicBezTo>
                    <a:pt x="10446" y="14122"/>
                    <a:pt x="10749" y="14866"/>
                    <a:pt x="11284" y="15471"/>
                  </a:cubicBezTo>
                  <a:lnTo>
                    <a:pt x="7841" y="15471"/>
                  </a:lnTo>
                  <a:cubicBezTo>
                    <a:pt x="8376" y="14866"/>
                    <a:pt x="8678" y="14122"/>
                    <a:pt x="8725" y="13308"/>
                  </a:cubicBezTo>
                  <a:close/>
                  <a:moveTo>
                    <a:pt x="3677" y="1"/>
                  </a:moveTo>
                  <a:lnTo>
                    <a:pt x="3677" y="1699"/>
                  </a:lnTo>
                  <a:lnTo>
                    <a:pt x="4235" y="1699"/>
                  </a:lnTo>
                  <a:lnTo>
                    <a:pt x="4235" y="2258"/>
                  </a:lnTo>
                  <a:lnTo>
                    <a:pt x="24" y="2258"/>
                  </a:lnTo>
                  <a:lnTo>
                    <a:pt x="24" y="6910"/>
                  </a:lnTo>
                  <a:cubicBezTo>
                    <a:pt x="1" y="7538"/>
                    <a:pt x="280" y="8120"/>
                    <a:pt x="722" y="8539"/>
                  </a:cubicBezTo>
                  <a:cubicBezTo>
                    <a:pt x="1187" y="8957"/>
                    <a:pt x="1746" y="9213"/>
                    <a:pt x="2374" y="9306"/>
                  </a:cubicBezTo>
                  <a:lnTo>
                    <a:pt x="5468" y="9842"/>
                  </a:lnTo>
                  <a:cubicBezTo>
                    <a:pt x="6050" y="10539"/>
                    <a:pt x="6794" y="11074"/>
                    <a:pt x="7655" y="11423"/>
                  </a:cubicBezTo>
                  <a:cubicBezTo>
                    <a:pt x="7050" y="12028"/>
                    <a:pt x="7329" y="13075"/>
                    <a:pt x="8143" y="13285"/>
                  </a:cubicBezTo>
                  <a:cubicBezTo>
                    <a:pt x="8143" y="14169"/>
                    <a:pt x="7701" y="14983"/>
                    <a:pt x="6957" y="15495"/>
                  </a:cubicBezTo>
                  <a:lnTo>
                    <a:pt x="5189" y="15495"/>
                  </a:lnTo>
                  <a:lnTo>
                    <a:pt x="4514" y="16821"/>
                  </a:lnTo>
                  <a:lnTo>
                    <a:pt x="4514" y="19124"/>
                  </a:lnTo>
                  <a:lnTo>
                    <a:pt x="11772" y="19124"/>
                  </a:lnTo>
                  <a:lnTo>
                    <a:pt x="11772" y="18565"/>
                  </a:lnTo>
                  <a:lnTo>
                    <a:pt x="5096" y="18565"/>
                  </a:lnTo>
                  <a:lnTo>
                    <a:pt x="5096" y="16937"/>
                  </a:lnTo>
                  <a:lnTo>
                    <a:pt x="5538" y="16030"/>
                  </a:lnTo>
                  <a:lnTo>
                    <a:pt x="13587" y="16030"/>
                  </a:lnTo>
                  <a:lnTo>
                    <a:pt x="14052" y="16937"/>
                  </a:lnTo>
                  <a:lnTo>
                    <a:pt x="14052" y="18565"/>
                  </a:lnTo>
                  <a:lnTo>
                    <a:pt x="12354" y="18565"/>
                  </a:lnTo>
                  <a:lnTo>
                    <a:pt x="12354" y="19124"/>
                  </a:lnTo>
                  <a:lnTo>
                    <a:pt x="14611" y="19124"/>
                  </a:lnTo>
                  <a:lnTo>
                    <a:pt x="14611" y="16821"/>
                  </a:lnTo>
                  <a:lnTo>
                    <a:pt x="13936" y="15471"/>
                  </a:lnTo>
                  <a:lnTo>
                    <a:pt x="12168" y="15471"/>
                  </a:lnTo>
                  <a:cubicBezTo>
                    <a:pt x="11423" y="14983"/>
                    <a:pt x="10981" y="14169"/>
                    <a:pt x="10981" y="13285"/>
                  </a:cubicBezTo>
                  <a:cubicBezTo>
                    <a:pt x="11796" y="13052"/>
                    <a:pt x="12075" y="12028"/>
                    <a:pt x="11470" y="11400"/>
                  </a:cubicBezTo>
                  <a:cubicBezTo>
                    <a:pt x="12307" y="11074"/>
                    <a:pt x="13052" y="10539"/>
                    <a:pt x="13634" y="9842"/>
                  </a:cubicBezTo>
                  <a:lnTo>
                    <a:pt x="16751" y="9306"/>
                  </a:lnTo>
                  <a:cubicBezTo>
                    <a:pt x="17356" y="9213"/>
                    <a:pt x="17937" y="8957"/>
                    <a:pt x="18403" y="8539"/>
                  </a:cubicBezTo>
                  <a:cubicBezTo>
                    <a:pt x="18845" y="8120"/>
                    <a:pt x="19124" y="7538"/>
                    <a:pt x="19101" y="6910"/>
                  </a:cubicBezTo>
                  <a:lnTo>
                    <a:pt x="19101" y="2258"/>
                  </a:lnTo>
                  <a:lnTo>
                    <a:pt x="14867" y="2258"/>
                  </a:lnTo>
                  <a:lnTo>
                    <a:pt x="14867" y="1699"/>
                  </a:lnTo>
                  <a:lnTo>
                    <a:pt x="15425" y="1699"/>
                  </a:lnTo>
                  <a:lnTo>
                    <a:pt x="15425" y="24"/>
                  </a:lnTo>
                  <a:lnTo>
                    <a:pt x="6492" y="24"/>
                  </a:lnTo>
                  <a:lnTo>
                    <a:pt x="6492" y="583"/>
                  </a:lnTo>
                  <a:lnTo>
                    <a:pt x="14867" y="583"/>
                  </a:lnTo>
                  <a:lnTo>
                    <a:pt x="14867" y="1118"/>
                  </a:lnTo>
                  <a:lnTo>
                    <a:pt x="4235" y="1118"/>
                  </a:lnTo>
                  <a:lnTo>
                    <a:pt x="4235" y="559"/>
                  </a:lnTo>
                  <a:lnTo>
                    <a:pt x="5933" y="559"/>
                  </a:lnTo>
                  <a:lnTo>
                    <a:pt x="593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119"/>
            <p:cNvSpPr/>
            <p:nvPr/>
          </p:nvSpPr>
          <p:spPr>
            <a:xfrm>
              <a:off x="4906975" y="2370900"/>
              <a:ext cx="69825" cy="14000"/>
            </a:xfrm>
            <a:custGeom>
              <a:avLst/>
              <a:gdLst/>
              <a:ahLst/>
              <a:cxnLst/>
              <a:rect l="l" t="t" r="r" b="b"/>
              <a:pathLst>
                <a:path w="2793" h="560" extrusionOk="0">
                  <a:moveTo>
                    <a:pt x="1" y="1"/>
                  </a:moveTo>
                  <a:lnTo>
                    <a:pt x="1" y="559"/>
                  </a:lnTo>
                  <a:lnTo>
                    <a:pt x="2792" y="559"/>
                  </a:lnTo>
                  <a:lnTo>
                    <a:pt x="279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7" name="Google Shape;5567;p119"/>
          <p:cNvGrpSpPr/>
          <p:nvPr/>
        </p:nvGrpSpPr>
        <p:grpSpPr>
          <a:xfrm>
            <a:off x="5443200" y="4177325"/>
            <a:ext cx="476950" cy="317000"/>
            <a:chOff x="5443200" y="4177325"/>
            <a:chExt cx="476950" cy="317000"/>
          </a:xfrm>
        </p:grpSpPr>
        <p:sp>
          <p:nvSpPr>
            <p:cNvPr id="5568" name="Google Shape;5568;p119"/>
            <p:cNvSpPr/>
            <p:nvPr/>
          </p:nvSpPr>
          <p:spPr>
            <a:xfrm>
              <a:off x="5464150" y="4375075"/>
              <a:ext cx="435050" cy="112275"/>
            </a:xfrm>
            <a:custGeom>
              <a:avLst/>
              <a:gdLst/>
              <a:ahLst/>
              <a:cxnLst/>
              <a:rect l="l" t="t" r="r" b="b"/>
              <a:pathLst>
                <a:path w="17402" h="4491" extrusionOk="0">
                  <a:moveTo>
                    <a:pt x="1094" y="4491"/>
                  </a:moveTo>
                  <a:lnTo>
                    <a:pt x="5049" y="4491"/>
                  </a:lnTo>
                  <a:cubicBezTo>
                    <a:pt x="6282" y="4467"/>
                    <a:pt x="7282" y="3467"/>
                    <a:pt x="7305" y="2234"/>
                  </a:cubicBezTo>
                  <a:lnTo>
                    <a:pt x="7305" y="1117"/>
                  </a:lnTo>
                  <a:lnTo>
                    <a:pt x="6747" y="1117"/>
                  </a:lnTo>
                  <a:lnTo>
                    <a:pt x="6747" y="1"/>
                  </a:lnTo>
                  <a:lnTo>
                    <a:pt x="559" y="1"/>
                  </a:lnTo>
                  <a:lnTo>
                    <a:pt x="559" y="1117"/>
                  </a:lnTo>
                  <a:lnTo>
                    <a:pt x="0" y="1117"/>
                  </a:lnTo>
                  <a:lnTo>
                    <a:pt x="0" y="3351"/>
                  </a:lnTo>
                  <a:cubicBezTo>
                    <a:pt x="0" y="3979"/>
                    <a:pt x="489" y="4467"/>
                    <a:pt x="1117" y="4491"/>
                  </a:cubicBezTo>
                  <a:close/>
                  <a:moveTo>
                    <a:pt x="16285" y="4491"/>
                  </a:moveTo>
                  <a:lnTo>
                    <a:pt x="12330" y="4491"/>
                  </a:lnTo>
                  <a:cubicBezTo>
                    <a:pt x="11097" y="4467"/>
                    <a:pt x="10097" y="3467"/>
                    <a:pt x="10097" y="2234"/>
                  </a:cubicBezTo>
                  <a:lnTo>
                    <a:pt x="10097" y="1117"/>
                  </a:lnTo>
                  <a:lnTo>
                    <a:pt x="10655" y="1117"/>
                  </a:lnTo>
                  <a:lnTo>
                    <a:pt x="10655" y="1"/>
                  </a:lnTo>
                  <a:lnTo>
                    <a:pt x="16843" y="1"/>
                  </a:lnTo>
                  <a:lnTo>
                    <a:pt x="16843" y="1117"/>
                  </a:lnTo>
                  <a:lnTo>
                    <a:pt x="17402" y="1117"/>
                  </a:lnTo>
                  <a:lnTo>
                    <a:pt x="17402" y="3351"/>
                  </a:lnTo>
                  <a:cubicBezTo>
                    <a:pt x="17402" y="3979"/>
                    <a:pt x="16890" y="4467"/>
                    <a:pt x="16285" y="4491"/>
                  </a:cubicBezTo>
                  <a:close/>
                  <a:moveTo>
                    <a:pt x="16285" y="449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119"/>
            <p:cNvSpPr/>
            <p:nvPr/>
          </p:nvSpPr>
          <p:spPr>
            <a:xfrm>
              <a:off x="5463575" y="4375075"/>
              <a:ext cx="49450" cy="112275"/>
            </a:xfrm>
            <a:custGeom>
              <a:avLst/>
              <a:gdLst/>
              <a:ahLst/>
              <a:cxnLst/>
              <a:rect l="l" t="t" r="r" b="b"/>
              <a:pathLst>
                <a:path w="1978" h="4491" extrusionOk="0">
                  <a:moveTo>
                    <a:pt x="1117" y="4491"/>
                  </a:moveTo>
                  <a:lnTo>
                    <a:pt x="1977" y="4491"/>
                  </a:lnTo>
                  <a:cubicBezTo>
                    <a:pt x="1349" y="4467"/>
                    <a:pt x="838" y="3979"/>
                    <a:pt x="838" y="3351"/>
                  </a:cubicBezTo>
                  <a:lnTo>
                    <a:pt x="838" y="1"/>
                  </a:lnTo>
                  <a:lnTo>
                    <a:pt x="558" y="1"/>
                  </a:lnTo>
                  <a:lnTo>
                    <a:pt x="558" y="1117"/>
                  </a:lnTo>
                  <a:lnTo>
                    <a:pt x="0" y="1117"/>
                  </a:lnTo>
                  <a:lnTo>
                    <a:pt x="0" y="3351"/>
                  </a:lnTo>
                  <a:cubicBezTo>
                    <a:pt x="0" y="3979"/>
                    <a:pt x="489" y="4467"/>
                    <a:pt x="1117" y="4491"/>
                  </a:cubicBezTo>
                  <a:close/>
                  <a:moveTo>
                    <a:pt x="1117" y="4491"/>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119"/>
            <p:cNvSpPr/>
            <p:nvPr/>
          </p:nvSpPr>
          <p:spPr>
            <a:xfrm>
              <a:off x="5463575" y="4186650"/>
              <a:ext cx="435625" cy="160525"/>
            </a:xfrm>
            <a:custGeom>
              <a:avLst/>
              <a:gdLst/>
              <a:ahLst/>
              <a:cxnLst/>
              <a:rect l="l" t="t" r="r" b="b"/>
              <a:pathLst>
                <a:path w="17425" h="6421" extrusionOk="0">
                  <a:moveTo>
                    <a:pt x="17425" y="6421"/>
                  </a:moveTo>
                  <a:lnTo>
                    <a:pt x="15680" y="6421"/>
                  </a:lnTo>
                  <a:lnTo>
                    <a:pt x="14424" y="1419"/>
                  </a:lnTo>
                  <a:lnTo>
                    <a:pt x="12632" y="2071"/>
                  </a:lnTo>
                  <a:cubicBezTo>
                    <a:pt x="11934" y="2327"/>
                    <a:pt x="11539" y="1280"/>
                    <a:pt x="12237" y="1024"/>
                  </a:cubicBezTo>
                  <a:lnTo>
                    <a:pt x="15075" y="0"/>
                  </a:lnTo>
                  <a:close/>
                  <a:moveTo>
                    <a:pt x="0" y="6421"/>
                  </a:moveTo>
                  <a:lnTo>
                    <a:pt x="1745" y="6421"/>
                  </a:lnTo>
                  <a:lnTo>
                    <a:pt x="3024" y="1419"/>
                  </a:lnTo>
                  <a:lnTo>
                    <a:pt x="4816" y="2071"/>
                  </a:lnTo>
                  <a:cubicBezTo>
                    <a:pt x="5514" y="2327"/>
                    <a:pt x="5886" y="1280"/>
                    <a:pt x="5188" y="1024"/>
                  </a:cubicBezTo>
                  <a:lnTo>
                    <a:pt x="2350" y="0"/>
                  </a:lnTo>
                  <a:close/>
                  <a:moveTo>
                    <a:pt x="0" y="6421"/>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119"/>
            <p:cNvSpPr/>
            <p:nvPr/>
          </p:nvSpPr>
          <p:spPr>
            <a:xfrm>
              <a:off x="5450175" y="4347150"/>
              <a:ext cx="462975" cy="55875"/>
            </a:xfrm>
            <a:custGeom>
              <a:avLst/>
              <a:gdLst/>
              <a:ahLst/>
              <a:cxnLst/>
              <a:rect l="l" t="t" r="r" b="b"/>
              <a:pathLst>
                <a:path w="18519" h="2235" extrusionOk="0">
                  <a:moveTo>
                    <a:pt x="17402" y="1118"/>
                  </a:moveTo>
                  <a:lnTo>
                    <a:pt x="11214" y="1118"/>
                  </a:lnTo>
                  <a:lnTo>
                    <a:pt x="11214" y="2234"/>
                  </a:lnTo>
                  <a:lnTo>
                    <a:pt x="10097" y="2234"/>
                  </a:lnTo>
                  <a:lnTo>
                    <a:pt x="10097" y="559"/>
                  </a:lnTo>
                  <a:cubicBezTo>
                    <a:pt x="10097" y="257"/>
                    <a:pt x="10353" y="1"/>
                    <a:pt x="10656" y="1"/>
                  </a:cubicBezTo>
                  <a:lnTo>
                    <a:pt x="17961" y="1"/>
                  </a:lnTo>
                  <a:cubicBezTo>
                    <a:pt x="18263" y="1"/>
                    <a:pt x="18519" y="257"/>
                    <a:pt x="18519" y="559"/>
                  </a:cubicBezTo>
                  <a:lnTo>
                    <a:pt x="18519" y="2234"/>
                  </a:lnTo>
                  <a:lnTo>
                    <a:pt x="17402" y="2234"/>
                  </a:lnTo>
                  <a:close/>
                  <a:moveTo>
                    <a:pt x="1118" y="1118"/>
                  </a:moveTo>
                  <a:lnTo>
                    <a:pt x="7306" y="1118"/>
                  </a:lnTo>
                  <a:lnTo>
                    <a:pt x="7306" y="2234"/>
                  </a:lnTo>
                  <a:lnTo>
                    <a:pt x="8422" y="2234"/>
                  </a:lnTo>
                  <a:lnTo>
                    <a:pt x="8422" y="559"/>
                  </a:lnTo>
                  <a:cubicBezTo>
                    <a:pt x="8422" y="257"/>
                    <a:pt x="8167" y="1"/>
                    <a:pt x="7864" y="1"/>
                  </a:cubicBezTo>
                  <a:lnTo>
                    <a:pt x="559" y="1"/>
                  </a:lnTo>
                  <a:cubicBezTo>
                    <a:pt x="234" y="1"/>
                    <a:pt x="1" y="257"/>
                    <a:pt x="1" y="559"/>
                  </a:cubicBezTo>
                  <a:lnTo>
                    <a:pt x="1" y="2234"/>
                  </a:lnTo>
                  <a:lnTo>
                    <a:pt x="1118" y="2234"/>
                  </a:lnTo>
                  <a:close/>
                  <a:moveTo>
                    <a:pt x="1118" y="1118"/>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119"/>
            <p:cNvSpPr/>
            <p:nvPr/>
          </p:nvSpPr>
          <p:spPr>
            <a:xfrm>
              <a:off x="5463575" y="4186050"/>
              <a:ext cx="405975" cy="161125"/>
            </a:xfrm>
            <a:custGeom>
              <a:avLst/>
              <a:gdLst/>
              <a:ahLst/>
              <a:cxnLst/>
              <a:rect l="l" t="t" r="r" b="b"/>
              <a:pathLst>
                <a:path w="16239" h="6445" extrusionOk="0">
                  <a:moveTo>
                    <a:pt x="15657" y="6445"/>
                  </a:moveTo>
                  <a:lnTo>
                    <a:pt x="16238" y="6445"/>
                  </a:lnTo>
                  <a:lnTo>
                    <a:pt x="14424" y="1443"/>
                  </a:lnTo>
                  <a:close/>
                  <a:moveTo>
                    <a:pt x="0" y="6445"/>
                  </a:moveTo>
                  <a:lnTo>
                    <a:pt x="558" y="6445"/>
                  </a:lnTo>
                  <a:lnTo>
                    <a:pt x="2838" y="187"/>
                  </a:lnTo>
                  <a:lnTo>
                    <a:pt x="2350" y="1"/>
                  </a:lnTo>
                  <a:close/>
                  <a:moveTo>
                    <a:pt x="0" y="6445"/>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119"/>
            <p:cNvSpPr/>
            <p:nvPr/>
          </p:nvSpPr>
          <p:spPr>
            <a:xfrm>
              <a:off x="5450175" y="4347150"/>
              <a:ext cx="280375" cy="55875"/>
            </a:xfrm>
            <a:custGeom>
              <a:avLst/>
              <a:gdLst/>
              <a:ahLst/>
              <a:cxnLst/>
              <a:rect l="l" t="t" r="r" b="b"/>
              <a:pathLst>
                <a:path w="11215" h="2235" extrusionOk="0">
                  <a:moveTo>
                    <a:pt x="10656" y="2234"/>
                  </a:moveTo>
                  <a:lnTo>
                    <a:pt x="10097" y="2234"/>
                  </a:lnTo>
                  <a:lnTo>
                    <a:pt x="10097" y="559"/>
                  </a:lnTo>
                  <a:cubicBezTo>
                    <a:pt x="10097" y="257"/>
                    <a:pt x="10353" y="1"/>
                    <a:pt x="10656" y="1"/>
                  </a:cubicBezTo>
                  <a:lnTo>
                    <a:pt x="11214" y="1"/>
                  </a:lnTo>
                  <a:cubicBezTo>
                    <a:pt x="10912" y="1"/>
                    <a:pt x="10656" y="257"/>
                    <a:pt x="10656" y="559"/>
                  </a:cubicBezTo>
                  <a:close/>
                  <a:moveTo>
                    <a:pt x="1094" y="1"/>
                  </a:moveTo>
                  <a:lnTo>
                    <a:pt x="559" y="1"/>
                  </a:lnTo>
                  <a:cubicBezTo>
                    <a:pt x="234" y="1"/>
                    <a:pt x="1" y="257"/>
                    <a:pt x="1" y="559"/>
                  </a:cubicBezTo>
                  <a:lnTo>
                    <a:pt x="1" y="2234"/>
                  </a:lnTo>
                  <a:lnTo>
                    <a:pt x="559" y="2234"/>
                  </a:lnTo>
                  <a:lnTo>
                    <a:pt x="559" y="559"/>
                  </a:lnTo>
                  <a:cubicBezTo>
                    <a:pt x="559" y="257"/>
                    <a:pt x="792" y="1"/>
                    <a:pt x="1094" y="1"/>
                  </a:cubicBezTo>
                  <a:close/>
                  <a:moveTo>
                    <a:pt x="1094" y="1"/>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119"/>
            <p:cNvSpPr/>
            <p:nvPr/>
          </p:nvSpPr>
          <p:spPr>
            <a:xfrm>
              <a:off x="5716550" y="4375075"/>
              <a:ext cx="49475" cy="111700"/>
            </a:xfrm>
            <a:custGeom>
              <a:avLst/>
              <a:gdLst/>
              <a:ahLst/>
              <a:cxnLst/>
              <a:rect l="l" t="t" r="r" b="b"/>
              <a:pathLst>
                <a:path w="1979" h="4468" extrusionOk="0">
                  <a:moveTo>
                    <a:pt x="1978" y="4467"/>
                  </a:moveTo>
                  <a:cubicBezTo>
                    <a:pt x="838" y="4328"/>
                    <a:pt x="1" y="3374"/>
                    <a:pt x="1" y="2234"/>
                  </a:cubicBezTo>
                  <a:lnTo>
                    <a:pt x="1" y="1117"/>
                  </a:lnTo>
                  <a:lnTo>
                    <a:pt x="559" y="1117"/>
                  </a:lnTo>
                  <a:lnTo>
                    <a:pt x="559" y="1"/>
                  </a:lnTo>
                  <a:lnTo>
                    <a:pt x="838" y="1"/>
                  </a:lnTo>
                  <a:lnTo>
                    <a:pt x="838" y="2536"/>
                  </a:lnTo>
                  <a:cubicBezTo>
                    <a:pt x="838" y="3327"/>
                    <a:pt x="1280" y="4072"/>
                    <a:pt x="1978" y="4467"/>
                  </a:cubicBezTo>
                  <a:close/>
                  <a:moveTo>
                    <a:pt x="1978" y="4467"/>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119"/>
            <p:cNvSpPr/>
            <p:nvPr/>
          </p:nvSpPr>
          <p:spPr>
            <a:xfrm>
              <a:off x="5491475" y="4396025"/>
              <a:ext cx="372825" cy="69800"/>
            </a:xfrm>
            <a:custGeom>
              <a:avLst/>
              <a:gdLst/>
              <a:ahLst/>
              <a:cxnLst/>
              <a:rect l="l" t="t" r="r" b="b"/>
              <a:pathLst>
                <a:path w="14913" h="2792" extrusionOk="0">
                  <a:moveTo>
                    <a:pt x="14354" y="0"/>
                  </a:moveTo>
                  <a:lnTo>
                    <a:pt x="14354" y="558"/>
                  </a:lnTo>
                  <a:lnTo>
                    <a:pt x="14913" y="558"/>
                  </a:lnTo>
                  <a:lnTo>
                    <a:pt x="14913" y="0"/>
                  </a:lnTo>
                  <a:close/>
                  <a:moveTo>
                    <a:pt x="1" y="2257"/>
                  </a:moveTo>
                  <a:lnTo>
                    <a:pt x="1" y="2792"/>
                  </a:lnTo>
                  <a:lnTo>
                    <a:pt x="582" y="2792"/>
                  </a:lnTo>
                  <a:lnTo>
                    <a:pt x="559" y="2257"/>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119"/>
            <p:cNvSpPr/>
            <p:nvPr/>
          </p:nvSpPr>
          <p:spPr>
            <a:xfrm>
              <a:off x="5443200" y="4177325"/>
              <a:ext cx="476950" cy="317000"/>
            </a:xfrm>
            <a:custGeom>
              <a:avLst/>
              <a:gdLst/>
              <a:ahLst/>
              <a:cxnLst/>
              <a:rect l="l" t="t" r="r" b="b"/>
              <a:pathLst>
                <a:path w="19078" h="12680" extrusionOk="0">
                  <a:moveTo>
                    <a:pt x="15727" y="722"/>
                  </a:moveTo>
                  <a:lnTo>
                    <a:pt x="17844" y="6515"/>
                  </a:lnTo>
                  <a:lnTo>
                    <a:pt x="16704" y="6515"/>
                  </a:lnTo>
                  <a:lnTo>
                    <a:pt x="15425" y="1420"/>
                  </a:lnTo>
                  <a:lnTo>
                    <a:pt x="13331" y="2188"/>
                  </a:lnTo>
                  <a:cubicBezTo>
                    <a:pt x="13296" y="2214"/>
                    <a:pt x="13261" y="2226"/>
                    <a:pt x="13227" y="2226"/>
                  </a:cubicBezTo>
                  <a:cubicBezTo>
                    <a:pt x="12997" y="2226"/>
                    <a:pt x="12840" y="1673"/>
                    <a:pt x="13145" y="1653"/>
                  </a:cubicBezTo>
                  <a:lnTo>
                    <a:pt x="15727" y="722"/>
                  </a:lnTo>
                  <a:close/>
                  <a:moveTo>
                    <a:pt x="8143" y="7073"/>
                  </a:moveTo>
                  <a:cubicBezTo>
                    <a:pt x="8306" y="7073"/>
                    <a:pt x="8422" y="7189"/>
                    <a:pt x="8422" y="7352"/>
                  </a:cubicBezTo>
                  <a:lnTo>
                    <a:pt x="8422" y="8748"/>
                  </a:lnTo>
                  <a:lnTo>
                    <a:pt x="7864" y="8748"/>
                  </a:lnTo>
                  <a:lnTo>
                    <a:pt x="7864" y="7631"/>
                  </a:lnTo>
                  <a:lnTo>
                    <a:pt x="1117" y="7631"/>
                  </a:lnTo>
                  <a:lnTo>
                    <a:pt x="1117" y="8748"/>
                  </a:lnTo>
                  <a:lnTo>
                    <a:pt x="559" y="8748"/>
                  </a:lnTo>
                  <a:lnTo>
                    <a:pt x="559" y="7352"/>
                  </a:lnTo>
                  <a:cubicBezTo>
                    <a:pt x="559" y="7189"/>
                    <a:pt x="675" y="7073"/>
                    <a:pt x="838" y="7073"/>
                  </a:cubicBezTo>
                  <a:close/>
                  <a:moveTo>
                    <a:pt x="18263" y="7073"/>
                  </a:moveTo>
                  <a:cubicBezTo>
                    <a:pt x="18426" y="7073"/>
                    <a:pt x="18565" y="7189"/>
                    <a:pt x="18565" y="7352"/>
                  </a:cubicBezTo>
                  <a:lnTo>
                    <a:pt x="18519" y="8748"/>
                  </a:lnTo>
                  <a:lnTo>
                    <a:pt x="17960" y="8748"/>
                  </a:lnTo>
                  <a:lnTo>
                    <a:pt x="17960" y="7631"/>
                  </a:lnTo>
                  <a:lnTo>
                    <a:pt x="11214" y="7631"/>
                  </a:lnTo>
                  <a:lnTo>
                    <a:pt x="11214" y="8748"/>
                  </a:lnTo>
                  <a:lnTo>
                    <a:pt x="10656" y="8748"/>
                  </a:lnTo>
                  <a:lnTo>
                    <a:pt x="10656" y="7352"/>
                  </a:lnTo>
                  <a:cubicBezTo>
                    <a:pt x="10656" y="7189"/>
                    <a:pt x="10795" y="7073"/>
                    <a:pt x="10958" y="7073"/>
                  </a:cubicBezTo>
                  <a:close/>
                  <a:moveTo>
                    <a:pt x="7282" y="8190"/>
                  </a:moveTo>
                  <a:lnTo>
                    <a:pt x="7282" y="9306"/>
                  </a:lnTo>
                  <a:lnTo>
                    <a:pt x="7841" y="9306"/>
                  </a:lnTo>
                  <a:lnTo>
                    <a:pt x="7864" y="10144"/>
                  </a:lnTo>
                  <a:cubicBezTo>
                    <a:pt x="7864" y="11237"/>
                    <a:pt x="6980" y="12098"/>
                    <a:pt x="5910" y="12121"/>
                  </a:cubicBezTo>
                  <a:lnTo>
                    <a:pt x="1932" y="12121"/>
                  </a:lnTo>
                  <a:cubicBezTo>
                    <a:pt x="1466" y="12098"/>
                    <a:pt x="1094" y="11726"/>
                    <a:pt x="1094" y="11261"/>
                  </a:cubicBezTo>
                  <a:lnTo>
                    <a:pt x="1094" y="9306"/>
                  </a:lnTo>
                  <a:lnTo>
                    <a:pt x="1653" y="9306"/>
                  </a:lnTo>
                  <a:lnTo>
                    <a:pt x="1653" y="8190"/>
                  </a:lnTo>
                  <a:close/>
                  <a:moveTo>
                    <a:pt x="3002" y="1"/>
                  </a:moveTo>
                  <a:lnTo>
                    <a:pt x="1839" y="3235"/>
                  </a:lnTo>
                  <a:lnTo>
                    <a:pt x="2374" y="3421"/>
                  </a:lnTo>
                  <a:lnTo>
                    <a:pt x="3351" y="722"/>
                  </a:lnTo>
                  <a:lnTo>
                    <a:pt x="5933" y="1676"/>
                  </a:lnTo>
                  <a:cubicBezTo>
                    <a:pt x="6237" y="1696"/>
                    <a:pt x="6082" y="2227"/>
                    <a:pt x="5854" y="2227"/>
                  </a:cubicBezTo>
                  <a:cubicBezTo>
                    <a:pt x="5819" y="2227"/>
                    <a:pt x="5783" y="2215"/>
                    <a:pt x="5747" y="2188"/>
                  </a:cubicBezTo>
                  <a:lnTo>
                    <a:pt x="3653" y="1443"/>
                  </a:lnTo>
                  <a:lnTo>
                    <a:pt x="2374" y="6538"/>
                  </a:lnTo>
                  <a:lnTo>
                    <a:pt x="1234" y="6538"/>
                  </a:lnTo>
                  <a:lnTo>
                    <a:pt x="2188" y="3956"/>
                  </a:lnTo>
                  <a:lnTo>
                    <a:pt x="1653" y="3746"/>
                  </a:lnTo>
                  <a:lnTo>
                    <a:pt x="629" y="6561"/>
                  </a:lnTo>
                  <a:cubicBezTo>
                    <a:pt x="257" y="6654"/>
                    <a:pt x="1" y="6980"/>
                    <a:pt x="1" y="7376"/>
                  </a:cubicBezTo>
                  <a:lnTo>
                    <a:pt x="1" y="9330"/>
                  </a:lnTo>
                  <a:lnTo>
                    <a:pt x="559" y="9330"/>
                  </a:lnTo>
                  <a:lnTo>
                    <a:pt x="559" y="11284"/>
                  </a:lnTo>
                  <a:cubicBezTo>
                    <a:pt x="559" y="12052"/>
                    <a:pt x="1187" y="12680"/>
                    <a:pt x="1955" y="12680"/>
                  </a:cubicBezTo>
                  <a:lnTo>
                    <a:pt x="5910" y="12680"/>
                  </a:lnTo>
                  <a:cubicBezTo>
                    <a:pt x="7306" y="12680"/>
                    <a:pt x="8422" y="11563"/>
                    <a:pt x="8422" y="10167"/>
                  </a:cubicBezTo>
                  <a:lnTo>
                    <a:pt x="8422" y="9330"/>
                  </a:lnTo>
                  <a:lnTo>
                    <a:pt x="8981" y="9330"/>
                  </a:lnTo>
                  <a:lnTo>
                    <a:pt x="8981" y="8213"/>
                  </a:lnTo>
                  <a:lnTo>
                    <a:pt x="10074" y="8213"/>
                  </a:lnTo>
                  <a:lnTo>
                    <a:pt x="10074" y="9330"/>
                  </a:lnTo>
                  <a:lnTo>
                    <a:pt x="10656" y="9330"/>
                  </a:lnTo>
                  <a:lnTo>
                    <a:pt x="10656" y="10144"/>
                  </a:lnTo>
                  <a:cubicBezTo>
                    <a:pt x="10656" y="11540"/>
                    <a:pt x="11796" y="12680"/>
                    <a:pt x="13191" y="12680"/>
                  </a:cubicBezTo>
                  <a:lnTo>
                    <a:pt x="15169" y="12680"/>
                  </a:lnTo>
                  <a:lnTo>
                    <a:pt x="15169" y="12121"/>
                  </a:lnTo>
                  <a:lnTo>
                    <a:pt x="13191" y="12121"/>
                  </a:lnTo>
                  <a:cubicBezTo>
                    <a:pt x="12098" y="12121"/>
                    <a:pt x="11237" y="11237"/>
                    <a:pt x="11237" y="10167"/>
                  </a:cubicBezTo>
                  <a:lnTo>
                    <a:pt x="11237" y="9306"/>
                  </a:lnTo>
                  <a:lnTo>
                    <a:pt x="11772" y="9306"/>
                  </a:lnTo>
                  <a:lnTo>
                    <a:pt x="11772" y="8190"/>
                  </a:lnTo>
                  <a:lnTo>
                    <a:pt x="17425" y="8190"/>
                  </a:lnTo>
                  <a:lnTo>
                    <a:pt x="17425" y="9306"/>
                  </a:lnTo>
                  <a:lnTo>
                    <a:pt x="17960" y="9306"/>
                  </a:lnTo>
                  <a:lnTo>
                    <a:pt x="17960" y="11284"/>
                  </a:lnTo>
                  <a:cubicBezTo>
                    <a:pt x="17960" y="11726"/>
                    <a:pt x="17588" y="12121"/>
                    <a:pt x="17123" y="12121"/>
                  </a:cubicBezTo>
                  <a:lnTo>
                    <a:pt x="15727" y="12121"/>
                  </a:lnTo>
                  <a:lnTo>
                    <a:pt x="15727" y="12680"/>
                  </a:lnTo>
                  <a:lnTo>
                    <a:pt x="17123" y="12680"/>
                  </a:lnTo>
                  <a:cubicBezTo>
                    <a:pt x="17891" y="12680"/>
                    <a:pt x="18519" y="12052"/>
                    <a:pt x="18519" y="11284"/>
                  </a:cubicBezTo>
                  <a:lnTo>
                    <a:pt x="18519" y="9306"/>
                  </a:lnTo>
                  <a:lnTo>
                    <a:pt x="19077" y="9306"/>
                  </a:lnTo>
                  <a:lnTo>
                    <a:pt x="19077" y="7352"/>
                  </a:lnTo>
                  <a:cubicBezTo>
                    <a:pt x="19077" y="6980"/>
                    <a:pt x="18821" y="6631"/>
                    <a:pt x="18449" y="6538"/>
                  </a:cubicBezTo>
                  <a:lnTo>
                    <a:pt x="16076" y="1"/>
                  </a:lnTo>
                  <a:lnTo>
                    <a:pt x="12959" y="1141"/>
                  </a:lnTo>
                  <a:cubicBezTo>
                    <a:pt x="12054" y="1498"/>
                    <a:pt x="12424" y="2768"/>
                    <a:pt x="13259" y="2768"/>
                  </a:cubicBezTo>
                  <a:cubicBezTo>
                    <a:pt x="13348" y="2768"/>
                    <a:pt x="13442" y="2754"/>
                    <a:pt x="13540" y="2723"/>
                  </a:cubicBezTo>
                  <a:lnTo>
                    <a:pt x="15053" y="2164"/>
                  </a:lnTo>
                  <a:lnTo>
                    <a:pt x="16146" y="6538"/>
                  </a:lnTo>
                  <a:lnTo>
                    <a:pt x="10935" y="6538"/>
                  </a:lnTo>
                  <a:cubicBezTo>
                    <a:pt x="10470" y="6538"/>
                    <a:pt x="10097" y="6910"/>
                    <a:pt x="10097" y="7376"/>
                  </a:cubicBezTo>
                  <a:lnTo>
                    <a:pt x="10097" y="7655"/>
                  </a:lnTo>
                  <a:lnTo>
                    <a:pt x="8981" y="7655"/>
                  </a:lnTo>
                  <a:lnTo>
                    <a:pt x="8981" y="7376"/>
                  </a:lnTo>
                  <a:cubicBezTo>
                    <a:pt x="8981" y="6910"/>
                    <a:pt x="8585" y="6538"/>
                    <a:pt x="8143" y="6538"/>
                  </a:cubicBezTo>
                  <a:lnTo>
                    <a:pt x="2932" y="6538"/>
                  </a:lnTo>
                  <a:lnTo>
                    <a:pt x="4025" y="2164"/>
                  </a:lnTo>
                  <a:lnTo>
                    <a:pt x="5538" y="2723"/>
                  </a:lnTo>
                  <a:cubicBezTo>
                    <a:pt x="5658" y="2770"/>
                    <a:pt x="5772" y="2791"/>
                    <a:pt x="5879" y="2791"/>
                  </a:cubicBezTo>
                  <a:cubicBezTo>
                    <a:pt x="6722" y="2791"/>
                    <a:pt x="7090" y="1471"/>
                    <a:pt x="6119" y="1141"/>
                  </a:cubicBezTo>
                  <a:lnTo>
                    <a:pt x="30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7" name="Google Shape;5577;p119"/>
          <p:cNvGrpSpPr/>
          <p:nvPr/>
        </p:nvGrpSpPr>
        <p:grpSpPr>
          <a:xfrm>
            <a:off x="5470550" y="3379975"/>
            <a:ext cx="421675" cy="477500"/>
            <a:chOff x="5470550" y="3379975"/>
            <a:chExt cx="421675" cy="477500"/>
          </a:xfrm>
        </p:grpSpPr>
        <p:sp>
          <p:nvSpPr>
            <p:cNvPr id="5578" name="Google Shape;5578;p119"/>
            <p:cNvSpPr/>
            <p:nvPr/>
          </p:nvSpPr>
          <p:spPr>
            <a:xfrm>
              <a:off x="5608375" y="3386950"/>
              <a:ext cx="146000" cy="91325"/>
            </a:xfrm>
            <a:custGeom>
              <a:avLst/>
              <a:gdLst/>
              <a:ahLst/>
              <a:cxnLst/>
              <a:rect l="l" t="t" r="r" b="b"/>
              <a:pathLst>
                <a:path w="5840" h="3653" extrusionOk="0">
                  <a:moveTo>
                    <a:pt x="1" y="3653"/>
                  </a:moveTo>
                  <a:lnTo>
                    <a:pt x="1932" y="2606"/>
                  </a:lnTo>
                  <a:cubicBezTo>
                    <a:pt x="2955" y="3630"/>
                    <a:pt x="4654" y="3583"/>
                    <a:pt x="5840" y="3583"/>
                  </a:cubicBezTo>
                  <a:lnTo>
                    <a:pt x="5840" y="1676"/>
                  </a:lnTo>
                  <a:cubicBezTo>
                    <a:pt x="5840" y="768"/>
                    <a:pt x="5096" y="1"/>
                    <a:pt x="4165" y="1"/>
                  </a:cubicBezTo>
                  <a:lnTo>
                    <a:pt x="2513" y="1"/>
                  </a:lnTo>
                  <a:cubicBezTo>
                    <a:pt x="2048" y="1"/>
                    <a:pt x="1676" y="373"/>
                    <a:pt x="1676" y="838"/>
                  </a:cubicBezTo>
                  <a:lnTo>
                    <a:pt x="861" y="838"/>
                  </a:lnTo>
                  <a:cubicBezTo>
                    <a:pt x="396" y="815"/>
                    <a:pt x="24" y="1210"/>
                    <a:pt x="24" y="1676"/>
                  </a:cubicBezTo>
                  <a:close/>
                  <a:moveTo>
                    <a:pt x="1" y="3653"/>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119"/>
            <p:cNvSpPr/>
            <p:nvPr/>
          </p:nvSpPr>
          <p:spPr>
            <a:xfrm>
              <a:off x="5608375" y="3452100"/>
              <a:ext cx="146000" cy="143675"/>
            </a:xfrm>
            <a:custGeom>
              <a:avLst/>
              <a:gdLst/>
              <a:ahLst/>
              <a:cxnLst/>
              <a:rect l="l" t="t" r="r" b="b"/>
              <a:pathLst>
                <a:path w="5840" h="5747" extrusionOk="0">
                  <a:moveTo>
                    <a:pt x="1" y="4071"/>
                  </a:moveTo>
                  <a:lnTo>
                    <a:pt x="2094" y="5746"/>
                  </a:lnTo>
                  <a:lnTo>
                    <a:pt x="3769" y="5746"/>
                  </a:lnTo>
                  <a:lnTo>
                    <a:pt x="5840" y="4071"/>
                  </a:lnTo>
                  <a:lnTo>
                    <a:pt x="5840" y="977"/>
                  </a:lnTo>
                  <a:cubicBezTo>
                    <a:pt x="4654" y="977"/>
                    <a:pt x="2955" y="1024"/>
                    <a:pt x="1932" y="0"/>
                  </a:cubicBezTo>
                  <a:lnTo>
                    <a:pt x="1" y="1047"/>
                  </a:lnTo>
                  <a:close/>
                  <a:moveTo>
                    <a:pt x="1" y="407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119"/>
            <p:cNvSpPr/>
            <p:nvPr/>
          </p:nvSpPr>
          <p:spPr>
            <a:xfrm>
              <a:off x="5580475" y="3476525"/>
              <a:ext cx="201825" cy="48875"/>
            </a:xfrm>
            <a:custGeom>
              <a:avLst/>
              <a:gdLst/>
              <a:ahLst/>
              <a:cxnLst/>
              <a:rect l="l" t="t" r="r" b="b"/>
              <a:pathLst>
                <a:path w="8073" h="1955" extrusionOk="0">
                  <a:moveTo>
                    <a:pt x="0" y="1396"/>
                  </a:moveTo>
                  <a:cubicBezTo>
                    <a:pt x="0" y="1722"/>
                    <a:pt x="256" y="1954"/>
                    <a:pt x="558" y="1954"/>
                  </a:cubicBezTo>
                  <a:lnTo>
                    <a:pt x="1117" y="1954"/>
                  </a:lnTo>
                  <a:lnTo>
                    <a:pt x="1117" y="70"/>
                  </a:lnTo>
                  <a:lnTo>
                    <a:pt x="558" y="70"/>
                  </a:lnTo>
                  <a:cubicBezTo>
                    <a:pt x="256" y="70"/>
                    <a:pt x="0" y="303"/>
                    <a:pt x="0" y="628"/>
                  </a:cubicBezTo>
                  <a:close/>
                  <a:moveTo>
                    <a:pt x="6956" y="1908"/>
                  </a:moveTo>
                  <a:lnTo>
                    <a:pt x="7514" y="1908"/>
                  </a:lnTo>
                  <a:cubicBezTo>
                    <a:pt x="7817" y="1908"/>
                    <a:pt x="8073" y="1652"/>
                    <a:pt x="8073" y="1349"/>
                  </a:cubicBezTo>
                  <a:lnTo>
                    <a:pt x="8073" y="558"/>
                  </a:lnTo>
                  <a:cubicBezTo>
                    <a:pt x="8073" y="256"/>
                    <a:pt x="7817" y="0"/>
                    <a:pt x="7514" y="0"/>
                  </a:cubicBezTo>
                  <a:lnTo>
                    <a:pt x="6956" y="0"/>
                  </a:lnTo>
                  <a:close/>
                  <a:moveTo>
                    <a:pt x="6956" y="1908"/>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119"/>
            <p:cNvSpPr/>
            <p:nvPr/>
          </p:nvSpPr>
          <p:spPr>
            <a:xfrm>
              <a:off x="5660725" y="3595750"/>
              <a:ext cx="41900" cy="27925"/>
            </a:xfrm>
            <a:custGeom>
              <a:avLst/>
              <a:gdLst/>
              <a:ahLst/>
              <a:cxnLst/>
              <a:rect l="l" t="t" r="r" b="b"/>
              <a:pathLst>
                <a:path w="1676" h="1117" extrusionOk="0">
                  <a:moveTo>
                    <a:pt x="280" y="1117"/>
                  </a:moveTo>
                  <a:lnTo>
                    <a:pt x="1373" y="1117"/>
                  </a:lnTo>
                  <a:lnTo>
                    <a:pt x="1675" y="0"/>
                  </a:lnTo>
                  <a:lnTo>
                    <a:pt x="0" y="0"/>
                  </a:lnTo>
                  <a:close/>
                  <a:moveTo>
                    <a:pt x="280" y="1117"/>
                  </a:moveTo>
                  <a:close/>
                </a:path>
              </a:pathLst>
            </a:custGeom>
            <a:solidFill>
              <a:srgbClr val="FBF2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119"/>
            <p:cNvSpPr/>
            <p:nvPr/>
          </p:nvSpPr>
          <p:spPr>
            <a:xfrm>
              <a:off x="5681650" y="3651575"/>
              <a:ext cx="153000" cy="143100"/>
            </a:xfrm>
            <a:custGeom>
              <a:avLst/>
              <a:gdLst/>
              <a:ahLst/>
              <a:cxnLst/>
              <a:rect l="l" t="t" r="r" b="b"/>
              <a:pathLst>
                <a:path w="6120" h="5724" extrusionOk="0">
                  <a:moveTo>
                    <a:pt x="1" y="5723"/>
                  </a:moveTo>
                  <a:lnTo>
                    <a:pt x="6119" y="5723"/>
                  </a:lnTo>
                  <a:lnTo>
                    <a:pt x="6119" y="4607"/>
                  </a:lnTo>
                  <a:lnTo>
                    <a:pt x="5561" y="4607"/>
                  </a:lnTo>
                  <a:cubicBezTo>
                    <a:pt x="5259" y="4607"/>
                    <a:pt x="5003" y="4351"/>
                    <a:pt x="5003" y="4048"/>
                  </a:cubicBezTo>
                  <a:lnTo>
                    <a:pt x="5003" y="2373"/>
                  </a:lnTo>
                  <a:cubicBezTo>
                    <a:pt x="5003" y="2048"/>
                    <a:pt x="5259" y="1815"/>
                    <a:pt x="5561" y="1815"/>
                  </a:cubicBezTo>
                  <a:lnTo>
                    <a:pt x="6119" y="1815"/>
                  </a:lnTo>
                  <a:lnTo>
                    <a:pt x="6119" y="1"/>
                  </a:lnTo>
                  <a:lnTo>
                    <a:pt x="838" y="1"/>
                  </a:lnTo>
                  <a:lnTo>
                    <a:pt x="1" y="1117"/>
                  </a:lnTo>
                  <a:close/>
                  <a:moveTo>
                    <a:pt x="1" y="5723"/>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119"/>
            <p:cNvSpPr/>
            <p:nvPr/>
          </p:nvSpPr>
          <p:spPr>
            <a:xfrm>
              <a:off x="5478100" y="3794650"/>
              <a:ext cx="407150" cy="55850"/>
            </a:xfrm>
            <a:custGeom>
              <a:avLst/>
              <a:gdLst/>
              <a:ahLst/>
              <a:cxnLst/>
              <a:rect l="l" t="t" r="r" b="b"/>
              <a:pathLst>
                <a:path w="16286" h="2234" extrusionOk="0">
                  <a:moveTo>
                    <a:pt x="1" y="0"/>
                  </a:moveTo>
                  <a:lnTo>
                    <a:pt x="1" y="2234"/>
                  </a:lnTo>
                  <a:lnTo>
                    <a:pt x="16285" y="2234"/>
                  </a:lnTo>
                  <a:lnTo>
                    <a:pt x="16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119"/>
            <p:cNvSpPr/>
            <p:nvPr/>
          </p:nvSpPr>
          <p:spPr>
            <a:xfrm>
              <a:off x="5528125" y="3652150"/>
              <a:ext cx="153550" cy="142525"/>
            </a:xfrm>
            <a:custGeom>
              <a:avLst/>
              <a:gdLst/>
              <a:ahLst/>
              <a:cxnLst/>
              <a:rect l="l" t="t" r="r" b="b"/>
              <a:pathLst>
                <a:path w="6142" h="5701" extrusionOk="0">
                  <a:moveTo>
                    <a:pt x="6142" y="5700"/>
                  </a:moveTo>
                  <a:lnTo>
                    <a:pt x="0" y="5700"/>
                  </a:lnTo>
                  <a:lnTo>
                    <a:pt x="0" y="4584"/>
                  </a:lnTo>
                  <a:lnTo>
                    <a:pt x="582" y="4584"/>
                  </a:lnTo>
                  <a:cubicBezTo>
                    <a:pt x="884" y="4584"/>
                    <a:pt x="1140" y="4328"/>
                    <a:pt x="1140" y="4025"/>
                  </a:cubicBezTo>
                  <a:lnTo>
                    <a:pt x="1140" y="2350"/>
                  </a:lnTo>
                  <a:cubicBezTo>
                    <a:pt x="1140" y="2025"/>
                    <a:pt x="884" y="1792"/>
                    <a:pt x="582" y="1792"/>
                  </a:cubicBezTo>
                  <a:lnTo>
                    <a:pt x="0" y="1792"/>
                  </a:lnTo>
                  <a:lnTo>
                    <a:pt x="0" y="1"/>
                  </a:lnTo>
                  <a:lnTo>
                    <a:pt x="5281" y="1"/>
                  </a:lnTo>
                  <a:lnTo>
                    <a:pt x="6119" y="1117"/>
                  </a:lnTo>
                  <a:close/>
                  <a:moveTo>
                    <a:pt x="6142" y="5700"/>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119"/>
            <p:cNvSpPr/>
            <p:nvPr/>
          </p:nvSpPr>
          <p:spPr>
            <a:xfrm>
              <a:off x="5608375" y="3386950"/>
              <a:ext cx="77375" cy="91325"/>
            </a:xfrm>
            <a:custGeom>
              <a:avLst/>
              <a:gdLst/>
              <a:ahLst/>
              <a:cxnLst/>
              <a:rect l="l" t="t" r="r" b="b"/>
              <a:pathLst>
                <a:path w="3095" h="3653" extrusionOk="0">
                  <a:moveTo>
                    <a:pt x="1" y="3653"/>
                  </a:moveTo>
                  <a:lnTo>
                    <a:pt x="838" y="3188"/>
                  </a:lnTo>
                  <a:lnTo>
                    <a:pt x="838" y="1676"/>
                  </a:lnTo>
                  <a:lnTo>
                    <a:pt x="2536" y="1"/>
                  </a:lnTo>
                  <a:lnTo>
                    <a:pt x="3095" y="1"/>
                  </a:lnTo>
                  <a:cubicBezTo>
                    <a:pt x="2630" y="1"/>
                    <a:pt x="2234" y="373"/>
                    <a:pt x="2234" y="838"/>
                  </a:cubicBezTo>
                  <a:lnTo>
                    <a:pt x="2234" y="1117"/>
                  </a:lnTo>
                  <a:lnTo>
                    <a:pt x="1676" y="1117"/>
                  </a:lnTo>
                  <a:lnTo>
                    <a:pt x="1676" y="838"/>
                  </a:lnTo>
                  <a:lnTo>
                    <a:pt x="861" y="838"/>
                  </a:lnTo>
                  <a:cubicBezTo>
                    <a:pt x="396" y="815"/>
                    <a:pt x="24" y="1187"/>
                    <a:pt x="24" y="1652"/>
                  </a:cubicBezTo>
                  <a:close/>
                  <a:moveTo>
                    <a:pt x="1" y="3653"/>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119"/>
            <p:cNvSpPr/>
            <p:nvPr/>
          </p:nvSpPr>
          <p:spPr>
            <a:xfrm>
              <a:off x="5608375" y="3466625"/>
              <a:ext cx="73300" cy="129150"/>
            </a:xfrm>
            <a:custGeom>
              <a:avLst/>
              <a:gdLst/>
              <a:ahLst/>
              <a:cxnLst/>
              <a:rect l="l" t="t" r="r" b="b"/>
              <a:pathLst>
                <a:path w="2932" h="5166" extrusionOk="0">
                  <a:moveTo>
                    <a:pt x="1" y="3490"/>
                  </a:moveTo>
                  <a:lnTo>
                    <a:pt x="2094" y="5165"/>
                  </a:lnTo>
                  <a:lnTo>
                    <a:pt x="2932" y="5165"/>
                  </a:lnTo>
                  <a:lnTo>
                    <a:pt x="861" y="3490"/>
                  </a:lnTo>
                  <a:lnTo>
                    <a:pt x="861" y="1"/>
                  </a:lnTo>
                  <a:lnTo>
                    <a:pt x="24" y="466"/>
                  </a:lnTo>
                  <a:close/>
                  <a:moveTo>
                    <a:pt x="1" y="3490"/>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119"/>
            <p:cNvSpPr/>
            <p:nvPr/>
          </p:nvSpPr>
          <p:spPr>
            <a:xfrm>
              <a:off x="5660150" y="3595750"/>
              <a:ext cx="21525" cy="27925"/>
            </a:xfrm>
            <a:custGeom>
              <a:avLst/>
              <a:gdLst/>
              <a:ahLst/>
              <a:cxnLst/>
              <a:rect l="l" t="t" r="r" b="b"/>
              <a:pathLst>
                <a:path w="861" h="1117" extrusionOk="0">
                  <a:moveTo>
                    <a:pt x="303" y="1117"/>
                  </a:moveTo>
                  <a:lnTo>
                    <a:pt x="861" y="1117"/>
                  </a:lnTo>
                  <a:lnTo>
                    <a:pt x="559" y="0"/>
                  </a:lnTo>
                  <a:lnTo>
                    <a:pt x="0" y="0"/>
                  </a:lnTo>
                  <a:close/>
                  <a:moveTo>
                    <a:pt x="303" y="1117"/>
                  </a:moveTo>
                  <a:close/>
                </a:path>
              </a:pathLst>
            </a:custGeom>
            <a:solidFill>
              <a:srgbClr val="F7E0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119"/>
            <p:cNvSpPr/>
            <p:nvPr/>
          </p:nvSpPr>
          <p:spPr>
            <a:xfrm>
              <a:off x="5528125" y="3651575"/>
              <a:ext cx="21550" cy="143100"/>
            </a:xfrm>
            <a:custGeom>
              <a:avLst/>
              <a:gdLst/>
              <a:ahLst/>
              <a:cxnLst/>
              <a:rect l="l" t="t" r="r" b="b"/>
              <a:pathLst>
                <a:path w="862" h="5724" extrusionOk="0">
                  <a:moveTo>
                    <a:pt x="861" y="1"/>
                  </a:moveTo>
                  <a:lnTo>
                    <a:pt x="0" y="1"/>
                  </a:lnTo>
                  <a:lnTo>
                    <a:pt x="0" y="1815"/>
                  </a:lnTo>
                  <a:lnTo>
                    <a:pt x="582" y="1815"/>
                  </a:lnTo>
                  <a:cubicBezTo>
                    <a:pt x="675" y="1815"/>
                    <a:pt x="791" y="1838"/>
                    <a:pt x="861" y="1885"/>
                  </a:cubicBezTo>
                  <a:close/>
                  <a:moveTo>
                    <a:pt x="861" y="4514"/>
                  </a:moveTo>
                  <a:cubicBezTo>
                    <a:pt x="768" y="4583"/>
                    <a:pt x="652" y="4607"/>
                    <a:pt x="559" y="4607"/>
                  </a:cubicBezTo>
                  <a:lnTo>
                    <a:pt x="0" y="4607"/>
                  </a:lnTo>
                  <a:lnTo>
                    <a:pt x="0" y="5723"/>
                  </a:lnTo>
                  <a:lnTo>
                    <a:pt x="838" y="5723"/>
                  </a:lnTo>
                  <a:close/>
                  <a:moveTo>
                    <a:pt x="861" y="4514"/>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119"/>
            <p:cNvSpPr/>
            <p:nvPr/>
          </p:nvSpPr>
          <p:spPr>
            <a:xfrm>
              <a:off x="5681075" y="3660875"/>
              <a:ext cx="14000" cy="133800"/>
            </a:xfrm>
            <a:custGeom>
              <a:avLst/>
              <a:gdLst/>
              <a:ahLst/>
              <a:cxnLst/>
              <a:rect l="l" t="t" r="r" b="b"/>
              <a:pathLst>
                <a:path w="560" h="5352" extrusionOk="0">
                  <a:moveTo>
                    <a:pt x="24" y="5351"/>
                  </a:moveTo>
                  <a:lnTo>
                    <a:pt x="559" y="5351"/>
                  </a:lnTo>
                  <a:lnTo>
                    <a:pt x="559" y="1"/>
                  </a:lnTo>
                  <a:lnTo>
                    <a:pt x="1" y="745"/>
                  </a:lnTo>
                  <a:close/>
                  <a:moveTo>
                    <a:pt x="24" y="5351"/>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119"/>
            <p:cNvSpPr/>
            <p:nvPr/>
          </p:nvSpPr>
          <p:spPr>
            <a:xfrm>
              <a:off x="5478100" y="3794650"/>
              <a:ext cx="20975" cy="55850"/>
            </a:xfrm>
            <a:custGeom>
              <a:avLst/>
              <a:gdLst/>
              <a:ahLst/>
              <a:cxnLst/>
              <a:rect l="l" t="t" r="r" b="b"/>
              <a:pathLst>
                <a:path w="839" h="2234" extrusionOk="0">
                  <a:moveTo>
                    <a:pt x="1" y="0"/>
                  </a:moveTo>
                  <a:lnTo>
                    <a:pt x="1" y="2234"/>
                  </a:lnTo>
                  <a:lnTo>
                    <a:pt x="838" y="2234"/>
                  </a:lnTo>
                  <a:lnTo>
                    <a:pt x="8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119"/>
            <p:cNvSpPr/>
            <p:nvPr/>
          </p:nvSpPr>
          <p:spPr>
            <a:xfrm>
              <a:off x="5580475" y="3476525"/>
              <a:ext cx="187875" cy="48875"/>
            </a:xfrm>
            <a:custGeom>
              <a:avLst/>
              <a:gdLst/>
              <a:ahLst/>
              <a:cxnLst/>
              <a:rect l="l" t="t" r="r" b="b"/>
              <a:pathLst>
                <a:path w="7515" h="1955" extrusionOk="0">
                  <a:moveTo>
                    <a:pt x="0" y="1396"/>
                  </a:moveTo>
                  <a:cubicBezTo>
                    <a:pt x="0" y="1722"/>
                    <a:pt x="256" y="1954"/>
                    <a:pt x="558" y="1954"/>
                  </a:cubicBezTo>
                  <a:lnTo>
                    <a:pt x="1117" y="1954"/>
                  </a:lnTo>
                  <a:cubicBezTo>
                    <a:pt x="814" y="1954"/>
                    <a:pt x="558" y="1722"/>
                    <a:pt x="558" y="1396"/>
                  </a:cubicBezTo>
                  <a:lnTo>
                    <a:pt x="558" y="628"/>
                  </a:lnTo>
                  <a:cubicBezTo>
                    <a:pt x="558" y="303"/>
                    <a:pt x="814" y="70"/>
                    <a:pt x="1117" y="70"/>
                  </a:cubicBezTo>
                  <a:lnTo>
                    <a:pt x="558" y="70"/>
                  </a:lnTo>
                  <a:cubicBezTo>
                    <a:pt x="256" y="70"/>
                    <a:pt x="0" y="303"/>
                    <a:pt x="0" y="628"/>
                  </a:cubicBezTo>
                  <a:close/>
                  <a:moveTo>
                    <a:pt x="6956" y="1908"/>
                  </a:moveTo>
                  <a:lnTo>
                    <a:pt x="7514" y="1908"/>
                  </a:lnTo>
                  <a:lnTo>
                    <a:pt x="7514" y="0"/>
                  </a:lnTo>
                  <a:lnTo>
                    <a:pt x="6956" y="0"/>
                  </a:lnTo>
                  <a:close/>
                  <a:moveTo>
                    <a:pt x="6956" y="1908"/>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119"/>
            <p:cNvSpPr/>
            <p:nvPr/>
          </p:nvSpPr>
          <p:spPr>
            <a:xfrm>
              <a:off x="5499050" y="3407300"/>
              <a:ext cx="234400" cy="422275"/>
            </a:xfrm>
            <a:custGeom>
              <a:avLst/>
              <a:gdLst/>
              <a:ahLst/>
              <a:cxnLst/>
              <a:rect l="l" t="t" r="r" b="b"/>
              <a:pathLst>
                <a:path w="9376" h="16891" extrusionOk="0">
                  <a:moveTo>
                    <a:pt x="7142" y="24"/>
                  </a:moveTo>
                  <a:lnTo>
                    <a:pt x="7142" y="582"/>
                  </a:lnTo>
                  <a:lnTo>
                    <a:pt x="7700" y="582"/>
                  </a:lnTo>
                  <a:lnTo>
                    <a:pt x="7700" y="24"/>
                  </a:lnTo>
                  <a:close/>
                  <a:moveTo>
                    <a:pt x="8236" y="1"/>
                  </a:moveTo>
                  <a:lnTo>
                    <a:pt x="8236" y="559"/>
                  </a:lnTo>
                  <a:lnTo>
                    <a:pt x="8538" y="559"/>
                  </a:lnTo>
                  <a:cubicBezTo>
                    <a:pt x="8701" y="559"/>
                    <a:pt x="8817" y="699"/>
                    <a:pt x="8817" y="862"/>
                  </a:cubicBezTo>
                  <a:lnTo>
                    <a:pt x="8817" y="1141"/>
                  </a:lnTo>
                  <a:lnTo>
                    <a:pt x="9375" y="1141"/>
                  </a:lnTo>
                  <a:lnTo>
                    <a:pt x="9375" y="862"/>
                  </a:lnTo>
                  <a:cubicBezTo>
                    <a:pt x="9375" y="396"/>
                    <a:pt x="9003" y="1"/>
                    <a:pt x="8538" y="1"/>
                  </a:cubicBezTo>
                  <a:close/>
                  <a:moveTo>
                    <a:pt x="0" y="16332"/>
                  </a:moveTo>
                  <a:lnTo>
                    <a:pt x="0" y="16890"/>
                  </a:lnTo>
                  <a:lnTo>
                    <a:pt x="558" y="16890"/>
                  </a:lnTo>
                  <a:lnTo>
                    <a:pt x="558" y="163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119"/>
            <p:cNvSpPr/>
            <p:nvPr/>
          </p:nvSpPr>
          <p:spPr>
            <a:xfrm>
              <a:off x="5507775" y="3696950"/>
              <a:ext cx="347800" cy="70975"/>
            </a:xfrm>
            <a:custGeom>
              <a:avLst/>
              <a:gdLst/>
              <a:ahLst/>
              <a:cxnLst/>
              <a:rect l="l" t="t" r="r" b="b"/>
              <a:pathLst>
                <a:path w="13912" h="2839" extrusionOk="0">
                  <a:moveTo>
                    <a:pt x="1396" y="2792"/>
                  </a:moveTo>
                  <a:cubicBezTo>
                    <a:pt x="1698" y="2792"/>
                    <a:pt x="1954" y="2536"/>
                    <a:pt x="1954" y="2233"/>
                  </a:cubicBezTo>
                  <a:lnTo>
                    <a:pt x="1954" y="558"/>
                  </a:lnTo>
                  <a:cubicBezTo>
                    <a:pt x="1954" y="233"/>
                    <a:pt x="1698" y="0"/>
                    <a:pt x="1396" y="0"/>
                  </a:cubicBezTo>
                  <a:lnTo>
                    <a:pt x="558" y="0"/>
                  </a:lnTo>
                  <a:cubicBezTo>
                    <a:pt x="256" y="0"/>
                    <a:pt x="0" y="256"/>
                    <a:pt x="0" y="558"/>
                  </a:cubicBezTo>
                  <a:lnTo>
                    <a:pt x="0" y="2233"/>
                  </a:lnTo>
                  <a:cubicBezTo>
                    <a:pt x="0" y="2536"/>
                    <a:pt x="256" y="2792"/>
                    <a:pt x="558" y="2792"/>
                  </a:cubicBezTo>
                  <a:close/>
                  <a:moveTo>
                    <a:pt x="13749" y="2629"/>
                  </a:moveTo>
                  <a:cubicBezTo>
                    <a:pt x="13842" y="2536"/>
                    <a:pt x="13912" y="2420"/>
                    <a:pt x="13912" y="2280"/>
                  </a:cubicBezTo>
                  <a:lnTo>
                    <a:pt x="13912" y="2280"/>
                  </a:lnTo>
                  <a:lnTo>
                    <a:pt x="13912" y="2280"/>
                  </a:lnTo>
                  <a:lnTo>
                    <a:pt x="13912" y="2280"/>
                  </a:lnTo>
                  <a:lnTo>
                    <a:pt x="13912" y="2280"/>
                  </a:lnTo>
                  <a:lnTo>
                    <a:pt x="13912" y="2280"/>
                  </a:lnTo>
                  <a:lnTo>
                    <a:pt x="13912" y="605"/>
                  </a:lnTo>
                  <a:lnTo>
                    <a:pt x="13912" y="605"/>
                  </a:lnTo>
                  <a:lnTo>
                    <a:pt x="13912" y="605"/>
                  </a:lnTo>
                  <a:lnTo>
                    <a:pt x="13912" y="605"/>
                  </a:lnTo>
                  <a:lnTo>
                    <a:pt x="13912" y="582"/>
                  </a:lnTo>
                  <a:cubicBezTo>
                    <a:pt x="13912" y="442"/>
                    <a:pt x="13842" y="326"/>
                    <a:pt x="13749" y="233"/>
                  </a:cubicBezTo>
                  <a:lnTo>
                    <a:pt x="13749" y="233"/>
                  </a:lnTo>
                  <a:cubicBezTo>
                    <a:pt x="13656" y="140"/>
                    <a:pt x="13563" y="93"/>
                    <a:pt x="13447" y="93"/>
                  </a:cubicBezTo>
                  <a:lnTo>
                    <a:pt x="12446" y="93"/>
                  </a:lnTo>
                  <a:cubicBezTo>
                    <a:pt x="12330" y="93"/>
                    <a:pt x="12237" y="140"/>
                    <a:pt x="12144" y="233"/>
                  </a:cubicBezTo>
                  <a:lnTo>
                    <a:pt x="12144" y="233"/>
                  </a:lnTo>
                  <a:cubicBezTo>
                    <a:pt x="12051" y="326"/>
                    <a:pt x="11981" y="442"/>
                    <a:pt x="11981" y="582"/>
                  </a:cubicBezTo>
                  <a:lnTo>
                    <a:pt x="11981" y="605"/>
                  </a:lnTo>
                  <a:lnTo>
                    <a:pt x="11981" y="605"/>
                  </a:lnTo>
                  <a:lnTo>
                    <a:pt x="11981" y="2350"/>
                  </a:lnTo>
                  <a:lnTo>
                    <a:pt x="11981" y="2350"/>
                  </a:lnTo>
                  <a:lnTo>
                    <a:pt x="11981" y="2350"/>
                  </a:lnTo>
                  <a:cubicBezTo>
                    <a:pt x="11981" y="2489"/>
                    <a:pt x="12051" y="2606"/>
                    <a:pt x="12144" y="2699"/>
                  </a:cubicBezTo>
                  <a:lnTo>
                    <a:pt x="12144" y="2699"/>
                  </a:lnTo>
                  <a:cubicBezTo>
                    <a:pt x="12237" y="2768"/>
                    <a:pt x="12330" y="2815"/>
                    <a:pt x="12446" y="2838"/>
                  </a:cubicBezTo>
                  <a:lnTo>
                    <a:pt x="13423" y="2838"/>
                  </a:lnTo>
                  <a:cubicBezTo>
                    <a:pt x="13540" y="2815"/>
                    <a:pt x="13633" y="2768"/>
                    <a:pt x="13726" y="2699"/>
                  </a:cubicBezTo>
                  <a:lnTo>
                    <a:pt x="13726" y="2699"/>
                  </a:lnTo>
                  <a:close/>
                  <a:moveTo>
                    <a:pt x="13749" y="2629"/>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119"/>
            <p:cNvSpPr/>
            <p:nvPr/>
          </p:nvSpPr>
          <p:spPr>
            <a:xfrm>
              <a:off x="5541500" y="3595150"/>
              <a:ext cx="279200" cy="84375"/>
            </a:xfrm>
            <a:custGeom>
              <a:avLst/>
              <a:gdLst/>
              <a:ahLst/>
              <a:cxnLst/>
              <a:rect l="l" t="t" r="r" b="b"/>
              <a:pathLst>
                <a:path w="11168" h="3375" extrusionOk="0">
                  <a:moveTo>
                    <a:pt x="4769" y="2258"/>
                  </a:moveTo>
                  <a:lnTo>
                    <a:pt x="5607" y="3374"/>
                  </a:lnTo>
                  <a:lnTo>
                    <a:pt x="6444" y="2258"/>
                  </a:lnTo>
                  <a:lnTo>
                    <a:pt x="11167" y="2258"/>
                  </a:lnTo>
                  <a:lnTo>
                    <a:pt x="11167" y="1420"/>
                  </a:lnTo>
                  <a:cubicBezTo>
                    <a:pt x="11144" y="815"/>
                    <a:pt x="10655" y="303"/>
                    <a:pt x="10050" y="280"/>
                  </a:cubicBezTo>
                  <a:lnTo>
                    <a:pt x="6444" y="1"/>
                  </a:lnTo>
                  <a:lnTo>
                    <a:pt x="6142" y="1118"/>
                  </a:lnTo>
                  <a:lnTo>
                    <a:pt x="5025" y="1118"/>
                  </a:lnTo>
                  <a:lnTo>
                    <a:pt x="4746" y="1"/>
                  </a:lnTo>
                  <a:lnTo>
                    <a:pt x="1140" y="280"/>
                  </a:lnTo>
                  <a:cubicBezTo>
                    <a:pt x="512" y="303"/>
                    <a:pt x="24" y="792"/>
                    <a:pt x="0" y="1420"/>
                  </a:cubicBezTo>
                  <a:lnTo>
                    <a:pt x="0" y="2258"/>
                  </a:lnTo>
                  <a:close/>
                  <a:moveTo>
                    <a:pt x="4769" y="2258"/>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119"/>
            <p:cNvSpPr/>
            <p:nvPr/>
          </p:nvSpPr>
          <p:spPr>
            <a:xfrm>
              <a:off x="5507175" y="3696950"/>
              <a:ext cx="327475" cy="69800"/>
            </a:xfrm>
            <a:custGeom>
              <a:avLst/>
              <a:gdLst/>
              <a:ahLst/>
              <a:cxnLst/>
              <a:rect l="l" t="t" r="r" b="b"/>
              <a:pathLst>
                <a:path w="13099" h="2792" extrusionOk="0">
                  <a:moveTo>
                    <a:pt x="1117" y="0"/>
                  </a:moveTo>
                  <a:lnTo>
                    <a:pt x="559" y="0"/>
                  </a:lnTo>
                  <a:cubicBezTo>
                    <a:pt x="257" y="0"/>
                    <a:pt x="1" y="256"/>
                    <a:pt x="1" y="558"/>
                  </a:cubicBezTo>
                  <a:lnTo>
                    <a:pt x="1" y="2233"/>
                  </a:lnTo>
                  <a:cubicBezTo>
                    <a:pt x="1" y="2536"/>
                    <a:pt x="257" y="2792"/>
                    <a:pt x="559" y="2792"/>
                  </a:cubicBezTo>
                  <a:lnTo>
                    <a:pt x="1117" y="2792"/>
                  </a:lnTo>
                  <a:cubicBezTo>
                    <a:pt x="815" y="2792"/>
                    <a:pt x="559" y="2536"/>
                    <a:pt x="559" y="2233"/>
                  </a:cubicBezTo>
                  <a:lnTo>
                    <a:pt x="559" y="558"/>
                  </a:lnTo>
                  <a:cubicBezTo>
                    <a:pt x="559" y="256"/>
                    <a:pt x="815" y="0"/>
                    <a:pt x="1117" y="0"/>
                  </a:cubicBezTo>
                  <a:close/>
                  <a:moveTo>
                    <a:pt x="13098" y="0"/>
                  </a:moveTo>
                  <a:lnTo>
                    <a:pt x="12540" y="0"/>
                  </a:lnTo>
                  <a:cubicBezTo>
                    <a:pt x="12238" y="0"/>
                    <a:pt x="11982" y="256"/>
                    <a:pt x="11982" y="558"/>
                  </a:cubicBezTo>
                  <a:lnTo>
                    <a:pt x="11982" y="2233"/>
                  </a:lnTo>
                  <a:cubicBezTo>
                    <a:pt x="11982" y="2536"/>
                    <a:pt x="12238" y="2792"/>
                    <a:pt x="12540" y="2792"/>
                  </a:cubicBezTo>
                  <a:lnTo>
                    <a:pt x="13098" y="2792"/>
                  </a:lnTo>
                  <a:cubicBezTo>
                    <a:pt x="12796" y="2792"/>
                    <a:pt x="12540" y="2536"/>
                    <a:pt x="12540" y="2233"/>
                  </a:cubicBezTo>
                  <a:lnTo>
                    <a:pt x="12540" y="558"/>
                  </a:lnTo>
                  <a:cubicBezTo>
                    <a:pt x="12540" y="256"/>
                    <a:pt x="12796" y="0"/>
                    <a:pt x="13098" y="0"/>
                  </a:cubicBezTo>
                  <a:close/>
                  <a:moveTo>
                    <a:pt x="13098" y="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119"/>
            <p:cNvSpPr/>
            <p:nvPr/>
          </p:nvSpPr>
          <p:spPr>
            <a:xfrm>
              <a:off x="5542650" y="3602150"/>
              <a:ext cx="27950" cy="49450"/>
            </a:xfrm>
            <a:custGeom>
              <a:avLst/>
              <a:gdLst/>
              <a:ahLst/>
              <a:cxnLst/>
              <a:rect l="l" t="t" r="r" b="b"/>
              <a:pathLst>
                <a:path w="1118" h="1978" extrusionOk="0">
                  <a:moveTo>
                    <a:pt x="1118" y="0"/>
                  </a:moveTo>
                  <a:cubicBezTo>
                    <a:pt x="489" y="23"/>
                    <a:pt x="1" y="512"/>
                    <a:pt x="1" y="1140"/>
                  </a:cubicBezTo>
                  <a:lnTo>
                    <a:pt x="1" y="1978"/>
                  </a:lnTo>
                  <a:lnTo>
                    <a:pt x="838" y="1978"/>
                  </a:lnTo>
                  <a:lnTo>
                    <a:pt x="838" y="1140"/>
                  </a:lnTo>
                  <a:cubicBezTo>
                    <a:pt x="792" y="745"/>
                    <a:pt x="908" y="349"/>
                    <a:pt x="1118" y="0"/>
                  </a:cubicBezTo>
                  <a:close/>
                  <a:moveTo>
                    <a:pt x="1118" y="0"/>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119"/>
            <p:cNvSpPr/>
            <p:nvPr/>
          </p:nvSpPr>
          <p:spPr>
            <a:xfrm>
              <a:off x="5470550" y="3379975"/>
              <a:ext cx="421675" cy="477500"/>
            </a:xfrm>
            <a:custGeom>
              <a:avLst/>
              <a:gdLst/>
              <a:ahLst/>
              <a:cxnLst/>
              <a:rect l="l" t="t" r="r" b="b"/>
              <a:pathLst>
                <a:path w="16867" h="19100" extrusionOk="0">
                  <a:moveTo>
                    <a:pt x="11911" y="4141"/>
                  </a:moveTo>
                  <a:cubicBezTo>
                    <a:pt x="12074" y="4141"/>
                    <a:pt x="12214" y="4281"/>
                    <a:pt x="12214" y="4444"/>
                  </a:cubicBezTo>
                  <a:lnTo>
                    <a:pt x="12214" y="5235"/>
                  </a:lnTo>
                  <a:cubicBezTo>
                    <a:pt x="12214" y="5374"/>
                    <a:pt x="12074" y="5514"/>
                    <a:pt x="11911" y="5514"/>
                  </a:cubicBezTo>
                  <a:lnTo>
                    <a:pt x="11632" y="5514"/>
                  </a:lnTo>
                  <a:lnTo>
                    <a:pt x="11632" y="4165"/>
                  </a:lnTo>
                  <a:lnTo>
                    <a:pt x="11911" y="4141"/>
                  </a:lnTo>
                  <a:close/>
                  <a:moveTo>
                    <a:pt x="5258" y="4188"/>
                  </a:moveTo>
                  <a:lnTo>
                    <a:pt x="5258" y="5514"/>
                  </a:lnTo>
                  <a:lnTo>
                    <a:pt x="4955" y="5537"/>
                  </a:lnTo>
                  <a:cubicBezTo>
                    <a:pt x="4793" y="5537"/>
                    <a:pt x="4676" y="5421"/>
                    <a:pt x="4676" y="5258"/>
                  </a:cubicBezTo>
                  <a:lnTo>
                    <a:pt x="4676" y="4467"/>
                  </a:lnTo>
                  <a:cubicBezTo>
                    <a:pt x="4676" y="4304"/>
                    <a:pt x="4793" y="4188"/>
                    <a:pt x="4955" y="4188"/>
                  </a:cubicBezTo>
                  <a:close/>
                  <a:moveTo>
                    <a:pt x="7398" y="3211"/>
                  </a:moveTo>
                  <a:cubicBezTo>
                    <a:pt x="8445" y="4095"/>
                    <a:pt x="9934" y="4141"/>
                    <a:pt x="11074" y="4141"/>
                  </a:cubicBezTo>
                  <a:lnTo>
                    <a:pt x="11074" y="6817"/>
                  </a:lnTo>
                  <a:lnTo>
                    <a:pt x="9189" y="8352"/>
                  </a:lnTo>
                  <a:lnTo>
                    <a:pt x="7701" y="8352"/>
                  </a:lnTo>
                  <a:lnTo>
                    <a:pt x="5793" y="6817"/>
                  </a:lnTo>
                  <a:lnTo>
                    <a:pt x="5793" y="4095"/>
                  </a:lnTo>
                  <a:lnTo>
                    <a:pt x="7398" y="3211"/>
                  </a:lnTo>
                  <a:close/>
                  <a:moveTo>
                    <a:pt x="8910" y="8887"/>
                  </a:moveTo>
                  <a:lnTo>
                    <a:pt x="8771" y="9445"/>
                  </a:lnTo>
                  <a:lnTo>
                    <a:pt x="8096" y="9445"/>
                  </a:lnTo>
                  <a:lnTo>
                    <a:pt x="7956" y="8887"/>
                  </a:lnTo>
                  <a:close/>
                  <a:moveTo>
                    <a:pt x="9515" y="8910"/>
                  </a:moveTo>
                  <a:lnTo>
                    <a:pt x="12888" y="9166"/>
                  </a:lnTo>
                  <a:cubicBezTo>
                    <a:pt x="13354" y="9166"/>
                    <a:pt x="13726" y="9538"/>
                    <a:pt x="13749" y="10027"/>
                  </a:cubicBezTo>
                  <a:lnTo>
                    <a:pt x="13749" y="10585"/>
                  </a:lnTo>
                  <a:lnTo>
                    <a:pt x="9143" y="10585"/>
                  </a:lnTo>
                  <a:lnTo>
                    <a:pt x="8445" y="11516"/>
                  </a:lnTo>
                  <a:lnTo>
                    <a:pt x="7747" y="10585"/>
                  </a:lnTo>
                  <a:lnTo>
                    <a:pt x="3164" y="10585"/>
                  </a:lnTo>
                  <a:lnTo>
                    <a:pt x="3164" y="10027"/>
                  </a:lnTo>
                  <a:cubicBezTo>
                    <a:pt x="3164" y="9538"/>
                    <a:pt x="3560" y="9166"/>
                    <a:pt x="4025" y="9166"/>
                  </a:cubicBezTo>
                  <a:lnTo>
                    <a:pt x="7398" y="8910"/>
                  </a:lnTo>
                  <a:lnTo>
                    <a:pt x="7677" y="10027"/>
                  </a:lnTo>
                  <a:lnTo>
                    <a:pt x="9236" y="10027"/>
                  </a:lnTo>
                  <a:lnTo>
                    <a:pt x="9515" y="8910"/>
                  </a:lnTo>
                  <a:close/>
                  <a:moveTo>
                    <a:pt x="2885" y="12935"/>
                  </a:moveTo>
                  <a:cubicBezTo>
                    <a:pt x="3048" y="12935"/>
                    <a:pt x="3164" y="13051"/>
                    <a:pt x="3164" y="13214"/>
                  </a:cubicBezTo>
                  <a:lnTo>
                    <a:pt x="3164" y="14889"/>
                  </a:lnTo>
                  <a:cubicBezTo>
                    <a:pt x="3164" y="15052"/>
                    <a:pt x="3048" y="15192"/>
                    <a:pt x="2885" y="15192"/>
                  </a:cubicBezTo>
                  <a:lnTo>
                    <a:pt x="2047" y="15192"/>
                  </a:lnTo>
                  <a:cubicBezTo>
                    <a:pt x="1885" y="15192"/>
                    <a:pt x="1745" y="15052"/>
                    <a:pt x="1745" y="14889"/>
                  </a:cubicBezTo>
                  <a:lnTo>
                    <a:pt x="1745" y="13214"/>
                  </a:lnTo>
                  <a:cubicBezTo>
                    <a:pt x="1745" y="13051"/>
                    <a:pt x="1885" y="12935"/>
                    <a:pt x="2047" y="12935"/>
                  </a:cubicBezTo>
                  <a:close/>
                  <a:moveTo>
                    <a:pt x="14843" y="12935"/>
                  </a:moveTo>
                  <a:cubicBezTo>
                    <a:pt x="15005" y="12935"/>
                    <a:pt x="15145" y="13075"/>
                    <a:pt x="15145" y="13237"/>
                  </a:cubicBezTo>
                  <a:lnTo>
                    <a:pt x="15145" y="14912"/>
                  </a:lnTo>
                  <a:cubicBezTo>
                    <a:pt x="15145" y="15075"/>
                    <a:pt x="15005" y="15192"/>
                    <a:pt x="14843" y="15192"/>
                  </a:cubicBezTo>
                  <a:lnTo>
                    <a:pt x="14005" y="15192"/>
                  </a:lnTo>
                  <a:cubicBezTo>
                    <a:pt x="13842" y="15192"/>
                    <a:pt x="13703" y="15075"/>
                    <a:pt x="13703" y="14912"/>
                  </a:cubicBezTo>
                  <a:lnTo>
                    <a:pt x="13703" y="13237"/>
                  </a:lnTo>
                  <a:cubicBezTo>
                    <a:pt x="13703" y="13075"/>
                    <a:pt x="13842" y="12935"/>
                    <a:pt x="14005" y="12935"/>
                  </a:cubicBezTo>
                  <a:close/>
                  <a:moveTo>
                    <a:pt x="7468" y="11144"/>
                  </a:moveTo>
                  <a:lnTo>
                    <a:pt x="8166" y="12074"/>
                  </a:lnTo>
                  <a:lnTo>
                    <a:pt x="8166" y="16308"/>
                  </a:lnTo>
                  <a:lnTo>
                    <a:pt x="2582" y="16308"/>
                  </a:lnTo>
                  <a:lnTo>
                    <a:pt x="2606" y="15727"/>
                  </a:lnTo>
                  <a:lnTo>
                    <a:pt x="2885" y="15727"/>
                  </a:lnTo>
                  <a:cubicBezTo>
                    <a:pt x="3350" y="15727"/>
                    <a:pt x="3722" y="15354"/>
                    <a:pt x="3722" y="14889"/>
                  </a:cubicBezTo>
                  <a:lnTo>
                    <a:pt x="3722" y="13214"/>
                  </a:lnTo>
                  <a:cubicBezTo>
                    <a:pt x="3722" y="12749"/>
                    <a:pt x="3350" y="12377"/>
                    <a:pt x="2885" y="12377"/>
                  </a:cubicBezTo>
                  <a:lnTo>
                    <a:pt x="2582" y="12377"/>
                  </a:lnTo>
                  <a:lnTo>
                    <a:pt x="2582" y="11144"/>
                  </a:lnTo>
                  <a:close/>
                  <a:moveTo>
                    <a:pt x="14284" y="11144"/>
                  </a:moveTo>
                  <a:lnTo>
                    <a:pt x="14284" y="12377"/>
                  </a:lnTo>
                  <a:lnTo>
                    <a:pt x="14005" y="12377"/>
                  </a:lnTo>
                  <a:cubicBezTo>
                    <a:pt x="13540" y="12377"/>
                    <a:pt x="13168" y="12772"/>
                    <a:pt x="13168" y="13237"/>
                  </a:cubicBezTo>
                  <a:lnTo>
                    <a:pt x="13168" y="14912"/>
                  </a:lnTo>
                  <a:cubicBezTo>
                    <a:pt x="13168" y="15378"/>
                    <a:pt x="13540" y="15750"/>
                    <a:pt x="14005" y="15750"/>
                  </a:cubicBezTo>
                  <a:lnTo>
                    <a:pt x="14307" y="15750"/>
                  </a:lnTo>
                  <a:lnTo>
                    <a:pt x="14307" y="16308"/>
                  </a:lnTo>
                  <a:lnTo>
                    <a:pt x="8724" y="16308"/>
                  </a:lnTo>
                  <a:lnTo>
                    <a:pt x="8724" y="12074"/>
                  </a:lnTo>
                  <a:lnTo>
                    <a:pt x="9422" y="11144"/>
                  </a:lnTo>
                  <a:close/>
                  <a:moveTo>
                    <a:pt x="8049" y="0"/>
                  </a:moveTo>
                  <a:cubicBezTo>
                    <a:pt x="7538" y="0"/>
                    <a:pt x="7072" y="326"/>
                    <a:pt x="6956" y="838"/>
                  </a:cubicBezTo>
                  <a:lnTo>
                    <a:pt x="6374" y="838"/>
                  </a:lnTo>
                  <a:cubicBezTo>
                    <a:pt x="6361" y="837"/>
                    <a:pt x="6347" y="837"/>
                    <a:pt x="6333" y="837"/>
                  </a:cubicBezTo>
                  <a:cubicBezTo>
                    <a:pt x="5725" y="837"/>
                    <a:pt x="5258" y="1340"/>
                    <a:pt x="5258" y="1931"/>
                  </a:cubicBezTo>
                  <a:lnTo>
                    <a:pt x="5258" y="2234"/>
                  </a:lnTo>
                  <a:lnTo>
                    <a:pt x="5793" y="2234"/>
                  </a:lnTo>
                  <a:lnTo>
                    <a:pt x="5793" y="1931"/>
                  </a:lnTo>
                  <a:cubicBezTo>
                    <a:pt x="5793" y="1642"/>
                    <a:pt x="6028" y="1395"/>
                    <a:pt x="6333" y="1395"/>
                  </a:cubicBezTo>
                  <a:cubicBezTo>
                    <a:pt x="6347" y="1395"/>
                    <a:pt x="6361" y="1395"/>
                    <a:pt x="6374" y="1396"/>
                  </a:cubicBezTo>
                  <a:lnTo>
                    <a:pt x="7491" y="1396"/>
                  </a:lnTo>
                  <a:lnTo>
                    <a:pt x="7491" y="1094"/>
                  </a:lnTo>
                  <a:cubicBezTo>
                    <a:pt x="7491" y="804"/>
                    <a:pt x="7726" y="557"/>
                    <a:pt x="8011" y="557"/>
                  </a:cubicBezTo>
                  <a:cubicBezTo>
                    <a:pt x="8024" y="557"/>
                    <a:pt x="8037" y="558"/>
                    <a:pt x="8049" y="559"/>
                  </a:cubicBezTo>
                  <a:lnTo>
                    <a:pt x="9701" y="559"/>
                  </a:lnTo>
                  <a:cubicBezTo>
                    <a:pt x="10469" y="559"/>
                    <a:pt x="11097" y="1187"/>
                    <a:pt x="11097" y="1955"/>
                  </a:cubicBezTo>
                  <a:lnTo>
                    <a:pt x="11097" y="3583"/>
                  </a:lnTo>
                  <a:cubicBezTo>
                    <a:pt x="9980" y="3583"/>
                    <a:pt x="8515" y="3536"/>
                    <a:pt x="7654" y="2676"/>
                  </a:cubicBezTo>
                  <a:lnTo>
                    <a:pt x="7514" y="2536"/>
                  </a:lnTo>
                  <a:lnTo>
                    <a:pt x="5793" y="3443"/>
                  </a:lnTo>
                  <a:lnTo>
                    <a:pt x="5793" y="2792"/>
                  </a:lnTo>
                  <a:lnTo>
                    <a:pt x="5235" y="2792"/>
                  </a:lnTo>
                  <a:lnTo>
                    <a:pt x="5235" y="3653"/>
                  </a:lnTo>
                  <a:lnTo>
                    <a:pt x="4932" y="3653"/>
                  </a:lnTo>
                  <a:cubicBezTo>
                    <a:pt x="4467" y="3653"/>
                    <a:pt x="4095" y="4025"/>
                    <a:pt x="4095" y="4490"/>
                  </a:cubicBezTo>
                  <a:lnTo>
                    <a:pt x="4095" y="5281"/>
                  </a:lnTo>
                  <a:cubicBezTo>
                    <a:pt x="4095" y="5747"/>
                    <a:pt x="4467" y="6119"/>
                    <a:pt x="4932" y="6119"/>
                  </a:cubicBezTo>
                  <a:lnTo>
                    <a:pt x="5235" y="6119"/>
                  </a:lnTo>
                  <a:lnTo>
                    <a:pt x="5235" y="7096"/>
                  </a:lnTo>
                  <a:lnTo>
                    <a:pt x="6863" y="8399"/>
                  </a:lnTo>
                  <a:lnTo>
                    <a:pt x="3955" y="8631"/>
                  </a:lnTo>
                  <a:cubicBezTo>
                    <a:pt x="3211" y="8654"/>
                    <a:pt x="2606" y="9283"/>
                    <a:pt x="2582" y="10027"/>
                  </a:cubicBezTo>
                  <a:lnTo>
                    <a:pt x="2582" y="10585"/>
                  </a:lnTo>
                  <a:lnTo>
                    <a:pt x="2024" y="10585"/>
                  </a:lnTo>
                  <a:lnTo>
                    <a:pt x="2024" y="12377"/>
                  </a:lnTo>
                  <a:cubicBezTo>
                    <a:pt x="1559" y="12377"/>
                    <a:pt x="1187" y="12772"/>
                    <a:pt x="1187" y="13237"/>
                  </a:cubicBezTo>
                  <a:lnTo>
                    <a:pt x="1187" y="14912"/>
                  </a:lnTo>
                  <a:cubicBezTo>
                    <a:pt x="1187" y="15378"/>
                    <a:pt x="1559" y="15750"/>
                    <a:pt x="2024" y="15750"/>
                  </a:cubicBezTo>
                  <a:lnTo>
                    <a:pt x="2024" y="16308"/>
                  </a:lnTo>
                  <a:lnTo>
                    <a:pt x="0" y="16308"/>
                  </a:lnTo>
                  <a:lnTo>
                    <a:pt x="0" y="19100"/>
                  </a:lnTo>
                  <a:lnTo>
                    <a:pt x="14052" y="19100"/>
                  </a:lnTo>
                  <a:lnTo>
                    <a:pt x="14052" y="18542"/>
                  </a:lnTo>
                  <a:lnTo>
                    <a:pt x="582" y="18542"/>
                  </a:lnTo>
                  <a:lnTo>
                    <a:pt x="582" y="16867"/>
                  </a:lnTo>
                  <a:lnTo>
                    <a:pt x="16308" y="16867"/>
                  </a:lnTo>
                  <a:lnTo>
                    <a:pt x="16308" y="18542"/>
                  </a:lnTo>
                  <a:lnTo>
                    <a:pt x="14633" y="18542"/>
                  </a:lnTo>
                  <a:lnTo>
                    <a:pt x="14633" y="19100"/>
                  </a:lnTo>
                  <a:lnTo>
                    <a:pt x="16866" y="19100"/>
                  </a:lnTo>
                  <a:lnTo>
                    <a:pt x="16866" y="16308"/>
                  </a:lnTo>
                  <a:lnTo>
                    <a:pt x="14843" y="16308"/>
                  </a:lnTo>
                  <a:lnTo>
                    <a:pt x="14843" y="15750"/>
                  </a:lnTo>
                  <a:cubicBezTo>
                    <a:pt x="15308" y="15750"/>
                    <a:pt x="15680" y="15378"/>
                    <a:pt x="15680" y="14912"/>
                  </a:cubicBezTo>
                  <a:lnTo>
                    <a:pt x="15680" y="13237"/>
                  </a:lnTo>
                  <a:cubicBezTo>
                    <a:pt x="15680" y="12772"/>
                    <a:pt x="15308" y="12377"/>
                    <a:pt x="14843" y="12377"/>
                  </a:cubicBezTo>
                  <a:lnTo>
                    <a:pt x="14843" y="10585"/>
                  </a:lnTo>
                  <a:lnTo>
                    <a:pt x="14284" y="10585"/>
                  </a:lnTo>
                  <a:lnTo>
                    <a:pt x="14284" y="10027"/>
                  </a:lnTo>
                  <a:cubicBezTo>
                    <a:pt x="14261" y="9259"/>
                    <a:pt x="13656" y="8654"/>
                    <a:pt x="12912" y="8631"/>
                  </a:cubicBezTo>
                  <a:lnTo>
                    <a:pt x="10004" y="8399"/>
                  </a:lnTo>
                  <a:lnTo>
                    <a:pt x="11632" y="7073"/>
                  </a:lnTo>
                  <a:lnTo>
                    <a:pt x="11632" y="6049"/>
                  </a:lnTo>
                  <a:lnTo>
                    <a:pt x="11935" y="6049"/>
                  </a:lnTo>
                  <a:cubicBezTo>
                    <a:pt x="12400" y="6049"/>
                    <a:pt x="12772" y="5677"/>
                    <a:pt x="12772" y="5211"/>
                  </a:cubicBezTo>
                  <a:lnTo>
                    <a:pt x="12772" y="4420"/>
                  </a:lnTo>
                  <a:cubicBezTo>
                    <a:pt x="12772" y="3955"/>
                    <a:pt x="12400" y="3583"/>
                    <a:pt x="11935" y="3583"/>
                  </a:cubicBezTo>
                  <a:lnTo>
                    <a:pt x="11632" y="3583"/>
                  </a:lnTo>
                  <a:lnTo>
                    <a:pt x="11632" y="1955"/>
                  </a:lnTo>
                  <a:cubicBezTo>
                    <a:pt x="11632" y="884"/>
                    <a:pt x="10771" y="0"/>
                    <a:pt x="96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119"/>
            <p:cNvSpPr/>
            <p:nvPr/>
          </p:nvSpPr>
          <p:spPr>
            <a:xfrm>
              <a:off x="5706675" y="3512575"/>
              <a:ext cx="13975" cy="13975"/>
            </a:xfrm>
            <a:custGeom>
              <a:avLst/>
              <a:gdLst/>
              <a:ahLst/>
              <a:cxnLst/>
              <a:rect l="l" t="t" r="r" b="b"/>
              <a:pathLst>
                <a:path w="559" h="559" extrusionOk="0">
                  <a:moveTo>
                    <a:pt x="0" y="0"/>
                  </a:moveTo>
                  <a:lnTo>
                    <a:pt x="0"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119"/>
            <p:cNvSpPr/>
            <p:nvPr/>
          </p:nvSpPr>
          <p:spPr>
            <a:xfrm>
              <a:off x="5642125" y="3512575"/>
              <a:ext cx="13975" cy="13975"/>
            </a:xfrm>
            <a:custGeom>
              <a:avLst/>
              <a:gdLst/>
              <a:ahLst/>
              <a:cxnLst/>
              <a:rect l="l" t="t" r="r" b="b"/>
              <a:pathLst>
                <a:path w="559" h="559" extrusionOk="0">
                  <a:moveTo>
                    <a:pt x="0" y="0"/>
                  </a:moveTo>
                  <a:lnTo>
                    <a:pt x="0" y="559"/>
                  </a:lnTo>
                  <a:lnTo>
                    <a:pt x="558" y="559"/>
                  </a:lnTo>
                  <a:lnTo>
                    <a:pt x="55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119"/>
            <p:cNvSpPr/>
            <p:nvPr/>
          </p:nvSpPr>
          <p:spPr>
            <a:xfrm>
              <a:off x="5664225" y="3550375"/>
              <a:ext cx="34900" cy="13975"/>
            </a:xfrm>
            <a:custGeom>
              <a:avLst/>
              <a:gdLst/>
              <a:ahLst/>
              <a:cxnLst/>
              <a:rect l="l" t="t" r="r" b="b"/>
              <a:pathLst>
                <a:path w="1396" h="559" extrusionOk="0">
                  <a:moveTo>
                    <a:pt x="0" y="1"/>
                  </a:moveTo>
                  <a:lnTo>
                    <a:pt x="0" y="559"/>
                  </a:lnTo>
                  <a:lnTo>
                    <a:pt x="1396" y="559"/>
                  </a:lnTo>
                  <a:lnTo>
                    <a:pt x="139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119"/>
            <p:cNvSpPr/>
            <p:nvPr/>
          </p:nvSpPr>
          <p:spPr>
            <a:xfrm>
              <a:off x="5743900" y="3738825"/>
              <a:ext cx="41900" cy="13975"/>
            </a:xfrm>
            <a:custGeom>
              <a:avLst/>
              <a:gdLst/>
              <a:ahLst/>
              <a:cxnLst/>
              <a:rect l="l" t="t" r="r" b="b"/>
              <a:pathLst>
                <a:path w="1676" h="559" extrusionOk="0">
                  <a:moveTo>
                    <a:pt x="0" y="0"/>
                  </a:moveTo>
                  <a:lnTo>
                    <a:pt x="0" y="558"/>
                  </a:lnTo>
                  <a:lnTo>
                    <a:pt x="1675" y="558"/>
                  </a:lnTo>
                  <a:lnTo>
                    <a:pt x="167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119"/>
            <p:cNvSpPr/>
            <p:nvPr/>
          </p:nvSpPr>
          <p:spPr>
            <a:xfrm>
              <a:off x="5715975" y="3710325"/>
              <a:ext cx="41900" cy="13975"/>
            </a:xfrm>
            <a:custGeom>
              <a:avLst/>
              <a:gdLst/>
              <a:ahLst/>
              <a:cxnLst/>
              <a:rect l="l" t="t" r="r" b="b"/>
              <a:pathLst>
                <a:path w="1676" h="559" extrusionOk="0">
                  <a:moveTo>
                    <a:pt x="1" y="0"/>
                  </a:moveTo>
                  <a:lnTo>
                    <a:pt x="1" y="559"/>
                  </a:lnTo>
                  <a:lnTo>
                    <a:pt x="1676" y="559"/>
                  </a:lnTo>
                  <a:lnTo>
                    <a:pt x="16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119"/>
            <p:cNvSpPr/>
            <p:nvPr/>
          </p:nvSpPr>
          <p:spPr>
            <a:xfrm>
              <a:off x="5715975" y="3738825"/>
              <a:ext cx="13975" cy="13975"/>
            </a:xfrm>
            <a:custGeom>
              <a:avLst/>
              <a:gdLst/>
              <a:ahLst/>
              <a:cxnLst/>
              <a:rect l="l" t="t" r="r" b="b"/>
              <a:pathLst>
                <a:path w="559" h="559" extrusionOk="0">
                  <a:moveTo>
                    <a:pt x="1" y="0"/>
                  </a:moveTo>
                  <a:lnTo>
                    <a:pt x="1" y="558"/>
                  </a:lnTo>
                  <a:lnTo>
                    <a:pt x="559" y="558"/>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119"/>
            <p:cNvSpPr/>
            <p:nvPr/>
          </p:nvSpPr>
          <p:spPr>
            <a:xfrm>
              <a:off x="5577550" y="3738825"/>
              <a:ext cx="14000" cy="13975"/>
            </a:xfrm>
            <a:custGeom>
              <a:avLst/>
              <a:gdLst/>
              <a:ahLst/>
              <a:cxnLst/>
              <a:rect l="l" t="t" r="r" b="b"/>
              <a:pathLst>
                <a:path w="560" h="559" extrusionOk="0">
                  <a:moveTo>
                    <a:pt x="1" y="0"/>
                  </a:moveTo>
                  <a:lnTo>
                    <a:pt x="1" y="558"/>
                  </a:lnTo>
                  <a:lnTo>
                    <a:pt x="559" y="558"/>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119"/>
            <p:cNvSpPr/>
            <p:nvPr/>
          </p:nvSpPr>
          <p:spPr>
            <a:xfrm>
              <a:off x="5605475" y="3738825"/>
              <a:ext cx="41900" cy="13975"/>
            </a:xfrm>
            <a:custGeom>
              <a:avLst/>
              <a:gdLst/>
              <a:ahLst/>
              <a:cxnLst/>
              <a:rect l="l" t="t" r="r" b="b"/>
              <a:pathLst>
                <a:path w="1676" h="559" extrusionOk="0">
                  <a:moveTo>
                    <a:pt x="0" y="0"/>
                  </a:moveTo>
                  <a:lnTo>
                    <a:pt x="0" y="558"/>
                  </a:lnTo>
                  <a:lnTo>
                    <a:pt x="1675" y="558"/>
                  </a:lnTo>
                  <a:lnTo>
                    <a:pt x="167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119"/>
            <p:cNvSpPr/>
            <p:nvPr/>
          </p:nvSpPr>
          <p:spPr>
            <a:xfrm>
              <a:off x="5771800" y="3710325"/>
              <a:ext cx="14000" cy="13975"/>
            </a:xfrm>
            <a:custGeom>
              <a:avLst/>
              <a:gdLst/>
              <a:ahLst/>
              <a:cxnLst/>
              <a:rect l="l" t="t" r="r" b="b"/>
              <a:pathLst>
                <a:path w="560" h="559" extrusionOk="0">
                  <a:moveTo>
                    <a:pt x="1" y="0"/>
                  </a:moveTo>
                  <a:lnTo>
                    <a:pt x="1"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119"/>
            <p:cNvSpPr/>
            <p:nvPr/>
          </p:nvSpPr>
          <p:spPr>
            <a:xfrm>
              <a:off x="5633400" y="3710325"/>
              <a:ext cx="13975" cy="13975"/>
            </a:xfrm>
            <a:custGeom>
              <a:avLst/>
              <a:gdLst/>
              <a:ahLst/>
              <a:cxnLst/>
              <a:rect l="l" t="t" r="r" b="b"/>
              <a:pathLst>
                <a:path w="559" h="559" extrusionOk="0">
                  <a:moveTo>
                    <a:pt x="0" y="0"/>
                  </a:moveTo>
                  <a:lnTo>
                    <a:pt x="0" y="559"/>
                  </a:lnTo>
                  <a:lnTo>
                    <a:pt x="558" y="559"/>
                  </a:lnTo>
                  <a:lnTo>
                    <a:pt x="55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119"/>
            <p:cNvSpPr/>
            <p:nvPr/>
          </p:nvSpPr>
          <p:spPr>
            <a:xfrm>
              <a:off x="5577550" y="3710325"/>
              <a:ext cx="41900" cy="13975"/>
            </a:xfrm>
            <a:custGeom>
              <a:avLst/>
              <a:gdLst/>
              <a:ahLst/>
              <a:cxnLst/>
              <a:rect l="l" t="t" r="r" b="b"/>
              <a:pathLst>
                <a:path w="1676" h="559" extrusionOk="0">
                  <a:moveTo>
                    <a:pt x="1" y="0"/>
                  </a:moveTo>
                  <a:lnTo>
                    <a:pt x="1" y="559"/>
                  </a:lnTo>
                  <a:lnTo>
                    <a:pt x="1676" y="559"/>
                  </a:lnTo>
                  <a:lnTo>
                    <a:pt x="16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9" name="Google Shape;5609;p119"/>
          <p:cNvGrpSpPr/>
          <p:nvPr/>
        </p:nvGrpSpPr>
        <p:grpSpPr>
          <a:xfrm>
            <a:off x="5442625" y="2671000"/>
            <a:ext cx="477525" cy="461825"/>
            <a:chOff x="5442625" y="2671000"/>
            <a:chExt cx="477525" cy="461825"/>
          </a:xfrm>
        </p:grpSpPr>
        <p:sp>
          <p:nvSpPr>
            <p:cNvPr id="5610" name="Google Shape;5610;p119"/>
            <p:cNvSpPr/>
            <p:nvPr/>
          </p:nvSpPr>
          <p:spPr>
            <a:xfrm>
              <a:off x="5538000" y="2880975"/>
              <a:ext cx="69825" cy="69800"/>
            </a:xfrm>
            <a:custGeom>
              <a:avLst/>
              <a:gdLst/>
              <a:ahLst/>
              <a:cxnLst/>
              <a:rect l="l" t="t" r="r" b="b"/>
              <a:pathLst>
                <a:path w="2793" h="2792" extrusionOk="0">
                  <a:moveTo>
                    <a:pt x="838" y="2792"/>
                  </a:moveTo>
                  <a:lnTo>
                    <a:pt x="1955" y="2792"/>
                  </a:lnTo>
                  <a:lnTo>
                    <a:pt x="2792" y="1954"/>
                  </a:lnTo>
                  <a:lnTo>
                    <a:pt x="2792" y="0"/>
                  </a:lnTo>
                  <a:lnTo>
                    <a:pt x="1" y="0"/>
                  </a:lnTo>
                  <a:lnTo>
                    <a:pt x="1" y="1954"/>
                  </a:lnTo>
                  <a:close/>
                  <a:moveTo>
                    <a:pt x="838" y="2792"/>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119"/>
            <p:cNvSpPr/>
            <p:nvPr/>
          </p:nvSpPr>
          <p:spPr>
            <a:xfrm>
              <a:off x="5537425" y="2852475"/>
              <a:ext cx="70400" cy="28525"/>
            </a:xfrm>
            <a:custGeom>
              <a:avLst/>
              <a:gdLst/>
              <a:ahLst/>
              <a:cxnLst/>
              <a:rect l="l" t="t" r="r" b="b"/>
              <a:pathLst>
                <a:path w="2816" h="1141" extrusionOk="0">
                  <a:moveTo>
                    <a:pt x="24" y="1140"/>
                  </a:moveTo>
                  <a:lnTo>
                    <a:pt x="2815" y="1140"/>
                  </a:lnTo>
                  <a:lnTo>
                    <a:pt x="2815" y="582"/>
                  </a:lnTo>
                  <a:cubicBezTo>
                    <a:pt x="2815" y="256"/>
                    <a:pt x="2560" y="0"/>
                    <a:pt x="2234" y="23"/>
                  </a:cubicBezTo>
                  <a:lnTo>
                    <a:pt x="1" y="23"/>
                  </a:lnTo>
                  <a:close/>
                  <a:moveTo>
                    <a:pt x="24" y="114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119"/>
            <p:cNvSpPr/>
            <p:nvPr/>
          </p:nvSpPr>
          <p:spPr>
            <a:xfrm>
              <a:off x="5495550" y="2950750"/>
              <a:ext cx="154150" cy="90750"/>
            </a:xfrm>
            <a:custGeom>
              <a:avLst/>
              <a:gdLst/>
              <a:ahLst/>
              <a:cxnLst/>
              <a:rect l="l" t="t" r="r" b="b"/>
              <a:pathLst>
                <a:path w="6166" h="3630" extrusionOk="0">
                  <a:moveTo>
                    <a:pt x="6165" y="3630"/>
                  </a:moveTo>
                  <a:lnTo>
                    <a:pt x="6165" y="838"/>
                  </a:lnTo>
                  <a:lnTo>
                    <a:pt x="3653" y="1"/>
                  </a:lnTo>
                  <a:lnTo>
                    <a:pt x="2536" y="1"/>
                  </a:lnTo>
                  <a:lnTo>
                    <a:pt x="1" y="838"/>
                  </a:lnTo>
                  <a:lnTo>
                    <a:pt x="1" y="3630"/>
                  </a:lnTo>
                  <a:close/>
                  <a:moveTo>
                    <a:pt x="6165" y="3630"/>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119"/>
            <p:cNvSpPr/>
            <p:nvPr/>
          </p:nvSpPr>
          <p:spPr>
            <a:xfrm>
              <a:off x="5713650" y="2961225"/>
              <a:ext cx="153575" cy="80275"/>
            </a:xfrm>
            <a:custGeom>
              <a:avLst/>
              <a:gdLst/>
              <a:ahLst/>
              <a:cxnLst/>
              <a:rect l="l" t="t" r="r" b="b"/>
              <a:pathLst>
                <a:path w="6143" h="3211" extrusionOk="0">
                  <a:moveTo>
                    <a:pt x="6142" y="3211"/>
                  </a:moveTo>
                  <a:lnTo>
                    <a:pt x="6142" y="419"/>
                  </a:lnTo>
                  <a:lnTo>
                    <a:pt x="4886" y="0"/>
                  </a:lnTo>
                  <a:lnTo>
                    <a:pt x="3071" y="1396"/>
                  </a:lnTo>
                  <a:lnTo>
                    <a:pt x="1257" y="0"/>
                  </a:lnTo>
                  <a:lnTo>
                    <a:pt x="0" y="419"/>
                  </a:lnTo>
                  <a:lnTo>
                    <a:pt x="0" y="3211"/>
                  </a:lnTo>
                  <a:close/>
                  <a:moveTo>
                    <a:pt x="6142" y="3211"/>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119"/>
            <p:cNvSpPr/>
            <p:nvPr/>
          </p:nvSpPr>
          <p:spPr>
            <a:xfrm>
              <a:off x="5745050" y="2950750"/>
              <a:ext cx="90750" cy="45400"/>
            </a:xfrm>
            <a:custGeom>
              <a:avLst/>
              <a:gdLst/>
              <a:ahLst/>
              <a:cxnLst/>
              <a:rect l="l" t="t" r="r" b="b"/>
              <a:pathLst>
                <a:path w="3630" h="1816" extrusionOk="0">
                  <a:moveTo>
                    <a:pt x="1" y="419"/>
                  </a:moveTo>
                  <a:lnTo>
                    <a:pt x="1815" y="1815"/>
                  </a:lnTo>
                  <a:lnTo>
                    <a:pt x="3630" y="419"/>
                  </a:lnTo>
                  <a:lnTo>
                    <a:pt x="2374" y="1"/>
                  </a:lnTo>
                  <a:lnTo>
                    <a:pt x="1257" y="1"/>
                  </a:lnTo>
                  <a:close/>
                  <a:moveTo>
                    <a:pt x="1" y="419"/>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119"/>
            <p:cNvSpPr/>
            <p:nvPr/>
          </p:nvSpPr>
          <p:spPr>
            <a:xfrm>
              <a:off x="5755525" y="2880975"/>
              <a:ext cx="69825" cy="69800"/>
            </a:xfrm>
            <a:custGeom>
              <a:avLst/>
              <a:gdLst/>
              <a:ahLst/>
              <a:cxnLst/>
              <a:rect l="l" t="t" r="r" b="b"/>
              <a:pathLst>
                <a:path w="2793" h="2792" extrusionOk="0">
                  <a:moveTo>
                    <a:pt x="838" y="2792"/>
                  </a:moveTo>
                  <a:lnTo>
                    <a:pt x="1955" y="2792"/>
                  </a:lnTo>
                  <a:lnTo>
                    <a:pt x="2792" y="1675"/>
                  </a:lnTo>
                  <a:lnTo>
                    <a:pt x="2792" y="0"/>
                  </a:lnTo>
                  <a:lnTo>
                    <a:pt x="1373" y="0"/>
                  </a:lnTo>
                  <a:lnTo>
                    <a:pt x="0" y="838"/>
                  </a:lnTo>
                  <a:lnTo>
                    <a:pt x="0" y="1675"/>
                  </a:lnTo>
                  <a:close/>
                  <a:moveTo>
                    <a:pt x="838" y="2792"/>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119"/>
            <p:cNvSpPr/>
            <p:nvPr/>
          </p:nvSpPr>
          <p:spPr>
            <a:xfrm>
              <a:off x="5755525" y="2825125"/>
              <a:ext cx="69825" cy="76800"/>
            </a:xfrm>
            <a:custGeom>
              <a:avLst/>
              <a:gdLst/>
              <a:ahLst/>
              <a:cxnLst/>
              <a:rect l="l" t="t" r="r" b="b"/>
              <a:pathLst>
                <a:path w="2793" h="3072" extrusionOk="0">
                  <a:moveTo>
                    <a:pt x="2234" y="1117"/>
                  </a:moveTo>
                  <a:lnTo>
                    <a:pt x="2234" y="559"/>
                  </a:lnTo>
                  <a:cubicBezTo>
                    <a:pt x="2234" y="257"/>
                    <a:pt x="2001" y="1"/>
                    <a:pt x="1675" y="1"/>
                  </a:cubicBezTo>
                  <a:lnTo>
                    <a:pt x="1117" y="1"/>
                  </a:lnTo>
                  <a:cubicBezTo>
                    <a:pt x="815" y="1"/>
                    <a:pt x="559" y="233"/>
                    <a:pt x="559" y="559"/>
                  </a:cubicBezTo>
                  <a:lnTo>
                    <a:pt x="559" y="1117"/>
                  </a:lnTo>
                  <a:cubicBezTo>
                    <a:pt x="256" y="1117"/>
                    <a:pt x="0" y="1373"/>
                    <a:pt x="0" y="1676"/>
                  </a:cubicBezTo>
                  <a:lnTo>
                    <a:pt x="0" y="3072"/>
                  </a:lnTo>
                  <a:lnTo>
                    <a:pt x="1350" y="2234"/>
                  </a:lnTo>
                  <a:lnTo>
                    <a:pt x="2792" y="2234"/>
                  </a:lnTo>
                  <a:lnTo>
                    <a:pt x="2792" y="1676"/>
                  </a:lnTo>
                  <a:cubicBezTo>
                    <a:pt x="2792" y="1373"/>
                    <a:pt x="2560" y="1117"/>
                    <a:pt x="2234" y="1117"/>
                  </a:cubicBezTo>
                  <a:close/>
                  <a:moveTo>
                    <a:pt x="2234" y="1117"/>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119"/>
            <p:cNvSpPr/>
            <p:nvPr/>
          </p:nvSpPr>
          <p:spPr>
            <a:xfrm>
              <a:off x="5464150" y="2761725"/>
              <a:ext cx="435050" cy="279775"/>
            </a:xfrm>
            <a:custGeom>
              <a:avLst/>
              <a:gdLst/>
              <a:ahLst/>
              <a:cxnLst/>
              <a:rect l="l" t="t" r="r" b="b"/>
              <a:pathLst>
                <a:path w="17402" h="11191" extrusionOk="0">
                  <a:moveTo>
                    <a:pt x="7421" y="11191"/>
                  </a:moveTo>
                  <a:lnTo>
                    <a:pt x="9980" y="11191"/>
                  </a:lnTo>
                  <a:lnTo>
                    <a:pt x="9980" y="8399"/>
                  </a:lnTo>
                  <a:lnTo>
                    <a:pt x="12493" y="7562"/>
                  </a:lnTo>
                  <a:lnTo>
                    <a:pt x="11655" y="6445"/>
                  </a:lnTo>
                  <a:lnTo>
                    <a:pt x="11655" y="4212"/>
                  </a:lnTo>
                  <a:cubicBezTo>
                    <a:pt x="11655" y="3886"/>
                    <a:pt x="11911" y="3653"/>
                    <a:pt x="12214" y="3653"/>
                  </a:cubicBezTo>
                  <a:lnTo>
                    <a:pt x="12214" y="3095"/>
                  </a:lnTo>
                  <a:cubicBezTo>
                    <a:pt x="12214" y="2793"/>
                    <a:pt x="12470" y="2537"/>
                    <a:pt x="12772" y="2537"/>
                  </a:cubicBezTo>
                  <a:lnTo>
                    <a:pt x="13307" y="2537"/>
                  </a:lnTo>
                  <a:cubicBezTo>
                    <a:pt x="13633" y="2513"/>
                    <a:pt x="13889" y="2769"/>
                    <a:pt x="13889" y="3095"/>
                  </a:cubicBezTo>
                  <a:lnTo>
                    <a:pt x="13889" y="3653"/>
                  </a:lnTo>
                  <a:cubicBezTo>
                    <a:pt x="14215" y="3653"/>
                    <a:pt x="14447" y="3909"/>
                    <a:pt x="14447" y="4212"/>
                  </a:cubicBezTo>
                  <a:lnTo>
                    <a:pt x="14447" y="6445"/>
                  </a:lnTo>
                  <a:lnTo>
                    <a:pt x="13610" y="7562"/>
                  </a:lnTo>
                  <a:lnTo>
                    <a:pt x="16122" y="8399"/>
                  </a:lnTo>
                  <a:lnTo>
                    <a:pt x="16122" y="11191"/>
                  </a:lnTo>
                  <a:lnTo>
                    <a:pt x="17402" y="11191"/>
                  </a:lnTo>
                  <a:lnTo>
                    <a:pt x="17402" y="1"/>
                  </a:lnTo>
                  <a:lnTo>
                    <a:pt x="0" y="1"/>
                  </a:lnTo>
                  <a:lnTo>
                    <a:pt x="0" y="11191"/>
                  </a:lnTo>
                  <a:lnTo>
                    <a:pt x="1257" y="11191"/>
                  </a:lnTo>
                  <a:lnTo>
                    <a:pt x="1257" y="8399"/>
                  </a:lnTo>
                  <a:lnTo>
                    <a:pt x="3792" y="7562"/>
                  </a:lnTo>
                  <a:lnTo>
                    <a:pt x="2932" y="6724"/>
                  </a:lnTo>
                  <a:lnTo>
                    <a:pt x="2932" y="3653"/>
                  </a:lnTo>
                  <a:lnTo>
                    <a:pt x="5165" y="3653"/>
                  </a:lnTo>
                  <a:cubicBezTo>
                    <a:pt x="5491" y="3653"/>
                    <a:pt x="5723" y="3886"/>
                    <a:pt x="5723" y="4212"/>
                  </a:cubicBezTo>
                  <a:lnTo>
                    <a:pt x="5723" y="6724"/>
                  </a:lnTo>
                  <a:lnTo>
                    <a:pt x="4886" y="7562"/>
                  </a:lnTo>
                  <a:lnTo>
                    <a:pt x="7398" y="8399"/>
                  </a:lnTo>
                  <a:close/>
                  <a:moveTo>
                    <a:pt x="7421" y="1119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119"/>
            <p:cNvSpPr/>
            <p:nvPr/>
          </p:nvSpPr>
          <p:spPr>
            <a:xfrm>
              <a:off x="5611875" y="2705900"/>
              <a:ext cx="139600" cy="55850"/>
            </a:xfrm>
            <a:custGeom>
              <a:avLst/>
              <a:gdLst/>
              <a:ahLst/>
              <a:cxnLst/>
              <a:rect l="l" t="t" r="r" b="b"/>
              <a:pathLst>
                <a:path w="5584" h="2234" extrusionOk="0">
                  <a:moveTo>
                    <a:pt x="0" y="2234"/>
                  </a:moveTo>
                  <a:lnTo>
                    <a:pt x="5584" y="2234"/>
                  </a:lnTo>
                  <a:lnTo>
                    <a:pt x="5025" y="1"/>
                  </a:lnTo>
                  <a:lnTo>
                    <a:pt x="3909" y="1"/>
                  </a:lnTo>
                  <a:cubicBezTo>
                    <a:pt x="3955" y="652"/>
                    <a:pt x="3443" y="1187"/>
                    <a:pt x="2792" y="1187"/>
                  </a:cubicBezTo>
                  <a:cubicBezTo>
                    <a:pt x="2164" y="1187"/>
                    <a:pt x="1652" y="652"/>
                    <a:pt x="1675" y="1"/>
                  </a:cubicBezTo>
                  <a:lnTo>
                    <a:pt x="559" y="1"/>
                  </a:lnTo>
                  <a:close/>
                  <a:moveTo>
                    <a:pt x="0" y="2234"/>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119"/>
            <p:cNvSpPr/>
            <p:nvPr/>
          </p:nvSpPr>
          <p:spPr>
            <a:xfrm>
              <a:off x="5646175" y="2674500"/>
              <a:ext cx="69250" cy="66900"/>
            </a:xfrm>
            <a:custGeom>
              <a:avLst/>
              <a:gdLst/>
              <a:ahLst/>
              <a:cxnLst/>
              <a:rect l="l" t="t" r="r" b="b"/>
              <a:pathLst>
                <a:path w="2770" h="2676" extrusionOk="0">
                  <a:moveTo>
                    <a:pt x="1839" y="233"/>
                  </a:moveTo>
                  <a:cubicBezTo>
                    <a:pt x="2769" y="605"/>
                    <a:pt x="2769" y="1908"/>
                    <a:pt x="1862" y="2304"/>
                  </a:cubicBezTo>
                  <a:cubicBezTo>
                    <a:pt x="931" y="2676"/>
                    <a:pt x="1" y="1745"/>
                    <a:pt x="396" y="838"/>
                  </a:cubicBezTo>
                  <a:cubicBezTo>
                    <a:pt x="629" y="256"/>
                    <a:pt x="1280" y="0"/>
                    <a:pt x="1839" y="233"/>
                  </a:cubicBezTo>
                  <a:close/>
                  <a:moveTo>
                    <a:pt x="1839" y="233"/>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119"/>
            <p:cNvSpPr/>
            <p:nvPr/>
          </p:nvSpPr>
          <p:spPr>
            <a:xfrm>
              <a:off x="5464150" y="3041475"/>
              <a:ext cx="435625" cy="56450"/>
            </a:xfrm>
            <a:custGeom>
              <a:avLst/>
              <a:gdLst/>
              <a:ahLst/>
              <a:cxnLst/>
              <a:rect l="l" t="t" r="r" b="b"/>
              <a:pathLst>
                <a:path w="17425" h="2258" extrusionOk="0">
                  <a:moveTo>
                    <a:pt x="0" y="1118"/>
                  </a:moveTo>
                  <a:lnTo>
                    <a:pt x="6747" y="1118"/>
                  </a:lnTo>
                  <a:lnTo>
                    <a:pt x="7026" y="2257"/>
                  </a:lnTo>
                  <a:lnTo>
                    <a:pt x="10376" y="2257"/>
                  </a:lnTo>
                  <a:lnTo>
                    <a:pt x="10678" y="1118"/>
                  </a:lnTo>
                  <a:lnTo>
                    <a:pt x="17425" y="1118"/>
                  </a:lnTo>
                  <a:lnTo>
                    <a:pt x="17425" y="1"/>
                  </a:lnTo>
                  <a:lnTo>
                    <a:pt x="0" y="1"/>
                  </a:lnTo>
                  <a:close/>
                  <a:moveTo>
                    <a:pt x="0" y="1118"/>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119"/>
            <p:cNvSpPr/>
            <p:nvPr/>
          </p:nvSpPr>
          <p:spPr>
            <a:xfrm>
              <a:off x="5449600" y="3069400"/>
              <a:ext cx="463550" cy="56450"/>
            </a:xfrm>
            <a:custGeom>
              <a:avLst/>
              <a:gdLst/>
              <a:ahLst/>
              <a:cxnLst/>
              <a:rect l="l" t="t" r="r" b="b"/>
              <a:pathLst>
                <a:path w="18542" h="2258" extrusionOk="0">
                  <a:moveTo>
                    <a:pt x="582" y="2257"/>
                  </a:moveTo>
                  <a:lnTo>
                    <a:pt x="17984" y="2257"/>
                  </a:lnTo>
                  <a:cubicBezTo>
                    <a:pt x="18286" y="2234"/>
                    <a:pt x="18542" y="2001"/>
                    <a:pt x="18542" y="1699"/>
                  </a:cubicBezTo>
                  <a:lnTo>
                    <a:pt x="18542" y="1"/>
                  </a:lnTo>
                  <a:lnTo>
                    <a:pt x="11237" y="1"/>
                  </a:lnTo>
                  <a:lnTo>
                    <a:pt x="10935" y="1140"/>
                  </a:lnTo>
                  <a:lnTo>
                    <a:pt x="7608" y="1140"/>
                  </a:lnTo>
                  <a:lnTo>
                    <a:pt x="7306" y="1"/>
                  </a:lnTo>
                  <a:lnTo>
                    <a:pt x="1" y="1"/>
                  </a:lnTo>
                  <a:lnTo>
                    <a:pt x="1" y="1699"/>
                  </a:lnTo>
                  <a:cubicBezTo>
                    <a:pt x="1" y="2001"/>
                    <a:pt x="257" y="2234"/>
                    <a:pt x="559" y="2257"/>
                  </a:cubicBezTo>
                  <a:close/>
                  <a:moveTo>
                    <a:pt x="582" y="2257"/>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119"/>
            <p:cNvSpPr/>
            <p:nvPr/>
          </p:nvSpPr>
          <p:spPr>
            <a:xfrm>
              <a:off x="5653175" y="2674500"/>
              <a:ext cx="35500" cy="63425"/>
            </a:xfrm>
            <a:custGeom>
              <a:avLst/>
              <a:gdLst/>
              <a:ahLst/>
              <a:cxnLst/>
              <a:rect l="l" t="t" r="r" b="b"/>
              <a:pathLst>
                <a:path w="1420" h="2537" extrusionOk="0">
                  <a:moveTo>
                    <a:pt x="1419" y="2350"/>
                  </a:moveTo>
                  <a:cubicBezTo>
                    <a:pt x="302" y="2048"/>
                    <a:pt x="302" y="489"/>
                    <a:pt x="1419" y="187"/>
                  </a:cubicBezTo>
                  <a:cubicBezTo>
                    <a:pt x="698" y="0"/>
                    <a:pt x="0" y="535"/>
                    <a:pt x="0" y="1257"/>
                  </a:cubicBezTo>
                  <a:cubicBezTo>
                    <a:pt x="0" y="2001"/>
                    <a:pt x="698" y="2536"/>
                    <a:pt x="1419" y="2350"/>
                  </a:cubicBezTo>
                  <a:close/>
                  <a:moveTo>
                    <a:pt x="1419" y="235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119"/>
            <p:cNvSpPr/>
            <p:nvPr/>
          </p:nvSpPr>
          <p:spPr>
            <a:xfrm>
              <a:off x="5611875" y="2705900"/>
              <a:ext cx="27350" cy="55850"/>
            </a:xfrm>
            <a:custGeom>
              <a:avLst/>
              <a:gdLst/>
              <a:ahLst/>
              <a:cxnLst/>
              <a:rect l="l" t="t" r="r" b="b"/>
              <a:pathLst>
                <a:path w="1094" h="2234" extrusionOk="0">
                  <a:moveTo>
                    <a:pt x="0" y="2234"/>
                  </a:moveTo>
                  <a:lnTo>
                    <a:pt x="559" y="2234"/>
                  </a:lnTo>
                  <a:lnTo>
                    <a:pt x="1094" y="1"/>
                  </a:lnTo>
                  <a:lnTo>
                    <a:pt x="559" y="1"/>
                  </a:lnTo>
                  <a:close/>
                  <a:moveTo>
                    <a:pt x="0" y="2234"/>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119"/>
            <p:cNvSpPr/>
            <p:nvPr/>
          </p:nvSpPr>
          <p:spPr>
            <a:xfrm>
              <a:off x="5464150" y="2761725"/>
              <a:ext cx="20950" cy="279775"/>
            </a:xfrm>
            <a:custGeom>
              <a:avLst/>
              <a:gdLst/>
              <a:ahLst/>
              <a:cxnLst/>
              <a:rect l="l" t="t" r="r" b="b"/>
              <a:pathLst>
                <a:path w="838" h="11191" extrusionOk="0">
                  <a:moveTo>
                    <a:pt x="0" y="1"/>
                  </a:moveTo>
                  <a:lnTo>
                    <a:pt x="0" y="11191"/>
                  </a:lnTo>
                  <a:lnTo>
                    <a:pt x="838" y="11191"/>
                  </a:lnTo>
                  <a:lnTo>
                    <a:pt x="83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119"/>
            <p:cNvSpPr/>
            <p:nvPr/>
          </p:nvSpPr>
          <p:spPr>
            <a:xfrm>
              <a:off x="5538000" y="2880975"/>
              <a:ext cx="34925" cy="69800"/>
            </a:xfrm>
            <a:custGeom>
              <a:avLst/>
              <a:gdLst/>
              <a:ahLst/>
              <a:cxnLst/>
              <a:rect l="l" t="t" r="r" b="b"/>
              <a:pathLst>
                <a:path w="1397" h="2792" extrusionOk="0">
                  <a:moveTo>
                    <a:pt x="838" y="2792"/>
                  </a:moveTo>
                  <a:lnTo>
                    <a:pt x="1397" y="2792"/>
                  </a:lnTo>
                  <a:lnTo>
                    <a:pt x="559" y="1954"/>
                  </a:lnTo>
                  <a:lnTo>
                    <a:pt x="559" y="0"/>
                  </a:lnTo>
                  <a:lnTo>
                    <a:pt x="1" y="0"/>
                  </a:lnTo>
                  <a:lnTo>
                    <a:pt x="1" y="1954"/>
                  </a:lnTo>
                  <a:close/>
                  <a:moveTo>
                    <a:pt x="838" y="2792"/>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119"/>
            <p:cNvSpPr/>
            <p:nvPr/>
          </p:nvSpPr>
          <p:spPr>
            <a:xfrm>
              <a:off x="5537425" y="2853050"/>
              <a:ext cx="13975" cy="27950"/>
            </a:xfrm>
            <a:custGeom>
              <a:avLst/>
              <a:gdLst/>
              <a:ahLst/>
              <a:cxnLst/>
              <a:rect l="l" t="t" r="r" b="b"/>
              <a:pathLst>
                <a:path w="559" h="1118" extrusionOk="0">
                  <a:moveTo>
                    <a:pt x="1" y="0"/>
                  </a:moveTo>
                  <a:lnTo>
                    <a:pt x="1" y="1117"/>
                  </a:lnTo>
                  <a:lnTo>
                    <a:pt x="559" y="1117"/>
                  </a:lnTo>
                  <a:lnTo>
                    <a:pt x="55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119"/>
            <p:cNvSpPr/>
            <p:nvPr/>
          </p:nvSpPr>
          <p:spPr>
            <a:xfrm>
              <a:off x="5495550" y="2967050"/>
              <a:ext cx="13975" cy="74450"/>
            </a:xfrm>
            <a:custGeom>
              <a:avLst/>
              <a:gdLst/>
              <a:ahLst/>
              <a:cxnLst/>
              <a:rect l="l" t="t" r="r" b="b"/>
              <a:pathLst>
                <a:path w="559" h="2978" extrusionOk="0">
                  <a:moveTo>
                    <a:pt x="559" y="0"/>
                  </a:moveTo>
                  <a:lnTo>
                    <a:pt x="1" y="186"/>
                  </a:lnTo>
                  <a:lnTo>
                    <a:pt x="1" y="2978"/>
                  </a:lnTo>
                  <a:lnTo>
                    <a:pt x="559" y="2978"/>
                  </a:lnTo>
                  <a:close/>
                  <a:moveTo>
                    <a:pt x="559" y="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119"/>
            <p:cNvSpPr/>
            <p:nvPr/>
          </p:nvSpPr>
          <p:spPr>
            <a:xfrm>
              <a:off x="5464150" y="3041475"/>
              <a:ext cx="20950" cy="27950"/>
            </a:xfrm>
            <a:custGeom>
              <a:avLst/>
              <a:gdLst/>
              <a:ahLst/>
              <a:cxnLst/>
              <a:rect l="l" t="t" r="r" b="b"/>
              <a:pathLst>
                <a:path w="838" h="1118" extrusionOk="0">
                  <a:moveTo>
                    <a:pt x="0" y="1"/>
                  </a:moveTo>
                  <a:lnTo>
                    <a:pt x="0" y="1118"/>
                  </a:lnTo>
                  <a:lnTo>
                    <a:pt x="838" y="1118"/>
                  </a:lnTo>
                  <a:lnTo>
                    <a:pt x="83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119"/>
            <p:cNvSpPr/>
            <p:nvPr/>
          </p:nvSpPr>
          <p:spPr>
            <a:xfrm>
              <a:off x="5450175" y="3069400"/>
              <a:ext cx="34925" cy="56450"/>
            </a:xfrm>
            <a:custGeom>
              <a:avLst/>
              <a:gdLst/>
              <a:ahLst/>
              <a:cxnLst/>
              <a:rect l="l" t="t" r="r" b="b"/>
              <a:pathLst>
                <a:path w="1397" h="2258" extrusionOk="0">
                  <a:moveTo>
                    <a:pt x="559" y="2257"/>
                  </a:moveTo>
                  <a:lnTo>
                    <a:pt x="1397" y="2257"/>
                  </a:lnTo>
                  <a:cubicBezTo>
                    <a:pt x="1071" y="2234"/>
                    <a:pt x="838" y="2001"/>
                    <a:pt x="838" y="1699"/>
                  </a:cubicBezTo>
                  <a:lnTo>
                    <a:pt x="838" y="1"/>
                  </a:lnTo>
                  <a:lnTo>
                    <a:pt x="1" y="1"/>
                  </a:lnTo>
                  <a:lnTo>
                    <a:pt x="1" y="1699"/>
                  </a:lnTo>
                  <a:cubicBezTo>
                    <a:pt x="1" y="2001"/>
                    <a:pt x="234" y="2234"/>
                    <a:pt x="559" y="2257"/>
                  </a:cubicBezTo>
                  <a:close/>
                  <a:moveTo>
                    <a:pt x="559" y="2257"/>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119"/>
            <p:cNvSpPr/>
            <p:nvPr/>
          </p:nvSpPr>
          <p:spPr>
            <a:xfrm>
              <a:off x="5755525" y="2893175"/>
              <a:ext cx="34925" cy="57600"/>
            </a:xfrm>
            <a:custGeom>
              <a:avLst/>
              <a:gdLst/>
              <a:ahLst/>
              <a:cxnLst/>
              <a:rect l="l" t="t" r="r" b="b"/>
              <a:pathLst>
                <a:path w="1397" h="2304" extrusionOk="0">
                  <a:moveTo>
                    <a:pt x="838" y="2304"/>
                  </a:moveTo>
                  <a:lnTo>
                    <a:pt x="1396" y="2304"/>
                  </a:lnTo>
                  <a:lnTo>
                    <a:pt x="559" y="1187"/>
                  </a:lnTo>
                  <a:lnTo>
                    <a:pt x="559" y="1"/>
                  </a:lnTo>
                  <a:lnTo>
                    <a:pt x="0" y="350"/>
                  </a:lnTo>
                  <a:lnTo>
                    <a:pt x="0" y="1187"/>
                  </a:lnTo>
                  <a:close/>
                  <a:moveTo>
                    <a:pt x="838" y="2304"/>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119"/>
            <p:cNvSpPr/>
            <p:nvPr/>
          </p:nvSpPr>
          <p:spPr>
            <a:xfrm>
              <a:off x="5755525" y="2825125"/>
              <a:ext cx="41900" cy="76800"/>
            </a:xfrm>
            <a:custGeom>
              <a:avLst/>
              <a:gdLst/>
              <a:ahLst/>
              <a:cxnLst/>
              <a:rect l="l" t="t" r="r" b="b"/>
              <a:pathLst>
                <a:path w="1676" h="3072" extrusionOk="0">
                  <a:moveTo>
                    <a:pt x="0" y="3072"/>
                  </a:moveTo>
                  <a:lnTo>
                    <a:pt x="559" y="2723"/>
                  </a:lnTo>
                  <a:lnTo>
                    <a:pt x="559" y="1676"/>
                  </a:lnTo>
                  <a:cubicBezTo>
                    <a:pt x="559" y="1373"/>
                    <a:pt x="815" y="1117"/>
                    <a:pt x="1117" y="1117"/>
                  </a:cubicBezTo>
                  <a:lnTo>
                    <a:pt x="1117" y="559"/>
                  </a:lnTo>
                  <a:cubicBezTo>
                    <a:pt x="1117" y="257"/>
                    <a:pt x="1373" y="1"/>
                    <a:pt x="1675" y="1"/>
                  </a:cubicBezTo>
                  <a:lnTo>
                    <a:pt x="1117" y="1"/>
                  </a:lnTo>
                  <a:cubicBezTo>
                    <a:pt x="815" y="1"/>
                    <a:pt x="559" y="257"/>
                    <a:pt x="559" y="559"/>
                  </a:cubicBezTo>
                  <a:lnTo>
                    <a:pt x="559" y="1117"/>
                  </a:lnTo>
                  <a:cubicBezTo>
                    <a:pt x="256" y="1117"/>
                    <a:pt x="0" y="1373"/>
                    <a:pt x="0" y="1676"/>
                  </a:cubicBezTo>
                  <a:close/>
                  <a:moveTo>
                    <a:pt x="0" y="3072"/>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119"/>
            <p:cNvSpPr/>
            <p:nvPr/>
          </p:nvSpPr>
          <p:spPr>
            <a:xfrm>
              <a:off x="5713650" y="2967050"/>
              <a:ext cx="13975" cy="74450"/>
            </a:xfrm>
            <a:custGeom>
              <a:avLst/>
              <a:gdLst/>
              <a:ahLst/>
              <a:cxnLst/>
              <a:rect l="l" t="t" r="r" b="b"/>
              <a:pathLst>
                <a:path w="559" h="2978" extrusionOk="0">
                  <a:moveTo>
                    <a:pt x="559" y="0"/>
                  </a:moveTo>
                  <a:lnTo>
                    <a:pt x="0" y="186"/>
                  </a:lnTo>
                  <a:lnTo>
                    <a:pt x="0" y="2978"/>
                  </a:lnTo>
                  <a:lnTo>
                    <a:pt x="559" y="2978"/>
                  </a:lnTo>
                  <a:close/>
                  <a:moveTo>
                    <a:pt x="559" y="0"/>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119"/>
            <p:cNvSpPr/>
            <p:nvPr/>
          </p:nvSpPr>
          <p:spPr>
            <a:xfrm>
              <a:off x="5471125" y="2783250"/>
              <a:ext cx="407150" cy="321075"/>
            </a:xfrm>
            <a:custGeom>
              <a:avLst/>
              <a:gdLst/>
              <a:ahLst/>
              <a:cxnLst/>
              <a:rect l="l" t="t" r="r" b="b"/>
              <a:pathLst>
                <a:path w="16286" h="12843" extrusionOk="0">
                  <a:moveTo>
                    <a:pt x="15727" y="1"/>
                  </a:moveTo>
                  <a:lnTo>
                    <a:pt x="15727" y="559"/>
                  </a:lnTo>
                  <a:lnTo>
                    <a:pt x="16285" y="559"/>
                  </a:lnTo>
                  <a:lnTo>
                    <a:pt x="16285" y="1"/>
                  </a:lnTo>
                  <a:close/>
                  <a:moveTo>
                    <a:pt x="15727" y="1117"/>
                  </a:moveTo>
                  <a:lnTo>
                    <a:pt x="15727" y="2792"/>
                  </a:lnTo>
                  <a:lnTo>
                    <a:pt x="16285" y="2792"/>
                  </a:lnTo>
                  <a:lnTo>
                    <a:pt x="16285" y="1117"/>
                  </a:lnTo>
                  <a:close/>
                  <a:moveTo>
                    <a:pt x="0" y="12284"/>
                  </a:moveTo>
                  <a:lnTo>
                    <a:pt x="0" y="12842"/>
                  </a:lnTo>
                  <a:lnTo>
                    <a:pt x="559" y="12842"/>
                  </a:lnTo>
                  <a:lnTo>
                    <a:pt x="559" y="12284"/>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119"/>
            <p:cNvSpPr/>
            <p:nvPr/>
          </p:nvSpPr>
          <p:spPr>
            <a:xfrm>
              <a:off x="5674675" y="2698925"/>
              <a:ext cx="14000" cy="13975"/>
            </a:xfrm>
            <a:custGeom>
              <a:avLst/>
              <a:gdLst/>
              <a:ahLst/>
              <a:cxnLst/>
              <a:rect l="l" t="t" r="r" b="b"/>
              <a:pathLst>
                <a:path w="560" h="559" extrusionOk="0">
                  <a:moveTo>
                    <a:pt x="1" y="1"/>
                  </a:moveTo>
                  <a:lnTo>
                    <a:pt x="1"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119"/>
            <p:cNvSpPr/>
            <p:nvPr/>
          </p:nvSpPr>
          <p:spPr>
            <a:xfrm>
              <a:off x="5442625" y="2671000"/>
              <a:ext cx="477525" cy="461825"/>
            </a:xfrm>
            <a:custGeom>
              <a:avLst/>
              <a:gdLst/>
              <a:ahLst/>
              <a:cxnLst/>
              <a:rect l="l" t="t" r="r" b="b"/>
              <a:pathLst>
                <a:path w="19101" h="18473" extrusionOk="0">
                  <a:moveTo>
                    <a:pt x="9562" y="559"/>
                  </a:moveTo>
                  <a:cubicBezTo>
                    <a:pt x="10306" y="559"/>
                    <a:pt x="10679" y="1466"/>
                    <a:pt x="10144" y="2002"/>
                  </a:cubicBezTo>
                  <a:cubicBezTo>
                    <a:pt x="9973" y="2172"/>
                    <a:pt x="9764" y="2248"/>
                    <a:pt x="9559" y="2248"/>
                  </a:cubicBezTo>
                  <a:cubicBezTo>
                    <a:pt x="9122" y="2248"/>
                    <a:pt x="8701" y="1903"/>
                    <a:pt x="8701" y="1397"/>
                  </a:cubicBezTo>
                  <a:cubicBezTo>
                    <a:pt x="8701" y="931"/>
                    <a:pt x="9097" y="559"/>
                    <a:pt x="9562" y="559"/>
                  </a:cubicBezTo>
                  <a:close/>
                  <a:moveTo>
                    <a:pt x="11563" y="1676"/>
                  </a:moveTo>
                  <a:lnTo>
                    <a:pt x="11981" y="3351"/>
                  </a:lnTo>
                  <a:lnTo>
                    <a:pt x="7119" y="3351"/>
                  </a:lnTo>
                  <a:lnTo>
                    <a:pt x="7538" y="1676"/>
                  </a:lnTo>
                  <a:lnTo>
                    <a:pt x="8189" y="1676"/>
                  </a:lnTo>
                  <a:cubicBezTo>
                    <a:pt x="8341" y="2420"/>
                    <a:pt x="8945" y="2792"/>
                    <a:pt x="9550" y="2792"/>
                  </a:cubicBezTo>
                  <a:cubicBezTo>
                    <a:pt x="10155" y="2792"/>
                    <a:pt x="10760" y="2420"/>
                    <a:pt x="10911" y="1676"/>
                  </a:cubicBezTo>
                  <a:close/>
                  <a:moveTo>
                    <a:pt x="14168" y="6422"/>
                  </a:moveTo>
                  <a:cubicBezTo>
                    <a:pt x="14331" y="6422"/>
                    <a:pt x="14471" y="6538"/>
                    <a:pt x="14471" y="6701"/>
                  </a:cubicBezTo>
                  <a:lnTo>
                    <a:pt x="14471" y="7003"/>
                  </a:lnTo>
                  <a:lnTo>
                    <a:pt x="13354" y="7003"/>
                  </a:lnTo>
                  <a:lnTo>
                    <a:pt x="13354" y="6701"/>
                  </a:lnTo>
                  <a:cubicBezTo>
                    <a:pt x="13354" y="6538"/>
                    <a:pt x="13494" y="6422"/>
                    <a:pt x="13656" y="6422"/>
                  </a:cubicBezTo>
                  <a:close/>
                  <a:moveTo>
                    <a:pt x="6026" y="7562"/>
                  </a:moveTo>
                  <a:cubicBezTo>
                    <a:pt x="6189" y="7562"/>
                    <a:pt x="6328" y="7678"/>
                    <a:pt x="6328" y="7841"/>
                  </a:cubicBezTo>
                  <a:lnTo>
                    <a:pt x="6328" y="8143"/>
                  </a:lnTo>
                  <a:lnTo>
                    <a:pt x="4095" y="8143"/>
                  </a:lnTo>
                  <a:lnTo>
                    <a:pt x="4095" y="7585"/>
                  </a:lnTo>
                  <a:lnTo>
                    <a:pt x="6026" y="7562"/>
                  </a:lnTo>
                  <a:close/>
                  <a:moveTo>
                    <a:pt x="14750" y="7562"/>
                  </a:moveTo>
                  <a:cubicBezTo>
                    <a:pt x="14913" y="7562"/>
                    <a:pt x="15052" y="7678"/>
                    <a:pt x="15052" y="7841"/>
                  </a:cubicBezTo>
                  <a:lnTo>
                    <a:pt x="15052" y="8143"/>
                  </a:lnTo>
                  <a:lnTo>
                    <a:pt x="13819" y="8143"/>
                  </a:lnTo>
                  <a:lnTo>
                    <a:pt x="12819" y="8748"/>
                  </a:lnTo>
                  <a:lnTo>
                    <a:pt x="12819" y="7864"/>
                  </a:lnTo>
                  <a:cubicBezTo>
                    <a:pt x="12819" y="7701"/>
                    <a:pt x="12935" y="7562"/>
                    <a:pt x="13098" y="7562"/>
                  </a:cubicBezTo>
                  <a:close/>
                  <a:moveTo>
                    <a:pt x="6328" y="8678"/>
                  </a:moveTo>
                  <a:lnTo>
                    <a:pt x="6328" y="10237"/>
                  </a:lnTo>
                  <a:lnTo>
                    <a:pt x="5654" y="10912"/>
                  </a:lnTo>
                  <a:lnTo>
                    <a:pt x="4770" y="10912"/>
                  </a:lnTo>
                  <a:lnTo>
                    <a:pt x="4095" y="10237"/>
                  </a:lnTo>
                  <a:lnTo>
                    <a:pt x="4072" y="8678"/>
                  </a:lnTo>
                  <a:close/>
                  <a:moveTo>
                    <a:pt x="15052" y="8678"/>
                  </a:moveTo>
                  <a:lnTo>
                    <a:pt x="15052" y="9981"/>
                  </a:lnTo>
                  <a:lnTo>
                    <a:pt x="14354" y="10912"/>
                  </a:lnTo>
                  <a:lnTo>
                    <a:pt x="13494" y="10912"/>
                  </a:lnTo>
                  <a:lnTo>
                    <a:pt x="12796" y="9981"/>
                  </a:lnTo>
                  <a:lnTo>
                    <a:pt x="12796" y="9399"/>
                  </a:lnTo>
                  <a:lnTo>
                    <a:pt x="13959" y="8678"/>
                  </a:lnTo>
                  <a:close/>
                  <a:moveTo>
                    <a:pt x="14424" y="11470"/>
                  </a:moveTo>
                  <a:lnTo>
                    <a:pt x="15145" y="11703"/>
                  </a:lnTo>
                  <a:lnTo>
                    <a:pt x="13912" y="12656"/>
                  </a:lnTo>
                  <a:lnTo>
                    <a:pt x="12679" y="11703"/>
                  </a:lnTo>
                  <a:lnTo>
                    <a:pt x="13401" y="11470"/>
                  </a:lnTo>
                  <a:close/>
                  <a:moveTo>
                    <a:pt x="15773" y="11912"/>
                  </a:moveTo>
                  <a:lnTo>
                    <a:pt x="16704" y="12214"/>
                  </a:lnTo>
                  <a:lnTo>
                    <a:pt x="16704" y="14541"/>
                  </a:lnTo>
                  <a:lnTo>
                    <a:pt x="15866" y="14541"/>
                  </a:lnTo>
                  <a:lnTo>
                    <a:pt x="15866" y="13517"/>
                  </a:lnTo>
                  <a:lnTo>
                    <a:pt x="15308" y="13517"/>
                  </a:lnTo>
                  <a:lnTo>
                    <a:pt x="15308" y="14541"/>
                  </a:lnTo>
                  <a:lnTo>
                    <a:pt x="12516" y="14541"/>
                  </a:lnTo>
                  <a:lnTo>
                    <a:pt x="12516" y="13517"/>
                  </a:lnTo>
                  <a:lnTo>
                    <a:pt x="11958" y="13517"/>
                  </a:lnTo>
                  <a:lnTo>
                    <a:pt x="11958" y="14541"/>
                  </a:lnTo>
                  <a:lnTo>
                    <a:pt x="11121" y="14541"/>
                  </a:lnTo>
                  <a:lnTo>
                    <a:pt x="11121" y="12214"/>
                  </a:lnTo>
                  <a:lnTo>
                    <a:pt x="12028" y="11912"/>
                  </a:lnTo>
                  <a:lnTo>
                    <a:pt x="13912" y="13354"/>
                  </a:lnTo>
                  <a:lnTo>
                    <a:pt x="15773" y="11912"/>
                  </a:lnTo>
                  <a:close/>
                  <a:moveTo>
                    <a:pt x="17983" y="3909"/>
                  </a:moveTo>
                  <a:lnTo>
                    <a:pt x="17983" y="14541"/>
                  </a:lnTo>
                  <a:lnTo>
                    <a:pt x="17262" y="14541"/>
                  </a:lnTo>
                  <a:lnTo>
                    <a:pt x="17262" y="11819"/>
                  </a:lnTo>
                  <a:lnTo>
                    <a:pt x="14936" y="11051"/>
                  </a:lnTo>
                  <a:lnTo>
                    <a:pt x="15587" y="10167"/>
                  </a:lnTo>
                  <a:lnTo>
                    <a:pt x="15587" y="7841"/>
                  </a:lnTo>
                  <a:cubicBezTo>
                    <a:pt x="15587" y="7492"/>
                    <a:pt x="15378" y="7166"/>
                    <a:pt x="15029" y="7050"/>
                  </a:cubicBezTo>
                  <a:lnTo>
                    <a:pt x="15029" y="6724"/>
                  </a:lnTo>
                  <a:cubicBezTo>
                    <a:pt x="15029" y="6272"/>
                    <a:pt x="14677" y="5886"/>
                    <a:pt x="14209" y="5886"/>
                  </a:cubicBezTo>
                  <a:cubicBezTo>
                    <a:pt x="14196" y="5886"/>
                    <a:pt x="14182" y="5886"/>
                    <a:pt x="14168" y="5887"/>
                  </a:cubicBezTo>
                  <a:lnTo>
                    <a:pt x="13610" y="5887"/>
                  </a:lnTo>
                  <a:cubicBezTo>
                    <a:pt x="13145" y="5887"/>
                    <a:pt x="12772" y="6259"/>
                    <a:pt x="12772" y="6724"/>
                  </a:cubicBezTo>
                  <a:lnTo>
                    <a:pt x="12772" y="7050"/>
                  </a:lnTo>
                  <a:cubicBezTo>
                    <a:pt x="12447" y="7166"/>
                    <a:pt x="12214" y="7492"/>
                    <a:pt x="12214" y="7841"/>
                  </a:cubicBezTo>
                  <a:lnTo>
                    <a:pt x="12214" y="10167"/>
                  </a:lnTo>
                  <a:lnTo>
                    <a:pt x="12889" y="11028"/>
                  </a:lnTo>
                  <a:lnTo>
                    <a:pt x="10562" y="11819"/>
                  </a:lnTo>
                  <a:lnTo>
                    <a:pt x="10562" y="14541"/>
                  </a:lnTo>
                  <a:lnTo>
                    <a:pt x="9841" y="14541"/>
                  </a:lnTo>
                  <a:lnTo>
                    <a:pt x="9841" y="3909"/>
                  </a:lnTo>
                  <a:close/>
                  <a:moveTo>
                    <a:pt x="5700" y="11470"/>
                  </a:moveTo>
                  <a:lnTo>
                    <a:pt x="8003" y="12238"/>
                  </a:lnTo>
                  <a:lnTo>
                    <a:pt x="8003" y="14564"/>
                  </a:lnTo>
                  <a:lnTo>
                    <a:pt x="7143" y="14564"/>
                  </a:lnTo>
                  <a:lnTo>
                    <a:pt x="7143" y="13517"/>
                  </a:lnTo>
                  <a:lnTo>
                    <a:pt x="6584" y="13517"/>
                  </a:lnTo>
                  <a:lnTo>
                    <a:pt x="6584" y="14564"/>
                  </a:lnTo>
                  <a:lnTo>
                    <a:pt x="3793" y="14564"/>
                  </a:lnTo>
                  <a:lnTo>
                    <a:pt x="3793" y="13517"/>
                  </a:lnTo>
                  <a:lnTo>
                    <a:pt x="3234" y="13517"/>
                  </a:lnTo>
                  <a:lnTo>
                    <a:pt x="3234" y="14564"/>
                  </a:lnTo>
                  <a:lnTo>
                    <a:pt x="2397" y="14564"/>
                  </a:lnTo>
                  <a:lnTo>
                    <a:pt x="2397" y="12238"/>
                  </a:lnTo>
                  <a:lnTo>
                    <a:pt x="4677" y="11470"/>
                  </a:lnTo>
                  <a:close/>
                  <a:moveTo>
                    <a:pt x="18007" y="15122"/>
                  </a:moveTo>
                  <a:lnTo>
                    <a:pt x="18007" y="15681"/>
                  </a:lnTo>
                  <a:lnTo>
                    <a:pt x="9864" y="15681"/>
                  </a:lnTo>
                  <a:lnTo>
                    <a:pt x="9864" y="16239"/>
                  </a:lnTo>
                  <a:lnTo>
                    <a:pt x="11190" y="16239"/>
                  </a:lnTo>
                  <a:lnTo>
                    <a:pt x="11004" y="16797"/>
                  </a:lnTo>
                  <a:lnTo>
                    <a:pt x="8096" y="16797"/>
                  </a:lnTo>
                  <a:lnTo>
                    <a:pt x="7957" y="16239"/>
                  </a:lnTo>
                  <a:lnTo>
                    <a:pt x="9283" y="16239"/>
                  </a:lnTo>
                  <a:lnTo>
                    <a:pt x="9283" y="15681"/>
                  </a:lnTo>
                  <a:lnTo>
                    <a:pt x="1140" y="15681"/>
                  </a:lnTo>
                  <a:lnTo>
                    <a:pt x="1140" y="15122"/>
                  </a:lnTo>
                  <a:close/>
                  <a:moveTo>
                    <a:pt x="9562" y="1"/>
                  </a:moveTo>
                  <a:cubicBezTo>
                    <a:pt x="8951" y="1"/>
                    <a:pt x="8341" y="373"/>
                    <a:pt x="8189" y="1118"/>
                  </a:cubicBezTo>
                  <a:lnTo>
                    <a:pt x="7096" y="1118"/>
                  </a:lnTo>
                  <a:lnTo>
                    <a:pt x="6538" y="3351"/>
                  </a:lnTo>
                  <a:lnTo>
                    <a:pt x="582" y="3351"/>
                  </a:lnTo>
                  <a:lnTo>
                    <a:pt x="582" y="5607"/>
                  </a:lnTo>
                  <a:lnTo>
                    <a:pt x="1140" y="5607"/>
                  </a:lnTo>
                  <a:lnTo>
                    <a:pt x="1140" y="3909"/>
                  </a:lnTo>
                  <a:lnTo>
                    <a:pt x="9283" y="3909"/>
                  </a:lnTo>
                  <a:lnTo>
                    <a:pt x="9283" y="14541"/>
                  </a:lnTo>
                  <a:lnTo>
                    <a:pt x="8562" y="14541"/>
                  </a:lnTo>
                  <a:lnTo>
                    <a:pt x="8562" y="11819"/>
                  </a:lnTo>
                  <a:lnTo>
                    <a:pt x="6282" y="11074"/>
                  </a:lnTo>
                  <a:lnTo>
                    <a:pt x="6887" y="10470"/>
                  </a:lnTo>
                  <a:lnTo>
                    <a:pt x="6887" y="7841"/>
                  </a:lnTo>
                  <a:cubicBezTo>
                    <a:pt x="6887" y="7375"/>
                    <a:pt x="6491" y="7003"/>
                    <a:pt x="6026" y="7003"/>
                  </a:cubicBezTo>
                  <a:lnTo>
                    <a:pt x="3513" y="7003"/>
                  </a:lnTo>
                  <a:lnTo>
                    <a:pt x="3513" y="10470"/>
                  </a:lnTo>
                  <a:lnTo>
                    <a:pt x="4118" y="11074"/>
                  </a:lnTo>
                  <a:lnTo>
                    <a:pt x="1838" y="11819"/>
                  </a:lnTo>
                  <a:lnTo>
                    <a:pt x="1838" y="14541"/>
                  </a:lnTo>
                  <a:lnTo>
                    <a:pt x="1117" y="14541"/>
                  </a:lnTo>
                  <a:lnTo>
                    <a:pt x="1117" y="6166"/>
                  </a:lnTo>
                  <a:lnTo>
                    <a:pt x="559" y="6166"/>
                  </a:lnTo>
                  <a:lnTo>
                    <a:pt x="559" y="15657"/>
                  </a:lnTo>
                  <a:lnTo>
                    <a:pt x="1" y="15657"/>
                  </a:lnTo>
                  <a:lnTo>
                    <a:pt x="1" y="17635"/>
                  </a:lnTo>
                  <a:cubicBezTo>
                    <a:pt x="1" y="18077"/>
                    <a:pt x="373" y="18472"/>
                    <a:pt x="838" y="18472"/>
                  </a:cubicBezTo>
                  <a:lnTo>
                    <a:pt x="15750" y="18472"/>
                  </a:lnTo>
                  <a:lnTo>
                    <a:pt x="15750" y="17914"/>
                  </a:lnTo>
                  <a:lnTo>
                    <a:pt x="861" y="17914"/>
                  </a:lnTo>
                  <a:cubicBezTo>
                    <a:pt x="698" y="17914"/>
                    <a:pt x="559" y="17774"/>
                    <a:pt x="559" y="17612"/>
                  </a:cubicBezTo>
                  <a:lnTo>
                    <a:pt x="559" y="16216"/>
                  </a:lnTo>
                  <a:lnTo>
                    <a:pt x="7375" y="16216"/>
                  </a:lnTo>
                  <a:lnTo>
                    <a:pt x="7654" y="17332"/>
                  </a:lnTo>
                  <a:lnTo>
                    <a:pt x="11446" y="17332"/>
                  </a:lnTo>
                  <a:lnTo>
                    <a:pt x="11726" y="16216"/>
                  </a:lnTo>
                  <a:lnTo>
                    <a:pt x="18542" y="16216"/>
                  </a:lnTo>
                  <a:lnTo>
                    <a:pt x="18542" y="17612"/>
                  </a:lnTo>
                  <a:cubicBezTo>
                    <a:pt x="18542" y="17774"/>
                    <a:pt x="18402" y="17914"/>
                    <a:pt x="18239" y="17914"/>
                  </a:cubicBezTo>
                  <a:lnTo>
                    <a:pt x="16285" y="17914"/>
                  </a:lnTo>
                  <a:lnTo>
                    <a:pt x="16285" y="18472"/>
                  </a:lnTo>
                  <a:lnTo>
                    <a:pt x="18239" y="18472"/>
                  </a:lnTo>
                  <a:cubicBezTo>
                    <a:pt x="18705" y="18472"/>
                    <a:pt x="19100" y="18077"/>
                    <a:pt x="19100" y="17635"/>
                  </a:cubicBezTo>
                  <a:lnTo>
                    <a:pt x="19100" y="15657"/>
                  </a:lnTo>
                  <a:lnTo>
                    <a:pt x="18542" y="15657"/>
                  </a:lnTo>
                  <a:lnTo>
                    <a:pt x="18542" y="3351"/>
                  </a:lnTo>
                  <a:lnTo>
                    <a:pt x="12563" y="3351"/>
                  </a:lnTo>
                  <a:lnTo>
                    <a:pt x="12005" y="1118"/>
                  </a:lnTo>
                  <a:lnTo>
                    <a:pt x="10935" y="1118"/>
                  </a:lnTo>
                  <a:cubicBezTo>
                    <a:pt x="10783" y="373"/>
                    <a:pt x="10173" y="1"/>
                    <a:pt x="95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6" name="Google Shape;5636;p119"/>
          <p:cNvGrpSpPr/>
          <p:nvPr/>
        </p:nvGrpSpPr>
        <p:grpSpPr>
          <a:xfrm>
            <a:off x="5442625" y="1969025"/>
            <a:ext cx="477525" cy="432150"/>
            <a:chOff x="5442625" y="1969025"/>
            <a:chExt cx="477525" cy="432150"/>
          </a:xfrm>
        </p:grpSpPr>
        <p:sp>
          <p:nvSpPr>
            <p:cNvPr id="5637" name="Google Shape;5637;p119"/>
            <p:cNvSpPr/>
            <p:nvPr/>
          </p:nvSpPr>
          <p:spPr>
            <a:xfrm>
              <a:off x="5568250" y="1976000"/>
              <a:ext cx="226850" cy="62850"/>
            </a:xfrm>
            <a:custGeom>
              <a:avLst/>
              <a:gdLst/>
              <a:ahLst/>
              <a:cxnLst/>
              <a:rect l="l" t="t" r="r" b="b"/>
              <a:pathLst>
                <a:path w="9074" h="2514" extrusionOk="0">
                  <a:moveTo>
                    <a:pt x="1" y="2513"/>
                  </a:moveTo>
                  <a:lnTo>
                    <a:pt x="1117" y="2513"/>
                  </a:lnTo>
                  <a:lnTo>
                    <a:pt x="1117" y="1676"/>
                  </a:lnTo>
                  <a:cubicBezTo>
                    <a:pt x="1117" y="1373"/>
                    <a:pt x="1373" y="1117"/>
                    <a:pt x="1676" y="1117"/>
                  </a:cubicBezTo>
                  <a:lnTo>
                    <a:pt x="7375" y="1117"/>
                  </a:lnTo>
                  <a:cubicBezTo>
                    <a:pt x="7701" y="1117"/>
                    <a:pt x="7933" y="1373"/>
                    <a:pt x="7933" y="1676"/>
                  </a:cubicBezTo>
                  <a:lnTo>
                    <a:pt x="7933" y="2513"/>
                  </a:lnTo>
                  <a:lnTo>
                    <a:pt x="9073" y="2513"/>
                  </a:lnTo>
                  <a:lnTo>
                    <a:pt x="9073" y="1676"/>
                  </a:lnTo>
                  <a:cubicBezTo>
                    <a:pt x="9050" y="745"/>
                    <a:pt x="8306" y="1"/>
                    <a:pt x="7375" y="1"/>
                  </a:cubicBezTo>
                  <a:lnTo>
                    <a:pt x="1676" y="1"/>
                  </a:lnTo>
                  <a:cubicBezTo>
                    <a:pt x="745" y="1"/>
                    <a:pt x="1" y="745"/>
                    <a:pt x="1" y="1676"/>
                  </a:cubicBezTo>
                  <a:close/>
                  <a:moveTo>
                    <a:pt x="1" y="2513"/>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119"/>
            <p:cNvSpPr/>
            <p:nvPr/>
          </p:nvSpPr>
          <p:spPr>
            <a:xfrm>
              <a:off x="5533925" y="2181900"/>
              <a:ext cx="295475" cy="62825"/>
            </a:xfrm>
            <a:custGeom>
              <a:avLst/>
              <a:gdLst/>
              <a:ahLst/>
              <a:cxnLst/>
              <a:rect l="l" t="t" r="r" b="b"/>
              <a:pathLst>
                <a:path w="11819" h="2513" extrusionOk="0">
                  <a:moveTo>
                    <a:pt x="1118" y="2513"/>
                  </a:moveTo>
                  <a:lnTo>
                    <a:pt x="2234" y="1954"/>
                  </a:lnTo>
                  <a:lnTo>
                    <a:pt x="2234" y="0"/>
                  </a:lnTo>
                  <a:lnTo>
                    <a:pt x="1" y="0"/>
                  </a:lnTo>
                  <a:lnTo>
                    <a:pt x="1" y="1954"/>
                  </a:lnTo>
                  <a:close/>
                  <a:moveTo>
                    <a:pt x="10702" y="2513"/>
                  </a:moveTo>
                  <a:lnTo>
                    <a:pt x="11819" y="1954"/>
                  </a:lnTo>
                  <a:lnTo>
                    <a:pt x="11819" y="0"/>
                  </a:lnTo>
                  <a:lnTo>
                    <a:pt x="9586" y="0"/>
                  </a:lnTo>
                  <a:lnTo>
                    <a:pt x="9586" y="1954"/>
                  </a:lnTo>
                  <a:close/>
                  <a:moveTo>
                    <a:pt x="10702" y="2513"/>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119"/>
            <p:cNvSpPr/>
            <p:nvPr/>
          </p:nvSpPr>
          <p:spPr>
            <a:xfrm>
              <a:off x="5449600" y="2066725"/>
              <a:ext cx="463550" cy="326900"/>
            </a:xfrm>
            <a:custGeom>
              <a:avLst/>
              <a:gdLst/>
              <a:ahLst/>
              <a:cxnLst/>
              <a:rect l="l" t="t" r="r" b="b"/>
              <a:pathLst>
                <a:path w="18542" h="13076" extrusionOk="0">
                  <a:moveTo>
                    <a:pt x="5607" y="6561"/>
                  </a:moveTo>
                  <a:lnTo>
                    <a:pt x="4491" y="7120"/>
                  </a:lnTo>
                  <a:lnTo>
                    <a:pt x="3374" y="6561"/>
                  </a:lnTo>
                  <a:lnTo>
                    <a:pt x="3374" y="4607"/>
                  </a:lnTo>
                  <a:lnTo>
                    <a:pt x="5607" y="4607"/>
                  </a:lnTo>
                  <a:close/>
                  <a:moveTo>
                    <a:pt x="582" y="13075"/>
                  </a:moveTo>
                  <a:lnTo>
                    <a:pt x="17984" y="13075"/>
                  </a:lnTo>
                  <a:cubicBezTo>
                    <a:pt x="18286" y="13075"/>
                    <a:pt x="18542" y="12842"/>
                    <a:pt x="18542" y="12517"/>
                  </a:cubicBezTo>
                  <a:lnTo>
                    <a:pt x="18542" y="10842"/>
                  </a:lnTo>
                  <a:lnTo>
                    <a:pt x="1" y="10842"/>
                  </a:lnTo>
                  <a:lnTo>
                    <a:pt x="1" y="12517"/>
                  </a:lnTo>
                  <a:cubicBezTo>
                    <a:pt x="1" y="12842"/>
                    <a:pt x="257" y="13075"/>
                    <a:pt x="559" y="13075"/>
                  </a:cubicBezTo>
                  <a:close/>
                  <a:moveTo>
                    <a:pt x="24" y="4049"/>
                  </a:moveTo>
                  <a:lnTo>
                    <a:pt x="24" y="9725"/>
                  </a:lnTo>
                  <a:lnTo>
                    <a:pt x="18542" y="9725"/>
                  </a:lnTo>
                  <a:lnTo>
                    <a:pt x="18542" y="559"/>
                  </a:lnTo>
                  <a:cubicBezTo>
                    <a:pt x="18542" y="257"/>
                    <a:pt x="18309" y="1"/>
                    <a:pt x="17984" y="1"/>
                  </a:cubicBezTo>
                  <a:lnTo>
                    <a:pt x="582" y="1"/>
                  </a:lnTo>
                  <a:cubicBezTo>
                    <a:pt x="257" y="1"/>
                    <a:pt x="24" y="257"/>
                    <a:pt x="24" y="559"/>
                  </a:cubicBezTo>
                  <a:close/>
                  <a:moveTo>
                    <a:pt x="15192" y="6561"/>
                  </a:moveTo>
                  <a:lnTo>
                    <a:pt x="14075" y="7120"/>
                  </a:lnTo>
                  <a:lnTo>
                    <a:pt x="12959" y="6561"/>
                  </a:lnTo>
                  <a:lnTo>
                    <a:pt x="12959" y="4607"/>
                  </a:lnTo>
                  <a:lnTo>
                    <a:pt x="15192" y="4607"/>
                  </a:lnTo>
                  <a:close/>
                  <a:moveTo>
                    <a:pt x="15192" y="6561"/>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119"/>
            <p:cNvSpPr/>
            <p:nvPr/>
          </p:nvSpPr>
          <p:spPr>
            <a:xfrm>
              <a:off x="5449600" y="2309850"/>
              <a:ext cx="463550" cy="27925"/>
            </a:xfrm>
            <a:custGeom>
              <a:avLst/>
              <a:gdLst/>
              <a:ahLst/>
              <a:cxnLst/>
              <a:rect l="l" t="t" r="r" b="b"/>
              <a:pathLst>
                <a:path w="18542" h="1117" extrusionOk="0">
                  <a:moveTo>
                    <a:pt x="1" y="0"/>
                  </a:moveTo>
                  <a:lnTo>
                    <a:pt x="1" y="1117"/>
                  </a:lnTo>
                  <a:lnTo>
                    <a:pt x="18542" y="1117"/>
                  </a:lnTo>
                  <a:lnTo>
                    <a:pt x="185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119"/>
            <p:cNvSpPr/>
            <p:nvPr/>
          </p:nvSpPr>
          <p:spPr>
            <a:xfrm>
              <a:off x="5554300" y="2038825"/>
              <a:ext cx="254750" cy="27925"/>
            </a:xfrm>
            <a:custGeom>
              <a:avLst/>
              <a:gdLst/>
              <a:ahLst/>
              <a:cxnLst/>
              <a:rect l="l" t="t" r="r" b="b"/>
              <a:pathLst>
                <a:path w="10190" h="1117" extrusionOk="0">
                  <a:moveTo>
                    <a:pt x="7933" y="1117"/>
                  </a:moveTo>
                  <a:lnTo>
                    <a:pt x="10190" y="1117"/>
                  </a:lnTo>
                  <a:lnTo>
                    <a:pt x="10190" y="0"/>
                  </a:lnTo>
                  <a:lnTo>
                    <a:pt x="7933" y="0"/>
                  </a:lnTo>
                  <a:close/>
                  <a:moveTo>
                    <a:pt x="0" y="1117"/>
                  </a:moveTo>
                  <a:lnTo>
                    <a:pt x="2234" y="1117"/>
                  </a:lnTo>
                  <a:lnTo>
                    <a:pt x="2234" y="0"/>
                  </a:lnTo>
                  <a:lnTo>
                    <a:pt x="0" y="0"/>
                  </a:lnTo>
                  <a:close/>
                  <a:moveTo>
                    <a:pt x="0" y="1117"/>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119"/>
            <p:cNvSpPr/>
            <p:nvPr/>
          </p:nvSpPr>
          <p:spPr>
            <a:xfrm>
              <a:off x="5554300" y="2038825"/>
              <a:ext cx="219850" cy="27925"/>
            </a:xfrm>
            <a:custGeom>
              <a:avLst/>
              <a:gdLst/>
              <a:ahLst/>
              <a:cxnLst/>
              <a:rect l="l" t="t" r="r" b="b"/>
              <a:pathLst>
                <a:path w="8794" h="1117" extrusionOk="0">
                  <a:moveTo>
                    <a:pt x="0" y="1117"/>
                  </a:moveTo>
                  <a:lnTo>
                    <a:pt x="838" y="1117"/>
                  </a:lnTo>
                  <a:lnTo>
                    <a:pt x="838" y="0"/>
                  </a:lnTo>
                  <a:lnTo>
                    <a:pt x="0" y="0"/>
                  </a:lnTo>
                  <a:close/>
                  <a:moveTo>
                    <a:pt x="7933" y="1117"/>
                  </a:moveTo>
                  <a:lnTo>
                    <a:pt x="8794" y="1117"/>
                  </a:lnTo>
                  <a:lnTo>
                    <a:pt x="8794" y="0"/>
                  </a:lnTo>
                  <a:lnTo>
                    <a:pt x="7933" y="0"/>
                  </a:lnTo>
                  <a:close/>
                  <a:moveTo>
                    <a:pt x="7933" y="1117"/>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119"/>
            <p:cNvSpPr/>
            <p:nvPr/>
          </p:nvSpPr>
          <p:spPr>
            <a:xfrm>
              <a:off x="5449600" y="2066725"/>
              <a:ext cx="35500" cy="326900"/>
            </a:xfrm>
            <a:custGeom>
              <a:avLst/>
              <a:gdLst/>
              <a:ahLst/>
              <a:cxnLst/>
              <a:rect l="l" t="t" r="r" b="b"/>
              <a:pathLst>
                <a:path w="1420" h="13076" extrusionOk="0">
                  <a:moveTo>
                    <a:pt x="1" y="9725"/>
                  </a:moveTo>
                  <a:lnTo>
                    <a:pt x="861" y="9725"/>
                  </a:lnTo>
                  <a:lnTo>
                    <a:pt x="861" y="559"/>
                  </a:lnTo>
                  <a:cubicBezTo>
                    <a:pt x="861" y="257"/>
                    <a:pt x="1094" y="1"/>
                    <a:pt x="1420" y="1"/>
                  </a:cubicBezTo>
                  <a:lnTo>
                    <a:pt x="559" y="1"/>
                  </a:lnTo>
                  <a:cubicBezTo>
                    <a:pt x="257" y="1"/>
                    <a:pt x="1" y="257"/>
                    <a:pt x="1" y="559"/>
                  </a:cubicBezTo>
                  <a:close/>
                  <a:moveTo>
                    <a:pt x="559" y="13075"/>
                  </a:moveTo>
                  <a:lnTo>
                    <a:pt x="1420" y="13075"/>
                  </a:lnTo>
                  <a:cubicBezTo>
                    <a:pt x="1094" y="13075"/>
                    <a:pt x="861" y="12819"/>
                    <a:pt x="861" y="12517"/>
                  </a:cubicBezTo>
                  <a:lnTo>
                    <a:pt x="861" y="10842"/>
                  </a:lnTo>
                  <a:lnTo>
                    <a:pt x="1" y="10842"/>
                  </a:lnTo>
                  <a:lnTo>
                    <a:pt x="1" y="12517"/>
                  </a:lnTo>
                  <a:cubicBezTo>
                    <a:pt x="1" y="12819"/>
                    <a:pt x="257" y="13075"/>
                    <a:pt x="559" y="13075"/>
                  </a:cubicBezTo>
                  <a:close/>
                  <a:moveTo>
                    <a:pt x="559" y="13075"/>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119"/>
            <p:cNvSpPr/>
            <p:nvPr/>
          </p:nvSpPr>
          <p:spPr>
            <a:xfrm>
              <a:off x="5449600" y="2309850"/>
              <a:ext cx="20975" cy="27925"/>
            </a:xfrm>
            <a:custGeom>
              <a:avLst/>
              <a:gdLst/>
              <a:ahLst/>
              <a:cxnLst/>
              <a:rect l="l" t="t" r="r" b="b"/>
              <a:pathLst>
                <a:path w="839" h="1117" extrusionOk="0">
                  <a:moveTo>
                    <a:pt x="1" y="0"/>
                  </a:moveTo>
                  <a:lnTo>
                    <a:pt x="1" y="1117"/>
                  </a:lnTo>
                  <a:lnTo>
                    <a:pt x="838" y="1117"/>
                  </a:lnTo>
                  <a:lnTo>
                    <a:pt x="83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119"/>
            <p:cNvSpPr/>
            <p:nvPr/>
          </p:nvSpPr>
          <p:spPr>
            <a:xfrm>
              <a:off x="5533925" y="2181300"/>
              <a:ext cx="253600" cy="56450"/>
            </a:xfrm>
            <a:custGeom>
              <a:avLst/>
              <a:gdLst/>
              <a:ahLst/>
              <a:cxnLst/>
              <a:rect l="l" t="t" r="r" b="b"/>
              <a:pathLst>
                <a:path w="10144" h="2258" extrusionOk="0">
                  <a:moveTo>
                    <a:pt x="559" y="1"/>
                  </a:moveTo>
                  <a:lnTo>
                    <a:pt x="1" y="1"/>
                  </a:lnTo>
                  <a:lnTo>
                    <a:pt x="1" y="1978"/>
                  </a:lnTo>
                  <a:lnTo>
                    <a:pt x="559" y="2257"/>
                  </a:lnTo>
                  <a:close/>
                  <a:moveTo>
                    <a:pt x="10144" y="1"/>
                  </a:moveTo>
                  <a:lnTo>
                    <a:pt x="9586" y="1"/>
                  </a:lnTo>
                  <a:lnTo>
                    <a:pt x="9586" y="1978"/>
                  </a:lnTo>
                  <a:lnTo>
                    <a:pt x="10144" y="2257"/>
                  </a:lnTo>
                  <a:close/>
                  <a:moveTo>
                    <a:pt x="10144" y="1"/>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119"/>
            <p:cNvSpPr/>
            <p:nvPr/>
          </p:nvSpPr>
          <p:spPr>
            <a:xfrm>
              <a:off x="5822400" y="2087675"/>
              <a:ext cx="69825" cy="13975"/>
            </a:xfrm>
            <a:custGeom>
              <a:avLst/>
              <a:gdLst/>
              <a:ahLst/>
              <a:cxnLst/>
              <a:rect l="l" t="t" r="r" b="b"/>
              <a:pathLst>
                <a:path w="2793" h="559" extrusionOk="0">
                  <a:moveTo>
                    <a:pt x="1" y="0"/>
                  </a:moveTo>
                  <a:lnTo>
                    <a:pt x="1" y="559"/>
                  </a:lnTo>
                  <a:lnTo>
                    <a:pt x="1676" y="559"/>
                  </a:lnTo>
                  <a:lnTo>
                    <a:pt x="1676" y="0"/>
                  </a:lnTo>
                  <a:close/>
                  <a:moveTo>
                    <a:pt x="2234" y="0"/>
                  </a:moveTo>
                  <a:lnTo>
                    <a:pt x="2234" y="559"/>
                  </a:lnTo>
                  <a:lnTo>
                    <a:pt x="2792" y="559"/>
                  </a:lnTo>
                  <a:lnTo>
                    <a:pt x="27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119"/>
            <p:cNvSpPr/>
            <p:nvPr/>
          </p:nvSpPr>
          <p:spPr>
            <a:xfrm>
              <a:off x="5688650" y="2131300"/>
              <a:ext cx="13975" cy="13975"/>
            </a:xfrm>
            <a:custGeom>
              <a:avLst/>
              <a:gdLst/>
              <a:ahLst/>
              <a:cxnLst/>
              <a:rect l="l" t="t" r="r" b="b"/>
              <a:pathLst>
                <a:path w="559" h="559" extrusionOk="0">
                  <a:moveTo>
                    <a:pt x="0" y="0"/>
                  </a:moveTo>
                  <a:lnTo>
                    <a:pt x="0" y="558"/>
                  </a:lnTo>
                  <a:lnTo>
                    <a:pt x="558" y="558"/>
                  </a:lnTo>
                  <a:lnTo>
                    <a:pt x="55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119"/>
            <p:cNvSpPr/>
            <p:nvPr/>
          </p:nvSpPr>
          <p:spPr>
            <a:xfrm>
              <a:off x="5660725" y="2131300"/>
              <a:ext cx="13975" cy="13975"/>
            </a:xfrm>
            <a:custGeom>
              <a:avLst/>
              <a:gdLst/>
              <a:ahLst/>
              <a:cxnLst/>
              <a:rect l="l" t="t" r="r" b="b"/>
              <a:pathLst>
                <a:path w="559" h="559" extrusionOk="0">
                  <a:moveTo>
                    <a:pt x="0" y="0"/>
                  </a:moveTo>
                  <a:lnTo>
                    <a:pt x="0" y="558"/>
                  </a:lnTo>
                  <a:lnTo>
                    <a:pt x="559" y="558"/>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119"/>
            <p:cNvSpPr/>
            <p:nvPr/>
          </p:nvSpPr>
          <p:spPr>
            <a:xfrm>
              <a:off x="5442625" y="1969025"/>
              <a:ext cx="477525" cy="432150"/>
            </a:xfrm>
            <a:custGeom>
              <a:avLst/>
              <a:gdLst/>
              <a:ahLst/>
              <a:cxnLst/>
              <a:rect l="l" t="t" r="r" b="b"/>
              <a:pathLst>
                <a:path w="19101" h="17286" extrusionOk="0">
                  <a:moveTo>
                    <a:pt x="12400" y="559"/>
                  </a:moveTo>
                  <a:cubicBezTo>
                    <a:pt x="13191" y="559"/>
                    <a:pt x="13796" y="1187"/>
                    <a:pt x="13796" y="1955"/>
                  </a:cubicBezTo>
                  <a:lnTo>
                    <a:pt x="13796" y="2513"/>
                  </a:lnTo>
                  <a:lnTo>
                    <a:pt x="13261" y="2513"/>
                  </a:lnTo>
                  <a:lnTo>
                    <a:pt x="13261" y="1955"/>
                  </a:lnTo>
                  <a:cubicBezTo>
                    <a:pt x="13261" y="1489"/>
                    <a:pt x="12865" y="1117"/>
                    <a:pt x="12400" y="1117"/>
                  </a:cubicBezTo>
                  <a:lnTo>
                    <a:pt x="6701" y="1117"/>
                  </a:lnTo>
                  <a:cubicBezTo>
                    <a:pt x="6235" y="1117"/>
                    <a:pt x="5863" y="1489"/>
                    <a:pt x="5863" y="1955"/>
                  </a:cubicBezTo>
                  <a:lnTo>
                    <a:pt x="5863" y="2513"/>
                  </a:lnTo>
                  <a:lnTo>
                    <a:pt x="5305" y="2513"/>
                  </a:lnTo>
                  <a:lnTo>
                    <a:pt x="5305" y="1955"/>
                  </a:lnTo>
                  <a:cubicBezTo>
                    <a:pt x="5305" y="1187"/>
                    <a:pt x="5933" y="559"/>
                    <a:pt x="6701" y="559"/>
                  </a:cubicBezTo>
                  <a:close/>
                  <a:moveTo>
                    <a:pt x="14378" y="3071"/>
                  </a:moveTo>
                  <a:lnTo>
                    <a:pt x="14378" y="3630"/>
                  </a:lnTo>
                  <a:lnTo>
                    <a:pt x="12679" y="3630"/>
                  </a:lnTo>
                  <a:lnTo>
                    <a:pt x="12679" y="3071"/>
                  </a:lnTo>
                  <a:close/>
                  <a:moveTo>
                    <a:pt x="6421" y="3095"/>
                  </a:moveTo>
                  <a:lnTo>
                    <a:pt x="6421" y="3653"/>
                  </a:lnTo>
                  <a:lnTo>
                    <a:pt x="4746" y="3653"/>
                  </a:lnTo>
                  <a:lnTo>
                    <a:pt x="4746" y="3095"/>
                  </a:lnTo>
                  <a:close/>
                  <a:moveTo>
                    <a:pt x="12423" y="1675"/>
                  </a:moveTo>
                  <a:cubicBezTo>
                    <a:pt x="12586" y="1675"/>
                    <a:pt x="12703" y="1792"/>
                    <a:pt x="12703" y="1955"/>
                  </a:cubicBezTo>
                  <a:lnTo>
                    <a:pt x="12703" y="2513"/>
                  </a:lnTo>
                  <a:lnTo>
                    <a:pt x="12144" y="2513"/>
                  </a:lnTo>
                  <a:lnTo>
                    <a:pt x="12144" y="3653"/>
                  </a:lnTo>
                  <a:lnTo>
                    <a:pt x="7003" y="3653"/>
                  </a:lnTo>
                  <a:lnTo>
                    <a:pt x="7003" y="2513"/>
                  </a:lnTo>
                  <a:lnTo>
                    <a:pt x="6421" y="2513"/>
                  </a:lnTo>
                  <a:lnTo>
                    <a:pt x="6421" y="1955"/>
                  </a:lnTo>
                  <a:cubicBezTo>
                    <a:pt x="6421" y="1792"/>
                    <a:pt x="6561" y="1675"/>
                    <a:pt x="6724" y="1675"/>
                  </a:cubicBezTo>
                  <a:close/>
                  <a:moveTo>
                    <a:pt x="5584" y="8794"/>
                  </a:moveTo>
                  <a:lnTo>
                    <a:pt x="5584" y="10306"/>
                  </a:lnTo>
                  <a:lnTo>
                    <a:pt x="4746" y="10725"/>
                  </a:lnTo>
                  <a:lnTo>
                    <a:pt x="3909" y="10306"/>
                  </a:lnTo>
                  <a:lnTo>
                    <a:pt x="3909" y="8794"/>
                  </a:lnTo>
                  <a:close/>
                  <a:moveTo>
                    <a:pt x="15192" y="8794"/>
                  </a:moveTo>
                  <a:lnTo>
                    <a:pt x="15192" y="10306"/>
                  </a:lnTo>
                  <a:lnTo>
                    <a:pt x="14354" y="10725"/>
                  </a:lnTo>
                  <a:lnTo>
                    <a:pt x="13517" y="10306"/>
                  </a:lnTo>
                  <a:lnTo>
                    <a:pt x="13517" y="8794"/>
                  </a:lnTo>
                  <a:close/>
                  <a:moveTo>
                    <a:pt x="18542" y="8631"/>
                  </a:moveTo>
                  <a:lnTo>
                    <a:pt x="18542" y="13377"/>
                  </a:lnTo>
                  <a:lnTo>
                    <a:pt x="582" y="13377"/>
                  </a:lnTo>
                  <a:lnTo>
                    <a:pt x="582" y="8631"/>
                  </a:lnTo>
                  <a:lnTo>
                    <a:pt x="1838" y="9911"/>
                  </a:lnTo>
                  <a:lnTo>
                    <a:pt x="3351" y="9911"/>
                  </a:lnTo>
                  <a:lnTo>
                    <a:pt x="3351" y="10632"/>
                  </a:lnTo>
                  <a:lnTo>
                    <a:pt x="4746" y="11330"/>
                  </a:lnTo>
                  <a:lnTo>
                    <a:pt x="6165" y="10632"/>
                  </a:lnTo>
                  <a:lnTo>
                    <a:pt x="6165" y="9911"/>
                  </a:lnTo>
                  <a:lnTo>
                    <a:pt x="12935" y="9911"/>
                  </a:lnTo>
                  <a:lnTo>
                    <a:pt x="12935" y="10632"/>
                  </a:lnTo>
                  <a:lnTo>
                    <a:pt x="14331" y="11330"/>
                  </a:lnTo>
                  <a:lnTo>
                    <a:pt x="15727" y="10632"/>
                  </a:lnTo>
                  <a:lnTo>
                    <a:pt x="15727" y="9911"/>
                  </a:lnTo>
                  <a:lnTo>
                    <a:pt x="17262" y="9911"/>
                  </a:lnTo>
                  <a:lnTo>
                    <a:pt x="18542" y="8631"/>
                  </a:lnTo>
                  <a:close/>
                  <a:moveTo>
                    <a:pt x="18542" y="13912"/>
                  </a:moveTo>
                  <a:lnTo>
                    <a:pt x="18542" y="14471"/>
                  </a:lnTo>
                  <a:lnTo>
                    <a:pt x="559" y="14471"/>
                  </a:lnTo>
                  <a:lnTo>
                    <a:pt x="559" y="13912"/>
                  </a:lnTo>
                  <a:close/>
                  <a:moveTo>
                    <a:pt x="6701" y="0"/>
                  </a:moveTo>
                  <a:cubicBezTo>
                    <a:pt x="5630" y="0"/>
                    <a:pt x="4746" y="885"/>
                    <a:pt x="4746" y="1955"/>
                  </a:cubicBezTo>
                  <a:lnTo>
                    <a:pt x="4746" y="2513"/>
                  </a:lnTo>
                  <a:lnTo>
                    <a:pt x="4188" y="2513"/>
                  </a:lnTo>
                  <a:lnTo>
                    <a:pt x="4188" y="3653"/>
                  </a:lnTo>
                  <a:lnTo>
                    <a:pt x="861" y="3653"/>
                  </a:lnTo>
                  <a:cubicBezTo>
                    <a:pt x="848" y="3652"/>
                    <a:pt x="835" y="3652"/>
                    <a:pt x="822" y="3652"/>
                  </a:cubicBezTo>
                  <a:cubicBezTo>
                    <a:pt x="374" y="3652"/>
                    <a:pt x="1" y="4038"/>
                    <a:pt x="1" y="4490"/>
                  </a:cubicBezTo>
                  <a:lnTo>
                    <a:pt x="1" y="5886"/>
                  </a:lnTo>
                  <a:lnTo>
                    <a:pt x="559" y="5886"/>
                  </a:lnTo>
                  <a:lnTo>
                    <a:pt x="559" y="4490"/>
                  </a:lnTo>
                  <a:cubicBezTo>
                    <a:pt x="559" y="4328"/>
                    <a:pt x="698" y="4188"/>
                    <a:pt x="861" y="4188"/>
                  </a:cubicBezTo>
                  <a:lnTo>
                    <a:pt x="18286" y="4188"/>
                  </a:lnTo>
                  <a:cubicBezTo>
                    <a:pt x="18426" y="4188"/>
                    <a:pt x="18565" y="4328"/>
                    <a:pt x="18565" y="4490"/>
                  </a:cubicBezTo>
                  <a:lnTo>
                    <a:pt x="18565" y="7840"/>
                  </a:lnTo>
                  <a:lnTo>
                    <a:pt x="17053" y="9353"/>
                  </a:lnTo>
                  <a:lnTo>
                    <a:pt x="15750" y="9353"/>
                  </a:lnTo>
                  <a:lnTo>
                    <a:pt x="15750" y="8213"/>
                  </a:lnTo>
                  <a:lnTo>
                    <a:pt x="12958" y="8213"/>
                  </a:lnTo>
                  <a:lnTo>
                    <a:pt x="12958" y="9353"/>
                  </a:lnTo>
                  <a:lnTo>
                    <a:pt x="6165" y="9353"/>
                  </a:lnTo>
                  <a:lnTo>
                    <a:pt x="6165" y="8213"/>
                  </a:lnTo>
                  <a:lnTo>
                    <a:pt x="3374" y="8213"/>
                  </a:lnTo>
                  <a:lnTo>
                    <a:pt x="3374" y="9353"/>
                  </a:lnTo>
                  <a:lnTo>
                    <a:pt x="2094" y="9353"/>
                  </a:lnTo>
                  <a:lnTo>
                    <a:pt x="559" y="7817"/>
                  </a:lnTo>
                  <a:lnTo>
                    <a:pt x="559" y="6421"/>
                  </a:lnTo>
                  <a:lnTo>
                    <a:pt x="1" y="6421"/>
                  </a:lnTo>
                  <a:lnTo>
                    <a:pt x="1" y="16425"/>
                  </a:lnTo>
                  <a:cubicBezTo>
                    <a:pt x="1" y="16890"/>
                    <a:pt x="396" y="17262"/>
                    <a:pt x="861" y="17262"/>
                  </a:cubicBezTo>
                  <a:lnTo>
                    <a:pt x="16308" y="17262"/>
                  </a:lnTo>
                  <a:lnTo>
                    <a:pt x="16308" y="16704"/>
                  </a:lnTo>
                  <a:lnTo>
                    <a:pt x="861" y="16704"/>
                  </a:lnTo>
                  <a:cubicBezTo>
                    <a:pt x="698" y="16704"/>
                    <a:pt x="559" y="16588"/>
                    <a:pt x="559" y="16425"/>
                  </a:cubicBezTo>
                  <a:lnTo>
                    <a:pt x="559" y="15029"/>
                  </a:lnTo>
                  <a:lnTo>
                    <a:pt x="18542" y="15029"/>
                  </a:lnTo>
                  <a:lnTo>
                    <a:pt x="18542" y="16425"/>
                  </a:lnTo>
                  <a:cubicBezTo>
                    <a:pt x="18542" y="16588"/>
                    <a:pt x="18402" y="16727"/>
                    <a:pt x="18239" y="16727"/>
                  </a:cubicBezTo>
                  <a:lnTo>
                    <a:pt x="16844" y="16727"/>
                  </a:lnTo>
                  <a:lnTo>
                    <a:pt x="16844" y="17285"/>
                  </a:lnTo>
                  <a:lnTo>
                    <a:pt x="18239" y="17285"/>
                  </a:lnTo>
                  <a:cubicBezTo>
                    <a:pt x="18705" y="17262"/>
                    <a:pt x="19100" y="16890"/>
                    <a:pt x="19100" y="16425"/>
                  </a:cubicBezTo>
                  <a:lnTo>
                    <a:pt x="19100" y="4467"/>
                  </a:lnTo>
                  <a:cubicBezTo>
                    <a:pt x="19100" y="4002"/>
                    <a:pt x="18705" y="3630"/>
                    <a:pt x="18239" y="3630"/>
                  </a:cubicBezTo>
                  <a:lnTo>
                    <a:pt x="14936" y="3630"/>
                  </a:lnTo>
                  <a:lnTo>
                    <a:pt x="14936" y="2513"/>
                  </a:lnTo>
                  <a:lnTo>
                    <a:pt x="14378" y="2513"/>
                  </a:lnTo>
                  <a:lnTo>
                    <a:pt x="14378" y="1955"/>
                  </a:lnTo>
                  <a:cubicBezTo>
                    <a:pt x="14378" y="885"/>
                    <a:pt x="13494" y="0"/>
                    <a:pt x="124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0" name="Google Shape;5650;p119"/>
          <p:cNvGrpSpPr/>
          <p:nvPr/>
        </p:nvGrpSpPr>
        <p:grpSpPr>
          <a:xfrm>
            <a:off x="5449025" y="1229250"/>
            <a:ext cx="465875" cy="476925"/>
            <a:chOff x="5449025" y="1229250"/>
            <a:chExt cx="465875" cy="476925"/>
          </a:xfrm>
        </p:grpSpPr>
        <p:sp>
          <p:nvSpPr>
            <p:cNvPr id="5651" name="Google Shape;5651;p119"/>
            <p:cNvSpPr/>
            <p:nvPr/>
          </p:nvSpPr>
          <p:spPr>
            <a:xfrm>
              <a:off x="5456575" y="1236225"/>
              <a:ext cx="226850" cy="324550"/>
            </a:xfrm>
            <a:custGeom>
              <a:avLst/>
              <a:gdLst/>
              <a:ahLst/>
              <a:cxnLst/>
              <a:rect l="l" t="t" r="r" b="b"/>
              <a:pathLst>
                <a:path w="9074" h="12982" extrusionOk="0">
                  <a:moveTo>
                    <a:pt x="2793" y="12981"/>
                  </a:moveTo>
                  <a:lnTo>
                    <a:pt x="8376" y="12981"/>
                  </a:lnTo>
                  <a:lnTo>
                    <a:pt x="8376" y="11097"/>
                  </a:lnTo>
                  <a:lnTo>
                    <a:pt x="9074" y="10120"/>
                  </a:lnTo>
                  <a:lnTo>
                    <a:pt x="9074" y="2606"/>
                  </a:lnTo>
                  <a:cubicBezTo>
                    <a:pt x="9074" y="2140"/>
                    <a:pt x="8795" y="1722"/>
                    <a:pt x="8283" y="1722"/>
                  </a:cubicBezTo>
                  <a:cubicBezTo>
                    <a:pt x="7841" y="1722"/>
                    <a:pt x="7492" y="2071"/>
                    <a:pt x="7492" y="2513"/>
                  </a:cubicBezTo>
                  <a:lnTo>
                    <a:pt x="7492" y="1349"/>
                  </a:lnTo>
                  <a:cubicBezTo>
                    <a:pt x="7492" y="861"/>
                    <a:pt x="7213" y="465"/>
                    <a:pt x="6701" y="465"/>
                  </a:cubicBezTo>
                  <a:cubicBezTo>
                    <a:pt x="6259" y="465"/>
                    <a:pt x="5910" y="814"/>
                    <a:pt x="5910" y="1256"/>
                  </a:cubicBezTo>
                  <a:lnTo>
                    <a:pt x="5910" y="907"/>
                  </a:lnTo>
                  <a:cubicBezTo>
                    <a:pt x="5910" y="419"/>
                    <a:pt x="5631" y="0"/>
                    <a:pt x="5119" y="0"/>
                  </a:cubicBezTo>
                  <a:cubicBezTo>
                    <a:pt x="4677" y="0"/>
                    <a:pt x="4328" y="349"/>
                    <a:pt x="4328" y="791"/>
                  </a:cubicBezTo>
                  <a:lnTo>
                    <a:pt x="4328" y="1326"/>
                  </a:lnTo>
                  <a:cubicBezTo>
                    <a:pt x="4328" y="861"/>
                    <a:pt x="4049" y="442"/>
                    <a:pt x="3537" y="442"/>
                  </a:cubicBezTo>
                  <a:cubicBezTo>
                    <a:pt x="3095" y="442"/>
                    <a:pt x="2746" y="791"/>
                    <a:pt x="2746" y="1233"/>
                  </a:cubicBezTo>
                  <a:lnTo>
                    <a:pt x="2746" y="7840"/>
                  </a:lnTo>
                  <a:lnTo>
                    <a:pt x="1560" y="5863"/>
                  </a:lnTo>
                  <a:cubicBezTo>
                    <a:pt x="1187" y="5211"/>
                    <a:pt x="466" y="5653"/>
                    <a:pt x="1" y="5932"/>
                  </a:cubicBezTo>
                  <a:lnTo>
                    <a:pt x="1164" y="10073"/>
                  </a:lnTo>
                  <a:lnTo>
                    <a:pt x="2769" y="11399"/>
                  </a:lnTo>
                  <a:close/>
                  <a:moveTo>
                    <a:pt x="2793" y="1298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119"/>
            <p:cNvSpPr/>
            <p:nvPr/>
          </p:nvSpPr>
          <p:spPr>
            <a:xfrm>
              <a:off x="5511825" y="1560750"/>
              <a:ext cx="168700" cy="55850"/>
            </a:xfrm>
            <a:custGeom>
              <a:avLst/>
              <a:gdLst/>
              <a:ahLst/>
              <a:cxnLst/>
              <a:rect l="l" t="t" r="r" b="b"/>
              <a:pathLst>
                <a:path w="6748" h="2234" extrusionOk="0">
                  <a:moveTo>
                    <a:pt x="1" y="0"/>
                  </a:moveTo>
                  <a:lnTo>
                    <a:pt x="1" y="2234"/>
                  </a:lnTo>
                  <a:lnTo>
                    <a:pt x="6747" y="2234"/>
                  </a:lnTo>
                  <a:lnTo>
                    <a:pt x="674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119"/>
            <p:cNvSpPr/>
            <p:nvPr/>
          </p:nvSpPr>
          <p:spPr>
            <a:xfrm>
              <a:off x="5526375" y="1616575"/>
              <a:ext cx="140200" cy="83200"/>
            </a:xfrm>
            <a:custGeom>
              <a:avLst/>
              <a:gdLst/>
              <a:ahLst/>
              <a:cxnLst/>
              <a:rect l="l" t="t" r="r" b="b"/>
              <a:pathLst>
                <a:path w="5608" h="3328" extrusionOk="0">
                  <a:moveTo>
                    <a:pt x="1" y="1"/>
                  </a:moveTo>
                  <a:lnTo>
                    <a:pt x="1" y="3327"/>
                  </a:lnTo>
                  <a:lnTo>
                    <a:pt x="5607" y="3327"/>
                  </a:lnTo>
                  <a:lnTo>
                    <a:pt x="56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119"/>
            <p:cNvSpPr/>
            <p:nvPr/>
          </p:nvSpPr>
          <p:spPr>
            <a:xfrm>
              <a:off x="5711325" y="1236225"/>
              <a:ext cx="196025" cy="168100"/>
            </a:xfrm>
            <a:custGeom>
              <a:avLst/>
              <a:gdLst/>
              <a:ahLst/>
              <a:cxnLst/>
              <a:rect l="l" t="t" r="r" b="b"/>
              <a:pathLst>
                <a:path w="7841" h="6724" extrusionOk="0">
                  <a:moveTo>
                    <a:pt x="1117" y="6723"/>
                  </a:moveTo>
                  <a:lnTo>
                    <a:pt x="2792" y="5048"/>
                  </a:lnTo>
                  <a:lnTo>
                    <a:pt x="7282" y="5048"/>
                  </a:lnTo>
                  <a:cubicBezTo>
                    <a:pt x="7584" y="5025"/>
                    <a:pt x="7840" y="4792"/>
                    <a:pt x="7840" y="4490"/>
                  </a:cubicBezTo>
                  <a:lnTo>
                    <a:pt x="7840" y="558"/>
                  </a:lnTo>
                  <a:cubicBezTo>
                    <a:pt x="7840" y="256"/>
                    <a:pt x="7584" y="0"/>
                    <a:pt x="7282" y="0"/>
                  </a:cubicBezTo>
                  <a:lnTo>
                    <a:pt x="559" y="0"/>
                  </a:lnTo>
                  <a:cubicBezTo>
                    <a:pt x="256" y="0"/>
                    <a:pt x="0" y="256"/>
                    <a:pt x="0" y="558"/>
                  </a:cubicBezTo>
                  <a:lnTo>
                    <a:pt x="0" y="4490"/>
                  </a:lnTo>
                  <a:cubicBezTo>
                    <a:pt x="0" y="4792"/>
                    <a:pt x="256" y="5025"/>
                    <a:pt x="559" y="5048"/>
                  </a:cubicBezTo>
                  <a:lnTo>
                    <a:pt x="1117" y="5048"/>
                  </a:lnTo>
                  <a:close/>
                  <a:moveTo>
                    <a:pt x="1117" y="6723"/>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119"/>
            <p:cNvSpPr/>
            <p:nvPr/>
          </p:nvSpPr>
          <p:spPr>
            <a:xfrm>
              <a:off x="5511825" y="1560750"/>
              <a:ext cx="21550" cy="55850"/>
            </a:xfrm>
            <a:custGeom>
              <a:avLst/>
              <a:gdLst/>
              <a:ahLst/>
              <a:cxnLst/>
              <a:rect l="l" t="t" r="r" b="b"/>
              <a:pathLst>
                <a:path w="862" h="2234" extrusionOk="0">
                  <a:moveTo>
                    <a:pt x="1" y="0"/>
                  </a:moveTo>
                  <a:lnTo>
                    <a:pt x="1" y="2234"/>
                  </a:lnTo>
                  <a:lnTo>
                    <a:pt x="862" y="2234"/>
                  </a:lnTo>
                  <a:lnTo>
                    <a:pt x="86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119"/>
            <p:cNvSpPr/>
            <p:nvPr/>
          </p:nvSpPr>
          <p:spPr>
            <a:xfrm>
              <a:off x="5526375" y="1616575"/>
              <a:ext cx="20975" cy="83200"/>
            </a:xfrm>
            <a:custGeom>
              <a:avLst/>
              <a:gdLst/>
              <a:ahLst/>
              <a:cxnLst/>
              <a:rect l="l" t="t" r="r" b="b"/>
              <a:pathLst>
                <a:path w="839" h="3328" extrusionOk="0">
                  <a:moveTo>
                    <a:pt x="1" y="1"/>
                  </a:moveTo>
                  <a:lnTo>
                    <a:pt x="1" y="3327"/>
                  </a:lnTo>
                  <a:lnTo>
                    <a:pt x="838" y="3327"/>
                  </a:lnTo>
                  <a:lnTo>
                    <a:pt x="83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119"/>
            <p:cNvSpPr/>
            <p:nvPr/>
          </p:nvSpPr>
          <p:spPr>
            <a:xfrm>
              <a:off x="5457175" y="1232725"/>
              <a:ext cx="214050" cy="328050"/>
            </a:xfrm>
            <a:custGeom>
              <a:avLst/>
              <a:gdLst/>
              <a:ahLst/>
              <a:cxnLst/>
              <a:rect l="l" t="t" r="r" b="b"/>
              <a:pathLst>
                <a:path w="8562" h="13122" extrusionOk="0">
                  <a:moveTo>
                    <a:pt x="3815" y="629"/>
                  </a:moveTo>
                  <a:cubicBezTo>
                    <a:pt x="3304" y="443"/>
                    <a:pt x="2745" y="815"/>
                    <a:pt x="2745" y="1373"/>
                  </a:cubicBezTo>
                  <a:lnTo>
                    <a:pt x="2745" y="8841"/>
                  </a:lnTo>
                  <a:lnTo>
                    <a:pt x="3280" y="8841"/>
                  </a:lnTo>
                  <a:lnTo>
                    <a:pt x="3280" y="1373"/>
                  </a:lnTo>
                  <a:cubicBezTo>
                    <a:pt x="3304" y="1047"/>
                    <a:pt x="3490" y="745"/>
                    <a:pt x="3815" y="629"/>
                  </a:cubicBezTo>
                  <a:close/>
                  <a:moveTo>
                    <a:pt x="8561" y="1908"/>
                  </a:moveTo>
                  <a:cubicBezTo>
                    <a:pt x="8026" y="1722"/>
                    <a:pt x="7468" y="2094"/>
                    <a:pt x="7468" y="2653"/>
                  </a:cubicBezTo>
                  <a:lnTo>
                    <a:pt x="7468" y="6468"/>
                  </a:lnTo>
                  <a:lnTo>
                    <a:pt x="8026" y="6468"/>
                  </a:lnTo>
                  <a:lnTo>
                    <a:pt x="8026" y="2653"/>
                  </a:lnTo>
                  <a:cubicBezTo>
                    <a:pt x="8026" y="2327"/>
                    <a:pt x="8236" y="2025"/>
                    <a:pt x="8538" y="1908"/>
                  </a:cubicBezTo>
                  <a:close/>
                  <a:moveTo>
                    <a:pt x="6979" y="629"/>
                  </a:moveTo>
                  <a:cubicBezTo>
                    <a:pt x="6444" y="443"/>
                    <a:pt x="5886" y="815"/>
                    <a:pt x="5886" y="1373"/>
                  </a:cubicBezTo>
                  <a:lnTo>
                    <a:pt x="5886" y="6468"/>
                  </a:lnTo>
                  <a:lnTo>
                    <a:pt x="6444" y="6468"/>
                  </a:lnTo>
                  <a:lnTo>
                    <a:pt x="6444" y="1373"/>
                  </a:lnTo>
                  <a:cubicBezTo>
                    <a:pt x="6444" y="1047"/>
                    <a:pt x="6654" y="745"/>
                    <a:pt x="6956" y="629"/>
                  </a:cubicBezTo>
                  <a:close/>
                  <a:moveTo>
                    <a:pt x="5397" y="187"/>
                  </a:moveTo>
                  <a:cubicBezTo>
                    <a:pt x="4862" y="1"/>
                    <a:pt x="4327" y="373"/>
                    <a:pt x="4304" y="931"/>
                  </a:cubicBezTo>
                  <a:lnTo>
                    <a:pt x="4304" y="6747"/>
                  </a:lnTo>
                  <a:lnTo>
                    <a:pt x="4862" y="6747"/>
                  </a:lnTo>
                  <a:lnTo>
                    <a:pt x="4862" y="931"/>
                  </a:lnTo>
                  <a:cubicBezTo>
                    <a:pt x="4862" y="605"/>
                    <a:pt x="5072" y="303"/>
                    <a:pt x="5397" y="187"/>
                  </a:cubicBezTo>
                  <a:close/>
                  <a:moveTo>
                    <a:pt x="489" y="5793"/>
                  </a:moveTo>
                  <a:lnTo>
                    <a:pt x="1722" y="9934"/>
                  </a:lnTo>
                  <a:lnTo>
                    <a:pt x="3327" y="11260"/>
                  </a:lnTo>
                  <a:lnTo>
                    <a:pt x="3327" y="13121"/>
                  </a:lnTo>
                  <a:lnTo>
                    <a:pt x="2769" y="13121"/>
                  </a:lnTo>
                  <a:lnTo>
                    <a:pt x="2769" y="11539"/>
                  </a:lnTo>
                  <a:lnTo>
                    <a:pt x="1163" y="10213"/>
                  </a:lnTo>
                  <a:lnTo>
                    <a:pt x="0" y="6072"/>
                  </a:lnTo>
                  <a:cubicBezTo>
                    <a:pt x="163" y="5979"/>
                    <a:pt x="326" y="5886"/>
                    <a:pt x="489" y="5793"/>
                  </a:cubicBezTo>
                  <a:close/>
                  <a:moveTo>
                    <a:pt x="489" y="5793"/>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119"/>
            <p:cNvSpPr/>
            <p:nvPr/>
          </p:nvSpPr>
          <p:spPr>
            <a:xfrm>
              <a:off x="5711325" y="1236225"/>
              <a:ext cx="27950" cy="126225"/>
            </a:xfrm>
            <a:custGeom>
              <a:avLst/>
              <a:gdLst/>
              <a:ahLst/>
              <a:cxnLst/>
              <a:rect l="l" t="t" r="r" b="b"/>
              <a:pathLst>
                <a:path w="1118" h="5049" extrusionOk="0">
                  <a:moveTo>
                    <a:pt x="1117" y="0"/>
                  </a:moveTo>
                  <a:lnTo>
                    <a:pt x="559" y="0"/>
                  </a:lnTo>
                  <a:cubicBezTo>
                    <a:pt x="256" y="0"/>
                    <a:pt x="0" y="256"/>
                    <a:pt x="0" y="558"/>
                  </a:cubicBezTo>
                  <a:lnTo>
                    <a:pt x="0" y="4490"/>
                  </a:lnTo>
                  <a:cubicBezTo>
                    <a:pt x="0" y="4792"/>
                    <a:pt x="256" y="5025"/>
                    <a:pt x="559" y="5048"/>
                  </a:cubicBezTo>
                  <a:lnTo>
                    <a:pt x="861" y="5048"/>
                  </a:lnTo>
                  <a:cubicBezTo>
                    <a:pt x="559" y="5048"/>
                    <a:pt x="559" y="4792"/>
                    <a:pt x="559" y="4490"/>
                  </a:cubicBezTo>
                  <a:lnTo>
                    <a:pt x="559" y="558"/>
                  </a:lnTo>
                  <a:cubicBezTo>
                    <a:pt x="559" y="256"/>
                    <a:pt x="815" y="0"/>
                    <a:pt x="1117" y="0"/>
                  </a:cubicBezTo>
                  <a:close/>
                  <a:moveTo>
                    <a:pt x="1117" y="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119"/>
            <p:cNvSpPr/>
            <p:nvPr/>
          </p:nvSpPr>
          <p:spPr>
            <a:xfrm>
              <a:off x="5617675" y="1257150"/>
              <a:ext cx="268150" cy="338525"/>
            </a:xfrm>
            <a:custGeom>
              <a:avLst/>
              <a:gdLst/>
              <a:ahLst/>
              <a:cxnLst/>
              <a:rect l="l" t="t" r="r" b="b"/>
              <a:pathLst>
                <a:path w="10726" h="13541" extrusionOk="0">
                  <a:moveTo>
                    <a:pt x="10167" y="1"/>
                  </a:moveTo>
                  <a:lnTo>
                    <a:pt x="10167" y="559"/>
                  </a:lnTo>
                  <a:lnTo>
                    <a:pt x="10726" y="559"/>
                  </a:lnTo>
                  <a:lnTo>
                    <a:pt x="10726" y="1"/>
                  </a:lnTo>
                  <a:close/>
                  <a:moveTo>
                    <a:pt x="1" y="12982"/>
                  </a:moveTo>
                  <a:lnTo>
                    <a:pt x="1" y="13540"/>
                  </a:lnTo>
                  <a:lnTo>
                    <a:pt x="559" y="13540"/>
                  </a:lnTo>
                  <a:lnTo>
                    <a:pt x="559" y="12982"/>
                  </a:lnTo>
                  <a:close/>
                  <a:moveTo>
                    <a:pt x="1118" y="12982"/>
                  </a:moveTo>
                  <a:lnTo>
                    <a:pt x="1118" y="13540"/>
                  </a:lnTo>
                  <a:lnTo>
                    <a:pt x="1676" y="13540"/>
                  </a:lnTo>
                  <a:lnTo>
                    <a:pt x="1676" y="1298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119"/>
            <p:cNvSpPr/>
            <p:nvPr/>
          </p:nvSpPr>
          <p:spPr>
            <a:xfrm>
              <a:off x="5449025" y="1229775"/>
              <a:ext cx="241375" cy="476400"/>
            </a:xfrm>
            <a:custGeom>
              <a:avLst/>
              <a:gdLst/>
              <a:ahLst/>
              <a:cxnLst/>
              <a:rect l="l" t="t" r="r" b="b"/>
              <a:pathLst>
                <a:path w="9655" h="19056" extrusionOk="0">
                  <a:moveTo>
                    <a:pt x="8980" y="13519"/>
                  </a:moveTo>
                  <a:lnTo>
                    <a:pt x="8980" y="15193"/>
                  </a:lnTo>
                  <a:lnTo>
                    <a:pt x="2815" y="15193"/>
                  </a:lnTo>
                  <a:lnTo>
                    <a:pt x="2815" y="13519"/>
                  </a:lnTo>
                  <a:close/>
                  <a:moveTo>
                    <a:pt x="5476" y="1"/>
                  </a:moveTo>
                  <a:cubicBezTo>
                    <a:pt x="5458" y="1"/>
                    <a:pt x="5440" y="1"/>
                    <a:pt x="5421" y="2"/>
                  </a:cubicBezTo>
                  <a:cubicBezTo>
                    <a:pt x="5002" y="2"/>
                    <a:pt x="4630" y="235"/>
                    <a:pt x="4467" y="607"/>
                  </a:cubicBezTo>
                  <a:cubicBezTo>
                    <a:pt x="4281" y="491"/>
                    <a:pt x="4072" y="421"/>
                    <a:pt x="3839" y="421"/>
                  </a:cubicBezTo>
                  <a:cubicBezTo>
                    <a:pt x="3257" y="421"/>
                    <a:pt x="2769" y="910"/>
                    <a:pt x="2769" y="1491"/>
                  </a:cubicBezTo>
                  <a:lnTo>
                    <a:pt x="2769" y="7074"/>
                  </a:lnTo>
                  <a:lnTo>
                    <a:pt x="2117" y="5981"/>
                  </a:lnTo>
                  <a:cubicBezTo>
                    <a:pt x="2001" y="5772"/>
                    <a:pt x="1815" y="5609"/>
                    <a:pt x="1559" y="5539"/>
                  </a:cubicBezTo>
                  <a:cubicBezTo>
                    <a:pt x="1483" y="5520"/>
                    <a:pt x="1407" y="5512"/>
                    <a:pt x="1331" y="5512"/>
                  </a:cubicBezTo>
                  <a:cubicBezTo>
                    <a:pt x="938" y="5512"/>
                    <a:pt x="545" y="5736"/>
                    <a:pt x="233" y="5911"/>
                  </a:cubicBezTo>
                  <a:lnTo>
                    <a:pt x="0" y="6051"/>
                  </a:lnTo>
                  <a:lnTo>
                    <a:pt x="1233" y="10494"/>
                  </a:lnTo>
                  <a:lnTo>
                    <a:pt x="2792" y="11797"/>
                  </a:lnTo>
                  <a:lnTo>
                    <a:pt x="2792" y="12402"/>
                  </a:lnTo>
                  <a:lnTo>
                    <a:pt x="3350" y="12402"/>
                  </a:lnTo>
                  <a:lnTo>
                    <a:pt x="3350" y="11541"/>
                  </a:lnTo>
                  <a:lnTo>
                    <a:pt x="1722" y="10192"/>
                  </a:lnTo>
                  <a:lnTo>
                    <a:pt x="652" y="6330"/>
                  </a:lnTo>
                  <a:cubicBezTo>
                    <a:pt x="840" y="6184"/>
                    <a:pt x="1084" y="6094"/>
                    <a:pt x="1334" y="6094"/>
                  </a:cubicBezTo>
                  <a:cubicBezTo>
                    <a:pt x="1363" y="6094"/>
                    <a:pt x="1391" y="6095"/>
                    <a:pt x="1420" y="6097"/>
                  </a:cubicBezTo>
                  <a:cubicBezTo>
                    <a:pt x="1513" y="6121"/>
                    <a:pt x="1606" y="6190"/>
                    <a:pt x="1629" y="6283"/>
                  </a:cubicBezTo>
                  <a:lnTo>
                    <a:pt x="2769" y="8191"/>
                  </a:lnTo>
                  <a:lnTo>
                    <a:pt x="2769" y="8959"/>
                  </a:lnTo>
                  <a:lnTo>
                    <a:pt x="3327" y="8959"/>
                  </a:lnTo>
                  <a:lnTo>
                    <a:pt x="3327" y="1491"/>
                  </a:lnTo>
                  <a:cubicBezTo>
                    <a:pt x="3327" y="1212"/>
                    <a:pt x="3560" y="979"/>
                    <a:pt x="3862" y="979"/>
                  </a:cubicBezTo>
                  <a:cubicBezTo>
                    <a:pt x="4328" y="979"/>
                    <a:pt x="4351" y="1445"/>
                    <a:pt x="4351" y="1584"/>
                  </a:cubicBezTo>
                  <a:lnTo>
                    <a:pt x="4351" y="6865"/>
                  </a:lnTo>
                  <a:lnTo>
                    <a:pt x="4909" y="6865"/>
                  </a:lnTo>
                  <a:lnTo>
                    <a:pt x="4909" y="1049"/>
                  </a:lnTo>
                  <a:cubicBezTo>
                    <a:pt x="4909" y="770"/>
                    <a:pt x="5142" y="537"/>
                    <a:pt x="5421" y="537"/>
                  </a:cubicBezTo>
                  <a:cubicBezTo>
                    <a:pt x="5886" y="537"/>
                    <a:pt x="5933" y="1003"/>
                    <a:pt x="5933" y="1165"/>
                  </a:cubicBezTo>
                  <a:lnTo>
                    <a:pt x="5933" y="6586"/>
                  </a:lnTo>
                  <a:lnTo>
                    <a:pt x="6491" y="6586"/>
                  </a:lnTo>
                  <a:lnTo>
                    <a:pt x="6491" y="1491"/>
                  </a:lnTo>
                  <a:cubicBezTo>
                    <a:pt x="6491" y="1189"/>
                    <a:pt x="6724" y="979"/>
                    <a:pt x="7003" y="979"/>
                  </a:cubicBezTo>
                  <a:cubicBezTo>
                    <a:pt x="7491" y="979"/>
                    <a:pt x="7515" y="1445"/>
                    <a:pt x="7515" y="1584"/>
                  </a:cubicBezTo>
                  <a:lnTo>
                    <a:pt x="7515" y="6586"/>
                  </a:lnTo>
                  <a:lnTo>
                    <a:pt x="8073" y="6586"/>
                  </a:lnTo>
                  <a:lnTo>
                    <a:pt x="8073" y="2771"/>
                  </a:lnTo>
                  <a:cubicBezTo>
                    <a:pt x="8073" y="2491"/>
                    <a:pt x="8306" y="2259"/>
                    <a:pt x="8585" y="2259"/>
                  </a:cubicBezTo>
                  <a:cubicBezTo>
                    <a:pt x="9050" y="2259"/>
                    <a:pt x="9097" y="2724"/>
                    <a:pt x="9097" y="2864"/>
                  </a:cubicBezTo>
                  <a:lnTo>
                    <a:pt x="9097" y="10285"/>
                  </a:lnTo>
                  <a:lnTo>
                    <a:pt x="8538" y="11076"/>
                  </a:lnTo>
                  <a:lnTo>
                    <a:pt x="7864" y="11076"/>
                  </a:lnTo>
                  <a:lnTo>
                    <a:pt x="7864" y="11634"/>
                  </a:lnTo>
                  <a:lnTo>
                    <a:pt x="8422" y="11634"/>
                  </a:lnTo>
                  <a:lnTo>
                    <a:pt x="8422" y="12960"/>
                  </a:lnTo>
                  <a:lnTo>
                    <a:pt x="2234" y="12960"/>
                  </a:lnTo>
                  <a:lnTo>
                    <a:pt x="2234" y="15752"/>
                  </a:lnTo>
                  <a:lnTo>
                    <a:pt x="2792" y="15752"/>
                  </a:lnTo>
                  <a:lnTo>
                    <a:pt x="2792" y="19055"/>
                  </a:lnTo>
                  <a:lnTo>
                    <a:pt x="6747" y="19055"/>
                  </a:lnTo>
                  <a:lnTo>
                    <a:pt x="6747" y="18497"/>
                  </a:lnTo>
                  <a:lnTo>
                    <a:pt x="3374" y="18497"/>
                  </a:lnTo>
                  <a:lnTo>
                    <a:pt x="3374" y="15752"/>
                  </a:lnTo>
                  <a:lnTo>
                    <a:pt x="8422" y="15752"/>
                  </a:lnTo>
                  <a:lnTo>
                    <a:pt x="8422" y="18497"/>
                  </a:lnTo>
                  <a:lnTo>
                    <a:pt x="7305" y="18497"/>
                  </a:lnTo>
                  <a:lnTo>
                    <a:pt x="7305" y="19055"/>
                  </a:lnTo>
                  <a:lnTo>
                    <a:pt x="8980" y="19055"/>
                  </a:lnTo>
                  <a:lnTo>
                    <a:pt x="8980" y="15752"/>
                  </a:lnTo>
                  <a:lnTo>
                    <a:pt x="9539" y="15752"/>
                  </a:lnTo>
                  <a:lnTo>
                    <a:pt x="9539" y="12960"/>
                  </a:lnTo>
                  <a:lnTo>
                    <a:pt x="8980" y="12960"/>
                  </a:lnTo>
                  <a:lnTo>
                    <a:pt x="8980" y="11448"/>
                  </a:lnTo>
                  <a:lnTo>
                    <a:pt x="9655" y="10471"/>
                  </a:lnTo>
                  <a:lnTo>
                    <a:pt x="9655" y="2864"/>
                  </a:lnTo>
                  <a:cubicBezTo>
                    <a:pt x="9655" y="2189"/>
                    <a:pt x="9213" y="1701"/>
                    <a:pt x="8585" y="1701"/>
                  </a:cubicBezTo>
                  <a:cubicBezTo>
                    <a:pt x="8399" y="1701"/>
                    <a:pt x="8236" y="1747"/>
                    <a:pt x="8073" y="1840"/>
                  </a:cubicBezTo>
                  <a:lnTo>
                    <a:pt x="8073" y="1584"/>
                  </a:lnTo>
                  <a:cubicBezTo>
                    <a:pt x="8073" y="910"/>
                    <a:pt x="7631" y="421"/>
                    <a:pt x="7003" y="421"/>
                  </a:cubicBezTo>
                  <a:cubicBezTo>
                    <a:pt x="6793" y="421"/>
                    <a:pt x="6584" y="491"/>
                    <a:pt x="6398" y="630"/>
                  </a:cubicBezTo>
                  <a:cubicBezTo>
                    <a:pt x="6242" y="252"/>
                    <a:pt x="5894" y="1"/>
                    <a:pt x="54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119"/>
            <p:cNvSpPr/>
            <p:nvPr/>
          </p:nvSpPr>
          <p:spPr>
            <a:xfrm>
              <a:off x="5760175" y="1292050"/>
              <a:ext cx="13975" cy="13975"/>
            </a:xfrm>
            <a:custGeom>
              <a:avLst/>
              <a:gdLst/>
              <a:ahLst/>
              <a:cxnLst/>
              <a:rect l="l" t="t" r="r" b="b"/>
              <a:pathLst>
                <a:path w="559" h="559" extrusionOk="0">
                  <a:moveTo>
                    <a:pt x="1" y="0"/>
                  </a:moveTo>
                  <a:lnTo>
                    <a:pt x="1"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119"/>
            <p:cNvSpPr/>
            <p:nvPr/>
          </p:nvSpPr>
          <p:spPr>
            <a:xfrm>
              <a:off x="5816600" y="1292050"/>
              <a:ext cx="13975" cy="13975"/>
            </a:xfrm>
            <a:custGeom>
              <a:avLst/>
              <a:gdLst/>
              <a:ahLst/>
              <a:cxnLst/>
              <a:rect l="l" t="t" r="r" b="b"/>
              <a:pathLst>
                <a:path w="559" h="559" extrusionOk="0">
                  <a:moveTo>
                    <a:pt x="0" y="0"/>
                  </a:moveTo>
                  <a:lnTo>
                    <a:pt x="0"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119"/>
            <p:cNvSpPr/>
            <p:nvPr/>
          </p:nvSpPr>
          <p:spPr>
            <a:xfrm>
              <a:off x="5844500" y="1292050"/>
              <a:ext cx="14000" cy="13975"/>
            </a:xfrm>
            <a:custGeom>
              <a:avLst/>
              <a:gdLst/>
              <a:ahLst/>
              <a:cxnLst/>
              <a:rect l="l" t="t" r="r" b="b"/>
              <a:pathLst>
                <a:path w="560" h="559" extrusionOk="0">
                  <a:moveTo>
                    <a:pt x="1" y="0"/>
                  </a:moveTo>
                  <a:lnTo>
                    <a:pt x="1"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119"/>
            <p:cNvSpPr/>
            <p:nvPr/>
          </p:nvSpPr>
          <p:spPr>
            <a:xfrm>
              <a:off x="5788100" y="1292050"/>
              <a:ext cx="13975" cy="13975"/>
            </a:xfrm>
            <a:custGeom>
              <a:avLst/>
              <a:gdLst/>
              <a:ahLst/>
              <a:cxnLst/>
              <a:rect l="l" t="t" r="r" b="b"/>
              <a:pathLst>
                <a:path w="559" h="559" extrusionOk="0">
                  <a:moveTo>
                    <a:pt x="0" y="0"/>
                  </a:moveTo>
                  <a:lnTo>
                    <a:pt x="0"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119"/>
            <p:cNvSpPr/>
            <p:nvPr/>
          </p:nvSpPr>
          <p:spPr>
            <a:xfrm>
              <a:off x="5704925" y="1229250"/>
              <a:ext cx="209975" cy="191950"/>
            </a:xfrm>
            <a:custGeom>
              <a:avLst/>
              <a:gdLst/>
              <a:ahLst/>
              <a:cxnLst/>
              <a:rect l="l" t="t" r="r" b="b"/>
              <a:pathLst>
                <a:path w="8399" h="7678" extrusionOk="0">
                  <a:moveTo>
                    <a:pt x="838" y="0"/>
                  </a:moveTo>
                  <a:cubicBezTo>
                    <a:pt x="373" y="0"/>
                    <a:pt x="1" y="372"/>
                    <a:pt x="1" y="837"/>
                  </a:cubicBezTo>
                  <a:lnTo>
                    <a:pt x="1" y="4769"/>
                  </a:lnTo>
                  <a:cubicBezTo>
                    <a:pt x="1" y="5211"/>
                    <a:pt x="373" y="5607"/>
                    <a:pt x="838" y="5607"/>
                  </a:cubicBezTo>
                  <a:lnTo>
                    <a:pt x="1117" y="5607"/>
                  </a:lnTo>
                  <a:lnTo>
                    <a:pt x="1117" y="7677"/>
                  </a:lnTo>
                  <a:lnTo>
                    <a:pt x="3188" y="5607"/>
                  </a:lnTo>
                  <a:lnTo>
                    <a:pt x="7561" y="5607"/>
                  </a:lnTo>
                  <a:cubicBezTo>
                    <a:pt x="8027" y="5607"/>
                    <a:pt x="8399" y="5211"/>
                    <a:pt x="8399" y="4769"/>
                  </a:cubicBezTo>
                  <a:lnTo>
                    <a:pt x="8399" y="837"/>
                  </a:lnTo>
                  <a:cubicBezTo>
                    <a:pt x="8399" y="372"/>
                    <a:pt x="8027" y="0"/>
                    <a:pt x="7561" y="0"/>
                  </a:cubicBezTo>
                  <a:lnTo>
                    <a:pt x="2769" y="0"/>
                  </a:lnTo>
                  <a:lnTo>
                    <a:pt x="2769" y="558"/>
                  </a:lnTo>
                  <a:lnTo>
                    <a:pt x="7538" y="558"/>
                  </a:lnTo>
                  <a:cubicBezTo>
                    <a:pt x="7701" y="558"/>
                    <a:pt x="7817" y="698"/>
                    <a:pt x="7817" y="861"/>
                  </a:cubicBezTo>
                  <a:lnTo>
                    <a:pt x="7817" y="4769"/>
                  </a:lnTo>
                  <a:cubicBezTo>
                    <a:pt x="7817" y="4932"/>
                    <a:pt x="7701" y="5071"/>
                    <a:pt x="7538" y="5071"/>
                  </a:cubicBezTo>
                  <a:lnTo>
                    <a:pt x="2932" y="5071"/>
                  </a:lnTo>
                  <a:lnTo>
                    <a:pt x="1652" y="6328"/>
                  </a:lnTo>
                  <a:lnTo>
                    <a:pt x="1652" y="5048"/>
                  </a:lnTo>
                  <a:lnTo>
                    <a:pt x="815" y="5048"/>
                  </a:lnTo>
                  <a:cubicBezTo>
                    <a:pt x="652" y="5048"/>
                    <a:pt x="512" y="4909"/>
                    <a:pt x="512" y="4746"/>
                  </a:cubicBezTo>
                  <a:lnTo>
                    <a:pt x="512" y="837"/>
                  </a:lnTo>
                  <a:cubicBezTo>
                    <a:pt x="512" y="675"/>
                    <a:pt x="652" y="558"/>
                    <a:pt x="815" y="558"/>
                  </a:cubicBezTo>
                  <a:lnTo>
                    <a:pt x="2234" y="558"/>
                  </a:lnTo>
                  <a:lnTo>
                    <a:pt x="223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6" name="Google Shape;5666;p119"/>
          <p:cNvGrpSpPr/>
          <p:nvPr/>
        </p:nvGrpSpPr>
        <p:grpSpPr>
          <a:xfrm>
            <a:off x="6182425" y="4115700"/>
            <a:ext cx="477500" cy="440275"/>
            <a:chOff x="6182425" y="4115700"/>
            <a:chExt cx="477500" cy="440275"/>
          </a:xfrm>
        </p:grpSpPr>
        <p:sp>
          <p:nvSpPr>
            <p:cNvPr id="5667" name="Google Shape;5667;p119"/>
            <p:cNvSpPr/>
            <p:nvPr/>
          </p:nvSpPr>
          <p:spPr>
            <a:xfrm>
              <a:off x="6401100" y="4122675"/>
              <a:ext cx="182050" cy="216375"/>
            </a:xfrm>
            <a:custGeom>
              <a:avLst/>
              <a:gdLst/>
              <a:ahLst/>
              <a:cxnLst/>
              <a:rect l="l" t="t" r="r" b="b"/>
              <a:pathLst>
                <a:path w="7282" h="8655" extrusionOk="0">
                  <a:moveTo>
                    <a:pt x="0" y="8654"/>
                  </a:moveTo>
                  <a:lnTo>
                    <a:pt x="2234" y="7258"/>
                  </a:lnTo>
                  <a:lnTo>
                    <a:pt x="6724" y="7258"/>
                  </a:lnTo>
                  <a:cubicBezTo>
                    <a:pt x="7026" y="7258"/>
                    <a:pt x="7282" y="7003"/>
                    <a:pt x="7282" y="6700"/>
                  </a:cubicBezTo>
                  <a:lnTo>
                    <a:pt x="7282" y="559"/>
                  </a:lnTo>
                  <a:cubicBezTo>
                    <a:pt x="7282" y="233"/>
                    <a:pt x="7026" y="0"/>
                    <a:pt x="6724" y="0"/>
                  </a:cubicBezTo>
                  <a:lnTo>
                    <a:pt x="559" y="0"/>
                  </a:lnTo>
                  <a:cubicBezTo>
                    <a:pt x="256" y="0"/>
                    <a:pt x="0" y="233"/>
                    <a:pt x="0" y="559"/>
                  </a:cubicBezTo>
                  <a:close/>
                  <a:moveTo>
                    <a:pt x="0" y="8654"/>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119"/>
            <p:cNvSpPr/>
            <p:nvPr/>
          </p:nvSpPr>
          <p:spPr>
            <a:xfrm>
              <a:off x="6277225" y="4276200"/>
              <a:ext cx="70400" cy="48875"/>
            </a:xfrm>
            <a:custGeom>
              <a:avLst/>
              <a:gdLst/>
              <a:ahLst/>
              <a:cxnLst/>
              <a:rect l="l" t="t" r="r" b="b"/>
              <a:pathLst>
                <a:path w="2816" h="1955" extrusionOk="0">
                  <a:moveTo>
                    <a:pt x="1373" y="1117"/>
                  </a:moveTo>
                  <a:lnTo>
                    <a:pt x="2815" y="1117"/>
                  </a:lnTo>
                  <a:lnTo>
                    <a:pt x="2815" y="559"/>
                  </a:lnTo>
                  <a:cubicBezTo>
                    <a:pt x="2815" y="257"/>
                    <a:pt x="2559" y="1"/>
                    <a:pt x="2257" y="1"/>
                  </a:cubicBezTo>
                  <a:lnTo>
                    <a:pt x="559" y="1"/>
                  </a:lnTo>
                  <a:cubicBezTo>
                    <a:pt x="256" y="1"/>
                    <a:pt x="0" y="257"/>
                    <a:pt x="0" y="559"/>
                  </a:cubicBezTo>
                  <a:lnTo>
                    <a:pt x="0" y="1955"/>
                  </a:lnTo>
                  <a:close/>
                  <a:moveTo>
                    <a:pt x="1373" y="1117"/>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119"/>
            <p:cNvSpPr/>
            <p:nvPr/>
          </p:nvSpPr>
          <p:spPr>
            <a:xfrm>
              <a:off x="6291175" y="4248300"/>
              <a:ext cx="42475" cy="27925"/>
            </a:xfrm>
            <a:custGeom>
              <a:avLst/>
              <a:gdLst/>
              <a:ahLst/>
              <a:cxnLst/>
              <a:rect l="l" t="t" r="r" b="b"/>
              <a:pathLst>
                <a:path w="1699" h="1117" extrusionOk="0">
                  <a:moveTo>
                    <a:pt x="1" y="1117"/>
                  </a:moveTo>
                  <a:lnTo>
                    <a:pt x="1699" y="1117"/>
                  </a:lnTo>
                  <a:lnTo>
                    <a:pt x="1699" y="558"/>
                  </a:lnTo>
                  <a:cubicBezTo>
                    <a:pt x="1675" y="256"/>
                    <a:pt x="1443" y="0"/>
                    <a:pt x="1140" y="0"/>
                  </a:cubicBezTo>
                  <a:lnTo>
                    <a:pt x="582" y="0"/>
                  </a:lnTo>
                  <a:cubicBezTo>
                    <a:pt x="256" y="0"/>
                    <a:pt x="24" y="256"/>
                    <a:pt x="24" y="558"/>
                  </a:cubicBezTo>
                  <a:close/>
                  <a:moveTo>
                    <a:pt x="1" y="1117"/>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119"/>
            <p:cNvSpPr/>
            <p:nvPr/>
          </p:nvSpPr>
          <p:spPr>
            <a:xfrm>
              <a:off x="6277800" y="4304125"/>
              <a:ext cx="69825" cy="69825"/>
            </a:xfrm>
            <a:custGeom>
              <a:avLst/>
              <a:gdLst/>
              <a:ahLst/>
              <a:cxnLst/>
              <a:rect l="l" t="t" r="r" b="b"/>
              <a:pathLst>
                <a:path w="2793" h="2793" extrusionOk="0">
                  <a:moveTo>
                    <a:pt x="838" y="2792"/>
                  </a:moveTo>
                  <a:lnTo>
                    <a:pt x="1955" y="2792"/>
                  </a:lnTo>
                  <a:lnTo>
                    <a:pt x="2792" y="1675"/>
                  </a:lnTo>
                  <a:lnTo>
                    <a:pt x="2792" y="0"/>
                  </a:lnTo>
                  <a:lnTo>
                    <a:pt x="1350" y="0"/>
                  </a:lnTo>
                  <a:lnTo>
                    <a:pt x="0" y="838"/>
                  </a:lnTo>
                  <a:lnTo>
                    <a:pt x="0" y="1675"/>
                  </a:lnTo>
                  <a:close/>
                  <a:moveTo>
                    <a:pt x="838" y="2792"/>
                  </a:moveTo>
                  <a:close/>
                </a:path>
              </a:pathLst>
            </a:custGeom>
            <a:solidFill>
              <a:srgbClr val="FBF2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119"/>
            <p:cNvSpPr/>
            <p:nvPr/>
          </p:nvSpPr>
          <p:spPr>
            <a:xfrm>
              <a:off x="6266750" y="4373925"/>
              <a:ext cx="91325" cy="45950"/>
            </a:xfrm>
            <a:custGeom>
              <a:avLst/>
              <a:gdLst/>
              <a:ahLst/>
              <a:cxnLst/>
              <a:rect l="l" t="t" r="r" b="b"/>
              <a:pathLst>
                <a:path w="3653" h="1838" extrusionOk="0">
                  <a:moveTo>
                    <a:pt x="0" y="419"/>
                  </a:moveTo>
                  <a:lnTo>
                    <a:pt x="1838" y="1838"/>
                  </a:lnTo>
                  <a:lnTo>
                    <a:pt x="3653" y="419"/>
                  </a:lnTo>
                  <a:lnTo>
                    <a:pt x="2397" y="0"/>
                  </a:lnTo>
                  <a:lnTo>
                    <a:pt x="1280" y="0"/>
                  </a:lnTo>
                  <a:close/>
                  <a:moveTo>
                    <a:pt x="0" y="419"/>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119"/>
            <p:cNvSpPr/>
            <p:nvPr/>
          </p:nvSpPr>
          <p:spPr>
            <a:xfrm>
              <a:off x="6235350" y="4384375"/>
              <a:ext cx="154150" cy="80875"/>
            </a:xfrm>
            <a:custGeom>
              <a:avLst/>
              <a:gdLst/>
              <a:ahLst/>
              <a:cxnLst/>
              <a:rect l="l" t="t" r="r" b="b"/>
              <a:pathLst>
                <a:path w="6166" h="3235" extrusionOk="0">
                  <a:moveTo>
                    <a:pt x="6165" y="3235"/>
                  </a:moveTo>
                  <a:lnTo>
                    <a:pt x="6165" y="420"/>
                  </a:lnTo>
                  <a:lnTo>
                    <a:pt x="4909" y="1"/>
                  </a:lnTo>
                  <a:lnTo>
                    <a:pt x="3094" y="1397"/>
                  </a:lnTo>
                  <a:lnTo>
                    <a:pt x="1256" y="1"/>
                  </a:lnTo>
                  <a:lnTo>
                    <a:pt x="0" y="420"/>
                  </a:lnTo>
                  <a:lnTo>
                    <a:pt x="0" y="3211"/>
                  </a:lnTo>
                  <a:close/>
                  <a:moveTo>
                    <a:pt x="6165" y="3235"/>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119"/>
            <p:cNvSpPr/>
            <p:nvPr/>
          </p:nvSpPr>
          <p:spPr>
            <a:xfrm>
              <a:off x="6203350" y="4465225"/>
              <a:ext cx="436225" cy="55850"/>
            </a:xfrm>
            <a:custGeom>
              <a:avLst/>
              <a:gdLst/>
              <a:ahLst/>
              <a:cxnLst/>
              <a:rect l="l" t="t" r="r" b="b"/>
              <a:pathLst>
                <a:path w="17449" h="2234" extrusionOk="0">
                  <a:moveTo>
                    <a:pt x="1" y="1117"/>
                  </a:moveTo>
                  <a:lnTo>
                    <a:pt x="6770" y="1117"/>
                  </a:lnTo>
                  <a:lnTo>
                    <a:pt x="7050" y="2234"/>
                  </a:lnTo>
                  <a:lnTo>
                    <a:pt x="10400" y="2234"/>
                  </a:lnTo>
                  <a:lnTo>
                    <a:pt x="10702" y="1117"/>
                  </a:lnTo>
                  <a:lnTo>
                    <a:pt x="17449" y="1117"/>
                  </a:lnTo>
                  <a:lnTo>
                    <a:pt x="17449" y="1"/>
                  </a:lnTo>
                  <a:lnTo>
                    <a:pt x="1" y="1"/>
                  </a:lnTo>
                  <a:close/>
                  <a:moveTo>
                    <a:pt x="1" y="1117"/>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119"/>
            <p:cNvSpPr/>
            <p:nvPr/>
          </p:nvSpPr>
          <p:spPr>
            <a:xfrm>
              <a:off x="6189400" y="4493150"/>
              <a:ext cx="463550" cy="55850"/>
            </a:xfrm>
            <a:custGeom>
              <a:avLst/>
              <a:gdLst/>
              <a:ahLst/>
              <a:cxnLst/>
              <a:rect l="l" t="t" r="r" b="b"/>
              <a:pathLst>
                <a:path w="18542" h="2234" extrusionOk="0">
                  <a:moveTo>
                    <a:pt x="559" y="2234"/>
                  </a:moveTo>
                  <a:lnTo>
                    <a:pt x="17983" y="2234"/>
                  </a:lnTo>
                  <a:cubicBezTo>
                    <a:pt x="18286" y="2234"/>
                    <a:pt x="18542" y="1978"/>
                    <a:pt x="18542" y="1675"/>
                  </a:cubicBezTo>
                  <a:lnTo>
                    <a:pt x="18542" y="0"/>
                  </a:lnTo>
                  <a:lnTo>
                    <a:pt x="11237" y="0"/>
                  </a:lnTo>
                  <a:lnTo>
                    <a:pt x="10934" y="1117"/>
                  </a:lnTo>
                  <a:lnTo>
                    <a:pt x="7608" y="1117"/>
                  </a:lnTo>
                  <a:lnTo>
                    <a:pt x="7305" y="0"/>
                  </a:lnTo>
                  <a:lnTo>
                    <a:pt x="0" y="0"/>
                  </a:lnTo>
                  <a:lnTo>
                    <a:pt x="0" y="1675"/>
                  </a:lnTo>
                  <a:cubicBezTo>
                    <a:pt x="0" y="1978"/>
                    <a:pt x="256" y="2234"/>
                    <a:pt x="559" y="2234"/>
                  </a:cubicBezTo>
                  <a:close/>
                  <a:moveTo>
                    <a:pt x="559" y="2234"/>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119"/>
            <p:cNvSpPr/>
            <p:nvPr/>
          </p:nvSpPr>
          <p:spPr>
            <a:xfrm>
              <a:off x="6203350" y="4185475"/>
              <a:ext cx="435650" cy="279775"/>
            </a:xfrm>
            <a:custGeom>
              <a:avLst/>
              <a:gdLst/>
              <a:ahLst/>
              <a:cxnLst/>
              <a:rect l="l" t="t" r="r" b="b"/>
              <a:pathLst>
                <a:path w="17426" h="11191" extrusionOk="0">
                  <a:moveTo>
                    <a:pt x="1" y="11191"/>
                  </a:moveTo>
                  <a:lnTo>
                    <a:pt x="1280" y="11191"/>
                  </a:lnTo>
                  <a:lnTo>
                    <a:pt x="1280" y="8376"/>
                  </a:lnTo>
                  <a:lnTo>
                    <a:pt x="3816" y="7538"/>
                  </a:lnTo>
                  <a:lnTo>
                    <a:pt x="2955" y="6421"/>
                  </a:lnTo>
                  <a:lnTo>
                    <a:pt x="2955" y="4165"/>
                  </a:lnTo>
                  <a:cubicBezTo>
                    <a:pt x="2978" y="3886"/>
                    <a:pt x="3211" y="3630"/>
                    <a:pt x="3514" y="3630"/>
                  </a:cubicBezTo>
                  <a:lnTo>
                    <a:pt x="3514" y="3071"/>
                  </a:lnTo>
                  <a:cubicBezTo>
                    <a:pt x="3514" y="2769"/>
                    <a:pt x="3769" y="2513"/>
                    <a:pt x="4072" y="2513"/>
                  </a:cubicBezTo>
                  <a:lnTo>
                    <a:pt x="4630" y="2513"/>
                  </a:lnTo>
                  <a:cubicBezTo>
                    <a:pt x="4956" y="2513"/>
                    <a:pt x="5188" y="2769"/>
                    <a:pt x="5188" y="3071"/>
                  </a:cubicBezTo>
                  <a:lnTo>
                    <a:pt x="5188" y="3630"/>
                  </a:lnTo>
                  <a:cubicBezTo>
                    <a:pt x="5514" y="3630"/>
                    <a:pt x="5747" y="3886"/>
                    <a:pt x="5747" y="4188"/>
                  </a:cubicBezTo>
                  <a:lnTo>
                    <a:pt x="5747" y="6421"/>
                  </a:lnTo>
                  <a:lnTo>
                    <a:pt x="4909" y="7538"/>
                  </a:lnTo>
                  <a:lnTo>
                    <a:pt x="7422" y="8399"/>
                  </a:lnTo>
                  <a:lnTo>
                    <a:pt x="7422" y="11191"/>
                  </a:lnTo>
                  <a:lnTo>
                    <a:pt x="17425" y="11191"/>
                  </a:lnTo>
                  <a:lnTo>
                    <a:pt x="17425" y="1"/>
                  </a:lnTo>
                  <a:lnTo>
                    <a:pt x="15192" y="1"/>
                  </a:lnTo>
                  <a:lnTo>
                    <a:pt x="15192" y="4188"/>
                  </a:lnTo>
                  <a:cubicBezTo>
                    <a:pt x="15192" y="4491"/>
                    <a:pt x="14936" y="4746"/>
                    <a:pt x="14634" y="4746"/>
                  </a:cubicBezTo>
                  <a:lnTo>
                    <a:pt x="10144" y="4746"/>
                  </a:lnTo>
                  <a:lnTo>
                    <a:pt x="7910" y="6142"/>
                  </a:lnTo>
                  <a:lnTo>
                    <a:pt x="7910" y="1"/>
                  </a:lnTo>
                  <a:lnTo>
                    <a:pt x="1" y="1"/>
                  </a:lnTo>
                  <a:close/>
                  <a:moveTo>
                    <a:pt x="1" y="11191"/>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119"/>
            <p:cNvSpPr/>
            <p:nvPr/>
          </p:nvSpPr>
          <p:spPr>
            <a:xfrm>
              <a:off x="6203350" y="4465225"/>
              <a:ext cx="21550" cy="27950"/>
            </a:xfrm>
            <a:custGeom>
              <a:avLst/>
              <a:gdLst/>
              <a:ahLst/>
              <a:cxnLst/>
              <a:rect l="l" t="t" r="r" b="b"/>
              <a:pathLst>
                <a:path w="862" h="1118" extrusionOk="0">
                  <a:moveTo>
                    <a:pt x="1" y="1"/>
                  </a:moveTo>
                  <a:lnTo>
                    <a:pt x="1" y="1117"/>
                  </a:lnTo>
                  <a:lnTo>
                    <a:pt x="861" y="1117"/>
                  </a:lnTo>
                  <a:lnTo>
                    <a:pt x="86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119"/>
            <p:cNvSpPr/>
            <p:nvPr/>
          </p:nvSpPr>
          <p:spPr>
            <a:xfrm>
              <a:off x="6189400" y="4493150"/>
              <a:ext cx="35500" cy="55850"/>
            </a:xfrm>
            <a:custGeom>
              <a:avLst/>
              <a:gdLst/>
              <a:ahLst/>
              <a:cxnLst/>
              <a:rect l="l" t="t" r="r" b="b"/>
              <a:pathLst>
                <a:path w="1420" h="2234" extrusionOk="0">
                  <a:moveTo>
                    <a:pt x="559" y="2234"/>
                  </a:moveTo>
                  <a:lnTo>
                    <a:pt x="1419" y="2234"/>
                  </a:lnTo>
                  <a:cubicBezTo>
                    <a:pt x="1094" y="2234"/>
                    <a:pt x="861" y="1978"/>
                    <a:pt x="861" y="1675"/>
                  </a:cubicBezTo>
                  <a:lnTo>
                    <a:pt x="861" y="0"/>
                  </a:lnTo>
                  <a:lnTo>
                    <a:pt x="0" y="0"/>
                  </a:lnTo>
                  <a:lnTo>
                    <a:pt x="0" y="1675"/>
                  </a:lnTo>
                  <a:cubicBezTo>
                    <a:pt x="0" y="1978"/>
                    <a:pt x="256" y="2234"/>
                    <a:pt x="559" y="2234"/>
                  </a:cubicBezTo>
                  <a:close/>
                  <a:moveTo>
                    <a:pt x="559" y="2234"/>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119"/>
            <p:cNvSpPr/>
            <p:nvPr/>
          </p:nvSpPr>
          <p:spPr>
            <a:xfrm>
              <a:off x="6203350" y="4185475"/>
              <a:ext cx="21550" cy="279775"/>
            </a:xfrm>
            <a:custGeom>
              <a:avLst/>
              <a:gdLst/>
              <a:ahLst/>
              <a:cxnLst/>
              <a:rect l="l" t="t" r="r" b="b"/>
              <a:pathLst>
                <a:path w="862" h="11191" extrusionOk="0">
                  <a:moveTo>
                    <a:pt x="1" y="1"/>
                  </a:moveTo>
                  <a:lnTo>
                    <a:pt x="1" y="11191"/>
                  </a:lnTo>
                  <a:lnTo>
                    <a:pt x="861" y="11191"/>
                  </a:lnTo>
                  <a:lnTo>
                    <a:pt x="861" y="1"/>
                  </a:lnTo>
                  <a:close/>
                </a:path>
              </a:pathLst>
            </a:custGeom>
            <a:solidFill>
              <a:srgbClr val="6E91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119"/>
            <p:cNvSpPr/>
            <p:nvPr/>
          </p:nvSpPr>
          <p:spPr>
            <a:xfrm>
              <a:off x="6291175" y="4248300"/>
              <a:ext cx="27950" cy="27925"/>
            </a:xfrm>
            <a:custGeom>
              <a:avLst/>
              <a:gdLst/>
              <a:ahLst/>
              <a:cxnLst/>
              <a:rect l="l" t="t" r="r" b="b"/>
              <a:pathLst>
                <a:path w="1118" h="1117" extrusionOk="0">
                  <a:moveTo>
                    <a:pt x="1" y="1117"/>
                  </a:moveTo>
                  <a:lnTo>
                    <a:pt x="559" y="1117"/>
                  </a:lnTo>
                  <a:lnTo>
                    <a:pt x="559" y="558"/>
                  </a:lnTo>
                  <a:cubicBezTo>
                    <a:pt x="559" y="256"/>
                    <a:pt x="815" y="0"/>
                    <a:pt x="1117" y="0"/>
                  </a:cubicBezTo>
                  <a:lnTo>
                    <a:pt x="559" y="0"/>
                  </a:lnTo>
                  <a:cubicBezTo>
                    <a:pt x="256" y="0"/>
                    <a:pt x="1" y="256"/>
                    <a:pt x="1" y="558"/>
                  </a:cubicBezTo>
                  <a:close/>
                  <a:moveTo>
                    <a:pt x="1" y="1117"/>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119"/>
            <p:cNvSpPr/>
            <p:nvPr/>
          </p:nvSpPr>
          <p:spPr>
            <a:xfrm>
              <a:off x="6277225" y="4276200"/>
              <a:ext cx="28525" cy="48875"/>
            </a:xfrm>
            <a:custGeom>
              <a:avLst/>
              <a:gdLst/>
              <a:ahLst/>
              <a:cxnLst/>
              <a:rect l="l" t="t" r="r" b="b"/>
              <a:pathLst>
                <a:path w="1141" h="1955" extrusionOk="0">
                  <a:moveTo>
                    <a:pt x="1140" y="1"/>
                  </a:moveTo>
                  <a:lnTo>
                    <a:pt x="559" y="1"/>
                  </a:lnTo>
                  <a:cubicBezTo>
                    <a:pt x="256" y="1"/>
                    <a:pt x="0" y="257"/>
                    <a:pt x="0" y="559"/>
                  </a:cubicBezTo>
                  <a:lnTo>
                    <a:pt x="0" y="1955"/>
                  </a:lnTo>
                  <a:lnTo>
                    <a:pt x="559" y="1606"/>
                  </a:lnTo>
                  <a:lnTo>
                    <a:pt x="559" y="559"/>
                  </a:lnTo>
                  <a:cubicBezTo>
                    <a:pt x="559" y="257"/>
                    <a:pt x="814" y="1"/>
                    <a:pt x="1117" y="1"/>
                  </a:cubicBezTo>
                  <a:close/>
                  <a:moveTo>
                    <a:pt x="1140" y="1"/>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119"/>
            <p:cNvSpPr/>
            <p:nvPr/>
          </p:nvSpPr>
          <p:spPr>
            <a:xfrm>
              <a:off x="6277225" y="4316350"/>
              <a:ext cx="35500" cy="57600"/>
            </a:xfrm>
            <a:custGeom>
              <a:avLst/>
              <a:gdLst/>
              <a:ahLst/>
              <a:cxnLst/>
              <a:rect l="l" t="t" r="r" b="b"/>
              <a:pathLst>
                <a:path w="1420" h="2304" extrusionOk="0">
                  <a:moveTo>
                    <a:pt x="861" y="2303"/>
                  </a:moveTo>
                  <a:lnTo>
                    <a:pt x="1419" y="2303"/>
                  </a:lnTo>
                  <a:lnTo>
                    <a:pt x="559" y="1186"/>
                  </a:lnTo>
                  <a:lnTo>
                    <a:pt x="559" y="0"/>
                  </a:lnTo>
                  <a:lnTo>
                    <a:pt x="0" y="349"/>
                  </a:lnTo>
                  <a:lnTo>
                    <a:pt x="0" y="1186"/>
                  </a:lnTo>
                  <a:close/>
                  <a:moveTo>
                    <a:pt x="861" y="2303"/>
                  </a:moveTo>
                  <a:close/>
                </a:path>
              </a:pathLst>
            </a:custGeom>
            <a:solidFill>
              <a:srgbClr val="F7E0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119"/>
            <p:cNvSpPr/>
            <p:nvPr/>
          </p:nvSpPr>
          <p:spPr>
            <a:xfrm>
              <a:off x="6266750" y="4373925"/>
              <a:ext cx="63425" cy="18625"/>
            </a:xfrm>
            <a:custGeom>
              <a:avLst/>
              <a:gdLst/>
              <a:ahLst/>
              <a:cxnLst/>
              <a:rect l="l" t="t" r="r" b="b"/>
              <a:pathLst>
                <a:path w="2537" h="745" extrusionOk="0">
                  <a:moveTo>
                    <a:pt x="0" y="419"/>
                  </a:moveTo>
                  <a:lnTo>
                    <a:pt x="442" y="745"/>
                  </a:lnTo>
                  <a:lnTo>
                    <a:pt x="2536" y="47"/>
                  </a:lnTo>
                  <a:lnTo>
                    <a:pt x="2397" y="0"/>
                  </a:lnTo>
                  <a:lnTo>
                    <a:pt x="1280" y="0"/>
                  </a:lnTo>
                  <a:close/>
                  <a:moveTo>
                    <a:pt x="0" y="419"/>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119"/>
            <p:cNvSpPr/>
            <p:nvPr/>
          </p:nvSpPr>
          <p:spPr>
            <a:xfrm>
              <a:off x="6235350" y="4384375"/>
              <a:ext cx="42475" cy="80300"/>
            </a:xfrm>
            <a:custGeom>
              <a:avLst/>
              <a:gdLst/>
              <a:ahLst/>
              <a:cxnLst/>
              <a:rect l="l" t="t" r="r" b="b"/>
              <a:pathLst>
                <a:path w="1699" h="3212" extrusionOk="0">
                  <a:moveTo>
                    <a:pt x="1698" y="327"/>
                  </a:moveTo>
                  <a:lnTo>
                    <a:pt x="1256" y="1"/>
                  </a:lnTo>
                  <a:lnTo>
                    <a:pt x="0" y="420"/>
                  </a:lnTo>
                  <a:lnTo>
                    <a:pt x="0" y="3211"/>
                  </a:lnTo>
                  <a:lnTo>
                    <a:pt x="559" y="3211"/>
                  </a:lnTo>
                  <a:lnTo>
                    <a:pt x="559" y="699"/>
                  </a:lnTo>
                  <a:close/>
                  <a:moveTo>
                    <a:pt x="1698" y="327"/>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119"/>
            <p:cNvSpPr/>
            <p:nvPr/>
          </p:nvSpPr>
          <p:spPr>
            <a:xfrm>
              <a:off x="6401100" y="4122675"/>
              <a:ext cx="34925" cy="216375"/>
            </a:xfrm>
            <a:custGeom>
              <a:avLst/>
              <a:gdLst/>
              <a:ahLst/>
              <a:cxnLst/>
              <a:rect l="l" t="t" r="r" b="b"/>
              <a:pathLst>
                <a:path w="1397" h="8655" extrusionOk="0">
                  <a:moveTo>
                    <a:pt x="0" y="8654"/>
                  </a:moveTo>
                  <a:lnTo>
                    <a:pt x="838" y="8142"/>
                  </a:lnTo>
                  <a:lnTo>
                    <a:pt x="838" y="559"/>
                  </a:lnTo>
                  <a:cubicBezTo>
                    <a:pt x="838" y="233"/>
                    <a:pt x="1094" y="0"/>
                    <a:pt x="1396" y="0"/>
                  </a:cubicBezTo>
                  <a:lnTo>
                    <a:pt x="559" y="0"/>
                  </a:lnTo>
                  <a:cubicBezTo>
                    <a:pt x="256" y="0"/>
                    <a:pt x="0" y="233"/>
                    <a:pt x="0" y="559"/>
                  </a:cubicBezTo>
                  <a:close/>
                  <a:moveTo>
                    <a:pt x="0" y="8654"/>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119"/>
            <p:cNvSpPr/>
            <p:nvPr/>
          </p:nvSpPr>
          <p:spPr>
            <a:xfrm>
              <a:off x="6210325" y="4143600"/>
              <a:ext cx="407725" cy="384450"/>
            </a:xfrm>
            <a:custGeom>
              <a:avLst/>
              <a:gdLst/>
              <a:ahLst/>
              <a:cxnLst/>
              <a:rect l="l" t="t" r="r" b="b"/>
              <a:pathLst>
                <a:path w="16309" h="15378" extrusionOk="0">
                  <a:moveTo>
                    <a:pt x="13517" y="1"/>
                  </a:moveTo>
                  <a:lnTo>
                    <a:pt x="13517" y="559"/>
                  </a:lnTo>
                  <a:lnTo>
                    <a:pt x="14075" y="559"/>
                  </a:lnTo>
                  <a:lnTo>
                    <a:pt x="14075" y="1"/>
                  </a:lnTo>
                  <a:close/>
                  <a:moveTo>
                    <a:pt x="15750" y="2513"/>
                  </a:moveTo>
                  <a:lnTo>
                    <a:pt x="15750" y="3071"/>
                  </a:lnTo>
                  <a:lnTo>
                    <a:pt x="16309" y="3071"/>
                  </a:lnTo>
                  <a:lnTo>
                    <a:pt x="16309" y="2513"/>
                  </a:lnTo>
                  <a:close/>
                  <a:moveTo>
                    <a:pt x="15750" y="3630"/>
                  </a:moveTo>
                  <a:lnTo>
                    <a:pt x="15750" y="5305"/>
                  </a:lnTo>
                  <a:lnTo>
                    <a:pt x="16309" y="5305"/>
                  </a:lnTo>
                  <a:lnTo>
                    <a:pt x="16309" y="3630"/>
                  </a:lnTo>
                  <a:close/>
                  <a:moveTo>
                    <a:pt x="1" y="14820"/>
                  </a:moveTo>
                  <a:lnTo>
                    <a:pt x="1" y="15378"/>
                  </a:lnTo>
                  <a:lnTo>
                    <a:pt x="559" y="15378"/>
                  </a:lnTo>
                  <a:lnTo>
                    <a:pt x="559" y="1482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119"/>
            <p:cNvSpPr/>
            <p:nvPr/>
          </p:nvSpPr>
          <p:spPr>
            <a:xfrm>
              <a:off x="6182425" y="4115700"/>
              <a:ext cx="477500" cy="440275"/>
            </a:xfrm>
            <a:custGeom>
              <a:avLst/>
              <a:gdLst/>
              <a:ahLst/>
              <a:cxnLst/>
              <a:rect l="l" t="t" r="r" b="b"/>
              <a:pathLst>
                <a:path w="19100" h="17611" extrusionOk="0">
                  <a:moveTo>
                    <a:pt x="5490" y="5583"/>
                  </a:moveTo>
                  <a:cubicBezTo>
                    <a:pt x="5653" y="5583"/>
                    <a:pt x="5793" y="5700"/>
                    <a:pt x="5793" y="5862"/>
                  </a:cubicBezTo>
                  <a:lnTo>
                    <a:pt x="5793" y="6165"/>
                  </a:lnTo>
                  <a:lnTo>
                    <a:pt x="4653" y="6165"/>
                  </a:lnTo>
                  <a:lnTo>
                    <a:pt x="4653" y="5862"/>
                  </a:lnTo>
                  <a:cubicBezTo>
                    <a:pt x="4653" y="5700"/>
                    <a:pt x="4769" y="5583"/>
                    <a:pt x="4932" y="5583"/>
                  </a:cubicBezTo>
                  <a:close/>
                  <a:moveTo>
                    <a:pt x="6049" y="6700"/>
                  </a:moveTo>
                  <a:cubicBezTo>
                    <a:pt x="6188" y="6700"/>
                    <a:pt x="6328" y="6840"/>
                    <a:pt x="6328" y="7002"/>
                  </a:cubicBezTo>
                  <a:lnTo>
                    <a:pt x="6328" y="7282"/>
                  </a:lnTo>
                  <a:lnTo>
                    <a:pt x="5095" y="7282"/>
                  </a:lnTo>
                  <a:lnTo>
                    <a:pt x="4071" y="7886"/>
                  </a:lnTo>
                  <a:lnTo>
                    <a:pt x="4071" y="6979"/>
                  </a:lnTo>
                  <a:cubicBezTo>
                    <a:pt x="4071" y="6816"/>
                    <a:pt x="4188" y="6700"/>
                    <a:pt x="4351" y="6700"/>
                  </a:cubicBezTo>
                  <a:close/>
                  <a:moveTo>
                    <a:pt x="6305" y="7840"/>
                  </a:moveTo>
                  <a:lnTo>
                    <a:pt x="6305" y="9119"/>
                  </a:lnTo>
                  <a:lnTo>
                    <a:pt x="5607" y="10073"/>
                  </a:lnTo>
                  <a:lnTo>
                    <a:pt x="4769" y="10073"/>
                  </a:lnTo>
                  <a:lnTo>
                    <a:pt x="4071" y="9119"/>
                  </a:lnTo>
                  <a:lnTo>
                    <a:pt x="4071" y="8538"/>
                  </a:lnTo>
                  <a:lnTo>
                    <a:pt x="5235" y="7840"/>
                  </a:lnTo>
                  <a:close/>
                  <a:moveTo>
                    <a:pt x="5723" y="10608"/>
                  </a:moveTo>
                  <a:lnTo>
                    <a:pt x="6421" y="10864"/>
                  </a:lnTo>
                  <a:lnTo>
                    <a:pt x="5211" y="11795"/>
                  </a:lnTo>
                  <a:lnTo>
                    <a:pt x="3978" y="10864"/>
                  </a:lnTo>
                  <a:lnTo>
                    <a:pt x="4676" y="10608"/>
                  </a:lnTo>
                  <a:close/>
                  <a:moveTo>
                    <a:pt x="7049" y="11074"/>
                  </a:moveTo>
                  <a:lnTo>
                    <a:pt x="7980" y="11399"/>
                  </a:lnTo>
                  <a:lnTo>
                    <a:pt x="7980" y="13726"/>
                  </a:lnTo>
                  <a:lnTo>
                    <a:pt x="7142" y="13726"/>
                  </a:lnTo>
                  <a:lnTo>
                    <a:pt x="7142" y="12679"/>
                  </a:lnTo>
                  <a:lnTo>
                    <a:pt x="6607" y="12679"/>
                  </a:lnTo>
                  <a:lnTo>
                    <a:pt x="6607" y="13726"/>
                  </a:lnTo>
                  <a:lnTo>
                    <a:pt x="3792" y="13726"/>
                  </a:lnTo>
                  <a:lnTo>
                    <a:pt x="3792" y="12679"/>
                  </a:lnTo>
                  <a:lnTo>
                    <a:pt x="3234" y="12679"/>
                  </a:lnTo>
                  <a:lnTo>
                    <a:pt x="3234" y="13726"/>
                  </a:lnTo>
                  <a:lnTo>
                    <a:pt x="2396" y="13726"/>
                  </a:lnTo>
                  <a:lnTo>
                    <a:pt x="2396" y="11399"/>
                  </a:lnTo>
                  <a:lnTo>
                    <a:pt x="3327" y="11074"/>
                  </a:lnTo>
                  <a:lnTo>
                    <a:pt x="5188" y="12516"/>
                  </a:lnTo>
                  <a:lnTo>
                    <a:pt x="7049" y="11074"/>
                  </a:lnTo>
                  <a:close/>
                  <a:moveTo>
                    <a:pt x="18006" y="14261"/>
                  </a:moveTo>
                  <a:lnTo>
                    <a:pt x="18006" y="14819"/>
                  </a:lnTo>
                  <a:lnTo>
                    <a:pt x="9864" y="14819"/>
                  </a:lnTo>
                  <a:lnTo>
                    <a:pt x="9864" y="15377"/>
                  </a:lnTo>
                  <a:lnTo>
                    <a:pt x="11167" y="15377"/>
                  </a:lnTo>
                  <a:lnTo>
                    <a:pt x="11004" y="15936"/>
                  </a:lnTo>
                  <a:lnTo>
                    <a:pt x="8096" y="15936"/>
                  </a:lnTo>
                  <a:lnTo>
                    <a:pt x="7956" y="15377"/>
                  </a:lnTo>
                  <a:lnTo>
                    <a:pt x="9282" y="15377"/>
                  </a:lnTo>
                  <a:lnTo>
                    <a:pt x="9282" y="14819"/>
                  </a:lnTo>
                  <a:lnTo>
                    <a:pt x="1140" y="14819"/>
                  </a:lnTo>
                  <a:lnTo>
                    <a:pt x="1140" y="14261"/>
                  </a:lnTo>
                  <a:close/>
                  <a:moveTo>
                    <a:pt x="9306" y="0"/>
                  </a:moveTo>
                  <a:cubicBezTo>
                    <a:pt x="8840" y="0"/>
                    <a:pt x="8468" y="372"/>
                    <a:pt x="8468" y="838"/>
                  </a:cubicBezTo>
                  <a:lnTo>
                    <a:pt x="8468" y="2512"/>
                  </a:lnTo>
                  <a:lnTo>
                    <a:pt x="582" y="2512"/>
                  </a:lnTo>
                  <a:lnTo>
                    <a:pt x="582" y="4746"/>
                  </a:lnTo>
                  <a:lnTo>
                    <a:pt x="1140" y="4746"/>
                  </a:lnTo>
                  <a:lnTo>
                    <a:pt x="1140" y="3071"/>
                  </a:lnTo>
                  <a:lnTo>
                    <a:pt x="8491" y="3071"/>
                  </a:lnTo>
                  <a:lnTo>
                    <a:pt x="8491" y="9445"/>
                  </a:lnTo>
                  <a:lnTo>
                    <a:pt x="11074" y="7817"/>
                  </a:lnTo>
                  <a:lnTo>
                    <a:pt x="13516" y="7817"/>
                  </a:lnTo>
                  <a:lnTo>
                    <a:pt x="13516" y="7258"/>
                  </a:lnTo>
                  <a:lnTo>
                    <a:pt x="10911" y="7258"/>
                  </a:lnTo>
                  <a:lnTo>
                    <a:pt x="9050" y="8421"/>
                  </a:lnTo>
                  <a:lnTo>
                    <a:pt x="9050" y="838"/>
                  </a:lnTo>
                  <a:cubicBezTo>
                    <a:pt x="9050" y="675"/>
                    <a:pt x="9166" y="535"/>
                    <a:pt x="9329" y="535"/>
                  </a:cubicBezTo>
                  <a:lnTo>
                    <a:pt x="15494" y="535"/>
                  </a:lnTo>
                  <a:cubicBezTo>
                    <a:pt x="15657" y="535"/>
                    <a:pt x="15773" y="675"/>
                    <a:pt x="15773" y="838"/>
                  </a:cubicBezTo>
                  <a:lnTo>
                    <a:pt x="15773" y="6979"/>
                  </a:lnTo>
                  <a:cubicBezTo>
                    <a:pt x="15773" y="7142"/>
                    <a:pt x="15657" y="7282"/>
                    <a:pt x="15494" y="7282"/>
                  </a:cubicBezTo>
                  <a:lnTo>
                    <a:pt x="14098" y="7282"/>
                  </a:lnTo>
                  <a:lnTo>
                    <a:pt x="14098" y="7840"/>
                  </a:lnTo>
                  <a:lnTo>
                    <a:pt x="15494" y="7840"/>
                  </a:lnTo>
                  <a:cubicBezTo>
                    <a:pt x="15959" y="7840"/>
                    <a:pt x="16331" y="7444"/>
                    <a:pt x="16331" y="7002"/>
                  </a:cubicBezTo>
                  <a:lnTo>
                    <a:pt x="16331" y="3071"/>
                  </a:lnTo>
                  <a:lnTo>
                    <a:pt x="18006" y="3071"/>
                  </a:lnTo>
                  <a:lnTo>
                    <a:pt x="18006" y="13702"/>
                  </a:lnTo>
                  <a:lnTo>
                    <a:pt x="8561" y="13702"/>
                  </a:lnTo>
                  <a:lnTo>
                    <a:pt x="8561" y="10980"/>
                  </a:lnTo>
                  <a:lnTo>
                    <a:pt x="6235" y="10190"/>
                  </a:lnTo>
                  <a:lnTo>
                    <a:pt x="6886" y="9329"/>
                  </a:lnTo>
                  <a:lnTo>
                    <a:pt x="6886" y="7002"/>
                  </a:lnTo>
                  <a:cubicBezTo>
                    <a:pt x="6886" y="6630"/>
                    <a:pt x="6677" y="6328"/>
                    <a:pt x="6328" y="6211"/>
                  </a:cubicBezTo>
                  <a:lnTo>
                    <a:pt x="6328" y="5886"/>
                  </a:lnTo>
                  <a:cubicBezTo>
                    <a:pt x="6328" y="5420"/>
                    <a:pt x="5956" y="5048"/>
                    <a:pt x="5490" y="5048"/>
                  </a:cubicBezTo>
                  <a:lnTo>
                    <a:pt x="4932" y="5048"/>
                  </a:lnTo>
                  <a:cubicBezTo>
                    <a:pt x="4467" y="5048"/>
                    <a:pt x="4095" y="5420"/>
                    <a:pt x="4095" y="5886"/>
                  </a:cubicBezTo>
                  <a:lnTo>
                    <a:pt x="4095" y="6211"/>
                  </a:lnTo>
                  <a:cubicBezTo>
                    <a:pt x="3769" y="6328"/>
                    <a:pt x="3536" y="6630"/>
                    <a:pt x="3536" y="7002"/>
                  </a:cubicBezTo>
                  <a:lnTo>
                    <a:pt x="3536" y="9329"/>
                  </a:lnTo>
                  <a:lnTo>
                    <a:pt x="4211" y="10190"/>
                  </a:lnTo>
                  <a:lnTo>
                    <a:pt x="1885" y="10980"/>
                  </a:lnTo>
                  <a:lnTo>
                    <a:pt x="1885" y="13702"/>
                  </a:lnTo>
                  <a:lnTo>
                    <a:pt x="1163" y="13702"/>
                  </a:lnTo>
                  <a:lnTo>
                    <a:pt x="1163" y="5304"/>
                  </a:lnTo>
                  <a:lnTo>
                    <a:pt x="582" y="5304"/>
                  </a:lnTo>
                  <a:lnTo>
                    <a:pt x="582" y="14819"/>
                  </a:lnTo>
                  <a:lnTo>
                    <a:pt x="0" y="14819"/>
                  </a:lnTo>
                  <a:lnTo>
                    <a:pt x="0" y="16773"/>
                  </a:lnTo>
                  <a:cubicBezTo>
                    <a:pt x="0" y="17238"/>
                    <a:pt x="372" y="17611"/>
                    <a:pt x="838" y="17611"/>
                  </a:cubicBezTo>
                  <a:lnTo>
                    <a:pt x="15727" y="17611"/>
                  </a:lnTo>
                  <a:lnTo>
                    <a:pt x="15727" y="17052"/>
                  </a:lnTo>
                  <a:lnTo>
                    <a:pt x="838" y="17052"/>
                  </a:lnTo>
                  <a:cubicBezTo>
                    <a:pt x="675" y="17052"/>
                    <a:pt x="558" y="16913"/>
                    <a:pt x="558" y="16773"/>
                  </a:cubicBezTo>
                  <a:lnTo>
                    <a:pt x="558" y="15354"/>
                  </a:lnTo>
                  <a:lnTo>
                    <a:pt x="7375" y="15354"/>
                  </a:lnTo>
                  <a:lnTo>
                    <a:pt x="7654" y="16494"/>
                  </a:lnTo>
                  <a:lnTo>
                    <a:pt x="11446" y="16494"/>
                  </a:lnTo>
                  <a:lnTo>
                    <a:pt x="11725" y="15354"/>
                  </a:lnTo>
                  <a:lnTo>
                    <a:pt x="18541" y="15354"/>
                  </a:lnTo>
                  <a:lnTo>
                    <a:pt x="18541" y="16773"/>
                  </a:lnTo>
                  <a:cubicBezTo>
                    <a:pt x="18541" y="16913"/>
                    <a:pt x="18402" y="17052"/>
                    <a:pt x="18239" y="17052"/>
                  </a:cubicBezTo>
                  <a:lnTo>
                    <a:pt x="16285" y="17052"/>
                  </a:lnTo>
                  <a:lnTo>
                    <a:pt x="16285" y="17611"/>
                  </a:lnTo>
                  <a:lnTo>
                    <a:pt x="18239" y="17611"/>
                  </a:lnTo>
                  <a:cubicBezTo>
                    <a:pt x="18704" y="17611"/>
                    <a:pt x="19100" y="17238"/>
                    <a:pt x="19077" y="16773"/>
                  </a:cubicBezTo>
                  <a:lnTo>
                    <a:pt x="19077" y="14819"/>
                  </a:lnTo>
                  <a:lnTo>
                    <a:pt x="18541" y="14819"/>
                  </a:lnTo>
                  <a:lnTo>
                    <a:pt x="18541" y="2512"/>
                  </a:lnTo>
                  <a:lnTo>
                    <a:pt x="16308" y="2512"/>
                  </a:lnTo>
                  <a:lnTo>
                    <a:pt x="16308" y="838"/>
                  </a:lnTo>
                  <a:cubicBezTo>
                    <a:pt x="16308" y="372"/>
                    <a:pt x="15936" y="0"/>
                    <a:pt x="154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119"/>
            <p:cNvSpPr/>
            <p:nvPr/>
          </p:nvSpPr>
          <p:spPr>
            <a:xfrm>
              <a:off x="6463900" y="4164550"/>
              <a:ext cx="70400" cy="13975"/>
            </a:xfrm>
            <a:custGeom>
              <a:avLst/>
              <a:gdLst/>
              <a:ahLst/>
              <a:cxnLst/>
              <a:rect l="l" t="t" r="r" b="b"/>
              <a:pathLst>
                <a:path w="2816" h="559" extrusionOk="0">
                  <a:moveTo>
                    <a:pt x="1" y="0"/>
                  </a:moveTo>
                  <a:lnTo>
                    <a:pt x="1" y="558"/>
                  </a:lnTo>
                  <a:lnTo>
                    <a:pt x="2816" y="558"/>
                  </a:lnTo>
                  <a:lnTo>
                    <a:pt x="281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119"/>
            <p:cNvSpPr/>
            <p:nvPr/>
          </p:nvSpPr>
          <p:spPr>
            <a:xfrm>
              <a:off x="6449950" y="4192450"/>
              <a:ext cx="56450" cy="14000"/>
            </a:xfrm>
            <a:custGeom>
              <a:avLst/>
              <a:gdLst/>
              <a:ahLst/>
              <a:cxnLst/>
              <a:rect l="l" t="t" r="r" b="b"/>
              <a:pathLst>
                <a:path w="2258" h="560" extrusionOk="0">
                  <a:moveTo>
                    <a:pt x="1" y="1"/>
                  </a:moveTo>
                  <a:lnTo>
                    <a:pt x="1" y="559"/>
                  </a:lnTo>
                  <a:lnTo>
                    <a:pt x="2257" y="559"/>
                  </a:lnTo>
                  <a:lnTo>
                    <a:pt x="225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119"/>
            <p:cNvSpPr/>
            <p:nvPr/>
          </p:nvSpPr>
          <p:spPr>
            <a:xfrm>
              <a:off x="6519750" y="4192450"/>
              <a:ext cx="13975" cy="14000"/>
            </a:xfrm>
            <a:custGeom>
              <a:avLst/>
              <a:gdLst/>
              <a:ahLst/>
              <a:cxnLst/>
              <a:rect l="l" t="t" r="r" b="b"/>
              <a:pathLst>
                <a:path w="559" h="560" extrusionOk="0">
                  <a:moveTo>
                    <a:pt x="0" y="1"/>
                  </a:moveTo>
                  <a:lnTo>
                    <a:pt x="0"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119"/>
            <p:cNvSpPr/>
            <p:nvPr/>
          </p:nvSpPr>
          <p:spPr>
            <a:xfrm>
              <a:off x="6449950" y="4220375"/>
              <a:ext cx="84350" cy="13975"/>
            </a:xfrm>
            <a:custGeom>
              <a:avLst/>
              <a:gdLst/>
              <a:ahLst/>
              <a:cxnLst/>
              <a:rect l="l" t="t" r="r" b="b"/>
              <a:pathLst>
                <a:path w="3374" h="559" extrusionOk="0">
                  <a:moveTo>
                    <a:pt x="1" y="0"/>
                  </a:moveTo>
                  <a:lnTo>
                    <a:pt x="1" y="559"/>
                  </a:lnTo>
                  <a:lnTo>
                    <a:pt x="3374" y="559"/>
                  </a:lnTo>
                  <a:lnTo>
                    <a:pt x="337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119"/>
            <p:cNvSpPr/>
            <p:nvPr/>
          </p:nvSpPr>
          <p:spPr>
            <a:xfrm>
              <a:off x="6449950" y="4248300"/>
              <a:ext cx="13975" cy="13975"/>
            </a:xfrm>
            <a:custGeom>
              <a:avLst/>
              <a:gdLst/>
              <a:ahLst/>
              <a:cxnLst/>
              <a:rect l="l" t="t" r="r" b="b"/>
              <a:pathLst>
                <a:path w="559" h="559" extrusionOk="0">
                  <a:moveTo>
                    <a:pt x="1" y="0"/>
                  </a:moveTo>
                  <a:lnTo>
                    <a:pt x="1" y="558"/>
                  </a:lnTo>
                  <a:lnTo>
                    <a:pt x="559" y="558"/>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119"/>
            <p:cNvSpPr/>
            <p:nvPr/>
          </p:nvSpPr>
          <p:spPr>
            <a:xfrm>
              <a:off x="6477875" y="4248300"/>
              <a:ext cx="55850" cy="13975"/>
            </a:xfrm>
            <a:custGeom>
              <a:avLst/>
              <a:gdLst/>
              <a:ahLst/>
              <a:cxnLst/>
              <a:rect l="l" t="t" r="r" b="b"/>
              <a:pathLst>
                <a:path w="2234" h="559" extrusionOk="0">
                  <a:moveTo>
                    <a:pt x="0" y="0"/>
                  </a:moveTo>
                  <a:lnTo>
                    <a:pt x="0" y="558"/>
                  </a:lnTo>
                  <a:lnTo>
                    <a:pt x="2234" y="558"/>
                  </a:lnTo>
                  <a:lnTo>
                    <a:pt x="223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119"/>
            <p:cNvSpPr/>
            <p:nvPr/>
          </p:nvSpPr>
          <p:spPr>
            <a:xfrm>
              <a:off x="6433675" y="4365775"/>
              <a:ext cx="39575" cy="39000"/>
            </a:xfrm>
            <a:custGeom>
              <a:avLst/>
              <a:gdLst/>
              <a:ahLst/>
              <a:cxnLst/>
              <a:rect l="l" t="t" r="r" b="b"/>
              <a:pathLst>
                <a:path w="1583" h="1560" extrusionOk="0">
                  <a:moveTo>
                    <a:pt x="419" y="0"/>
                  </a:moveTo>
                  <a:lnTo>
                    <a:pt x="23" y="396"/>
                  </a:lnTo>
                  <a:lnTo>
                    <a:pt x="419" y="791"/>
                  </a:lnTo>
                  <a:lnTo>
                    <a:pt x="0" y="1164"/>
                  </a:lnTo>
                  <a:lnTo>
                    <a:pt x="419" y="1559"/>
                  </a:lnTo>
                  <a:lnTo>
                    <a:pt x="814" y="1164"/>
                  </a:lnTo>
                  <a:lnTo>
                    <a:pt x="1210" y="1559"/>
                  </a:lnTo>
                  <a:lnTo>
                    <a:pt x="1582" y="1164"/>
                  </a:lnTo>
                  <a:lnTo>
                    <a:pt x="1187" y="768"/>
                  </a:lnTo>
                  <a:lnTo>
                    <a:pt x="1582" y="373"/>
                  </a:lnTo>
                  <a:lnTo>
                    <a:pt x="1187" y="0"/>
                  </a:lnTo>
                  <a:lnTo>
                    <a:pt x="791" y="396"/>
                  </a:lnTo>
                  <a:lnTo>
                    <a:pt x="41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119"/>
            <p:cNvSpPr/>
            <p:nvPr/>
          </p:nvSpPr>
          <p:spPr>
            <a:xfrm>
              <a:off x="6488325" y="4377975"/>
              <a:ext cx="21550" cy="14000"/>
            </a:xfrm>
            <a:custGeom>
              <a:avLst/>
              <a:gdLst/>
              <a:ahLst/>
              <a:cxnLst/>
              <a:rect l="l" t="t" r="r" b="b"/>
              <a:pathLst>
                <a:path w="862" h="560" extrusionOk="0">
                  <a:moveTo>
                    <a:pt x="1" y="1"/>
                  </a:moveTo>
                  <a:lnTo>
                    <a:pt x="1" y="559"/>
                  </a:lnTo>
                  <a:lnTo>
                    <a:pt x="862" y="559"/>
                  </a:lnTo>
                  <a:lnTo>
                    <a:pt x="86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119"/>
            <p:cNvSpPr/>
            <p:nvPr/>
          </p:nvSpPr>
          <p:spPr>
            <a:xfrm>
              <a:off x="6524975" y="4362275"/>
              <a:ext cx="39575" cy="40750"/>
            </a:xfrm>
            <a:custGeom>
              <a:avLst/>
              <a:gdLst/>
              <a:ahLst/>
              <a:cxnLst/>
              <a:rect l="l" t="t" r="r" b="b"/>
              <a:pathLst>
                <a:path w="1583" h="1630" extrusionOk="0">
                  <a:moveTo>
                    <a:pt x="396" y="1"/>
                  </a:moveTo>
                  <a:lnTo>
                    <a:pt x="1" y="396"/>
                  </a:lnTo>
                  <a:lnTo>
                    <a:pt x="512" y="908"/>
                  </a:lnTo>
                  <a:lnTo>
                    <a:pt x="512" y="1629"/>
                  </a:lnTo>
                  <a:lnTo>
                    <a:pt x="1071" y="1629"/>
                  </a:lnTo>
                  <a:lnTo>
                    <a:pt x="1071" y="908"/>
                  </a:lnTo>
                  <a:lnTo>
                    <a:pt x="1583" y="396"/>
                  </a:lnTo>
                  <a:lnTo>
                    <a:pt x="1187" y="1"/>
                  </a:lnTo>
                  <a:lnTo>
                    <a:pt x="792" y="396"/>
                  </a:lnTo>
                  <a:lnTo>
                    <a:pt x="39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6" name="Google Shape;5696;p119"/>
          <p:cNvGrpSpPr/>
          <p:nvPr/>
        </p:nvGrpSpPr>
        <p:grpSpPr>
          <a:xfrm>
            <a:off x="6164375" y="3370675"/>
            <a:ext cx="513275" cy="486950"/>
            <a:chOff x="6164375" y="3370675"/>
            <a:chExt cx="513275" cy="486950"/>
          </a:xfrm>
        </p:grpSpPr>
        <p:sp>
          <p:nvSpPr>
            <p:cNvPr id="5697" name="Google Shape;5697;p119"/>
            <p:cNvSpPr/>
            <p:nvPr/>
          </p:nvSpPr>
          <p:spPr>
            <a:xfrm>
              <a:off x="6189400" y="3455575"/>
              <a:ext cx="479825" cy="394925"/>
            </a:xfrm>
            <a:custGeom>
              <a:avLst/>
              <a:gdLst/>
              <a:ahLst/>
              <a:cxnLst/>
              <a:rect l="l" t="t" r="r" b="b"/>
              <a:pathLst>
                <a:path w="19193" h="15797" extrusionOk="0">
                  <a:moveTo>
                    <a:pt x="1978" y="4560"/>
                  </a:moveTo>
                  <a:cubicBezTo>
                    <a:pt x="3699" y="4560"/>
                    <a:pt x="4583" y="2467"/>
                    <a:pt x="3350" y="1234"/>
                  </a:cubicBezTo>
                  <a:cubicBezTo>
                    <a:pt x="2117" y="1"/>
                    <a:pt x="0" y="861"/>
                    <a:pt x="0" y="2606"/>
                  </a:cubicBezTo>
                  <a:cubicBezTo>
                    <a:pt x="0" y="3700"/>
                    <a:pt x="884" y="4560"/>
                    <a:pt x="1978" y="4560"/>
                  </a:cubicBezTo>
                  <a:close/>
                  <a:moveTo>
                    <a:pt x="16587" y="4560"/>
                  </a:moveTo>
                  <a:cubicBezTo>
                    <a:pt x="18332" y="4560"/>
                    <a:pt x="19193" y="2467"/>
                    <a:pt x="17960" y="1234"/>
                  </a:cubicBezTo>
                  <a:cubicBezTo>
                    <a:pt x="16727" y="1"/>
                    <a:pt x="14633" y="861"/>
                    <a:pt x="14633" y="2606"/>
                  </a:cubicBezTo>
                  <a:cubicBezTo>
                    <a:pt x="14633" y="3700"/>
                    <a:pt x="15494" y="4560"/>
                    <a:pt x="16587" y="4560"/>
                  </a:cubicBezTo>
                  <a:close/>
                  <a:moveTo>
                    <a:pt x="9283" y="15797"/>
                  </a:moveTo>
                  <a:cubicBezTo>
                    <a:pt x="11027" y="15797"/>
                    <a:pt x="11888" y="13680"/>
                    <a:pt x="10655" y="12447"/>
                  </a:cubicBezTo>
                  <a:cubicBezTo>
                    <a:pt x="9422" y="11214"/>
                    <a:pt x="7328" y="12098"/>
                    <a:pt x="7328" y="13843"/>
                  </a:cubicBezTo>
                  <a:cubicBezTo>
                    <a:pt x="7328" y="14913"/>
                    <a:pt x="8189" y="15797"/>
                    <a:pt x="9283" y="15797"/>
                  </a:cubicBezTo>
                  <a:close/>
                  <a:moveTo>
                    <a:pt x="9283" y="15797"/>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119"/>
            <p:cNvSpPr/>
            <p:nvPr/>
          </p:nvSpPr>
          <p:spPr>
            <a:xfrm>
              <a:off x="6189400" y="3466625"/>
              <a:ext cx="425175" cy="389700"/>
            </a:xfrm>
            <a:custGeom>
              <a:avLst/>
              <a:gdLst/>
              <a:ahLst/>
              <a:cxnLst/>
              <a:rect l="l" t="t" r="r" b="b"/>
              <a:pathLst>
                <a:path w="17007" h="15588" extrusionOk="0">
                  <a:moveTo>
                    <a:pt x="2397" y="4095"/>
                  </a:moveTo>
                  <a:cubicBezTo>
                    <a:pt x="349" y="3630"/>
                    <a:pt x="349" y="699"/>
                    <a:pt x="2397" y="257"/>
                  </a:cubicBezTo>
                  <a:cubicBezTo>
                    <a:pt x="1164" y="1"/>
                    <a:pt x="0" y="931"/>
                    <a:pt x="0" y="2164"/>
                  </a:cubicBezTo>
                  <a:cubicBezTo>
                    <a:pt x="0" y="3420"/>
                    <a:pt x="1164" y="4351"/>
                    <a:pt x="2397" y="4095"/>
                  </a:cubicBezTo>
                  <a:close/>
                  <a:moveTo>
                    <a:pt x="17006" y="4095"/>
                  </a:moveTo>
                  <a:cubicBezTo>
                    <a:pt x="14959" y="3630"/>
                    <a:pt x="14959" y="699"/>
                    <a:pt x="17006" y="257"/>
                  </a:cubicBezTo>
                  <a:cubicBezTo>
                    <a:pt x="15773" y="1"/>
                    <a:pt x="14633" y="931"/>
                    <a:pt x="14633" y="2164"/>
                  </a:cubicBezTo>
                  <a:cubicBezTo>
                    <a:pt x="14633" y="3420"/>
                    <a:pt x="15773" y="4351"/>
                    <a:pt x="17006" y="4095"/>
                  </a:cubicBezTo>
                  <a:close/>
                  <a:moveTo>
                    <a:pt x="9701" y="15308"/>
                  </a:moveTo>
                  <a:cubicBezTo>
                    <a:pt x="7654" y="14866"/>
                    <a:pt x="7654" y="11935"/>
                    <a:pt x="9701" y="11493"/>
                  </a:cubicBezTo>
                  <a:cubicBezTo>
                    <a:pt x="8468" y="11237"/>
                    <a:pt x="7328" y="12144"/>
                    <a:pt x="7328" y="13401"/>
                  </a:cubicBezTo>
                  <a:cubicBezTo>
                    <a:pt x="7328" y="14657"/>
                    <a:pt x="8468" y="15587"/>
                    <a:pt x="9701" y="15308"/>
                  </a:cubicBezTo>
                  <a:close/>
                  <a:moveTo>
                    <a:pt x="9701" y="15308"/>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119"/>
            <p:cNvSpPr/>
            <p:nvPr/>
          </p:nvSpPr>
          <p:spPr>
            <a:xfrm>
              <a:off x="6355725" y="3569575"/>
              <a:ext cx="114600" cy="114600"/>
            </a:xfrm>
            <a:custGeom>
              <a:avLst/>
              <a:gdLst/>
              <a:ahLst/>
              <a:cxnLst/>
              <a:rect l="l" t="t" r="r" b="b"/>
              <a:pathLst>
                <a:path w="4584" h="4584" extrusionOk="0">
                  <a:moveTo>
                    <a:pt x="4584" y="1978"/>
                  </a:moveTo>
                  <a:cubicBezTo>
                    <a:pt x="4584" y="3699"/>
                    <a:pt x="2467" y="4583"/>
                    <a:pt x="1234" y="3350"/>
                  </a:cubicBezTo>
                  <a:cubicBezTo>
                    <a:pt x="1" y="2117"/>
                    <a:pt x="885" y="0"/>
                    <a:pt x="2630" y="0"/>
                  </a:cubicBezTo>
                  <a:cubicBezTo>
                    <a:pt x="3700" y="0"/>
                    <a:pt x="4584" y="884"/>
                    <a:pt x="4584" y="1978"/>
                  </a:cubicBezTo>
                  <a:close/>
                  <a:moveTo>
                    <a:pt x="4584" y="1978"/>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119"/>
            <p:cNvSpPr/>
            <p:nvPr/>
          </p:nvSpPr>
          <p:spPr>
            <a:xfrm>
              <a:off x="6372600" y="3564325"/>
              <a:ext cx="59350" cy="108800"/>
            </a:xfrm>
            <a:custGeom>
              <a:avLst/>
              <a:gdLst/>
              <a:ahLst/>
              <a:cxnLst/>
              <a:rect l="l" t="t" r="r" b="b"/>
              <a:pathLst>
                <a:path w="2374" h="4352" extrusionOk="0">
                  <a:moveTo>
                    <a:pt x="2373" y="4095"/>
                  </a:moveTo>
                  <a:cubicBezTo>
                    <a:pt x="326" y="3653"/>
                    <a:pt x="326" y="722"/>
                    <a:pt x="2373" y="257"/>
                  </a:cubicBezTo>
                  <a:cubicBezTo>
                    <a:pt x="1140" y="1"/>
                    <a:pt x="0" y="932"/>
                    <a:pt x="0" y="2188"/>
                  </a:cubicBezTo>
                  <a:cubicBezTo>
                    <a:pt x="0" y="3421"/>
                    <a:pt x="1140" y="4351"/>
                    <a:pt x="2373" y="4095"/>
                  </a:cubicBezTo>
                  <a:close/>
                  <a:moveTo>
                    <a:pt x="2373" y="4095"/>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119"/>
            <p:cNvSpPr/>
            <p:nvPr/>
          </p:nvSpPr>
          <p:spPr>
            <a:xfrm>
              <a:off x="6189400" y="3370675"/>
              <a:ext cx="479825" cy="394925"/>
            </a:xfrm>
            <a:custGeom>
              <a:avLst/>
              <a:gdLst/>
              <a:ahLst/>
              <a:cxnLst/>
              <a:rect l="l" t="t" r="r" b="b"/>
              <a:pathLst>
                <a:path w="19193" h="15797" extrusionOk="0">
                  <a:moveTo>
                    <a:pt x="9283" y="4583"/>
                  </a:moveTo>
                  <a:cubicBezTo>
                    <a:pt x="11027" y="4583"/>
                    <a:pt x="11888" y="2466"/>
                    <a:pt x="10655" y="1233"/>
                  </a:cubicBezTo>
                  <a:cubicBezTo>
                    <a:pt x="9422" y="0"/>
                    <a:pt x="7328" y="861"/>
                    <a:pt x="7328" y="2606"/>
                  </a:cubicBezTo>
                  <a:cubicBezTo>
                    <a:pt x="7328" y="3699"/>
                    <a:pt x="8189" y="4583"/>
                    <a:pt x="9283" y="4583"/>
                  </a:cubicBezTo>
                  <a:close/>
                  <a:moveTo>
                    <a:pt x="16587" y="15796"/>
                  </a:moveTo>
                  <a:cubicBezTo>
                    <a:pt x="18332" y="15796"/>
                    <a:pt x="19193" y="13679"/>
                    <a:pt x="17960" y="12446"/>
                  </a:cubicBezTo>
                  <a:cubicBezTo>
                    <a:pt x="16727" y="11213"/>
                    <a:pt x="14633" y="12097"/>
                    <a:pt x="14633" y="13842"/>
                  </a:cubicBezTo>
                  <a:cubicBezTo>
                    <a:pt x="14633" y="14912"/>
                    <a:pt x="15494" y="15796"/>
                    <a:pt x="16587" y="15796"/>
                  </a:cubicBezTo>
                  <a:close/>
                  <a:moveTo>
                    <a:pt x="1978" y="15796"/>
                  </a:moveTo>
                  <a:cubicBezTo>
                    <a:pt x="3699" y="15796"/>
                    <a:pt x="4583" y="13679"/>
                    <a:pt x="3350" y="12446"/>
                  </a:cubicBezTo>
                  <a:cubicBezTo>
                    <a:pt x="2117" y="11213"/>
                    <a:pt x="0" y="12097"/>
                    <a:pt x="0" y="13842"/>
                  </a:cubicBezTo>
                  <a:cubicBezTo>
                    <a:pt x="0" y="14912"/>
                    <a:pt x="884" y="15796"/>
                    <a:pt x="1978" y="15796"/>
                  </a:cubicBezTo>
                  <a:close/>
                  <a:moveTo>
                    <a:pt x="1978" y="15796"/>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119"/>
            <p:cNvSpPr/>
            <p:nvPr/>
          </p:nvSpPr>
          <p:spPr>
            <a:xfrm>
              <a:off x="6189400" y="3381725"/>
              <a:ext cx="425175" cy="389675"/>
            </a:xfrm>
            <a:custGeom>
              <a:avLst/>
              <a:gdLst/>
              <a:ahLst/>
              <a:cxnLst/>
              <a:rect l="l" t="t" r="r" b="b"/>
              <a:pathLst>
                <a:path w="17007" h="15587" extrusionOk="0">
                  <a:moveTo>
                    <a:pt x="9701" y="4095"/>
                  </a:moveTo>
                  <a:cubicBezTo>
                    <a:pt x="7654" y="3653"/>
                    <a:pt x="7654" y="698"/>
                    <a:pt x="9701" y="256"/>
                  </a:cubicBezTo>
                  <a:cubicBezTo>
                    <a:pt x="8468" y="0"/>
                    <a:pt x="7328" y="931"/>
                    <a:pt x="7328" y="2164"/>
                  </a:cubicBezTo>
                  <a:cubicBezTo>
                    <a:pt x="7328" y="3420"/>
                    <a:pt x="8468" y="4350"/>
                    <a:pt x="9701" y="4095"/>
                  </a:cubicBezTo>
                  <a:close/>
                  <a:moveTo>
                    <a:pt x="17006" y="15308"/>
                  </a:moveTo>
                  <a:cubicBezTo>
                    <a:pt x="14959" y="14866"/>
                    <a:pt x="14959" y="11934"/>
                    <a:pt x="17006" y="11492"/>
                  </a:cubicBezTo>
                  <a:cubicBezTo>
                    <a:pt x="15773" y="11213"/>
                    <a:pt x="14633" y="12144"/>
                    <a:pt x="14633" y="13400"/>
                  </a:cubicBezTo>
                  <a:cubicBezTo>
                    <a:pt x="14633" y="14656"/>
                    <a:pt x="15773" y="15587"/>
                    <a:pt x="17006" y="15308"/>
                  </a:cubicBezTo>
                  <a:close/>
                  <a:moveTo>
                    <a:pt x="2397" y="15308"/>
                  </a:moveTo>
                  <a:cubicBezTo>
                    <a:pt x="349" y="14866"/>
                    <a:pt x="349" y="11934"/>
                    <a:pt x="2397" y="11492"/>
                  </a:cubicBezTo>
                  <a:cubicBezTo>
                    <a:pt x="1164" y="11213"/>
                    <a:pt x="0" y="12144"/>
                    <a:pt x="0" y="13400"/>
                  </a:cubicBezTo>
                  <a:cubicBezTo>
                    <a:pt x="0" y="14656"/>
                    <a:pt x="1164" y="15587"/>
                    <a:pt x="2397" y="15308"/>
                  </a:cubicBezTo>
                  <a:close/>
                  <a:moveTo>
                    <a:pt x="2397" y="15308"/>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119"/>
            <p:cNvSpPr/>
            <p:nvPr/>
          </p:nvSpPr>
          <p:spPr>
            <a:xfrm>
              <a:off x="6238250" y="3414875"/>
              <a:ext cx="379800" cy="379800"/>
            </a:xfrm>
            <a:custGeom>
              <a:avLst/>
              <a:gdLst/>
              <a:ahLst/>
              <a:cxnLst/>
              <a:rect l="l" t="t" r="r" b="b"/>
              <a:pathLst>
                <a:path w="15192" h="15192" extrusionOk="0">
                  <a:moveTo>
                    <a:pt x="7329" y="0"/>
                  </a:moveTo>
                  <a:lnTo>
                    <a:pt x="7329" y="559"/>
                  </a:lnTo>
                  <a:lnTo>
                    <a:pt x="7887" y="559"/>
                  </a:lnTo>
                  <a:lnTo>
                    <a:pt x="7887" y="0"/>
                  </a:lnTo>
                  <a:close/>
                  <a:moveTo>
                    <a:pt x="0" y="3397"/>
                  </a:moveTo>
                  <a:lnTo>
                    <a:pt x="0" y="3955"/>
                  </a:lnTo>
                  <a:lnTo>
                    <a:pt x="559" y="3955"/>
                  </a:lnTo>
                  <a:lnTo>
                    <a:pt x="559" y="3397"/>
                  </a:lnTo>
                  <a:close/>
                  <a:moveTo>
                    <a:pt x="14633" y="3397"/>
                  </a:moveTo>
                  <a:lnTo>
                    <a:pt x="14633" y="3955"/>
                  </a:lnTo>
                  <a:lnTo>
                    <a:pt x="15192" y="3955"/>
                  </a:lnTo>
                  <a:lnTo>
                    <a:pt x="15192" y="3397"/>
                  </a:lnTo>
                  <a:close/>
                  <a:moveTo>
                    <a:pt x="7329" y="7305"/>
                  </a:moveTo>
                  <a:lnTo>
                    <a:pt x="7329" y="7887"/>
                  </a:lnTo>
                  <a:lnTo>
                    <a:pt x="7887" y="7887"/>
                  </a:lnTo>
                  <a:lnTo>
                    <a:pt x="7887" y="7305"/>
                  </a:lnTo>
                  <a:close/>
                  <a:moveTo>
                    <a:pt x="24" y="11237"/>
                  </a:moveTo>
                  <a:lnTo>
                    <a:pt x="24" y="11795"/>
                  </a:lnTo>
                  <a:lnTo>
                    <a:pt x="582" y="11795"/>
                  </a:lnTo>
                  <a:lnTo>
                    <a:pt x="582" y="11237"/>
                  </a:lnTo>
                  <a:close/>
                  <a:moveTo>
                    <a:pt x="14633" y="11237"/>
                  </a:moveTo>
                  <a:lnTo>
                    <a:pt x="14633" y="11795"/>
                  </a:lnTo>
                  <a:lnTo>
                    <a:pt x="15192" y="11795"/>
                  </a:lnTo>
                  <a:lnTo>
                    <a:pt x="15192" y="11237"/>
                  </a:lnTo>
                  <a:close/>
                  <a:moveTo>
                    <a:pt x="7329" y="14633"/>
                  </a:moveTo>
                  <a:lnTo>
                    <a:pt x="7329" y="15191"/>
                  </a:lnTo>
                  <a:lnTo>
                    <a:pt x="7887" y="15191"/>
                  </a:lnTo>
                  <a:lnTo>
                    <a:pt x="7887" y="14633"/>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119"/>
            <p:cNvSpPr/>
            <p:nvPr/>
          </p:nvSpPr>
          <p:spPr>
            <a:xfrm>
              <a:off x="6302225" y="3379975"/>
              <a:ext cx="182075" cy="116350"/>
            </a:xfrm>
            <a:custGeom>
              <a:avLst/>
              <a:gdLst/>
              <a:ahLst/>
              <a:cxnLst/>
              <a:rect l="l" t="t" r="r" b="b"/>
              <a:pathLst>
                <a:path w="7283" h="4654" extrusionOk="0">
                  <a:moveTo>
                    <a:pt x="4746" y="0"/>
                  </a:moveTo>
                  <a:cubicBezTo>
                    <a:pt x="3234" y="0"/>
                    <a:pt x="2164" y="1466"/>
                    <a:pt x="2629" y="2908"/>
                  </a:cubicBezTo>
                  <a:lnTo>
                    <a:pt x="1" y="4118"/>
                  </a:lnTo>
                  <a:lnTo>
                    <a:pt x="233" y="4653"/>
                  </a:lnTo>
                  <a:lnTo>
                    <a:pt x="2862" y="3420"/>
                  </a:lnTo>
                  <a:cubicBezTo>
                    <a:pt x="3300" y="4078"/>
                    <a:pt x="4014" y="4432"/>
                    <a:pt x="4738" y="4432"/>
                  </a:cubicBezTo>
                  <a:cubicBezTo>
                    <a:pt x="5166" y="4432"/>
                    <a:pt x="5599" y="4308"/>
                    <a:pt x="5979" y="4048"/>
                  </a:cubicBezTo>
                  <a:cubicBezTo>
                    <a:pt x="7026" y="3327"/>
                    <a:pt x="7282" y="1908"/>
                    <a:pt x="6538" y="908"/>
                  </a:cubicBezTo>
                  <a:lnTo>
                    <a:pt x="6538" y="908"/>
                  </a:lnTo>
                  <a:lnTo>
                    <a:pt x="6096" y="1233"/>
                  </a:lnTo>
                  <a:cubicBezTo>
                    <a:pt x="6328" y="1513"/>
                    <a:pt x="6445" y="1885"/>
                    <a:pt x="6445" y="2234"/>
                  </a:cubicBezTo>
                  <a:cubicBezTo>
                    <a:pt x="6445" y="3254"/>
                    <a:pt x="5619" y="3924"/>
                    <a:pt x="4753" y="3924"/>
                  </a:cubicBezTo>
                  <a:cubicBezTo>
                    <a:pt x="4335" y="3924"/>
                    <a:pt x="3908" y="3768"/>
                    <a:pt x="3560" y="3420"/>
                  </a:cubicBezTo>
                  <a:cubicBezTo>
                    <a:pt x="2513" y="2373"/>
                    <a:pt x="3257" y="559"/>
                    <a:pt x="4746" y="559"/>
                  </a:cubicBezTo>
                  <a:cubicBezTo>
                    <a:pt x="5119" y="559"/>
                    <a:pt x="5468" y="675"/>
                    <a:pt x="5770" y="884"/>
                  </a:cubicBezTo>
                  <a:lnTo>
                    <a:pt x="6096" y="442"/>
                  </a:lnTo>
                  <a:cubicBezTo>
                    <a:pt x="5700" y="163"/>
                    <a:pt x="5235" y="0"/>
                    <a:pt x="47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119"/>
            <p:cNvSpPr/>
            <p:nvPr/>
          </p:nvSpPr>
          <p:spPr>
            <a:xfrm>
              <a:off x="6347000" y="3692275"/>
              <a:ext cx="193125" cy="165350"/>
            </a:xfrm>
            <a:custGeom>
              <a:avLst/>
              <a:gdLst/>
              <a:ahLst/>
              <a:cxnLst/>
              <a:rect l="l" t="t" r="r" b="b"/>
              <a:pathLst>
                <a:path w="7725" h="6614" extrusionOk="0">
                  <a:moveTo>
                    <a:pt x="2958" y="2676"/>
                  </a:moveTo>
                  <a:cubicBezTo>
                    <a:pt x="3821" y="2676"/>
                    <a:pt x="4654" y="3343"/>
                    <a:pt x="4654" y="4351"/>
                  </a:cubicBezTo>
                  <a:cubicBezTo>
                    <a:pt x="4654" y="5282"/>
                    <a:pt x="3886" y="6026"/>
                    <a:pt x="2979" y="6026"/>
                  </a:cubicBezTo>
                  <a:cubicBezTo>
                    <a:pt x="1466" y="6026"/>
                    <a:pt x="722" y="4235"/>
                    <a:pt x="1792" y="3165"/>
                  </a:cubicBezTo>
                  <a:cubicBezTo>
                    <a:pt x="2130" y="2827"/>
                    <a:pt x="2548" y="2676"/>
                    <a:pt x="2958" y="2676"/>
                  </a:cubicBezTo>
                  <a:close/>
                  <a:moveTo>
                    <a:pt x="2699" y="1"/>
                  </a:moveTo>
                  <a:lnTo>
                    <a:pt x="2699" y="2141"/>
                  </a:lnTo>
                  <a:cubicBezTo>
                    <a:pt x="606" y="2397"/>
                    <a:pt x="1" y="5119"/>
                    <a:pt x="1769" y="6259"/>
                  </a:cubicBezTo>
                  <a:cubicBezTo>
                    <a:pt x="2158" y="6505"/>
                    <a:pt x="2568" y="6614"/>
                    <a:pt x="2964" y="6614"/>
                  </a:cubicBezTo>
                  <a:cubicBezTo>
                    <a:pt x="4371" y="6614"/>
                    <a:pt x="5604" y="5237"/>
                    <a:pt x="5096" y="3677"/>
                  </a:cubicBezTo>
                  <a:lnTo>
                    <a:pt x="7724" y="2467"/>
                  </a:lnTo>
                  <a:lnTo>
                    <a:pt x="7492" y="1955"/>
                  </a:lnTo>
                  <a:lnTo>
                    <a:pt x="4863" y="3188"/>
                  </a:lnTo>
                  <a:cubicBezTo>
                    <a:pt x="4514" y="2607"/>
                    <a:pt x="3932" y="2234"/>
                    <a:pt x="3258" y="2141"/>
                  </a:cubicBezTo>
                  <a:lnTo>
                    <a:pt x="32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119"/>
            <p:cNvSpPr/>
            <p:nvPr/>
          </p:nvSpPr>
          <p:spPr>
            <a:xfrm>
              <a:off x="6529625" y="3594575"/>
              <a:ext cx="148025" cy="178550"/>
            </a:xfrm>
            <a:custGeom>
              <a:avLst/>
              <a:gdLst/>
              <a:ahLst/>
              <a:cxnLst/>
              <a:rect l="l" t="t" r="r" b="b"/>
              <a:pathLst>
                <a:path w="5921" h="7142" extrusionOk="0">
                  <a:moveTo>
                    <a:pt x="2676" y="1"/>
                  </a:moveTo>
                  <a:lnTo>
                    <a:pt x="2676" y="2676"/>
                  </a:lnTo>
                  <a:cubicBezTo>
                    <a:pt x="419" y="2955"/>
                    <a:pt x="1" y="6049"/>
                    <a:pt x="2094" y="6957"/>
                  </a:cubicBezTo>
                  <a:cubicBezTo>
                    <a:pt x="2400" y="7084"/>
                    <a:pt x="2701" y="7142"/>
                    <a:pt x="2989" y="7142"/>
                  </a:cubicBezTo>
                  <a:cubicBezTo>
                    <a:pt x="4694" y="7142"/>
                    <a:pt x="5921" y="5109"/>
                    <a:pt x="4747" y="3537"/>
                  </a:cubicBezTo>
                  <a:lnTo>
                    <a:pt x="4747" y="3537"/>
                  </a:lnTo>
                  <a:lnTo>
                    <a:pt x="4328" y="3886"/>
                  </a:lnTo>
                  <a:cubicBezTo>
                    <a:pt x="4537" y="4165"/>
                    <a:pt x="4653" y="4514"/>
                    <a:pt x="4653" y="4886"/>
                  </a:cubicBezTo>
                  <a:cubicBezTo>
                    <a:pt x="4653" y="5895"/>
                    <a:pt x="3821" y="6562"/>
                    <a:pt x="2958" y="6562"/>
                  </a:cubicBezTo>
                  <a:cubicBezTo>
                    <a:pt x="2547" y="6562"/>
                    <a:pt x="2130" y="6410"/>
                    <a:pt x="1792" y="6073"/>
                  </a:cubicBezTo>
                  <a:cubicBezTo>
                    <a:pt x="722" y="5002"/>
                    <a:pt x="1490" y="3211"/>
                    <a:pt x="2978" y="3211"/>
                  </a:cubicBezTo>
                  <a:cubicBezTo>
                    <a:pt x="3327" y="3211"/>
                    <a:pt x="3700" y="3327"/>
                    <a:pt x="3979" y="3537"/>
                  </a:cubicBezTo>
                  <a:lnTo>
                    <a:pt x="4328" y="3095"/>
                  </a:lnTo>
                  <a:cubicBezTo>
                    <a:pt x="4002" y="2862"/>
                    <a:pt x="3630" y="2723"/>
                    <a:pt x="3258" y="2653"/>
                  </a:cubicBezTo>
                  <a:lnTo>
                    <a:pt x="32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119"/>
            <p:cNvSpPr/>
            <p:nvPr/>
          </p:nvSpPr>
          <p:spPr>
            <a:xfrm>
              <a:off x="6164375" y="3464800"/>
              <a:ext cx="195450" cy="178075"/>
            </a:xfrm>
            <a:custGeom>
              <a:avLst/>
              <a:gdLst/>
              <a:ahLst/>
              <a:cxnLst/>
              <a:rect l="l" t="t" r="r" b="b"/>
              <a:pathLst>
                <a:path w="7818" h="7123" extrusionOk="0">
                  <a:moveTo>
                    <a:pt x="2979" y="562"/>
                  </a:moveTo>
                  <a:cubicBezTo>
                    <a:pt x="4468" y="562"/>
                    <a:pt x="5212" y="2377"/>
                    <a:pt x="4165" y="3424"/>
                  </a:cubicBezTo>
                  <a:cubicBezTo>
                    <a:pt x="3825" y="3772"/>
                    <a:pt x="3403" y="3928"/>
                    <a:pt x="2988" y="3928"/>
                  </a:cubicBezTo>
                  <a:cubicBezTo>
                    <a:pt x="2129" y="3928"/>
                    <a:pt x="1304" y="3257"/>
                    <a:pt x="1304" y="2237"/>
                  </a:cubicBezTo>
                  <a:cubicBezTo>
                    <a:pt x="1304" y="1307"/>
                    <a:pt x="2048" y="562"/>
                    <a:pt x="2979" y="562"/>
                  </a:cubicBezTo>
                  <a:close/>
                  <a:moveTo>
                    <a:pt x="2968" y="0"/>
                  </a:moveTo>
                  <a:cubicBezTo>
                    <a:pt x="2588" y="0"/>
                    <a:pt x="2194" y="102"/>
                    <a:pt x="1816" y="330"/>
                  </a:cubicBezTo>
                  <a:cubicBezTo>
                    <a:pt x="1" y="1423"/>
                    <a:pt x="583" y="4191"/>
                    <a:pt x="2700" y="4471"/>
                  </a:cubicBezTo>
                  <a:lnTo>
                    <a:pt x="2700" y="7123"/>
                  </a:lnTo>
                  <a:lnTo>
                    <a:pt x="3258" y="7123"/>
                  </a:lnTo>
                  <a:lnTo>
                    <a:pt x="3258" y="4471"/>
                  </a:lnTo>
                  <a:cubicBezTo>
                    <a:pt x="3863" y="4377"/>
                    <a:pt x="4421" y="4052"/>
                    <a:pt x="4793" y="3540"/>
                  </a:cubicBezTo>
                  <a:lnTo>
                    <a:pt x="7538" y="5006"/>
                  </a:lnTo>
                  <a:lnTo>
                    <a:pt x="7818" y="4517"/>
                  </a:lnTo>
                  <a:lnTo>
                    <a:pt x="5049" y="3051"/>
                  </a:lnTo>
                  <a:cubicBezTo>
                    <a:pt x="5657" y="1467"/>
                    <a:pt x="4413" y="0"/>
                    <a:pt x="2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119"/>
            <p:cNvSpPr/>
            <p:nvPr/>
          </p:nvSpPr>
          <p:spPr>
            <a:xfrm>
              <a:off x="6170775" y="3660950"/>
              <a:ext cx="186150" cy="115700"/>
            </a:xfrm>
            <a:custGeom>
              <a:avLst/>
              <a:gdLst/>
              <a:ahLst/>
              <a:cxnLst/>
              <a:rect l="l" t="t" r="r" b="b"/>
              <a:pathLst>
                <a:path w="7446" h="4628" extrusionOk="0">
                  <a:moveTo>
                    <a:pt x="2714" y="0"/>
                  </a:moveTo>
                  <a:cubicBezTo>
                    <a:pt x="2441" y="0"/>
                    <a:pt x="2161" y="51"/>
                    <a:pt x="1885" y="161"/>
                  </a:cubicBezTo>
                  <a:cubicBezTo>
                    <a:pt x="420" y="742"/>
                    <a:pt x="1" y="2603"/>
                    <a:pt x="1071" y="3766"/>
                  </a:cubicBezTo>
                  <a:lnTo>
                    <a:pt x="1490" y="3394"/>
                  </a:lnTo>
                  <a:cubicBezTo>
                    <a:pt x="327" y="2195"/>
                    <a:pt x="1389" y="527"/>
                    <a:pt x="2691" y="527"/>
                  </a:cubicBezTo>
                  <a:cubicBezTo>
                    <a:pt x="3031" y="527"/>
                    <a:pt x="3386" y="640"/>
                    <a:pt x="3723" y="905"/>
                  </a:cubicBezTo>
                  <a:cubicBezTo>
                    <a:pt x="5084" y="1974"/>
                    <a:pt x="4138" y="3921"/>
                    <a:pt x="2731" y="3921"/>
                  </a:cubicBezTo>
                  <a:cubicBezTo>
                    <a:pt x="2455" y="3921"/>
                    <a:pt x="2160" y="3845"/>
                    <a:pt x="1862" y="3673"/>
                  </a:cubicBezTo>
                  <a:lnTo>
                    <a:pt x="1560" y="4162"/>
                  </a:lnTo>
                  <a:cubicBezTo>
                    <a:pt x="1915" y="4367"/>
                    <a:pt x="2305" y="4465"/>
                    <a:pt x="2691" y="4465"/>
                  </a:cubicBezTo>
                  <a:cubicBezTo>
                    <a:pt x="3442" y="4465"/>
                    <a:pt x="4177" y="4094"/>
                    <a:pt x="4607" y="3418"/>
                  </a:cubicBezTo>
                  <a:lnTo>
                    <a:pt x="7213" y="4627"/>
                  </a:lnTo>
                  <a:lnTo>
                    <a:pt x="7445" y="4115"/>
                  </a:lnTo>
                  <a:lnTo>
                    <a:pt x="4840" y="2906"/>
                  </a:lnTo>
                  <a:cubicBezTo>
                    <a:pt x="4910" y="2696"/>
                    <a:pt x="4933" y="2464"/>
                    <a:pt x="4956" y="2231"/>
                  </a:cubicBezTo>
                  <a:cubicBezTo>
                    <a:pt x="4937" y="947"/>
                    <a:pt x="3891" y="0"/>
                    <a:pt x="27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119"/>
            <p:cNvSpPr/>
            <p:nvPr/>
          </p:nvSpPr>
          <p:spPr>
            <a:xfrm>
              <a:off x="6299900" y="3509675"/>
              <a:ext cx="242550" cy="178575"/>
            </a:xfrm>
            <a:custGeom>
              <a:avLst/>
              <a:gdLst/>
              <a:ahLst/>
              <a:cxnLst/>
              <a:rect l="l" t="t" r="r" b="b"/>
              <a:pathLst>
                <a:path w="9702" h="7143" extrusionOk="0">
                  <a:moveTo>
                    <a:pt x="4842" y="2675"/>
                  </a:moveTo>
                  <a:cubicBezTo>
                    <a:pt x="5705" y="2675"/>
                    <a:pt x="6538" y="3342"/>
                    <a:pt x="6538" y="4350"/>
                  </a:cubicBezTo>
                  <a:cubicBezTo>
                    <a:pt x="6538" y="5281"/>
                    <a:pt x="5770" y="6025"/>
                    <a:pt x="4863" y="6025"/>
                  </a:cubicBezTo>
                  <a:cubicBezTo>
                    <a:pt x="3350" y="6025"/>
                    <a:pt x="2606" y="4234"/>
                    <a:pt x="3676" y="3164"/>
                  </a:cubicBezTo>
                  <a:cubicBezTo>
                    <a:pt x="4014" y="2826"/>
                    <a:pt x="4432" y="2675"/>
                    <a:pt x="4842" y="2675"/>
                  </a:cubicBezTo>
                  <a:close/>
                  <a:moveTo>
                    <a:pt x="4583" y="0"/>
                  </a:moveTo>
                  <a:lnTo>
                    <a:pt x="4583" y="2140"/>
                  </a:lnTo>
                  <a:cubicBezTo>
                    <a:pt x="3141" y="2327"/>
                    <a:pt x="2257" y="3815"/>
                    <a:pt x="2769" y="5165"/>
                  </a:cubicBezTo>
                  <a:lnTo>
                    <a:pt x="0" y="6630"/>
                  </a:lnTo>
                  <a:lnTo>
                    <a:pt x="280" y="7142"/>
                  </a:lnTo>
                  <a:lnTo>
                    <a:pt x="3025" y="5653"/>
                  </a:lnTo>
                  <a:cubicBezTo>
                    <a:pt x="3478" y="6281"/>
                    <a:pt x="4171" y="6595"/>
                    <a:pt x="4860" y="6595"/>
                  </a:cubicBezTo>
                  <a:cubicBezTo>
                    <a:pt x="5549" y="6595"/>
                    <a:pt x="6235" y="6281"/>
                    <a:pt x="6677" y="5653"/>
                  </a:cubicBezTo>
                  <a:lnTo>
                    <a:pt x="9422" y="7142"/>
                  </a:lnTo>
                  <a:lnTo>
                    <a:pt x="9701" y="6630"/>
                  </a:lnTo>
                  <a:lnTo>
                    <a:pt x="6933" y="5165"/>
                  </a:lnTo>
                  <a:cubicBezTo>
                    <a:pt x="7026" y="4909"/>
                    <a:pt x="7073" y="4630"/>
                    <a:pt x="7073" y="4350"/>
                  </a:cubicBezTo>
                  <a:lnTo>
                    <a:pt x="7096" y="4374"/>
                  </a:lnTo>
                  <a:cubicBezTo>
                    <a:pt x="7096" y="3234"/>
                    <a:pt x="6258" y="2280"/>
                    <a:pt x="5142" y="2140"/>
                  </a:cubicBezTo>
                  <a:lnTo>
                    <a:pt x="514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119"/>
            <p:cNvSpPr/>
            <p:nvPr/>
          </p:nvSpPr>
          <p:spPr>
            <a:xfrm>
              <a:off x="6483100" y="3460825"/>
              <a:ext cx="177950" cy="129125"/>
            </a:xfrm>
            <a:custGeom>
              <a:avLst/>
              <a:gdLst/>
              <a:ahLst/>
              <a:cxnLst/>
              <a:rect l="l" t="t" r="r" b="b"/>
              <a:pathLst>
                <a:path w="7118" h="5165" extrusionOk="0">
                  <a:moveTo>
                    <a:pt x="4839" y="721"/>
                  </a:moveTo>
                  <a:cubicBezTo>
                    <a:pt x="6328" y="721"/>
                    <a:pt x="7073" y="2536"/>
                    <a:pt x="6026" y="3583"/>
                  </a:cubicBezTo>
                  <a:cubicBezTo>
                    <a:pt x="5681" y="3920"/>
                    <a:pt x="5260" y="4072"/>
                    <a:pt x="4849" y="4072"/>
                  </a:cubicBezTo>
                  <a:cubicBezTo>
                    <a:pt x="3986" y="4072"/>
                    <a:pt x="3164" y="3405"/>
                    <a:pt x="3164" y="2396"/>
                  </a:cubicBezTo>
                  <a:cubicBezTo>
                    <a:pt x="3164" y="1466"/>
                    <a:pt x="3909" y="721"/>
                    <a:pt x="4839" y="721"/>
                  </a:cubicBezTo>
                  <a:close/>
                  <a:moveTo>
                    <a:pt x="326" y="0"/>
                  </a:moveTo>
                  <a:lnTo>
                    <a:pt x="94" y="512"/>
                  </a:lnTo>
                  <a:lnTo>
                    <a:pt x="2699" y="1722"/>
                  </a:lnTo>
                  <a:cubicBezTo>
                    <a:pt x="2560" y="2210"/>
                    <a:pt x="2560" y="2722"/>
                    <a:pt x="2746" y="3210"/>
                  </a:cubicBezTo>
                  <a:lnTo>
                    <a:pt x="1" y="4676"/>
                  </a:lnTo>
                  <a:lnTo>
                    <a:pt x="256" y="5165"/>
                  </a:lnTo>
                  <a:lnTo>
                    <a:pt x="3025" y="3699"/>
                  </a:lnTo>
                  <a:cubicBezTo>
                    <a:pt x="3491" y="4351"/>
                    <a:pt x="4164" y="4643"/>
                    <a:pt x="4827" y="4643"/>
                  </a:cubicBezTo>
                  <a:cubicBezTo>
                    <a:pt x="5986" y="4643"/>
                    <a:pt x="7117" y="3755"/>
                    <a:pt x="7073" y="2350"/>
                  </a:cubicBezTo>
                  <a:cubicBezTo>
                    <a:pt x="7030" y="991"/>
                    <a:pt x="5924" y="169"/>
                    <a:pt x="4807" y="169"/>
                  </a:cubicBezTo>
                  <a:cubicBezTo>
                    <a:pt x="4107" y="169"/>
                    <a:pt x="3403" y="492"/>
                    <a:pt x="2955" y="1210"/>
                  </a:cubicBezTo>
                  <a:lnTo>
                    <a:pt x="32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1" name="Google Shape;5711;p119"/>
          <p:cNvGrpSpPr/>
          <p:nvPr/>
        </p:nvGrpSpPr>
        <p:grpSpPr>
          <a:xfrm>
            <a:off x="6187075" y="2662875"/>
            <a:ext cx="468200" cy="477500"/>
            <a:chOff x="6187075" y="2662875"/>
            <a:chExt cx="468200" cy="477500"/>
          </a:xfrm>
        </p:grpSpPr>
        <p:sp>
          <p:nvSpPr>
            <p:cNvPr id="5712" name="Google Shape;5712;p119"/>
            <p:cNvSpPr/>
            <p:nvPr/>
          </p:nvSpPr>
          <p:spPr>
            <a:xfrm>
              <a:off x="6221975" y="2726250"/>
              <a:ext cx="251850" cy="83775"/>
            </a:xfrm>
            <a:custGeom>
              <a:avLst/>
              <a:gdLst/>
              <a:ahLst/>
              <a:cxnLst/>
              <a:rect l="l" t="t" r="r" b="b"/>
              <a:pathLst>
                <a:path w="10074" h="3351" extrusionOk="0">
                  <a:moveTo>
                    <a:pt x="0" y="1"/>
                  </a:moveTo>
                  <a:lnTo>
                    <a:pt x="0" y="3351"/>
                  </a:lnTo>
                  <a:lnTo>
                    <a:pt x="10073" y="3351"/>
                  </a:lnTo>
                  <a:lnTo>
                    <a:pt x="1007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119"/>
            <p:cNvSpPr/>
            <p:nvPr/>
          </p:nvSpPr>
          <p:spPr>
            <a:xfrm>
              <a:off x="6194050" y="2844900"/>
              <a:ext cx="307700" cy="288500"/>
            </a:xfrm>
            <a:custGeom>
              <a:avLst/>
              <a:gdLst/>
              <a:ahLst/>
              <a:cxnLst/>
              <a:rect l="l" t="t" r="r" b="b"/>
              <a:pathLst>
                <a:path w="12308" h="11540" extrusionOk="0">
                  <a:moveTo>
                    <a:pt x="559" y="11540"/>
                  </a:moveTo>
                  <a:lnTo>
                    <a:pt x="11749" y="11540"/>
                  </a:lnTo>
                  <a:cubicBezTo>
                    <a:pt x="12051" y="11540"/>
                    <a:pt x="12307" y="11284"/>
                    <a:pt x="12307" y="10981"/>
                  </a:cubicBezTo>
                  <a:lnTo>
                    <a:pt x="12307" y="1"/>
                  </a:lnTo>
                  <a:lnTo>
                    <a:pt x="0" y="1"/>
                  </a:lnTo>
                  <a:lnTo>
                    <a:pt x="0" y="10981"/>
                  </a:lnTo>
                  <a:cubicBezTo>
                    <a:pt x="0" y="11284"/>
                    <a:pt x="256" y="11540"/>
                    <a:pt x="559" y="11540"/>
                  </a:cubicBezTo>
                  <a:close/>
                  <a:moveTo>
                    <a:pt x="1117" y="5956"/>
                  </a:moveTo>
                  <a:lnTo>
                    <a:pt x="2792" y="5956"/>
                  </a:lnTo>
                  <a:lnTo>
                    <a:pt x="2792" y="7073"/>
                  </a:lnTo>
                  <a:lnTo>
                    <a:pt x="1117" y="7073"/>
                  </a:lnTo>
                  <a:close/>
                  <a:moveTo>
                    <a:pt x="1117" y="8190"/>
                  </a:moveTo>
                  <a:lnTo>
                    <a:pt x="2792" y="8190"/>
                  </a:lnTo>
                  <a:lnTo>
                    <a:pt x="2792" y="9306"/>
                  </a:lnTo>
                  <a:lnTo>
                    <a:pt x="1117" y="9306"/>
                  </a:lnTo>
                  <a:close/>
                  <a:moveTo>
                    <a:pt x="9515" y="3700"/>
                  </a:moveTo>
                  <a:lnTo>
                    <a:pt x="11190" y="3700"/>
                  </a:lnTo>
                  <a:lnTo>
                    <a:pt x="11190" y="4840"/>
                  </a:lnTo>
                  <a:lnTo>
                    <a:pt x="9515" y="4840"/>
                  </a:lnTo>
                  <a:close/>
                  <a:moveTo>
                    <a:pt x="2792" y="2583"/>
                  </a:moveTo>
                  <a:lnTo>
                    <a:pt x="1117" y="2583"/>
                  </a:lnTo>
                  <a:lnTo>
                    <a:pt x="1117" y="1466"/>
                  </a:lnTo>
                  <a:lnTo>
                    <a:pt x="2792" y="1466"/>
                  </a:lnTo>
                  <a:close/>
                  <a:moveTo>
                    <a:pt x="3909" y="4816"/>
                  </a:moveTo>
                  <a:lnTo>
                    <a:pt x="3909" y="3700"/>
                  </a:lnTo>
                  <a:lnTo>
                    <a:pt x="5584" y="3700"/>
                  </a:lnTo>
                  <a:lnTo>
                    <a:pt x="5584" y="4816"/>
                  </a:lnTo>
                  <a:close/>
                  <a:moveTo>
                    <a:pt x="3909" y="5956"/>
                  </a:moveTo>
                  <a:lnTo>
                    <a:pt x="5584" y="5956"/>
                  </a:lnTo>
                  <a:lnTo>
                    <a:pt x="5584" y="7073"/>
                  </a:lnTo>
                  <a:lnTo>
                    <a:pt x="3909" y="7073"/>
                  </a:lnTo>
                  <a:close/>
                  <a:moveTo>
                    <a:pt x="6724" y="8190"/>
                  </a:moveTo>
                  <a:lnTo>
                    <a:pt x="8399" y="8190"/>
                  </a:lnTo>
                  <a:lnTo>
                    <a:pt x="8399" y="9306"/>
                  </a:lnTo>
                  <a:lnTo>
                    <a:pt x="6724" y="9306"/>
                  </a:lnTo>
                  <a:close/>
                  <a:moveTo>
                    <a:pt x="3909" y="8190"/>
                  </a:moveTo>
                  <a:lnTo>
                    <a:pt x="5584" y="8190"/>
                  </a:lnTo>
                  <a:lnTo>
                    <a:pt x="5584" y="9306"/>
                  </a:lnTo>
                  <a:lnTo>
                    <a:pt x="3909" y="9306"/>
                  </a:lnTo>
                  <a:close/>
                  <a:moveTo>
                    <a:pt x="6724" y="5956"/>
                  </a:moveTo>
                  <a:lnTo>
                    <a:pt x="8399" y="5956"/>
                  </a:lnTo>
                  <a:lnTo>
                    <a:pt x="8399" y="7073"/>
                  </a:lnTo>
                  <a:lnTo>
                    <a:pt x="6724" y="7073"/>
                  </a:lnTo>
                  <a:close/>
                  <a:moveTo>
                    <a:pt x="1117" y="3700"/>
                  </a:moveTo>
                  <a:lnTo>
                    <a:pt x="2792" y="3700"/>
                  </a:lnTo>
                  <a:lnTo>
                    <a:pt x="2792" y="4840"/>
                  </a:lnTo>
                  <a:lnTo>
                    <a:pt x="1117" y="4840"/>
                  </a:lnTo>
                  <a:close/>
                  <a:moveTo>
                    <a:pt x="6724" y="3700"/>
                  </a:moveTo>
                  <a:lnTo>
                    <a:pt x="8399" y="3700"/>
                  </a:lnTo>
                  <a:lnTo>
                    <a:pt x="8399" y="4840"/>
                  </a:lnTo>
                  <a:lnTo>
                    <a:pt x="6724" y="4840"/>
                  </a:lnTo>
                  <a:close/>
                  <a:moveTo>
                    <a:pt x="5584" y="2583"/>
                  </a:moveTo>
                  <a:lnTo>
                    <a:pt x="3909" y="2583"/>
                  </a:lnTo>
                  <a:lnTo>
                    <a:pt x="3909" y="1466"/>
                  </a:lnTo>
                  <a:lnTo>
                    <a:pt x="5584" y="1466"/>
                  </a:lnTo>
                  <a:close/>
                  <a:moveTo>
                    <a:pt x="6724" y="2583"/>
                  </a:moveTo>
                  <a:lnTo>
                    <a:pt x="6724" y="1466"/>
                  </a:lnTo>
                  <a:lnTo>
                    <a:pt x="8399" y="1466"/>
                  </a:lnTo>
                  <a:lnTo>
                    <a:pt x="8399" y="2583"/>
                  </a:lnTo>
                  <a:close/>
                  <a:moveTo>
                    <a:pt x="9515" y="5956"/>
                  </a:moveTo>
                  <a:lnTo>
                    <a:pt x="11190" y="5956"/>
                  </a:lnTo>
                  <a:lnTo>
                    <a:pt x="11190" y="9306"/>
                  </a:lnTo>
                  <a:lnTo>
                    <a:pt x="9515" y="9306"/>
                  </a:lnTo>
                  <a:close/>
                  <a:moveTo>
                    <a:pt x="9515" y="2583"/>
                  </a:moveTo>
                  <a:lnTo>
                    <a:pt x="9515" y="1466"/>
                  </a:lnTo>
                  <a:lnTo>
                    <a:pt x="11190" y="1466"/>
                  </a:lnTo>
                  <a:lnTo>
                    <a:pt x="11190" y="2583"/>
                  </a:lnTo>
                  <a:close/>
                  <a:moveTo>
                    <a:pt x="9515" y="2583"/>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119"/>
            <p:cNvSpPr/>
            <p:nvPr/>
          </p:nvSpPr>
          <p:spPr>
            <a:xfrm>
              <a:off x="6534875" y="2670425"/>
              <a:ext cx="113425" cy="279200"/>
            </a:xfrm>
            <a:custGeom>
              <a:avLst/>
              <a:gdLst/>
              <a:ahLst/>
              <a:cxnLst/>
              <a:rect l="l" t="t" r="r" b="b"/>
              <a:pathLst>
                <a:path w="4537" h="11168" extrusionOk="0">
                  <a:moveTo>
                    <a:pt x="1187" y="10609"/>
                  </a:moveTo>
                  <a:cubicBezTo>
                    <a:pt x="1187" y="10935"/>
                    <a:pt x="1442" y="11167"/>
                    <a:pt x="1745" y="11167"/>
                  </a:cubicBezTo>
                  <a:lnTo>
                    <a:pt x="3978" y="11167"/>
                  </a:lnTo>
                  <a:cubicBezTo>
                    <a:pt x="4281" y="11167"/>
                    <a:pt x="4537" y="10935"/>
                    <a:pt x="4537" y="10609"/>
                  </a:cubicBezTo>
                  <a:lnTo>
                    <a:pt x="4537" y="559"/>
                  </a:lnTo>
                  <a:cubicBezTo>
                    <a:pt x="4537" y="233"/>
                    <a:pt x="4281" y="1"/>
                    <a:pt x="3978" y="1"/>
                  </a:cubicBezTo>
                  <a:lnTo>
                    <a:pt x="1745" y="1"/>
                  </a:lnTo>
                  <a:cubicBezTo>
                    <a:pt x="1442" y="1"/>
                    <a:pt x="1187" y="233"/>
                    <a:pt x="1187" y="559"/>
                  </a:cubicBezTo>
                  <a:lnTo>
                    <a:pt x="1187" y="2722"/>
                  </a:lnTo>
                  <a:lnTo>
                    <a:pt x="0" y="3909"/>
                  </a:lnTo>
                  <a:lnTo>
                    <a:pt x="1187" y="5095"/>
                  </a:lnTo>
                  <a:close/>
                  <a:moveTo>
                    <a:pt x="1187" y="10609"/>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119"/>
            <p:cNvSpPr/>
            <p:nvPr/>
          </p:nvSpPr>
          <p:spPr>
            <a:xfrm>
              <a:off x="6194050" y="2844900"/>
              <a:ext cx="34925" cy="288500"/>
            </a:xfrm>
            <a:custGeom>
              <a:avLst/>
              <a:gdLst/>
              <a:ahLst/>
              <a:cxnLst/>
              <a:rect l="l" t="t" r="r" b="b"/>
              <a:pathLst>
                <a:path w="1397" h="11540" extrusionOk="0">
                  <a:moveTo>
                    <a:pt x="559" y="11540"/>
                  </a:moveTo>
                  <a:lnTo>
                    <a:pt x="1396" y="11540"/>
                  </a:lnTo>
                  <a:cubicBezTo>
                    <a:pt x="1094" y="11540"/>
                    <a:pt x="838" y="11284"/>
                    <a:pt x="838" y="10981"/>
                  </a:cubicBezTo>
                  <a:lnTo>
                    <a:pt x="838" y="1"/>
                  </a:lnTo>
                  <a:lnTo>
                    <a:pt x="0" y="1"/>
                  </a:lnTo>
                  <a:lnTo>
                    <a:pt x="0" y="10981"/>
                  </a:lnTo>
                  <a:cubicBezTo>
                    <a:pt x="0" y="11284"/>
                    <a:pt x="256" y="11540"/>
                    <a:pt x="559" y="11540"/>
                  </a:cubicBezTo>
                  <a:close/>
                  <a:moveTo>
                    <a:pt x="559" y="11540"/>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119"/>
            <p:cNvSpPr/>
            <p:nvPr/>
          </p:nvSpPr>
          <p:spPr>
            <a:xfrm>
              <a:off x="6221975" y="2726250"/>
              <a:ext cx="13975" cy="83775"/>
            </a:xfrm>
            <a:custGeom>
              <a:avLst/>
              <a:gdLst/>
              <a:ahLst/>
              <a:cxnLst/>
              <a:rect l="l" t="t" r="r" b="b"/>
              <a:pathLst>
                <a:path w="559" h="3351" extrusionOk="0">
                  <a:moveTo>
                    <a:pt x="0" y="1"/>
                  </a:moveTo>
                  <a:lnTo>
                    <a:pt x="0" y="3351"/>
                  </a:lnTo>
                  <a:lnTo>
                    <a:pt x="558" y="3351"/>
                  </a:lnTo>
                  <a:lnTo>
                    <a:pt x="55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119"/>
            <p:cNvSpPr/>
            <p:nvPr/>
          </p:nvSpPr>
          <p:spPr>
            <a:xfrm>
              <a:off x="6221975" y="2881550"/>
              <a:ext cx="251850" cy="196025"/>
            </a:xfrm>
            <a:custGeom>
              <a:avLst/>
              <a:gdLst/>
              <a:ahLst/>
              <a:cxnLst/>
              <a:rect l="l" t="t" r="r" b="b"/>
              <a:pathLst>
                <a:path w="10074" h="7841" extrusionOk="0">
                  <a:moveTo>
                    <a:pt x="5607" y="7840"/>
                  </a:moveTo>
                  <a:lnTo>
                    <a:pt x="7282" y="7840"/>
                  </a:lnTo>
                  <a:lnTo>
                    <a:pt x="7282" y="6724"/>
                  </a:lnTo>
                  <a:lnTo>
                    <a:pt x="5607" y="6724"/>
                  </a:lnTo>
                  <a:close/>
                  <a:moveTo>
                    <a:pt x="8398" y="7840"/>
                  </a:moveTo>
                  <a:lnTo>
                    <a:pt x="10073" y="7840"/>
                  </a:lnTo>
                  <a:lnTo>
                    <a:pt x="10073" y="4490"/>
                  </a:lnTo>
                  <a:lnTo>
                    <a:pt x="8398" y="4490"/>
                  </a:lnTo>
                  <a:close/>
                  <a:moveTo>
                    <a:pt x="0" y="1140"/>
                  </a:moveTo>
                  <a:lnTo>
                    <a:pt x="1675" y="1140"/>
                  </a:lnTo>
                  <a:lnTo>
                    <a:pt x="1675" y="0"/>
                  </a:lnTo>
                  <a:lnTo>
                    <a:pt x="0" y="0"/>
                  </a:lnTo>
                  <a:close/>
                  <a:moveTo>
                    <a:pt x="2792" y="1140"/>
                  </a:moveTo>
                  <a:lnTo>
                    <a:pt x="4490" y="1140"/>
                  </a:lnTo>
                  <a:lnTo>
                    <a:pt x="4490" y="0"/>
                  </a:lnTo>
                  <a:lnTo>
                    <a:pt x="2792" y="0"/>
                  </a:lnTo>
                  <a:close/>
                  <a:moveTo>
                    <a:pt x="5607" y="1140"/>
                  </a:moveTo>
                  <a:lnTo>
                    <a:pt x="7282" y="1140"/>
                  </a:lnTo>
                  <a:lnTo>
                    <a:pt x="7282" y="0"/>
                  </a:lnTo>
                  <a:lnTo>
                    <a:pt x="5607" y="0"/>
                  </a:lnTo>
                  <a:close/>
                  <a:moveTo>
                    <a:pt x="8398" y="1140"/>
                  </a:moveTo>
                  <a:lnTo>
                    <a:pt x="10073" y="1140"/>
                  </a:lnTo>
                  <a:lnTo>
                    <a:pt x="10073" y="0"/>
                  </a:lnTo>
                  <a:lnTo>
                    <a:pt x="8398" y="0"/>
                  </a:lnTo>
                  <a:close/>
                  <a:moveTo>
                    <a:pt x="0" y="3374"/>
                  </a:moveTo>
                  <a:lnTo>
                    <a:pt x="1675" y="3374"/>
                  </a:lnTo>
                  <a:lnTo>
                    <a:pt x="1675" y="2257"/>
                  </a:lnTo>
                  <a:lnTo>
                    <a:pt x="0" y="2257"/>
                  </a:lnTo>
                  <a:close/>
                  <a:moveTo>
                    <a:pt x="2815" y="3374"/>
                  </a:moveTo>
                  <a:lnTo>
                    <a:pt x="4490" y="3374"/>
                  </a:lnTo>
                  <a:lnTo>
                    <a:pt x="4490" y="2257"/>
                  </a:lnTo>
                  <a:lnTo>
                    <a:pt x="2815" y="2257"/>
                  </a:lnTo>
                  <a:close/>
                  <a:moveTo>
                    <a:pt x="5607" y="3374"/>
                  </a:moveTo>
                  <a:lnTo>
                    <a:pt x="7282" y="3374"/>
                  </a:lnTo>
                  <a:lnTo>
                    <a:pt x="7282" y="2257"/>
                  </a:lnTo>
                  <a:lnTo>
                    <a:pt x="5607" y="2257"/>
                  </a:lnTo>
                  <a:close/>
                  <a:moveTo>
                    <a:pt x="8398" y="3374"/>
                  </a:moveTo>
                  <a:lnTo>
                    <a:pt x="10073" y="3374"/>
                  </a:lnTo>
                  <a:lnTo>
                    <a:pt x="10073" y="2257"/>
                  </a:lnTo>
                  <a:lnTo>
                    <a:pt x="8398" y="2257"/>
                  </a:lnTo>
                  <a:close/>
                  <a:moveTo>
                    <a:pt x="0" y="5607"/>
                  </a:moveTo>
                  <a:lnTo>
                    <a:pt x="1698" y="5607"/>
                  </a:lnTo>
                  <a:lnTo>
                    <a:pt x="1698" y="4490"/>
                  </a:lnTo>
                  <a:lnTo>
                    <a:pt x="0" y="4490"/>
                  </a:lnTo>
                  <a:close/>
                  <a:moveTo>
                    <a:pt x="2815" y="5607"/>
                  </a:moveTo>
                  <a:lnTo>
                    <a:pt x="4490" y="5607"/>
                  </a:lnTo>
                  <a:lnTo>
                    <a:pt x="4490" y="4490"/>
                  </a:lnTo>
                  <a:lnTo>
                    <a:pt x="2815" y="4490"/>
                  </a:lnTo>
                  <a:close/>
                  <a:moveTo>
                    <a:pt x="5607" y="5607"/>
                  </a:moveTo>
                  <a:lnTo>
                    <a:pt x="7282" y="5607"/>
                  </a:lnTo>
                  <a:lnTo>
                    <a:pt x="7282" y="4490"/>
                  </a:lnTo>
                  <a:lnTo>
                    <a:pt x="5607" y="4490"/>
                  </a:lnTo>
                  <a:close/>
                  <a:moveTo>
                    <a:pt x="0" y="7840"/>
                  </a:moveTo>
                  <a:lnTo>
                    <a:pt x="1698" y="7840"/>
                  </a:lnTo>
                  <a:lnTo>
                    <a:pt x="1698" y="6724"/>
                  </a:lnTo>
                  <a:lnTo>
                    <a:pt x="0" y="6724"/>
                  </a:lnTo>
                  <a:close/>
                  <a:moveTo>
                    <a:pt x="2815" y="7840"/>
                  </a:moveTo>
                  <a:lnTo>
                    <a:pt x="4490" y="7840"/>
                  </a:lnTo>
                  <a:lnTo>
                    <a:pt x="4490" y="6724"/>
                  </a:lnTo>
                  <a:lnTo>
                    <a:pt x="2815" y="6724"/>
                  </a:lnTo>
                  <a:close/>
                  <a:moveTo>
                    <a:pt x="2815" y="784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119"/>
            <p:cNvSpPr/>
            <p:nvPr/>
          </p:nvSpPr>
          <p:spPr>
            <a:xfrm>
              <a:off x="6221975" y="2881550"/>
              <a:ext cx="223925" cy="196025"/>
            </a:xfrm>
            <a:custGeom>
              <a:avLst/>
              <a:gdLst/>
              <a:ahLst/>
              <a:cxnLst/>
              <a:rect l="l" t="t" r="r" b="b"/>
              <a:pathLst>
                <a:path w="8957" h="7841" extrusionOk="0">
                  <a:moveTo>
                    <a:pt x="0" y="1140"/>
                  </a:moveTo>
                  <a:lnTo>
                    <a:pt x="558" y="1140"/>
                  </a:lnTo>
                  <a:lnTo>
                    <a:pt x="558" y="0"/>
                  </a:lnTo>
                  <a:lnTo>
                    <a:pt x="0" y="0"/>
                  </a:lnTo>
                  <a:close/>
                  <a:moveTo>
                    <a:pt x="8398" y="7840"/>
                  </a:moveTo>
                  <a:lnTo>
                    <a:pt x="8957" y="7840"/>
                  </a:lnTo>
                  <a:lnTo>
                    <a:pt x="8957" y="4490"/>
                  </a:lnTo>
                  <a:lnTo>
                    <a:pt x="8398" y="4490"/>
                  </a:lnTo>
                  <a:close/>
                  <a:moveTo>
                    <a:pt x="5583" y="7840"/>
                  </a:moveTo>
                  <a:lnTo>
                    <a:pt x="6142" y="7840"/>
                  </a:lnTo>
                  <a:lnTo>
                    <a:pt x="6142" y="6724"/>
                  </a:lnTo>
                  <a:lnTo>
                    <a:pt x="5583" y="6724"/>
                  </a:lnTo>
                  <a:close/>
                  <a:moveTo>
                    <a:pt x="5583" y="5607"/>
                  </a:moveTo>
                  <a:lnTo>
                    <a:pt x="6142" y="5607"/>
                  </a:lnTo>
                  <a:lnTo>
                    <a:pt x="6142" y="4490"/>
                  </a:lnTo>
                  <a:lnTo>
                    <a:pt x="5583" y="4490"/>
                  </a:lnTo>
                  <a:close/>
                  <a:moveTo>
                    <a:pt x="2792" y="5607"/>
                  </a:moveTo>
                  <a:lnTo>
                    <a:pt x="3350" y="5607"/>
                  </a:lnTo>
                  <a:lnTo>
                    <a:pt x="3350" y="4490"/>
                  </a:lnTo>
                  <a:lnTo>
                    <a:pt x="2792" y="4490"/>
                  </a:lnTo>
                  <a:close/>
                  <a:moveTo>
                    <a:pt x="2792" y="7840"/>
                  </a:moveTo>
                  <a:lnTo>
                    <a:pt x="3350" y="7840"/>
                  </a:lnTo>
                  <a:lnTo>
                    <a:pt x="3350" y="6724"/>
                  </a:lnTo>
                  <a:lnTo>
                    <a:pt x="2792" y="6724"/>
                  </a:lnTo>
                  <a:close/>
                  <a:moveTo>
                    <a:pt x="0" y="7840"/>
                  </a:moveTo>
                  <a:lnTo>
                    <a:pt x="558" y="7840"/>
                  </a:lnTo>
                  <a:lnTo>
                    <a:pt x="558" y="6724"/>
                  </a:lnTo>
                  <a:lnTo>
                    <a:pt x="0" y="6724"/>
                  </a:lnTo>
                  <a:close/>
                  <a:moveTo>
                    <a:pt x="0" y="5607"/>
                  </a:moveTo>
                  <a:lnTo>
                    <a:pt x="558" y="5607"/>
                  </a:lnTo>
                  <a:lnTo>
                    <a:pt x="558" y="4490"/>
                  </a:lnTo>
                  <a:lnTo>
                    <a:pt x="0" y="4490"/>
                  </a:lnTo>
                  <a:close/>
                  <a:moveTo>
                    <a:pt x="8398" y="3374"/>
                  </a:moveTo>
                  <a:lnTo>
                    <a:pt x="8957" y="3374"/>
                  </a:lnTo>
                  <a:lnTo>
                    <a:pt x="8957" y="2257"/>
                  </a:lnTo>
                  <a:lnTo>
                    <a:pt x="8398" y="2257"/>
                  </a:lnTo>
                  <a:close/>
                  <a:moveTo>
                    <a:pt x="5583" y="3374"/>
                  </a:moveTo>
                  <a:lnTo>
                    <a:pt x="6142" y="3374"/>
                  </a:lnTo>
                  <a:lnTo>
                    <a:pt x="6142" y="2257"/>
                  </a:lnTo>
                  <a:lnTo>
                    <a:pt x="5583" y="2257"/>
                  </a:lnTo>
                  <a:close/>
                  <a:moveTo>
                    <a:pt x="2792" y="3374"/>
                  </a:moveTo>
                  <a:lnTo>
                    <a:pt x="3350" y="3374"/>
                  </a:lnTo>
                  <a:lnTo>
                    <a:pt x="3350" y="2257"/>
                  </a:lnTo>
                  <a:lnTo>
                    <a:pt x="2792" y="2257"/>
                  </a:lnTo>
                  <a:close/>
                  <a:moveTo>
                    <a:pt x="0" y="3374"/>
                  </a:moveTo>
                  <a:lnTo>
                    <a:pt x="558" y="3374"/>
                  </a:lnTo>
                  <a:lnTo>
                    <a:pt x="558" y="2257"/>
                  </a:lnTo>
                  <a:lnTo>
                    <a:pt x="0" y="2257"/>
                  </a:lnTo>
                  <a:close/>
                  <a:moveTo>
                    <a:pt x="8375" y="1140"/>
                  </a:moveTo>
                  <a:lnTo>
                    <a:pt x="8933" y="1140"/>
                  </a:lnTo>
                  <a:lnTo>
                    <a:pt x="8933" y="24"/>
                  </a:lnTo>
                  <a:lnTo>
                    <a:pt x="8375" y="24"/>
                  </a:lnTo>
                  <a:close/>
                  <a:moveTo>
                    <a:pt x="5583" y="1140"/>
                  </a:moveTo>
                  <a:lnTo>
                    <a:pt x="6142" y="1140"/>
                  </a:lnTo>
                  <a:lnTo>
                    <a:pt x="6142" y="24"/>
                  </a:lnTo>
                  <a:lnTo>
                    <a:pt x="5583" y="24"/>
                  </a:lnTo>
                  <a:close/>
                  <a:moveTo>
                    <a:pt x="2792" y="1140"/>
                  </a:moveTo>
                  <a:lnTo>
                    <a:pt x="3350" y="1140"/>
                  </a:lnTo>
                  <a:lnTo>
                    <a:pt x="3350" y="24"/>
                  </a:lnTo>
                  <a:lnTo>
                    <a:pt x="2792" y="24"/>
                  </a:lnTo>
                  <a:close/>
                  <a:moveTo>
                    <a:pt x="2792" y="1140"/>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119"/>
            <p:cNvSpPr/>
            <p:nvPr/>
          </p:nvSpPr>
          <p:spPr>
            <a:xfrm>
              <a:off x="6534875" y="2669850"/>
              <a:ext cx="57600" cy="279775"/>
            </a:xfrm>
            <a:custGeom>
              <a:avLst/>
              <a:gdLst/>
              <a:ahLst/>
              <a:cxnLst/>
              <a:rect l="l" t="t" r="r" b="b"/>
              <a:pathLst>
                <a:path w="2304" h="11191" extrusionOk="0">
                  <a:moveTo>
                    <a:pt x="1187" y="10632"/>
                  </a:moveTo>
                  <a:cubicBezTo>
                    <a:pt x="1187" y="10958"/>
                    <a:pt x="1442" y="11190"/>
                    <a:pt x="1745" y="11190"/>
                  </a:cubicBezTo>
                  <a:lnTo>
                    <a:pt x="2303" y="11190"/>
                  </a:lnTo>
                  <a:cubicBezTo>
                    <a:pt x="2001" y="11190"/>
                    <a:pt x="1745" y="10958"/>
                    <a:pt x="1745" y="10632"/>
                  </a:cubicBezTo>
                  <a:lnTo>
                    <a:pt x="1745" y="4816"/>
                  </a:lnTo>
                  <a:lnTo>
                    <a:pt x="838" y="3909"/>
                  </a:lnTo>
                  <a:lnTo>
                    <a:pt x="1745" y="3001"/>
                  </a:lnTo>
                  <a:lnTo>
                    <a:pt x="1745" y="559"/>
                  </a:lnTo>
                  <a:cubicBezTo>
                    <a:pt x="1745" y="256"/>
                    <a:pt x="2001" y="0"/>
                    <a:pt x="2303" y="0"/>
                  </a:cubicBezTo>
                  <a:lnTo>
                    <a:pt x="1745" y="0"/>
                  </a:lnTo>
                  <a:cubicBezTo>
                    <a:pt x="1442" y="0"/>
                    <a:pt x="1187" y="256"/>
                    <a:pt x="1187" y="559"/>
                  </a:cubicBezTo>
                  <a:lnTo>
                    <a:pt x="1187" y="2722"/>
                  </a:lnTo>
                  <a:lnTo>
                    <a:pt x="0" y="3909"/>
                  </a:lnTo>
                  <a:lnTo>
                    <a:pt x="1187" y="5095"/>
                  </a:lnTo>
                  <a:close/>
                  <a:moveTo>
                    <a:pt x="1187" y="10632"/>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119"/>
            <p:cNvSpPr/>
            <p:nvPr/>
          </p:nvSpPr>
          <p:spPr>
            <a:xfrm>
              <a:off x="6194050" y="2670425"/>
              <a:ext cx="307700" cy="174500"/>
            </a:xfrm>
            <a:custGeom>
              <a:avLst/>
              <a:gdLst/>
              <a:ahLst/>
              <a:cxnLst/>
              <a:rect l="l" t="t" r="r" b="b"/>
              <a:pathLst>
                <a:path w="12308" h="6980" extrusionOk="0">
                  <a:moveTo>
                    <a:pt x="1117" y="2234"/>
                  </a:moveTo>
                  <a:lnTo>
                    <a:pt x="11190" y="2234"/>
                  </a:lnTo>
                  <a:lnTo>
                    <a:pt x="11190" y="5584"/>
                  </a:lnTo>
                  <a:lnTo>
                    <a:pt x="1117" y="5584"/>
                  </a:lnTo>
                  <a:close/>
                  <a:moveTo>
                    <a:pt x="12307" y="6980"/>
                  </a:moveTo>
                  <a:lnTo>
                    <a:pt x="12307" y="559"/>
                  </a:lnTo>
                  <a:cubicBezTo>
                    <a:pt x="12307" y="233"/>
                    <a:pt x="12051" y="1"/>
                    <a:pt x="11749" y="1"/>
                  </a:cubicBezTo>
                  <a:lnTo>
                    <a:pt x="559" y="1"/>
                  </a:lnTo>
                  <a:cubicBezTo>
                    <a:pt x="256" y="1"/>
                    <a:pt x="0" y="233"/>
                    <a:pt x="0" y="559"/>
                  </a:cubicBezTo>
                  <a:lnTo>
                    <a:pt x="0" y="6980"/>
                  </a:lnTo>
                  <a:close/>
                  <a:moveTo>
                    <a:pt x="12307" y="6980"/>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119"/>
            <p:cNvSpPr/>
            <p:nvPr/>
          </p:nvSpPr>
          <p:spPr>
            <a:xfrm>
              <a:off x="6194050" y="2670425"/>
              <a:ext cx="34925" cy="174500"/>
            </a:xfrm>
            <a:custGeom>
              <a:avLst/>
              <a:gdLst/>
              <a:ahLst/>
              <a:cxnLst/>
              <a:rect l="l" t="t" r="r" b="b"/>
              <a:pathLst>
                <a:path w="1397" h="6980" extrusionOk="0">
                  <a:moveTo>
                    <a:pt x="1396" y="1"/>
                  </a:moveTo>
                  <a:lnTo>
                    <a:pt x="559" y="1"/>
                  </a:lnTo>
                  <a:cubicBezTo>
                    <a:pt x="256" y="1"/>
                    <a:pt x="0" y="233"/>
                    <a:pt x="0" y="559"/>
                  </a:cubicBezTo>
                  <a:lnTo>
                    <a:pt x="0" y="6980"/>
                  </a:lnTo>
                  <a:lnTo>
                    <a:pt x="838" y="6980"/>
                  </a:lnTo>
                  <a:lnTo>
                    <a:pt x="838" y="559"/>
                  </a:lnTo>
                  <a:cubicBezTo>
                    <a:pt x="838" y="233"/>
                    <a:pt x="1094" y="1"/>
                    <a:pt x="1396" y="1"/>
                  </a:cubicBezTo>
                  <a:close/>
                  <a:moveTo>
                    <a:pt x="1396" y="1"/>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119"/>
            <p:cNvSpPr/>
            <p:nvPr/>
          </p:nvSpPr>
          <p:spPr>
            <a:xfrm>
              <a:off x="6438900" y="2691375"/>
              <a:ext cx="188450" cy="69800"/>
            </a:xfrm>
            <a:custGeom>
              <a:avLst/>
              <a:gdLst/>
              <a:ahLst/>
              <a:cxnLst/>
              <a:rect l="l" t="t" r="r" b="b"/>
              <a:pathLst>
                <a:path w="7538" h="2792" extrusionOk="0">
                  <a:moveTo>
                    <a:pt x="1" y="0"/>
                  </a:moveTo>
                  <a:lnTo>
                    <a:pt x="1" y="558"/>
                  </a:lnTo>
                  <a:lnTo>
                    <a:pt x="559" y="558"/>
                  </a:lnTo>
                  <a:lnTo>
                    <a:pt x="559" y="0"/>
                  </a:lnTo>
                  <a:close/>
                  <a:moveTo>
                    <a:pt x="1117" y="0"/>
                  </a:moveTo>
                  <a:lnTo>
                    <a:pt x="1117" y="558"/>
                  </a:lnTo>
                  <a:lnTo>
                    <a:pt x="1676" y="558"/>
                  </a:lnTo>
                  <a:lnTo>
                    <a:pt x="1652" y="0"/>
                  </a:lnTo>
                  <a:close/>
                  <a:moveTo>
                    <a:pt x="6980" y="0"/>
                  </a:moveTo>
                  <a:lnTo>
                    <a:pt x="6980" y="558"/>
                  </a:lnTo>
                  <a:lnTo>
                    <a:pt x="7538" y="558"/>
                  </a:lnTo>
                  <a:lnTo>
                    <a:pt x="7538" y="0"/>
                  </a:lnTo>
                  <a:close/>
                  <a:moveTo>
                    <a:pt x="1" y="2233"/>
                  </a:moveTo>
                  <a:lnTo>
                    <a:pt x="1" y="2792"/>
                  </a:lnTo>
                  <a:lnTo>
                    <a:pt x="559" y="2792"/>
                  </a:lnTo>
                  <a:lnTo>
                    <a:pt x="559" y="2233"/>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119"/>
            <p:cNvSpPr/>
            <p:nvPr/>
          </p:nvSpPr>
          <p:spPr>
            <a:xfrm>
              <a:off x="6354575" y="2930975"/>
              <a:ext cx="56425" cy="41900"/>
            </a:xfrm>
            <a:custGeom>
              <a:avLst/>
              <a:gdLst/>
              <a:ahLst/>
              <a:cxnLst/>
              <a:rect l="l" t="t" r="r" b="b"/>
              <a:pathLst>
                <a:path w="2257" h="1676" extrusionOk="0">
                  <a:moveTo>
                    <a:pt x="1699" y="559"/>
                  </a:moveTo>
                  <a:lnTo>
                    <a:pt x="1699" y="1117"/>
                  </a:lnTo>
                  <a:lnTo>
                    <a:pt x="582" y="1117"/>
                  </a:lnTo>
                  <a:lnTo>
                    <a:pt x="582" y="559"/>
                  </a:lnTo>
                  <a:close/>
                  <a:moveTo>
                    <a:pt x="0" y="1"/>
                  </a:moveTo>
                  <a:lnTo>
                    <a:pt x="0" y="1676"/>
                  </a:lnTo>
                  <a:lnTo>
                    <a:pt x="2257" y="1676"/>
                  </a:lnTo>
                  <a:lnTo>
                    <a:pt x="225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119"/>
            <p:cNvSpPr/>
            <p:nvPr/>
          </p:nvSpPr>
          <p:spPr>
            <a:xfrm>
              <a:off x="6424350" y="2986825"/>
              <a:ext cx="55875" cy="97725"/>
            </a:xfrm>
            <a:custGeom>
              <a:avLst/>
              <a:gdLst/>
              <a:ahLst/>
              <a:cxnLst/>
              <a:rect l="l" t="t" r="r" b="b"/>
              <a:pathLst>
                <a:path w="2235" h="3909" extrusionOk="0">
                  <a:moveTo>
                    <a:pt x="1699" y="558"/>
                  </a:moveTo>
                  <a:lnTo>
                    <a:pt x="1699" y="3350"/>
                  </a:lnTo>
                  <a:lnTo>
                    <a:pt x="583" y="3350"/>
                  </a:lnTo>
                  <a:lnTo>
                    <a:pt x="583" y="558"/>
                  </a:lnTo>
                  <a:close/>
                  <a:moveTo>
                    <a:pt x="1" y="0"/>
                  </a:moveTo>
                  <a:lnTo>
                    <a:pt x="24" y="3908"/>
                  </a:lnTo>
                  <a:lnTo>
                    <a:pt x="2234" y="3908"/>
                  </a:lnTo>
                  <a:lnTo>
                    <a:pt x="223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119"/>
            <p:cNvSpPr/>
            <p:nvPr/>
          </p:nvSpPr>
          <p:spPr>
            <a:xfrm>
              <a:off x="6424350" y="2874575"/>
              <a:ext cx="55875" cy="42475"/>
            </a:xfrm>
            <a:custGeom>
              <a:avLst/>
              <a:gdLst/>
              <a:ahLst/>
              <a:cxnLst/>
              <a:rect l="l" t="t" r="r" b="b"/>
              <a:pathLst>
                <a:path w="2235" h="1699" extrusionOk="0">
                  <a:moveTo>
                    <a:pt x="1676" y="582"/>
                  </a:moveTo>
                  <a:lnTo>
                    <a:pt x="1676" y="1140"/>
                  </a:lnTo>
                  <a:lnTo>
                    <a:pt x="559" y="1140"/>
                  </a:lnTo>
                  <a:lnTo>
                    <a:pt x="559" y="582"/>
                  </a:lnTo>
                  <a:close/>
                  <a:moveTo>
                    <a:pt x="1" y="0"/>
                  </a:moveTo>
                  <a:lnTo>
                    <a:pt x="1" y="1698"/>
                  </a:lnTo>
                  <a:lnTo>
                    <a:pt x="2234" y="1698"/>
                  </a:lnTo>
                  <a:lnTo>
                    <a:pt x="223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119"/>
            <p:cNvSpPr/>
            <p:nvPr/>
          </p:nvSpPr>
          <p:spPr>
            <a:xfrm>
              <a:off x="6354575" y="2986825"/>
              <a:ext cx="56425" cy="41900"/>
            </a:xfrm>
            <a:custGeom>
              <a:avLst/>
              <a:gdLst/>
              <a:ahLst/>
              <a:cxnLst/>
              <a:rect l="l" t="t" r="r" b="b"/>
              <a:pathLst>
                <a:path w="2257" h="1676" extrusionOk="0">
                  <a:moveTo>
                    <a:pt x="1699" y="558"/>
                  </a:moveTo>
                  <a:lnTo>
                    <a:pt x="1699" y="1117"/>
                  </a:lnTo>
                  <a:lnTo>
                    <a:pt x="582" y="1117"/>
                  </a:lnTo>
                  <a:lnTo>
                    <a:pt x="582" y="558"/>
                  </a:lnTo>
                  <a:close/>
                  <a:moveTo>
                    <a:pt x="0" y="0"/>
                  </a:moveTo>
                  <a:lnTo>
                    <a:pt x="0" y="1675"/>
                  </a:lnTo>
                  <a:lnTo>
                    <a:pt x="2257" y="1675"/>
                  </a:lnTo>
                  <a:lnTo>
                    <a:pt x="225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119"/>
            <p:cNvSpPr/>
            <p:nvPr/>
          </p:nvSpPr>
          <p:spPr>
            <a:xfrm>
              <a:off x="6424350" y="2930975"/>
              <a:ext cx="55875" cy="41900"/>
            </a:xfrm>
            <a:custGeom>
              <a:avLst/>
              <a:gdLst/>
              <a:ahLst/>
              <a:cxnLst/>
              <a:rect l="l" t="t" r="r" b="b"/>
              <a:pathLst>
                <a:path w="2235" h="1676" extrusionOk="0">
                  <a:moveTo>
                    <a:pt x="1676" y="559"/>
                  </a:moveTo>
                  <a:lnTo>
                    <a:pt x="1676" y="1117"/>
                  </a:lnTo>
                  <a:lnTo>
                    <a:pt x="559" y="1117"/>
                  </a:lnTo>
                  <a:lnTo>
                    <a:pt x="559" y="559"/>
                  </a:lnTo>
                  <a:close/>
                  <a:moveTo>
                    <a:pt x="1" y="1"/>
                  </a:moveTo>
                  <a:lnTo>
                    <a:pt x="1" y="1676"/>
                  </a:lnTo>
                  <a:lnTo>
                    <a:pt x="2234" y="1676"/>
                  </a:lnTo>
                  <a:lnTo>
                    <a:pt x="223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119"/>
            <p:cNvSpPr/>
            <p:nvPr/>
          </p:nvSpPr>
          <p:spPr>
            <a:xfrm>
              <a:off x="6355150" y="3042650"/>
              <a:ext cx="55850" cy="41900"/>
            </a:xfrm>
            <a:custGeom>
              <a:avLst/>
              <a:gdLst/>
              <a:ahLst/>
              <a:cxnLst/>
              <a:rect l="l" t="t" r="r" b="b"/>
              <a:pathLst>
                <a:path w="2234" h="1676" extrusionOk="0">
                  <a:moveTo>
                    <a:pt x="1676" y="559"/>
                  </a:moveTo>
                  <a:lnTo>
                    <a:pt x="1676" y="1117"/>
                  </a:lnTo>
                  <a:lnTo>
                    <a:pt x="559" y="1117"/>
                  </a:lnTo>
                  <a:lnTo>
                    <a:pt x="559" y="559"/>
                  </a:lnTo>
                  <a:close/>
                  <a:moveTo>
                    <a:pt x="1" y="0"/>
                  </a:moveTo>
                  <a:lnTo>
                    <a:pt x="1" y="1675"/>
                  </a:lnTo>
                  <a:lnTo>
                    <a:pt x="2234" y="1675"/>
                  </a:lnTo>
                  <a:lnTo>
                    <a:pt x="223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119"/>
            <p:cNvSpPr/>
            <p:nvPr/>
          </p:nvSpPr>
          <p:spPr>
            <a:xfrm>
              <a:off x="6214975" y="2930975"/>
              <a:ext cx="55875" cy="41900"/>
            </a:xfrm>
            <a:custGeom>
              <a:avLst/>
              <a:gdLst/>
              <a:ahLst/>
              <a:cxnLst/>
              <a:rect l="l" t="t" r="r" b="b"/>
              <a:pathLst>
                <a:path w="2235" h="1676" extrusionOk="0">
                  <a:moveTo>
                    <a:pt x="1676" y="559"/>
                  </a:moveTo>
                  <a:lnTo>
                    <a:pt x="1676" y="1117"/>
                  </a:lnTo>
                  <a:lnTo>
                    <a:pt x="559" y="1117"/>
                  </a:lnTo>
                  <a:lnTo>
                    <a:pt x="559" y="559"/>
                  </a:lnTo>
                  <a:close/>
                  <a:moveTo>
                    <a:pt x="1" y="1"/>
                  </a:moveTo>
                  <a:lnTo>
                    <a:pt x="1" y="1676"/>
                  </a:lnTo>
                  <a:lnTo>
                    <a:pt x="2234" y="1676"/>
                  </a:lnTo>
                  <a:lnTo>
                    <a:pt x="223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119"/>
            <p:cNvSpPr/>
            <p:nvPr/>
          </p:nvSpPr>
          <p:spPr>
            <a:xfrm>
              <a:off x="6214975" y="3042650"/>
              <a:ext cx="55875" cy="41900"/>
            </a:xfrm>
            <a:custGeom>
              <a:avLst/>
              <a:gdLst/>
              <a:ahLst/>
              <a:cxnLst/>
              <a:rect l="l" t="t" r="r" b="b"/>
              <a:pathLst>
                <a:path w="2235" h="1676" extrusionOk="0">
                  <a:moveTo>
                    <a:pt x="1676" y="559"/>
                  </a:moveTo>
                  <a:lnTo>
                    <a:pt x="1676" y="1117"/>
                  </a:lnTo>
                  <a:lnTo>
                    <a:pt x="559" y="1117"/>
                  </a:lnTo>
                  <a:lnTo>
                    <a:pt x="559" y="559"/>
                  </a:lnTo>
                  <a:close/>
                  <a:moveTo>
                    <a:pt x="1" y="0"/>
                  </a:moveTo>
                  <a:lnTo>
                    <a:pt x="1" y="1675"/>
                  </a:lnTo>
                  <a:lnTo>
                    <a:pt x="2234" y="1675"/>
                  </a:lnTo>
                  <a:lnTo>
                    <a:pt x="223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119"/>
            <p:cNvSpPr/>
            <p:nvPr/>
          </p:nvSpPr>
          <p:spPr>
            <a:xfrm>
              <a:off x="6214975" y="2874575"/>
              <a:ext cx="55875" cy="42475"/>
            </a:xfrm>
            <a:custGeom>
              <a:avLst/>
              <a:gdLst/>
              <a:ahLst/>
              <a:cxnLst/>
              <a:rect l="l" t="t" r="r" b="b"/>
              <a:pathLst>
                <a:path w="2235" h="1699" extrusionOk="0">
                  <a:moveTo>
                    <a:pt x="1676" y="582"/>
                  </a:moveTo>
                  <a:lnTo>
                    <a:pt x="1676" y="1140"/>
                  </a:lnTo>
                  <a:lnTo>
                    <a:pt x="559" y="1140"/>
                  </a:lnTo>
                  <a:lnTo>
                    <a:pt x="559" y="582"/>
                  </a:lnTo>
                  <a:close/>
                  <a:moveTo>
                    <a:pt x="1" y="0"/>
                  </a:moveTo>
                  <a:lnTo>
                    <a:pt x="1" y="1698"/>
                  </a:lnTo>
                  <a:lnTo>
                    <a:pt x="2234" y="1698"/>
                  </a:lnTo>
                  <a:lnTo>
                    <a:pt x="223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119"/>
            <p:cNvSpPr/>
            <p:nvPr/>
          </p:nvSpPr>
          <p:spPr>
            <a:xfrm>
              <a:off x="6214975" y="2986825"/>
              <a:ext cx="55875" cy="41900"/>
            </a:xfrm>
            <a:custGeom>
              <a:avLst/>
              <a:gdLst/>
              <a:ahLst/>
              <a:cxnLst/>
              <a:rect l="l" t="t" r="r" b="b"/>
              <a:pathLst>
                <a:path w="2235" h="1676" extrusionOk="0">
                  <a:moveTo>
                    <a:pt x="1676" y="558"/>
                  </a:moveTo>
                  <a:lnTo>
                    <a:pt x="1676" y="1117"/>
                  </a:lnTo>
                  <a:lnTo>
                    <a:pt x="559" y="1117"/>
                  </a:lnTo>
                  <a:lnTo>
                    <a:pt x="559" y="558"/>
                  </a:lnTo>
                  <a:close/>
                  <a:moveTo>
                    <a:pt x="1" y="0"/>
                  </a:moveTo>
                  <a:lnTo>
                    <a:pt x="1" y="1675"/>
                  </a:lnTo>
                  <a:lnTo>
                    <a:pt x="2234" y="1675"/>
                  </a:lnTo>
                  <a:lnTo>
                    <a:pt x="223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119"/>
            <p:cNvSpPr/>
            <p:nvPr/>
          </p:nvSpPr>
          <p:spPr>
            <a:xfrm>
              <a:off x="6354575" y="2874575"/>
              <a:ext cx="56425" cy="42475"/>
            </a:xfrm>
            <a:custGeom>
              <a:avLst/>
              <a:gdLst/>
              <a:ahLst/>
              <a:cxnLst/>
              <a:rect l="l" t="t" r="r" b="b"/>
              <a:pathLst>
                <a:path w="2257" h="1699" extrusionOk="0">
                  <a:moveTo>
                    <a:pt x="1699" y="582"/>
                  </a:moveTo>
                  <a:lnTo>
                    <a:pt x="1699" y="1140"/>
                  </a:lnTo>
                  <a:lnTo>
                    <a:pt x="582" y="1140"/>
                  </a:lnTo>
                  <a:lnTo>
                    <a:pt x="582" y="582"/>
                  </a:lnTo>
                  <a:close/>
                  <a:moveTo>
                    <a:pt x="0" y="0"/>
                  </a:moveTo>
                  <a:lnTo>
                    <a:pt x="0" y="1698"/>
                  </a:lnTo>
                  <a:lnTo>
                    <a:pt x="2257" y="1698"/>
                  </a:lnTo>
                  <a:lnTo>
                    <a:pt x="225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119"/>
            <p:cNvSpPr/>
            <p:nvPr/>
          </p:nvSpPr>
          <p:spPr>
            <a:xfrm>
              <a:off x="6284775" y="2874575"/>
              <a:ext cx="55850" cy="42475"/>
            </a:xfrm>
            <a:custGeom>
              <a:avLst/>
              <a:gdLst/>
              <a:ahLst/>
              <a:cxnLst/>
              <a:rect l="l" t="t" r="r" b="b"/>
              <a:pathLst>
                <a:path w="2234" h="1699" extrusionOk="0">
                  <a:moveTo>
                    <a:pt x="1676" y="582"/>
                  </a:moveTo>
                  <a:lnTo>
                    <a:pt x="1676" y="1140"/>
                  </a:lnTo>
                  <a:lnTo>
                    <a:pt x="559" y="1140"/>
                  </a:lnTo>
                  <a:lnTo>
                    <a:pt x="559" y="582"/>
                  </a:lnTo>
                  <a:close/>
                  <a:moveTo>
                    <a:pt x="1" y="0"/>
                  </a:moveTo>
                  <a:lnTo>
                    <a:pt x="1" y="1698"/>
                  </a:lnTo>
                  <a:lnTo>
                    <a:pt x="2234" y="1698"/>
                  </a:lnTo>
                  <a:lnTo>
                    <a:pt x="223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119"/>
            <p:cNvSpPr/>
            <p:nvPr/>
          </p:nvSpPr>
          <p:spPr>
            <a:xfrm>
              <a:off x="6284775" y="2986825"/>
              <a:ext cx="55850" cy="41900"/>
            </a:xfrm>
            <a:custGeom>
              <a:avLst/>
              <a:gdLst/>
              <a:ahLst/>
              <a:cxnLst/>
              <a:rect l="l" t="t" r="r" b="b"/>
              <a:pathLst>
                <a:path w="2234" h="1676" extrusionOk="0">
                  <a:moveTo>
                    <a:pt x="1676" y="558"/>
                  </a:moveTo>
                  <a:lnTo>
                    <a:pt x="1676" y="1117"/>
                  </a:lnTo>
                  <a:lnTo>
                    <a:pt x="559" y="1117"/>
                  </a:lnTo>
                  <a:lnTo>
                    <a:pt x="559" y="558"/>
                  </a:lnTo>
                  <a:close/>
                  <a:moveTo>
                    <a:pt x="1" y="0"/>
                  </a:moveTo>
                  <a:lnTo>
                    <a:pt x="1" y="1675"/>
                  </a:lnTo>
                  <a:lnTo>
                    <a:pt x="2234" y="1675"/>
                  </a:lnTo>
                  <a:lnTo>
                    <a:pt x="223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119"/>
            <p:cNvSpPr/>
            <p:nvPr/>
          </p:nvSpPr>
          <p:spPr>
            <a:xfrm>
              <a:off x="6284775" y="3042650"/>
              <a:ext cx="55850" cy="41900"/>
            </a:xfrm>
            <a:custGeom>
              <a:avLst/>
              <a:gdLst/>
              <a:ahLst/>
              <a:cxnLst/>
              <a:rect l="l" t="t" r="r" b="b"/>
              <a:pathLst>
                <a:path w="2234" h="1676" extrusionOk="0">
                  <a:moveTo>
                    <a:pt x="1676" y="559"/>
                  </a:moveTo>
                  <a:lnTo>
                    <a:pt x="1676" y="1117"/>
                  </a:lnTo>
                  <a:lnTo>
                    <a:pt x="559" y="1117"/>
                  </a:lnTo>
                  <a:lnTo>
                    <a:pt x="559" y="559"/>
                  </a:lnTo>
                  <a:close/>
                  <a:moveTo>
                    <a:pt x="1" y="0"/>
                  </a:moveTo>
                  <a:lnTo>
                    <a:pt x="1" y="1675"/>
                  </a:lnTo>
                  <a:lnTo>
                    <a:pt x="2234" y="1675"/>
                  </a:lnTo>
                  <a:lnTo>
                    <a:pt x="223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119"/>
            <p:cNvSpPr/>
            <p:nvPr/>
          </p:nvSpPr>
          <p:spPr>
            <a:xfrm>
              <a:off x="6284775" y="2930975"/>
              <a:ext cx="55850" cy="41900"/>
            </a:xfrm>
            <a:custGeom>
              <a:avLst/>
              <a:gdLst/>
              <a:ahLst/>
              <a:cxnLst/>
              <a:rect l="l" t="t" r="r" b="b"/>
              <a:pathLst>
                <a:path w="2234" h="1676" extrusionOk="0">
                  <a:moveTo>
                    <a:pt x="1676" y="559"/>
                  </a:moveTo>
                  <a:lnTo>
                    <a:pt x="1676" y="1117"/>
                  </a:lnTo>
                  <a:lnTo>
                    <a:pt x="559" y="1117"/>
                  </a:lnTo>
                  <a:lnTo>
                    <a:pt x="559" y="559"/>
                  </a:lnTo>
                  <a:close/>
                  <a:moveTo>
                    <a:pt x="1" y="1"/>
                  </a:moveTo>
                  <a:lnTo>
                    <a:pt x="1" y="1676"/>
                  </a:lnTo>
                  <a:lnTo>
                    <a:pt x="2234" y="1676"/>
                  </a:lnTo>
                  <a:lnTo>
                    <a:pt x="223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119"/>
            <p:cNvSpPr/>
            <p:nvPr/>
          </p:nvSpPr>
          <p:spPr>
            <a:xfrm>
              <a:off x="6270825" y="2754175"/>
              <a:ext cx="13975" cy="27950"/>
            </a:xfrm>
            <a:custGeom>
              <a:avLst/>
              <a:gdLst/>
              <a:ahLst/>
              <a:cxnLst/>
              <a:rect l="l" t="t" r="r" b="b"/>
              <a:pathLst>
                <a:path w="559" h="1118" extrusionOk="0">
                  <a:moveTo>
                    <a:pt x="0" y="1"/>
                  </a:moveTo>
                  <a:lnTo>
                    <a:pt x="0" y="1117"/>
                  </a:lnTo>
                  <a:lnTo>
                    <a:pt x="559" y="1117"/>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119"/>
            <p:cNvSpPr/>
            <p:nvPr/>
          </p:nvSpPr>
          <p:spPr>
            <a:xfrm>
              <a:off x="6326650" y="2754175"/>
              <a:ext cx="13975" cy="27950"/>
            </a:xfrm>
            <a:custGeom>
              <a:avLst/>
              <a:gdLst/>
              <a:ahLst/>
              <a:cxnLst/>
              <a:rect l="l" t="t" r="r" b="b"/>
              <a:pathLst>
                <a:path w="559" h="1118" extrusionOk="0">
                  <a:moveTo>
                    <a:pt x="1" y="1"/>
                  </a:moveTo>
                  <a:lnTo>
                    <a:pt x="1" y="1117"/>
                  </a:lnTo>
                  <a:lnTo>
                    <a:pt x="559" y="1117"/>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119"/>
            <p:cNvSpPr/>
            <p:nvPr/>
          </p:nvSpPr>
          <p:spPr>
            <a:xfrm>
              <a:off x="6585475" y="2719275"/>
              <a:ext cx="41875" cy="41900"/>
            </a:xfrm>
            <a:custGeom>
              <a:avLst/>
              <a:gdLst/>
              <a:ahLst/>
              <a:cxnLst/>
              <a:rect l="l" t="t" r="r" b="b"/>
              <a:pathLst>
                <a:path w="1675" h="1676" extrusionOk="0">
                  <a:moveTo>
                    <a:pt x="558" y="1"/>
                  </a:moveTo>
                  <a:lnTo>
                    <a:pt x="558" y="559"/>
                  </a:lnTo>
                  <a:lnTo>
                    <a:pt x="0" y="559"/>
                  </a:lnTo>
                  <a:lnTo>
                    <a:pt x="0" y="1117"/>
                  </a:lnTo>
                  <a:lnTo>
                    <a:pt x="558" y="1117"/>
                  </a:lnTo>
                  <a:lnTo>
                    <a:pt x="558" y="1676"/>
                  </a:lnTo>
                  <a:lnTo>
                    <a:pt x="1117" y="1676"/>
                  </a:lnTo>
                  <a:lnTo>
                    <a:pt x="1117" y="1117"/>
                  </a:lnTo>
                  <a:lnTo>
                    <a:pt x="1675" y="1117"/>
                  </a:lnTo>
                  <a:lnTo>
                    <a:pt x="1675" y="559"/>
                  </a:lnTo>
                  <a:lnTo>
                    <a:pt x="1117" y="559"/>
                  </a:lnTo>
                  <a:lnTo>
                    <a:pt x="1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119"/>
            <p:cNvSpPr/>
            <p:nvPr/>
          </p:nvSpPr>
          <p:spPr>
            <a:xfrm>
              <a:off x="6298725" y="2754175"/>
              <a:ext cx="14000" cy="27950"/>
            </a:xfrm>
            <a:custGeom>
              <a:avLst/>
              <a:gdLst/>
              <a:ahLst/>
              <a:cxnLst/>
              <a:rect l="l" t="t" r="r" b="b"/>
              <a:pathLst>
                <a:path w="560" h="1118" extrusionOk="0">
                  <a:moveTo>
                    <a:pt x="1" y="1"/>
                  </a:moveTo>
                  <a:lnTo>
                    <a:pt x="1" y="1117"/>
                  </a:lnTo>
                  <a:lnTo>
                    <a:pt x="559" y="1117"/>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119"/>
            <p:cNvSpPr/>
            <p:nvPr/>
          </p:nvSpPr>
          <p:spPr>
            <a:xfrm>
              <a:off x="6586625" y="2887950"/>
              <a:ext cx="39575" cy="39575"/>
            </a:xfrm>
            <a:custGeom>
              <a:avLst/>
              <a:gdLst/>
              <a:ahLst/>
              <a:cxnLst/>
              <a:rect l="l" t="t" r="r" b="b"/>
              <a:pathLst>
                <a:path w="1583" h="1583" extrusionOk="0">
                  <a:moveTo>
                    <a:pt x="1187" y="0"/>
                  </a:moveTo>
                  <a:lnTo>
                    <a:pt x="1" y="1187"/>
                  </a:lnTo>
                  <a:lnTo>
                    <a:pt x="396" y="1582"/>
                  </a:lnTo>
                  <a:lnTo>
                    <a:pt x="1582" y="396"/>
                  </a:lnTo>
                  <a:lnTo>
                    <a:pt x="118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119"/>
            <p:cNvSpPr/>
            <p:nvPr/>
          </p:nvSpPr>
          <p:spPr>
            <a:xfrm>
              <a:off x="6585475" y="2789075"/>
              <a:ext cx="41875" cy="13975"/>
            </a:xfrm>
            <a:custGeom>
              <a:avLst/>
              <a:gdLst/>
              <a:ahLst/>
              <a:cxnLst/>
              <a:rect l="l" t="t" r="r" b="b"/>
              <a:pathLst>
                <a:path w="1675" h="559" extrusionOk="0">
                  <a:moveTo>
                    <a:pt x="0" y="0"/>
                  </a:moveTo>
                  <a:lnTo>
                    <a:pt x="0" y="559"/>
                  </a:lnTo>
                  <a:lnTo>
                    <a:pt x="1675" y="559"/>
                  </a:lnTo>
                  <a:lnTo>
                    <a:pt x="167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119"/>
            <p:cNvSpPr/>
            <p:nvPr/>
          </p:nvSpPr>
          <p:spPr>
            <a:xfrm>
              <a:off x="6586625" y="2832100"/>
              <a:ext cx="39575" cy="39575"/>
            </a:xfrm>
            <a:custGeom>
              <a:avLst/>
              <a:gdLst/>
              <a:ahLst/>
              <a:cxnLst/>
              <a:rect l="l" t="t" r="r" b="b"/>
              <a:pathLst>
                <a:path w="1583" h="1583" extrusionOk="0">
                  <a:moveTo>
                    <a:pt x="396" y="1"/>
                  </a:moveTo>
                  <a:lnTo>
                    <a:pt x="1" y="396"/>
                  </a:lnTo>
                  <a:lnTo>
                    <a:pt x="396" y="792"/>
                  </a:lnTo>
                  <a:lnTo>
                    <a:pt x="1" y="1187"/>
                  </a:lnTo>
                  <a:lnTo>
                    <a:pt x="396" y="1583"/>
                  </a:lnTo>
                  <a:lnTo>
                    <a:pt x="792" y="1187"/>
                  </a:lnTo>
                  <a:lnTo>
                    <a:pt x="1187" y="1583"/>
                  </a:lnTo>
                  <a:lnTo>
                    <a:pt x="1582" y="1187"/>
                  </a:lnTo>
                  <a:lnTo>
                    <a:pt x="1187" y="792"/>
                  </a:lnTo>
                  <a:lnTo>
                    <a:pt x="1582" y="396"/>
                  </a:lnTo>
                  <a:lnTo>
                    <a:pt x="1187" y="1"/>
                  </a:lnTo>
                  <a:lnTo>
                    <a:pt x="792" y="396"/>
                  </a:lnTo>
                  <a:lnTo>
                    <a:pt x="39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119"/>
            <p:cNvSpPr/>
            <p:nvPr/>
          </p:nvSpPr>
          <p:spPr>
            <a:xfrm>
              <a:off x="6187075" y="2662875"/>
              <a:ext cx="321650" cy="477500"/>
            </a:xfrm>
            <a:custGeom>
              <a:avLst/>
              <a:gdLst/>
              <a:ahLst/>
              <a:cxnLst/>
              <a:rect l="l" t="t" r="r" b="b"/>
              <a:pathLst>
                <a:path w="12866" h="19100" extrusionOk="0">
                  <a:moveTo>
                    <a:pt x="12028" y="558"/>
                  </a:moveTo>
                  <a:cubicBezTo>
                    <a:pt x="12191" y="558"/>
                    <a:pt x="12307" y="698"/>
                    <a:pt x="12307" y="861"/>
                  </a:cubicBezTo>
                  <a:lnTo>
                    <a:pt x="12307" y="7003"/>
                  </a:lnTo>
                  <a:lnTo>
                    <a:pt x="559" y="7003"/>
                  </a:lnTo>
                  <a:lnTo>
                    <a:pt x="559" y="861"/>
                  </a:lnTo>
                  <a:cubicBezTo>
                    <a:pt x="559" y="698"/>
                    <a:pt x="698" y="558"/>
                    <a:pt x="861" y="558"/>
                  </a:cubicBezTo>
                  <a:close/>
                  <a:moveTo>
                    <a:pt x="12028" y="0"/>
                  </a:moveTo>
                  <a:lnTo>
                    <a:pt x="12028" y="23"/>
                  </a:lnTo>
                  <a:lnTo>
                    <a:pt x="838" y="23"/>
                  </a:lnTo>
                  <a:cubicBezTo>
                    <a:pt x="372" y="23"/>
                    <a:pt x="0" y="396"/>
                    <a:pt x="0" y="861"/>
                  </a:cubicBezTo>
                  <a:lnTo>
                    <a:pt x="0" y="18262"/>
                  </a:lnTo>
                  <a:cubicBezTo>
                    <a:pt x="0" y="18727"/>
                    <a:pt x="372" y="19100"/>
                    <a:pt x="838" y="19100"/>
                  </a:cubicBezTo>
                  <a:lnTo>
                    <a:pt x="12028" y="19100"/>
                  </a:lnTo>
                  <a:cubicBezTo>
                    <a:pt x="12493" y="19100"/>
                    <a:pt x="12865" y="18727"/>
                    <a:pt x="12865" y="18262"/>
                  </a:cubicBezTo>
                  <a:lnTo>
                    <a:pt x="12865" y="16866"/>
                  </a:lnTo>
                  <a:lnTo>
                    <a:pt x="12307" y="16866"/>
                  </a:lnTo>
                  <a:lnTo>
                    <a:pt x="12307" y="18262"/>
                  </a:lnTo>
                  <a:cubicBezTo>
                    <a:pt x="12307" y="18425"/>
                    <a:pt x="12191" y="18565"/>
                    <a:pt x="12028" y="18565"/>
                  </a:cubicBezTo>
                  <a:lnTo>
                    <a:pt x="838" y="18565"/>
                  </a:lnTo>
                  <a:cubicBezTo>
                    <a:pt x="675" y="18565"/>
                    <a:pt x="559" y="18425"/>
                    <a:pt x="559" y="18262"/>
                  </a:cubicBezTo>
                  <a:lnTo>
                    <a:pt x="559" y="7561"/>
                  </a:lnTo>
                  <a:lnTo>
                    <a:pt x="12307" y="7561"/>
                  </a:lnTo>
                  <a:lnTo>
                    <a:pt x="12307" y="16308"/>
                  </a:lnTo>
                  <a:lnTo>
                    <a:pt x="12865" y="16308"/>
                  </a:lnTo>
                  <a:lnTo>
                    <a:pt x="12865" y="861"/>
                  </a:lnTo>
                  <a:cubicBezTo>
                    <a:pt x="12865" y="396"/>
                    <a:pt x="12493" y="0"/>
                    <a:pt x="120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119"/>
            <p:cNvSpPr/>
            <p:nvPr/>
          </p:nvSpPr>
          <p:spPr>
            <a:xfrm>
              <a:off x="6214975" y="2719275"/>
              <a:ext cx="265250" cy="97750"/>
            </a:xfrm>
            <a:custGeom>
              <a:avLst/>
              <a:gdLst/>
              <a:ahLst/>
              <a:cxnLst/>
              <a:rect l="l" t="t" r="r" b="b"/>
              <a:pathLst>
                <a:path w="10610" h="3910" extrusionOk="0">
                  <a:moveTo>
                    <a:pt x="1" y="1"/>
                  </a:moveTo>
                  <a:lnTo>
                    <a:pt x="1" y="3909"/>
                  </a:lnTo>
                  <a:lnTo>
                    <a:pt x="10609" y="3909"/>
                  </a:lnTo>
                  <a:lnTo>
                    <a:pt x="10609" y="1"/>
                  </a:lnTo>
                  <a:lnTo>
                    <a:pt x="5608" y="1"/>
                  </a:lnTo>
                  <a:lnTo>
                    <a:pt x="5608" y="559"/>
                  </a:lnTo>
                  <a:lnTo>
                    <a:pt x="10074" y="559"/>
                  </a:lnTo>
                  <a:lnTo>
                    <a:pt x="10074" y="3327"/>
                  </a:lnTo>
                  <a:lnTo>
                    <a:pt x="559" y="3327"/>
                  </a:lnTo>
                  <a:lnTo>
                    <a:pt x="559" y="536"/>
                  </a:lnTo>
                  <a:lnTo>
                    <a:pt x="5026" y="536"/>
                  </a:lnTo>
                  <a:lnTo>
                    <a:pt x="50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119"/>
            <p:cNvSpPr/>
            <p:nvPr/>
          </p:nvSpPr>
          <p:spPr>
            <a:xfrm>
              <a:off x="6524975" y="2662875"/>
              <a:ext cx="130300" cy="293725"/>
            </a:xfrm>
            <a:custGeom>
              <a:avLst/>
              <a:gdLst/>
              <a:ahLst/>
              <a:cxnLst/>
              <a:rect l="l" t="t" r="r" b="b"/>
              <a:pathLst>
                <a:path w="5212" h="11749" extrusionOk="0">
                  <a:moveTo>
                    <a:pt x="2141" y="0"/>
                  </a:moveTo>
                  <a:cubicBezTo>
                    <a:pt x="1676" y="0"/>
                    <a:pt x="1303" y="396"/>
                    <a:pt x="1303" y="861"/>
                  </a:cubicBezTo>
                  <a:lnTo>
                    <a:pt x="1303" y="2908"/>
                  </a:lnTo>
                  <a:lnTo>
                    <a:pt x="1" y="4211"/>
                  </a:lnTo>
                  <a:lnTo>
                    <a:pt x="1303" y="5514"/>
                  </a:lnTo>
                  <a:lnTo>
                    <a:pt x="1303" y="10911"/>
                  </a:lnTo>
                  <a:cubicBezTo>
                    <a:pt x="1303" y="11376"/>
                    <a:pt x="1676" y="11748"/>
                    <a:pt x="2141" y="11748"/>
                  </a:cubicBezTo>
                  <a:lnTo>
                    <a:pt x="4374" y="11748"/>
                  </a:lnTo>
                  <a:cubicBezTo>
                    <a:pt x="4839" y="11748"/>
                    <a:pt x="5212" y="11376"/>
                    <a:pt x="5212" y="10911"/>
                  </a:cubicBezTo>
                  <a:lnTo>
                    <a:pt x="5212" y="9515"/>
                  </a:lnTo>
                  <a:lnTo>
                    <a:pt x="4653" y="9515"/>
                  </a:lnTo>
                  <a:lnTo>
                    <a:pt x="4653" y="10911"/>
                  </a:lnTo>
                  <a:cubicBezTo>
                    <a:pt x="4653" y="11074"/>
                    <a:pt x="4537" y="11213"/>
                    <a:pt x="4374" y="11213"/>
                  </a:cubicBezTo>
                  <a:lnTo>
                    <a:pt x="2141" y="11213"/>
                  </a:lnTo>
                  <a:cubicBezTo>
                    <a:pt x="1978" y="11213"/>
                    <a:pt x="1862" y="11074"/>
                    <a:pt x="1862" y="10911"/>
                  </a:cubicBezTo>
                  <a:lnTo>
                    <a:pt x="1862" y="5281"/>
                  </a:lnTo>
                  <a:lnTo>
                    <a:pt x="792" y="4211"/>
                  </a:lnTo>
                  <a:lnTo>
                    <a:pt x="1862" y="3141"/>
                  </a:lnTo>
                  <a:lnTo>
                    <a:pt x="1862" y="861"/>
                  </a:lnTo>
                  <a:cubicBezTo>
                    <a:pt x="1862" y="698"/>
                    <a:pt x="1978" y="558"/>
                    <a:pt x="2141" y="558"/>
                  </a:cubicBezTo>
                  <a:lnTo>
                    <a:pt x="4374" y="558"/>
                  </a:lnTo>
                  <a:cubicBezTo>
                    <a:pt x="4537" y="558"/>
                    <a:pt x="4677" y="698"/>
                    <a:pt x="4677" y="861"/>
                  </a:cubicBezTo>
                  <a:lnTo>
                    <a:pt x="4677" y="8957"/>
                  </a:lnTo>
                  <a:lnTo>
                    <a:pt x="5212" y="8957"/>
                  </a:lnTo>
                  <a:lnTo>
                    <a:pt x="5212" y="861"/>
                  </a:lnTo>
                  <a:cubicBezTo>
                    <a:pt x="5212" y="396"/>
                    <a:pt x="4839" y="0"/>
                    <a:pt x="43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8" name="Google Shape;5748;p119"/>
          <p:cNvGrpSpPr/>
          <p:nvPr/>
        </p:nvGrpSpPr>
        <p:grpSpPr>
          <a:xfrm>
            <a:off x="6182425" y="1947500"/>
            <a:ext cx="485650" cy="472875"/>
            <a:chOff x="6182425" y="1947500"/>
            <a:chExt cx="485650" cy="472875"/>
          </a:xfrm>
        </p:grpSpPr>
        <p:sp>
          <p:nvSpPr>
            <p:cNvPr id="5749" name="Google Shape;5749;p119"/>
            <p:cNvSpPr/>
            <p:nvPr/>
          </p:nvSpPr>
          <p:spPr>
            <a:xfrm>
              <a:off x="6189400" y="1947500"/>
              <a:ext cx="472850" cy="65750"/>
            </a:xfrm>
            <a:custGeom>
              <a:avLst/>
              <a:gdLst/>
              <a:ahLst/>
              <a:cxnLst/>
              <a:rect l="l" t="t" r="r" b="b"/>
              <a:pathLst>
                <a:path w="18914" h="2630" extrusionOk="0">
                  <a:moveTo>
                    <a:pt x="1117" y="2630"/>
                  </a:moveTo>
                  <a:cubicBezTo>
                    <a:pt x="2117" y="2630"/>
                    <a:pt x="2629" y="1420"/>
                    <a:pt x="1908" y="722"/>
                  </a:cubicBezTo>
                  <a:cubicBezTo>
                    <a:pt x="1210" y="1"/>
                    <a:pt x="0" y="513"/>
                    <a:pt x="0" y="1513"/>
                  </a:cubicBezTo>
                  <a:cubicBezTo>
                    <a:pt x="0" y="2118"/>
                    <a:pt x="512" y="2630"/>
                    <a:pt x="1117" y="2630"/>
                  </a:cubicBezTo>
                  <a:close/>
                  <a:moveTo>
                    <a:pt x="17402" y="2630"/>
                  </a:moveTo>
                  <a:cubicBezTo>
                    <a:pt x="18402" y="2630"/>
                    <a:pt x="18914" y="1420"/>
                    <a:pt x="18193" y="722"/>
                  </a:cubicBezTo>
                  <a:cubicBezTo>
                    <a:pt x="17495" y="1"/>
                    <a:pt x="16285" y="513"/>
                    <a:pt x="16285" y="1513"/>
                  </a:cubicBezTo>
                  <a:cubicBezTo>
                    <a:pt x="16285" y="2118"/>
                    <a:pt x="16797" y="2630"/>
                    <a:pt x="17402" y="2630"/>
                  </a:cubicBezTo>
                  <a:close/>
                  <a:moveTo>
                    <a:pt x="17402" y="2630"/>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119"/>
            <p:cNvSpPr/>
            <p:nvPr/>
          </p:nvSpPr>
          <p:spPr>
            <a:xfrm>
              <a:off x="6274300" y="1957400"/>
              <a:ext cx="293750" cy="125650"/>
            </a:xfrm>
            <a:custGeom>
              <a:avLst/>
              <a:gdLst/>
              <a:ahLst/>
              <a:cxnLst/>
              <a:rect l="l" t="t" r="r" b="b"/>
              <a:pathLst>
                <a:path w="11750" h="5026" extrusionOk="0">
                  <a:moveTo>
                    <a:pt x="1" y="5025"/>
                  </a:moveTo>
                  <a:lnTo>
                    <a:pt x="11749" y="5025"/>
                  </a:lnTo>
                  <a:lnTo>
                    <a:pt x="11749" y="0"/>
                  </a:lnTo>
                  <a:lnTo>
                    <a:pt x="9516" y="0"/>
                  </a:lnTo>
                  <a:lnTo>
                    <a:pt x="9516" y="2792"/>
                  </a:lnTo>
                  <a:lnTo>
                    <a:pt x="2234" y="2792"/>
                  </a:lnTo>
                  <a:lnTo>
                    <a:pt x="2234" y="0"/>
                  </a:lnTo>
                  <a:lnTo>
                    <a:pt x="1" y="0"/>
                  </a:lnTo>
                  <a:close/>
                  <a:moveTo>
                    <a:pt x="1" y="5025"/>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119"/>
            <p:cNvSpPr/>
            <p:nvPr/>
          </p:nvSpPr>
          <p:spPr>
            <a:xfrm>
              <a:off x="6241750" y="1971350"/>
              <a:ext cx="358850" cy="27950"/>
            </a:xfrm>
            <a:custGeom>
              <a:avLst/>
              <a:gdLst/>
              <a:ahLst/>
              <a:cxnLst/>
              <a:rect l="l" t="t" r="r" b="b"/>
              <a:pathLst>
                <a:path w="14354" h="1118" extrusionOk="0">
                  <a:moveTo>
                    <a:pt x="13051" y="1117"/>
                  </a:moveTo>
                  <a:lnTo>
                    <a:pt x="14354" y="1117"/>
                  </a:lnTo>
                  <a:cubicBezTo>
                    <a:pt x="14168" y="768"/>
                    <a:pt x="14168" y="350"/>
                    <a:pt x="14354" y="1"/>
                  </a:cubicBezTo>
                  <a:lnTo>
                    <a:pt x="13051" y="1"/>
                  </a:lnTo>
                  <a:close/>
                  <a:moveTo>
                    <a:pt x="0" y="1117"/>
                  </a:moveTo>
                  <a:lnTo>
                    <a:pt x="1303" y="1117"/>
                  </a:lnTo>
                  <a:lnTo>
                    <a:pt x="1303" y="1"/>
                  </a:lnTo>
                  <a:lnTo>
                    <a:pt x="0" y="1"/>
                  </a:lnTo>
                  <a:cubicBezTo>
                    <a:pt x="209" y="350"/>
                    <a:pt x="209" y="768"/>
                    <a:pt x="0" y="1117"/>
                  </a:cubicBezTo>
                  <a:close/>
                  <a:moveTo>
                    <a:pt x="3536" y="1117"/>
                  </a:moveTo>
                  <a:lnTo>
                    <a:pt x="10818" y="1117"/>
                  </a:lnTo>
                  <a:lnTo>
                    <a:pt x="10818" y="1"/>
                  </a:lnTo>
                  <a:lnTo>
                    <a:pt x="3536" y="1"/>
                  </a:lnTo>
                  <a:close/>
                  <a:moveTo>
                    <a:pt x="3536" y="1117"/>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119"/>
            <p:cNvSpPr/>
            <p:nvPr/>
          </p:nvSpPr>
          <p:spPr>
            <a:xfrm>
              <a:off x="6274300" y="2083025"/>
              <a:ext cx="293750" cy="329200"/>
            </a:xfrm>
            <a:custGeom>
              <a:avLst/>
              <a:gdLst/>
              <a:ahLst/>
              <a:cxnLst/>
              <a:rect l="l" t="t" r="r" b="b"/>
              <a:pathLst>
                <a:path w="11750" h="13168" extrusionOk="0">
                  <a:moveTo>
                    <a:pt x="1" y="6770"/>
                  </a:moveTo>
                  <a:lnTo>
                    <a:pt x="5887" y="9236"/>
                  </a:lnTo>
                  <a:lnTo>
                    <a:pt x="11749" y="6770"/>
                  </a:lnTo>
                  <a:lnTo>
                    <a:pt x="11749" y="0"/>
                  </a:lnTo>
                  <a:lnTo>
                    <a:pt x="1" y="0"/>
                  </a:lnTo>
                  <a:close/>
                  <a:moveTo>
                    <a:pt x="1" y="10702"/>
                  </a:moveTo>
                  <a:lnTo>
                    <a:pt x="1" y="8189"/>
                  </a:lnTo>
                  <a:lnTo>
                    <a:pt x="5887" y="10655"/>
                  </a:lnTo>
                  <a:lnTo>
                    <a:pt x="11749" y="8189"/>
                  </a:lnTo>
                  <a:lnTo>
                    <a:pt x="11749" y="10702"/>
                  </a:lnTo>
                  <a:lnTo>
                    <a:pt x="5887" y="13167"/>
                  </a:lnTo>
                  <a:close/>
                  <a:moveTo>
                    <a:pt x="2793" y="5607"/>
                  </a:moveTo>
                  <a:lnTo>
                    <a:pt x="2793" y="1675"/>
                  </a:lnTo>
                  <a:lnTo>
                    <a:pt x="4747" y="1675"/>
                  </a:lnTo>
                  <a:lnTo>
                    <a:pt x="5887" y="2234"/>
                  </a:lnTo>
                  <a:lnTo>
                    <a:pt x="7003" y="1675"/>
                  </a:lnTo>
                  <a:lnTo>
                    <a:pt x="8957" y="1675"/>
                  </a:lnTo>
                  <a:lnTo>
                    <a:pt x="8957" y="5607"/>
                  </a:lnTo>
                  <a:lnTo>
                    <a:pt x="7003" y="5607"/>
                  </a:lnTo>
                  <a:lnTo>
                    <a:pt x="5887" y="6165"/>
                  </a:lnTo>
                  <a:lnTo>
                    <a:pt x="4747" y="5607"/>
                  </a:lnTo>
                  <a:close/>
                  <a:moveTo>
                    <a:pt x="2793" y="5607"/>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119"/>
            <p:cNvSpPr/>
            <p:nvPr/>
          </p:nvSpPr>
          <p:spPr>
            <a:xfrm>
              <a:off x="6344100" y="2124900"/>
              <a:ext cx="154150" cy="112275"/>
            </a:xfrm>
            <a:custGeom>
              <a:avLst/>
              <a:gdLst/>
              <a:ahLst/>
              <a:cxnLst/>
              <a:rect l="l" t="t" r="r" b="b"/>
              <a:pathLst>
                <a:path w="6166" h="4491" extrusionOk="0">
                  <a:moveTo>
                    <a:pt x="1" y="3932"/>
                  </a:moveTo>
                  <a:lnTo>
                    <a:pt x="1955" y="3932"/>
                  </a:lnTo>
                  <a:lnTo>
                    <a:pt x="3095" y="4490"/>
                  </a:lnTo>
                  <a:lnTo>
                    <a:pt x="4211" y="3932"/>
                  </a:lnTo>
                  <a:lnTo>
                    <a:pt x="6165" y="3932"/>
                  </a:lnTo>
                  <a:lnTo>
                    <a:pt x="6165" y="0"/>
                  </a:lnTo>
                  <a:lnTo>
                    <a:pt x="4211" y="0"/>
                  </a:lnTo>
                  <a:lnTo>
                    <a:pt x="3095" y="559"/>
                  </a:lnTo>
                  <a:lnTo>
                    <a:pt x="1955" y="0"/>
                  </a:lnTo>
                  <a:lnTo>
                    <a:pt x="1" y="0"/>
                  </a:lnTo>
                  <a:close/>
                  <a:moveTo>
                    <a:pt x="1" y="3932"/>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119"/>
            <p:cNvSpPr/>
            <p:nvPr/>
          </p:nvSpPr>
          <p:spPr>
            <a:xfrm>
              <a:off x="6274300" y="2252250"/>
              <a:ext cx="293750" cy="96575"/>
            </a:xfrm>
            <a:custGeom>
              <a:avLst/>
              <a:gdLst/>
              <a:ahLst/>
              <a:cxnLst/>
              <a:rect l="l" t="t" r="r" b="b"/>
              <a:pathLst>
                <a:path w="11750" h="3863" extrusionOk="0">
                  <a:moveTo>
                    <a:pt x="1" y="1397"/>
                  </a:moveTo>
                  <a:lnTo>
                    <a:pt x="5887" y="3863"/>
                  </a:lnTo>
                  <a:lnTo>
                    <a:pt x="11749" y="1397"/>
                  </a:lnTo>
                  <a:lnTo>
                    <a:pt x="11749" y="1"/>
                  </a:lnTo>
                  <a:lnTo>
                    <a:pt x="5887" y="2467"/>
                  </a:lnTo>
                  <a:lnTo>
                    <a:pt x="1" y="1"/>
                  </a:lnTo>
                  <a:close/>
                  <a:moveTo>
                    <a:pt x="1" y="1397"/>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119"/>
            <p:cNvSpPr/>
            <p:nvPr/>
          </p:nvSpPr>
          <p:spPr>
            <a:xfrm>
              <a:off x="6274300" y="2252250"/>
              <a:ext cx="20975" cy="44225"/>
            </a:xfrm>
            <a:custGeom>
              <a:avLst/>
              <a:gdLst/>
              <a:ahLst/>
              <a:cxnLst/>
              <a:rect l="l" t="t" r="r" b="b"/>
              <a:pathLst>
                <a:path w="839" h="1769" extrusionOk="0">
                  <a:moveTo>
                    <a:pt x="1" y="1397"/>
                  </a:moveTo>
                  <a:lnTo>
                    <a:pt x="838" y="1769"/>
                  </a:lnTo>
                  <a:lnTo>
                    <a:pt x="838" y="350"/>
                  </a:lnTo>
                  <a:lnTo>
                    <a:pt x="1" y="1"/>
                  </a:lnTo>
                  <a:close/>
                  <a:moveTo>
                    <a:pt x="1" y="1397"/>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119"/>
            <p:cNvSpPr/>
            <p:nvPr/>
          </p:nvSpPr>
          <p:spPr>
            <a:xfrm>
              <a:off x="6189400" y="1953325"/>
              <a:ext cx="442025" cy="63425"/>
            </a:xfrm>
            <a:custGeom>
              <a:avLst/>
              <a:gdLst/>
              <a:ahLst/>
              <a:cxnLst/>
              <a:rect l="l" t="t" r="r" b="b"/>
              <a:pathLst>
                <a:path w="17681" h="2537" extrusionOk="0">
                  <a:moveTo>
                    <a:pt x="1396" y="2350"/>
                  </a:moveTo>
                  <a:cubicBezTo>
                    <a:pt x="279" y="2071"/>
                    <a:pt x="279" y="489"/>
                    <a:pt x="1396" y="186"/>
                  </a:cubicBezTo>
                  <a:cubicBezTo>
                    <a:pt x="698" y="0"/>
                    <a:pt x="0" y="535"/>
                    <a:pt x="0" y="1280"/>
                  </a:cubicBezTo>
                  <a:cubicBezTo>
                    <a:pt x="0" y="2001"/>
                    <a:pt x="698" y="2536"/>
                    <a:pt x="1396" y="2350"/>
                  </a:cubicBezTo>
                  <a:close/>
                  <a:moveTo>
                    <a:pt x="17681" y="2350"/>
                  </a:moveTo>
                  <a:cubicBezTo>
                    <a:pt x="16564" y="2071"/>
                    <a:pt x="16564" y="489"/>
                    <a:pt x="17681" y="186"/>
                  </a:cubicBezTo>
                  <a:cubicBezTo>
                    <a:pt x="16983" y="0"/>
                    <a:pt x="16285" y="535"/>
                    <a:pt x="16285" y="1280"/>
                  </a:cubicBezTo>
                  <a:cubicBezTo>
                    <a:pt x="16285" y="2001"/>
                    <a:pt x="16983" y="2536"/>
                    <a:pt x="17681" y="2350"/>
                  </a:cubicBezTo>
                  <a:close/>
                  <a:moveTo>
                    <a:pt x="17681" y="235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119"/>
            <p:cNvSpPr/>
            <p:nvPr/>
          </p:nvSpPr>
          <p:spPr>
            <a:xfrm>
              <a:off x="6274300" y="1957400"/>
              <a:ext cx="251875" cy="125650"/>
            </a:xfrm>
            <a:custGeom>
              <a:avLst/>
              <a:gdLst/>
              <a:ahLst/>
              <a:cxnLst/>
              <a:rect l="l" t="t" r="r" b="b"/>
              <a:pathLst>
                <a:path w="10075" h="5026" extrusionOk="0">
                  <a:moveTo>
                    <a:pt x="1" y="5025"/>
                  </a:moveTo>
                  <a:lnTo>
                    <a:pt x="838" y="5025"/>
                  </a:lnTo>
                  <a:lnTo>
                    <a:pt x="838" y="0"/>
                  </a:lnTo>
                  <a:lnTo>
                    <a:pt x="1" y="0"/>
                  </a:lnTo>
                  <a:close/>
                  <a:moveTo>
                    <a:pt x="10074" y="0"/>
                  </a:moveTo>
                  <a:lnTo>
                    <a:pt x="9516" y="0"/>
                  </a:lnTo>
                  <a:lnTo>
                    <a:pt x="9516" y="3071"/>
                  </a:lnTo>
                  <a:lnTo>
                    <a:pt x="10074" y="3071"/>
                  </a:lnTo>
                  <a:close/>
                  <a:moveTo>
                    <a:pt x="10074" y="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119"/>
            <p:cNvSpPr/>
            <p:nvPr/>
          </p:nvSpPr>
          <p:spPr>
            <a:xfrm>
              <a:off x="6274300" y="2083025"/>
              <a:ext cx="20975" cy="276275"/>
            </a:xfrm>
            <a:custGeom>
              <a:avLst/>
              <a:gdLst/>
              <a:ahLst/>
              <a:cxnLst/>
              <a:rect l="l" t="t" r="r" b="b"/>
              <a:pathLst>
                <a:path w="839" h="11051" extrusionOk="0">
                  <a:moveTo>
                    <a:pt x="1" y="6770"/>
                  </a:moveTo>
                  <a:lnTo>
                    <a:pt x="838" y="7142"/>
                  </a:lnTo>
                  <a:lnTo>
                    <a:pt x="838" y="0"/>
                  </a:lnTo>
                  <a:lnTo>
                    <a:pt x="1" y="0"/>
                  </a:lnTo>
                  <a:close/>
                  <a:moveTo>
                    <a:pt x="1" y="10702"/>
                  </a:moveTo>
                  <a:lnTo>
                    <a:pt x="838" y="11050"/>
                  </a:lnTo>
                  <a:lnTo>
                    <a:pt x="838" y="8538"/>
                  </a:lnTo>
                  <a:lnTo>
                    <a:pt x="1" y="8189"/>
                  </a:lnTo>
                  <a:close/>
                  <a:moveTo>
                    <a:pt x="1" y="10702"/>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119"/>
            <p:cNvSpPr/>
            <p:nvPr/>
          </p:nvSpPr>
          <p:spPr>
            <a:xfrm>
              <a:off x="6344100" y="2124900"/>
              <a:ext cx="91325" cy="112275"/>
            </a:xfrm>
            <a:custGeom>
              <a:avLst/>
              <a:gdLst/>
              <a:ahLst/>
              <a:cxnLst/>
              <a:rect l="l" t="t" r="r" b="b"/>
              <a:pathLst>
                <a:path w="3653" h="4491" extrusionOk="0">
                  <a:moveTo>
                    <a:pt x="1" y="3932"/>
                  </a:moveTo>
                  <a:lnTo>
                    <a:pt x="559" y="3932"/>
                  </a:lnTo>
                  <a:lnTo>
                    <a:pt x="559" y="0"/>
                  </a:lnTo>
                  <a:lnTo>
                    <a:pt x="1" y="0"/>
                  </a:lnTo>
                  <a:close/>
                  <a:moveTo>
                    <a:pt x="3653" y="279"/>
                  </a:moveTo>
                  <a:lnTo>
                    <a:pt x="3095" y="582"/>
                  </a:lnTo>
                  <a:lnTo>
                    <a:pt x="3095" y="4490"/>
                  </a:lnTo>
                  <a:lnTo>
                    <a:pt x="3653" y="4211"/>
                  </a:lnTo>
                  <a:close/>
                  <a:moveTo>
                    <a:pt x="3653" y="279"/>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119"/>
            <p:cNvSpPr/>
            <p:nvPr/>
          </p:nvSpPr>
          <p:spPr>
            <a:xfrm>
              <a:off x="6295250" y="1978325"/>
              <a:ext cx="251850" cy="195450"/>
            </a:xfrm>
            <a:custGeom>
              <a:avLst/>
              <a:gdLst/>
              <a:ahLst/>
              <a:cxnLst/>
              <a:rect l="l" t="t" r="r" b="b"/>
              <a:pathLst>
                <a:path w="10074" h="7818" extrusionOk="0">
                  <a:moveTo>
                    <a:pt x="0" y="1"/>
                  </a:moveTo>
                  <a:lnTo>
                    <a:pt x="0" y="559"/>
                  </a:lnTo>
                  <a:lnTo>
                    <a:pt x="559" y="559"/>
                  </a:lnTo>
                  <a:lnTo>
                    <a:pt x="559" y="1"/>
                  </a:lnTo>
                  <a:close/>
                  <a:moveTo>
                    <a:pt x="9515" y="1"/>
                  </a:moveTo>
                  <a:lnTo>
                    <a:pt x="9515" y="559"/>
                  </a:lnTo>
                  <a:lnTo>
                    <a:pt x="10074" y="559"/>
                  </a:lnTo>
                  <a:lnTo>
                    <a:pt x="10074" y="1"/>
                  </a:lnTo>
                  <a:close/>
                  <a:moveTo>
                    <a:pt x="9515" y="5026"/>
                  </a:moveTo>
                  <a:lnTo>
                    <a:pt x="9515" y="5584"/>
                  </a:lnTo>
                  <a:lnTo>
                    <a:pt x="10074" y="5584"/>
                  </a:lnTo>
                  <a:lnTo>
                    <a:pt x="10074" y="5026"/>
                  </a:lnTo>
                  <a:close/>
                  <a:moveTo>
                    <a:pt x="9515" y="6142"/>
                  </a:moveTo>
                  <a:lnTo>
                    <a:pt x="9515" y="7817"/>
                  </a:lnTo>
                  <a:lnTo>
                    <a:pt x="10074" y="7817"/>
                  </a:lnTo>
                  <a:lnTo>
                    <a:pt x="10074" y="614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119"/>
            <p:cNvSpPr/>
            <p:nvPr/>
          </p:nvSpPr>
          <p:spPr>
            <a:xfrm>
              <a:off x="6182425" y="1950075"/>
              <a:ext cx="485650" cy="470300"/>
            </a:xfrm>
            <a:custGeom>
              <a:avLst/>
              <a:gdLst/>
              <a:ahLst/>
              <a:cxnLst/>
              <a:rect l="l" t="t" r="r" b="b"/>
              <a:pathLst>
                <a:path w="19426" h="18812" extrusionOk="0">
                  <a:moveTo>
                    <a:pt x="3420" y="1131"/>
                  </a:moveTo>
                  <a:lnTo>
                    <a:pt x="3420" y="1689"/>
                  </a:lnTo>
                  <a:lnTo>
                    <a:pt x="2792" y="1689"/>
                  </a:lnTo>
                  <a:cubicBezTo>
                    <a:pt x="2815" y="1503"/>
                    <a:pt x="2815" y="1317"/>
                    <a:pt x="2792" y="1131"/>
                  </a:cubicBezTo>
                  <a:close/>
                  <a:moveTo>
                    <a:pt x="12912" y="1131"/>
                  </a:moveTo>
                  <a:lnTo>
                    <a:pt x="12912" y="1689"/>
                  </a:lnTo>
                  <a:lnTo>
                    <a:pt x="6188" y="1689"/>
                  </a:lnTo>
                  <a:lnTo>
                    <a:pt x="6188" y="1131"/>
                  </a:lnTo>
                  <a:close/>
                  <a:moveTo>
                    <a:pt x="16355" y="1131"/>
                  </a:moveTo>
                  <a:cubicBezTo>
                    <a:pt x="16308" y="1317"/>
                    <a:pt x="16308" y="1503"/>
                    <a:pt x="16355" y="1689"/>
                  </a:cubicBezTo>
                  <a:lnTo>
                    <a:pt x="15727" y="1689"/>
                  </a:lnTo>
                  <a:lnTo>
                    <a:pt x="15727" y="1131"/>
                  </a:lnTo>
                  <a:close/>
                  <a:moveTo>
                    <a:pt x="1409" y="553"/>
                  </a:moveTo>
                  <a:cubicBezTo>
                    <a:pt x="1843" y="553"/>
                    <a:pt x="2257" y="891"/>
                    <a:pt x="2257" y="1410"/>
                  </a:cubicBezTo>
                  <a:cubicBezTo>
                    <a:pt x="2257" y="1875"/>
                    <a:pt x="1885" y="2247"/>
                    <a:pt x="1419" y="2247"/>
                  </a:cubicBezTo>
                  <a:cubicBezTo>
                    <a:pt x="675" y="2247"/>
                    <a:pt x="303" y="1340"/>
                    <a:pt x="814" y="805"/>
                  </a:cubicBezTo>
                  <a:cubicBezTo>
                    <a:pt x="988" y="631"/>
                    <a:pt x="1201" y="553"/>
                    <a:pt x="1409" y="553"/>
                  </a:cubicBezTo>
                  <a:close/>
                  <a:moveTo>
                    <a:pt x="17721" y="576"/>
                  </a:moveTo>
                  <a:cubicBezTo>
                    <a:pt x="18153" y="576"/>
                    <a:pt x="18565" y="908"/>
                    <a:pt x="18565" y="1410"/>
                  </a:cubicBezTo>
                  <a:cubicBezTo>
                    <a:pt x="18565" y="1875"/>
                    <a:pt x="18169" y="2247"/>
                    <a:pt x="17704" y="2247"/>
                  </a:cubicBezTo>
                  <a:cubicBezTo>
                    <a:pt x="16960" y="2247"/>
                    <a:pt x="16587" y="1340"/>
                    <a:pt x="17122" y="828"/>
                  </a:cubicBezTo>
                  <a:cubicBezTo>
                    <a:pt x="17297" y="654"/>
                    <a:pt x="17511" y="576"/>
                    <a:pt x="17721" y="576"/>
                  </a:cubicBezTo>
                  <a:close/>
                  <a:moveTo>
                    <a:pt x="12912" y="2247"/>
                  </a:moveTo>
                  <a:lnTo>
                    <a:pt x="12912" y="2806"/>
                  </a:lnTo>
                  <a:lnTo>
                    <a:pt x="6188" y="2806"/>
                  </a:lnTo>
                  <a:lnTo>
                    <a:pt x="6212" y="2247"/>
                  </a:lnTo>
                  <a:close/>
                  <a:moveTo>
                    <a:pt x="15168" y="572"/>
                  </a:moveTo>
                  <a:lnTo>
                    <a:pt x="15168" y="5039"/>
                  </a:lnTo>
                  <a:lnTo>
                    <a:pt x="3978" y="5039"/>
                  </a:lnTo>
                  <a:lnTo>
                    <a:pt x="3978" y="572"/>
                  </a:lnTo>
                  <a:lnTo>
                    <a:pt x="5653" y="572"/>
                  </a:lnTo>
                  <a:lnTo>
                    <a:pt x="5653" y="3364"/>
                  </a:lnTo>
                  <a:lnTo>
                    <a:pt x="13470" y="3364"/>
                  </a:lnTo>
                  <a:lnTo>
                    <a:pt x="13470" y="572"/>
                  </a:lnTo>
                  <a:close/>
                  <a:moveTo>
                    <a:pt x="15168" y="12507"/>
                  </a:moveTo>
                  <a:lnTo>
                    <a:pt x="15168" y="13298"/>
                  </a:lnTo>
                  <a:lnTo>
                    <a:pt x="9562" y="15647"/>
                  </a:lnTo>
                  <a:lnTo>
                    <a:pt x="3978" y="13298"/>
                  </a:lnTo>
                  <a:lnTo>
                    <a:pt x="3978" y="12507"/>
                  </a:lnTo>
                  <a:lnTo>
                    <a:pt x="9562" y="14856"/>
                  </a:lnTo>
                  <a:lnTo>
                    <a:pt x="15168" y="12507"/>
                  </a:lnTo>
                  <a:close/>
                  <a:moveTo>
                    <a:pt x="1420" y="0"/>
                  </a:moveTo>
                  <a:cubicBezTo>
                    <a:pt x="701" y="0"/>
                    <a:pt x="0" y="549"/>
                    <a:pt x="0" y="1410"/>
                  </a:cubicBezTo>
                  <a:cubicBezTo>
                    <a:pt x="0" y="2259"/>
                    <a:pt x="707" y="2803"/>
                    <a:pt x="1428" y="2803"/>
                  </a:cubicBezTo>
                  <a:cubicBezTo>
                    <a:pt x="1833" y="2803"/>
                    <a:pt x="2243" y="2632"/>
                    <a:pt x="2536" y="2247"/>
                  </a:cubicBezTo>
                  <a:lnTo>
                    <a:pt x="3397" y="2247"/>
                  </a:lnTo>
                  <a:lnTo>
                    <a:pt x="3397" y="8436"/>
                  </a:lnTo>
                  <a:lnTo>
                    <a:pt x="3955" y="8436"/>
                  </a:lnTo>
                  <a:lnTo>
                    <a:pt x="3955" y="5597"/>
                  </a:lnTo>
                  <a:lnTo>
                    <a:pt x="15145" y="5597"/>
                  </a:lnTo>
                  <a:lnTo>
                    <a:pt x="15145" y="11925"/>
                  </a:lnTo>
                  <a:lnTo>
                    <a:pt x="9562" y="14251"/>
                  </a:lnTo>
                  <a:lnTo>
                    <a:pt x="3955" y="11925"/>
                  </a:lnTo>
                  <a:lnTo>
                    <a:pt x="3955" y="9017"/>
                  </a:lnTo>
                  <a:lnTo>
                    <a:pt x="3397" y="9017"/>
                  </a:lnTo>
                  <a:lnTo>
                    <a:pt x="3397" y="16206"/>
                  </a:lnTo>
                  <a:lnTo>
                    <a:pt x="9562" y="18811"/>
                  </a:lnTo>
                  <a:lnTo>
                    <a:pt x="12330" y="17648"/>
                  </a:lnTo>
                  <a:lnTo>
                    <a:pt x="12121" y="17113"/>
                  </a:lnTo>
                  <a:lnTo>
                    <a:pt x="9562" y="18206"/>
                  </a:lnTo>
                  <a:lnTo>
                    <a:pt x="3955" y="15857"/>
                  </a:lnTo>
                  <a:lnTo>
                    <a:pt x="3955" y="13949"/>
                  </a:lnTo>
                  <a:lnTo>
                    <a:pt x="9562" y="16299"/>
                  </a:lnTo>
                  <a:lnTo>
                    <a:pt x="15145" y="13949"/>
                  </a:lnTo>
                  <a:lnTo>
                    <a:pt x="15145" y="15857"/>
                  </a:lnTo>
                  <a:lnTo>
                    <a:pt x="12632" y="16904"/>
                  </a:lnTo>
                  <a:lnTo>
                    <a:pt x="12865" y="17415"/>
                  </a:lnTo>
                  <a:lnTo>
                    <a:pt x="15703" y="16229"/>
                  </a:lnTo>
                  <a:lnTo>
                    <a:pt x="15703" y="2271"/>
                  </a:lnTo>
                  <a:lnTo>
                    <a:pt x="16587" y="2271"/>
                  </a:lnTo>
                  <a:cubicBezTo>
                    <a:pt x="16862" y="2651"/>
                    <a:pt x="17281" y="2835"/>
                    <a:pt x="17699" y="2835"/>
                  </a:cubicBezTo>
                  <a:cubicBezTo>
                    <a:pt x="18203" y="2835"/>
                    <a:pt x="18706" y="2569"/>
                    <a:pt x="18960" y="2061"/>
                  </a:cubicBezTo>
                  <a:cubicBezTo>
                    <a:pt x="19425" y="1131"/>
                    <a:pt x="18728" y="37"/>
                    <a:pt x="17704" y="37"/>
                  </a:cubicBezTo>
                  <a:lnTo>
                    <a:pt x="17704" y="14"/>
                  </a:lnTo>
                  <a:cubicBezTo>
                    <a:pt x="17262" y="14"/>
                    <a:pt x="16843" y="223"/>
                    <a:pt x="16587" y="572"/>
                  </a:cubicBezTo>
                  <a:lnTo>
                    <a:pt x="15703" y="572"/>
                  </a:lnTo>
                  <a:lnTo>
                    <a:pt x="15703" y="14"/>
                  </a:lnTo>
                  <a:lnTo>
                    <a:pt x="12912" y="14"/>
                  </a:lnTo>
                  <a:lnTo>
                    <a:pt x="12912" y="572"/>
                  </a:lnTo>
                  <a:lnTo>
                    <a:pt x="6188" y="572"/>
                  </a:lnTo>
                  <a:lnTo>
                    <a:pt x="6188" y="14"/>
                  </a:lnTo>
                  <a:lnTo>
                    <a:pt x="3397" y="14"/>
                  </a:lnTo>
                  <a:lnTo>
                    <a:pt x="3397" y="572"/>
                  </a:lnTo>
                  <a:lnTo>
                    <a:pt x="2536" y="572"/>
                  </a:lnTo>
                  <a:cubicBezTo>
                    <a:pt x="2241" y="177"/>
                    <a:pt x="1828" y="0"/>
                    <a:pt x="14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119"/>
            <p:cNvSpPr/>
            <p:nvPr/>
          </p:nvSpPr>
          <p:spPr>
            <a:xfrm>
              <a:off x="6337125" y="2117925"/>
              <a:ext cx="168100" cy="126225"/>
            </a:xfrm>
            <a:custGeom>
              <a:avLst/>
              <a:gdLst/>
              <a:ahLst/>
              <a:cxnLst/>
              <a:rect l="l" t="t" r="r" b="b"/>
              <a:pathLst>
                <a:path w="6724" h="5049" extrusionOk="0">
                  <a:moveTo>
                    <a:pt x="2187" y="558"/>
                  </a:moveTo>
                  <a:lnTo>
                    <a:pt x="3094" y="1024"/>
                  </a:lnTo>
                  <a:lnTo>
                    <a:pt x="3094" y="1722"/>
                  </a:lnTo>
                  <a:lnTo>
                    <a:pt x="2303" y="1326"/>
                  </a:lnTo>
                  <a:lnTo>
                    <a:pt x="1117" y="1326"/>
                  </a:lnTo>
                  <a:lnTo>
                    <a:pt x="1117" y="1884"/>
                  </a:lnTo>
                  <a:lnTo>
                    <a:pt x="2187" y="1884"/>
                  </a:lnTo>
                  <a:lnTo>
                    <a:pt x="3094" y="2326"/>
                  </a:lnTo>
                  <a:lnTo>
                    <a:pt x="3094" y="2978"/>
                  </a:lnTo>
                  <a:lnTo>
                    <a:pt x="2303" y="2606"/>
                  </a:lnTo>
                  <a:lnTo>
                    <a:pt x="1117" y="2606"/>
                  </a:lnTo>
                  <a:lnTo>
                    <a:pt x="1117" y="3164"/>
                  </a:lnTo>
                  <a:lnTo>
                    <a:pt x="2187" y="3164"/>
                  </a:lnTo>
                  <a:lnTo>
                    <a:pt x="3094" y="3606"/>
                  </a:lnTo>
                  <a:lnTo>
                    <a:pt x="3094" y="4304"/>
                  </a:lnTo>
                  <a:lnTo>
                    <a:pt x="2303" y="3908"/>
                  </a:lnTo>
                  <a:lnTo>
                    <a:pt x="559" y="3932"/>
                  </a:lnTo>
                  <a:lnTo>
                    <a:pt x="559" y="558"/>
                  </a:lnTo>
                  <a:close/>
                  <a:moveTo>
                    <a:pt x="6165" y="558"/>
                  </a:moveTo>
                  <a:lnTo>
                    <a:pt x="6165" y="3908"/>
                  </a:lnTo>
                  <a:lnTo>
                    <a:pt x="4420" y="3908"/>
                  </a:lnTo>
                  <a:lnTo>
                    <a:pt x="3653" y="4304"/>
                  </a:lnTo>
                  <a:lnTo>
                    <a:pt x="3653" y="3606"/>
                  </a:lnTo>
                  <a:lnTo>
                    <a:pt x="4560" y="3164"/>
                  </a:lnTo>
                  <a:lnTo>
                    <a:pt x="5607" y="3164"/>
                  </a:lnTo>
                  <a:lnTo>
                    <a:pt x="5607" y="2606"/>
                  </a:lnTo>
                  <a:lnTo>
                    <a:pt x="4420" y="2606"/>
                  </a:lnTo>
                  <a:lnTo>
                    <a:pt x="3653" y="3001"/>
                  </a:lnTo>
                  <a:lnTo>
                    <a:pt x="3653" y="2326"/>
                  </a:lnTo>
                  <a:lnTo>
                    <a:pt x="4560" y="1884"/>
                  </a:lnTo>
                  <a:lnTo>
                    <a:pt x="5607" y="1884"/>
                  </a:lnTo>
                  <a:lnTo>
                    <a:pt x="5607" y="1326"/>
                  </a:lnTo>
                  <a:lnTo>
                    <a:pt x="4420" y="1326"/>
                  </a:lnTo>
                  <a:lnTo>
                    <a:pt x="3653" y="1722"/>
                  </a:lnTo>
                  <a:lnTo>
                    <a:pt x="3653" y="1024"/>
                  </a:lnTo>
                  <a:lnTo>
                    <a:pt x="4560" y="558"/>
                  </a:lnTo>
                  <a:close/>
                  <a:moveTo>
                    <a:pt x="0" y="0"/>
                  </a:moveTo>
                  <a:lnTo>
                    <a:pt x="0" y="4467"/>
                  </a:lnTo>
                  <a:lnTo>
                    <a:pt x="2187" y="4467"/>
                  </a:lnTo>
                  <a:lnTo>
                    <a:pt x="3374" y="5048"/>
                  </a:lnTo>
                  <a:lnTo>
                    <a:pt x="4560" y="4467"/>
                  </a:lnTo>
                  <a:lnTo>
                    <a:pt x="6724" y="4490"/>
                  </a:lnTo>
                  <a:lnTo>
                    <a:pt x="6724" y="0"/>
                  </a:lnTo>
                  <a:lnTo>
                    <a:pt x="4420" y="0"/>
                  </a:lnTo>
                  <a:lnTo>
                    <a:pt x="3374" y="535"/>
                  </a:lnTo>
                  <a:lnTo>
                    <a:pt x="230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119"/>
            <p:cNvSpPr/>
            <p:nvPr/>
          </p:nvSpPr>
          <p:spPr>
            <a:xfrm>
              <a:off x="6428425" y="2257500"/>
              <a:ext cx="14000" cy="13975"/>
            </a:xfrm>
            <a:custGeom>
              <a:avLst/>
              <a:gdLst/>
              <a:ahLst/>
              <a:cxnLst/>
              <a:rect l="l" t="t" r="r" b="b"/>
              <a:pathLst>
                <a:path w="560" h="559" extrusionOk="0">
                  <a:moveTo>
                    <a:pt x="1" y="0"/>
                  </a:moveTo>
                  <a:lnTo>
                    <a:pt x="1"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119"/>
            <p:cNvSpPr/>
            <p:nvPr/>
          </p:nvSpPr>
          <p:spPr>
            <a:xfrm>
              <a:off x="6400525" y="2257500"/>
              <a:ext cx="13975" cy="13975"/>
            </a:xfrm>
            <a:custGeom>
              <a:avLst/>
              <a:gdLst/>
              <a:ahLst/>
              <a:cxnLst/>
              <a:rect l="l" t="t" r="r" b="b"/>
              <a:pathLst>
                <a:path w="559" h="559" extrusionOk="0">
                  <a:moveTo>
                    <a:pt x="0" y="0"/>
                  </a:moveTo>
                  <a:lnTo>
                    <a:pt x="0" y="559"/>
                  </a:lnTo>
                  <a:lnTo>
                    <a:pt x="558" y="559"/>
                  </a:lnTo>
                  <a:lnTo>
                    <a:pt x="55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5" name="Google Shape;5765;p119"/>
          <p:cNvGrpSpPr/>
          <p:nvPr/>
        </p:nvGrpSpPr>
        <p:grpSpPr>
          <a:xfrm>
            <a:off x="6997225" y="3380550"/>
            <a:ext cx="327475" cy="476350"/>
            <a:chOff x="6997225" y="3380550"/>
            <a:chExt cx="327475" cy="476350"/>
          </a:xfrm>
        </p:grpSpPr>
        <p:sp>
          <p:nvSpPr>
            <p:cNvPr id="5766" name="Google Shape;5766;p119"/>
            <p:cNvSpPr/>
            <p:nvPr/>
          </p:nvSpPr>
          <p:spPr>
            <a:xfrm>
              <a:off x="7076900" y="3439875"/>
              <a:ext cx="147175" cy="147175"/>
            </a:xfrm>
            <a:custGeom>
              <a:avLst/>
              <a:gdLst/>
              <a:ahLst/>
              <a:cxnLst/>
              <a:rect l="l" t="t" r="r" b="b"/>
              <a:pathLst>
                <a:path w="5887" h="5887" extrusionOk="0">
                  <a:moveTo>
                    <a:pt x="5887" y="2513"/>
                  </a:moveTo>
                  <a:cubicBezTo>
                    <a:pt x="5887" y="4770"/>
                    <a:pt x="3165" y="5886"/>
                    <a:pt x="1583" y="4304"/>
                  </a:cubicBezTo>
                  <a:cubicBezTo>
                    <a:pt x="1" y="2699"/>
                    <a:pt x="1118" y="1"/>
                    <a:pt x="3374" y="1"/>
                  </a:cubicBezTo>
                  <a:cubicBezTo>
                    <a:pt x="4747" y="1"/>
                    <a:pt x="5887" y="1117"/>
                    <a:pt x="5887" y="2513"/>
                  </a:cubicBezTo>
                  <a:close/>
                  <a:moveTo>
                    <a:pt x="5887" y="2513"/>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119"/>
            <p:cNvSpPr/>
            <p:nvPr/>
          </p:nvSpPr>
          <p:spPr>
            <a:xfrm>
              <a:off x="7140300" y="3386950"/>
              <a:ext cx="41900" cy="56450"/>
            </a:xfrm>
            <a:custGeom>
              <a:avLst/>
              <a:gdLst/>
              <a:ahLst/>
              <a:cxnLst/>
              <a:rect l="l" t="t" r="r" b="b"/>
              <a:pathLst>
                <a:path w="1676" h="2258" extrusionOk="0">
                  <a:moveTo>
                    <a:pt x="1" y="2257"/>
                  </a:moveTo>
                  <a:cubicBezTo>
                    <a:pt x="536" y="2071"/>
                    <a:pt x="1117" y="2071"/>
                    <a:pt x="1676" y="2257"/>
                  </a:cubicBezTo>
                  <a:lnTo>
                    <a:pt x="1676" y="559"/>
                  </a:lnTo>
                  <a:cubicBezTo>
                    <a:pt x="1676" y="256"/>
                    <a:pt x="1420" y="1"/>
                    <a:pt x="1117" y="1"/>
                  </a:cubicBezTo>
                  <a:lnTo>
                    <a:pt x="559" y="1"/>
                  </a:lnTo>
                  <a:cubicBezTo>
                    <a:pt x="233" y="1"/>
                    <a:pt x="1" y="256"/>
                    <a:pt x="1" y="559"/>
                  </a:cubicBezTo>
                  <a:close/>
                  <a:moveTo>
                    <a:pt x="1" y="2257"/>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119"/>
            <p:cNvSpPr/>
            <p:nvPr/>
          </p:nvSpPr>
          <p:spPr>
            <a:xfrm>
              <a:off x="7011200" y="3529450"/>
              <a:ext cx="299550" cy="268700"/>
            </a:xfrm>
            <a:custGeom>
              <a:avLst/>
              <a:gdLst/>
              <a:ahLst/>
              <a:cxnLst/>
              <a:rect l="l" t="t" r="r" b="b"/>
              <a:pathLst>
                <a:path w="11982" h="10748" extrusionOk="0">
                  <a:moveTo>
                    <a:pt x="2489" y="9864"/>
                  </a:moveTo>
                  <a:lnTo>
                    <a:pt x="5560" y="1419"/>
                  </a:lnTo>
                  <a:cubicBezTo>
                    <a:pt x="4746" y="1280"/>
                    <a:pt x="4048" y="745"/>
                    <a:pt x="3699" y="0"/>
                  </a:cubicBezTo>
                  <a:lnTo>
                    <a:pt x="0" y="10166"/>
                  </a:lnTo>
                  <a:lnTo>
                    <a:pt x="1070" y="10562"/>
                  </a:lnTo>
                  <a:cubicBezTo>
                    <a:pt x="1652" y="10748"/>
                    <a:pt x="2280" y="10469"/>
                    <a:pt x="2489" y="9887"/>
                  </a:cubicBezTo>
                  <a:close/>
                  <a:moveTo>
                    <a:pt x="9492" y="9864"/>
                  </a:moveTo>
                  <a:lnTo>
                    <a:pt x="6421" y="1419"/>
                  </a:lnTo>
                  <a:cubicBezTo>
                    <a:pt x="7235" y="1280"/>
                    <a:pt x="7933" y="745"/>
                    <a:pt x="8282" y="0"/>
                  </a:cubicBezTo>
                  <a:lnTo>
                    <a:pt x="11981" y="10166"/>
                  </a:lnTo>
                  <a:lnTo>
                    <a:pt x="10934" y="10562"/>
                  </a:lnTo>
                  <a:cubicBezTo>
                    <a:pt x="10353" y="10748"/>
                    <a:pt x="9701" y="10469"/>
                    <a:pt x="9492" y="9887"/>
                  </a:cubicBezTo>
                  <a:close/>
                  <a:moveTo>
                    <a:pt x="9492" y="9864"/>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119"/>
            <p:cNvSpPr/>
            <p:nvPr/>
          </p:nvSpPr>
          <p:spPr>
            <a:xfrm>
              <a:off x="7019925" y="3560850"/>
              <a:ext cx="282675" cy="237300"/>
            </a:xfrm>
            <a:custGeom>
              <a:avLst/>
              <a:gdLst/>
              <a:ahLst/>
              <a:cxnLst/>
              <a:rect l="l" t="t" r="r" b="b"/>
              <a:pathLst>
                <a:path w="11307" h="9492" extrusionOk="0">
                  <a:moveTo>
                    <a:pt x="2140" y="8608"/>
                  </a:moveTo>
                  <a:lnTo>
                    <a:pt x="5211" y="163"/>
                  </a:lnTo>
                  <a:cubicBezTo>
                    <a:pt x="5025" y="117"/>
                    <a:pt x="4862" y="70"/>
                    <a:pt x="4676" y="0"/>
                  </a:cubicBezTo>
                  <a:lnTo>
                    <a:pt x="1629" y="8422"/>
                  </a:lnTo>
                  <a:cubicBezTo>
                    <a:pt x="1442" y="8887"/>
                    <a:pt x="698" y="9213"/>
                    <a:pt x="0" y="9027"/>
                  </a:cubicBezTo>
                  <a:lnTo>
                    <a:pt x="721" y="9283"/>
                  </a:lnTo>
                  <a:cubicBezTo>
                    <a:pt x="1303" y="9492"/>
                    <a:pt x="1931" y="9190"/>
                    <a:pt x="2140" y="8608"/>
                  </a:cubicBezTo>
                  <a:close/>
                  <a:moveTo>
                    <a:pt x="9143" y="8608"/>
                  </a:moveTo>
                  <a:lnTo>
                    <a:pt x="6072" y="163"/>
                  </a:lnTo>
                  <a:cubicBezTo>
                    <a:pt x="6258" y="117"/>
                    <a:pt x="6421" y="70"/>
                    <a:pt x="6607" y="0"/>
                  </a:cubicBezTo>
                  <a:lnTo>
                    <a:pt x="9678" y="8422"/>
                  </a:lnTo>
                  <a:cubicBezTo>
                    <a:pt x="9841" y="8887"/>
                    <a:pt x="10585" y="9213"/>
                    <a:pt x="11306" y="9027"/>
                  </a:cubicBezTo>
                  <a:lnTo>
                    <a:pt x="10585" y="9283"/>
                  </a:lnTo>
                  <a:cubicBezTo>
                    <a:pt x="10004" y="9492"/>
                    <a:pt x="9352" y="9190"/>
                    <a:pt x="9143" y="8608"/>
                  </a:cubicBezTo>
                  <a:close/>
                  <a:moveTo>
                    <a:pt x="9143" y="8608"/>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119"/>
            <p:cNvSpPr/>
            <p:nvPr/>
          </p:nvSpPr>
          <p:spPr>
            <a:xfrm>
              <a:off x="7025725" y="3788250"/>
              <a:ext cx="271050" cy="40150"/>
            </a:xfrm>
            <a:custGeom>
              <a:avLst/>
              <a:gdLst/>
              <a:ahLst/>
              <a:cxnLst/>
              <a:rect l="l" t="t" r="r" b="b"/>
              <a:pathLst>
                <a:path w="10842" h="1606" extrusionOk="0">
                  <a:moveTo>
                    <a:pt x="1" y="1606"/>
                  </a:moveTo>
                  <a:lnTo>
                    <a:pt x="1117" y="1606"/>
                  </a:lnTo>
                  <a:lnTo>
                    <a:pt x="1117" y="233"/>
                  </a:lnTo>
                  <a:cubicBezTo>
                    <a:pt x="908" y="280"/>
                    <a:pt x="699" y="256"/>
                    <a:pt x="489" y="187"/>
                  </a:cubicBezTo>
                  <a:lnTo>
                    <a:pt x="1" y="1"/>
                  </a:lnTo>
                  <a:close/>
                  <a:moveTo>
                    <a:pt x="10842" y="1606"/>
                  </a:moveTo>
                  <a:lnTo>
                    <a:pt x="9725" y="1606"/>
                  </a:lnTo>
                  <a:lnTo>
                    <a:pt x="9725" y="233"/>
                  </a:lnTo>
                  <a:cubicBezTo>
                    <a:pt x="9934" y="280"/>
                    <a:pt x="10167" y="256"/>
                    <a:pt x="10353" y="187"/>
                  </a:cubicBezTo>
                  <a:lnTo>
                    <a:pt x="10842" y="1"/>
                  </a:lnTo>
                  <a:close/>
                  <a:moveTo>
                    <a:pt x="10842" y="1606"/>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119"/>
            <p:cNvSpPr/>
            <p:nvPr/>
          </p:nvSpPr>
          <p:spPr>
            <a:xfrm>
              <a:off x="7147275" y="3656800"/>
              <a:ext cx="27950" cy="65175"/>
            </a:xfrm>
            <a:custGeom>
              <a:avLst/>
              <a:gdLst/>
              <a:ahLst/>
              <a:cxnLst/>
              <a:rect l="l" t="t" r="r" b="b"/>
              <a:pathLst>
                <a:path w="1118" h="2607" extrusionOk="0">
                  <a:moveTo>
                    <a:pt x="1" y="1862"/>
                  </a:moveTo>
                  <a:cubicBezTo>
                    <a:pt x="1" y="2606"/>
                    <a:pt x="1118" y="2606"/>
                    <a:pt x="1118" y="1862"/>
                  </a:cubicBezTo>
                  <a:lnTo>
                    <a:pt x="1118" y="745"/>
                  </a:lnTo>
                  <a:cubicBezTo>
                    <a:pt x="1118" y="1"/>
                    <a:pt x="1" y="1"/>
                    <a:pt x="1" y="745"/>
                  </a:cubicBezTo>
                  <a:close/>
                  <a:moveTo>
                    <a:pt x="1" y="1862"/>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119"/>
            <p:cNvSpPr/>
            <p:nvPr/>
          </p:nvSpPr>
          <p:spPr>
            <a:xfrm>
              <a:off x="7097850" y="3434050"/>
              <a:ext cx="73875" cy="137300"/>
            </a:xfrm>
            <a:custGeom>
              <a:avLst/>
              <a:gdLst/>
              <a:ahLst/>
              <a:cxnLst/>
              <a:rect l="l" t="t" r="r" b="b"/>
              <a:pathLst>
                <a:path w="2955" h="5492" extrusionOk="0">
                  <a:moveTo>
                    <a:pt x="2955" y="5235"/>
                  </a:moveTo>
                  <a:cubicBezTo>
                    <a:pt x="187" y="4770"/>
                    <a:pt x="163" y="722"/>
                    <a:pt x="2955" y="257"/>
                  </a:cubicBezTo>
                  <a:cubicBezTo>
                    <a:pt x="1396" y="1"/>
                    <a:pt x="0" y="1187"/>
                    <a:pt x="0" y="2746"/>
                  </a:cubicBezTo>
                  <a:cubicBezTo>
                    <a:pt x="0" y="4305"/>
                    <a:pt x="1396" y="5491"/>
                    <a:pt x="2955" y="5235"/>
                  </a:cubicBezTo>
                  <a:close/>
                  <a:moveTo>
                    <a:pt x="2955" y="5235"/>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119"/>
            <p:cNvSpPr/>
            <p:nvPr/>
          </p:nvSpPr>
          <p:spPr>
            <a:xfrm>
              <a:off x="7140300" y="3386950"/>
              <a:ext cx="27950" cy="56450"/>
            </a:xfrm>
            <a:custGeom>
              <a:avLst/>
              <a:gdLst/>
              <a:ahLst/>
              <a:cxnLst/>
              <a:rect l="l" t="t" r="r" b="b"/>
              <a:pathLst>
                <a:path w="1118" h="2258" extrusionOk="0">
                  <a:moveTo>
                    <a:pt x="1" y="2257"/>
                  </a:moveTo>
                  <a:cubicBezTo>
                    <a:pt x="164" y="2187"/>
                    <a:pt x="350" y="2141"/>
                    <a:pt x="559" y="2141"/>
                  </a:cubicBezTo>
                  <a:lnTo>
                    <a:pt x="559" y="559"/>
                  </a:lnTo>
                  <a:cubicBezTo>
                    <a:pt x="559" y="256"/>
                    <a:pt x="792" y="1"/>
                    <a:pt x="1117" y="1"/>
                  </a:cubicBezTo>
                  <a:lnTo>
                    <a:pt x="559" y="1"/>
                  </a:lnTo>
                  <a:cubicBezTo>
                    <a:pt x="233" y="1"/>
                    <a:pt x="1" y="256"/>
                    <a:pt x="1" y="559"/>
                  </a:cubicBezTo>
                  <a:close/>
                  <a:moveTo>
                    <a:pt x="1" y="2257"/>
                  </a:moveTo>
                  <a:close/>
                </a:path>
              </a:pathLst>
            </a:custGeom>
            <a:solidFill>
              <a:srgbClr val="B0C5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119"/>
            <p:cNvSpPr/>
            <p:nvPr/>
          </p:nvSpPr>
          <p:spPr>
            <a:xfrm>
              <a:off x="7039100" y="3793475"/>
              <a:ext cx="243725" cy="34925"/>
            </a:xfrm>
            <a:custGeom>
              <a:avLst/>
              <a:gdLst/>
              <a:ahLst/>
              <a:cxnLst/>
              <a:rect l="l" t="t" r="r" b="b"/>
              <a:pathLst>
                <a:path w="9749" h="1397" extrusionOk="0">
                  <a:moveTo>
                    <a:pt x="9748" y="1397"/>
                  </a:moveTo>
                  <a:lnTo>
                    <a:pt x="9190" y="1397"/>
                  </a:lnTo>
                  <a:lnTo>
                    <a:pt x="9190" y="24"/>
                  </a:lnTo>
                  <a:cubicBezTo>
                    <a:pt x="9376" y="47"/>
                    <a:pt x="9562" y="47"/>
                    <a:pt x="9748" y="1"/>
                  </a:cubicBezTo>
                  <a:close/>
                  <a:moveTo>
                    <a:pt x="1" y="1397"/>
                  </a:moveTo>
                  <a:lnTo>
                    <a:pt x="559" y="1397"/>
                  </a:lnTo>
                  <a:lnTo>
                    <a:pt x="559" y="24"/>
                  </a:lnTo>
                  <a:cubicBezTo>
                    <a:pt x="373" y="47"/>
                    <a:pt x="187" y="47"/>
                    <a:pt x="1" y="1"/>
                  </a:cubicBezTo>
                  <a:close/>
                  <a:moveTo>
                    <a:pt x="1" y="1397"/>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119"/>
            <p:cNvSpPr/>
            <p:nvPr/>
          </p:nvSpPr>
          <p:spPr>
            <a:xfrm>
              <a:off x="7147275" y="3657975"/>
              <a:ext cx="20975" cy="62825"/>
            </a:xfrm>
            <a:custGeom>
              <a:avLst/>
              <a:gdLst/>
              <a:ahLst/>
              <a:cxnLst/>
              <a:rect l="l" t="t" r="r" b="b"/>
              <a:pathLst>
                <a:path w="839" h="2513" extrusionOk="0">
                  <a:moveTo>
                    <a:pt x="1" y="1815"/>
                  </a:moveTo>
                  <a:cubicBezTo>
                    <a:pt x="1" y="2257"/>
                    <a:pt x="466" y="2513"/>
                    <a:pt x="838" y="2304"/>
                  </a:cubicBezTo>
                  <a:cubicBezTo>
                    <a:pt x="652" y="2210"/>
                    <a:pt x="536" y="2024"/>
                    <a:pt x="536" y="1815"/>
                  </a:cubicBezTo>
                  <a:lnTo>
                    <a:pt x="536" y="698"/>
                  </a:lnTo>
                  <a:cubicBezTo>
                    <a:pt x="536" y="512"/>
                    <a:pt x="652" y="326"/>
                    <a:pt x="838" y="233"/>
                  </a:cubicBezTo>
                  <a:cubicBezTo>
                    <a:pt x="466" y="0"/>
                    <a:pt x="1" y="280"/>
                    <a:pt x="1" y="698"/>
                  </a:cubicBezTo>
                  <a:close/>
                  <a:moveTo>
                    <a:pt x="1" y="1815"/>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119"/>
            <p:cNvSpPr/>
            <p:nvPr/>
          </p:nvSpPr>
          <p:spPr>
            <a:xfrm>
              <a:off x="7168225" y="3467800"/>
              <a:ext cx="27950" cy="27925"/>
            </a:xfrm>
            <a:custGeom>
              <a:avLst/>
              <a:gdLst/>
              <a:ahLst/>
              <a:cxnLst/>
              <a:rect l="l" t="t" r="r" b="b"/>
              <a:pathLst>
                <a:path w="1118" h="1117" extrusionOk="0">
                  <a:moveTo>
                    <a:pt x="0" y="0"/>
                  </a:moveTo>
                  <a:lnTo>
                    <a:pt x="0" y="559"/>
                  </a:lnTo>
                  <a:lnTo>
                    <a:pt x="559" y="559"/>
                  </a:lnTo>
                  <a:lnTo>
                    <a:pt x="559" y="0"/>
                  </a:lnTo>
                  <a:close/>
                  <a:moveTo>
                    <a:pt x="559" y="559"/>
                  </a:moveTo>
                  <a:lnTo>
                    <a:pt x="559" y="1117"/>
                  </a:lnTo>
                  <a:lnTo>
                    <a:pt x="1117" y="1117"/>
                  </a:lnTo>
                  <a:lnTo>
                    <a:pt x="1117" y="559"/>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119"/>
            <p:cNvSpPr/>
            <p:nvPr/>
          </p:nvSpPr>
          <p:spPr>
            <a:xfrm>
              <a:off x="7151350" y="3492800"/>
              <a:ext cx="19800" cy="19800"/>
            </a:xfrm>
            <a:custGeom>
              <a:avLst/>
              <a:gdLst/>
              <a:ahLst/>
              <a:cxnLst/>
              <a:rect l="l" t="t" r="r" b="b"/>
              <a:pathLst>
                <a:path w="792" h="792" extrusionOk="0">
                  <a:moveTo>
                    <a:pt x="396" y="1"/>
                  </a:moveTo>
                  <a:lnTo>
                    <a:pt x="1" y="396"/>
                  </a:lnTo>
                  <a:lnTo>
                    <a:pt x="396" y="791"/>
                  </a:lnTo>
                  <a:lnTo>
                    <a:pt x="792" y="396"/>
                  </a:lnTo>
                  <a:lnTo>
                    <a:pt x="39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119"/>
            <p:cNvSpPr/>
            <p:nvPr/>
          </p:nvSpPr>
          <p:spPr>
            <a:xfrm>
              <a:off x="6997225" y="3380550"/>
              <a:ext cx="327475" cy="476350"/>
            </a:xfrm>
            <a:custGeom>
              <a:avLst/>
              <a:gdLst/>
              <a:ahLst/>
              <a:cxnLst/>
              <a:rect l="l" t="t" r="r" b="b"/>
              <a:pathLst>
                <a:path w="13099" h="19054" extrusionOk="0">
                  <a:moveTo>
                    <a:pt x="6840" y="512"/>
                  </a:moveTo>
                  <a:cubicBezTo>
                    <a:pt x="7003" y="512"/>
                    <a:pt x="7143" y="652"/>
                    <a:pt x="7143" y="815"/>
                  </a:cubicBezTo>
                  <a:lnTo>
                    <a:pt x="7143" y="2141"/>
                  </a:lnTo>
                  <a:cubicBezTo>
                    <a:pt x="6957" y="2094"/>
                    <a:pt x="6765" y="2071"/>
                    <a:pt x="6573" y="2071"/>
                  </a:cubicBezTo>
                  <a:cubicBezTo>
                    <a:pt x="6381" y="2071"/>
                    <a:pt x="6189" y="2094"/>
                    <a:pt x="6003" y="2141"/>
                  </a:cubicBezTo>
                  <a:lnTo>
                    <a:pt x="6003" y="815"/>
                  </a:lnTo>
                  <a:cubicBezTo>
                    <a:pt x="6003" y="652"/>
                    <a:pt x="6119" y="512"/>
                    <a:pt x="6282" y="512"/>
                  </a:cubicBezTo>
                  <a:close/>
                  <a:moveTo>
                    <a:pt x="6553" y="11586"/>
                  </a:moveTo>
                  <a:cubicBezTo>
                    <a:pt x="6672" y="11586"/>
                    <a:pt x="6794" y="11656"/>
                    <a:pt x="6840" y="11795"/>
                  </a:cubicBezTo>
                  <a:lnTo>
                    <a:pt x="6840" y="12912"/>
                  </a:lnTo>
                  <a:cubicBezTo>
                    <a:pt x="6887" y="13086"/>
                    <a:pt x="6718" y="13174"/>
                    <a:pt x="6553" y="13174"/>
                  </a:cubicBezTo>
                  <a:cubicBezTo>
                    <a:pt x="6387" y="13174"/>
                    <a:pt x="6224" y="13086"/>
                    <a:pt x="6282" y="12912"/>
                  </a:cubicBezTo>
                  <a:lnTo>
                    <a:pt x="6282" y="11795"/>
                  </a:lnTo>
                  <a:cubicBezTo>
                    <a:pt x="6317" y="11656"/>
                    <a:pt x="6433" y="11586"/>
                    <a:pt x="6553" y="11586"/>
                  </a:cubicBezTo>
                  <a:close/>
                  <a:moveTo>
                    <a:pt x="4328" y="6584"/>
                  </a:moveTo>
                  <a:cubicBezTo>
                    <a:pt x="4700" y="7050"/>
                    <a:pt x="5189" y="7398"/>
                    <a:pt x="5770" y="7561"/>
                  </a:cubicBezTo>
                  <a:lnTo>
                    <a:pt x="2792" y="15727"/>
                  </a:lnTo>
                  <a:cubicBezTo>
                    <a:pt x="2665" y="16054"/>
                    <a:pt x="2339" y="16268"/>
                    <a:pt x="2003" y="16268"/>
                  </a:cubicBezTo>
                  <a:cubicBezTo>
                    <a:pt x="1909" y="16268"/>
                    <a:pt x="1814" y="16251"/>
                    <a:pt x="1722" y="16215"/>
                  </a:cubicBezTo>
                  <a:lnTo>
                    <a:pt x="931" y="15936"/>
                  </a:lnTo>
                  <a:lnTo>
                    <a:pt x="4328" y="6584"/>
                  </a:lnTo>
                  <a:close/>
                  <a:moveTo>
                    <a:pt x="11703" y="16704"/>
                  </a:moveTo>
                  <a:lnTo>
                    <a:pt x="11703" y="17611"/>
                  </a:lnTo>
                  <a:lnTo>
                    <a:pt x="11144" y="17611"/>
                  </a:lnTo>
                  <a:lnTo>
                    <a:pt x="11144" y="16820"/>
                  </a:lnTo>
                  <a:cubicBezTo>
                    <a:pt x="11284" y="16820"/>
                    <a:pt x="11447" y="16797"/>
                    <a:pt x="11586" y="16751"/>
                  </a:cubicBezTo>
                  <a:lnTo>
                    <a:pt x="11703" y="16704"/>
                  </a:lnTo>
                  <a:close/>
                  <a:moveTo>
                    <a:pt x="1397" y="16727"/>
                  </a:moveTo>
                  <a:lnTo>
                    <a:pt x="1513" y="16774"/>
                  </a:lnTo>
                  <a:cubicBezTo>
                    <a:pt x="1653" y="16820"/>
                    <a:pt x="1815" y="16844"/>
                    <a:pt x="1955" y="16844"/>
                  </a:cubicBezTo>
                  <a:lnTo>
                    <a:pt x="1955" y="17658"/>
                  </a:lnTo>
                  <a:lnTo>
                    <a:pt x="1397" y="17611"/>
                  </a:lnTo>
                  <a:lnTo>
                    <a:pt x="1397" y="16727"/>
                  </a:lnTo>
                  <a:close/>
                  <a:moveTo>
                    <a:pt x="6282" y="1"/>
                  </a:moveTo>
                  <a:cubicBezTo>
                    <a:pt x="5817" y="1"/>
                    <a:pt x="5445" y="373"/>
                    <a:pt x="5445" y="838"/>
                  </a:cubicBezTo>
                  <a:lnTo>
                    <a:pt x="5445" y="2327"/>
                  </a:lnTo>
                  <a:cubicBezTo>
                    <a:pt x="5212" y="2443"/>
                    <a:pt x="5003" y="2560"/>
                    <a:pt x="4816" y="2722"/>
                  </a:cubicBezTo>
                  <a:lnTo>
                    <a:pt x="5165" y="3164"/>
                  </a:lnTo>
                  <a:cubicBezTo>
                    <a:pt x="5539" y="2857"/>
                    <a:pt x="5995" y="2674"/>
                    <a:pt x="6475" y="2674"/>
                  </a:cubicBezTo>
                  <a:cubicBezTo>
                    <a:pt x="6504" y="2674"/>
                    <a:pt x="6533" y="2675"/>
                    <a:pt x="6561" y="2676"/>
                  </a:cubicBezTo>
                  <a:cubicBezTo>
                    <a:pt x="8562" y="2676"/>
                    <a:pt x="9562" y="5072"/>
                    <a:pt x="8143" y="6491"/>
                  </a:cubicBezTo>
                  <a:cubicBezTo>
                    <a:pt x="7686" y="6941"/>
                    <a:pt x="7128" y="7142"/>
                    <a:pt x="6581" y="7142"/>
                  </a:cubicBezTo>
                  <a:cubicBezTo>
                    <a:pt x="5430" y="7142"/>
                    <a:pt x="4328" y="6250"/>
                    <a:pt x="4328" y="4909"/>
                  </a:cubicBezTo>
                  <a:cubicBezTo>
                    <a:pt x="4328" y="4397"/>
                    <a:pt x="4491" y="3909"/>
                    <a:pt x="4816" y="3513"/>
                  </a:cubicBezTo>
                  <a:lnTo>
                    <a:pt x="4374" y="3164"/>
                  </a:lnTo>
                  <a:cubicBezTo>
                    <a:pt x="3746" y="3955"/>
                    <a:pt x="3583" y="5026"/>
                    <a:pt x="3979" y="5956"/>
                  </a:cubicBezTo>
                  <a:lnTo>
                    <a:pt x="1722" y="12075"/>
                  </a:lnTo>
                  <a:lnTo>
                    <a:pt x="1" y="12075"/>
                  </a:lnTo>
                  <a:lnTo>
                    <a:pt x="1" y="12656"/>
                  </a:lnTo>
                  <a:lnTo>
                    <a:pt x="1513" y="12656"/>
                  </a:lnTo>
                  <a:lnTo>
                    <a:pt x="187" y="16285"/>
                  </a:lnTo>
                  <a:lnTo>
                    <a:pt x="838" y="16518"/>
                  </a:lnTo>
                  <a:lnTo>
                    <a:pt x="838" y="18170"/>
                  </a:lnTo>
                  <a:lnTo>
                    <a:pt x="1397" y="18170"/>
                  </a:lnTo>
                  <a:lnTo>
                    <a:pt x="1397" y="19054"/>
                  </a:lnTo>
                  <a:lnTo>
                    <a:pt x="1955" y="19054"/>
                  </a:lnTo>
                  <a:lnTo>
                    <a:pt x="1955" y="18170"/>
                  </a:lnTo>
                  <a:lnTo>
                    <a:pt x="2513" y="18170"/>
                  </a:lnTo>
                  <a:lnTo>
                    <a:pt x="2513" y="16727"/>
                  </a:lnTo>
                  <a:cubicBezTo>
                    <a:pt x="2862" y="16588"/>
                    <a:pt x="3165" y="16285"/>
                    <a:pt x="3304" y="15913"/>
                  </a:cubicBezTo>
                  <a:lnTo>
                    <a:pt x="4491" y="12633"/>
                  </a:lnTo>
                  <a:lnTo>
                    <a:pt x="5142" y="12633"/>
                  </a:lnTo>
                  <a:lnTo>
                    <a:pt x="5142" y="12075"/>
                  </a:lnTo>
                  <a:lnTo>
                    <a:pt x="4700" y="12075"/>
                  </a:lnTo>
                  <a:lnTo>
                    <a:pt x="6305" y="7654"/>
                  </a:lnTo>
                  <a:lnTo>
                    <a:pt x="6771" y="7654"/>
                  </a:lnTo>
                  <a:lnTo>
                    <a:pt x="8399" y="12075"/>
                  </a:lnTo>
                  <a:lnTo>
                    <a:pt x="7399" y="12075"/>
                  </a:lnTo>
                  <a:lnTo>
                    <a:pt x="7399" y="11772"/>
                  </a:lnTo>
                  <a:cubicBezTo>
                    <a:pt x="7364" y="11249"/>
                    <a:pt x="6957" y="10987"/>
                    <a:pt x="6553" y="10987"/>
                  </a:cubicBezTo>
                  <a:cubicBezTo>
                    <a:pt x="6148" y="10987"/>
                    <a:pt x="5747" y="11249"/>
                    <a:pt x="5724" y="11772"/>
                  </a:cubicBezTo>
                  <a:lnTo>
                    <a:pt x="5724" y="12912"/>
                  </a:lnTo>
                  <a:cubicBezTo>
                    <a:pt x="5677" y="13494"/>
                    <a:pt x="6113" y="13784"/>
                    <a:pt x="6553" y="13784"/>
                  </a:cubicBezTo>
                  <a:cubicBezTo>
                    <a:pt x="6992" y="13784"/>
                    <a:pt x="7434" y="13494"/>
                    <a:pt x="7399" y="12912"/>
                  </a:cubicBezTo>
                  <a:lnTo>
                    <a:pt x="7399" y="12610"/>
                  </a:lnTo>
                  <a:lnTo>
                    <a:pt x="8608" y="12610"/>
                  </a:lnTo>
                  <a:lnTo>
                    <a:pt x="9795" y="15890"/>
                  </a:lnTo>
                  <a:cubicBezTo>
                    <a:pt x="9934" y="16262"/>
                    <a:pt x="10214" y="16564"/>
                    <a:pt x="10586" y="16704"/>
                  </a:cubicBezTo>
                  <a:lnTo>
                    <a:pt x="10586" y="18146"/>
                  </a:lnTo>
                  <a:lnTo>
                    <a:pt x="11144" y="18146"/>
                  </a:lnTo>
                  <a:lnTo>
                    <a:pt x="11144" y="19030"/>
                  </a:lnTo>
                  <a:lnTo>
                    <a:pt x="11703" y="19030"/>
                  </a:lnTo>
                  <a:lnTo>
                    <a:pt x="11703" y="18146"/>
                  </a:lnTo>
                  <a:lnTo>
                    <a:pt x="12261" y="18146"/>
                  </a:lnTo>
                  <a:lnTo>
                    <a:pt x="12261" y="16471"/>
                  </a:lnTo>
                  <a:lnTo>
                    <a:pt x="12889" y="16239"/>
                  </a:lnTo>
                  <a:lnTo>
                    <a:pt x="11563" y="12656"/>
                  </a:lnTo>
                  <a:lnTo>
                    <a:pt x="13098" y="12656"/>
                  </a:lnTo>
                  <a:lnTo>
                    <a:pt x="13098" y="12075"/>
                  </a:lnTo>
                  <a:lnTo>
                    <a:pt x="11377" y="12075"/>
                  </a:lnTo>
                  <a:lnTo>
                    <a:pt x="11051" y="11190"/>
                  </a:lnTo>
                  <a:lnTo>
                    <a:pt x="10516" y="11400"/>
                  </a:lnTo>
                  <a:lnTo>
                    <a:pt x="12168" y="15960"/>
                  </a:lnTo>
                  <a:lnTo>
                    <a:pt x="11400" y="16239"/>
                  </a:lnTo>
                  <a:cubicBezTo>
                    <a:pt x="11304" y="16274"/>
                    <a:pt x="11205" y="16291"/>
                    <a:pt x="11108" y="16291"/>
                  </a:cubicBezTo>
                  <a:cubicBezTo>
                    <a:pt x="10760" y="16291"/>
                    <a:pt x="10434" y="16077"/>
                    <a:pt x="10307" y="15750"/>
                  </a:cubicBezTo>
                  <a:lnTo>
                    <a:pt x="7352" y="7585"/>
                  </a:lnTo>
                  <a:cubicBezTo>
                    <a:pt x="7911" y="7422"/>
                    <a:pt x="8422" y="7073"/>
                    <a:pt x="8771" y="6608"/>
                  </a:cubicBezTo>
                  <a:lnTo>
                    <a:pt x="10330" y="10865"/>
                  </a:lnTo>
                  <a:lnTo>
                    <a:pt x="10865" y="10679"/>
                  </a:lnTo>
                  <a:lnTo>
                    <a:pt x="9144" y="5956"/>
                  </a:lnTo>
                  <a:cubicBezTo>
                    <a:pt x="9725" y="4560"/>
                    <a:pt x="9074" y="2955"/>
                    <a:pt x="7678" y="2327"/>
                  </a:cubicBezTo>
                  <a:lnTo>
                    <a:pt x="7678" y="838"/>
                  </a:lnTo>
                  <a:cubicBezTo>
                    <a:pt x="7678" y="373"/>
                    <a:pt x="7306" y="1"/>
                    <a:pt x="68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9" name="Google Shape;5779;p119"/>
          <p:cNvGrpSpPr/>
          <p:nvPr/>
        </p:nvGrpSpPr>
        <p:grpSpPr>
          <a:xfrm>
            <a:off x="6922200" y="2663450"/>
            <a:ext cx="477525" cy="476925"/>
            <a:chOff x="6922200" y="2663450"/>
            <a:chExt cx="477525" cy="476925"/>
          </a:xfrm>
        </p:grpSpPr>
        <p:sp>
          <p:nvSpPr>
            <p:cNvPr id="5780" name="Google Shape;5780;p119"/>
            <p:cNvSpPr/>
            <p:nvPr/>
          </p:nvSpPr>
          <p:spPr>
            <a:xfrm>
              <a:off x="6951275" y="2670425"/>
              <a:ext cx="139625" cy="435050"/>
            </a:xfrm>
            <a:custGeom>
              <a:avLst/>
              <a:gdLst/>
              <a:ahLst/>
              <a:cxnLst/>
              <a:rect l="l" t="t" r="r" b="b"/>
              <a:pathLst>
                <a:path w="5585" h="17402" extrusionOk="0">
                  <a:moveTo>
                    <a:pt x="1" y="17402"/>
                  </a:moveTo>
                  <a:lnTo>
                    <a:pt x="5584" y="17402"/>
                  </a:lnTo>
                  <a:lnTo>
                    <a:pt x="5584" y="1"/>
                  </a:lnTo>
                  <a:lnTo>
                    <a:pt x="1" y="1"/>
                  </a:lnTo>
                  <a:close/>
                  <a:moveTo>
                    <a:pt x="2234" y="7026"/>
                  </a:moveTo>
                  <a:lnTo>
                    <a:pt x="2234" y="9818"/>
                  </a:lnTo>
                  <a:cubicBezTo>
                    <a:pt x="2234" y="10562"/>
                    <a:pt x="1118" y="10562"/>
                    <a:pt x="1118" y="9818"/>
                  </a:cubicBezTo>
                  <a:lnTo>
                    <a:pt x="1118" y="7026"/>
                  </a:lnTo>
                  <a:close/>
                  <a:moveTo>
                    <a:pt x="2234" y="7026"/>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119"/>
            <p:cNvSpPr/>
            <p:nvPr/>
          </p:nvSpPr>
          <p:spPr>
            <a:xfrm>
              <a:off x="6979200" y="2846075"/>
              <a:ext cx="307700" cy="83775"/>
            </a:xfrm>
            <a:custGeom>
              <a:avLst/>
              <a:gdLst/>
              <a:ahLst/>
              <a:cxnLst/>
              <a:rect l="l" t="t" r="r" b="b"/>
              <a:pathLst>
                <a:path w="12308" h="3351" extrusionOk="0">
                  <a:moveTo>
                    <a:pt x="559" y="3350"/>
                  </a:moveTo>
                  <a:cubicBezTo>
                    <a:pt x="861" y="3350"/>
                    <a:pt x="1117" y="3094"/>
                    <a:pt x="1117" y="2792"/>
                  </a:cubicBezTo>
                  <a:lnTo>
                    <a:pt x="1117" y="0"/>
                  </a:lnTo>
                  <a:lnTo>
                    <a:pt x="1" y="0"/>
                  </a:lnTo>
                  <a:lnTo>
                    <a:pt x="1" y="2792"/>
                  </a:lnTo>
                  <a:cubicBezTo>
                    <a:pt x="1" y="3094"/>
                    <a:pt x="257" y="3350"/>
                    <a:pt x="559" y="3350"/>
                  </a:cubicBezTo>
                  <a:close/>
                  <a:moveTo>
                    <a:pt x="11749" y="3350"/>
                  </a:moveTo>
                  <a:cubicBezTo>
                    <a:pt x="12051" y="3350"/>
                    <a:pt x="12307" y="3094"/>
                    <a:pt x="12307" y="2792"/>
                  </a:cubicBezTo>
                  <a:lnTo>
                    <a:pt x="12307" y="0"/>
                  </a:lnTo>
                  <a:lnTo>
                    <a:pt x="11191" y="0"/>
                  </a:lnTo>
                  <a:lnTo>
                    <a:pt x="11191" y="2792"/>
                  </a:lnTo>
                  <a:cubicBezTo>
                    <a:pt x="11191" y="3094"/>
                    <a:pt x="11446" y="3350"/>
                    <a:pt x="11749" y="3350"/>
                  </a:cubicBezTo>
                  <a:close/>
                  <a:moveTo>
                    <a:pt x="6142" y="3350"/>
                  </a:moveTo>
                  <a:cubicBezTo>
                    <a:pt x="6468" y="3350"/>
                    <a:pt x="6701" y="3094"/>
                    <a:pt x="6701" y="2792"/>
                  </a:cubicBezTo>
                  <a:lnTo>
                    <a:pt x="6701" y="0"/>
                  </a:lnTo>
                  <a:lnTo>
                    <a:pt x="5584" y="0"/>
                  </a:lnTo>
                  <a:lnTo>
                    <a:pt x="5584" y="2792"/>
                  </a:lnTo>
                  <a:cubicBezTo>
                    <a:pt x="5584" y="3094"/>
                    <a:pt x="5840" y="3350"/>
                    <a:pt x="6142" y="3350"/>
                  </a:cubicBezTo>
                  <a:close/>
                  <a:moveTo>
                    <a:pt x="6142" y="3350"/>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119"/>
            <p:cNvSpPr/>
            <p:nvPr/>
          </p:nvSpPr>
          <p:spPr>
            <a:xfrm>
              <a:off x="6929175" y="3105450"/>
              <a:ext cx="463575" cy="27950"/>
            </a:xfrm>
            <a:custGeom>
              <a:avLst/>
              <a:gdLst/>
              <a:ahLst/>
              <a:cxnLst/>
              <a:rect l="l" t="t" r="r" b="b"/>
              <a:pathLst>
                <a:path w="18543" h="1118" extrusionOk="0">
                  <a:moveTo>
                    <a:pt x="1" y="1"/>
                  </a:moveTo>
                  <a:lnTo>
                    <a:pt x="1" y="1118"/>
                  </a:lnTo>
                  <a:lnTo>
                    <a:pt x="18542" y="1118"/>
                  </a:lnTo>
                  <a:lnTo>
                    <a:pt x="1854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119"/>
            <p:cNvSpPr/>
            <p:nvPr/>
          </p:nvSpPr>
          <p:spPr>
            <a:xfrm>
              <a:off x="6979200" y="2846075"/>
              <a:ext cx="300725" cy="87250"/>
            </a:xfrm>
            <a:custGeom>
              <a:avLst/>
              <a:gdLst/>
              <a:ahLst/>
              <a:cxnLst/>
              <a:rect l="l" t="t" r="r" b="b"/>
              <a:pathLst>
                <a:path w="12029" h="3490" extrusionOk="0">
                  <a:moveTo>
                    <a:pt x="838" y="3280"/>
                  </a:moveTo>
                  <a:cubicBezTo>
                    <a:pt x="652" y="3164"/>
                    <a:pt x="559" y="3001"/>
                    <a:pt x="559" y="2792"/>
                  </a:cubicBezTo>
                  <a:lnTo>
                    <a:pt x="559" y="0"/>
                  </a:lnTo>
                  <a:lnTo>
                    <a:pt x="1" y="0"/>
                  </a:lnTo>
                  <a:lnTo>
                    <a:pt x="1" y="2792"/>
                  </a:lnTo>
                  <a:cubicBezTo>
                    <a:pt x="1" y="3211"/>
                    <a:pt x="466" y="3490"/>
                    <a:pt x="838" y="3280"/>
                  </a:cubicBezTo>
                  <a:close/>
                  <a:moveTo>
                    <a:pt x="12028" y="3280"/>
                  </a:moveTo>
                  <a:cubicBezTo>
                    <a:pt x="11842" y="3164"/>
                    <a:pt x="11749" y="3001"/>
                    <a:pt x="11726" y="2792"/>
                  </a:cubicBezTo>
                  <a:lnTo>
                    <a:pt x="11726" y="0"/>
                  </a:lnTo>
                  <a:lnTo>
                    <a:pt x="11167" y="0"/>
                  </a:lnTo>
                  <a:lnTo>
                    <a:pt x="11167" y="2792"/>
                  </a:lnTo>
                  <a:cubicBezTo>
                    <a:pt x="11191" y="3211"/>
                    <a:pt x="11633" y="3490"/>
                    <a:pt x="12028" y="3280"/>
                  </a:cubicBezTo>
                  <a:close/>
                  <a:moveTo>
                    <a:pt x="6421" y="3280"/>
                  </a:moveTo>
                  <a:cubicBezTo>
                    <a:pt x="6259" y="3164"/>
                    <a:pt x="6142" y="3001"/>
                    <a:pt x="6142" y="2792"/>
                  </a:cubicBezTo>
                  <a:lnTo>
                    <a:pt x="6142" y="0"/>
                  </a:lnTo>
                  <a:lnTo>
                    <a:pt x="5584" y="0"/>
                  </a:lnTo>
                  <a:lnTo>
                    <a:pt x="5584" y="2792"/>
                  </a:lnTo>
                  <a:cubicBezTo>
                    <a:pt x="5584" y="3211"/>
                    <a:pt x="6049" y="3490"/>
                    <a:pt x="6421" y="3280"/>
                  </a:cubicBezTo>
                  <a:close/>
                  <a:moveTo>
                    <a:pt x="6421" y="328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119"/>
            <p:cNvSpPr/>
            <p:nvPr/>
          </p:nvSpPr>
          <p:spPr>
            <a:xfrm>
              <a:off x="6951275" y="2669850"/>
              <a:ext cx="20975" cy="435625"/>
            </a:xfrm>
            <a:custGeom>
              <a:avLst/>
              <a:gdLst/>
              <a:ahLst/>
              <a:cxnLst/>
              <a:rect l="l" t="t" r="r" b="b"/>
              <a:pathLst>
                <a:path w="839" h="17425" extrusionOk="0">
                  <a:moveTo>
                    <a:pt x="1" y="0"/>
                  </a:moveTo>
                  <a:lnTo>
                    <a:pt x="1" y="17425"/>
                  </a:lnTo>
                  <a:lnTo>
                    <a:pt x="838" y="17425"/>
                  </a:lnTo>
                  <a:lnTo>
                    <a:pt x="83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119"/>
            <p:cNvSpPr/>
            <p:nvPr/>
          </p:nvSpPr>
          <p:spPr>
            <a:xfrm>
              <a:off x="6929175" y="3105450"/>
              <a:ext cx="20975" cy="27950"/>
            </a:xfrm>
            <a:custGeom>
              <a:avLst/>
              <a:gdLst/>
              <a:ahLst/>
              <a:cxnLst/>
              <a:rect l="l" t="t" r="r" b="b"/>
              <a:pathLst>
                <a:path w="839" h="1118" extrusionOk="0">
                  <a:moveTo>
                    <a:pt x="1" y="1"/>
                  </a:moveTo>
                  <a:lnTo>
                    <a:pt x="1" y="1118"/>
                  </a:lnTo>
                  <a:lnTo>
                    <a:pt x="838" y="1118"/>
                  </a:lnTo>
                  <a:lnTo>
                    <a:pt x="83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119"/>
            <p:cNvSpPr/>
            <p:nvPr/>
          </p:nvSpPr>
          <p:spPr>
            <a:xfrm>
              <a:off x="7090875" y="2670425"/>
              <a:ext cx="140175" cy="435050"/>
            </a:xfrm>
            <a:custGeom>
              <a:avLst/>
              <a:gdLst/>
              <a:ahLst/>
              <a:cxnLst/>
              <a:rect l="l" t="t" r="r" b="b"/>
              <a:pathLst>
                <a:path w="5607" h="17402" extrusionOk="0">
                  <a:moveTo>
                    <a:pt x="0" y="17402"/>
                  </a:moveTo>
                  <a:lnTo>
                    <a:pt x="5607" y="17402"/>
                  </a:lnTo>
                  <a:lnTo>
                    <a:pt x="5607" y="1"/>
                  </a:lnTo>
                  <a:lnTo>
                    <a:pt x="0" y="1"/>
                  </a:lnTo>
                  <a:close/>
                  <a:moveTo>
                    <a:pt x="2257" y="7026"/>
                  </a:moveTo>
                  <a:lnTo>
                    <a:pt x="2257" y="9818"/>
                  </a:lnTo>
                  <a:cubicBezTo>
                    <a:pt x="2257" y="10562"/>
                    <a:pt x="1117" y="10562"/>
                    <a:pt x="1117" y="9818"/>
                  </a:cubicBezTo>
                  <a:lnTo>
                    <a:pt x="1117" y="7026"/>
                  </a:lnTo>
                  <a:close/>
                  <a:moveTo>
                    <a:pt x="2257" y="7026"/>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119"/>
            <p:cNvSpPr/>
            <p:nvPr/>
          </p:nvSpPr>
          <p:spPr>
            <a:xfrm>
              <a:off x="7090875" y="2669850"/>
              <a:ext cx="20950" cy="435625"/>
            </a:xfrm>
            <a:custGeom>
              <a:avLst/>
              <a:gdLst/>
              <a:ahLst/>
              <a:cxnLst/>
              <a:rect l="l" t="t" r="r" b="b"/>
              <a:pathLst>
                <a:path w="838" h="17425" extrusionOk="0">
                  <a:moveTo>
                    <a:pt x="0" y="0"/>
                  </a:moveTo>
                  <a:lnTo>
                    <a:pt x="0" y="17425"/>
                  </a:lnTo>
                  <a:lnTo>
                    <a:pt x="838" y="17425"/>
                  </a:lnTo>
                  <a:lnTo>
                    <a:pt x="83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119"/>
            <p:cNvSpPr/>
            <p:nvPr/>
          </p:nvSpPr>
          <p:spPr>
            <a:xfrm>
              <a:off x="7231025" y="2670425"/>
              <a:ext cx="139625" cy="435050"/>
            </a:xfrm>
            <a:custGeom>
              <a:avLst/>
              <a:gdLst/>
              <a:ahLst/>
              <a:cxnLst/>
              <a:rect l="l" t="t" r="r" b="b"/>
              <a:pathLst>
                <a:path w="5585" h="17402" extrusionOk="0">
                  <a:moveTo>
                    <a:pt x="1" y="17402"/>
                  </a:moveTo>
                  <a:lnTo>
                    <a:pt x="5584" y="17402"/>
                  </a:lnTo>
                  <a:lnTo>
                    <a:pt x="5584" y="1"/>
                  </a:lnTo>
                  <a:lnTo>
                    <a:pt x="1" y="1"/>
                  </a:lnTo>
                  <a:close/>
                  <a:moveTo>
                    <a:pt x="2234" y="7026"/>
                  </a:moveTo>
                  <a:lnTo>
                    <a:pt x="2234" y="9818"/>
                  </a:lnTo>
                  <a:cubicBezTo>
                    <a:pt x="2234" y="10562"/>
                    <a:pt x="1118" y="10562"/>
                    <a:pt x="1118" y="9818"/>
                  </a:cubicBezTo>
                  <a:lnTo>
                    <a:pt x="1118" y="7026"/>
                  </a:lnTo>
                  <a:close/>
                  <a:moveTo>
                    <a:pt x="2234" y="7026"/>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119"/>
            <p:cNvSpPr/>
            <p:nvPr/>
          </p:nvSpPr>
          <p:spPr>
            <a:xfrm>
              <a:off x="7231025" y="2669850"/>
              <a:ext cx="20975" cy="435625"/>
            </a:xfrm>
            <a:custGeom>
              <a:avLst/>
              <a:gdLst/>
              <a:ahLst/>
              <a:cxnLst/>
              <a:rect l="l" t="t" r="r" b="b"/>
              <a:pathLst>
                <a:path w="839" h="17425" extrusionOk="0">
                  <a:moveTo>
                    <a:pt x="1" y="0"/>
                  </a:moveTo>
                  <a:lnTo>
                    <a:pt x="1" y="17425"/>
                  </a:lnTo>
                  <a:lnTo>
                    <a:pt x="838" y="17425"/>
                  </a:lnTo>
                  <a:lnTo>
                    <a:pt x="83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119"/>
            <p:cNvSpPr/>
            <p:nvPr/>
          </p:nvSpPr>
          <p:spPr>
            <a:xfrm>
              <a:off x="7028050" y="2691375"/>
              <a:ext cx="321650" cy="13975"/>
            </a:xfrm>
            <a:custGeom>
              <a:avLst/>
              <a:gdLst/>
              <a:ahLst/>
              <a:cxnLst/>
              <a:rect l="l" t="t" r="r" b="b"/>
              <a:pathLst>
                <a:path w="12866" h="559" extrusionOk="0">
                  <a:moveTo>
                    <a:pt x="1" y="0"/>
                  </a:moveTo>
                  <a:lnTo>
                    <a:pt x="1" y="558"/>
                  </a:lnTo>
                  <a:lnTo>
                    <a:pt x="559" y="558"/>
                  </a:lnTo>
                  <a:lnTo>
                    <a:pt x="559" y="0"/>
                  </a:lnTo>
                  <a:close/>
                  <a:moveTo>
                    <a:pt x="1117" y="0"/>
                  </a:moveTo>
                  <a:lnTo>
                    <a:pt x="1117" y="558"/>
                  </a:lnTo>
                  <a:lnTo>
                    <a:pt x="1676" y="558"/>
                  </a:lnTo>
                  <a:lnTo>
                    <a:pt x="1676" y="0"/>
                  </a:lnTo>
                  <a:close/>
                  <a:moveTo>
                    <a:pt x="5607" y="0"/>
                  </a:moveTo>
                  <a:lnTo>
                    <a:pt x="5607" y="558"/>
                  </a:lnTo>
                  <a:lnTo>
                    <a:pt x="6166" y="558"/>
                  </a:lnTo>
                  <a:lnTo>
                    <a:pt x="6166" y="0"/>
                  </a:lnTo>
                  <a:close/>
                  <a:moveTo>
                    <a:pt x="6724" y="0"/>
                  </a:moveTo>
                  <a:lnTo>
                    <a:pt x="6724" y="558"/>
                  </a:lnTo>
                  <a:lnTo>
                    <a:pt x="7282" y="558"/>
                  </a:lnTo>
                  <a:lnTo>
                    <a:pt x="7282" y="0"/>
                  </a:lnTo>
                  <a:close/>
                  <a:moveTo>
                    <a:pt x="11191" y="0"/>
                  </a:moveTo>
                  <a:lnTo>
                    <a:pt x="11191" y="558"/>
                  </a:lnTo>
                  <a:lnTo>
                    <a:pt x="11749" y="558"/>
                  </a:lnTo>
                  <a:lnTo>
                    <a:pt x="11749" y="0"/>
                  </a:lnTo>
                  <a:close/>
                  <a:moveTo>
                    <a:pt x="12307" y="0"/>
                  </a:moveTo>
                  <a:lnTo>
                    <a:pt x="12307" y="558"/>
                  </a:lnTo>
                  <a:lnTo>
                    <a:pt x="12866" y="558"/>
                  </a:lnTo>
                  <a:lnTo>
                    <a:pt x="1286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119"/>
            <p:cNvSpPr/>
            <p:nvPr/>
          </p:nvSpPr>
          <p:spPr>
            <a:xfrm>
              <a:off x="6922200" y="2663450"/>
              <a:ext cx="477525" cy="476925"/>
            </a:xfrm>
            <a:custGeom>
              <a:avLst/>
              <a:gdLst/>
              <a:ahLst/>
              <a:cxnLst/>
              <a:rect l="l" t="t" r="r" b="b"/>
              <a:pathLst>
                <a:path w="19101" h="19077" extrusionOk="0">
                  <a:moveTo>
                    <a:pt x="12075" y="535"/>
                  </a:moveTo>
                  <a:lnTo>
                    <a:pt x="12075" y="17402"/>
                  </a:lnTo>
                  <a:lnTo>
                    <a:pt x="7050" y="17402"/>
                  </a:lnTo>
                  <a:lnTo>
                    <a:pt x="7026" y="535"/>
                  </a:lnTo>
                  <a:close/>
                  <a:moveTo>
                    <a:pt x="17658" y="535"/>
                  </a:moveTo>
                  <a:lnTo>
                    <a:pt x="17658" y="17402"/>
                  </a:lnTo>
                  <a:lnTo>
                    <a:pt x="12633" y="17402"/>
                  </a:lnTo>
                  <a:lnTo>
                    <a:pt x="12633" y="535"/>
                  </a:lnTo>
                  <a:close/>
                  <a:moveTo>
                    <a:pt x="885" y="0"/>
                  </a:moveTo>
                  <a:lnTo>
                    <a:pt x="885" y="2513"/>
                  </a:lnTo>
                  <a:lnTo>
                    <a:pt x="1443" y="2513"/>
                  </a:lnTo>
                  <a:lnTo>
                    <a:pt x="1443" y="559"/>
                  </a:lnTo>
                  <a:lnTo>
                    <a:pt x="6468" y="559"/>
                  </a:lnTo>
                  <a:lnTo>
                    <a:pt x="6468" y="17425"/>
                  </a:lnTo>
                  <a:lnTo>
                    <a:pt x="1443" y="17425"/>
                  </a:lnTo>
                  <a:lnTo>
                    <a:pt x="1443" y="3071"/>
                  </a:lnTo>
                  <a:lnTo>
                    <a:pt x="885" y="3071"/>
                  </a:lnTo>
                  <a:lnTo>
                    <a:pt x="885" y="17402"/>
                  </a:lnTo>
                  <a:lnTo>
                    <a:pt x="1" y="17402"/>
                  </a:lnTo>
                  <a:lnTo>
                    <a:pt x="1" y="19077"/>
                  </a:lnTo>
                  <a:lnTo>
                    <a:pt x="16285" y="19077"/>
                  </a:lnTo>
                  <a:lnTo>
                    <a:pt x="16285" y="18518"/>
                  </a:lnTo>
                  <a:lnTo>
                    <a:pt x="559" y="18518"/>
                  </a:lnTo>
                  <a:lnTo>
                    <a:pt x="559" y="17960"/>
                  </a:lnTo>
                  <a:lnTo>
                    <a:pt x="18542" y="17960"/>
                  </a:lnTo>
                  <a:lnTo>
                    <a:pt x="18542" y="18518"/>
                  </a:lnTo>
                  <a:lnTo>
                    <a:pt x="16867" y="18518"/>
                  </a:lnTo>
                  <a:lnTo>
                    <a:pt x="16867" y="19077"/>
                  </a:lnTo>
                  <a:lnTo>
                    <a:pt x="19100" y="19077"/>
                  </a:lnTo>
                  <a:lnTo>
                    <a:pt x="19100" y="17402"/>
                  </a:lnTo>
                  <a:lnTo>
                    <a:pt x="18216" y="17402"/>
                  </a:lnTo>
                  <a:lnTo>
                    <a:pt x="1821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119"/>
            <p:cNvSpPr/>
            <p:nvPr/>
          </p:nvSpPr>
          <p:spPr>
            <a:xfrm>
              <a:off x="7251400" y="2986825"/>
              <a:ext cx="98300" cy="27925"/>
            </a:xfrm>
            <a:custGeom>
              <a:avLst/>
              <a:gdLst/>
              <a:ahLst/>
              <a:cxnLst/>
              <a:rect l="l" t="t" r="r" b="b"/>
              <a:pathLst>
                <a:path w="3932" h="1117" extrusionOk="0">
                  <a:moveTo>
                    <a:pt x="0" y="0"/>
                  </a:moveTo>
                  <a:lnTo>
                    <a:pt x="0" y="1117"/>
                  </a:lnTo>
                  <a:lnTo>
                    <a:pt x="3932" y="1117"/>
                  </a:lnTo>
                  <a:lnTo>
                    <a:pt x="3932" y="0"/>
                  </a:lnTo>
                  <a:lnTo>
                    <a:pt x="3373" y="0"/>
                  </a:lnTo>
                  <a:lnTo>
                    <a:pt x="3373" y="558"/>
                  </a:lnTo>
                  <a:lnTo>
                    <a:pt x="558" y="558"/>
                  </a:lnTo>
                  <a:lnTo>
                    <a:pt x="55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119"/>
            <p:cNvSpPr/>
            <p:nvPr/>
          </p:nvSpPr>
          <p:spPr>
            <a:xfrm>
              <a:off x="7251400" y="3028700"/>
              <a:ext cx="98300" cy="27925"/>
            </a:xfrm>
            <a:custGeom>
              <a:avLst/>
              <a:gdLst/>
              <a:ahLst/>
              <a:cxnLst/>
              <a:rect l="l" t="t" r="r" b="b"/>
              <a:pathLst>
                <a:path w="3932" h="1117" extrusionOk="0">
                  <a:moveTo>
                    <a:pt x="0" y="0"/>
                  </a:moveTo>
                  <a:lnTo>
                    <a:pt x="0" y="1117"/>
                  </a:lnTo>
                  <a:lnTo>
                    <a:pt x="3932" y="1117"/>
                  </a:lnTo>
                  <a:lnTo>
                    <a:pt x="3932" y="0"/>
                  </a:lnTo>
                  <a:lnTo>
                    <a:pt x="3373" y="0"/>
                  </a:lnTo>
                  <a:lnTo>
                    <a:pt x="3373" y="558"/>
                  </a:lnTo>
                  <a:lnTo>
                    <a:pt x="558" y="558"/>
                  </a:lnTo>
                  <a:lnTo>
                    <a:pt x="55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119"/>
            <p:cNvSpPr/>
            <p:nvPr/>
          </p:nvSpPr>
          <p:spPr>
            <a:xfrm>
              <a:off x="6972225" y="3028700"/>
              <a:ext cx="97725" cy="27925"/>
            </a:xfrm>
            <a:custGeom>
              <a:avLst/>
              <a:gdLst/>
              <a:ahLst/>
              <a:cxnLst/>
              <a:rect l="l" t="t" r="r" b="b"/>
              <a:pathLst>
                <a:path w="3909" h="1117" extrusionOk="0">
                  <a:moveTo>
                    <a:pt x="0" y="0"/>
                  </a:moveTo>
                  <a:lnTo>
                    <a:pt x="0" y="1117"/>
                  </a:lnTo>
                  <a:lnTo>
                    <a:pt x="3909" y="1117"/>
                  </a:lnTo>
                  <a:lnTo>
                    <a:pt x="3909" y="0"/>
                  </a:lnTo>
                  <a:lnTo>
                    <a:pt x="3350" y="0"/>
                  </a:lnTo>
                  <a:lnTo>
                    <a:pt x="3350" y="558"/>
                  </a:lnTo>
                  <a:lnTo>
                    <a:pt x="559" y="558"/>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119"/>
            <p:cNvSpPr/>
            <p:nvPr/>
          </p:nvSpPr>
          <p:spPr>
            <a:xfrm>
              <a:off x="6972225" y="2986825"/>
              <a:ext cx="97725" cy="27925"/>
            </a:xfrm>
            <a:custGeom>
              <a:avLst/>
              <a:gdLst/>
              <a:ahLst/>
              <a:cxnLst/>
              <a:rect l="l" t="t" r="r" b="b"/>
              <a:pathLst>
                <a:path w="3909" h="1117" extrusionOk="0">
                  <a:moveTo>
                    <a:pt x="0" y="0"/>
                  </a:moveTo>
                  <a:lnTo>
                    <a:pt x="0" y="1117"/>
                  </a:lnTo>
                  <a:lnTo>
                    <a:pt x="3909" y="1117"/>
                  </a:lnTo>
                  <a:lnTo>
                    <a:pt x="3909" y="0"/>
                  </a:lnTo>
                  <a:lnTo>
                    <a:pt x="3350" y="0"/>
                  </a:lnTo>
                  <a:lnTo>
                    <a:pt x="3350" y="558"/>
                  </a:lnTo>
                  <a:lnTo>
                    <a:pt x="559" y="558"/>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119"/>
            <p:cNvSpPr/>
            <p:nvPr/>
          </p:nvSpPr>
          <p:spPr>
            <a:xfrm>
              <a:off x="7251400" y="2768125"/>
              <a:ext cx="98300" cy="27950"/>
            </a:xfrm>
            <a:custGeom>
              <a:avLst/>
              <a:gdLst/>
              <a:ahLst/>
              <a:cxnLst/>
              <a:rect l="l" t="t" r="r" b="b"/>
              <a:pathLst>
                <a:path w="3932" h="1118" extrusionOk="0">
                  <a:moveTo>
                    <a:pt x="0" y="1"/>
                  </a:moveTo>
                  <a:lnTo>
                    <a:pt x="0" y="1118"/>
                  </a:lnTo>
                  <a:lnTo>
                    <a:pt x="3932" y="1118"/>
                  </a:lnTo>
                  <a:lnTo>
                    <a:pt x="3932" y="1"/>
                  </a:lnTo>
                  <a:lnTo>
                    <a:pt x="3373" y="1"/>
                  </a:lnTo>
                  <a:lnTo>
                    <a:pt x="3373" y="559"/>
                  </a:lnTo>
                  <a:lnTo>
                    <a:pt x="558" y="559"/>
                  </a:lnTo>
                  <a:lnTo>
                    <a:pt x="5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119"/>
            <p:cNvSpPr/>
            <p:nvPr/>
          </p:nvSpPr>
          <p:spPr>
            <a:xfrm>
              <a:off x="7251400" y="2726250"/>
              <a:ext cx="98300" cy="27950"/>
            </a:xfrm>
            <a:custGeom>
              <a:avLst/>
              <a:gdLst/>
              <a:ahLst/>
              <a:cxnLst/>
              <a:rect l="l" t="t" r="r" b="b"/>
              <a:pathLst>
                <a:path w="3932" h="1118" extrusionOk="0">
                  <a:moveTo>
                    <a:pt x="0" y="1"/>
                  </a:moveTo>
                  <a:lnTo>
                    <a:pt x="0" y="1118"/>
                  </a:lnTo>
                  <a:lnTo>
                    <a:pt x="3932" y="1118"/>
                  </a:lnTo>
                  <a:lnTo>
                    <a:pt x="3932" y="1"/>
                  </a:lnTo>
                  <a:lnTo>
                    <a:pt x="3373" y="1"/>
                  </a:lnTo>
                  <a:lnTo>
                    <a:pt x="3373" y="559"/>
                  </a:lnTo>
                  <a:lnTo>
                    <a:pt x="558" y="559"/>
                  </a:lnTo>
                  <a:lnTo>
                    <a:pt x="5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119"/>
            <p:cNvSpPr/>
            <p:nvPr/>
          </p:nvSpPr>
          <p:spPr>
            <a:xfrm>
              <a:off x="7111800" y="2768125"/>
              <a:ext cx="98325" cy="27950"/>
            </a:xfrm>
            <a:custGeom>
              <a:avLst/>
              <a:gdLst/>
              <a:ahLst/>
              <a:cxnLst/>
              <a:rect l="l" t="t" r="r" b="b"/>
              <a:pathLst>
                <a:path w="3933" h="1118" extrusionOk="0">
                  <a:moveTo>
                    <a:pt x="1" y="1"/>
                  </a:moveTo>
                  <a:lnTo>
                    <a:pt x="1" y="1118"/>
                  </a:lnTo>
                  <a:lnTo>
                    <a:pt x="3932" y="1118"/>
                  </a:lnTo>
                  <a:lnTo>
                    <a:pt x="3932" y="1"/>
                  </a:lnTo>
                  <a:lnTo>
                    <a:pt x="3374" y="1"/>
                  </a:lnTo>
                  <a:lnTo>
                    <a:pt x="3374"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119"/>
            <p:cNvSpPr/>
            <p:nvPr/>
          </p:nvSpPr>
          <p:spPr>
            <a:xfrm>
              <a:off x="6972225" y="2768125"/>
              <a:ext cx="97725" cy="27950"/>
            </a:xfrm>
            <a:custGeom>
              <a:avLst/>
              <a:gdLst/>
              <a:ahLst/>
              <a:cxnLst/>
              <a:rect l="l" t="t" r="r" b="b"/>
              <a:pathLst>
                <a:path w="3909" h="1118" extrusionOk="0">
                  <a:moveTo>
                    <a:pt x="0" y="1"/>
                  </a:moveTo>
                  <a:lnTo>
                    <a:pt x="0" y="1118"/>
                  </a:lnTo>
                  <a:lnTo>
                    <a:pt x="3909" y="1118"/>
                  </a:lnTo>
                  <a:lnTo>
                    <a:pt x="3909" y="1"/>
                  </a:lnTo>
                  <a:lnTo>
                    <a:pt x="3350" y="1"/>
                  </a:lnTo>
                  <a:lnTo>
                    <a:pt x="3350"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119"/>
            <p:cNvSpPr/>
            <p:nvPr/>
          </p:nvSpPr>
          <p:spPr>
            <a:xfrm>
              <a:off x="7111800" y="2726250"/>
              <a:ext cx="98325" cy="27950"/>
            </a:xfrm>
            <a:custGeom>
              <a:avLst/>
              <a:gdLst/>
              <a:ahLst/>
              <a:cxnLst/>
              <a:rect l="l" t="t" r="r" b="b"/>
              <a:pathLst>
                <a:path w="3933" h="1118" extrusionOk="0">
                  <a:moveTo>
                    <a:pt x="1" y="1"/>
                  </a:moveTo>
                  <a:lnTo>
                    <a:pt x="1" y="1118"/>
                  </a:lnTo>
                  <a:lnTo>
                    <a:pt x="3932" y="1118"/>
                  </a:lnTo>
                  <a:lnTo>
                    <a:pt x="3932" y="1"/>
                  </a:lnTo>
                  <a:lnTo>
                    <a:pt x="3374" y="1"/>
                  </a:lnTo>
                  <a:lnTo>
                    <a:pt x="3374"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119"/>
            <p:cNvSpPr/>
            <p:nvPr/>
          </p:nvSpPr>
          <p:spPr>
            <a:xfrm>
              <a:off x="6972225" y="2726250"/>
              <a:ext cx="97725" cy="27950"/>
            </a:xfrm>
            <a:custGeom>
              <a:avLst/>
              <a:gdLst/>
              <a:ahLst/>
              <a:cxnLst/>
              <a:rect l="l" t="t" r="r" b="b"/>
              <a:pathLst>
                <a:path w="3909" h="1118" extrusionOk="0">
                  <a:moveTo>
                    <a:pt x="0" y="1"/>
                  </a:moveTo>
                  <a:lnTo>
                    <a:pt x="0" y="1118"/>
                  </a:lnTo>
                  <a:lnTo>
                    <a:pt x="3909" y="1118"/>
                  </a:lnTo>
                  <a:lnTo>
                    <a:pt x="3909" y="1"/>
                  </a:lnTo>
                  <a:lnTo>
                    <a:pt x="3350" y="1"/>
                  </a:lnTo>
                  <a:lnTo>
                    <a:pt x="3350"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119"/>
            <p:cNvSpPr/>
            <p:nvPr/>
          </p:nvSpPr>
          <p:spPr>
            <a:xfrm>
              <a:off x="7111800" y="3028700"/>
              <a:ext cx="98325" cy="27925"/>
            </a:xfrm>
            <a:custGeom>
              <a:avLst/>
              <a:gdLst/>
              <a:ahLst/>
              <a:cxnLst/>
              <a:rect l="l" t="t" r="r" b="b"/>
              <a:pathLst>
                <a:path w="3933" h="1117" extrusionOk="0">
                  <a:moveTo>
                    <a:pt x="1" y="0"/>
                  </a:moveTo>
                  <a:lnTo>
                    <a:pt x="1" y="1117"/>
                  </a:lnTo>
                  <a:lnTo>
                    <a:pt x="3932" y="1117"/>
                  </a:lnTo>
                  <a:lnTo>
                    <a:pt x="3932" y="0"/>
                  </a:lnTo>
                  <a:lnTo>
                    <a:pt x="3374" y="0"/>
                  </a:lnTo>
                  <a:lnTo>
                    <a:pt x="3374" y="558"/>
                  </a:lnTo>
                  <a:lnTo>
                    <a:pt x="559" y="558"/>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119"/>
            <p:cNvSpPr/>
            <p:nvPr/>
          </p:nvSpPr>
          <p:spPr>
            <a:xfrm>
              <a:off x="7111800" y="2986825"/>
              <a:ext cx="98325" cy="27925"/>
            </a:xfrm>
            <a:custGeom>
              <a:avLst/>
              <a:gdLst/>
              <a:ahLst/>
              <a:cxnLst/>
              <a:rect l="l" t="t" r="r" b="b"/>
              <a:pathLst>
                <a:path w="3933" h="1117" extrusionOk="0">
                  <a:moveTo>
                    <a:pt x="1" y="0"/>
                  </a:moveTo>
                  <a:lnTo>
                    <a:pt x="1" y="1117"/>
                  </a:lnTo>
                  <a:lnTo>
                    <a:pt x="3932" y="1117"/>
                  </a:lnTo>
                  <a:lnTo>
                    <a:pt x="3932" y="0"/>
                  </a:lnTo>
                  <a:lnTo>
                    <a:pt x="3374" y="0"/>
                  </a:lnTo>
                  <a:lnTo>
                    <a:pt x="3374" y="558"/>
                  </a:lnTo>
                  <a:lnTo>
                    <a:pt x="559" y="558"/>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119"/>
            <p:cNvSpPr/>
            <p:nvPr/>
          </p:nvSpPr>
          <p:spPr>
            <a:xfrm>
              <a:off x="7112400" y="2839100"/>
              <a:ext cx="41900" cy="97725"/>
            </a:xfrm>
            <a:custGeom>
              <a:avLst/>
              <a:gdLst/>
              <a:ahLst/>
              <a:cxnLst/>
              <a:rect l="l" t="t" r="r" b="b"/>
              <a:pathLst>
                <a:path w="1676" h="3909" extrusionOk="0">
                  <a:moveTo>
                    <a:pt x="1093" y="558"/>
                  </a:moveTo>
                  <a:lnTo>
                    <a:pt x="1093" y="3071"/>
                  </a:lnTo>
                  <a:cubicBezTo>
                    <a:pt x="1059" y="3210"/>
                    <a:pt x="936" y="3280"/>
                    <a:pt x="814" y="3280"/>
                  </a:cubicBezTo>
                  <a:cubicBezTo>
                    <a:pt x="692" y="3280"/>
                    <a:pt x="570" y="3210"/>
                    <a:pt x="535" y="3071"/>
                  </a:cubicBezTo>
                  <a:lnTo>
                    <a:pt x="535" y="558"/>
                  </a:lnTo>
                  <a:close/>
                  <a:moveTo>
                    <a:pt x="0" y="0"/>
                  </a:moveTo>
                  <a:lnTo>
                    <a:pt x="0" y="3071"/>
                  </a:lnTo>
                  <a:cubicBezTo>
                    <a:pt x="0" y="3536"/>
                    <a:pt x="372" y="3908"/>
                    <a:pt x="838" y="3908"/>
                  </a:cubicBezTo>
                  <a:cubicBezTo>
                    <a:pt x="1280" y="3908"/>
                    <a:pt x="1675" y="3536"/>
                    <a:pt x="1675" y="3071"/>
                  </a:cubicBezTo>
                  <a:lnTo>
                    <a:pt x="167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119"/>
            <p:cNvSpPr/>
            <p:nvPr/>
          </p:nvSpPr>
          <p:spPr>
            <a:xfrm>
              <a:off x="7251975" y="2839100"/>
              <a:ext cx="41900" cy="97725"/>
            </a:xfrm>
            <a:custGeom>
              <a:avLst/>
              <a:gdLst/>
              <a:ahLst/>
              <a:cxnLst/>
              <a:rect l="l" t="t" r="r" b="b"/>
              <a:pathLst>
                <a:path w="1676" h="3909" extrusionOk="0">
                  <a:moveTo>
                    <a:pt x="1117" y="558"/>
                  </a:moveTo>
                  <a:lnTo>
                    <a:pt x="1117" y="3071"/>
                  </a:lnTo>
                  <a:cubicBezTo>
                    <a:pt x="1082" y="3210"/>
                    <a:pt x="966" y="3280"/>
                    <a:pt x="847" y="3280"/>
                  </a:cubicBezTo>
                  <a:cubicBezTo>
                    <a:pt x="727" y="3280"/>
                    <a:pt x="605" y="3210"/>
                    <a:pt x="559" y="3071"/>
                  </a:cubicBezTo>
                  <a:lnTo>
                    <a:pt x="535" y="558"/>
                  </a:lnTo>
                  <a:close/>
                  <a:moveTo>
                    <a:pt x="0" y="0"/>
                  </a:moveTo>
                  <a:lnTo>
                    <a:pt x="0" y="3071"/>
                  </a:lnTo>
                  <a:cubicBezTo>
                    <a:pt x="0" y="3536"/>
                    <a:pt x="373" y="3908"/>
                    <a:pt x="838" y="3908"/>
                  </a:cubicBezTo>
                  <a:cubicBezTo>
                    <a:pt x="1303" y="3908"/>
                    <a:pt x="1675" y="3536"/>
                    <a:pt x="1675" y="3071"/>
                  </a:cubicBezTo>
                  <a:lnTo>
                    <a:pt x="167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119"/>
            <p:cNvSpPr/>
            <p:nvPr/>
          </p:nvSpPr>
          <p:spPr>
            <a:xfrm>
              <a:off x="6971350" y="2839100"/>
              <a:ext cx="43650" cy="99025"/>
            </a:xfrm>
            <a:custGeom>
              <a:avLst/>
              <a:gdLst/>
              <a:ahLst/>
              <a:cxnLst/>
              <a:rect l="l" t="t" r="r" b="b"/>
              <a:pathLst>
                <a:path w="1746" h="3961" extrusionOk="0">
                  <a:moveTo>
                    <a:pt x="1152" y="558"/>
                  </a:moveTo>
                  <a:lnTo>
                    <a:pt x="1152" y="3071"/>
                  </a:lnTo>
                  <a:cubicBezTo>
                    <a:pt x="1117" y="3210"/>
                    <a:pt x="995" y="3280"/>
                    <a:pt x="873" y="3280"/>
                  </a:cubicBezTo>
                  <a:cubicBezTo>
                    <a:pt x="751" y="3280"/>
                    <a:pt x="629" y="3210"/>
                    <a:pt x="594" y="3071"/>
                  </a:cubicBezTo>
                  <a:lnTo>
                    <a:pt x="594" y="558"/>
                  </a:lnTo>
                  <a:close/>
                  <a:moveTo>
                    <a:pt x="35" y="0"/>
                  </a:moveTo>
                  <a:lnTo>
                    <a:pt x="35" y="3071"/>
                  </a:lnTo>
                  <a:cubicBezTo>
                    <a:pt x="1" y="3664"/>
                    <a:pt x="437" y="3961"/>
                    <a:pt x="873" y="3961"/>
                  </a:cubicBezTo>
                  <a:cubicBezTo>
                    <a:pt x="1309" y="3961"/>
                    <a:pt x="1745" y="3664"/>
                    <a:pt x="1710" y="3071"/>
                  </a:cubicBezTo>
                  <a:lnTo>
                    <a:pt x="171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7" name="Google Shape;5807;p119"/>
          <p:cNvGrpSpPr/>
          <p:nvPr/>
        </p:nvGrpSpPr>
        <p:grpSpPr>
          <a:xfrm>
            <a:off x="6922200" y="1981825"/>
            <a:ext cx="477525" cy="406550"/>
            <a:chOff x="6922200" y="1981825"/>
            <a:chExt cx="477525" cy="406550"/>
          </a:xfrm>
        </p:grpSpPr>
        <p:sp>
          <p:nvSpPr>
            <p:cNvPr id="5808" name="Google Shape;5808;p119"/>
            <p:cNvSpPr/>
            <p:nvPr/>
          </p:nvSpPr>
          <p:spPr>
            <a:xfrm>
              <a:off x="7007125" y="2031250"/>
              <a:ext cx="307675" cy="70400"/>
            </a:xfrm>
            <a:custGeom>
              <a:avLst/>
              <a:gdLst/>
              <a:ahLst/>
              <a:cxnLst/>
              <a:rect l="l" t="t" r="r" b="b"/>
              <a:pathLst>
                <a:path w="12307" h="2816" extrusionOk="0">
                  <a:moveTo>
                    <a:pt x="10632" y="2816"/>
                  </a:moveTo>
                  <a:lnTo>
                    <a:pt x="12307" y="2816"/>
                  </a:lnTo>
                  <a:lnTo>
                    <a:pt x="12307" y="582"/>
                  </a:lnTo>
                  <a:lnTo>
                    <a:pt x="11749" y="24"/>
                  </a:lnTo>
                  <a:lnTo>
                    <a:pt x="10632" y="24"/>
                  </a:lnTo>
                  <a:close/>
                  <a:moveTo>
                    <a:pt x="0" y="2816"/>
                  </a:moveTo>
                  <a:lnTo>
                    <a:pt x="1675" y="2816"/>
                  </a:lnTo>
                  <a:lnTo>
                    <a:pt x="1675" y="1"/>
                  </a:lnTo>
                  <a:lnTo>
                    <a:pt x="559" y="1"/>
                  </a:lnTo>
                  <a:lnTo>
                    <a:pt x="0" y="559"/>
                  </a:lnTo>
                  <a:close/>
                  <a:moveTo>
                    <a:pt x="0" y="2816"/>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119"/>
            <p:cNvSpPr/>
            <p:nvPr/>
          </p:nvSpPr>
          <p:spPr>
            <a:xfrm>
              <a:off x="6985025" y="2119650"/>
              <a:ext cx="149500" cy="65750"/>
            </a:xfrm>
            <a:custGeom>
              <a:avLst/>
              <a:gdLst/>
              <a:ahLst/>
              <a:cxnLst/>
              <a:rect l="l" t="t" r="r" b="b"/>
              <a:pathLst>
                <a:path w="5980" h="2630" extrusionOk="0">
                  <a:moveTo>
                    <a:pt x="4490" y="2630"/>
                  </a:moveTo>
                  <a:cubicBezTo>
                    <a:pt x="5491" y="2630"/>
                    <a:pt x="5979" y="1420"/>
                    <a:pt x="5281" y="722"/>
                  </a:cubicBezTo>
                  <a:cubicBezTo>
                    <a:pt x="4560" y="1"/>
                    <a:pt x="3374" y="513"/>
                    <a:pt x="3374" y="1513"/>
                  </a:cubicBezTo>
                  <a:cubicBezTo>
                    <a:pt x="3374" y="2118"/>
                    <a:pt x="3862" y="2630"/>
                    <a:pt x="4490" y="2630"/>
                  </a:cubicBezTo>
                  <a:close/>
                  <a:moveTo>
                    <a:pt x="1140" y="2630"/>
                  </a:moveTo>
                  <a:cubicBezTo>
                    <a:pt x="2117" y="2630"/>
                    <a:pt x="2629" y="1420"/>
                    <a:pt x="1931" y="722"/>
                  </a:cubicBezTo>
                  <a:cubicBezTo>
                    <a:pt x="1210" y="1"/>
                    <a:pt x="0" y="513"/>
                    <a:pt x="0" y="1513"/>
                  </a:cubicBezTo>
                  <a:cubicBezTo>
                    <a:pt x="0" y="2118"/>
                    <a:pt x="512" y="2630"/>
                    <a:pt x="1140" y="2630"/>
                  </a:cubicBezTo>
                  <a:close/>
                  <a:moveTo>
                    <a:pt x="1140" y="263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119"/>
            <p:cNvSpPr/>
            <p:nvPr/>
          </p:nvSpPr>
          <p:spPr>
            <a:xfrm>
              <a:off x="7007125" y="2227250"/>
              <a:ext cx="307675" cy="55850"/>
            </a:xfrm>
            <a:custGeom>
              <a:avLst/>
              <a:gdLst/>
              <a:ahLst/>
              <a:cxnLst/>
              <a:rect l="l" t="t" r="r" b="b"/>
              <a:pathLst>
                <a:path w="12307" h="2234" extrusionOk="0">
                  <a:moveTo>
                    <a:pt x="0" y="2234"/>
                  </a:moveTo>
                  <a:lnTo>
                    <a:pt x="1675" y="2234"/>
                  </a:lnTo>
                  <a:lnTo>
                    <a:pt x="1675" y="1117"/>
                  </a:lnTo>
                  <a:lnTo>
                    <a:pt x="10632" y="1117"/>
                  </a:lnTo>
                  <a:lnTo>
                    <a:pt x="10632" y="2234"/>
                  </a:lnTo>
                  <a:lnTo>
                    <a:pt x="12307" y="2234"/>
                  </a:lnTo>
                  <a:lnTo>
                    <a:pt x="12307" y="1"/>
                  </a:lnTo>
                  <a:lnTo>
                    <a:pt x="0" y="1"/>
                  </a:lnTo>
                  <a:close/>
                  <a:moveTo>
                    <a:pt x="0" y="2234"/>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119"/>
            <p:cNvSpPr/>
            <p:nvPr/>
          </p:nvSpPr>
          <p:spPr>
            <a:xfrm>
              <a:off x="6929175" y="2101625"/>
              <a:ext cx="463575" cy="55850"/>
            </a:xfrm>
            <a:custGeom>
              <a:avLst/>
              <a:gdLst/>
              <a:ahLst/>
              <a:cxnLst/>
              <a:rect l="l" t="t" r="r" b="b"/>
              <a:pathLst>
                <a:path w="18543" h="2234" extrusionOk="0">
                  <a:moveTo>
                    <a:pt x="7841" y="2234"/>
                  </a:moveTo>
                  <a:lnTo>
                    <a:pt x="18542" y="2234"/>
                  </a:lnTo>
                  <a:lnTo>
                    <a:pt x="18542" y="559"/>
                  </a:lnTo>
                  <a:cubicBezTo>
                    <a:pt x="18542" y="257"/>
                    <a:pt x="18286" y="1"/>
                    <a:pt x="17984" y="1"/>
                  </a:cubicBezTo>
                  <a:lnTo>
                    <a:pt x="559" y="1"/>
                  </a:lnTo>
                  <a:cubicBezTo>
                    <a:pt x="257" y="1"/>
                    <a:pt x="1" y="257"/>
                    <a:pt x="1" y="559"/>
                  </a:cubicBezTo>
                  <a:lnTo>
                    <a:pt x="1" y="2234"/>
                  </a:lnTo>
                  <a:lnTo>
                    <a:pt x="2234" y="2234"/>
                  </a:lnTo>
                  <a:cubicBezTo>
                    <a:pt x="2304" y="815"/>
                    <a:pt x="4398" y="815"/>
                    <a:pt x="4491" y="2234"/>
                  </a:cubicBezTo>
                  <a:lnTo>
                    <a:pt x="5608" y="2234"/>
                  </a:lnTo>
                  <a:cubicBezTo>
                    <a:pt x="5677" y="815"/>
                    <a:pt x="7771" y="815"/>
                    <a:pt x="7841" y="2234"/>
                  </a:cubicBezTo>
                  <a:close/>
                  <a:moveTo>
                    <a:pt x="7841" y="2234"/>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119"/>
            <p:cNvSpPr/>
            <p:nvPr/>
          </p:nvSpPr>
          <p:spPr>
            <a:xfrm>
              <a:off x="6929175" y="2157450"/>
              <a:ext cx="463575" cy="153575"/>
            </a:xfrm>
            <a:custGeom>
              <a:avLst/>
              <a:gdLst/>
              <a:ahLst/>
              <a:cxnLst/>
              <a:rect l="l" t="t" r="r" b="b"/>
              <a:pathLst>
                <a:path w="18543" h="6143" extrusionOk="0">
                  <a:moveTo>
                    <a:pt x="3118" y="2793"/>
                  </a:moveTo>
                  <a:lnTo>
                    <a:pt x="15425" y="2793"/>
                  </a:lnTo>
                  <a:lnTo>
                    <a:pt x="15425" y="5026"/>
                  </a:lnTo>
                  <a:lnTo>
                    <a:pt x="13750" y="5026"/>
                  </a:lnTo>
                  <a:lnTo>
                    <a:pt x="13750" y="6143"/>
                  </a:lnTo>
                  <a:lnTo>
                    <a:pt x="18542" y="6143"/>
                  </a:lnTo>
                  <a:lnTo>
                    <a:pt x="18542" y="1"/>
                  </a:lnTo>
                  <a:lnTo>
                    <a:pt x="7841" y="1"/>
                  </a:lnTo>
                  <a:cubicBezTo>
                    <a:pt x="7864" y="629"/>
                    <a:pt x="7352" y="1164"/>
                    <a:pt x="6724" y="1164"/>
                  </a:cubicBezTo>
                  <a:cubicBezTo>
                    <a:pt x="6073" y="1164"/>
                    <a:pt x="5561" y="629"/>
                    <a:pt x="5608" y="1"/>
                  </a:cubicBezTo>
                  <a:lnTo>
                    <a:pt x="4491" y="1"/>
                  </a:lnTo>
                  <a:cubicBezTo>
                    <a:pt x="4421" y="1420"/>
                    <a:pt x="2327" y="1420"/>
                    <a:pt x="2258" y="1"/>
                  </a:cubicBezTo>
                  <a:lnTo>
                    <a:pt x="1" y="1"/>
                  </a:lnTo>
                  <a:lnTo>
                    <a:pt x="1" y="6143"/>
                  </a:lnTo>
                  <a:lnTo>
                    <a:pt x="4793" y="6143"/>
                  </a:lnTo>
                  <a:lnTo>
                    <a:pt x="4793" y="5026"/>
                  </a:lnTo>
                  <a:lnTo>
                    <a:pt x="3118" y="5026"/>
                  </a:lnTo>
                  <a:close/>
                  <a:moveTo>
                    <a:pt x="3118" y="2793"/>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119"/>
            <p:cNvSpPr/>
            <p:nvPr/>
          </p:nvSpPr>
          <p:spPr>
            <a:xfrm>
              <a:off x="7049000" y="1988225"/>
              <a:ext cx="223925" cy="392600"/>
            </a:xfrm>
            <a:custGeom>
              <a:avLst/>
              <a:gdLst/>
              <a:ahLst/>
              <a:cxnLst/>
              <a:rect l="l" t="t" r="r" b="b"/>
              <a:pathLst>
                <a:path w="8957" h="15704" extrusionOk="0">
                  <a:moveTo>
                    <a:pt x="0" y="15703"/>
                  </a:moveTo>
                  <a:lnTo>
                    <a:pt x="8957" y="15703"/>
                  </a:lnTo>
                  <a:lnTo>
                    <a:pt x="8957" y="10678"/>
                  </a:lnTo>
                  <a:lnTo>
                    <a:pt x="0" y="10678"/>
                  </a:lnTo>
                  <a:close/>
                  <a:moveTo>
                    <a:pt x="0" y="4537"/>
                  </a:moveTo>
                  <a:lnTo>
                    <a:pt x="8957" y="4537"/>
                  </a:lnTo>
                  <a:lnTo>
                    <a:pt x="8957" y="0"/>
                  </a:lnTo>
                  <a:lnTo>
                    <a:pt x="0" y="0"/>
                  </a:lnTo>
                  <a:close/>
                  <a:moveTo>
                    <a:pt x="0" y="4537"/>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119"/>
            <p:cNvSpPr/>
            <p:nvPr/>
          </p:nvSpPr>
          <p:spPr>
            <a:xfrm>
              <a:off x="6929175" y="2101625"/>
              <a:ext cx="34925" cy="55850"/>
            </a:xfrm>
            <a:custGeom>
              <a:avLst/>
              <a:gdLst/>
              <a:ahLst/>
              <a:cxnLst/>
              <a:rect l="l" t="t" r="r" b="b"/>
              <a:pathLst>
                <a:path w="1397" h="2234" extrusionOk="0">
                  <a:moveTo>
                    <a:pt x="1397" y="1"/>
                  </a:moveTo>
                  <a:lnTo>
                    <a:pt x="559" y="1"/>
                  </a:lnTo>
                  <a:cubicBezTo>
                    <a:pt x="257" y="1"/>
                    <a:pt x="1" y="233"/>
                    <a:pt x="1" y="559"/>
                  </a:cubicBezTo>
                  <a:lnTo>
                    <a:pt x="1" y="2234"/>
                  </a:lnTo>
                  <a:lnTo>
                    <a:pt x="838" y="2234"/>
                  </a:lnTo>
                  <a:lnTo>
                    <a:pt x="838" y="559"/>
                  </a:lnTo>
                  <a:cubicBezTo>
                    <a:pt x="838" y="233"/>
                    <a:pt x="1094" y="1"/>
                    <a:pt x="1397" y="1"/>
                  </a:cubicBezTo>
                  <a:close/>
                  <a:moveTo>
                    <a:pt x="1397" y="1"/>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119"/>
            <p:cNvSpPr/>
            <p:nvPr/>
          </p:nvSpPr>
          <p:spPr>
            <a:xfrm>
              <a:off x="6929175" y="2157450"/>
              <a:ext cx="20975" cy="153575"/>
            </a:xfrm>
            <a:custGeom>
              <a:avLst/>
              <a:gdLst/>
              <a:ahLst/>
              <a:cxnLst/>
              <a:rect l="l" t="t" r="r" b="b"/>
              <a:pathLst>
                <a:path w="839" h="6143" extrusionOk="0">
                  <a:moveTo>
                    <a:pt x="1" y="1"/>
                  </a:moveTo>
                  <a:lnTo>
                    <a:pt x="1" y="6143"/>
                  </a:lnTo>
                  <a:lnTo>
                    <a:pt x="838" y="6143"/>
                  </a:lnTo>
                  <a:lnTo>
                    <a:pt x="83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119"/>
            <p:cNvSpPr/>
            <p:nvPr/>
          </p:nvSpPr>
          <p:spPr>
            <a:xfrm>
              <a:off x="7049000" y="1988225"/>
              <a:ext cx="13975" cy="392600"/>
            </a:xfrm>
            <a:custGeom>
              <a:avLst/>
              <a:gdLst/>
              <a:ahLst/>
              <a:cxnLst/>
              <a:rect l="l" t="t" r="r" b="b"/>
              <a:pathLst>
                <a:path w="559" h="15704" extrusionOk="0">
                  <a:moveTo>
                    <a:pt x="0" y="15703"/>
                  </a:moveTo>
                  <a:lnTo>
                    <a:pt x="559" y="15703"/>
                  </a:lnTo>
                  <a:lnTo>
                    <a:pt x="559" y="10678"/>
                  </a:lnTo>
                  <a:lnTo>
                    <a:pt x="0" y="10678"/>
                  </a:lnTo>
                  <a:close/>
                  <a:moveTo>
                    <a:pt x="0" y="4537"/>
                  </a:moveTo>
                  <a:lnTo>
                    <a:pt x="559" y="4537"/>
                  </a:lnTo>
                  <a:lnTo>
                    <a:pt x="559" y="0"/>
                  </a:lnTo>
                  <a:lnTo>
                    <a:pt x="0" y="0"/>
                  </a:lnTo>
                  <a:close/>
                  <a:moveTo>
                    <a:pt x="0" y="4537"/>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119"/>
            <p:cNvSpPr/>
            <p:nvPr/>
          </p:nvSpPr>
          <p:spPr>
            <a:xfrm>
              <a:off x="6985025" y="2126050"/>
              <a:ext cx="119250" cy="63425"/>
            </a:xfrm>
            <a:custGeom>
              <a:avLst/>
              <a:gdLst/>
              <a:ahLst/>
              <a:cxnLst/>
              <a:rect l="l" t="t" r="r" b="b"/>
              <a:pathLst>
                <a:path w="4770" h="2537" extrusionOk="0">
                  <a:moveTo>
                    <a:pt x="4769" y="2350"/>
                  </a:moveTo>
                  <a:cubicBezTo>
                    <a:pt x="3653" y="2048"/>
                    <a:pt x="3653" y="489"/>
                    <a:pt x="4769" y="187"/>
                  </a:cubicBezTo>
                  <a:cubicBezTo>
                    <a:pt x="4048" y="1"/>
                    <a:pt x="3350" y="536"/>
                    <a:pt x="3350" y="1257"/>
                  </a:cubicBezTo>
                  <a:cubicBezTo>
                    <a:pt x="3350" y="2001"/>
                    <a:pt x="4048" y="2536"/>
                    <a:pt x="4769" y="2350"/>
                  </a:cubicBezTo>
                  <a:close/>
                  <a:moveTo>
                    <a:pt x="1419" y="2350"/>
                  </a:moveTo>
                  <a:cubicBezTo>
                    <a:pt x="303" y="2048"/>
                    <a:pt x="303" y="489"/>
                    <a:pt x="1419" y="187"/>
                  </a:cubicBezTo>
                  <a:cubicBezTo>
                    <a:pt x="698" y="1"/>
                    <a:pt x="0" y="536"/>
                    <a:pt x="0" y="1257"/>
                  </a:cubicBezTo>
                  <a:cubicBezTo>
                    <a:pt x="0" y="2001"/>
                    <a:pt x="698" y="2536"/>
                    <a:pt x="1419" y="2350"/>
                  </a:cubicBezTo>
                  <a:close/>
                  <a:moveTo>
                    <a:pt x="1419" y="2350"/>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119"/>
            <p:cNvSpPr/>
            <p:nvPr/>
          </p:nvSpPr>
          <p:spPr>
            <a:xfrm>
              <a:off x="7007125" y="2031250"/>
              <a:ext cx="279775" cy="70400"/>
            </a:xfrm>
            <a:custGeom>
              <a:avLst/>
              <a:gdLst/>
              <a:ahLst/>
              <a:cxnLst/>
              <a:rect l="l" t="t" r="r" b="b"/>
              <a:pathLst>
                <a:path w="11191" h="2816" extrusionOk="0">
                  <a:moveTo>
                    <a:pt x="10632" y="2816"/>
                  </a:moveTo>
                  <a:lnTo>
                    <a:pt x="11190" y="2816"/>
                  </a:lnTo>
                  <a:lnTo>
                    <a:pt x="11190" y="1"/>
                  </a:lnTo>
                  <a:lnTo>
                    <a:pt x="10632" y="1"/>
                  </a:lnTo>
                  <a:close/>
                  <a:moveTo>
                    <a:pt x="0" y="2816"/>
                  </a:moveTo>
                  <a:lnTo>
                    <a:pt x="559" y="2816"/>
                  </a:lnTo>
                  <a:lnTo>
                    <a:pt x="559" y="1"/>
                  </a:lnTo>
                  <a:lnTo>
                    <a:pt x="0" y="559"/>
                  </a:lnTo>
                  <a:close/>
                  <a:moveTo>
                    <a:pt x="0" y="2816"/>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119"/>
            <p:cNvSpPr/>
            <p:nvPr/>
          </p:nvSpPr>
          <p:spPr>
            <a:xfrm>
              <a:off x="7238025" y="2009150"/>
              <a:ext cx="133775" cy="182650"/>
            </a:xfrm>
            <a:custGeom>
              <a:avLst/>
              <a:gdLst/>
              <a:ahLst/>
              <a:cxnLst/>
              <a:rect l="l" t="t" r="r" b="b"/>
              <a:pathLst>
                <a:path w="5351" h="7306" extrusionOk="0">
                  <a:moveTo>
                    <a:pt x="0" y="1"/>
                  </a:moveTo>
                  <a:lnTo>
                    <a:pt x="0" y="559"/>
                  </a:lnTo>
                  <a:lnTo>
                    <a:pt x="558" y="559"/>
                  </a:lnTo>
                  <a:lnTo>
                    <a:pt x="558" y="1"/>
                  </a:lnTo>
                  <a:close/>
                  <a:moveTo>
                    <a:pt x="0" y="1117"/>
                  </a:moveTo>
                  <a:lnTo>
                    <a:pt x="0" y="1676"/>
                  </a:lnTo>
                  <a:lnTo>
                    <a:pt x="558" y="1676"/>
                  </a:lnTo>
                  <a:lnTo>
                    <a:pt x="558" y="1117"/>
                  </a:lnTo>
                  <a:close/>
                  <a:moveTo>
                    <a:pt x="3676" y="6747"/>
                  </a:moveTo>
                  <a:lnTo>
                    <a:pt x="3676" y="7306"/>
                  </a:lnTo>
                  <a:lnTo>
                    <a:pt x="4234" y="7306"/>
                  </a:lnTo>
                  <a:lnTo>
                    <a:pt x="4234" y="6747"/>
                  </a:lnTo>
                  <a:close/>
                  <a:moveTo>
                    <a:pt x="4792" y="6747"/>
                  </a:moveTo>
                  <a:lnTo>
                    <a:pt x="4792" y="7306"/>
                  </a:lnTo>
                  <a:lnTo>
                    <a:pt x="5351" y="7306"/>
                  </a:lnTo>
                  <a:lnTo>
                    <a:pt x="5351" y="6747"/>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119"/>
            <p:cNvSpPr/>
            <p:nvPr/>
          </p:nvSpPr>
          <p:spPr>
            <a:xfrm>
              <a:off x="6922200" y="1981825"/>
              <a:ext cx="477525" cy="406550"/>
            </a:xfrm>
            <a:custGeom>
              <a:avLst/>
              <a:gdLst/>
              <a:ahLst/>
              <a:cxnLst/>
              <a:rect l="l" t="t" r="r" b="b"/>
              <a:pathLst>
                <a:path w="19101" h="16262" extrusionOk="0">
                  <a:moveTo>
                    <a:pt x="15053" y="2280"/>
                  </a:moveTo>
                  <a:lnTo>
                    <a:pt x="15448" y="2676"/>
                  </a:lnTo>
                  <a:lnTo>
                    <a:pt x="15448" y="4513"/>
                  </a:lnTo>
                  <a:lnTo>
                    <a:pt x="14308" y="4513"/>
                  </a:lnTo>
                  <a:lnTo>
                    <a:pt x="14308" y="2280"/>
                  </a:lnTo>
                  <a:close/>
                  <a:moveTo>
                    <a:pt x="18263" y="5072"/>
                  </a:moveTo>
                  <a:cubicBezTo>
                    <a:pt x="18426" y="5072"/>
                    <a:pt x="18565" y="5188"/>
                    <a:pt x="18565" y="5351"/>
                  </a:cubicBezTo>
                  <a:lnTo>
                    <a:pt x="18565" y="6747"/>
                  </a:lnTo>
                  <a:lnTo>
                    <a:pt x="8376" y="6747"/>
                  </a:lnTo>
                  <a:cubicBezTo>
                    <a:pt x="8225" y="6002"/>
                    <a:pt x="7620" y="5630"/>
                    <a:pt x="7015" y="5630"/>
                  </a:cubicBezTo>
                  <a:cubicBezTo>
                    <a:pt x="6410" y="5630"/>
                    <a:pt x="5805" y="6002"/>
                    <a:pt x="5654" y="6747"/>
                  </a:cubicBezTo>
                  <a:lnTo>
                    <a:pt x="5003" y="6747"/>
                  </a:lnTo>
                  <a:cubicBezTo>
                    <a:pt x="4851" y="6002"/>
                    <a:pt x="4246" y="5630"/>
                    <a:pt x="3642" y="5630"/>
                  </a:cubicBezTo>
                  <a:cubicBezTo>
                    <a:pt x="3037" y="5630"/>
                    <a:pt x="2432" y="6002"/>
                    <a:pt x="2281" y="6747"/>
                  </a:cubicBezTo>
                  <a:lnTo>
                    <a:pt x="559" y="6747"/>
                  </a:lnTo>
                  <a:lnTo>
                    <a:pt x="559" y="5351"/>
                  </a:lnTo>
                  <a:cubicBezTo>
                    <a:pt x="559" y="5188"/>
                    <a:pt x="699" y="5072"/>
                    <a:pt x="862" y="5072"/>
                  </a:cubicBezTo>
                  <a:close/>
                  <a:moveTo>
                    <a:pt x="3630" y="6188"/>
                  </a:moveTo>
                  <a:cubicBezTo>
                    <a:pt x="4095" y="6188"/>
                    <a:pt x="4491" y="6561"/>
                    <a:pt x="4491" y="7026"/>
                  </a:cubicBezTo>
                  <a:cubicBezTo>
                    <a:pt x="4491" y="7528"/>
                    <a:pt x="4079" y="7860"/>
                    <a:pt x="3646" y="7860"/>
                  </a:cubicBezTo>
                  <a:cubicBezTo>
                    <a:pt x="3437" y="7860"/>
                    <a:pt x="3223" y="7782"/>
                    <a:pt x="3048" y="7608"/>
                  </a:cubicBezTo>
                  <a:cubicBezTo>
                    <a:pt x="2513" y="7096"/>
                    <a:pt x="2886" y="6188"/>
                    <a:pt x="3630" y="6188"/>
                  </a:cubicBezTo>
                  <a:close/>
                  <a:moveTo>
                    <a:pt x="7003" y="6188"/>
                  </a:moveTo>
                  <a:cubicBezTo>
                    <a:pt x="7468" y="6188"/>
                    <a:pt x="7841" y="6561"/>
                    <a:pt x="7841" y="7026"/>
                  </a:cubicBezTo>
                  <a:cubicBezTo>
                    <a:pt x="7841" y="7528"/>
                    <a:pt x="7429" y="7860"/>
                    <a:pt x="6996" y="7860"/>
                  </a:cubicBezTo>
                  <a:cubicBezTo>
                    <a:pt x="6787" y="7860"/>
                    <a:pt x="6573" y="7782"/>
                    <a:pt x="6398" y="7608"/>
                  </a:cubicBezTo>
                  <a:cubicBezTo>
                    <a:pt x="5863" y="7096"/>
                    <a:pt x="6236" y="6188"/>
                    <a:pt x="7003" y="6188"/>
                  </a:cubicBezTo>
                  <a:close/>
                  <a:moveTo>
                    <a:pt x="15425" y="10097"/>
                  </a:moveTo>
                  <a:lnTo>
                    <a:pt x="15425" y="11772"/>
                  </a:lnTo>
                  <a:lnTo>
                    <a:pt x="14308" y="11772"/>
                  </a:lnTo>
                  <a:lnTo>
                    <a:pt x="14308" y="11213"/>
                  </a:lnTo>
                  <a:lnTo>
                    <a:pt x="14866" y="11213"/>
                  </a:lnTo>
                  <a:lnTo>
                    <a:pt x="14866" y="10655"/>
                  </a:lnTo>
                  <a:lnTo>
                    <a:pt x="4235" y="10655"/>
                  </a:lnTo>
                  <a:lnTo>
                    <a:pt x="4235" y="11213"/>
                  </a:lnTo>
                  <a:lnTo>
                    <a:pt x="4793" y="11213"/>
                  </a:lnTo>
                  <a:lnTo>
                    <a:pt x="4793" y="11772"/>
                  </a:lnTo>
                  <a:lnTo>
                    <a:pt x="3676" y="11772"/>
                  </a:lnTo>
                  <a:lnTo>
                    <a:pt x="3676" y="10097"/>
                  </a:lnTo>
                  <a:close/>
                  <a:moveTo>
                    <a:pt x="18542" y="7305"/>
                  </a:moveTo>
                  <a:lnTo>
                    <a:pt x="18542" y="12888"/>
                  </a:lnTo>
                  <a:lnTo>
                    <a:pt x="14308" y="12888"/>
                  </a:lnTo>
                  <a:lnTo>
                    <a:pt x="14308" y="12330"/>
                  </a:lnTo>
                  <a:lnTo>
                    <a:pt x="16006" y="12330"/>
                  </a:lnTo>
                  <a:lnTo>
                    <a:pt x="16006" y="9538"/>
                  </a:lnTo>
                  <a:lnTo>
                    <a:pt x="3118" y="9538"/>
                  </a:lnTo>
                  <a:lnTo>
                    <a:pt x="3118" y="12330"/>
                  </a:lnTo>
                  <a:lnTo>
                    <a:pt x="4793" y="12330"/>
                  </a:lnTo>
                  <a:lnTo>
                    <a:pt x="4793" y="12888"/>
                  </a:lnTo>
                  <a:lnTo>
                    <a:pt x="559" y="12888"/>
                  </a:lnTo>
                  <a:lnTo>
                    <a:pt x="559" y="7305"/>
                  </a:lnTo>
                  <a:lnTo>
                    <a:pt x="2281" y="7305"/>
                  </a:lnTo>
                  <a:cubicBezTo>
                    <a:pt x="2432" y="8050"/>
                    <a:pt x="3037" y="8422"/>
                    <a:pt x="3642" y="8422"/>
                  </a:cubicBezTo>
                  <a:cubicBezTo>
                    <a:pt x="4246" y="8422"/>
                    <a:pt x="4851" y="8050"/>
                    <a:pt x="5003" y="7305"/>
                  </a:cubicBezTo>
                  <a:lnTo>
                    <a:pt x="5631" y="7305"/>
                  </a:lnTo>
                  <a:cubicBezTo>
                    <a:pt x="5782" y="8050"/>
                    <a:pt x="6387" y="8422"/>
                    <a:pt x="6994" y="8422"/>
                  </a:cubicBezTo>
                  <a:cubicBezTo>
                    <a:pt x="7602" y="8422"/>
                    <a:pt x="8213" y="8050"/>
                    <a:pt x="8376" y="7305"/>
                  </a:cubicBezTo>
                  <a:close/>
                  <a:moveTo>
                    <a:pt x="4793" y="0"/>
                  </a:moveTo>
                  <a:lnTo>
                    <a:pt x="4793" y="1722"/>
                  </a:lnTo>
                  <a:lnTo>
                    <a:pt x="3839" y="1722"/>
                  </a:lnTo>
                  <a:lnTo>
                    <a:pt x="3118" y="2443"/>
                  </a:lnTo>
                  <a:lnTo>
                    <a:pt x="3118" y="4513"/>
                  </a:lnTo>
                  <a:lnTo>
                    <a:pt x="862" y="4513"/>
                  </a:lnTo>
                  <a:cubicBezTo>
                    <a:pt x="396" y="4513"/>
                    <a:pt x="1" y="4886"/>
                    <a:pt x="1" y="5351"/>
                  </a:cubicBezTo>
                  <a:lnTo>
                    <a:pt x="1" y="13470"/>
                  </a:lnTo>
                  <a:lnTo>
                    <a:pt x="4793" y="13470"/>
                  </a:lnTo>
                  <a:lnTo>
                    <a:pt x="4793" y="16262"/>
                  </a:lnTo>
                  <a:lnTo>
                    <a:pt x="11772" y="16262"/>
                  </a:lnTo>
                  <a:lnTo>
                    <a:pt x="11772" y="15703"/>
                  </a:lnTo>
                  <a:lnTo>
                    <a:pt x="5351" y="15703"/>
                  </a:lnTo>
                  <a:lnTo>
                    <a:pt x="5351" y="11213"/>
                  </a:lnTo>
                  <a:lnTo>
                    <a:pt x="13726" y="11213"/>
                  </a:lnTo>
                  <a:lnTo>
                    <a:pt x="13726" y="15703"/>
                  </a:lnTo>
                  <a:lnTo>
                    <a:pt x="12331" y="15703"/>
                  </a:lnTo>
                  <a:lnTo>
                    <a:pt x="12331" y="16262"/>
                  </a:lnTo>
                  <a:lnTo>
                    <a:pt x="14308" y="16262"/>
                  </a:lnTo>
                  <a:lnTo>
                    <a:pt x="14308" y="13470"/>
                  </a:lnTo>
                  <a:lnTo>
                    <a:pt x="19100" y="13470"/>
                  </a:lnTo>
                  <a:lnTo>
                    <a:pt x="19100" y="5351"/>
                  </a:lnTo>
                  <a:cubicBezTo>
                    <a:pt x="19100" y="4886"/>
                    <a:pt x="18728" y="4513"/>
                    <a:pt x="18263" y="4513"/>
                  </a:cubicBezTo>
                  <a:lnTo>
                    <a:pt x="15983" y="4513"/>
                  </a:lnTo>
                  <a:lnTo>
                    <a:pt x="15983" y="2443"/>
                  </a:lnTo>
                  <a:lnTo>
                    <a:pt x="15262" y="1722"/>
                  </a:lnTo>
                  <a:lnTo>
                    <a:pt x="14308" y="1722"/>
                  </a:lnTo>
                  <a:lnTo>
                    <a:pt x="14308" y="0"/>
                  </a:lnTo>
                  <a:lnTo>
                    <a:pt x="7329" y="0"/>
                  </a:lnTo>
                  <a:lnTo>
                    <a:pt x="7329" y="559"/>
                  </a:lnTo>
                  <a:lnTo>
                    <a:pt x="13726" y="559"/>
                  </a:lnTo>
                  <a:lnTo>
                    <a:pt x="13726" y="4513"/>
                  </a:lnTo>
                  <a:lnTo>
                    <a:pt x="3676" y="4513"/>
                  </a:lnTo>
                  <a:lnTo>
                    <a:pt x="3676" y="2676"/>
                  </a:lnTo>
                  <a:lnTo>
                    <a:pt x="4072" y="2280"/>
                  </a:lnTo>
                  <a:lnTo>
                    <a:pt x="4793" y="2280"/>
                  </a:lnTo>
                  <a:lnTo>
                    <a:pt x="4793" y="3955"/>
                  </a:lnTo>
                  <a:lnTo>
                    <a:pt x="5351" y="3955"/>
                  </a:lnTo>
                  <a:lnTo>
                    <a:pt x="5351" y="559"/>
                  </a:lnTo>
                  <a:lnTo>
                    <a:pt x="6747" y="559"/>
                  </a:lnTo>
                  <a:lnTo>
                    <a:pt x="674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119"/>
            <p:cNvSpPr/>
            <p:nvPr/>
          </p:nvSpPr>
          <p:spPr>
            <a:xfrm>
              <a:off x="7097850" y="2311000"/>
              <a:ext cx="56450" cy="13975"/>
            </a:xfrm>
            <a:custGeom>
              <a:avLst/>
              <a:gdLst/>
              <a:ahLst/>
              <a:cxnLst/>
              <a:rect l="l" t="t" r="r" b="b"/>
              <a:pathLst>
                <a:path w="2258" h="559" extrusionOk="0">
                  <a:moveTo>
                    <a:pt x="0" y="1"/>
                  </a:moveTo>
                  <a:lnTo>
                    <a:pt x="0" y="559"/>
                  </a:lnTo>
                  <a:lnTo>
                    <a:pt x="2257" y="559"/>
                  </a:lnTo>
                  <a:lnTo>
                    <a:pt x="225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119"/>
            <p:cNvSpPr/>
            <p:nvPr/>
          </p:nvSpPr>
          <p:spPr>
            <a:xfrm>
              <a:off x="7097850" y="2338925"/>
              <a:ext cx="126225" cy="13975"/>
            </a:xfrm>
            <a:custGeom>
              <a:avLst/>
              <a:gdLst/>
              <a:ahLst/>
              <a:cxnLst/>
              <a:rect l="l" t="t" r="r" b="b"/>
              <a:pathLst>
                <a:path w="5049" h="559" extrusionOk="0">
                  <a:moveTo>
                    <a:pt x="0" y="0"/>
                  </a:moveTo>
                  <a:lnTo>
                    <a:pt x="0" y="559"/>
                  </a:lnTo>
                  <a:lnTo>
                    <a:pt x="5049" y="559"/>
                  </a:lnTo>
                  <a:lnTo>
                    <a:pt x="504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119"/>
            <p:cNvSpPr/>
            <p:nvPr/>
          </p:nvSpPr>
          <p:spPr>
            <a:xfrm>
              <a:off x="7167650" y="2311000"/>
              <a:ext cx="56425" cy="13975"/>
            </a:xfrm>
            <a:custGeom>
              <a:avLst/>
              <a:gdLst/>
              <a:ahLst/>
              <a:cxnLst/>
              <a:rect l="l" t="t" r="r" b="b"/>
              <a:pathLst>
                <a:path w="2257" h="559" extrusionOk="0">
                  <a:moveTo>
                    <a:pt x="0" y="1"/>
                  </a:moveTo>
                  <a:lnTo>
                    <a:pt x="0" y="559"/>
                  </a:lnTo>
                  <a:lnTo>
                    <a:pt x="2257" y="559"/>
                  </a:lnTo>
                  <a:lnTo>
                    <a:pt x="225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119"/>
            <p:cNvSpPr/>
            <p:nvPr/>
          </p:nvSpPr>
          <p:spPr>
            <a:xfrm>
              <a:off x="7118775" y="2283075"/>
              <a:ext cx="105300" cy="14000"/>
            </a:xfrm>
            <a:custGeom>
              <a:avLst/>
              <a:gdLst/>
              <a:ahLst/>
              <a:cxnLst/>
              <a:rect l="l" t="t" r="r" b="b"/>
              <a:pathLst>
                <a:path w="4212" h="560" extrusionOk="0">
                  <a:moveTo>
                    <a:pt x="1" y="1"/>
                  </a:moveTo>
                  <a:lnTo>
                    <a:pt x="1" y="559"/>
                  </a:lnTo>
                  <a:lnTo>
                    <a:pt x="4212" y="559"/>
                  </a:lnTo>
                  <a:lnTo>
                    <a:pt x="421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5" name="Google Shape;5825;p119"/>
          <p:cNvGrpSpPr/>
          <p:nvPr/>
        </p:nvGrpSpPr>
        <p:grpSpPr>
          <a:xfrm>
            <a:off x="6922200" y="1251350"/>
            <a:ext cx="477525" cy="433300"/>
            <a:chOff x="6922200" y="1251350"/>
            <a:chExt cx="477525" cy="433300"/>
          </a:xfrm>
        </p:grpSpPr>
        <p:sp>
          <p:nvSpPr>
            <p:cNvPr id="5826" name="Google Shape;5826;p119"/>
            <p:cNvSpPr/>
            <p:nvPr/>
          </p:nvSpPr>
          <p:spPr>
            <a:xfrm>
              <a:off x="6979200" y="1411850"/>
              <a:ext cx="363525" cy="154150"/>
            </a:xfrm>
            <a:custGeom>
              <a:avLst/>
              <a:gdLst/>
              <a:ahLst/>
              <a:cxnLst/>
              <a:rect l="l" t="t" r="r" b="b"/>
              <a:pathLst>
                <a:path w="14541" h="6166" extrusionOk="0">
                  <a:moveTo>
                    <a:pt x="1" y="6166"/>
                  </a:moveTo>
                  <a:lnTo>
                    <a:pt x="1396" y="6166"/>
                  </a:lnTo>
                  <a:lnTo>
                    <a:pt x="1396" y="1"/>
                  </a:lnTo>
                  <a:lnTo>
                    <a:pt x="559" y="1"/>
                  </a:lnTo>
                  <a:cubicBezTo>
                    <a:pt x="257" y="1"/>
                    <a:pt x="1" y="257"/>
                    <a:pt x="1" y="559"/>
                  </a:cubicBezTo>
                  <a:close/>
                  <a:moveTo>
                    <a:pt x="14541" y="6166"/>
                  </a:moveTo>
                  <a:lnTo>
                    <a:pt x="13145" y="6166"/>
                  </a:lnTo>
                  <a:lnTo>
                    <a:pt x="13145" y="1"/>
                  </a:lnTo>
                  <a:lnTo>
                    <a:pt x="13982" y="1"/>
                  </a:lnTo>
                  <a:cubicBezTo>
                    <a:pt x="14285" y="1"/>
                    <a:pt x="14541" y="257"/>
                    <a:pt x="14541" y="559"/>
                  </a:cubicBezTo>
                  <a:close/>
                  <a:moveTo>
                    <a:pt x="14541" y="6166"/>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119"/>
            <p:cNvSpPr/>
            <p:nvPr/>
          </p:nvSpPr>
          <p:spPr>
            <a:xfrm>
              <a:off x="6929175" y="1565975"/>
              <a:ext cx="463575" cy="55875"/>
            </a:xfrm>
            <a:custGeom>
              <a:avLst/>
              <a:gdLst/>
              <a:ahLst/>
              <a:cxnLst/>
              <a:rect l="l" t="t" r="r" b="b"/>
              <a:pathLst>
                <a:path w="18543" h="2235" extrusionOk="0">
                  <a:moveTo>
                    <a:pt x="1" y="1"/>
                  </a:moveTo>
                  <a:lnTo>
                    <a:pt x="1" y="2234"/>
                  </a:lnTo>
                  <a:lnTo>
                    <a:pt x="18542" y="2234"/>
                  </a:lnTo>
                  <a:lnTo>
                    <a:pt x="1854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119"/>
            <p:cNvSpPr/>
            <p:nvPr/>
          </p:nvSpPr>
          <p:spPr>
            <a:xfrm>
              <a:off x="7014100" y="1258325"/>
              <a:ext cx="84350" cy="307675"/>
            </a:xfrm>
            <a:custGeom>
              <a:avLst/>
              <a:gdLst/>
              <a:ahLst/>
              <a:cxnLst/>
              <a:rect l="l" t="t" r="r" b="b"/>
              <a:pathLst>
                <a:path w="3374" h="12307" extrusionOk="0">
                  <a:moveTo>
                    <a:pt x="0" y="12307"/>
                  </a:moveTo>
                  <a:lnTo>
                    <a:pt x="3374" y="12307"/>
                  </a:lnTo>
                  <a:lnTo>
                    <a:pt x="3374" y="0"/>
                  </a:lnTo>
                  <a:lnTo>
                    <a:pt x="0" y="0"/>
                  </a:lnTo>
                  <a:close/>
                  <a:moveTo>
                    <a:pt x="2234" y="9515"/>
                  </a:moveTo>
                  <a:cubicBezTo>
                    <a:pt x="2234" y="10004"/>
                    <a:pt x="1629" y="10260"/>
                    <a:pt x="1280" y="9887"/>
                  </a:cubicBezTo>
                  <a:cubicBezTo>
                    <a:pt x="931" y="9538"/>
                    <a:pt x="1187" y="8957"/>
                    <a:pt x="1675" y="8957"/>
                  </a:cubicBezTo>
                  <a:cubicBezTo>
                    <a:pt x="2001" y="8933"/>
                    <a:pt x="2234" y="9189"/>
                    <a:pt x="2234" y="9515"/>
                  </a:cubicBezTo>
                  <a:close/>
                  <a:moveTo>
                    <a:pt x="2234" y="5583"/>
                  </a:moveTo>
                  <a:lnTo>
                    <a:pt x="1117" y="5583"/>
                  </a:lnTo>
                  <a:lnTo>
                    <a:pt x="1117" y="2234"/>
                  </a:lnTo>
                  <a:lnTo>
                    <a:pt x="2234" y="2234"/>
                  </a:lnTo>
                  <a:close/>
                  <a:moveTo>
                    <a:pt x="2234" y="5583"/>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119"/>
            <p:cNvSpPr/>
            <p:nvPr/>
          </p:nvSpPr>
          <p:spPr>
            <a:xfrm>
              <a:off x="7097850" y="1272275"/>
              <a:ext cx="56450" cy="293725"/>
            </a:xfrm>
            <a:custGeom>
              <a:avLst/>
              <a:gdLst/>
              <a:ahLst/>
              <a:cxnLst/>
              <a:rect l="l" t="t" r="r" b="b"/>
              <a:pathLst>
                <a:path w="2258" h="11749" extrusionOk="0">
                  <a:moveTo>
                    <a:pt x="0" y="1"/>
                  </a:moveTo>
                  <a:lnTo>
                    <a:pt x="0" y="11749"/>
                  </a:lnTo>
                  <a:lnTo>
                    <a:pt x="2257" y="11749"/>
                  </a:lnTo>
                  <a:lnTo>
                    <a:pt x="225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119"/>
            <p:cNvSpPr/>
            <p:nvPr/>
          </p:nvSpPr>
          <p:spPr>
            <a:xfrm>
              <a:off x="7154275" y="1300200"/>
              <a:ext cx="83775" cy="265800"/>
            </a:xfrm>
            <a:custGeom>
              <a:avLst/>
              <a:gdLst/>
              <a:ahLst/>
              <a:cxnLst/>
              <a:rect l="l" t="t" r="r" b="b"/>
              <a:pathLst>
                <a:path w="3351" h="10632" extrusionOk="0">
                  <a:moveTo>
                    <a:pt x="0" y="10632"/>
                  </a:moveTo>
                  <a:lnTo>
                    <a:pt x="3350" y="10632"/>
                  </a:lnTo>
                  <a:lnTo>
                    <a:pt x="3350" y="0"/>
                  </a:lnTo>
                  <a:lnTo>
                    <a:pt x="0" y="0"/>
                  </a:lnTo>
                  <a:close/>
                  <a:moveTo>
                    <a:pt x="2233" y="7840"/>
                  </a:moveTo>
                  <a:cubicBezTo>
                    <a:pt x="2233" y="8329"/>
                    <a:pt x="1629" y="8585"/>
                    <a:pt x="1280" y="8212"/>
                  </a:cubicBezTo>
                  <a:cubicBezTo>
                    <a:pt x="931" y="7863"/>
                    <a:pt x="1163" y="7282"/>
                    <a:pt x="1675" y="7282"/>
                  </a:cubicBezTo>
                  <a:cubicBezTo>
                    <a:pt x="1977" y="7258"/>
                    <a:pt x="2233" y="7514"/>
                    <a:pt x="2233" y="7840"/>
                  </a:cubicBezTo>
                  <a:close/>
                  <a:moveTo>
                    <a:pt x="2233" y="7840"/>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119"/>
            <p:cNvSpPr/>
            <p:nvPr/>
          </p:nvSpPr>
          <p:spPr>
            <a:xfrm>
              <a:off x="7238025" y="1328100"/>
              <a:ext cx="27925" cy="167525"/>
            </a:xfrm>
            <a:custGeom>
              <a:avLst/>
              <a:gdLst/>
              <a:ahLst/>
              <a:cxnLst/>
              <a:rect l="l" t="t" r="r" b="b"/>
              <a:pathLst>
                <a:path w="1117" h="6701" extrusionOk="0">
                  <a:moveTo>
                    <a:pt x="0" y="1"/>
                  </a:moveTo>
                  <a:lnTo>
                    <a:pt x="0" y="6701"/>
                  </a:lnTo>
                  <a:lnTo>
                    <a:pt x="1117" y="6701"/>
                  </a:lnTo>
                  <a:lnTo>
                    <a:pt x="1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119"/>
            <p:cNvSpPr/>
            <p:nvPr/>
          </p:nvSpPr>
          <p:spPr>
            <a:xfrm>
              <a:off x="7237425" y="1258325"/>
              <a:ext cx="70400" cy="307675"/>
            </a:xfrm>
            <a:custGeom>
              <a:avLst/>
              <a:gdLst/>
              <a:ahLst/>
              <a:cxnLst/>
              <a:rect l="l" t="t" r="r" b="b"/>
              <a:pathLst>
                <a:path w="2816" h="12307" extrusionOk="0">
                  <a:moveTo>
                    <a:pt x="24" y="12307"/>
                  </a:moveTo>
                  <a:lnTo>
                    <a:pt x="2816" y="12307"/>
                  </a:lnTo>
                  <a:lnTo>
                    <a:pt x="2816" y="0"/>
                  </a:lnTo>
                  <a:lnTo>
                    <a:pt x="24" y="0"/>
                  </a:lnTo>
                  <a:lnTo>
                    <a:pt x="24" y="2792"/>
                  </a:lnTo>
                  <a:lnTo>
                    <a:pt x="1117" y="2792"/>
                  </a:lnTo>
                  <a:lnTo>
                    <a:pt x="1117" y="9515"/>
                  </a:lnTo>
                  <a:lnTo>
                    <a:pt x="1" y="9515"/>
                  </a:lnTo>
                  <a:close/>
                  <a:moveTo>
                    <a:pt x="24" y="12307"/>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119"/>
            <p:cNvSpPr/>
            <p:nvPr/>
          </p:nvSpPr>
          <p:spPr>
            <a:xfrm>
              <a:off x="6985025" y="1621825"/>
              <a:ext cx="351875" cy="55850"/>
            </a:xfrm>
            <a:custGeom>
              <a:avLst/>
              <a:gdLst/>
              <a:ahLst/>
              <a:cxnLst/>
              <a:rect l="l" t="t" r="r" b="b"/>
              <a:pathLst>
                <a:path w="14075" h="2234" extrusionOk="0">
                  <a:moveTo>
                    <a:pt x="11842" y="1675"/>
                  </a:moveTo>
                  <a:cubicBezTo>
                    <a:pt x="11935" y="1977"/>
                    <a:pt x="12074" y="2233"/>
                    <a:pt x="12400" y="2233"/>
                  </a:cubicBezTo>
                  <a:lnTo>
                    <a:pt x="13517" y="2233"/>
                  </a:lnTo>
                  <a:cubicBezTo>
                    <a:pt x="13819" y="2233"/>
                    <a:pt x="14075" y="1977"/>
                    <a:pt x="14075" y="1675"/>
                  </a:cubicBezTo>
                  <a:lnTo>
                    <a:pt x="14075" y="0"/>
                  </a:lnTo>
                  <a:lnTo>
                    <a:pt x="11260" y="0"/>
                  </a:lnTo>
                  <a:close/>
                  <a:moveTo>
                    <a:pt x="1699" y="2233"/>
                  </a:moveTo>
                  <a:cubicBezTo>
                    <a:pt x="2001" y="2233"/>
                    <a:pt x="2141" y="1977"/>
                    <a:pt x="2257" y="1675"/>
                  </a:cubicBezTo>
                  <a:lnTo>
                    <a:pt x="2815" y="0"/>
                  </a:lnTo>
                  <a:lnTo>
                    <a:pt x="0" y="0"/>
                  </a:lnTo>
                  <a:lnTo>
                    <a:pt x="0" y="1675"/>
                  </a:lnTo>
                  <a:cubicBezTo>
                    <a:pt x="0" y="1977"/>
                    <a:pt x="256" y="2233"/>
                    <a:pt x="559" y="2233"/>
                  </a:cubicBezTo>
                  <a:close/>
                  <a:moveTo>
                    <a:pt x="1699" y="2233"/>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119"/>
            <p:cNvSpPr/>
            <p:nvPr/>
          </p:nvSpPr>
          <p:spPr>
            <a:xfrm>
              <a:off x="7042025" y="1314150"/>
              <a:ext cx="32575" cy="200675"/>
            </a:xfrm>
            <a:custGeom>
              <a:avLst/>
              <a:gdLst/>
              <a:ahLst/>
              <a:cxnLst/>
              <a:rect l="l" t="t" r="r" b="b"/>
              <a:pathLst>
                <a:path w="1303" h="8027" extrusionOk="0">
                  <a:moveTo>
                    <a:pt x="0" y="7282"/>
                  </a:moveTo>
                  <a:cubicBezTo>
                    <a:pt x="0" y="7771"/>
                    <a:pt x="605" y="8027"/>
                    <a:pt x="954" y="7654"/>
                  </a:cubicBezTo>
                  <a:cubicBezTo>
                    <a:pt x="1303" y="7305"/>
                    <a:pt x="1070" y="6724"/>
                    <a:pt x="558" y="6724"/>
                  </a:cubicBezTo>
                  <a:cubicBezTo>
                    <a:pt x="256" y="6724"/>
                    <a:pt x="0" y="6956"/>
                    <a:pt x="0" y="7282"/>
                  </a:cubicBezTo>
                  <a:close/>
                  <a:moveTo>
                    <a:pt x="0" y="3350"/>
                  </a:moveTo>
                  <a:lnTo>
                    <a:pt x="1117" y="3350"/>
                  </a:lnTo>
                  <a:lnTo>
                    <a:pt x="1117" y="1"/>
                  </a:lnTo>
                  <a:lnTo>
                    <a:pt x="0" y="1"/>
                  </a:lnTo>
                  <a:close/>
                  <a:moveTo>
                    <a:pt x="0" y="335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119"/>
            <p:cNvSpPr/>
            <p:nvPr/>
          </p:nvSpPr>
          <p:spPr>
            <a:xfrm>
              <a:off x="7177525" y="1481650"/>
              <a:ext cx="32600" cy="33175"/>
            </a:xfrm>
            <a:custGeom>
              <a:avLst/>
              <a:gdLst/>
              <a:ahLst/>
              <a:cxnLst/>
              <a:rect l="l" t="t" r="r" b="b"/>
              <a:pathLst>
                <a:path w="1304" h="1327" extrusionOk="0">
                  <a:moveTo>
                    <a:pt x="1303" y="582"/>
                  </a:moveTo>
                  <a:cubicBezTo>
                    <a:pt x="1303" y="1071"/>
                    <a:pt x="699" y="1327"/>
                    <a:pt x="350" y="954"/>
                  </a:cubicBezTo>
                  <a:cubicBezTo>
                    <a:pt x="1" y="605"/>
                    <a:pt x="233" y="24"/>
                    <a:pt x="745" y="24"/>
                  </a:cubicBezTo>
                  <a:cubicBezTo>
                    <a:pt x="1047" y="0"/>
                    <a:pt x="1303" y="256"/>
                    <a:pt x="1303" y="582"/>
                  </a:cubicBezTo>
                  <a:close/>
                  <a:moveTo>
                    <a:pt x="1303" y="582"/>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119"/>
            <p:cNvSpPr/>
            <p:nvPr/>
          </p:nvSpPr>
          <p:spPr>
            <a:xfrm>
              <a:off x="6979200" y="1411850"/>
              <a:ext cx="342600" cy="154150"/>
            </a:xfrm>
            <a:custGeom>
              <a:avLst/>
              <a:gdLst/>
              <a:ahLst/>
              <a:cxnLst/>
              <a:rect l="l" t="t" r="r" b="b"/>
              <a:pathLst>
                <a:path w="13704" h="6166" extrusionOk="0">
                  <a:moveTo>
                    <a:pt x="1" y="6166"/>
                  </a:moveTo>
                  <a:lnTo>
                    <a:pt x="559" y="6166"/>
                  </a:lnTo>
                  <a:lnTo>
                    <a:pt x="559" y="1"/>
                  </a:lnTo>
                  <a:cubicBezTo>
                    <a:pt x="257" y="1"/>
                    <a:pt x="1" y="257"/>
                    <a:pt x="1" y="559"/>
                  </a:cubicBezTo>
                  <a:close/>
                  <a:moveTo>
                    <a:pt x="13703" y="1"/>
                  </a:moveTo>
                  <a:lnTo>
                    <a:pt x="13145" y="1"/>
                  </a:lnTo>
                  <a:lnTo>
                    <a:pt x="13145" y="6166"/>
                  </a:lnTo>
                  <a:lnTo>
                    <a:pt x="13703" y="6166"/>
                  </a:lnTo>
                  <a:close/>
                  <a:moveTo>
                    <a:pt x="13703" y="1"/>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119"/>
            <p:cNvSpPr/>
            <p:nvPr/>
          </p:nvSpPr>
          <p:spPr>
            <a:xfrm>
              <a:off x="6929175" y="1565975"/>
              <a:ext cx="20975" cy="55875"/>
            </a:xfrm>
            <a:custGeom>
              <a:avLst/>
              <a:gdLst/>
              <a:ahLst/>
              <a:cxnLst/>
              <a:rect l="l" t="t" r="r" b="b"/>
              <a:pathLst>
                <a:path w="839" h="2235" extrusionOk="0">
                  <a:moveTo>
                    <a:pt x="1" y="1"/>
                  </a:moveTo>
                  <a:lnTo>
                    <a:pt x="1" y="2234"/>
                  </a:lnTo>
                  <a:lnTo>
                    <a:pt x="838" y="2234"/>
                  </a:lnTo>
                  <a:lnTo>
                    <a:pt x="8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119"/>
            <p:cNvSpPr/>
            <p:nvPr/>
          </p:nvSpPr>
          <p:spPr>
            <a:xfrm>
              <a:off x="6985025" y="1621825"/>
              <a:ext cx="330950" cy="55850"/>
            </a:xfrm>
            <a:custGeom>
              <a:avLst/>
              <a:gdLst/>
              <a:ahLst/>
              <a:cxnLst/>
              <a:rect l="l" t="t" r="r" b="b"/>
              <a:pathLst>
                <a:path w="13238" h="2234" extrusionOk="0">
                  <a:moveTo>
                    <a:pt x="11842" y="1675"/>
                  </a:moveTo>
                  <a:cubicBezTo>
                    <a:pt x="11935" y="1977"/>
                    <a:pt x="12074" y="2233"/>
                    <a:pt x="12400" y="2233"/>
                  </a:cubicBezTo>
                  <a:lnTo>
                    <a:pt x="13237" y="2233"/>
                  </a:lnTo>
                  <a:cubicBezTo>
                    <a:pt x="12912" y="2233"/>
                    <a:pt x="12772" y="1977"/>
                    <a:pt x="12679" y="1675"/>
                  </a:cubicBezTo>
                  <a:lnTo>
                    <a:pt x="12121" y="0"/>
                  </a:lnTo>
                  <a:lnTo>
                    <a:pt x="11283" y="0"/>
                  </a:lnTo>
                  <a:close/>
                  <a:moveTo>
                    <a:pt x="838" y="0"/>
                  </a:moveTo>
                  <a:lnTo>
                    <a:pt x="0" y="0"/>
                  </a:lnTo>
                  <a:lnTo>
                    <a:pt x="0" y="1675"/>
                  </a:lnTo>
                  <a:cubicBezTo>
                    <a:pt x="0" y="1977"/>
                    <a:pt x="256" y="2233"/>
                    <a:pt x="559" y="2233"/>
                  </a:cubicBezTo>
                  <a:lnTo>
                    <a:pt x="1396" y="2233"/>
                  </a:lnTo>
                  <a:cubicBezTo>
                    <a:pt x="1094" y="2233"/>
                    <a:pt x="838" y="1977"/>
                    <a:pt x="838" y="1675"/>
                  </a:cubicBezTo>
                  <a:close/>
                  <a:moveTo>
                    <a:pt x="838" y="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119"/>
            <p:cNvSpPr/>
            <p:nvPr/>
          </p:nvSpPr>
          <p:spPr>
            <a:xfrm>
              <a:off x="7238025" y="1328100"/>
              <a:ext cx="13975" cy="167525"/>
            </a:xfrm>
            <a:custGeom>
              <a:avLst/>
              <a:gdLst/>
              <a:ahLst/>
              <a:cxnLst/>
              <a:rect l="l" t="t" r="r" b="b"/>
              <a:pathLst>
                <a:path w="559" h="6701" extrusionOk="0">
                  <a:moveTo>
                    <a:pt x="0" y="1"/>
                  </a:moveTo>
                  <a:lnTo>
                    <a:pt x="0" y="6701"/>
                  </a:lnTo>
                  <a:lnTo>
                    <a:pt x="558" y="6701"/>
                  </a:lnTo>
                  <a:lnTo>
                    <a:pt x="55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119"/>
            <p:cNvSpPr/>
            <p:nvPr/>
          </p:nvSpPr>
          <p:spPr>
            <a:xfrm>
              <a:off x="7014100" y="1258325"/>
              <a:ext cx="13975" cy="307675"/>
            </a:xfrm>
            <a:custGeom>
              <a:avLst/>
              <a:gdLst/>
              <a:ahLst/>
              <a:cxnLst/>
              <a:rect l="l" t="t" r="r" b="b"/>
              <a:pathLst>
                <a:path w="559" h="12307" extrusionOk="0">
                  <a:moveTo>
                    <a:pt x="0" y="0"/>
                  </a:moveTo>
                  <a:lnTo>
                    <a:pt x="0" y="12307"/>
                  </a:lnTo>
                  <a:lnTo>
                    <a:pt x="559" y="12307"/>
                  </a:lnTo>
                  <a:lnTo>
                    <a:pt x="55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119"/>
            <p:cNvSpPr/>
            <p:nvPr/>
          </p:nvSpPr>
          <p:spPr>
            <a:xfrm>
              <a:off x="7097850" y="1272275"/>
              <a:ext cx="13975" cy="293725"/>
            </a:xfrm>
            <a:custGeom>
              <a:avLst/>
              <a:gdLst/>
              <a:ahLst/>
              <a:cxnLst/>
              <a:rect l="l" t="t" r="r" b="b"/>
              <a:pathLst>
                <a:path w="559" h="11749" extrusionOk="0">
                  <a:moveTo>
                    <a:pt x="0" y="1"/>
                  </a:moveTo>
                  <a:lnTo>
                    <a:pt x="0" y="11749"/>
                  </a:lnTo>
                  <a:lnTo>
                    <a:pt x="559" y="11749"/>
                  </a:lnTo>
                  <a:lnTo>
                    <a:pt x="55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119"/>
            <p:cNvSpPr/>
            <p:nvPr/>
          </p:nvSpPr>
          <p:spPr>
            <a:xfrm>
              <a:off x="7154275" y="1300200"/>
              <a:ext cx="13975" cy="265800"/>
            </a:xfrm>
            <a:custGeom>
              <a:avLst/>
              <a:gdLst/>
              <a:ahLst/>
              <a:cxnLst/>
              <a:rect l="l" t="t" r="r" b="b"/>
              <a:pathLst>
                <a:path w="559" h="10632" extrusionOk="0">
                  <a:moveTo>
                    <a:pt x="0" y="0"/>
                  </a:moveTo>
                  <a:lnTo>
                    <a:pt x="0" y="10632"/>
                  </a:lnTo>
                  <a:lnTo>
                    <a:pt x="558" y="10632"/>
                  </a:lnTo>
                  <a:lnTo>
                    <a:pt x="55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119"/>
            <p:cNvSpPr/>
            <p:nvPr/>
          </p:nvSpPr>
          <p:spPr>
            <a:xfrm>
              <a:off x="7238025" y="1258325"/>
              <a:ext cx="13975" cy="307675"/>
            </a:xfrm>
            <a:custGeom>
              <a:avLst/>
              <a:gdLst/>
              <a:ahLst/>
              <a:cxnLst/>
              <a:rect l="l" t="t" r="r" b="b"/>
              <a:pathLst>
                <a:path w="559" h="12307" extrusionOk="0">
                  <a:moveTo>
                    <a:pt x="0" y="12307"/>
                  </a:moveTo>
                  <a:lnTo>
                    <a:pt x="558" y="12307"/>
                  </a:lnTo>
                  <a:lnTo>
                    <a:pt x="558" y="9515"/>
                  </a:lnTo>
                  <a:lnTo>
                    <a:pt x="0" y="9515"/>
                  </a:lnTo>
                  <a:close/>
                  <a:moveTo>
                    <a:pt x="558" y="2792"/>
                  </a:moveTo>
                  <a:lnTo>
                    <a:pt x="558" y="0"/>
                  </a:lnTo>
                  <a:lnTo>
                    <a:pt x="0" y="0"/>
                  </a:lnTo>
                  <a:lnTo>
                    <a:pt x="0" y="2792"/>
                  </a:lnTo>
                  <a:close/>
                  <a:moveTo>
                    <a:pt x="558" y="2792"/>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119"/>
            <p:cNvSpPr/>
            <p:nvPr/>
          </p:nvSpPr>
          <p:spPr>
            <a:xfrm>
              <a:off x="6950125" y="1321125"/>
              <a:ext cx="266975" cy="279775"/>
            </a:xfrm>
            <a:custGeom>
              <a:avLst/>
              <a:gdLst/>
              <a:ahLst/>
              <a:cxnLst/>
              <a:rect l="l" t="t" r="r" b="b"/>
              <a:pathLst>
                <a:path w="10679" h="11191" extrusionOk="0">
                  <a:moveTo>
                    <a:pt x="10120" y="1"/>
                  </a:moveTo>
                  <a:lnTo>
                    <a:pt x="10120" y="559"/>
                  </a:lnTo>
                  <a:lnTo>
                    <a:pt x="10679" y="559"/>
                  </a:lnTo>
                  <a:lnTo>
                    <a:pt x="10679" y="1"/>
                  </a:lnTo>
                  <a:close/>
                  <a:moveTo>
                    <a:pt x="0" y="10632"/>
                  </a:moveTo>
                  <a:lnTo>
                    <a:pt x="0" y="11191"/>
                  </a:lnTo>
                  <a:lnTo>
                    <a:pt x="559" y="11191"/>
                  </a:lnTo>
                  <a:lnTo>
                    <a:pt x="559" y="106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119"/>
            <p:cNvSpPr/>
            <p:nvPr/>
          </p:nvSpPr>
          <p:spPr>
            <a:xfrm>
              <a:off x="6922200" y="1251350"/>
              <a:ext cx="477525" cy="433300"/>
            </a:xfrm>
            <a:custGeom>
              <a:avLst/>
              <a:gdLst/>
              <a:ahLst/>
              <a:cxnLst/>
              <a:rect l="l" t="t" r="r" b="b"/>
              <a:pathLst>
                <a:path w="19101" h="17332" extrusionOk="0">
                  <a:moveTo>
                    <a:pt x="13471" y="3350"/>
                  </a:moveTo>
                  <a:lnTo>
                    <a:pt x="13471" y="9492"/>
                  </a:lnTo>
                  <a:lnTo>
                    <a:pt x="12912" y="9492"/>
                  </a:lnTo>
                  <a:lnTo>
                    <a:pt x="12912" y="3350"/>
                  </a:lnTo>
                  <a:close/>
                  <a:moveTo>
                    <a:pt x="3421" y="6700"/>
                  </a:moveTo>
                  <a:lnTo>
                    <a:pt x="3421" y="12283"/>
                  </a:lnTo>
                  <a:lnTo>
                    <a:pt x="2560" y="12283"/>
                  </a:lnTo>
                  <a:lnTo>
                    <a:pt x="2560" y="6979"/>
                  </a:lnTo>
                  <a:cubicBezTo>
                    <a:pt x="2560" y="6816"/>
                    <a:pt x="2699" y="6700"/>
                    <a:pt x="2862" y="6700"/>
                  </a:cubicBezTo>
                  <a:close/>
                  <a:moveTo>
                    <a:pt x="9004" y="1093"/>
                  </a:moveTo>
                  <a:lnTo>
                    <a:pt x="9004" y="12283"/>
                  </a:lnTo>
                  <a:lnTo>
                    <a:pt x="7306" y="12283"/>
                  </a:lnTo>
                  <a:lnTo>
                    <a:pt x="7306" y="1117"/>
                  </a:lnTo>
                  <a:lnTo>
                    <a:pt x="9004" y="1093"/>
                  </a:lnTo>
                  <a:close/>
                  <a:moveTo>
                    <a:pt x="12354" y="2233"/>
                  </a:moveTo>
                  <a:lnTo>
                    <a:pt x="12354" y="12283"/>
                  </a:lnTo>
                  <a:lnTo>
                    <a:pt x="9562" y="12283"/>
                  </a:lnTo>
                  <a:lnTo>
                    <a:pt x="9562" y="2233"/>
                  </a:lnTo>
                  <a:close/>
                  <a:moveTo>
                    <a:pt x="15146" y="535"/>
                  </a:moveTo>
                  <a:lnTo>
                    <a:pt x="15146" y="12283"/>
                  </a:lnTo>
                  <a:lnTo>
                    <a:pt x="12912" y="12283"/>
                  </a:lnTo>
                  <a:lnTo>
                    <a:pt x="12912" y="10050"/>
                  </a:lnTo>
                  <a:lnTo>
                    <a:pt x="14029" y="10050"/>
                  </a:lnTo>
                  <a:lnTo>
                    <a:pt x="14029" y="2792"/>
                  </a:lnTo>
                  <a:lnTo>
                    <a:pt x="12912" y="2792"/>
                  </a:lnTo>
                  <a:lnTo>
                    <a:pt x="12912" y="558"/>
                  </a:lnTo>
                  <a:lnTo>
                    <a:pt x="15146" y="535"/>
                  </a:lnTo>
                  <a:close/>
                  <a:moveTo>
                    <a:pt x="6747" y="558"/>
                  </a:moveTo>
                  <a:lnTo>
                    <a:pt x="6747" y="12307"/>
                  </a:lnTo>
                  <a:lnTo>
                    <a:pt x="3956" y="12307"/>
                  </a:lnTo>
                  <a:lnTo>
                    <a:pt x="3956" y="558"/>
                  </a:lnTo>
                  <a:close/>
                  <a:moveTo>
                    <a:pt x="16262" y="6700"/>
                  </a:moveTo>
                  <a:cubicBezTo>
                    <a:pt x="16425" y="6700"/>
                    <a:pt x="16565" y="6816"/>
                    <a:pt x="16565" y="6979"/>
                  </a:cubicBezTo>
                  <a:lnTo>
                    <a:pt x="16565" y="12307"/>
                  </a:lnTo>
                  <a:lnTo>
                    <a:pt x="15704" y="12307"/>
                  </a:lnTo>
                  <a:lnTo>
                    <a:pt x="15704" y="6700"/>
                  </a:lnTo>
                  <a:close/>
                  <a:moveTo>
                    <a:pt x="4933" y="15075"/>
                  </a:moveTo>
                  <a:lnTo>
                    <a:pt x="4491" y="16401"/>
                  </a:lnTo>
                  <a:cubicBezTo>
                    <a:pt x="4374" y="16773"/>
                    <a:pt x="4258" y="16773"/>
                    <a:pt x="4212" y="16773"/>
                  </a:cubicBezTo>
                  <a:lnTo>
                    <a:pt x="3095" y="16773"/>
                  </a:lnTo>
                  <a:cubicBezTo>
                    <a:pt x="2932" y="16773"/>
                    <a:pt x="2792" y="16634"/>
                    <a:pt x="2792" y="16471"/>
                  </a:cubicBezTo>
                  <a:lnTo>
                    <a:pt x="2792" y="15075"/>
                  </a:lnTo>
                  <a:close/>
                  <a:moveTo>
                    <a:pt x="16309" y="15098"/>
                  </a:moveTo>
                  <a:lnTo>
                    <a:pt x="16309" y="16494"/>
                  </a:lnTo>
                  <a:cubicBezTo>
                    <a:pt x="16309" y="16657"/>
                    <a:pt x="16169" y="16796"/>
                    <a:pt x="16006" y="16796"/>
                  </a:cubicBezTo>
                  <a:lnTo>
                    <a:pt x="14890" y="16796"/>
                  </a:lnTo>
                  <a:cubicBezTo>
                    <a:pt x="14843" y="16796"/>
                    <a:pt x="14727" y="16796"/>
                    <a:pt x="14610" y="16424"/>
                  </a:cubicBezTo>
                  <a:lnTo>
                    <a:pt x="14168" y="15098"/>
                  </a:lnTo>
                  <a:close/>
                  <a:moveTo>
                    <a:pt x="3397" y="0"/>
                  </a:moveTo>
                  <a:lnTo>
                    <a:pt x="3397" y="6142"/>
                  </a:lnTo>
                  <a:lnTo>
                    <a:pt x="2839" y="6142"/>
                  </a:lnTo>
                  <a:cubicBezTo>
                    <a:pt x="2374" y="6142"/>
                    <a:pt x="2001" y="6514"/>
                    <a:pt x="2001" y="6979"/>
                  </a:cubicBezTo>
                  <a:lnTo>
                    <a:pt x="2001" y="12307"/>
                  </a:lnTo>
                  <a:lnTo>
                    <a:pt x="1" y="12307"/>
                  </a:lnTo>
                  <a:lnTo>
                    <a:pt x="1" y="15098"/>
                  </a:lnTo>
                  <a:lnTo>
                    <a:pt x="2234" y="15098"/>
                  </a:lnTo>
                  <a:lnTo>
                    <a:pt x="2234" y="16494"/>
                  </a:lnTo>
                  <a:cubicBezTo>
                    <a:pt x="2234" y="16959"/>
                    <a:pt x="2606" y="17332"/>
                    <a:pt x="3072" y="17332"/>
                  </a:cubicBezTo>
                  <a:lnTo>
                    <a:pt x="4212" y="17332"/>
                  </a:lnTo>
                  <a:cubicBezTo>
                    <a:pt x="4584" y="17332"/>
                    <a:pt x="4863" y="17076"/>
                    <a:pt x="5026" y="16587"/>
                  </a:cubicBezTo>
                  <a:lnTo>
                    <a:pt x="5514" y="15098"/>
                  </a:lnTo>
                  <a:lnTo>
                    <a:pt x="9283" y="15098"/>
                  </a:lnTo>
                  <a:lnTo>
                    <a:pt x="9283" y="14540"/>
                  </a:lnTo>
                  <a:lnTo>
                    <a:pt x="559" y="14540"/>
                  </a:lnTo>
                  <a:lnTo>
                    <a:pt x="559" y="12865"/>
                  </a:lnTo>
                  <a:lnTo>
                    <a:pt x="18542" y="12865"/>
                  </a:lnTo>
                  <a:lnTo>
                    <a:pt x="18542" y="14540"/>
                  </a:lnTo>
                  <a:lnTo>
                    <a:pt x="9841" y="14540"/>
                  </a:lnTo>
                  <a:lnTo>
                    <a:pt x="9841" y="15098"/>
                  </a:lnTo>
                  <a:lnTo>
                    <a:pt x="13587" y="15098"/>
                  </a:lnTo>
                  <a:lnTo>
                    <a:pt x="14075" y="16587"/>
                  </a:lnTo>
                  <a:cubicBezTo>
                    <a:pt x="14238" y="17076"/>
                    <a:pt x="14517" y="17332"/>
                    <a:pt x="14913" y="17332"/>
                  </a:cubicBezTo>
                  <a:lnTo>
                    <a:pt x="16030" y="17332"/>
                  </a:lnTo>
                  <a:cubicBezTo>
                    <a:pt x="16495" y="17332"/>
                    <a:pt x="16867" y="16959"/>
                    <a:pt x="16867" y="16494"/>
                  </a:cubicBezTo>
                  <a:lnTo>
                    <a:pt x="16867" y="15098"/>
                  </a:lnTo>
                  <a:lnTo>
                    <a:pt x="19100" y="15098"/>
                  </a:lnTo>
                  <a:lnTo>
                    <a:pt x="19100" y="12307"/>
                  </a:lnTo>
                  <a:lnTo>
                    <a:pt x="17100" y="12307"/>
                  </a:lnTo>
                  <a:lnTo>
                    <a:pt x="17100" y="6979"/>
                  </a:lnTo>
                  <a:cubicBezTo>
                    <a:pt x="17100" y="6514"/>
                    <a:pt x="16728" y="6142"/>
                    <a:pt x="16262" y="6142"/>
                  </a:cubicBezTo>
                  <a:lnTo>
                    <a:pt x="15704" y="6142"/>
                  </a:lnTo>
                  <a:lnTo>
                    <a:pt x="15704" y="0"/>
                  </a:lnTo>
                  <a:lnTo>
                    <a:pt x="12354" y="0"/>
                  </a:lnTo>
                  <a:lnTo>
                    <a:pt x="12354" y="1675"/>
                  </a:lnTo>
                  <a:lnTo>
                    <a:pt x="9562" y="1675"/>
                  </a:lnTo>
                  <a:lnTo>
                    <a:pt x="9562" y="558"/>
                  </a:lnTo>
                  <a:lnTo>
                    <a:pt x="7306" y="558"/>
                  </a:lnTo>
                  <a:lnTo>
                    <a:pt x="73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119"/>
            <p:cNvSpPr/>
            <p:nvPr/>
          </p:nvSpPr>
          <p:spPr>
            <a:xfrm>
              <a:off x="7035025" y="1474775"/>
              <a:ext cx="49475" cy="42375"/>
            </a:xfrm>
            <a:custGeom>
              <a:avLst/>
              <a:gdLst/>
              <a:ahLst/>
              <a:cxnLst/>
              <a:rect l="l" t="t" r="r" b="b"/>
              <a:pathLst>
                <a:path w="1979" h="1695" extrusionOk="0">
                  <a:moveTo>
                    <a:pt x="838" y="578"/>
                  </a:moveTo>
                  <a:cubicBezTo>
                    <a:pt x="1094" y="578"/>
                    <a:pt x="1234" y="880"/>
                    <a:pt x="1048" y="1066"/>
                  </a:cubicBezTo>
                  <a:cubicBezTo>
                    <a:pt x="989" y="1126"/>
                    <a:pt x="918" y="1152"/>
                    <a:pt x="848" y="1152"/>
                  </a:cubicBezTo>
                  <a:cubicBezTo>
                    <a:pt x="700" y="1152"/>
                    <a:pt x="559" y="1032"/>
                    <a:pt x="559" y="857"/>
                  </a:cubicBezTo>
                  <a:cubicBezTo>
                    <a:pt x="559" y="694"/>
                    <a:pt x="676" y="578"/>
                    <a:pt x="838" y="578"/>
                  </a:cubicBezTo>
                  <a:close/>
                  <a:moveTo>
                    <a:pt x="848" y="0"/>
                  </a:moveTo>
                  <a:cubicBezTo>
                    <a:pt x="415" y="0"/>
                    <a:pt x="1" y="339"/>
                    <a:pt x="1" y="857"/>
                  </a:cubicBezTo>
                  <a:cubicBezTo>
                    <a:pt x="1" y="1299"/>
                    <a:pt x="373" y="1695"/>
                    <a:pt x="838" y="1695"/>
                  </a:cubicBezTo>
                  <a:cubicBezTo>
                    <a:pt x="1583" y="1695"/>
                    <a:pt x="1978" y="787"/>
                    <a:pt x="1443" y="252"/>
                  </a:cubicBezTo>
                  <a:cubicBezTo>
                    <a:pt x="1270" y="79"/>
                    <a:pt x="1057" y="0"/>
                    <a:pt x="8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119"/>
            <p:cNvSpPr/>
            <p:nvPr/>
          </p:nvSpPr>
          <p:spPr>
            <a:xfrm>
              <a:off x="7167650" y="1474675"/>
              <a:ext cx="49450" cy="42400"/>
            </a:xfrm>
            <a:custGeom>
              <a:avLst/>
              <a:gdLst/>
              <a:ahLst/>
              <a:cxnLst/>
              <a:rect l="l" t="t" r="r" b="b"/>
              <a:pathLst>
                <a:path w="1978" h="1696" extrusionOk="0">
                  <a:moveTo>
                    <a:pt x="1130" y="543"/>
                  </a:moveTo>
                  <a:cubicBezTo>
                    <a:pt x="1279" y="543"/>
                    <a:pt x="1419" y="663"/>
                    <a:pt x="1419" y="838"/>
                  </a:cubicBezTo>
                  <a:cubicBezTo>
                    <a:pt x="1419" y="1001"/>
                    <a:pt x="1303" y="1140"/>
                    <a:pt x="1140" y="1140"/>
                  </a:cubicBezTo>
                  <a:cubicBezTo>
                    <a:pt x="861" y="1140"/>
                    <a:pt x="745" y="815"/>
                    <a:pt x="931" y="628"/>
                  </a:cubicBezTo>
                  <a:cubicBezTo>
                    <a:pt x="990" y="569"/>
                    <a:pt x="1061" y="543"/>
                    <a:pt x="1130" y="543"/>
                  </a:cubicBezTo>
                  <a:close/>
                  <a:moveTo>
                    <a:pt x="1140" y="0"/>
                  </a:moveTo>
                  <a:cubicBezTo>
                    <a:pt x="372" y="0"/>
                    <a:pt x="0" y="908"/>
                    <a:pt x="535" y="1443"/>
                  </a:cubicBezTo>
                  <a:cubicBezTo>
                    <a:pt x="710" y="1617"/>
                    <a:pt x="924" y="1695"/>
                    <a:pt x="1133" y="1695"/>
                  </a:cubicBezTo>
                  <a:cubicBezTo>
                    <a:pt x="1566" y="1695"/>
                    <a:pt x="1978" y="1363"/>
                    <a:pt x="1978" y="861"/>
                  </a:cubicBezTo>
                  <a:cubicBezTo>
                    <a:pt x="1978" y="396"/>
                    <a:pt x="1605" y="0"/>
                    <a:pt x="114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119"/>
            <p:cNvSpPr/>
            <p:nvPr/>
          </p:nvSpPr>
          <p:spPr>
            <a:xfrm>
              <a:off x="7035025" y="1307175"/>
              <a:ext cx="41900" cy="97725"/>
            </a:xfrm>
            <a:custGeom>
              <a:avLst/>
              <a:gdLst/>
              <a:ahLst/>
              <a:cxnLst/>
              <a:rect l="l" t="t" r="r" b="b"/>
              <a:pathLst>
                <a:path w="1676" h="3909" extrusionOk="0">
                  <a:moveTo>
                    <a:pt x="1118" y="559"/>
                  </a:moveTo>
                  <a:lnTo>
                    <a:pt x="1118" y="3350"/>
                  </a:lnTo>
                  <a:lnTo>
                    <a:pt x="559" y="3350"/>
                  </a:lnTo>
                  <a:lnTo>
                    <a:pt x="559" y="559"/>
                  </a:lnTo>
                  <a:close/>
                  <a:moveTo>
                    <a:pt x="1" y="0"/>
                  </a:moveTo>
                  <a:lnTo>
                    <a:pt x="1" y="3909"/>
                  </a:lnTo>
                  <a:lnTo>
                    <a:pt x="1676" y="3909"/>
                  </a:lnTo>
                  <a:lnTo>
                    <a:pt x="16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119"/>
            <p:cNvSpPr/>
            <p:nvPr/>
          </p:nvSpPr>
          <p:spPr>
            <a:xfrm>
              <a:off x="7118775" y="1293225"/>
              <a:ext cx="14000" cy="251850"/>
            </a:xfrm>
            <a:custGeom>
              <a:avLst/>
              <a:gdLst/>
              <a:ahLst/>
              <a:cxnLst/>
              <a:rect l="l" t="t" r="r" b="b"/>
              <a:pathLst>
                <a:path w="560" h="10074" extrusionOk="0">
                  <a:moveTo>
                    <a:pt x="1" y="0"/>
                  </a:moveTo>
                  <a:lnTo>
                    <a:pt x="1" y="10073"/>
                  </a:lnTo>
                  <a:lnTo>
                    <a:pt x="559" y="10073"/>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119"/>
            <p:cNvSpPr/>
            <p:nvPr/>
          </p:nvSpPr>
          <p:spPr>
            <a:xfrm>
              <a:off x="7175200" y="1418825"/>
              <a:ext cx="41900" cy="14000"/>
            </a:xfrm>
            <a:custGeom>
              <a:avLst/>
              <a:gdLst/>
              <a:ahLst/>
              <a:cxnLst/>
              <a:rect l="l" t="t" r="r" b="b"/>
              <a:pathLst>
                <a:path w="1676" h="560" extrusionOk="0">
                  <a:moveTo>
                    <a:pt x="1" y="1"/>
                  </a:moveTo>
                  <a:lnTo>
                    <a:pt x="1" y="559"/>
                  </a:lnTo>
                  <a:lnTo>
                    <a:pt x="1676" y="559"/>
                  </a:lnTo>
                  <a:lnTo>
                    <a:pt x="167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119"/>
            <p:cNvSpPr/>
            <p:nvPr/>
          </p:nvSpPr>
          <p:spPr>
            <a:xfrm>
              <a:off x="7175200" y="1446750"/>
              <a:ext cx="41900" cy="13975"/>
            </a:xfrm>
            <a:custGeom>
              <a:avLst/>
              <a:gdLst/>
              <a:ahLst/>
              <a:cxnLst/>
              <a:rect l="l" t="t" r="r" b="b"/>
              <a:pathLst>
                <a:path w="1676" h="559" extrusionOk="0">
                  <a:moveTo>
                    <a:pt x="1" y="1"/>
                  </a:moveTo>
                  <a:lnTo>
                    <a:pt x="1" y="559"/>
                  </a:lnTo>
                  <a:lnTo>
                    <a:pt x="1676" y="559"/>
                  </a:lnTo>
                  <a:lnTo>
                    <a:pt x="167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119"/>
            <p:cNvSpPr/>
            <p:nvPr/>
          </p:nvSpPr>
          <p:spPr>
            <a:xfrm>
              <a:off x="7175200" y="1390925"/>
              <a:ext cx="41900" cy="13975"/>
            </a:xfrm>
            <a:custGeom>
              <a:avLst/>
              <a:gdLst/>
              <a:ahLst/>
              <a:cxnLst/>
              <a:rect l="l" t="t" r="r" b="b"/>
              <a:pathLst>
                <a:path w="1676" h="559" extrusionOk="0">
                  <a:moveTo>
                    <a:pt x="1" y="0"/>
                  </a:moveTo>
                  <a:lnTo>
                    <a:pt x="1" y="559"/>
                  </a:lnTo>
                  <a:lnTo>
                    <a:pt x="1676" y="559"/>
                  </a:lnTo>
                  <a:lnTo>
                    <a:pt x="16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3" name="Google Shape;5853;p119"/>
          <p:cNvGrpSpPr/>
          <p:nvPr/>
        </p:nvGrpSpPr>
        <p:grpSpPr>
          <a:xfrm>
            <a:off x="7662000" y="4096500"/>
            <a:ext cx="477525" cy="478100"/>
            <a:chOff x="7662000" y="4096500"/>
            <a:chExt cx="477525" cy="478100"/>
          </a:xfrm>
        </p:grpSpPr>
        <p:sp>
          <p:nvSpPr>
            <p:cNvPr id="5854" name="Google Shape;5854;p119"/>
            <p:cNvSpPr/>
            <p:nvPr/>
          </p:nvSpPr>
          <p:spPr>
            <a:xfrm>
              <a:off x="7700375" y="4266900"/>
              <a:ext cx="274550" cy="27950"/>
            </a:xfrm>
            <a:custGeom>
              <a:avLst/>
              <a:gdLst/>
              <a:ahLst/>
              <a:cxnLst/>
              <a:rect l="l" t="t" r="r" b="b"/>
              <a:pathLst>
                <a:path w="10982" h="1118" extrusionOk="0">
                  <a:moveTo>
                    <a:pt x="8585" y="1117"/>
                  </a:moveTo>
                  <a:lnTo>
                    <a:pt x="10981" y="1117"/>
                  </a:lnTo>
                  <a:lnTo>
                    <a:pt x="10981" y="1"/>
                  </a:lnTo>
                  <a:lnTo>
                    <a:pt x="8004" y="1"/>
                  </a:lnTo>
                  <a:cubicBezTo>
                    <a:pt x="8329" y="1"/>
                    <a:pt x="8562" y="233"/>
                    <a:pt x="8585" y="559"/>
                  </a:cubicBezTo>
                  <a:close/>
                  <a:moveTo>
                    <a:pt x="1" y="1117"/>
                  </a:moveTo>
                  <a:lnTo>
                    <a:pt x="2420" y="1117"/>
                  </a:lnTo>
                  <a:lnTo>
                    <a:pt x="2420" y="559"/>
                  </a:lnTo>
                  <a:cubicBezTo>
                    <a:pt x="2420" y="256"/>
                    <a:pt x="2676" y="1"/>
                    <a:pt x="2979" y="1"/>
                  </a:cubicBezTo>
                  <a:lnTo>
                    <a:pt x="1" y="1"/>
                  </a:lnTo>
                  <a:close/>
                  <a:moveTo>
                    <a:pt x="1" y="1117"/>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119"/>
            <p:cNvSpPr/>
            <p:nvPr/>
          </p:nvSpPr>
          <p:spPr>
            <a:xfrm>
              <a:off x="7760875" y="4266900"/>
              <a:ext cx="154150" cy="146600"/>
            </a:xfrm>
            <a:custGeom>
              <a:avLst/>
              <a:gdLst/>
              <a:ahLst/>
              <a:cxnLst/>
              <a:rect l="l" t="t" r="r" b="b"/>
              <a:pathLst>
                <a:path w="6166" h="5864" extrusionOk="0">
                  <a:moveTo>
                    <a:pt x="2513" y="3630"/>
                  </a:moveTo>
                  <a:lnTo>
                    <a:pt x="3629" y="3630"/>
                  </a:lnTo>
                  <a:lnTo>
                    <a:pt x="3629" y="5863"/>
                  </a:lnTo>
                  <a:lnTo>
                    <a:pt x="6165" y="5863"/>
                  </a:lnTo>
                  <a:lnTo>
                    <a:pt x="6165" y="559"/>
                  </a:lnTo>
                  <a:cubicBezTo>
                    <a:pt x="6142" y="256"/>
                    <a:pt x="5909" y="1"/>
                    <a:pt x="5584" y="1"/>
                  </a:cubicBezTo>
                  <a:lnTo>
                    <a:pt x="559" y="1"/>
                  </a:lnTo>
                  <a:cubicBezTo>
                    <a:pt x="256" y="1"/>
                    <a:pt x="0" y="256"/>
                    <a:pt x="0" y="559"/>
                  </a:cubicBezTo>
                  <a:lnTo>
                    <a:pt x="0" y="5863"/>
                  </a:lnTo>
                  <a:lnTo>
                    <a:pt x="2513" y="5863"/>
                  </a:lnTo>
                  <a:close/>
                  <a:moveTo>
                    <a:pt x="2513" y="3630"/>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119"/>
            <p:cNvSpPr/>
            <p:nvPr/>
          </p:nvSpPr>
          <p:spPr>
            <a:xfrm>
              <a:off x="7823675" y="4357625"/>
              <a:ext cx="27950" cy="153575"/>
            </a:xfrm>
            <a:custGeom>
              <a:avLst/>
              <a:gdLst/>
              <a:ahLst/>
              <a:cxnLst/>
              <a:rect l="l" t="t" r="r" b="b"/>
              <a:pathLst>
                <a:path w="1118" h="6143" extrusionOk="0">
                  <a:moveTo>
                    <a:pt x="1" y="1"/>
                  </a:moveTo>
                  <a:lnTo>
                    <a:pt x="1" y="6142"/>
                  </a:lnTo>
                  <a:lnTo>
                    <a:pt x="1117" y="6142"/>
                  </a:lnTo>
                  <a:lnTo>
                    <a:pt x="111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119"/>
            <p:cNvSpPr/>
            <p:nvPr/>
          </p:nvSpPr>
          <p:spPr>
            <a:xfrm>
              <a:off x="7746900" y="4469300"/>
              <a:ext cx="182075" cy="27950"/>
            </a:xfrm>
            <a:custGeom>
              <a:avLst/>
              <a:gdLst/>
              <a:ahLst/>
              <a:cxnLst/>
              <a:rect l="l" t="t" r="r" b="b"/>
              <a:pathLst>
                <a:path w="7283" h="1118" extrusionOk="0">
                  <a:moveTo>
                    <a:pt x="1" y="1117"/>
                  </a:moveTo>
                  <a:lnTo>
                    <a:pt x="3072" y="1117"/>
                  </a:lnTo>
                  <a:lnTo>
                    <a:pt x="3072" y="0"/>
                  </a:lnTo>
                  <a:lnTo>
                    <a:pt x="1" y="0"/>
                  </a:lnTo>
                  <a:close/>
                  <a:moveTo>
                    <a:pt x="4188" y="1117"/>
                  </a:moveTo>
                  <a:lnTo>
                    <a:pt x="7283" y="1117"/>
                  </a:lnTo>
                  <a:lnTo>
                    <a:pt x="7283" y="0"/>
                  </a:lnTo>
                  <a:lnTo>
                    <a:pt x="4188" y="0"/>
                  </a:lnTo>
                  <a:close/>
                  <a:moveTo>
                    <a:pt x="4188" y="1117"/>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119"/>
            <p:cNvSpPr/>
            <p:nvPr/>
          </p:nvSpPr>
          <p:spPr>
            <a:xfrm>
              <a:off x="7682925" y="4371600"/>
              <a:ext cx="435075" cy="196000"/>
            </a:xfrm>
            <a:custGeom>
              <a:avLst/>
              <a:gdLst/>
              <a:ahLst/>
              <a:cxnLst/>
              <a:rect l="l" t="t" r="r" b="b"/>
              <a:pathLst>
                <a:path w="17403" h="7840" extrusionOk="0">
                  <a:moveTo>
                    <a:pt x="1118" y="7840"/>
                  </a:moveTo>
                  <a:lnTo>
                    <a:pt x="1118" y="0"/>
                  </a:lnTo>
                  <a:lnTo>
                    <a:pt x="1" y="0"/>
                  </a:lnTo>
                  <a:lnTo>
                    <a:pt x="1" y="7840"/>
                  </a:lnTo>
                  <a:close/>
                  <a:moveTo>
                    <a:pt x="17402" y="7840"/>
                  </a:moveTo>
                  <a:lnTo>
                    <a:pt x="17402" y="0"/>
                  </a:lnTo>
                  <a:lnTo>
                    <a:pt x="16286" y="0"/>
                  </a:lnTo>
                  <a:lnTo>
                    <a:pt x="16286" y="7840"/>
                  </a:lnTo>
                  <a:close/>
                  <a:moveTo>
                    <a:pt x="17402" y="7840"/>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119"/>
            <p:cNvSpPr/>
            <p:nvPr/>
          </p:nvSpPr>
          <p:spPr>
            <a:xfrm>
              <a:off x="7668975" y="4343675"/>
              <a:ext cx="463550" cy="28525"/>
            </a:xfrm>
            <a:custGeom>
              <a:avLst/>
              <a:gdLst/>
              <a:ahLst/>
              <a:cxnLst/>
              <a:rect l="l" t="t" r="r" b="b"/>
              <a:pathLst>
                <a:path w="18542" h="1141" extrusionOk="0">
                  <a:moveTo>
                    <a:pt x="18542" y="1117"/>
                  </a:moveTo>
                  <a:lnTo>
                    <a:pt x="18542" y="0"/>
                  </a:lnTo>
                  <a:lnTo>
                    <a:pt x="9841" y="0"/>
                  </a:lnTo>
                  <a:lnTo>
                    <a:pt x="9841" y="1140"/>
                  </a:lnTo>
                  <a:close/>
                  <a:moveTo>
                    <a:pt x="3676" y="1117"/>
                  </a:moveTo>
                  <a:lnTo>
                    <a:pt x="3676" y="0"/>
                  </a:lnTo>
                  <a:lnTo>
                    <a:pt x="1" y="0"/>
                  </a:lnTo>
                  <a:lnTo>
                    <a:pt x="1" y="1140"/>
                  </a:lnTo>
                  <a:close/>
                  <a:moveTo>
                    <a:pt x="3676" y="1117"/>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119"/>
            <p:cNvSpPr/>
            <p:nvPr/>
          </p:nvSpPr>
          <p:spPr>
            <a:xfrm>
              <a:off x="7976650" y="4304700"/>
              <a:ext cx="59925" cy="39000"/>
            </a:xfrm>
            <a:custGeom>
              <a:avLst/>
              <a:gdLst/>
              <a:ahLst/>
              <a:cxnLst/>
              <a:rect l="l" t="t" r="r" b="b"/>
              <a:pathLst>
                <a:path w="2397" h="1560" extrusionOk="0">
                  <a:moveTo>
                    <a:pt x="70" y="1559"/>
                  </a:moveTo>
                  <a:lnTo>
                    <a:pt x="2303" y="1559"/>
                  </a:lnTo>
                  <a:cubicBezTo>
                    <a:pt x="2396" y="1"/>
                    <a:pt x="0" y="1"/>
                    <a:pt x="70" y="1559"/>
                  </a:cubicBezTo>
                  <a:close/>
                  <a:moveTo>
                    <a:pt x="70" y="1559"/>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119"/>
            <p:cNvSpPr/>
            <p:nvPr/>
          </p:nvSpPr>
          <p:spPr>
            <a:xfrm>
              <a:off x="8062725" y="4280850"/>
              <a:ext cx="55850" cy="62850"/>
            </a:xfrm>
            <a:custGeom>
              <a:avLst/>
              <a:gdLst/>
              <a:ahLst/>
              <a:cxnLst/>
              <a:rect l="l" t="t" r="r" b="b"/>
              <a:pathLst>
                <a:path w="2234" h="2514" extrusionOk="0">
                  <a:moveTo>
                    <a:pt x="559" y="2513"/>
                  </a:moveTo>
                  <a:lnTo>
                    <a:pt x="1675" y="2513"/>
                  </a:lnTo>
                  <a:cubicBezTo>
                    <a:pt x="1978" y="2513"/>
                    <a:pt x="2234" y="2281"/>
                    <a:pt x="2234" y="1955"/>
                  </a:cubicBezTo>
                  <a:lnTo>
                    <a:pt x="2234" y="1"/>
                  </a:lnTo>
                  <a:lnTo>
                    <a:pt x="0" y="1"/>
                  </a:lnTo>
                  <a:lnTo>
                    <a:pt x="0" y="1932"/>
                  </a:lnTo>
                  <a:cubicBezTo>
                    <a:pt x="0" y="2257"/>
                    <a:pt x="233" y="2490"/>
                    <a:pt x="559" y="2490"/>
                  </a:cubicBezTo>
                  <a:close/>
                  <a:moveTo>
                    <a:pt x="559" y="2513"/>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119"/>
            <p:cNvSpPr/>
            <p:nvPr/>
          </p:nvSpPr>
          <p:spPr>
            <a:xfrm>
              <a:off x="7964425" y="4371600"/>
              <a:ext cx="126225" cy="139600"/>
            </a:xfrm>
            <a:custGeom>
              <a:avLst/>
              <a:gdLst/>
              <a:ahLst/>
              <a:cxnLst/>
              <a:rect l="l" t="t" r="r" b="b"/>
              <a:pathLst>
                <a:path w="5049" h="5584" extrusionOk="0">
                  <a:moveTo>
                    <a:pt x="1" y="0"/>
                  </a:moveTo>
                  <a:lnTo>
                    <a:pt x="1" y="5583"/>
                  </a:lnTo>
                  <a:lnTo>
                    <a:pt x="5049" y="5583"/>
                  </a:lnTo>
                  <a:lnTo>
                    <a:pt x="50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119"/>
            <p:cNvSpPr/>
            <p:nvPr/>
          </p:nvSpPr>
          <p:spPr>
            <a:xfrm>
              <a:off x="7700375" y="4104050"/>
              <a:ext cx="274550" cy="162875"/>
            </a:xfrm>
            <a:custGeom>
              <a:avLst/>
              <a:gdLst/>
              <a:ahLst/>
              <a:cxnLst/>
              <a:rect l="l" t="t" r="r" b="b"/>
              <a:pathLst>
                <a:path w="10982" h="6515" extrusionOk="0">
                  <a:moveTo>
                    <a:pt x="1" y="1"/>
                  </a:moveTo>
                  <a:lnTo>
                    <a:pt x="1" y="6515"/>
                  </a:lnTo>
                  <a:lnTo>
                    <a:pt x="10981" y="6515"/>
                  </a:lnTo>
                  <a:lnTo>
                    <a:pt x="1098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119"/>
            <p:cNvSpPr/>
            <p:nvPr/>
          </p:nvSpPr>
          <p:spPr>
            <a:xfrm>
              <a:off x="7700375" y="4266900"/>
              <a:ext cx="20975" cy="27950"/>
            </a:xfrm>
            <a:custGeom>
              <a:avLst/>
              <a:gdLst/>
              <a:ahLst/>
              <a:cxnLst/>
              <a:rect l="l" t="t" r="r" b="b"/>
              <a:pathLst>
                <a:path w="839" h="1118" extrusionOk="0">
                  <a:moveTo>
                    <a:pt x="1" y="1"/>
                  </a:moveTo>
                  <a:lnTo>
                    <a:pt x="1" y="1117"/>
                  </a:lnTo>
                  <a:lnTo>
                    <a:pt x="838" y="1117"/>
                  </a:lnTo>
                  <a:lnTo>
                    <a:pt x="83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119"/>
            <p:cNvSpPr/>
            <p:nvPr/>
          </p:nvSpPr>
          <p:spPr>
            <a:xfrm>
              <a:off x="7700375" y="4104050"/>
              <a:ext cx="20975" cy="162875"/>
            </a:xfrm>
            <a:custGeom>
              <a:avLst/>
              <a:gdLst/>
              <a:ahLst/>
              <a:cxnLst/>
              <a:rect l="l" t="t" r="r" b="b"/>
              <a:pathLst>
                <a:path w="839" h="6515" extrusionOk="0">
                  <a:moveTo>
                    <a:pt x="1" y="1"/>
                  </a:moveTo>
                  <a:lnTo>
                    <a:pt x="1" y="6515"/>
                  </a:lnTo>
                  <a:lnTo>
                    <a:pt x="838" y="6515"/>
                  </a:lnTo>
                  <a:lnTo>
                    <a:pt x="83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119"/>
            <p:cNvSpPr/>
            <p:nvPr/>
          </p:nvSpPr>
          <p:spPr>
            <a:xfrm>
              <a:off x="7760875" y="4266900"/>
              <a:ext cx="104700" cy="146600"/>
            </a:xfrm>
            <a:custGeom>
              <a:avLst/>
              <a:gdLst/>
              <a:ahLst/>
              <a:cxnLst/>
              <a:rect l="l" t="t" r="r" b="b"/>
              <a:pathLst>
                <a:path w="4188" h="5864" extrusionOk="0">
                  <a:moveTo>
                    <a:pt x="1396" y="1"/>
                  </a:moveTo>
                  <a:lnTo>
                    <a:pt x="559" y="1"/>
                  </a:lnTo>
                  <a:cubicBezTo>
                    <a:pt x="256" y="1"/>
                    <a:pt x="0" y="233"/>
                    <a:pt x="0" y="559"/>
                  </a:cubicBezTo>
                  <a:lnTo>
                    <a:pt x="0" y="5863"/>
                  </a:lnTo>
                  <a:lnTo>
                    <a:pt x="838" y="5863"/>
                  </a:lnTo>
                  <a:lnTo>
                    <a:pt x="838" y="559"/>
                  </a:lnTo>
                  <a:cubicBezTo>
                    <a:pt x="838" y="256"/>
                    <a:pt x="1094" y="1"/>
                    <a:pt x="1396" y="1"/>
                  </a:cubicBezTo>
                  <a:close/>
                  <a:moveTo>
                    <a:pt x="3629" y="3351"/>
                  </a:moveTo>
                  <a:lnTo>
                    <a:pt x="3629" y="5863"/>
                  </a:lnTo>
                  <a:lnTo>
                    <a:pt x="4188" y="5863"/>
                  </a:lnTo>
                  <a:lnTo>
                    <a:pt x="4188" y="3351"/>
                  </a:lnTo>
                  <a:close/>
                  <a:moveTo>
                    <a:pt x="3629" y="3351"/>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119"/>
            <p:cNvSpPr/>
            <p:nvPr/>
          </p:nvSpPr>
          <p:spPr>
            <a:xfrm>
              <a:off x="7746900" y="4469300"/>
              <a:ext cx="118675" cy="27950"/>
            </a:xfrm>
            <a:custGeom>
              <a:avLst/>
              <a:gdLst/>
              <a:ahLst/>
              <a:cxnLst/>
              <a:rect l="l" t="t" r="r" b="b"/>
              <a:pathLst>
                <a:path w="4747" h="1118" extrusionOk="0">
                  <a:moveTo>
                    <a:pt x="1" y="1117"/>
                  </a:moveTo>
                  <a:lnTo>
                    <a:pt x="838" y="1117"/>
                  </a:lnTo>
                  <a:lnTo>
                    <a:pt x="838" y="0"/>
                  </a:lnTo>
                  <a:lnTo>
                    <a:pt x="1" y="0"/>
                  </a:lnTo>
                  <a:close/>
                  <a:moveTo>
                    <a:pt x="4747" y="0"/>
                  </a:moveTo>
                  <a:lnTo>
                    <a:pt x="4747" y="1117"/>
                  </a:lnTo>
                  <a:lnTo>
                    <a:pt x="4188" y="1117"/>
                  </a:lnTo>
                  <a:lnTo>
                    <a:pt x="4188" y="0"/>
                  </a:lnTo>
                  <a:close/>
                  <a:moveTo>
                    <a:pt x="4747" y="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119"/>
            <p:cNvSpPr/>
            <p:nvPr/>
          </p:nvSpPr>
          <p:spPr>
            <a:xfrm>
              <a:off x="7823675" y="4357625"/>
              <a:ext cx="14000" cy="153575"/>
            </a:xfrm>
            <a:custGeom>
              <a:avLst/>
              <a:gdLst/>
              <a:ahLst/>
              <a:cxnLst/>
              <a:rect l="l" t="t" r="r" b="b"/>
              <a:pathLst>
                <a:path w="560" h="6143" extrusionOk="0">
                  <a:moveTo>
                    <a:pt x="1" y="1"/>
                  </a:moveTo>
                  <a:lnTo>
                    <a:pt x="1" y="6142"/>
                  </a:lnTo>
                  <a:lnTo>
                    <a:pt x="559" y="6142"/>
                  </a:lnTo>
                  <a:lnTo>
                    <a:pt x="55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119"/>
            <p:cNvSpPr/>
            <p:nvPr/>
          </p:nvSpPr>
          <p:spPr>
            <a:xfrm>
              <a:off x="7682925" y="4371600"/>
              <a:ext cx="421100" cy="196000"/>
            </a:xfrm>
            <a:custGeom>
              <a:avLst/>
              <a:gdLst/>
              <a:ahLst/>
              <a:cxnLst/>
              <a:rect l="l" t="t" r="r" b="b"/>
              <a:pathLst>
                <a:path w="16844" h="7840" extrusionOk="0">
                  <a:moveTo>
                    <a:pt x="559" y="0"/>
                  </a:moveTo>
                  <a:lnTo>
                    <a:pt x="1" y="0"/>
                  </a:lnTo>
                  <a:lnTo>
                    <a:pt x="1" y="7840"/>
                  </a:lnTo>
                  <a:lnTo>
                    <a:pt x="559" y="7840"/>
                  </a:lnTo>
                  <a:close/>
                  <a:moveTo>
                    <a:pt x="16844" y="0"/>
                  </a:moveTo>
                  <a:lnTo>
                    <a:pt x="16286" y="0"/>
                  </a:lnTo>
                  <a:lnTo>
                    <a:pt x="16286" y="7840"/>
                  </a:lnTo>
                  <a:lnTo>
                    <a:pt x="16844" y="7840"/>
                  </a:lnTo>
                  <a:close/>
                  <a:moveTo>
                    <a:pt x="16844" y="0"/>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119"/>
            <p:cNvSpPr/>
            <p:nvPr/>
          </p:nvSpPr>
          <p:spPr>
            <a:xfrm>
              <a:off x="7668975" y="4343675"/>
              <a:ext cx="20975" cy="27950"/>
            </a:xfrm>
            <a:custGeom>
              <a:avLst/>
              <a:gdLst/>
              <a:ahLst/>
              <a:cxnLst/>
              <a:rect l="l" t="t" r="r" b="b"/>
              <a:pathLst>
                <a:path w="839" h="1118" extrusionOk="0">
                  <a:moveTo>
                    <a:pt x="1" y="0"/>
                  </a:moveTo>
                  <a:lnTo>
                    <a:pt x="1" y="1117"/>
                  </a:lnTo>
                  <a:lnTo>
                    <a:pt x="838" y="1117"/>
                  </a:lnTo>
                  <a:lnTo>
                    <a:pt x="8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119"/>
            <p:cNvSpPr/>
            <p:nvPr/>
          </p:nvSpPr>
          <p:spPr>
            <a:xfrm>
              <a:off x="7964425" y="4371600"/>
              <a:ext cx="21550" cy="139600"/>
            </a:xfrm>
            <a:custGeom>
              <a:avLst/>
              <a:gdLst/>
              <a:ahLst/>
              <a:cxnLst/>
              <a:rect l="l" t="t" r="r" b="b"/>
              <a:pathLst>
                <a:path w="862" h="5584" extrusionOk="0">
                  <a:moveTo>
                    <a:pt x="1" y="0"/>
                  </a:moveTo>
                  <a:lnTo>
                    <a:pt x="1" y="5583"/>
                  </a:lnTo>
                  <a:lnTo>
                    <a:pt x="861" y="5583"/>
                  </a:lnTo>
                  <a:lnTo>
                    <a:pt x="86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119"/>
            <p:cNvSpPr/>
            <p:nvPr/>
          </p:nvSpPr>
          <p:spPr>
            <a:xfrm>
              <a:off x="7978375" y="4312275"/>
              <a:ext cx="35525" cy="31425"/>
            </a:xfrm>
            <a:custGeom>
              <a:avLst/>
              <a:gdLst/>
              <a:ahLst/>
              <a:cxnLst/>
              <a:rect l="l" t="t" r="r" b="b"/>
              <a:pathLst>
                <a:path w="1421" h="1257" extrusionOk="0">
                  <a:moveTo>
                    <a:pt x="1" y="1256"/>
                  </a:moveTo>
                  <a:lnTo>
                    <a:pt x="559" y="1256"/>
                  </a:lnTo>
                  <a:cubicBezTo>
                    <a:pt x="559" y="745"/>
                    <a:pt x="908" y="303"/>
                    <a:pt x="1420" y="186"/>
                  </a:cubicBezTo>
                  <a:cubicBezTo>
                    <a:pt x="699" y="0"/>
                    <a:pt x="24" y="535"/>
                    <a:pt x="1" y="1256"/>
                  </a:cubicBezTo>
                  <a:close/>
                  <a:moveTo>
                    <a:pt x="1" y="1256"/>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119"/>
            <p:cNvSpPr/>
            <p:nvPr/>
          </p:nvSpPr>
          <p:spPr>
            <a:xfrm>
              <a:off x="8062725" y="4280850"/>
              <a:ext cx="27925" cy="62850"/>
            </a:xfrm>
            <a:custGeom>
              <a:avLst/>
              <a:gdLst/>
              <a:ahLst/>
              <a:cxnLst/>
              <a:rect l="l" t="t" r="r" b="b"/>
              <a:pathLst>
                <a:path w="1117" h="2514" extrusionOk="0">
                  <a:moveTo>
                    <a:pt x="559" y="2513"/>
                  </a:moveTo>
                  <a:lnTo>
                    <a:pt x="1117" y="2513"/>
                  </a:lnTo>
                  <a:cubicBezTo>
                    <a:pt x="791" y="2513"/>
                    <a:pt x="559" y="2281"/>
                    <a:pt x="559" y="1955"/>
                  </a:cubicBezTo>
                  <a:lnTo>
                    <a:pt x="559" y="1"/>
                  </a:lnTo>
                  <a:lnTo>
                    <a:pt x="0" y="1"/>
                  </a:lnTo>
                  <a:lnTo>
                    <a:pt x="0" y="1932"/>
                  </a:lnTo>
                  <a:cubicBezTo>
                    <a:pt x="0" y="2257"/>
                    <a:pt x="233" y="2490"/>
                    <a:pt x="559" y="2490"/>
                  </a:cubicBezTo>
                  <a:close/>
                  <a:moveTo>
                    <a:pt x="559" y="2513"/>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119"/>
            <p:cNvSpPr/>
            <p:nvPr/>
          </p:nvSpPr>
          <p:spPr>
            <a:xfrm>
              <a:off x="7851600" y="4125000"/>
              <a:ext cx="102375" cy="176825"/>
            </a:xfrm>
            <a:custGeom>
              <a:avLst/>
              <a:gdLst/>
              <a:ahLst/>
              <a:cxnLst/>
              <a:rect l="l" t="t" r="r" b="b"/>
              <a:pathLst>
                <a:path w="4095" h="7073" extrusionOk="0">
                  <a:moveTo>
                    <a:pt x="1303" y="0"/>
                  </a:moveTo>
                  <a:lnTo>
                    <a:pt x="1303" y="559"/>
                  </a:lnTo>
                  <a:lnTo>
                    <a:pt x="2978" y="559"/>
                  </a:lnTo>
                  <a:lnTo>
                    <a:pt x="2978" y="0"/>
                  </a:lnTo>
                  <a:close/>
                  <a:moveTo>
                    <a:pt x="3537" y="0"/>
                  </a:moveTo>
                  <a:lnTo>
                    <a:pt x="3537" y="559"/>
                  </a:lnTo>
                  <a:lnTo>
                    <a:pt x="4095" y="559"/>
                  </a:lnTo>
                  <a:lnTo>
                    <a:pt x="4095" y="0"/>
                  </a:lnTo>
                  <a:close/>
                  <a:moveTo>
                    <a:pt x="0" y="6514"/>
                  </a:moveTo>
                  <a:lnTo>
                    <a:pt x="0" y="7072"/>
                  </a:lnTo>
                  <a:lnTo>
                    <a:pt x="559" y="7072"/>
                  </a:lnTo>
                  <a:lnTo>
                    <a:pt x="559" y="6514"/>
                  </a:lnTo>
                  <a:close/>
                  <a:moveTo>
                    <a:pt x="1117" y="6514"/>
                  </a:moveTo>
                  <a:lnTo>
                    <a:pt x="1117" y="7072"/>
                  </a:lnTo>
                  <a:lnTo>
                    <a:pt x="1675" y="7072"/>
                  </a:lnTo>
                  <a:lnTo>
                    <a:pt x="1675" y="6514"/>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119"/>
            <p:cNvSpPr/>
            <p:nvPr/>
          </p:nvSpPr>
          <p:spPr>
            <a:xfrm>
              <a:off x="8013275" y="4469300"/>
              <a:ext cx="28525" cy="13975"/>
            </a:xfrm>
            <a:custGeom>
              <a:avLst/>
              <a:gdLst/>
              <a:ahLst/>
              <a:cxnLst/>
              <a:rect l="l" t="t" r="r" b="b"/>
              <a:pathLst>
                <a:path w="1141" h="559" extrusionOk="0">
                  <a:moveTo>
                    <a:pt x="1" y="0"/>
                  </a:moveTo>
                  <a:lnTo>
                    <a:pt x="1" y="559"/>
                  </a:lnTo>
                  <a:lnTo>
                    <a:pt x="1141" y="559"/>
                  </a:lnTo>
                  <a:lnTo>
                    <a:pt x="114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119"/>
            <p:cNvSpPr/>
            <p:nvPr/>
          </p:nvSpPr>
          <p:spPr>
            <a:xfrm>
              <a:off x="8013275" y="4399500"/>
              <a:ext cx="28525" cy="14000"/>
            </a:xfrm>
            <a:custGeom>
              <a:avLst/>
              <a:gdLst/>
              <a:ahLst/>
              <a:cxnLst/>
              <a:rect l="l" t="t" r="r" b="b"/>
              <a:pathLst>
                <a:path w="1141" h="560" extrusionOk="0">
                  <a:moveTo>
                    <a:pt x="1" y="1"/>
                  </a:moveTo>
                  <a:lnTo>
                    <a:pt x="1" y="559"/>
                  </a:lnTo>
                  <a:lnTo>
                    <a:pt x="1141" y="559"/>
                  </a:lnTo>
                  <a:lnTo>
                    <a:pt x="114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119"/>
            <p:cNvSpPr/>
            <p:nvPr/>
          </p:nvSpPr>
          <p:spPr>
            <a:xfrm>
              <a:off x="7662000" y="4096500"/>
              <a:ext cx="477525" cy="478100"/>
            </a:xfrm>
            <a:custGeom>
              <a:avLst/>
              <a:gdLst/>
              <a:ahLst/>
              <a:cxnLst/>
              <a:rect l="l" t="t" r="r" b="b"/>
              <a:pathLst>
                <a:path w="19101" h="19124" extrusionOk="0">
                  <a:moveTo>
                    <a:pt x="12237" y="7049"/>
                  </a:moveTo>
                  <a:lnTo>
                    <a:pt x="12237" y="7631"/>
                  </a:lnTo>
                  <a:lnTo>
                    <a:pt x="10399" y="7631"/>
                  </a:lnTo>
                  <a:lnTo>
                    <a:pt x="10399" y="7328"/>
                  </a:lnTo>
                  <a:cubicBezTo>
                    <a:pt x="10399" y="7235"/>
                    <a:pt x="10376" y="7142"/>
                    <a:pt x="10330" y="7049"/>
                  </a:cubicBezTo>
                  <a:close/>
                  <a:moveTo>
                    <a:pt x="3723" y="7072"/>
                  </a:moveTo>
                  <a:cubicBezTo>
                    <a:pt x="3699" y="7166"/>
                    <a:pt x="3676" y="7259"/>
                    <a:pt x="3676" y="7352"/>
                  </a:cubicBezTo>
                  <a:lnTo>
                    <a:pt x="3676" y="7654"/>
                  </a:lnTo>
                  <a:lnTo>
                    <a:pt x="1815" y="7631"/>
                  </a:lnTo>
                  <a:lnTo>
                    <a:pt x="1815" y="7072"/>
                  </a:lnTo>
                  <a:close/>
                  <a:moveTo>
                    <a:pt x="13773" y="9027"/>
                  </a:moveTo>
                  <a:cubicBezTo>
                    <a:pt x="14145" y="9027"/>
                    <a:pt x="14447" y="9236"/>
                    <a:pt x="14564" y="9585"/>
                  </a:cubicBezTo>
                  <a:lnTo>
                    <a:pt x="12982" y="9585"/>
                  </a:lnTo>
                  <a:cubicBezTo>
                    <a:pt x="13098" y="9236"/>
                    <a:pt x="13424" y="9027"/>
                    <a:pt x="13773" y="9027"/>
                  </a:cubicBezTo>
                  <a:close/>
                  <a:moveTo>
                    <a:pt x="17983" y="7631"/>
                  </a:moveTo>
                  <a:lnTo>
                    <a:pt x="17983" y="9306"/>
                  </a:lnTo>
                  <a:cubicBezTo>
                    <a:pt x="17983" y="9469"/>
                    <a:pt x="17844" y="9608"/>
                    <a:pt x="17681" y="9608"/>
                  </a:cubicBezTo>
                  <a:lnTo>
                    <a:pt x="16564" y="9608"/>
                  </a:lnTo>
                  <a:cubicBezTo>
                    <a:pt x="16401" y="9608"/>
                    <a:pt x="16285" y="9469"/>
                    <a:pt x="16285" y="9306"/>
                  </a:cubicBezTo>
                  <a:lnTo>
                    <a:pt x="16308" y="9306"/>
                  </a:lnTo>
                  <a:lnTo>
                    <a:pt x="16308" y="7631"/>
                  </a:lnTo>
                  <a:close/>
                  <a:moveTo>
                    <a:pt x="3676" y="10143"/>
                  </a:moveTo>
                  <a:lnTo>
                    <a:pt x="3676" y="10702"/>
                  </a:lnTo>
                  <a:lnTo>
                    <a:pt x="559" y="10702"/>
                  </a:lnTo>
                  <a:lnTo>
                    <a:pt x="559" y="10143"/>
                  </a:lnTo>
                  <a:close/>
                  <a:moveTo>
                    <a:pt x="18542" y="10143"/>
                  </a:moveTo>
                  <a:lnTo>
                    <a:pt x="18542" y="10702"/>
                  </a:lnTo>
                  <a:lnTo>
                    <a:pt x="10399" y="10702"/>
                  </a:lnTo>
                  <a:lnTo>
                    <a:pt x="10399" y="10143"/>
                  </a:lnTo>
                  <a:close/>
                  <a:moveTo>
                    <a:pt x="9562" y="7072"/>
                  </a:moveTo>
                  <a:cubicBezTo>
                    <a:pt x="9725" y="7072"/>
                    <a:pt x="9841" y="7212"/>
                    <a:pt x="9841" y="7375"/>
                  </a:cubicBezTo>
                  <a:lnTo>
                    <a:pt x="9841" y="12377"/>
                  </a:lnTo>
                  <a:lnTo>
                    <a:pt x="7864" y="12377"/>
                  </a:lnTo>
                  <a:lnTo>
                    <a:pt x="7864" y="10143"/>
                  </a:lnTo>
                  <a:lnTo>
                    <a:pt x="6189" y="10143"/>
                  </a:lnTo>
                  <a:lnTo>
                    <a:pt x="6189" y="12377"/>
                  </a:lnTo>
                  <a:lnTo>
                    <a:pt x="4234" y="12377"/>
                  </a:lnTo>
                  <a:lnTo>
                    <a:pt x="4234" y="7375"/>
                  </a:lnTo>
                  <a:cubicBezTo>
                    <a:pt x="4234" y="7212"/>
                    <a:pt x="4374" y="7072"/>
                    <a:pt x="4537" y="7072"/>
                  </a:cubicBezTo>
                  <a:close/>
                  <a:moveTo>
                    <a:pt x="6189" y="15168"/>
                  </a:moveTo>
                  <a:lnTo>
                    <a:pt x="6189" y="15727"/>
                  </a:lnTo>
                  <a:lnTo>
                    <a:pt x="3676" y="15727"/>
                  </a:lnTo>
                  <a:lnTo>
                    <a:pt x="3676" y="15168"/>
                  </a:lnTo>
                  <a:close/>
                  <a:moveTo>
                    <a:pt x="10399" y="15168"/>
                  </a:moveTo>
                  <a:lnTo>
                    <a:pt x="10399" y="15727"/>
                  </a:lnTo>
                  <a:lnTo>
                    <a:pt x="7864" y="15727"/>
                  </a:lnTo>
                  <a:lnTo>
                    <a:pt x="7864" y="15168"/>
                  </a:lnTo>
                  <a:close/>
                  <a:moveTo>
                    <a:pt x="7305" y="10725"/>
                  </a:moveTo>
                  <a:lnTo>
                    <a:pt x="7305" y="16308"/>
                  </a:lnTo>
                  <a:lnTo>
                    <a:pt x="6747" y="16285"/>
                  </a:lnTo>
                  <a:lnTo>
                    <a:pt x="6747" y="10725"/>
                  </a:lnTo>
                  <a:close/>
                  <a:moveTo>
                    <a:pt x="1257" y="0"/>
                  </a:moveTo>
                  <a:lnTo>
                    <a:pt x="1257" y="2257"/>
                  </a:lnTo>
                  <a:lnTo>
                    <a:pt x="1815" y="2257"/>
                  </a:lnTo>
                  <a:lnTo>
                    <a:pt x="1815" y="582"/>
                  </a:lnTo>
                  <a:lnTo>
                    <a:pt x="12237" y="582"/>
                  </a:lnTo>
                  <a:lnTo>
                    <a:pt x="12237" y="6537"/>
                  </a:lnTo>
                  <a:lnTo>
                    <a:pt x="1815" y="6537"/>
                  </a:lnTo>
                  <a:lnTo>
                    <a:pt x="1815" y="2815"/>
                  </a:lnTo>
                  <a:lnTo>
                    <a:pt x="1257" y="2815"/>
                  </a:lnTo>
                  <a:lnTo>
                    <a:pt x="1257" y="8212"/>
                  </a:lnTo>
                  <a:lnTo>
                    <a:pt x="3676" y="8212"/>
                  </a:lnTo>
                  <a:lnTo>
                    <a:pt x="3676" y="9608"/>
                  </a:lnTo>
                  <a:lnTo>
                    <a:pt x="0" y="9608"/>
                  </a:lnTo>
                  <a:lnTo>
                    <a:pt x="0" y="11283"/>
                  </a:lnTo>
                  <a:lnTo>
                    <a:pt x="559" y="11283"/>
                  </a:lnTo>
                  <a:lnTo>
                    <a:pt x="559" y="12958"/>
                  </a:lnTo>
                  <a:lnTo>
                    <a:pt x="1117" y="12958"/>
                  </a:lnTo>
                  <a:lnTo>
                    <a:pt x="1117" y="11283"/>
                  </a:lnTo>
                  <a:lnTo>
                    <a:pt x="1675" y="11283"/>
                  </a:lnTo>
                  <a:lnTo>
                    <a:pt x="1675" y="18565"/>
                  </a:lnTo>
                  <a:lnTo>
                    <a:pt x="1117" y="18565"/>
                  </a:lnTo>
                  <a:lnTo>
                    <a:pt x="1117" y="13517"/>
                  </a:lnTo>
                  <a:lnTo>
                    <a:pt x="559" y="13517"/>
                  </a:lnTo>
                  <a:lnTo>
                    <a:pt x="559" y="19123"/>
                  </a:lnTo>
                  <a:lnTo>
                    <a:pt x="2234" y="19123"/>
                  </a:lnTo>
                  <a:lnTo>
                    <a:pt x="2234" y="11283"/>
                  </a:lnTo>
                  <a:lnTo>
                    <a:pt x="3676" y="11283"/>
                  </a:lnTo>
                  <a:lnTo>
                    <a:pt x="3676" y="12958"/>
                  </a:lnTo>
                  <a:lnTo>
                    <a:pt x="6189" y="12958"/>
                  </a:lnTo>
                  <a:lnTo>
                    <a:pt x="6189" y="14633"/>
                  </a:lnTo>
                  <a:lnTo>
                    <a:pt x="3118" y="14633"/>
                  </a:lnTo>
                  <a:lnTo>
                    <a:pt x="3118" y="16308"/>
                  </a:lnTo>
                  <a:lnTo>
                    <a:pt x="6189" y="16308"/>
                  </a:lnTo>
                  <a:lnTo>
                    <a:pt x="6189" y="16867"/>
                  </a:lnTo>
                  <a:lnTo>
                    <a:pt x="6747" y="16867"/>
                  </a:lnTo>
                  <a:lnTo>
                    <a:pt x="6747" y="18006"/>
                  </a:lnTo>
                  <a:lnTo>
                    <a:pt x="3676" y="18006"/>
                  </a:lnTo>
                  <a:lnTo>
                    <a:pt x="3676" y="19123"/>
                  </a:lnTo>
                  <a:lnTo>
                    <a:pt x="4234" y="19123"/>
                  </a:lnTo>
                  <a:lnTo>
                    <a:pt x="4234" y="18565"/>
                  </a:lnTo>
                  <a:lnTo>
                    <a:pt x="6747" y="18565"/>
                  </a:lnTo>
                  <a:lnTo>
                    <a:pt x="6747" y="19123"/>
                  </a:lnTo>
                  <a:lnTo>
                    <a:pt x="7305" y="19123"/>
                  </a:lnTo>
                  <a:lnTo>
                    <a:pt x="7305" y="18565"/>
                  </a:lnTo>
                  <a:lnTo>
                    <a:pt x="9841" y="18565"/>
                  </a:lnTo>
                  <a:lnTo>
                    <a:pt x="9841" y="19123"/>
                  </a:lnTo>
                  <a:lnTo>
                    <a:pt x="10399" y="19123"/>
                  </a:lnTo>
                  <a:lnTo>
                    <a:pt x="10399" y="18006"/>
                  </a:lnTo>
                  <a:lnTo>
                    <a:pt x="7305" y="18006"/>
                  </a:lnTo>
                  <a:lnTo>
                    <a:pt x="7305" y="16867"/>
                  </a:lnTo>
                  <a:lnTo>
                    <a:pt x="7864" y="16867"/>
                  </a:lnTo>
                  <a:lnTo>
                    <a:pt x="7864" y="16308"/>
                  </a:lnTo>
                  <a:lnTo>
                    <a:pt x="10958" y="16308"/>
                  </a:lnTo>
                  <a:lnTo>
                    <a:pt x="10958" y="14633"/>
                  </a:lnTo>
                  <a:lnTo>
                    <a:pt x="7864" y="14633"/>
                  </a:lnTo>
                  <a:lnTo>
                    <a:pt x="7864" y="12958"/>
                  </a:lnTo>
                  <a:lnTo>
                    <a:pt x="10399" y="12958"/>
                  </a:lnTo>
                  <a:lnTo>
                    <a:pt x="10399" y="11283"/>
                  </a:lnTo>
                  <a:lnTo>
                    <a:pt x="11818" y="11283"/>
                  </a:lnTo>
                  <a:lnTo>
                    <a:pt x="11818" y="16867"/>
                  </a:lnTo>
                  <a:lnTo>
                    <a:pt x="16308" y="16867"/>
                  </a:lnTo>
                  <a:lnTo>
                    <a:pt x="16308" y="16308"/>
                  </a:lnTo>
                  <a:lnTo>
                    <a:pt x="12377" y="16308"/>
                  </a:lnTo>
                  <a:lnTo>
                    <a:pt x="12377" y="14075"/>
                  </a:lnTo>
                  <a:lnTo>
                    <a:pt x="16308" y="14075"/>
                  </a:lnTo>
                  <a:lnTo>
                    <a:pt x="16308" y="13517"/>
                  </a:lnTo>
                  <a:lnTo>
                    <a:pt x="12377" y="13517"/>
                  </a:lnTo>
                  <a:lnTo>
                    <a:pt x="12377" y="11283"/>
                  </a:lnTo>
                  <a:lnTo>
                    <a:pt x="16867" y="11283"/>
                  </a:lnTo>
                  <a:lnTo>
                    <a:pt x="16867" y="19123"/>
                  </a:lnTo>
                  <a:lnTo>
                    <a:pt x="18542" y="19123"/>
                  </a:lnTo>
                  <a:lnTo>
                    <a:pt x="18542" y="16867"/>
                  </a:lnTo>
                  <a:lnTo>
                    <a:pt x="17983" y="16867"/>
                  </a:lnTo>
                  <a:lnTo>
                    <a:pt x="17983" y="18565"/>
                  </a:lnTo>
                  <a:lnTo>
                    <a:pt x="17425" y="18565"/>
                  </a:lnTo>
                  <a:lnTo>
                    <a:pt x="17425" y="11283"/>
                  </a:lnTo>
                  <a:lnTo>
                    <a:pt x="17983" y="11283"/>
                  </a:lnTo>
                  <a:lnTo>
                    <a:pt x="17983" y="16308"/>
                  </a:lnTo>
                  <a:lnTo>
                    <a:pt x="18542" y="16308"/>
                  </a:lnTo>
                  <a:lnTo>
                    <a:pt x="18542" y="11283"/>
                  </a:lnTo>
                  <a:lnTo>
                    <a:pt x="19100" y="11283"/>
                  </a:lnTo>
                  <a:lnTo>
                    <a:pt x="19100" y="9608"/>
                  </a:lnTo>
                  <a:lnTo>
                    <a:pt x="18495" y="9608"/>
                  </a:lnTo>
                  <a:cubicBezTo>
                    <a:pt x="18518" y="9515"/>
                    <a:pt x="18542" y="9422"/>
                    <a:pt x="18542" y="9306"/>
                  </a:cubicBezTo>
                  <a:lnTo>
                    <a:pt x="18542" y="7072"/>
                  </a:lnTo>
                  <a:lnTo>
                    <a:pt x="17983" y="7072"/>
                  </a:lnTo>
                  <a:lnTo>
                    <a:pt x="17983" y="6235"/>
                  </a:lnTo>
                  <a:lnTo>
                    <a:pt x="17425" y="6235"/>
                  </a:lnTo>
                  <a:lnTo>
                    <a:pt x="17425" y="7072"/>
                  </a:lnTo>
                  <a:lnTo>
                    <a:pt x="16867" y="7072"/>
                  </a:lnTo>
                  <a:lnTo>
                    <a:pt x="16867" y="5677"/>
                  </a:lnTo>
                  <a:lnTo>
                    <a:pt x="16308" y="5677"/>
                  </a:lnTo>
                  <a:lnTo>
                    <a:pt x="16308" y="7072"/>
                  </a:lnTo>
                  <a:lnTo>
                    <a:pt x="15750" y="7072"/>
                  </a:lnTo>
                  <a:lnTo>
                    <a:pt x="15750" y="9306"/>
                  </a:lnTo>
                  <a:cubicBezTo>
                    <a:pt x="15750" y="9422"/>
                    <a:pt x="15750" y="9515"/>
                    <a:pt x="15797" y="9608"/>
                  </a:cubicBezTo>
                  <a:lnTo>
                    <a:pt x="15145" y="9608"/>
                  </a:lnTo>
                  <a:cubicBezTo>
                    <a:pt x="14994" y="8864"/>
                    <a:pt x="14389" y="8492"/>
                    <a:pt x="13784" y="8492"/>
                  </a:cubicBezTo>
                  <a:cubicBezTo>
                    <a:pt x="13179" y="8492"/>
                    <a:pt x="12575" y="8864"/>
                    <a:pt x="12423" y="9608"/>
                  </a:cubicBezTo>
                  <a:lnTo>
                    <a:pt x="10376" y="9608"/>
                  </a:lnTo>
                  <a:lnTo>
                    <a:pt x="10376" y="8212"/>
                  </a:lnTo>
                  <a:lnTo>
                    <a:pt x="12796" y="8212"/>
                  </a:lnTo>
                  <a:lnTo>
                    <a:pt x="1279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119"/>
            <p:cNvSpPr/>
            <p:nvPr/>
          </p:nvSpPr>
          <p:spPr>
            <a:xfrm>
              <a:off x="7844625" y="4175000"/>
              <a:ext cx="13975" cy="14000"/>
            </a:xfrm>
            <a:custGeom>
              <a:avLst/>
              <a:gdLst/>
              <a:ahLst/>
              <a:cxnLst/>
              <a:rect l="l" t="t" r="r" b="b"/>
              <a:pathLst>
                <a:path w="559" h="560" extrusionOk="0">
                  <a:moveTo>
                    <a:pt x="0" y="1"/>
                  </a:moveTo>
                  <a:lnTo>
                    <a:pt x="0"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119"/>
            <p:cNvSpPr/>
            <p:nvPr/>
          </p:nvSpPr>
          <p:spPr>
            <a:xfrm>
              <a:off x="7816700" y="4175000"/>
              <a:ext cx="13975" cy="14000"/>
            </a:xfrm>
            <a:custGeom>
              <a:avLst/>
              <a:gdLst/>
              <a:ahLst/>
              <a:cxnLst/>
              <a:rect l="l" t="t" r="r" b="b"/>
              <a:pathLst>
                <a:path w="559" h="560" extrusionOk="0">
                  <a:moveTo>
                    <a:pt x="1" y="1"/>
                  </a:moveTo>
                  <a:lnTo>
                    <a:pt x="1"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0" name="Google Shape;5880;p119"/>
          <p:cNvGrpSpPr/>
          <p:nvPr/>
        </p:nvGrpSpPr>
        <p:grpSpPr>
          <a:xfrm>
            <a:off x="7693400" y="3328800"/>
            <a:ext cx="425175" cy="528100"/>
            <a:chOff x="7693400" y="3328800"/>
            <a:chExt cx="425175" cy="528100"/>
          </a:xfrm>
        </p:grpSpPr>
        <p:sp>
          <p:nvSpPr>
            <p:cNvPr id="5881" name="Google Shape;5881;p119"/>
            <p:cNvSpPr/>
            <p:nvPr/>
          </p:nvSpPr>
          <p:spPr>
            <a:xfrm>
              <a:off x="7712025" y="3328800"/>
              <a:ext cx="342000" cy="362925"/>
            </a:xfrm>
            <a:custGeom>
              <a:avLst/>
              <a:gdLst/>
              <a:ahLst/>
              <a:cxnLst/>
              <a:rect l="l" t="t" r="r" b="b"/>
              <a:pathLst>
                <a:path w="13680" h="14517" extrusionOk="0">
                  <a:moveTo>
                    <a:pt x="8212" y="11725"/>
                  </a:moveTo>
                  <a:lnTo>
                    <a:pt x="9375" y="8654"/>
                  </a:lnTo>
                  <a:lnTo>
                    <a:pt x="11120" y="8329"/>
                  </a:lnTo>
                  <a:lnTo>
                    <a:pt x="12795" y="9724"/>
                  </a:lnTo>
                  <a:cubicBezTo>
                    <a:pt x="13679" y="3839"/>
                    <a:pt x="6747" y="0"/>
                    <a:pt x="2233" y="3885"/>
                  </a:cubicBezTo>
                  <a:lnTo>
                    <a:pt x="3792" y="6654"/>
                  </a:lnTo>
                  <a:lnTo>
                    <a:pt x="5863" y="6537"/>
                  </a:lnTo>
                  <a:lnTo>
                    <a:pt x="7491" y="8538"/>
                  </a:lnTo>
                  <a:lnTo>
                    <a:pt x="7096" y="11074"/>
                  </a:lnTo>
                  <a:close/>
                  <a:moveTo>
                    <a:pt x="3559" y="14517"/>
                  </a:moveTo>
                  <a:cubicBezTo>
                    <a:pt x="1373" y="13423"/>
                    <a:pt x="0" y="11213"/>
                    <a:pt x="0" y="8771"/>
                  </a:cubicBezTo>
                  <a:lnTo>
                    <a:pt x="2233" y="8375"/>
                  </a:lnTo>
                  <a:lnTo>
                    <a:pt x="1698" y="10004"/>
                  </a:lnTo>
                  <a:lnTo>
                    <a:pt x="2140" y="10585"/>
                  </a:lnTo>
                  <a:lnTo>
                    <a:pt x="4676" y="11469"/>
                  </a:lnTo>
                  <a:lnTo>
                    <a:pt x="4932" y="12586"/>
                  </a:lnTo>
                  <a:close/>
                  <a:moveTo>
                    <a:pt x="3559" y="14517"/>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119"/>
            <p:cNvSpPr/>
            <p:nvPr/>
          </p:nvSpPr>
          <p:spPr>
            <a:xfrm>
              <a:off x="7712025" y="3425925"/>
              <a:ext cx="319900" cy="314650"/>
            </a:xfrm>
            <a:custGeom>
              <a:avLst/>
              <a:gdLst/>
              <a:ahLst/>
              <a:cxnLst/>
              <a:rect l="l" t="t" r="r" b="b"/>
              <a:pathLst>
                <a:path w="12796" h="12586" extrusionOk="0">
                  <a:moveTo>
                    <a:pt x="3559" y="10632"/>
                  </a:moveTo>
                  <a:cubicBezTo>
                    <a:pt x="7468" y="12586"/>
                    <a:pt x="12121" y="10166"/>
                    <a:pt x="12795" y="5839"/>
                  </a:cubicBezTo>
                  <a:lnTo>
                    <a:pt x="11120" y="4444"/>
                  </a:lnTo>
                  <a:lnTo>
                    <a:pt x="9375" y="4769"/>
                  </a:lnTo>
                  <a:lnTo>
                    <a:pt x="8212" y="7840"/>
                  </a:lnTo>
                  <a:lnTo>
                    <a:pt x="7096" y="7165"/>
                  </a:lnTo>
                  <a:lnTo>
                    <a:pt x="7491" y="4653"/>
                  </a:lnTo>
                  <a:lnTo>
                    <a:pt x="5863" y="2652"/>
                  </a:lnTo>
                  <a:lnTo>
                    <a:pt x="3792" y="2745"/>
                  </a:lnTo>
                  <a:lnTo>
                    <a:pt x="2233" y="0"/>
                  </a:lnTo>
                  <a:cubicBezTo>
                    <a:pt x="814" y="1210"/>
                    <a:pt x="0" y="3001"/>
                    <a:pt x="0" y="4886"/>
                  </a:cubicBezTo>
                  <a:lnTo>
                    <a:pt x="2233" y="4490"/>
                  </a:lnTo>
                  <a:lnTo>
                    <a:pt x="1698" y="6119"/>
                  </a:lnTo>
                  <a:lnTo>
                    <a:pt x="2140" y="6700"/>
                  </a:lnTo>
                  <a:lnTo>
                    <a:pt x="4676" y="7584"/>
                  </a:lnTo>
                  <a:lnTo>
                    <a:pt x="4932" y="8701"/>
                  </a:lnTo>
                  <a:close/>
                  <a:moveTo>
                    <a:pt x="3559" y="10632"/>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119"/>
            <p:cNvSpPr/>
            <p:nvPr/>
          </p:nvSpPr>
          <p:spPr>
            <a:xfrm>
              <a:off x="7719575" y="3394500"/>
              <a:ext cx="389700" cy="389700"/>
            </a:xfrm>
            <a:custGeom>
              <a:avLst/>
              <a:gdLst/>
              <a:ahLst/>
              <a:cxnLst/>
              <a:rect l="l" t="t" r="r" b="b"/>
              <a:pathLst>
                <a:path w="15588" h="15588" extrusionOk="0">
                  <a:moveTo>
                    <a:pt x="1" y="12261"/>
                  </a:moveTo>
                  <a:cubicBezTo>
                    <a:pt x="3397" y="15588"/>
                    <a:pt x="8841" y="15564"/>
                    <a:pt x="12214" y="12214"/>
                  </a:cubicBezTo>
                  <a:cubicBezTo>
                    <a:pt x="15564" y="8841"/>
                    <a:pt x="15587" y="3397"/>
                    <a:pt x="12261" y="1"/>
                  </a:cubicBezTo>
                  <a:lnTo>
                    <a:pt x="11470" y="792"/>
                  </a:lnTo>
                  <a:cubicBezTo>
                    <a:pt x="14680" y="3700"/>
                    <a:pt x="14820" y="8702"/>
                    <a:pt x="11749" y="11749"/>
                  </a:cubicBezTo>
                  <a:cubicBezTo>
                    <a:pt x="8701" y="14820"/>
                    <a:pt x="3700" y="14680"/>
                    <a:pt x="792" y="11470"/>
                  </a:cubicBezTo>
                  <a:close/>
                  <a:moveTo>
                    <a:pt x="1" y="12261"/>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119"/>
            <p:cNvSpPr/>
            <p:nvPr/>
          </p:nvSpPr>
          <p:spPr>
            <a:xfrm>
              <a:off x="7844050" y="3764400"/>
              <a:ext cx="58175" cy="30275"/>
            </a:xfrm>
            <a:custGeom>
              <a:avLst/>
              <a:gdLst/>
              <a:ahLst/>
              <a:cxnLst/>
              <a:rect l="l" t="t" r="r" b="b"/>
              <a:pathLst>
                <a:path w="2327" h="1211" extrusionOk="0">
                  <a:moveTo>
                    <a:pt x="0" y="1210"/>
                  </a:moveTo>
                  <a:lnTo>
                    <a:pt x="2326" y="1210"/>
                  </a:lnTo>
                  <a:lnTo>
                    <a:pt x="1768" y="1"/>
                  </a:lnTo>
                  <a:cubicBezTo>
                    <a:pt x="1373" y="24"/>
                    <a:pt x="954" y="24"/>
                    <a:pt x="558" y="1"/>
                  </a:cubicBezTo>
                  <a:close/>
                  <a:moveTo>
                    <a:pt x="0" y="1210"/>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119"/>
            <p:cNvSpPr/>
            <p:nvPr/>
          </p:nvSpPr>
          <p:spPr>
            <a:xfrm>
              <a:off x="7767850" y="3794650"/>
              <a:ext cx="209975" cy="55850"/>
            </a:xfrm>
            <a:custGeom>
              <a:avLst/>
              <a:gdLst/>
              <a:ahLst/>
              <a:cxnLst/>
              <a:rect l="l" t="t" r="r" b="b"/>
              <a:pathLst>
                <a:path w="8399" h="2234" extrusionOk="0">
                  <a:moveTo>
                    <a:pt x="0" y="2234"/>
                  </a:moveTo>
                  <a:lnTo>
                    <a:pt x="8399" y="2234"/>
                  </a:lnTo>
                  <a:lnTo>
                    <a:pt x="8399" y="559"/>
                  </a:lnTo>
                  <a:cubicBezTo>
                    <a:pt x="8399" y="256"/>
                    <a:pt x="8143" y="0"/>
                    <a:pt x="7840" y="0"/>
                  </a:cubicBezTo>
                  <a:lnTo>
                    <a:pt x="559" y="0"/>
                  </a:lnTo>
                  <a:cubicBezTo>
                    <a:pt x="256" y="0"/>
                    <a:pt x="0" y="256"/>
                    <a:pt x="0" y="559"/>
                  </a:cubicBezTo>
                  <a:close/>
                  <a:moveTo>
                    <a:pt x="0" y="2234"/>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119"/>
            <p:cNvSpPr/>
            <p:nvPr/>
          </p:nvSpPr>
          <p:spPr>
            <a:xfrm>
              <a:off x="7712025" y="3384625"/>
              <a:ext cx="171575" cy="307100"/>
            </a:xfrm>
            <a:custGeom>
              <a:avLst/>
              <a:gdLst/>
              <a:ahLst/>
              <a:cxnLst/>
              <a:rect l="l" t="t" r="r" b="b"/>
              <a:pathLst>
                <a:path w="6863" h="12284" extrusionOk="0">
                  <a:moveTo>
                    <a:pt x="6863" y="117"/>
                  </a:moveTo>
                  <a:cubicBezTo>
                    <a:pt x="5188" y="0"/>
                    <a:pt x="3513" y="559"/>
                    <a:pt x="2257" y="1652"/>
                  </a:cubicBezTo>
                  <a:lnTo>
                    <a:pt x="2536" y="2187"/>
                  </a:lnTo>
                  <a:cubicBezTo>
                    <a:pt x="3653" y="954"/>
                    <a:pt x="5211" y="210"/>
                    <a:pt x="6863" y="117"/>
                  </a:cubicBezTo>
                  <a:close/>
                  <a:moveTo>
                    <a:pt x="3559" y="12284"/>
                  </a:moveTo>
                  <a:lnTo>
                    <a:pt x="3815" y="11935"/>
                  </a:lnTo>
                  <a:cubicBezTo>
                    <a:pt x="1908" y="10748"/>
                    <a:pt x="791" y="8631"/>
                    <a:pt x="838" y="6375"/>
                  </a:cubicBezTo>
                  <a:lnTo>
                    <a:pt x="0" y="6538"/>
                  </a:lnTo>
                  <a:cubicBezTo>
                    <a:pt x="0" y="8957"/>
                    <a:pt x="1373" y="11190"/>
                    <a:pt x="3559" y="12284"/>
                  </a:cubicBezTo>
                  <a:close/>
                  <a:moveTo>
                    <a:pt x="3559" y="12284"/>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119"/>
            <p:cNvSpPr/>
            <p:nvPr/>
          </p:nvSpPr>
          <p:spPr>
            <a:xfrm>
              <a:off x="7712025" y="3425925"/>
              <a:ext cx="171575" cy="284425"/>
            </a:xfrm>
            <a:custGeom>
              <a:avLst/>
              <a:gdLst/>
              <a:ahLst/>
              <a:cxnLst/>
              <a:rect l="l" t="t" r="r" b="b"/>
              <a:pathLst>
                <a:path w="6863" h="11377" extrusionOk="0">
                  <a:moveTo>
                    <a:pt x="3559" y="10632"/>
                  </a:moveTo>
                  <a:cubicBezTo>
                    <a:pt x="4583" y="11144"/>
                    <a:pt x="5723" y="11376"/>
                    <a:pt x="6863" y="11306"/>
                  </a:cubicBezTo>
                  <a:cubicBezTo>
                    <a:pt x="5770" y="11237"/>
                    <a:pt x="4723" y="10888"/>
                    <a:pt x="3792" y="10306"/>
                  </a:cubicBezTo>
                  <a:close/>
                  <a:moveTo>
                    <a:pt x="2536" y="535"/>
                  </a:moveTo>
                  <a:lnTo>
                    <a:pt x="2233" y="0"/>
                  </a:lnTo>
                  <a:cubicBezTo>
                    <a:pt x="814" y="1233"/>
                    <a:pt x="0" y="3001"/>
                    <a:pt x="0" y="4886"/>
                  </a:cubicBezTo>
                  <a:lnTo>
                    <a:pt x="838" y="4746"/>
                  </a:lnTo>
                  <a:cubicBezTo>
                    <a:pt x="884" y="3187"/>
                    <a:pt x="1489" y="1675"/>
                    <a:pt x="2536" y="535"/>
                  </a:cubicBezTo>
                  <a:close/>
                  <a:moveTo>
                    <a:pt x="2536" y="535"/>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119"/>
            <p:cNvSpPr/>
            <p:nvPr/>
          </p:nvSpPr>
          <p:spPr>
            <a:xfrm>
              <a:off x="7767850" y="3794650"/>
              <a:ext cx="34925" cy="55850"/>
            </a:xfrm>
            <a:custGeom>
              <a:avLst/>
              <a:gdLst/>
              <a:ahLst/>
              <a:cxnLst/>
              <a:rect l="l" t="t" r="r" b="b"/>
              <a:pathLst>
                <a:path w="1397" h="2234" extrusionOk="0">
                  <a:moveTo>
                    <a:pt x="0" y="2234"/>
                  </a:moveTo>
                  <a:lnTo>
                    <a:pt x="838" y="2234"/>
                  </a:lnTo>
                  <a:lnTo>
                    <a:pt x="838" y="559"/>
                  </a:lnTo>
                  <a:cubicBezTo>
                    <a:pt x="838" y="256"/>
                    <a:pt x="1094" y="0"/>
                    <a:pt x="1396" y="0"/>
                  </a:cubicBezTo>
                  <a:lnTo>
                    <a:pt x="559" y="0"/>
                  </a:lnTo>
                  <a:cubicBezTo>
                    <a:pt x="256" y="0"/>
                    <a:pt x="0" y="256"/>
                    <a:pt x="0" y="559"/>
                  </a:cubicBezTo>
                  <a:close/>
                  <a:moveTo>
                    <a:pt x="0" y="2234"/>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119"/>
            <p:cNvSpPr/>
            <p:nvPr/>
          </p:nvSpPr>
          <p:spPr>
            <a:xfrm>
              <a:off x="7844050" y="3764400"/>
              <a:ext cx="27350" cy="30275"/>
            </a:xfrm>
            <a:custGeom>
              <a:avLst/>
              <a:gdLst/>
              <a:ahLst/>
              <a:cxnLst/>
              <a:rect l="l" t="t" r="r" b="b"/>
              <a:pathLst>
                <a:path w="1094" h="1211" extrusionOk="0">
                  <a:moveTo>
                    <a:pt x="0" y="1210"/>
                  </a:moveTo>
                  <a:lnTo>
                    <a:pt x="558" y="1210"/>
                  </a:lnTo>
                  <a:lnTo>
                    <a:pt x="1093" y="24"/>
                  </a:lnTo>
                  <a:cubicBezTo>
                    <a:pt x="907" y="24"/>
                    <a:pt x="721" y="1"/>
                    <a:pt x="558" y="1"/>
                  </a:cubicBezTo>
                  <a:close/>
                  <a:moveTo>
                    <a:pt x="0" y="1210"/>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119"/>
            <p:cNvSpPr/>
            <p:nvPr/>
          </p:nvSpPr>
          <p:spPr>
            <a:xfrm>
              <a:off x="7851600" y="3414875"/>
              <a:ext cx="140200" cy="414700"/>
            </a:xfrm>
            <a:custGeom>
              <a:avLst/>
              <a:gdLst/>
              <a:ahLst/>
              <a:cxnLst/>
              <a:rect l="l" t="t" r="r" b="b"/>
              <a:pathLst>
                <a:path w="5608" h="16588" extrusionOk="0">
                  <a:moveTo>
                    <a:pt x="0" y="0"/>
                  </a:moveTo>
                  <a:lnTo>
                    <a:pt x="0" y="559"/>
                  </a:lnTo>
                  <a:lnTo>
                    <a:pt x="559" y="559"/>
                  </a:lnTo>
                  <a:lnTo>
                    <a:pt x="559" y="0"/>
                  </a:lnTo>
                  <a:close/>
                  <a:moveTo>
                    <a:pt x="1117" y="0"/>
                  </a:moveTo>
                  <a:lnTo>
                    <a:pt x="1117" y="559"/>
                  </a:lnTo>
                  <a:cubicBezTo>
                    <a:pt x="1137" y="558"/>
                    <a:pt x="1156" y="558"/>
                    <a:pt x="1175" y="558"/>
                  </a:cubicBezTo>
                  <a:cubicBezTo>
                    <a:pt x="2897" y="558"/>
                    <a:pt x="4428" y="1576"/>
                    <a:pt x="5095" y="3141"/>
                  </a:cubicBezTo>
                  <a:lnTo>
                    <a:pt x="5607" y="2931"/>
                  </a:lnTo>
                  <a:cubicBezTo>
                    <a:pt x="5235" y="2071"/>
                    <a:pt x="4630" y="1349"/>
                    <a:pt x="3862" y="814"/>
                  </a:cubicBezTo>
                  <a:cubicBezTo>
                    <a:pt x="3048" y="279"/>
                    <a:pt x="2094" y="0"/>
                    <a:pt x="1117" y="0"/>
                  </a:cubicBezTo>
                  <a:close/>
                  <a:moveTo>
                    <a:pt x="3653" y="16029"/>
                  </a:moveTo>
                  <a:lnTo>
                    <a:pt x="3653" y="16587"/>
                  </a:lnTo>
                  <a:lnTo>
                    <a:pt x="4211" y="16587"/>
                  </a:lnTo>
                  <a:lnTo>
                    <a:pt x="4211" y="16029"/>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119"/>
            <p:cNvSpPr/>
            <p:nvPr/>
          </p:nvSpPr>
          <p:spPr>
            <a:xfrm>
              <a:off x="7693400" y="3380025"/>
              <a:ext cx="425175" cy="476875"/>
            </a:xfrm>
            <a:custGeom>
              <a:avLst/>
              <a:gdLst/>
              <a:ahLst/>
              <a:cxnLst/>
              <a:rect l="l" t="t" r="r" b="b"/>
              <a:pathLst>
                <a:path w="17007" h="19075" extrusionOk="0">
                  <a:moveTo>
                    <a:pt x="7160" y="542"/>
                  </a:moveTo>
                  <a:cubicBezTo>
                    <a:pt x="10337" y="542"/>
                    <a:pt x="13331" y="3053"/>
                    <a:pt x="13331" y="6698"/>
                  </a:cubicBezTo>
                  <a:lnTo>
                    <a:pt x="13331" y="7117"/>
                  </a:lnTo>
                  <a:lnTo>
                    <a:pt x="11958" y="5977"/>
                  </a:lnTo>
                  <a:lnTo>
                    <a:pt x="9934" y="6349"/>
                  </a:lnTo>
                  <a:lnTo>
                    <a:pt x="8818" y="9257"/>
                  </a:lnTo>
                  <a:lnTo>
                    <a:pt x="8143" y="8862"/>
                  </a:lnTo>
                  <a:lnTo>
                    <a:pt x="8539" y="6419"/>
                  </a:lnTo>
                  <a:lnTo>
                    <a:pt x="6747" y="4186"/>
                  </a:lnTo>
                  <a:lnTo>
                    <a:pt x="4700" y="4302"/>
                  </a:lnTo>
                  <a:lnTo>
                    <a:pt x="3351" y="1906"/>
                  </a:lnTo>
                  <a:cubicBezTo>
                    <a:pt x="4522" y="965"/>
                    <a:pt x="5856" y="542"/>
                    <a:pt x="7160" y="542"/>
                  </a:cubicBezTo>
                  <a:close/>
                  <a:moveTo>
                    <a:pt x="2560" y="6675"/>
                  </a:moveTo>
                  <a:lnTo>
                    <a:pt x="2118" y="8024"/>
                  </a:lnTo>
                  <a:lnTo>
                    <a:pt x="2723" y="8769"/>
                  </a:lnTo>
                  <a:lnTo>
                    <a:pt x="5189" y="9630"/>
                  </a:lnTo>
                  <a:lnTo>
                    <a:pt x="5375" y="10467"/>
                  </a:lnTo>
                  <a:lnTo>
                    <a:pt x="4211" y="12096"/>
                  </a:lnTo>
                  <a:cubicBezTo>
                    <a:pt x="2304" y="11072"/>
                    <a:pt x="1094" y="9118"/>
                    <a:pt x="1001" y="6954"/>
                  </a:cubicBezTo>
                  <a:lnTo>
                    <a:pt x="2560" y="6675"/>
                  </a:lnTo>
                  <a:close/>
                  <a:moveTo>
                    <a:pt x="12517" y="1766"/>
                  </a:moveTo>
                  <a:lnTo>
                    <a:pt x="12517" y="1766"/>
                  </a:lnTo>
                  <a:cubicBezTo>
                    <a:pt x="15215" y="4628"/>
                    <a:pt x="15145" y="9118"/>
                    <a:pt x="12354" y="11909"/>
                  </a:cubicBezTo>
                  <a:cubicBezTo>
                    <a:pt x="10943" y="13320"/>
                    <a:pt x="9085" y="14030"/>
                    <a:pt x="7224" y="14030"/>
                  </a:cubicBezTo>
                  <a:cubicBezTo>
                    <a:pt x="5432" y="14030"/>
                    <a:pt x="3637" y="13372"/>
                    <a:pt x="2234" y="12049"/>
                  </a:cubicBezTo>
                  <a:lnTo>
                    <a:pt x="2629" y="11654"/>
                  </a:lnTo>
                  <a:cubicBezTo>
                    <a:pt x="3918" y="12841"/>
                    <a:pt x="5548" y="13429"/>
                    <a:pt x="7176" y="13429"/>
                  </a:cubicBezTo>
                  <a:cubicBezTo>
                    <a:pt x="8899" y="13429"/>
                    <a:pt x="10620" y="12771"/>
                    <a:pt x="11935" y="11467"/>
                  </a:cubicBezTo>
                  <a:cubicBezTo>
                    <a:pt x="14471" y="8932"/>
                    <a:pt x="14564" y="4814"/>
                    <a:pt x="12121" y="2185"/>
                  </a:cubicBezTo>
                  <a:lnTo>
                    <a:pt x="12517" y="1766"/>
                  </a:lnTo>
                  <a:close/>
                  <a:moveTo>
                    <a:pt x="13308" y="975"/>
                  </a:moveTo>
                  <a:lnTo>
                    <a:pt x="13308" y="975"/>
                  </a:lnTo>
                  <a:cubicBezTo>
                    <a:pt x="16402" y="4279"/>
                    <a:pt x="16332" y="9467"/>
                    <a:pt x="13121" y="12654"/>
                  </a:cubicBezTo>
                  <a:cubicBezTo>
                    <a:pt x="11484" y="14292"/>
                    <a:pt x="9337" y="15112"/>
                    <a:pt x="7189" y="15112"/>
                  </a:cubicBezTo>
                  <a:cubicBezTo>
                    <a:pt x="5126" y="15112"/>
                    <a:pt x="3061" y="14356"/>
                    <a:pt x="1443" y="12840"/>
                  </a:cubicBezTo>
                  <a:lnTo>
                    <a:pt x="1839" y="12444"/>
                  </a:lnTo>
                  <a:cubicBezTo>
                    <a:pt x="3349" y="13852"/>
                    <a:pt x="5264" y="14551"/>
                    <a:pt x="7174" y="14551"/>
                  </a:cubicBezTo>
                  <a:cubicBezTo>
                    <a:pt x="9179" y="14551"/>
                    <a:pt x="11178" y="13783"/>
                    <a:pt x="12703" y="12258"/>
                  </a:cubicBezTo>
                  <a:cubicBezTo>
                    <a:pt x="15681" y="9281"/>
                    <a:pt x="15774" y="4465"/>
                    <a:pt x="12912" y="1371"/>
                  </a:cubicBezTo>
                  <a:lnTo>
                    <a:pt x="13308" y="975"/>
                  </a:lnTo>
                  <a:close/>
                  <a:moveTo>
                    <a:pt x="7585" y="15655"/>
                  </a:moveTo>
                  <a:lnTo>
                    <a:pt x="7887" y="16306"/>
                  </a:lnTo>
                  <a:lnTo>
                    <a:pt x="6445" y="16306"/>
                  </a:lnTo>
                  <a:lnTo>
                    <a:pt x="6724" y="15655"/>
                  </a:lnTo>
                  <a:close/>
                  <a:moveTo>
                    <a:pt x="7201" y="1"/>
                  </a:moveTo>
                  <a:cubicBezTo>
                    <a:pt x="4794" y="1"/>
                    <a:pt x="2427" y="1288"/>
                    <a:pt x="1210" y="3651"/>
                  </a:cubicBezTo>
                  <a:lnTo>
                    <a:pt x="1699" y="3907"/>
                  </a:lnTo>
                  <a:cubicBezTo>
                    <a:pt x="2025" y="3302"/>
                    <a:pt x="2420" y="2767"/>
                    <a:pt x="2909" y="2301"/>
                  </a:cubicBezTo>
                  <a:lnTo>
                    <a:pt x="4398" y="4884"/>
                  </a:lnTo>
                  <a:lnTo>
                    <a:pt x="6491" y="4767"/>
                  </a:lnTo>
                  <a:lnTo>
                    <a:pt x="7934" y="6582"/>
                  </a:lnTo>
                  <a:lnTo>
                    <a:pt x="7538" y="9164"/>
                  </a:lnTo>
                  <a:lnTo>
                    <a:pt x="9120" y="10095"/>
                  </a:lnTo>
                  <a:lnTo>
                    <a:pt x="10330" y="6861"/>
                  </a:lnTo>
                  <a:lnTo>
                    <a:pt x="11795" y="6559"/>
                  </a:lnTo>
                  <a:lnTo>
                    <a:pt x="13238" y="7792"/>
                  </a:lnTo>
                  <a:cubicBezTo>
                    <a:pt x="12694" y="10836"/>
                    <a:pt x="10047" y="12864"/>
                    <a:pt x="7188" y="12864"/>
                  </a:cubicBezTo>
                  <a:cubicBezTo>
                    <a:pt x="6377" y="12864"/>
                    <a:pt x="5549" y="12701"/>
                    <a:pt x="4747" y="12351"/>
                  </a:cubicBezTo>
                  <a:lnTo>
                    <a:pt x="5979" y="10583"/>
                  </a:lnTo>
                  <a:lnTo>
                    <a:pt x="5654" y="9188"/>
                  </a:lnTo>
                  <a:lnTo>
                    <a:pt x="3072" y="8280"/>
                  </a:lnTo>
                  <a:lnTo>
                    <a:pt x="2769" y="7908"/>
                  </a:lnTo>
                  <a:lnTo>
                    <a:pt x="3397" y="5954"/>
                  </a:lnTo>
                  <a:lnTo>
                    <a:pt x="1048" y="6373"/>
                  </a:lnTo>
                  <a:cubicBezTo>
                    <a:pt x="1071" y="5698"/>
                    <a:pt x="1234" y="5023"/>
                    <a:pt x="1490" y="4372"/>
                  </a:cubicBezTo>
                  <a:lnTo>
                    <a:pt x="978" y="4163"/>
                  </a:lnTo>
                  <a:lnTo>
                    <a:pt x="978" y="4163"/>
                  </a:lnTo>
                  <a:cubicBezTo>
                    <a:pt x="1" y="6582"/>
                    <a:pt x="489" y="9327"/>
                    <a:pt x="2257" y="11235"/>
                  </a:cubicBezTo>
                  <a:lnTo>
                    <a:pt x="652" y="12840"/>
                  </a:lnTo>
                  <a:lnTo>
                    <a:pt x="861" y="13026"/>
                  </a:lnTo>
                  <a:cubicBezTo>
                    <a:pt x="2281" y="14468"/>
                    <a:pt x="4165" y="15376"/>
                    <a:pt x="6166" y="15585"/>
                  </a:cubicBezTo>
                  <a:lnTo>
                    <a:pt x="5863" y="16283"/>
                  </a:lnTo>
                  <a:lnTo>
                    <a:pt x="3537" y="16283"/>
                  </a:lnTo>
                  <a:cubicBezTo>
                    <a:pt x="3072" y="16283"/>
                    <a:pt x="2699" y="16655"/>
                    <a:pt x="2699" y="17120"/>
                  </a:cubicBezTo>
                  <a:lnTo>
                    <a:pt x="2699" y="19075"/>
                  </a:lnTo>
                  <a:lnTo>
                    <a:pt x="8562" y="19075"/>
                  </a:lnTo>
                  <a:lnTo>
                    <a:pt x="8562" y="18516"/>
                  </a:lnTo>
                  <a:lnTo>
                    <a:pt x="3258" y="18516"/>
                  </a:lnTo>
                  <a:lnTo>
                    <a:pt x="3258" y="17120"/>
                  </a:lnTo>
                  <a:cubicBezTo>
                    <a:pt x="3258" y="16958"/>
                    <a:pt x="3374" y="16841"/>
                    <a:pt x="3537" y="16841"/>
                  </a:cubicBezTo>
                  <a:lnTo>
                    <a:pt x="10818" y="16841"/>
                  </a:lnTo>
                  <a:cubicBezTo>
                    <a:pt x="10981" y="16841"/>
                    <a:pt x="11098" y="16958"/>
                    <a:pt x="11098" y="17120"/>
                  </a:cubicBezTo>
                  <a:lnTo>
                    <a:pt x="11098" y="18516"/>
                  </a:lnTo>
                  <a:lnTo>
                    <a:pt x="9143" y="18516"/>
                  </a:lnTo>
                  <a:lnTo>
                    <a:pt x="9143" y="19075"/>
                  </a:lnTo>
                  <a:lnTo>
                    <a:pt x="11679" y="19075"/>
                  </a:lnTo>
                  <a:lnTo>
                    <a:pt x="11679" y="17120"/>
                  </a:lnTo>
                  <a:cubicBezTo>
                    <a:pt x="11679" y="16655"/>
                    <a:pt x="11284" y="16283"/>
                    <a:pt x="10818" y="16283"/>
                  </a:cubicBezTo>
                  <a:lnTo>
                    <a:pt x="8515" y="16283"/>
                  </a:lnTo>
                  <a:lnTo>
                    <a:pt x="8213" y="15585"/>
                  </a:lnTo>
                  <a:cubicBezTo>
                    <a:pt x="10214" y="15376"/>
                    <a:pt x="12098" y="14468"/>
                    <a:pt x="13517" y="13026"/>
                  </a:cubicBezTo>
                  <a:lnTo>
                    <a:pt x="13517" y="13026"/>
                  </a:lnTo>
                  <a:lnTo>
                    <a:pt x="13494" y="13049"/>
                  </a:lnTo>
                  <a:cubicBezTo>
                    <a:pt x="17007" y="9536"/>
                    <a:pt x="17007" y="3883"/>
                    <a:pt x="13494" y="394"/>
                  </a:cubicBezTo>
                  <a:lnTo>
                    <a:pt x="13308" y="184"/>
                  </a:lnTo>
                  <a:lnTo>
                    <a:pt x="11726" y="1766"/>
                  </a:lnTo>
                  <a:cubicBezTo>
                    <a:pt x="10417" y="569"/>
                    <a:pt x="8800" y="1"/>
                    <a:pt x="72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2" name="Google Shape;5892;p119"/>
          <p:cNvGrpSpPr/>
          <p:nvPr/>
        </p:nvGrpSpPr>
        <p:grpSpPr>
          <a:xfrm>
            <a:off x="7753900" y="2663450"/>
            <a:ext cx="293725" cy="477500"/>
            <a:chOff x="7753900" y="2663450"/>
            <a:chExt cx="293725" cy="477500"/>
          </a:xfrm>
        </p:grpSpPr>
        <p:sp>
          <p:nvSpPr>
            <p:cNvPr id="5893" name="Google Shape;5893;p119"/>
            <p:cNvSpPr/>
            <p:nvPr/>
          </p:nvSpPr>
          <p:spPr>
            <a:xfrm>
              <a:off x="7788775" y="2724525"/>
              <a:ext cx="55875" cy="27925"/>
            </a:xfrm>
            <a:custGeom>
              <a:avLst/>
              <a:gdLst/>
              <a:ahLst/>
              <a:cxnLst/>
              <a:rect l="l" t="t" r="r" b="b"/>
              <a:pathLst>
                <a:path w="2235" h="1117" extrusionOk="0">
                  <a:moveTo>
                    <a:pt x="1" y="0"/>
                  </a:moveTo>
                  <a:lnTo>
                    <a:pt x="1" y="1117"/>
                  </a:lnTo>
                  <a:lnTo>
                    <a:pt x="2234" y="1117"/>
                  </a:lnTo>
                  <a:lnTo>
                    <a:pt x="223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119"/>
            <p:cNvSpPr/>
            <p:nvPr/>
          </p:nvSpPr>
          <p:spPr>
            <a:xfrm>
              <a:off x="7802750" y="2689625"/>
              <a:ext cx="27925" cy="34925"/>
            </a:xfrm>
            <a:custGeom>
              <a:avLst/>
              <a:gdLst/>
              <a:ahLst/>
              <a:cxnLst/>
              <a:rect l="l" t="t" r="r" b="b"/>
              <a:pathLst>
                <a:path w="1117" h="1397" extrusionOk="0">
                  <a:moveTo>
                    <a:pt x="0" y="0"/>
                  </a:moveTo>
                  <a:lnTo>
                    <a:pt x="0" y="1396"/>
                  </a:lnTo>
                  <a:lnTo>
                    <a:pt x="1117" y="1396"/>
                  </a:lnTo>
                  <a:lnTo>
                    <a:pt x="111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119"/>
            <p:cNvSpPr/>
            <p:nvPr/>
          </p:nvSpPr>
          <p:spPr>
            <a:xfrm>
              <a:off x="7788775" y="2752425"/>
              <a:ext cx="55875" cy="135550"/>
            </a:xfrm>
            <a:custGeom>
              <a:avLst/>
              <a:gdLst/>
              <a:ahLst/>
              <a:cxnLst/>
              <a:rect l="l" t="t" r="r" b="b"/>
              <a:pathLst>
                <a:path w="2235" h="5422" extrusionOk="0">
                  <a:moveTo>
                    <a:pt x="1" y="1"/>
                  </a:moveTo>
                  <a:lnTo>
                    <a:pt x="1" y="5421"/>
                  </a:lnTo>
                  <a:lnTo>
                    <a:pt x="2234" y="5421"/>
                  </a:lnTo>
                  <a:lnTo>
                    <a:pt x="223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119"/>
            <p:cNvSpPr/>
            <p:nvPr/>
          </p:nvSpPr>
          <p:spPr>
            <a:xfrm>
              <a:off x="7872525" y="2675650"/>
              <a:ext cx="56450" cy="91350"/>
            </a:xfrm>
            <a:custGeom>
              <a:avLst/>
              <a:gdLst/>
              <a:ahLst/>
              <a:cxnLst/>
              <a:rect l="l" t="t" r="r" b="b"/>
              <a:pathLst>
                <a:path w="2258" h="3654" extrusionOk="0">
                  <a:moveTo>
                    <a:pt x="1" y="2234"/>
                  </a:moveTo>
                  <a:cubicBezTo>
                    <a:pt x="71" y="3653"/>
                    <a:pt x="2164" y="3653"/>
                    <a:pt x="2258" y="2234"/>
                  </a:cubicBezTo>
                  <a:cubicBezTo>
                    <a:pt x="2258" y="1234"/>
                    <a:pt x="1490" y="1"/>
                    <a:pt x="629" y="1"/>
                  </a:cubicBezTo>
                  <a:cubicBezTo>
                    <a:pt x="815" y="1234"/>
                    <a:pt x="1" y="1327"/>
                    <a:pt x="1" y="2234"/>
                  </a:cubicBezTo>
                  <a:close/>
                  <a:moveTo>
                    <a:pt x="1" y="2234"/>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119"/>
            <p:cNvSpPr/>
            <p:nvPr/>
          </p:nvSpPr>
          <p:spPr>
            <a:xfrm>
              <a:off x="7886500" y="2755925"/>
              <a:ext cx="27925" cy="32600"/>
            </a:xfrm>
            <a:custGeom>
              <a:avLst/>
              <a:gdLst/>
              <a:ahLst/>
              <a:cxnLst/>
              <a:rect l="l" t="t" r="r" b="b"/>
              <a:pathLst>
                <a:path w="1117" h="1304" extrusionOk="0">
                  <a:moveTo>
                    <a:pt x="0" y="1117"/>
                  </a:moveTo>
                  <a:cubicBezTo>
                    <a:pt x="349" y="1303"/>
                    <a:pt x="791" y="1303"/>
                    <a:pt x="1117" y="1117"/>
                  </a:cubicBezTo>
                  <a:lnTo>
                    <a:pt x="1117" y="0"/>
                  </a:lnTo>
                  <a:cubicBezTo>
                    <a:pt x="791" y="186"/>
                    <a:pt x="349" y="186"/>
                    <a:pt x="0" y="0"/>
                  </a:cubicBezTo>
                  <a:close/>
                  <a:moveTo>
                    <a:pt x="0" y="1117"/>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119"/>
            <p:cNvSpPr/>
            <p:nvPr/>
          </p:nvSpPr>
          <p:spPr>
            <a:xfrm>
              <a:off x="7886500" y="2783850"/>
              <a:ext cx="27925" cy="104125"/>
            </a:xfrm>
            <a:custGeom>
              <a:avLst/>
              <a:gdLst/>
              <a:ahLst/>
              <a:cxnLst/>
              <a:rect l="l" t="t" r="r" b="b"/>
              <a:pathLst>
                <a:path w="1117" h="4165" extrusionOk="0">
                  <a:moveTo>
                    <a:pt x="0" y="4164"/>
                  </a:moveTo>
                  <a:lnTo>
                    <a:pt x="1117" y="4164"/>
                  </a:lnTo>
                  <a:lnTo>
                    <a:pt x="1117" y="0"/>
                  </a:lnTo>
                  <a:cubicBezTo>
                    <a:pt x="791" y="186"/>
                    <a:pt x="349" y="186"/>
                    <a:pt x="0" y="0"/>
                  </a:cubicBezTo>
                  <a:close/>
                  <a:moveTo>
                    <a:pt x="0" y="4164"/>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119"/>
            <p:cNvSpPr/>
            <p:nvPr/>
          </p:nvSpPr>
          <p:spPr>
            <a:xfrm>
              <a:off x="7956875" y="2716950"/>
              <a:ext cx="55850" cy="171025"/>
            </a:xfrm>
            <a:custGeom>
              <a:avLst/>
              <a:gdLst/>
              <a:ahLst/>
              <a:cxnLst/>
              <a:rect l="l" t="t" r="r" b="b"/>
              <a:pathLst>
                <a:path w="2234" h="6841" extrusionOk="0">
                  <a:moveTo>
                    <a:pt x="0" y="6840"/>
                  </a:moveTo>
                  <a:lnTo>
                    <a:pt x="2234" y="6840"/>
                  </a:lnTo>
                  <a:lnTo>
                    <a:pt x="2234" y="1"/>
                  </a:lnTo>
                  <a:cubicBezTo>
                    <a:pt x="2234" y="303"/>
                    <a:pt x="1978" y="559"/>
                    <a:pt x="1675" y="559"/>
                  </a:cubicBezTo>
                  <a:lnTo>
                    <a:pt x="559" y="559"/>
                  </a:lnTo>
                  <a:cubicBezTo>
                    <a:pt x="256" y="559"/>
                    <a:pt x="0" y="303"/>
                    <a:pt x="0" y="1"/>
                  </a:cubicBezTo>
                  <a:close/>
                  <a:moveTo>
                    <a:pt x="0" y="684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119"/>
            <p:cNvSpPr/>
            <p:nvPr/>
          </p:nvSpPr>
          <p:spPr>
            <a:xfrm>
              <a:off x="7956875" y="2675650"/>
              <a:ext cx="55850" cy="55300"/>
            </a:xfrm>
            <a:custGeom>
              <a:avLst/>
              <a:gdLst/>
              <a:ahLst/>
              <a:cxnLst/>
              <a:rect l="l" t="t" r="r" b="b"/>
              <a:pathLst>
                <a:path w="2234" h="2212" extrusionOk="0">
                  <a:moveTo>
                    <a:pt x="559" y="2211"/>
                  </a:moveTo>
                  <a:lnTo>
                    <a:pt x="1675" y="2211"/>
                  </a:lnTo>
                  <a:cubicBezTo>
                    <a:pt x="1978" y="2211"/>
                    <a:pt x="2234" y="1955"/>
                    <a:pt x="2234" y="1653"/>
                  </a:cubicBezTo>
                  <a:lnTo>
                    <a:pt x="1117" y="1"/>
                  </a:lnTo>
                  <a:lnTo>
                    <a:pt x="0" y="1653"/>
                  </a:lnTo>
                  <a:cubicBezTo>
                    <a:pt x="0" y="1955"/>
                    <a:pt x="233" y="2211"/>
                    <a:pt x="559" y="2211"/>
                  </a:cubicBezTo>
                  <a:close/>
                  <a:moveTo>
                    <a:pt x="559" y="2211"/>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119"/>
            <p:cNvSpPr/>
            <p:nvPr/>
          </p:nvSpPr>
          <p:spPr>
            <a:xfrm>
              <a:off x="7760875" y="2887950"/>
              <a:ext cx="279775" cy="41900"/>
            </a:xfrm>
            <a:custGeom>
              <a:avLst/>
              <a:gdLst/>
              <a:ahLst/>
              <a:cxnLst/>
              <a:rect l="l" t="t" r="r" b="b"/>
              <a:pathLst>
                <a:path w="11191" h="1676" extrusionOk="0">
                  <a:moveTo>
                    <a:pt x="0" y="0"/>
                  </a:moveTo>
                  <a:lnTo>
                    <a:pt x="0" y="1675"/>
                  </a:lnTo>
                  <a:lnTo>
                    <a:pt x="11190" y="1675"/>
                  </a:lnTo>
                  <a:lnTo>
                    <a:pt x="1119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119"/>
            <p:cNvSpPr/>
            <p:nvPr/>
          </p:nvSpPr>
          <p:spPr>
            <a:xfrm>
              <a:off x="7774825" y="2929825"/>
              <a:ext cx="251850" cy="203575"/>
            </a:xfrm>
            <a:custGeom>
              <a:avLst/>
              <a:gdLst/>
              <a:ahLst/>
              <a:cxnLst/>
              <a:rect l="l" t="t" r="r" b="b"/>
              <a:pathLst>
                <a:path w="10074" h="8143" extrusionOk="0">
                  <a:moveTo>
                    <a:pt x="559" y="8143"/>
                  </a:moveTo>
                  <a:lnTo>
                    <a:pt x="9516" y="8143"/>
                  </a:lnTo>
                  <a:cubicBezTo>
                    <a:pt x="9818" y="8143"/>
                    <a:pt x="10074" y="7887"/>
                    <a:pt x="10074" y="7584"/>
                  </a:cubicBezTo>
                  <a:lnTo>
                    <a:pt x="10074" y="0"/>
                  </a:lnTo>
                  <a:lnTo>
                    <a:pt x="1" y="0"/>
                  </a:lnTo>
                  <a:lnTo>
                    <a:pt x="1" y="7584"/>
                  </a:lnTo>
                  <a:cubicBezTo>
                    <a:pt x="1" y="7887"/>
                    <a:pt x="257" y="8143"/>
                    <a:pt x="559" y="8143"/>
                  </a:cubicBezTo>
                  <a:close/>
                  <a:moveTo>
                    <a:pt x="559" y="8143"/>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119"/>
            <p:cNvSpPr/>
            <p:nvPr/>
          </p:nvSpPr>
          <p:spPr>
            <a:xfrm>
              <a:off x="7802750" y="2689625"/>
              <a:ext cx="13975" cy="34925"/>
            </a:xfrm>
            <a:custGeom>
              <a:avLst/>
              <a:gdLst/>
              <a:ahLst/>
              <a:cxnLst/>
              <a:rect l="l" t="t" r="r" b="b"/>
              <a:pathLst>
                <a:path w="559" h="1397" extrusionOk="0">
                  <a:moveTo>
                    <a:pt x="0" y="0"/>
                  </a:moveTo>
                  <a:lnTo>
                    <a:pt x="0" y="1396"/>
                  </a:lnTo>
                  <a:lnTo>
                    <a:pt x="559" y="1396"/>
                  </a:lnTo>
                  <a:lnTo>
                    <a:pt x="559" y="0"/>
                  </a:lnTo>
                  <a:close/>
                </a:path>
              </a:pathLst>
            </a:custGeom>
            <a:solidFill>
              <a:srgbClr val="717F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119"/>
            <p:cNvSpPr/>
            <p:nvPr/>
          </p:nvSpPr>
          <p:spPr>
            <a:xfrm>
              <a:off x="7788775" y="2724525"/>
              <a:ext cx="20975" cy="27925"/>
            </a:xfrm>
            <a:custGeom>
              <a:avLst/>
              <a:gdLst/>
              <a:ahLst/>
              <a:cxnLst/>
              <a:rect l="l" t="t" r="r" b="b"/>
              <a:pathLst>
                <a:path w="839" h="1117" extrusionOk="0">
                  <a:moveTo>
                    <a:pt x="1" y="0"/>
                  </a:moveTo>
                  <a:lnTo>
                    <a:pt x="1" y="1117"/>
                  </a:lnTo>
                  <a:lnTo>
                    <a:pt x="838" y="1117"/>
                  </a:lnTo>
                  <a:lnTo>
                    <a:pt x="83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119"/>
            <p:cNvSpPr/>
            <p:nvPr/>
          </p:nvSpPr>
          <p:spPr>
            <a:xfrm>
              <a:off x="7788775" y="2752425"/>
              <a:ext cx="20975" cy="135550"/>
            </a:xfrm>
            <a:custGeom>
              <a:avLst/>
              <a:gdLst/>
              <a:ahLst/>
              <a:cxnLst/>
              <a:rect l="l" t="t" r="r" b="b"/>
              <a:pathLst>
                <a:path w="839" h="5422" extrusionOk="0">
                  <a:moveTo>
                    <a:pt x="1" y="1"/>
                  </a:moveTo>
                  <a:lnTo>
                    <a:pt x="1" y="5421"/>
                  </a:lnTo>
                  <a:lnTo>
                    <a:pt x="838" y="5421"/>
                  </a:lnTo>
                  <a:lnTo>
                    <a:pt x="83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119"/>
            <p:cNvSpPr/>
            <p:nvPr/>
          </p:nvSpPr>
          <p:spPr>
            <a:xfrm>
              <a:off x="7802750" y="2689625"/>
              <a:ext cx="13975" cy="34925"/>
            </a:xfrm>
            <a:custGeom>
              <a:avLst/>
              <a:gdLst/>
              <a:ahLst/>
              <a:cxnLst/>
              <a:rect l="l" t="t" r="r" b="b"/>
              <a:pathLst>
                <a:path w="559" h="1397" extrusionOk="0">
                  <a:moveTo>
                    <a:pt x="0" y="0"/>
                  </a:moveTo>
                  <a:lnTo>
                    <a:pt x="0" y="1396"/>
                  </a:lnTo>
                  <a:lnTo>
                    <a:pt x="559" y="1396"/>
                  </a:lnTo>
                  <a:lnTo>
                    <a:pt x="55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119"/>
            <p:cNvSpPr/>
            <p:nvPr/>
          </p:nvSpPr>
          <p:spPr>
            <a:xfrm>
              <a:off x="7886500" y="2755925"/>
              <a:ext cx="13975" cy="31425"/>
            </a:xfrm>
            <a:custGeom>
              <a:avLst/>
              <a:gdLst/>
              <a:ahLst/>
              <a:cxnLst/>
              <a:rect l="l" t="t" r="r" b="b"/>
              <a:pathLst>
                <a:path w="559" h="1257" extrusionOk="0">
                  <a:moveTo>
                    <a:pt x="0" y="1117"/>
                  </a:moveTo>
                  <a:cubicBezTo>
                    <a:pt x="186" y="1210"/>
                    <a:pt x="373" y="1257"/>
                    <a:pt x="559" y="1257"/>
                  </a:cubicBezTo>
                  <a:lnTo>
                    <a:pt x="559" y="140"/>
                  </a:lnTo>
                  <a:cubicBezTo>
                    <a:pt x="373" y="140"/>
                    <a:pt x="186" y="93"/>
                    <a:pt x="0" y="0"/>
                  </a:cubicBezTo>
                  <a:close/>
                  <a:moveTo>
                    <a:pt x="0" y="1117"/>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119"/>
            <p:cNvSpPr/>
            <p:nvPr/>
          </p:nvSpPr>
          <p:spPr>
            <a:xfrm>
              <a:off x="7886500" y="2783850"/>
              <a:ext cx="13975" cy="104125"/>
            </a:xfrm>
            <a:custGeom>
              <a:avLst/>
              <a:gdLst/>
              <a:ahLst/>
              <a:cxnLst/>
              <a:rect l="l" t="t" r="r" b="b"/>
              <a:pathLst>
                <a:path w="559" h="4165" extrusionOk="0">
                  <a:moveTo>
                    <a:pt x="0" y="4164"/>
                  </a:moveTo>
                  <a:lnTo>
                    <a:pt x="559" y="4164"/>
                  </a:lnTo>
                  <a:lnTo>
                    <a:pt x="559" y="140"/>
                  </a:lnTo>
                  <a:cubicBezTo>
                    <a:pt x="373" y="140"/>
                    <a:pt x="186" y="93"/>
                    <a:pt x="0" y="0"/>
                  </a:cubicBezTo>
                  <a:close/>
                  <a:moveTo>
                    <a:pt x="0" y="4164"/>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119"/>
            <p:cNvSpPr/>
            <p:nvPr/>
          </p:nvSpPr>
          <p:spPr>
            <a:xfrm>
              <a:off x="7872525" y="2675650"/>
              <a:ext cx="35525" cy="87275"/>
            </a:xfrm>
            <a:custGeom>
              <a:avLst/>
              <a:gdLst/>
              <a:ahLst/>
              <a:cxnLst/>
              <a:rect l="l" t="t" r="r" b="b"/>
              <a:pathLst>
                <a:path w="1421" h="3491" extrusionOk="0">
                  <a:moveTo>
                    <a:pt x="1" y="2234"/>
                  </a:moveTo>
                  <a:cubicBezTo>
                    <a:pt x="1" y="2955"/>
                    <a:pt x="699" y="3491"/>
                    <a:pt x="1420" y="3328"/>
                  </a:cubicBezTo>
                  <a:cubicBezTo>
                    <a:pt x="908" y="3188"/>
                    <a:pt x="559" y="2746"/>
                    <a:pt x="559" y="2234"/>
                  </a:cubicBezTo>
                  <a:cubicBezTo>
                    <a:pt x="559" y="1374"/>
                    <a:pt x="1280" y="1234"/>
                    <a:pt x="1211" y="187"/>
                  </a:cubicBezTo>
                  <a:cubicBezTo>
                    <a:pt x="1025" y="71"/>
                    <a:pt x="838" y="1"/>
                    <a:pt x="629" y="1"/>
                  </a:cubicBezTo>
                  <a:cubicBezTo>
                    <a:pt x="815" y="1234"/>
                    <a:pt x="1" y="1327"/>
                    <a:pt x="1" y="2234"/>
                  </a:cubicBezTo>
                  <a:close/>
                  <a:moveTo>
                    <a:pt x="1" y="2234"/>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119"/>
            <p:cNvSpPr/>
            <p:nvPr/>
          </p:nvSpPr>
          <p:spPr>
            <a:xfrm>
              <a:off x="7956275" y="2716950"/>
              <a:ext cx="21550" cy="171025"/>
            </a:xfrm>
            <a:custGeom>
              <a:avLst/>
              <a:gdLst/>
              <a:ahLst/>
              <a:cxnLst/>
              <a:rect l="l" t="t" r="r" b="b"/>
              <a:pathLst>
                <a:path w="862" h="6841" extrusionOk="0">
                  <a:moveTo>
                    <a:pt x="24" y="6840"/>
                  </a:moveTo>
                  <a:lnTo>
                    <a:pt x="862" y="6840"/>
                  </a:lnTo>
                  <a:lnTo>
                    <a:pt x="862" y="559"/>
                  </a:lnTo>
                  <a:lnTo>
                    <a:pt x="559" y="559"/>
                  </a:lnTo>
                  <a:cubicBezTo>
                    <a:pt x="257" y="559"/>
                    <a:pt x="1" y="303"/>
                    <a:pt x="1" y="1"/>
                  </a:cubicBezTo>
                  <a:close/>
                  <a:moveTo>
                    <a:pt x="24" y="6840"/>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119"/>
            <p:cNvSpPr/>
            <p:nvPr/>
          </p:nvSpPr>
          <p:spPr>
            <a:xfrm>
              <a:off x="7956875" y="2675650"/>
              <a:ext cx="38400" cy="55300"/>
            </a:xfrm>
            <a:custGeom>
              <a:avLst/>
              <a:gdLst/>
              <a:ahLst/>
              <a:cxnLst/>
              <a:rect l="l" t="t" r="r" b="b"/>
              <a:pathLst>
                <a:path w="1536" h="2212" extrusionOk="0">
                  <a:moveTo>
                    <a:pt x="559" y="2211"/>
                  </a:moveTo>
                  <a:lnTo>
                    <a:pt x="838" y="2211"/>
                  </a:lnTo>
                  <a:lnTo>
                    <a:pt x="838" y="1653"/>
                  </a:lnTo>
                  <a:lnTo>
                    <a:pt x="1536" y="629"/>
                  </a:lnTo>
                  <a:lnTo>
                    <a:pt x="1117" y="1"/>
                  </a:lnTo>
                  <a:lnTo>
                    <a:pt x="0" y="1653"/>
                  </a:lnTo>
                  <a:cubicBezTo>
                    <a:pt x="0" y="1955"/>
                    <a:pt x="256" y="2211"/>
                    <a:pt x="559" y="2211"/>
                  </a:cubicBezTo>
                  <a:close/>
                  <a:moveTo>
                    <a:pt x="559" y="2211"/>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119"/>
            <p:cNvSpPr/>
            <p:nvPr/>
          </p:nvSpPr>
          <p:spPr>
            <a:xfrm>
              <a:off x="7760875" y="2887950"/>
              <a:ext cx="20950" cy="41900"/>
            </a:xfrm>
            <a:custGeom>
              <a:avLst/>
              <a:gdLst/>
              <a:ahLst/>
              <a:cxnLst/>
              <a:rect l="l" t="t" r="r" b="b"/>
              <a:pathLst>
                <a:path w="838" h="1676" extrusionOk="0">
                  <a:moveTo>
                    <a:pt x="0" y="0"/>
                  </a:moveTo>
                  <a:lnTo>
                    <a:pt x="0" y="1675"/>
                  </a:lnTo>
                  <a:lnTo>
                    <a:pt x="838" y="1675"/>
                  </a:lnTo>
                  <a:lnTo>
                    <a:pt x="83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119"/>
            <p:cNvSpPr/>
            <p:nvPr/>
          </p:nvSpPr>
          <p:spPr>
            <a:xfrm>
              <a:off x="7774825" y="2929825"/>
              <a:ext cx="34925" cy="203575"/>
            </a:xfrm>
            <a:custGeom>
              <a:avLst/>
              <a:gdLst/>
              <a:ahLst/>
              <a:cxnLst/>
              <a:rect l="l" t="t" r="r" b="b"/>
              <a:pathLst>
                <a:path w="1397" h="8143" extrusionOk="0">
                  <a:moveTo>
                    <a:pt x="559" y="8143"/>
                  </a:moveTo>
                  <a:lnTo>
                    <a:pt x="1396" y="8143"/>
                  </a:lnTo>
                  <a:cubicBezTo>
                    <a:pt x="1094" y="8143"/>
                    <a:pt x="838" y="7887"/>
                    <a:pt x="838" y="7584"/>
                  </a:cubicBezTo>
                  <a:lnTo>
                    <a:pt x="838" y="0"/>
                  </a:lnTo>
                  <a:lnTo>
                    <a:pt x="1" y="0"/>
                  </a:lnTo>
                  <a:lnTo>
                    <a:pt x="1" y="7584"/>
                  </a:lnTo>
                  <a:cubicBezTo>
                    <a:pt x="1" y="7887"/>
                    <a:pt x="257" y="8143"/>
                    <a:pt x="559" y="8143"/>
                  </a:cubicBezTo>
                  <a:close/>
                  <a:moveTo>
                    <a:pt x="559" y="8143"/>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119"/>
            <p:cNvSpPr/>
            <p:nvPr/>
          </p:nvSpPr>
          <p:spPr>
            <a:xfrm>
              <a:off x="7991775" y="2950750"/>
              <a:ext cx="13975" cy="69825"/>
            </a:xfrm>
            <a:custGeom>
              <a:avLst/>
              <a:gdLst/>
              <a:ahLst/>
              <a:cxnLst/>
              <a:rect l="l" t="t" r="r" b="b"/>
              <a:pathLst>
                <a:path w="559" h="2793" extrusionOk="0">
                  <a:moveTo>
                    <a:pt x="0" y="1"/>
                  </a:moveTo>
                  <a:lnTo>
                    <a:pt x="0" y="559"/>
                  </a:lnTo>
                  <a:lnTo>
                    <a:pt x="558" y="559"/>
                  </a:lnTo>
                  <a:lnTo>
                    <a:pt x="558" y="1"/>
                  </a:lnTo>
                  <a:close/>
                  <a:moveTo>
                    <a:pt x="0" y="1117"/>
                  </a:moveTo>
                  <a:lnTo>
                    <a:pt x="0" y="2792"/>
                  </a:lnTo>
                  <a:lnTo>
                    <a:pt x="558" y="2792"/>
                  </a:lnTo>
                  <a:lnTo>
                    <a:pt x="558" y="1117"/>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119"/>
            <p:cNvSpPr/>
            <p:nvPr/>
          </p:nvSpPr>
          <p:spPr>
            <a:xfrm>
              <a:off x="7767850" y="2992625"/>
              <a:ext cx="125650" cy="147750"/>
            </a:xfrm>
            <a:custGeom>
              <a:avLst/>
              <a:gdLst/>
              <a:ahLst/>
              <a:cxnLst/>
              <a:rect l="l" t="t" r="r" b="b"/>
              <a:pathLst>
                <a:path w="5026" h="5910" extrusionOk="0">
                  <a:moveTo>
                    <a:pt x="0" y="1"/>
                  </a:moveTo>
                  <a:lnTo>
                    <a:pt x="0" y="5072"/>
                  </a:lnTo>
                  <a:cubicBezTo>
                    <a:pt x="0" y="5537"/>
                    <a:pt x="373" y="5910"/>
                    <a:pt x="838" y="5910"/>
                  </a:cubicBezTo>
                  <a:lnTo>
                    <a:pt x="5025" y="5910"/>
                  </a:lnTo>
                  <a:lnTo>
                    <a:pt x="5025" y="5351"/>
                  </a:lnTo>
                  <a:lnTo>
                    <a:pt x="838" y="5351"/>
                  </a:lnTo>
                  <a:cubicBezTo>
                    <a:pt x="675" y="5351"/>
                    <a:pt x="559" y="5235"/>
                    <a:pt x="559" y="5072"/>
                  </a:cubicBez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119"/>
            <p:cNvSpPr/>
            <p:nvPr/>
          </p:nvSpPr>
          <p:spPr>
            <a:xfrm>
              <a:off x="7907425" y="3085100"/>
              <a:ext cx="125650" cy="55850"/>
            </a:xfrm>
            <a:custGeom>
              <a:avLst/>
              <a:gdLst/>
              <a:ahLst/>
              <a:cxnLst/>
              <a:rect l="l" t="t" r="r" b="b"/>
              <a:pathLst>
                <a:path w="5026" h="2234" extrusionOk="0">
                  <a:moveTo>
                    <a:pt x="4467" y="1"/>
                  </a:moveTo>
                  <a:lnTo>
                    <a:pt x="4491" y="1373"/>
                  </a:lnTo>
                  <a:cubicBezTo>
                    <a:pt x="4491" y="1536"/>
                    <a:pt x="4351" y="1676"/>
                    <a:pt x="4188" y="1676"/>
                  </a:cubicBezTo>
                  <a:lnTo>
                    <a:pt x="1" y="1676"/>
                  </a:lnTo>
                  <a:lnTo>
                    <a:pt x="1" y="2234"/>
                  </a:lnTo>
                  <a:lnTo>
                    <a:pt x="4188" y="2234"/>
                  </a:lnTo>
                  <a:cubicBezTo>
                    <a:pt x="4654" y="2234"/>
                    <a:pt x="5026" y="1838"/>
                    <a:pt x="5026" y="1396"/>
                  </a:cubicBezTo>
                  <a:lnTo>
                    <a:pt x="50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119"/>
            <p:cNvSpPr/>
            <p:nvPr/>
          </p:nvSpPr>
          <p:spPr>
            <a:xfrm>
              <a:off x="7879525" y="3024625"/>
              <a:ext cx="13975" cy="13975"/>
            </a:xfrm>
            <a:custGeom>
              <a:avLst/>
              <a:gdLst/>
              <a:ahLst/>
              <a:cxnLst/>
              <a:rect l="l" t="t" r="r" b="b"/>
              <a:pathLst>
                <a:path w="559" h="559" extrusionOk="0">
                  <a:moveTo>
                    <a:pt x="0" y="0"/>
                  </a:moveTo>
                  <a:lnTo>
                    <a:pt x="0" y="559"/>
                  </a:lnTo>
                  <a:lnTo>
                    <a:pt x="558" y="559"/>
                  </a:lnTo>
                  <a:lnTo>
                    <a:pt x="55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119"/>
            <p:cNvSpPr/>
            <p:nvPr/>
          </p:nvSpPr>
          <p:spPr>
            <a:xfrm>
              <a:off x="7907425" y="3024625"/>
              <a:ext cx="14000" cy="13975"/>
            </a:xfrm>
            <a:custGeom>
              <a:avLst/>
              <a:gdLst/>
              <a:ahLst/>
              <a:cxnLst/>
              <a:rect l="l" t="t" r="r" b="b"/>
              <a:pathLst>
                <a:path w="560" h="559" extrusionOk="0">
                  <a:moveTo>
                    <a:pt x="1" y="0"/>
                  </a:moveTo>
                  <a:lnTo>
                    <a:pt x="1"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119"/>
            <p:cNvSpPr/>
            <p:nvPr/>
          </p:nvSpPr>
          <p:spPr>
            <a:xfrm>
              <a:off x="7753900" y="2663450"/>
              <a:ext cx="293725" cy="407150"/>
            </a:xfrm>
            <a:custGeom>
              <a:avLst/>
              <a:gdLst/>
              <a:ahLst/>
              <a:cxnLst/>
              <a:rect l="l" t="t" r="r" b="b"/>
              <a:pathLst>
                <a:path w="11749" h="16286" extrusionOk="0">
                  <a:moveTo>
                    <a:pt x="2792" y="1326"/>
                  </a:moveTo>
                  <a:lnTo>
                    <a:pt x="2792" y="2164"/>
                  </a:lnTo>
                  <a:lnTo>
                    <a:pt x="2233" y="2164"/>
                  </a:lnTo>
                  <a:lnTo>
                    <a:pt x="2233" y="1326"/>
                  </a:lnTo>
                  <a:close/>
                  <a:moveTo>
                    <a:pt x="9236" y="977"/>
                  </a:moveTo>
                  <a:lnTo>
                    <a:pt x="10050" y="2210"/>
                  </a:lnTo>
                  <a:cubicBezTo>
                    <a:pt x="10027" y="2327"/>
                    <a:pt x="9911" y="2397"/>
                    <a:pt x="9794" y="2420"/>
                  </a:cubicBezTo>
                  <a:lnTo>
                    <a:pt x="8678" y="2420"/>
                  </a:lnTo>
                  <a:cubicBezTo>
                    <a:pt x="8538" y="2397"/>
                    <a:pt x="8445" y="2327"/>
                    <a:pt x="8398" y="2210"/>
                  </a:cubicBezTo>
                  <a:lnTo>
                    <a:pt x="9236" y="977"/>
                  </a:lnTo>
                  <a:close/>
                  <a:moveTo>
                    <a:pt x="3350" y="2722"/>
                  </a:moveTo>
                  <a:lnTo>
                    <a:pt x="3350" y="3281"/>
                  </a:lnTo>
                  <a:lnTo>
                    <a:pt x="1675" y="3281"/>
                  </a:lnTo>
                  <a:lnTo>
                    <a:pt x="1675" y="2722"/>
                  </a:lnTo>
                  <a:close/>
                  <a:moveTo>
                    <a:pt x="5677" y="838"/>
                  </a:moveTo>
                  <a:cubicBezTo>
                    <a:pt x="6235" y="1094"/>
                    <a:pt x="6723" y="2001"/>
                    <a:pt x="6723" y="2722"/>
                  </a:cubicBezTo>
                  <a:cubicBezTo>
                    <a:pt x="6723" y="3281"/>
                    <a:pt x="6305" y="3560"/>
                    <a:pt x="5886" y="3560"/>
                  </a:cubicBezTo>
                  <a:cubicBezTo>
                    <a:pt x="5467" y="3560"/>
                    <a:pt x="5048" y="3281"/>
                    <a:pt x="5048" y="2722"/>
                  </a:cubicBezTo>
                  <a:cubicBezTo>
                    <a:pt x="5048" y="2443"/>
                    <a:pt x="5141" y="2187"/>
                    <a:pt x="5304" y="1978"/>
                  </a:cubicBezTo>
                  <a:cubicBezTo>
                    <a:pt x="5537" y="1652"/>
                    <a:pt x="5677" y="1233"/>
                    <a:pt x="5677" y="838"/>
                  </a:cubicBezTo>
                  <a:close/>
                  <a:moveTo>
                    <a:pt x="5897" y="4118"/>
                  </a:moveTo>
                  <a:lnTo>
                    <a:pt x="5897" y="4118"/>
                  </a:lnTo>
                  <a:cubicBezTo>
                    <a:pt x="5894" y="4118"/>
                    <a:pt x="5890" y="4118"/>
                    <a:pt x="5886" y="4118"/>
                  </a:cubicBezTo>
                  <a:lnTo>
                    <a:pt x="5909" y="4118"/>
                  </a:lnTo>
                  <a:cubicBezTo>
                    <a:pt x="5905" y="4118"/>
                    <a:pt x="5901" y="4118"/>
                    <a:pt x="5897" y="4118"/>
                  </a:cubicBezTo>
                  <a:close/>
                  <a:moveTo>
                    <a:pt x="6165" y="4095"/>
                  </a:moveTo>
                  <a:lnTo>
                    <a:pt x="6165" y="4630"/>
                  </a:lnTo>
                  <a:cubicBezTo>
                    <a:pt x="6084" y="4653"/>
                    <a:pt x="5991" y="4665"/>
                    <a:pt x="5895" y="4665"/>
                  </a:cubicBezTo>
                  <a:cubicBezTo>
                    <a:pt x="5799" y="4665"/>
                    <a:pt x="5700" y="4653"/>
                    <a:pt x="5607" y="4630"/>
                  </a:cubicBezTo>
                  <a:lnTo>
                    <a:pt x="5607" y="4095"/>
                  </a:lnTo>
                  <a:cubicBezTo>
                    <a:pt x="5696" y="4095"/>
                    <a:pt x="5806" y="4116"/>
                    <a:pt x="5897" y="4118"/>
                  </a:cubicBezTo>
                  <a:lnTo>
                    <a:pt x="5897" y="4118"/>
                  </a:lnTo>
                  <a:cubicBezTo>
                    <a:pt x="5987" y="4116"/>
                    <a:pt x="6076" y="4095"/>
                    <a:pt x="6165" y="4095"/>
                  </a:cubicBezTo>
                  <a:close/>
                  <a:moveTo>
                    <a:pt x="3350" y="3839"/>
                  </a:moveTo>
                  <a:lnTo>
                    <a:pt x="3350" y="8701"/>
                  </a:lnTo>
                  <a:lnTo>
                    <a:pt x="1675" y="8701"/>
                  </a:lnTo>
                  <a:lnTo>
                    <a:pt x="1675" y="3839"/>
                  </a:lnTo>
                  <a:close/>
                  <a:moveTo>
                    <a:pt x="6142" y="5211"/>
                  </a:moveTo>
                  <a:lnTo>
                    <a:pt x="6142" y="8701"/>
                  </a:lnTo>
                  <a:lnTo>
                    <a:pt x="5583" y="8701"/>
                  </a:lnTo>
                  <a:lnTo>
                    <a:pt x="5583" y="5211"/>
                  </a:lnTo>
                  <a:cubicBezTo>
                    <a:pt x="5677" y="5223"/>
                    <a:pt x="5770" y="5229"/>
                    <a:pt x="5863" y="5229"/>
                  </a:cubicBezTo>
                  <a:cubicBezTo>
                    <a:pt x="5956" y="5229"/>
                    <a:pt x="6049" y="5223"/>
                    <a:pt x="6142" y="5211"/>
                  </a:cubicBezTo>
                  <a:close/>
                  <a:moveTo>
                    <a:pt x="8398" y="2932"/>
                  </a:moveTo>
                  <a:cubicBezTo>
                    <a:pt x="8491" y="2955"/>
                    <a:pt x="8584" y="2978"/>
                    <a:pt x="8678" y="2978"/>
                  </a:cubicBezTo>
                  <a:lnTo>
                    <a:pt x="8980" y="2978"/>
                  </a:lnTo>
                  <a:lnTo>
                    <a:pt x="8980" y="8701"/>
                  </a:lnTo>
                  <a:lnTo>
                    <a:pt x="8375" y="8701"/>
                  </a:lnTo>
                  <a:lnTo>
                    <a:pt x="8398" y="2932"/>
                  </a:lnTo>
                  <a:close/>
                  <a:moveTo>
                    <a:pt x="10073" y="2932"/>
                  </a:moveTo>
                  <a:lnTo>
                    <a:pt x="10073" y="8701"/>
                  </a:lnTo>
                  <a:lnTo>
                    <a:pt x="9515" y="8701"/>
                  </a:lnTo>
                  <a:lnTo>
                    <a:pt x="9515" y="2978"/>
                  </a:lnTo>
                  <a:lnTo>
                    <a:pt x="9794" y="2978"/>
                  </a:lnTo>
                  <a:cubicBezTo>
                    <a:pt x="9887" y="2978"/>
                    <a:pt x="9980" y="2955"/>
                    <a:pt x="10073" y="2932"/>
                  </a:cubicBezTo>
                  <a:close/>
                  <a:moveTo>
                    <a:pt x="9236" y="0"/>
                  </a:moveTo>
                  <a:lnTo>
                    <a:pt x="7817" y="2048"/>
                  </a:lnTo>
                  <a:lnTo>
                    <a:pt x="7817" y="8701"/>
                  </a:lnTo>
                  <a:lnTo>
                    <a:pt x="6700" y="8701"/>
                  </a:lnTo>
                  <a:lnTo>
                    <a:pt x="6700" y="3839"/>
                  </a:lnTo>
                  <a:cubicBezTo>
                    <a:pt x="7049" y="3583"/>
                    <a:pt x="7258" y="3164"/>
                    <a:pt x="7258" y="2722"/>
                  </a:cubicBezTo>
                  <a:cubicBezTo>
                    <a:pt x="7258" y="1582"/>
                    <a:pt x="6421" y="210"/>
                    <a:pt x="5374" y="210"/>
                  </a:cubicBezTo>
                  <a:lnTo>
                    <a:pt x="5048" y="210"/>
                  </a:lnTo>
                  <a:lnTo>
                    <a:pt x="5095" y="535"/>
                  </a:lnTo>
                  <a:cubicBezTo>
                    <a:pt x="5165" y="931"/>
                    <a:pt x="5072" y="1350"/>
                    <a:pt x="4816" y="1699"/>
                  </a:cubicBezTo>
                  <a:cubicBezTo>
                    <a:pt x="4606" y="2001"/>
                    <a:pt x="4490" y="2350"/>
                    <a:pt x="4467" y="2722"/>
                  </a:cubicBezTo>
                  <a:cubicBezTo>
                    <a:pt x="4467" y="3164"/>
                    <a:pt x="4676" y="3583"/>
                    <a:pt x="5025" y="3839"/>
                  </a:cubicBezTo>
                  <a:lnTo>
                    <a:pt x="5025" y="8701"/>
                  </a:lnTo>
                  <a:lnTo>
                    <a:pt x="3908" y="8701"/>
                  </a:lnTo>
                  <a:lnTo>
                    <a:pt x="3908" y="2164"/>
                  </a:lnTo>
                  <a:lnTo>
                    <a:pt x="3350" y="2164"/>
                  </a:lnTo>
                  <a:lnTo>
                    <a:pt x="3350" y="768"/>
                  </a:lnTo>
                  <a:lnTo>
                    <a:pt x="1675" y="768"/>
                  </a:lnTo>
                  <a:lnTo>
                    <a:pt x="1675" y="2164"/>
                  </a:lnTo>
                  <a:lnTo>
                    <a:pt x="1117" y="2164"/>
                  </a:lnTo>
                  <a:lnTo>
                    <a:pt x="1117" y="3281"/>
                  </a:lnTo>
                  <a:lnTo>
                    <a:pt x="0" y="3281"/>
                  </a:lnTo>
                  <a:lnTo>
                    <a:pt x="0" y="7468"/>
                  </a:lnTo>
                  <a:lnTo>
                    <a:pt x="558" y="7468"/>
                  </a:lnTo>
                  <a:lnTo>
                    <a:pt x="558" y="3839"/>
                  </a:lnTo>
                  <a:lnTo>
                    <a:pt x="1117" y="3839"/>
                  </a:lnTo>
                  <a:lnTo>
                    <a:pt x="1117" y="8701"/>
                  </a:lnTo>
                  <a:lnTo>
                    <a:pt x="0" y="8701"/>
                  </a:lnTo>
                  <a:lnTo>
                    <a:pt x="0" y="10934"/>
                  </a:lnTo>
                  <a:lnTo>
                    <a:pt x="558" y="10934"/>
                  </a:lnTo>
                  <a:lnTo>
                    <a:pt x="558" y="12609"/>
                  </a:lnTo>
                  <a:lnTo>
                    <a:pt x="1117" y="12609"/>
                  </a:lnTo>
                  <a:lnTo>
                    <a:pt x="1117" y="10934"/>
                  </a:lnTo>
                  <a:lnTo>
                    <a:pt x="5583" y="10934"/>
                  </a:lnTo>
                  <a:lnTo>
                    <a:pt x="5583" y="10376"/>
                  </a:lnTo>
                  <a:lnTo>
                    <a:pt x="558" y="10376"/>
                  </a:lnTo>
                  <a:lnTo>
                    <a:pt x="558" y="9259"/>
                  </a:lnTo>
                  <a:lnTo>
                    <a:pt x="11190" y="9259"/>
                  </a:lnTo>
                  <a:lnTo>
                    <a:pt x="11190" y="10376"/>
                  </a:lnTo>
                  <a:lnTo>
                    <a:pt x="6142" y="10376"/>
                  </a:lnTo>
                  <a:lnTo>
                    <a:pt x="6142" y="10934"/>
                  </a:lnTo>
                  <a:lnTo>
                    <a:pt x="10632" y="10934"/>
                  </a:lnTo>
                  <a:lnTo>
                    <a:pt x="10632" y="16285"/>
                  </a:lnTo>
                  <a:lnTo>
                    <a:pt x="11190" y="16285"/>
                  </a:lnTo>
                  <a:lnTo>
                    <a:pt x="11190" y="10934"/>
                  </a:lnTo>
                  <a:lnTo>
                    <a:pt x="11748" y="10934"/>
                  </a:lnTo>
                  <a:lnTo>
                    <a:pt x="11748" y="8701"/>
                  </a:lnTo>
                  <a:lnTo>
                    <a:pt x="10632" y="8701"/>
                  </a:lnTo>
                  <a:lnTo>
                    <a:pt x="10632" y="2048"/>
                  </a:lnTo>
                  <a:lnTo>
                    <a:pt x="923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0" name="Google Shape;5920;p119"/>
          <p:cNvGrpSpPr/>
          <p:nvPr/>
        </p:nvGrpSpPr>
        <p:grpSpPr>
          <a:xfrm>
            <a:off x="7661425" y="1977750"/>
            <a:ext cx="477500" cy="414350"/>
            <a:chOff x="7661425" y="1977750"/>
            <a:chExt cx="477500" cy="414350"/>
          </a:xfrm>
        </p:grpSpPr>
        <p:sp>
          <p:nvSpPr>
            <p:cNvPr id="5921" name="Google Shape;5921;p119"/>
            <p:cNvSpPr/>
            <p:nvPr/>
          </p:nvSpPr>
          <p:spPr>
            <a:xfrm>
              <a:off x="7668975" y="1984725"/>
              <a:ext cx="463550" cy="83775"/>
            </a:xfrm>
            <a:custGeom>
              <a:avLst/>
              <a:gdLst/>
              <a:ahLst/>
              <a:cxnLst/>
              <a:rect l="l" t="t" r="r" b="b"/>
              <a:pathLst>
                <a:path w="18542" h="3351" extrusionOk="0">
                  <a:moveTo>
                    <a:pt x="1" y="1"/>
                  </a:moveTo>
                  <a:lnTo>
                    <a:pt x="1" y="3351"/>
                  </a:lnTo>
                  <a:lnTo>
                    <a:pt x="18542" y="3351"/>
                  </a:lnTo>
                  <a:lnTo>
                    <a:pt x="1854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119"/>
            <p:cNvSpPr/>
            <p:nvPr/>
          </p:nvSpPr>
          <p:spPr>
            <a:xfrm>
              <a:off x="7668975" y="2110925"/>
              <a:ext cx="463550" cy="278025"/>
            </a:xfrm>
            <a:custGeom>
              <a:avLst/>
              <a:gdLst/>
              <a:ahLst/>
              <a:cxnLst/>
              <a:rect l="l" t="t" r="r" b="b"/>
              <a:pathLst>
                <a:path w="18542" h="11121" extrusionOk="0">
                  <a:moveTo>
                    <a:pt x="1652" y="3351"/>
                  </a:moveTo>
                  <a:cubicBezTo>
                    <a:pt x="1583" y="7608"/>
                    <a:pt x="5002" y="11121"/>
                    <a:pt x="9260" y="11121"/>
                  </a:cubicBezTo>
                  <a:cubicBezTo>
                    <a:pt x="13540" y="11121"/>
                    <a:pt x="16960" y="7608"/>
                    <a:pt x="16890" y="3351"/>
                  </a:cubicBezTo>
                  <a:lnTo>
                    <a:pt x="18542" y="3351"/>
                  </a:lnTo>
                  <a:lnTo>
                    <a:pt x="18542" y="1"/>
                  </a:lnTo>
                  <a:lnTo>
                    <a:pt x="1" y="1"/>
                  </a:lnTo>
                  <a:lnTo>
                    <a:pt x="1" y="3351"/>
                  </a:lnTo>
                  <a:close/>
                  <a:moveTo>
                    <a:pt x="9260" y="8725"/>
                  </a:moveTo>
                  <a:cubicBezTo>
                    <a:pt x="6305" y="8725"/>
                    <a:pt x="3886" y="6305"/>
                    <a:pt x="3886" y="3351"/>
                  </a:cubicBezTo>
                  <a:lnTo>
                    <a:pt x="14657" y="3351"/>
                  </a:lnTo>
                  <a:cubicBezTo>
                    <a:pt x="14657" y="6305"/>
                    <a:pt x="12237" y="8725"/>
                    <a:pt x="9283" y="8725"/>
                  </a:cubicBezTo>
                  <a:close/>
                  <a:moveTo>
                    <a:pt x="9260" y="8725"/>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119"/>
            <p:cNvSpPr/>
            <p:nvPr/>
          </p:nvSpPr>
          <p:spPr>
            <a:xfrm>
              <a:off x="7668975" y="1984725"/>
              <a:ext cx="20975" cy="83775"/>
            </a:xfrm>
            <a:custGeom>
              <a:avLst/>
              <a:gdLst/>
              <a:ahLst/>
              <a:cxnLst/>
              <a:rect l="l" t="t" r="r" b="b"/>
              <a:pathLst>
                <a:path w="839" h="3351" extrusionOk="0">
                  <a:moveTo>
                    <a:pt x="1" y="1"/>
                  </a:moveTo>
                  <a:lnTo>
                    <a:pt x="1" y="3351"/>
                  </a:lnTo>
                  <a:lnTo>
                    <a:pt x="838" y="3351"/>
                  </a:lnTo>
                  <a:lnTo>
                    <a:pt x="83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119"/>
            <p:cNvSpPr/>
            <p:nvPr/>
          </p:nvSpPr>
          <p:spPr>
            <a:xfrm>
              <a:off x="7668975" y="2110925"/>
              <a:ext cx="380400" cy="229175"/>
            </a:xfrm>
            <a:custGeom>
              <a:avLst/>
              <a:gdLst/>
              <a:ahLst/>
              <a:cxnLst/>
              <a:rect l="l" t="t" r="r" b="b"/>
              <a:pathLst>
                <a:path w="15216" h="9167" extrusionOk="0">
                  <a:moveTo>
                    <a:pt x="838" y="1"/>
                  </a:moveTo>
                  <a:lnTo>
                    <a:pt x="1" y="1"/>
                  </a:lnTo>
                  <a:lnTo>
                    <a:pt x="1" y="3351"/>
                  </a:lnTo>
                  <a:lnTo>
                    <a:pt x="838" y="3351"/>
                  </a:lnTo>
                  <a:close/>
                  <a:moveTo>
                    <a:pt x="15215" y="3072"/>
                  </a:moveTo>
                  <a:lnTo>
                    <a:pt x="14657" y="3072"/>
                  </a:lnTo>
                  <a:lnTo>
                    <a:pt x="14657" y="3351"/>
                  </a:lnTo>
                  <a:cubicBezTo>
                    <a:pt x="14657" y="6329"/>
                    <a:pt x="12237" y="8725"/>
                    <a:pt x="9260" y="8725"/>
                  </a:cubicBezTo>
                  <a:cubicBezTo>
                    <a:pt x="6305" y="8725"/>
                    <a:pt x="3886" y="6329"/>
                    <a:pt x="3886" y="3351"/>
                  </a:cubicBezTo>
                  <a:lnTo>
                    <a:pt x="3886" y="3072"/>
                  </a:lnTo>
                  <a:lnTo>
                    <a:pt x="3327" y="3072"/>
                  </a:lnTo>
                  <a:lnTo>
                    <a:pt x="3327" y="3351"/>
                  </a:lnTo>
                  <a:cubicBezTo>
                    <a:pt x="3397" y="6584"/>
                    <a:pt x="6049" y="9167"/>
                    <a:pt x="9260" y="9167"/>
                  </a:cubicBezTo>
                  <a:cubicBezTo>
                    <a:pt x="12493" y="9167"/>
                    <a:pt x="15122" y="6584"/>
                    <a:pt x="15215" y="3351"/>
                  </a:cubicBezTo>
                  <a:close/>
                  <a:moveTo>
                    <a:pt x="15215" y="3072"/>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119"/>
            <p:cNvSpPr/>
            <p:nvPr/>
          </p:nvSpPr>
          <p:spPr>
            <a:xfrm>
              <a:off x="8041775" y="2033575"/>
              <a:ext cx="69825" cy="140200"/>
            </a:xfrm>
            <a:custGeom>
              <a:avLst/>
              <a:gdLst/>
              <a:ahLst/>
              <a:cxnLst/>
              <a:rect l="l" t="t" r="r" b="b"/>
              <a:pathLst>
                <a:path w="2793" h="5608" extrusionOk="0">
                  <a:moveTo>
                    <a:pt x="1" y="1"/>
                  </a:moveTo>
                  <a:lnTo>
                    <a:pt x="1" y="559"/>
                  </a:lnTo>
                  <a:lnTo>
                    <a:pt x="1676" y="559"/>
                  </a:lnTo>
                  <a:lnTo>
                    <a:pt x="1676" y="1"/>
                  </a:lnTo>
                  <a:close/>
                  <a:moveTo>
                    <a:pt x="2234" y="1"/>
                  </a:moveTo>
                  <a:lnTo>
                    <a:pt x="2234" y="559"/>
                  </a:lnTo>
                  <a:lnTo>
                    <a:pt x="2792" y="559"/>
                  </a:lnTo>
                  <a:lnTo>
                    <a:pt x="2792" y="1"/>
                  </a:lnTo>
                  <a:close/>
                  <a:moveTo>
                    <a:pt x="1" y="5049"/>
                  </a:moveTo>
                  <a:lnTo>
                    <a:pt x="1" y="5607"/>
                  </a:lnTo>
                  <a:lnTo>
                    <a:pt x="1676" y="5607"/>
                  </a:lnTo>
                  <a:lnTo>
                    <a:pt x="1676" y="5049"/>
                  </a:lnTo>
                  <a:close/>
                  <a:moveTo>
                    <a:pt x="2234" y="5049"/>
                  </a:moveTo>
                  <a:lnTo>
                    <a:pt x="2234" y="5607"/>
                  </a:lnTo>
                  <a:lnTo>
                    <a:pt x="2792" y="5607"/>
                  </a:lnTo>
                  <a:lnTo>
                    <a:pt x="2792" y="5049"/>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119"/>
            <p:cNvSpPr/>
            <p:nvPr/>
          </p:nvSpPr>
          <p:spPr>
            <a:xfrm>
              <a:off x="7907425" y="2194675"/>
              <a:ext cx="162875" cy="169275"/>
            </a:xfrm>
            <a:custGeom>
              <a:avLst/>
              <a:gdLst/>
              <a:ahLst/>
              <a:cxnLst/>
              <a:rect l="l" t="t" r="r" b="b"/>
              <a:pathLst>
                <a:path w="6515" h="6771" extrusionOk="0">
                  <a:moveTo>
                    <a:pt x="5956" y="1"/>
                  </a:moveTo>
                  <a:cubicBezTo>
                    <a:pt x="5956" y="3328"/>
                    <a:pt x="3328" y="6073"/>
                    <a:pt x="1" y="6212"/>
                  </a:cubicBezTo>
                  <a:lnTo>
                    <a:pt x="24" y="6771"/>
                  </a:lnTo>
                  <a:cubicBezTo>
                    <a:pt x="3653" y="6608"/>
                    <a:pt x="6515" y="3630"/>
                    <a:pt x="65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119"/>
            <p:cNvSpPr/>
            <p:nvPr/>
          </p:nvSpPr>
          <p:spPr>
            <a:xfrm>
              <a:off x="7731200" y="2194675"/>
              <a:ext cx="162875" cy="169275"/>
            </a:xfrm>
            <a:custGeom>
              <a:avLst/>
              <a:gdLst/>
              <a:ahLst/>
              <a:cxnLst/>
              <a:rect l="l" t="t" r="r" b="b"/>
              <a:pathLst>
                <a:path w="6515" h="6771" extrusionOk="0">
                  <a:moveTo>
                    <a:pt x="1" y="1"/>
                  </a:moveTo>
                  <a:cubicBezTo>
                    <a:pt x="1" y="3630"/>
                    <a:pt x="2862" y="6608"/>
                    <a:pt x="6491" y="6771"/>
                  </a:cubicBezTo>
                  <a:lnTo>
                    <a:pt x="6515" y="6212"/>
                  </a:lnTo>
                  <a:cubicBezTo>
                    <a:pt x="3188" y="6073"/>
                    <a:pt x="559" y="3328"/>
                    <a:pt x="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119"/>
            <p:cNvSpPr/>
            <p:nvPr/>
          </p:nvSpPr>
          <p:spPr>
            <a:xfrm>
              <a:off x="7661425" y="1977750"/>
              <a:ext cx="477500" cy="97725"/>
            </a:xfrm>
            <a:custGeom>
              <a:avLst/>
              <a:gdLst/>
              <a:ahLst/>
              <a:cxnLst/>
              <a:rect l="l" t="t" r="r" b="b"/>
              <a:pathLst>
                <a:path w="19100" h="3909" extrusionOk="0">
                  <a:moveTo>
                    <a:pt x="23" y="0"/>
                  </a:moveTo>
                  <a:lnTo>
                    <a:pt x="23" y="1675"/>
                  </a:lnTo>
                  <a:lnTo>
                    <a:pt x="582" y="1675"/>
                  </a:lnTo>
                  <a:lnTo>
                    <a:pt x="582" y="559"/>
                  </a:lnTo>
                  <a:lnTo>
                    <a:pt x="1466" y="559"/>
                  </a:lnTo>
                  <a:lnTo>
                    <a:pt x="1466" y="1675"/>
                  </a:lnTo>
                  <a:lnTo>
                    <a:pt x="2024" y="1675"/>
                  </a:lnTo>
                  <a:lnTo>
                    <a:pt x="2024" y="559"/>
                  </a:lnTo>
                  <a:lnTo>
                    <a:pt x="2582" y="559"/>
                  </a:lnTo>
                  <a:lnTo>
                    <a:pt x="2582" y="1117"/>
                  </a:lnTo>
                  <a:lnTo>
                    <a:pt x="3141" y="1117"/>
                  </a:lnTo>
                  <a:lnTo>
                    <a:pt x="3141" y="559"/>
                  </a:lnTo>
                  <a:lnTo>
                    <a:pt x="3699" y="559"/>
                  </a:lnTo>
                  <a:lnTo>
                    <a:pt x="3699" y="1675"/>
                  </a:lnTo>
                  <a:lnTo>
                    <a:pt x="4257" y="1675"/>
                  </a:lnTo>
                  <a:lnTo>
                    <a:pt x="4257" y="559"/>
                  </a:lnTo>
                  <a:lnTo>
                    <a:pt x="4816" y="559"/>
                  </a:lnTo>
                  <a:lnTo>
                    <a:pt x="4816" y="1117"/>
                  </a:lnTo>
                  <a:lnTo>
                    <a:pt x="5374" y="1117"/>
                  </a:lnTo>
                  <a:lnTo>
                    <a:pt x="5374" y="559"/>
                  </a:lnTo>
                  <a:lnTo>
                    <a:pt x="5932" y="559"/>
                  </a:lnTo>
                  <a:lnTo>
                    <a:pt x="5932" y="1675"/>
                  </a:lnTo>
                  <a:lnTo>
                    <a:pt x="6491" y="1675"/>
                  </a:lnTo>
                  <a:lnTo>
                    <a:pt x="6491" y="559"/>
                  </a:lnTo>
                  <a:lnTo>
                    <a:pt x="7049" y="559"/>
                  </a:lnTo>
                  <a:lnTo>
                    <a:pt x="7049" y="1117"/>
                  </a:lnTo>
                  <a:lnTo>
                    <a:pt x="7607" y="1117"/>
                  </a:lnTo>
                  <a:lnTo>
                    <a:pt x="7607" y="559"/>
                  </a:lnTo>
                  <a:lnTo>
                    <a:pt x="8166" y="559"/>
                  </a:lnTo>
                  <a:lnTo>
                    <a:pt x="8166" y="1675"/>
                  </a:lnTo>
                  <a:lnTo>
                    <a:pt x="8724" y="1675"/>
                  </a:lnTo>
                  <a:lnTo>
                    <a:pt x="8724" y="559"/>
                  </a:lnTo>
                  <a:lnTo>
                    <a:pt x="9282" y="559"/>
                  </a:lnTo>
                  <a:lnTo>
                    <a:pt x="9282" y="1117"/>
                  </a:lnTo>
                  <a:lnTo>
                    <a:pt x="9841" y="1117"/>
                  </a:lnTo>
                  <a:lnTo>
                    <a:pt x="9841" y="559"/>
                  </a:lnTo>
                  <a:lnTo>
                    <a:pt x="10399" y="559"/>
                  </a:lnTo>
                  <a:lnTo>
                    <a:pt x="10399" y="1675"/>
                  </a:lnTo>
                  <a:lnTo>
                    <a:pt x="10957" y="1675"/>
                  </a:lnTo>
                  <a:lnTo>
                    <a:pt x="10957" y="559"/>
                  </a:lnTo>
                  <a:lnTo>
                    <a:pt x="11516" y="559"/>
                  </a:lnTo>
                  <a:lnTo>
                    <a:pt x="11516" y="1117"/>
                  </a:lnTo>
                  <a:lnTo>
                    <a:pt x="12074" y="1117"/>
                  </a:lnTo>
                  <a:lnTo>
                    <a:pt x="12074" y="559"/>
                  </a:lnTo>
                  <a:lnTo>
                    <a:pt x="12632" y="559"/>
                  </a:lnTo>
                  <a:lnTo>
                    <a:pt x="12632" y="1675"/>
                  </a:lnTo>
                  <a:lnTo>
                    <a:pt x="13191" y="1675"/>
                  </a:lnTo>
                  <a:lnTo>
                    <a:pt x="13191" y="559"/>
                  </a:lnTo>
                  <a:lnTo>
                    <a:pt x="13749" y="559"/>
                  </a:lnTo>
                  <a:lnTo>
                    <a:pt x="13749" y="1117"/>
                  </a:lnTo>
                  <a:lnTo>
                    <a:pt x="14307" y="1117"/>
                  </a:lnTo>
                  <a:lnTo>
                    <a:pt x="14307" y="559"/>
                  </a:lnTo>
                  <a:lnTo>
                    <a:pt x="14866" y="559"/>
                  </a:lnTo>
                  <a:lnTo>
                    <a:pt x="14866" y="1675"/>
                  </a:lnTo>
                  <a:lnTo>
                    <a:pt x="15424" y="1675"/>
                  </a:lnTo>
                  <a:lnTo>
                    <a:pt x="15424" y="559"/>
                  </a:lnTo>
                  <a:lnTo>
                    <a:pt x="15982" y="559"/>
                  </a:lnTo>
                  <a:lnTo>
                    <a:pt x="15982" y="1117"/>
                  </a:lnTo>
                  <a:lnTo>
                    <a:pt x="16541" y="1117"/>
                  </a:lnTo>
                  <a:lnTo>
                    <a:pt x="16541" y="559"/>
                  </a:lnTo>
                  <a:lnTo>
                    <a:pt x="17099" y="559"/>
                  </a:lnTo>
                  <a:lnTo>
                    <a:pt x="17099" y="1675"/>
                  </a:lnTo>
                  <a:lnTo>
                    <a:pt x="17657" y="1675"/>
                  </a:lnTo>
                  <a:lnTo>
                    <a:pt x="17657" y="559"/>
                  </a:lnTo>
                  <a:lnTo>
                    <a:pt x="18541" y="559"/>
                  </a:lnTo>
                  <a:lnTo>
                    <a:pt x="18541" y="3350"/>
                  </a:lnTo>
                  <a:lnTo>
                    <a:pt x="558" y="3350"/>
                  </a:lnTo>
                  <a:lnTo>
                    <a:pt x="558" y="2234"/>
                  </a:lnTo>
                  <a:lnTo>
                    <a:pt x="0" y="2234"/>
                  </a:lnTo>
                  <a:lnTo>
                    <a:pt x="0" y="3909"/>
                  </a:lnTo>
                  <a:lnTo>
                    <a:pt x="19100" y="3909"/>
                  </a:lnTo>
                  <a:lnTo>
                    <a:pt x="1910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119"/>
            <p:cNvSpPr/>
            <p:nvPr/>
          </p:nvSpPr>
          <p:spPr>
            <a:xfrm>
              <a:off x="7879525" y="2159800"/>
              <a:ext cx="13975" cy="13975"/>
            </a:xfrm>
            <a:custGeom>
              <a:avLst/>
              <a:gdLst/>
              <a:ahLst/>
              <a:cxnLst/>
              <a:rect l="l" t="t" r="r" b="b"/>
              <a:pathLst>
                <a:path w="559" h="559" extrusionOk="0">
                  <a:moveTo>
                    <a:pt x="0" y="0"/>
                  </a:moveTo>
                  <a:lnTo>
                    <a:pt x="0" y="558"/>
                  </a:lnTo>
                  <a:lnTo>
                    <a:pt x="558" y="558"/>
                  </a:lnTo>
                  <a:lnTo>
                    <a:pt x="55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119"/>
            <p:cNvSpPr/>
            <p:nvPr/>
          </p:nvSpPr>
          <p:spPr>
            <a:xfrm>
              <a:off x="7907425" y="2159800"/>
              <a:ext cx="14000" cy="13975"/>
            </a:xfrm>
            <a:custGeom>
              <a:avLst/>
              <a:gdLst/>
              <a:ahLst/>
              <a:cxnLst/>
              <a:rect l="l" t="t" r="r" b="b"/>
              <a:pathLst>
                <a:path w="560" h="559" extrusionOk="0">
                  <a:moveTo>
                    <a:pt x="1" y="0"/>
                  </a:moveTo>
                  <a:lnTo>
                    <a:pt x="1" y="558"/>
                  </a:lnTo>
                  <a:lnTo>
                    <a:pt x="559" y="558"/>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119"/>
            <p:cNvSpPr/>
            <p:nvPr/>
          </p:nvSpPr>
          <p:spPr>
            <a:xfrm>
              <a:off x="7907425" y="2033575"/>
              <a:ext cx="14000" cy="14000"/>
            </a:xfrm>
            <a:custGeom>
              <a:avLst/>
              <a:gdLst/>
              <a:ahLst/>
              <a:cxnLst/>
              <a:rect l="l" t="t" r="r" b="b"/>
              <a:pathLst>
                <a:path w="560" h="560" extrusionOk="0">
                  <a:moveTo>
                    <a:pt x="1" y="1"/>
                  </a:moveTo>
                  <a:lnTo>
                    <a:pt x="1"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119"/>
            <p:cNvSpPr/>
            <p:nvPr/>
          </p:nvSpPr>
          <p:spPr>
            <a:xfrm>
              <a:off x="7879525" y="2033575"/>
              <a:ext cx="13975" cy="14000"/>
            </a:xfrm>
            <a:custGeom>
              <a:avLst/>
              <a:gdLst/>
              <a:ahLst/>
              <a:cxnLst/>
              <a:rect l="l" t="t" r="r" b="b"/>
              <a:pathLst>
                <a:path w="559" h="560" extrusionOk="0">
                  <a:moveTo>
                    <a:pt x="0" y="1"/>
                  </a:moveTo>
                  <a:lnTo>
                    <a:pt x="0" y="559"/>
                  </a:lnTo>
                  <a:lnTo>
                    <a:pt x="558" y="559"/>
                  </a:lnTo>
                  <a:lnTo>
                    <a:pt x="5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119"/>
            <p:cNvSpPr/>
            <p:nvPr/>
          </p:nvSpPr>
          <p:spPr>
            <a:xfrm>
              <a:off x="7662000" y="2159200"/>
              <a:ext cx="373400" cy="232900"/>
            </a:xfrm>
            <a:custGeom>
              <a:avLst/>
              <a:gdLst/>
              <a:ahLst/>
              <a:cxnLst/>
              <a:rect l="l" t="t" r="r" b="b"/>
              <a:pathLst>
                <a:path w="14936" h="9316" extrusionOk="0">
                  <a:moveTo>
                    <a:pt x="0" y="1"/>
                  </a:moveTo>
                  <a:lnTo>
                    <a:pt x="0" y="1676"/>
                  </a:lnTo>
                  <a:lnTo>
                    <a:pt x="1652" y="1676"/>
                  </a:lnTo>
                  <a:cubicBezTo>
                    <a:pt x="1827" y="6290"/>
                    <a:pt x="5633" y="9316"/>
                    <a:pt x="9608" y="9316"/>
                  </a:cubicBezTo>
                  <a:cubicBezTo>
                    <a:pt x="11465" y="9316"/>
                    <a:pt x="13358" y="8656"/>
                    <a:pt x="14936" y="7189"/>
                  </a:cubicBezTo>
                  <a:lnTo>
                    <a:pt x="14540" y="6770"/>
                  </a:lnTo>
                  <a:cubicBezTo>
                    <a:pt x="13191" y="8050"/>
                    <a:pt x="11400" y="8748"/>
                    <a:pt x="9539" y="8748"/>
                  </a:cubicBezTo>
                  <a:cubicBezTo>
                    <a:pt x="5491" y="8748"/>
                    <a:pt x="2210" y="5468"/>
                    <a:pt x="2210" y="1420"/>
                  </a:cubicBezTo>
                  <a:lnTo>
                    <a:pt x="2210" y="1117"/>
                  </a:lnTo>
                  <a:lnTo>
                    <a:pt x="559" y="1117"/>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119"/>
            <p:cNvSpPr/>
            <p:nvPr/>
          </p:nvSpPr>
          <p:spPr>
            <a:xfrm>
              <a:off x="7662000" y="2103950"/>
              <a:ext cx="476925" cy="225100"/>
            </a:xfrm>
            <a:custGeom>
              <a:avLst/>
              <a:gdLst/>
              <a:ahLst/>
              <a:cxnLst/>
              <a:rect l="l" t="t" r="r" b="b"/>
              <a:pathLst>
                <a:path w="19077" h="9004" extrusionOk="0">
                  <a:moveTo>
                    <a:pt x="0" y="1"/>
                  </a:moveTo>
                  <a:lnTo>
                    <a:pt x="0" y="1676"/>
                  </a:lnTo>
                  <a:lnTo>
                    <a:pt x="559" y="1676"/>
                  </a:lnTo>
                  <a:lnTo>
                    <a:pt x="559" y="559"/>
                  </a:lnTo>
                  <a:lnTo>
                    <a:pt x="1443" y="559"/>
                  </a:lnTo>
                  <a:lnTo>
                    <a:pt x="1443" y="1117"/>
                  </a:lnTo>
                  <a:lnTo>
                    <a:pt x="2001" y="1117"/>
                  </a:lnTo>
                  <a:lnTo>
                    <a:pt x="2001" y="559"/>
                  </a:lnTo>
                  <a:lnTo>
                    <a:pt x="2559" y="559"/>
                  </a:lnTo>
                  <a:lnTo>
                    <a:pt x="2559" y="1676"/>
                  </a:lnTo>
                  <a:lnTo>
                    <a:pt x="3118" y="1676"/>
                  </a:lnTo>
                  <a:lnTo>
                    <a:pt x="3118" y="559"/>
                  </a:lnTo>
                  <a:lnTo>
                    <a:pt x="3676" y="559"/>
                  </a:lnTo>
                  <a:lnTo>
                    <a:pt x="3676" y="1117"/>
                  </a:lnTo>
                  <a:lnTo>
                    <a:pt x="4234" y="1117"/>
                  </a:lnTo>
                  <a:lnTo>
                    <a:pt x="4234" y="559"/>
                  </a:lnTo>
                  <a:lnTo>
                    <a:pt x="4793" y="559"/>
                  </a:lnTo>
                  <a:lnTo>
                    <a:pt x="4793" y="1676"/>
                  </a:lnTo>
                  <a:lnTo>
                    <a:pt x="5351" y="1676"/>
                  </a:lnTo>
                  <a:lnTo>
                    <a:pt x="5351" y="559"/>
                  </a:lnTo>
                  <a:lnTo>
                    <a:pt x="5909" y="559"/>
                  </a:lnTo>
                  <a:lnTo>
                    <a:pt x="5909" y="1117"/>
                  </a:lnTo>
                  <a:lnTo>
                    <a:pt x="6468" y="1117"/>
                  </a:lnTo>
                  <a:lnTo>
                    <a:pt x="6468" y="559"/>
                  </a:lnTo>
                  <a:lnTo>
                    <a:pt x="7026" y="559"/>
                  </a:lnTo>
                  <a:lnTo>
                    <a:pt x="7026" y="1676"/>
                  </a:lnTo>
                  <a:lnTo>
                    <a:pt x="7584" y="1676"/>
                  </a:lnTo>
                  <a:lnTo>
                    <a:pt x="7584" y="559"/>
                  </a:lnTo>
                  <a:lnTo>
                    <a:pt x="8143" y="559"/>
                  </a:lnTo>
                  <a:lnTo>
                    <a:pt x="8143" y="1117"/>
                  </a:lnTo>
                  <a:lnTo>
                    <a:pt x="8701" y="1117"/>
                  </a:lnTo>
                  <a:lnTo>
                    <a:pt x="8701" y="559"/>
                  </a:lnTo>
                  <a:lnTo>
                    <a:pt x="9259" y="559"/>
                  </a:lnTo>
                  <a:lnTo>
                    <a:pt x="9259" y="1676"/>
                  </a:lnTo>
                  <a:lnTo>
                    <a:pt x="9818" y="1676"/>
                  </a:lnTo>
                  <a:lnTo>
                    <a:pt x="9818" y="559"/>
                  </a:lnTo>
                  <a:lnTo>
                    <a:pt x="10376" y="559"/>
                  </a:lnTo>
                  <a:lnTo>
                    <a:pt x="10376" y="1117"/>
                  </a:lnTo>
                  <a:lnTo>
                    <a:pt x="10934" y="1117"/>
                  </a:lnTo>
                  <a:lnTo>
                    <a:pt x="10934" y="559"/>
                  </a:lnTo>
                  <a:lnTo>
                    <a:pt x="11493" y="559"/>
                  </a:lnTo>
                  <a:lnTo>
                    <a:pt x="11493" y="1676"/>
                  </a:lnTo>
                  <a:lnTo>
                    <a:pt x="12051" y="1676"/>
                  </a:lnTo>
                  <a:lnTo>
                    <a:pt x="12051" y="559"/>
                  </a:lnTo>
                  <a:lnTo>
                    <a:pt x="12609" y="559"/>
                  </a:lnTo>
                  <a:lnTo>
                    <a:pt x="12609" y="1117"/>
                  </a:lnTo>
                  <a:lnTo>
                    <a:pt x="13168" y="1117"/>
                  </a:lnTo>
                  <a:lnTo>
                    <a:pt x="13168" y="559"/>
                  </a:lnTo>
                  <a:lnTo>
                    <a:pt x="13726" y="559"/>
                  </a:lnTo>
                  <a:lnTo>
                    <a:pt x="13726" y="1676"/>
                  </a:lnTo>
                  <a:lnTo>
                    <a:pt x="14284" y="1676"/>
                  </a:lnTo>
                  <a:lnTo>
                    <a:pt x="14284" y="559"/>
                  </a:lnTo>
                  <a:lnTo>
                    <a:pt x="14843" y="559"/>
                  </a:lnTo>
                  <a:lnTo>
                    <a:pt x="14843" y="1117"/>
                  </a:lnTo>
                  <a:lnTo>
                    <a:pt x="15401" y="1117"/>
                  </a:lnTo>
                  <a:lnTo>
                    <a:pt x="15401" y="559"/>
                  </a:lnTo>
                  <a:lnTo>
                    <a:pt x="15959" y="559"/>
                  </a:lnTo>
                  <a:lnTo>
                    <a:pt x="15959" y="1676"/>
                  </a:lnTo>
                  <a:lnTo>
                    <a:pt x="16518" y="1676"/>
                  </a:lnTo>
                  <a:lnTo>
                    <a:pt x="16518" y="559"/>
                  </a:lnTo>
                  <a:lnTo>
                    <a:pt x="17076" y="559"/>
                  </a:lnTo>
                  <a:lnTo>
                    <a:pt x="17076" y="1117"/>
                  </a:lnTo>
                  <a:lnTo>
                    <a:pt x="17634" y="1117"/>
                  </a:lnTo>
                  <a:lnTo>
                    <a:pt x="17634" y="559"/>
                  </a:lnTo>
                  <a:lnTo>
                    <a:pt x="18518" y="559"/>
                  </a:lnTo>
                  <a:lnTo>
                    <a:pt x="18518" y="3351"/>
                  </a:lnTo>
                  <a:lnTo>
                    <a:pt x="16867" y="3351"/>
                  </a:lnTo>
                  <a:lnTo>
                    <a:pt x="16867" y="3630"/>
                  </a:lnTo>
                  <a:cubicBezTo>
                    <a:pt x="16867" y="5491"/>
                    <a:pt x="16169" y="7282"/>
                    <a:pt x="14913" y="8632"/>
                  </a:cubicBezTo>
                  <a:lnTo>
                    <a:pt x="15308" y="9004"/>
                  </a:lnTo>
                  <a:cubicBezTo>
                    <a:pt x="16611" y="7631"/>
                    <a:pt x="17355" y="5817"/>
                    <a:pt x="17425" y="3909"/>
                  </a:cubicBezTo>
                  <a:lnTo>
                    <a:pt x="19077" y="3909"/>
                  </a:lnTo>
                  <a:lnTo>
                    <a:pt x="1907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119"/>
            <p:cNvSpPr/>
            <p:nvPr/>
          </p:nvSpPr>
          <p:spPr>
            <a:xfrm>
              <a:off x="7759125" y="2187125"/>
              <a:ext cx="283250" cy="148900"/>
            </a:xfrm>
            <a:custGeom>
              <a:avLst/>
              <a:gdLst/>
              <a:ahLst/>
              <a:cxnLst/>
              <a:rect l="l" t="t" r="r" b="b"/>
              <a:pathLst>
                <a:path w="11330" h="5956" extrusionOk="0">
                  <a:moveTo>
                    <a:pt x="10772" y="582"/>
                  </a:moveTo>
                  <a:cubicBezTo>
                    <a:pt x="10609" y="3281"/>
                    <a:pt x="8375" y="5398"/>
                    <a:pt x="5677" y="5398"/>
                  </a:cubicBezTo>
                  <a:cubicBezTo>
                    <a:pt x="2978" y="5398"/>
                    <a:pt x="745" y="3281"/>
                    <a:pt x="582" y="582"/>
                  </a:cubicBezTo>
                  <a:close/>
                  <a:moveTo>
                    <a:pt x="0" y="0"/>
                  </a:moveTo>
                  <a:lnTo>
                    <a:pt x="0" y="303"/>
                  </a:lnTo>
                  <a:cubicBezTo>
                    <a:pt x="0" y="3420"/>
                    <a:pt x="2536" y="5956"/>
                    <a:pt x="5654" y="5956"/>
                  </a:cubicBezTo>
                  <a:cubicBezTo>
                    <a:pt x="8794" y="5956"/>
                    <a:pt x="11330" y="3420"/>
                    <a:pt x="11330" y="303"/>
                  </a:cubicBezTo>
                  <a:lnTo>
                    <a:pt x="1133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6" name="Google Shape;5936;p119"/>
          <p:cNvGrpSpPr/>
          <p:nvPr/>
        </p:nvGrpSpPr>
        <p:grpSpPr>
          <a:xfrm>
            <a:off x="7697475" y="1229250"/>
            <a:ext cx="406550" cy="477500"/>
            <a:chOff x="7697475" y="1229250"/>
            <a:chExt cx="406550" cy="477500"/>
          </a:xfrm>
        </p:grpSpPr>
        <p:sp>
          <p:nvSpPr>
            <p:cNvPr id="5937" name="Google Shape;5937;p119"/>
            <p:cNvSpPr/>
            <p:nvPr/>
          </p:nvSpPr>
          <p:spPr>
            <a:xfrm>
              <a:off x="7705025" y="1236800"/>
              <a:ext cx="363525" cy="435050"/>
            </a:xfrm>
            <a:custGeom>
              <a:avLst/>
              <a:gdLst/>
              <a:ahLst/>
              <a:cxnLst/>
              <a:rect l="l" t="t" r="r" b="b"/>
              <a:pathLst>
                <a:path w="14541" h="17402" extrusionOk="0">
                  <a:moveTo>
                    <a:pt x="1" y="17402"/>
                  </a:moveTo>
                  <a:cubicBezTo>
                    <a:pt x="1" y="16774"/>
                    <a:pt x="489" y="16285"/>
                    <a:pt x="1118" y="16285"/>
                  </a:cubicBezTo>
                  <a:lnTo>
                    <a:pt x="2234" y="16285"/>
                  </a:lnTo>
                  <a:lnTo>
                    <a:pt x="2234" y="0"/>
                  </a:lnTo>
                  <a:lnTo>
                    <a:pt x="559" y="0"/>
                  </a:lnTo>
                  <a:cubicBezTo>
                    <a:pt x="257" y="0"/>
                    <a:pt x="1" y="233"/>
                    <a:pt x="1" y="559"/>
                  </a:cubicBezTo>
                  <a:close/>
                  <a:moveTo>
                    <a:pt x="3351" y="16285"/>
                  </a:moveTo>
                  <a:lnTo>
                    <a:pt x="14541" y="16285"/>
                  </a:lnTo>
                  <a:lnTo>
                    <a:pt x="14541" y="0"/>
                  </a:lnTo>
                  <a:lnTo>
                    <a:pt x="3351" y="0"/>
                  </a:lnTo>
                  <a:close/>
                  <a:moveTo>
                    <a:pt x="6701" y="10678"/>
                  </a:moveTo>
                  <a:lnTo>
                    <a:pt x="12308" y="10678"/>
                  </a:lnTo>
                  <a:lnTo>
                    <a:pt x="12308" y="14028"/>
                  </a:lnTo>
                  <a:lnTo>
                    <a:pt x="6701" y="14028"/>
                  </a:lnTo>
                  <a:close/>
                  <a:moveTo>
                    <a:pt x="6701" y="10678"/>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119"/>
            <p:cNvSpPr/>
            <p:nvPr/>
          </p:nvSpPr>
          <p:spPr>
            <a:xfrm>
              <a:off x="7760875" y="1236225"/>
              <a:ext cx="27925" cy="407725"/>
            </a:xfrm>
            <a:custGeom>
              <a:avLst/>
              <a:gdLst/>
              <a:ahLst/>
              <a:cxnLst/>
              <a:rect l="l" t="t" r="r" b="b"/>
              <a:pathLst>
                <a:path w="1117" h="16309" extrusionOk="0">
                  <a:moveTo>
                    <a:pt x="0" y="0"/>
                  </a:moveTo>
                  <a:lnTo>
                    <a:pt x="0" y="16308"/>
                  </a:lnTo>
                  <a:lnTo>
                    <a:pt x="1117" y="16308"/>
                  </a:lnTo>
                  <a:lnTo>
                    <a:pt x="111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119"/>
            <p:cNvSpPr/>
            <p:nvPr/>
          </p:nvSpPr>
          <p:spPr>
            <a:xfrm>
              <a:off x="7705025" y="1643925"/>
              <a:ext cx="363525" cy="55850"/>
            </a:xfrm>
            <a:custGeom>
              <a:avLst/>
              <a:gdLst/>
              <a:ahLst/>
              <a:cxnLst/>
              <a:rect l="l" t="t" r="r" b="b"/>
              <a:pathLst>
                <a:path w="14541" h="2234" extrusionOk="0">
                  <a:moveTo>
                    <a:pt x="1" y="1117"/>
                  </a:moveTo>
                  <a:cubicBezTo>
                    <a:pt x="1" y="1722"/>
                    <a:pt x="489" y="2233"/>
                    <a:pt x="1118" y="2233"/>
                  </a:cubicBezTo>
                  <a:lnTo>
                    <a:pt x="14541" y="2233"/>
                  </a:lnTo>
                  <a:lnTo>
                    <a:pt x="14541" y="0"/>
                  </a:lnTo>
                  <a:lnTo>
                    <a:pt x="1118" y="0"/>
                  </a:lnTo>
                  <a:cubicBezTo>
                    <a:pt x="489" y="0"/>
                    <a:pt x="1" y="489"/>
                    <a:pt x="1" y="1117"/>
                  </a:cubicBezTo>
                  <a:close/>
                  <a:moveTo>
                    <a:pt x="1" y="1117"/>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119"/>
            <p:cNvSpPr/>
            <p:nvPr/>
          </p:nvSpPr>
          <p:spPr>
            <a:xfrm>
              <a:off x="7872525" y="1503750"/>
              <a:ext cx="140200" cy="83775"/>
            </a:xfrm>
            <a:custGeom>
              <a:avLst/>
              <a:gdLst/>
              <a:ahLst/>
              <a:cxnLst/>
              <a:rect l="l" t="t" r="r" b="b"/>
              <a:pathLst>
                <a:path w="5608" h="3351" extrusionOk="0">
                  <a:moveTo>
                    <a:pt x="1" y="0"/>
                  </a:moveTo>
                  <a:lnTo>
                    <a:pt x="1" y="3350"/>
                  </a:lnTo>
                  <a:lnTo>
                    <a:pt x="5608" y="3350"/>
                  </a:lnTo>
                  <a:lnTo>
                    <a:pt x="56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119"/>
            <p:cNvSpPr/>
            <p:nvPr/>
          </p:nvSpPr>
          <p:spPr>
            <a:xfrm>
              <a:off x="8068525" y="1522950"/>
              <a:ext cx="27950" cy="90750"/>
            </a:xfrm>
            <a:custGeom>
              <a:avLst/>
              <a:gdLst/>
              <a:ahLst/>
              <a:cxnLst/>
              <a:rect l="l" t="t" r="r" b="b"/>
              <a:pathLst>
                <a:path w="1118" h="3630" extrusionOk="0">
                  <a:moveTo>
                    <a:pt x="1" y="0"/>
                  </a:moveTo>
                  <a:lnTo>
                    <a:pt x="1" y="3629"/>
                  </a:lnTo>
                  <a:lnTo>
                    <a:pt x="1118" y="3629"/>
                  </a:lnTo>
                  <a:lnTo>
                    <a:pt x="11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119"/>
            <p:cNvSpPr/>
            <p:nvPr/>
          </p:nvSpPr>
          <p:spPr>
            <a:xfrm>
              <a:off x="8068525" y="1404300"/>
              <a:ext cx="27950" cy="90750"/>
            </a:xfrm>
            <a:custGeom>
              <a:avLst/>
              <a:gdLst/>
              <a:ahLst/>
              <a:cxnLst/>
              <a:rect l="l" t="t" r="r" b="b"/>
              <a:pathLst>
                <a:path w="1118" h="3630" extrusionOk="0">
                  <a:moveTo>
                    <a:pt x="1" y="0"/>
                  </a:moveTo>
                  <a:lnTo>
                    <a:pt x="1" y="3630"/>
                  </a:lnTo>
                  <a:lnTo>
                    <a:pt x="1118" y="3630"/>
                  </a:lnTo>
                  <a:lnTo>
                    <a:pt x="111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119"/>
            <p:cNvSpPr/>
            <p:nvPr/>
          </p:nvSpPr>
          <p:spPr>
            <a:xfrm>
              <a:off x="8068525" y="1285075"/>
              <a:ext cx="27950" cy="90750"/>
            </a:xfrm>
            <a:custGeom>
              <a:avLst/>
              <a:gdLst/>
              <a:ahLst/>
              <a:cxnLst/>
              <a:rect l="l" t="t" r="r" b="b"/>
              <a:pathLst>
                <a:path w="1118" h="3630" extrusionOk="0">
                  <a:moveTo>
                    <a:pt x="1" y="0"/>
                  </a:moveTo>
                  <a:lnTo>
                    <a:pt x="1" y="3629"/>
                  </a:lnTo>
                  <a:lnTo>
                    <a:pt x="1118" y="3629"/>
                  </a:lnTo>
                  <a:lnTo>
                    <a:pt x="11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119"/>
            <p:cNvSpPr/>
            <p:nvPr/>
          </p:nvSpPr>
          <p:spPr>
            <a:xfrm>
              <a:off x="7705025" y="1236225"/>
              <a:ext cx="34925" cy="435625"/>
            </a:xfrm>
            <a:custGeom>
              <a:avLst/>
              <a:gdLst/>
              <a:ahLst/>
              <a:cxnLst/>
              <a:rect l="l" t="t" r="r" b="b"/>
              <a:pathLst>
                <a:path w="1397" h="17425" extrusionOk="0">
                  <a:moveTo>
                    <a:pt x="1397" y="0"/>
                  </a:moveTo>
                  <a:lnTo>
                    <a:pt x="559" y="0"/>
                  </a:lnTo>
                  <a:cubicBezTo>
                    <a:pt x="257" y="0"/>
                    <a:pt x="1" y="256"/>
                    <a:pt x="1" y="558"/>
                  </a:cubicBezTo>
                  <a:lnTo>
                    <a:pt x="1" y="17425"/>
                  </a:lnTo>
                  <a:cubicBezTo>
                    <a:pt x="1" y="16913"/>
                    <a:pt x="350" y="16471"/>
                    <a:pt x="838" y="16355"/>
                  </a:cubicBezTo>
                  <a:lnTo>
                    <a:pt x="838" y="558"/>
                  </a:lnTo>
                  <a:cubicBezTo>
                    <a:pt x="838" y="256"/>
                    <a:pt x="1094" y="0"/>
                    <a:pt x="1397" y="0"/>
                  </a:cubicBezTo>
                  <a:close/>
                  <a:moveTo>
                    <a:pt x="1397" y="0"/>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119"/>
            <p:cNvSpPr/>
            <p:nvPr/>
          </p:nvSpPr>
          <p:spPr>
            <a:xfrm>
              <a:off x="7697475" y="1643925"/>
              <a:ext cx="56450" cy="55850"/>
            </a:xfrm>
            <a:custGeom>
              <a:avLst/>
              <a:gdLst/>
              <a:ahLst/>
              <a:cxnLst/>
              <a:rect l="l" t="t" r="r" b="b"/>
              <a:pathLst>
                <a:path w="2258" h="2234" extrusionOk="0">
                  <a:moveTo>
                    <a:pt x="1420" y="2233"/>
                  </a:moveTo>
                  <a:lnTo>
                    <a:pt x="2257" y="2233"/>
                  </a:lnTo>
                  <a:cubicBezTo>
                    <a:pt x="838" y="2164"/>
                    <a:pt x="838" y="70"/>
                    <a:pt x="2257" y="0"/>
                  </a:cubicBezTo>
                  <a:lnTo>
                    <a:pt x="1420" y="0"/>
                  </a:lnTo>
                  <a:cubicBezTo>
                    <a:pt x="1" y="70"/>
                    <a:pt x="1" y="2164"/>
                    <a:pt x="1420" y="2233"/>
                  </a:cubicBezTo>
                  <a:close/>
                  <a:moveTo>
                    <a:pt x="1420" y="2233"/>
                  </a:moveTo>
                  <a:close/>
                </a:path>
              </a:pathLst>
            </a:custGeom>
            <a:solidFill>
              <a:srgbClr val="B0C5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119"/>
            <p:cNvSpPr/>
            <p:nvPr/>
          </p:nvSpPr>
          <p:spPr>
            <a:xfrm>
              <a:off x="7760875" y="1236225"/>
              <a:ext cx="13975" cy="407725"/>
            </a:xfrm>
            <a:custGeom>
              <a:avLst/>
              <a:gdLst/>
              <a:ahLst/>
              <a:cxnLst/>
              <a:rect l="l" t="t" r="r" b="b"/>
              <a:pathLst>
                <a:path w="559" h="16309" extrusionOk="0">
                  <a:moveTo>
                    <a:pt x="0" y="0"/>
                  </a:moveTo>
                  <a:lnTo>
                    <a:pt x="0" y="16308"/>
                  </a:lnTo>
                  <a:lnTo>
                    <a:pt x="559" y="16308"/>
                  </a:lnTo>
                  <a:lnTo>
                    <a:pt x="55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119"/>
            <p:cNvSpPr/>
            <p:nvPr/>
          </p:nvSpPr>
          <p:spPr>
            <a:xfrm>
              <a:off x="7872525" y="1503750"/>
              <a:ext cx="21550" cy="83775"/>
            </a:xfrm>
            <a:custGeom>
              <a:avLst/>
              <a:gdLst/>
              <a:ahLst/>
              <a:cxnLst/>
              <a:rect l="l" t="t" r="r" b="b"/>
              <a:pathLst>
                <a:path w="862" h="3351" extrusionOk="0">
                  <a:moveTo>
                    <a:pt x="1" y="0"/>
                  </a:moveTo>
                  <a:lnTo>
                    <a:pt x="1" y="3350"/>
                  </a:lnTo>
                  <a:lnTo>
                    <a:pt x="862" y="3350"/>
                  </a:lnTo>
                  <a:lnTo>
                    <a:pt x="86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119"/>
            <p:cNvSpPr/>
            <p:nvPr/>
          </p:nvSpPr>
          <p:spPr>
            <a:xfrm>
              <a:off x="8068525" y="1285075"/>
              <a:ext cx="14000" cy="90750"/>
            </a:xfrm>
            <a:custGeom>
              <a:avLst/>
              <a:gdLst/>
              <a:ahLst/>
              <a:cxnLst/>
              <a:rect l="l" t="t" r="r" b="b"/>
              <a:pathLst>
                <a:path w="560" h="3630" extrusionOk="0">
                  <a:moveTo>
                    <a:pt x="1" y="0"/>
                  </a:moveTo>
                  <a:lnTo>
                    <a:pt x="1" y="3629"/>
                  </a:lnTo>
                  <a:lnTo>
                    <a:pt x="559" y="3629"/>
                  </a:lnTo>
                  <a:lnTo>
                    <a:pt x="55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119"/>
            <p:cNvSpPr/>
            <p:nvPr/>
          </p:nvSpPr>
          <p:spPr>
            <a:xfrm>
              <a:off x="8068525" y="1404300"/>
              <a:ext cx="14000" cy="90750"/>
            </a:xfrm>
            <a:custGeom>
              <a:avLst/>
              <a:gdLst/>
              <a:ahLst/>
              <a:cxnLst/>
              <a:rect l="l" t="t" r="r" b="b"/>
              <a:pathLst>
                <a:path w="560" h="3630" extrusionOk="0">
                  <a:moveTo>
                    <a:pt x="1" y="0"/>
                  </a:moveTo>
                  <a:lnTo>
                    <a:pt x="1" y="3630"/>
                  </a:lnTo>
                  <a:lnTo>
                    <a:pt x="559" y="3630"/>
                  </a:lnTo>
                  <a:lnTo>
                    <a:pt x="55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119"/>
            <p:cNvSpPr/>
            <p:nvPr/>
          </p:nvSpPr>
          <p:spPr>
            <a:xfrm>
              <a:off x="8068525" y="1522950"/>
              <a:ext cx="14000" cy="90750"/>
            </a:xfrm>
            <a:custGeom>
              <a:avLst/>
              <a:gdLst/>
              <a:ahLst/>
              <a:cxnLst/>
              <a:rect l="l" t="t" r="r" b="b"/>
              <a:pathLst>
                <a:path w="560" h="3630" extrusionOk="0">
                  <a:moveTo>
                    <a:pt x="1" y="0"/>
                  </a:moveTo>
                  <a:lnTo>
                    <a:pt x="1" y="3629"/>
                  </a:lnTo>
                  <a:lnTo>
                    <a:pt x="559" y="3629"/>
                  </a:lnTo>
                  <a:lnTo>
                    <a:pt x="55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119"/>
            <p:cNvSpPr/>
            <p:nvPr/>
          </p:nvSpPr>
          <p:spPr>
            <a:xfrm>
              <a:off x="8033650" y="1257150"/>
              <a:ext cx="13975" cy="421675"/>
            </a:xfrm>
            <a:custGeom>
              <a:avLst/>
              <a:gdLst/>
              <a:ahLst/>
              <a:cxnLst/>
              <a:rect l="l" t="t" r="r" b="b"/>
              <a:pathLst>
                <a:path w="559" h="16867" extrusionOk="0">
                  <a:moveTo>
                    <a:pt x="0" y="1"/>
                  </a:moveTo>
                  <a:lnTo>
                    <a:pt x="0" y="559"/>
                  </a:lnTo>
                  <a:lnTo>
                    <a:pt x="558" y="559"/>
                  </a:lnTo>
                  <a:lnTo>
                    <a:pt x="558" y="1"/>
                  </a:lnTo>
                  <a:close/>
                  <a:moveTo>
                    <a:pt x="0" y="1117"/>
                  </a:moveTo>
                  <a:lnTo>
                    <a:pt x="0" y="2792"/>
                  </a:lnTo>
                  <a:lnTo>
                    <a:pt x="558" y="2792"/>
                  </a:lnTo>
                  <a:lnTo>
                    <a:pt x="558" y="1117"/>
                  </a:lnTo>
                  <a:close/>
                  <a:moveTo>
                    <a:pt x="0" y="16309"/>
                  </a:moveTo>
                  <a:lnTo>
                    <a:pt x="0" y="16867"/>
                  </a:lnTo>
                  <a:lnTo>
                    <a:pt x="558" y="16867"/>
                  </a:lnTo>
                  <a:lnTo>
                    <a:pt x="558" y="16309"/>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119"/>
            <p:cNvSpPr/>
            <p:nvPr/>
          </p:nvSpPr>
          <p:spPr>
            <a:xfrm>
              <a:off x="7865550" y="1496775"/>
              <a:ext cx="154150" cy="98300"/>
            </a:xfrm>
            <a:custGeom>
              <a:avLst/>
              <a:gdLst/>
              <a:ahLst/>
              <a:cxnLst/>
              <a:rect l="l" t="t" r="r" b="b"/>
              <a:pathLst>
                <a:path w="6166" h="3932" extrusionOk="0">
                  <a:moveTo>
                    <a:pt x="5607" y="559"/>
                  </a:moveTo>
                  <a:lnTo>
                    <a:pt x="5607" y="3350"/>
                  </a:lnTo>
                  <a:lnTo>
                    <a:pt x="559" y="3350"/>
                  </a:lnTo>
                  <a:lnTo>
                    <a:pt x="559" y="559"/>
                  </a:lnTo>
                  <a:close/>
                  <a:moveTo>
                    <a:pt x="1" y="0"/>
                  </a:moveTo>
                  <a:lnTo>
                    <a:pt x="1" y="3932"/>
                  </a:lnTo>
                  <a:lnTo>
                    <a:pt x="6166" y="3909"/>
                  </a:lnTo>
                  <a:lnTo>
                    <a:pt x="616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119"/>
            <p:cNvSpPr/>
            <p:nvPr/>
          </p:nvSpPr>
          <p:spPr>
            <a:xfrm>
              <a:off x="7698050" y="1229250"/>
              <a:ext cx="405975" cy="477500"/>
            </a:xfrm>
            <a:custGeom>
              <a:avLst/>
              <a:gdLst/>
              <a:ahLst/>
              <a:cxnLst/>
              <a:rect l="l" t="t" r="r" b="b"/>
              <a:pathLst>
                <a:path w="16239" h="19100" extrusionOk="0">
                  <a:moveTo>
                    <a:pt x="15657" y="2512"/>
                  </a:moveTo>
                  <a:lnTo>
                    <a:pt x="15657" y="5607"/>
                  </a:lnTo>
                  <a:lnTo>
                    <a:pt x="15099" y="5607"/>
                  </a:lnTo>
                  <a:lnTo>
                    <a:pt x="15099" y="2512"/>
                  </a:lnTo>
                  <a:close/>
                  <a:moveTo>
                    <a:pt x="15657" y="7282"/>
                  </a:moveTo>
                  <a:lnTo>
                    <a:pt x="15657" y="10352"/>
                  </a:lnTo>
                  <a:lnTo>
                    <a:pt x="15099" y="10352"/>
                  </a:lnTo>
                  <a:lnTo>
                    <a:pt x="15099" y="7282"/>
                  </a:lnTo>
                  <a:close/>
                  <a:moveTo>
                    <a:pt x="15657" y="12027"/>
                  </a:moveTo>
                  <a:lnTo>
                    <a:pt x="15657" y="15098"/>
                  </a:lnTo>
                  <a:lnTo>
                    <a:pt x="15099" y="15098"/>
                  </a:lnTo>
                  <a:lnTo>
                    <a:pt x="15099" y="12027"/>
                  </a:lnTo>
                  <a:close/>
                  <a:moveTo>
                    <a:pt x="3351" y="558"/>
                  </a:moveTo>
                  <a:lnTo>
                    <a:pt x="3351" y="16308"/>
                  </a:lnTo>
                  <a:lnTo>
                    <a:pt x="2792" y="16308"/>
                  </a:lnTo>
                  <a:lnTo>
                    <a:pt x="2792" y="558"/>
                  </a:lnTo>
                  <a:close/>
                  <a:moveTo>
                    <a:pt x="14541" y="558"/>
                  </a:moveTo>
                  <a:lnTo>
                    <a:pt x="14541" y="16308"/>
                  </a:lnTo>
                  <a:lnTo>
                    <a:pt x="3909" y="16308"/>
                  </a:lnTo>
                  <a:lnTo>
                    <a:pt x="3909" y="558"/>
                  </a:lnTo>
                  <a:close/>
                  <a:moveTo>
                    <a:pt x="838" y="0"/>
                  </a:moveTo>
                  <a:cubicBezTo>
                    <a:pt x="373" y="0"/>
                    <a:pt x="1" y="372"/>
                    <a:pt x="1" y="837"/>
                  </a:cubicBezTo>
                  <a:lnTo>
                    <a:pt x="1" y="2512"/>
                  </a:lnTo>
                  <a:lnTo>
                    <a:pt x="559" y="2512"/>
                  </a:lnTo>
                  <a:lnTo>
                    <a:pt x="559" y="837"/>
                  </a:lnTo>
                  <a:cubicBezTo>
                    <a:pt x="559" y="675"/>
                    <a:pt x="675" y="558"/>
                    <a:pt x="838" y="558"/>
                  </a:cubicBezTo>
                  <a:lnTo>
                    <a:pt x="2234" y="558"/>
                  </a:lnTo>
                  <a:lnTo>
                    <a:pt x="2234" y="16285"/>
                  </a:lnTo>
                  <a:lnTo>
                    <a:pt x="1397" y="16285"/>
                  </a:lnTo>
                  <a:cubicBezTo>
                    <a:pt x="1094" y="16285"/>
                    <a:pt x="792" y="16401"/>
                    <a:pt x="559" y="16587"/>
                  </a:cubicBezTo>
                  <a:lnTo>
                    <a:pt x="559" y="3071"/>
                  </a:lnTo>
                  <a:lnTo>
                    <a:pt x="1" y="3071"/>
                  </a:lnTo>
                  <a:lnTo>
                    <a:pt x="1" y="17704"/>
                  </a:lnTo>
                  <a:cubicBezTo>
                    <a:pt x="1" y="18471"/>
                    <a:pt x="629" y="19100"/>
                    <a:pt x="1397" y="19100"/>
                  </a:cubicBezTo>
                  <a:lnTo>
                    <a:pt x="15099" y="19100"/>
                  </a:lnTo>
                  <a:lnTo>
                    <a:pt x="15099" y="17425"/>
                  </a:lnTo>
                  <a:lnTo>
                    <a:pt x="14541" y="17425"/>
                  </a:lnTo>
                  <a:lnTo>
                    <a:pt x="14541" y="18541"/>
                  </a:lnTo>
                  <a:lnTo>
                    <a:pt x="1397" y="18541"/>
                  </a:lnTo>
                  <a:cubicBezTo>
                    <a:pt x="350" y="18471"/>
                    <a:pt x="350" y="16913"/>
                    <a:pt x="1397" y="16866"/>
                  </a:cubicBezTo>
                  <a:lnTo>
                    <a:pt x="15122" y="16866"/>
                  </a:lnTo>
                  <a:lnTo>
                    <a:pt x="15122" y="15657"/>
                  </a:lnTo>
                  <a:lnTo>
                    <a:pt x="16239" y="15657"/>
                  </a:lnTo>
                  <a:lnTo>
                    <a:pt x="16239" y="11469"/>
                  </a:lnTo>
                  <a:lnTo>
                    <a:pt x="15122" y="11469"/>
                  </a:lnTo>
                  <a:lnTo>
                    <a:pt x="15122" y="10911"/>
                  </a:lnTo>
                  <a:lnTo>
                    <a:pt x="16239" y="10911"/>
                  </a:lnTo>
                  <a:lnTo>
                    <a:pt x="16239" y="6723"/>
                  </a:lnTo>
                  <a:lnTo>
                    <a:pt x="15122" y="6723"/>
                  </a:lnTo>
                  <a:lnTo>
                    <a:pt x="15122" y="6165"/>
                  </a:lnTo>
                  <a:lnTo>
                    <a:pt x="16216" y="6165"/>
                  </a:lnTo>
                  <a:lnTo>
                    <a:pt x="16216" y="1954"/>
                  </a:lnTo>
                  <a:lnTo>
                    <a:pt x="15099" y="1954"/>
                  </a:lnTo>
                  <a:lnTo>
                    <a:pt x="1509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119"/>
            <p:cNvSpPr/>
            <p:nvPr/>
          </p:nvSpPr>
          <p:spPr>
            <a:xfrm>
              <a:off x="7921400" y="1285075"/>
              <a:ext cx="70400" cy="13975"/>
            </a:xfrm>
            <a:custGeom>
              <a:avLst/>
              <a:gdLst/>
              <a:ahLst/>
              <a:cxnLst/>
              <a:rect l="l" t="t" r="r" b="b"/>
              <a:pathLst>
                <a:path w="2816" h="559" extrusionOk="0">
                  <a:moveTo>
                    <a:pt x="0" y="0"/>
                  </a:moveTo>
                  <a:lnTo>
                    <a:pt x="0" y="559"/>
                  </a:lnTo>
                  <a:lnTo>
                    <a:pt x="2815" y="559"/>
                  </a:lnTo>
                  <a:lnTo>
                    <a:pt x="281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119"/>
            <p:cNvSpPr/>
            <p:nvPr/>
          </p:nvSpPr>
          <p:spPr>
            <a:xfrm>
              <a:off x="7921400" y="1312975"/>
              <a:ext cx="70400" cy="14000"/>
            </a:xfrm>
            <a:custGeom>
              <a:avLst/>
              <a:gdLst/>
              <a:ahLst/>
              <a:cxnLst/>
              <a:rect l="l" t="t" r="r" b="b"/>
              <a:pathLst>
                <a:path w="2816" h="560" extrusionOk="0">
                  <a:moveTo>
                    <a:pt x="0" y="1"/>
                  </a:moveTo>
                  <a:lnTo>
                    <a:pt x="0" y="559"/>
                  </a:lnTo>
                  <a:lnTo>
                    <a:pt x="2815" y="559"/>
                  </a:lnTo>
                  <a:lnTo>
                    <a:pt x="281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119"/>
            <p:cNvSpPr/>
            <p:nvPr/>
          </p:nvSpPr>
          <p:spPr>
            <a:xfrm>
              <a:off x="7893475" y="1285075"/>
              <a:ext cx="13975" cy="13975"/>
            </a:xfrm>
            <a:custGeom>
              <a:avLst/>
              <a:gdLst/>
              <a:ahLst/>
              <a:cxnLst/>
              <a:rect l="l" t="t" r="r" b="b"/>
              <a:pathLst>
                <a:path w="559" h="559" extrusionOk="0">
                  <a:moveTo>
                    <a:pt x="0" y="0"/>
                  </a:moveTo>
                  <a:lnTo>
                    <a:pt x="0"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119"/>
            <p:cNvSpPr/>
            <p:nvPr/>
          </p:nvSpPr>
          <p:spPr>
            <a:xfrm>
              <a:off x="7732950" y="1664850"/>
              <a:ext cx="286750" cy="13975"/>
            </a:xfrm>
            <a:custGeom>
              <a:avLst/>
              <a:gdLst/>
              <a:ahLst/>
              <a:cxnLst/>
              <a:rect l="l" t="t" r="r" b="b"/>
              <a:pathLst>
                <a:path w="11470" h="559" extrusionOk="0">
                  <a:moveTo>
                    <a:pt x="1" y="1"/>
                  </a:moveTo>
                  <a:lnTo>
                    <a:pt x="1" y="559"/>
                  </a:lnTo>
                  <a:lnTo>
                    <a:pt x="11470" y="559"/>
                  </a:lnTo>
                  <a:lnTo>
                    <a:pt x="1147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119"/>
            <p:cNvSpPr/>
            <p:nvPr/>
          </p:nvSpPr>
          <p:spPr>
            <a:xfrm>
              <a:off x="7921400" y="1538650"/>
              <a:ext cx="13975" cy="13975"/>
            </a:xfrm>
            <a:custGeom>
              <a:avLst/>
              <a:gdLst/>
              <a:ahLst/>
              <a:cxnLst/>
              <a:rect l="l" t="t" r="r" b="b"/>
              <a:pathLst>
                <a:path w="559" h="559" extrusionOk="0">
                  <a:moveTo>
                    <a:pt x="0" y="0"/>
                  </a:moveTo>
                  <a:lnTo>
                    <a:pt x="0" y="559"/>
                  </a:lnTo>
                  <a:lnTo>
                    <a:pt x="558" y="559"/>
                  </a:lnTo>
                  <a:lnTo>
                    <a:pt x="55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119"/>
            <p:cNvSpPr/>
            <p:nvPr/>
          </p:nvSpPr>
          <p:spPr>
            <a:xfrm>
              <a:off x="7977800" y="1538650"/>
              <a:ext cx="14000" cy="13975"/>
            </a:xfrm>
            <a:custGeom>
              <a:avLst/>
              <a:gdLst/>
              <a:ahLst/>
              <a:cxnLst/>
              <a:rect l="l" t="t" r="r" b="b"/>
              <a:pathLst>
                <a:path w="560" h="559" extrusionOk="0">
                  <a:moveTo>
                    <a:pt x="1" y="0"/>
                  </a:moveTo>
                  <a:lnTo>
                    <a:pt x="1"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119"/>
            <p:cNvSpPr/>
            <p:nvPr/>
          </p:nvSpPr>
          <p:spPr>
            <a:xfrm>
              <a:off x="7893475" y="1312975"/>
              <a:ext cx="13975" cy="14000"/>
            </a:xfrm>
            <a:custGeom>
              <a:avLst/>
              <a:gdLst/>
              <a:ahLst/>
              <a:cxnLst/>
              <a:rect l="l" t="t" r="r" b="b"/>
              <a:pathLst>
                <a:path w="559" h="560" extrusionOk="0">
                  <a:moveTo>
                    <a:pt x="0" y="1"/>
                  </a:moveTo>
                  <a:lnTo>
                    <a:pt x="0"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119"/>
            <p:cNvSpPr/>
            <p:nvPr/>
          </p:nvSpPr>
          <p:spPr>
            <a:xfrm>
              <a:off x="7949900" y="1538650"/>
              <a:ext cx="13975" cy="13975"/>
            </a:xfrm>
            <a:custGeom>
              <a:avLst/>
              <a:gdLst/>
              <a:ahLst/>
              <a:cxnLst/>
              <a:rect l="l" t="t" r="r" b="b"/>
              <a:pathLst>
                <a:path w="559" h="559" extrusionOk="0">
                  <a:moveTo>
                    <a:pt x="0" y="0"/>
                  </a:moveTo>
                  <a:lnTo>
                    <a:pt x="0" y="559"/>
                  </a:lnTo>
                  <a:lnTo>
                    <a:pt x="558" y="559"/>
                  </a:lnTo>
                  <a:lnTo>
                    <a:pt x="55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119"/>
            <p:cNvSpPr/>
            <p:nvPr/>
          </p:nvSpPr>
          <p:spPr>
            <a:xfrm>
              <a:off x="7893475" y="1538650"/>
              <a:ext cx="13975" cy="13975"/>
            </a:xfrm>
            <a:custGeom>
              <a:avLst/>
              <a:gdLst/>
              <a:ahLst/>
              <a:cxnLst/>
              <a:rect l="l" t="t" r="r" b="b"/>
              <a:pathLst>
                <a:path w="559" h="559" extrusionOk="0">
                  <a:moveTo>
                    <a:pt x="0" y="0"/>
                  </a:moveTo>
                  <a:lnTo>
                    <a:pt x="0"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3" name="Google Shape;5963;p119"/>
          <p:cNvGrpSpPr/>
          <p:nvPr/>
        </p:nvGrpSpPr>
        <p:grpSpPr>
          <a:xfrm>
            <a:off x="1004475" y="4102900"/>
            <a:ext cx="477500" cy="465875"/>
            <a:chOff x="1004475" y="4102900"/>
            <a:chExt cx="477500" cy="465875"/>
          </a:xfrm>
        </p:grpSpPr>
        <p:sp>
          <p:nvSpPr>
            <p:cNvPr id="5964" name="Google Shape;5964;p119"/>
            <p:cNvSpPr/>
            <p:nvPr/>
          </p:nvSpPr>
          <p:spPr>
            <a:xfrm>
              <a:off x="1099275" y="4179075"/>
              <a:ext cx="287325" cy="242550"/>
            </a:xfrm>
            <a:custGeom>
              <a:avLst/>
              <a:gdLst/>
              <a:ahLst/>
              <a:cxnLst/>
              <a:rect l="l" t="t" r="r" b="b"/>
              <a:pathLst>
                <a:path w="11493" h="9702" extrusionOk="0">
                  <a:moveTo>
                    <a:pt x="5746" y="1815"/>
                  </a:moveTo>
                  <a:cubicBezTo>
                    <a:pt x="0" y="1"/>
                    <a:pt x="419" y="9702"/>
                    <a:pt x="5746" y="9702"/>
                  </a:cubicBezTo>
                  <a:cubicBezTo>
                    <a:pt x="11074" y="9702"/>
                    <a:pt x="11492" y="1"/>
                    <a:pt x="5746" y="1815"/>
                  </a:cubicBezTo>
                  <a:close/>
                  <a:moveTo>
                    <a:pt x="5746" y="1815"/>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119"/>
            <p:cNvSpPr/>
            <p:nvPr/>
          </p:nvSpPr>
          <p:spPr>
            <a:xfrm>
              <a:off x="1200450" y="4110450"/>
              <a:ext cx="85525" cy="89000"/>
            </a:xfrm>
            <a:custGeom>
              <a:avLst/>
              <a:gdLst/>
              <a:ahLst/>
              <a:cxnLst/>
              <a:rect l="l" t="t" r="r" b="b"/>
              <a:pathLst>
                <a:path w="3421" h="3560" extrusionOk="0">
                  <a:moveTo>
                    <a:pt x="1699" y="1"/>
                  </a:moveTo>
                  <a:cubicBezTo>
                    <a:pt x="1" y="559"/>
                    <a:pt x="1" y="2978"/>
                    <a:pt x="1699" y="3560"/>
                  </a:cubicBezTo>
                  <a:cubicBezTo>
                    <a:pt x="3421" y="2978"/>
                    <a:pt x="3421" y="559"/>
                    <a:pt x="1699" y="1"/>
                  </a:cubicBezTo>
                  <a:close/>
                  <a:moveTo>
                    <a:pt x="1699" y="1"/>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119"/>
            <p:cNvSpPr/>
            <p:nvPr/>
          </p:nvSpPr>
          <p:spPr>
            <a:xfrm>
              <a:off x="1039350" y="4449525"/>
              <a:ext cx="414700" cy="83775"/>
            </a:xfrm>
            <a:custGeom>
              <a:avLst/>
              <a:gdLst/>
              <a:ahLst/>
              <a:cxnLst/>
              <a:rect l="l" t="t" r="r" b="b"/>
              <a:pathLst>
                <a:path w="16588" h="3351" extrusionOk="0">
                  <a:moveTo>
                    <a:pt x="3351" y="2234"/>
                  </a:moveTo>
                  <a:lnTo>
                    <a:pt x="3351" y="3350"/>
                  </a:lnTo>
                  <a:lnTo>
                    <a:pt x="16588" y="3350"/>
                  </a:lnTo>
                  <a:lnTo>
                    <a:pt x="16588" y="0"/>
                  </a:lnTo>
                  <a:lnTo>
                    <a:pt x="1" y="0"/>
                  </a:lnTo>
                  <a:lnTo>
                    <a:pt x="1" y="3350"/>
                  </a:lnTo>
                  <a:lnTo>
                    <a:pt x="1117" y="3350"/>
                  </a:lnTo>
                  <a:lnTo>
                    <a:pt x="1117" y="2234"/>
                  </a:lnTo>
                  <a:close/>
                  <a:moveTo>
                    <a:pt x="3351" y="2234"/>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119"/>
            <p:cNvSpPr/>
            <p:nvPr/>
          </p:nvSpPr>
          <p:spPr>
            <a:xfrm>
              <a:off x="1011450" y="4421600"/>
              <a:ext cx="463550" cy="139625"/>
            </a:xfrm>
            <a:custGeom>
              <a:avLst/>
              <a:gdLst/>
              <a:ahLst/>
              <a:cxnLst/>
              <a:rect l="l" t="t" r="r" b="b"/>
              <a:pathLst>
                <a:path w="18542" h="5585" extrusionOk="0">
                  <a:moveTo>
                    <a:pt x="4467" y="5584"/>
                  </a:moveTo>
                  <a:lnTo>
                    <a:pt x="18541" y="5584"/>
                  </a:lnTo>
                  <a:lnTo>
                    <a:pt x="18541" y="4467"/>
                  </a:lnTo>
                  <a:lnTo>
                    <a:pt x="4467" y="4467"/>
                  </a:lnTo>
                  <a:close/>
                  <a:moveTo>
                    <a:pt x="0" y="5026"/>
                  </a:moveTo>
                  <a:lnTo>
                    <a:pt x="0" y="559"/>
                  </a:lnTo>
                  <a:cubicBezTo>
                    <a:pt x="0" y="257"/>
                    <a:pt x="256" y="1"/>
                    <a:pt x="558" y="1"/>
                  </a:cubicBezTo>
                  <a:lnTo>
                    <a:pt x="18541" y="1"/>
                  </a:lnTo>
                  <a:lnTo>
                    <a:pt x="18541" y="1117"/>
                  </a:lnTo>
                  <a:lnTo>
                    <a:pt x="1117" y="1117"/>
                  </a:lnTo>
                  <a:lnTo>
                    <a:pt x="1117" y="4467"/>
                  </a:lnTo>
                  <a:lnTo>
                    <a:pt x="2233" y="4467"/>
                  </a:lnTo>
                  <a:lnTo>
                    <a:pt x="2233" y="5584"/>
                  </a:lnTo>
                  <a:lnTo>
                    <a:pt x="558" y="5584"/>
                  </a:lnTo>
                  <a:cubicBezTo>
                    <a:pt x="256" y="5584"/>
                    <a:pt x="0" y="5351"/>
                    <a:pt x="0" y="5026"/>
                  </a:cubicBezTo>
                  <a:close/>
                  <a:moveTo>
                    <a:pt x="0" y="5026"/>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119"/>
            <p:cNvSpPr/>
            <p:nvPr/>
          </p:nvSpPr>
          <p:spPr>
            <a:xfrm>
              <a:off x="1067275" y="4505350"/>
              <a:ext cx="55850" cy="55875"/>
            </a:xfrm>
            <a:custGeom>
              <a:avLst/>
              <a:gdLst/>
              <a:ahLst/>
              <a:cxnLst/>
              <a:rect l="l" t="t" r="r" b="b"/>
              <a:pathLst>
                <a:path w="2234" h="2235" extrusionOk="0">
                  <a:moveTo>
                    <a:pt x="0" y="1"/>
                  </a:moveTo>
                  <a:lnTo>
                    <a:pt x="0" y="2234"/>
                  </a:lnTo>
                  <a:lnTo>
                    <a:pt x="2234" y="2234"/>
                  </a:lnTo>
                  <a:lnTo>
                    <a:pt x="22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119"/>
            <p:cNvSpPr/>
            <p:nvPr/>
          </p:nvSpPr>
          <p:spPr>
            <a:xfrm>
              <a:off x="1200450" y="4110450"/>
              <a:ext cx="52950" cy="89000"/>
            </a:xfrm>
            <a:custGeom>
              <a:avLst/>
              <a:gdLst/>
              <a:ahLst/>
              <a:cxnLst/>
              <a:rect l="l" t="t" r="r" b="b"/>
              <a:pathLst>
                <a:path w="2118" h="3560" extrusionOk="0">
                  <a:moveTo>
                    <a:pt x="1699" y="1"/>
                  </a:moveTo>
                  <a:cubicBezTo>
                    <a:pt x="1" y="559"/>
                    <a:pt x="1" y="2978"/>
                    <a:pt x="1699" y="3560"/>
                  </a:cubicBezTo>
                  <a:cubicBezTo>
                    <a:pt x="1862" y="3490"/>
                    <a:pt x="2002" y="3420"/>
                    <a:pt x="2118" y="3351"/>
                  </a:cubicBezTo>
                  <a:cubicBezTo>
                    <a:pt x="978" y="2606"/>
                    <a:pt x="978" y="931"/>
                    <a:pt x="2118" y="210"/>
                  </a:cubicBezTo>
                  <a:cubicBezTo>
                    <a:pt x="2002" y="117"/>
                    <a:pt x="1862" y="47"/>
                    <a:pt x="1699" y="1"/>
                  </a:cubicBezTo>
                  <a:close/>
                  <a:moveTo>
                    <a:pt x="1699" y="1"/>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119"/>
            <p:cNvSpPr/>
            <p:nvPr/>
          </p:nvSpPr>
          <p:spPr>
            <a:xfrm>
              <a:off x="1096925" y="4204675"/>
              <a:ext cx="156475" cy="229750"/>
            </a:xfrm>
            <a:custGeom>
              <a:avLst/>
              <a:gdLst/>
              <a:ahLst/>
              <a:cxnLst/>
              <a:rect l="l" t="t" r="r" b="b"/>
              <a:pathLst>
                <a:path w="6259" h="9190" extrusionOk="0">
                  <a:moveTo>
                    <a:pt x="4933" y="582"/>
                  </a:moveTo>
                  <a:cubicBezTo>
                    <a:pt x="1" y="0"/>
                    <a:pt x="885" y="9190"/>
                    <a:pt x="6259" y="8654"/>
                  </a:cubicBezTo>
                  <a:cubicBezTo>
                    <a:pt x="1932" y="8212"/>
                    <a:pt x="1234" y="1070"/>
                    <a:pt x="4933" y="582"/>
                  </a:cubicBezTo>
                  <a:close/>
                  <a:moveTo>
                    <a:pt x="4933" y="582"/>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119"/>
            <p:cNvSpPr/>
            <p:nvPr/>
          </p:nvSpPr>
          <p:spPr>
            <a:xfrm>
              <a:off x="1011450" y="4421600"/>
              <a:ext cx="125650" cy="139625"/>
            </a:xfrm>
            <a:custGeom>
              <a:avLst/>
              <a:gdLst/>
              <a:ahLst/>
              <a:cxnLst/>
              <a:rect l="l" t="t" r="r" b="b"/>
              <a:pathLst>
                <a:path w="5026" h="5585" extrusionOk="0">
                  <a:moveTo>
                    <a:pt x="0" y="5026"/>
                  </a:moveTo>
                  <a:cubicBezTo>
                    <a:pt x="0" y="5351"/>
                    <a:pt x="256" y="5584"/>
                    <a:pt x="558" y="5584"/>
                  </a:cubicBezTo>
                  <a:lnTo>
                    <a:pt x="1117" y="5584"/>
                  </a:lnTo>
                  <a:cubicBezTo>
                    <a:pt x="814" y="5584"/>
                    <a:pt x="558" y="5351"/>
                    <a:pt x="558" y="5026"/>
                  </a:cubicBezTo>
                  <a:lnTo>
                    <a:pt x="558" y="559"/>
                  </a:lnTo>
                  <a:cubicBezTo>
                    <a:pt x="558" y="257"/>
                    <a:pt x="814" y="1"/>
                    <a:pt x="1117" y="1"/>
                  </a:cubicBezTo>
                  <a:lnTo>
                    <a:pt x="558" y="1"/>
                  </a:lnTo>
                  <a:cubicBezTo>
                    <a:pt x="256" y="1"/>
                    <a:pt x="0" y="257"/>
                    <a:pt x="0" y="559"/>
                  </a:cubicBezTo>
                  <a:close/>
                  <a:moveTo>
                    <a:pt x="4467" y="5584"/>
                  </a:moveTo>
                  <a:lnTo>
                    <a:pt x="5025" y="5584"/>
                  </a:lnTo>
                  <a:lnTo>
                    <a:pt x="5025" y="4467"/>
                  </a:lnTo>
                  <a:lnTo>
                    <a:pt x="4467" y="4467"/>
                  </a:lnTo>
                  <a:close/>
                  <a:moveTo>
                    <a:pt x="4467" y="5584"/>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119"/>
            <p:cNvSpPr/>
            <p:nvPr/>
          </p:nvSpPr>
          <p:spPr>
            <a:xfrm>
              <a:off x="1067275" y="4505350"/>
              <a:ext cx="13975" cy="55875"/>
            </a:xfrm>
            <a:custGeom>
              <a:avLst/>
              <a:gdLst/>
              <a:ahLst/>
              <a:cxnLst/>
              <a:rect l="l" t="t" r="r" b="b"/>
              <a:pathLst>
                <a:path w="559" h="2235" extrusionOk="0">
                  <a:moveTo>
                    <a:pt x="0" y="1"/>
                  </a:moveTo>
                  <a:lnTo>
                    <a:pt x="0" y="2234"/>
                  </a:lnTo>
                  <a:lnTo>
                    <a:pt x="559" y="2234"/>
                  </a:lnTo>
                  <a:lnTo>
                    <a:pt x="55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119"/>
            <p:cNvSpPr/>
            <p:nvPr/>
          </p:nvSpPr>
          <p:spPr>
            <a:xfrm>
              <a:off x="1039350" y="4449525"/>
              <a:ext cx="97750" cy="83775"/>
            </a:xfrm>
            <a:custGeom>
              <a:avLst/>
              <a:gdLst/>
              <a:ahLst/>
              <a:cxnLst/>
              <a:rect l="l" t="t" r="r" b="b"/>
              <a:pathLst>
                <a:path w="3910" h="3351" extrusionOk="0">
                  <a:moveTo>
                    <a:pt x="838" y="0"/>
                  </a:moveTo>
                  <a:lnTo>
                    <a:pt x="1" y="0"/>
                  </a:lnTo>
                  <a:lnTo>
                    <a:pt x="1" y="3350"/>
                  </a:lnTo>
                  <a:lnTo>
                    <a:pt x="838" y="3350"/>
                  </a:lnTo>
                  <a:close/>
                  <a:moveTo>
                    <a:pt x="3374" y="2234"/>
                  </a:moveTo>
                  <a:lnTo>
                    <a:pt x="3909" y="2234"/>
                  </a:lnTo>
                  <a:lnTo>
                    <a:pt x="3909" y="3350"/>
                  </a:lnTo>
                  <a:lnTo>
                    <a:pt x="3351" y="3350"/>
                  </a:lnTo>
                  <a:close/>
                  <a:moveTo>
                    <a:pt x="3374" y="2234"/>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119"/>
            <p:cNvSpPr/>
            <p:nvPr/>
          </p:nvSpPr>
          <p:spPr>
            <a:xfrm>
              <a:off x="1274900" y="4240150"/>
              <a:ext cx="44225" cy="89000"/>
            </a:xfrm>
            <a:custGeom>
              <a:avLst/>
              <a:gdLst/>
              <a:ahLst/>
              <a:cxnLst/>
              <a:rect l="l" t="t" r="r" b="b"/>
              <a:pathLst>
                <a:path w="1769" h="3560" extrusionOk="0">
                  <a:moveTo>
                    <a:pt x="70" y="0"/>
                  </a:moveTo>
                  <a:lnTo>
                    <a:pt x="1" y="559"/>
                  </a:lnTo>
                  <a:cubicBezTo>
                    <a:pt x="1141" y="698"/>
                    <a:pt x="1210" y="2141"/>
                    <a:pt x="1210" y="2443"/>
                  </a:cubicBezTo>
                  <a:lnTo>
                    <a:pt x="1769" y="2443"/>
                  </a:lnTo>
                  <a:cubicBezTo>
                    <a:pt x="1769" y="1908"/>
                    <a:pt x="1652" y="1373"/>
                    <a:pt x="1397" y="908"/>
                  </a:cubicBezTo>
                  <a:cubicBezTo>
                    <a:pt x="1117" y="396"/>
                    <a:pt x="629" y="70"/>
                    <a:pt x="70" y="0"/>
                  </a:cubicBezTo>
                  <a:close/>
                  <a:moveTo>
                    <a:pt x="1210" y="2978"/>
                  </a:moveTo>
                  <a:lnTo>
                    <a:pt x="1210" y="3560"/>
                  </a:lnTo>
                  <a:lnTo>
                    <a:pt x="1745" y="3560"/>
                  </a:lnTo>
                  <a:lnTo>
                    <a:pt x="1745" y="2978"/>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119"/>
            <p:cNvSpPr/>
            <p:nvPr/>
          </p:nvSpPr>
          <p:spPr>
            <a:xfrm>
              <a:off x="1004475" y="4102900"/>
              <a:ext cx="477500" cy="465875"/>
            </a:xfrm>
            <a:custGeom>
              <a:avLst/>
              <a:gdLst/>
              <a:ahLst/>
              <a:cxnLst/>
              <a:rect l="l" t="t" r="r" b="b"/>
              <a:pathLst>
                <a:path w="19100" h="18635" extrusionOk="0">
                  <a:moveTo>
                    <a:pt x="9538" y="605"/>
                  </a:moveTo>
                  <a:cubicBezTo>
                    <a:pt x="10748" y="1070"/>
                    <a:pt x="10911" y="2699"/>
                    <a:pt x="9841" y="3397"/>
                  </a:cubicBezTo>
                  <a:lnTo>
                    <a:pt x="9841" y="1698"/>
                  </a:lnTo>
                  <a:lnTo>
                    <a:pt x="9282" y="1698"/>
                  </a:lnTo>
                  <a:lnTo>
                    <a:pt x="9282" y="3397"/>
                  </a:lnTo>
                  <a:cubicBezTo>
                    <a:pt x="8817" y="3118"/>
                    <a:pt x="8561" y="2606"/>
                    <a:pt x="8561" y="2071"/>
                  </a:cubicBezTo>
                  <a:cubicBezTo>
                    <a:pt x="8538" y="1419"/>
                    <a:pt x="8933" y="838"/>
                    <a:pt x="9538" y="605"/>
                  </a:cubicBezTo>
                  <a:close/>
                  <a:moveTo>
                    <a:pt x="2233" y="16378"/>
                  </a:moveTo>
                  <a:lnTo>
                    <a:pt x="2233" y="16936"/>
                  </a:lnTo>
                  <a:lnTo>
                    <a:pt x="1675" y="16936"/>
                  </a:lnTo>
                  <a:lnTo>
                    <a:pt x="1675" y="16378"/>
                  </a:lnTo>
                  <a:close/>
                  <a:moveTo>
                    <a:pt x="17704" y="14145"/>
                  </a:moveTo>
                  <a:lnTo>
                    <a:pt x="17681" y="14703"/>
                  </a:lnTo>
                  <a:lnTo>
                    <a:pt x="6165" y="14703"/>
                  </a:lnTo>
                  <a:lnTo>
                    <a:pt x="6165" y="15261"/>
                  </a:lnTo>
                  <a:lnTo>
                    <a:pt x="17704" y="15261"/>
                  </a:lnTo>
                  <a:lnTo>
                    <a:pt x="17704" y="15820"/>
                  </a:lnTo>
                  <a:lnTo>
                    <a:pt x="12749" y="15820"/>
                  </a:lnTo>
                  <a:lnTo>
                    <a:pt x="12749" y="16378"/>
                  </a:lnTo>
                  <a:lnTo>
                    <a:pt x="17704" y="16378"/>
                  </a:lnTo>
                  <a:lnTo>
                    <a:pt x="17704" y="16936"/>
                  </a:lnTo>
                  <a:lnTo>
                    <a:pt x="5025" y="16936"/>
                  </a:lnTo>
                  <a:lnTo>
                    <a:pt x="5025" y="16378"/>
                  </a:lnTo>
                  <a:lnTo>
                    <a:pt x="12190" y="16378"/>
                  </a:lnTo>
                  <a:lnTo>
                    <a:pt x="12190" y="15820"/>
                  </a:lnTo>
                  <a:lnTo>
                    <a:pt x="1675" y="15820"/>
                  </a:lnTo>
                  <a:lnTo>
                    <a:pt x="1675" y="15261"/>
                  </a:lnTo>
                  <a:lnTo>
                    <a:pt x="5583" y="15261"/>
                  </a:lnTo>
                  <a:lnTo>
                    <a:pt x="5583" y="14703"/>
                  </a:lnTo>
                  <a:lnTo>
                    <a:pt x="1675" y="14703"/>
                  </a:lnTo>
                  <a:lnTo>
                    <a:pt x="1675" y="14145"/>
                  </a:lnTo>
                  <a:close/>
                  <a:moveTo>
                    <a:pt x="18541" y="13005"/>
                  </a:moveTo>
                  <a:lnTo>
                    <a:pt x="18541" y="13563"/>
                  </a:lnTo>
                  <a:lnTo>
                    <a:pt x="1117" y="13563"/>
                  </a:lnTo>
                  <a:lnTo>
                    <a:pt x="1117" y="17495"/>
                  </a:lnTo>
                  <a:lnTo>
                    <a:pt x="2233" y="17495"/>
                  </a:lnTo>
                  <a:lnTo>
                    <a:pt x="2233" y="18053"/>
                  </a:lnTo>
                  <a:lnTo>
                    <a:pt x="837" y="18053"/>
                  </a:lnTo>
                  <a:cubicBezTo>
                    <a:pt x="675" y="18053"/>
                    <a:pt x="558" y="17913"/>
                    <a:pt x="558" y="17750"/>
                  </a:cubicBezTo>
                  <a:lnTo>
                    <a:pt x="558" y="13307"/>
                  </a:lnTo>
                  <a:cubicBezTo>
                    <a:pt x="558" y="13144"/>
                    <a:pt x="698" y="13005"/>
                    <a:pt x="861" y="13005"/>
                  </a:cubicBezTo>
                  <a:close/>
                  <a:moveTo>
                    <a:pt x="4467" y="16378"/>
                  </a:moveTo>
                  <a:lnTo>
                    <a:pt x="4467" y="18053"/>
                  </a:lnTo>
                  <a:lnTo>
                    <a:pt x="2792" y="18053"/>
                  </a:lnTo>
                  <a:lnTo>
                    <a:pt x="2792" y="16378"/>
                  </a:lnTo>
                  <a:close/>
                  <a:moveTo>
                    <a:pt x="9561" y="0"/>
                  </a:moveTo>
                  <a:lnTo>
                    <a:pt x="9468" y="47"/>
                  </a:lnTo>
                  <a:cubicBezTo>
                    <a:pt x="7607" y="652"/>
                    <a:pt x="7468" y="3257"/>
                    <a:pt x="9282" y="4048"/>
                  </a:cubicBezTo>
                  <a:lnTo>
                    <a:pt x="9282" y="4490"/>
                  </a:lnTo>
                  <a:cubicBezTo>
                    <a:pt x="8905" y="4397"/>
                    <a:pt x="8546" y="4351"/>
                    <a:pt x="8207" y="4351"/>
                  </a:cubicBezTo>
                  <a:cubicBezTo>
                    <a:pt x="7018" y="4351"/>
                    <a:pt x="6085" y="4916"/>
                    <a:pt x="5560" y="6002"/>
                  </a:cubicBezTo>
                  <a:lnTo>
                    <a:pt x="6049" y="6258"/>
                  </a:lnTo>
                  <a:cubicBezTo>
                    <a:pt x="6483" y="5371"/>
                    <a:pt x="7230" y="4914"/>
                    <a:pt x="8210" y="4914"/>
                  </a:cubicBezTo>
                  <a:cubicBezTo>
                    <a:pt x="8542" y="4914"/>
                    <a:pt x="8900" y="4966"/>
                    <a:pt x="9282" y="5072"/>
                  </a:cubicBezTo>
                  <a:lnTo>
                    <a:pt x="9282" y="5700"/>
                  </a:lnTo>
                  <a:lnTo>
                    <a:pt x="9841" y="5700"/>
                  </a:lnTo>
                  <a:lnTo>
                    <a:pt x="9841" y="5072"/>
                  </a:lnTo>
                  <a:cubicBezTo>
                    <a:pt x="10224" y="4961"/>
                    <a:pt x="10583" y="4907"/>
                    <a:pt x="10916" y="4907"/>
                  </a:cubicBezTo>
                  <a:cubicBezTo>
                    <a:pt x="11634" y="4907"/>
                    <a:pt x="12226" y="5161"/>
                    <a:pt x="12656" y="5653"/>
                  </a:cubicBezTo>
                  <a:cubicBezTo>
                    <a:pt x="13540" y="6654"/>
                    <a:pt x="13679" y="8538"/>
                    <a:pt x="12981" y="10097"/>
                  </a:cubicBezTo>
                  <a:cubicBezTo>
                    <a:pt x="12307" y="11609"/>
                    <a:pt x="11050" y="12446"/>
                    <a:pt x="9561" y="12446"/>
                  </a:cubicBezTo>
                  <a:cubicBezTo>
                    <a:pt x="9538" y="12447"/>
                    <a:pt x="9514" y="12447"/>
                    <a:pt x="9490" y="12447"/>
                  </a:cubicBezTo>
                  <a:cubicBezTo>
                    <a:pt x="8331" y="12447"/>
                    <a:pt x="7269" y="11892"/>
                    <a:pt x="6630" y="10957"/>
                  </a:cubicBezTo>
                  <a:cubicBezTo>
                    <a:pt x="5746" y="9724"/>
                    <a:pt x="5467" y="8189"/>
                    <a:pt x="5862" y="6723"/>
                  </a:cubicBezTo>
                  <a:lnTo>
                    <a:pt x="5327" y="6561"/>
                  </a:lnTo>
                  <a:lnTo>
                    <a:pt x="5327" y="6561"/>
                  </a:lnTo>
                  <a:cubicBezTo>
                    <a:pt x="4885" y="8189"/>
                    <a:pt x="5188" y="9934"/>
                    <a:pt x="6165" y="11283"/>
                  </a:cubicBezTo>
                  <a:cubicBezTo>
                    <a:pt x="6514" y="11772"/>
                    <a:pt x="6956" y="12167"/>
                    <a:pt x="7468" y="12446"/>
                  </a:cubicBezTo>
                  <a:lnTo>
                    <a:pt x="837" y="12446"/>
                  </a:lnTo>
                  <a:cubicBezTo>
                    <a:pt x="372" y="12446"/>
                    <a:pt x="0" y="12842"/>
                    <a:pt x="0" y="13284"/>
                  </a:cubicBezTo>
                  <a:lnTo>
                    <a:pt x="0" y="17774"/>
                  </a:lnTo>
                  <a:cubicBezTo>
                    <a:pt x="0" y="18239"/>
                    <a:pt x="372" y="18634"/>
                    <a:pt x="837" y="18634"/>
                  </a:cubicBezTo>
                  <a:lnTo>
                    <a:pt x="16308" y="18634"/>
                  </a:lnTo>
                  <a:lnTo>
                    <a:pt x="16308" y="18076"/>
                  </a:lnTo>
                  <a:lnTo>
                    <a:pt x="5025" y="18076"/>
                  </a:lnTo>
                  <a:lnTo>
                    <a:pt x="5025" y="17495"/>
                  </a:lnTo>
                  <a:lnTo>
                    <a:pt x="18541" y="17495"/>
                  </a:lnTo>
                  <a:lnTo>
                    <a:pt x="18541" y="18053"/>
                  </a:lnTo>
                  <a:lnTo>
                    <a:pt x="16843" y="18053"/>
                  </a:lnTo>
                  <a:lnTo>
                    <a:pt x="16843" y="18611"/>
                  </a:lnTo>
                  <a:lnTo>
                    <a:pt x="19100" y="18611"/>
                  </a:lnTo>
                  <a:lnTo>
                    <a:pt x="19100" y="16936"/>
                  </a:lnTo>
                  <a:lnTo>
                    <a:pt x="18262" y="16936"/>
                  </a:lnTo>
                  <a:lnTo>
                    <a:pt x="18262" y="14121"/>
                  </a:lnTo>
                  <a:lnTo>
                    <a:pt x="19100" y="14145"/>
                  </a:lnTo>
                  <a:lnTo>
                    <a:pt x="19100" y="12470"/>
                  </a:lnTo>
                  <a:lnTo>
                    <a:pt x="11655" y="12470"/>
                  </a:lnTo>
                  <a:cubicBezTo>
                    <a:pt x="12469" y="11958"/>
                    <a:pt x="13098" y="11213"/>
                    <a:pt x="13470" y="10353"/>
                  </a:cubicBezTo>
                  <a:cubicBezTo>
                    <a:pt x="13865" y="9492"/>
                    <a:pt x="14028" y="8561"/>
                    <a:pt x="13982" y="7654"/>
                  </a:cubicBezTo>
                  <a:cubicBezTo>
                    <a:pt x="13935" y="6770"/>
                    <a:pt x="13633" y="5956"/>
                    <a:pt x="13074" y="5281"/>
                  </a:cubicBezTo>
                  <a:cubicBezTo>
                    <a:pt x="12532" y="4671"/>
                    <a:pt x="11769" y="4358"/>
                    <a:pt x="10882" y="4358"/>
                  </a:cubicBezTo>
                  <a:cubicBezTo>
                    <a:pt x="10550" y="4358"/>
                    <a:pt x="10201" y="4401"/>
                    <a:pt x="9841" y="4490"/>
                  </a:cubicBezTo>
                  <a:lnTo>
                    <a:pt x="9841" y="4048"/>
                  </a:lnTo>
                  <a:cubicBezTo>
                    <a:pt x="11632" y="3257"/>
                    <a:pt x="11492" y="652"/>
                    <a:pt x="9655" y="47"/>
                  </a:cubicBezTo>
                  <a:lnTo>
                    <a:pt x="956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6" name="Google Shape;5976;p119"/>
          <p:cNvGrpSpPr/>
          <p:nvPr/>
        </p:nvGrpSpPr>
        <p:grpSpPr>
          <a:xfrm>
            <a:off x="1026575" y="3379975"/>
            <a:ext cx="433300" cy="477500"/>
            <a:chOff x="1026575" y="3379975"/>
            <a:chExt cx="433300" cy="477500"/>
          </a:xfrm>
        </p:grpSpPr>
        <p:sp>
          <p:nvSpPr>
            <p:cNvPr id="5977" name="Google Shape;5977;p119"/>
            <p:cNvSpPr/>
            <p:nvPr/>
          </p:nvSpPr>
          <p:spPr>
            <a:xfrm>
              <a:off x="1033550" y="3442775"/>
              <a:ext cx="195425" cy="182075"/>
            </a:xfrm>
            <a:custGeom>
              <a:avLst/>
              <a:gdLst/>
              <a:ahLst/>
              <a:cxnLst/>
              <a:rect l="l" t="t" r="r" b="b"/>
              <a:pathLst>
                <a:path w="7817" h="7283" extrusionOk="0">
                  <a:moveTo>
                    <a:pt x="5863" y="6166"/>
                  </a:moveTo>
                  <a:lnTo>
                    <a:pt x="7259" y="6166"/>
                  </a:lnTo>
                  <a:cubicBezTo>
                    <a:pt x="7561" y="6166"/>
                    <a:pt x="7817" y="5910"/>
                    <a:pt x="7817" y="5607"/>
                  </a:cubicBezTo>
                  <a:lnTo>
                    <a:pt x="7817" y="559"/>
                  </a:lnTo>
                  <a:cubicBezTo>
                    <a:pt x="7817" y="257"/>
                    <a:pt x="7561" y="1"/>
                    <a:pt x="7259" y="1"/>
                  </a:cubicBezTo>
                  <a:lnTo>
                    <a:pt x="559" y="1"/>
                  </a:lnTo>
                  <a:cubicBezTo>
                    <a:pt x="256" y="1"/>
                    <a:pt x="0" y="257"/>
                    <a:pt x="0" y="559"/>
                  </a:cubicBezTo>
                  <a:lnTo>
                    <a:pt x="0" y="5607"/>
                  </a:lnTo>
                  <a:cubicBezTo>
                    <a:pt x="0" y="5910"/>
                    <a:pt x="256" y="6166"/>
                    <a:pt x="559" y="6166"/>
                  </a:cubicBezTo>
                  <a:lnTo>
                    <a:pt x="4188" y="6166"/>
                  </a:lnTo>
                  <a:lnTo>
                    <a:pt x="5863" y="7282"/>
                  </a:lnTo>
                  <a:close/>
                  <a:moveTo>
                    <a:pt x="5863" y="6166"/>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119"/>
            <p:cNvSpPr/>
            <p:nvPr/>
          </p:nvSpPr>
          <p:spPr>
            <a:xfrm>
              <a:off x="1257450" y="3570725"/>
              <a:ext cx="195450" cy="181500"/>
            </a:xfrm>
            <a:custGeom>
              <a:avLst/>
              <a:gdLst/>
              <a:ahLst/>
              <a:cxnLst/>
              <a:rect l="l" t="t" r="r" b="b"/>
              <a:pathLst>
                <a:path w="7818" h="7260" extrusionOk="0">
                  <a:moveTo>
                    <a:pt x="559" y="6143"/>
                  </a:moveTo>
                  <a:lnTo>
                    <a:pt x="1955" y="6143"/>
                  </a:lnTo>
                  <a:lnTo>
                    <a:pt x="1955" y="7259"/>
                  </a:lnTo>
                  <a:lnTo>
                    <a:pt x="3630" y="6143"/>
                  </a:lnTo>
                  <a:lnTo>
                    <a:pt x="7259" y="6143"/>
                  </a:lnTo>
                  <a:cubicBezTo>
                    <a:pt x="7562" y="6143"/>
                    <a:pt x="7817" y="5887"/>
                    <a:pt x="7817" y="5584"/>
                  </a:cubicBezTo>
                  <a:lnTo>
                    <a:pt x="7817" y="559"/>
                  </a:lnTo>
                  <a:cubicBezTo>
                    <a:pt x="7817" y="234"/>
                    <a:pt x="7562" y="1"/>
                    <a:pt x="7259" y="1"/>
                  </a:cubicBezTo>
                  <a:lnTo>
                    <a:pt x="559" y="1"/>
                  </a:lnTo>
                  <a:cubicBezTo>
                    <a:pt x="233" y="1"/>
                    <a:pt x="1" y="234"/>
                    <a:pt x="1" y="559"/>
                  </a:cubicBezTo>
                  <a:lnTo>
                    <a:pt x="1" y="5584"/>
                  </a:lnTo>
                  <a:cubicBezTo>
                    <a:pt x="1" y="5887"/>
                    <a:pt x="233" y="6143"/>
                    <a:pt x="559" y="6143"/>
                  </a:cubicBezTo>
                  <a:close/>
                  <a:moveTo>
                    <a:pt x="559" y="6143"/>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119"/>
            <p:cNvSpPr/>
            <p:nvPr/>
          </p:nvSpPr>
          <p:spPr>
            <a:xfrm>
              <a:off x="1117300" y="3386950"/>
              <a:ext cx="251850" cy="407725"/>
            </a:xfrm>
            <a:custGeom>
              <a:avLst/>
              <a:gdLst/>
              <a:ahLst/>
              <a:cxnLst/>
              <a:rect l="l" t="t" r="r" b="b"/>
              <a:pathLst>
                <a:path w="10074" h="16309" extrusionOk="0">
                  <a:moveTo>
                    <a:pt x="0" y="16308"/>
                  </a:moveTo>
                  <a:lnTo>
                    <a:pt x="10073" y="16308"/>
                  </a:lnTo>
                  <a:lnTo>
                    <a:pt x="10073" y="13494"/>
                  </a:lnTo>
                  <a:lnTo>
                    <a:pt x="9213" y="13494"/>
                  </a:lnTo>
                  <a:lnTo>
                    <a:pt x="7538" y="14610"/>
                  </a:lnTo>
                  <a:lnTo>
                    <a:pt x="7538" y="13494"/>
                  </a:lnTo>
                  <a:lnTo>
                    <a:pt x="6142" y="13494"/>
                  </a:lnTo>
                  <a:cubicBezTo>
                    <a:pt x="5839" y="13494"/>
                    <a:pt x="5584" y="13238"/>
                    <a:pt x="5584" y="12935"/>
                  </a:cubicBezTo>
                  <a:lnTo>
                    <a:pt x="5584" y="7910"/>
                  </a:lnTo>
                  <a:cubicBezTo>
                    <a:pt x="5584" y="7585"/>
                    <a:pt x="5839" y="7352"/>
                    <a:pt x="6142" y="7352"/>
                  </a:cubicBezTo>
                  <a:lnTo>
                    <a:pt x="10073" y="7352"/>
                  </a:lnTo>
                  <a:lnTo>
                    <a:pt x="10073" y="1"/>
                  </a:lnTo>
                  <a:lnTo>
                    <a:pt x="0" y="1"/>
                  </a:lnTo>
                  <a:lnTo>
                    <a:pt x="0" y="2234"/>
                  </a:lnTo>
                  <a:lnTo>
                    <a:pt x="3909" y="2234"/>
                  </a:lnTo>
                  <a:cubicBezTo>
                    <a:pt x="4234" y="2234"/>
                    <a:pt x="4467" y="2490"/>
                    <a:pt x="4467" y="2792"/>
                  </a:cubicBezTo>
                  <a:lnTo>
                    <a:pt x="4467" y="7840"/>
                  </a:lnTo>
                  <a:cubicBezTo>
                    <a:pt x="4467" y="8143"/>
                    <a:pt x="4234" y="8399"/>
                    <a:pt x="3909" y="8399"/>
                  </a:cubicBezTo>
                  <a:lnTo>
                    <a:pt x="2513" y="8399"/>
                  </a:lnTo>
                  <a:lnTo>
                    <a:pt x="2513" y="9515"/>
                  </a:lnTo>
                  <a:lnTo>
                    <a:pt x="838" y="8399"/>
                  </a:lnTo>
                  <a:lnTo>
                    <a:pt x="0" y="8399"/>
                  </a:lnTo>
                  <a:close/>
                  <a:moveTo>
                    <a:pt x="0" y="16308"/>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119"/>
            <p:cNvSpPr/>
            <p:nvPr/>
          </p:nvSpPr>
          <p:spPr>
            <a:xfrm>
              <a:off x="1117300" y="3387525"/>
              <a:ext cx="20950" cy="407150"/>
            </a:xfrm>
            <a:custGeom>
              <a:avLst/>
              <a:gdLst/>
              <a:ahLst/>
              <a:cxnLst/>
              <a:rect l="l" t="t" r="r" b="b"/>
              <a:pathLst>
                <a:path w="838" h="16286" extrusionOk="0">
                  <a:moveTo>
                    <a:pt x="0" y="16285"/>
                  </a:moveTo>
                  <a:lnTo>
                    <a:pt x="838" y="16285"/>
                  </a:lnTo>
                  <a:lnTo>
                    <a:pt x="838" y="8376"/>
                  </a:lnTo>
                  <a:lnTo>
                    <a:pt x="0" y="8376"/>
                  </a:lnTo>
                  <a:close/>
                  <a:moveTo>
                    <a:pt x="838" y="1"/>
                  </a:moveTo>
                  <a:lnTo>
                    <a:pt x="0" y="1"/>
                  </a:lnTo>
                  <a:lnTo>
                    <a:pt x="0" y="2234"/>
                  </a:lnTo>
                  <a:lnTo>
                    <a:pt x="838" y="2234"/>
                  </a:lnTo>
                  <a:close/>
                  <a:moveTo>
                    <a:pt x="838" y="1"/>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119"/>
            <p:cNvSpPr/>
            <p:nvPr/>
          </p:nvSpPr>
          <p:spPr>
            <a:xfrm>
              <a:off x="1117300" y="3794650"/>
              <a:ext cx="251850" cy="55850"/>
            </a:xfrm>
            <a:custGeom>
              <a:avLst/>
              <a:gdLst/>
              <a:ahLst/>
              <a:cxnLst/>
              <a:rect l="l" t="t" r="r" b="b"/>
              <a:pathLst>
                <a:path w="10074" h="2234" extrusionOk="0">
                  <a:moveTo>
                    <a:pt x="559" y="2234"/>
                  </a:moveTo>
                  <a:lnTo>
                    <a:pt x="9515" y="2234"/>
                  </a:lnTo>
                  <a:cubicBezTo>
                    <a:pt x="9818" y="2234"/>
                    <a:pt x="10073" y="1978"/>
                    <a:pt x="10073" y="1675"/>
                  </a:cubicBezTo>
                  <a:lnTo>
                    <a:pt x="10073" y="0"/>
                  </a:lnTo>
                  <a:lnTo>
                    <a:pt x="0" y="0"/>
                  </a:lnTo>
                  <a:lnTo>
                    <a:pt x="0" y="1675"/>
                  </a:lnTo>
                  <a:cubicBezTo>
                    <a:pt x="0" y="1978"/>
                    <a:pt x="256" y="2234"/>
                    <a:pt x="559" y="2234"/>
                  </a:cubicBezTo>
                  <a:close/>
                  <a:moveTo>
                    <a:pt x="559" y="2234"/>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119"/>
            <p:cNvSpPr/>
            <p:nvPr/>
          </p:nvSpPr>
          <p:spPr>
            <a:xfrm>
              <a:off x="1033550" y="3442775"/>
              <a:ext cx="34925" cy="154150"/>
            </a:xfrm>
            <a:custGeom>
              <a:avLst/>
              <a:gdLst/>
              <a:ahLst/>
              <a:cxnLst/>
              <a:rect l="l" t="t" r="r" b="b"/>
              <a:pathLst>
                <a:path w="1397" h="6166" extrusionOk="0">
                  <a:moveTo>
                    <a:pt x="1396" y="1"/>
                  </a:moveTo>
                  <a:lnTo>
                    <a:pt x="559" y="1"/>
                  </a:lnTo>
                  <a:cubicBezTo>
                    <a:pt x="256" y="1"/>
                    <a:pt x="0" y="257"/>
                    <a:pt x="0" y="559"/>
                  </a:cubicBezTo>
                  <a:lnTo>
                    <a:pt x="0" y="5607"/>
                  </a:lnTo>
                  <a:cubicBezTo>
                    <a:pt x="0" y="5910"/>
                    <a:pt x="256" y="6166"/>
                    <a:pt x="559" y="6166"/>
                  </a:cubicBezTo>
                  <a:lnTo>
                    <a:pt x="1396" y="6166"/>
                  </a:lnTo>
                  <a:cubicBezTo>
                    <a:pt x="1094" y="6166"/>
                    <a:pt x="838" y="5910"/>
                    <a:pt x="838" y="5607"/>
                  </a:cubicBezTo>
                  <a:lnTo>
                    <a:pt x="838" y="559"/>
                  </a:lnTo>
                  <a:cubicBezTo>
                    <a:pt x="838" y="257"/>
                    <a:pt x="1094" y="1"/>
                    <a:pt x="1396" y="1"/>
                  </a:cubicBezTo>
                  <a:close/>
                  <a:moveTo>
                    <a:pt x="1396" y="1"/>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119"/>
            <p:cNvSpPr/>
            <p:nvPr/>
          </p:nvSpPr>
          <p:spPr>
            <a:xfrm>
              <a:off x="1257450" y="3570725"/>
              <a:ext cx="69825" cy="181500"/>
            </a:xfrm>
            <a:custGeom>
              <a:avLst/>
              <a:gdLst/>
              <a:ahLst/>
              <a:cxnLst/>
              <a:rect l="l" t="t" r="r" b="b"/>
              <a:pathLst>
                <a:path w="2793" h="7260" extrusionOk="0">
                  <a:moveTo>
                    <a:pt x="559" y="6143"/>
                  </a:moveTo>
                  <a:lnTo>
                    <a:pt x="1397" y="6143"/>
                  </a:lnTo>
                  <a:cubicBezTo>
                    <a:pt x="1071" y="6143"/>
                    <a:pt x="838" y="5887"/>
                    <a:pt x="838" y="5584"/>
                  </a:cubicBezTo>
                  <a:lnTo>
                    <a:pt x="838" y="559"/>
                  </a:lnTo>
                  <a:cubicBezTo>
                    <a:pt x="838" y="234"/>
                    <a:pt x="1071" y="1"/>
                    <a:pt x="1397" y="1"/>
                  </a:cubicBezTo>
                  <a:lnTo>
                    <a:pt x="559" y="1"/>
                  </a:lnTo>
                  <a:cubicBezTo>
                    <a:pt x="233" y="1"/>
                    <a:pt x="1" y="234"/>
                    <a:pt x="1" y="559"/>
                  </a:cubicBezTo>
                  <a:lnTo>
                    <a:pt x="1" y="5584"/>
                  </a:lnTo>
                  <a:cubicBezTo>
                    <a:pt x="1" y="5887"/>
                    <a:pt x="233" y="6143"/>
                    <a:pt x="559" y="6143"/>
                  </a:cubicBezTo>
                  <a:close/>
                  <a:moveTo>
                    <a:pt x="1955" y="5863"/>
                  </a:moveTo>
                  <a:lnTo>
                    <a:pt x="1955" y="7259"/>
                  </a:lnTo>
                  <a:lnTo>
                    <a:pt x="2792" y="6701"/>
                  </a:lnTo>
                  <a:lnTo>
                    <a:pt x="2792" y="5863"/>
                  </a:lnTo>
                  <a:close/>
                  <a:moveTo>
                    <a:pt x="1955" y="5863"/>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119"/>
            <p:cNvSpPr/>
            <p:nvPr/>
          </p:nvSpPr>
          <p:spPr>
            <a:xfrm>
              <a:off x="1117300" y="3794650"/>
              <a:ext cx="34925" cy="55850"/>
            </a:xfrm>
            <a:custGeom>
              <a:avLst/>
              <a:gdLst/>
              <a:ahLst/>
              <a:cxnLst/>
              <a:rect l="l" t="t" r="r" b="b"/>
              <a:pathLst>
                <a:path w="1397" h="2234" extrusionOk="0">
                  <a:moveTo>
                    <a:pt x="559" y="2234"/>
                  </a:moveTo>
                  <a:lnTo>
                    <a:pt x="1396" y="2234"/>
                  </a:lnTo>
                  <a:cubicBezTo>
                    <a:pt x="1094" y="2234"/>
                    <a:pt x="838" y="1978"/>
                    <a:pt x="838" y="1675"/>
                  </a:cubicBezTo>
                  <a:lnTo>
                    <a:pt x="838" y="0"/>
                  </a:lnTo>
                  <a:lnTo>
                    <a:pt x="0" y="0"/>
                  </a:lnTo>
                  <a:lnTo>
                    <a:pt x="0" y="1675"/>
                  </a:lnTo>
                  <a:cubicBezTo>
                    <a:pt x="0" y="1978"/>
                    <a:pt x="256" y="2234"/>
                    <a:pt x="559" y="2234"/>
                  </a:cubicBezTo>
                  <a:close/>
                  <a:moveTo>
                    <a:pt x="559" y="2234"/>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119"/>
            <p:cNvSpPr/>
            <p:nvPr/>
          </p:nvSpPr>
          <p:spPr>
            <a:xfrm>
              <a:off x="1054475" y="3407900"/>
              <a:ext cx="377475" cy="421675"/>
            </a:xfrm>
            <a:custGeom>
              <a:avLst/>
              <a:gdLst/>
              <a:ahLst/>
              <a:cxnLst/>
              <a:rect l="l" t="t" r="r" b="b"/>
              <a:pathLst>
                <a:path w="15099" h="16867" extrusionOk="0">
                  <a:moveTo>
                    <a:pt x="11191" y="0"/>
                  </a:moveTo>
                  <a:lnTo>
                    <a:pt x="11191" y="558"/>
                  </a:lnTo>
                  <a:lnTo>
                    <a:pt x="11726" y="558"/>
                  </a:lnTo>
                  <a:lnTo>
                    <a:pt x="11726" y="0"/>
                  </a:lnTo>
                  <a:close/>
                  <a:moveTo>
                    <a:pt x="11191" y="1117"/>
                  </a:moveTo>
                  <a:lnTo>
                    <a:pt x="11191" y="1675"/>
                  </a:lnTo>
                  <a:lnTo>
                    <a:pt x="11726" y="1675"/>
                  </a:lnTo>
                  <a:lnTo>
                    <a:pt x="11726" y="1117"/>
                  </a:lnTo>
                  <a:close/>
                  <a:moveTo>
                    <a:pt x="1" y="6165"/>
                  </a:moveTo>
                  <a:lnTo>
                    <a:pt x="1" y="6723"/>
                  </a:lnTo>
                  <a:lnTo>
                    <a:pt x="559" y="6723"/>
                  </a:lnTo>
                  <a:lnTo>
                    <a:pt x="559" y="6165"/>
                  </a:lnTo>
                  <a:close/>
                  <a:moveTo>
                    <a:pt x="14541" y="7351"/>
                  </a:moveTo>
                  <a:lnTo>
                    <a:pt x="14541" y="7910"/>
                  </a:lnTo>
                  <a:lnTo>
                    <a:pt x="15099" y="7910"/>
                  </a:lnTo>
                  <a:lnTo>
                    <a:pt x="15099" y="7351"/>
                  </a:lnTo>
                  <a:close/>
                  <a:moveTo>
                    <a:pt x="3351" y="16308"/>
                  </a:moveTo>
                  <a:lnTo>
                    <a:pt x="3351" y="16866"/>
                  </a:lnTo>
                  <a:lnTo>
                    <a:pt x="3909" y="16866"/>
                  </a:lnTo>
                  <a:lnTo>
                    <a:pt x="3909" y="16308"/>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119"/>
            <p:cNvSpPr/>
            <p:nvPr/>
          </p:nvSpPr>
          <p:spPr>
            <a:xfrm>
              <a:off x="1235950" y="3815575"/>
              <a:ext cx="13975" cy="14000"/>
            </a:xfrm>
            <a:custGeom>
              <a:avLst/>
              <a:gdLst/>
              <a:ahLst/>
              <a:cxnLst/>
              <a:rect l="l" t="t" r="r" b="b"/>
              <a:pathLst>
                <a:path w="559" h="560" extrusionOk="0">
                  <a:moveTo>
                    <a:pt x="0" y="1"/>
                  </a:moveTo>
                  <a:lnTo>
                    <a:pt x="0" y="559"/>
                  </a:lnTo>
                  <a:lnTo>
                    <a:pt x="558" y="559"/>
                  </a:lnTo>
                  <a:lnTo>
                    <a:pt x="5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119"/>
            <p:cNvSpPr/>
            <p:nvPr/>
          </p:nvSpPr>
          <p:spPr>
            <a:xfrm>
              <a:off x="1235950" y="3407900"/>
              <a:ext cx="42475" cy="13975"/>
            </a:xfrm>
            <a:custGeom>
              <a:avLst/>
              <a:gdLst/>
              <a:ahLst/>
              <a:cxnLst/>
              <a:rect l="l" t="t" r="r" b="b"/>
              <a:pathLst>
                <a:path w="1699" h="559" extrusionOk="0">
                  <a:moveTo>
                    <a:pt x="0" y="0"/>
                  </a:moveTo>
                  <a:lnTo>
                    <a:pt x="0" y="558"/>
                  </a:lnTo>
                  <a:lnTo>
                    <a:pt x="1698" y="558"/>
                  </a:lnTo>
                  <a:lnTo>
                    <a:pt x="16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119"/>
            <p:cNvSpPr/>
            <p:nvPr/>
          </p:nvSpPr>
          <p:spPr>
            <a:xfrm>
              <a:off x="1208025" y="3407900"/>
              <a:ext cx="13975" cy="13975"/>
            </a:xfrm>
            <a:custGeom>
              <a:avLst/>
              <a:gdLst/>
              <a:ahLst/>
              <a:cxnLst/>
              <a:rect l="l" t="t" r="r" b="b"/>
              <a:pathLst>
                <a:path w="559" h="559" extrusionOk="0">
                  <a:moveTo>
                    <a:pt x="0" y="0"/>
                  </a:moveTo>
                  <a:lnTo>
                    <a:pt x="0" y="558"/>
                  </a:lnTo>
                  <a:lnTo>
                    <a:pt x="559" y="558"/>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119"/>
            <p:cNvSpPr/>
            <p:nvPr/>
          </p:nvSpPr>
          <p:spPr>
            <a:xfrm>
              <a:off x="1026575" y="3379975"/>
              <a:ext cx="433300" cy="477500"/>
            </a:xfrm>
            <a:custGeom>
              <a:avLst/>
              <a:gdLst/>
              <a:ahLst/>
              <a:cxnLst/>
              <a:rect l="l" t="t" r="r" b="b"/>
              <a:pathLst>
                <a:path w="17332" h="19100" extrusionOk="0">
                  <a:moveTo>
                    <a:pt x="3350" y="0"/>
                  </a:moveTo>
                  <a:lnTo>
                    <a:pt x="3350" y="2234"/>
                  </a:lnTo>
                  <a:lnTo>
                    <a:pt x="838" y="2234"/>
                  </a:lnTo>
                  <a:cubicBezTo>
                    <a:pt x="372" y="2234"/>
                    <a:pt x="0" y="2606"/>
                    <a:pt x="0" y="3071"/>
                  </a:cubicBezTo>
                  <a:lnTo>
                    <a:pt x="0" y="3932"/>
                  </a:lnTo>
                  <a:lnTo>
                    <a:pt x="558" y="3932"/>
                  </a:lnTo>
                  <a:lnTo>
                    <a:pt x="558" y="3071"/>
                  </a:lnTo>
                  <a:cubicBezTo>
                    <a:pt x="558" y="2908"/>
                    <a:pt x="675" y="2792"/>
                    <a:pt x="838" y="2792"/>
                  </a:cubicBezTo>
                  <a:lnTo>
                    <a:pt x="7561" y="2792"/>
                  </a:lnTo>
                  <a:cubicBezTo>
                    <a:pt x="7724" y="2792"/>
                    <a:pt x="7840" y="2908"/>
                    <a:pt x="7840" y="3071"/>
                  </a:cubicBezTo>
                  <a:lnTo>
                    <a:pt x="7840" y="8119"/>
                  </a:lnTo>
                  <a:cubicBezTo>
                    <a:pt x="7840" y="8282"/>
                    <a:pt x="7724" y="8399"/>
                    <a:pt x="7561" y="8399"/>
                  </a:cubicBezTo>
                  <a:lnTo>
                    <a:pt x="5863" y="8399"/>
                  </a:lnTo>
                  <a:lnTo>
                    <a:pt x="5863" y="9283"/>
                  </a:lnTo>
                  <a:lnTo>
                    <a:pt x="4560" y="8399"/>
                  </a:lnTo>
                  <a:lnTo>
                    <a:pt x="838" y="8399"/>
                  </a:lnTo>
                  <a:cubicBezTo>
                    <a:pt x="675" y="8399"/>
                    <a:pt x="535" y="8282"/>
                    <a:pt x="535" y="8119"/>
                  </a:cubicBezTo>
                  <a:lnTo>
                    <a:pt x="535" y="4490"/>
                  </a:lnTo>
                  <a:lnTo>
                    <a:pt x="0" y="4490"/>
                  </a:lnTo>
                  <a:lnTo>
                    <a:pt x="0" y="8119"/>
                  </a:lnTo>
                  <a:cubicBezTo>
                    <a:pt x="0" y="8585"/>
                    <a:pt x="372" y="8957"/>
                    <a:pt x="838" y="8957"/>
                  </a:cubicBezTo>
                  <a:lnTo>
                    <a:pt x="3350" y="8957"/>
                  </a:lnTo>
                  <a:lnTo>
                    <a:pt x="3350" y="18262"/>
                  </a:lnTo>
                  <a:cubicBezTo>
                    <a:pt x="3350" y="18728"/>
                    <a:pt x="3722" y="19100"/>
                    <a:pt x="4188" y="19100"/>
                  </a:cubicBezTo>
                  <a:lnTo>
                    <a:pt x="10632" y="19100"/>
                  </a:lnTo>
                  <a:lnTo>
                    <a:pt x="10632" y="18542"/>
                  </a:lnTo>
                  <a:lnTo>
                    <a:pt x="4188" y="18542"/>
                  </a:lnTo>
                  <a:cubicBezTo>
                    <a:pt x="4025" y="18542"/>
                    <a:pt x="3885" y="18402"/>
                    <a:pt x="3885" y="18262"/>
                  </a:cubicBezTo>
                  <a:lnTo>
                    <a:pt x="3885" y="16843"/>
                  </a:lnTo>
                  <a:lnTo>
                    <a:pt x="13423" y="16843"/>
                  </a:lnTo>
                  <a:lnTo>
                    <a:pt x="13423" y="18262"/>
                  </a:lnTo>
                  <a:cubicBezTo>
                    <a:pt x="13423" y="18402"/>
                    <a:pt x="13307" y="18542"/>
                    <a:pt x="13144" y="18542"/>
                  </a:cubicBezTo>
                  <a:lnTo>
                    <a:pt x="11190" y="18542"/>
                  </a:lnTo>
                  <a:lnTo>
                    <a:pt x="11190" y="19100"/>
                  </a:lnTo>
                  <a:lnTo>
                    <a:pt x="13144" y="19100"/>
                  </a:lnTo>
                  <a:cubicBezTo>
                    <a:pt x="13609" y="19100"/>
                    <a:pt x="13982" y="18728"/>
                    <a:pt x="13982" y="18262"/>
                  </a:cubicBezTo>
                  <a:lnTo>
                    <a:pt x="13982" y="14052"/>
                  </a:lnTo>
                  <a:lnTo>
                    <a:pt x="16494" y="14052"/>
                  </a:lnTo>
                  <a:cubicBezTo>
                    <a:pt x="16959" y="14052"/>
                    <a:pt x="17332" y="13679"/>
                    <a:pt x="17332" y="13214"/>
                  </a:cubicBezTo>
                  <a:lnTo>
                    <a:pt x="17332" y="8189"/>
                  </a:lnTo>
                  <a:cubicBezTo>
                    <a:pt x="17332" y="7724"/>
                    <a:pt x="16959" y="7352"/>
                    <a:pt x="16494" y="7352"/>
                  </a:cubicBezTo>
                  <a:lnTo>
                    <a:pt x="13982" y="7352"/>
                  </a:lnTo>
                  <a:lnTo>
                    <a:pt x="13982" y="0"/>
                  </a:lnTo>
                  <a:lnTo>
                    <a:pt x="6421" y="0"/>
                  </a:lnTo>
                  <a:lnTo>
                    <a:pt x="6421" y="559"/>
                  </a:lnTo>
                  <a:lnTo>
                    <a:pt x="13400" y="559"/>
                  </a:lnTo>
                  <a:lnTo>
                    <a:pt x="13400" y="7352"/>
                  </a:lnTo>
                  <a:lnTo>
                    <a:pt x="9771" y="7352"/>
                  </a:lnTo>
                  <a:cubicBezTo>
                    <a:pt x="9306" y="7352"/>
                    <a:pt x="8910" y="7724"/>
                    <a:pt x="8910" y="8189"/>
                  </a:cubicBezTo>
                  <a:lnTo>
                    <a:pt x="8910" y="11795"/>
                  </a:lnTo>
                  <a:lnTo>
                    <a:pt x="9468" y="11795"/>
                  </a:lnTo>
                  <a:lnTo>
                    <a:pt x="9468" y="8166"/>
                  </a:lnTo>
                  <a:cubicBezTo>
                    <a:pt x="9468" y="8003"/>
                    <a:pt x="9608" y="7887"/>
                    <a:pt x="9771" y="7887"/>
                  </a:cubicBezTo>
                  <a:lnTo>
                    <a:pt x="16471" y="7887"/>
                  </a:lnTo>
                  <a:cubicBezTo>
                    <a:pt x="16634" y="7887"/>
                    <a:pt x="16773" y="8003"/>
                    <a:pt x="16773" y="8166"/>
                  </a:cubicBezTo>
                  <a:lnTo>
                    <a:pt x="16773" y="13214"/>
                  </a:lnTo>
                  <a:cubicBezTo>
                    <a:pt x="16773" y="13354"/>
                    <a:pt x="16634" y="13493"/>
                    <a:pt x="16471" y="13493"/>
                  </a:cubicBezTo>
                  <a:lnTo>
                    <a:pt x="12772" y="13493"/>
                  </a:lnTo>
                  <a:lnTo>
                    <a:pt x="11469" y="14377"/>
                  </a:lnTo>
                  <a:lnTo>
                    <a:pt x="11469" y="13493"/>
                  </a:lnTo>
                  <a:lnTo>
                    <a:pt x="9794" y="13493"/>
                  </a:lnTo>
                  <a:cubicBezTo>
                    <a:pt x="9631" y="13493"/>
                    <a:pt x="9492" y="13354"/>
                    <a:pt x="9492" y="13214"/>
                  </a:cubicBezTo>
                  <a:lnTo>
                    <a:pt x="9492" y="12377"/>
                  </a:lnTo>
                  <a:lnTo>
                    <a:pt x="8933" y="12377"/>
                  </a:lnTo>
                  <a:lnTo>
                    <a:pt x="8933" y="13237"/>
                  </a:lnTo>
                  <a:cubicBezTo>
                    <a:pt x="8933" y="13679"/>
                    <a:pt x="9306" y="14075"/>
                    <a:pt x="9771" y="14075"/>
                  </a:cubicBezTo>
                  <a:lnTo>
                    <a:pt x="10888" y="14075"/>
                  </a:lnTo>
                  <a:lnTo>
                    <a:pt x="10888" y="15424"/>
                  </a:lnTo>
                  <a:lnTo>
                    <a:pt x="12935" y="14075"/>
                  </a:lnTo>
                  <a:lnTo>
                    <a:pt x="13423" y="14075"/>
                  </a:lnTo>
                  <a:lnTo>
                    <a:pt x="13423" y="16308"/>
                  </a:lnTo>
                  <a:lnTo>
                    <a:pt x="3932" y="16308"/>
                  </a:lnTo>
                  <a:lnTo>
                    <a:pt x="3932" y="8957"/>
                  </a:lnTo>
                  <a:lnTo>
                    <a:pt x="4397" y="8957"/>
                  </a:lnTo>
                  <a:lnTo>
                    <a:pt x="6421" y="10306"/>
                  </a:lnTo>
                  <a:lnTo>
                    <a:pt x="6421" y="8957"/>
                  </a:lnTo>
                  <a:lnTo>
                    <a:pt x="7561" y="8957"/>
                  </a:lnTo>
                  <a:cubicBezTo>
                    <a:pt x="8026" y="8957"/>
                    <a:pt x="8398" y="8585"/>
                    <a:pt x="8398" y="8119"/>
                  </a:cubicBezTo>
                  <a:lnTo>
                    <a:pt x="8398" y="3071"/>
                  </a:lnTo>
                  <a:cubicBezTo>
                    <a:pt x="8398" y="2606"/>
                    <a:pt x="8026" y="2234"/>
                    <a:pt x="7561" y="2234"/>
                  </a:cubicBezTo>
                  <a:lnTo>
                    <a:pt x="3908" y="2234"/>
                  </a:lnTo>
                  <a:lnTo>
                    <a:pt x="3908" y="559"/>
                  </a:lnTo>
                  <a:lnTo>
                    <a:pt x="5863" y="559"/>
                  </a:lnTo>
                  <a:lnTo>
                    <a:pt x="586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119"/>
            <p:cNvSpPr/>
            <p:nvPr/>
          </p:nvSpPr>
          <p:spPr>
            <a:xfrm>
              <a:off x="1316775" y="3595150"/>
              <a:ext cx="76800" cy="104725"/>
            </a:xfrm>
            <a:custGeom>
              <a:avLst/>
              <a:gdLst/>
              <a:ahLst/>
              <a:cxnLst/>
              <a:rect l="l" t="t" r="r" b="b"/>
              <a:pathLst>
                <a:path w="3072" h="4189" extrusionOk="0">
                  <a:moveTo>
                    <a:pt x="2071" y="559"/>
                  </a:moveTo>
                  <a:lnTo>
                    <a:pt x="2513" y="1187"/>
                  </a:lnTo>
                  <a:lnTo>
                    <a:pt x="2513" y="2234"/>
                  </a:lnTo>
                  <a:lnTo>
                    <a:pt x="559" y="2234"/>
                  </a:lnTo>
                  <a:lnTo>
                    <a:pt x="559" y="1187"/>
                  </a:lnTo>
                  <a:lnTo>
                    <a:pt x="978" y="559"/>
                  </a:lnTo>
                  <a:close/>
                  <a:moveTo>
                    <a:pt x="675" y="1"/>
                  </a:moveTo>
                  <a:lnTo>
                    <a:pt x="1" y="1025"/>
                  </a:lnTo>
                  <a:lnTo>
                    <a:pt x="1" y="4188"/>
                  </a:lnTo>
                  <a:lnTo>
                    <a:pt x="559" y="4188"/>
                  </a:lnTo>
                  <a:lnTo>
                    <a:pt x="559" y="2793"/>
                  </a:lnTo>
                  <a:lnTo>
                    <a:pt x="2513" y="2793"/>
                  </a:lnTo>
                  <a:lnTo>
                    <a:pt x="2513" y="4188"/>
                  </a:lnTo>
                  <a:lnTo>
                    <a:pt x="3072" y="4188"/>
                  </a:lnTo>
                  <a:lnTo>
                    <a:pt x="3072" y="1025"/>
                  </a:lnTo>
                  <a:lnTo>
                    <a:pt x="237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119"/>
            <p:cNvSpPr/>
            <p:nvPr/>
          </p:nvSpPr>
          <p:spPr>
            <a:xfrm>
              <a:off x="1092875" y="3467800"/>
              <a:ext cx="91900" cy="104700"/>
            </a:xfrm>
            <a:custGeom>
              <a:avLst/>
              <a:gdLst/>
              <a:ahLst/>
              <a:cxnLst/>
              <a:rect l="l" t="t" r="r" b="b"/>
              <a:pathLst>
                <a:path w="3676" h="4188" extrusionOk="0">
                  <a:moveTo>
                    <a:pt x="2094" y="559"/>
                  </a:moveTo>
                  <a:lnTo>
                    <a:pt x="2513" y="1187"/>
                  </a:lnTo>
                  <a:lnTo>
                    <a:pt x="2513" y="2582"/>
                  </a:lnTo>
                  <a:lnTo>
                    <a:pt x="2001" y="2303"/>
                  </a:lnTo>
                  <a:lnTo>
                    <a:pt x="1722" y="2769"/>
                  </a:lnTo>
                  <a:lnTo>
                    <a:pt x="2396" y="3164"/>
                  </a:lnTo>
                  <a:lnTo>
                    <a:pt x="2094" y="3629"/>
                  </a:lnTo>
                  <a:lnTo>
                    <a:pt x="977" y="3629"/>
                  </a:lnTo>
                  <a:lnTo>
                    <a:pt x="558" y="2978"/>
                  </a:lnTo>
                  <a:lnTo>
                    <a:pt x="558" y="1187"/>
                  </a:lnTo>
                  <a:lnTo>
                    <a:pt x="977" y="559"/>
                  </a:lnTo>
                  <a:close/>
                  <a:moveTo>
                    <a:pt x="698" y="0"/>
                  </a:moveTo>
                  <a:lnTo>
                    <a:pt x="0" y="1024"/>
                  </a:lnTo>
                  <a:lnTo>
                    <a:pt x="0" y="3141"/>
                  </a:lnTo>
                  <a:lnTo>
                    <a:pt x="698" y="4188"/>
                  </a:lnTo>
                  <a:lnTo>
                    <a:pt x="2396" y="4188"/>
                  </a:lnTo>
                  <a:lnTo>
                    <a:pt x="2885" y="3443"/>
                  </a:lnTo>
                  <a:lnTo>
                    <a:pt x="3373" y="3722"/>
                  </a:lnTo>
                  <a:lnTo>
                    <a:pt x="3676" y="3257"/>
                  </a:lnTo>
                  <a:lnTo>
                    <a:pt x="3094" y="2908"/>
                  </a:lnTo>
                  <a:lnTo>
                    <a:pt x="3094" y="1024"/>
                  </a:lnTo>
                  <a:lnTo>
                    <a:pt x="239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2" name="Google Shape;5992;p119"/>
          <p:cNvGrpSpPr/>
          <p:nvPr/>
        </p:nvGrpSpPr>
        <p:grpSpPr>
          <a:xfrm>
            <a:off x="1004475" y="2693700"/>
            <a:ext cx="478075" cy="415850"/>
            <a:chOff x="1004475" y="2693700"/>
            <a:chExt cx="478075" cy="415850"/>
          </a:xfrm>
        </p:grpSpPr>
        <p:sp>
          <p:nvSpPr>
            <p:cNvPr id="5993" name="Google Shape;5993;p119"/>
            <p:cNvSpPr/>
            <p:nvPr/>
          </p:nvSpPr>
          <p:spPr>
            <a:xfrm>
              <a:off x="1145200" y="2808850"/>
              <a:ext cx="196025" cy="56425"/>
            </a:xfrm>
            <a:custGeom>
              <a:avLst/>
              <a:gdLst/>
              <a:ahLst/>
              <a:cxnLst/>
              <a:rect l="l" t="t" r="r" b="b"/>
              <a:pathLst>
                <a:path w="7841" h="2257" extrusionOk="0">
                  <a:moveTo>
                    <a:pt x="1" y="2257"/>
                  </a:moveTo>
                  <a:lnTo>
                    <a:pt x="7841" y="2257"/>
                  </a:lnTo>
                  <a:lnTo>
                    <a:pt x="7282" y="0"/>
                  </a:lnTo>
                  <a:lnTo>
                    <a:pt x="559" y="0"/>
                  </a:lnTo>
                  <a:close/>
                  <a:moveTo>
                    <a:pt x="1" y="2257"/>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119"/>
            <p:cNvSpPr/>
            <p:nvPr/>
          </p:nvSpPr>
          <p:spPr>
            <a:xfrm>
              <a:off x="1039350" y="2893175"/>
              <a:ext cx="407725" cy="153575"/>
            </a:xfrm>
            <a:custGeom>
              <a:avLst/>
              <a:gdLst/>
              <a:ahLst/>
              <a:cxnLst/>
              <a:rect l="l" t="t" r="r" b="b"/>
              <a:pathLst>
                <a:path w="16309" h="6143" extrusionOk="0">
                  <a:moveTo>
                    <a:pt x="1024" y="6142"/>
                  </a:moveTo>
                  <a:lnTo>
                    <a:pt x="15285" y="6142"/>
                  </a:lnTo>
                  <a:lnTo>
                    <a:pt x="16309" y="5119"/>
                  </a:lnTo>
                  <a:lnTo>
                    <a:pt x="16309" y="1024"/>
                  </a:lnTo>
                  <a:lnTo>
                    <a:pt x="15285" y="1"/>
                  </a:lnTo>
                  <a:lnTo>
                    <a:pt x="1024" y="1"/>
                  </a:lnTo>
                  <a:lnTo>
                    <a:pt x="1" y="1024"/>
                  </a:lnTo>
                  <a:lnTo>
                    <a:pt x="1" y="5119"/>
                  </a:lnTo>
                  <a:close/>
                  <a:moveTo>
                    <a:pt x="1024" y="6142"/>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119"/>
            <p:cNvSpPr/>
            <p:nvPr/>
          </p:nvSpPr>
          <p:spPr>
            <a:xfrm>
              <a:off x="1053325" y="3074625"/>
              <a:ext cx="379800" cy="27950"/>
            </a:xfrm>
            <a:custGeom>
              <a:avLst/>
              <a:gdLst/>
              <a:ahLst/>
              <a:cxnLst/>
              <a:rect l="l" t="t" r="r" b="b"/>
              <a:pathLst>
                <a:path w="15192" h="1118" extrusionOk="0">
                  <a:moveTo>
                    <a:pt x="14075" y="1118"/>
                  </a:moveTo>
                  <a:lnTo>
                    <a:pt x="15191" y="1118"/>
                  </a:lnTo>
                  <a:lnTo>
                    <a:pt x="15191" y="1"/>
                  </a:lnTo>
                  <a:lnTo>
                    <a:pt x="13772" y="1"/>
                  </a:lnTo>
                  <a:close/>
                  <a:moveTo>
                    <a:pt x="0" y="1118"/>
                  </a:moveTo>
                  <a:lnTo>
                    <a:pt x="1117" y="1118"/>
                  </a:lnTo>
                  <a:lnTo>
                    <a:pt x="1419" y="1"/>
                  </a:lnTo>
                  <a:lnTo>
                    <a:pt x="0" y="1"/>
                  </a:lnTo>
                  <a:close/>
                  <a:moveTo>
                    <a:pt x="0" y="1118"/>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119"/>
            <p:cNvSpPr/>
            <p:nvPr/>
          </p:nvSpPr>
          <p:spPr>
            <a:xfrm>
              <a:off x="1145200" y="2808850"/>
              <a:ext cx="34925" cy="56425"/>
            </a:xfrm>
            <a:custGeom>
              <a:avLst/>
              <a:gdLst/>
              <a:ahLst/>
              <a:cxnLst/>
              <a:rect l="l" t="t" r="r" b="b"/>
              <a:pathLst>
                <a:path w="1397" h="2257" extrusionOk="0">
                  <a:moveTo>
                    <a:pt x="1" y="2257"/>
                  </a:moveTo>
                  <a:lnTo>
                    <a:pt x="838" y="2257"/>
                  </a:lnTo>
                  <a:lnTo>
                    <a:pt x="1397" y="0"/>
                  </a:lnTo>
                  <a:lnTo>
                    <a:pt x="559" y="0"/>
                  </a:lnTo>
                  <a:close/>
                  <a:moveTo>
                    <a:pt x="1" y="2257"/>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119"/>
            <p:cNvSpPr/>
            <p:nvPr/>
          </p:nvSpPr>
          <p:spPr>
            <a:xfrm>
              <a:off x="1053325" y="3074625"/>
              <a:ext cx="365250" cy="27950"/>
            </a:xfrm>
            <a:custGeom>
              <a:avLst/>
              <a:gdLst/>
              <a:ahLst/>
              <a:cxnLst/>
              <a:rect l="l" t="t" r="r" b="b"/>
              <a:pathLst>
                <a:path w="14610" h="1118" extrusionOk="0">
                  <a:moveTo>
                    <a:pt x="14075" y="1118"/>
                  </a:moveTo>
                  <a:lnTo>
                    <a:pt x="14610" y="1118"/>
                  </a:lnTo>
                  <a:lnTo>
                    <a:pt x="14331" y="1"/>
                  </a:lnTo>
                  <a:lnTo>
                    <a:pt x="13772" y="1"/>
                  </a:lnTo>
                  <a:close/>
                  <a:moveTo>
                    <a:pt x="0" y="1118"/>
                  </a:moveTo>
                  <a:lnTo>
                    <a:pt x="558" y="1118"/>
                  </a:lnTo>
                  <a:lnTo>
                    <a:pt x="558" y="1"/>
                  </a:lnTo>
                  <a:lnTo>
                    <a:pt x="0" y="1"/>
                  </a:lnTo>
                  <a:close/>
                  <a:moveTo>
                    <a:pt x="0" y="1118"/>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119"/>
            <p:cNvSpPr/>
            <p:nvPr/>
          </p:nvSpPr>
          <p:spPr>
            <a:xfrm>
              <a:off x="1039350" y="2893175"/>
              <a:ext cx="53550" cy="153575"/>
            </a:xfrm>
            <a:custGeom>
              <a:avLst/>
              <a:gdLst/>
              <a:ahLst/>
              <a:cxnLst/>
              <a:rect l="l" t="t" r="r" b="b"/>
              <a:pathLst>
                <a:path w="2142" h="6143" extrusionOk="0">
                  <a:moveTo>
                    <a:pt x="1024" y="6142"/>
                  </a:moveTo>
                  <a:lnTo>
                    <a:pt x="2141" y="6142"/>
                  </a:lnTo>
                  <a:lnTo>
                    <a:pt x="838" y="4839"/>
                  </a:lnTo>
                  <a:lnTo>
                    <a:pt x="838" y="1303"/>
                  </a:lnTo>
                  <a:lnTo>
                    <a:pt x="2141" y="1"/>
                  </a:lnTo>
                  <a:lnTo>
                    <a:pt x="1024" y="1"/>
                  </a:lnTo>
                  <a:lnTo>
                    <a:pt x="1" y="1024"/>
                  </a:lnTo>
                  <a:lnTo>
                    <a:pt x="1" y="5119"/>
                  </a:lnTo>
                  <a:close/>
                  <a:moveTo>
                    <a:pt x="1024" y="6142"/>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119"/>
            <p:cNvSpPr/>
            <p:nvPr/>
          </p:nvSpPr>
          <p:spPr>
            <a:xfrm>
              <a:off x="1412150" y="2928075"/>
              <a:ext cx="13425" cy="41900"/>
            </a:xfrm>
            <a:custGeom>
              <a:avLst/>
              <a:gdLst/>
              <a:ahLst/>
              <a:cxnLst/>
              <a:rect l="l" t="t" r="r" b="b"/>
              <a:pathLst>
                <a:path w="537" h="1676" extrusionOk="0">
                  <a:moveTo>
                    <a:pt x="1" y="0"/>
                  </a:moveTo>
                  <a:lnTo>
                    <a:pt x="1" y="559"/>
                  </a:lnTo>
                  <a:lnTo>
                    <a:pt x="536" y="559"/>
                  </a:lnTo>
                  <a:lnTo>
                    <a:pt x="536" y="0"/>
                  </a:lnTo>
                  <a:close/>
                  <a:moveTo>
                    <a:pt x="1" y="1117"/>
                  </a:moveTo>
                  <a:lnTo>
                    <a:pt x="1" y="1675"/>
                  </a:lnTo>
                  <a:lnTo>
                    <a:pt x="536" y="1675"/>
                  </a:lnTo>
                  <a:lnTo>
                    <a:pt x="536" y="1117"/>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119"/>
            <p:cNvSpPr/>
            <p:nvPr/>
          </p:nvSpPr>
          <p:spPr>
            <a:xfrm>
              <a:off x="1011450" y="2865250"/>
              <a:ext cx="462975" cy="209400"/>
            </a:xfrm>
            <a:custGeom>
              <a:avLst/>
              <a:gdLst/>
              <a:ahLst/>
              <a:cxnLst/>
              <a:rect l="l" t="t" r="r" b="b"/>
              <a:pathLst>
                <a:path w="18519" h="8376" extrusionOk="0">
                  <a:moveTo>
                    <a:pt x="0" y="7259"/>
                  </a:moveTo>
                  <a:cubicBezTo>
                    <a:pt x="0" y="7887"/>
                    <a:pt x="512" y="8376"/>
                    <a:pt x="1117" y="8376"/>
                  </a:cubicBezTo>
                  <a:lnTo>
                    <a:pt x="17402" y="8376"/>
                  </a:lnTo>
                  <a:cubicBezTo>
                    <a:pt x="18030" y="8376"/>
                    <a:pt x="18518" y="7887"/>
                    <a:pt x="18518" y="7259"/>
                  </a:cubicBezTo>
                  <a:lnTo>
                    <a:pt x="18518" y="1118"/>
                  </a:lnTo>
                  <a:cubicBezTo>
                    <a:pt x="18518" y="489"/>
                    <a:pt x="18030" y="1"/>
                    <a:pt x="17402" y="1"/>
                  </a:cubicBezTo>
                  <a:lnTo>
                    <a:pt x="1117" y="1"/>
                  </a:lnTo>
                  <a:cubicBezTo>
                    <a:pt x="512" y="1"/>
                    <a:pt x="0" y="489"/>
                    <a:pt x="0" y="1118"/>
                  </a:cubicBezTo>
                  <a:close/>
                  <a:moveTo>
                    <a:pt x="2140" y="7259"/>
                  </a:moveTo>
                  <a:lnTo>
                    <a:pt x="1117" y="6236"/>
                  </a:lnTo>
                  <a:lnTo>
                    <a:pt x="1117" y="2141"/>
                  </a:lnTo>
                  <a:lnTo>
                    <a:pt x="2140" y="1118"/>
                  </a:lnTo>
                  <a:lnTo>
                    <a:pt x="16401" y="1118"/>
                  </a:lnTo>
                  <a:lnTo>
                    <a:pt x="17425" y="2141"/>
                  </a:lnTo>
                  <a:lnTo>
                    <a:pt x="17425" y="6236"/>
                  </a:lnTo>
                  <a:lnTo>
                    <a:pt x="16401" y="7259"/>
                  </a:lnTo>
                  <a:close/>
                  <a:moveTo>
                    <a:pt x="2140" y="7259"/>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119"/>
            <p:cNvSpPr/>
            <p:nvPr/>
          </p:nvSpPr>
          <p:spPr>
            <a:xfrm>
              <a:off x="1011450" y="2865250"/>
              <a:ext cx="41900" cy="209400"/>
            </a:xfrm>
            <a:custGeom>
              <a:avLst/>
              <a:gdLst/>
              <a:ahLst/>
              <a:cxnLst/>
              <a:rect l="l" t="t" r="r" b="b"/>
              <a:pathLst>
                <a:path w="1676" h="8376" extrusionOk="0">
                  <a:moveTo>
                    <a:pt x="0" y="7259"/>
                  </a:moveTo>
                  <a:cubicBezTo>
                    <a:pt x="0" y="7887"/>
                    <a:pt x="512" y="8376"/>
                    <a:pt x="1117" y="8376"/>
                  </a:cubicBezTo>
                  <a:lnTo>
                    <a:pt x="1675" y="8376"/>
                  </a:lnTo>
                  <a:cubicBezTo>
                    <a:pt x="1070" y="8376"/>
                    <a:pt x="558" y="7887"/>
                    <a:pt x="558" y="7259"/>
                  </a:cubicBezTo>
                  <a:lnTo>
                    <a:pt x="558" y="1118"/>
                  </a:lnTo>
                  <a:cubicBezTo>
                    <a:pt x="558" y="489"/>
                    <a:pt x="1070" y="1"/>
                    <a:pt x="1675" y="1"/>
                  </a:cubicBezTo>
                  <a:lnTo>
                    <a:pt x="1117" y="1"/>
                  </a:lnTo>
                  <a:cubicBezTo>
                    <a:pt x="512" y="1"/>
                    <a:pt x="0" y="489"/>
                    <a:pt x="0" y="1118"/>
                  </a:cubicBezTo>
                  <a:close/>
                  <a:moveTo>
                    <a:pt x="0" y="7259"/>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119"/>
            <p:cNvSpPr/>
            <p:nvPr/>
          </p:nvSpPr>
          <p:spPr>
            <a:xfrm>
              <a:off x="1032375" y="2886200"/>
              <a:ext cx="421675" cy="168100"/>
            </a:xfrm>
            <a:custGeom>
              <a:avLst/>
              <a:gdLst/>
              <a:ahLst/>
              <a:cxnLst/>
              <a:rect l="l" t="t" r="r" b="b"/>
              <a:pathLst>
                <a:path w="16867" h="6724" extrusionOk="0">
                  <a:moveTo>
                    <a:pt x="1187" y="0"/>
                  </a:moveTo>
                  <a:lnTo>
                    <a:pt x="1" y="1187"/>
                  </a:lnTo>
                  <a:lnTo>
                    <a:pt x="1" y="5514"/>
                  </a:lnTo>
                  <a:lnTo>
                    <a:pt x="1187" y="6700"/>
                  </a:lnTo>
                  <a:lnTo>
                    <a:pt x="13028" y="6700"/>
                  </a:lnTo>
                  <a:lnTo>
                    <a:pt x="13028" y="6142"/>
                  </a:lnTo>
                  <a:lnTo>
                    <a:pt x="1396" y="6142"/>
                  </a:lnTo>
                  <a:lnTo>
                    <a:pt x="536" y="5281"/>
                  </a:lnTo>
                  <a:lnTo>
                    <a:pt x="536" y="1420"/>
                  </a:lnTo>
                  <a:lnTo>
                    <a:pt x="1396" y="535"/>
                  </a:lnTo>
                  <a:lnTo>
                    <a:pt x="15448" y="535"/>
                  </a:lnTo>
                  <a:lnTo>
                    <a:pt x="16309" y="1420"/>
                  </a:lnTo>
                  <a:lnTo>
                    <a:pt x="16309" y="5281"/>
                  </a:lnTo>
                  <a:lnTo>
                    <a:pt x="15448" y="6165"/>
                  </a:lnTo>
                  <a:lnTo>
                    <a:pt x="13587" y="6165"/>
                  </a:lnTo>
                  <a:lnTo>
                    <a:pt x="13587" y="6724"/>
                  </a:lnTo>
                  <a:lnTo>
                    <a:pt x="15681" y="6724"/>
                  </a:lnTo>
                  <a:lnTo>
                    <a:pt x="16867" y="5514"/>
                  </a:lnTo>
                  <a:lnTo>
                    <a:pt x="16867" y="1187"/>
                  </a:lnTo>
                  <a:lnTo>
                    <a:pt x="1568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119"/>
            <p:cNvSpPr/>
            <p:nvPr/>
          </p:nvSpPr>
          <p:spPr>
            <a:xfrm>
              <a:off x="1166150" y="2921100"/>
              <a:ext cx="55850" cy="97725"/>
            </a:xfrm>
            <a:custGeom>
              <a:avLst/>
              <a:gdLst/>
              <a:ahLst/>
              <a:cxnLst/>
              <a:rect l="l" t="t" r="r" b="b"/>
              <a:pathLst>
                <a:path w="2234" h="3909" extrusionOk="0">
                  <a:moveTo>
                    <a:pt x="1675" y="559"/>
                  </a:moveTo>
                  <a:lnTo>
                    <a:pt x="1675" y="1652"/>
                  </a:lnTo>
                  <a:lnTo>
                    <a:pt x="559" y="1652"/>
                  </a:lnTo>
                  <a:lnTo>
                    <a:pt x="559" y="559"/>
                  </a:lnTo>
                  <a:close/>
                  <a:moveTo>
                    <a:pt x="1675" y="2234"/>
                  </a:moveTo>
                  <a:lnTo>
                    <a:pt x="1675" y="3350"/>
                  </a:lnTo>
                  <a:lnTo>
                    <a:pt x="559" y="3350"/>
                  </a:lnTo>
                  <a:lnTo>
                    <a:pt x="559" y="2234"/>
                  </a:lnTo>
                  <a:close/>
                  <a:moveTo>
                    <a:pt x="0" y="0"/>
                  </a:moveTo>
                  <a:lnTo>
                    <a:pt x="0" y="3909"/>
                  </a:lnTo>
                  <a:lnTo>
                    <a:pt x="2234" y="3909"/>
                  </a:lnTo>
                  <a:lnTo>
                    <a:pt x="223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119"/>
            <p:cNvSpPr/>
            <p:nvPr/>
          </p:nvSpPr>
          <p:spPr>
            <a:xfrm>
              <a:off x="1096350" y="2921100"/>
              <a:ext cx="55875" cy="97725"/>
            </a:xfrm>
            <a:custGeom>
              <a:avLst/>
              <a:gdLst/>
              <a:ahLst/>
              <a:cxnLst/>
              <a:rect l="l" t="t" r="r" b="b"/>
              <a:pathLst>
                <a:path w="2235" h="3909" extrusionOk="0">
                  <a:moveTo>
                    <a:pt x="1676" y="559"/>
                  </a:moveTo>
                  <a:lnTo>
                    <a:pt x="1676" y="3350"/>
                  </a:lnTo>
                  <a:lnTo>
                    <a:pt x="559" y="3350"/>
                  </a:lnTo>
                  <a:lnTo>
                    <a:pt x="559" y="559"/>
                  </a:lnTo>
                  <a:close/>
                  <a:moveTo>
                    <a:pt x="1" y="0"/>
                  </a:moveTo>
                  <a:lnTo>
                    <a:pt x="1" y="3909"/>
                  </a:lnTo>
                  <a:lnTo>
                    <a:pt x="2234" y="3909"/>
                  </a:lnTo>
                  <a:lnTo>
                    <a:pt x="223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119"/>
            <p:cNvSpPr/>
            <p:nvPr/>
          </p:nvSpPr>
          <p:spPr>
            <a:xfrm>
              <a:off x="1235950" y="2976925"/>
              <a:ext cx="13975" cy="13975"/>
            </a:xfrm>
            <a:custGeom>
              <a:avLst/>
              <a:gdLst/>
              <a:ahLst/>
              <a:cxnLst/>
              <a:rect l="l" t="t" r="r" b="b"/>
              <a:pathLst>
                <a:path w="559" h="559" extrusionOk="0">
                  <a:moveTo>
                    <a:pt x="0" y="1"/>
                  </a:moveTo>
                  <a:lnTo>
                    <a:pt x="0" y="559"/>
                  </a:lnTo>
                  <a:lnTo>
                    <a:pt x="558" y="559"/>
                  </a:lnTo>
                  <a:lnTo>
                    <a:pt x="5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119"/>
            <p:cNvSpPr/>
            <p:nvPr/>
          </p:nvSpPr>
          <p:spPr>
            <a:xfrm>
              <a:off x="1334225" y="2921100"/>
              <a:ext cx="55850" cy="97725"/>
            </a:xfrm>
            <a:custGeom>
              <a:avLst/>
              <a:gdLst/>
              <a:ahLst/>
              <a:cxnLst/>
              <a:rect l="l" t="t" r="r" b="b"/>
              <a:pathLst>
                <a:path w="2234" h="3909" extrusionOk="0">
                  <a:moveTo>
                    <a:pt x="1676" y="559"/>
                  </a:moveTo>
                  <a:lnTo>
                    <a:pt x="1676" y="3350"/>
                  </a:lnTo>
                  <a:lnTo>
                    <a:pt x="536" y="3350"/>
                  </a:lnTo>
                  <a:lnTo>
                    <a:pt x="536" y="559"/>
                  </a:lnTo>
                  <a:close/>
                  <a:moveTo>
                    <a:pt x="1" y="0"/>
                  </a:moveTo>
                  <a:lnTo>
                    <a:pt x="1" y="3909"/>
                  </a:lnTo>
                  <a:lnTo>
                    <a:pt x="2234" y="3909"/>
                  </a:lnTo>
                  <a:lnTo>
                    <a:pt x="223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119"/>
            <p:cNvSpPr/>
            <p:nvPr/>
          </p:nvSpPr>
          <p:spPr>
            <a:xfrm>
              <a:off x="1235950" y="2949000"/>
              <a:ext cx="13975" cy="14000"/>
            </a:xfrm>
            <a:custGeom>
              <a:avLst/>
              <a:gdLst/>
              <a:ahLst/>
              <a:cxnLst/>
              <a:rect l="l" t="t" r="r" b="b"/>
              <a:pathLst>
                <a:path w="559" h="560" extrusionOk="0">
                  <a:moveTo>
                    <a:pt x="0" y="1"/>
                  </a:moveTo>
                  <a:lnTo>
                    <a:pt x="0" y="559"/>
                  </a:lnTo>
                  <a:lnTo>
                    <a:pt x="558" y="559"/>
                  </a:lnTo>
                  <a:lnTo>
                    <a:pt x="5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119"/>
            <p:cNvSpPr/>
            <p:nvPr/>
          </p:nvSpPr>
          <p:spPr>
            <a:xfrm>
              <a:off x="1264425" y="2921100"/>
              <a:ext cx="55875" cy="97725"/>
            </a:xfrm>
            <a:custGeom>
              <a:avLst/>
              <a:gdLst/>
              <a:ahLst/>
              <a:cxnLst/>
              <a:rect l="l" t="t" r="r" b="b"/>
              <a:pathLst>
                <a:path w="2235" h="3909" extrusionOk="0">
                  <a:moveTo>
                    <a:pt x="1676" y="559"/>
                  </a:moveTo>
                  <a:lnTo>
                    <a:pt x="1676" y="3350"/>
                  </a:lnTo>
                  <a:lnTo>
                    <a:pt x="559" y="3350"/>
                  </a:lnTo>
                  <a:lnTo>
                    <a:pt x="559" y="559"/>
                  </a:lnTo>
                  <a:close/>
                  <a:moveTo>
                    <a:pt x="1" y="0"/>
                  </a:moveTo>
                  <a:lnTo>
                    <a:pt x="1" y="3909"/>
                  </a:lnTo>
                  <a:lnTo>
                    <a:pt x="2234" y="3909"/>
                  </a:lnTo>
                  <a:lnTo>
                    <a:pt x="223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119"/>
            <p:cNvSpPr/>
            <p:nvPr/>
          </p:nvSpPr>
          <p:spPr>
            <a:xfrm>
              <a:off x="1249900" y="2829775"/>
              <a:ext cx="13975" cy="14000"/>
            </a:xfrm>
            <a:custGeom>
              <a:avLst/>
              <a:gdLst/>
              <a:ahLst/>
              <a:cxnLst/>
              <a:rect l="l" t="t" r="r" b="b"/>
              <a:pathLst>
                <a:path w="559" h="560" extrusionOk="0">
                  <a:moveTo>
                    <a:pt x="0" y="1"/>
                  </a:moveTo>
                  <a:lnTo>
                    <a:pt x="0"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119"/>
            <p:cNvSpPr/>
            <p:nvPr/>
          </p:nvSpPr>
          <p:spPr>
            <a:xfrm>
              <a:off x="1221975" y="2829775"/>
              <a:ext cx="14000" cy="14000"/>
            </a:xfrm>
            <a:custGeom>
              <a:avLst/>
              <a:gdLst/>
              <a:ahLst/>
              <a:cxnLst/>
              <a:rect l="l" t="t" r="r" b="b"/>
              <a:pathLst>
                <a:path w="560" h="560" extrusionOk="0">
                  <a:moveTo>
                    <a:pt x="1" y="1"/>
                  </a:moveTo>
                  <a:lnTo>
                    <a:pt x="1"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119"/>
            <p:cNvSpPr/>
            <p:nvPr/>
          </p:nvSpPr>
          <p:spPr>
            <a:xfrm>
              <a:off x="1344125" y="2750100"/>
              <a:ext cx="41900" cy="41900"/>
            </a:xfrm>
            <a:custGeom>
              <a:avLst/>
              <a:gdLst/>
              <a:ahLst/>
              <a:cxnLst/>
              <a:rect l="l" t="t" r="r" b="b"/>
              <a:pathLst>
                <a:path w="1676" h="1676" extrusionOk="0">
                  <a:moveTo>
                    <a:pt x="0" y="1"/>
                  </a:moveTo>
                  <a:lnTo>
                    <a:pt x="0" y="559"/>
                  </a:lnTo>
                  <a:cubicBezTo>
                    <a:pt x="628" y="559"/>
                    <a:pt x="1117" y="1048"/>
                    <a:pt x="1117" y="1676"/>
                  </a:cubicBezTo>
                  <a:lnTo>
                    <a:pt x="1675" y="1676"/>
                  </a:lnTo>
                  <a:cubicBezTo>
                    <a:pt x="1675" y="745"/>
                    <a:pt x="931" y="1"/>
                    <a:pt x="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119"/>
            <p:cNvSpPr/>
            <p:nvPr/>
          </p:nvSpPr>
          <p:spPr>
            <a:xfrm>
              <a:off x="1344125" y="2722200"/>
              <a:ext cx="70400" cy="69800"/>
            </a:xfrm>
            <a:custGeom>
              <a:avLst/>
              <a:gdLst/>
              <a:ahLst/>
              <a:cxnLst/>
              <a:rect l="l" t="t" r="r" b="b"/>
              <a:pathLst>
                <a:path w="2816" h="2792" extrusionOk="0">
                  <a:moveTo>
                    <a:pt x="0" y="0"/>
                  </a:moveTo>
                  <a:lnTo>
                    <a:pt x="0" y="558"/>
                  </a:lnTo>
                  <a:cubicBezTo>
                    <a:pt x="1233" y="558"/>
                    <a:pt x="2233" y="1559"/>
                    <a:pt x="2233" y="2792"/>
                  </a:cubicBezTo>
                  <a:lnTo>
                    <a:pt x="2815" y="2792"/>
                  </a:lnTo>
                  <a:cubicBezTo>
                    <a:pt x="2792" y="1233"/>
                    <a:pt x="1559" y="0"/>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119"/>
            <p:cNvSpPr/>
            <p:nvPr/>
          </p:nvSpPr>
          <p:spPr>
            <a:xfrm>
              <a:off x="1344125" y="2693700"/>
              <a:ext cx="98300" cy="98300"/>
            </a:xfrm>
            <a:custGeom>
              <a:avLst/>
              <a:gdLst/>
              <a:ahLst/>
              <a:cxnLst/>
              <a:rect l="l" t="t" r="r" b="b"/>
              <a:pathLst>
                <a:path w="3932" h="3932" extrusionOk="0">
                  <a:moveTo>
                    <a:pt x="0" y="0"/>
                  </a:moveTo>
                  <a:lnTo>
                    <a:pt x="0" y="582"/>
                  </a:lnTo>
                  <a:cubicBezTo>
                    <a:pt x="1861" y="582"/>
                    <a:pt x="3350" y="2071"/>
                    <a:pt x="3350" y="3932"/>
                  </a:cubicBezTo>
                  <a:lnTo>
                    <a:pt x="3932" y="3932"/>
                  </a:lnTo>
                  <a:cubicBezTo>
                    <a:pt x="3932" y="1745"/>
                    <a:pt x="2187" y="0"/>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119"/>
            <p:cNvSpPr/>
            <p:nvPr/>
          </p:nvSpPr>
          <p:spPr>
            <a:xfrm>
              <a:off x="1099850" y="2750100"/>
              <a:ext cx="42475" cy="41900"/>
            </a:xfrm>
            <a:custGeom>
              <a:avLst/>
              <a:gdLst/>
              <a:ahLst/>
              <a:cxnLst/>
              <a:rect l="l" t="t" r="r" b="b"/>
              <a:pathLst>
                <a:path w="1699" h="1676" extrusionOk="0">
                  <a:moveTo>
                    <a:pt x="1699" y="1"/>
                  </a:moveTo>
                  <a:cubicBezTo>
                    <a:pt x="768" y="1"/>
                    <a:pt x="0" y="745"/>
                    <a:pt x="0" y="1676"/>
                  </a:cubicBezTo>
                  <a:lnTo>
                    <a:pt x="559" y="1676"/>
                  </a:lnTo>
                  <a:cubicBezTo>
                    <a:pt x="559" y="1048"/>
                    <a:pt x="1070" y="559"/>
                    <a:pt x="1699" y="559"/>
                  </a:cubicBezTo>
                  <a:lnTo>
                    <a:pt x="169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119"/>
            <p:cNvSpPr/>
            <p:nvPr/>
          </p:nvSpPr>
          <p:spPr>
            <a:xfrm>
              <a:off x="1071925" y="2722200"/>
              <a:ext cx="70400" cy="69800"/>
            </a:xfrm>
            <a:custGeom>
              <a:avLst/>
              <a:gdLst/>
              <a:ahLst/>
              <a:cxnLst/>
              <a:rect l="l" t="t" r="r" b="b"/>
              <a:pathLst>
                <a:path w="2816" h="2792" extrusionOk="0">
                  <a:moveTo>
                    <a:pt x="2816" y="0"/>
                  </a:moveTo>
                  <a:cubicBezTo>
                    <a:pt x="1257" y="0"/>
                    <a:pt x="1" y="1233"/>
                    <a:pt x="1" y="2792"/>
                  </a:cubicBezTo>
                  <a:lnTo>
                    <a:pt x="559" y="2792"/>
                  </a:lnTo>
                  <a:cubicBezTo>
                    <a:pt x="559" y="1559"/>
                    <a:pt x="1559" y="558"/>
                    <a:pt x="2816" y="558"/>
                  </a:cubicBezTo>
                  <a:lnTo>
                    <a:pt x="281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119"/>
            <p:cNvSpPr/>
            <p:nvPr/>
          </p:nvSpPr>
          <p:spPr>
            <a:xfrm>
              <a:off x="1044000" y="2693700"/>
              <a:ext cx="98325" cy="97725"/>
            </a:xfrm>
            <a:custGeom>
              <a:avLst/>
              <a:gdLst/>
              <a:ahLst/>
              <a:cxnLst/>
              <a:rect l="l" t="t" r="r" b="b"/>
              <a:pathLst>
                <a:path w="3933" h="3909" extrusionOk="0">
                  <a:moveTo>
                    <a:pt x="3933" y="0"/>
                  </a:moveTo>
                  <a:cubicBezTo>
                    <a:pt x="1769" y="0"/>
                    <a:pt x="1" y="1745"/>
                    <a:pt x="1" y="3908"/>
                  </a:cubicBezTo>
                  <a:lnTo>
                    <a:pt x="559" y="3908"/>
                  </a:lnTo>
                  <a:cubicBezTo>
                    <a:pt x="583" y="2071"/>
                    <a:pt x="2071" y="582"/>
                    <a:pt x="3933" y="582"/>
                  </a:cubicBezTo>
                  <a:lnTo>
                    <a:pt x="393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119"/>
            <p:cNvSpPr/>
            <p:nvPr/>
          </p:nvSpPr>
          <p:spPr>
            <a:xfrm>
              <a:off x="1004475" y="2801875"/>
              <a:ext cx="478075" cy="307675"/>
            </a:xfrm>
            <a:custGeom>
              <a:avLst/>
              <a:gdLst/>
              <a:ahLst/>
              <a:cxnLst/>
              <a:rect l="l" t="t" r="r" b="b"/>
              <a:pathLst>
                <a:path w="19123" h="12307" extrusionOk="0">
                  <a:moveTo>
                    <a:pt x="12679" y="559"/>
                  </a:moveTo>
                  <a:lnTo>
                    <a:pt x="13098" y="2257"/>
                  </a:lnTo>
                  <a:lnTo>
                    <a:pt x="6002" y="2257"/>
                  </a:lnTo>
                  <a:lnTo>
                    <a:pt x="6421" y="559"/>
                  </a:lnTo>
                  <a:close/>
                  <a:moveTo>
                    <a:pt x="3001" y="11190"/>
                  </a:moveTo>
                  <a:lnTo>
                    <a:pt x="2861" y="11748"/>
                  </a:lnTo>
                  <a:lnTo>
                    <a:pt x="2233" y="11748"/>
                  </a:lnTo>
                  <a:lnTo>
                    <a:pt x="2233" y="11190"/>
                  </a:lnTo>
                  <a:close/>
                  <a:moveTo>
                    <a:pt x="16866" y="11190"/>
                  </a:moveTo>
                  <a:lnTo>
                    <a:pt x="16843" y="11748"/>
                  </a:lnTo>
                  <a:lnTo>
                    <a:pt x="16238" y="11748"/>
                  </a:lnTo>
                  <a:lnTo>
                    <a:pt x="16099" y="11190"/>
                  </a:lnTo>
                  <a:close/>
                  <a:moveTo>
                    <a:pt x="5979" y="0"/>
                  </a:moveTo>
                  <a:lnTo>
                    <a:pt x="5420" y="2257"/>
                  </a:lnTo>
                  <a:lnTo>
                    <a:pt x="1396" y="2257"/>
                  </a:lnTo>
                  <a:cubicBezTo>
                    <a:pt x="628" y="2257"/>
                    <a:pt x="0" y="2862"/>
                    <a:pt x="0" y="3653"/>
                  </a:cubicBezTo>
                  <a:lnTo>
                    <a:pt x="0" y="5048"/>
                  </a:lnTo>
                  <a:lnTo>
                    <a:pt x="558" y="5048"/>
                  </a:lnTo>
                  <a:lnTo>
                    <a:pt x="558" y="3653"/>
                  </a:lnTo>
                  <a:cubicBezTo>
                    <a:pt x="558" y="3187"/>
                    <a:pt x="931" y="2815"/>
                    <a:pt x="1396" y="2815"/>
                  </a:cubicBezTo>
                  <a:lnTo>
                    <a:pt x="17681" y="2815"/>
                  </a:lnTo>
                  <a:cubicBezTo>
                    <a:pt x="18146" y="2815"/>
                    <a:pt x="18518" y="3187"/>
                    <a:pt x="18518" y="3653"/>
                  </a:cubicBezTo>
                  <a:lnTo>
                    <a:pt x="18518" y="9794"/>
                  </a:lnTo>
                  <a:cubicBezTo>
                    <a:pt x="18518" y="10260"/>
                    <a:pt x="18146" y="10632"/>
                    <a:pt x="17681" y="10632"/>
                  </a:cubicBezTo>
                  <a:lnTo>
                    <a:pt x="1396" y="10632"/>
                  </a:lnTo>
                  <a:cubicBezTo>
                    <a:pt x="931" y="10632"/>
                    <a:pt x="558" y="10260"/>
                    <a:pt x="558" y="9794"/>
                  </a:cubicBezTo>
                  <a:lnTo>
                    <a:pt x="558" y="5607"/>
                  </a:lnTo>
                  <a:lnTo>
                    <a:pt x="0" y="5607"/>
                  </a:lnTo>
                  <a:lnTo>
                    <a:pt x="0" y="9794"/>
                  </a:lnTo>
                  <a:cubicBezTo>
                    <a:pt x="0" y="10562"/>
                    <a:pt x="628" y="11190"/>
                    <a:pt x="1396" y="11190"/>
                  </a:cubicBezTo>
                  <a:lnTo>
                    <a:pt x="1698" y="11190"/>
                  </a:lnTo>
                  <a:lnTo>
                    <a:pt x="1698" y="12307"/>
                  </a:lnTo>
                  <a:lnTo>
                    <a:pt x="3303" y="12307"/>
                  </a:lnTo>
                  <a:lnTo>
                    <a:pt x="3583" y="11190"/>
                  </a:lnTo>
                  <a:lnTo>
                    <a:pt x="15517" y="11190"/>
                  </a:lnTo>
                  <a:lnTo>
                    <a:pt x="15819" y="12307"/>
                  </a:lnTo>
                  <a:lnTo>
                    <a:pt x="17425" y="12307"/>
                  </a:lnTo>
                  <a:lnTo>
                    <a:pt x="17425" y="11190"/>
                  </a:lnTo>
                  <a:lnTo>
                    <a:pt x="17727" y="11190"/>
                  </a:lnTo>
                  <a:cubicBezTo>
                    <a:pt x="18495" y="11190"/>
                    <a:pt x="19123" y="10562"/>
                    <a:pt x="19123" y="9794"/>
                  </a:cubicBezTo>
                  <a:lnTo>
                    <a:pt x="19123" y="3653"/>
                  </a:lnTo>
                  <a:cubicBezTo>
                    <a:pt x="19123" y="2862"/>
                    <a:pt x="18495" y="2257"/>
                    <a:pt x="17727" y="2257"/>
                  </a:cubicBezTo>
                  <a:lnTo>
                    <a:pt x="13679" y="2257"/>
                  </a:lnTo>
                  <a:lnTo>
                    <a:pt x="1312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8" name="Google Shape;6018;p119"/>
          <p:cNvGrpSpPr/>
          <p:nvPr/>
        </p:nvGrpSpPr>
        <p:grpSpPr>
          <a:xfrm>
            <a:off x="1004475" y="1946350"/>
            <a:ext cx="477500" cy="476925"/>
            <a:chOff x="1004475" y="1946350"/>
            <a:chExt cx="477500" cy="476925"/>
          </a:xfrm>
        </p:grpSpPr>
        <p:sp>
          <p:nvSpPr>
            <p:cNvPr id="6019" name="Google Shape;6019;p119"/>
            <p:cNvSpPr/>
            <p:nvPr/>
          </p:nvSpPr>
          <p:spPr>
            <a:xfrm>
              <a:off x="1025400" y="2241200"/>
              <a:ext cx="435650" cy="175675"/>
            </a:xfrm>
            <a:custGeom>
              <a:avLst/>
              <a:gdLst/>
              <a:ahLst/>
              <a:cxnLst/>
              <a:rect l="l" t="t" r="r" b="b"/>
              <a:pathLst>
                <a:path w="17426" h="7027" extrusionOk="0">
                  <a:moveTo>
                    <a:pt x="0" y="7027"/>
                  </a:moveTo>
                  <a:lnTo>
                    <a:pt x="3350" y="7027"/>
                  </a:lnTo>
                  <a:lnTo>
                    <a:pt x="3350" y="5887"/>
                  </a:lnTo>
                  <a:lnTo>
                    <a:pt x="3909" y="5887"/>
                  </a:lnTo>
                  <a:lnTo>
                    <a:pt x="3909" y="1"/>
                  </a:lnTo>
                  <a:lnTo>
                    <a:pt x="0" y="1"/>
                  </a:lnTo>
                  <a:close/>
                  <a:moveTo>
                    <a:pt x="17425" y="7027"/>
                  </a:moveTo>
                  <a:lnTo>
                    <a:pt x="14052" y="7027"/>
                  </a:lnTo>
                  <a:lnTo>
                    <a:pt x="14052" y="5887"/>
                  </a:lnTo>
                  <a:lnTo>
                    <a:pt x="13494" y="5887"/>
                  </a:lnTo>
                  <a:lnTo>
                    <a:pt x="13494" y="1"/>
                  </a:lnTo>
                  <a:lnTo>
                    <a:pt x="17425" y="1"/>
                  </a:lnTo>
                  <a:close/>
                  <a:moveTo>
                    <a:pt x="15192" y="5887"/>
                  </a:moveTo>
                  <a:lnTo>
                    <a:pt x="16308" y="5887"/>
                  </a:lnTo>
                  <a:lnTo>
                    <a:pt x="16308" y="2258"/>
                  </a:lnTo>
                  <a:lnTo>
                    <a:pt x="15192" y="2258"/>
                  </a:lnTo>
                  <a:close/>
                  <a:moveTo>
                    <a:pt x="2234" y="5887"/>
                  </a:moveTo>
                  <a:lnTo>
                    <a:pt x="1117" y="5887"/>
                  </a:lnTo>
                  <a:lnTo>
                    <a:pt x="1117" y="2258"/>
                  </a:lnTo>
                  <a:lnTo>
                    <a:pt x="2234" y="2258"/>
                  </a:lnTo>
                  <a:close/>
                  <a:moveTo>
                    <a:pt x="2234" y="5887"/>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119"/>
            <p:cNvSpPr/>
            <p:nvPr/>
          </p:nvSpPr>
          <p:spPr>
            <a:xfrm>
              <a:off x="1053325" y="2297625"/>
              <a:ext cx="379800" cy="90750"/>
            </a:xfrm>
            <a:custGeom>
              <a:avLst/>
              <a:gdLst/>
              <a:ahLst/>
              <a:cxnLst/>
              <a:rect l="l" t="t" r="r" b="b"/>
              <a:pathLst>
                <a:path w="15192" h="3630" extrusionOk="0">
                  <a:moveTo>
                    <a:pt x="0" y="3630"/>
                  </a:moveTo>
                  <a:lnTo>
                    <a:pt x="1117" y="3630"/>
                  </a:lnTo>
                  <a:lnTo>
                    <a:pt x="1117" y="1"/>
                  </a:lnTo>
                  <a:lnTo>
                    <a:pt x="0" y="1"/>
                  </a:lnTo>
                  <a:close/>
                  <a:moveTo>
                    <a:pt x="14075" y="3630"/>
                  </a:moveTo>
                  <a:lnTo>
                    <a:pt x="15191" y="3630"/>
                  </a:lnTo>
                  <a:lnTo>
                    <a:pt x="15191" y="1"/>
                  </a:lnTo>
                  <a:lnTo>
                    <a:pt x="14075" y="1"/>
                  </a:lnTo>
                  <a:close/>
                  <a:moveTo>
                    <a:pt x="14075" y="3630"/>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119"/>
            <p:cNvSpPr/>
            <p:nvPr/>
          </p:nvSpPr>
          <p:spPr>
            <a:xfrm>
              <a:off x="1011450" y="2213875"/>
              <a:ext cx="463550" cy="27950"/>
            </a:xfrm>
            <a:custGeom>
              <a:avLst/>
              <a:gdLst/>
              <a:ahLst/>
              <a:cxnLst/>
              <a:rect l="l" t="t" r="r" b="b"/>
              <a:pathLst>
                <a:path w="18542" h="1118" extrusionOk="0">
                  <a:moveTo>
                    <a:pt x="4467" y="1117"/>
                  </a:moveTo>
                  <a:lnTo>
                    <a:pt x="4467" y="1"/>
                  </a:lnTo>
                  <a:lnTo>
                    <a:pt x="0" y="1"/>
                  </a:lnTo>
                  <a:lnTo>
                    <a:pt x="0" y="1117"/>
                  </a:lnTo>
                  <a:close/>
                  <a:moveTo>
                    <a:pt x="14075" y="1117"/>
                  </a:moveTo>
                  <a:lnTo>
                    <a:pt x="14075" y="1"/>
                  </a:lnTo>
                  <a:lnTo>
                    <a:pt x="18541" y="1"/>
                  </a:lnTo>
                  <a:lnTo>
                    <a:pt x="18541" y="1117"/>
                  </a:lnTo>
                  <a:close/>
                  <a:moveTo>
                    <a:pt x="14075" y="1117"/>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119"/>
            <p:cNvSpPr/>
            <p:nvPr/>
          </p:nvSpPr>
          <p:spPr>
            <a:xfrm>
              <a:off x="1102175" y="2087675"/>
              <a:ext cx="281525" cy="28525"/>
            </a:xfrm>
            <a:custGeom>
              <a:avLst/>
              <a:gdLst/>
              <a:ahLst/>
              <a:cxnLst/>
              <a:rect l="l" t="t" r="r" b="b"/>
              <a:pathLst>
                <a:path w="11261" h="1141" extrusionOk="0">
                  <a:moveTo>
                    <a:pt x="0" y="0"/>
                  </a:moveTo>
                  <a:lnTo>
                    <a:pt x="0" y="1140"/>
                  </a:lnTo>
                  <a:lnTo>
                    <a:pt x="11260" y="1140"/>
                  </a:lnTo>
                  <a:lnTo>
                    <a:pt x="1126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119"/>
            <p:cNvSpPr/>
            <p:nvPr/>
          </p:nvSpPr>
          <p:spPr>
            <a:xfrm>
              <a:off x="1102175" y="2010900"/>
              <a:ext cx="282100" cy="76800"/>
            </a:xfrm>
            <a:custGeom>
              <a:avLst/>
              <a:gdLst/>
              <a:ahLst/>
              <a:cxnLst/>
              <a:rect l="l" t="t" r="r" b="b"/>
              <a:pathLst>
                <a:path w="11284" h="3072" extrusionOk="0">
                  <a:moveTo>
                    <a:pt x="0" y="3071"/>
                  </a:moveTo>
                  <a:lnTo>
                    <a:pt x="11283" y="3071"/>
                  </a:lnTo>
                  <a:lnTo>
                    <a:pt x="5630" y="0"/>
                  </a:lnTo>
                  <a:close/>
                  <a:moveTo>
                    <a:pt x="0" y="3071"/>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119"/>
            <p:cNvSpPr/>
            <p:nvPr/>
          </p:nvSpPr>
          <p:spPr>
            <a:xfrm>
              <a:off x="1242925" y="1953325"/>
              <a:ext cx="56425" cy="27950"/>
            </a:xfrm>
            <a:custGeom>
              <a:avLst/>
              <a:gdLst/>
              <a:ahLst/>
              <a:cxnLst/>
              <a:rect l="l" t="t" r="r" b="b"/>
              <a:pathLst>
                <a:path w="2257" h="1118" extrusionOk="0">
                  <a:moveTo>
                    <a:pt x="0" y="0"/>
                  </a:moveTo>
                  <a:lnTo>
                    <a:pt x="0" y="1117"/>
                  </a:lnTo>
                  <a:lnTo>
                    <a:pt x="2257" y="1117"/>
                  </a:lnTo>
                  <a:lnTo>
                    <a:pt x="225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119"/>
            <p:cNvSpPr/>
            <p:nvPr/>
          </p:nvSpPr>
          <p:spPr>
            <a:xfrm>
              <a:off x="1171950" y="2241800"/>
              <a:ext cx="141950" cy="27925"/>
            </a:xfrm>
            <a:custGeom>
              <a:avLst/>
              <a:gdLst/>
              <a:ahLst/>
              <a:cxnLst/>
              <a:rect l="l" t="t" r="r" b="b"/>
              <a:pathLst>
                <a:path w="5678" h="1117" extrusionOk="0">
                  <a:moveTo>
                    <a:pt x="1" y="0"/>
                  </a:moveTo>
                  <a:lnTo>
                    <a:pt x="1" y="1117"/>
                  </a:lnTo>
                  <a:lnTo>
                    <a:pt x="5677" y="1117"/>
                  </a:lnTo>
                  <a:lnTo>
                    <a:pt x="5677" y="0"/>
                  </a:lnTo>
                  <a:close/>
                </a:path>
              </a:pathLst>
            </a:custGeom>
            <a:solidFill>
              <a:srgbClr val="F0D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119"/>
            <p:cNvSpPr/>
            <p:nvPr/>
          </p:nvSpPr>
          <p:spPr>
            <a:xfrm>
              <a:off x="1186500" y="2269700"/>
              <a:ext cx="113450" cy="90750"/>
            </a:xfrm>
            <a:custGeom>
              <a:avLst/>
              <a:gdLst/>
              <a:ahLst/>
              <a:cxnLst/>
              <a:rect l="l" t="t" r="r" b="b"/>
              <a:pathLst>
                <a:path w="4538" h="3630" extrusionOk="0">
                  <a:moveTo>
                    <a:pt x="1" y="1"/>
                  </a:moveTo>
                  <a:lnTo>
                    <a:pt x="1" y="3630"/>
                  </a:lnTo>
                  <a:lnTo>
                    <a:pt x="4537" y="3630"/>
                  </a:lnTo>
                  <a:lnTo>
                    <a:pt x="453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119"/>
            <p:cNvSpPr/>
            <p:nvPr/>
          </p:nvSpPr>
          <p:spPr>
            <a:xfrm>
              <a:off x="1109150" y="2360450"/>
              <a:ext cx="267550" cy="56425"/>
            </a:xfrm>
            <a:custGeom>
              <a:avLst/>
              <a:gdLst/>
              <a:ahLst/>
              <a:cxnLst/>
              <a:rect l="l" t="t" r="r" b="b"/>
              <a:pathLst>
                <a:path w="10702" h="2257" extrusionOk="0">
                  <a:moveTo>
                    <a:pt x="0" y="2257"/>
                  </a:moveTo>
                  <a:lnTo>
                    <a:pt x="10702" y="2257"/>
                  </a:lnTo>
                  <a:lnTo>
                    <a:pt x="10702" y="1117"/>
                  </a:lnTo>
                  <a:lnTo>
                    <a:pt x="9027" y="1117"/>
                  </a:lnTo>
                  <a:lnTo>
                    <a:pt x="9027" y="0"/>
                  </a:lnTo>
                  <a:lnTo>
                    <a:pt x="1699" y="0"/>
                  </a:lnTo>
                  <a:lnTo>
                    <a:pt x="1699" y="1117"/>
                  </a:lnTo>
                  <a:lnTo>
                    <a:pt x="0" y="1117"/>
                  </a:lnTo>
                  <a:close/>
                  <a:moveTo>
                    <a:pt x="0" y="2257"/>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119"/>
            <p:cNvSpPr/>
            <p:nvPr/>
          </p:nvSpPr>
          <p:spPr>
            <a:xfrm>
              <a:off x="1123100" y="2116175"/>
              <a:ext cx="240225" cy="272200"/>
            </a:xfrm>
            <a:custGeom>
              <a:avLst/>
              <a:gdLst/>
              <a:ahLst/>
              <a:cxnLst/>
              <a:rect l="l" t="t" r="r" b="b"/>
              <a:pathLst>
                <a:path w="9609" h="10888" extrusionOk="0">
                  <a:moveTo>
                    <a:pt x="1141" y="9771"/>
                  </a:moveTo>
                  <a:lnTo>
                    <a:pt x="2537" y="9771"/>
                  </a:lnTo>
                  <a:lnTo>
                    <a:pt x="2537" y="6142"/>
                  </a:lnTo>
                  <a:lnTo>
                    <a:pt x="1978" y="6142"/>
                  </a:lnTo>
                  <a:lnTo>
                    <a:pt x="1978" y="5025"/>
                  </a:lnTo>
                  <a:lnTo>
                    <a:pt x="7655" y="5025"/>
                  </a:lnTo>
                  <a:lnTo>
                    <a:pt x="7655" y="6142"/>
                  </a:lnTo>
                  <a:lnTo>
                    <a:pt x="7096" y="6142"/>
                  </a:lnTo>
                  <a:lnTo>
                    <a:pt x="7096" y="9771"/>
                  </a:lnTo>
                  <a:lnTo>
                    <a:pt x="8492" y="9771"/>
                  </a:lnTo>
                  <a:lnTo>
                    <a:pt x="8492" y="10888"/>
                  </a:lnTo>
                  <a:lnTo>
                    <a:pt x="9609" y="10888"/>
                  </a:lnTo>
                  <a:lnTo>
                    <a:pt x="9609" y="0"/>
                  </a:lnTo>
                  <a:lnTo>
                    <a:pt x="1" y="0"/>
                  </a:lnTo>
                  <a:lnTo>
                    <a:pt x="1" y="10888"/>
                  </a:lnTo>
                  <a:lnTo>
                    <a:pt x="1141" y="10888"/>
                  </a:lnTo>
                  <a:close/>
                  <a:moveTo>
                    <a:pt x="1141" y="9771"/>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119"/>
            <p:cNvSpPr/>
            <p:nvPr/>
          </p:nvSpPr>
          <p:spPr>
            <a:xfrm>
              <a:off x="1242925" y="1953325"/>
              <a:ext cx="21525" cy="27950"/>
            </a:xfrm>
            <a:custGeom>
              <a:avLst/>
              <a:gdLst/>
              <a:ahLst/>
              <a:cxnLst/>
              <a:rect l="l" t="t" r="r" b="b"/>
              <a:pathLst>
                <a:path w="861" h="1118" extrusionOk="0">
                  <a:moveTo>
                    <a:pt x="0" y="0"/>
                  </a:moveTo>
                  <a:lnTo>
                    <a:pt x="0" y="1117"/>
                  </a:lnTo>
                  <a:lnTo>
                    <a:pt x="861" y="1117"/>
                  </a:lnTo>
                  <a:lnTo>
                    <a:pt x="86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119"/>
            <p:cNvSpPr/>
            <p:nvPr/>
          </p:nvSpPr>
          <p:spPr>
            <a:xfrm>
              <a:off x="1025400" y="2241800"/>
              <a:ext cx="365275" cy="175075"/>
            </a:xfrm>
            <a:custGeom>
              <a:avLst/>
              <a:gdLst/>
              <a:ahLst/>
              <a:cxnLst/>
              <a:rect l="l" t="t" r="r" b="b"/>
              <a:pathLst>
                <a:path w="14611" h="7003" extrusionOk="0">
                  <a:moveTo>
                    <a:pt x="0" y="7003"/>
                  </a:moveTo>
                  <a:lnTo>
                    <a:pt x="559" y="7003"/>
                  </a:lnTo>
                  <a:lnTo>
                    <a:pt x="559" y="23"/>
                  </a:lnTo>
                  <a:lnTo>
                    <a:pt x="0" y="23"/>
                  </a:lnTo>
                  <a:close/>
                  <a:moveTo>
                    <a:pt x="14052" y="5863"/>
                  </a:moveTo>
                  <a:lnTo>
                    <a:pt x="14052" y="6979"/>
                  </a:lnTo>
                  <a:lnTo>
                    <a:pt x="14610" y="6979"/>
                  </a:lnTo>
                  <a:lnTo>
                    <a:pt x="14610" y="5583"/>
                  </a:lnTo>
                  <a:lnTo>
                    <a:pt x="14052" y="5583"/>
                  </a:lnTo>
                  <a:lnTo>
                    <a:pt x="14052" y="0"/>
                  </a:lnTo>
                  <a:lnTo>
                    <a:pt x="13494" y="0"/>
                  </a:lnTo>
                  <a:lnTo>
                    <a:pt x="13494" y="5863"/>
                  </a:lnTo>
                  <a:close/>
                  <a:moveTo>
                    <a:pt x="14052" y="5863"/>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119"/>
            <p:cNvSpPr/>
            <p:nvPr/>
          </p:nvSpPr>
          <p:spPr>
            <a:xfrm>
              <a:off x="1011450" y="2213875"/>
              <a:ext cx="365250" cy="27950"/>
            </a:xfrm>
            <a:custGeom>
              <a:avLst/>
              <a:gdLst/>
              <a:ahLst/>
              <a:cxnLst/>
              <a:rect l="l" t="t" r="r" b="b"/>
              <a:pathLst>
                <a:path w="14610" h="1118" extrusionOk="0">
                  <a:moveTo>
                    <a:pt x="558" y="1"/>
                  </a:moveTo>
                  <a:lnTo>
                    <a:pt x="0" y="1"/>
                  </a:lnTo>
                  <a:lnTo>
                    <a:pt x="0" y="1117"/>
                  </a:lnTo>
                  <a:lnTo>
                    <a:pt x="558" y="1117"/>
                  </a:lnTo>
                  <a:close/>
                  <a:moveTo>
                    <a:pt x="14052" y="1117"/>
                  </a:moveTo>
                  <a:lnTo>
                    <a:pt x="14052" y="1"/>
                  </a:lnTo>
                  <a:lnTo>
                    <a:pt x="14610" y="1"/>
                  </a:lnTo>
                  <a:lnTo>
                    <a:pt x="14610" y="1117"/>
                  </a:lnTo>
                  <a:close/>
                  <a:moveTo>
                    <a:pt x="14052" y="1117"/>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119"/>
            <p:cNvSpPr/>
            <p:nvPr/>
          </p:nvSpPr>
          <p:spPr>
            <a:xfrm>
              <a:off x="1102175" y="2087675"/>
              <a:ext cx="21550" cy="28525"/>
            </a:xfrm>
            <a:custGeom>
              <a:avLst/>
              <a:gdLst/>
              <a:ahLst/>
              <a:cxnLst/>
              <a:rect l="l" t="t" r="r" b="b"/>
              <a:pathLst>
                <a:path w="862" h="1141" extrusionOk="0">
                  <a:moveTo>
                    <a:pt x="0" y="0"/>
                  </a:moveTo>
                  <a:lnTo>
                    <a:pt x="0" y="1140"/>
                  </a:lnTo>
                  <a:lnTo>
                    <a:pt x="861" y="1140"/>
                  </a:lnTo>
                  <a:lnTo>
                    <a:pt x="86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119"/>
            <p:cNvSpPr/>
            <p:nvPr/>
          </p:nvSpPr>
          <p:spPr>
            <a:xfrm>
              <a:off x="1102175" y="2010900"/>
              <a:ext cx="154725" cy="76800"/>
            </a:xfrm>
            <a:custGeom>
              <a:avLst/>
              <a:gdLst/>
              <a:ahLst/>
              <a:cxnLst/>
              <a:rect l="l" t="t" r="r" b="b"/>
              <a:pathLst>
                <a:path w="6189" h="3072" extrusionOk="0">
                  <a:moveTo>
                    <a:pt x="0" y="3071"/>
                  </a:moveTo>
                  <a:lnTo>
                    <a:pt x="1117" y="3071"/>
                  </a:lnTo>
                  <a:lnTo>
                    <a:pt x="6189" y="303"/>
                  </a:lnTo>
                  <a:lnTo>
                    <a:pt x="5630" y="0"/>
                  </a:lnTo>
                  <a:close/>
                  <a:moveTo>
                    <a:pt x="0" y="3071"/>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119"/>
            <p:cNvSpPr/>
            <p:nvPr/>
          </p:nvSpPr>
          <p:spPr>
            <a:xfrm>
              <a:off x="1123100" y="2115575"/>
              <a:ext cx="21550" cy="272800"/>
            </a:xfrm>
            <a:custGeom>
              <a:avLst/>
              <a:gdLst/>
              <a:ahLst/>
              <a:cxnLst/>
              <a:rect l="l" t="t" r="r" b="b"/>
              <a:pathLst>
                <a:path w="862" h="10912" extrusionOk="0">
                  <a:moveTo>
                    <a:pt x="1" y="1"/>
                  </a:moveTo>
                  <a:lnTo>
                    <a:pt x="1" y="10912"/>
                  </a:lnTo>
                  <a:lnTo>
                    <a:pt x="862" y="10912"/>
                  </a:lnTo>
                  <a:lnTo>
                    <a:pt x="86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119"/>
            <p:cNvSpPr/>
            <p:nvPr/>
          </p:nvSpPr>
          <p:spPr>
            <a:xfrm>
              <a:off x="1109150" y="2360450"/>
              <a:ext cx="63425" cy="56425"/>
            </a:xfrm>
            <a:custGeom>
              <a:avLst/>
              <a:gdLst/>
              <a:ahLst/>
              <a:cxnLst/>
              <a:rect l="l" t="t" r="r" b="b"/>
              <a:pathLst>
                <a:path w="2537" h="2257" extrusionOk="0">
                  <a:moveTo>
                    <a:pt x="0" y="2257"/>
                  </a:moveTo>
                  <a:lnTo>
                    <a:pt x="861" y="2257"/>
                  </a:lnTo>
                  <a:lnTo>
                    <a:pt x="861" y="1117"/>
                  </a:lnTo>
                  <a:lnTo>
                    <a:pt x="0" y="1117"/>
                  </a:lnTo>
                  <a:close/>
                  <a:moveTo>
                    <a:pt x="1699" y="1117"/>
                  </a:moveTo>
                  <a:lnTo>
                    <a:pt x="2536" y="1117"/>
                  </a:lnTo>
                  <a:lnTo>
                    <a:pt x="2536" y="0"/>
                  </a:lnTo>
                  <a:lnTo>
                    <a:pt x="1699" y="0"/>
                  </a:lnTo>
                  <a:close/>
                  <a:moveTo>
                    <a:pt x="1699" y="1117"/>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119"/>
            <p:cNvSpPr/>
            <p:nvPr/>
          </p:nvSpPr>
          <p:spPr>
            <a:xfrm>
              <a:off x="1171950" y="2241800"/>
              <a:ext cx="21550" cy="27925"/>
            </a:xfrm>
            <a:custGeom>
              <a:avLst/>
              <a:gdLst/>
              <a:ahLst/>
              <a:cxnLst/>
              <a:rect l="l" t="t" r="r" b="b"/>
              <a:pathLst>
                <a:path w="862" h="1117" extrusionOk="0">
                  <a:moveTo>
                    <a:pt x="1" y="0"/>
                  </a:moveTo>
                  <a:lnTo>
                    <a:pt x="1" y="1117"/>
                  </a:lnTo>
                  <a:lnTo>
                    <a:pt x="862" y="1117"/>
                  </a:lnTo>
                  <a:lnTo>
                    <a:pt x="86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119"/>
            <p:cNvSpPr/>
            <p:nvPr/>
          </p:nvSpPr>
          <p:spPr>
            <a:xfrm>
              <a:off x="1186500" y="2269700"/>
              <a:ext cx="70400" cy="90750"/>
            </a:xfrm>
            <a:custGeom>
              <a:avLst/>
              <a:gdLst/>
              <a:ahLst/>
              <a:cxnLst/>
              <a:rect l="l" t="t" r="r" b="b"/>
              <a:pathLst>
                <a:path w="2816" h="3630" extrusionOk="0">
                  <a:moveTo>
                    <a:pt x="1" y="3630"/>
                  </a:moveTo>
                  <a:lnTo>
                    <a:pt x="559" y="3630"/>
                  </a:lnTo>
                  <a:lnTo>
                    <a:pt x="559" y="1"/>
                  </a:lnTo>
                  <a:lnTo>
                    <a:pt x="1" y="1"/>
                  </a:lnTo>
                  <a:close/>
                  <a:moveTo>
                    <a:pt x="2257" y="3630"/>
                  </a:moveTo>
                  <a:lnTo>
                    <a:pt x="2816" y="3630"/>
                  </a:lnTo>
                  <a:lnTo>
                    <a:pt x="2816" y="1"/>
                  </a:lnTo>
                  <a:lnTo>
                    <a:pt x="2257" y="1"/>
                  </a:lnTo>
                  <a:close/>
                  <a:moveTo>
                    <a:pt x="2257" y="3630"/>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119"/>
            <p:cNvSpPr/>
            <p:nvPr/>
          </p:nvSpPr>
          <p:spPr>
            <a:xfrm>
              <a:off x="1272000" y="2137100"/>
              <a:ext cx="69825" cy="14000"/>
            </a:xfrm>
            <a:custGeom>
              <a:avLst/>
              <a:gdLst/>
              <a:ahLst/>
              <a:cxnLst/>
              <a:rect l="l" t="t" r="r" b="b"/>
              <a:pathLst>
                <a:path w="2793" h="560" extrusionOk="0">
                  <a:moveTo>
                    <a:pt x="0" y="1"/>
                  </a:moveTo>
                  <a:lnTo>
                    <a:pt x="0" y="559"/>
                  </a:lnTo>
                  <a:lnTo>
                    <a:pt x="1675" y="559"/>
                  </a:lnTo>
                  <a:lnTo>
                    <a:pt x="1675" y="1"/>
                  </a:lnTo>
                  <a:close/>
                  <a:moveTo>
                    <a:pt x="2234" y="1"/>
                  </a:moveTo>
                  <a:lnTo>
                    <a:pt x="2234" y="559"/>
                  </a:lnTo>
                  <a:lnTo>
                    <a:pt x="2792" y="559"/>
                  </a:lnTo>
                  <a:lnTo>
                    <a:pt x="279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119"/>
            <p:cNvSpPr/>
            <p:nvPr/>
          </p:nvSpPr>
          <p:spPr>
            <a:xfrm>
              <a:off x="1397625" y="2290650"/>
              <a:ext cx="42475" cy="104700"/>
            </a:xfrm>
            <a:custGeom>
              <a:avLst/>
              <a:gdLst/>
              <a:ahLst/>
              <a:cxnLst/>
              <a:rect l="l" t="t" r="r" b="b"/>
              <a:pathLst>
                <a:path w="1699" h="4188" extrusionOk="0">
                  <a:moveTo>
                    <a:pt x="1117" y="559"/>
                  </a:moveTo>
                  <a:lnTo>
                    <a:pt x="1117" y="1815"/>
                  </a:lnTo>
                  <a:lnTo>
                    <a:pt x="582" y="1815"/>
                  </a:lnTo>
                  <a:lnTo>
                    <a:pt x="582" y="559"/>
                  </a:lnTo>
                  <a:close/>
                  <a:moveTo>
                    <a:pt x="1117" y="2373"/>
                  </a:moveTo>
                  <a:lnTo>
                    <a:pt x="1117" y="3629"/>
                  </a:lnTo>
                  <a:lnTo>
                    <a:pt x="582" y="3629"/>
                  </a:lnTo>
                  <a:lnTo>
                    <a:pt x="582" y="2373"/>
                  </a:lnTo>
                  <a:close/>
                  <a:moveTo>
                    <a:pt x="0" y="0"/>
                  </a:moveTo>
                  <a:lnTo>
                    <a:pt x="0" y="4188"/>
                  </a:lnTo>
                  <a:lnTo>
                    <a:pt x="1699" y="4188"/>
                  </a:lnTo>
                  <a:lnTo>
                    <a:pt x="169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119"/>
            <p:cNvSpPr/>
            <p:nvPr/>
          </p:nvSpPr>
          <p:spPr>
            <a:xfrm>
              <a:off x="1046325" y="2290650"/>
              <a:ext cx="41900" cy="104700"/>
            </a:xfrm>
            <a:custGeom>
              <a:avLst/>
              <a:gdLst/>
              <a:ahLst/>
              <a:cxnLst/>
              <a:rect l="l" t="t" r="r" b="b"/>
              <a:pathLst>
                <a:path w="1676" h="4188" extrusionOk="0">
                  <a:moveTo>
                    <a:pt x="1118" y="559"/>
                  </a:moveTo>
                  <a:lnTo>
                    <a:pt x="1118" y="1815"/>
                  </a:lnTo>
                  <a:lnTo>
                    <a:pt x="559" y="1815"/>
                  </a:lnTo>
                  <a:lnTo>
                    <a:pt x="559" y="559"/>
                  </a:lnTo>
                  <a:close/>
                  <a:moveTo>
                    <a:pt x="1118" y="2373"/>
                  </a:moveTo>
                  <a:lnTo>
                    <a:pt x="1118" y="3629"/>
                  </a:lnTo>
                  <a:lnTo>
                    <a:pt x="559" y="3629"/>
                  </a:lnTo>
                  <a:lnTo>
                    <a:pt x="559" y="2373"/>
                  </a:lnTo>
                  <a:close/>
                  <a:moveTo>
                    <a:pt x="1" y="0"/>
                  </a:moveTo>
                  <a:lnTo>
                    <a:pt x="1" y="4188"/>
                  </a:lnTo>
                  <a:lnTo>
                    <a:pt x="1676" y="4188"/>
                  </a:lnTo>
                  <a:lnTo>
                    <a:pt x="16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119"/>
            <p:cNvSpPr/>
            <p:nvPr/>
          </p:nvSpPr>
          <p:spPr>
            <a:xfrm>
              <a:off x="1004475" y="1946350"/>
              <a:ext cx="477500" cy="476925"/>
            </a:xfrm>
            <a:custGeom>
              <a:avLst/>
              <a:gdLst/>
              <a:ahLst/>
              <a:cxnLst/>
              <a:rect l="l" t="t" r="r" b="b"/>
              <a:pathLst>
                <a:path w="19100" h="19077" extrusionOk="0">
                  <a:moveTo>
                    <a:pt x="11516" y="559"/>
                  </a:moveTo>
                  <a:lnTo>
                    <a:pt x="11516" y="1094"/>
                  </a:lnTo>
                  <a:lnTo>
                    <a:pt x="9817" y="1094"/>
                  </a:lnTo>
                  <a:lnTo>
                    <a:pt x="9817" y="559"/>
                  </a:lnTo>
                  <a:close/>
                  <a:moveTo>
                    <a:pt x="9538" y="2908"/>
                  </a:moveTo>
                  <a:lnTo>
                    <a:pt x="14075" y="5374"/>
                  </a:lnTo>
                  <a:lnTo>
                    <a:pt x="5002" y="5374"/>
                  </a:lnTo>
                  <a:lnTo>
                    <a:pt x="9538" y="2908"/>
                  </a:lnTo>
                  <a:close/>
                  <a:moveTo>
                    <a:pt x="4467" y="10981"/>
                  </a:moveTo>
                  <a:lnTo>
                    <a:pt x="4467" y="11539"/>
                  </a:lnTo>
                  <a:lnTo>
                    <a:pt x="558" y="11539"/>
                  </a:lnTo>
                  <a:lnTo>
                    <a:pt x="558" y="10981"/>
                  </a:lnTo>
                  <a:close/>
                  <a:moveTo>
                    <a:pt x="18518" y="10981"/>
                  </a:moveTo>
                  <a:lnTo>
                    <a:pt x="18518" y="11539"/>
                  </a:lnTo>
                  <a:lnTo>
                    <a:pt x="14610" y="11539"/>
                  </a:lnTo>
                  <a:lnTo>
                    <a:pt x="14610" y="10981"/>
                  </a:lnTo>
                  <a:close/>
                  <a:moveTo>
                    <a:pt x="12097" y="12097"/>
                  </a:moveTo>
                  <a:lnTo>
                    <a:pt x="12097" y="12656"/>
                  </a:lnTo>
                  <a:lnTo>
                    <a:pt x="7002" y="12656"/>
                  </a:lnTo>
                  <a:lnTo>
                    <a:pt x="7002" y="12097"/>
                  </a:lnTo>
                  <a:close/>
                  <a:moveTo>
                    <a:pt x="9259" y="13214"/>
                  </a:moveTo>
                  <a:lnTo>
                    <a:pt x="9259" y="16285"/>
                  </a:lnTo>
                  <a:lnTo>
                    <a:pt x="7561" y="16285"/>
                  </a:lnTo>
                  <a:lnTo>
                    <a:pt x="7561" y="13214"/>
                  </a:lnTo>
                  <a:close/>
                  <a:moveTo>
                    <a:pt x="11539" y="13214"/>
                  </a:moveTo>
                  <a:lnTo>
                    <a:pt x="11539" y="16285"/>
                  </a:lnTo>
                  <a:lnTo>
                    <a:pt x="9841" y="16285"/>
                  </a:lnTo>
                  <a:lnTo>
                    <a:pt x="9841" y="13214"/>
                  </a:lnTo>
                  <a:close/>
                  <a:moveTo>
                    <a:pt x="14889" y="5956"/>
                  </a:moveTo>
                  <a:lnTo>
                    <a:pt x="14889" y="6514"/>
                  </a:lnTo>
                  <a:lnTo>
                    <a:pt x="9817" y="6514"/>
                  </a:lnTo>
                  <a:lnTo>
                    <a:pt x="9817" y="7072"/>
                  </a:lnTo>
                  <a:lnTo>
                    <a:pt x="14051" y="7072"/>
                  </a:lnTo>
                  <a:lnTo>
                    <a:pt x="14051" y="17401"/>
                  </a:lnTo>
                  <a:lnTo>
                    <a:pt x="13493" y="17401"/>
                  </a:lnTo>
                  <a:lnTo>
                    <a:pt x="13493" y="16285"/>
                  </a:lnTo>
                  <a:lnTo>
                    <a:pt x="12097" y="16285"/>
                  </a:lnTo>
                  <a:lnTo>
                    <a:pt x="12097" y="13214"/>
                  </a:lnTo>
                  <a:lnTo>
                    <a:pt x="12656" y="13214"/>
                  </a:lnTo>
                  <a:lnTo>
                    <a:pt x="12656" y="11539"/>
                  </a:lnTo>
                  <a:lnTo>
                    <a:pt x="6444" y="11539"/>
                  </a:lnTo>
                  <a:lnTo>
                    <a:pt x="6444" y="13214"/>
                  </a:lnTo>
                  <a:lnTo>
                    <a:pt x="7002" y="13214"/>
                  </a:lnTo>
                  <a:lnTo>
                    <a:pt x="7002" y="16285"/>
                  </a:lnTo>
                  <a:lnTo>
                    <a:pt x="5583" y="16285"/>
                  </a:lnTo>
                  <a:lnTo>
                    <a:pt x="5583" y="17401"/>
                  </a:lnTo>
                  <a:lnTo>
                    <a:pt x="5025" y="17401"/>
                  </a:lnTo>
                  <a:lnTo>
                    <a:pt x="5025" y="7072"/>
                  </a:lnTo>
                  <a:lnTo>
                    <a:pt x="9259" y="7072"/>
                  </a:lnTo>
                  <a:lnTo>
                    <a:pt x="9259" y="6514"/>
                  </a:lnTo>
                  <a:lnTo>
                    <a:pt x="4187" y="6514"/>
                  </a:lnTo>
                  <a:lnTo>
                    <a:pt x="4187" y="5956"/>
                  </a:lnTo>
                  <a:close/>
                  <a:moveTo>
                    <a:pt x="12935" y="16843"/>
                  </a:moveTo>
                  <a:lnTo>
                    <a:pt x="12935" y="17401"/>
                  </a:lnTo>
                  <a:lnTo>
                    <a:pt x="9817" y="17401"/>
                  </a:lnTo>
                  <a:lnTo>
                    <a:pt x="9817" y="17960"/>
                  </a:lnTo>
                  <a:lnTo>
                    <a:pt x="14610" y="17960"/>
                  </a:lnTo>
                  <a:lnTo>
                    <a:pt x="14610" y="18518"/>
                  </a:lnTo>
                  <a:lnTo>
                    <a:pt x="4490" y="18518"/>
                  </a:lnTo>
                  <a:lnTo>
                    <a:pt x="4490" y="17960"/>
                  </a:lnTo>
                  <a:lnTo>
                    <a:pt x="9282" y="17960"/>
                  </a:lnTo>
                  <a:lnTo>
                    <a:pt x="9282" y="17401"/>
                  </a:lnTo>
                  <a:lnTo>
                    <a:pt x="6165" y="17401"/>
                  </a:lnTo>
                  <a:lnTo>
                    <a:pt x="6165" y="16843"/>
                  </a:lnTo>
                  <a:close/>
                  <a:moveTo>
                    <a:pt x="9259" y="0"/>
                  </a:moveTo>
                  <a:lnTo>
                    <a:pt x="9259" y="2443"/>
                  </a:lnTo>
                  <a:lnTo>
                    <a:pt x="3629" y="5490"/>
                  </a:lnTo>
                  <a:lnTo>
                    <a:pt x="3629" y="7072"/>
                  </a:lnTo>
                  <a:lnTo>
                    <a:pt x="4467" y="7072"/>
                  </a:lnTo>
                  <a:lnTo>
                    <a:pt x="4467" y="10399"/>
                  </a:lnTo>
                  <a:lnTo>
                    <a:pt x="0" y="10399"/>
                  </a:lnTo>
                  <a:lnTo>
                    <a:pt x="0" y="12097"/>
                  </a:lnTo>
                  <a:lnTo>
                    <a:pt x="558" y="12097"/>
                  </a:lnTo>
                  <a:lnTo>
                    <a:pt x="558" y="17960"/>
                  </a:lnTo>
                  <a:lnTo>
                    <a:pt x="1117" y="17960"/>
                  </a:lnTo>
                  <a:lnTo>
                    <a:pt x="1117" y="12097"/>
                  </a:lnTo>
                  <a:lnTo>
                    <a:pt x="4467" y="12097"/>
                  </a:lnTo>
                  <a:lnTo>
                    <a:pt x="4467" y="17401"/>
                  </a:lnTo>
                  <a:lnTo>
                    <a:pt x="3908" y="17401"/>
                  </a:lnTo>
                  <a:lnTo>
                    <a:pt x="3908" y="18518"/>
                  </a:lnTo>
                  <a:lnTo>
                    <a:pt x="0" y="18518"/>
                  </a:lnTo>
                  <a:lnTo>
                    <a:pt x="0" y="19076"/>
                  </a:lnTo>
                  <a:lnTo>
                    <a:pt x="19100" y="19076"/>
                  </a:lnTo>
                  <a:lnTo>
                    <a:pt x="19100" y="18518"/>
                  </a:lnTo>
                  <a:lnTo>
                    <a:pt x="15191" y="18518"/>
                  </a:lnTo>
                  <a:lnTo>
                    <a:pt x="15191" y="17401"/>
                  </a:lnTo>
                  <a:lnTo>
                    <a:pt x="14610" y="17401"/>
                  </a:lnTo>
                  <a:lnTo>
                    <a:pt x="14610" y="12097"/>
                  </a:lnTo>
                  <a:lnTo>
                    <a:pt x="17960" y="12097"/>
                  </a:lnTo>
                  <a:lnTo>
                    <a:pt x="17960" y="17960"/>
                  </a:lnTo>
                  <a:lnTo>
                    <a:pt x="18541" y="17960"/>
                  </a:lnTo>
                  <a:lnTo>
                    <a:pt x="18541" y="12097"/>
                  </a:lnTo>
                  <a:lnTo>
                    <a:pt x="19100" y="12097"/>
                  </a:lnTo>
                  <a:lnTo>
                    <a:pt x="19100" y="10399"/>
                  </a:lnTo>
                  <a:lnTo>
                    <a:pt x="14610" y="10399"/>
                  </a:lnTo>
                  <a:lnTo>
                    <a:pt x="14610" y="7072"/>
                  </a:lnTo>
                  <a:lnTo>
                    <a:pt x="15447" y="7072"/>
                  </a:lnTo>
                  <a:lnTo>
                    <a:pt x="15447" y="5490"/>
                  </a:lnTo>
                  <a:lnTo>
                    <a:pt x="9817" y="2420"/>
                  </a:lnTo>
                  <a:lnTo>
                    <a:pt x="9817" y="1675"/>
                  </a:lnTo>
                  <a:lnTo>
                    <a:pt x="12051" y="1675"/>
                  </a:lnTo>
                  <a:lnTo>
                    <a:pt x="1205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119"/>
            <p:cNvSpPr/>
            <p:nvPr/>
          </p:nvSpPr>
          <p:spPr>
            <a:xfrm>
              <a:off x="1179525" y="2172000"/>
              <a:ext cx="56450" cy="13975"/>
            </a:xfrm>
            <a:custGeom>
              <a:avLst/>
              <a:gdLst/>
              <a:ahLst/>
              <a:cxnLst/>
              <a:rect l="l" t="t" r="r" b="b"/>
              <a:pathLst>
                <a:path w="2258" h="559" extrusionOk="0">
                  <a:moveTo>
                    <a:pt x="0" y="1"/>
                  </a:moveTo>
                  <a:lnTo>
                    <a:pt x="0" y="559"/>
                  </a:lnTo>
                  <a:lnTo>
                    <a:pt x="2257" y="559"/>
                  </a:lnTo>
                  <a:lnTo>
                    <a:pt x="225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119"/>
            <p:cNvSpPr/>
            <p:nvPr/>
          </p:nvSpPr>
          <p:spPr>
            <a:xfrm>
              <a:off x="1179525" y="2199925"/>
              <a:ext cx="56450" cy="13975"/>
            </a:xfrm>
            <a:custGeom>
              <a:avLst/>
              <a:gdLst/>
              <a:ahLst/>
              <a:cxnLst/>
              <a:rect l="l" t="t" r="r" b="b"/>
              <a:pathLst>
                <a:path w="2258" h="559" extrusionOk="0">
                  <a:moveTo>
                    <a:pt x="0" y="0"/>
                  </a:moveTo>
                  <a:lnTo>
                    <a:pt x="0" y="559"/>
                  </a:lnTo>
                  <a:lnTo>
                    <a:pt x="2257" y="559"/>
                  </a:lnTo>
                  <a:lnTo>
                    <a:pt x="225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119"/>
            <p:cNvSpPr/>
            <p:nvPr/>
          </p:nvSpPr>
          <p:spPr>
            <a:xfrm>
              <a:off x="1249900" y="2172000"/>
              <a:ext cx="57025" cy="13975"/>
            </a:xfrm>
            <a:custGeom>
              <a:avLst/>
              <a:gdLst/>
              <a:ahLst/>
              <a:cxnLst/>
              <a:rect l="l" t="t" r="r" b="b"/>
              <a:pathLst>
                <a:path w="2281" h="559" extrusionOk="0">
                  <a:moveTo>
                    <a:pt x="0" y="1"/>
                  </a:moveTo>
                  <a:lnTo>
                    <a:pt x="0" y="559"/>
                  </a:lnTo>
                  <a:lnTo>
                    <a:pt x="2280" y="559"/>
                  </a:lnTo>
                  <a:lnTo>
                    <a:pt x="228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119"/>
            <p:cNvSpPr/>
            <p:nvPr/>
          </p:nvSpPr>
          <p:spPr>
            <a:xfrm>
              <a:off x="1249900" y="2199925"/>
              <a:ext cx="57025" cy="13975"/>
            </a:xfrm>
            <a:custGeom>
              <a:avLst/>
              <a:gdLst/>
              <a:ahLst/>
              <a:cxnLst/>
              <a:rect l="l" t="t" r="r" b="b"/>
              <a:pathLst>
                <a:path w="2281" h="559" extrusionOk="0">
                  <a:moveTo>
                    <a:pt x="0" y="0"/>
                  </a:moveTo>
                  <a:lnTo>
                    <a:pt x="0" y="559"/>
                  </a:lnTo>
                  <a:lnTo>
                    <a:pt x="2280" y="559"/>
                  </a:lnTo>
                  <a:lnTo>
                    <a:pt x="228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119"/>
            <p:cNvSpPr/>
            <p:nvPr/>
          </p:nvSpPr>
          <p:spPr>
            <a:xfrm>
              <a:off x="1249900" y="2052775"/>
              <a:ext cx="13975" cy="13975"/>
            </a:xfrm>
            <a:custGeom>
              <a:avLst/>
              <a:gdLst/>
              <a:ahLst/>
              <a:cxnLst/>
              <a:rect l="l" t="t" r="r" b="b"/>
              <a:pathLst>
                <a:path w="559" h="559" extrusionOk="0">
                  <a:moveTo>
                    <a:pt x="0" y="0"/>
                  </a:moveTo>
                  <a:lnTo>
                    <a:pt x="0"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119"/>
            <p:cNvSpPr/>
            <p:nvPr/>
          </p:nvSpPr>
          <p:spPr>
            <a:xfrm>
              <a:off x="1221975" y="2052775"/>
              <a:ext cx="14000" cy="13975"/>
            </a:xfrm>
            <a:custGeom>
              <a:avLst/>
              <a:gdLst/>
              <a:ahLst/>
              <a:cxnLst/>
              <a:rect l="l" t="t" r="r" b="b"/>
              <a:pathLst>
                <a:path w="560" h="559" extrusionOk="0">
                  <a:moveTo>
                    <a:pt x="1" y="0"/>
                  </a:moveTo>
                  <a:lnTo>
                    <a:pt x="1"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8" name="Google Shape;6048;p119"/>
          <p:cNvGrpSpPr/>
          <p:nvPr/>
        </p:nvGrpSpPr>
        <p:grpSpPr>
          <a:xfrm>
            <a:off x="1004475" y="1236225"/>
            <a:ext cx="477500" cy="463550"/>
            <a:chOff x="1004475" y="1236225"/>
            <a:chExt cx="477500" cy="463550"/>
          </a:xfrm>
        </p:grpSpPr>
        <p:sp>
          <p:nvSpPr>
            <p:cNvPr id="6049" name="Google Shape;6049;p119"/>
            <p:cNvSpPr/>
            <p:nvPr/>
          </p:nvSpPr>
          <p:spPr>
            <a:xfrm>
              <a:off x="1089375" y="1287400"/>
              <a:ext cx="307700" cy="97725"/>
            </a:xfrm>
            <a:custGeom>
              <a:avLst/>
              <a:gdLst/>
              <a:ahLst/>
              <a:cxnLst/>
              <a:rect l="l" t="t" r="r" b="b"/>
              <a:pathLst>
                <a:path w="12308" h="3909" extrusionOk="0">
                  <a:moveTo>
                    <a:pt x="12307" y="3909"/>
                  </a:moveTo>
                  <a:lnTo>
                    <a:pt x="12307" y="2234"/>
                  </a:lnTo>
                  <a:cubicBezTo>
                    <a:pt x="12307" y="1001"/>
                    <a:pt x="11307" y="0"/>
                    <a:pt x="10074" y="0"/>
                  </a:cubicBezTo>
                  <a:lnTo>
                    <a:pt x="2234" y="0"/>
                  </a:lnTo>
                  <a:cubicBezTo>
                    <a:pt x="1001" y="0"/>
                    <a:pt x="1" y="1001"/>
                    <a:pt x="1" y="2234"/>
                  </a:cubicBezTo>
                  <a:lnTo>
                    <a:pt x="1" y="3909"/>
                  </a:lnTo>
                  <a:close/>
                  <a:moveTo>
                    <a:pt x="12307" y="3909"/>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119"/>
            <p:cNvSpPr/>
            <p:nvPr/>
          </p:nvSpPr>
          <p:spPr>
            <a:xfrm>
              <a:off x="1131250" y="1385100"/>
              <a:ext cx="70400" cy="172175"/>
            </a:xfrm>
            <a:custGeom>
              <a:avLst/>
              <a:gdLst/>
              <a:ahLst/>
              <a:cxnLst/>
              <a:rect l="l" t="t" r="r" b="b"/>
              <a:pathLst>
                <a:path w="2816" h="6887" extrusionOk="0">
                  <a:moveTo>
                    <a:pt x="1676" y="6142"/>
                  </a:moveTo>
                  <a:cubicBezTo>
                    <a:pt x="1676" y="6887"/>
                    <a:pt x="2815" y="6887"/>
                    <a:pt x="2815" y="6142"/>
                  </a:cubicBezTo>
                  <a:lnTo>
                    <a:pt x="2815" y="5026"/>
                  </a:lnTo>
                  <a:lnTo>
                    <a:pt x="1676" y="5026"/>
                  </a:lnTo>
                  <a:close/>
                  <a:moveTo>
                    <a:pt x="1" y="1676"/>
                  </a:moveTo>
                  <a:cubicBezTo>
                    <a:pt x="1" y="2420"/>
                    <a:pt x="1117" y="2420"/>
                    <a:pt x="1117" y="1676"/>
                  </a:cubicBezTo>
                  <a:lnTo>
                    <a:pt x="1117" y="1"/>
                  </a:lnTo>
                  <a:lnTo>
                    <a:pt x="1" y="1"/>
                  </a:lnTo>
                  <a:close/>
                  <a:moveTo>
                    <a:pt x="1" y="1676"/>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119"/>
            <p:cNvSpPr/>
            <p:nvPr/>
          </p:nvSpPr>
          <p:spPr>
            <a:xfrm>
              <a:off x="1117300" y="1482800"/>
              <a:ext cx="251850" cy="27950"/>
            </a:xfrm>
            <a:custGeom>
              <a:avLst/>
              <a:gdLst/>
              <a:ahLst/>
              <a:cxnLst/>
              <a:rect l="l" t="t" r="r" b="b"/>
              <a:pathLst>
                <a:path w="10074" h="1118" extrusionOk="0">
                  <a:moveTo>
                    <a:pt x="9515" y="1118"/>
                  </a:moveTo>
                  <a:cubicBezTo>
                    <a:pt x="9818" y="1118"/>
                    <a:pt x="10073" y="862"/>
                    <a:pt x="10073" y="559"/>
                  </a:cubicBezTo>
                  <a:lnTo>
                    <a:pt x="10073" y="1"/>
                  </a:lnTo>
                  <a:lnTo>
                    <a:pt x="0" y="1"/>
                  </a:lnTo>
                  <a:lnTo>
                    <a:pt x="0" y="559"/>
                  </a:lnTo>
                  <a:cubicBezTo>
                    <a:pt x="0" y="862"/>
                    <a:pt x="256" y="1118"/>
                    <a:pt x="559" y="1118"/>
                  </a:cubicBezTo>
                  <a:close/>
                  <a:moveTo>
                    <a:pt x="9515" y="1118"/>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119"/>
            <p:cNvSpPr/>
            <p:nvPr/>
          </p:nvSpPr>
          <p:spPr>
            <a:xfrm>
              <a:off x="1089375" y="1385100"/>
              <a:ext cx="307700" cy="307700"/>
            </a:xfrm>
            <a:custGeom>
              <a:avLst/>
              <a:gdLst/>
              <a:ahLst/>
              <a:cxnLst/>
              <a:rect l="l" t="t" r="r" b="b"/>
              <a:pathLst>
                <a:path w="12308" h="12308" extrusionOk="0">
                  <a:moveTo>
                    <a:pt x="1117" y="3909"/>
                  </a:moveTo>
                  <a:lnTo>
                    <a:pt x="11190" y="3909"/>
                  </a:lnTo>
                  <a:lnTo>
                    <a:pt x="11190" y="4467"/>
                  </a:lnTo>
                  <a:cubicBezTo>
                    <a:pt x="11190" y="4770"/>
                    <a:pt x="10935" y="5026"/>
                    <a:pt x="10632" y="5026"/>
                  </a:cubicBezTo>
                  <a:lnTo>
                    <a:pt x="10632" y="12307"/>
                  </a:lnTo>
                  <a:lnTo>
                    <a:pt x="12307" y="12307"/>
                  </a:lnTo>
                  <a:lnTo>
                    <a:pt x="12307" y="1"/>
                  </a:lnTo>
                  <a:lnTo>
                    <a:pt x="2792" y="1"/>
                  </a:lnTo>
                  <a:lnTo>
                    <a:pt x="2792" y="1676"/>
                  </a:lnTo>
                  <a:cubicBezTo>
                    <a:pt x="2792" y="2420"/>
                    <a:pt x="1676" y="2420"/>
                    <a:pt x="1676" y="1676"/>
                  </a:cubicBezTo>
                  <a:lnTo>
                    <a:pt x="1676" y="1"/>
                  </a:lnTo>
                  <a:lnTo>
                    <a:pt x="1" y="1"/>
                  </a:lnTo>
                  <a:lnTo>
                    <a:pt x="1" y="12307"/>
                  </a:lnTo>
                  <a:lnTo>
                    <a:pt x="1676" y="12307"/>
                  </a:lnTo>
                  <a:lnTo>
                    <a:pt x="1676" y="5026"/>
                  </a:lnTo>
                  <a:cubicBezTo>
                    <a:pt x="1373" y="5026"/>
                    <a:pt x="1117" y="4793"/>
                    <a:pt x="1117" y="4467"/>
                  </a:cubicBezTo>
                  <a:close/>
                  <a:moveTo>
                    <a:pt x="1117" y="3909"/>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119"/>
            <p:cNvSpPr/>
            <p:nvPr/>
          </p:nvSpPr>
          <p:spPr>
            <a:xfrm>
              <a:off x="1131250" y="1510725"/>
              <a:ext cx="223950" cy="182075"/>
            </a:xfrm>
            <a:custGeom>
              <a:avLst/>
              <a:gdLst/>
              <a:ahLst/>
              <a:cxnLst/>
              <a:rect l="l" t="t" r="r" b="b"/>
              <a:pathLst>
                <a:path w="8958" h="7283" extrusionOk="0">
                  <a:moveTo>
                    <a:pt x="1" y="7282"/>
                  </a:moveTo>
                  <a:lnTo>
                    <a:pt x="8957" y="7282"/>
                  </a:lnTo>
                  <a:lnTo>
                    <a:pt x="8957" y="1"/>
                  </a:lnTo>
                  <a:lnTo>
                    <a:pt x="2792" y="1"/>
                  </a:lnTo>
                  <a:lnTo>
                    <a:pt x="2792" y="1117"/>
                  </a:lnTo>
                  <a:cubicBezTo>
                    <a:pt x="2792" y="1862"/>
                    <a:pt x="1676" y="1862"/>
                    <a:pt x="1676" y="1117"/>
                  </a:cubicBezTo>
                  <a:lnTo>
                    <a:pt x="1676" y="1"/>
                  </a:lnTo>
                  <a:lnTo>
                    <a:pt x="1" y="1"/>
                  </a:lnTo>
                  <a:close/>
                  <a:moveTo>
                    <a:pt x="1" y="7282"/>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119"/>
            <p:cNvSpPr/>
            <p:nvPr/>
          </p:nvSpPr>
          <p:spPr>
            <a:xfrm>
              <a:off x="1011450" y="1622975"/>
              <a:ext cx="463550" cy="69825"/>
            </a:xfrm>
            <a:custGeom>
              <a:avLst/>
              <a:gdLst/>
              <a:ahLst/>
              <a:cxnLst/>
              <a:rect l="l" t="t" r="r" b="b"/>
              <a:pathLst>
                <a:path w="18542" h="2793" extrusionOk="0">
                  <a:moveTo>
                    <a:pt x="18541" y="2792"/>
                  </a:moveTo>
                  <a:lnTo>
                    <a:pt x="15424" y="2792"/>
                  </a:lnTo>
                  <a:lnTo>
                    <a:pt x="15424" y="1"/>
                  </a:lnTo>
                  <a:lnTo>
                    <a:pt x="18541" y="1"/>
                  </a:lnTo>
                  <a:close/>
                  <a:moveTo>
                    <a:pt x="0" y="2792"/>
                  </a:moveTo>
                  <a:lnTo>
                    <a:pt x="3118" y="2792"/>
                  </a:lnTo>
                  <a:lnTo>
                    <a:pt x="3118" y="1"/>
                  </a:lnTo>
                  <a:lnTo>
                    <a:pt x="0" y="1"/>
                  </a:lnTo>
                  <a:close/>
                  <a:moveTo>
                    <a:pt x="0" y="2792"/>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119"/>
            <p:cNvSpPr/>
            <p:nvPr/>
          </p:nvSpPr>
          <p:spPr>
            <a:xfrm>
              <a:off x="1010850" y="1622975"/>
              <a:ext cx="400175" cy="69825"/>
            </a:xfrm>
            <a:custGeom>
              <a:avLst/>
              <a:gdLst/>
              <a:ahLst/>
              <a:cxnLst/>
              <a:rect l="l" t="t" r="r" b="b"/>
              <a:pathLst>
                <a:path w="16007" h="2793" extrusionOk="0">
                  <a:moveTo>
                    <a:pt x="16006" y="2792"/>
                  </a:moveTo>
                  <a:lnTo>
                    <a:pt x="15448" y="2792"/>
                  </a:lnTo>
                  <a:lnTo>
                    <a:pt x="15448" y="1"/>
                  </a:lnTo>
                  <a:lnTo>
                    <a:pt x="16006" y="1"/>
                  </a:lnTo>
                  <a:close/>
                  <a:moveTo>
                    <a:pt x="1" y="2792"/>
                  </a:moveTo>
                  <a:lnTo>
                    <a:pt x="862" y="2792"/>
                  </a:lnTo>
                  <a:lnTo>
                    <a:pt x="862" y="1"/>
                  </a:lnTo>
                  <a:lnTo>
                    <a:pt x="24" y="1"/>
                  </a:lnTo>
                  <a:close/>
                  <a:moveTo>
                    <a:pt x="1" y="2792"/>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119"/>
            <p:cNvSpPr/>
            <p:nvPr/>
          </p:nvSpPr>
          <p:spPr>
            <a:xfrm>
              <a:off x="1089375" y="1286825"/>
              <a:ext cx="76800" cy="98300"/>
            </a:xfrm>
            <a:custGeom>
              <a:avLst/>
              <a:gdLst/>
              <a:ahLst/>
              <a:cxnLst/>
              <a:rect l="l" t="t" r="r" b="b"/>
              <a:pathLst>
                <a:path w="3072" h="3932" extrusionOk="0">
                  <a:moveTo>
                    <a:pt x="3071" y="0"/>
                  </a:moveTo>
                  <a:lnTo>
                    <a:pt x="2234" y="0"/>
                  </a:lnTo>
                  <a:cubicBezTo>
                    <a:pt x="1001" y="23"/>
                    <a:pt x="1" y="1000"/>
                    <a:pt x="1" y="2257"/>
                  </a:cubicBezTo>
                  <a:lnTo>
                    <a:pt x="1" y="3932"/>
                  </a:lnTo>
                  <a:lnTo>
                    <a:pt x="838" y="3932"/>
                  </a:lnTo>
                  <a:lnTo>
                    <a:pt x="838" y="2257"/>
                  </a:lnTo>
                  <a:cubicBezTo>
                    <a:pt x="838" y="1024"/>
                    <a:pt x="1838" y="23"/>
                    <a:pt x="3071" y="23"/>
                  </a:cubicBezTo>
                  <a:close/>
                  <a:moveTo>
                    <a:pt x="3071" y="0"/>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119"/>
            <p:cNvSpPr/>
            <p:nvPr/>
          </p:nvSpPr>
          <p:spPr>
            <a:xfrm>
              <a:off x="1089375" y="1385100"/>
              <a:ext cx="20975" cy="307700"/>
            </a:xfrm>
            <a:custGeom>
              <a:avLst/>
              <a:gdLst/>
              <a:ahLst/>
              <a:cxnLst/>
              <a:rect l="l" t="t" r="r" b="b"/>
              <a:pathLst>
                <a:path w="839" h="12308" extrusionOk="0">
                  <a:moveTo>
                    <a:pt x="1" y="1"/>
                  </a:moveTo>
                  <a:lnTo>
                    <a:pt x="1" y="12307"/>
                  </a:lnTo>
                  <a:lnTo>
                    <a:pt x="838" y="12307"/>
                  </a:lnTo>
                  <a:lnTo>
                    <a:pt x="83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119"/>
            <p:cNvSpPr/>
            <p:nvPr/>
          </p:nvSpPr>
          <p:spPr>
            <a:xfrm>
              <a:off x="1131250" y="1385100"/>
              <a:ext cx="63425" cy="171025"/>
            </a:xfrm>
            <a:custGeom>
              <a:avLst/>
              <a:gdLst/>
              <a:ahLst/>
              <a:cxnLst/>
              <a:rect l="l" t="t" r="r" b="b"/>
              <a:pathLst>
                <a:path w="2537" h="6841" extrusionOk="0">
                  <a:moveTo>
                    <a:pt x="1676" y="6142"/>
                  </a:moveTo>
                  <a:cubicBezTo>
                    <a:pt x="1699" y="6584"/>
                    <a:pt x="2141" y="6840"/>
                    <a:pt x="2536" y="6631"/>
                  </a:cubicBezTo>
                  <a:cubicBezTo>
                    <a:pt x="2350" y="6538"/>
                    <a:pt x="2234" y="6352"/>
                    <a:pt x="2234" y="6142"/>
                  </a:cubicBezTo>
                  <a:lnTo>
                    <a:pt x="2234" y="5026"/>
                  </a:lnTo>
                  <a:lnTo>
                    <a:pt x="1676" y="5026"/>
                  </a:lnTo>
                  <a:close/>
                  <a:moveTo>
                    <a:pt x="1" y="1676"/>
                  </a:moveTo>
                  <a:cubicBezTo>
                    <a:pt x="1" y="2094"/>
                    <a:pt x="466" y="2374"/>
                    <a:pt x="838" y="2164"/>
                  </a:cubicBezTo>
                  <a:cubicBezTo>
                    <a:pt x="675" y="2048"/>
                    <a:pt x="559" y="1885"/>
                    <a:pt x="559" y="1676"/>
                  </a:cubicBezTo>
                  <a:lnTo>
                    <a:pt x="559" y="1"/>
                  </a:lnTo>
                  <a:lnTo>
                    <a:pt x="1" y="1"/>
                  </a:lnTo>
                  <a:close/>
                  <a:moveTo>
                    <a:pt x="1" y="1676"/>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119"/>
            <p:cNvSpPr/>
            <p:nvPr/>
          </p:nvSpPr>
          <p:spPr>
            <a:xfrm>
              <a:off x="1117300" y="1482800"/>
              <a:ext cx="34925" cy="27950"/>
            </a:xfrm>
            <a:custGeom>
              <a:avLst/>
              <a:gdLst/>
              <a:ahLst/>
              <a:cxnLst/>
              <a:rect l="l" t="t" r="r" b="b"/>
              <a:pathLst>
                <a:path w="1397" h="1118" extrusionOk="0">
                  <a:moveTo>
                    <a:pt x="838" y="1"/>
                  </a:moveTo>
                  <a:lnTo>
                    <a:pt x="0" y="1"/>
                  </a:lnTo>
                  <a:lnTo>
                    <a:pt x="0" y="559"/>
                  </a:lnTo>
                  <a:cubicBezTo>
                    <a:pt x="0" y="862"/>
                    <a:pt x="256" y="1118"/>
                    <a:pt x="559" y="1118"/>
                  </a:cubicBezTo>
                  <a:lnTo>
                    <a:pt x="1396" y="1118"/>
                  </a:lnTo>
                  <a:cubicBezTo>
                    <a:pt x="1094" y="1118"/>
                    <a:pt x="838" y="862"/>
                    <a:pt x="838" y="559"/>
                  </a:cubicBezTo>
                  <a:close/>
                  <a:moveTo>
                    <a:pt x="838" y="1"/>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119"/>
            <p:cNvSpPr/>
            <p:nvPr/>
          </p:nvSpPr>
          <p:spPr>
            <a:xfrm>
              <a:off x="1131250" y="1510725"/>
              <a:ext cx="20975" cy="182075"/>
            </a:xfrm>
            <a:custGeom>
              <a:avLst/>
              <a:gdLst/>
              <a:ahLst/>
              <a:cxnLst/>
              <a:rect l="l" t="t" r="r" b="b"/>
              <a:pathLst>
                <a:path w="839" h="7283" extrusionOk="0">
                  <a:moveTo>
                    <a:pt x="1" y="1"/>
                  </a:moveTo>
                  <a:lnTo>
                    <a:pt x="1" y="7282"/>
                  </a:lnTo>
                  <a:lnTo>
                    <a:pt x="838" y="7282"/>
                  </a:lnTo>
                  <a:lnTo>
                    <a:pt x="83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119"/>
            <p:cNvSpPr/>
            <p:nvPr/>
          </p:nvSpPr>
          <p:spPr>
            <a:xfrm>
              <a:off x="1011450" y="1496775"/>
              <a:ext cx="463550" cy="126225"/>
            </a:xfrm>
            <a:custGeom>
              <a:avLst/>
              <a:gdLst/>
              <a:ahLst/>
              <a:cxnLst/>
              <a:rect l="l" t="t" r="r" b="b"/>
              <a:pathLst>
                <a:path w="18542" h="5049" extrusionOk="0">
                  <a:moveTo>
                    <a:pt x="3118" y="5049"/>
                  </a:moveTo>
                  <a:lnTo>
                    <a:pt x="3118" y="0"/>
                  </a:lnTo>
                  <a:lnTo>
                    <a:pt x="1117" y="0"/>
                  </a:lnTo>
                  <a:cubicBezTo>
                    <a:pt x="512" y="0"/>
                    <a:pt x="0" y="512"/>
                    <a:pt x="0" y="1117"/>
                  </a:cubicBezTo>
                  <a:lnTo>
                    <a:pt x="0" y="5049"/>
                  </a:lnTo>
                  <a:close/>
                  <a:moveTo>
                    <a:pt x="15424" y="5049"/>
                  </a:moveTo>
                  <a:lnTo>
                    <a:pt x="15424" y="0"/>
                  </a:lnTo>
                  <a:lnTo>
                    <a:pt x="17425" y="0"/>
                  </a:lnTo>
                  <a:cubicBezTo>
                    <a:pt x="18030" y="0"/>
                    <a:pt x="18541" y="512"/>
                    <a:pt x="18541" y="1117"/>
                  </a:cubicBezTo>
                  <a:lnTo>
                    <a:pt x="18541" y="5049"/>
                  </a:lnTo>
                  <a:close/>
                  <a:moveTo>
                    <a:pt x="15424" y="5049"/>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119"/>
            <p:cNvSpPr/>
            <p:nvPr/>
          </p:nvSpPr>
          <p:spPr>
            <a:xfrm>
              <a:off x="1011450" y="1496775"/>
              <a:ext cx="399575" cy="126225"/>
            </a:xfrm>
            <a:custGeom>
              <a:avLst/>
              <a:gdLst/>
              <a:ahLst/>
              <a:cxnLst/>
              <a:rect l="l" t="t" r="r" b="b"/>
              <a:pathLst>
                <a:path w="15983" h="5049" extrusionOk="0">
                  <a:moveTo>
                    <a:pt x="1954" y="0"/>
                  </a:moveTo>
                  <a:lnTo>
                    <a:pt x="1117" y="0"/>
                  </a:lnTo>
                  <a:cubicBezTo>
                    <a:pt x="512" y="0"/>
                    <a:pt x="0" y="512"/>
                    <a:pt x="0" y="1117"/>
                  </a:cubicBezTo>
                  <a:lnTo>
                    <a:pt x="0" y="5049"/>
                  </a:lnTo>
                  <a:lnTo>
                    <a:pt x="838" y="5049"/>
                  </a:lnTo>
                  <a:lnTo>
                    <a:pt x="838" y="1117"/>
                  </a:lnTo>
                  <a:cubicBezTo>
                    <a:pt x="838" y="512"/>
                    <a:pt x="1349" y="0"/>
                    <a:pt x="1954" y="0"/>
                  </a:cubicBezTo>
                  <a:close/>
                  <a:moveTo>
                    <a:pt x="15424" y="5049"/>
                  </a:moveTo>
                  <a:lnTo>
                    <a:pt x="15424" y="0"/>
                  </a:lnTo>
                  <a:lnTo>
                    <a:pt x="15982" y="0"/>
                  </a:lnTo>
                  <a:lnTo>
                    <a:pt x="15982" y="5049"/>
                  </a:lnTo>
                  <a:close/>
                  <a:moveTo>
                    <a:pt x="15424" y="5049"/>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119"/>
            <p:cNvSpPr/>
            <p:nvPr/>
          </p:nvSpPr>
          <p:spPr>
            <a:xfrm>
              <a:off x="1287125" y="1308325"/>
              <a:ext cx="89000" cy="237325"/>
            </a:xfrm>
            <a:custGeom>
              <a:avLst/>
              <a:gdLst/>
              <a:ahLst/>
              <a:cxnLst/>
              <a:rect l="l" t="t" r="r" b="b"/>
              <a:pathLst>
                <a:path w="3560" h="9493" extrusionOk="0">
                  <a:moveTo>
                    <a:pt x="0" y="1"/>
                  </a:moveTo>
                  <a:lnTo>
                    <a:pt x="0" y="559"/>
                  </a:lnTo>
                  <a:lnTo>
                    <a:pt x="559" y="559"/>
                  </a:lnTo>
                  <a:lnTo>
                    <a:pt x="559" y="1"/>
                  </a:lnTo>
                  <a:close/>
                  <a:moveTo>
                    <a:pt x="1047" y="1"/>
                  </a:moveTo>
                  <a:lnTo>
                    <a:pt x="1047" y="559"/>
                  </a:lnTo>
                  <a:lnTo>
                    <a:pt x="2164" y="559"/>
                  </a:lnTo>
                  <a:cubicBezTo>
                    <a:pt x="2629" y="559"/>
                    <a:pt x="3001" y="931"/>
                    <a:pt x="3001" y="1397"/>
                  </a:cubicBezTo>
                  <a:lnTo>
                    <a:pt x="3560" y="1397"/>
                  </a:lnTo>
                  <a:cubicBezTo>
                    <a:pt x="3560" y="606"/>
                    <a:pt x="2931" y="1"/>
                    <a:pt x="2164" y="1"/>
                  </a:cubicBezTo>
                  <a:close/>
                  <a:moveTo>
                    <a:pt x="186" y="8934"/>
                  </a:moveTo>
                  <a:lnTo>
                    <a:pt x="186" y="9492"/>
                  </a:lnTo>
                  <a:lnTo>
                    <a:pt x="745" y="9492"/>
                  </a:lnTo>
                  <a:lnTo>
                    <a:pt x="745" y="8934"/>
                  </a:lnTo>
                  <a:close/>
                  <a:moveTo>
                    <a:pt x="1326" y="8934"/>
                  </a:moveTo>
                  <a:lnTo>
                    <a:pt x="1326" y="9492"/>
                  </a:lnTo>
                  <a:lnTo>
                    <a:pt x="1885" y="9492"/>
                  </a:lnTo>
                  <a:lnTo>
                    <a:pt x="1885" y="8934"/>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119"/>
            <p:cNvSpPr/>
            <p:nvPr/>
          </p:nvSpPr>
          <p:spPr>
            <a:xfrm>
              <a:off x="1221975" y="1587500"/>
              <a:ext cx="14000" cy="13975"/>
            </a:xfrm>
            <a:custGeom>
              <a:avLst/>
              <a:gdLst/>
              <a:ahLst/>
              <a:cxnLst/>
              <a:rect l="l" t="t" r="r" b="b"/>
              <a:pathLst>
                <a:path w="560" h="559" extrusionOk="0">
                  <a:moveTo>
                    <a:pt x="1" y="0"/>
                  </a:moveTo>
                  <a:lnTo>
                    <a:pt x="1"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119"/>
            <p:cNvSpPr/>
            <p:nvPr/>
          </p:nvSpPr>
          <p:spPr>
            <a:xfrm>
              <a:off x="1249900" y="1587500"/>
              <a:ext cx="13975" cy="13975"/>
            </a:xfrm>
            <a:custGeom>
              <a:avLst/>
              <a:gdLst/>
              <a:ahLst/>
              <a:cxnLst/>
              <a:rect l="l" t="t" r="r" b="b"/>
              <a:pathLst>
                <a:path w="559" h="559" extrusionOk="0">
                  <a:moveTo>
                    <a:pt x="0" y="0"/>
                  </a:moveTo>
                  <a:lnTo>
                    <a:pt x="0"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119"/>
            <p:cNvSpPr/>
            <p:nvPr/>
          </p:nvSpPr>
          <p:spPr>
            <a:xfrm>
              <a:off x="1004475" y="1236225"/>
              <a:ext cx="477500" cy="463550"/>
            </a:xfrm>
            <a:custGeom>
              <a:avLst/>
              <a:gdLst/>
              <a:ahLst/>
              <a:cxnLst/>
              <a:rect l="l" t="t" r="r" b="b"/>
              <a:pathLst>
                <a:path w="19100" h="18542" extrusionOk="0">
                  <a:moveTo>
                    <a:pt x="10957" y="558"/>
                  </a:moveTo>
                  <a:cubicBezTo>
                    <a:pt x="11120" y="558"/>
                    <a:pt x="11260" y="675"/>
                    <a:pt x="11260" y="838"/>
                  </a:cubicBezTo>
                  <a:lnTo>
                    <a:pt x="11260" y="1745"/>
                  </a:lnTo>
                  <a:lnTo>
                    <a:pt x="7863" y="1745"/>
                  </a:lnTo>
                  <a:lnTo>
                    <a:pt x="7863" y="838"/>
                  </a:lnTo>
                  <a:cubicBezTo>
                    <a:pt x="7863" y="675"/>
                    <a:pt x="8003" y="558"/>
                    <a:pt x="8166" y="558"/>
                  </a:cubicBezTo>
                  <a:close/>
                  <a:moveTo>
                    <a:pt x="5909" y="6235"/>
                  </a:moveTo>
                  <a:lnTo>
                    <a:pt x="5909" y="7631"/>
                  </a:lnTo>
                  <a:cubicBezTo>
                    <a:pt x="5874" y="7770"/>
                    <a:pt x="5752" y="7840"/>
                    <a:pt x="5630" y="7840"/>
                  </a:cubicBezTo>
                  <a:cubicBezTo>
                    <a:pt x="5508" y="7840"/>
                    <a:pt x="5386" y="7770"/>
                    <a:pt x="5351" y="7631"/>
                  </a:cubicBezTo>
                  <a:lnTo>
                    <a:pt x="5351" y="6235"/>
                  </a:lnTo>
                  <a:close/>
                  <a:moveTo>
                    <a:pt x="14307" y="10143"/>
                  </a:moveTo>
                  <a:lnTo>
                    <a:pt x="14307" y="10446"/>
                  </a:lnTo>
                  <a:cubicBezTo>
                    <a:pt x="14307" y="10585"/>
                    <a:pt x="14168" y="10725"/>
                    <a:pt x="14005" y="10725"/>
                  </a:cubicBezTo>
                  <a:lnTo>
                    <a:pt x="5072" y="10725"/>
                  </a:lnTo>
                  <a:cubicBezTo>
                    <a:pt x="4909" y="10725"/>
                    <a:pt x="4769" y="10585"/>
                    <a:pt x="4769" y="10446"/>
                  </a:cubicBezTo>
                  <a:lnTo>
                    <a:pt x="4792" y="10143"/>
                  </a:lnTo>
                  <a:close/>
                  <a:moveTo>
                    <a:pt x="7584" y="11260"/>
                  </a:moveTo>
                  <a:lnTo>
                    <a:pt x="7584" y="12097"/>
                  </a:lnTo>
                  <a:cubicBezTo>
                    <a:pt x="7631" y="12272"/>
                    <a:pt x="7468" y="12359"/>
                    <a:pt x="7305" y="12359"/>
                  </a:cubicBezTo>
                  <a:cubicBezTo>
                    <a:pt x="7142" y="12359"/>
                    <a:pt x="6979" y="12272"/>
                    <a:pt x="7026" y="12097"/>
                  </a:cubicBezTo>
                  <a:lnTo>
                    <a:pt x="7026" y="11260"/>
                  </a:lnTo>
                  <a:close/>
                  <a:moveTo>
                    <a:pt x="17704" y="10701"/>
                  </a:moveTo>
                  <a:cubicBezTo>
                    <a:pt x="18146" y="10701"/>
                    <a:pt x="18541" y="11074"/>
                    <a:pt x="18541" y="11539"/>
                  </a:cubicBezTo>
                  <a:lnTo>
                    <a:pt x="18541" y="15168"/>
                  </a:lnTo>
                  <a:lnTo>
                    <a:pt x="15982" y="15168"/>
                  </a:lnTo>
                  <a:lnTo>
                    <a:pt x="15982" y="10701"/>
                  </a:lnTo>
                  <a:close/>
                  <a:moveTo>
                    <a:pt x="3117" y="10701"/>
                  </a:moveTo>
                  <a:lnTo>
                    <a:pt x="3117" y="15191"/>
                  </a:lnTo>
                  <a:lnTo>
                    <a:pt x="558" y="15191"/>
                  </a:lnTo>
                  <a:lnTo>
                    <a:pt x="558" y="11539"/>
                  </a:lnTo>
                  <a:cubicBezTo>
                    <a:pt x="558" y="11074"/>
                    <a:pt x="931" y="10701"/>
                    <a:pt x="1396" y="10701"/>
                  </a:cubicBezTo>
                  <a:close/>
                  <a:moveTo>
                    <a:pt x="18541" y="15726"/>
                  </a:moveTo>
                  <a:lnTo>
                    <a:pt x="18541" y="17960"/>
                  </a:lnTo>
                  <a:lnTo>
                    <a:pt x="15982" y="17960"/>
                  </a:lnTo>
                  <a:lnTo>
                    <a:pt x="15982" y="15726"/>
                  </a:lnTo>
                  <a:close/>
                  <a:moveTo>
                    <a:pt x="3117" y="15750"/>
                  </a:moveTo>
                  <a:lnTo>
                    <a:pt x="3117" y="17983"/>
                  </a:lnTo>
                  <a:lnTo>
                    <a:pt x="558" y="17983"/>
                  </a:lnTo>
                  <a:lnTo>
                    <a:pt x="558" y="15750"/>
                  </a:lnTo>
                  <a:close/>
                  <a:moveTo>
                    <a:pt x="8142" y="0"/>
                  </a:moveTo>
                  <a:cubicBezTo>
                    <a:pt x="7677" y="0"/>
                    <a:pt x="7305" y="372"/>
                    <a:pt x="7305" y="838"/>
                  </a:cubicBezTo>
                  <a:lnTo>
                    <a:pt x="7305" y="1745"/>
                  </a:lnTo>
                  <a:lnTo>
                    <a:pt x="5630" y="1745"/>
                  </a:lnTo>
                  <a:cubicBezTo>
                    <a:pt x="4978" y="1745"/>
                    <a:pt x="4350" y="2001"/>
                    <a:pt x="3885" y="2466"/>
                  </a:cubicBezTo>
                  <a:lnTo>
                    <a:pt x="4281" y="2862"/>
                  </a:lnTo>
                  <a:cubicBezTo>
                    <a:pt x="4630" y="2513"/>
                    <a:pt x="5118" y="2303"/>
                    <a:pt x="5630" y="2303"/>
                  </a:cubicBezTo>
                  <a:lnTo>
                    <a:pt x="13470" y="2303"/>
                  </a:lnTo>
                  <a:cubicBezTo>
                    <a:pt x="14540" y="2303"/>
                    <a:pt x="15424" y="3187"/>
                    <a:pt x="15424" y="4281"/>
                  </a:cubicBezTo>
                  <a:lnTo>
                    <a:pt x="15424" y="5653"/>
                  </a:lnTo>
                  <a:lnTo>
                    <a:pt x="3676" y="5653"/>
                  </a:lnTo>
                  <a:lnTo>
                    <a:pt x="3676" y="4257"/>
                  </a:lnTo>
                  <a:cubicBezTo>
                    <a:pt x="3676" y="3908"/>
                    <a:pt x="3769" y="3536"/>
                    <a:pt x="3955" y="3234"/>
                  </a:cubicBezTo>
                  <a:lnTo>
                    <a:pt x="3490" y="2955"/>
                  </a:lnTo>
                  <a:cubicBezTo>
                    <a:pt x="3234" y="3350"/>
                    <a:pt x="3117" y="3792"/>
                    <a:pt x="3117" y="4257"/>
                  </a:cubicBezTo>
                  <a:lnTo>
                    <a:pt x="3117" y="10143"/>
                  </a:lnTo>
                  <a:lnTo>
                    <a:pt x="1396" y="10143"/>
                  </a:lnTo>
                  <a:cubicBezTo>
                    <a:pt x="628" y="10143"/>
                    <a:pt x="0" y="10771"/>
                    <a:pt x="0" y="11539"/>
                  </a:cubicBezTo>
                  <a:lnTo>
                    <a:pt x="0" y="18518"/>
                  </a:lnTo>
                  <a:lnTo>
                    <a:pt x="11772" y="18518"/>
                  </a:lnTo>
                  <a:lnTo>
                    <a:pt x="11772" y="17960"/>
                  </a:lnTo>
                  <a:lnTo>
                    <a:pt x="3676" y="17960"/>
                  </a:lnTo>
                  <a:lnTo>
                    <a:pt x="3676" y="6235"/>
                  </a:lnTo>
                  <a:lnTo>
                    <a:pt x="4792" y="6235"/>
                  </a:lnTo>
                  <a:lnTo>
                    <a:pt x="4792" y="7654"/>
                  </a:lnTo>
                  <a:cubicBezTo>
                    <a:pt x="4827" y="8177"/>
                    <a:pt x="5229" y="8439"/>
                    <a:pt x="5630" y="8439"/>
                  </a:cubicBezTo>
                  <a:cubicBezTo>
                    <a:pt x="6031" y="8439"/>
                    <a:pt x="6432" y="8177"/>
                    <a:pt x="6467" y="7654"/>
                  </a:cubicBezTo>
                  <a:lnTo>
                    <a:pt x="6467" y="6235"/>
                  </a:lnTo>
                  <a:lnTo>
                    <a:pt x="15424" y="6235"/>
                  </a:lnTo>
                  <a:lnTo>
                    <a:pt x="15424" y="17983"/>
                  </a:lnTo>
                  <a:lnTo>
                    <a:pt x="14307" y="17983"/>
                  </a:lnTo>
                  <a:lnTo>
                    <a:pt x="14307" y="11213"/>
                  </a:lnTo>
                  <a:cubicBezTo>
                    <a:pt x="14633" y="11097"/>
                    <a:pt x="14866" y="10795"/>
                    <a:pt x="14866" y="10422"/>
                  </a:cubicBezTo>
                  <a:lnTo>
                    <a:pt x="14866" y="9585"/>
                  </a:lnTo>
                  <a:lnTo>
                    <a:pt x="4234" y="9585"/>
                  </a:lnTo>
                  <a:lnTo>
                    <a:pt x="4234" y="10422"/>
                  </a:lnTo>
                  <a:cubicBezTo>
                    <a:pt x="4234" y="10795"/>
                    <a:pt x="4467" y="11097"/>
                    <a:pt x="4792" y="11213"/>
                  </a:cubicBezTo>
                  <a:lnTo>
                    <a:pt x="4792" y="17425"/>
                  </a:lnTo>
                  <a:lnTo>
                    <a:pt x="5351" y="17425"/>
                  </a:lnTo>
                  <a:lnTo>
                    <a:pt x="5351" y="11260"/>
                  </a:lnTo>
                  <a:lnTo>
                    <a:pt x="6467" y="11260"/>
                  </a:lnTo>
                  <a:lnTo>
                    <a:pt x="6467" y="12097"/>
                  </a:lnTo>
                  <a:cubicBezTo>
                    <a:pt x="6502" y="12632"/>
                    <a:pt x="6904" y="12900"/>
                    <a:pt x="7305" y="12900"/>
                  </a:cubicBezTo>
                  <a:cubicBezTo>
                    <a:pt x="7706" y="12900"/>
                    <a:pt x="8107" y="12632"/>
                    <a:pt x="8142" y="12097"/>
                  </a:cubicBezTo>
                  <a:lnTo>
                    <a:pt x="8142" y="11260"/>
                  </a:lnTo>
                  <a:lnTo>
                    <a:pt x="13726" y="11260"/>
                  </a:lnTo>
                  <a:lnTo>
                    <a:pt x="13726" y="17983"/>
                  </a:lnTo>
                  <a:lnTo>
                    <a:pt x="12330" y="17983"/>
                  </a:lnTo>
                  <a:lnTo>
                    <a:pt x="12330" y="18541"/>
                  </a:lnTo>
                  <a:lnTo>
                    <a:pt x="19100" y="18541"/>
                  </a:lnTo>
                  <a:lnTo>
                    <a:pt x="19100" y="11562"/>
                  </a:lnTo>
                  <a:cubicBezTo>
                    <a:pt x="19100" y="10795"/>
                    <a:pt x="18472" y="10166"/>
                    <a:pt x="17704" y="10166"/>
                  </a:cubicBezTo>
                  <a:lnTo>
                    <a:pt x="17704" y="10143"/>
                  </a:lnTo>
                  <a:lnTo>
                    <a:pt x="15982" y="10143"/>
                  </a:lnTo>
                  <a:lnTo>
                    <a:pt x="15982" y="4281"/>
                  </a:lnTo>
                  <a:cubicBezTo>
                    <a:pt x="15982" y="2885"/>
                    <a:pt x="14842" y="1745"/>
                    <a:pt x="13470" y="1745"/>
                  </a:cubicBezTo>
                  <a:lnTo>
                    <a:pt x="11795" y="1745"/>
                  </a:lnTo>
                  <a:lnTo>
                    <a:pt x="11795" y="838"/>
                  </a:lnTo>
                  <a:cubicBezTo>
                    <a:pt x="11795" y="372"/>
                    <a:pt x="11399" y="0"/>
                    <a:pt x="109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7" name="Google Shape;6067;p119"/>
          <p:cNvGrpSpPr/>
          <p:nvPr/>
        </p:nvGrpSpPr>
        <p:grpSpPr>
          <a:xfrm>
            <a:off x="6228750" y="1229838"/>
            <a:ext cx="382725" cy="477500"/>
            <a:chOff x="6230100" y="1229250"/>
            <a:chExt cx="382725" cy="477500"/>
          </a:xfrm>
        </p:grpSpPr>
        <p:sp>
          <p:nvSpPr>
            <p:cNvPr id="6068" name="Google Shape;6068;p119"/>
            <p:cNvSpPr/>
            <p:nvPr/>
          </p:nvSpPr>
          <p:spPr>
            <a:xfrm>
              <a:off x="6317925" y="1236800"/>
              <a:ext cx="207075" cy="164625"/>
            </a:xfrm>
            <a:custGeom>
              <a:avLst/>
              <a:gdLst/>
              <a:ahLst/>
              <a:cxnLst/>
              <a:rect l="l" t="t" r="r" b="b"/>
              <a:pathLst>
                <a:path w="8283" h="6585" extrusionOk="0">
                  <a:moveTo>
                    <a:pt x="2187" y="5072"/>
                  </a:moveTo>
                  <a:cubicBezTo>
                    <a:pt x="2816" y="5979"/>
                    <a:pt x="3490" y="6584"/>
                    <a:pt x="4700" y="6584"/>
                  </a:cubicBezTo>
                  <a:lnTo>
                    <a:pt x="8283" y="6584"/>
                  </a:lnTo>
                  <a:lnTo>
                    <a:pt x="8283" y="5025"/>
                  </a:lnTo>
                  <a:cubicBezTo>
                    <a:pt x="8259" y="3676"/>
                    <a:pt x="7329" y="2536"/>
                    <a:pt x="6049" y="2280"/>
                  </a:cubicBezTo>
                  <a:lnTo>
                    <a:pt x="6049" y="1117"/>
                  </a:lnTo>
                  <a:cubicBezTo>
                    <a:pt x="6026" y="489"/>
                    <a:pt x="5537" y="0"/>
                    <a:pt x="4909" y="0"/>
                  </a:cubicBezTo>
                  <a:lnTo>
                    <a:pt x="3351" y="0"/>
                  </a:lnTo>
                  <a:cubicBezTo>
                    <a:pt x="2746" y="0"/>
                    <a:pt x="2234" y="489"/>
                    <a:pt x="2234" y="1117"/>
                  </a:cubicBezTo>
                  <a:lnTo>
                    <a:pt x="2234" y="2280"/>
                  </a:lnTo>
                  <a:cubicBezTo>
                    <a:pt x="931" y="2536"/>
                    <a:pt x="1" y="3676"/>
                    <a:pt x="1" y="5025"/>
                  </a:cubicBezTo>
                  <a:lnTo>
                    <a:pt x="1" y="6584"/>
                  </a:lnTo>
                  <a:lnTo>
                    <a:pt x="838" y="6584"/>
                  </a:lnTo>
                  <a:close/>
                  <a:moveTo>
                    <a:pt x="2187" y="5072"/>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119"/>
            <p:cNvSpPr/>
            <p:nvPr/>
          </p:nvSpPr>
          <p:spPr>
            <a:xfrm>
              <a:off x="6338875" y="1363575"/>
              <a:ext cx="165200" cy="172175"/>
            </a:xfrm>
            <a:custGeom>
              <a:avLst/>
              <a:gdLst/>
              <a:ahLst/>
              <a:cxnLst/>
              <a:rect l="l" t="t" r="r" b="b"/>
              <a:pathLst>
                <a:path w="6608" h="6887" extrusionOk="0">
                  <a:moveTo>
                    <a:pt x="2466" y="6887"/>
                  </a:moveTo>
                  <a:lnTo>
                    <a:pt x="4141" y="6887"/>
                  </a:lnTo>
                  <a:lnTo>
                    <a:pt x="6607" y="4933"/>
                  </a:lnTo>
                  <a:lnTo>
                    <a:pt x="6607" y="1513"/>
                  </a:lnTo>
                  <a:lnTo>
                    <a:pt x="3862" y="1513"/>
                  </a:lnTo>
                  <a:cubicBezTo>
                    <a:pt x="2652" y="1513"/>
                    <a:pt x="2001" y="931"/>
                    <a:pt x="1349" y="1"/>
                  </a:cubicBezTo>
                  <a:lnTo>
                    <a:pt x="0" y="1513"/>
                  </a:lnTo>
                  <a:lnTo>
                    <a:pt x="0" y="4933"/>
                  </a:lnTo>
                  <a:close/>
                  <a:moveTo>
                    <a:pt x="5490" y="2630"/>
                  </a:moveTo>
                  <a:lnTo>
                    <a:pt x="5490" y="3165"/>
                  </a:lnTo>
                  <a:cubicBezTo>
                    <a:pt x="5490" y="3467"/>
                    <a:pt x="5235" y="3723"/>
                    <a:pt x="4932" y="3723"/>
                  </a:cubicBezTo>
                  <a:lnTo>
                    <a:pt x="4420" y="3723"/>
                  </a:lnTo>
                  <a:cubicBezTo>
                    <a:pt x="4118" y="3723"/>
                    <a:pt x="3862" y="3467"/>
                    <a:pt x="3862" y="3165"/>
                  </a:cubicBezTo>
                  <a:lnTo>
                    <a:pt x="3862" y="2630"/>
                  </a:lnTo>
                  <a:close/>
                  <a:moveTo>
                    <a:pt x="2745" y="2630"/>
                  </a:moveTo>
                  <a:lnTo>
                    <a:pt x="2745" y="3165"/>
                  </a:lnTo>
                  <a:cubicBezTo>
                    <a:pt x="2745" y="3467"/>
                    <a:pt x="2489" y="3723"/>
                    <a:pt x="2187" y="3723"/>
                  </a:cubicBezTo>
                  <a:lnTo>
                    <a:pt x="1675" y="3723"/>
                  </a:lnTo>
                  <a:cubicBezTo>
                    <a:pt x="1373" y="3723"/>
                    <a:pt x="1117" y="3467"/>
                    <a:pt x="1117" y="3165"/>
                  </a:cubicBezTo>
                  <a:lnTo>
                    <a:pt x="1117" y="2630"/>
                  </a:lnTo>
                  <a:close/>
                  <a:moveTo>
                    <a:pt x="2745" y="263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119"/>
            <p:cNvSpPr/>
            <p:nvPr/>
          </p:nvSpPr>
          <p:spPr>
            <a:xfrm>
              <a:off x="6366775" y="1429300"/>
              <a:ext cx="108800" cy="27375"/>
            </a:xfrm>
            <a:custGeom>
              <a:avLst/>
              <a:gdLst/>
              <a:ahLst/>
              <a:cxnLst/>
              <a:rect l="l" t="t" r="r" b="b"/>
              <a:pathLst>
                <a:path w="4352" h="1095" extrusionOk="0">
                  <a:moveTo>
                    <a:pt x="559" y="1094"/>
                  </a:moveTo>
                  <a:lnTo>
                    <a:pt x="1048" y="1094"/>
                  </a:lnTo>
                  <a:cubicBezTo>
                    <a:pt x="1373" y="1094"/>
                    <a:pt x="1606" y="838"/>
                    <a:pt x="1606" y="536"/>
                  </a:cubicBezTo>
                  <a:lnTo>
                    <a:pt x="1606" y="1"/>
                  </a:lnTo>
                  <a:lnTo>
                    <a:pt x="1" y="1"/>
                  </a:lnTo>
                  <a:lnTo>
                    <a:pt x="1" y="536"/>
                  </a:lnTo>
                  <a:cubicBezTo>
                    <a:pt x="1" y="838"/>
                    <a:pt x="233" y="1094"/>
                    <a:pt x="559" y="1094"/>
                  </a:cubicBezTo>
                  <a:close/>
                  <a:moveTo>
                    <a:pt x="3304" y="1094"/>
                  </a:moveTo>
                  <a:lnTo>
                    <a:pt x="3793" y="1094"/>
                  </a:lnTo>
                  <a:cubicBezTo>
                    <a:pt x="4119" y="1094"/>
                    <a:pt x="4351" y="838"/>
                    <a:pt x="4351" y="536"/>
                  </a:cubicBezTo>
                  <a:lnTo>
                    <a:pt x="4351" y="1"/>
                  </a:lnTo>
                  <a:lnTo>
                    <a:pt x="2746" y="1"/>
                  </a:lnTo>
                  <a:lnTo>
                    <a:pt x="2746" y="536"/>
                  </a:lnTo>
                  <a:cubicBezTo>
                    <a:pt x="2746" y="838"/>
                    <a:pt x="2979" y="1094"/>
                    <a:pt x="3304" y="1094"/>
                  </a:cubicBezTo>
                  <a:close/>
                  <a:moveTo>
                    <a:pt x="3304" y="1094"/>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119"/>
            <p:cNvSpPr/>
            <p:nvPr/>
          </p:nvSpPr>
          <p:spPr>
            <a:xfrm>
              <a:off x="6303975" y="1401400"/>
              <a:ext cx="234975" cy="55275"/>
            </a:xfrm>
            <a:custGeom>
              <a:avLst/>
              <a:gdLst/>
              <a:ahLst/>
              <a:cxnLst/>
              <a:rect l="l" t="t" r="r" b="b"/>
              <a:pathLst>
                <a:path w="9399" h="2211" extrusionOk="0">
                  <a:moveTo>
                    <a:pt x="8003" y="2210"/>
                  </a:moveTo>
                  <a:lnTo>
                    <a:pt x="8841" y="2210"/>
                  </a:lnTo>
                  <a:cubicBezTo>
                    <a:pt x="9143" y="2210"/>
                    <a:pt x="9399" y="1954"/>
                    <a:pt x="9399" y="1652"/>
                  </a:cubicBezTo>
                  <a:lnTo>
                    <a:pt x="9399" y="558"/>
                  </a:lnTo>
                  <a:cubicBezTo>
                    <a:pt x="9399" y="256"/>
                    <a:pt x="9143" y="0"/>
                    <a:pt x="8841" y="0"/>
                  </a:cubicBezTo>
                  <a:lnTo>
                    <a:pt x="8003" y="0"/>
                  </a:lnTo>
                  <a:close/>
                  <a:moveTo>
                    <a:pt x="559" y="2210"/>
                  </a:moveTo>
                  <a:lnTo>
                    <a:pt x="1396" y="2210"/>
                  </a:lnTo>
                  <a:lnTo>
                    <a:pt x="1396" y="0"/>
                  </a:lnTo>
                  <a:lnTo>
                    <a:pt x="559" y="0"/>
                  </a:lnTo>
                  <a:cubicBezTo>
                    <a:pt x="256" y="0"/>
                    <a:pt x="0" y="256"/>
                    <a:pt x="0" y="558"/>
                  </a:cubicBezTo>
                  <a:lnTo>
                    <a:pt x="0" y="1652"/>
                  </a:lnTo>
                  <a:cubicBezTo>
                    <a:pt x="0" y="1954"/>
                    <a:pt x="256" y="2210"/>
                    <a:pt x="559" y="2210"/>
                  </a:cubicBezTo>
                  <a:close/>
                  <a:moveTo>
                    <a:pt x="559" y="221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119"/>
            <p:cNvSpPr/>
            <p:nvPr/>
          </p:nvSpPr>
          <p:spPr>
            <a:xfrm>
              <a:off x="6372600" y="1518875"/>
              <a:ext cx="97725" cy="70975"/>
            </a:xfrm>
            <a:custGeom>
              <a:avLst/>
              <a:gdLst/>
              <a:ahLst/>
              <a:cxnLst/>
              <a:rect l="l" t="t" r="r" b="b"/>
              <a:pathLst>
                <a:path w="3909" h="2839" extrusionOk="0">
                  <a:moveTo>
                    <a:pt x="0" y="1303"/>
                  </a:moveTo>
                  <a:lnTo>
                    <a:pt x="1955" y="2839"/>
                  </a:lnTo>
                  <a:lnTo>
                    <a:pt x="3909" y="1303"/>
                  </a:lnTo>
                  <a:lnTo>
                    <a:pt x="3606" y="0"/>
                  </a:lnTo>
                  <a:lnTo>
                    <a:pt x="2769" y="675"/>
                  </a:lnTo>
                  <a:lnTo>
                    <a:pt x="1117" y="675"/>
                  </a:lnTo>
                  <a:lnTo>
                    <a:pt x="280" y="0"/>
                  </a:lnTo>
                  <a:close/>
                  <a:moveTo>
                    <a:pt x="0" y="1303"/>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119"/>
            <p:cNvSpPr/>
            <p:nvPr/>
          </p:nvSpPr>
          <p:spPr>
            <a:xfrm>
              <a:off x="6330150" y="1551450"/>
              <a:ext cx="182050" cy="84925"/>
            </a:xfrm>
            <a:custGeom>
              <a:avLst/>
              <a:gdLst/>
              <a:ahLst/>
              <a:cxnLst/>
              <a:rect l="l" t="t" r="r" b="b"/>
              <a:pathLst>
                <a:path w="7282" h="3397" extrusionOk="0">
                  <a:moveTo>
                    <a:pt x="3653" y="1536"/>
                  </a:moveTo>
                  <a:lnTo>
                    <a:pt x="5537" y="3397"/>
                  </a:lnTo>
                  <a:lnTo>
                    <a:pt x="7282" y="838"/>
                  </a:lnTo>
                  <a:lnTo>
                    <a:pt x="5607" y="0"/>
                  </a:lnTo>
                  <a:lnTo>
                    <a:pt x="3653" y="1536"/>
                  </a:lnTo>
                  <a:lnTo>
                    <a:pt x="1698" y="0"/>
                  </a:lnTo>
                  <a:lnTo>
                    <a:pt x="0" y="838"/>
                  </a:lnTo>
                  <a:lnTo>
                    <a:pt x="1745" y="3397"/>
                  </a:lnTo>
                  <a:close/>
                  <a:moveTo>
                    <a:pt x="3653" y="1536"/>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119"/>
            <p:cNvSpPr/>
            <p:nvPr/>
          </p:nvSpPr>
          <p:spPr>
            <a:xfrm>
              <a:off x="6237075" y="1572375"/>
              <a:ext cx="368775" cy="127400"/>
            </a:xfrm>
            <a:custGeom>
              <a:avLst/>
              <a:gdLst/>
              <a:ahLst/>
              <a:cxnLst/>
              <a:rect l="l" t="t" r="r" b="b"/>
              <a:pathLst>
                <a:path w="14751" h="5096" extrusionOk="0">
                  <a:moveTo>
                    <a:pt x="14750" y="5095"/>
                  </a:moveTo>
                  <a:lnTo>
                    <a:pt x="14750" y="2606"/>
                  </a:lnTo>
                  <a:cubicBezTo>
                    <a:pt x="14750" y="1489"/>
                    <a:pt x="13773" y="908"/>
                    <a:pt x="12680" y="559"/>
                  </a:cubicBezTo>
                  <a:lnTo>
                    <a:pt x="11005" y="1"/>
                  </a:lnTo>
                  <a:lnTo>
                    <a:pt x="9260" y="2583"/>
                  </a:lnTo>
                  <a:lnTo>
                    <a:pt x="7376" y="699"/>
                  </a:lnTo>
                  <a:lnTo>
                    <a:pt x="5468" y="2583"/>
                  </a:lnTo>
                  <a:lnTo>
                    <a:pt x="3723" y="1"/>
                  </a:lnTo>
                  <a:lnTo>
                    <a:pt x="2048" y="559"/>
                  </a:lnTo>
                  <a:cubicBezTo>
                    <a:pt x="978" y="908"/>
                    <a:pt x="1" y="1489"/>
                    <a:pt x="1" y="2606"/>
                  </a:cubicBezTo>
                  <a:lnTo>
                    <a:pt x="1" y="5095"/>
                  </a:lnTo>
                  <a:close/>
                  <a:moveTo>
                    <a:pt x="14750" y="5095"/>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119"/>
            <p:cNvSpPr/>
            <p:nvPr/>
          </p:nvSpPr>
          <p:spPr>
            <a:xfrm>
              <a:off x="6317925" y="1293800"/>
              <a:ext cx="76800" cy="107625"/>
            </a:xfrm>
            <a:custGeom>
              <a:avLst/>
              <a:gdLst/>
              <a:ahLst/>
              <a:cxnLst/>
              <a:rect l="l" t="t" r="r" b="b"/>
              <a:pathLst>
                <a:path w="3072" h="4305" extrusionOk="0">
                  <a:moveTo>
                    <a:pt x="3071" y="0"/>
                  </a:moveTo>
                  <a:lnTo>
                    <a:pt x="2234" y="0"/>
                  </a:lnTo>
                  <a:cubicBezTo>
                    <a:pt x="931" y="256"/>
                    <a:pt x="1" y="1396"/>
                    <a:pt x="1" y="2722"/>
                  </a:cubicBezTo>
                  <a:lnTo>
                    <a:pt x="1" y="4304"/>
                  </a:lnTo>
                  <a:lnTo>
                    <a:pt x="838" y="4304"/>
                  </a:lnTo>
                  <a:lnTo>
                    <a:pt x="838" y="2722"/>
                  </a:lnTo>
                  <a:cubicBezTo>
                    <a:pt x="838" y="1396"/>
                    <a:pt x="1769" y="256"/>
                    <a:pt x="3071" y="0"/>
                  </a:cubicBezTo>
                  <a:close/>
                  <a:moveTo>
                    <a:pt x="3071" y="0"/>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119"/>
            <p:cNvSpPr/>
            <p:nvPr/>
          </p:nvSpPr>
          <p:spPr>
            <a:xfrm>
              <a:off x="6373750" y="1236225"/>
              <a:ext cx="48900" cy="57025"/>
            </a:xfrm>
            <a:custGeom>
              <a:avLst/>
              <a:gdLst/>
              <a:ahLst/>
              <a:cxnLst/>
              <a:rect l="l" t="t" r="r" b="b"/>
              <a:pathLst>
                <a:path w="1956" h="2281" extrusionOk="0">
                  <a:moveTo>
                    <a:pt x="1955" y="0"/>
                  </a:moveTo>
                  <a:lnTo>
                    <a:pt x="1118" y="0"/>
                  </a:lnTo>
                  <a:cubicBezTo>
                    <a:pt x="513" y="0"/>
                    <a:pt x="1" y="512"/>
                    <a:pt x="1" y="1117"/>
                  </a:cubicBezTo>
                  <a:lnTo>
                    <a:pt x="1" y="2280"/>
                  </a:lnTo>
                  <a:lnTo>
                    <a:pt x="838" y="2280"/>
                  </a:lnTo>
                  <a:lnTo>
                    <a:pt x="838" y="1117"/>
                  </a:lnTo>
                  <a:cubicBezTo>
                    <a:pt x="838" y="512"/>
                    <a:pt x="1350" y="0"/>
                    <a:pt x="1955" y="0"/>
                  </a:cubicBezTo>
                  <a:close/>
                  <a:moveTo>
                    <a:pt x="1955" y="0"/>
                  </a:moveTo>
                  <a:close/>
                </a:path>
              </a:pathLst>
            </a:custGeom>
            <a:solidFill>
              <a:srgbClr val="7286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119"/>
            <p:cNvSpPr/>
            <p:nvPr/>
          </p:nvSpPr>
          <p:spPr>
            <a:xfrm>
              <a:off x="6303975" y="1401400"/>
              <a:ext cx="214050" cy="55275"/>
            </a:xfrm>
            <a:custGeom>
              <a:avLst/>
              <a:gdLst/>
              <a:ahLst/>
              <a:cxnLst/>
              <a:rect l="l" t="t" r="r" b="b"/>
              <a:pathLst>
                <a:path w="8562" h="2211" extrusionOk="0">
                  <a:moveTo>
                    <a:pt x="8003" y="2210"/>
                  </a:moveTo>
                  <a:lnTo>
                    <a:pt x="8561" y="2210"/>
                  </a:lnTo>
                  <a:lnTo>
                    <a:pt x="8561" y="0"/>
                  </a:lnTo>
                  <a:lnTo>
                    <a:pt x="8003" y="0"/>
                  </a:lnTo>
                  <a:close/>
                  <a:moveTo>
                    <a:pt x="559" y="2210"/>
                  </a:moveTo>
                  <a:lnTo>
                    <a:pt x="1117" y="2210"/>
                  </a:lnTo>
                  <a:cubicBezTo>
                    <a:pt x="815" y="2210"/>
                    <a:pt x="559" y="1954"/>
                    <a:pt x="559" y="1652"/>
                  </a:cubicBezTo>
                  <a:lnTo>
                    <a:pt x="559" y="558"/>
                  </a:lnTo>
                  <a:cubicBezTo>
                    <a:pt x="559" y="256"/>
                    <a:pt x="815" y="0"/>
                    <a:pt x="1117" y="0"/>
                  </a:cubicBezTo>
                  <a:lnTo>
                    <a:pt x="559" y="0"/>
                  </a:lnTo>
                  <a:cubicBezTo>
                    <a:pt x="256" y="0"/>
                    <a:pt x="0" y="256"/>
                    <a:pt x="0" y="558"/>
                  </a:cubicBezTo>
                  <a:lnTo>
                    <a:pt x="0" y="1652"/>
                  </a:lnTo>
                  <a:cubicBezTo>
                    <a:pt x="0" y="1954"/>
                    <a:pt x="256" y="2210"/>
                    <a:pt x="559" y="2210"/>
                  </a:cubicBezTo>
                  <a:close/>
                  <a:moveTo>
                    <a:pt x="559" y="2210"/>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119"/>
            <p:cNvSpPr/>
            <p:nvPr/>
          </p:nvSpPr>
          <p:spPr>
            <a:xfrm>
              <a:off x="6338875" y="1377550"/>
              <a:ext cx="82600" cy="158200"/>
            </a:xfrm>
            <a:custGeom>
              <a:avLst/>
              <a:gdLst/>
              <a:ahLst/>
              <a:cxnLst/>
              <a:rect l="l" t="t" r="r" b="b"/>
              <a:pathLst>
                <a:path w="3304" h="6328" extrusionOk="0">
                  <a:moveTo>
                    <a:pt x="2466" y="6328"/>
                  </a:moveTo>
                  <a:lnTo>
                    <a:pt x="3304" y="6328"/>
                  </a:lnTo>
                  <a:lnTo>
                    <a:pt x="838" y="4374"/>
                  </a:lnTo>
                  <a:lnTo>
                    <a:pt x="838" y="0"/>
                  </a:lnTo>
                  <a:lnTo>
                    <a:pt x="0" y="954"/>
                  </a:lnTo>
                  <a:lnTo>
                    <a:pt x="0" y="4374"/>
                  </a:lnTo>
                  <a:close/>
                  <a:moveTo>
                    <a:pt x="2466" y="6328"/>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119"/>
            <p:cNvSpPr/>
            <p:nvPr/>
          </p:nvSpPr>
          <p:spPr>
            <a:xfrm>
              <a:off x="6366775" y="1429300"/>
              <a:ext cx="94825" cy="27375"/>
            </a:xfrm>
            <a:custGeom>
              <a:avLst/>
              <a:gdLst/>
              <a:ahLst/>
              <a:cxnLst/>
              <a:rect l="l" t="t" r="r" b="b"/>
              <a:pathLst>
                <a:path w="3793" h="1095" extrusionOk="0">
                  <a:moveTo>
                    <a:pt x="559" y="1094"/>
                  </a:moveTo>
                  <a:lnTo>
                    <a:pt x="1048" y="1094"/>
                  </a:lnTo>
                  <a:cubicBezTo>
                    <a:pt x="769" y="1048"/>
                    <a:pt x="559" y="815"/>
                    <a:pt x="559" y="536"/>
                  </a:cubicBezTo>
                  <a:lnTo>
                    <a:pt x="559" y="1"/>
                  </a:lnTo>
                  <a:lnTo>
                    <a:pt x="1" y="1"/>
                  </a:lnTo>
                  <a:lnTo>
                    <a:pt x="1" y="536"/>
                  </a:lnTo>
                  <a:cubicBezTo>
                    <a:pt x="1" y="838"/>
                    <a:pt x="257" y="1094"/>
                    <a:pt x="559" y="1094"/>
                  </a:cubicBezTo>
                  <a:close/>
                  <a:moveTo>
                    <a:pt x="3304" y="1094"/>
                  </a:moveTo>
                  <a:lnTo>
                    <a:pt x="3793" y="1094"/>
                  </a:lnTo>
                  <a:cubicBezTo>
                    <a:pt x="3514" y="1048"/>
                    <a:pt x="3304" y="815"/>
                    <a:pt x="3304" y="536"/>
                  </a:cubicBezTo>
                  <a:lnTo>
                    <a:pt x="3304" y="1"/>
                  </a:lnTo>
                  <a:lnTo>
                    <a:pt x="2746" y="1"/>
                  </a:lnTo>
                  <a:lnTo>
                    <a:pt x="2746" y="536"/>
                  </a:lnTo>
                  <a:cubicBezTo>
                    <a:pt x="2746" y="838"/>
                    <a:pt x="3002" y="1094"/>
                    <a:pt x="3304" y="1094"/>
                  </a:cubicBezTo>
                  <a:close/>
                  <a:moveTo>
                    <a:pt x="3304" y="1094"/>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119"/>
            <p:cNvSpPr/>
            <p:nvPr/>
          </p:nvSpPr>
          <p:spPr>
            <a:xfrm>
              <a:off x="6372600" y="1518875"/>
              <a:ext cx="25025" cy="47125"/>
            </a:xfrm>
            <a:custGeom>
              <a:avLst/>
              <a:gdLst/>
              <a:ahLst/>
              <a:cxnLst/>
              <a:rect l="l" t="t" r="r" b="b"/>
              <a:pathLst>
                <a:path w="1001" h="1885" extrusionOk="0">
                  <a:moveTo>
                    <a:pt x="0" y="1303"/>
                  </a:moveTo>
                  <a:lnTo>
                    <a:pt x="745" y="1885"/>
                  </a:lnTo>
                  <a:lnTo>
                    <a:pt x="1001" y="582"/>
                  </a:lnTo>
                  <a:lnTo>
                    <a:pt x="280" y="0"/>
                  </a:lnTo>
                  <a:close/>
                  <a:moveTo>
                    <a:pt x="0" y="1303"/>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119"/>
            <p:cNvSpPr/>
            <p:nvPr/>
          </p:nvSpPr>
          <p:spPr>
            <a:xfrm>
              <a:off x="6237075" y="1588075"/>
              <a:ext cx="46575" cy="111700"/>
            </a:xfrm>
            <a:custGeom>
              <a:avLst/>
              <a:gdLst/>
              <a:ahLst/>
              <a:cxnLst/>
              <a:rect l="l" t="t" r="r" b="b"/>
              <a:pathLst>
                <a:path w="1863" h="4468" extrusionOk="0">
                  <a:moveTo>
                    <a:pt x="1862" y="1"/>
                  </a:moveTo>
                  <a:cubicBezTo>
                    <a:pt x="862" y="350"/>
                    <a:pt x="1" y="931"/>
                    <a:pt x="1" y="1978"/>
                  </a:cubicBezTo>
                  <a:lnTo>
                    <a:pt x="1" y="4467"/>
                  </a:lnTo>
                  <a:lnTo>
                    <a:pt x="838" y="4467"/>
                  </a:lnTo>
                  <a:lnTo>
                    <a:pt x="838" y="1978"/>
                  </a:lnTo>
                  <a:cubicBezTo>
                    <a:pt x="838" y="1304"/>
                    <a:pt x="1280" y="559"/>
                    <a:pt x="1862" y="1"/>
                  </a:cubicBezTo>
                  <a:close/>
                  <a:moveTo>
                    <a:pt x="1862" y="1"/>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119"/>
            <p:cNvSpPr/>
            <p:nvPr/>
          </p:nvSpPr>
          <p:spPr>
            <a:xfrm>
              <a:off x="6426675" y="1257150"/>
              <a:ext cx="77400" cy="105300"/>
            </a:xfrm>
            <a:custGeom>
              <a:avLst/>
              <a:gdLst/>
              <a:ahLst/>
              <a:cxnLst/>
              <a:rect l="l" t="t" r="r" b="b"/>
              <a:pathLst>
                <a:path w="3096" h="4212" extrusionOk="0">
                  <a:moveTo>
                    <a:pt x="1" y="1"/>
                  </a:moveTo>
                  <a:lnTo>
                    <a:pt x="1" y="559"/>
                  </a:lnTo>
                  <a:lnTo>
                    <a:pt x="559" y="559"/>
                  </a:lnTo>
                  <a:lnTo>
                    <a:pt x="559" y="1"/>
                  </a:lnTo>
                  <a:close/>
                  <a:moveTo>
                    <a:pt x="1" y="2234"/>
                  </a:moveTo>
                  <a:lnTo>
                    <a:pt x="1" y="2792"/>
                  </a:lnTo>
                  <a:lnTo>
                    <a:pt x="559" y="2792"/>
                  </a:lnTo>
                  <a:lnTo>
                    <a:pt x="559" y="2234"/>
                  </a:lnTo>
                  <a:close/>
                  <a:moveTo>
                    <a:pt x="1118" y="2234"/>
                  </a:moveTo>
                  <a:lnTo>
                    <a:pt x="1118" y="2792"/>
                  </a:lnTo>
                  <a:cubicBezTo>
                    <a:pt x="1909" y="2792"/>
                    <a:pt x="2537" y="3420"/>
                    <a:pt x="2537" y="4211"/>
                  </a:cubicBezTo>
                  <a:lnTo>
                    <a:pt x="3095" y="4211"/>
                  </a:lnTo>
                  <a:cubicBezTo>
                    <a:pt x="3072" y="3118"/>
                    <a:pt x="2211" y="2234"/>
                    <a:pt x="1118" y="2234"/>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119"/>
            <p:cNvSpPr/>
            <p:nvPr/>
          </p:nvSpPr>
          <p:spPr>
            <a:xfrm>
              <a:off x="6230100" y="1229250"/>
              <a:ext cx="382725" cy="477500"/>
            </a:xfrm>
            <a:custGeom>
              <a:avLst/>
              <a:gdLst/>
              <a:ahLst/>
              <a:cxnLst/>
              <a:rect l="l" t="t" r="r" b="b"/>
              <a:pathLst>
                <a:path w="15309" h="19100" extrusionOk="0">
                  <a:moveTo>
                    <a:pt x="5677" y="5816"/>
                  </a:moveTo>
                  <a:cubicBezTo>
                    <a:pt x="6305" y="6630"/>
                    <a:pt x="7026" y="7165"/>
                    <a:pt x="8213" y="7165"/>
                  </a:cubicBezTo>
                  <a:lnTo>
                    <a:pt x="10679" y="7165"/>
                  </a:lnTo>
                  <a:lnTo>
                    <a:pt x="10679" y="7724"/>
                  </a:lnTo>
                  <a:lnTo>
                    <a:pt x="4630" y="7724"/>
                  </a:lnTo>
                  <a:lnTo>
                    <a:pt x="4630" y="6979"/>
                  </a:lnTo>
                  <a:lnTo>
                    <a:pt x="5677" y="5816"/>
                  </a:lnTo>
                  <a:close/>
                  <a:moveTo>
                    <a:pt x="4072" y="7119"/>
                  </a:moveTo>
                  <a:lnTo>
                    <a:pt x="4072" y="8770"/>
                  </a:lnTo>
                  <a:lnTo>
                    <a:pt x="3514" y="8794"/>
                  </a:lnTo>
                  <a:cubicBezTo>
                    <a:pt x="3351" y="8794"/>
                    <a:pt x="3234" y="8677"/>
                    <a:pt x="3234" y="8515"/>
                  </a:cubicBezTo>
                  <a:lnTo>
                    <a:pt x="3234" y="7421"/>
                  </a:lnTo>
                  <a:cubicBezTo>
                    <a:pt x="3234" y="7258"/>
                    <a:pt x="3351" y="7119"/>
                    <a:pt x="3514" y="7119"/>
                  </a:cubicBezTo>
                  <a:close/>
                  <a:moveTo>
                    <a:pt x="6817" y="8259"/>
                  </a:moveTo>
                  <a:lnTo>
                    <a:pt x="6817" y="8515"/>
                  </a:lnTo>
                  <a:cubicBezTo>
                    <a:pt x="6817" y="8677"/>
                    <a:pt x="6678" y="8817"/>
                    <a:pt x="6515" y="8817"/>
                  </a:cubicBezTo>
                  <a:lnTo>
                    <a:pt x="6026" y="8817"/>
                  </a:lnTo>
                  <a:cubicBezTo>
                    <a:pt x="5863" y="8817"/>
                    <a:pt x="5724" y="8677"/>
                    <a:pt x="5724" y="8515"/>
                  </a:cubicBezTo>
                  <a:lnTo>
                    <a:pt x="5724" y="8259"/>
                  </a:lnTo>
                  <a:close/>
                  <a:moveTo>
                    <a:pt x="9539" y="8259"/>
                  </a:moveTo>
                  <a:lnTo>
                    <a:pt x="9539" y="8515"/>
                  </a:lnTo>
                  <a:cubicBezTo>
                    <a:pt x="9539" y="8677"/>
                    <a:pt x="9423" y="8817"/>
                    <a:pt x="9260" y="8817"/>
                  </a:cubicBezTo>
                  <a:lnTo>
                    <a:pt x="8748" y="8817"/>
                  </a:lnTo>
                  <a:cubicBezTo>
                    <a:pt x="8585" y="8817"/>
                    <a:pt x="8469" y="8677"/>
                    <a:pt x="8469" y="8515"/>
                  </a:cubicBezTo>
                  <a:lnTo>
                    <a:pt x="8469" y="8259"/>
                  </a:lnTo>
                  <a:close/>
                  <a:moveTo>
                    <a:pt x="11796" y="7165"/>
                  </a:moveTo>
                  <a:cubicBezTo>
                    <a:pt x="11958" y="7165"/>
                    <a:pt x="12075" y="7282"/>
                    <a:pt x="12075" y="7444"/>
                  </a:cubicBezTo>
                  <a:lnTo>
                    <a:pt x="12075" y="8538"/>
                  </a:lnTo>
                  <a:cubicBezTo>
                    <a:pt x="12075" y="8701"/>
                    <a:pt x="11958" y="8840"/>
                    <a:pt x="11796" y="8840"/>
                  </a:cubicBezTo>
                  <a:lnTo>
                    <a:pt x="11237" y="8840"/>
                  </a:lnTo>
                  <a:lnTo>
                    <a:pt x="11237" y="7165"/>
                  </a:lnTo>
                  <a:close/>
                  <a:moveTo>
                    <a:pt x="10656" y="8259"/>
                  </a:moveTo>
                  <a:lnTo>
                    <a:pt x="10656" y="10143"/>
                  </a:lnTo>
                  <a:lnTo>
                    <a:pt x="8376" y="11958"/>
                  </a:lnTo>
                  <a:lnTo>
                    <a:pt x="6910" y="11958"/>
                  </a:lnTo>
                  <a:lnTo>
                    <a:pt x="4630" y="10143"/>
                  </a:lnTo>
                  <a:lnTo>
                    <a:pt x="4630" y="8259"/>
                  </a:lnTo>
                  <a:lnTo>
                    <a:pt x="5189" y="8259"/>
                  </a:lnTo>
                  <a:lnTo>
                    <a:pt x="5189" y="8515"/>
                  </a:lnTo>
                  <a:cubicBezTo>
                    <a:pt x="5189" y="8980"/>
                    <a:pt x="5561" y="9352"/>
                    <a:pt x="6026" y="9352"/>
                  </a:cubicBezTo>
                  <a:lnTo>
                    <a:pt x="6515" y="9352"/>
                  </a:lnTo>
                  <a:cubicBezTo>
                    <a:pt x="6980" y="9352"/>
                    <a:pt x="7375" y="8980"/>
                    <a:pt x="7375" y="8515"/>
                  </a:cubicBezTo>
                  <a:lnTo>
                    <a:pt x="7375" y="8259"/>
                  </a:lnTo>
                  <a:lnTo>
                    <a:pt x="7934" y="8259"/>
                  </a:lnTo>
                  <a:lnTo>
                    <a:pt x="7934" y="8515"/>
                  </a:lnTo>
                  <a:cubicBezTo>
                    <a:pt x="7934" y="8980"/>
                    <a:pt x="8306" y="9352"/>
                    <a:pt x="8771" y="9352"/>
                  </a:cubicBezTo>
                  <a:lnTo>
                    <a:pt x="9260" y="9352"/>
                  </a:lnTo>
                  <a:cubicBezTo>
                    <a:pt x="9725" y="9352"/>
                    <a:pt x="10097" y="8980"/>
                    <a:pt x="10097" y="8515"/>
                  </a:cubicBezTo>
                  <a:lnTo>
                    <a:pt x="10097" y="8259"/>
                  </a:lnTo>
                  <a:close/>
                  <a:moveTo>
                    <a:pt x="9143" y="12074"/>
                  </a:moveTo>
                  <a:lnTo>
                    <a:pt x="9306" y="12772"/>
                  </a:lnTo>
                  <a:lnTo>
                    <a:pt x="7655" y="14051"/>
                  </a:lnTo>
                  <a:lnTo>
                    <a:pt x="6003" y="12772"/>
                  </a:lnTo>
                  <a:lnTo>
                    <a:pt x="6142" y="12074"/>
                  </a:lnTo>
                  <a:lnTo>
                    <a:pt x="6724" y="12516"/>
                  </a:lnTo>
                  <a:lnTo>
                    <a:pt x="8585" y="12516"/>
                  </a:lnTo>
                  <a:lnTo>
                    <a:pt x="9143" y="12074"/>
                  </a:lnTo>
                  <a:close/>
                  <a:moveTo>
                    <a:pt x="5654" y="13214"/>
                  </a:moveTo>
                  <a:lnTo>
                    <a:pt x="7213" y="14447"/>
                  </a:lnTo>
                  <a:lnTo>
                    <a:pt x="5817" y="15843"/>
                  </a:lnTo>
                  <a:lnTo>
                    <a:pt x="4421" y="13819"/>
                  </a:lnTo>
                  <a:lnTo>
                    <a:pt x="5654" y="13214"/>
                  </a:lnTo>
                  <a:close/>
                  <a:moveTo>
                    <a:pt x="9655" y="13191"/>
                  </a:moveTo>
                  <a:lnTo>
                    <a:pt x="10888" y="13819"/>
                  </a:lnTo>
                  <a:lnTo>
                    <a:pt x="9516" y="15843"/>
                  </a:lnTo>
                  <a:lnTo>
                    <a:pt x="8073" y="14424"/>
                  </a:lnTo>
                  <a:lnTo>
                    <a:pt x="9655" y="13191"/>
                  </a:lnTo>
                  <a:close/>
                  <a:moveTo>
                    <a:pt x="6887" y="0"/>
                  </a:moveTo>
                  <a:cubicBezTo>
                    <a:pt x="6096" y="0"/>
                    <a:pt x="5468" y="628"/>
                    <a:pt x="5468" y="1396"/>
                  </a:cubicBezTo>
                  <a:lnTo>
                    <a:pt x="5468" y="2350"/>
                  </a:lnTo>
                  <a:cubicBezTo>
                    <a:pt x="4840" y="2536"/>
                    <a:pt x="4281" y="2908"/>
                    <a:pt x="3886" y="3420"/>
                  </a:cubicBezTo>
                  <a:lnTo>
                    <a:pt x="4328" y="3769"/>
                  </a:lnTo>
                  <a:cubicBezTo>
                    <a:pt x="4816" y="3141"/>
                    <a:pt x="5538" y="2792"/>
                    <a:pt x="6305" y="2792"/>
                  </a:cubicBezTo>
                  <a:lnTo>
                    <a:pt x="6608" y="2792"/>
                  </a:lnTo>
                  <a:lnTo>
                    <a:pt x="6608" y="2233"/>
                  </a:lnTo>
                  <a:lnTo>
                    <a:pt x="6026" y="2233"/>
                  </a:lnTo>
                  <a:lnTo>
                    <a:pt x="6026" y="1396"/>
                  </a:lnTo>
                  <a:cubicBezTo>
                    <a:pt x="6026" y="931"/>
                    <a:pt x="6398" y="558"/>
                    <a:pt x="6864" y="558"/>
                  </a:cubicBezTo>
                  <a:lnTo>
                    <a:pt x="8422" y="558"/>
                  </a:lnTo>
                  <a:cubicBezTo>
                    <a:pt x="8888" y="558"/>
                    <a:pt x="9260" y="931"/>
                    <a:pt x="9260" y="1396"/>
                  </a:cubicBezTo>
                  <a:lnTo>
                    <a:pt x="9260" y="2257"/>
                  </a:lnTo>
                  <a:lnTo>
                    <a:pt x="7120" y="2257"/>
                  </a:lnTo>
                  <a:lnTo>
                    <a:pt x="7120" y="2815"/>
                  </a:lnTo>
                  <a:lnTo>
                    <a:pt x="8981" y="2815"/>
                  </a:lnTo>
                  <a:cubicBezTo>
                    <a:pt x="10376" y="2815"/>
                    <a:pt x="11493" y="3932"/>
                    <a:pt x="11493" y="5327"/>
                  </a:cubicBezTo>
                  <a:lnTo>
                    <a:pt x="11493" y="6607"/>
                  </a:lnTo>
                  <a:lnTo>
                    <a:pt x="8213" y="6607"/>
                  </a:lnTo>
                  <a:cubicBezTo>
                    <a:pt x="6887" y="6607"/>
                    <a:pt x="6282" y="5839"/>
                    <a:pt x="5538" y="4629"/>
                  </a:cubicBezTo>
                  <a:lnTo>
                    <a:pt x="5072" y="4932"/>
                  </a:lnTo>
                  <a:cubicBezTo>
                    <a:pt x="5165" y="5071"/>
                    <a:pt x="5258" y="5211"/>
                    <a:pt x="5351" y="5351"/>
                  </a:cubicBezTo>
                  <a:lnTo>
                    <a:pt x="4235" y="6607"/>
                  </a:lnTo>
                  <a:lnTo>
                    <a:pt x="3793" y="6607"/>
                  </a:lnTo>
                  <a:lnTo>
                    <a:pt x="3793" y="5327"/>
                  </a:lnTo>
                  <a:cubicBezTo>
                    <a:pt x="3793" y="4932"/>
                    <a:pt x="3886" y="4536"/>
                    <a:pt x="4072" y="4187"/>
                  </a:cubicBezTo>
                  <a:lnTo>
                    <a:pt x="3560" y="3932"/>
                  </a:lnTo>
                  <a:cubicBezTo>
                    <a:pt x="3351" y="4374"/>
                    <a:pt x="3234" y="4839"/>
                    <a:pt x="3234" y="5304"/>
                  </a:cubicBezTo>
                  <a:lnTo>
                    <a:pt x="3234" y="6653"/>
                  </a:lnTo>
                  <a:cubicBezTo>
                    <a:pt x="2909" y="6770"/>
                    <a:pt x="2676" y="7095"/>
                    <a:pt x="2676" y="7444"/>
                  </a:cubicBezTo>
                  <a:lnTo>
                    <a:pt x="2676" y="8538"/>
                  </a:lnTo>
                  <a:cubicBezTo>
                    <a:pt x="2676" y="9003"/>
                    <a:pt x="3048" y="9375"/>
                    <a:pt x="3514" y="9375"/>
                  </a:cubicBezTo>
                  <a:lnTo>
                    <a:pt x="4072" y="9375"/>
                  </a:lnTo>
                  <a:lnTo>
                    <a:pt x="4072" y="10422"/>
                  </a:lnTo>
                  <a:lnTo>
                    <a:pt x="5677" y="11702"/>
                  </a:lnTo>
                  <a:lnTo>
                    <a:pt x="5468" y="12702"/>
                  </a:lnTo>
                  <a:lnTo>
                    <a:pt x="3909" y="13470"/>
                  </a:lnTo>
                  <a:lnTo>
                    <a:pt x="2257" y="14028"/>
                  </a:lnTo>
                  <a:cubicBezTo>
                    <a:pt x="1699" y="14214"/>
                    <a:pt x="1" y="14772"/>
                    <a:pt x="1" y="16354"/>
                  </a:cubicBezTo>
                  <a:lnTo>
                    <a:pt x="1" y="19100"/>
                  </a:lnTo>
                  <a:lnTo>
                    <a:pt x="10283" y="19100"/>
                  </a:lnTo>
                  <a:lnTo>
                    <a:pt x="10283" y="18541"/>
                  </a:lnTo>
                  <a:lnTo>
                    <a:pt x="3374" y="18541"/>
                  </a:lnTo>
                  <a:lnTo>
                    <a:pt x="3374" y="17029"/>
                  </a:lnTo>
                  <a:lnTo>
                    <a:pt x="2816" y="17029"/>
                  </a:lnTo>
                  <a:lnTo>
                    <a:pt x="2816" y="18541"/>
                  </a:lnTo>
                  <a:lnTo>
                    <a:pt x="582" y="18541"/>
                  </a:lnTo>
                  <a:lnTo>
                    <a:pt x="582" y="16354"/>
                  </a:lnTo>
                  <a:cubicBezTo>
                    <a:pt x="582" y="15540"/>
                    <a:pt x="1164" y="14982"/>
                    <a:pt x="2444" y="14563"/>
                  </a:cubicBezTo>
                  <a:lnTo>
                    <a:pt x="3909" y="14051"/>
                  </a:lnTo>
                  <a:lnTo>
                    <a:pt x="5724" y="16727"/>
                  </a:lnTo>
                  <a:lnTo>
                    <a:pt x="7375" y="15098"/>
                  </a:lnTo>
                  <a:lnTo>
                    <a:pt x="7375" y="15726"/>
                  </a:lnTo>
                  <a:lnTo>
                    <a:pt x="7934" y="15726"/>
                  </a:lnTo>
                  <a:lnTo>
                    <a:pt x="7934" y="15098"/>
                  </a:lnTo>
                  <a:lnTo>
                    <a:pt x="9586" y="16727"/>
                  </a:lnTo>
                  <a:lnTo>
                    <a:pt x="11400" y="14051"/>
                  </a:lnTo>
                  <a:lnTo>
                    <a:pt x="12889" y="14540"/>
                  </a:lnTo>
                  <a:cubicBezTo>
                    <a:pt x="14168" y="14982"/>
                    <a:pt x="14750" y="15540"/>
                    <a:pt x="14750" y="16331"/>
                  </a:cubicBezTo>
                  <a:lnTo>
                    <a:pt x="14750" y="18541"/>
                  </a:lnTo>
                  <a:lnTo>
                    <a:pt x="12517" y="18541"/>
                  </a:lnTo>
                  <a:lnTo>
                    <a:pt x="12517" y="17029"/>
                  </a:lnTo>
                  <a:lnTo>
                    <a:pt x="11958" y="17029"/>
                  </a:lnTo>
                  <a:lnTo>
                    <a:pt x="11958" y="18541"/>
                  </a:lnTo>
                  <a:lnTo>
                    <a:pt x="10818" y="18541"/>
                  </a:lnTo>
                  <a:lnTo>
                    <a:pt x="10818" y="19100"/>
                  </a:lnTo>
                  <a:lnTo>
                    <a:pt x="15308" y="19100"/>
                  </a:lnTo>
                  <a:lnTo>
                    <a:pt x="15308" y="16331"/>
                  </a:lnTo>
                  <a:cubicBezTo>
                    <a:pt x="15308" y="14772"/>
                    <a:pt x="13610" y="14191"/>
                    <a:pt x="13052" y="14005"/>
                  </a:cubicBezTo>
                  <a:lnTo>
                    <a:pt x="13052" y="14028"/>
                  </a:lnTo>
                  <a:lnTo>
                    <a:pt x="11400" y="13470"/>
                  </a:lnTo>
                  <a:lnTo>
                    <a:pt x="9865" y="12702"/>
                  </a:lnTo>
                  <a:lnTo>
                    <a:pt x="9632" y="11702"/>
                  </a:lnTo>
                  <a:lnTo>
                    <a:pt x="11237" y="10422"/>
                  </a:lnTo>
                  <a:lnTo>
                    <a:pt x="11237" y="9375"/>
                  </a:lnTo>
                  <a:lnTo>
                    <a:pt x="11796" y="9375"/>
                  </a:lnTo>
                  <a:cubicBezTo>
                    <a:pt x="12261" y="9375"/>
                    <a:pt x="12633" y="9003"/>
                    <a:pt x="12633" y="8538"/>
                  </a:cubicBezTo>
                  <a:lnTo>
                    <a:pt x="12633" y="7444"/>
                  </a:lnTo>
                  <a:cubicBezTo>
                    <a:pt x="12633" y="7072"/>
                    <a:pt x="12400" y="6770"/>
                    <a:pt x="12075" y="6653"/>
                  </a:cubicBezTo>
                  <a:lnTo>
                    <a:pt x="12075" y="5304"/>
                  </a:lnTo>
                  <a:cubicBezTo>
                    <a:pt x="12075" y="3932"/>
                    <a:pt x="11167" y="2722"/>
                    <a:pt x="9841" y="2350"/>
                  </a:cubicBezTo>
                  <a:lnTo>
                    <a:pt x="9841" y="1396"/>
                  </a:lnTo>
                  <a:cubicBezTo>
                    <a:pt x="9841" y="628"/>
                    <a:pt x="9213" y="0"/>
                    <a:pt x="84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119"/>
            <p:cNvSpPr/>
            <p:nvPr/>
          </p:nvSpPr>
          <p:spPr>
            <a:xfrm>
              <a:off x="6404000" y="1486300"/>
              <a:ext cx="34925" cy="13975"/>
            </a:xfrm>
            <a:custGeom>
              <a:avLst/>
              <a:gdLst/>
              <a:ahLst/>
              <a:cxnLst/>
              <a:rect l="l" t="t" r="r" b="b"/>
              <a:pathLst>
                <a:path w="1397" h="559" extrusionOk="0">
                  <a:moveTo>
                    <a:pt x="1" y="1"/>
                  </a:moveTo>
                  <a:lnTo>
                    <a:pt x="1" y="559"/>
                  </a:lnTo>
                  <a:lnTo>
                    <a:pt x="1397" y="559"/>
                  </a:lnTo>
                  <a:lnTo>
                    <a:pt x="139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119"/>
            <p:cNvSpPr/>
            <p:nvPr/>
          </p:nvSpPr>
          <p:spPr>
            <a:xfrm>
              <a:off x="6414475" y="1664850"/>
              <a:ext cx="13975" cy="13975"/>
            </a:xfrm>
            <a:custGeom>
              <a:avLst/>
              <a:gdLst/>
              <a:ahLst/>
              <a:cxnLst/>
              <a:rect l="l" t="t" r="r" b="b"/>
              <a:pathLst>
                <a:path w="559" h="559" extrusionOk="0">
                  <a:moveTo>
                    <a:pt x="0" y="1"/>
                  </a:moveTo>
                  <a:lnTo>
                    <a:pt x="0"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119"/>
            <p:cNvSpPr/>
            <p:nvPr/>
          </p:nvSpPr>
          <p:spPr>
            <a:xfrm>
              <a:off x="6414475" y="1636925"/>
              <a:ext cx="13975" cy="14000"/>
            </a:xfrm>
            <a:custGeom>
              <a:avLst/>
              <a:gdLst/>
              <a:ahLst/>
              <a:cxnLst/>
              <a:rect l="l" t="t" r="r" b="b"/>
              <a:pathLst>
                <a:path w="559" h="560" extrusionOk="0">
                  <a:moveTo>
                    <a:pt x="0" y="1"/>
                  </a:moveTo>
                  <a:lnTo>
                    <a:pt x="0"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7" name="Google Shape;6087;p119"/>
          <p:cNvGrpSpPr/>
          <p:nvPr/>
        </p:nvGrpSpPr>
        <p:grpSpPr>
          <a:xfrm>
            <a:off x="4732449" y="1231185"/>
            <a:ext cx="421668" cy="474874"/>
            <a:chOff x="4730175" y="1229250"/>
            <a:chExt cx="424000" cy="477500"/>
          </a:xfrm>
        </p:grpSpPr>
        <p:sp>
          <p:nvSpPr>
            <p:cNvPr id="6088" name="Google Shape;6088;p119"/>
            <p:cNvSpPr/>
            <p:nvPr/>
          </p:nvSpPr>
          <p:spPr>
            <a:xfrm>
              <a:off x="4849400" y="1236225"/>
              <a:ext cx="184400" cy="106450"/>
            </a:xfrm>
            <a:custGeom>
              <a:avLst/>
              <a:gdLst/>
              <a:ahLst/>
              <a:cxnLst/>
              <a:rect l="l" t="t" r="r" b="b"/>
              <a:pathLst>
                <a:path w="7376" h="4258" extrusionOk="0">
                  <a:moveTo>
                    <a:pt x="0" y="4257"/>
                  </a:moveTo>
                  <a:lnTo>
                    <a:pt x="2327" y="2978"/>
                  </a:lnTo>
                  <a:lnTo>
                    <a:pt x="7375" y="4257"/>
                  </a:lnTo>
                  <a:lnTo>
                    <a:pt x="7375" y="1675"/>
                  </a:lnTo>
                  <a:cubicBezTo>
                    <a:pt x="7375" y="745"/>
                    <a:pt x="6631" y="0"/>
                    <a:pt x="5700" y="0"/>
                  </a:cubicBezTo>
                  <a:lnTo>
                    <a:pt x="1675" y="0"/>
                  </a:lnTo>
                  <a:cubicBezTo>
                    <a:pt x="1210" y="0"/>
                    <a:pt x="838" y="372"/>
                    <a:pt x="838" y="838"/>
                  </a:cubicBezTo>
                  <a:cubicBezTo>
                    <a:pt x="373" y="814"/>
                    <a:pt x="0" y="1187"/>
                    <a:pt x="0" y="1652"/>
                  </a:cubicBezTo>
                  <a:close/>
                  <a:moveTo>
                    <a:pt x="0" y="4257"/>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119"/>
            <p:cNvSpPr/>
            <p:nvPr/>
          </p:nvSpPr>
          <p:spPr>
            <a:xfrm>
              <a:off x="4849400" y="1310650"/>
              <a:ext cx="184975" cy="196625"/>
            </a:xfrm>
            <a:custGeom>
              <a:avLst/>
              <a:gdLst/>
              <a:ahLst/>
              <a:cxnLst/>
              <a:rect l="l" t="t" r="r" b="b"/>
              <a:pathLst>
                <a:path w="7399" h="7865" extrusionOk="0">
                  <a:moveTo>
                    <a:pt x="2327" y="7864"/>
                  </a:moveTo>
                  <a:lnTo>
                    <a:pt x="5072" y="7864"/>
                  </a:lnTo>
                  <a:lnTo>
                    <a:pt x="7398" y="5538"/>
                  </a:lnTo>
                  <a:lnTo>
                    <a:pt x="7398" y="3514"/>
                  </a:lnTo>
                  <a:cubicBezTo>
                    <a:pt x="7398" y="4119"/>
                    <a:pt x="6886" y="4630"/>
                    <a:pt x="6282" y="4630"/>
                  </a:cubicBezTo>
                  <a:lnTo>
                    <a:pt x="5374" y="4630"/>
                  </a:lnTo>
                  <a:cubicBezTo>
                    <a:pt x="4769" y="4630"/>
                    <a:pt x="4258" y="4119"/>
                    <a:pt x="4258" y="3514"/>
                  </a:cubicBezTo>
                  <a:lnTo>
                    <a:pt x="4258" y="2397"/>
                  </a:lnTo>
                  <a:lnTo>
                    <a:pt x="7375" y="2397"/>
                  </a:lnTo>
                  <a:lnTo>
                    <a:pt x="7375" y="1280"/>
                  </a:lnTo>
                  <a:lnTo>
                    <a:pt x="2327" y="1"/>
                  </a:lnTo>
                  <a:lnTo>
                    <a:pt x="0" y="1280"/>
                  </a:lnTo>
                  <a:lnTo>
                    <a:pt x="0" y="2397"/>
                  </a:lnTo>
                  <a:lnTo>
                    <a:pt x="3141" y="2397"/>
                  </a:lnTo>
                  <a:lnTo>
                    <a:pt x="3141" y="3514"/>
                  </a:lnTo>
                  <a:cubicBezTo>
                    <a:pt x="3141" y="4142"/>
                    <a:pt x="2629" y="4630"/>
                    <a:pt x="2024" y="4630"/>
                  </a:cubicBezTo>
                  <a:lnTo>
                    <a:pt x="1117" y="4630"/>
                  </a:lnTo>
                  <a:cubicBezTo>
                    <a:pt x="512" y="4630"/>
                    <a:pt x="0" y="4142"/>
                    <a:pt x="0" y="3514"/>
                  </a:cubicBezTo>
                  <a:lnTo>
                    <a:pt x="0" y="5561"/>
                  </a:lnTo>
                  <a:close/>
                  <a:moveTo>
                    <a:pt x="2327" y="7864"/>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119"/>
            <p:cNvSpPr/>
            <p:nvPr/>
          </p:nvSpPr>
          <p:spPr>
            <a:xfrm>
              <a:off x="4849400" y="1370575"/>
              <a:ext cx="184975" cy="55850"/>
            </a:xfrm>
            <a:custGeom>
              <a:avLst/>
              <a:gdLst/>
              <a:ahLst/>
              <a:cxnLst/>
              <a:rect l="l" t="t" r="r" b="b"/>
              <a:pathLst>
                <a:path w="7399" h="2234" extrusionOk="0">
                  <a:moveTo>
                    <a:pt x="4258" y="1117"/>
                  </a:moveTo>
                  <a:cubicBezTo>
                    <a:pt x="4258" y="1722"/>
                    <a:pt x="4746" y="2233"/>
                    <a:pt x="5374" y="2233"/>
                  </a:cubicBezTo>
                  <a:lnTo>
                    <a:pt x="6258" y="2233"/>
                  </a:lnTo>
                  <a:cubicBezTo>
                    <a:pt x="6886" y="2233"/>
                    <a:pt x="7375" y="1722"/>
                    <a:pt x="7398" y="1117"/>
                  </a:cubicBezTo>
                  <a:lnTo>
                    <a:pt x="7398" y="0"/>
                  </a:lnTo>
                  <a:lnTo>
                    <a:pt x="4258" y="0"/>
                  </a:lnTo>
                  <a:close/>
                  <a:moveTo>
                    <a:pt x="1117" y="2233"/>
                  </a:moveTo>
                  <a:lnTo>
                    <a:pt x="2024" y="2233"/>
                  </a:lnTo>
                  <a:cubicBezTo>
                    <a:pt x="2629" y="2233"/>
                    <a:pt x="3141" y="1722"/>
                    <a:pt x="3141" y="1117"/>
                  </a:cubicBezTo>
                  <a:lnTo>
                    <a:pt x="3141" y="0"/>
                  </a:lnTo>
                  <a:lnTo>
                    <a:pt x="0" y="0"/>
                  </a:lnTo>
                  <a:lnTo>
                    <a:pt x="0" y="1117"/>
                  </a:lnTo>
                  <a:cubicBezTo>
                    <a:pt x="0" y="1745"/>
                    <a:pt x="512" y="2233"/>
                    <a:pt x="1117" y="2233"/>
                  </a:cubicBezTo>
                  <a:close/>
                  <a:moveTo>
                    <a:pt x="1117" y="2233"/>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119"/>
            <p:cNvSpPr/>
            <p:nvPr/>
          </p:nvSpPr>
          <p:spPr>
            <a:xfrm>
              <a:off x="4817400" y="1356600"/>
              <a:ext cx="248375" cy="70975"/>
            </a:xfrm>
            <a:custGeom>
              <a:avLst/>
              <a:gdLst/>
              <a:ahLst/>
              <a:cxnLst/>
              <a:rect l="l" t="t" r="r" b="b"/>
              <a:pathLst>
                <a:path w="9935" h="2839" extrusionOk="0">
                  <a:moveTo>
                    <a:pt x="8655" y="2816"/>
                  </a:moveTo>
                  <a:lnTo>
                    <a:pt x="9376" y="2537"/>
                  </a:lnTo>
                  <a:cubicBezTo>
                    <a:pt x="9655" y="2420"/>
                    <a:pt x="9935" y="2281"/>
                    <a:pt x="9935" y="1978"/>
                  </a:cubicBezTo>
                  <a:lnTo>
                    <a:pt x="9935" y="559"/>
                  </a:lnTo>
                  <a:cubicBezTo>
                    <a:pt x="9935" y="257"/>
                    <a:pt x="9679" y="1"/>
                    <a:pt x="9376" y="1"/>
                  </a:cubicBezTo>
                  <a:lnTo>
                    <a:pt x="8655" y="1"/>
                  </a:lnTo>
                  <a:close/>
                  <a:moveTo>
                    <a:pt x="1" y="1978"/>
                  </a:moveTo>
                  <a:cubicBezTo>
                    <a:pt x="1" y="2281"/>
                    <a:pt x="280" y="2420"/>
                    <a:pt x="559" y="2537"/>
                  </a:cubicBezTo>
                  <a:lnTo>
                    <a:pt x="1280" y="2839"/>
                  </a:lnTo>
                  <a:lnTo>
                    <a:pt x="1280" y="1"/>
                  </a:lnTo>
                  <a:lnTo>
                    <a:pt x="559" y="1"/>
                  </a:lnTo>
                  <a:cubicBezTo>
                    <a:pt x="257" y="1"/>
                    <a:pt x="1" y="257"/>
                    <a:pt x="1" y="559"/>
                  </a:cubicBezTo>
                  <a:close/>
                  <a:moveTo>
                    <a:pt x="1" y="1978"/>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119"/>
            <p:cNvSpPr/>
            <p:nvPr/>
          </p:nvSpPr>
          <p:spPr>
            <a:xfrm>
              <a:off x="4880800" y="1481075"/>
              <a:ext cx="121000" cy="75050"/>
            </a:xfrm>
            <a:custGeom>
              <a:avLst/>
              <a:gdLst/>
              <a:ahLst/>
              <a:cxnLst/>
              <a:rect l="l" t="t" r="r" b="b"/>
              <a:pathLst>
                <a:path w="4840" h="3002" extrusionOk="0">
                  <a:moveTo>
                    <a:pt x="1" y="1885"/>
                  </a:moveTo>
                  <a:lnTo>
                    <a:pt x="2420" y="3001"/>
                  </a:lnTo>
                  <a:lnTo>
                    <a:pt x="4840" y="1885"/>
                  </a:lnTo>
                  <a:lnTo>
                    <a:pt x="4840" y="0"/>
                  </a:lnTo>
                  <a:lnTo>
                    <a:pt x="3793" y="1047"/>
                  </a:lnTo>
                  <a:lnTo>
                    <a:pt x="1048" y="1047"/>
                  </a:lnTo>
                  <a:lnTo>
                    <a:pt x="1" y="0"/>
                  </a:lnTo>
                  <a:close/>
                  <a:moveTo>
                    <a:pt x="1" y="1885"/>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119"/>
            <p:cNvSpPr/>
            <p:nvPr/>
          </p:nvSpPr>
          <p:spPr>
            <a:xfrm>
              <a:off x="4845325" y="1528175"/>
              <a:ext cx="96575" cy="68650"/>
            </a:xfrm>
            <a:custGeom>
              <a:avLst/>
              <a:gdLst/>
              <a:ahLst/>
              <a:cxnLst/>
              <a:rect l="l" t="t" r="r" b="b"/>
              <a:pathLst>
                <a:path w="3863" h="2746" extrusionOk="0">
                  <a:moveTo>
                    <a:pt x="1978" y="2746"/>
                  </a:moveTo>
                  <a:lnTo>
                    <a:pt x="3862" y="1117"/>
                  </a:lnTo>
                  <a:lnTo>
                    <a:pt x="1420" y="1"/>
                  </a:lnTo>
                  <a:lnTo>
                    <a:pt x="1" y="419"/>
                  </a:lnTo>
                  <a:close/>
                  <a:moveTo>
                    <a:pt x="1978" y="2746"/>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119"/>
            <p:cNvSpPr/>
            <p:nvPr/>
          </p:nvSpPr>
          <p:spPr>
            <a:xfrm>
              <a:off x="4941875" y="1528750"/>
              <a:ext cx="95975" cy="68650"/>
            </a:xfrm>
            <a:custGeom>
              <a:avLst/>
              <a:gdLst/>
              <a:ahLst/>
              <a:cxnLst/>
              <a:rect l="l" t="t" r="r" b="b"/>
              <a:pathLst>
                <a:path w="3839" h="2746" extrusionOk="0">
                  <a:moveTo>
                    <a:pt x="0" y="1094"/>
                  </a:moveTo>
                  <a:lnTo>
                    <a:pt x="1885" y="2746"/>
                  </a:lnTo>
                  <a:lnTo>
                    <a:pt x="3839" y="420"/>
                  </a:lnTo>
                  <a:lnTo>
                    <a:pt x="2420" y="1"/>
                  </a:lnTo>
                  <a:close/>
                  <a:moveTo>
                    <a:pt x="0" y="1094"/>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119"/>
            <p:cNvSpPr/>
            <p:nvPr/>
          </p:nvSpPr>
          <p:spPr>
            <a:xfrm>
              <a:off x="4810425" y="1538650"/>
              <a:ext cx="262900" cy="161125"/>
            </a:xfrm>
            <a:custGeom>
              <a:avLst/>
              <a:gdLst/>
              <a:ahLst/>
              <a:cxnLst/>
              <a:rect l="l" t="t" r="r" b="b"/>
              <a:pathLst>
                <a:path w="10516" h="6445" extrusionOk="0">
                  <a:moveTo>
                    <a:pt x="1" y="140"/>
                  </a:moveTo>
                  <a:lnTo>
                    <a:pt x="5258" y="6444"/>
                  </a:lnTo>
                  <a:lnTo>
                    <a:pt x="10516" y="140"/>
                  </a:lnTo>
                  <a:lnTo>
                    <a:pt x="9097" y="0"/>
                  </a:lnTo>
                  <a:lnTo>
                    <a:pt x="7119" y="2327"/>
                  </a:lnTo>
                  <a:lnTo>
                    <a:pt x="5258" y="698"/>
                  </a:lnTo>
                  <a:lnTo>
                    <a:pt x="3374" y="2327"/>
                  </a:lnTo>
                  <a:lnTo>
                    <a:pt x="1420" y="0"/>
                  </a:lnTo>
                  <a:close/>
                  <a:moveTo>
                    <a:pt x="1" y="140"/>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119"/>
            <p:cNvSpPr/>
            <p:nvPr/>
          </p:nvSpPr>
          <p:spPr>
            <a:xfrm>
              <a:off x="4736575" y="1542125"/>
              <a:ext cx="410625" cy="157650"/>
            </a:xfrm>
            <a:custGeom>
              <a:avLst/>
              <a:gdLst/>
              <a:ahLst/>
              <a:cxnLst/>
              <a:rect l="l" t="t" r="r" b="b"/>
              <a:pathLst>
                <a:path w="16425" h="6306" extrusionOk="0">
                  <a:moveTo>
                    <a:pt x="8212" y="6305"/>
                  </a:moveTo>
                  <a:lnTo>
                    <a:pt x="2955" y="1"/>
                  </a:lnTo>
                  <a:cubicBezTo>
                    <a:pt x="1326" y="164"/>
                    <a:pt x="0" y="1327"/>
                    <a:pt x="0" y="2955"/>
                  </a:cubicBezTo>
                  <a:lnTo>
                    <a:pt x="0" y="6305"/>
                  </a:lnTo>
                  <a:lnTo>
                    <a:pt x="16424" y="6305"/>
                  </a:lnTo>
                  <a:lnTo>
                    <a:pt x="16424" y="2955"/>
                  </a:lnTo>
                  <a:cubicBezTo>
                    <a:pt x="16424" y="1327"/>
                    <a:pt x="15075" y="164"/>
                    <a:pt x="13470" y="1"/>
                  </a:cubicBezTo>
                  <a:close/>
                  <a:moveTo>
                    <a:pt x="8212" y="6305"/>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119"/>
            <p:cNvSpPr/>
            <p:nvPr/>
          </p:nvSpPr>
          <p:spPr>
            <a:xfrm>
              <a:off x="4849400" y="1235625"/>
              <a:ext cx="56425" cy="107050"/>
            </a:xfrm>
            <a:custGeom>
              <a:avLst/>
              <a:gdLst/>
              <a:ahLst/>
              <a:cxnLst/>
              <a:rect l="l" t="t" r="r" b="b"/>
              <a:pathLst>
                <a:path w="2257" h="4282" extrusionOk="0">
                  <a:moveTo>
                    <a:pt x="0" y="4281"/>
                  </a:moveTo>
                  <a:lnTo>
                    <a:pt x="838" y="3816"/>
                  </a:lnTo>
                  <a:lnTo>
                    <a:pt x="838" y="1699"/>
                  </a:lnTo>
                  <a:cubicBezTo>
                    <a:pt x="838" y="1490"/>
                    <a:pt x="908" y="1280"/>
                    <a:pt x="1047" y="1141"/>
                  </a:cubicBezTo>
                  <a:lnTo>
                    <a:pt x="1396" y="1141"/>
                  </a:lnTo>
                  <a:lnTo>
                    <a:pt x="1396" y="838"/>
                  </a:lnTo>
                  <a:cubicBezTo>
                    <a:pt x="1396" y="373"/>
                    <a:pt x="1792" y="1"/>
                    <a:pt x="2257" y="24"/>
                  </a:cubicBezTo>
                  <a:lnTo>
                    <a:pt x="1699" y="24"/>
                  </a:lnTo>
                  <a:cubicBezTo>
                    <a:pt x="1233" y="1"/>
                    <a:pt x="838" y="373"/>
                    <a:pt x="838" y="838"/>
                  </a:cubicBezTo>
                  <a:cubicBezTo>
                    <a:pt x="373" y="838"/>
                    <a:pt x="0" y="1211"/>
                    <a:pt x="0" y="1676"/>
                  </a:cubicBezTo>
                  <a:close/>
                  <a:moveTo>
                    <a:pt x="0" y="4281"/>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119"/>
            <p:cNvSpPr/>
            <p:nvPr/>
          </p:nvSpPr>
          <p:spPr>
            <a:xfrm>
              <a:off x="4849400" y="1331025"/>
              <a:ext cx="79125" cy="176250"/>
            </a:xfrm>
            <a:custGeom>
              <a:avLst/>
              <a:gdLst/>
              <a:ahLst/>
              <a:cxnLst/>
              <a:rect l="l" t="t" r="r" b="b"/>
              <a:pathLst>
                <a:path w="3165" h="7050" extrusionOk="0">
                  <a:moveTo>
                    <a:pt x="2327" y="7049"/>
                  </a:moveTo>
                  <a:lnTo>
                    <a:pt x="3164" y="7049"/>
                  </a:lnTo>
                  <a:lnTo>
                    <a:pt x="838" y="4723"/>
                  </a:lnTo>
                  <a:lnTo>
                    <a:pt x="838" y="3769"/>
                  </a:lnTo>
                  <a:cubicBezTo>
                    <a:pt x="349" y="3629"/>
                    <a:pt x="0" y="3187"/>
                    <a:pt x="0" y="2675"/>
                  </a:cubicBezTo>
                  <a:lnTo>
                    <a:pt x="0" y="4723"/>
                  </a:lnTo>
                  <a:close/>
                  <a:moveTo>
                    <a:pt x="838" y="0"/>
                  </a:moveTo>
                  <a:lnTo>
                    <a:pt x="0" y="465"/>
                  </a:lnTo>
                  <a:lnTo>
                    <a:pt x="0" y="1582"/>
                  </a:lnTo>
                  <a:lnTo>
                    <a:pt x="838" y="1582"/>
                  </a:lnTo>
                  <a:close/>
                  <a:moveTo>
                    <a:pt x="838" y="0"/>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119"/>
            <p:cNvSpPr/>
            <p:nvPr/>
          </p:nvSpPr>
          <p:spPr>
            <a:xfrm>
              <a:off x="4880800" y="1481075"/>
              <a:ext cx="21550" cy="57025"/>
            </a:xfrm>
            <a:custGeom>
              <a:avLst/>
              <a:gdLst/>
              <a:ahLst/>
              <a:cxnLst/>
              <a:rect l="l" t="t" r="r" b="b"/>
              <a:pathLst>
                <a:path w="862" h="2281" extrusionOk="0">
                  <a:moveTo>
                    <a:pt x="1" y="1885"/>
                  </a:moveTo>
                  <a:lnTo>
                    <a:pt x="861" y="2280"/>
                  </a:lnTo>
                  <a:lnTo>
                    <a:pt x="861" y="838"/>
                  </a:lnTo>
                  <a:lnTo>
                    <a:pt x="1" y="0"/>
                  </a:lnTo>
                  <a:close/>
                  <a:moveTo>
                    <a:pt x="1" y="1885"/>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119"/>
            <p:cNvSpPr/>
            <p:nvPr/>
          </p:nvSpPr>
          <p:spPr>
            <a:xfrm>
              <a:off x="4817400" y="1356025"/>
              <a:ext cx="230925" cy="70975"/>
            </a:xfrm>
            <a:custGeom>
              <a:avLst/>
              <a:gdLst/>
              <a:ahLst/>
              <a:cxnLst/>
              <a:rect l="l" t="t" r="r" b="b"/>
              <a:pathLst>
                <a:path w="9237" h="2839" extrusionOk="0">
                  <a:moveTo>
                    <a:pt x="8655" y="2839"/>
                  </a:moveTo>
                  <a:lnTo>
                    <a:pt x="9237" y="2606"/>
                  </a:lnTo>
                  <a:lnTo>
                    <a:pt x="9237" y="0"/>
                  </a:lnTo>
                  <a:lnTo>
                    <a:pt x="8655" y="0"/>
                  </a:lnTo>
                  <a:close/>
                  <a:moveTo>
                    <a:pt x="1" y="2001"/>
                  </a:moveTo>
                  <a:cubicBezTo>
                    <a:pt x="1" y="2304"/>
                    <a:pt x="280" y="2443"/>
                    <a:pt x="559" y="2560"/>
                  </a:cubicBezTo>
                  <a:lnTo>
                    <a:pt x="559" y="582"/>
                  </a:lnTo>
                  <a:cubicBezTo>
                    <a:pt x="559" y="280"/>
                    <a:pt x="815" y="24"/>
                    <a:pt x="1118" y="24"/>
                  </a:cubicBezTo>
                  <a:lnTo>
                    <a:pt x="559" y="24"/>
                  </a:lnTo>
                  <a:cubicBezTo>
                    <a:pt x="257" y="24"/>
                    <a:pt x="1" y="280"/>
                    <a:pt x="1" y="582"/>
                  </a:cubicBezTo>
                  <a:close/>
                  <a:moveTo>
                    <a:pt x="1" y="2001"/>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119"/>
            <p:cNvSpPr/>
            <p:nvPr/>
          </p:nvSpPr>
          <p:spPr>
            <a:xfrm>
              <a:off x="4736575" y="1549125"/>
              <a:ext cx="46550" cy="150650"/>
            </a:xfrm>
            <a:custGeom>
              <a:avLst/>
              <a:gdLst/>
              <a:ahLst/>
              <a:cxnLst/>
              <a:rect l="l" t="t" r="r" b="b"/>
              <a:pathLst>
                <a:path w="1862" h="6026" extrusionOk="0">
                  <a:moveTo>
                    <a:pt x="1861" y="0"/>
                  </a:moveTo>
                  <a:cubicBezTo>
                    <a:pt x="745" y="419"/>
                    <a:pt x="23" y="1489"/>
                    <a:pt x="0" y="2675"/>
                  </a:cubicBezTo>
                  <a:lnTo>
                    <a:pt x="0" y="6025"/>
                  </a:lnTo>
                  <a:lnTo>
                    <a:pt x="838" y="6025"/>
                  </a:lnTo>
                  <a:lnTo>
                    <a:pt x="838" y="2675"/>
                  </a:lnTo>
                  <a:cubicBezTo>
                    <a:pt x="838" y="1675"/>
                    <a:pt x="1117" y="651"/>
                    <a:pt x="1861" y="0"/>
                  </a:cubicBezTo>
                  <a:close/>
                  <a:moveTo>
                    <a:pt x="1861" y="0"/>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119"/>
            <p:cNvSpPr/>
            <p:nvPr/>
          </p:nvSpPr>
          <p:spPr>
            <a:xfrm>
              <a:off x="4849400" y="1370575"/>
              <a:ext cx="155300" cy="55850"/>
            </a:xfrm>
            <a:custGeom>
              <a:avLst/>
              <a:gdLst/>
              <a:ahLst/>
              <a:cxnLst/>
              <a:rect l="l" t="t" r="r" b="b"/>
              <a:pathLst>
                <a:path w="6212" h="2234" extrusionOk="0">
                  <a:moveTo>
                    <a:pt x="4258" y="1117"/>
                  </a:moveTo>
                  <a:cubicBezTo>
                    <a:pt x="4258" y="1722"/>
                    <a:pt x="4746" y="2233"/>
                    <a:pt x="5374" y="2233"/>
                  </a:cubicBezTo>
                  <a:lnTo>
                    <a:pt x="6212" y="2233"/>
                  </a:lnTo>
                  <a:cubicBezTo>
                    <a:pt x="5584" y="2233"/>
                    <a:pt x="5095" y="1722"/>
                    <a:pt x="5095" y="1117"/>
                  </a:cubicBezTo>
                  <a:lnTo>
                    <a:pt x="5095" y="0"/>
                  </a:lnTo>
                  <a:lnTo>
                    <a:pt x="4258" y="0"/>
                  </a:lnTo>
                  <a:close/>
                  <a:moveTo>
                    <a:pt x="1117" y="2233"/>
                  </a:moveTo>
                  <a:lnTo>
                    <a:pt x="1978" y="2233"/>
                  </a:lnTo>
                  <a:cubicBezTo>
                    <a:pt x="1350" y="2233"/>
                    <a:pt x="838" y="1722"/>
                    <a:pt x="838" y="1117"/>
                  </a:cubicBezTo>
                  <a:lnTo>
                    <a:pt x="838" y="0"/>
                  </a:lnTo>
                  <a:lnTo>
                    <a:pt x="0" y="0"/>
                  </a:lnTo>
                  <a:lnTo>
                    <a:pt x="0" y="1117"/>
                  </a:lnTo>
                  <a:cubicBezTo>
                    <a:pt x="0" y="1745"/>
                    <a:pt x="512" y="2233"/>
                    <a:pt x="1117" y="2233"/>
                  </a:cubicBezTo>
                  <a:close/>
                  <a:moveTo>
                    <a:pt x="1117" y="2233"/>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119"/>
            <p:cNvSpPr/>
            <p:nvPr/>
          </p:nvSpPr>
          <p:spPr>
            <a:xfrm>
              <a:off x="4845325" y="1528175"/>
              <a:ext cx="192525" cy="68650"/>
            </a:xfrm>
            <a:custGeom>
              <a:avLst/>
              <a:gdLst/>
              <a:ahLst/>
              <a:cxnLst/>
              <a:rect l="l" t="t" r="r" b="b"/>
              <a:pathLst>
                <a:path w="7701" h="2746" extrusionOk="0">
                  <a:moveTo>
                    <a:pt x="1978" y="2746"/>
                  </a:moveTo>
                  <a:lnTo>
                    <a:pt x="3862" y="1117"/>
                  </a:lnTo>
                  <a:lnTo>
                    <a:pt x="5747" y="2746"/>
                  </a:lnTo>
                  <a:lnTo>
                    <a:pt x="7701" y="419"/>
                  </a:lnTo>
                  <a:lnTo>
                    <a:pt x="6282" y="24"/>
                  </a:lnTo>
                  <a:lnTo>
                    <a:pt x="3862" y="1140"/>
                  </a:lnTo>
                  <a:lnTo>
                    <a:pt x="1420" y="1"/>
                  </a:lnTo>
                  <a:lnTo>
                    <a:pt x="1" y="419"/>
                  </a:lnTo>
                  <a:close/>
                  <a:moveTo>
                    <a:pt x="1978" y="2746"/>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119"/>
            <p:cNvSpPr/>
            <p:nvPr/>
          </p:nvSpPr>
          <p:spPr>
            <a:xfrm>
              <a:off x="4957000" y="1257150"/>
              <a:ext cx="169250" cy="386800"/>
            </a:xfrm>
            <a:custGeom>
              <a:avLst/>
              <a:gdLst/>
              <a:ahLst/>
              <a:cxnLst/>
              <a:rect l="l" t="t" r="r" b="b"/>
              <a:pathLst>
                <a:path w="6770" h="15472" extrusionOk="0">
                  <a:moveTo>
                    <a:pt x="0" y="1"/>
                  </a:moveTo>
                  <a:lnTo>
                    <a:pt x="0" y="559"/>
                  </a:lnTo>
                  <a:lnTo>
                    <a:pt x="559" y="559"/>
                  </a:lnTo>
                  <a:lnTo>
                    <a:pt x="559" y="1"/>
                  </a:lnTo>
                  <a:close/>
                  <a:moveTo>
                    <a:pt x="1117" y="1"/>
                  </a:moveTo>
                  <a:lnTo>
                    <a:pt x="1117" y="559"/>
                  </a:lnTo>
                  <a:lnTo>
                    <a:pt x="1675" y="559"/>
                  </a:lnTo>
                  <a:lnTo>
                    <a:pt x="1675" y="1"/>
                  </a:lnTo>
                  <a:close/>
                  <a:moveTo>
                    <a:pt x="5211" y="12330"/>
                  </a:moveTo>
                  <a:lnTo>
                    <a:pt x="5072" y="12866"/>
                  </a:lnTo>
                  <a:cubicBezTo>
                    <a:pt x="5723" y="13052"/>
                    <a:pt x="6188" y="13656"/>
                    <a:pt x="6212" y="14354"/>
                  </a:cubicBezTo>
                  <a:lnTo>
                    <a:pt x="6770" y="14354"/>
                  </a:lnTo>
                  <a:cubicBezTo>
                    <a:pt x="6747" y="13401"/>
                    <a:pt x="6119" y="12586"/>
                    <a:pt x="5211" y="12330"/>
                  </a:cubicBezTo>
                  <a:close/>
                  <a:moveTo>
                    <a:pt x="6212" y="14913"/>
                  </a:moveTo>
                  <a:lnTo>
                    <a:pt x="6212" y="15471"/>
                  </a:lnTo>
                  <a:lnTo>
                    <a:pt x="6770" y="15471"/>
                  </a:lnTo>
                  <a:lnTo>
                    <a:pt x="6770" y="14913"/>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119"/>
            <p:cNvSpPr/>
            <p:nvPr/>
          </p:nvSpPr>
          <p:spPr>
            <a:xfrm>
              <a:off x="4730175" y="1229250"/>
              <a:ext cx="424000" cy="477500"/>
            </a:xfrm>
            <a:custGeom>
              <a:avLst/>
              <a:gdLst/>
              <a:ahLst/>
              <a:cxnLst/>
              <a:rect l="l" t="t" r="r" b="b"/>
              <a:pathLst>
                <a:path w="16960" h="19100" extrusionOk="0">
                  <a:moveTo>
                    <a:pt x="7142" y="3536"/>
                  </a:moveTo>
                  <a:lnTo>
                    <a:pt x="11865" y="4746"/>
                  </a:lnTo>
                  <a:lnTo>
                    <a:pt x="11865" y="5351"/>
                  </a:lnTo>
                  <a:lnTo>
                    <a:pt x="5049" y="5351"/>
                  </a:lnTo>
                  <a:lnTo>
                    <a:pt x="5049" y="4699"/>
                  </a:lnTo>
                  <a:lnTo>
                    <a:pt x="7142" y="3536"/>
                  </a:lnTo>
                  <a:close/>
                  <a:moveTo>
                    <a:pt x="4513" y="5351"/>
                  </a:moveTo>
                  <a:lnTo>
                    <a:pt x="4513" y="7491"/>
                  </a:lnTo>
                  <a:lnTo>
                    <a:pt x="4165" y="7398"/>
                  </a:lnTo>
                  <a:cubicBezTo>
                    <a:pt x="3839" y="7282"/>
                    <a:pt x="3792" y="7189"/>
                    <a:pt x="3792" y="7095"/>
                  </a:cubicBezTo>
                  <a:lnTo>
                    <a:pt x="3792" y="5653"/>
                  </a:lnTo>
                  <a:cubicBezTo>
                    <a:pt x="3792" y="5490"/>
                    <a:pt x="3909" y="5351"/>
                    <a:pt x="4071" y="5351"/>
                  </a:cubicBezTo>
                  <a:close/>
                  <a:moveTo>
                    <a:pt x="12865" y="5351"/>
                  </a:moveTo>
                  <a:cubicBezTo>
                    <a:pt x="13028" y="5351"/>
                    <a:pt x="13168" y="5490"/>
                    <a:pt x="13168" y="5653"/>
                  </a:cubicBezTo>
                  <a:lnTo>
                    <a:pt x="13168" y="7072"/>
                  </a:lnTo>
                  <a:cubicBezTo>
                    <a:pt x="13168" y="7189"/>
                    <a:pt x="13098" y="7258"/>
                    <a:pt x="12772" y="7375"/>
                  </a:cubicBezTo>
                  <a:lnTo>
                    <a:pt x="12446" y="7514"/>
                  </a:lnTo>
                  <a:lnTo>
                    <a:pt x="12446" y="5351"/>
                  </a:lnTo>
                  <a:close/>
                  <a:moveTo>
                    <a:pt x="11865" y="5932"/>
                  </a:moveTo>
                  <a:lnTo>
                    <a:pt x="11888" y="6770"/>
                  </a:lnTo>
                  <a:cubicBezTo>
                    <a:pt x="11888" y="7235"/>
                    <a:pt x="11493" y="7607"/>
                    <a:pt x="11027" y="7607"/>
                  </a:cubicBezTo>
                  <a:lnTo>
                    <a:pt x="10143" y="7607"/>
                  </a:lnTo>
                  <a:cubicBezTo>
                    <a:pt x="9678" y="7607"/>
                    <a:pt x="9306" y="7235"/>
                    <a:pt x="9306" y="6770"/>
                  </a:cubicBezTo>
                  <a:lnTo>
                    <a:pt x="9306" y="5932"/>
                  </a:lnTo>
                  <a:close/>
                  <a:moveTo>
                    <a:pt x="7631" y="5932"/>
                  </a:moveTo>
                  <a:lnTo>
                    <a:pt x="7631" y="6793"/>
                  </a:lnTo>
                  <a:cubicBezTo>
                    <a:pt x="7631" y="7235"/>
                    <a:pt x="7259" y="7631"/>
                    <a:pt x="6793" y="7631"/>
                  </a:cubicBezTo>
                  <a:lnTo>
                    <a:pt x="5886" y="7631"/>
                  </a:lnTo>
                  <a:cubicBezTo>
                    <a:pt x="5421" y="7631"/>
                    <a:pt x="5049" y="7235"/>
                    <a:pt x="5049" y="6793"/>
                  </a:cubicBezTo>
                  <a:lnTo>
                    <a:pt x="5049" y="5932"/>
                  </a:lnTo>
                  <a:close/>
                  <a:moveTo>
                    <a:pt x="8748" y="5932"/>
                  </a:moveTo>
                  <a:lnTo>
                    <a:pt x="8748" y="6793"/>
                  </a:lnTo>
                  <a:cubicBezTo>
                    <a:pt x="8748" y="7561"/>
                    <a:pt x="9376" y="8189"/>
                    <a:pt x="10143" y="8189"/>
                  </a:cubicBezTo>
                  <a:lnTo>
                    <a:pt x="11027" y="8189"/>
                  </a:lnTo>
                  <a:cubicBezTo>
                    <a:pt x="11330" y="8189"/>
                    <a:pt x="11632" y="8073"/>
                    <a:pt x="11865" y="7886"/>
                  </a:cubicBezTo>
                  <a:lnTo>
                    <a:pt x="11865" y="8701"/>
                  </a:lnTo>
                  <a:lnTo>
                    <a:pt x="9725" y="10841"/>
                  </a:lnTo>
                  <a:lnTo>
                    <a:pt x="7189" y="10841"/>
                  </a:lnTo>
                  <a:lnTo>
                    <a:pt x="5049" y="8701"/>
                  </a:lnTo>
                  <a:lnTo>
                    <a:pt x="5049" y="7910"/>
                  </a:lnTo>
                  <a:cubicBezTo>
                    <a:pt x="5304" y="8096"/>
                    <a:pt x="5584" y="8189"/>
                    <a:pt x="5886" y="8189"/>
                  </a:cubicBezTo>
                  <a:lnTo>
                    <a:pt x="6793" y="8189"/>
                  </a:lnTo>
                  <a:cubicBezTo>
                    <a:pt x="7561" y="8189"/>
                    <a:pt x="8189" y="7561"/>
                    <a:pt x="8189" y="6793"/>
                  </a:cubicBezTo>
                  <a:lnTo>
                    <a:pt x="8189" y="5932"/>
                  </a:lnTo>
                  <a:close/>
                  <a:moveTo>
                    <a:pt x="10609" y="10771"/>
                  </a:moveTo>
                  <a:lnTo>
                    <a:pt x="10609" y="11795"/>
                  </a:lnTo>
                  <a:lnTo>
                    <a:pt x="8468" y="12795"/>
                  </a:lnTo>
                  <a:lnTo>
                    <a:pt x="6328" y="11795"/>
                  </a:lnTo>
                  <a:lnTo>
                    <a:pt x="6328" y="10771"/>
                  </a:lnTo>
                  <a:lnTo>
                    <a:pt x="6979" y="11423"/>
                  </a:lnTo>
                  <a:lnTo>
                    <a:pt x="9957" y="11423"/>
                  </a:lnTo>
                  <a:lnTo>
                    <a:pt x="10609" y="10771"/>
                  </a:lnTo>
                  <a:close/>
                  <a:moveTo>
                    <a:pt x="6026" y="12260"/>
                  </a:moveTo>
                  <a:lnTo>
                    <a:pt x="7957" y="13144"/>
                  </a:lnTo>
                  <a:lnTo>
                    <a:pt x="6630" y="14307"/>
                  </a:lnTo>
                  <a:lnTo>
                    <a:pt x="5118" y="12516"/>
                  </a:lnTo>
                  <a:lnTo>
                    <a:pt x="6026" y="12260"/>
                  </a:lnTo>
                  <a:close/>
                  <a:moveTo>
                    <a:pt x="10911" y="12260"/>
                  </a:moveTo>
                  <a:lnTo>
                    <a:pt x="11818" y="12539"/>
                  </a:lnTo>
                  <a:lnTo>
                    <a:pt x="10306" y="14330"/>
                  </a:lnTo>
                  <a:lnTo>
                    <a:pt x="8980" y="13167"/>
                  </a:lnTo>
                  <a:lnTo>
                    <a:pt x="10911" y="12260"/>
                  </a:lnTo>
                  <a:close/>
                  <a:moveTo>
                    <a:pt x="12423" y="12679"/>
                  </a:moveTo>
                  <a:lnTo>
                    <a:pt x="13168" y="12749"/>
                  </a:lnTo>
                  <a:lnTo>
                    <a:pt x="8468" y="18378"/>
                  </a:lnTo>
                  <a:lnTo>
                    <a:pt x="3769" y="12749"/>
                  </a:lnTo>
                  <a:lnTo>
                    <a:pt x="4513" y="12679"/>
                  </a:lnTo>
                  <a:lnTo>
                    <a:pt x="6561" y="15121"/>
                  </a:lnTo>
                  <a:lnTo>
                    <a:pt x="8468" y="13446"/>
                  </a:lnTo>
                  <a:lnTo>
                    <a:pt x="10376" y="15121"/>
                  </a:lnTo>
                  <a:lnTo>
                    <a:pt x="12423" y="12679"/>
                  </a:lnTo>
                  <a:close/>
                  <a:moveTo>
                    <a:pt x="3094" y="12818"/>
                  </a:moveTo>
                  <a:lnTo>
                    <a:pt x="7863" y="18541"/>
                  </a:lnTo>
                  <a:lnTo>
                    <a:pt x="3536" y="18541"/>
                  </a:lnTo>
                  <a:lnTo>
                    <a:pt x="3536" y="16168"/>
                  </a:lnTo>
                  <a:lnTo>
                    <a:pt x="2978" y="16168"/>
                  </a:lnTo>
                  <a:lnTo>
                    <a:pt x="2978" y="18541"/>
                  </a:lnTo>
                  <a:lnTo>
                    <a:pt x="559" y="18541"/>
                  </a:lnTo>
                  <a:lnTo>
                    <a:pt x="559" y="15470"/>
                  </a:lnTo>
                  <a:cubicBezTo>
                    <a:pt x="559" y="14121"/>
                    <a:pt x="1606" y="13028"/>
                    <a:pt x="3094" y="12818"/>
                  </a:cubicBezTo>
                  <a:close/>
                  <a:moveTo>
                    <a:pt x="6444" y="0"/>
                  </a:moveTo>
                  <a:cubicBezTo>
                    <a:pt x="5933" y="0"/>
                    <a:pt x="5467" y="349"/>
                    <a:pt x="5374" y="861"/>
                  </a:cubicBezTo>
                  <a:cubicBezTo>
                    <a:pt x="4862" y="977"/>
                    <a:pt x="4490" y="1419"/>
                    <a:pt x="4490" y="1954"/>
                  </a:cubicBezTo>
                  <a:lnTo>
                    <a:pt x="4490" y="2512"/>
                  </a:lnTo>
                  <a:lnTo>
                    <a:pt x="5049" y="2512"/>
                  </a:lnTo>
                  <a:lnTo>
                    <a:pt x="5049" y="1954"/>
                  </a:lnTo>
                  <a:cubicBezTo>
                    <a:pt x="5049" y="1628"/>
                    <a:pt x="5304" y="1396"/>
                    <a:pt x="5607" y="1396"/>
                  </a:cubicBezTo>
                  <a:lnTo>
                    <a:pt x="5909" y="1396"/>
                  </a:lnTo>
                  <a:lnTo>
                    <a:pt x="5909" y="1093"/>
                  </a:lnTo>
                  <a:cubicBezTo>
                    <a:pt x="5887" y="804"/>
                    <a:pt x="6121" y="557"/>
                    <a:pt x="6406" y="557"/>
                  </a:cubicBezTo>
                  <a:cubicBezTo>
                    <a:pt x="6419" y="557"/>
                    <a:pt x="6432" y="557"/>
                    <a:pt x="6444" y="558"/>
                  </a:cubicBezTo>
                  <a:lnTo>
                    <a:pt x="10469" y="558"/>
                  </a:lnTo>
                  <a:cubicBezTo>
                    <a:pt x="11260" y="558"/>
                    <a:pt x="11865" y="1186"/>
                    <a:pt x="11865" y="1954"/>
                  </a:cubicBezTo>
                  <a:lnTo>
                    <a:pt x="11865" y="4164"/>
                  </a:lnTo>
                  <a:lnTo>
                    <a:pt x="7073" y="2954"/>
                  </a:lnTo>
                  <a:lnTo>
                    <a:pt x="5049" y="4048"/>
                  </a:lnTo>
                  <a:lnTo>
                    <a:pt x="5049" y="3048"/>
                  </a:lnTo>
                  <a:lnTo>
                    <a:pt x="4490" y="3048"/>
                  </a:lnTo>
                  <a:lnTo>
                    <a:pt x="4490" y="4792"/>
                  </a:lnTo>
                  <a:lnTo>
                    <a:pt x="4048" y="4792"/>
                  </a:lnTo>
                  <a:cubicBezTo>
                    <a:pt x="3583" y="4792"/>
                    <a:pt x="3211" y="5165"/>
                    <a:pt x="3211" y="5630"/>
                  </a:cubicBezTo>
                  <a:lnTo>
                    <a:pt x="3211" y="7072"/>
                  </a:lnTo>
                  <a:cubicBezTo>
                    <a:pt x="3211" y="7607"/>
                    <a:pt x="3699" y="7793"/>
                    <a:pt x="3955" y="7886"/>
                  </a:cubicBezTo>
                  <a:lnTo>
                    <a:pt x="4490" y="8096"/>
                  </a:lnTo>
                  <a:lnTo>
                    <a:pt x="4490" y="8910"/>
                  </a:lnTo>
                  <a:lnTo>
                    <a:pt x="5746" y="10190"/>
                  </a:lnTo>
                  <a:lnTo>
                    <a:pt x="5746" y="11748"/>
                  </a:lnTo>
                  <a:lnTo>
                    <a:pt x="4583" y="12097"/>
                  </a:lnTo>
                  <a:lnTo>
                    <a:pt x="3187" y="12237"/>
                  </a:lnTo>
                  <a:cubicBezTo>
                    <a:pt x="1326" y="12423"/>
                    <a:pt x="0" y="13772"/>
                    <a:pt x="0" y="15470"/>
                  </a:cubicBezTo>
                  <a:lnTo>
                    <a:pt x="0" y="19100"/>
                  </a:lnTo>
                  <a:lnTo>
                    <a:pt x="15005" y="19100"/>
                  </a:lnTo>
                  <a:lnTo>
                    <a:pt x="15005" y="18541"/>
                  </a:lnTo>
                  <a:lnTo>
                    <a:pt x="13982" y="18541"/>
                  </a:lnTo>
                  <a:lnTo>
                    <a:pt x="13982" y="16168"/>
                  </a:lnTo>
                  <a:lnTo>
                    <a:pt x="13424" y="16168"/>
                  </a:lnTo>
                  <a:lnTo>
                    <a:pt x="13424" y="18541"/>
                  </a:lnTo>
                  <a:lnTo>
                    <a:pt x="9073" y="18541"/>
                  </a:lnTo>
                  <a:lnTo>
                    <a:pt x="13842" y="12818"/>
                  </a:lnTo>
                  <a:cubicBezTo>
                    <a:pt x="15331" y="13028"/>
                    <a:pt x="16401" y="14121"/>
                    <a:pt x="16401" y="15470"/>
                  </a:cubicBezTo>
                  <a:lnTo>
                    <a:pt x="16401" y="18541"/>
                  </a:lnTo>
                  <a:lnTo>
                    <a:pt x="15541" y="18541"/>
                  </a:lnTo>
                  <a:lnTo>
                    <a:pt x="15541" y="19100"/>
                  </a:lnTo>
                  <a:lnTo>
                    <a:pt x="16960" y="19100"/>
                  </a:lnTo>
                  <a:lnTo>
                    <a:pt x="16960" y="15470"/>
                  </a:lnTo>
                  <a:cubicBezTo>
                    <a:pt x="16960" y="13795"/>
                    <a:pt x="15610" y="12423"/>
                    <a:pt x="13749" y="12237"/>
                  </a:cubicBezTo>
                  <a:lnTo>
                    <a:pt x="12353" y="12120"/>
                  </a:lnTo>
                  <a:lnTo>
                    <a:pt x="11167" y="11748"/>
                  </a:lnTo>
                  <a:lnTo>
                    <a:pt x="11167" y="10190"/>
                  </a:lnTo>
                  <a:lnTo>
                    <a:pt x="12446" y="8933"/>
                  </a:lnTo>
                  <a:lnTo>
                    <a:pt x="12446" y="8119"/>
                  </a:lnTo>
                  <a:lnTo>
                    <a:pt x="12982" y="7910"/>
                  </a:lnTo>
                  <a:cubicBezTo>
                    <a:pt x="13214" y="7817"/>
                    <a:pt x="13703" y="7607"/>
                    <a:pt x="13703" y="7072"/>
                  </a:cubicBezTo>
                  <a:lnTo>
                    <a:pt x="13703" y="5653"/>
                  </a:lnTo>
                  <a:cubicBezTo>
                    <a:pt x="13703" y="5188"/>
                    <a:pt x="13330" y="4816"/>
                    <a:pt x="12865" y="4816"/>
                  </a:cubicBezTo>
                  <a:lnTo>
                    <a:pt x="12423" y="4816"/>
                  </a:lnTo>
                  <a:lnTo>
                    <a:pt x="12423" y="1954"/>
                  </a:lnTo>
                  <a:cubicBezTo>
                    <a:pt x="12423" y="884"/>
                    <a:pt x="11562" y="0"/>
                    <a:pt x="104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119"/>
            <p:cNvSpPr/>
            <p:nvPr/>
          </p:nvSpPr>
          <p:spPr>
            <a:xfrm>
              <a:off x="4934900" y="1648575"/>
              <a:ext cx="13975" cy="13975"/>
            </a:xfrm>
            <a:custGeom>
              <a:avLst/>
              <a:gdLst/>
              <a:ahLst/>
              <a:cxnLst/>
              <a:rect l="l" t="t" r="r" b="b"/>
              <a:pathLst>
                <a:path w="559" h="559" extrusionOk="0">
                  <a:moveTo>
                    <a:pt x="0" y="0"/>
                  </a:moveTo>
                  <a:lnTo>
                    <a:pt x="0" y="558"/>
                  </a:lnTo>
                  <a:lnTo>
                    <a:pt x="559" y="558"/>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119"/>
            <p:cNvSpPr/>
            <p:nvPr/>
          </p:nvSpPr>
          <p:spPr>
            <a:xfrm>
              <a:off x="4919775" y="1451400"/>
              <a:ext cx="44225" cy="14000"/>
            </a:xfrm>
            <a:custGeom>
              <a:avLst/>
              <a:gdLst/>
              <a:ahLst/>
              <a:cxnLst/>
              <a:rect l="l" t="t" r="r" b="b"/>
              <a:pathLst>
                <a:path w="1769" h="560" extrusionOk="0">
                  <a:moveTo>
                    <a:pt x="0" y="1"/>
                  </a:moveTo>
                  <a:lnTo>
                    <a:pt x="0" y="559"/>
                  </a:lnTo>
                  <a:lnTo>
                    <a:pt x="1768" y="559"/>
                  </a:lnTo>
                  <a:lnTo>
                    <a:pt x="176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119"/>
            <p:cNvSpPr/>
            <p:nvPr/>
          </p:nvSpPr>
          <p:spPr>
            <a:xfrm>
              <a:off x="4934900" y="1620650"/>
              <a:ext cx="13975" cy="13975"/>
            </a:xfrm>
            <a:custGeom>
              <a:avLst/>
              <a:gdLst/>
              <a:ahLst/>
              <a:cxnLst/>
              <a:rect l="l" t="t" r="r" b="b"/>
              <a:pathLst>
                <a:path w="559" h="559" extrusionOk="0">
                  <a:moveTo>
                    <a:pt x="0" y="1"/>
                  </a:moveTo>
                  <a:lnTo>
                    <a:pt x="0"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119"/>
            <p:cNvSpPr/>
            <p:nvPr/>
          </p:nvSpPr>
          <p:spPr>
            <a:xfrm>
              <a:off x="4934900" y="1592725"/>
              <a:ext cx="13975" cy="14000"/>
            </a:xfrm>
            <a:custGeom>
              <a:avLst/>
              <a:gdLst/>
              <a:ahLst/>
              <a:cxnLst/>
              <a:rect l="l" t="t" r="r" b="b"/>
              <a:pathLst>
                <a:path w="559" h="560" extrusionOk="0">
                  <a:moveTo>
                    <a:pt x="0" y="1"/>
                  </a:moveTo>
                  <a:lnTo>
                    <a:pt x="0"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119"/>
            <p:cNvSpPr/>
            <p:nvPr/>
          </p:nvSpPr>
          <p:spPr>
            <a:xfrm>
              <a:off x="4881975" y="1391500"/>
              <a:ext cx="13975" cy="13975"/>
            </a:xfrm>
            <a:custGeom>
              <a:avLst/>
              <a:gdLst/>
              <a:ahLst/>
              <a:cxnLst/>
              <a:rect l="l" t="t" r="r" b="b"/>
              <a:pathLst>
                <a:path w="559" h="559" extrusionOk="0">
                  <a:moveTo>
                    <a:pt x="0" y="1"/>
                  </a:moveTo>
                  <a:lnTo>
                    <a:pt x="0" y="559"/>
                  </a:lnTo>
                  <a:lnTo>
                    <a:pt x="558" y="559"/>
                  </a:lnTo>
                  <a:lnTo>
                    <a:pt x="5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119"/>
            <p:cNvSpPr/>
            <p:nvPr/>
          </p:nvSpPr>
          <p:spPr>
            <a:xfrm>
              <a:off x="4987825" y="1391500"/>
              <a:ext cx="13975" cy="13975"/>
            </a:xfrm>
            <a:custGeom>
              <a:avLst/>
              <a:gdLst/>
              <a:ahLst/>
              <a:cxnLst/>
              <a:rect l="l" t="t" r="r" b="b"/>
              <a:pathLst>
                <a:path w="559" h="559" extrusionOk="0">
                  <a:moveTo>
                    <a:pt x="0" y="1"/>
                  </a:moveTo>
                  <a:lnTo>
                    <a:pt x="0" y="559"/>
                  </a:lnTo>
                  <a:lnTo>
                    <a:pt x="559" y="559"/>
                  </a:lnTo>
                  <a:lnTo>
                    <a:pt x="5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2" name="Google Shape;6112;p119"/>
          <p:cNvGrpSpPr/>
          <p:nvPr/>
        </p:nvGrpSpPr>
        <p:grpSpPr>
          <a:xfrm>
            <a:off x="3988912" y="2662999"/>
            <a:ext cx="425194" cy="478847"/>
            <a:chOff x="3989800" y="2662725"/>
            <a:chExt cx="424600" cy="478225"/>
          </a:xfrm>
        </p:grpSpPr>
        <p:sp>
          <p:nvSpPr>
            <p:cNvPr id="6113" name="Google Shape;6113;p119"/>
            <p:cNvSpPr/>
            <p:nvPr/>
          </p:nvSpPr>
          <p:spPr>
            <a:xfrm>
              <a:off x="4141600" y="2790825"/>
              <a:ext cx="129125" cy="62825"/>
            </a:xfrm>
            <a:custGeom>
              <a:avLst/>
              <a:gdLst/>
              <a:ahLst/>
              <a:cxnLst/>
              <a:rect l="l" t="t" r="r" b="b"/>
              <a:pathLst>
                <a:path w="5165" h="2513" extrusionOk="0">
                  <a:moveTo>
                    <a:pt x="2978" y="1256"/>
                  </a:moveTo>
                  <a:cubicBezTo>
                    <a:pt x="2978" y="2094"/>
                    <a:pt x="3978" y="2513"/>
                    <a:pt x="4560" y="1908"/>
                  </a:cubicBezTo>
                  <a:cubicBezTo>
                    <a:pt x="5165" y="1326"/>
                    <a:pt x="4746" y="326"/>
                    <a:pt x="3909" y="326"/>
                  </a:cubicBezTo>
                  <a:cubicBezTo>
                    <a:pt x="3397" y="326"/>
                    <a:pt x="2978" y="745"/>
                    <a:pt x="2978" y="1256"/>
                  </a:cubicBezTo>
                  <a:close/>
                  <a:moveTo>
                    <a:pt x="931" y="2187"/>
                  </a:moveTo>
                  <a:cubicBezTo>
                    <a:pt x="1768" y="2187"/>
                    <a:pt x="2187" y="1187"/>
                    <a:pt x="1582" y="605"/>
                  </a:cubicBezTo>
                  <a:cubicBezTo>
                    <a:pt x="1001" y="0"/>
                    <a:pt x="0" y="419"/>
                    <a:pt x="0" y="1256"/>
                  </a:cubicBezTo>
                  <a:cubicBezTo>
                    <a:pt x="0" y="1768"/>
                    <a:pt x="419" y="2187"/>
                    <a:pt x="931" y="2187"/>
                  </a:cubicBezTo>
                  <a:close/>
                  <a:moveTo>
                    <a:pt x="931" y="2187"/>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119"/>
            <p:cNvSpPr/>
            <p:nvPr/>
          </p:nvSpPr>
          <p:spPr>
            <a:xfrm>
              <a:off x="4109600" y="2672750"/>
              <a:ext cx="184975" cy="269300"/>
            </a:xfrm>
            <a:custGeom>
              <a:avLst/>
              <a:gdLst/>
              <a:ahLst/>
              <a:cxnLst/>
              <a:rect l="l" t="t" r="r" b="b"/>
              <a:pathLst>
                <a:path w="7399" h="10772" extrusionOk="0">
                  <a:moveTo>
                    <a:pt x="2211" y="5049"/>
                  </a:moveTo>
                  <a:cubicBezTo>
                    <a:pt x="3048" y="5049"/>
                    <a:pt x="3467" y="6049"/>
                    <a:pt x="2862" y="6631"/>
                  </a:cubicBezTo>
                  <a:cubicBezTo>
                    <a:pt x="2281" y="7236"/>
                    <a:pt x="1280" y="6817"/>
                    <a:pt x="1280" y="5979"/>
                  </a:cubicBezTo>
                  <a:cubicBezTo>
                    <a:pt x="1280" y="5468"/>
                    <a:pt x="1699" y="5049"/>
                    <a:pt x="2211" y="5049"/>
                  </a:cubicBezTo>
                  <a:close/>
                  <a:moveTo>
                    <a:pt x="4258" y="5979"/>
                  </a:moveTo>
                  <a:cubicBezTo>
                    <a:pt x="4258" y="5142"/>
                    <a:pt x="5258" y="4723"/>
                    <a:pt x="5840" y="5328"/>
                  </a:cubicBezTo>
                  <a:cubicBezTo>
                    <a:pt x="6445" y="5910"/>
                    <a:pt x="6026" y="6910"/>
                    <a:pt x="5189" y="6910"/>
                  </a:cubicBezTo>
                  <a:cubicBezTo>
                    <a:pt x="4677" y="6910"/>
                    <a:pt x="4258" y="6491"/>
                    <a:pt x="4258" y="5979"/>
                  </a:cubicBezTo>
                  <a:close/>
                  <a:moveTo>
                    <a:pt x="7399" y="3583"/>
                  </a:moveTo>
                  <a:cubicBezTo>
                    <a:pt x="7329" y="1583"/>
                    <a:pt x="5700" y="1"/>
                    <a:pt x="3700" y="1"/>
                  </a:cubicBezTo>
                  <a:cubicBezTo>
                    <a:pt x="1699" y="1"/>
                    <a:pt x="71" y="1583"/>
                    <a:pt x="1" y="3583"/>
                  </a:cubicBezTo>
                  <a:lnTo>
                    <a:pt x="1" y="8445"/>
                  </a:lnTo>
                  <a:lnTo>
                    <a:pt x="2327" y="10772"/>
                  </a:lnTo>
                  <a:lnTo>
                    <a:pt x="5072" y="10772"/>
                  </a:lnTo>
                  <a:lnTo>
                    <a:pt x="7399" y="8445"/>
                  </a:lnTo>
                  <a:close/>
                  <a:moveTo>
                    <a:pt x="7399" y="3583"/>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119"/>
            <p:cNvSpPr/>
            <p:nvPr/>
          </p:nvSpPr>
          <p:spPr>
            <a:xfrm>
              <a:off x="4064250" y="2704150"/>
              <a:ext cx="275700" cy="100075"/>
            </a:xfrm>
            <a:custGeom>
              <a:avLst/>
              <a:gdLst/>
              <a:ahLst/>
              <a:cxnLst/>
              <a:rect l="l" t="t" r="r" b="b"/>
              <a:pathLst>
                <a:path w="11028" h="4003" extrusionOk="0">
                  <a:moveTo>
                    <a:pt x="1117" y="3444"/>
                  </a:moveTo>
                  <a:lnTo>
                    <a:pt x="1815" y="3444"/>
                  </a:lnTo>
                  <a:lnTo>
                    <a:pt x="1815" y="2327"/>
                  </a:lnTo>
                  <a:cubicBezTo>
                    <a:pt x="1815" y="1466"/>
                    <a:pt x="2117" y="652"/>
                    <a:pt x="2652" y="1"/>
                  </a:cubicBezTo>
                  <a:cubicBezTo>
                    <a:pt x="70" y="606"/>
                    <a:pt x="0" y="3002"/>
                    <a:pt x="559" y="4002"/>
                  </a:cubicBezTo>
                  <a:cubicBezTo>
                    <a:pt x="559" y="3700"/>
                    <a:pt x="791" y="3444"/>
                    <a:pt x="1117" y="3444"/>
                  </a:cubicBezTo>
                  <a:close/>
                  <a:moveTo>
                    <a:pt x="9911" y="3444"/>
                  </a:moveTo>
                  <a:lnTo>
                    <a:pt x="9213" y="3444"/>
                  </a:lnTo>
                  <a:lnTo>
                    <a:pt x="9213" y="2327"/>
                  </a:lnTo>
                  <a:cubicBezTo>
                    <a:pt x="9213" y="1466"/>
                    <a:pt x="8910" y="652"/>
                    <a:pt x="8375" y="1"/>
                  </a:cubicBezTo>
                  <a:cubicBezTo>
                    <a:pt x="10957" y="606"/>
                    <a:pt x="11027" y="3002"/>
                    <a:pt x="10469" y="4002"/>
                  </a:cubicBezTo>
                  <a:cubicBezTo>
                    <a:pt x="10469" y="3700"/>
                    <a:pt x="10213" y="3444"/>
                    <a:pt x="9911" y="3444"/>
                  </a:cubicBezTo>
                  <a:close/>
                  <a:moveTo>
                    <a:pt x="9911" y="3444"/>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119"/>
            <p:cNvSpPr/>
            <p:nvPr/>
          </p:nvSpPr>
          <p:spPr>
            <a:xfrm>
              <a:off x="4078200" y="2790225"/>
              <a:ext cx="31425" cy="71000"/>
            </a:xfrm>
            <a:custGeom>
              <a:avLst/>
              <a:gdLst/>
              <a:ahLst/>
              <a:cxnLst/>
              <a:rect l="l" t="t" r="r" b="b"/>
              <a:pathLst>
                <a:path w="1257" h="2840" extrusionOk="0">
                  <a:moveTo>
                    <a:pt x="559" y="2560"/>
                  </a:moveTo>
                  <a:lnTo>
                    <a:pt x="1257" y="2839"/>
                  </a:lnTo>
                  <a:lnTo>
                    <a:pt x="1257" y="1"/>
                  </a:lnTo>
                  <a:lnTo>
                    <a:pt x="559" y="1"/>
                  </a:lnTo>
                  <a:cubicBezTo>
                    <a:pt x="233" y="1"/>
                    <a:pt x="1" y="257"/>
                    <a:pt x="1" y="559"/>
                  </a:cubicBezTo>
                  <a:lnTo>
                    <a:pt x="1" y="2002"/>
                  </a:lnTo>
                  <a:cubicBezTo>
                    <a:pt x="1" y="2304"/>
                    <a:pt x="256" y="2444"/>
                    <a:pt x="559" y="2560"/>
                  </a:cubicBezTo>
                  <a:close/>
                  <a:moveTo>
                    <a:pt x="559" y="2560"/>
                  </a:moveTo>
                  <a:close/>
                </a:path>
              </a:pathLst>
            </a:custGeom>
            <a:solidFill>
              <a:srgbClr val="717F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119"/>
            <p:cNvSpPr/>
            <p:nvPr/>
          </p:nvSpPr>
          <p:spPr>
            <a:xfrm>
              <a:off x="4141600" y="2915275"/>
              <a:ext cx="121000" cy="75050"/>
            </a:xfrm>
            <a:custGeom>
              <a:avLst/>
              <a:gdLst/>
              <a:ahLst/>
              <a:cxnLst/>
              <a:rect l="l" t="t" r="r" b="b"/>
              <a:pathLst>
                <a:path w="4840" h="3002" extrusionOk="0">
                  <a:moveTo>
                    <a:pt x="0" y="1885"/>
                  </a:moveTo>
                  <a:lnTo>
                    <a:pt x="2420" y="3002"/>
                  </a:lnTo>
                  <a:lnTo>
                    <a:pt x="4839" y="1885"/>
                  </a:lnTo>
                  <a:lnTo>
                    <a:pt x="4839" y="1"/>
                  </a:lnTo>
                  <a:lnTo>
                    <a:pt x="3792" y="1047"/>
                  </a:lnTo>
                  <a:lnTo>
                    <a:pt x="1047" y="1047"/>
                  </a:lnTo>
                  <a:lnTo>
                    <a:pt x="0" y="1"/>
                  </a:lnTo>
                  <a:close/>
                  <a:moveTo>
                    <a:pt x="0" y="1885"/>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119"/>
            <p:cNvSpPr/>
            <p:nvPr/>
          </p:nvSpPr>
          <p:spPr>
            <a:xfrm>
              <a:off x="4106125" y="2962375"/>
              <a:ext cx="191950" cy="68675"/>
            </a:xfrm>
            <a:custGeom>
              <a:avLst/>
              <a:gdLst/>
              <a:ahLst/>
              <a:cxnLst/>
              <a:rect l="l" t="t" r="r" b="b"/>
              <a:pathLst>
                <a:path w="7678" h="2747" extrusionOk="0">
                  <a:moveTo>
                    <a:pt x="1954" y="2746"/>
                  </a:moveTo>
                  <a:lnTo>
                    <a:pt x="3839" y="1118"/>
                  </a:lnTo>
                  <a:lnTo>
                    <a:pt x="5723" y="2746"/>
                  </a:lnTo>
                  <a:lnTo>
                    <a:pt x="7677" y="420"/>
                  </a:lnTo>
                  <a:lnTo>
                    <a:pt x="6258" y="1"/>
                  </a:lnTo>
                  <a:lnTo>
                    <a:pt x="3839" y="1118"/>
                  </a:lnTo>
                  <a:lnTo>
                    <a:pt x="1419" y="1"/>
                  </a:lnTo>
                  <a:lnTo>
                    <a:pt x="0" y="420"/>
                  </a:lnTo>
                  <a:close/>
                  <a:moveTo>
                    <a:pt x="1954" y="2746"/>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119"/>
            <p:cNvSpPr/>
            <p:nvPr/>
          </p:nvSpPr>
          <p:spPr>
            <a:xfrm>
              <a:off x="4167175" y="2990300"/>
              <a:ext cx="69825" cy="61675"/>
            </a:xfrm>
            <a:custGeom>
              <a:avLst/>
              <a:gdLst/>
              <a:ahLst/>
              <a:cxnLst/>
              <a:rect l="l" t="t" r="r" b="b"/>
              <a:pathLst>
                <a:path w="2793" h="2467" extrusionOk="0">
                  <a:moveTo>
                    <a:pt x="838" y="2467"/>
                  </a:moveTo>
                  <a:lnTo>
                    <a:pt x="1955" y="2467"/>
                  </a:lnTo>
                  <a:lnTo>
                    <a:pt x="2793" y="1210"/>
                  </a:lnTo>
                  <a:lnTo>
                    <a:pt x="1397" y="1"/>
                  </a:lnTo>
                  <a:lnTo>
                    <a:pt x="1" y="1210"/>
                  </a:lnTo>
                  <a:close/>
                  <a:moveTo>
                    <a:pt x="838" y="2467"/>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119"/>
            <p:cNvSpPr/>
            <p:nvPr/>
          </p:nvSpPr>
          <p:spPr>
            <a:xfrm>
              <a:off x="4106125" y="2972850"/>
              <a:ext cx="191950" cy="122750"/>
            </a:xfrm>
            <a:custGeom>
              <a:avLst/>
              <a:gdLst/>
              <a:ahLst/>
              <a:cxnLst/>
              <a:rect l="l" t="t" r="r" b="b"/>
              <a:pathLst>
                <a:path w="7678" h="4910" extrusionOk="0">
                  <a:moveTo>
                    <a:pt x="0" y="1"/>
                  </a:moveTo>
                  <a:cubicBezTo>
                    <a:pt x="0" y="2118"/>
                    <a:pt x="1001" y="4258"/>
                    <a:pt x="2745" y="4909"/>
                  </a:cubicBezTo>
                  <a:lnTo>
                    <a:pt x="3280" y="3165"/>
                  </a:lnTo>
                  <a:lnTo>
                    <a:pt x="2443" y="1908"/>
                  </a:lnTo>
                  <a:lnTo>
                    <a:pt x="1954" y="2327"/>
                  </a:lnTo>
                  <a:close/>
                  <a:moveTo>
                    <a:pt x="4932" y="4909"/>
                  </a:moveTo>
                  <a:cubicBezTo>
                    <a:pt x="6677" y="4258"/>
                    <a:pt x="7677" y="2118"/>
                    <a:pt x="7677" y="1"/>
                  </a:cubicBezTo>
                  <a:lnTo>
                    <a:pt x="5723" y="2327"/>
                  </a:lnTo>
                  <a:lnTo>
                    <a:pt x="5235" y="1908"/>
                  </a:lnTo>
                  <a:lnTo>
                    <a:pt x="4397" y="3165"/>
                  </a:lnTo>
                  <a:close/>
                  <a:moveTo>
                    <a:pt x="4932" y="4909"/>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119"/>
            <p:cNvSpPr/>
            <p:nvPr/>
          </p:nvSpPr>
          <p:spPr>
            <a:xfrm>
              <a:off x="3996775" y="2983325"/>
              <a:ext cx="410625" cy="150075"/>
            </a:xfrm>
            <a:custGeom>
              <a:avLst/>
              <a:gdLst/>
              <a:ahLst/>
              <a:cxnLst/>
              <a:rect l="l" t="t" r="r" b="b"/>
              <a:pathLst>
                <a:path w="16425" h="6003" extrusionOk="0">
                  <a:moveTo>
                    <a:pt x="1" y="6003"/>
                  </a:moveTo>
                  <a:lnTo>
                    <a:pt x="2955" y="6003"/>
                  </a:lnTo>
                  <a:lnTo>
                    <a:pt x="2955" y="0"/>
                  </a:lnTo>
                  <a:cubicBezTo>
                    <a:pt x="1396" y="442"/>
                    <a:pt x="1" y="1327"/>
                    <a:pt x="1" y="2932"/>
                  </a:cubicBezTo>
                  <a:close/>
                  <a:moveTo>
                    <a:pt x="13470" y="6003"/>
                  </a:moveTo>
                  <a:lnTo>
                    <a:pt x="16425" y="6003"/>
                  </a:lnTo>
                  <a:lnTo>
                    <a:pt x="16425" y="2955"/>
                  </a:lnTo>
                  <a:cubicBezTo>
                    <a:pt x="16425" y="1327"/>
                    <a:pt x="15029" y="466"/>
                    <a:pt x="13470" y="0"/>
                  </a:cubicBezTo>
                  <a:close/>
                  <a:moveTo>
                    <a:pt x="13470" y="6003"/>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119"/>
            <p:cNvSpPr/>
            <p:nvPr/>
          </p:nvSpPr>
          <p:spPr>
            <a:xfrm>
              <a:off x="4070650" y="2972850"/>
              <a:ext cx="262900" cy="160550"/>
            </a:xfrm>
            <a:custGeom>
              <a:avLst/>
              <a:gdLst/>
              <a:ahLst/>
              <a:cxnLst/>
              <a:rect l="l" t="t" r="r" b="b"/>
              <a:pathLst>
                <a:path w="10516" h="6422" extrusionOk="0">
                  <a:moveTo>
                    <a:pt x="0" y="6422"/>
                  </a:moveTo>
                  <a:lnTo>
                    <a:pt x="10515" y="6422"/>
                  </a:lnTo>
                  <a:lnTo>
                    <a:pt x="10515" y="419"/>
                  </a:lnTo>
                  <a:lnTo>
                    <a:pt x="9096" y="1"/>
                  </a:lnTo>
                  <a:cubicBezTo>
                    <a:pt x="9096" y="2257"/>
                    <a:pt x="7863" y="5095"/>
                    <a:pt x="5258" y="5095"/>
                  </a:cubicBezTo>
                  <a:cubicBezTo>
                    <a:pt x="2652" y="5095"/>
                    <a:pt x="1419" y="2257"/>
                    <a:pt x="1419" y="1"/>
                  </a:cubicBezTo>
                  <a:lnTo>
                    <a:pt x="0" y="419"/>
                  </a:lnTo>
                  <a:lnTo>
                    <a:pt x="0" y="6422"/>
                  </a:lnTo>
                  <a:close/>
                  <a:moveTo>
                    <a:pt x="0" y="6422"/>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119"/>
            <p:cNvSpPr/>
            <p:nvPr/>
          </p:nvSpPr>
          <p:spPr>
            <a:xfrm>
              <a:off x="4174750" y="3051950"/>
              <a:ext cx="54700" cy="50050"/>
            </a:xfrm>
            <a:custGeom>
              <a:avLst/>
              <a:gdLst/>
              <a:ahLst/>
              <a:cxnLst/>
              <a:rect l="l" t="t" r="r" b="b"/>
              <a:pathLst>
                <a:path w="2188" h="2002" extrusionOk="0">
                  <a:moveTo>
                    <a:pt x="0" y="1745"/>
                  </a:moveTo>
                  <a:cubicBezTo>
                    <a:pt x="698" y="2001"/>
                    <a:pt x="1489" y="2001"/>
                    <a:pt x="2187" y="1745"/>
                  </a:cubicBezTo>
                  <a:lnTo>
                    <a:pt x="1652" y="1"/>
                  </a:lnTo>
                  <a:lnTo>
                    <a:pt x="535" y="1"/>
                  </a:lnTo>
                  <a:close/>
                  <a:moveTo>
                    <a:pt x="0" y="1745"/>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119"/>
            <p:cNvSpPr/>
            <p:nvPr/>
          </p:nvSpPr>
          <p:spPr>
            <a:xfrm>
              <a:off x="4078200" y="2790225"/>
              <a:ext cx="247775" cy="71000"/>
            </a:xfrm>
            <a:custGeom>
              <a:avLst/>
              <a:gdLst/>
              <a:ahLst/>
              <a:cxnLst/>
              <a:rect l="l" t="t" r="r" b="b"/>
              <a:pathLst>
                <a:path w="9911" h="2840" extrusionOk="0">
                  <a:moveTo>
                    <a:pt x="9353" y="2560"/>
                  </a:moveTo>
                  <a:lnTo>
                    <a:pt x="8655" y="2839"/>
                  </a:lnTo>
                  <a:lnTo>
                    <a:pt x="8655" y="1"/>
                  </a:lnTo>
                  <a:lnTo>
                    <a:pt x="9353" y="1"/>
                  </a:lnTo>
                  <a:cubicBezTo>
                    <a:pt x="9655" y="1"/>
                    <a:pt x="9911" y="257"/>
                    <a:pt x="9911" y="559"/>
                  </a:cubicBezTo>
                  <a:lnTo>
                    <a:pt x="9911" y="2002"/>
                  </a:lnTo>
                  <a:cubicBezTo>
                    <a:pt x="9911" y="2304"/>
                    <a:pt x="9632" y="2444"/>
                    <a:pt x="9353" y="2560"/>
                  </a:cubicBezTo>
                  <a:close/>
                  <a:moveTo>
                    <a:pt x="559" y="2560"/>
                  </a:moveTo>
                  <a:lnTo>
                    <a:pt x="1257" y="2839"/>
                  </a:lnTo>
                  <a:lnTo>
                    <a:pt x="1257" y="1"/>
                  </a:lnTo>
                  <a:lnTo>
                    <a:pt x="559" y="1"/>
                  </a:lnTo>
                  <a:cubicBezTo>
                    <a:pt x="233" y="1"/>
                    <a:pt x="1" y="257"/>
                    <a:pt x="1" y="559"/>
                  </a:cubicBezTo>
                  <a:lnTo>
                    <a:pt x="1" y="2002"/>
                  </a:lnTo>
                  <a:cubicBezTo>
                    <a:pt x="1" y="2304"/>
                    <a:pt x="256" y="2444"/>
                    <a:pt x="559" y="2560"/>
                  </a:cubicBezTo>
                  <a:close/>
                  <a:moveTo>
                    <a:pt x="559" y="256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119"/>
            <p:cNvSpPr/>
            <p:nvPr/>
          </p:nvSpPr>
          <p:spPr>
            <a:xfrm>
              <a:off x="4064250" y="2704150"/>
              <a:ext cx="244275" cy="100075"/>
            </a:xfrm>
            <a:custGeom>
              <a:avLst/>
              <a:gdLst/>
              <a:ahLst/>
              <a:cxnLst/>
              <a:rect l="l" t="t" r="r" b="b"/>
              <a:pathLst>
                <a:path w="9771" h="4003" extrusionOk="0">
                  <a:moveTo>
                    <a:pt x="2652" y="1"/>
                  </a:moveTo>
                  <a:cubicBezTo>
                    <a:pt x="70" y="606"/>
                    <a:pt x="0" y="3002"/>
                    <a:pt x="559" y="4002"/>
                  </a:cubicBezTo>
                  <a:cubicBezTo>
                    <a:pt x="559" y="3793"/>
                    <a:pt x="675" y="3583"/>
                    <a:pt x="861" y="3514"/>
                  </a:cubicBezTo>
                  <a:cubicBezTo>
                    <a:pt x="605" y="2071"/>
                    <a:pt x="1326" y="629"/>
                    <a:pt x="2652" y="1"/>
                  </a:cubicBezTo>
                  <a:close/>
                  <a:moveTo>
                    <a:pt x="9771" y="3444"/>
                  </a:moveTo>
                  <a:lnTo>
                    <a:pt x="9213" y="3444"/>
                  </a:lnTo>
                  <a:lnTo>
                    <a:pt x="9213" y="2327"/>
                  </a:lnTo>
                  <a:cubicBezTo>
                    <a:pt x="9213" y="1466"/>
                    <a:pt x="8910" y="652"/>
                    <a:pt x="8375" y="1"/>
                  </a:cubicBezTo>
                  <a:cubicBezTo>
                    <a:pt x="8678" y="71"/>
                    <a:pt x="8957" y="164"/>
                    <a:pt x="9236" y="303"/>
                  </a:cubicBezTo>
                  <a:cubicBezTo>
                    <a:pt x="9585" y="931"/>
                    <a:pt x="9748" y="1629"/>
                    <a:pt x="9748" y="2327"/>
                  </a:cubicBezTo>
                  <a:close/>
                  <a:moveTo>
                    <a:pt x="9771" y="3444"/>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119"/>
            <p:cNvSpPr/>
            <p:nvPr/>
          </p:nvSpPr>
          <p:spPr>
            <a:xfrm>
              <a:off x="4078200" y="2790225"/>
              <a:ext cx="230325" cy="71000"/>
            </a:xfrm>
            <a:custGeom>
              <a:avLst/>
              <a:gdLst/>
              <a:ahLst/>
              <a:cxnLst/>
              <a:rect l="l" t="t" r="r" b="b"/>
              <a:pathLst>
                <a:path w="9213" h="2840" extrusionOk="0">
                  <a:moveTo>
                    <a:pt x="9213" y="2606"/>
                  </a:moveTo>
                  <a:lnTo>
                    <a:pt x="8655" y="2839"/>
                  </a:lnTo>
                  <a:lnTo>
                    <a:pt x="8655" y="1"/>
                  </a:lnTo>
                  <a:lnTo>
                    <a:pt x="9213" y="1"/>
                  </a:lnTo>
                  <a:close/>
                  <a:moveTo>
                    <a:pt x="722" y="2606"/>
                  </a:moveTo>
                  <a:cubicBezTo>
                    <a:pt x="605" y="2537"/>
                    <a:pt x="559" y="2397"/>
                    <a:pt x="559" y="2281"/>
                  </a:cubicBezTo>
                  <a:lnTo>
                    <a:pt x="559" y="559"/>
                  </a:lnTo>
                  <a:cubicBezTo>
                    <a:pt x="559" y="257"/>
                    <a:pt x="791" y="1"/>
                    <a:pt x="1117" y="1"/>
                  </a:cubicBezTo>
                  <a:lnTo>
                    <a:pt x="559" y="1"/>
                  </a:lnTo>
                  <a:cubicBezTo>
                    <a:pt x="233" y="1"/>
                    <a:pt x="1" y="257"/>
                    <a:pt x="1" y="559"/>
                  </a:cubicBezTo>
                  <a:lnTo>
                    <a:pt x="1" y="2002"/>
                  </a:lnTo>
                  <a:cubicBezTo>
                    <a:pt x="1" y="2374"/>
                    <a:pt x="419" y="2490"/>
                    <a:pt x="722" y="2606"/>
                  </a:cubicBezTo>
                  <a:close/>
                  <a:moveTo>
                    <a:pt x="722" y="2606"/>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119"/>
            <p:cNvSpPr/>
            <p:nvPr/>
          </p:nvSpPr>
          <p:spPr>
            <a:xfrm>
              <a:off x="4109600" y="2664600"/>
              <a:ext cx="102975" cy="276875"/>
            </a:xfrm>
            <a:custGeom>
              <a:avLst/>
              <a:gdLst/>
              <a:ahLst/>
              <a:cxnLst/>
              <a:rect l="l" t="t" r="r" b="b"/>
              <a:pathLst>
                <a:path w="4119" h="11075" extrusionOk="0">
                  <a:moveTo>
                    <a:pt x="4118" y="257"/>
                  </a:moveTo>
                  <a:cubicBezTo>
                    <a:pt x="1932" y="1"/>
                    <a:pt x="24" y="1699"/>
                    <a:pt x="1" y="3909"/>
                  </a:cubicBezTo>
                  <a:lnTo>
                    <a:pt x="1" y="8748"/>
                  </a:lnTo>
                  <a:lnTo>
                    <a:pt x="2327" y="11074"/>
                  </a:lnTo>
                  <a:lnTo>
                    <a:pt x="3188" y="11074"/>
                  </a:lnTo>
                  <a:lnTo>
                    <a:pt x="862" y="8748"/>
                  </a:lnTo>
                  <a:lnTo>
                    <a:pt x="862" y="3909"/>
                  </a:lnTo>
                  <a:cubicBezTo>
                    <a:pt x="862" y="2025"/>
                    <a:pt x="2257" y="466"/>
                    <a:pt x="4118" y="257"/>
                  </a:cubicBezTo>
                  <a:close/>
                  <a:moveTo>
                    <a:pt x="4118" y="257"/>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119"/>
            <p:cNvSpPr/>
            <p:nvPr/>
          </p:nvSpPr>
          <p:spPr>
            <a:xfrm>
              <a:off x="4141600" y="2795475"/>
              <a:ext cx="104700" cy="54100"/>
            </a:xfrm>
            <a:custGeom>
              <a:avLst/>
              <a:gdLst/>
              <a:ahLst/>
              <a:cxnLst/>
              <a:rect l="l" t="t" r="r" b="b"/>
              <a:pathLst>
                <a:path w="4188" h="2164" extrusionOk="0">
                  <a:moveTo>
                    <a:pt x="2978" y="1070"/>
                  </a:moveTo>
                  <a:cubicBezTo>
                    <a:pt x="2978" y="1699"/>
                    <a:pt x="3583" y="2141"/>
                    <a:pt x="4188" y="1954"/>
                  </a:cubicBezTo>
                  <a:cubicBezTo>
                    <a:pt x="3327" y="1699"/>
                    <a:pt x="3327" y="466"/>
                    <a:pt x="4188" y="186"/>
                  </a:cubicBezTo>
                  <a:cubicBezTo>
                    <a:pt x="3583" y="0"/>
                    <a:pt x="2978" y="442"/>
                    <a:pt x="2978" y="1070"/>
                  </a:cubicBezTo>
                  <a:close/>
                  <a:moveTo>
                    <a:pt x="1210" y="1954"/>
                  </a:moveTo>
                  <a:cubicBezTo>
                    <a:pt x="349" y="1699"/>
                    <a:pt x="349" y="466"/>
                    <a:pt x="1210" y="186"/>
                  </a:cubicBezTo>
                  <a:cubicBezTo>
                    <a:pt x="605" y="0"/>
                    <a:pt x="0" y="442"/>
                    <a:pt x="0" y="1070"/>
                  </a:cubicBezTo>
                  <a:cubicBezTo>
                    <a:pt x="0" y="1699"/>
                    <a:pt x="605" y="2164"/>
                    <a:pt x="1210" y="1954"/>
                  </a:cubicBezTo>
                  <a:close/>
                  <a:moveTo>
                    <a:pt x="1210" y="1954"/>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119"/>
            <p:cNvSpPr/>
            <p:nvPr/>
          </p:nvSpPr>
          <p:spPr>
            <a:xfrm>
              <a:off x="4141600" y="2915275"/>
              <a:ext cx="20950" cy="56450"/>
            </a:xfrm>
            <a:custGeom>
              <a:avLst/>
              <a:gdLst/>
              <a:ahLst/>
              <a:cxnLst/>
              <a:rect l="l" t="t" r="r" b="b"/>
              <a:pathLst>
                <a:path w="838" h="2258" extrusionOk="0">
                  <a:moveTo>
                    <a:pt x="0" y="1885"/>
                  </a:moveTo>
                  <a:lnTo>
                    <a:pt x="838" y="2257"/>
                  </a:lnTo>
                  <a:lnTo>
                    <a:pt x="838" y="838"/>
                  </a:lnTo>
                  <a:lnTo>
                    <a:pt x="0" y="1"/>
                  </a:lnTo>
                  <a:close/>
                  <a:moveTo>
                    <a:pt x="0" y="1885"/>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119"/>
            <p:cNvSpPr/>
            <p:nvPr/>
          </p:nvSpPr>
          <p:spPr>
            <a:xfrm>
              <a:off x="4070650" y="2979250"/>
              <a:ext cx="13975" cy="154150"/>
            </a:xfrm>
            <a:custGeom>
              <a:avLst/>
              <a:gdLst/>
              <a:ahLst/>
              <a:cxnLst/>
              <a:rect l="l" t="t" r="r" b="b"/>
              <a:pathLst>
                <a:path w="559" h="6166" extrusionOk="0">
                  <a:moveTo>
                    <a:pt x="0" y="6166"/>
                  </a:moveTo>
                  <a:lnTo>
                    <a:pt x="558" y="6166"/>
                  </a:lnTo>
                  <a:lnTo>
                    <a:pt x="558" y="1"/>
                  </a:lnTo>
                  <a:lnTo>
                    <a:pt x="0" y="163"/>
                  </a:lnTo>
                  <a:close/>
                  <a:moveTo>
                    <a:pt x="0" y="6166"/>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119"/>
            <p:cNvSpPr/>
            <p:nvPr/>
          </p:nvSpPr>
          <p:spPr>
            <a:xfrm>
              <a:off x="3996775" y="2983325"/>
              <a:ext cx="350725" cy="150075"/>
            </a:xfrm>
            <a:custGeom>
              <a:avLst/>
              <a:gdLst/>
              <a:ahLst/>
              <a:cxnLst/>
              <a:rect l="l" t="t" r="r" b="b"/>
              <a:pathLst>
                <a:path w="14029" h="6003" extrusionOk="0">
                  <a:moveTo>
                    <a:pt x="1" y="6003"/>
                  </a:moveTo>
                  <a:lnTo>
                    <a:pt x="838" y="6003"/>
                  </a:lnTo>
                  <a:lnTo>
                    <a:pt x="838" y="2955"/>
                  </a:lnTo>
                  <a:cubicBezTo>
                    <a:pt x="838" y="1629"/>
                    <a:pt x="1769" y="815"/>
                    <a:pt x="2955" y="303"/>
                  </a:cubicBezTo>
                  <a:lnTo>
                    <a:pt x="2955" y="24"/>
                  </a:lnTo>
                  <a:cubicBezTo>
                    <a:pt x="1396" y="466"/>
                    <a:pt x="1" y="1350"/>
                    <a:pt x="1" y="2955"/>
                  </a:cubicBezTo>
                  <a:close/>
                  <a:moveTo>
                    <a:pt x="13470" y="6003"/>
                  </a:moveTo>
                  <a:lnTo>
                    <a:pt x="14029" y="6003"/>
                  </a:lnTo>
                  <a:lnTo>
                    <a:pt x="14029" y="187"/>
                  </a:lnTo>
                  <a:cubicBezTo>
                    <a:pt x="13843" y="117"/>
                    <a:pt x="13656" y="70"/>
                    <a:pt x="13470" y="0"/>
                  </a:cubicBezTo>
                  <a:close/>
                  <a:moveTo>
                    <a:pt x="13470" y="6003"/>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119"/>
            <p:cNvSpPr/>
            <p:nvPr/>
          </p:nvSpPr>
          <p:spPr>
            <a:xfrm>
              <a:off x="4216050" y="2698350"/>
              <a:ext cx="170425" cy="386775"/>
            </a:xfrm>
            <a:custGeom>
              <a:avLst/>
              <a:gdLst/>
              <a:ahLst/>
              <a:cxnLst/>
              <a:rect l="l" t="t" r="r" b="b"/>
              <a:pathLst>
                <a:path w="6817" h="15471" extrusionOk="0">
                  <a:moveTo>
                    <a:pt x="0" y="0"/>
                  </a:moveTo>
                  <a:lnTo>
                    <a:pt x="0" y="559"/>
                  </a:lnTo>
                  <a:lnTo>
                    <a:pt x="558" y="559"/>
                  </a:lnTo>
                  <a:lnTo>
                    <a:pt x="558" y="0"/>
                  </a:lnTo>
                  <a:close/>
                  <a:moveTo>
                    <a:pt x="558" y="559"/>
                  </a:moveTo>
                  <a:lnTo>
                    <a:pt x="558" y="1117"/>
                  </a:lnTo>
                  <a:lnTo>
                    <a:pt x="1117" y="1117"/>
                  </a:lnTo>
                  <a:lnTo>
                    <a:pt x="1117" y="559"/>
                  </a:lnTo>
                  <a:close/>
                  <a:moveTo>
                    <a:pt x="6235" y="13772"/>
                  </a:moveTo>
                  <a:lnTo>
                    <a:pt x="6235" y="14331"/>
                  </a:lnTo>
                  <a:lnTo>
                    <a:pt x="6816" y="14331"/>
                  </a:lnTo>
                  <a:lnTo>
                    <a:pt x="6793" y="13772"/>
                  </a:lnTo>
                  <a:close/>
                  <a:moveTo>
                    <a:pt x="6235" y="14912"/>
                  </a:moveTo>
                  <a:lnTo>
                    <a:pt x="6235" y="15471"/>
                  </a:lnTo>
                  <a:lnTo>
                    <a:pt x="6816" y="15471"/>
                  </a:lnTo>
                  <a:lnTo>
                    <a:pt x="6793" y="1491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119"/>
            <p:cNvSpPr/>
            <p:nvPr/>
          </p:nvSpPr>
          <p:spPr>
            <a:xfrm>
              <a:off x="3989800" y="2662725"/>
              <a:ext cx="424600" cy="478225"/>
            </a:xfrm>
            <a:custGeom>
              <a:avLst/>
              <a:gdLst/>
              <a:ahLst/>
              <a:cxnLst/>
              <a:rect l="l" t="t" r="r" b="b"/>
              <a:pathLst>
                <a:path w="16984" h="19129" extrusionOk="0">
                  <a:moveTo>
                    <a:pt x="4956" y="2193"/>
                  </a:moveTo>
                  <a:lnTo>
                    <a:pt x="4956" y="2193"/>
                  </a:lnTo>
                  <a:cubicBezTo>
                    <a:pt x="4676" y="2751"/>
                    <a:pt x="4514" y="3356"/>
                    <a:pt x="4514" y="3984"/>
                  </a:cubicBezTo>
                  <a:lnTo>
                    <a:pt x="4514" y="4822"/>
                  </a:lnTo>
                  <a:lnTo>
                    <a:pt x="4095" y="4822"/>
                  </a:lnTo>
                  <a:cubicBezTo>
                    <a:pt x="3909" y="4822"/>
                    <a:pt x="3723" y="4892"/>
                    <a:pt x="3583" y="5008"/>
                  </a:cubicBezTo>
                  <a:cubicBezTo>
                    <a:pt x="3467" y="4450"/>
                    <a:pt x="3537" y="3891"/>
                    <a:pt x="3746" y="3403"/>
                  </a:cubicBezTo>
                  <a:cubicBezTo>
                    <a:pt x="4002" y="2868"/>
                    <a:pt x="4421" y="2426"/>
                    <a:pt x="4956" y="2193"/>
                  </a:cubicBezTo>
                  <a:close/>
                  <a:moveTo>
                    <a:pt x="12051" y="2239"/>
                  </a:moveTo>
                  <a:lnTo>
                    <a:pt x="12051" y="2239"/>
                  </a:lnTo>
                  <a:cubicBezTo>
                    <a:pt x="12586" y="2472"/>
                    <a:pt x="13005" y="2891"/>
                    <a:pt x="13261" y="3426"/>
                  </a:cubicBezTo>
                  <a:lnTo>
                    <a:pt x="13261" y="3403"/>
                  </a:lnTo>
                  <a:cubicBezTo>
                    <a:pt x="13470" y="3914"/>
                    <a:pt x="13517" y="4473"/>
                    <a:pt x="13424" y="5008"/>
                  </a:cubicBezTo>
                  <a:cubicBezTo>
                    <a:pt x="13261" y="4892"/>
                    <a:pt x="13098" y="4822"/>
                    <a:pt x="12912" y="4822"/>
                  </a:cubicBezTo>
                  <a:lnTo>
                    <a:pt x="12470" y="4822"/>
                  </a:lnTo>
                  <a:lnTo>
                    <a:pt x="12470" y="3984"/>
                  </a:lnTo>
                  <a:cubicBezTo>
                    <a:pt x="12470" y="3379"/>
                    <a:pt x="12330" y="2775"/>
                    <a:pt x="12051" y="2239"/>
                  </a:cubicBezTo>
                  <a:close/>
                  <a:moveTo>
                    <a:pt x="8515" y="588"/>
                  </a:moveTo>
                  <a:cubicBezTo>
                    <a:pt x="10376" y="588"/>
                    <a:pt x="11912" y="2100"/>
                    <a:pt x="11912" y="3984"/>
                  </a:cubicBezTo>
                  <a:lnTo>
                    <a:pt x="11912" y="4985"/>
                  </a:lnTo>
                  <a:lnTo>
                    <a:pt x="11074" y="5845"/>
                  </a:lnTo>
                  <a:cubicBezTo>
                    <a:pt x="10845" y="5387"/>
                    <a:pt x="10419" y="5171"/>
                    <a:pt x="9996" y="5171"/>
                  </a:cubicBezTo>
                  <a:cubicBezTo>
                    <a:pt x="9475" y="5171"/>
                    <a:pt x="8959" y="5498"/>
                    <a:pt x="8817" y="6101"/>
                  </a:cubicBezTo>
                  <a:lnTo>
                    <a:pt x="8189" y="6101"/>
                  </a:lnTo>
                  <a:cubicBezTo>
                    <a:pt x="8048" y="5498"/>
                    <a:pt x="7531" y="5171"/>
                    <a:pt x="7011" y="5171"/>
                  </a:cubicBezTo>
                  <a:cubicBezTo>
                    <a:pt x="6588" y="5171"/>
                    <a:pt x="6162" y="5387"/>
                    <a:pt x="5933" y="5845"/>
                  </a:cubicBezTo>
                  <a:lnTo>
                    <a:pt x="5095" y="4985"/>
                  </a:lnTo>
                  <a:lnTo>
                    <a:pt x="5095" y="3984"/>
                  </a:lnTo>
                  <a:cubicBezTo>
                    <a:pt x="5095" y="2100"/>
                    <a:pt x="6631" y="588"/>
                    <a:pt x="8492" y="588"/>
                  </a:cubicBezTo>
                  <a:close/>
                  <a:moveTo>
                    <a:pt x="7003" y="5752"/>
                  </a:moveTo>
                  <a:cubicBezTo>
                    <a:pt x="7375" y="5752"/>
                    <a:pt x="7654" y="6031"/>
                    <a:pt x="7654" y="6404"/>
                  </a:cubicBezTo>
                  <a:cubicBezTo>
                    <a:pt x="7654" y="6793"/>
                    <a:pt x="7342" y="7046"/>
                    <a:pt x="7017" y="7046"/>
                  </a:cubicBezTo>
                  <a:cubicBezTo>
                    <a:pt x="6856" y="7046"/>
                    <a:pt x="6692" y="6984"/>
                    <a:pt x="6561" y="6846"/>
                  </a:cubicBezTo>
                  <a:cubicBezTo>
                    <a:pt x="6142" y="6450"/>
                    <a:pt x="6421" y="5752"/>
                    <a:pt x="7003" y="5752"/>
                  </a:cubicBezTo>
                  <a:close/>
                  <a:moveTo>
                    <a:pt x="10004" y="5752"/>
                  </a:moveTo>
                  <a:cubicBezTo>
                    <a:pt x="10353" y="5752"/>
                    <a:pt x="10632" y="6031"/>
                    <a:pt x="10632" y="6380"/>
                  </a:cubicBezTo>
                  <a:lnTo>
                    <a:pt x="10655" y="6404"/>
                  </a:lnTo>
                  <a:cubicBezTo>
                    <a:pt x="10655" y="6793"/>
                    <a:pt x="10333" y="7046"/>
                    <a:pt x="10000" y="7046"/>
                  </a:cubicBezTo>
                  <a:cubicBezTo>
                    <a:pt x="9836" y="7046"/>
                    <a:pt x="9670" y="6984"/>
                    <a:pt x="9539" y="6846"/>
                  </a:cubicBezTo>
                  <a:cubicBezTo>
                    <a:pt x="9120" y="6450"/>
                    <a:pt x="9422" y="5752"/>
                    <a:pt x="10004" y="5752"/>
                  </a:cubicBezTo>
                  <a:close/>
                  <a:moveTo>
                    <a:pt x="4537" y="5380"/>
                  </a:moveTo>
                  <a:lnTo>
                    <a:pt x="4537" y="7520"/>
                  </a:lnTo>
                  <a:lnTo>
                    <a:pt x="4188" y="7404"/>
                  </a:lnTo>
                  <a:cubicBezTo>
                    <a:pt x="3862" y="7264"/>
                    <a:pt x="3816" y="7195"/>
                    <a:pt x="3816" y="7102"/>
                  </a:cubicBezTo>
                  <a:lnTo>
                    <a:pt x="3816" y="5683"/>
                  </a:lnTo>
                  <a:cubicBezTo>
                    <a:pt x="3816" y="5520"/>
                    <a:pt x="3932" y="5380"/>
                    <a:pt x="4095" y="5380"/>
                  </a:cubicBezTo>
                  <a:close/>
                  <a:moveTo>
                    <a:pt x="12912" y="5380"/>
                  </a:moveTo>
                  <a:cubicBezTo>
                    <a:pt x="13075" y="5380"/>
                    <a:pt x="13191" y="5496"/>
                    <a:pt x="13191" y="5659"/>
                  </a:cubicBezTo>
                  <a:lnTo>
                    <a:pt x="13191" y="7102"/>
                  </a:lnTo>
                  <a:cubicBezTo>
                    <a:pt x="13191" y="7195"/>
                    <a:pt x="13121" y="7264"/>
                    <a:pt x="12796" y="7381"/>
                  </a:cubicBezTo>
                  <a:lnTo>
                    <a:pt x="12470" y="7520"/>
                  </a:lnTo>
                  <a:lnTo>
                    <a:pt x="12470" y="5380"/>
                  </a:lnTo>
                  <a:close/>
                  <a:moveTo>
                    <a:pt x="11912" y="5776"/>
                  </a:moveTo>
                  <a:lnTo>
                    <a:pt x="11912" y="8707"/>
                  </a:lnTo>
                  <a:lnTo>
                    <a:pt x="9748" y="10870"/>
                  </a:lnTo>
                  <a:lnTo>
                    <a:pt x="7235" y="10870"/>
                  </a:lnTo>
                  <a:lnTo>
                    <a:pt x="5095" y="8707"/>
                  </a:lnTo>
                  <a:lnTo>
                    <a:pt x="5072" y="5776"/>
                  </a:lnTo>
                  <a:lnTo>
                    <a:pt x="5793" y="6497"/>
                  </a:lnTo>
                  <a:cubicBezTo>
                    <a:pt x="5867" y="7209"/>
                    <a:pt x="6440" y="7585"/>
                    <a:pt x="7013" y="7585"/>
                  </a:cubicBezTo>
                  <a:cubicBezTo>
                    <a:pt x="7525" y="7585"/>
                    <a:pt x="8036" y="7285"/>
                    <a:pt x="8189" y="6660"/>
                  </a:cubicBezTo>
                  <a:lnTo>
                    <a:pt x="8794" y="6660"/>
                  </a:lnTo>
                  <a:cubicBezTo>
                    <a:pt x="8948" y="7285"/>
                    <a:pt x="9459" y="7585"/>
                    <a:pt x="9970" y="7585"/>
                  </a:cubicBezTo>
                  <a:cubicBezTo>
                    <a:pt x="10543" y="7585"/>
                    <a:pt x="11117" y="7209"/>
                    <a:pt x="11190" y="6497"/>
                  </a:cubicBezTo>
                  <a:lnTo>
                    <a:pt x="11912" y="5776"/>
                  </a:lnTo>
                  <a:close/>
                  <a:moveTo>
                    <a:pt x="10632" y="10754"/>
                  </a:moveTo>
                  <a:lnTo>
                    <a:pt x="10632" y="11801"/>
                  </a:lnTo>
                  <a:lnTo>
                    <a:pt x="8492" y="12778"/>
                  </a:lnTo>
                  <a:lnTo>
                    <a:pt x="6351" y="11801"/>
                  </a:lnTo>
                  <a:lnTo>
                    <a:pt x="6351" y="10754"/>
                  </a:lnTo>
                  <a:lnTo>
                    <a:pt x="7003" y="11405"/>
                  </a:lnTo>
                  <a:lnTo>
                    <a:pt x="9981" y="11405"/>
                  </a:lnTo>
                  <a:lnTo>
                    <a:pt x="10632" y="10754"/>
                  </a:lnTo>
                  <a:close/>
                  <a:moveTo>
                    <a:pt x="6049" y="12289"/>
                  </a:moveTo>
                  <a:lnTo>
                    <a:pt x="7980" y="13173"/>
                  </a:lnTo>
                  <a:lnTo>
                    <a:pt x="6654" y="14337"/>
                  </a:lnTo>
                  <a:lnTo>
                    <a:pt x="5142" y="12545"/>
                  </a:lnTo>
                  <a:lnTo>
                    <a:pt x="6049" y="12289"/>
                  </a:lnTo>
                  <a:close/>
                  <a:moveTo>
                    <a:pt x="10934" y="12289"/>
                  </a:moveTo>
                  <a:lnTo>
                    <a:pt x="11842" y="12545"/>
                  </a:lnTo>
                  <a:lnTo>
                    <a:pt x="10330" y="14337"/>
                  </a:lnTo>
                  <a:lnTo>
                    <a:pt x="9004" y="13173"/>
                  </a:lnTo>
                  <a:lnTo>
                    <a:pt x="10934" y="12289"/>
                  </a:lnTo>
                  <a:close/>
                  <a:moveTo>
                    <a:pt x="8492" y="13476"/>
                  </a:moveTo>
                  <a:lnTo>
                    <a:pt x="9515" y="14360"/>
                  </a:lnTo>
                  <a:lnTo>
                    <a:pt x="8887" y="15290"/>
                  </a:lnTo>
                  <a:lnTo>
                    <a:pt x="8073" y="15290"/>
                  </a:lnTo>
                  <a:lnTo>
                    <a:pt x="7468" y="14360"/>
                  </a:lnTo>
                  <a:lnTo>
                    <a:pt x="8492" y="13476"/>
                  </a:lnTo>
                  <a:close/>
                  <a:moveTo>
                    <a:pt x="4979" y="13243"/>
                  </a:moveTo>
                  <a:lnTo>
                    <a:pt x="6584" y="15128"/>
                  </a:lnTo>
                  <a:lnTo>
                    <a:pt x="7049" y="14732"/>
                  </a:lnTo>
                  <a:lnTo>
                    <a:pt x="7631" y="15593"/>
                  </a:lnTo>
                  <a:lnTo>
                    <a:pt x="7212" y="16942"/>
                  </a:lnTo>
                  <a:cubicBezTo>
                    <a:pt x="6677" y="16663"/>
                    <a:pt x="6235" y="16244"/>
                    <a:pt x="5886" y="15756"/>
                  </a:cubicBezTo>
                  <a:cubicBezTo>
                    <a:pt x="5398" y="14988"/>
                    <a:pt x="5095" y="14127"/>
                    <a:pt x="4979" y="13243"/>
                  </a:cubicBezTo>
                  <a:close/>
                  <a:moveTo>
                    <a:pt x="8841" y="15849"/>
                  </a:moveTo>
                  <a:lnTo>
                    <a:pt x="9236" y="17128"/>
                  </a:lnTo>
                  <a:cubicBezTo>
                    <a:pt x="9004" y="17198"/>
                    <a:pt x="8748" y="17245"/>
                    <a:pt x="8492" y="17245"/>
                  </a:cubicBezTo>
                  <a:cubicBezTo>
                    <a:pt x="8236" y="17245"/>
                    <a:pt x="7980" y="17198"/>
                    <a:pt x="7747" y="17128"/>
                  </a:cubicBezTo>
                  <a:lnTo>
                    <a:pt x="8143" y="15849"/>
                  </a:lnTo>
                  <a:close/>
                  <a:moveTo>
                    <a:pt x="2955" y="13220"/>
                  </a:moveTo>
                  <a:lnTo>
                    <a:pt x="2955" y="18571"/>
                  </a:lnTo>
                  <a:lnTo>
                    <a:pt x="559" y="18571"/>
                  </a:lnTo>
                  <a:lnTo>
                    <a:pt x="559" y="15779"/>
                  </a:lnTo>
                  <a:cubicBezTo>
                    <a:pt x="559" y="14616"/>
                    <a:pt x="1373" y="13755"/>
                    <a:pt x="2955" y="13220"/>
                  </a:cubicBezTo>
                  <a:close/>
                  <a:moveTo>
                    <a:pt x="14029" y="13220"/>
                  </a:moveTo>
                  <a:cubicBezTo>
                    <a:pt x="15610" y="13755"/>
                    <a:pt x="16425" y="14616"/>
                    <a:pt x="16425" y="15779"/>
                  </a:cubicBezTo>
                  <a:lnTo>
                    <a:pt x="16425" y="18571"/>
                  </a:lnTo>
                  <a:lnTo>
                    <a:pt x="14029" y="18571"/>
                  </a:lnTo>
                  <a:lnTo>
                    <a:pt x="14029" y="13220"/>
                  </a:lnTo>
                  <a:close/>
                  <a:moveTo>
                    <a:pt x="8515" y="0"/>
                  </a:moveTo>
                  <a:cubicBezTo>
                    <a:pt x="7402" y="0"/>
                    <a:pt x="6288" y="466"/>
                    <a:pt x="5491" y="1402"/>
                  </a:cubicBezTo>
                  <a:cubicBezTo>
                    <a:pt x="4141" y="1751"/>
                    <a:pt x="3537" y="2542"/>
                    <a:pt x="3257" y="3147"/>
                  </a:cubicBezTo>
                  <a:cubicBezTo>
                    <a:pt x="2885" y="3961"/>
                    <a:pt x="2885" y="4892"/>
                    <a:pt x="3257" y="5706"/>
                  </a:cubicBezTo>
                  <a:lnTo>
                    <a:pt x="3257" y="7078"/>
                  </a:lnTo>
                  <a:cubicBezTo>
                    <a:pt x="3257" y="7613"/>
                    <a:pt x="3746" y="7800"/>
                    <a:pt x="3979" y="7893"/>
                  </a:cubicBezTo>
                  <a:lnTo>
                    <a:pt x="4537" y="8102"/>
                  </a:lnTo>
                  <a:lnTo>
                    <a:pt x="4537" y="8916"/>
                  </a:lnTo>
                  <a:lnTo>
                    <a:pt x="5793" y="10196"/>
                  </a:lnTo>
                  <a:lnTo>
                    <a:pt x="5793" y="11754"/>
                  </a:lnTo>
                  <a:lnTo>
                    <a:pt x="3164" y="12522"/>
                  </a:lnTo>
                  <a:cubicBezTo>
                    <a:pt x="1094" y="13127"/>
                    <a:pt x="0" y="14244"/>
                    <a:pt x="0" y="15756"/>
                  </a:cubicBezTo>
                  <a:lnTo>
                    <a:pt x="0" y="19082"/>
                  </a:lnTo>
                  <a:lnTo>
                    <a:pt x="8213" y="19082"/>
                  </a:lnTo>
                  <a:lnTo>
                    <a:pt x="8213" y="18524"/>
                  </a:lnTo>
                  <a:lnTo>
                    <a:pt x="3513" y="18524"/>
                  </a:lnTo>
                  <a:lnTo>
                    <a:pt x="3513" y="13011"/>
                  </a:lnTo>
                  <a:lnTo>
                    <a:pt x="4374" y="12755"/>
                  </a:lnTo>
                  <a:cubicBezTo>
                    <a:pt x="4421" y="13918"/>
                    <a:pt x="4793" y="15081"/>
                    <a:pt x="5421" y="16058"/>
                  </a:cubicBezTo>
                  <a:cubicBezTo>
                    <a:pt x="6096" y="17128"/>
                    <a:pt x="7235" y="17780"/>
                    <a:pt x="8492" y="17780"/>
                  </a:cubicBezTo>
                  <a:cubicBezTo>
                    <a:pt x="9585" y="17780"/>
                    <a:pt x="10632" y="17268"/>
                    <a:pt x="11307" y="16407"/>
                  </a:cubicBezTo>
                  <a:lnTo>
                    <a:pt x="10865" y="16035"/>
                  </a:lnTo>
                  <a:cubicBezTo>
                    <a:pt x="10562" y="16407"/>
                    <a:pt x="10190" y="16733"/>
                    <a:pt x="9771" y="16942"/>
                  </a:cubicBezTo>
                  <a:lnTo>
                    <a:pt x="9352" y="15616"/>
                  </a:lnTo>
                  <a:lnTo>
                    <a:pt x="9934" y="14755"/>
                  </a:lnTo>
                  <a:lnTo>
                    <a:pt x="10399" y="15151"/>
                  </a:lnTo>
                  <a:lnTo>
                    <a:pt x="12005" y="13243"/>
                  </a:lnTo>
                  <a:lnTo>
                    <a:pt x="12005" y="13243"/>
                  </a:lnTo>
                  <a:cubicBezTo>
                    <a:pt x="11912" y="14104"/>
                    <a:pt x="11632" y="14895"/>
                    <a:pt x="11190" y="15639"/>
                  </a:cubicBezTo>
                  <a:lnTo>
                    <a:pt x="11656" y="15919"/>
                  </a:lnTo>
                  <a:cubicBezTo>
                    <a:pt x="12237" y="14965"/>
                    <a:pt x="12563" y="13895"/>
                    <a:pt x="12609" y="12778"/>
                  </a:cubicBezTo>
                  <a:lnTo>
                    <a:pt x="13470" y="13034"/>
                  </a:lnTo>
                  <a:lnTo>
                    <a:pt x="13470" y="18571"/>
                  </a:lnTo>
                  <a:lnTo>
                    <a:pt x="8771" y="18571"/>
                  </a:lnTo>
                  <a:lnTo>
                    <a:pt x="8771" y="19129"/>
                  </a:lnTo>
                  <a:lnTo>
                    <a:pt x="16983" y="19129"/>
                  </a:lnTo>
                  <a:lnTo>
                    <a:pt x="16983" y="15779"/>
                  </a:lnTo>
                  <a:cubicBezTo>
                    <a:pt x="16983" y="14290"/>
                    <a:pt x="15890" y="13150"/>
                    <a:pt x="13819" y="12569"/>
                  </a:cubicBezTo>
                  <a:lnTo>
                    <a:pt x="13842" y="12545"/>
                  </a:lnTo>
                  <a:lnTo>
                    <a:pt x="11190" y="11778"/>
                  </a:lnTo>
                  <a:lnTo>
                    <a:pt x="11190" y="10219"/>
                  </a:lnTo>
                  <a:lnTo>
                    <a:pt x="12470" y="8939"/>
                  </a:lnTo>
                  <a:lnTo>
                    <a:pt x="12470" y="8125"/>
                  </a:lnTo>
                  <a:lnTo>
                    <a:pt x="13005" y="7916"/>
                  </a:lnTo>
                  <a:cubicBezTo>
                    <a:pt x="13238" y="7823"/>
                    <a:pt x="13749" y="7613"/>
                    <a:pt x="13749" y="7102"/>
                  </a:cubicBezTo>
                  <a:lnTo>
                    <a:pt x="13749" y="5729"/>
                  </a:lnTo>
                  <a:cubicBezTo>
                    <a:pt x="14122" y="4915"/>
                    <a:pt x="14122" y="3984"/>
                    <a:pt x="13773" y="3170"/>
                  </a:cubicBezTo>
                  <a:cubicBezTo>
                    <a:pt x="13493" y="2565"/>
                    <a:pt x="12889" y="1797"/>
                    <a:pt x="11563" y="1425"/>
                  </a:cubicBezTo>
                  <a:cubicBezTo>
                    <a:pt x="10767" y="477"/>
                    <a:pt x="9641" y="0"/>
                    <a:pt x="85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119"/>
            <p:cNvSpPr/>
            <p:nvPr/>
          </p:nvSpPr>
          <p:spPr>
            <a:xfrm>
              <a:off x="4153800" y="2866425"/>
              <a:ext cx="41325" cy="24450"/>
            </a:xfrm>
            <a:custGeom>
              <a:avLst/>
              <a:gdLst/>
              <a:ahLst/>
              <a:cxnLst/>
              <a:rect l="l" t="t" r="r" b="b"/>
              <a:pathLst>
                <a:path w="1653" h="978" extrusionOk="0">
                  <a:moveTo>
                    <a:pt x="722" y="0"/>
                  </a:moveTo>
                  <a:lnTo>
                    <a:pt x="1" y="536"/>
                  </a:lnTo>
                  <a:lnTo>
                    <a:pt x="350" y="978"/>
                  </a:lnTo>
                  <a:lnTo>
                    <a:pt x="908" y="559"/>
                  </a:lnTo>
                  <a:lnTo>
                    <a:pt x="1653" y="559"/>
                  </a:lnTo>
                  <a:lnTo>
                    <a:pt x="165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119"/>
            <p:cNvSpPr/>
            <p:nvPr/>
          </p:nvSpPr>
          <p:spPr>
            <a:xfrm>
              <a:off x="4209050" y="2866425"/>
              <a:ext cx="41325" cy="24450"/>
            </a:xfrm>
            <a:custGeom>
              <a:avLst/>
              <a:gdLst/>
              <a:ahLst/>
              <a:cxnLst/>
              <a:rect l="l" t="t" r="r" b="b"/>
              <a:pathLst>
                <a:path w="1653" h="978" extrusionOk="0">
                  <a:moveTo>
                    <a:pt x="1" y="0"/>
                  </a:moveTo>
                  <a:lnTo>
                    <a:pt x="1" y="559"/>
                  </a:lnTo>
                  <a:lnTo>
                    <a:pt x="745" y="559"/>
                  </a:lnTo>
                  <a:lnTo>
                    <a:pt x="1304" y="978"/>
                  </a:lnTo>
                  <a:lnTo>
                    <a:pt x="1653" y="536"/>
                  </a:lnTo>
                  <a:lnTo>
                    <a:pt x="93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119"/>
            <p:cNvSpPr/>
            <p:nvPr/>
          </p:nvSpPr>
          <p:spPr>
            <a:xfrm>
              <a:off x="4184625" y="2894350"/>
              <a:ext cx="34925" cy="13975"/>
            </a:xfrm>
            <a:custGeom>
              <a:avLst/>
              <a:gdLst/>
              <a:ahLst/>
              <a:cxnLst/>
              <a:rect l="l" t="t" r="r" b="b"/>
              <a:pathLst>
                <a:path w="1397" h="559" extrusionOk="0">
                  <a:moveTo>
                    <a:pt x="1" y="0"/>
                  </a:moveTo>
                  <a:lnTo>
                    <a:pt x="1" y="558"/>
                  </a:lnTo>
                  <a:lnTo>
                    <a:pt x="1397" y="558"/>
                  </a:lnTo>
                  <a:lnTo>
                    <a:pt x="139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7" name="Google Shape;6137;p119"/>
          <p:cNvGrpSpPr/>
          <p:nvPr/>
        </p:nvGrpSpPr>
        <p:grpSpPr>
          <a:xfrm>
            <a:off x="2533656" y="4090980"/>
            <a:ext cx="382725" cy="478125"/>
            <a:chOff x="2531150" y="4096475"/>
            <a:chExt cx="382725" cy="478125"/>
          </a:xfrm>
        </p:grpSpPr>
        <p:sp>
          <p:nvSpPr>
            <p:cNvPr id="6138" name="Google Shape;6138;p119"/>
            <p:cNvSpPr/>
            <p:nvPr/>
          </p:nvSpPr>
          <p:spPr>
            <a:xfrm>
              <a:off x="2612000" y="4245375"/>
              <a:ext cx="27925" cy="50625"/>
            </a:xfrm>
            <a:custGeom>
              <a:avLst/>
              <a:gdLst/>
              <a:ahLst/>
              <a:cxnLst/>
              <a:rect l="l" t="t" r="r" b="b"/>
              <a:pathLst>
                <a:path w="1117" h="2025" extrusionOk="0">
                  <a:moveTo>
                    <a:pt x="0" y="1490"/>
                  </a:moveTo>
                  <a:cubicBezTo>
                    <a:pt x="0" y="1792"/>
                    <a:pt x="256" y="2025"/>
                    <a:pt x="559" y="2025"/>
                  </a:cubicBezTo>
                  <a:lnTo>
                    <a:pt x="1117" y="2025"/>
                  </a:lnTo>
                  <a:lnTo>
                    <a:pt x="1117" y="1"/>
                  </a:lnTo>
                  <a:lnTo>
                    <a:pt x="0" y="792"/>
                  </a:lnTo>
                  <a:close/>
                  <a:moveTo>
                    <a:pt x="0" y="1490"/>
                  </a:moveTo>
                  <a:close/>
                </a:path>
              </a:pathLst>
            </a:custGeom>
            <a:solidFill>
              <a:srgbClr val="FBF2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119"/>
            <p:cNvSpPr/>
            <p:nvPr/>
          </p:nvSpPr>
          <p:spPr>
            <a:xfrm>
              <a:off x="2639900" y="4192450"/>
              <a:ext cx="165200" cy="196600"/>
            </a:xfrm>
            <a:custGeom>
              <a:avLst/>
              <a:gdLst/>
              <a:ahLst/>
              <a:cxnLst/>
              <a:rect l="l" t="t" r="r" b="b"/>
              <a:pathLst>
                <a:path w="6608" h="7864" extrusionOk="0">
                  <a:moveTo>
                    <a:pt x="1" y="5631"/>
                  </a:moveTo>
                  <a:lnTo>
                    <a:pt x="2467" y="7864"/>
                  </a:lnTo>
                  <a:lnTo>
                    <a:pt x="4142" y="7864"/>
                  </a:lnTo>
                  <a:lnTo>
                    <a:pt x="6608" y="5631"/>
                  </a:lnTo>
                  <a:lnTo>
                    <a:pt x="6608" y="2676"/>
                  </a:lnTo>
                  <a:cubicBezTo>
                    <a:pt x="5863" y="2537"/>
                    <a:pt x="3863" y="1862"/>
                    <a:pt x="1978" y="1"/>
                  </a:cubicBezTo>
                  <a:lnTo>
                    <a:pt x="1" y="2118"/>
                  </a:lnTo>
                  <a:close/>
                  <a:moveTo>
                    <a:pt x="1" y="563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119"/>
            <p:cNvSpPr/>
            <p:nvPr/>
          </p:nvSpPr>
          <p:spPr>
            <a:xfrm>
              <a:off x="2673650" y="4461150"/>
              <a:ext cx="98300" cy="106450"/>
            </a:xfrm>
            <a:custGeom>
              <a:avLst/>
              <a:gdLst/>
              <a:ahLst/>
              <a:cxnLst/>
              <a:rect l="l" t="t" r="r" b="b"/>
              <a:pathLst>
                <a:path w="3932" h="4258" extrusionOk="0">
                  <a:moveTo>
                    <a:pt x="0" y="4258"/>
                  </a:moveTo>
                  <a:lnTo>
                    <a:pt x="3932" y="4258"/>
                  </a:lnTo>
                  <a:lnTo>
                    <a:pt x="3932" y="1"/>
                  </a:lnTo>
                  <a:cubicBezTo>
                    <a:pt x="3583" y="303"/>
                    <a:pt x="3164" y="466"/>
                    <a:pt x="2699" y="466"/>
                  </a:cubicBezTo>
                  <a:lnTo>
                    <a:pt x="1233" y="466"/>
                  </a:lnTo>
                  <a:cubicBezTo>
                    <a:pt x="768" y="466"/>
                    <a:pt x="349" y="303"/>
                    <a:pt x="0" y="1"/>
                  </a:cubicBezTo>
                  <a:close/>
                  <a:moveTo>
                    <a:pt x="0" y="4258"/>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119"/>
            <p:cNvSpPr/>
            <p:nvPr/>
          </p:nvSpPr>
          <p:spPr>
            <a:xfrm>
              <a:off x="2674225" y="4370425"/>
              <a:ext cx="97150" cy="102375"/>
            </a:xfrm>
            <a:custGeom>
              <a:avLst/>
              <a:gdLst/>
              <a:ahLst/>
              <a:cxnLst/>
              <a:rect l="l" t="t" r="r" b="b"/>
              <a:pathLst>
                <a:path w="3886" h="4095" extrusionOk="0">
                  <a:moveTo>
                    <a:pt x="1210" y="4095"/>
                  </a:moveTo>
                  <a:lnTo>
                    <a:pt x="2676" y="4095"/>
                  </a:lnTo>
                  <a:cubicBezTo>
                    <a:pt x="3118" y="4095"/>
                    <a:pt x="3560" y="3932"/>
                    <a:pt x="3886" y="3630"/>
                  </a:cubicBezTo>
                  <a:lnTo>
                    <a:pt x="3886" y="1955"/>
                  </a:lnTo>
                  <a:lnTo>
                    <a:pt x="3606" y="1"/>
                  </a:lnTo>
                  <a:lnTo>
                    <a:pt x="2769" y="768"/>
                  </a:lnTo>
                  <a:lnTo>
                    <a:pt x="1094" y="768"/>
                  </a:lnTo>
                  <a:lnTo>
                    <a:pt x="280" y="24"/>
                  </a:lnTo>
                  <a:lnTo>
                    <a:pt x="1" y="1955"/>
                  </a:lnTo>
                  <a:lnTo>
                    <a:pt x="1" y="3630"/>
                  </a:lnTo>
                  <a:cubicBezTo>
                    <a:pt x="326" y="3932"/>
                    <a:pt x="768" y="4095"/>
                    <a:pt x="1210" y="4095"/>
                  </a:cubicBezTo>
                  <a:close/>
                  <a:moveTo>
                    <a:pt x="1210" y="4095"/>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119"/>
            <p:cNvSpPr/>
            <p:nvPr/>
          </p:nvSpPr>
          <p:spPr>
            <a:xfrm>
              <a:off x="2624200" y="4419275"/>
              <a:ext cx="196625" cy="148325"/>
            </a:xfrm>
            <a:custGeom>
              <a:avLst/>
              <a:gdLst/>
              <a:ahLst/>
              <a:cxnLst/>
              <a:rect l="l" t="t" r="r" b="b"/>
              <a:pathLst>
                <a:path w="7865" h="5933" extrusionOk="0">
                  <a:moveTo>
                    <a:pt x="5910" y="5933"/>
                  </a:moveTo>
                  <a:lnTo>
                    <a:pt x="7864" y="2281"/>
                  </a:lnTo>
                  <a:lnTo>
                    <a:pt x="5887" y="1"/>
                  </a:lnTo>
                  <a:close/>
                  <a:moveTo>
                    <a:pt x="1" y="2281"/>
                  </a:moveTo>
                  <a:lnTo>
                    <a:pt x="1978" y="5933"/>
                  </a:lnTo>
                  <a:lnTo>
                    <a:pt x="1978" y="1"/>
                  </a:lnTo>
                  <a:close/>
                  <a:moveTo>
                    <a:pt x="1" y="2281"/>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119"/>
            <p:cNvSpPr/>
            <p:nvPr/>
          </p:nvSpPr>
          <p:spPr>
            <a:xfrm>
              <a:off x="2538125" y="4419275"/>
              <a:ext cx="368775" cy="148325"/>
            </a:xfrm>
            <a:custGeom>
              <a:avLst/>
              <a:gdLst/>
              <a:ahLst/>
              <a:cxnLst/>
              <a:rect l="l" t="t" r="r" b="b"/>
              <a:pathLst>
                <a:path w="14751" h="5933" extrusionOk="0">
                  <a:moveTo>
                    <a:pt x="9353" y="5933"/>
                  </a:moveTo>
                  <a:lnTo>
                    <a:pt x="14750" y="5933"/>
                  </a:lnTo>
                  <a:lnTo>
                    <a:pt x="14750" y="2606"/>
                  </a:lnTo>
                  <a:cubicBezTo>
                    <a:pt x="14750" y="1490"/>
                    <a:pt x="13820" y="745"/>
                    <a:pt x="12703" y="559"/>
                  </a:cubicBezTo>
                  <a:lnTo>
                    <a:pt x="9330" y="1"/>
                  </a:lnTo>
                  <a:lnTo>
                    <a:pt x="11307" y="2281"/>
                  </a:lnTo>
                  <a:close/>
                  <a:moveTo>
                    <a:pt x="1" y="5933"/>
                  </a:moveTo>
                  <a:lnTo>
                    <a:pt x="5421" y="5933"/>
                  </a:lnTo>
                  <a:lnTo>
                    <a:pt x="3444" y="2281"/>
                  </a:lnTo>
                  <a:lnTo>
                    <a:pt x="5421" y="1"/>
                  </a:lnTo>
                  <a:lnTo>
                    <a:pt x="2071" y="559"/>
                  </a:lnTo>
                  <a:cubicBezTo>
                    <a:pt x="955" y="745"/>
                    <a:pt x="1" y="1466"/>
                    <a:pt x="1" y="2606"/>
                  </a:cubicBezTo>
                  <a:close/>
                  <a:moveTo>
                    <a:pt x="1" y="5933"/>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119"/>
            <p:cNvSpPr/>
            <p:nvPr/>
          </p:nvSpPr>
          <p:spPr>
            <a:xfrm>
              <a:off x="2584075" y="4103475"/>
              <a:ext cx="277450" cy="266975"/>
            </a:xfrm>
            <a:custGeom>
              <a:avLst/>
              <a:gdLst/>
              <a:ahLst/>
              <a:cxnLst/>
              <a:rect l="l" t="t" r="r" b="b"/>
              <a:pathLst>
                <a:path w="11098" h="10679" extrusionOk="0">
                  <a:moveTo>
                    <a:pt x="1" y="10679"/>
                  </a:moveTo>
                  <a:lnTo>
                    <a:pt x="3886" y="10679"/>
                  </a:lnTo>
                  <a:lnTo>
                    <a:pt x="2234" y="9190"/>
                  </a:lnTo>
                  <a:lnTo>
                    <a:pt x="2234" y="7701"/>
                  </a:lnTo>
                  <a:lnTo>
                    <a:pt x="1676" y="7701"/>
                  </a:lnTo>
                  <a:cubicBezTo>
                    <a:pt x="1373" y="7701"/>
                    <a:pt x="1117" y="7468"/>
                    <a:pt x="1117" y="7166"/>
                  </a:cubicBezTo>
                  <a:lnTo>
                    <a:pt x="1117" y="6468"/>
                  </a:lnTo>
                  <a:lnTo>
                    <a:pt x="2257" y="5677"/>
                  </a:lnTo>
                  <a:lnTo>
                    <a:pt x="4211" y="3560"/>
                  </a:lnTo>
                  <a:cubicBezTo>
                    <a:pt x="6096" y="5421"/>
                    <a:pt x="8120" y="6096"/>
                    <a:pt x="8841" y="6235"/>
                  </a:cubicBezTo>
                  <a:lnTo>
                    <a:pt x="8841" y="9190"/>
                  </a:lnTo>
                  <a:lnTo>
                    <a:pt x="7212" y="10679"/>
                  </a:lnTo>
                  <a:lnTo>
                    <a:pt x="11098" y="10679"/>
                  </a:lnTo>
                  <a:lnTo>
                    <a:pt x="11098" y="5537"/>
                  </a:lnTo>
                  <a:cubicBezTo>
                    <a:pt x="11098" y="2490"/>
                    <a:pt x="8608" y="0"/>
                    <a:pt x="5537" y="0"/>
                  </a:cubicBezTo>
                  <a:cubicBezTo>
                    <a:pt x="2490" y="0"/>
                    <a:pt x="1" y="2490"/>
                    <a:pt x="1" y="5537"/>
                  </a:cubicBezTo>
                  <a:close/>
                  <a:moveTo>
                    <a:pt x="1" y="10679"/>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119"/>
            <p:cNvSpPr/>
            <p:nvPr/>
          </p:nvSpPr>
          <p:spPr>
            <a:xfrm>
              <a:off x="2584075" y="4098250"/>
              <a:ext cx="148925" cy="272200"/>
            </a:xfrm>
            <a:custGeom>
              <a:avLst/>
              <a:gdLst/>
              <a:ahLst/>
              <a:cxnLst/>
              <a:rect l="l" t="t" r="r" b="b"/>
              <a:pathLst>
                <a:path w="5957" h="10888" extrusionOk="0">
                  <a:moveTo>
                    <a:pt x="1" y="10888"/>
                  </a:moveTo>
                  <a:lnTo>
                    <a:pt x="838" y="10888"/>
                  </a:lnTo>
                  <a:lnTo>
                    <a:pt x="838" y="5746"/>
                  </a:lnTo>
                  <a:cubicBezTo>
                    <a:pt x="861" y="2862"/>
                    <a:pt x="3071" y="465"/>
                    <a:pt x="5956" y="233"/>
                  </a:cubicBezTo>
                  <a:cubicBezTo>
                    <a:pt x="2746" y="0"/>
                    <a:pt x="1" y="2536"/>
                    <a:pt x="1" y="5746"/>
                  </a:cubicBezTo>
                  <a:close/>
                  <a:moveTo>
                    <a:pt x="1" y="10888"/>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119"/>
            <p:cNvSpPr/>
            <p:nvPr/>
          </p:nvSpPr>
          <p:spPr>
            <a:xfrm>
              <a:off x="2612000" y="4255275"/>
              <a:ext cx="27925" cy="40725"/>
            </a:xfrm>
            <a:custGeom>
              <a:avLst/>
              <a:gdLst/>
              <a:ahLst/>
              <a:cxnLst/>
              <a:rect l="l" t="t" r="r" b="b"/>
              <a:pathLst>
                <a:path w="1117" h="1629" extrusionOk="0">
                  <a:moveTo>
                    <a:pt x="0" y="1094"/>
                  </a:moveTo>
                  <a:cubicBezTo>
                    <a:pt x="0" y="1396"/>
                    <a:pt x="256" y="1629"/>
                    <a:pt x="559" y="1629"/>
                  </a:cubicBezTo>
                  <a:lnTo>
                    <a:pt x="1117" y="1629"/>
                  </a:lnTo>
                  <a:cubicBezTo>
                    <a:pt x="815" y="1629"/>
                    <a:pt x="559" y="1396"/>
                    <a:pt x="559" y="1094"/>
                  </a:cubicBezTo>
                  <a:lnTo>
                    <a:pt x="559" y="0"/>
                  </a:lnTo>
                  <a:lnTo>
                    <a:pt x="0" y="396"/>
                  </a:lnTo>
                  <a:close/>
                  <a:moveTo>
                    <a:pt x="0" y="1094"/>
                  </a:moveTo>
                  <a:close/>
                </a:path>
              </a:pathLst>
            </a:custGeom>
            <a:solidFill>
              <a:srgbClr val="F7E0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119"/>
            <p:cNvSpPr/>
            <p:nvPr/>
          </p:nvSpPr>
          <p:spPr>
            <a:xfrm>
              <a:off x="2639900" y="4222700"/>
              <a:ext cx="82625" cy="166350"/>
            </a:xfrm>
            <a:custGeom>
              <a:avLst/>
              <a:gdLst/>
              <a:ahLst/>
              <a:cxnLst/>
              <a:rect l="l" t="t" r="r" b="b"/>
              <a:pathLst>
                <a:path w="3305" h="6654" extrusionOk="0">
                  <a:moveTo>
                    <a:pt x="1" y="4421"/>
                  </a:moveTo>
                  <a:lnTo>
                    <a:pt x="2467" y="6654"/>
                  </a:lnTo>
                  <a:lnTo>
                    <a:pt x="3304" y="6654"/>
                  </a:lnTo>
                  <a:lnTo>
                    <a:pt x="838" y="4421"/>
                  </a:lnTo>
                  <a:lnTo>
                    <a:pt x="838" y="1"/>
                  </a:lnTo>
                  <a:lnTo>
                    <a:pt x="1" y="908"/>
                  </a:lnTo>
                  <a:close/>
                  <a:moveTo>
                    <a:pt x="1" y="4421"/>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119"/>
            <p:cNvSpPr/>
            <p:nvPr/>
          </p:nvSpPr>
          <p:spPr>
            <a:xfrm>
              <a:off x="2673650" y="4371000"/>
              <a:ext cx="26200" cy="101225"/>
            </a:xfrm>
            <a:custGeom>
              <a:avLst/>
              <a:gdLst/>
              <a:ahLst/>
              <a:cxnLst/>
              <a:rect l="l" t="t" r="r" b="b"/>
              <a:pathLst>
                <a:path w="1048" h="4049" extrusionOk="0">
                  <a:moveTo>
                    <a:pt x="1047" y="652"/>
                  </a:moveTo>
                  <a:lnTo>
                    <a:pt x="303" y="1"/>
                  </a:lnTo>
                  <a:lnTo>
                    <a:pt x="0" y="1932"/>
                  </a:lnTo>
                  <a:lnTo>
                    <a:pt x="0" y="3607"/>
                  </a:lnTo>
                  <a:cubicBezTo>
                    <a:pt x="256" y="3816"/>
                    <a:pt x="535" y="3979"/>
                    <a:pt x="861" y="4049"/>
                  </a:cubicBezTo>
                  <a:lnTo>
                    <a:pt x="861" y="1932"/>
                  </a:lnTo>
                  <a:close/>
                  <a:moveTo>
                    <a:pt x="1047" y="652"/>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119"/>
            <p:cNvSpPr/>
            <p:nvPr/>
          </p:nvSpPr>
          <p:spPr>
            <a:xfrm>
              <a:off x="2673650" y="4461150"/>
              <a:ext cx="20950" cy="106450"/>
            </a:xfrm>
            <a:custGeom>
              <a:avLst/>
              <a:gdLst/>
              <a:ahLst/>
              <a:cxnLst/>
              <a:rect l="l" t="t" r="r" b="b"/>
              <a:pathLst>
                <a:path w="838" h="4258" extrusionOk="0">
                  <a:moveTo>
                    <a:pt x="0" y="4258"/>
                  </a:moveTo>
                  <a:lnTo>
                    <a:pt x="838" y="4258"/>
                  </a:lnTo>
                  <a:lnTo>
                    <a:pt x="838" y="443"/>
                  </a:lnTo>
                  <a:cubicBezTo>
                    <a:pt x="535" y="373"/>
                    <a:pt x="233" y="210"/>
                    <a:pt x="0" y="1"/>
                  </a:cubicBezTo>
                  <a:close/>
                  <a:moveTo>
                    <a:pt x="0" y="4258"/>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119"/>
            <p:cNvSpPr/>
            <p:nvPr/>
          </p:nvSpPr>
          <p:spPr>
            <a:xfrm>
              <a:off x="2538125" y="4433250"/>
              <a:ext cx="51800" cy="134350"/>
            </a:xfrm>
            <a:custGeom>
              <a:avLst/>
              <a:gdLst/>
              <a:ahLst/>
              <a:cxnLst/>
              <a:rect l="l" t="t" r="r" b="b"/>
              <a:pathLst>
                <a:path w="2072" h="5374" extrusionOk="0">
                  <a:moveTo>
                    <a:pt x="1" y="5374"/>
                  </a:moveTo>
                  <a:lnTo>
                    <a:pt x="838" y="5374"/>
                  </a:lnTo>
                  <a:lnTo>
                    <a:pt x="838" y="2047"/>
                  </a:lnTo>
                  <a:cubicBezTo>
                    <a:pt x="838" y="1186"/>
                    <a:pt x="1304" y="419"/>
                    <a:pt x="2071" y="0"/>
                  </a:cubicBezTo>
                  <a:cubicBezTo>
                    <a:pt x="955" y="186"/>
                    <a:pt x="1" y="907"/>
                    <a:pt x="1" y="2047"/>
                  </a:cubicBezTo>
                  <a:close/>
                  <a:moveTo>
                    <a:pt x="1" y="5374"/>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119"/>
            <p:cNvSpPr/>
            <p:nvPr/>
          </p:nvSpPr>
          <p:spPr>
            <a:xfrm>
              <a:off x="2708550" y="4131400"/>
              <a:ext cx="177400" cy="394925"/>
            </a:xfrm>
            <a:custGeom>
              <a:avLst/>
              <a:gdLst/>
              <a:ahLst/>
              <a:cxnLst/>
              <a:rect l="l" t="t" r="r" b="b"/>
              <a:pathLst>
                <a:path w="7096" h="15797" extrusionOk="0">
                  <a:moveTo>
                    <a:pt x="0" y="0"/>
                  </a:moveTo>
                  <a:lnTo>
                    <a:pt x="0" y="558"/>
                  </a:lnTo>
                  <a:lnTo>
                    <a:pt x="558" y="558"/>
                  </a:lnTo>
                  <a:lnTo>
                    <a:pt x="558" y="0"/>
                  </a:lnTo>
                  <a:close/>
                  <a:moveTo>
                    <a:pt x="1117" y="0"/>
                  </a:moveTo>
                  <a:lnTo>
                    <a:pt x="1117" y="558"/>
                  </a:lnTo>
                  <a:cubicBezTo>
                    <a:pt x="2024" y="558"/>
                    <a:pt x="3397" y="1326"/>
                    <a:pt x="4048" y="2466"/>
                  </a:cubicBezTo>
                  <a:lnTo>
                    <a:pt x="4537" y="2187"/>
                  </a:lnTo>
                  <a:cubicBezTo>
                    <a:pt x="3769" y="838"/>
                    <a:pt x="2164" y="0"/>
                    <a:pt x="1117" y="0"/>
                  </a:cubicBezTo>
                  <a:close/>
                  <a:moveTo>
                    <a:pt x="5746" y="12888"/>
                  </a:moveTo>
                  <a:lnTo>
                    <a:pt x="5653" y="13447"/>
                  </a:lnTo>
                  <a:cubicBezTo>
                    <a:pt x="5746" y="13470"/>
                    <a:pt x="6537" y="13609"/>
                    <a:pt x="6537" y="14121"/>
                  </a:cubicBezTo>
                  <a:lnTo>
                    <a:pt x="6537" y="14680"/>
                  </a:lnTo>
                  <a:lnTo>
                    <a:pt x="7096" y="14680"/>
                  </a:lnTo>
                  <a:lnTo>
                    <a:pt x="7096" y="14121"/>
                  </a:lnTo>
                  <a:cubicBezTo>
                    <a:pt x="7096" y="13377"/>
                    <a:pt x="6374" y="13005"/>
                    <a:pt x="5746" y="12888"/>
                  </a:cubicBezTo>
                  <a:close/>
                  <a:moveTo>
                    <a:pt x="6537" y="15238"/>
                  </a:moveTo>
                  <a:lnTo>
                    <a:pt x="6537" y="15796"/>
                  </a:lnTo>
                  <a:lnTo>
                    <a:pt x="7096" y="15796"/>
                  </a:lnTo>
                  <a:lnTo>
                    <a:pt x="7096" y="15238"/>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119"/>
            <p:cNvSpPr/>
            <p:nvPr/>
          </p:nvSpPr>
          <p:spPr>
            <a:xfrm>
              <a:off x="2531150" y="4096475"/>
              <a:ext cx="382725" cy="478125"/>
            </a:xfrm>
            <a:custGeom>
              <a:avLst/>
              <a:gdLst/>
              <a:ahLst/>
              <a:cxnLst/>
              <a:rect l="l" t="t" r="r" b="b"/>
              <a:pathLst>
                <a:path w="15309" h="19125" extrusionOk="0">
                  <a:moveTo>
                    <a:pt x="4072" y="6492"/>
                  </a:moveTo>
                  <a:lnTo>
                    <a:pt x="4072" y="7702"/>
                  </a:lnTo>
                  <a:lnTo>
                    <a:pt x="3816" y="7725"/>
                  </a:lnTo>
                  <a:cubicBezTo>
                    <a:pt x="3653" y="7725"/>
                    <a:pt x="3513" y="7585"/>
                    <a:pt x="3513" y="7422"/>
                  </a:cubicBezTo>
                  <a:lnTo>
                    <a:pt x="3513" y="6887"/>
                  </a:lnTo>
                  <a:lnTo>
                    <a:pt x="4072" y="6492"/>
                  </a:lnTo>
                  <a:close/>
                  <a:moveTo>
                    <a:pt x="6352" y="4235"/>
                  </a:moveTo>
                  <a:cubicBezTo>
                    <a:pt x="7561" y="5422"/>
                    <a:pt x="9050" y="6283"/>
                    <a:pt x="10702" y="6748"/>
                  </a:cubicBezTo>
                  <a:lnTo>
                    <a:pt x="10702" y="9353"/>
                  </a:lnTo>
                  <a:lnTo>
                    <a:pt x="8399" y="11447"/>
                  </a:lnTo>
                  <a:lnTo>
                    <a:pt x="6957" y="11447"/>
                  </a:lnTo>
                  <a:lnTo>
                    <a:pt x="4653" y="9353"/>
                  </a:lnTo>
                  <a:lnTo>
                    <a:pt x="4653" y="6073"/>
                  </a:lnTo>
                  <a:lnTo>
                    <a:pt x="6352" y="4235"/>
                  </a:lnTo>
                  <a:close/>
                  <a:moveTo>
                    <a:pt x="9120" y="11517"/>
                  </a:moveTo>
                  <a:lnTo>
                    <a:pt x="9329" y="12936"/>
                  </a:lnTo>
                  <a:lnTo>
                    <a:pt x="9329" y="14448"/>
                  </a:lnTo>
                  <a:cubicBezTo>
                    <a:pt x="9074" y="14657"/>
                    <a:pt x="8725" y="14774"/>
                    <a:pt x="8399" y="14774"/>
                  </a:cubicBezTo>
                  <a:lnTo>
                    <a:pt x="6910" y="14774"/>
                  </a:lnTo>
                  <a:cubicBezTo>
                    <a:pt x="6584" y="14774"/>
                    <a:pt x="6235" y="14657"/>
                    <a:pt x="5979" y="14448"/>
                  </a:cubicBezTo>
                  <a:lnTo>
                    <a:pt x="5979" y="12936"/>
                  </a:lnTo>
                  <a:lnTo>
                    <a:pt x="6189" y="11517"/>
                  </a:lnTo>
                  <a:lnTo>
                    <a:pt x="6701" y="12005"/>
                  </a:lnTo>
                  <a:lnTo>
                    <a:pt x="8608" y="12005"/>
                  </a:lnTo>
                  <a:lnTo>
                    <a:pt x="9120" y="11517"/>
                  </a:lnTo>
                  <a:close/>
                  <a:moveTo>
                    <a:pt x="5421" y="13657"/>
                  </a:moveTo>
                  <a:lnTo>
                    <a:pt x="5421" y="17728"/>
                  </a:lnTo>
                  <a:lnTo>
                    <a:pt x="4072" y="15239"/>
                  </a:lnTo>
                  <a:lnTo>
                    <a:pt x="5421" y="13657"/>
                  </a:lnTo>
                  <a:close/>
                  <a:moveTo>
                    <a:pt x="9911" y="13657"/>
                  </a:moveTo>
                  <a:lnTo>
                    <a:pt x="11260" y="15239"/>
                  </a:lnTo>
                  <a:lnTo>
                    <a:pt x="9911" y="17728"/>
                  </a:lnTo>
                  <a:lnTo>
                    <a:pt x="9911" y="13657"/>
                  </a:lnTo>
                  <a:close/>
                  <a:moveTo>
                    <a:pt x="5002" y="13308"/>
                  </a:moveTo>
                  <a:lnTo>
                    <a:pt x="3420" y="15169"/>
                  </a:lnTo>
                  <a:lnTo>
                    <a:pt x="5258" y="18543"/>
                  </a:lnTo>
                  <a:lnTo>
                    <a:pt x="3374" y="18543"/>
                  </a:lnTo>
                  <a:lnTo>
                    <a:pt x="3374" y="16495"/>
                  </a:lnTo>
                  <a:lnTo>
                    <a:pt x="2792" y="16495"/>
                  </a:lnTo>
                  <a:lnTo>
                    <a:pt x="2792" y="18543"/>
                  </a:lnTo>
                  <a:lnTo>
                    <a:pt x="559" y="18543"/>
                  </a:lnTo>
                  <a:lnTo>
                    <a:pt x="582" y="15518"/>
                  </a:lnTo>
                  <a:cubicBezTo>
                    <a:pt x="582" y="14425"/>
                    <a:pt x="1559" y="13890"/>
                    <a:pt x="2397" y="13750"/>
                  </a:cubicBezTo>
                  <a:lnTo>
                    <a:pt x="5002" y="13308"/>
                  </a:lnTo>
                  <a:close/>
                  <a:moveTo>
                    <a:pt x="9329" y="15123"/>
                  </a:moveTo>
                  <a:lnTo>
                    <a:pt x="9329" y="18566"/>
                  </a:lnTo>
                  <a:lnTo>
                    <a:pt x="5979" y="18566"/>
                  </a:lnTo>
                  <a:lnTo>
                    <a:pt x="5979" y="15123"/>
                  </a:lnTo>
                  <a:cubicBezTo>
                    <a:pt x="6282" y="15262"/>
                    <a:pt x="6584" y="15332"/>
                    <a:pt x="6933" y="15332"/>
                  </a:cubicBezTo>
                  <a:lnTo>
                    <a:pt x="8399" y="15332"/>
                  </a:lnTo>
                  <a:cubicBezTo>
                    <a:pt x="8725" y="15332"/>
                    <a:pt x="9050" y="15262"/>
                    <a:pt x="9329" y="15123"/>
                  </a:cubicBezTo>
                  <a:close/>
                  <a:moveTo>
                    <a:pt x="7613" y="0"/>
                  </a:moveTo>
                  <a:cubicBezTo>
                    <a:pt x="6231" y="0"/>
                    <a:pt x="4821" y="497"/>
                    <a:pt x="3653" y="1607"/>
                  </a:cubicBezTo>
                  <a:lnTo>
                    <a:pt x="4049" y="2025"/>
                  </a:lnTo>
                  <a:cubicBezTo>
                    <a:pt x="5109" y="1016"/>
                    <a:pt x="6387" y="564"/>
                    <a:pt x="7637" y="564"/>
                  </a:cubicBezTo>
                  <a:cubicBezTo>
                    <a:pt x="10337" y="564"/>
                    <a:pt x="12912" y="2669"/>
                    <a:pt x="12912" y="5817"/>
                  </a:cubicBezTo>
                  <a:lnTo>
                    <a:pt x="12912" y="10679"/>
                  </a:lnTo>
                  <a:lnTo>
                    <a:pt x="10051" y="10679"/>
                  </a:lnTo>
                  <a:lnTo>
                    <a:pt x="11237" y="9586"/>
                  </a:lnTo>
                  <a:lnTo>
                    <a:pt x="11237" y="6283"/>
                  </a:lnTo>
                  <a:lnTo>
                    <a:pt x="11004" y="6236"/>
                  </a:lnTo>
                  <a:cubicBezTo>
                    <a:pt x="10237" y="6096"/>
                    <a:pt x="8306" y="5398"/>
                    <a:pt x="6538" y="3630"/>
                  </a:cubicBezTo>
                  <a:lnTo>
                    <a:pt x="6328" y="3444"/>
                  </a:lnTo>
                  <a:lnTo>
                    <a:pt x="4188" y="5747"/>
                  </a:lnTo>
                  <a:lnTo>
                    <a:pt x="2955" y="6608"/>
                  </a:lnTo>
                  <a:lnTo>
                    <a:pt x="2955" y="7446"/>
                  </a:lnTo>
                  <a:cubicBezTo>
                    <a:pt x="2955" y="7911"/>
                    <a:pt x="3351" y="8283"/>
                    <a:pt x="3816" y="8283"/>
                  </a:cubicBezTo>
                  <a:lnTo>
                    <a:pt x="4095" y="8283"/>
                  </a:lnTo>
                  <a:lnTo>
                    <a:pt x="4095" y="9609"/>
                  </a:lnTo>
                  <a:lnTo>
                    <a:pt x="5305" y="10703"/>
                  </a:lnTo>
                  <a:lnTo>
                    <a:pt x="2397" y="10703"/>
                  </a:lnTo>
                  <a:lnTo>
                    <a:pt x="2397" y="5817"/>
                  </a:lnTo>
                  <a:cubicBezTo>
                    <a:pt x="2397" y="4561"/>
                    <a:pt x="2839" y="3351"/>
                    <a:pt x="3676" y="2397"/>
                  </a:cubicBezTo>
                  <a:lnTo>
                    <a:pt x="3258" y="2049"/>
                  </a:lnTo>
                  <a:cubicBezTo>
                    <a:pt x="2350" y="3095"/>
                    <a:pt x="1838" y="4445"/>
                    <a:pt x="1838" y="5817"/>
                  </a:cubicBezTo>
                  <a:lnTo>
                    <a:pt x="1838" y="11238"/>
                  </a:lnTo>
                  <a:lnTo>
                    <a:pt x="5677" y="11238"/>
                  </a:lnTo>
                  <a:lnTo>
                    <a:pt x="5468" y="12657"/>
                  </a:lnTo>
                  <a:lnTo>
                    <a:pt x="2304" y="13169"/>
                  </a:lnTo>
                  <a:cubicBezTo>
                    <a:pt x="931" y="13401"/>
                    <a:pt x="1" y="14332"/>
                    <a:pt x="1" y="15495"/>
                  </a:cubicBezTo>
                  <a:lnTo>
                    <a:pt x="1" y="19124"/>
                  </a:lnTo>
                  <a:lnTo>
                    <a:pt x="13354" y="19124"/>
                  </a:lnTo>
                  <a:lnTo>
                    <a:pt x="13354" y="18566"/>
                  </a:lnTo>
                  <a:lnTo>
                    <a:pt x="12517" y="18566"/>
                  </a:lnTo>
                  <a:lnTo>
                    <a:pt x="12517" y="16495"/>
                  </a:lnTo>
                  <a:lnTo>
                    <a:pt x="11958" y="16495"/>
                  </a:lnTo>
                  <a:lnTo>
                    <a:pt x="11958" y="18566"/>
                  </a:lnTo>
                  <a:lnTo>
                    <a:pt x="10097" y="18566"/>
                  </a:lnTo>
                  <a:lnTo>
                    <a:pt x="11935" y="15169"/>
                  </a:lnTo>
                  <a:lnTo>
                    <a:pt x="10330" y="13308"/>
                  </a:lnTo>
                  <a:lnTo>
                    <a:pt x="12935" y="13750"/>
                  </a:lnTo>
                  <a:cubicBezTo>
                    <a:pt x="13773" y="13890"/>
                    <a:pt x="14750" y="14425"/>
                    <a:pt x="14750" y="15518"/>
                  </a:cubicBezTo>
                  <a:lnTo>
                    <a:pt x="14750" y="18566"/>
                  </a:lnTo>
                  <a:lnTo>
                    <a:pt x="13912" y="18566"/>
                  </a:lnTo>
                  <a:lnTo>
                    <a:pt x="13912" y="19124"/>
                  </a:lnTo>
                  <a:lnTo>
                    <a:pt x="15308" y="19124"/>
                  </a:lnTo>
                  <a:lnTo>
                    <a:pt x="15308" y="15518"/>
                  </a:lnTo>
                  <a:cubicBezTo>
                    <a:pt x="15308" y="14355"/>
                    <a:pt x="14401" y="13424"/>
                    <a:pt x="13028" y="13192"/>
                  </a:cubicBezTo>
                  <a:lnTo>
                    <a:pt x="9865" y="12657"/>
                  </a:lnTo>
                  <a:lnTo>
                    <a:pt x="9655" y="11238"/>
                  </a:lnTo>
                  <a:lnTo>
                    <a:pt x="13470" y="11238"/>
                  </a:lnTo>
                  <a:lnTo>
                    <a:pt x="13470" y="5817"/>
                  </a:lnTo>
                  <a:cubicBezTo>
                    <a:pt x="13470" y="2332"/>
                    <a:pt x="10607" y="0"/>
                    <a:pt x="76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119"/>
            <p:cNvSpPr/>
            <p:nvPr/>
          </p:nvSpPr>
          <p:spPr>
            <a:xfrm>
              <a:off x="2705050" y="4326225"/>
              <a:ext cx="34925" cy="13975"/>
            </a:xfrm>
            <a:custGeom>
              <a:avLst/>
              <a:gdLst/>
              <a:ahLst/>
              <a:cxnLst/>
              <a:rect l="l" t="t" r="r" b="b"/>
              <a:pathLst>
                <a:path w="1397" h="559" extrusionOk="0">
                  <a:moveTo>
                    <a:pt x="1" y="0"/>
                  </a:moveTo>
                  <a:lnTo>
                    <a:pt x="1" y="559"/>
                  </a:lnTo>
                  <a:lnTo>
                    <a:pt x="1396" y="559"/>
                  </a:lnTo>
                  <a:lnTo>
                    <a:pt x="139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119"/>
            <p:cNvSpPr/>
            <p:nvPr/>
          </p:nvSpPr>
          <p:spPr>
            <a:xfrm>
              <a:off x="2673650" y="4273300"/>
              <a:ext cx="13975" cy="13975"/>
            </a:xfrm>
            <a:custGeom>
              <a:avLst/>
              <a:gdLst/>
              <a:ahLst/>
              <a:cxnLst/>
              <a:rect l="l" t="t" r="r" b="b"/>
              <a:pathLst>
                <a:path w="559" h="559" extrusionOk="0">
                  <a:moveTo>
                    <a:pt x="0" y="0"/>
                  </a:moveTo>
                  <a:lnTo>
                    <a:pt x="0"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119"/>
            <p:cNvSpPr/>
            <p:nvPr/>
          </p:nvSpPr>
          <p:spPr>
            <a:xfrm>
              <a:off x="2757400" y="4273300"/>
              <a:ext cx="13975" cy="13975"/>
            </a:xfrm>
            <a:custGeom>
              <a:avLst/>
              <a:gdLst/>
              <a:ahLst/>
              <a:cxnLst/>
              <a:rect l="l" t="t" r="r" b="b"/>
              <a:pathLst>
                <a:path w="559" h="559" extrusionOk="0">
                  <a:moveTo>
                    <a:pt x="0" y="0"/>
                  </a:moveTo>
                  <a:lnTo>
                    <a:pt x="0" y="559"/>
                  </a:lnTo>
                  <a:lnTo>
                    <a:pt x="559" y="559"/>
                  </a:lnTo>
                  <a:lnTo>
                    <a:pt x="5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6" name="Google Shape;6156;p119"/>
          <p:cNvGrpSpPr/>
          <p:nvPr/>
        </p:nvGrpSpPr>
        <p:grpSpPr>
          <a:xfrm>
            <a:off x="6922198" y="4159945"/>
            <a:ext cx="476925" cy="348783"/>
            <a:chOff x="238125" y="2131700"/>
            <a:chExt cx="776750" cy="568050"/>
          </a:xfrm>
        </p:grpSpPr>
        <p:sp>
          <p:nvSpPr>
            <p:cNvPr id="6157" name="Google Shape;6157;p119"/>
            <p:cNvSpPr/>
            <p:nvPr/>
          </p:nvSpPr>
          <p:spPr>
            <a:xfrm>
              <a:off x="249375" y="2142950"/>
              <a:ext cx="753025" cy="545250"/>
            </a:xfrm>
            <a:custGeom>
              <a:avLst/>
              <a:gdLst/>
              <a:ahLst/>
              <a:cxnLst/>
              <a:rect l="l" t="t" r="r" b="b"/>
              <a:pathLst>
                <a:path w="30121" h="21810" extrusionOk="0">
                  <a:moveTo>
                    <a:pt x="0" y="21809"/>
                  </a:moveTo>
                  <a:lnTo>
                    <a:pt x="3639" y="21809"/>
                  </a:lnTo>
                  <a:lnTo>
                    <a:pt x="3639" y="1"/>
                  </a:lnTo>
                  <a:lnTo>
                    <a:pt x="0" y="1"/>
                  </a:lnTo>
                  <a:close/>
                  <a:moveTo>
                    <a:pt x="26482" y="21809"/>
                  </a:moveTo>
                  <a:lnTo>
                    <a:pt x="30121" y="21809"/>
                  </a:lnTo>
                  <a:lnTo>
                    <a:pt x="30121" y="1"/>
                  </a:lnTo>
                  <a:lnTo>
                    <a:pt x="26482" y="1"/>
                  </a:lnTo>
                  <a:close/>
                  <a:moveTo>
                    <a:pt x="26482" y="21809"/>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119"/>
            <p:cNvSpPr/>
            <p:nvPr/>
          </p:nvSpPr>
          <p:spPr>
            <a:xfrm>
              <a:off x="421275" y="2210800"/>
              <a:ext cx="91300" cy="68500"/>
            </a:xfrm>
            <a:custGeom>
              <a:avLst/>
              <a:gdLst/>
              <a:ahLst/>
              <a:cxnLst/>
              <a:rect l="l" t="t" r="r" b="b"/>
              <a:pathLst>
                <a:path w="3652" h="2740" extrusionOk="0">
                  <a:moveTo>
                    <a:pt x="913" y="2739"/>
                  </a:moveTo>
                  <a:cubicBezTo>
                    <a:pt x="1424" y="2739"/>
                    <a:pt x="1826" y="2325"/>
                    <a:pt x="1826" y="1826"/>
                  </a:cubicBezTo>
                  <a:cubicBezTo>
                    <a:pt x="1826" y="2325"/>
                    <a:pt x="2240" y="2739"/>
                    <a:pt x="2739" y="2739"/>
                  </a:cubicBezTo>
                  <a:cubicBezTo>
                    <a:pt x="3250" y="2739"/>
                    <a:pt x="3651" y="2325"/>
                    <a:pt x="3651" y="1826"/>
                  </a:cubicBezTo>
                  <a:lnTo>
                    <a:pt x="3651" y="914"/>
                  </a:lnTo>
                  <a:cubicBezTo>
                    <a:pt x="3651" y="415"/>
                    <a:pt x="3250" y="1"/>
                    <a:pt x="2739" y="1"/>
                  </a:cubicBezTo>
                  <a:cubicBezTo>
                    <a:pt x="2240" y="1"/>
                    <a:pt x="1826" y="415"/>
                    <a:pt x="1826" y="914"/>
                  </a:cubicBezTo>
                  <a:cubicBezTo>
                    <a:pt x="1826" y="415"/>
                    <a:pt x="1424" y="1"/>
                    <a:pt x="913" y="1"/>
                  </a:cubicBezTo>
                  <a:cubicBezTo>
                    <a:pt x="414" y="1"/>
                    <a:pt x="0" y="415"/>
                    <a:pt x="0" y="914"/>
                  </a:cubicBezTo>
                  <a:lnTo>
                    <a:pt x="0" y="1826"/>
                  </a:lnTo>
                  <a:cubicBezTo>
                    <a:pt x="0" y="2325"/>
                    <a:pt x="414" y="2739"/>
                    <a:pt x="913" y="2739"/>
                  </a:cubicBezTo>
                  <a:close/>
                  <a:moveTo>
                    <a:pt x="913" y="2739"/>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119"/>
            <p:cNvSpPr/>
            <p:nvPr/>
          </p:nvSpPr>
          <p:spPr>
            <a:xfrm>
              <a:off x="648550" y="2324600"/>
              <a:ext cx="182575" cy="68475"/>
            </a:xfrm>
            <a:custGeom>
              <a:avLst/>
              <a:gdLst/>
              <a:ahLst/>
              <a:cxnLst/>
              <a:rect l="l" t="t" r="r" b="b"/>
              <a:pathLst>
                <a:path w="7303" h="2739" extrusionOk="0">
                  <a:moveTo>
                    <a:pt x="913" y="2739"/>
                  </a:moveTo>
                  <a:cubicBezTo>
                    <a:pt x="1412" y="2739"/>
                    <a:pt x="1826" y="2325"/>
                    <a:pt x="1826" y="1826"/>
                  </a:cubicBezTo>
                  <a:cubicBezTo>
                    <a:pt x="1826" y="2325"/>
                    <a:pt x="2240" y="2739"/>
                    <a:pt x="2738" y="2739"/>
                  </a:cubicBezTo>
                  <a:cubicBezTo>
                    <a:pt x="3237" y="2739"/>
                    <a:pt x="3651" y="2325"/>
                    <a:pt x="3651" y="1826"/>
                  </a:cubicBezTo>
                  <a:cubicBezTo>
                    <a:pt x="3651" y="2325"/>
                    <a:pt x="4065" y="2739"/>
                    <a:pt x="4564" y="2739"/>
                  </a:cubicBezTo>
                  <a:cubicBezTo>
                    <a:pt x="5063" y="2739"/>
                    <a:pt x="5477" y="2325"/>
                    <a:pt x="5477" y="1826"/>
                  </a:cubicBezTo>
                  <a:cubicBezTo>
                    <a:pt x="5477" y="2325"/>
                    <a:pt x="5890" y="2739"/>
                    <a:pt x="6389" y="2739"/>
                  </a:cubicBezTo>
                  <a:cubicBezTo>
                    <a:pt x="6888" y="2739"/>
                    <a:pt x="7302" y="2325"/>
                    <a:pt x="7302" y="1826"/>
                  </a:cubicBezTo>
                  <a:lnTo>
                    <a:pt x="7302" y="913"/>
                  </a:lnTo>
                  <a:cubicBezTo>
                    <a:pt x="7302" y="402"/>
                    <a:pt x="6888" y="0"/>
                    <a:pt x="6389" y="0"/>
                  </a:cubicBezTo>
                  <a:cubicBezTo>
                    <a:pt x="5890" y="0"/>
                    <a:pt x="5477" y="402"/>
                    <a:pt x="5477" y="913"/>
                  </a:cubicBezTo>
                  <a:cubicBezTo>
                    <a:pt x="5477" y="402"/>
                    <a:pt x="5063" y="0"/>
                    <a:pt x="4564" y="0"/>
                  </a:cubicBezTo>
                  <a:cubicBezTo>
                    <a:pt x="4065" y="0"/>
                    <a:pt x="3651" y="402"/>
                    <a:pt x="3651" y="913"/>
                  </a:cubicBezTo>
                  <a:cubicBezTo>
                    <a:pt x="3651" y="402"/>
                    <a:pt x="3237" y="0"/>
                    <a:pt x="2738" y="0"/>
                  </a:cubicBezTo>
                  <a:cubicBezTo>
                    <a:pt x="2240" y="0"/>
                    <a:pt x="1826" y="402"/>
                    <a:pt x="1826" y="913"/>
                  </a:cubicBezTo>
                  <a:cubicBezTo>
                    <a:pt x="1826" y="402"/>
                    <a:pt x="1412" y="0"/>
                    <a:pt x="913" y="0"/>
                  </a:cubicBezTo>
                  <a:cubicBezTo>
                    <a:pt x="414" y="0"/>
                    <a:pt x="0" y="402"/>
                    <a:pt x="0" y="913"/>
                  </a:cubicBezTo>
                  <a:lnTo>
                    <a:pt x="0" y="1826"/>
                  </a:lnTo>
                  <a:cubicBezTo>
                    <a:pt x="0" y="2325"/>
                    <a:pt x="414" y="2739"/>
                    <a:pt x="913" y="2739"/>
                  </a:cubicBezTo>
                  <a:close/>
                  <a:moveTo>
                    <a:pt x="913" y="2739"/>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119"/>
            <p:cNvSpPr/>
            <p:nvPr/>
          </p:nvSpPr>
          <p:spPr>
            <a:xfrm>
              <a:off x="249375" y="2142950"/>
              <a:ext cx="696450" cy="545250"/>
            </a:xfrm>
            <a:custGeom>
              <a:avLst/>
              <a:gdLst/>
              <a:ahLst/>
              <a:cxnLst/>
              <a:rect l="l" t="t" r="r" b="b"/>
              <a:pathLst>
                <a:path w="27858" h="21810" extrusionOk="0">
                  <a:moveTo>
                    <a:pt x="0" y="21809"/>
                  </a:moveTo>
                  <a:lnTo>
                    <a:pt x="1375" y="21809"/>
                  </a:lnTo>
                  <a:lnTo>
                    <a:pt x="1375" y="1"/>
                  </a:lnTo>
                  <a:lnTo>
                    <a:pt x="0" y="1"/>
                  </a:lnTo>
                  <a:close/>
                  <a:moveTo>
                    <a:pt x="26482" y="21809"/>
                  </a:moveTo>
                  <a:lnTo>
                    <a:pt x="27857" y="21809"/>
                  </a:lnTo>
                  <a:lnTo>
                    <a:pt x="27857" y="1"/>
                  </a:lnTo>
                  <a:lnTo>
                    <a:pt x="26482" y="1"/>
                  </a:lnTo>
                  <a:close/>
                  <a:moveTo>
                    <a:pt x="26482" y="21809"/>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119"/>
            <p:cNvSpPr/>
            <p:nvPr/>
          </p:nvSpPr>
          <p:spPr>
            <a:xfrm>
              <a:off x="421275" y="2210800"/>
              <a:ext cx="79725" cy="68500"/>
            </a:xfrm>
            <a:custGeom>
              <a:avLst/>
              <a:gdLst/>
              <a:ahLst/>
              <a:cxnLst/>
              <a:rect l="l" t="t" r="r" b="b"/>
              <a:pathLst>
                <a:path w="3189" h="2740" extrusionOk="0">
                  <a:moveTo>
                    <a:pt x="913" y="2739"/>
                  </a:moveTo>
                  <a:cubicBezTo>
                    <a:pt x="1071" y="2739"/>
                    <a:pt x="1229" y="2703"/>
                    <a:pt x="1376" y="2617"/>
                  </a:cubicBezTo>
                  <a:cubicBezTo>
                    <a:pt x="1096" y="2459"/>
                    <a:pt x="913" y="2155"/>
                    <a:pt x="913" y="1826"/>
                  </a:cubicBezTo>
                  <a:lnTo>
                    <a:pt x="913" y="914"/>
                  </a:lnTo>
                  <a:cubicBezTo>
                    <a:pt x="913" y="597"/>
                    <a:pt x="1096" y="293"/>
                    <a:pt x="1376" y="135"/>
                  </a:cubicBezTo>
                  <a:cubicBezTo>
                    <a:pt x="1229" y="50"/>
                    <a:pt x="1071" y="1"/>
                    <a:pt x="913" y="1"/>
                  </a:cubicBezTo>
                  <a:cubicBezTo>
                    <a:pt x="414" y="1"/>
                    <a:pt x="0" y="415"/>
                    <a:pt x="0" y="914"/>
                  </a:cubicBezTo>
                  <a:lnTo>
                    <a:pt x="0" y="1826"/>
                  </a:lnTo>
                  <a:cubicBezTo>
                    <a:pt x="0" y="2337"/>
                    <a:pt x="414" y="2739"/>
                    <a:pt x="913" y="2739"/>
                  </a:cubicBezTo>
                  <a:close/>
                  <a:moveTo>
                    <a:pt x="2726" y="2739"/>
                  </a:moveTo>
                  <a:cubicBezTo>
                    <a:pt x="2897" y="2739"/>
                    <a:pt x="3055" y="2703"/>
                    <a:pt x="3189" y="2617"/>
                  </a:cubicBezTo>
                  <a:cubicBezTo>
                    <a:pt x="2909" y="2459"/>
                    <a:pt x="2739" y="2155"/>
                    <a:pt x="2726" y="1826"/>
                  </a:cubicBezTo>
                  <a:lnTo>
                    <a:pt x="2726" y="914"/>
                  </a:lnTo>
                  <a:cubicBezTo>
                    <a:pt x="2739" y="597"/>
                    <a:pt x="2909" y="293"/>
                    <a:pt x="3189" y="135"/>
                  </a:cubicBezTo>
                  <a:cubicBezTo>
                    <a:pt x="3055" y="50"/>
                    <a:pt x="2897" y="1"/>
                    <a:pt x="2726" y="1"/>
                  </a:cubicBezTo>
                  <a:cubicBezTo>
                    <a:pt x="2227" y="1"/>
                    <a:pt x="1814" y="415"/>
                    <a:pt x="1814" y="914"/>
                  </a:cubicBezTo>
                  <a:lnTo>
                    <a:pt x="1814" y="1826"/>
                  </a:lnTo>
                  <a:cubicBezTo>
                    <a:pt x="1814" y="2337"/>
                    <a:pt x="2227" y="2739"/>
                    <a:pt x="2726" y="2739"/>
                  </a:cubicBezTo>
                  <a:close/>
                  <a:moveTo>
                    <a:pt x="2726" y="2739"/>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119"/>
            <p:cNvSpPr/>
            <p:nvPr/>
          </p:nvSpPr>
          <p:spPr>
            <a:xfrm>
              <a:off x="693875" y="2210800"/>
              <a:ext cx="136950" cy="68500"/>
            </a:xfrm>
            <a:custGeom>
              <a:avLst/>
              <a:gdLst/>
              <a:ahLst/>
              <a:cxnLst/>
              <a:rect l="l" t="t" r="r" b="b"/>
              <a:pathLst>
                <a:path w="5478" h="2740" extrusionOk="0">
                  <a:moveTo>
                    <a:pt x="2739" y="2739"/>
                  </a:moveTo>
                  <a:cubicBezTo>
                    <a:pt x="3238" y="2739"/>
                    <a:pt x="3652" y="2325"/>
                    <a:pt x="3652" y="1826"/>
                  </a:cubicBezTo>
                  <a:cubicBezTo>
                    <a:pt x="3652" y="2325"/>
                    <a:pt x="4053" y="2739"/>
                    <a:pt x="4564" y="2739"/>
                  </a:cubicBezTo>
                  <a:cubicBezTo>
                    <a:pt x="5063" y="2739"/>
                    <a:pt x="5477" y="2325"/>
                    <a:pt x="5477" y="1826"/>
                  </a:cubicBezTo>
                  <a:lnTo>
                    <a:pt x="5477" y="914"/>
                  </a:lnTo>
                  <a:cubicBezTo>
                    <a:pt x="5477" y="415"/>
                    <a:pt x="5063" y="1"/>
                    <a:pt x="4564" y="1"/>
                  </a:cubicBezTo>
                  <a:cubicBezTo>
                    <a:pt x="4053" y="1"/>
                    <a:pt x="3652" y="415"/>
                    <a:pt x="3652" y="914"/>
                  </a:cubicBezTo>
                  <a:cubicBezTo>
                    <a:pt x="3652" y="415"/>
                    <a:pt x="3238" y="1"/>
                    <a:pt x="2739" y="1"/>
                  </a:cubicBezTo>
                  <a:cubicBezTo>
                    <a:pt x="2228" y="1"/>
                    <a:pt x="1826" y="415"/>
                    <a:pt x="1826" y="914"/>
                  </a:cubicBezTo>
                  <a:cubicBezTo>
                    <a:pt x="1826" y="415"/>
                    <a:pt x="1412" y="1"/>
                    <a:pt x="913" y="1"/>
                  </a:cubicBezTo>
                  <a:cubicBezTo>
                    <a:pt x="402" y="1"/>
                    <a:pt x="1" y="415"/>
                    <a:pt x="1" y="914"/>
                  </a:cubicBezTo>
                  <a:lnTo>
                    <a:pt x="1" y="1826"/>
                  </a:lnTo>
                  <a:cubicBezTo>
                    <a:pt x="1" y="2325"/>
                    <a:pt x="402" y="2739"/>
                    <a:pt x="913" y="2739"/>
                  </a:cubicBezTo>
                  <a:cubicBezTo>
                    <a:pt x="1412" y="2739"/>
                    <a:pt x="1826" y="2325"/>
                    <a:pt x="1826" y="1826"/>
                  </a:cubicBezTo>
                  <a:cubicBezTo>
                    <a:pt x="1826" y="2325"/>
                    <a:pt x="2228" y="2739"/>
                    <a:pt x="2739" y="2739"/>
                  </a:cubicBezTo>
                  <a:close/>
                  <a:moveTo>
                    <a:pt x="2739" y="2739"/>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119"/>
            <p:cNvSpPr/>
            <p:nvPr/>
          </p:nvSpPr>
          <p:spPr>
            <a:xfrm>
              <a:off x="693875" y="2210800"/>
              <a:ext cx="125375" cy="68500"/>
            </a:xfrm>
            <a:custGeom>
              <a:avLst/>
              <a:gdLst/>
              <a:ahLst/>
              <a:cxnLst/>
              <a:rect l="l" t="t" r="r" b="b"/>
              <a:pathLst>
                <a:path w="5015" h="2740" extrusionOk="0">
                  <a:moveTo>
                    <a:pt x="913" y="2739"/>
                  </a:moveTo>
                  <a:cubicBezTo>
                    <a:pt x="1084" y="2739"/>
                    <a:pt x="1230" y="2690"/>
                    <a:pt x="1376" y="2617"/>
                  </a:cubicBezTo>
                  <a:cubicBezTo>
                    <a:pt x="1096" y="2459"/>
                    <a:pt x="913" y="2155"/>
                    <a:pt x="913" y="1826"/>
                  </a:cubicBezTo>
                  <a:lnTo>
                    <a:pt x="913" y="914"/>
                  </a:lnTo>
                  <a:cubicBezTo>
                    <a:pt x="913" y="597"/>
                    <a:pt x="1096" y="293"/>
                    <a:pt x="1376" y="135"/>
                  </a:cubicBezTo>
                  <a:cubicBezTo>
                    <a:pt x="1230" y="50"/>
                    <a:pt x="1084" y="1"/>
                    <a:pt x="913" y="1"/>
                  </a:cubicBezTo>
                  <a:cubicBezTo>
                    <a:pt x="414" y="1"/>
                    <a:pt x="1" y="415"/>
                    <a:pt x="1" y="914"/>
                  </a:cubicBezTo>
                  <a:lnTo>
                    <a:pt x="1" y="1826"/>
                  </a:lnTo>
                  <a:cubicBezTo>
                    <a:pt x="1" y="2337"/>
                    <a:pt x="414" y="2739"/>
                    <a:pt x="913" y="2739"/>
                  </a:cubicBezTo>
                  <a:close/>
                  <a:moveTo>
                    <a:pt x="4552" y="2739"/>
                  </a:moveTo>
                  <a:cubicBezTo>
                    <a:pt x="4710" y="2739"/>
                    <a:pt x="4869" y="2690"/>
                    <a:pt x="5015" y="2617"/>
                  </a:cubicBezTo>
                  <a:cubicBezTo>
                    <a:pt x="4735" y="2459"/>
                    <a:pt x="4552" y="2155"/>
                    <a:pt x="4552" y="1826"/>
                  </a:cubicBezTo>
                  <a:lnTo>
                    <a:pt x="4552" y="914"/>
                  </a:lnTo>
                  <a:cubicBezTo>
                    <a:pt x="4552" y="597"/>
                    <a:pt x="4735" y="293"/>
                    <a:pt x="5015" y="135"/>
                  </a:cubicBezTo>
                  <a:cubicBezTo>
                    <a:pt x="4869" y="50"/>
                    <a:pt x="4710" y="1"/>
                    <a:pt x="4552" y="1"/>
                  </a:cubicBezTo>
                  <a:cubicBezTo>
                    <a:pt x="4053" y="1"/>
                    <a:pt x="3639" y="415"/>
                    <a:pt x="3639" y="914"/>
                  </a:cubicBezTo>
                  <a:lnTo>
                    <a:pt x="3639" y="1826"/>
                  </a:lnTo>
                  <a:cubicBezTo>
                    <a:pt x="3639" y="2337"/>
                    <a:pt x="4053" y="2739"/>
                    <a:pt x="4552" y="2739"/>
                  </a:cubicBezTo>
                  <a:close/>
                  <a:moveTo>
                    <a:pt x="2739" y="2739"/>
                  </a:moveTo>
                  <a:cubicBezTo>
                    <a:pt x="2897" y="2739"/>
                    <a:pt x="3055" y="2690"/>
                    <a:pt x="3189" y="2617"/>
                  </a:cubicBezTo>
                  <a:cubicBezTo>
                    <a:pt x="2909" y="2459"/>
                    <a:pt x="2739" y="2155"/>
                    <a:pt x="2739" y="1826"/>
                  </a:cubicBezTo>
                  <a:lnTo>
                    <a:pt x="2739" y="914"/>
                  </a:lnTo>
                  <a:cubicBezTo>
                    <a:pt x="2739" y="597"/>
                    <a:pt x="2909" y="293"/>
                    <a:pt x="3189" y="135"/>
                  </a:cubicBezTo>
                  <a:cubicBezTo>
                    <a:pt x="3055" y="50"/>
                    <a:pt x="2897" y="1"/>
                    <a:pt x="2739" y="1"/>
                  </a:cubicBezTo>
                  <a:cubicBezTo>
                    <a:pt x="2228" y="1"/>
                    <a:pt x="1826" y="415"/>
                    <a:pt x="1826" y="914"/>
                  </a:cubicBezTo>
                  <a:lnTo>
                    <a:pt x="1826" y="1826"/>
                  </a:lnTo>
                  <a:cubicBezTo>
                    <a:pt x="1826" y="2337"/>
                    <a:pt x="2228" y="2739"/>
                    <a:pt x="2739" y="2739"/>
                  </a:cubicBezTo>
                  <a:close/>
                  <a:moveTo>
                    <a:pt x="2739" y="2739"/>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119"/>
            <p:cNvSpPr/>
            <p:nvPr/>
          </p:nvSpPr>
          <p:spPr>
            <a:xfrm>
              <a:off x="421275" y="2438075"/>
              <a:ext cx="136925" cy="68500"/>
            </a:xfrm>
            <a:custGeom>
              <a:avLst/>
              <a:gdLst/>
              <a:ahLst/>
              <a:cxnLst/>
              <a:rect l="l" t="t" r="r" b="b"/>
              <a:pathLst>
                <a:path w="5477" h="2740" extrusionOk="0">
                  <a:moveTo>
                    <a:pt x="913" y="2739"/>
                  </a:moveTo>
                  <a:cubicBezTo>
                    <a:pt x="1424" y="2739"/>
                    <a:pt x="1826" y="2325"/>
                    <a:pt x="1826" y="1826"/>
                  </a:cubicBezTo>
                  <a:cubicBezTo>
                    <a:pt x="1826" y="2325"/>
                    <a:pt x="2240" y="2739"/>
                    <a:pt x="2739" y="2739"/>
                  </a:cubicBezTo>
                  <a:cubicBezTo>
                    <a:pt x="3250" y="2739"/>
                    <a:pt x="3651" y="2325"/>
                    <a:pt x="3651" y="1826"/>
                  </a:cubicBezTo>
                  <a:cubicBezTo>
                    <a:pt x="3651" y="2325"/>
                    <a:pt x="4065" y="2739"/>
                    <a:pt x="4564" y="2739"/>
                  </a:cubicBezTo>
                  <a:cubicBezTo>
                    <a:pt x="5075" y="2739"/>
                    <a:pt x="5477" y="2325"/>
                    <a:pt x="5477" y="1826"/>
                  </a:cubicBezTo>
                  <a:lnTo>
                    <a:pt x="5477" y="914"/>
                  </a:lnTo>
                  <a:cubicBezTo>
                    <a:pt x="5477" y="402"/>
                    <a:pt x="5075" y="1"/>
                    <a:pt x="4564" y="1"/>
                  </a:cubicBezTo>
                  <a:cubicBezTo>
                    <a:pt x="4065" y="1"/>
                    <a:pt x="3651" y="402"/>
                    <a:pt x="3651" y="914"/>
                  </a:cubicBezTo>
                  <a:cubicBezTo>
                    <a:pt x="3651" y="402"/>
                    <a:pt x="3250" y="1"/>
                    <a:pt x="2739" y="1"/>
                  </a:cubicBezTo>
                  <a:cubicBezTo>
                    <a:pt x="2240" y="1"/>
                    <a:pt x="1826" y="402"/>
                    <a:pt x="1826" y="914"/>
                  </a:cubicBezTo>
                  <a:cubicBezTo>
                    <a:pt x="1826" y="402"/>
                    <a:pt x="1424" y="1"/>
                    <a:pt x="913" y="1"/>
                  </a:cubicBezTo>
                  <a:cubicBezTo>
                    <a:pt x="414" y="1"/>
                    <a:pt x="0" y="402"/>
                    <a:pt x="0" y="914"/>
                  </a:cubicBezTo>
                  <a:lnTo>
                    <a:pt x="0" y="1826"/>
                  </a:lnTo>
                  <a:cubicBezTo>
                    <a:pt x="0" y="2325"/>
                    <a:pt x="414" y="2739"/>
                    <a:pt x="913" y="2739"/>
                  </a:cubicBezTo>
                  <a:close/>
                  <a:moveTo>
                    <a:pt x="913" y="2739"/>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119"/>
            <p:cNvSpPr/>
            <p:nvPr/>
          </p:nvSpPr>
          <p:spPr>
            <a:xfrm>
              <a:off x="421275" y="2438075"/>
              <a:ext cx="125075" cy="68500"/>
            </a:xfrm>
            <a:custGeom>
              <a:avLst/>
              <a:gdLst/>
              <a:ahLst/>
              <a:cxnLst/>
              <a:rect l="l" t="t" r="r" b="b"/>
              <a:pathLst>
                <a:path w="5003" h="2740" extrusionOk="0">
                  <a:moveTo>
                    <a:pt x="913" y="2739"/>
                  </a:moveTo>
                  <a:cubicBezTo>
                    <a:pt x="1071" y="2739"/>
                    <a:pt x="1229" y="2690"/>
                    <a:pt x="1376" y="2617"/>
                  </a:cubicBezTo>
                  <a:cubicBezTo>
                    <a:pt x="1096" y="2447"/>
                    <a:pt x="913" y="2155"/>
                    <a:pt x="913" y="1826"/>
                  </a:cubicBezTo>
                  <a:lnTo>
                    <a:pt x="913" y="914"/>
                  </a:lnTo>
                  <a:cubicBezTo>
                    <a:pt x="913" y="585"/>
                    <a:pt x="1096" y="293"/>
                    <a:pt x="1376" y="135"/>
                  </a:cubicBezTo>
                  <a:cubicBezTo>
                    <a:pt x="1229" y="49"/>
                    <a:pt x="1071" y="1"/>
                    <a:pt x="913" y="1"/>
                  </a:cubicBezTo>
                  <a:cubicBezTo>
                    <a:pt x="414" y="1"/>
                    <a:pt x="0" y="415"/>
                    <a:pt x="0" y="914"/>
                  </a:cubicBezTo>
                  <a:lnTo>
                    <a:pt x="0" y="1826"/>
                  </a:lnTo>
                  <a:cubicBezTo>
                    <a:pt x="0" y="2337"/>
                    <a:pt x="414" y="2739"/>
                    <a:pt x="913" y="2739"/>
                  </a:cubicBezTo>
                  <a:close/>
                  <a:moveTo>
                    <a:pt x="4552" y="2739"/>
                  </a:moveTo>
                  <a:cubicBezTo>
                    <a:pt x="4710" y="2739"/>
                    <a:pt x="4868" y="2690"/>
                    <a:pt x="5002" y="2617"/>
                  </a:cubicBezTo>
                  <a:cubicBezTo>
                    <a:pt x="4722" y="2447"/>
                    <a:pt x="4552" y="2155"/>
                    <a:pt x="4552" y="1826"/>
                  </a:cubicBezTo>
                  <a:lnTo>
                    <a:pt x="4552" y="914"/>
                  </a:lnTo>
                  <a:cubicBezTo>
                    <a:pt x="4552" y="585"/>
                    <a:pt x="4722" y="293"/>
                    <a:pt x="5002" y="135"/>
                  </a:cubicBezTo>
                  <a:cubicBezTo>
                    <a:pt x="4868" y="49"/>
                    <a:pt x="4710" y="1"/>
                    <a:pt x="4552" y="1"/>
                  </a:cubicBezTo>
                  <a:cubicBezTo>
                    <a:pt x="4041" y="1"/>
                    <a:pt x="3639" y="415"/>
                    <a:pt x="3639" y="914"/>
                  </a:cubicBezTo>
                  <a:lnTo>
                    <a:pt x="3639" y="1826"/>
                  </a:lnTo>
                  <a:cubicBezTo>
                    <a:pt x="3639" y="2337"/>
                    <a:pt x="4041" y="2739"/>
                    <a:pt x="4552" y="2739"/>
                  </a:cubicBezTo>
                  <a:close/>
                  <a:moveTo>
                    <a:pt x="2739" y="2739"/>
                  </a:moveTo>
                  <a:cubicBezTo>
                    <a:pt x="2897" y="2739"/>
                    <a:pt x="3055" y="2690"/>
                    <a:pt x="3189" y="2617"/>
                  </a:cubicBezTo>
                  <a:cubicBezTo>
                    <a:pt x="2909" y="2447"/>
                    <a:pt x="2739" y="2155"/>
                    <a:pt x="2739" y="1826"/>
                  </a:cubicBezTo>
                  <a:lnTo>
                    <a:pt x="2739" y="914"/>
                  </a:lnTo>
                  <a:cubicBezTo>
                    <a:pt x="2739" y="585"/>
                    <a:pt x="2909" y="293"/>
                    <a:pt x="3189" y="135"/>
                  </a:cubicBezTo>
                  <a:cubicBezTo>
                    <a:pt x="3055" y="49"/>
                    <a:pt x="2897" y="1"/>
                    <a:pt x="2739" y="1"/>
                  </a:cubicBezTo>
                  <a:cubicBezTo>
                    <a:pt x="2227" y="1"/>
                    <a:pt x="1826" y="415"/>
                    <a:pt x="1826" y="914"/>
                  </a:cubicBezTo>
                  <a:lnTo>
                    <a:pt x="1826" y="1826"/>
                  </a:lnTo>
                  <a:cubicBezTo>
                    <a:pt x="1826" y="2337"/>
                    <a:pt x="2227" y="2739"/>
                    <a:pt x="2739" y="2739"/>
                  </a:cubicBezTo>
                  <a:close/>
                  <a:moveTo>
                    <a:pt x="2739" y="2739"/>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119"/>
            <p:cNvSpPr/>
            <p:nvPr/>
          </p:nvSpPr>
          <p:spPr>
            <a:xfrm>
              <a:off x="648550" y="2324600"/>
              <a:ext cx="170700" cy="68475"/>
            </a:xfrm>
            <a:custGeom>
              <a:avLst/>
              <a:gdLst/>
              <a:ahLst/>
              <a:cxnLst/>
              <a:rect l="l" t="t" r="r" b="b"/>
              <a:pathLst>
                <a:path w="6828" h="2739" extrusionOk="0">
                  <a:moveTo>
                    <a:pt x="913" y="2739"/>
                  </a:moveTo>
                  <a:cubicBezTo>
                    <a:pt x="1071" y="2739"/>
                    <a:pt x="1229" y="2690"/>
                    <a:pt x="1375" y="2605"/>
                  </a:cubicBezTo>
                  <a:cubicBezTo>
                    <a:pt x="1083" y="2447"/>
                    <a:pt x="913" y="2142"/>
                    <a:pt x="913" y="1826"/>
                  </a:cubicBezTo>
                  <a:lnTo>
                    <a:pt x="913" y="913"/>
                  </a:lnTo>
                  <a:cubicBezTo>
                    <a:pt x="913" y="585"/>
                    <a:pt x="1083" y="280"/>
                    <a:pt x="1375" y="122"/>
                  </a:cubicBezTo>
                  <a:cubicBezTo>
                    <a:pt x="1229" y="37"/>
                    <a:pt x="1071" y="0"/>
                    <a:pt x="913" y="0"/>
                  </a:cubicBezTo>
                  <a:cubicBezTo>
                    <a:pt x="414" y="0"/>
                    <a:pt x="0" y="414"/>
                    <a:pt x="0" y="913"/>
                  </a:cubicBezTo>
                  <a:lnTo>
                    <a:pt x="0" y="1826"/>
                  </a:lnTo>
                  <a:cubicBezTo>
                    <a:pt x="0" y="2325"/>
                    <a:pt x="414" y="2739"/>
                    <a:pt x="913" y="2739"/>
                  </a:cubicBezTo>
                  <a:close/>
                  <a:moveTo>
                    <a:pt x="6365" y="2739"/>
                  </a:moveTo>
                  <a:cubicBezTo>
                    <a:pt x="6523" y="2739"/>
                    <a:pt x="6682" y="2690"/>
                    <a:pt x="6828" y="2605"/>
                  </a:cubicBezTo>
                  <a:cubicBezTo>
                    <a:pt x="6548" y="2447"/>
                    <a:pt x="6365" y="2142"/>
                    <a:pt x="6365" y="1826"/>
                  </a:cubicBezTo>
                  <a:lnTo>
                    <a:pt x="6365" y="913"/>
                  </a:lnTo>
                  <a:cubicBezTo>
                    <a:pt x="6365" y="585"/>
                    <a:pt x="6548" y="280"/>
                    <a:pt x="6828" y="122"/>
                  </a:cubicBezTo>
                  <a:cubicBezTo>
                    <a:pt x="6682" y="37"/>
                    <a:pt x="6523" y="0"/>
                    <a:pt x="6365" y="0"/>
                  </a:cubicBezTo>
                  <a:cubicBezTo>
                    <a:pt x="5866" y="0"/>
                    <a:pt x="5452" y="414"/>
                    <a:pt x="5452" y="913"/>
                  </a:cubicBezTo>
                  <a:lnTo>
                    <a:pt x="5452" y="1826"/>
                  </a:lnTo>
                  <a:cubicBezTo>
                    <a:pt x="5452" y="2325"/>
                    <a:pt x="5866" y="2739"/>
                    <a:pt x="6365" y="2739"/>
                  </a:cubicBezTo>
                  <a:close/>
                  <a:moveTo>
                    <a:pt x="4552" y="2739"/>
                  </a:moveTo>
                  <a:cubicBezTo>
                    <a:pt x="4710" y="2739"/>
                    <a:pt x="4868" y="2690"/>
                    <a:pt x="5002" y="2605"/>
                  </a:cubicBezTo>
                  <a:cubicBezTo>
                    <a:pt x="4722" y="2447"/>
                    <a:pt x="4552" y="2142"/>
                    <a:pt x="4552" y="1826"/>
                  </a:cubicBezTo>
                  <a:lnTo>
                    <a:pt x="4552" y="913"/>
                  </a:lnTo>
                  <a:cubicBezTo>
                    <a:pt x="4552" y="585"/>
                    <a:pt x="4722" y="280"/>
                    <a:pt x="5002" y="122"/>
                  </a:cubicBezTo>
                  <a:cubicBezTo>
                    <a:pt x="4868" y="37"/>
                    <a:pt x="4710" y="0"/>
                    <a:pt x="4552" y="0"/>
                  </a:cubicBezTo>
                  <a:cubicBezTo>
                    <a:pt x="4041" y="0"/>
                    <a:pt x="3639" y="414"/>
                    <a:pt x="3639" y="913"/>
                  </a:cubicBezTo>
                  <a:lnTo>
                    <a:pt x="3639" y="1826"/>
                  </a:lnTo>
                  <a:cubicBezTo>
                    <a:pt x="3639" y="2325"/>
                    <a:pt x="4041" y="2739"/>
                    <a:pt x="4552" y="2739"/>
                  </a:cubicBezTo>
                  <a:close/>
                  <a:moveTo>
                    <a:pt x="2726" y="2739"/>
                  </a:moveTo>
                  <a:cubicBezTo>
                    <a:pt x="2897" y="2739"/>
                    <a:pt x="3043" y="2690"/>
                    <a:pt x="3189" y="2605"/>
                  </a:cubicBezTo>
                  <a:cubicBezTo>
                    <a:pt x="2909" y="2447"/>
                    <a:pt x="2726" y="2142"/>
                    <a:pt x="2726" y="1826"/>
                  </a:cubicBezTo>
                  <a:lnTo>
                    <a:pt x="2726" y="913"/>
                  </a:lnTo>
                  <a:cubicBezTo>
                    <a:pt x="2726" y="585"/>
                    <a:pt x="2909" y="280"/>
                    <a:pt x="3189" y="122"/>
                  </a:cubicBezTo>
                  <a:cubicBezTo>
                    <a:pt x="3043" y="37"/>
                    <a:pt x="2897" y="0"/>
                    <a:pt x="2726" y="0"/>
                  </a:cubicBezTo>
                  <a:cubicBezTo>
                    <a:pt x="2227" y="0"/>
                    <a:pt x="1814" y="414"/>
                    <a:pt x="1814" y="913"/>
                  </a:cubicBezTo>
                  <a:lnTo>
                    <a:pt x="1814" y="1826"/>
                  </a:lnTo>
                  <a:cubicBezTo>
                    <a:pt x="1814" y="2325"/>
                    <a:pt x="2227" y="2739"/>
                    <a:pt x="2726" y="2739"/>
                  </a:cubicBezTo>
                  <a:close/>
                  <a:moveTo>
                    <a:pt x="2726" y="2739"/>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119"/>
            <p:cNvSpPr/>
            <p:nvPr/>
          </p:nvSpPr>
          <p:spPr>
            <a:xfrm>
              <a:off x="648550" y="2551575"/>
              <a:ext cx="182575" cy="68475"/>
            </a:xfrm>
            <a:custGeom>
              <a:avLst/>
              <a:gdLst/>
              <a:ahLst/>
              <a:cxnLst/>
              <a:rect l="l" t="t" r="r" b="b"/>
              <a:pathLst>
                <a:path w="7303" h="2739" extrusionOk="0">
                  <a:moveTo>
                    <a:pt x="913" y="2738"/>
                  </a:moveTo>
                  <a:cubicBezTo>
                    <a:pt x="1412" y="2738"/>
                    <a:pt x="1826" y="2337"/>
                    <a:pt x="1826" y="1826"/>
                  </a:cubicBezTo>
                  <a:cubicBezTo>
                    <a:pt x="1826" y="2337"/>
                    <a:pt x="2240" y="2738"/>
                    <a:pt x="2738" y="2738"/>
                  </a:cubicBezTo>
                  <a:cubicBezTo>
                    <a:pt x="3237" y="2738"/>
                    <a:pt x="3651" y="2337"/>
                    <a:pt x="3651" y="1826"/>
                  </a:cubicBezTo>
                  <a:cubicBezTo>
                    <a:pt x="3651" y="2337"/>
                    <a:pt x="4065" y="2738"/>
                    <a:pt x="4564" y="2738"/>
                  </a:cubicBezTo>
                  <a:cubicBezTo>
                    <a:pt x="5063" y="2738"/>
                    <a:pt x="5477" y="2337"/>
                    <a:pt x="5477" y="1826"/>
                  </a:cubicBezTo>
                  <a:cubicBezTo>
                    <a:pt x="5477" y="2337"/>
                    <a:pt x="5890" y="2738"/>
                    <a:pt x="6389" y="2738"/>
                  </a:cubicBezTo>
                  <a:cubicBezTo>
                    <a:pt x="6888" y="2738"/>
                    <a:pt x="7302" y="2337"/>
                    <a:pt x="7302" y="1826"/>
                  </a:cubicBezTo>
                  <a:lnTo>
                    <a:pt x="7302" y="913"/>
                  </a:lnTo>
                  <a:cubicBezTo>
                    <a:pt x="7302" y="414"/>
                    <a:pt x="6888" y="0"/>
                    <a:pt x="6389" y="0"/>
                  </a:cubicBezTo>
                  <a:cubicBezTo>
                    <a:pt x="5890" y="0"/>
                    <a:pt x="5477" y="414"/>
                    <a:pt x="5477" y="913"/>
                  </a:cubicBezTo>
                  <a:cubicBezTo>
                    <a:pt x="5477" y="414"/>
                    <a:pt x="5063" y="0"/>
                    <a:pt x="4564" y="0"/>
                  </a:cubicBezTo>
                  <a:cubicBezTo>
                    <a:pt x="4065" y="0"/>
                    <a:pt x="3651" y="414"/>
                    <a:pt x="3651" y="913"/>
                  </a:cubicBezTo>
                  <a:cubicBezTo>
                    <a:pt x="3651" y="414"/>
                    <a:pt x="3237" y="0"/>
                    <a:pt x="2738" y="0"/>
                  </a:cubicBezTo>
                  <a:cubicBezTo>
                    <a:pt x="2240" y="0"/>
                    <a:pt x="1826" y="414"/>
                    <a:pt x="1826" y="913"/>
                  </a:cubicBezTo>
                  <a:cubicBezTo>
                    <a:pt x="1826" y="414"/>
                    <a:pt x="1412" y="0"/>
                    <a:pt x="913" y="0"/>
                  </a:cubicBezTo>
                  <a:cubicBezTo>
                    <a:pt x="414" y="0"/>
                    <a:pt x="0" y="414"/>
                    <a:pt x="0" y="913"/>
                  </a:cubicBezTo>
                  <a:lnTo>
                    <a:pt x="0" y="1826"/>
                  </a:lnTo>
                  <a:cubicBezTo>
                    <a:pt x="0" y="2337"/>
                    <a:pt x="414" y="2738"/>
                    <a:pt x="913" y="2738"/>
                  </a:cubicBezTo>
                  <a:close/>
                  <a:moveTo>
                    <a:pt x="913" y="2738"/>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119"/>
            <p:cNvSpPr/>
            <p:nvPr/>
          </p:nvSpPr>
          <p:spPr>
            <a:xfrm>
              <a:off x="648550" y="2551875"/>
              <a:ext cx="170700" cy="68475"/>
            </a:xfrm>
            <a:custGeom>
              <a:avLst/>
              <a:gdLst/>
              <a:ahLst/>
              <a:cxnLst/>
              <a:rect l="l" t="t" r="r" b="b"/>
              <a:pathLst>
                <a:path w="6828" h="2739" extrusionOk="0">
                  <a:moveTo>
                    <a:pt x="913" y="2726"/>
                  </a:moveTo>
                  <a:cubicBezTo>
                    <a:pt x="1071" y="2726"/>
                    <a:pt x="1229" y="2690"/>
                    <a:pt x="1375" y="2605"/>
                  </a:cubicBezTo>
                  <a:cubicBezTo>
                    <a:pt x="1083" y="2446"/>
                    <a:pt x="913" y="2142"/>
                    <a:pt x="913" y="1826"/>
                  </a:cubicBezTo>
                  <a:lnTo>
                    <a:pt x="913" y="913"/>
                  </a:lnTo>
                  <a:cubicBezTo>
                    <a:pt x="913" y="584"/>
                    <a:pt x="1083" y="280"/>
                    <a:pt x="1375" y="122"/>
                  </a:cubicBezTo>
                  <a:cubicBezTo>
                    <a:pt x="1229" y="37"/>
                    <a:pt x="1071" y="0"/>
                    <a:pt x="913" y="0"/>
                  </a:cubicBezTo>
                  <a:cubicBezTo>
                    <a:pt x="414" y="0"/>
                    <a:pt x="0" y="402"/>
                    <a:pt x="0" y="913"/>
                  </a:cubicBezTo>
                  <a:lnTo>
                    <a:pt x="0" y="1826"/>
                  </a:lnTo>
                  <a:cubicBezTo>
                    <a:pt x="0" y="2325"/>
                    <a:pt x="414" y="2739"/>
                    <a:pt x="913" y="2739"/>
                  </a:cubicBezTo>
                  <a:close/>
                  <a:moveTo>
                    <a:pt x="6365" y="2726"/>
                  </a:moveTo>
                  <a:cubicBezTo>
                    <a:pt x="6523" y="2726"/>
                    <a:pt x="6682" y="2690"/>
                    <a:pt x="6828" y="2605"/>
                  </a:cubicBezTo>
                  <a:cubicBezTo>
                    <a:pt x="6548" y="2446"/>
                    <a:pt x="6365" y="2142"/>
                    <a:pt x="6365" y="1826"/>
                  </a:cubicBezTo>
                  <a:lnTo>
                    <a:pt x="6365" y="913"/>
                  </a:lnTo>
                  <a:cubicBezTo>
                    <a:pt x="6365" y="584"/>
                    <a:pt x="6548" y="280"/>
                    <a:pt x="6828" y="122"/>
                  </a:cubicBezTo>
                  <a:cubicBezTo>
                    <a:pt x="6682" y="37"/>
                    <a:pt x="6523" y="0"/>
                    <a:pt x="6365" y="0"/>
                  </a:cubicBezTo>
                  <a:cubicBezTo>
                    <a:pt x="5866" y="0"/>
                    <a:pt x="5452" y="402"/>
                    <a:pt x="5452" y="913"/>
                  </a:cubicBezTo>
                  <a:lnTo>
                    <a:pt x="5452" y="1826"/>
                  </a:lnTo>
                  <a:cubicBezTo>
                    <a:pt x="5452" y="2325"/>
                    <a:pt x="5866" y="2739"/>
                    <a:pt x="6365" y="2739"/>
                  </a:cubicBezTo>
                  <a:close/>
                  <a:moveTo>
                    <a:pt x="4552" y="2726"/>
                  </a:moveTo>
                  <a:cubicBezTo>
                    <a:pt x="4710" y="2726"/>
                    <a:pt x="4868" y="2690"/>
                    <a:pt x="5002" y="2605"/>
                  </a:cubicBezTo>
                  <a:cubicBezTo>
                    <a:pt x="4722" y="2446"/>
                    <a:pt x="4552" y="2142"/>
                    <a:pt x="4552" y="1826"/>
                  </a:cubicBezTo>
                  <a:lnTo>
                    <a:pt x="4552" y="913"/>
                  </a:lnTo>
                  <a:cubicBezTo>
                    <a:pt x="4552" y="584"/>
                    <a:pt x="4722" y="280"/>
                    <a:pt x="5002" y="122"/>
                  </a:cubicBezTo>
                  <a:cubicBezTo>
                    <a:pt x="4868" y="37"/>
                    <a:pt x="4710" y="0"/>
                    <a:pt x="4552" y="0"/>
                  </a:cubicBezTo>
                  <a:cubicBezTo>
                    <a:pt x="4041" y="0"/>
                    <a:pt x="3639" y="402"/>
                    <a:pt x="3639" y="913"/>
                  </a:cubicBezTo>
                  <a:lnTo>
                    <a:pt x="3639" y="1826"/>
                  </a:lnTo>
                  <a:cubicBezTo>
                    <a:pt x="3639" y="2325"/>
                    <a:pt x="4041" y="2739"/>
                    <a:pt x="4552" y="2739"/>
                  </a:cubicBezTo>
                  <a:close/>
                  <a:moveTo>
                    <a:pt x="2726" y="2726"/>
                  </a:moveTo>
                  <a:cubicBezTo>
                    <a:pt x="2897" y="2726"/>
                    <a:pt x="3043" y="2690"/>
                    <a:pt x="3189" y="2605"/>
                  </a:cubicBezTo>
                  <a:cubicBezTo>
                    <a:pt x="2909" y="2446"/>
                    <a:pt x="2726" y="2142"/>
                    <a:pt x="2726" y="1826"/>
                  </a:cubicBezTo>
                  <a:lnTo>
                    <a:pt x="2726" y="913"/>
                  </a:lnTo>
                  <a:cubicBezTo>
                    <a:pt x="2726" y="584"/>
                    <a:pt x="2909" y="280"/>
                    <a:pt x="3189" y="122"/>
                  </a:cubicBezTo>
                  <a:cubicBezTo>
                    <a:pt x="3043" y="37"/>
                    <a:pt x="2897" y="0"/>
                    <a:pt x="2726" y="0"/>
                  </a:cubicBezTo>
                  <a:cubicBezTo>
                    <a:pt x="2227" y="0"/>
                    <a:pt x="1814" y="402"/>
                    <a:pt x="1814" y="913"/>
                  </a:cubicBezTo>
                  <a:lnTo>
                    <a:pt x="1814" y="1826"/>
                  </a:lnTo>
                  <a:cubicBezTo>
                    <a:pt x="1814" y="2325"/>
                    <a:pt x="2227" y="2739"/>
                    <a:pt x="2726" y="2739"/>
                  </a:cubicBezTo>
                  <a:close/>
                  <a:moveTo>
                    <a:pt x="2726" y="2726"/>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119"/>
            <p:cNvSpPr/>
            <p:nvPr/>
          </p:nvSpPr>
          <p:spPr>
            <a:xfrm>
              <a:off x="739525" y="2438075"/>
              <a:ext cx="91300" cy="68500"/>
            </a:xfrm>
            <a:custGeom>
              <a:avLst/>
              <a:gdLst/>
              <a:ahLst/>
              <a:cxnLst/>
              <a:rect l="l" t="t" r="r" b="b"/>
              <a:pathLst>
                <a:path w="3652" h="2740" extrusionOk="0">
                  <a:moveTo>
                    <a:pt x="913" y="2739"/>
                  </a:moveTo>
                  <a:cubicBezTo>
                    <a:pt x="1412" y="2739"/>
                    <a:pt x="1826" y="2325"/>
                    <a:pt x="1826" y="1826"/>
                  </a:cubicBezTo>
                  <a:cubicBezTo>
                    <a:pt x="1826" y="2325"/>
                    <a:pt x="2227" y="2739"/>
                    <a:pt x="2738" y="2739"/>
                  </a:cubicBezTo>
                  <a:cubicBezTo>
                    <a:pt x="3237" y="2739"/>
                    <a:pt x="3651" y="2325"/>
                    <a:pt x="3651" y="1826"/>
                  </a:cubicBezTo>
                  <a:lnTo>
                    <a:pt x="3651" y="914"/>
                  </a:lnTo>
                  <a:cubicBezTo>
                    <a:pt x="3651" y="402"/>
                    <a:pt x="3237" y="1"/>
                    <a:pt x="2738" y="1"/>
                  </a:cubicBezTo>
                  <a:cubicBezTo>
                    <a:pt x="2227" y="1"/>
                    <a:pt x="1826" y="402"/>
                    <a:pt x="1826" y="914"/>
                  </a:cubicBezTo>
                  <a:cubicBezTo>
                    <a:pt x="1826" y="402"/>
                    <a:pt x="1412" y="1"/>
                    <a:pt x="913" y="1"/>
                  </a:cubicBezTo>
                  <a:cubicBezTo>
                    <a:pt x="402" y="1"/>
                    <a:pt x="0" y="402"/>
                    <a:pt x="0" y="914"/>
                  </a:cubicBezTo>
                  <a:lnTo>
                    <a:pt x="0" y="1826"/>
                  </a:lnTo>
                  <a:cubicBezTo>
                    <a:pt x="0" y="2325"/>
                    <a:pt x="402" y="2739"/>
                    <a:pt x="913" y="2739"/>
                  </a:cubicBezTo>
                  <a:close/>
                  <a:moveTo>
                    <a:pt x="913" y="2739"/>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119"/>
            <p:cNvSpPr/>
            <p:nvPr/>
          </p:nvSpPr>
          <p:spPr>
            <a:xfrm>
              <a:off x="739525" y="2438075"/>
              <a:ext cx="79725" cy="68500"/>
            </a:xfrm>
            <a:custGeom>
              <a:avLst/>
              <a:gdLst/>
              <a:ahLst/>
              <a:cxnLst/>
              <a:rect l="l" t="t" r="r" b="b"/>
              <a:pathLst>
                <a:path w="3189" h="2740" extrusionOk="0">
                  <a:moveTo>
                    <a:pt x="913" y="2739"/>
                  </a:moveTo>
                  <a:cubicBezTo>
                    <a:pt x="1071" y="2739"/>
                    <a:pt x="1229" y="2690"/>
                    <a:pt x="1363" y="2617"/>
                  </a:cubicBezTo>
                  <a:cubicBezTo>
                    <a:pt x="1083" y="2447"/>
                    <a:pt x="913" y="2155"/>
                    <a:pt x="913" y="1826"/>
                  </a:cubicBezTo>
                  <a:lnTo>
                    <a:pt x="913" y="914"/>
                  </a:lnTo>
                  <a:cubicBezTo>
                    <a:pt x="913" y="585"/>
                    <a:pt x="1083" y="293"/>
                    <a:pt x="1363" y="135"/>
                  </a:cubicBezTo>
                  <a:cubicBezTo>
                    <a:pt x="1229" y="49"/>
                    <a:pt x="1071" y="1"/>
                    <a:pt x="913" y="1"/>
                  </a:cubicBezTo>
                  <a:cubicBezTo>
                    <a:pt x="402" y="1"/>
                    <a:pt x="0" y="415"/>
                    <a:pt x="0" y="914"/>
                  </a:cubicBezTo>
                  <a:lnTo>
                    <a:pt x="0" y="1826"/>
                  </a:lnTo>
                  <a:cubicBezTo>
                    <a:pt x="0" y="2337"/>
                    <a:pt x="402" y="2739"/>
                    <a:pt x="913" y="2739"/>
                  </a:cubicBezTo>
                  <a:close/>
                  <a:moveTo>
                    <a:pt x="2726" y="2739"/>
                  </a:moveTo>
                  <a:cubicBezTo>
                    <a:pt x="2884" y="2739"/>
                    <a:pt x="3043" y="2690"/>
                    <a:pt x="3189" y="2617"/>
                  </a:cubicBezTo>
                  <a:cubicBezTo>
                    <a:pt x="2909" y="2447"/>
                    <a:pt x="2726" y="2155"/>
                    <a:pt x="2726" y="1826"/>
                  </a:cubicBezTo>
                  <a:lnTo>
                    <a:pt x="2726" y="914"/>
                  </a:lnTo>
                  <a:cubicBezTo>
                    <a:pt x="2726" y="585"/>
                    <a:pt x="2909" y="293"/>
                    <a:pt x="3189" y="135"/>
                  </a:cubicBezTo>
                  <a:cubicBezTo>
                    <a:pt x="3043" y="49"/>
                    <a:pt x="2884" y="1"/>
                    <a:pt x="2726" y="1"/>
                  </a:cubicBezTo>
                  <a:cubicBezTo>
                    <a:pt x="2227" y="1"/>
                    <a:pt x="1813" y="415"/>
                    <a:pt x="1813" y="914"/>
                  </a:cubicBezTo>
                  <a:lnTo>
                    <a:pt x="1813" y="1826"/>
                  </a:lnTo>
                  <a:cubicBezTo>
                    <a:pt x="1813" y="2337"/>
                    <a:pt x="2227" y="2739"/>
                    <a:pt x="2726" y="2739"/>
                  </a:cubicBezTo>
                  <a:close/>
                  <a:moveTo>
                    <a:pt x="2726" y="2739"/>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119"/>
            <p:cNvSpPr/>
            <p:nvPr/>
          </p:nvSpPr>
          <p:spPr>
            <a:xfrm>
              <a:off x="421275" y="2324600"/>
              <a:ext cx="45650" cy="68475"/>
            </a:xfrm>
            <a:custGeom>
              <a:avLst/>
              <a:gdLst/>
              <a:ahLst/>
              <a:cxnLst/>
              <a:rect l="l" t="t" r="r" b="b"/>
              <a:pathLst>
                <a:path w="1826" h="2739" extrusionOk="0">
                  <a:moveTo>
                    <a:pt x="913" y="2739"/>
                  </a:moveTo>
                  <a:cubicBezTo>
                    <a:pt x="1424" y="2739"/>
                    <a:pt x="1826" y="2325"/>
                    <a:pt x="1826" y="1826"/>
                  </a:cubicBezTo>
                  <a:lnTo>
                    <a:pt x="1826" y="913"/>
                  </a:lnTo>
                  <a:cubicBezTo>
                    <a:pt x="1826" y="402"/>
                    <a:pt x="1424" y="0"/>
                    <a:pt x="913" y="0"/>
                  </a:cubicBezTo>
                  <a:cubicBezTo>
                    <a:pt x="414" y="0"/>
                    <a:pt x="0" y="402"/>
                    <a:pt x="0" y="913"/>
                  </a:cubicBezTo>
                  <a:lnTo>
                    <a:pt x="0" y="1826"/>
                  </a:lnTo>
                  <a:cubicBezTo>
                    <a:pt x="0" y="2325"/>
                    <a:pt x="414" y="2739"/>
                    <a:pt x="913" y="2739"/>
                  </a:cubicBezTo>
                  <a:close/>
                  <a:moveTo>
                    <a:pt x="913" y="2739"/>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119"/>
            <p:cNvSpPr/>
            <p:nvPr/>
          </p:nvSpPr>
          <p:spPr>
            <a:xfrm>
              <a:off x="421275" y="2324600"/>
              <a:ext cx="34400" cy="68475"/>
            </a:xfrm>
            <a:custGeom>
              <a:avLst/>
              <a:gdLst/>
              <a:ahLst/>
              <a:cxnLst/>
              <a:rect l="l" t="t" r="r" b="b"/>
              <a:pathLst>
                <a:path w="1376" h="2739" extrusionOk="0">
                  <a:moveTo>
                    <a:pt x="913" y="2739"/>
                  </a:moveTo>
                  <a:cubicBezTo>
                    <a:pt x="1071" y="2739"/>
                    <a:pt x="1229" y="2690"/>
                    <a:pt x="1376" y="2605"/>
                  </a:cubicBezTo>
                  <a:cubicBezTo>
                    <a:pt x="1096" y="2447"/>
                    <a:pt x="913" y="2142"/>
                    <a:pt x="913" y="1826"/>
                  </a:cubicBezTo>
                  <a:lnTo>
                    <a:pt x="913" y="913"/>
                  </a:lnTo>
                  <a:cubicBezTo>
                    <a:pt x="913" y="585"/>
                    <a:pt x="1096" y="280"/>
                    <a:pt x="1376" y="122"/>
                  </a:cubicBezTo>
                  <a:cubicBezTo>
                    <a:pt x="1229" y="37"/>
                    <a:pt x="1071" y="0"/>
                    <a:pt x="913" y="0"/>
                  </a:cubicBezTo>
                  <a:cubicBezTo>
                    <a:pt x="414" y="0"/>
                    <a:pt x="0" y="414"/>
                    <a:pt x="0" y="913"/>
                  </a:cubicBezTo>
                  <a:lnTo>
                    <a:pt x="0" y="1826"/>
                  </a:lnTo>
                  <a:cubicBezTo>
                    <a:pt x="0" y="2325"/>
                    <a:pt x="414" y="2739"/>
                    <a:pt x="913" y="2739"/>
                  </a:cubicBezTo>
                  <a:close/>
                  <a:moveTo>
                    <a:pt x="913" y="2739"/>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119"/>
            <p:cNvSpPr/>
            <p:nvPr/>
          </p:nvSpPr>
          <p:spPr>
            <a:xfrm>
              <a:off x="421275" y="2551575"/>
              <a:ext cx="45650" cy="68475"/>
            </a:xfrm>
            <a:custGeom>
              <a:avLst/>
              <a:gdLst/>
              <a:ahLst/>
              <a:cxnLst/>
              <a:rect l="l" t="t" r="r" b="b"/>
              <a:pathLst>
                <a:path w="1826" h="2739" extrusionOk="0">
                  <a:moveTo>
                    <a:pt x="913" y="2738"/>
                  </a:moveTo>
                  <a:cubicBezTo>
                    <a:pt x="1424" y="2738"/>
                    <a:pt x="1826" y="2337"/>
                    <a:pt x="1826" y="1826"/>
                  </a:cubicBezTo>
                  <a:lnTo>
                    <a:pt x="1826" y="913"/>
                  </a:lnTo>
                  <a:cubicBezTo>
                    <a:pt x="1826" y="414"/>
                    <a:pt x="1424" y="0"/>
                    <a:pt x="913" y="0"/>
                  </a:cubicBezTo>
                  <a:cubicBezTo>
                    <a:pt x="414" y="0"/>
                    <a:pt x="0" y="414"/>
                    <a:pt x="0" y="913"/>
                  </a:cubicBezTo>
                  <a:lnTo>
                    <a:pt x="0" y="1826"/>
                  </a:lnTo>
                  <a:cubicBezTo>
                    <a:pt x="0" y="2337"/>
                    <a:pt x="414" y="2738"/>
                    <a:pt x="913" y="2738"/>
                  </a:cubicBezTo>
                  <a:close/>
                  <a:moveTo>
                    <a:pt x="913" y="2738"/>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119"/>
            <p:cNvSpPr/>
            <p:nvPr/>
          </p:nvSpPr>
          <p:spPr>
            <a:xfrm>
              <a:off x="421275" y="2551875"/>
              <a:ext cx="34400" cy="68475"/>
            </a:xfrm>
            <a:custGeom>
              <a:avLst/>
              <a:gdLst/>
              <a:ahLst/>
              <a:cxnLst/>
              <a:rect l="l" t="t" r="r" b="b"/>
              <a:pathLst>
                <a:path w="1376" h="2739" extrusionOk="0">
                  <a:moveTo>
                    <a:pt x="913" y="2726"/>
                  </a:moveTo>
                  <a:cubicBezTo>
                    <a:pt x="1071" y="2726"/>
                    <a:pt x="1229" y="2690"/>
                    <a:pt x="1376" y="2605"/>
                  </a:cubicBezTo>
                  <a:cubicBezTo>
                    <a:pt x="1096" y="2446"/>
                    <a:pt x="913" y="2142"/>
                    <a:pt x="913" y="1826"/>
                  </a:cubicBezTo>
                  <a:lnTo>
                    <a:pt x="913" y="913"/>
                  </a:lnTo>
                  <a:cubicBezTo>
                    <a:pt x="913" y="584"/>
                    <a:pt x="1096" y="280"/>
                    <a:pt x="1376" y="122"/>
                  </a:cubicBezTo>
                  <a:cubicBezTo>
                    <a:pt x="1229" y="37"/>
                    <a:pt x="1071" y="0"/>
                    <a:pt x="913" y="0"/>
                  </a:cubicBezTo>
                  <a:cubicBezTo>
                    <a:pt x="414" y="0"/>
                    <a:pt x="0" y="402"/>
                    <a:pt x="0" y="913"/>
                  </a:cubicBezTo>
                  <a:lnTo>
                    <a:pt x="0" y="1826"/>
                  </a:lnTo>
                  <a:cubicBezTo>
                    <a:pt x="0" y="2325"/>
                    <a:pt x="414" y="2739"/>
                    <a:pt x="913" y="2739"/>
                  </a:cubicBezTo>
                  <a:close/>
                  <a:moveTo>
                    <a:pt x="913" y="2726"/>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119"/>
            <p:cNvSpPr/>
            <p:nvPr/>
          </p:nvSpPr>
          <p:spPr>
            <a:xfrm>
              <a:off x="283450" y="2177025"/>
              <a:ext cx="684875" cy="477100"/>
            </a:xfrm>
            <a:custGeom>
              <a:avLst/>
              <a:gdLst/>
              <a:ahLst/>
              <a:cxnLst/>
              <a:rect l="l" t="t" r="r" b="b"/>
              <a:pathLst>
                <a:path w="27395" h="19084" extrusionOk="0">
                  <a:moveTo>
                    <a:pt x="26482" y="1"/>
                  </a:moveTo>
                  <a:lnTo>
                    <a:pt x="26482" y="914"/>
                  </a:lnTo>
                  <a:lnTo>
                    <a:pt x="27395" y="914"/>
                  </a:lnTo>
                  <a:lnTo>
                    <a:pt x="27395" y="1"/>
                  </a:lnTo>
                  <a:close/>
                  <a:moveTo>
                    <a:pt x="0" y="18171"/>
                  </a:moveTo>
                  <a:lnTo>
                    <a:pt x="0" y="19083"/>
                  </a:lnTo>
                  <a:lnTo>
                    <a:pt x="913" y="19083"/>
                  </a:lnTo>
                  <a:lnTo>
                    <a:pt x="913" y="1817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119"/>
            <p:cNvSpPr/>
            <p:nvPr/>
          </p:nvSpPr>
          <p:spPr>
            <a:xfrm>
              <a:off x="238125" y="2131700"/>
              <a:ext cx="776750" cy="568050"/>
            </a:xfrm>
            <a:custGeom>
              <a:avLst/>
              <a:gdLst/>
              <a:ahLst/>
              <a:cxnLst/>
              <a:rect l="l" t="t" r="r" b="b"/>
              <a:pathLst>
                <a:path w="31070" h="22722" extrusionOk="0">
                  <a:moveTo>
                    <a:pt x="8239" y="3627"/>
                  </a:moveTo>
                  <a:cubicBezTo>
                    <a:pt x="8495" y="3627"/>
                    <a:pt x="8702" y="3834"/>
                    <a:pt x="8702" y="4078"/>
                  </a:cubicBezTo>
                  <a:lnTo>
                    <a:pt x="8702" y="4990"/>
                  </a:lnTo>
                  <a:cubicBezTo>
                    <a:pt x="8702" y="5246"/>
                    <a:pt x="8495" y="5453"/>
                    <a:pt x="8239" y="5453"/>
                  </a:cubicBezTo>
                  <a:cubicBezTo>
                    <a:pt x="7983" y="5453"/>
                    <a:pt x="7789" y="5246"/>
                    <a:pt x="7789" y="4990"/>
                  </a:cubicBezTo>
                  <a:lnTo>
                    <a:pt x="7789" y="4078"/>
                  </a:lnTo>
                  <a:cubicBezTo>
                    <a:pt x="7789" y="3834"/>
                    <a:pt x="7983" y="3627"/>
                    <a:pt x="8239" y="3627"/>
                  </a:cubicBezTo>
                  <a:close/>
                  <a:moveTo>
                    <a:pt x="10052" y="3627"/>
                  </a:moveTo>
                  <a:cubicBezTo>
                    <a:pt x="10308" y="3627"/>
                    <a:pt x="10515" y="3834"/>
                    <a:pt x="10515" y="4078"/>
                  </a:cubicBezTo>
                  <a:lnTo>
                    <a:pt x="10515" y="4990"/>
                  </a:lnTo>
                  <a:cubicBezTo>
                    <a:pt x="10515" y="5246"/>
                    <a:pt x="10308" y="5453"/>
                    <a:pt x="10052" y="5453"/>
                  </a:cubicBezTo>
                  <a:cubicBezTo>
                    <a:pt x="9809" y="5453"/>
                    <a:pt x="9602" y="5246"/>
                    <a:pt x="9602" y="4990"/>
                  </a:cubicBezTo>
                  <a:lnTo>
                    <a:pt x="9602" y="4078"/>
                  </a:lnTo>
                  <a:cubicBezTo>
                    <a:pt x="9602" y="3834"/>
                    <a:pt x="9809" y="3627"/>
                    <a:pt x="10052" y="3627"/>
                  </a:cubicBezTo>
                  <a:close/>
                  <a:moveTo>
                    <a:pt x="19143" y="3627"/>
                  </a:moveTo>
                  <a:cubicBezTo>
                    <a:pt x="19399" y="3627"/>
                    <a:pt x="19606" y="3834"/>
                    <a:pt x="19606" y="4078"/>
                  </a:cubicBezTo>
                  <a:lnTo>
                    <a:pt x="19606" y="4990"/>
                  </a:lnTo>
                  <a:cubicBezTo>
                    <a:pt x="19606" y="5246"/>
                    <a:pt x="19399" y="5453"/>
                    <a:pt x="19143" y="5453"/>
                  </a:cubicBezTo>
                  <a:cubicBezTo>
                    <a:pt x="18900" y="5453"/>
                    <a:pt x="18693" y="5246"/>
                    <a:pt x="18693" y="4990"/>
                  </a:cubicBezTo>
                  <a:lnTo>
                    <a:pt x="18693" y="4078"/>
                  </a:lnTo>
                  <a:cubicBezTo>
                    <a:pt x="18693" y="3834"/>
                    <a:pt x="18900" y="3627"/>
                    <a:pt x="19143" y="3627"/>
                  </a:cubicBezTo>
                  <a:close/>
                  <a:moveTo>
                    <a:pt x="20969" y="3627"/>
                  </a:moveTo>
                  <a:cubicBezTo>
                    <a:pt x="21212" y="3627"/>
                    <a:pt x="21419" y="3834"/>
                    <a:pt x="21419" y="4078"/>
                  </a:cubicBezTo>
                  <a:lnTo>
                    <a:pt x="21419" y="4990"/>
                  </a:lnTo>
                  <a:cubicBezTo>
                    <a:pt x="21419" y="5246"/>
                    <a:pt x="21212" y="5453"/>
                    <a:pt x="20969" y="5453"/>
                  </a:cubicBezTo>
                  <a:cubicBezTo>
                    <a:pt x="20713" y="5453"/>
                    <a:pt x="20506" y="5246"/>
                    <a:pt x="20506" y="4990"/>
                  </a:cubicBezTo>
                  <a:lnTo>
                    <a:pt x="20506" y="4078"/>
                  </a:lnTo>
                  <a:cubicBezTo>
                    <a:pt x="20506" y="3834"/>
                    <a:pt x="20713" y="3627"/>
                    <a:pt x="20969" y="3627"/>
                  </a:cubicBezTo>
                  <a:close/>
                  <a:moveTo>
                    <a:pt x="22782" y="3627"/>
                  </a:moveTo>
                  <a:cubicBezTo>
                    <a:pt x="23038" y="3627"/>
                    <a:pt x="23245" y="3834"/>
                    <a:pt x="23245" y="4078"/>
                  </a:cubicBezTo>
                  <a:lnTo>
                    <a:pt x="23245" y="4990"/>
                  </a:lnTo>
                  <a:cubicBezTo>
                    <a:pt x="23245" y="5246"/>
                    <a:pt x="23038" y="5453"/>
                    <a:pt x="22782" y="5453"/>
                  </a:cubicBezTo>
                  <a:cubicBezTo>
                    <a:pt x="22527" y="5453"/>
                    <a:pt x="22332" y="5246"/>
                    <a:pt x="22332" y="4990"/>
                  </a:cubicBezTo>
                  <a:lnTo>
                    <a:pt x="22332" y="4078"/>
                  </a:lnTo>
                  <a:cubicBezTo>
                    <a:pt x="22332" y="3834"/>
                    <a:pt x="22527" y="3627"/>
                    <a:pt x="22782" y="3627"/>
                  </a:cubicBezTo>
                  <a:close/>
                  <a:moveTo>
                    <a:pt x="8239" y="8179"/>
                  </a:moveTo>
                  <a:cubicBezTo>
                    <a:pt x="8495" y="8179"/>
                    <a:pt x="8689" y="8374"/>
                    <a:pt x="8689" y="8629"/>
                  </a:cubicBezTo>
                  <a:lnTo>
                    <a:pt x="8689" y="9542"/>
                  </a:lnTo>
                  <a:cubicBezTo>
                    <a:pt x="8689" y="9797"/>
                    <a:pt x="8495" y="10004"/>
                    <a:pt x="8239" y="10004"/>
                  </a:cubicBezTo>
                  <a:cubicBezTo>
                    <a:pt x="7983" y="10004"/>
                    <a:pt x="7777" y="9797"/>
                    <a:pt x="7777" y="9542"/>
                  </a:cubicBezTo>
                  <a:lnTo>
                    <a:pt x="7777" y="8629"/>
                  </a:lnTo>
                  <a:cubicBezTo>
                    <a:pt x="7777" y="8374"/>
                    <a:pt x="7983" y="8179"/>
                    <a:pt x="8239" y="8179"/>
                  </a:cubicBezTo>
                  <a:close/>
                  <a:moveTo>
                    <a:pt x="17330" y="8179"/>
                  </a:moveTo>
                  <a:cubicBezTo>
                    <a:pt x="17586" y="8179"/>
                    <a:pt x="17780" y="8374"/>
                    <a:pt x="17780" y="8629"/>
                  </a:cubicBezTo>
                  <a:lnTo>
                    <a:pt x="17780" y="9542"/>
                  </a:lnTo>
                  <a:cubicBezTo>
                    <a:pt x="17780" y="9797"/>
                    <a:pt x="17586" y="10004"/>
                    <a:pt x="17330" y="10004"/>
                  </a:cubicBezTo>
                  <a:cubicBezTo>
                    <a:pt x="17074" y="10004"/>
                    <a:pt x="16868" y="9797"/>
                    <a:pt x="16868" y="9542"/>
                  </a:cubicBezTo>
                  <a:lnTo>
                    <a:pt x="16868" y="8629"/>
                  </a:lnTo>
                  <a:cubicBezTo>
                    <a:pt x="16868" y="8374"/>
                    <a:pt x="17074" y="8179"/>
                    <a:pt x="17330" y="8179"/>
                  </a:cubicBezTo>
                  <a:close/>
                  <a:moveTo>
                    <a:pt x="19143" y="8179"/>
                  </a:moveTo>
                  <a:cubicBezTo>
                    <a:pt x="19399" y="8179"/>
                    <a:pt x="19606" y="8374"/>
                    <a:pt x="19606" y="8629"/>
                  </a:cubicBezTo>
                  <a:lnTo>
                    <a:pt x="19606" y="9542"/>
                  </a:lnTo>
                  <a:cubicBezTo>
                    <a:pt x="19606" y="9797"/>
                    <a:pt x="19399" y="10004"/>
                    <a:pt x="19143" y="10004"/>
                  </a:cubicBezTo>
                  <a:cubicBezTo>
                    <a:pt x="18900" y="10004"/>
                    <a:pt x="18693" y="9797"/>
                    <a:pt x="18693" y="9542"/>
                  </a:cubicBezTo>
                  <a:lnTo>
                    <a:pt x="18693" y="8629"/>
                  </a:lnTo>
                  <a:cubicBezTo>
                    <a:pt x="18693" y="8374"/>
                    <a:pt x="18900" y="8179"/>
                    <a:pt x="19143" y="8179"/>
                  </a:cubicBezTo>
                  <a:close/>
                  <a:moveTo>
                    <a:pt x="20969" y="8179"/>
                  </a:moveTo>
                  <a:cubicBezTo>
                    <a:pt x="21212" y="8179"/>
                    <a:pt x="21419" y="8374"/>
                    <a:pt x="21419" y="8629"/>
                  </a:cubicBezTo>
                  <a:lnTo>
                    <a:pt x="21419" y="9542"/>
                  </a:lnTo>
                  <a:cubicBezTo>
                    <a:pt x="21419" y="9797"/>
                    <a:pt x="21212" y="10004"/>
                    <a:pt x="20969" y="10004"/>
                  </a:cubicBezTo>
                  <a:cubicBezTo>
                    <a:pt x="20713" y="10004"/>
                    <a:pt x="20506" y="9797"/>
                    <a:pt x="20506" y="9542"/>
                  </a:cubicBezTo>
                  <a:lnTo>
                    <a:pt x="20506" y="8629"/>
                  </a:lnTo>
                  <a:cubicBezTo>
                    <a:pt x="20506" y="8374"/>
                    <a:pt x="20713" y="8179"/>
                    <a:pt x="20969" y="8179"/>
                  </a:cubicBezTo>
                  <a:close/>
                  <a:moveTo>
                    <a:pt x="22782" y="8179"/>
                  </a:moveTo>
                  <a:cubicBezTo>
                    <a:pt x="23038" y="8179"/>
                    <a:pt x="23232" y="8374"/>
                    <a:pt x="23232" y="8629"/>
                  </a:cubicBezTo>
                  <a:lnTo>
                    <a:pt x="23232" y="9542"/>
                  </a:lnTo>
                  <a:cubicBezTo>
                    <a:pt x="23232" y="9797"/>
                    <a:pt x="23038" y="10004"/>
                    <a:pt x="22782" y="10004"/>
                  </a:cubicBezTo>
                  <a:cubicBezTo>
                    <a:pt x="22527" y="10004"/>
                    <a:pt x="22320" y="9797"/>
                    <a:pt x="22320" y="9542"/>
                  </a:cubicBezTo>
                  <a:lnTo>
                    <a:pt x="22320" y="8629"/>
                  </a:lnTo>
                  <a:cubicBezTo>
                    <a:pt x="22320" y="8374"/>
                    <a:pt x="22527" y="8179"/>
                    <a:pt x="22782" y="8179"/>
                  </a:cubicBezTo>
                  <a:close/>
                  <a:moveTo>
                    <a:pt x="26482" y="9542"/>
                  </a:moveTo>
                  <a:lnTo>
                    <a:pt x="26482" y="13169"/>
                  </a:lnTo>
                  <a:lnTo>
                    <a:pt x="24145" y="13169"/>
                  </a:lnTo>
                  <a:cubicBezTo>
                    <a:pt x="24145" y="12414"/>
                    <a:pt x="23537" y="11805"/>
                    <a:pt x="22782" y="11805"/>
                  </a:cubicBezTo>
                  <a:cubicBezTo>
                    <a:pt x="22441" y="11805"/>
                    <a:pt x="22125" y="11927"/>
                    <a:pt x="21869" y="12146"/>
                  </a:cubicBezTo>
                  <a:cubicBezTo>
                    <a:pt x="21614" y="11927"/>
                    <a:pt x="21297" y="11805"/>
                    <a:pt x="20957" y="11805"/>
                  </a:cubicBezTo>
                  <a:cubicBezTo>
                    <a:pt x="20202" y="11805"/>
                    <a:pt x="19581" y="12414"/>
                    <a:pt x="19581" y="13169"/>
                  </a:cubicBezTo>
                  <a:lnTo>
                    <a:pt x="13229" y="13169"/>
                  </a:lnTo>
                  <a:cubicBezTo>
                    <a:pt x="13229" y="12414"/>
                    <a:pt x="12608" y="11805"/>
                    <a:pt x="11854" y="11805"/>
                  </a:cubicBezTo>
                  <a:cubicBezTo>
                    <a:pt x="11525" y="11805"/>
                    <a:pt x="11196" y="11927"/>
                    <a:pt x="10941" y="12146"/>
                  </a:cubicBezTo>
                  <a:cubicBezTo>
                    <a:pt x="10697" y="11927"/>
                    <a:pt x="10369" y="11805"/>
                    <a:pt x="10028" y="11805"/>
                  </a:cubicBezTo>
                  <a:cubicBezTo>
                    <a:pt x="9699" y="11805"/>
                    <a:pt x="9371" y="11927"/>
                    <a:pt x="9115" y="12146"/>
                  </a:cubicBezTo>
                  <a:cubicBezTo>
                    <a:pt x="8872" y="11927"/>
                    <a:pt x="8543" y="11805"/>
                    <a:pt x="8203" y="11805"/>
                  </a:cubicBezTo>
                  <a:cubicBezTo>
                    <a:pt x="7448" y="11805"/>
                    <a:pt x="6840" y="12414"/>
                    <a:pt x="6840" y="13169"/>
                  </a:cubicBezTo>
                  <a:lnTo>
                    <a:pt x="4503" y="13169"/>
                  </a:lnTo>
                  <a:lnTo>
                    <a:pt x="4503" y="9542"/>
                  </a:lnTo>
                  <a:lnTo>
                    <a:pt x="6840" y="9542"/>
                  </a:lnTo>
                  <a:cubicBezTo>
                    <a:pt x="6840" y="10296"/>
                    <a:pt x="7448" y="10905"/>
                    <a:pt x="8203" y="10905"/>
                  </a:cubicBezTo>
                  <a:cubicBezTo>
                    <a:pt x="8957" y="10905"/>
                    <a:pt x="9578" y="10296"/>
                    <a:pt x="9578" y="9542"/>
                  </a:cubicBezTo>
                  <a:lnTo>
                    <a:pt x="15930" y="9542"/>
                  </a:lnTo>
                  <a:cubicBezTo>
                    <a:pt x="15930" y="10296"/>
                    <a:pt x="16551" y="10905"/>
                    <a:pt x="17306" y="10905"/>
                  </a:cubicBezTo>
                  <a:cubicBezTo>
                    <a:pt x="17646" y="10905"/>
                    <a:pt x="17963" y="10783"/>
                    <a:pt x="18218" y="10564"/>
                  </a:cubicBezTo>
                  <a:cubicBezTo>
                    <a:pt x="18474" y="10783"/>
                    <a:pt x="18790" y="10905"/>
                    <a:pt x="19131" y="10905"/>
                  </a:cubicBezTo>
                  <a:cubicBezTo>
                    <a:pt x="19472" y="10905"/>
                    <a:pt x="19788" y="10783"/>
                    <a:pt x="20044" y="10564"/>
                  </a:cubicBezTo>
                  <a:cubicBezTo>
                    <a:pt x="20299" y="10783"/>
                    <a:pt x="20616" y="10905"/>
                    <a:pt x="20957" y="10905"/>
                  </a:cubicBezTo>
                  <a:cubicBezTo>
                    <a:pt x="21297" y="10905"/>
                    <a:pt x="21614" y="10783"/>
                    <a:pt x="21869" y="10564"/>
                  </a:cubicBezTo>
                  <a:cubicBezTo>
                    <a:pt x="22125" y="10783"/>
                    <a:pt x="22441" y="10905"/>
                    <a:pt x="22782" y="10905"/>
                  </a:cubicBezTo>
                  <a:cubicBezTo>
                    <a:pt x="23537" y="10905"/>
                    <a:pt x="24145" y="10296"/>
                    <a:pt x="24145" y="9542"/>
                  </a:cubicBezTo>
                  <a:close/>
                  <a:moveTo>
                    <a:pt x="8239" y="12718"/>
                  </a:moveTo>
                  <a:cubicBezTo>
                    <a:pt x="8495" y="12718"/>
                    <a:pt x="8689" y="12925"/>
                    <a:pt x="8689" y="13169"/>
                  </a:cubicBezTo>
                  <a:lnTo>
                    <a:pt x="8689" y="14081"/>
                  </a:lnTo>
                  <a:cubicBezTo>
                    <a:pt x="8689" y="14337"/>
                    <a:pt x="8495" y="14544"/>
                    <a:pt x="8239" y="14544"/>
                  </a:cubicBezTo>
                  <a:cubicBezTo>
                    <a:pt x="7983" y="14544"/>
                    <a:pt x="7777" y="14337"/>
                    <a:pt x="7777" y="14081"/>
                  </a:cubicBezTo>
                  <a:lnTo>
                    <a:pt x="7777" y="13169"/>
                  </a:lnTo>
                  <a:cubicBezTo>
                    <a:pt x="7777" y="12925"/>
                    <a:pt x="7983" y="12718"/>
                    <a:pt x="8239" y="12718"/>
                  </a:cubicBezTo>
                  <a:close/>
                  <a:moveTo>
                    <a:pt x="10052" y="12718"/>
                  </a:moveTo>
                  <a:cubicBezTo>
                    <a:pt x="10308" y="12718"/>
                    <a:pt x="10515" y="12925"/>
                    <a:pt x="10515" y="13169"/>
                  </a:cubicBezTo>
                  <a:lnTo>
                    <a:pt x="10515" y="14081"/>
                  </a:lnTo>
                  <a:cubicBezTo>
                    <a:pt x="10515" y="14337"/>
                    <a:pt x="10308" y="14544"/>
                    <a:pt x="10052" y="14544"/>
                  </a:cubicBezTo>
                  <a:cubicBezTo>
                    <a:pt x="9809" y="14544"/>
                    <a:pt x="9602" y="14337"/>
                    <a:pt x="9602" y="14081"/>
                  </a:cubicBezTo>
                  <a:lnTo>
                    <a:pt x="9602" y="13169"/>
                  </a:lnTo>
                  <a:cubicBezTo>
                    <a:pt x="9602" y="12925"/>
                    <a:pt x="9809" y="12718"/>
                    <a:pt x="10052" y="12718"/>
                  </a:cubicBezTo>
                  <a:close/>
                  <a:moveTo>
                    <a:pt x="11878" y="12718"/>
                  </a:moveTo>
                  <a:cubicBezTo>
                    <a:pt x="12121" y="12718"/>
                    <a:pt x="12328" y="12925"/>
                    <a:pt x="12328" y="13169"/>
                  </a:cubicBezTo>
                  <a:lnTo>
                    <a:pt x="12328" y="14081"/>
                  </a:lnTo>
                  <a:cubicBezTo>
                    <a:pt x="12328" y="14337"/>
                    <a:pt x="12121" y="14544"/>
                    <a:pt x="11878" y="14544"/>
                  </a:cubicBezTo>
                  <a:cubicBezTo>
                    <a:pt x="11622" y="14544"/>
                    <a:pt x="11415" y="14337"/>
                    <a:pt x="11415" y="14081"/>
                  </a:cubicBezTo>
                  <a:lnTo>
                    <a:pt x="11415" y="13169"/>
                  </a:lnTo>
                  <a:cubicBezTo>
                    <a:pt x="11415" y="12925"/>
                    <a:pt x="11622" y="12718"/>
                    <a:pt x="11878" y="12718"/>
                  </a:cubicBezTo>
                  <a:close/>
                  <a:moveTo>
                    <a:pt x="20969" y="12718"/>
                  </a:moveTo>
                  <a:cubicBezTo>
                    <a:pt x="21212" y="12718"/>
                    <a:pt x="21419" y="12925"/>
                    <a:pt x="21419" y="13169"/>
                  </a:cubicBezTo>
                  <a:lnTo>
                    <a:pt x="21419" y="14081"/>
                  </a:lnTo>
                  <a:cubicBezTo>
                    <a:pt x="21419" y="14337"/>
                    <a:pt x="21212" y="14544"/>
                    <a:pt x="20969" y="14544"/>
                  </a:cubicBezTo>
                  <a:cubicBezTo>
                    <a:pt x="20713" y="14544"/>
                    <a:pt x="20506" y="14337"/>
                    <a:pt x="20506" y="14081"/>
                  </a:cubicBezTo>
                  <a:lnTo>
                    <a:pt x="20506" y="13169"/>
                  </a:lnTo>
                  <a:cubicBezTo>
                    <a:pt x="20506" y="12925"/>
                    <a:pt x="20713" y="12718"/>
                    <a:pt x="20969" y="12718"/>
                  </a:cubicBezTo>
                  <a:close/>
                  <a:moveTo>
                    <a:pt x="22782" y="12718"/>
                  </a:moveTo>
                  <a:cubicBezTo>
                    <a:pt x="23038" y="12718"/>
                    <a:pt x="23232" y="12925"/>
                    <a:pt x="23232" y="13169"/>
                  </a:cubicBezTo>
                  <a:lnTo>
                    <a:pt x="23232" y="14081"/>
                  </a:lnTo>
                  <a:cubicBezTo>
                    <a:pt x="23232" y="14337"/>
                    <a:pt x="23038" y="14544"/>
                    <a:pt x="22782" y="14544"/>
                  </a:cubicBezTo>
                  <a:cubicBezTo>
                    <a:pt x="22527" y="14544"/>
                    <a:pt x="22320" y="14337"/>
                    <a:pt x="22320" y="14081"/>
                  </a:cubicBezTo>
                  <a:lnTo>
                    <a:pt x="22320" y="13169"/>
                  </a:lnTo>
                  <a:cubicBezTo>
                    <a:pt x="22320" y="12925"/>
                    <a:pt x="22527" y="12718"/>
                    <a:pt x="22782" y="12718"/>
                  </a:cubicBezTo>
                  <a:close/>
                  <a:moveTo>
                    <a:pt x="8239" y="17258"/>
                  </a:moveTo>
                  <a:cubicBezTo>
                    <a:pt x="8495" y="17258"/>
                    <a:pt x="8689" y="17465"/>
                    <a:pt x="8689" y="17720"/>
                  </a:cubicBezTo>
                  <a:lnTo>
                    <a:pt x="8689" y="18633"/>
                  </a:lnTo>
                  <a:cubicBezTo>
                    <a:pt x="8689" y="18888"/>
                    <a:pt x="8495" y="19083"/>
                    <a:pt x="8239" y="19083"/>
                  </a:cubicBezTo>
                  <a:cubicBezTo>
                    <a:pt x="7983" y="19083"/>
                    <a:pt x="7777" y="18888"/>
                    <a:pt x="7777" y="18633"/>
                  </a:cubicBezTo>
                  <a:lnTo>
                    <a:pt x="7777" y="17720"/>
                  </a:lnTo>
                  <a:cubicBezTo>
                    <a:pt x="7777" y="17465"/>
                    <a:pt x="7983" y="17258"/>
                    <a:pt x="8239" y="17258"/>
                  </a:cubicBezTo>
                  <a:close/>
                  <a:moveTo>
                    <a:pt x="17330" y="17258"/>
                  </a:moveTo>
                  <a:cubicBezTo>
                    <a:pt x="17586" y="17258"/>
                    <a:pt x="17780" y="17465"/>
                    <a:pt x="17780" y="17720"/>
                  </a:cubicBezTo>
                  <a:lnTo>
                    <a:pt x="17780" y="18633"/>
                  </a:lnTo>
                  <a:cubicBezTo>
                    <a:pt x="17780" y="18888"/>
                    <a:pt x="17586" y="19083"/>
                    <a:pt x="17330" y="19083"/>
                  </a:cubicBezTo>
                  <a:cubicBezTo>
                    <a:pt x="17074" y="19083"/>
                    <a:pt x="16868" y="18888"/>
                    <a:pt x="16868" y="18633"/>
                  </a:cubicBezTo>
                  <a:lnTo>
                    <a:pt x="16868" y="17720"/>
                  </a:lnTo>
                  <a:cubicBezTo>
                    <a:pt x="16868" y="17465"/>
                    <a:pt x="17074" y="17258"/>
                    <a:pt x="17330" y="17258"/>
                  </a:cubicBezTo>
                  <a:close/>
                  <a:moveTo>
                    <a:pt x="19143" y="17258"/>
                  </a:moveTo>
                  <a:cubicBezTo>
                    <a:pt x="19399" y="17258"/>
                    <a:pt x="19606" y="17465"/>
                    <a:pt x="19606" y="17720"/>
                  </a:cubicBezTo>
                  <a:lnTo>
                    <a:pt x="19606" y="18633"/>
                  </a:lnTo>
                  <a:cubicBezTo>
                    <a:pt x="19606" y="18888"/>
                    <a:pt x="19399" y="19083"/>
                    <a:pt x="19143" y="19083"/>
                  </a:cubicBezTo>
                  <a:cubicBezTo>
                    <a:pt x="18900" y="19083"/>
                    <a:pt x="18693" y="18888"/>
                    <a:pt x="18693" y="18633"/>
                  </a:cubicBezTo>
                  <a:lnTo>
                    <a:pt x="18693" y="17720"/>
                  </a:lnTo>
                  <a:cubicBezTo>
                    <a:pt x="18693" y="17465"/>
                    <a:pt x="18900" y="17258"/>
                    <a:pt x="19143" y="17258"/>
                  </a:cubicBezTo>
                  <a:close/>
                  <a:moveTo>
                    <a:pt x="20969" y="17258"/>
                  </a:moveTo>
                  <a:cubicBezTo>
                    <a:pt x="21212" y="17258"/>
                    <a:pt x="21419" y="17465"/>
                    <a:pt x="21419" y="17720"/>
                  </a:cubicBezTo>
                  <a:lnTo>
                    <a:pt x="21419" y="18633"/>
                  </a:lnTo>
                  <a:cubicBezTo>
                    <a:pt x="21419" y="18888"/>
                    <a:pt x="21212" y="19083"/>
                    <a:pt x="20969" y="19083"/>
                  </a:cubicBezTo>
                  <a:cubicBezTo>
                    <a:pt x="20713" y="19083"/>
                    <a:pt x="20506" y="18888"/>
                    <a:pt x="20506" y="18633"/>
                  </a:cubicBezTo>
                  <a:lnTo>
                    <a:pt x="20506" y="17720"/>
                  </a:lnTo>
                  <a:cubicBezTo>
                    <a:pt x="20506" y="17465"/>
                    <a:pt x="20713" y="17258"/>
                    <a:pt x="20969" y="17258"/>
                  </a:cubicBezTo>
                  <a:close/>
                  <a:moveTo>
                    <a:pt x="22782" y="17258"/>
                  </a:moveTo>
                  <a:cubicBezTo>
                    <a:pt x="23038" y="17258"/>
                    <a:pt x="23245" y="17465"/>
                    <a:pt x="23245" y="17720"/>
                  </a:cubicBezTo>
                  <a:lnTo>
                    <a:pt x="23245" y="18633"/>
                  </a:lnTo>
                  <a:cubicBezTo>
                    <a:pt x="23245" y="18888"/>
                    <a:pt x="23038" y="19083"/>
                    <a:pt x="22782" y="19083"/>
                  </a:cubicBezTo>
                  <a:cubicBezTo>
                    <a:pt x="22527" y="19083"/>
                    <a:pt x="22332" y="18888"/>
                    <a:pt x="22332" y="18633"/>
                  </a:cubicBezTo>
                  <a:lnTo>
                    <a:pt x="22332" y="17720"/>
                  </a:lnTo>
                  <a:cubicBezTo>
                    <a:pt x="22332" y="17465"/>
                    <a:pt x="22527" y="17258"/>
                    <a:pt x="22782" y="17258"/>
                  </a:cubicBezTo>
                  <a:close/>
                  <a:moveTo>
                    <a:pt x="0" y="1"/>
                  </a:moveTo>
                  <a:lnTo>
                    <a:pt x="0" y="3627"/>
                  </a:lnTo>
                  <a:lnTo>
                    <a:pt x="913" y="3627"/>
                  </a:lnTo>
                  <a:lnTo>
                    <a:pt x="913" y="901"/>
                  </a:lnTo>
                  <a:lnTo>
                    <a:pt x="3639" y="901"/>
                  </a:lnTo>
                  <a:lnTo>
                    <a:pt x="3639" y="21809"/>
                  </a:lnTo>
                  <a:lnTo>
                    <a:pt x="913" y="21809"/>
                  </a:lnTo>
                  <a:lnTo>
                    <a:pt x="913" y="4540"/>
                  </a:lnTo>
                  <a:lnTo>
                    <a:pt x="0" y="4540"/>
                  </a:lnTo>
                  <a:lnTo>
                    <a:pt x="0" y="22722"/>
                  </a:lnTo>
                  <a:lnTo>
                    <a:pt x="4539" y="22722"/>
                  </a:lnTo>
                  <a:lnTo>
                    <a:pt x="4539" y="18633"/>
                  </a:lnTo>
                  <a:lnTo>
                    <a:pt x="6876" y="18633"/>
                  </a:lnTo>
                  <a:cubicBezTo>
                    <a:pt x="6876" y="19387"/>
                    <a:pt x="7485" y="19996"/>
                    <a:pt x="8251" y="19996"/>
                  </a:cubicBezTo>
                  <a:cubicBezTo>
                    <a:pt x="9006" y="19996"/>
                    <a:pt x="9614" y="19387"/>
                    <a:pt x="9614" y="18633"/>
                  </a:cubicBezTo>
                  <a:lnTo>
                    <a:pt x="15979" y="18633"/>
                  </a:lnTo>
                  <a:cubicBezTo>
                    <a:pt x="15979" y="19387"/>
                    <a:pt x="16588" y="19996"/>
                    <a:pt x="17342" y="19996"/>
                  </a:cubicBezTo>
                  <a:cubicBezTo>
                    <a:pt x="17683" y="19996"/>
                    <a:pt x="18012" y="19874"/>
                    <a:pt x="18255" y="19655"/>
                  </a:cubicBezTo>
                  <a:cubicBezTo>
                    <a:pt x="18510" y="19874"/>
                    <a:pt x="18839" y="19996"/>
                    <a:pt x="19168" y="19996"/>
                  </a:cubicBezTo>
                  <a:cubicBezTo>
                    <a:pt x="19508" y="19996"/>
                    <a:pt x="19837" y="19874"/>
                    <a:pt x="20080" y="19655"/>
                  </a:cubicBezTo>
                  <a:cubicBezTo>
                    <a:pt x="20336" y="19874"/>
                    <a:pt x="20665" y="19996"/>
                    <a:pt x="20993" y="19996"/>
                  </a:cubicBezTo>
                  <a:cubicBezTo>
                    <a:pt x="21334" y="19996"/>
                    <a:pt x="21662" y="19874"/>
                    <a:pt x="21906" y="19655"/>
                  </a:cubicBezTo>
                  <a:cubicBezTo>
                    <a:pt x="22161" y="19874"/>
                    <a:pt x="22490" y="19996"/>
                    <a:pt x="22819" y="19996"/>
                  </a:cubicBezTo>
                  <a:cubicBezTo>
                    <a:pt x="23585" y="19996"/>
                    <a:pt x="24194" y="19387"/>
                    <a:pt x="24194" y="18633"/>
                  </a:cubicBezTo>
                  <a:lnTo>
                    <a:pt x="25618" y="18633"/>
                  </a:lnTo>
                  <a:lnTo>
                    <a:pt x="25618" y="17720"/>
                  </a:lnTo>
                  <a:lnTo>
                    <a:pt x="24194" y="17720"/>
                  </a:lnTo>
                  <a:cubicBezTo>
                    <a:pt x="24194" y="16953"/>
                    <a:pt x="23585" y="16345"/>
                    <a:pt x="22819" y="16345"/>
                  </a:cubicBezTo>
                  <a:cubicBezTo>
                    <a:pt x="22490" y="16345"/>
                    <a:pt x="22161" y="16467"/>
                    <a:pt x="21906" y="16698"/>
                  </a:cubicBezTo>
                  <a:cubicBezTo>
                    <a:pt x="21662" y="16467"/>
                    <a:pt x="21334" y="16345"/>
                    <a:pt x="20993" y="16345"/>
                  </a:cubicBezTo>
                  <a:cubicBezTo>
                    <a:pt x="20665" y="16345"/>
                    <a:pt x="20336" y="16467"/>
                    <a:pt x="20080" y="16698"/>
                  </a:cubicBezTo>
                  <a:cubicBezTo>
                    <a:pt x="19837" y="16467"/>
                    <a:pt x="19508" y="16345"/>
                    <a:pt x="19168" y="16345"/>
                  </a:cubicBezTo>
                  <a:cubicBezTo>
                    <a:pt x="18839" y="16345"/>
                    <a:pt x="18510" y="16467"/>
                    <a:pt x="18255" y="16698"/>
                  </a:cubicBezTo>
                  <a:cubicBezTo>
                    <a:pt x="18012" y="16467"/>
                    <a:pt x="17683" y="16345"/>
                    <a:pt x="17342" y="16345"/>
                  </a:cubicBezTo>
                  <a:cubicBezTo>
                    <a:pt x="16588" y="16345"/>
                    <a:pt x="15979" y="16953"/>
                    <a:pt x="15979" y="17720"/>
                  </a:cubicBezTo>
                  <a:lnTo>
                    <a:pt x="9614" y="17720"/>
                  </a:lnTo>
                  <a:cubicBezTo>
                    <a:pt x="9614" y="16953"/>
                    <a:pt x="9006" y="16345"/>
                    <a:pt x="8251" y="16345"/>
                  </a:cubicBezTo>
                  <a:cubicBezTo>
                    <a:pt x="7485" y="16345"/>
                    <a:pt x="6876" y="16953"/>
                    <a:pt x="6876" y="17720"/>
                  </a:cubicBezTo>
                  <a:lnTo>
                    <a:pt x="4539" y="17720"/>
                  </a:lnTo>
                  <a:lnTo>
                    <a:pt x="4539" y="14081"/>
                  </a:lnTo>
                  <a:lnTo>
                    <a:pt x="6876" y="14081"/>
                  </a:lnTo>
                  <a:cubicBezTo>
                    <a:pt x="6876" y="14836"/>
                    <a:pt x="7485" y="15444"/>
                    <a:pt x="8251" y="15444"/>
                  </a:cubicBezTo>
                  <a:cubicBezTo>
                    <a:pt x="8580" y="15444"/>
                    <a:pt x="8908" y="15323"/>
                    <a:pt x="9164" y="15104"/>
                  </a:cubicBezTo>
                  <a:cubicBezTo>
                    <a:pt x="9407" y="15323"/>
                    <a:pt x="9736" y="15444"/>
                    <a:pt x="10077" y="15444"/>
                  </a:cubicBezTo>
                  <a:cubicBezTo>
                    <a:pt x="10405" y="15444"/>
                    <a:pt x="10734" y="15323"/>
                    <a:pt x="10989" y="15104"/>
                  </a:cubicBezTo>
                  <a:cubicBezTo>
                    <a:pt x="11233" y="15323"/>
                    <a:pt x="11561" y="15444"/>
                    <a:pt x="11902" y="15444"/>
                  </a:cubicBezTo>
                  <a:cubicBezTo>
                    <a:pt x="12657" y="15444"/>
                    <a:pt x="13265" y="14836"/>
                    <a:pt x="13265" y="14081"/>
                  </a:cubicBezTo>
                  <a:lnTo>
                    <a:pt x="19630" y="14081"/>
                  </a:lnTo>
                  <a:cubicBezTo>
                    <a:pt x="19630" y="14836"/>
                    <a:pt x="20239" y="15444"/>
                    <a:pt x="20993" y="15444"/>
                  </a:cubicBezTo>
                  <a:cubicBezTo>
                    <a:pt x="21334" y="15444"/>
                    <a:pt x="21662" y="15323"/>
                    <a:pt x="21906" y="15104"/>
                  </a:cubicBezTo>
                  <a:cubicBezTo>
                    <a:pt x="22161" y="15323"/>
                    <a:pt x="22490" y="15444"/>
                    <a:pt x="22819" y="15444"/>
                  </a:cubicBezTo>
                  <a:cubicBezTo>
                    <a:pt x="23585" y="15444"/>
                    <a:pt x="24194" y="14836"/>
                    <a:pt x="24194" y="14081"/>
                  </a:cubicBezTo>
                  <a:lnTo>
                    <a:pt x="26530" y="14081"/>
                  </a:lnTo>
                  <a:lnTo>
                    <a:pt x="26530" y="22722"/>
                  </a:lnTo>
                  <a:lnTo>
                    <a:pt x="31070" y="22722"/>
                  </a:lnTo>
                  <a:lnTo>
                    <a:pt x="31070" y="19083"/>
                  </a:lnTo>
                  <a:lnTo>
                    <a:pt x="30157" y="19083"/>
                  </a:lnTo>
                  <a:lnTo>
                    <a:pt x="30157" y="21809"/>
                  </a:lnTo>
                  <a:lnTo>
                    <a:pt x="27395" y="21809"/>
                  </a:lnTo>
                  <a:lnTo>
                    <a:pt x="27395" y="901"/>
                  </a:lnTo>
                  <a:lnTo>
                    <a:pt x="30121" y="901"/>
                  </a:lnTo>
                  <a:lnTo>
                    <a:pt x="30121" y="18170"/>
                  </a:lnTo>
                  <a:lnTo>
                    <a:pt x="31021" y="18170"/>
                  </a:lnTo>
                  <a:lnTo>
                    <a:pt x="31021" y="1"/>
                  </a:lnTo>
                  <a:lnTo>
                    <a:pt x="26482" y="1"/>
                  </a:lnTo>
                  <a:lnTo>
                    <a:pt x="26482" y="4090"/>
                  </a:lnTo>
                  <a:lnTo>
                    <a:pt x="24145" y="4090"/>
                  </a:lnTo>
                  <a:cubicBezTo>
                    <a:pt x="24145" y="3323"/>
                    <a:pt x="23537" y="2715"/>
                    <a:pt x="22782" y="2715"/>
                  </a:cubicBezTo>
                  <a:cubicBezTo>
                    <a:pt x="22441" y="2715"/>
                    <a:pt x="22113" y="2836"/>
                    <a:pt x="21869" y="3067"/>
                  </a:cubicBezTo>
                  <a:cubicBezTo>
                    <a:pt x="21614" y="2836"/>
                    <a:pt x="21285" y="2715"/>
                    <a:pt x="20957" y="2715"/>
                  </a:cubicBezTo>
                  <a:cubicBezTo>
                    <a:pt x="20616" y="2715"/>
                    <a:pt x="20287" y="2836"/>
                    <a:pt x="20044" y="3067"/>
                  </a:cubicBezTo>
                  <a:cubicBezTo>
                    <a:pt x="19788" y="2836"/>
                    <a:pt x="19460" y="2715"/>
                    <a:pt x="19131" y="2715"/>
                  </a:cubicBezTo>
                  <a:cubicBezTo>
                    <a:pt x="18364" y="2715"/>
                    <a:pt x="17756" y="3323"/>
                    <a:pt x="17756" y="4090"/>
                  </a:cubicBezTo>
                  <a:lnTo>
                    <a:pt x="11391" y="4090"/>
                  </a:lnTo>
                  <a:cubicBezTo>
                    <a:pt x="11391" y="3323"/>
                    <a:pt x="10783" y="2715"/>
                    <a:pt x="10028" y="2715"/>
                  </a:cubicBezTo>
                  <a:cubicBezTo>
                    <a:pt x="9687" y="2715"/>
                    <a:pt x="9359" y="2836"/>
                    <a:pt x="9115" y="3067"/>
                  </a:cubicBezTo>
                  <a:cubicBezTo>
                    <a:pt x="8860" y="2836"/>
                    <a:pt x="8543" y="2715"/>
                    <a:pt x="8203" y="2715"/>
                  </a:cubicBezTo>
                  <a:cubicBezTo>
                    <a:pt x="7448" y="2715"/>
                    <a:pt x="6827" y="3323"/>
                    <a:pt x="6827" y="4090"/>
                  </a:cubicBezTo>
                  <a:lnTo>
                    <a:pt x="5403" y="4090"/>
                  </a:lnTo>
                  <a:lnTo>
                    <a:pt x="5403" y="5003"/>
                  </a:lnTo>
                  <a:lnTo>
                    <a:pt x="6827" y="5003"/>
                  </a:lnTo>
                  <a:cubicBezTo>
                    <a:pt x="6827" y="5757"/>
                    <a:pt x="7448" y="6366"/>
                    <a:pt x="8203" y="6366"/>
                  </a:cubicBezTo>
                  <a:cubicBezTo>
                    <a:pt x="8543" y="6366"/>
                    <a:pt x="8860" y="6244"/>
                    <a:pt x="9115" y="6025"/>
                  </a:cubicBezTo>
                  <a:cubicBezTo>
                    <a:pt x="9359" y="6244"/>
                    <a:pt x="9687" y="6366"/>
                    <a:pt x="10028" y="6366"/>
                  </a:cubicBezTo>
                  <a:cubicBezTo>
                    <a:pt x="10783" y="6366"/>
                    <a:pt x="11391" y="5757"/>
                    <a:pt x="11391" y="5003"/>
                  </a:cubicBezTo>
                  <a:lnTo>
                    <a:pt x="17756" y="5003"/>
                  </a:lnTo>
                  <a:cubicBezTo>
                    <a:pt x="17756" y="5757"/>
                    <a:pt x="18364" y="6366"/>
                    <a:pt x="19131" y="6366"/>
                  </a:cubicBezTo>
                  <a:cubicBezTo>
                    <a:pt x="19460" y="6366"/>
                    <a:pt x="19788" y="6244"/>
                    <a:pt x="20044" y="6025"/>
                  </a:cubicBezTo>
                  <a:cubicBezTo>
                    <a:pt x="20287" y="6244"/>
                    <a:pt x="20616" y="6366"/>
                    <a:pt x="20957" y="6366"/>
                  </a:cubicBezTo>
                  <a:cubicBezTo>
                    <a:pt x="21285" y="6366"/>
                    <a:pt x="21614" y="6244"/>
                    <a:pt x="21869" y="6025"/>
                  </a:cubicBezTo>
                  <a:cubicBezTo>
                    <a:pt x="22113" y="6244"/>
                    <a:pt x="22441" y="6366"/>
                    <a:pt x="22782" y="6366"/>
                  </a:cubicBezTo>
                  <a:cubicBezTo>
                    <a:pt x="23537" y="6366"/>
                    <a:pt x="24145" y="5757"/>
                    <a:pt x="24145" y="5003"/>
                  </a:cubicBezTo>
                  <a:lnTo>
                    <a:pt x="26482" y="5003"/>
                  </a:lnTo>
                  <a:lnTo>
                    <a:pt x="26482" y="8629"/>
                  </a:lnTo>
                  <a:lnTo>
                    <a:pt x="24145" y="8629"/>
                  </a:lnTo>
                  <a:cubicBezTo>
                    <a:pt x="24145" y="7875"/>
                    <a:pt x="23537" y="7266"/>
                    <a:pt x="22782" y="7266"/>
                  </a:cubicBezTo>
                  <a:cubicBezTo>
                    <a:pt x="22441" y="7266"/>
                    <a:pt x="22113" y="7388"/>
                    <a:pt x="21869" y="7619"/>
                  </a:cubicBezTo>
                  <a:cubicBezTo>
                    <a:pt x="21614" y="7388"/>
                    <a:pt x="21285" y="7266"/>
                    <a:pt x="20957" y="7266"/>
                  </a:cubicBezTo>
                  <a:cubicBezTo>
                    <a:pt x="20616" y="7266"/>
                    <a:pt x="20287" y="7388"/>
                    <a:pt x="20044" y="7619"/>
                  </a:cubicBezTo>
                  <a:cubicBezTo>
                    <a:pt x="19788" y="7388"/>
                    <a:pt x="19460" y="7266"/>
                    <a:pt x="19131" y="7266"/>
                  </a:cubicBezTo>
                  <a:cubicBezTo>
                    <a:pt x="18790" y="7266"/>
                    <a:pt x="18462" y="7388"/>
                    <a:pt x="18218" y="7619"/>
                  </a:cubicBezTo>
                  <a:cubicBezTo>
                    <a:pt x="17963" y="7388"/>
                    <a:pt x="17634" y="7266"/>
                    <a:pt x="17306" y="7266"/>
                  </a:cubicBezTo>
                  <a:cubicBezTo>
                    <a:pt x="16539" y="7266"/>
                    <a:pt x="15930" y="7875"/>
                    <a:pt x="15930" y="8629"/>
                  </a:cubicBezTo>
                  <a:lnTo>
                    <a:pt x="9566" y="8629"/>
                  </a:lnTo>
                  <a:cubicBezTo>
                    <a:pt x="9566" y="7875"/>
                    <a:pt x="8957" y="7266"/>
                    <a:pt x="8203" y="7266"/>
                  </a:cubicBezTo>
                  <a:cubicBezTo>
                    <a:pt x="7448" y="7266"/>
                    <a:pt x="6827" y="7875"/>
                    <a:pt x="6827" y="8629"/>
                  </a:cubicBezTo>
                  <a:lnTo>
                    <a:pt x="4503" y="8629"/>
                  </a:lnTo>
                  <a:lnTo>
                    <a:pt x="45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77" name="Google Shape;6177;p119">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119">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Shape 6182"/>
        <p:cNvGrpSpPr/>
        <p:nvPr/>
      </p:nvGrpSpPr>
      <p:grpSpPr>
        <a:xfrm>
          <a:off x="0" y="0"/>
          <a:ext cx="0" cy="0"/>
          <a:chOff x="0" y="0"/>
          <a:chExt cx="0" cy="0"/>
        </a:xfrm>
      </p:grpSpPr>
      <p:sp>
        <p:nvSpPr>
          <p:cNvPr id="6183" name="Google Shape;6183;p120"/>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a:t>
            </a:r>
            <a:endParaRPr/>
          </a:p>
        </p:txBody>
      </p:sp>
      <p:sp>
        <p:nvSpPr>
          <p:cNvPr id="6184" name="Google Shape;6184;p120"/>
          <p:cNvSpPr/>
          <p:nvPr/>
        </p:nvSpPr>
        <p:spPr>
          <a:xfrm>
            <a:off x="959421" y="3336315"/>
            <a:ext cx="1084205" cy="184608"/>
          </a:xfrm>
          <a:custGeom>
            <a:avLst/>
            <a:gdLst/>
            <a:ahLst/>
            <a:cxnLst/>
            <a:rect l="l" t="t" r="r" b="b"/>
            <a:pathLst>
              <a:path w="54613" h="9299" extrusionOk="0">
                <a:moveTo>
                  <a:pt x="1454" y="0"/>
                </a:moveTo>
                <a:cubicBezTo>
                  <a:pt x="728" y="0"/>
                  <a:pt x="1" y="627"/>
                  <a:pt x="1" y="1454"/>
                </a:cubicBezTo>
                <a:lnTo>
                  <a:pt x="1" y="7845"/>
                </a:lnTo>
                <a:cubicBezTo>
                  <a:pt x="1" y="8672"/>
                  <a:pt x="728" y="9299"/>
                  <a:pt x="1454" y="9299"/>
                </a:cubicBezTo>
                <a:lnTo>
                  <a:pt x="53159" y="9299"/>
                </a:lnTo>
                <a:cubicBezTo>
                  <a:pt x="53986" y="9299"/>
                  <a:pt x="54613" y="8672"/>
                  <a:pt x="54613" y="7845"/>
                </a:cubicBezTo>
                <a:lnTo>
                  <a:pt x="54613" y="1454"/>
                </a:lnTo>
                <a:cubicBezTo>
                  <a:pt x="54613" y="627"/>
                  <a:pt x="53986" y="0"/>
                  <a:pt x="531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120"/>
          <p:cNvSpPr/>
          <p:nvPr/>
        </p:nvSpPr>
        <p:spPr>
          <a:xfrm>
            <a:off x="957436" y="3332324"/>
            <a:ext cx="1088175" cy="190584"/>
          </a:xfrm>
          <a:custGeom>
            <a:avLst/>
            <a:gdLst/>
            <a:ahLst/>
            <a:cxnLst/>
            <a:rect l="l" t="t" r="r" b="b"/>
            <a:pathLst>
              <a:path w="54813" h="9600" extrusionOk="0">
                <a:moveTo>
                  <a:pt x="53259" y="302"/>
                </a:moveTo>
                <a:cubicBezTo>
                  <a:pt x="53560" y="302"/>
                  <a:pt x="53885" y="527"/>
                  <a:pt x="54186" y="728"/>
                </a:cubicBezTo>
                <a:cubicBezTo>
                  <a:pt x="54387" y="928"/>
                  <a:pt x="54512" y="1254"/>
                  <a:pt x="54512" y="1655"/>
                </a:cubicBezTo>
                <a:lnTo>
                  <a:pt x="54512" y="8046"/>
                </a:lnTo>
                <a:cubicBezTo>
                  <a:pt x="54512" y="8347"/>
                  <a:pt x="54387" y="8673"/>
                  <a:pt x="54186" y="8973"/>
                </a:cubicBezTo>
                <a:cubicBezTo>
                  <a:pt x="53885" y="9174"/>
                  <a:pt x="53560" y="9299"/>
                  <a:pt x="53259" y="9299"/>
                </a:cubicBezTo>
                <a:lnTo>
                  <a:pt x="1554" y="9299"/>
                </a:lnTo>
                <a:cubicBezTo>
                  <a:pt x="1254" y="9299"/>
                  <a:pt x="928" y="9174"/>
                  <a:pt x="727" y="8973"/>
                </a:cubicBezTo>
                <a:cubicBezTo>
                  <a:pt x="401" y="8673"/>
                  <a:pt x="301" y="8347"/>
                  <a:pt x="301" y="8046"/>
                </a:cubicBezTo>
                <a:lnTo>
                  <a:pt x="301" y="1655"/>
                </a:lnTo>
                <a:cubicBezTo>
                  <a:pt x="301" y="1254"/>
                  <a:pt x="401" y="928"/>
                  <a:pt x="727" y="728"/>
                </a:cubicBezTo>
                <a:cubicBezTo>
                  <a:pt x="928" y="527"/>
                  <a:pt x="1254" y="302"/>
                  <a:pt x="1554" y="302"/>
                </a:cubicBezTo>
                <a:close/>
                <a:moveTo>
                  <a:pt x="1554" y="1"/>
                </a:moveTo>
                <a:cubicBezTo>
                  <a:pt x="727" y="1"/>
                  <a:pt x="0" y="728"/>
                  <a:pt x="0" y="1655"/>
                </a:cubicBezTo>
                <a:lnTo>
                  <a:pt x="0" y="8046"/>
                </a:lnTo>
                <a:cubicBezTo>
                  <a:pt x="0" y="8873"/>
                  <a:pt x="727" y="9600"/>
                  <a:pt x="1554" y="9600"/>
                </a:cubicBezTo>
                <a:lnTo>
                  <a:pt x="53259" y="9600"/>
                </a:lnTo>
                <a:cubicBezTo>
                  <a:pt x="54086" y="9600"/>
                  <a:pt x="54813" y="8873"/>
                  <a:pt x="54813" y="8046"/>
                </a:cubicBezTo>
                <a:lnTo>
                  <a:pt x="54813" y="1655"/>
                </a:lnTo>
                <a:cubicBezTo>
                  <a:pt x="54813" y="728"/>
                  <a:pt x="54086" y="1"/>
                  <a:pt x="53259" y="1"/>
                </a:cubicBezTo>
                <a:close/>
              </a:path>
            </a:pathLst>
          </a:custGeom>
          <a:solidFill>
            <a:srgbClr val="282579"/>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120"/>
          <p:cNvSpPr/>
          <p:nvPr/>
        </p:nvSpPr>
        <p:spPr>
          <a:xfrm>
            <a:off x="1193780" y="3361190"/>
            <a:ext cx="611517" cy="134858"/>
          </a:xfrm>
          <a:custGeom>
            <a:avLst/>
            <a:gdLst/>
            <a:ahLst/>
            <a:cxnLst/>
            <a:rect l="l" t="t" r="r" b="b"/>
            <a:pathLst>
              <a:path w="30803" h="6793" extrusionOk="0">
                <a:moveTo>
                  <a:pt x="201" y="1"/>
                </a:moveTo>
                <a:cubicBezTo>
                  <a:pt x="101" y="1"/>
                  <a:pt x="0" y="101"/>
                  <a:pt x="0" y="201"/>
                </a:cubicBezTo>
                <a:lnTo>
                  <a:pt x="0" y="6692"/>
                </a:lnTo>
                <a:cubicBezTo>
                  <a:pt x="0" y="6793"/>
                  <a:pt x="101" y="6793"/>
                  <a:pt x="201" y="6793"/>
                </a:cubicBezTo>
                <a:lnTo>
                  <a:pt x="30702" y="6793"/>
                </a:lnTo>
                <a:cubicBezTo>
                  <a:pt x="30802" y="6793"/>
                  <a:pt x="30802" y="6793"/>
                  <a:pt x="30802" y="6692"/>
                </a:cubicBezTo>
                <a:lnTo>
                  <a:pt x="30802" y="201"/>
                </a:lnTo>
                <a:cubicBezTo>
                  <a:pt x="30802" y="101"/>
                  <a:pt x="30802" y="1"/>
                  <a:pt x="307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120"/>
          <p:cNvSpPr/>
          <p:nvPr/>
        </p:nvSpPr>
        <p:spPr>
          <a:xfrm>
            <a:off x="1191279" y="3359205"/>
            <a:ext cx="617988" cy="140834"/>
          </a:xfrm>
          <a:custGeom>
            <a:avLst/>
            <a:gdLst/>
            <a:ahLst/>
            <a:cxnLst/>
            <a:rect l="l" t="t" r="r" b="b"/>
            <a:pathLst>
              <a:path w="31129" h="7094" extrusionOk="0">
                <a:moveTo>
                  <a:pt x="30828" y="301"/>
                </a:moveTo>
                <a:lnTo>
                  <a:pt x="30828" y="6792"/>
                </a:lnTo>
                <a:lnTo>
                  <a:pt x="327" y="6792"/>
                </a:lnTo>
                <a:lnTo>
                  <a:pt x="327" y="301"/>
                </a:lnTo>
                <a:close/>
                <a:moveTo>
                  <a:pt x="327" y="0"/>
                </a:moveTo>
                <a:cubicBezTo>
                  <a:pt x="126" y="0"/>
                  <a:pt x="1" y="101"/>
                  <a:pt x="1" y="301"/>
                </a:cubicBezTo>
                <a:lnTo>
                  <a:pt x="1" y="6792"/>
                </a:lnTo>
                <a:cubicBezTo>
                  <a:pt x="1" y="6993"/>
                  <a:pt x="126" y="7093"/>
                  <a:pt x="327" y="7093"/>
                </a:cubicBezTo>
                <a:lnTo>
                  <a:pt x="30828" y="7093"/>
                </a:lnTo>
                <a:cubicBezTo>
                  <a:pt x="31029" y="7093"/>
                  <a:pt x="31129" y="6993"/>
                  <a:pt x="31129" y="6792"/>
                </a:cubicBezTo>
                <a:lnTo>
                  <a:pt x="31129" y="301"/>
                </a:lnTo>
                <a:cubicBezTo>
                  <a:pt x="31129" y="101"/>
                  <a:pt x="31029" y="0"/>
                  <a:pt x="30828" y="0"/>
                </a:cubicBezTo>
                <a:close/>
              </a:path>
            </a:pathLst>
          </a:custGeom>
          <a:solidFill>
            <a:srgbClr val="282579"/>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120"/>
          <p:cNvSpPr/>
          <p:nvPr/>
        </p:nvSpPr>
        <p:spPr>
          <a:xfrm>
            <a:off x="1857032" y="3361190"/>
            <a:ext cx="28866" cy="134858"/>
          </a:xfrm>
          <a:custGeom>
            <a:avLst/>
            <a:gdLst/>
            <a:ahLst/>
            <a:cxnLst/>
            <a:rect l="l" t="t" r="r" b="b"/>
            <a:pathLst>
              <a:path w="1454" h="6793" extrusionOk="0">
                <a:moveTo>
                  <a:pt x="0" y="1"/>
                </a:moveTo>
                <a:lnTo>
                  <a:pt x="0" y="6793"/>
                </a:lnTo>
                <a:lnTo>
                  <a:pt x="1454" y="6793"/>
                </a:lnTo>
                <a:lnTo>
                  <a:pt x="14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120"/>
          <p:cNvSpPr/>
          <p:nvPr/>
        </p:nvSpPr>
        <p:spPr>
          <a:xfrm>
            <a:off x="1855027" y="3359205"/>
            <a:ext cx="32856" cy="140834"/>
          </a:xfrm>
          <a:custGeom>
            <a:avLst/>
            <a:gdLst/>
            <a:ahLst/>
            <a:cxnLst/>
            <a:rect l="l" t="t" r="r" b="b"/>
            <a:pathLst>
              <a:path w="1655" h="7094" extrusionOk="0">
                <a:moveTo>
                  <a:pt x="1354" y="301"/>
                </a:moveTo>
                <a:lnTo>
                  <a:pt x="1354" y="6792"/>
                </a:lnTo>
                <a:lnTo>
                  <a:pt x="302" y="6792"/>
                </a:lnTo>
                <a:lnTo>
                  <a:pt x="302" y="301"/>
                </a:lnTo>
                <a:close/>
                <a:moveTo>
                  <a:pt x="1" y="0"/>
                </a:moveTo>
                <a:lnTo>
                  <a:pt x="1" y="7093"/>
                </a:lnTo>
                <a:lnTo>
                  <a:pt x="1655" y="7093"/>
                </a:lnTo>
                <a:lnTo>
                  <a:pt x="1655" y="6893"/>
                </a:lnTo>
                <a:lnTo>
                  <a:pt x="1655" y="0"/>
                </a:lnTo>
                <a:close/>
              </a:path>
            </a:pathLst>
          </a:custGeom>
          <a:solidFill>
            <a:srgbClr val="2825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120"/>
          <p:cNvSpPr/>
          <p:nvPr/>
        </p:nvSpPr>
        <p:spPr>
          <a:xfrm>
            <a:off x="1915240" y="3380089"/>
            <a:ext cx="28866" cy="97059"/>
          </a:xfrm>
          <a:custGeom>
            <a:avLst/>
            <a:gdLst/>
            <a:ahLst/>
            <a:cxnLst/>
            <a:rect l="l" t="t" r="r" b="b"/>
            <a:pathLst>
              <a:path w="1454" h="4889" extrusionOk="0">
                <a:moveTo>
                  <a:pt x="0" y="1"/>
                </a:moveTo>
                <a:lnTo>
                  <a:pt x="0" y="4888"/>
                </a:lnTo>
                <a:lnTo>
                  <a:pt x="1454" y="4888"/>
                </a:lnTo>
                <a:lnTo>
                  <a:pt x="14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120"/>
          <p:cNvSpPr/>
          <p:nvPr/>
        </p:nvSpPr>
        <p:spPr>
          <a:xfrm>
            <a:off x="1912758" y="3377608"/>
            <a:ext cx="35337" cy="104007"/>
          </a:xfrm>
          <a:custGeom>
            <a:avLst/>
            <a:gdLst/>
            <a:ahLst/>
            <a:cxnLst/>
            <a:rect l="l" t="t" r="r" b="b"/>
            <a:pathLst>
              <a:path w="1780" h="5239" extrusionOk="0">
                <a:moveTo>
                  <a:pt x="1479" y="326"/>
                </a:moveTo>
                <a:lnTo>
                  <a:pt x="1479" y="4913"/>
                </a:lnTo>
                <a:lnTo>
                  <a:pt x="326" y="4913"/>
                </a:lnTo>
                <a:lnTo>
                  <a:pt x="326" y="326"/>
                </a:lnTo>
                <a:close/>
                <a:moveTo>
                  <a:pt x="0" y="1"/>
                </a:moveTo>
                <a:lnTo>
                  <a:pt x="0" y="5239"/>
                </a:lnTo>
                <a:lnTo>
                  <a:pt x="1780" y="5239"/>
                </a:lnTo>
                <a:lnTo>
                  <a:pt x="1780" y="5013"/>
                </a:lnTo>
                <a:lnTo>
                  <a:pt x="1780" y="1"/>
                </a:lnTo>
                <a:close/>
              </a:path>
            </a:pathLst>
          </a:custGeom>
          <a:solidFill>
            <a:srgbClr val="2825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120"/>
          <p:cNvSpPr/>
          <p:nvPr/>
        </p:nvSpPr>
        <p:spPr>
          <a:xfrm>
            <a:off x="1007186" y="3400498"/>
            <a:ext cx="57751" cy="58227"/>
          </a:xfrm>
          <a:custGeom>
            <a:avLst/>
            <a:gdLst/>
            <a:ahLst/>
            <a:cxnLst/>
            <a:rect l="l" t="t" r="r" b="b"/>
            <a:pathLst>
              <a:path w="2909" h="2933" extrusionOk="0">
                <a:moveTo>
                  <a:pt x="1" y="0"/>
                </a:moveTo>
                <a:lnTo>
                  <a:pt x="1" y="2933"/>
                </a:lnTo>
                <a:lnTo>
                  <a:pt x="2908" y="2933"/>
                </a:lnTo>
                <a:lnTo>
                  <a:pt x="29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120"/>
          <p:cNvSpPr/>
          <p:nvPr/>
        </p:nvSpPr>
        <p:spPr>
          <a:xfrm>
            <a:off x="1004705" y="3398513"/>
            <a:ext cx="62218" cy="62218"/>
          </a:xfrm>
          <a:custGeom>
            <a:avLst/>
            <a:gdLst/>
            <a:ahLst/>
            <a:cxnLst/>
            <a:rect l="l" t="t" r="r" b="b"/>
            <a:pathLst>
              <a:path w="3134" h="3134" extrusionOk="0">
                <a:moveTo>
                  <a:pt x="2833" y="326"/>
                </a:moveTo>
                <a:lnTo>
                  <a:pt x="2833" y="2832"/>
                </a:lnTo>
                <a:lnTo>
                  <a:pt x="326" y="2832"/>
                </a:lnTo>
                <a:lnTo>
                  <a:pt x="326" y="326"/>
                </a:lnTo>
                <a:close/>
                <a:moveTo>
                  <a:pt x="0" y="0"/>
                </a:moveTo>
                <a:lnTo>
                  <a:pt x="0" y="100"/>
                </a:lnTo>
                <a:lnTo>
                  <a:pt x="0" y="3033"/>
                </a:lnTo>
                <a:lnTo>
                  <a:pt x="0" y="3133"/>
                </a:lnTo>
                <a:lnTo>
                  <a:pt x="3133" y="3133"/>
                </a:lnTo>
                <a:lnTo>
                  <a:pt x="3133" y="3033"/>
                </a:lnTo>
                <a:lnTo>
                  <a:pt x="3133" y="100"/>
                </a:lnTo>
                <a:lnTo>
                  <a:pt x="3133" y="0"/>
                </a:lnTo>
                <a:close/>
              </a:path>
            </a:pathLst>
          </a:custGeom>
          <a:solidFill>
            <a:srgbClr val="282579"/>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120"/>
          <p:cNvSpPr/>
          <p:nvPr/>
        </p:nvSpPr>
        <p:spPr>
          <a:xfrm>
            <a:off x="959421" y="3533351"/>
            <a:ext cx="1113070" cy="227887"/>
          </a:xfrm>
          <a:custGeom>
            <a:avLst/>
            <a:gdLst/>
            <a:ahLst/>
            <a:cxnLst/>
            <a:rect l="l" t="t" r="r" b="b"/>
            <a:pathLst>
              <a:path w="56067" h="11479" extrusionOk="0">
                <a:moveTo>
                  <a:pt x="1" y="0"/>
                </a:moveTo>
                <a:cubicBezTo>
                  <a:pt x="1" y="0"/>
                  <a:pt x="2808" y="6065"/>
                  <a:pt x="1" y="11479"/>
                </a:cubicBezTo>
                <a:lnTo>
                  <a:pt x="53259" y="11479"/>
                </a:lnTo>
                <a:cubicBezTo>
                  <a:pt x="54813" y="11479"/>
                  <a:pt x="56066" y="9825"/>
                  <a:pt x="56066" y="7720"/>
                </a:cubicBezTo>
                <a:lnTo>
                  <a:pt x="56066" y="3760"/>
                </a:lnTo>
                <a:cubicBezTo>
                  <a:pt x="56066" y="1679"/>
                  <a:pt x="54813" y="0"/>
                  <a:pt x="532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120"/>
          <p:cNvSpPr/>
          <p:nvPr/>
        </p:nvSpPr>
        <p:spPr>
          <a:xfrm>
            <a:off x="952949" y="3529360"/>
            <a:ext cx="1124009" cy="236364"/>
          </a:xfrm>
          <a:custGeom>
            <a:avLst/>
            <a:gdLst/>
            <a:ahLst/>
            <a:cxnLst/>
            <a:rect l="l" t="t" r="r" b="b"/>
            <a:pathLst>
              <a:path w="56618" h="11906" extrusionOk="0">
                <a:moveTo>
                  <a:pt x="53585" y="402"/>
                </a:moveTo>
                <a:cubicBezTo>
                  <a:pt x="54312" y="402"/>
                  <a:pt x="54939" y="828"/>
                  <a:pt x="55465" y="1454"/>
                </a:cubicBezTo>
                <a:cubicBezTo>
                  <a:pt x="55866" y="2081"/>
                  <a:pt x="56192" y="2908"/>
                  <a:pt x="56192" y="3961"/>
                </a:cubicBezTo>
                <a:lnTo>
                  <a:pt x="56192" y="7921"/>
                </a:lnTo>
                <a:cubicBezTo>
                  <a:pt x="56192" y="8973"/>
                  <a:pt x="55866" y="9800"/>
                  <a:pt x="55465" y="10427"/>
                </a:cubicBezTo>
                <a:cubicBezTo>
                  <a:pt x="54939" y="11053"/>
                  <a:pt x="54312" y="11480"/>
                  <a:pt x="53585" y="11480"/>
                </a:cubicBezTo>
                <a:lnTo>
                  <a:pt x="674" y="11480"/>
                </a:lnTo>
                <a:cubicBezTo>
                  <a:pt x="1511" y="9700"/>
                  <a:pt x="1780" y="7927"/>
                  <a:pt x="1780" y="6266"/>
                </a:cubicBezTo>
                <a:cubicBezTo>
                  <a:pt x="1780" y="3490"/>
                  <a:pt x="973" y="1198"/>
                  <a:pt x="654" y="402"/>
                </a:cubicBezTo>
                <a:close/>
                <a:moveTo>
                  <a:pt x="1" y="1"/>
                </a:moveTo>
                <a:lnTo>
                  <a:pt x="226" y="302"/>
                </a:lnTo>
                <a:cubicBezTo>
                  <a:pt x="327" y="627"/>
                  <a:pt x="1354" y="3134"/>
                  <a:pt x="1354" y="6266"/>
                </a:cubicBezTo>
                <a:cubicBezTo>
                  <a:pt x="1354" y="7921"/>
                  <a:pt x="1054" y="9800"/>
                  <a:pt x="226" y="11580"/>
                </a:cubicBezTo>
                <a:lnTo>
                  <a:pt x="1" y="11906"/>
                </a:lnTo>
                <a:lnTo>
                  <a:pt x="53585" y="11906"/>
                </a:lnTo>
                <a:cubicBezTo>
                  <a:pt x="54512" y="11906"/>
                  <a:pt x="55239" y="11379"/>
                  <a:pt x="55766" y="10652"/>
                </a:cubicBezTo>
                <a:cubicBezTo>
                  <a:pt x="56292" y="10026"/>
                  <a:pt x="56618" y="8973"/>
                  <a:pt x="56618" y="7921"/>
                </a:cubicBezTo>
                <a:lnTo>
                  <a:pt x="56618" y="3961"/>
                </a:lnTo>
                <a:cubicBezTo>
                  <a:pt x="56618" y="2808"/>
                  <a:pt x="56292" y="1880"/>
                  <a:pt x="55766" y="1129"/>
                </a:cubicBezTo>
                <a:cubicBezTo>
                  <a:pt x="55239" y="502"/>
                  <a:pt x="54512" y="1"/>
                  <a:pt x="53585" y="1"/>
                </a:cubicBezTo>
                <a:close/>
              </a:path>
            </a:pathLst>
          </a:custGeom>
          <a:solidFill>
            <a:srgbClr val="282579"/>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120"/>
          <p:cNvSpPr/>
          <p:nvPr/>
        </p:nvSpPr>
        <p:spPr>
          <a:xfrm>
            <a:off x="984296" y="3595549"/>
            <a:ext cx="1084205" cy="5976"/>
          </a:xfrm>
          <a:custGeom>
            <a:avLst/>
            <a:gdLst/>
            <a:ahLst/>
            <a:cxnLst/>
            <a:rect l="l" t="t" r="r" b="b"/>
            <a:pathLst>
              <a:path w="54613" h="301" extrusionOk="0">
                <a:moveTo>
                  <a:pt x="1" y="0"/>
                </a:moveTo>
                <a:lnTo>
                  <a:pt x="1" y="301"/>
                </a:lnTo>
                <a:lnTo>
                  <a:pt x="54613" y="301"/>
                </a:lnTo>
                <a:lnTo>
                  <a:pt x="546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120"/>
          <p:cNvSpPr/>
          <p:nvPr/>
        </p:nvSpPr>
        <p:spPr>
          <a:xfrm>
            <a:off x="979830" y="3709482"/>
            <a:ext cx="1084701" cy="6492"/>
          </a:xfrm>
          <a:custGeom>
            <a:avLst/>
            <a:gdLst/>
            <a:ahLst/>
            <a:cxnLst/>
            <a:rect l="l" t="t" r="r" b="b"/>
            <a:pathLst>
              <a:path w="54638" h="327" extrusionOk="0">
                <a:moveTo>
                  <a:pt x="0" y="0"/>
                </a:moveTo>
                <a:lnTo>
                  <a:pt x="0" y="326"/>
                </a:lnTo>
                <a:lnTo>
                  <a:pt x="54637" y="326"/>
                </a:lnTo>
                <a:lnTo>
                  <a:pt x="5463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120"/>
          <p:cNvSpPr/>
          <p:nvPr/>
        </p:nvSpPr>
        <p:spPr>
          <a:xfrm>
            <a:off x="988287" y="3632852"/>
            <a:ext cx="1080214" cy="5995"/>
          </a:xfrm>
          <a:custGeom>
            <a:avLst/>
            <a:gdLst/>
            <a:ahLst/>
            <a:cxnLst/>
            <a:rect l="l" t="t" r="r" b="b"/>
            <a:pathLst>
              <a:path w="54412" h="302" extrusionOk="0">
                <a:moveTo>
                  <a:pt x="0" y="1"/>
                </a:moveTo>
                <a:lnTo>
                  <a:pt x="0" y="302"/>
                </a:lnTo>
                <a:lnTo>
                  <a:pt x="54412" y="302"/>
                </a:lnTo>
                <a:lnTo>
                  <a:pt x="5441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120"/>
          <p:cNvSpPr/>
          <p:nvPr/>
        </p:nvSpPr>
        <p:spPr>
          <a:xfrm>
            <a:off x="977844" y="3576629"/>
            <a:ext cx="1088671" cy="6492"/>
          </a:xfrm>
          <a:custGeom>
            <a:avLst/>
            <a:gdLst/>
            <a:ahLst/>
            <a:cxnLst/>
            <a:rect l="l" t="t" r="r" b="b"/>
            <a:pathLst>
              <a:path w="54838" h="327" extrusionOk="0">
                <a:moveTo>
                  <a:pt x="0" y="1"/>
                </a:moveTo>
                <a:lnTo>
                  <a:pt x="0" y="327"/>
                </a:lnTo>
                <a:lnTo>
                  <a:pt x="54837" y="327"/>
                </a:lnTo>
                <a:lnTo>
                  <a:pt x="5483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120"/>
          <p:cNvSpPr/>
          <p:nvPr/>
        </p:nvSpPr>
        <p:spPr>
          <a:xfrm>
            <a:off x="988287" y="3668189"/>
            <a:ext cx="1080214" cy="5995"/>
          </a:xfrm>
          <a:custGeom>
            <a:avLst/>
            <a:gdLst/>
            <a:ahLst/>
            <a:cxnLst/>
            <a:rect l="l" t="t" r="r" b="b"/>
            <a:pathLst>
              <a:path w="54412" h="302" extrusionOk="0">
                <a:moveTo>
                  <a:pt x="0" y="0"/>
                </a:moveTo>
                <a:lnTo>
                  <a:pt x="0" y="301"/>
                </a:lnTo>
                <a:lnTo>
                  <a:pt x="54412" y="301"/>
                </a:lnTo>
                <a:lnTo>
                  <a:pt x="5441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120"/>
          <p:cNvSpPr/>
          <p:nvPr/>
        </p:nvSpPr>
        <p:spPr>
          <a:xfrm>
            <a:off x="948979" y="3522889"/>
            <a:ext cx="1135940" cy="248811"/>
          </a:xfrm>
          <a:custGeom>
            <a:avLst/>
            <a:gdLst/>
            <a:ahLst/>
            <a:cxnLst/>
            <a:rect l="l" t="t" r="r" b="b"/>
            <a:pathLst>
              <a:path w="57219" h="12533" extrusionOk="0">
                <a:moveTo>
                  <a:pt x="527" y="1"/>
                </a:moveTo>
                <a:cubicBezTo>
                  <a:pt x="201" y="1"/>
                  <a:pt x="0" y="201"/>
                  <a:pt x="0" y="527"/>
                </a:cubicBezTo>
                <a:cubicBezTo>
                  <a:pt x="0" y="828"/>
                  <a:pt x="201" y="1154"/>
                  <a:pt x="527" y="1154"/>
                </a:cubicBezTo>
                <a:lnTo>
                  <a:pt x="53785" y="1154"/>
                </a:lnTo>
                <a:cubicBezTo>
                  <a:pt x="55038" y="1154"/>
                  <a:pt x="56066" y="2507"/>
                  <a:pt x="56066" y="4287"/>
                </a:cubicBezTo>
                <a:lnTo>
                  <a:pt x="56066" y="8247"/>
                </a:lnTo>
                <a:cubicBezTo>
                  <a:pt x="56066" y="9926"/>
                  <a:pt x="55038" y="11379"/>
                  <a:pt x="53785" y="11379"/>
                </a:cubicBezTo>
                <a:lnTo>
                  <a:pt x="527" y="11379"/>
                </a:lnTo>
                <a:cubicBezTo>
                  <a:pt x="201" y="11379"/>
                  <a:pt x="0" y="11705"/>
                  <a:pt x="0" y="12006"/>
                </a:cubicBezTo>
                <a:cubicBezTo>
                  <a:pt x="0" y="12332"/>
                  <a:pt x="201" y="12532"/>
                  <a:pt x="527" y="12532"/>
                </a:cubicBezTo>
                <a:lnTo>
                  <a:pt x="53785" y="12532"/>
                </a:lnTo>
                <a:cubicBezTo>
                  <a:pt x="55665" y="12532"/>
                  <a:pt x="57219" y="10653"/>
                  <a:pt x="57219" y="8247"/>
                </a:cubicBezTo>
                <a:lnTo>
                  <a:pt x="57219" y="4287"/>
                </a:lnTo>
                <a:cubicBezTo>
                  <a:pt x="57219" y="1881"/>
                  <a:pt x="55665" y="1"/>
                  <a:pt x="53785" y="1"/>
                </a:cubicBezTo>
                <a:close/>
              </a:path>
            </a:pathLst>
          </a:custGeom>
          <a:solidFill>
            <a:srgbClr val="416C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120"/>
          <p:cNvSpPr/>
          <p:nvPr/>
        </p:nvSpPr>
        <p:spPr>
          <a:xfrm>
            <a:off x="944988" y="3518918"/>
            <a:ext cx="1141936" cy="256752"/>
          </a:xfrm>
          <a:custGeom>
            <a:avLst/>
            <a:gdLst/>
            <a:ahLst/>
            <a:cxnLst/>
            <a:rect l="l" t="t" r="r" b="b"/>
            <a:pathLst>
              <a:path w="57521" h="12933" extrusionOk="0">
                <a:moveTo>
                  <a:pt x="53986" y="301"/>
                </a:moveTo>
                <a:cubicBezTo>
                  <a:pt x="54913" y="301"/>
                  <a:pt x="55766" y="727"/>
                  <a:pt x="56267" y="1554"/>
                </a:cubicBezTo>
                <a:cubicBezTo>
                  <a:pt x="56893" y="2281"/>
                  <a:pt x="57219" y="3334"/>
                  <a:pt x="57219" y="4487"/>
                </a:cubicBezTo>
                <a:lnTo>
                  <a:pt x="57219" y="8447"/>
                </a:lnTo>
                <a:cubicBezTo>
                  <a:pt x="57219" y="9599"/>
                  <a:pt x="56893" y="10652"/>
                  <a:pt x="56267" y="11379"/>
                </a:cubicBezTo>
                <a:cubicBezTo>
                  <a:pt x="55766" y="12106"/>
                  <a:pt x="54913" y="12632"/>
                  <a:pt x="53986" y="12632"/>
                </a:cubicBezTo>
                <a:lnTo>
                  <a:pt x="728" y="12632"/>
                </a:lnTo>
                <a:cubicBezTo>
                  <a:pt x="502" y="12632"/>
                  <a:pt x="302" y="12432"/>
                  <a:pt x="302" y="12206"/>
                </a:cubicBezTo>
                <a:cubicBezTo>
                  <a:pt x="302" y="11905"/>
                  <a:pt x="502" y="11805"/>
                  <a:pt x="728" y="11805"/>
                </a:cubicBezTo>
                <a:lnTo>
                  <a:pt x="53986" y="11805"/>
                </a:lnTo>
                <a:cubicBezTo>
                  <a:pt x="54713" y="11805"/>
                  <a:pt x="55340" y="11379"/>
                  <a:pt x="55766" y="10752"/>
                </a:cubicBezTo>
                <a:cubicBezTo>
                  <a:pt x="56167" y="10126"/>
                  <a:pt x="56392" y="9399"/>
                  <a:pt x="56392" y="8447"/>
                </a:cubicBezTo>
                <a:lnTo>
                  <a:pt x="56392" y="4487"/>
                </a:lnTo>
                <a:cubicBezTo>
                  <a:pt x="56392" y="3534"/>
                  <a:pt x="56167" y="2707"/>
                  <a:pt x="55766" y="2181"/>
                </a:cubicBezTo>
                <a:cubicBezTo>
                  <a:pt x="55340" y="1554"/>
                  <a:pt x="54713" y="1153"/>
                  <a:pt x="53986" y="1153"/>
                </a:cubicBezTo>
                <a:lnTo>
                  <a:pt x="728" y="1153"/>
                </a:lnTo>
                <a:cubicBezTo>
                  <a:pt x="502" y="1153"/>
                  <a:pt x="302" y="928"/>
                  <a:pt x="302" y="727"/>
                </a:cubicBezTo>
                <a:cubicBezTo>
                  <a:pt x="302" y="527"/>
                  <a:pt x="502" y="301"/>
                  <a:pt x="728" y="301"/>
                </a:cubicBezTo>
                <a:close/>
                <a:moveTo>
                  <a:pt x="728" y="0"/>
                </a:moveTo>
                <a:cubicBezTo>
                  <a:pt x="302" y="0"/>
                  <a:pt x="1" y="301"/>
                  <a:pt x="1" y="727"/>
                </a:cubicBezTo>
                <a:cubicBezTo>
                  <a:pt x="1" y="1153"/>
                  <a:pt x="302" y="1454"/>
                  <a:pt x="728" y="1454"/>
                </a:cubicBezTo>
                <a:lnTo>
                  <a:pt x="53986" y="1454"/>
                </a:lnTo>
                <a:cubicBezTo>
                  <a:pt x="54613" y="1454"/>
                  <a:pt x="55139" y="1780"/>
                  <a:pt x="55440" y="2281"/>
                </a:cubicBezTo>
                <a:cubicBezTo>
                  <a:pt x="55866" y="2908"/>
                  <a:pt x="56066" y="3660"/>
                  <a:pt x="56066" y="4487"/>
                </a:cubicBezTo>
                <a:lnTo>
                  <a:pt x="56066" y="8447"/>
                </a:lnTo>
                <a:cubicBezTo>
                  <a:pt x="56066" y="9299"/>
                  <a:pt x="55866" y="10026"/>
                  <a:pt x="55440" y="10552"/>
                </a:cubicBezTo>
                <a:cubicBezTo>
                  <a:pt x="55139" y="11178"/>
                  <a:pt x="54613" y="11479"/>
                  <a:pt x="53986" y="11479"/>
                </a:cubicBezTo>
                <a:lnTo>
                  <a:pt x="728" y="11479"/>
                </a:lnTo>
                <a:cubicBezTo>
                  <a:pt x="302" y="11479"/>
                  <a:pt x="1" y="11805"/>
                  <a:pt x="1" y="12206"/>
                </a:cubicBezTo>
                <a:cubicBezTo>
                  <a:pt x="1" y="12632"/>
                  <a:pt x="302" y="12933"/>
                  <a:pt x="728" y="12933"/>
                </a:cubicBezTo>
                <a:lnTo>
                  <a:pt x="53986" y="12933"/>
                </a:lnTo>
                <a:cubicBezTo>
                  <a:pt x="55014" y="12933"/>
                  <a:pt x="55966" y="12432"/>
                  <a:pt x="56593" y="11579"/>
                </a:cubicBezTo>
                <a:cubicBezTo>
                  <a:pt x="57219" y="10752"/>
                  <a:pt x="57520" y="9700"/>
                  <a:pt x="57520" y="8447"/>
                </a:cubicBezTo>
                <a:lnTo>
                  <a:pt x="57520" y="4487"/>
                </a:lnTo>
                <a:cubicBezTo>
                  <a:pt x="57520" y="3234"/>
                  <a:pt x="57219" y="2081"/>
                  <a:pt x="56593" y="1354"/>
                </a:cubicBezTo>
                <a:cubicBezTo>
                  <a:pt x="55966" y="527"/>
                  <a:pt x="55014" y="0"/>
                  <a:pt x="53986" y="0"/>
                </a:cubicBezTo>
                <a:close/>
              </a:path>
            </a:pathLst>
          </a:custGeom>
          <a:solidFill>
            <a:schemeClr val="accent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120"/>
          <p:cNvSpPr/>
          <p:nvPr/>
        </p:nvSpPr>
        <p:spPr>
          <a:xfrm>
            <a:off x="917632" y="3158178"/>
            <a:ext cx="1053354" cy="167714"/>
          </a:xfrm>
          <a:custGeom>
            <a:avLst/>
            <a:gdLst/>
            <a:ahLst/>
            <a:cxnLst/>
            <a:rect l="l" t="t" r="r" b="b"/>
            <a:pathLst>
              <a:path w="53059" h="8448" extrusionOk="0">
                <a:moveTo>
                  <a:pt x="2106" y="1"/>
                </a:moveTo>
                <a:cubicBezTo>
                  <a:pt x="953" y="1"/>
                  <a:pt x="0" y="1154"/>
                  <a:pt x="0" y="2708"/>
                </a:cubicBezTo>
                <a:lnTo>
                  <a:pt x="0" y="5740"/>
                </a:lnTo>
                <a:cubicBezTo>
                  <a:pt x="0" y="7194"/>
                  <a:pt x="953" y="8447"/>
                  <a:pt x="2106" y="8447"/>
                </a:cubicBezTo>
                <a:lnTo>
                  <a:pt x="53058" y="8447"/>
                </a:lnTo>
                <a:cubicBezTo>
                  <a:pt x="53058" y="8447"/>
                  <a:pt x="50978" y="3961"/>
                  <a:pt x="530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120"/>
          <p:cNvSpPr/>
          <p:nvPr/>
        </p:nvSpPr>
        <p:spPr>
          <a:xfrm>
            <a:off x="913641" y="3153711"/>
            <a:ext cx="1061315" cy="176648"/>
          </a:xfrm>
          <a:custGeom>
            <a:avLst/>
            <a:gdLst/>
            <a:ahLst/>
            <a:cxnLst/>
            <a:rect l="l" t="t" r="r" b="b"/>
            <a:pathLst>
              <a:path w="53460" h="8898" extrusionOk="0">
                <a:moveTo>
                  <a:pt x="52906" y="426"/>
                </a:moveTo>
                <a:cubicBezTo>
                  <a:pt x="52300" y="1692"/>
                  <a:pt x="52107" y="3025"/>
                  <a:pt x="52107" y="4186"/>
                </a:cubicBezTo>
                <a:cubicBezTo>
                  <a:pt x="52107" y="6125"/>
                  <a:pt x="52676" y="7808"/>
                  <a:pt x="52935" y="8472"/>
                </a:cubicBezTo>
                <a:lnTo>
                  <a:pt x="2307" y="8472"/>
                </a:lnTo>
                <a:cubicBezTo>
                  <a:pt x="1780" y="8472"/>
                  <a:pt x="1254" y="8146"/>
                  <a:pt x="953" y="7745"/>
                </a:cubicBezTo>
                <a:cubicBezTo>
                  <a:pt x="628" y="7319"/>
                  <a:pt x="427" y="6692"/>
                  <a:pt x="427" y="5965"/>
                </a:cubicBezTo>
                <a:lnTo>
                  <a:pt x="427" y="2933"/>
                </a:lnTo>
                <a:cubicBezTo>
                  <a:pt x="427" y="2206"/>
                  <a:pt x="628" y="1579"/>
                  <a:pt x="953" y="1153"/>
                </a:cubicBezTo>
                <a:cubicBezTo>
                  <a:pt x="1254" y="627"/>
                  <a:pt x="1780" y="426"/>
                  <a:pt x="2307" y="426"/>
                </a:cubicBezTo>
                <a:close/>
                <a:moveTo>
                  <a:pt x="2307" y="0"/>
                </a:moveTo>
                <a:cubicBezTo>
                  <a:pt x="1580" y="0"/>
                  <a:pt x="1054" y="326"/>
                  <a:pt x="628" y="852"/>
                </a:cubicBezTo>
                <a:cubicBezTo>
                  <a:pt x="201" y="1379"/>
                  <a:pt x="1" y="2106"/>
                  <a:pt x="1" y="2933"/>
                </a:cubicBezTo>
                <a:lnTo>
                  <a:pt x="1" y="5965"/>
                </a:lnTo>
                <a:cubicBezTo>
                  <a:pt x="1" y="6692"/>
                  <a:pt x="201" y="7419"/>
                  <a:pt x="628" y="8045"/>
                </a:cubicBezTo>
                <a:cubicBezTo>
                  <a:pt x="1054" y="8572"/>
                  <a:pt x="1580" y="8898"/>
                  <a:pt x="2307" y="8898"/>
                </a:cubicBezTo>
                <a:lnTo>
                  <a:pt x="53259" y="8898"/>
                </a:lnTo>
                <a:cubicBezTo>
                  <a:pt x="53259" y="8898"/>
                  <a:pt x="53360" y="8898"/>
                  <a:pt x="53360" y="8772"/>
                </a:cubicBezTo>
                <a:cubicBezTo>
                  <a:pt x="53460" y="8772"/>
                  <a:pt x="53460" y="8672"/>
                  <a:pt x="53360" y="8572"/>
                </a:cubicBezTo>
                <a:cubicBezTo>
                  <a:pt x="53259" y="8371"/>
                  <a:pt x="52533" y="6492"/>
                  <a:pt x="52533" y="4186"/>
                </a:cubicBezTo>
                <a:cubicBezTo>
                  <a:pt x="52533" y="2933"/>
                  <a:pt x="52733" y="1579"/>
                  <a:pt x="53360" y="226"/>
                </a:cubicBezTo>
                <a:cubicBezTo>
                  <a:pt x="53460" y="226"/>
                  <a:pt x="53460" y="126"/>
                  <a:pt x="53360" y="126"/>
                </a:cubicBezTo>
                <a:cubicBezTo>
                  <a:pt x="53360" y="0"/>
                  <a:pt x="53259" y="0"/>
                  <a:pt x="53259" y="0"/>
                </a:cubicBezTo>
                <a:close/>
              </a:path>
            </a:pathLst>
          </a:custGeom>
          <a:solidFill>
            <a:srgbClr val="2825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120"/>
          <p:cNvSpPr/>
          <p:nvPr/>
        </p:nvSpPr>
        <p:spPr>
          <a:xfrm>
            <a:off x="920113" y="3276102"/>
            <a:ext cx="1032469" cy="6492"/>
          </a:xfrm>
          <a:custGeom>
            <a:avLst/>
            <a:gdLst/>
            <a:ahLst/>
            <a:cxnLst/>
            <a:rect l="l" t="t" r="r" b="b"/>
            <a:pathLst>
              <a:path w="52007" h="327" extrusionOk="0">
                <a:moveTo>
                  <a:pt x="1" y="1"/>
                </a:moveTo>
                <a:lnTo>
                  <a:pt x="1" y="327"/>
                </a:lnTo>
                <a:lnTo>
                  <a:pt x="52006" y="327"/>
                </a:lnTo>
                <a:lnTo>
                  <a:pt x="5200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120"/>
          <p:cNvSpPr/>
          <p:nvPr/>
        </p:nvSpPr>
        <p:spPr>
          <a:xfrm>
            <a:off x="920113" y="3199491"/>
            <a:ext cx="1036439" cy="3990"/>
          </a:xfrm>
          <a:custGeom>
            <a:avLst/>
            <a:gdLst/>
            <a:ahLst/>
            <a:cxnLst/>
            <a:rect l="l" t="t" r="r" b="b"/>
            <a:pathLst>
              <a:path w="52207" h="201" extrusionOk="0">
                <a:moveTo>
                  <a:pt x="1" y="0"/>
                </a:moveTo>
                <a:lnTo>
                  <a:pt x="1" y="201"/>
                </a:lnTo>
                <a:lnTo>
                  <a:pt x="52207" y="201"/>
                </a:lnTo>
                <a:lnTo>
                  <a:pt x="522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120"/>
          <p:cNvSpPr/>
          <p:nvPr/>
        </p:nvSpPr>
        <p:spPr>
          <a:xfrm>
            <a:off x="920113" y="3251227"/>
            <a:ext cx="1027982" cy="6492"/>
          </a:xfrm>
          <a:custGeom>
            <a:avLst/>
            <a:gdLst/>
            <a:ahLst/>
            <a:cxnLst/>
            <a:rect l="l" t="t" r="r" b="b"/>
            <a:pathLst>
              <a:path w="51781" h="327" extrusionOk="0">
                <a:moveTo>
                  <a:pt x="1" y="1"/>
                </a:moveTo>
                <a:lnTo>
                  <a:pt x="1" y="326"/>
                </a:lnTo>
                <a:lnTo>
                  <a:pt x="51781" y="326"/>
                </a:lnTo>
                <a:lnTo>
                  <a:pt x="5178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120"/>
          <p:cNvSpPr/>
          <p:nvPr/>
        </p:nvSpPr>
        <p:spPr>
          <a:xfrm>
            <a:off x="920113" y="3288550"/>
            <a:ext cx="1036439" cy="6492"/>
          </a:xfrm>
          <a:custGeom>
            <a:avLst/>
            <a:gdLst/>
            <a:ahLst/>
            <a:cxnLst/>
            <a:rect l="l" t="t" r="r" b="b"/>
            <a:pathLst>
              <a:path w="52207" h="327" extrusionOk="0">
                <a:moveTo>
                  <a:pt x="1" y="0"/>
                </a:moveTo>
                <a:lnTo>
                  <a:pt x="1" y="326"/>
                </a:lnTo>
                <a:lnTo>
                  <a:pt x="52207" y="326"/>
                </a:lnTo>
                <a:lnTo>
                  <a:pt x="522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120"/>
          <p:cNvSpPr/>
          <p:nvPr/>
        </p:nvSpPr>
        <p:spPr>
          <a:xfrm>
            <a:off x="920113" y="3226352"/>
            <a:ext cx="1027982" cy="6492"/>
          </a:xfrm>
          <a:custGeom>
            <a:avLst/>
            <a:gdLst/>
            <a:ahLst/>
            <a:cxnLst/>
            <a:rect l="l" t="t" r="r" b="b"/>
            <a:pathLst>
              <a:path w="51781" h="327" extrusionOk="0">
                <a:moveTo>
                  <a:pt x="1" y="1"/>
                </a:moveTo>
                <a:lnTo>
                  <a:pt x="1" y="326"/>
                </a:lnTo>
                <a:lnTo>
                  <a:pt x="51781" y="326"/>
                </a:lnTo>
                <a:lnTo>
                  <a:pt x="5178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120"/>
          <p:cNvSpPr/>
          <p:nvPr/>
        </p:nvSpPr>
        <p:spPr>
          <a:xfrm>
            <a:off x="907686" y="3147736"/>
            <a:ext cx="1071757" cy="188599"/>
          </a:xfrm>
          <a:custGeom>
            <a:avLst/>
            <a:gdLst/>
            <a:ahLst/>
            <a:cxnLst/>
            <a:rect l="l" t="t" r="r" b="b"/>
            <a:pathLst>
              <a:path w="53986" h="9500" extrusionOk="0">
                <a:moveTo>
                  <a:pt x="2607" y="1"/>
                </a:moveTo>
                <a:cubicBezTo>
                  <a:pt x="1128" y="1"/>
                  <a:pt x="0" y="1454"/>
                  <a:pt x="0" y="3234"/>
                </a:cubicBezTo>
                <a:lnTo>
                  <a:pt x="0" y="6266"/>
                </a:lnTo>
                <a:cubicBezTo>
                  <a:pt x="0" y="8046"/>
                  <a:pt x="1128" y="9499"/>
                  <a:pt x="2607" y="9499"/>
                </a:cubicBezTo>
                <a:lnTo>
                  <a:pt x="53559" y="9499"/>
                </a:lnTo>
                <a:cubicBezTo>
                  <a:pt x="53760" y="9499"/>
                  <a:pt x="53985" y="9299"/>
                  <a:pt x="53985" y="8973"/>
                </a:cubicBezTo>
                <a:cubicBezTo>
                  <a:pt x="53985" y="8672"/>
                  <a:pt x="53760" y="8447"/>
                  <a:pt x="53559" y="8447"/>
                </a:cubicBezTo>
                <a:lnTo>
                  <a:pt x="2607" y="8447"/>
                </a:lnTo>
                <a:cubicBezTo>
                  <a:pt x="1654" y="8447"/>
                  <a:pt x="928" y="7419"/>
                  <a:pt x="928" y="6266"/>
                </a:cubicBezTo>
                <a:lnTo>
                  <a:pt x="928" y="3234"/>
                </a:lnTo>
                <a:cubicBezTo>
                  <a:pt x="928" y="1981"/>
                  <a:pt x="1654" y="928"/>
                  <a:pt x="2607" y="928"/>
                </a:cubicBezTo>
                <a:lnTo>
                  <a:pt x="53559" y="928"/>
                </a:lnTo>
                <a:cubicBezTo>
                  <a:pt x="53760" y="928"/>
                  <a:pt x="53985" y="727"/>
                  <a:pt x="53985" y="527"/>
                </a:cubicBezTo>
                <a:cubicBezTo>
                  <a:pt x="53985" y="201"/>
                  <a:pt x="53760" y="1"/>
                  <a:pt x="5355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120"/>
          <p:cNvSpPr/>
          <p:nvPr/>
        </p:nvSpPr>
        <p:spPr>
          <a:xfrm>
            <a:off x="903199" y="3143765"/>
            <a:ext cx="1080214" cy="194555"/>
          </a:xfrm>
          <a:custGeom>
            <a:avLst/>
            <a:gdLst/>
            <a:ahLst/>
            <a:cxnLst/>
            <a:rect l="l" t="t" r="r" b="b"/>
            <a:pathLst>
              <a:path w="54412" h="9800" extrusionOk="0">
                <a:moveTo>
                  <a:pt x="53785" y="301"/>
                </a:moveTo>
                <a:cubicBezTo>
                  <a:pt x="53886" y="301"/>
                  <a:pt x="54111" y="501"/>
                  <a:pt x="54111" y="727"/>
                </a:cubicBezTo>
                <a:cubicBezTo>
                  <a:pt x="54111" y="827"/>
                  <a:pt x="53886" y="1028"/>
                  <a:pt x="53785" y="1028"/>
                </a:cubicBezTo>
                <a:lnTo>
                  <a:pt x="2833" y="1028"/>
                </a:lnTo>
                <a:cubicBezTo>
                  <a:pt x="2306" y="1028"/>
                  <a:pt x="1880" y="1353"/>
                  <a:pt x="1580" y="1754"/>
                </a:cubicBezTo>
                <a:cubicBezTo>
                  <a:pt x="1254" y="2181"/>
                  <a:pt x="1053" y="2807"/>
                  <a:pt x="1053" y="3434"/>
                </a:cubicBezTo>
                <a:lnTo>
                  <a:pt x="1053" y="6466"/>
                </a:lnTo>
                <a:cubicBezTo>
                  <a:pt x="1053" y="7093"/>
                  <a:pt x="1254" y="7719"/>
                  <a:pt x="1580" y="8145"/>
                </a:cubicBezTo>
                <a:cubicBezTo>
                  <a:pt x="1880" y="8546"/>
                  <a:pt x="2306" y="8872"/>
                  <a:pt x="2833" y="8872"/>
                </a:cubicBezTo>
                <a:lnTo>
                  <a:pt x="53785" y="8872"/>
                </a:lnTo>
                <a:cubicBezTo>
                  <a:pt x="53886" y="8872"/>
                  <a:pt x="54111" y="8973"/>
                  <a:pt x="54111" y="9173"/>
                </a:cubicBezTo>
                <a:cubicBezTo>
                  <a:pt x="54111" y="9399"/>
                  <a:pt x="53886" y="9499"/>
                  <a:pt x="53785" y="9499"/>
                </a:cubicBezTo>
                <a:lnTo>
                  <a:pt x="2833" y="9499"/>
                </a:lnTo>
                <a:cubicBezTo>
                  <a:pt x="2106" y="9499"/>
                  <a:pt x="1580" y="9173"/>
                  <a:pt x="1053" y="8647"/>
                </a:cubicBezTo>
                <a:cubicBezTo>
                  <a:pt x="627" y="8020"/>
                  <a:pt x="326" y="7293"/>
                  <a:pt x="326" y="6466"/>
                </a:cubicBezTo>
                <a:lnTo>
                  <a:pt x="326" y="3434"/>
                </a:lnTo>
                <a:cubicBezTo>
                  <a:pt x="326" y="2607"/>
                  <a:pt x="627" y="1754"/>
                  <a:pt x="1053" y="1253"/>
                </a:cubicBezTo>
                <a:cubicBezTo>
                  <a:pt x="1580" y="727"/>
                  <a:pt x="2106" y="301"/>
                  <a:pt x="2833" y="301"/>
                </a:cubicBezTo>
                <a:close/>
                <a:moveTo>
                  <a:pt x="2833" y="0"/>
                </a:moveTo>
                <a:cubicBezTo>
                  <a:pt x="1981" y="0"/>
                  <a:pt x="1354" y="401"/>
                  <a:pt x="853" y="1028"/>
                </a:cubicBezTo>
                <a:cubicBezTo>
                  <a:pt x="326" y="1654"/>
                  <a:pt x="1" y="2506"/>
                  <a:pt x="1" y="3434"/>
                </a:cubicBezTo>
                <a:lnTo>
                  <a:pt x="1" y="6466"/>
                </a:lnTo>
                <a:cubicBezTo>
                  <a:pt x="1" y="7394"/>
                  <a:pt x="326" y="8246"/>
                  <a:pt x="853" y="8872"/>
                </a:cubicBezTo>
                <a:cubicBezTo>
                  <a:pt x="1354" y="9499"/>
                  <a:pt x="1981" y="9800"/>
                  <a:pt x="2833" y="9800"/>
                </a:cubicBezTo>
                <a:lnTo>
                  <a:pt x="53785" y="9800"/>
                </a:lnTo>
                <a:cubicBezTo>
                  <a:pt x="54111" y="9800"/>
                  <a:pt x="54412" y="9499"/>
                  <a:pt x="54412" y="9173"/>
                </a:cubicBezTo>
                <a:cubicBezTo>
                  <a:pt x="54412" y="8872"/>
                  <a:pt x="54111" y="8546"/>
                  <a:pt x="53785" y="8546"/>
                </a:cubicBezTo>
                <a:lnTo>
                  <a:pt x="2833" y="8546"/>
                </a:lnTo>
                <a:cubicBezTo>
                  <a:pt x="2407" y="8546"/>
                  <a:pt x="2106" y="8346"/>
                  <a:pt x="1780" y="7920"/>
                </a:cubicBezTo>
                <a:cubicBezTo>
                  <a:pt x="1479" y="7519"/>
                  <a:pt x="1354" y="6993"/>
                  <a:pt x="1354" y="6466"/>
                </a:cubicBezTo>
                <a:lnTo>
                  <a:pt x="1354" y="3434"/>
                </a:lnTo>
                <a:cubicBezTo>
                  <a:pt x="1354" y="2807"/>
                  <a:pt x="1479" y="2281"/>
                  <a:pt x="1780" y="1980"/>
                </a:cubicBezTo>
                <a:cubicBezTo>
                  <a:pt x="2106" y="1554"/>
                  <a:pt x="2407" y="1353"/>
                  <a:pt x="2833" y="1353"/>
                </a:cubicBezTo>
                <a:lnTo>
                  <a:pt x="53785" y="1353"/>
                </a:lnTo>
                <a:cubicBezTo>
                  <a:pt x="54111" y="1353"/>
                  <a:pt x="54412" y="1028"/>
                  <a:pt x="54412" y="727"/>
                </a:cubicBezTo>
                <a:cubicBezTo>
                  <a:pt x="54412" y="301"/>
                  <a:pt x="54111" y="0"/>
                  <a:pt x="5378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120"/>
          <p:cNvSpPr/>
          <p:nvPr/>
        </p:nvSpPr>
        <p:spPr>
          <a:xfrm>
            <a:off x="907686" y="3771680"/>
            <a:ext cx="1144397" cy="186594"/>
          </a:xfrm>
          <a:custGeom>
            <a:avLst/>
            <a:gdLst/>
            <a:ahLst/>
            <a:cxnLst/>
            <a:rect l="l" t="t" r="r" b="b"/>
            <a:pathLst>
              <a:path w="57645" h="9399" extrusionOk="0">
                <a:moveTo>
                  <a:pt x="1454" y="0"/>
                </a:moveTo>
                <a:cubicBezTo>
                  <a:pt x="627" y="0"/>
                  <a:pt x="0" y="727"/>
                  <a:pt x="0" y="1579"/>
                </a:cubicBezTo>
                <a:lnTo>
                  <a:pt x="0" y="7845"/>
                </a:lnTo>
                <a:cubicBezTo>
                  <a:pt x="0" y="8672"/>
                  <a:pt x="627" y="9399"/>
                  <a:pt x="1454" y="9399"/>
                </a:cubicBezTo>
                <a:lnTo>
                  <a:pt x="56066" y="9399"/>
                </a:lnTo>
                <a:cubicBezTo>
                  <a:pt x="56893" y="9399"/>
                  <a:pt x="57645" y="8672"/>
                  <a:pt x="57645" y="7845"/>
                </a:cubicBezTo>
                <a:lnTo>
                  <a:pt x="57645" y="1579"/>
                </a:lnTo>
                <a:cubicBezTo>
                  <a:pt x="57645" y="727"/>
                  <a:pt x="56893" y="0"/>
                  <a:pt x="5606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120"/>
          <p:cNvSpPr/>
          <p:nvPr/>
        </p:nvSpPr>
        <p:spPr>
          <a:xfrm>
            <a:off x="903199" y="3769695"/>
            <a:ext cx="1150869" cy="190584"/>
          </a:xfrm>
          <a:custGeom>
            <a:avLst/>
            <a:gdLst/>
            <a:ahLst/>
            <a:cxnLst/>
            <a:rect l="l" t="t" r="r" b="b"/>
            <a:pathLst>
              <a:path w="57971" h="9600" extrusionOk="0">
                <a:moveTo>
                  <a:pt x="56292" y="301"/>
                </a:moveTo>
                <a:cubicBezTo>
                  <a:pt x="56718" y="301"/>
                  <a:pt x="57018" y="426"/>
                  <a:pt x="57244" y="727"/>
                </a:cubicBezTo>
                <a:cubicBezTo>
                  <a:pt x="57545" y="927"/>
                  <a:pt x="57645" y="1253"/>
                  <a:pt x="57645" y="1679"/>
                </a:cubicBezTo>
                <a:lnTo>
                  <a:pt x="57645" y="7945"/>
                </a:lnTo>
                <a:cubicBezTo>
                  <a:pt x="57645" y="8346"/>
                  <a:pt x="57545" y="8672"/>
                  <a:pt x="57244" y="8872"/>
                </a:cubicBezTo>
                <a:cubicBezTo>
                  <a:pt x="57018" y="9198"/>
                  <a:pt x="56718" y="9298"/>
                  <a:pt x="56292" y="9298"/>
                </a:cubicBezTo>
                <a:lnTo>
                  <a:pt x="1680" y="9298"/>
                </a:lnTo>
                <a:cubicBezTo>
                  <a:pt x="1354" y="9298"/>
                  <a:pt x="953" y="9198"/>
                  <a:pt x="727" y="8872"/>
                </a:cubicBezTo>
                <a:cubicBezTo>
                  <a:pt x="527" y="8672"/>
                  <a:pt x="326" y="8346"/>
                  <a:pt x="326" y="7945"/>
                </a:cubicBezTo>
                <a:lnTo>
                  <a:pt x="326" y="1679"/>
                </a:lnTo>
                <a:cubicBezTo>
                  <a:pt x="326" y="1253"/>
                  <a:pt x="527" y="927"/>
                  <a:pt x="727" y="727"/>
                </a:cubicBezTo>
                <a:cubicBezTo>
                  <a:pt x="953" y="426"/>
                  <a:pt x="1354" y="301"/>
                  <a:pt x="1680" y="301"/>
                </a:cubicBezTo>
                <a:close/>
                <a:moveTo>
                  <a:pt x="1680" y="0"/>
                </a:moveTo>
                <a:cubicBezTo>
                  <a:pt x="727" y="0"/>
                  <a:pt x="1" y="727"/>
                  <a:pt x="1" y="1679"/>
                </a:cubicBezTo>
                <a:lnTo>
                  <a:pt x="1" y="7945"/>
                </a:lnTo>
                <a:cubicBezTo>
                  <a:pt x="1" y="8872"/>
                  <a:pt x="727" y="9599"/>
                  <a:pt x="1680" y="9599"/>
                </a:cubicBezTo>
                <a:lnTo>
                  <a:pt x="56292" y="9599"/>
                </a:lnTo>
                <a:cubicBezTo>
                  <a:pt x="57244" y="9599"/>
                  <a:pt x="57971" y="8872"/>
                  <a:pt x="57971" y="7945"/>
                </a:cubicBezTo>
                <a:lnTo>
                  <a:pt x="57971" y="1679"/>
                </a:lnTo>
                <a:cubicBezTo>
                  <a:pt x="57971" y="727"/>
                  <a:pt x="57244" y="0"/>
                  <a:pt x="56292" y="0"/>
                </a:cubicBezTo>
                <a:close/>
              </a:path>
            </a:pathLst>
          </a:custGeom>
          <a:solidFill>
            <a:srgbClr val="282579"/>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120"/>
          <p:cNvSpPr/>
          <p:nvPr/>
        </p:nvSpPr>
        <p:spPr>
          <a:xfrm>
            <a:off x="1369911" y="3771680"/>
            <a:ext cx="217444" cy="186594"/>
          </a:xfrm>
          <a:custGeom>
            <a:avLst/>
            <a:gdLst/>
            <a:ahLst/>
            <a:cxnLst/>
            <a:rect l="l" t="t" r="r" b="b"/>
            <a:pathLst>
              <a:path w="10953" h="9399" extrusionOk="0">
                <a:moveTo>
                  <a:pt x="1" y="0"/>
                </a:moveTo>
                <a:lnTo>
                  <a:pt x="1" y="9399"/>
                </a:lnTo>
                <a:lnTo>
                  <a:pt x="10953" y="9399"/>
                </a:lnTo>
                <a:lnTo>
                  <a:pt x="10953" y="0"/>
                </a:lnTo>
                <a:close/>
              </a:path>
            </a:pathLst>
          </a:custGeom>
          <a:solidFill>
            <a:schemeClr val="accent2"/>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120"/>
          <p:cNvSpPr/>
          <p:nvPr/>
        </p:nvSpPr>
        <p:spPr>
          <a:xfrm>
            <a:off x="1367926" y="3769695"/>
            <a:ext cx="223916" cy="190584"/>
          </a:xfrm>
          <a:custGeom>
            <a:avLst/>
            <a:gdLst/>
            <a:ahLst/>
            <a:cxnLst/>
            <a:rect l="l" t="t" r="r" b="b"/>
            <a:pathLst>
              <a:path w="11279" h="9600" extrusionOk="0">
                <a:moveTo>
                  <a:pt x="10953" y="301"/>
                </a:moveTo>
                <a:lnTo>
                  <a:pt x="10953" y="9298"/>
                </a:lnTo>
                <a:lnTo>
                  <a:pt x="301" y="9298"/>
                </a:lnTo>
                <a:lnTo>
                  <a:pt x="301" y="301"/>
                </a:lnTo>
                <a:close/>
                <a:moveTo>
                  <a:pt x="0" y="0"/>
                </a:moveTo>
                <a:lnTo>
                  <a:pt x="0" y="9599"/>
                </a:lnTo>
                <a:lnTo>
                  <a:pt x="11279" y="9599"/>
                </a:lnTo>
                <a:lnTo>
                  <a:pt x="11279" y="9499"/>
                </a:lnTo>
                <a:lnTo>
                  <a:pt x="1127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120"/>
          <p:cNvSpPr/>
          <p:nvPr/>
        </p:nvSpPr>
        <p:spPr>
          <a:xfrm>
            <a:off x="1015147" y="3771680"/>
            <a:ext cx="35357" cy="186594"/>
          </a:xfrm>
          <a:custGeom>
            <a:avLst/>
            <a:gdLst/>
            <a:ahLst/>
            <a:cxnLst/>
            <a:rect l="l" t="t" r="r" b="b"/>
            <a:pathLst>
              <a:path w="1781" h="9399" extrusionOk="0">
                <a:moveTo>
                  <a:pt x="1" y="0"/>
                </a:moveTo>
                <a:lnTo>
                  <a:pt x="1" y="9399"/>
                </a:lnTo>
                <a:lnTo>
                  <a:pt x="1780" y="9399"/>
                </a:lnTo>
                <a:lnTo>
                  <a:pt x="178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120"/>
          <p:cNvSpPr/>
          <p:nvPr/>
        </p:nvSpPr>
        <p:spPr>
          <a:xfrm>
            <a:off x="1011177" y="3769695"/>
            <a:ext cx="43298" cy="190584"/>
          </a:xfrm>
          <a:custGeom>
            <a:avLst/>
            <a:gdLst/>
            <a:ahLst/>
            <a:cxnLst/>
            <a:rect l="l" t="t" r="r" b="b"/>
            <a:pathLst>
              <a:path w="2181" h="9600" extrusionOk="0">
                <a:moveTo>
                  <a:pt x="1880" y="301"/>
                </a:moveTo>
                <a:lnTo>
                  <a:pt x="1880" y="9298"/>
                </a:lnTo>
                <a:lnTo>
                  <a:pt x="301" y="9298"/>
                </a:lnTo>
                <a:lnTo>
                  <a:pt x="301" y="301"/>
                </a:lnTo>
                <a:close/>
                <a:moveTo>
                  <a:pt x="0" y="0"/>
                </a:moveTo>
                <a:lnTo>
                  <a:pt x="0" y="9599"/>
                </a:lnTo>
                <a:lnTo>
                  <a:pt x="2181" y="9599"/>
                </a:lnTo>
                <a:lnTo>
                  <a:pt x="2181" y="9499"/>
                </a:lnTo>
                <a:lnTo>
                  <a:pt x="218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120"/>
          <p:cNvSpPr/>
          <p:nvPr/>
        </p:nvSpPr>
        <p:spPr>
          <a:xfrm>
            <a:off x="1075360" y="3771680"/>
            <a:ext cx="37343" cy="186594"/>
          </a:xfrm>
          <a:custGeom>
            <a:avLst/>
            <a:gdLst/>
            <a:ahLst/>
            <a:cxnLst/>
            <a:rect l="l" t="t" r="r" b="b"/>
            <a:pathLst>
              <a:path w="1881" h="9399" extrusionOk="0">
                <a:moveTo>
                  <a:pt x="0" y="0"/>
                </a:moveTo>
                <a:lnTo>
                  <a:pt x="0" y="9399"/>
                </a:lnTo>
                <a:lnTo>
                  <a:pt x="1880" y="9399"/>
                </a:lnTo>
                <a:lnTo>
                  <a:pt x="188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120"/>
          <p:cNvSpPr/>
          <p:nvPr/>
        </p:nvSpPr>
        <p:spPr>
          <a:xfrm>
            <a:off x="1073375" y="3769695"/>
            <a:ext cx="41313" cy="190584"/>
          </a:xfrm>
          <a:custGeom>
            <a:avLst/>
            <a:gdLst/>
            <a:ahLst/>
            <a:cxnLst/>
            <a:rect l="l" t="t" r="r" b="b"/>
            <a:pathLst>
              <a:path w="2081" h="9600" extrusionOk="0">
                <a:moveTo>
                  <a:pt x="1780" y="301"/>
                </a:moveTo>
                <a:lnTo>
                  <a:pt x="1780" y="9298"/>
                </a:lnTo>
                <a:lnTo>
                  <a:pt x="301" y="9298"/>
                </a:lnTo>
                <a:lnTo>
                  <a:pt x="301" y="301"/>
                </a:lnTo>
                <a:close/>
                <a:moveTo>
                  <a:pt x="0" y="0"/>
                </a:moveTo>
                <a:lnTo>
                  <a:pt x="0" y="9599"/>
                </a:lnTo>
                <a:lnTo>
                  <a:pt x="2080" y="9599"/>
                </a:lnTo>
                <a:lnTo>
                  <a:pt x="2080" y="9499"/>
                </a:lnTo>
                <a:lnTo>
                  <a:pt x="208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120"/>
          <p:cNvSpPr/>
          <p:nvPr/>
        </p:nvSpPr>
        <p:spPr>
          <a:xfrm>
            <a:off x="1906782" y="3771680"/>
            <a:ext cx="35337" cy="186594"/>
          </a:xfrm>
          <a:custGeom>
            <a:avLst/>
            <a:gdLst/>
            <a:ahLst/>
            <a:cxnLst/>
            <a:rect l="l" t="t" r="r" b="b"/>
            <a:pathLst>
              <a:path w="1780" h="9399" extrusionOk="0">
                <a:moveTo>
                  <a:pt x="0" y="0"/>
                </a:moveTo>
                <a:lnTo>
                  <a:pt x="0" y="9399"/>
                </a:lnTo>
                <a:lnTo>
                  <a:pt x="1780" y="9399"/>
                </a:lnTo>
                <a:lnTo>
                  <a:pt x="178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120"/>
          <p:cNvSpPr/>
          <p:nvPr/>
        </p:nvSpPr>
        <p:spPr>
          <a:xfrm>
            <a:off x="1902792" y="3769695"/>
            <a:ext cx="43318" cy="190584"/>
          </a:xfrm>
          <a:custGeom>
            <a:avLst/>
            <a:gdLst/>
            <a:ahLst/>
            <a:cxnLst/>
            <a:rect l="l" t="t" r="r" b="b"/>
            <a:pathLst>
              <a:path w="2182" h="9600" extrusionOk="0">
                <a:moveTo>
                  <a:pt x="1880" y="301"/>
                </a:moveTo>
                <a:lnTo>
                  <a:pt x="1880" y="9298"/>
                </a:lnTo>
                <a:lnTo>
                  <a:pt x="302" y="9298"/>
                </a:lnTo>
                <a:lnTo>
                  <a:pt x="302" y="301"/>
                </a:lnTo>
                <a:close/>
                <a:moveTo>
                  <a:pt x="1" y="0"/>
                </a:moveTo>
                <a:lnTo>
                  <a:pt x="1" y="9599"/>
                </a:lnTo>
                <a:lnTo>
                  <a:pt x="2181" y="9599"/>
                </a:lnTo>
                <a:lnTo>
                  <a:pt x="2181" y="9499"/>
                </a:lnTo>
                <a:lnTo>
                  <a:pt x="2181" y="0"/>
                </a:lnTo>
                <a:close/>
              </a:path>
            </a:pathLst>
          </a:custGeom>
          <a:solidFill>
            <a:srgbClr val="282579"/>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120"/>
          <p:cNvSpPr/>
          <p:nvPr/>
        </p:nvSpPr>
        <p:spPr>
          <a:xfrm>
            <a:off x="1340549" y="1980468"/>
            <a:ext cx="155763" cy="95550"/>
          </a:xfrm>
          <a:custGeom>
            <a:avLst/>
            <a:gdLst/>
            <a:ahLst/>
            <a:cxnLst/>
            <a:rect l="l" t="t" r="r" b="b"/>
            <a:pathLst>
              <a:path w="7846" h="4813" extrusionOk="0">
                <a:moveTo>
                  <a:pt x="6066" y="0"/>
                </a:moveTo>
                <a:cubicBezTo>
                  <a:pt x="5013" y="0"/>
                  <a:pt x="3986" y="201"/>
                  <a:pt x="3033" y="727"/>
                </a:cubicBezTo>
                <a:cubicBezTo>
                  <a:pt x="1480" y="1679"/>
                  <a:pt x="427" y="3033"/>
                  <a:pt x="1" y="4587"/>
                </a:cubicBezTo>
                <a:lnTo>
                  <a:pt x="853" y="4812"/>
                </a:lnTo>
                <a:cubicBezTo>
                  <a:pt x="1154" y="3459"/>
                  <a:pt x="2106" y="2206"/>
                  <a:pt x="3459" y="1454"/>
                </a:cubicBezTo>
                <a:cubicBezTo>
                  <a:pt x="4287" y="1053"/>
                  <a:pt x="5239" y="827"/>
                  <a:pt x="6066" y="827"/>
                </a:cubicBezTo>
                <a:cubicBezTo>
                  <a:pt x="6592" y="827"/>
                  <a:pt x="7119" y="953"/>
                  <a:pt x="7645" y="1053"/>
                </a:cubicBezTo>
                <a:lnTo>
                  <a:pt x="7845" y="201"/>
                </a:lnTo>
                <a:cubicBezTo>
                  <a:pt x="7319" y="101"/>
                  <a:pt x="6693" y="0"/>
                  <a:pt x="6066" y="0"/>
                </a:cubicBezTo>
                <a:close/>
              </a:path>
            </a:pathLst>
          </a:custGeom>
          <a:solidFill>
            <a:srgbClr val="416C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120"/>
          <p:cNvSpPr/>
          <p:nvPr/>
        </p:nvSpPr>
        <p:spPr>
          <a:xfrm>
            <a:off x="1278352" y="1916285"/>
            <a:ext cx="236364" cy="140814"/>
          </a:xfrm>
          <a:custGeom>
            <a:avLst/>
            <a:gdLst/>
            <a:ahLst/>
            <a:cxnLst/>
            <a:rect l="l" t="t" r="r" b="b"/>
            <a:pathLst>
              <a:path w="11906" h="7093" extrusionOk="0">
                <a:moveTo>
                  <a:pt x="9199" y="0"/>
                </a:moveTo>
                <a:cubicBezTo>
                  <a:pt x="7645" y="0"/>
                  <a:pt x="6066" y="426"/>
                  <a:pt x="4613" y="1153"/>
                </a:cubicBezTo>
                <a:cubicBezTo>
                  <a:pt x="2307" y="2506"/>
                  <a:pt x="753" y="4587"/>
                  <a:pt x="1" y="6892"/>
                </a:cubicBezTo>
                <a:lnTo>
                  <a:pt x="853" y="7093"/>
                </a:lnTo>
                <a:cubicBezTo>
                  <a:pt x="1480" y="5013"/>
                  <a:pt x="2933" y="3133"/>
                  <a:pt x="5014" y="1880"/>
                </a:cubicBezTo>
                <a:cubicBezTo>
                  <a:pt x="6392" y="1153"/>
                  <a:pt x="7745" y="827"/>
                  <a:pt x="9199" y="827"/>
                </a:cubicBezTo>
                <a:cubicBezTo>
                  <a:pt x="10026" y="827"/>
                  <a:pt x="10878" y="927"/>
                  <a:pt x="11705" y="1153"/>
                </a:cubicBezTo>
                <a:lnTo>
                  <a:pt x="11906" y="426"/>
                </a:lnTo>
                <a:cubicBezTo>
                  <a:pt x="10978" y="100"/>
                  <a:pt x="10151" y="0"/>
                  <a:pt x="919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120"/>
          <p:cNvSpPr/>
          <p:nvPr/>
        </p:nvSpPr>
        <p:spPr>
          <a:xfrm>
            <a:off x="1218655" y="1852102"/>
            <a:ext cx="310989" cy="184608"/>
          </a:xfrm>
          <a:custGeom>
            <a:avLst/>
            <a:gdLst/>
            <a:ahLst/>
            <a:cxnLst/>
            <a:rect l="l" t="t" r="r" b="b"/>
            <a:pathLst>
              <a:path w="15665" h="9299" extrusionOk="0">
                <a:moveTo>
                  <a:pt x="12106" y="0"/>
                </a:moveTo>
                <a:cubicBezTo>
                  <a:pt x="10026" y="0"/>
                  <a:pt x="7920" y="526"/>
                  <a:pt x="6041" y="1554"/>
                </a:cubicBezTo>
                <a:cubicBezTo>
                  <a:pt x="3008" y="3233"/>
                  <a:pt x="928" y="5940"/>
                  <a:pt x="0" y="9073"/>
                </a:cubicBezTo>
                <a:lnTo>
                  <a:pt x="828" y="9298"/>
                </a:lnTo>
                <a:cubicBezTo>
                  <a:pt x="1655" y="6366"/>
                  <a:pt x="3534" y="3860"/>
                  <a:pt x="6467" y="2281"/>
                </a:cubicBezTo>
                <a:cubicBezTo>
                  <a:pt x="8246" y="1253"/>
                  <a:pt x="10226" y="827"/>
                  <a:pt x="12106" y="827"/>
                </a:cubicBezTo>
                <a:cubicBezTo>
                  <a:pt x="13259" y="827"/>
                  <a:pt x="14286" y="927"/>
                  <a:pt x="15439" y="1253"/>
                </a:cubicBezTo>
                <a:lnTo>
                  <a:pt x="15665" y="526"/>
                </a:lnTo>
                <a:cubicBezTo>
                  <a:pt x="14512" y="100"/>
                  <a:pt x="13259" y="0"/>
                  <a:pt x="121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120"/>
          <p:cNvSpPr/>
          <p:nvPr/>
        </p:nvSpPr>
        <p:spPr>
          <a:xfrm>
            <a:off x="1402747" y="2044652"/>
            <a:ext cx="77147" cy="49770"/>
          </a:xfrm>
          <a:custGeom>
            <a:avLst/>
            <a:gdLst/>
            <a:ahLst/>
            <a:cxnLst/>
            <a:rect l="l" t="t" r="r" b="b"/>
            <a:pathLst>
              <a:path w="3886" h="2507" extrusionOk="0">
                <a:moveTo>
                  <a:pt x="2933" y="0"/>
                </a:moveTo>
                <a:cubicBezTo>
                  <a:pt x="2407" y="0"/>
                  <a:pt x="1880" y="101"/>
                  <a:pt x="1479" y="326"/>
                </a:cubicBezTo>
                <a:cubicBezTo>
                  <a:pt x="753" y="727"/>
                  <a:pt x="226" y="1479"/>
                  <a:pt x="1" y="2206"/>
                </a:cubicBezTo>
                <a:lnTo>
                  <a:pt x="753" y="2507"/>
                </a:lnTo>
                <a:cubicBezTo>
                  <a:pt x="953" y="1880"/>
                  <a:pt x="1254" y="1354"/>
                  <a:pt x="1880" y="1053"/>
                </a:cubicBezTo>
                <a:cubicBezTo>
                  <a:pt x="2206" y="953"/>
                  <a:pt x="2632" y="853"/>
                  <a:pt x="2933" y="853"/>
                </a:cubicBezTo>
                <a:cubicBezTo>
                  <a:pt x="3134" y="853"/>
                  <a:pt x="3359" y="853"/>
                  <a:pt x="3560" y="953"/>
                </a:cubicBezTo>
                <a:lnTo>
                  <a:pt x="3885" y="101"/>
                </a:lnTo>
                <a:cubicBezTo>
                  <a:pt x="3560" y="0"/>
                  <a:pt x="3259" y="0"/>
                  <a:pt x="2933" y="0"/>
                </a:cubicBezTo>
                <a:close/>
              </a:path>
            </a:pathLst>
          </a:custGeom>
          <a:solidFill>
            <a:srgbClr val="416C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120"/>
          <p:cNvSpPr/>
          <p:nvPr/>
        </p:nvSpPr>
        <p:spPr>
          <a:xfrm>
            <a:off x="1340549" y="1980468"/>
            <a:ext cx="155763" cy="95550"/>
          </a:xfrm>
          <a:custGeom>
            <a:avLst/>
            <a:gdLst/>
            <a:ahLst/>
            <a:cxnLst/>
            <a:rect l="l" t="t" r="r" b="b"/>
            <a:pathLst>
              <a:path w="7846" h="4813" extrusionOk="0">
                <a:moveTo>
                  <a:pt x="6066" y="0"/>
                </a:moveTo>
                <a:cubicBezTo>
                  <a:pt x="5013" y="0"/>
                  <a:pt x="3986" y="201"/>
                  <a:pt x="3033" y="727"/>
                </a:cubicBezTo>
                <a:cubicBezTo>
                  <a:pt x="1480" y="1679"/>
                  <a:pt x="427" y="3033"/>
                  <a:pt x="1" y="4587"/>
                </a:cubicBezTo>
                <a:lnTo>
                  <a:pt x="853" y="4812"/>
                </a:lnTo>
                <a:cubicBezTo>
                  <a:pt x="1154" y="3459"/>
                  <a:pt x="2106" y="2206"/>
                  <a:pt x="3459" y="1454"/>
                </a:cubicBezTo>
                <a:cubicBezTo>
                  <a:pt x="4287" y="1053"/>
                  <a:pt x="5239" y="827"/>
                  <a:pt x="6066" y="827"/>
                </a:cubicBezTo>
                <a:cubicBezTo>
                  <a:pt x="6592" y="827"/>
                  <a:pt x="7119" y="953"/>
                  <a:pt x="7645" y="1053"/>
                </a:cubicBezTo>
                <a:lnTo>
                  <a:pt x="7845" y="201"/>
                </a:lnTo>
                <a:cubicBezTo>
                  <a:pt x="7319" y="101"/>
                  <a:pt x="6693" y="0"/>
                  <a:pt x="606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120"/>
          <p:cNvSpPr/>
          <p:nvPr/>
        </p:nvSpPr>
        <p:spPr>
          <a:xfrm>
            <a:off x="1402747" y="2044652"/>
            <a:ext cx="77147" cy="49770"/>
          </a:xfrm>
          <a:custGeom>
            <a:avLst/>
            <a:gdLst/>
            <a:ahLst/>
            <a:cxnLst/>
            <a:rect l="l" t="t" r="r" b="b"/>
            <a:pathLst>
              <a:path w="3886" h="2507" extrusionOk="0">
                <a:moveTo>
                  <a:pt x="2933" y="0"/>
                </a:moveTo>
                <a:cubicBezTo>
                  <a:pt x="2407" y="0"/>
                  <a:pt x="1880" y="101"/>
                  <a:pt x="1479" y="326"/>
                </a:cubicBezTo>
                <a:cubicBezTo>
                  <a:pt x="753" y="727"/>
                  <a:pt x="226" y="1479"/>
                  <a:pt x="1" y="2206"/>
                </a:cubicBezTo>
                <a:lnTo>
                  <a:pt x="753" y="2507"/>
                </a:lnTo>
                <a:cubicBezTo>
                  <a:pt x="953" y="1880"/>
                  <a:pt x="1254" y="1354"/>
                  <a:pt x="1880" y="1053"/>
                </a:cubicBezTo>
                <a:cubicBezTo>
                  <a:pt x="2206" y="953"/>
                  <a:pt x="2632" y="853"/>
                  <a:pt x="2933" y="853"/>
                </a:cubicBezTo>
                <a:cubicBezTo>
                  <a:pt x="3134" y="853"/>
                  <a:pt x="3359" y="853"/>
                  <a:pt x="3560" y="953"/>
                </a:cubicBezTo>
                <a:lnTo>
                  <a:pt x="3885" y="101"/>
                </a:lnTo>
                <a:cubicBezTo>
                  <a:pt x="3560" y="0"/>
                  <a:pt x="3259" y="0"/>
                  <a:pt x="29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120"/>
          <p:cNvSpPr/>
          <p:nvPr/>
        </p:nvSpPr>
        <p:spPr>
          <a:xfrm>
            <a:off x="1206208" y="1978483"/>
            <a:ext cx="1262341" cy="522438"/>
          </a:xfrm>
          <a:custGeom>
            <a:avLst/>
            <a:gdLst/>
            <a:ahLst/>
            <a:cxnLst/>
            <a:rect l="l" t="t" r="r" b="b"/>
            <a:pathLst>
              <a:path w="63586" h="26316" extrusionOk="0">
                <a:moveTo>
                  <a:pt x="29124" y="0"/>
                </a:moveTo>
                <a:lnTo>
                  <a:pt x="1" y="19724"/>
                </a:lnTo>
                <a:lnTo>
                  <a:pt x="34562" y="26316"/>
                </a:lnTo>
                <a:lnTo>
                  <a:pt x="63585" y="6566"/>
                </a:lnTo>
                <a:lnTo>
                  <a:pt x="2912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120"/>
          <p:cNvSpPr/>
          <p:nvPr/>
        </p:nvSpPr>
        <p:spPr>
          <a:xfrm>
            <a:off x="1201741" y="1974493"/>
            <a:ext cx="1270778" cy="530419"/>
          </a:xfrm>
          <a:custGeom>
            <a:avLst/>
            <a:gdLst/>
            <a:ahLst/>
            <a:cxnLst/>
            <a:rect l="l" t="t" r="r" b="b"/>
            <a:pathLst>
              <a:path w="64011" h="26718" extrusionOk="0">
                <a:moveTo>
                  <a:pt x="29290" y="409"/>
                </a:moveTo>
                <a:lnTo>
                  <a:pt x="63284" y="6893"/>
                </a:lnTo>
                <a:lnTo>
                  <a:pt x="34687" y="26316"/>
                </a:lnTo>
                <a:lnTo>
                  <a:pt x="727" y="19825"/>
                </a:lnTo>
                <a:lnTo>
                  <a:pt x="29290" y="409"/>
                </a:lnTo>
                <a:close/>
                <a:moveTo>
                  <a:pt x="29148" y="1"/>
                </a:moveTo>
                <a:lnTo>
                  <a:pt x="101" y="19725"/>
                </a:lnTo>
                <a:cubicBezTo>
                  <a:pt x="0" y="19825"/>
                  <a:pt x="0" y="19825"/>
                  <a:pt x="0" y="19925"/>
                </a:cubicBezTo>
                <a:cubicBezTo>
                  <a:pt x="0" y="20051"/>
                  <a:pt x="101" y="20151"/>
                  <a:pt x="226" y="20151"/>
                </a:cubicBezTo>
                <a:lnTo>
                  <a:pt x="34687" y="26717"/>
                </a:lnTo>
                <a:cubicBezTo>
                  <a:pt x="34787" y="26717"/>
                  <a:pt x="34787" y="26717"/>
                  <a:pt x="34888" y="26617"/>
                </a:cubicBezTo>
                <a:lnTo>
                  <a:pt x="63910" y="6893"/>
                </a:lnTo>
                <a:cubicBezTo>
                  <a:pt x="64011" y="6893"/>
                  <a:pt x="64011" y="6767"/>
                  <a:pt x="64011" y="6667"/>
                </a:cubicBezTo>
                <a:lnTo>
                  <a:pt x="63910" y="6567"/>
                </a:lnTo>
                <a:lnTo>
                  <a:pt x="29349" y="1"/>
                </a:ln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120"/>
          <p:cNvSpPr/>
          <p:nvPr/>
        </p:nvSpPr>
        <p:spPr>
          <a:xfrm>
            <a:off x="1201741" y="1955593"/>
            <a:ext cx="1266808" cy="414480"/>
          </a:xfrm>
          <a:custGeom>
            <a:avLst/>
            <a:gdLst/>
            <a:ahLst/>
            <a:cxnLst/>
            <a:rect l="l" t="t" r="r" b="b"/>
            <a:pathLst>
              <a:path w="63811" h="20878" extrusionOk="0">
                <a:moveTo>
                  <a:pt x="29048" y="0"/>
                </a:moveTo>
                <a:lnTo>
                  <a:pt x="0" y="19750"/>
                </a:lnTo>
                <a:lnTo>
                  <a:pt x="226" y="20877"/>
                </a:lnTo>
                <a:lnTo>
                  <a:pt x="29349" y="1153"/>
                </a:lnTo>
                <a:lnTo>
                  <a:pt x="63810" y="7719"/>
                </a:lnTo>
                <a:lnTo>
                  <a:pt x="63610" y="6592"/>
                </a:lnTo>
                <a:lnTo>
                  <a:pt x="2904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120"/>
          <p:cNvSpPr/>
          <p:nvPr/>
        </p:nvSpPr>
        <p:spPr>
          <a:xfrm>
            <a:off x="1197750" y="1951603"/>
            <a:ext cx="1274769" cy="422938"/>
          </a:xfrm>
          <a:custGeom>
            <a:avLst/>
            <a:gdLst/>
            <a:ahLst/>
            <a:cxnLst/>
            <a:rect l="l" t="t" r="r" b="b"/>
            <a:pathLst>
              <a:path w="64212" h="21304" extrusionOk="0">
                <a:moveTo>
                  <a:pt x="29349" y="402"/>
                </a:moveTo>
                <a:lnTo>
                  <a:pt x="63585" y="6993"/>
                </a:lnTo>
                <a:lnTo>
                  <a:pt x="63811" y="7620"/>
                </a:lnTo>
                <a:lnTo>
                  <a:pt x="29550" y="1154"/>
                </a:lnTo>
                <a:lnTo>
                  <a:pt x="29349" y="1154"/>
                </a:lnTo>
                <a:lnTo>
                  <a:pt x="527" y="20677"/>
                </a:lnTo>
                <a:lnTo>
                  <a:pt x="441" y="20056"/>
                </a:lnTo>
                <a:lnTo>
                  <a:pt x="29349" y="402"/>
                </a:lnTo>
                <a:close/>
                <a:moveTo>
                  <a:pt x="29124" y="1"/>
                </a:moveTo>
                <a:lnTo>
                  <a:pt x="101" y="19825"/>
                </a:lnTo>
                <a:cubicBezTo>
                  <a:pt x="1" y="19825"/>
                  <a:pt x="1" y="19951"/>
                  <a:pt x="1" y="20051"/>
                </a:cubicBezTo>
                <a:lnTo>
                  <a:pt x="201" y="21078"/>
                </a:lnTo>
                <a:cubicBezTo>
                  <a:pt x="201" y="21204"/>
                  <a:pt x="302" y="21204"/>
                  <a:pt x="302" y="21304"/>
                </a:cubicBezTo>
                <a:cubicBezTo>
                  <a:pt x="427" y="21304"/>
                  <a:pt x="527" y="21304"/>
                  <a:pt x="527" y="21204"/>
                </a:cubicBezTo>
                <a:lnTo>
                  <a:pt x="29550" y="1555"/>
                </a:lnTo>
                <a:lnTo>
                  <a:pt x="64011" y="8146"/>
                </a:lnTo>
                <a:cubicBezTo>
                  <a:pt x="64011" y="8146"/>
                  <a:pt x="64111" y="8146"/>
                  <a:pt x="64212" y="8046"/>
                </a:cubicBezTo>
                <a:lnTo>
                  <a:pt x="64212" y="7820"/>
                </a:lnTo>
                <a:lnTo>
                  <a:pt x="64011" y="6793"/>
                </a:lnTo>
                <a:cubicBezTo>
                  <a:pt x="64011" y="6667"/>
                  <a:pt x="63911" y="6667"/>
                  <a:pt x="63811" y="6567"/>
                </a:cubicBezTo>
                <a:lnTo>
                  <a:pt x="29349" y="1"/>
                </a:ln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120"/>
          <p:cNvSpPr/>
          <p:nvPr/>
        </p:nvSpPr>
        <p:spPr>
          <a:xfrm>
            <a:off x="1554500" y="2431259"/>
            <a:ext cx="679690" cy="157907"/>
          </a:xfrm>
          <a:custGeom>
            <a:avLst/>
            <a:gdLst/>
            <a:ahLst/>
            <a:cxnLst/>
            <a:rect l="l" t="t" r="r" b="b"/>
            <a:pathLst>
              <a:path w="34237" h="7954" extrusionOk="0">
                <a:moveTo>
                  <a:pt x="31893" y="0"/>
                </a:moveTo>
                <a:cubicBezTo>
                  <a:pt x="28930" y="0"/>
                  <a:pt x="23209" y="783"/>
                  <a:pt x="16693" y="2156"/>
                </a:cubicBezTo>
                <a:cubicBezTo>
                  <a:pt x="7294" y="4035"/>
                  <a:pt x="1" y="6542"/>
                  <a:pt x="201" y="7469"/>
                </a:cubicBezTo>
                <a:cubicBezTo>
                  <a:pt x="264" y="7798"/>
                  <a:pt x="1066" y="7954"/>
                  <a:pt x="2423" y="7954"/>
                </a:cubicBezTo>
                <a:cubicBezTo>
                  <a:pt x="5400" y="7954"/>
                  <a:pt x="11049" y="7206"/>
                  <a:pt x="17419" y="5915"/>
                </a:cubicBezTo>
                <a:cubicBezTo>
                  <a:pt x="26818" y="3935"/>
                  <a:pt x="34237" y="1529"/>
                  <a:pt x="34036" y="476"/>
                </a:cubicBezTo>
                <a:cubicBezTo>
                  <a:pt x="33975" y="154"/>
                  <a:pt x="33204" y="0"/>
                  <a:pt x="3189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120"/>
          <p:cNvSpPr/>
          <p:nvPr/>
        </p:nvSpPr>
        <p:spPr>
          <a:xfrm>
            <a:off x="1554500" y="2428261"/>
            <a:ext cx="679690" cy="165709"/>
          </a:xfrm>
          <a:custGeom>
            <a:avLst/>
            <a:gdLst/>
            <a:ahLst/>
            <a:cxnLst/>
            <a:rect l="l" t="t" r="r" b="b"/>
            <a:pathLst>
              <a:path w="34237" h="8347" extrusionOk="0">
                <a:moveTo>
                  <a:pt x="31831" y="427"/>
                </a:moveTo>
                <a:cubicBezTo>
                  <a:pt x="32457" y="427"/>
                  <a:pt x="32983" y="427"/>
                  <a:pt x="33309" y="527"/>
                </a:cubicBezTo>
                <a:cubicBezTo>
                  <a:pt x="33510" y="527"/>
                  <a:pt x="33610" y="627"/>
                  <a:pt x="33710" y="627"/>
                </a:cubicBezTo>
                <a:lnTo>
                  <a:pt x="33836" y="728"/>
                </a:lnTo>
                <a:lnTo>
                  <a:pt x="33710" y="828"/>
                </a:lnTo>
                <a:cubicBezTo>
                  <a:pt x="33710" y="953"/>
                  <a:pt x="33510" y="1053"/>
                  <a:pt x="33209" y="1254"/>
                </a:cubicBezTo>
                <a:cubicBezTo>
                  <a:pt x="32257" y="1780"/>
                  <a:pt x="30176" y="2607"/>
                  <a:pt x="27445" y="3459"/>
                </a:cubicBezTo>
                <a:cubicBezTo>
                  <a:pt x="24638" y="4186"/>
                  <a:pt x="21179" y="5114"/>
                  <a:pt x="17419" y="5840"/>
                </a:cubicBezTo>
                <a:cubicBezTo>
                  <a:pt x="10953" y="7219"/>
                  <a:pt x="5314" y="7946"/>
                  <a:pt x="2382" y="7946"/>
                </a:cubicBezTo>
                <a:cubicBezTo>
                  <a:pt x="1655" y="7946"/>
                  <a:pt x="1129" y="7946"/>
                  <a:pt x="828" y="7845"/>
                </a:cubicBezTo>
                <a:cubicBezTo>
                  <a:pt x="627" y="7845"/>
                  <a:pt x="502" y="7720"/>
                  <a:pt x="402" y="7720"/>
                </a:cubicBezTo>
                <a:lnTo>
                  <a:pt x="402" y="7620"/>
                </a:lnTo>
                <a:lnTo>
                  <a:pt x="402" y="7520"/>
                </a:lnTo>
                <a:cubicBezTo>
                  <a:pt x="502" y="7419"/>
                  <a:pt x="627" y="7319"/>
                  <a:pt x="928" y="7094"/>
                </a:cubicBezTo>
                <a:cubicBezTo>
                  <a:pt x="1881" y="6592"/>
                  <a:pt x="3961" y="5740"/>
                  <a:pt x="6768" y="4913"/>
                </a:cubicBezTo>
                <a:cubicBezTo>
                  <a:pt x="9500" y="4186"/>
                  <a:pt x="12933" y="3234"/>
                  <a:pt x="16693" y="2507"/>
                </a:cubicBezTo>
                <a:cubicBezTo>
                  <a:pt x="23184" y="1154"/>
                  <a:pt x="28923" y="427"/>
                  <a:pt x="31831" y="427"/>
                </a:cubicBezTo>
                <a:close/>
                <a:moveTo>
                  <a:pt x="31831" y="1"/>
                </a:moveTo>
                <a:cubicBezTo>
                  <a:pt x="28823" y="1"/>
                  <a:pt x="23059" y="728"/>
                  <a:pt x="16693" y="2081"/>
                </a:cubicBezTo>
                <a:cubicBezTo>
                  <a:pt x="12006" y="3033"/>
                  <a:pt x="7921" y="4086"/>
                  <a:pt x="4888" y="5114"/>
                </a:cubicBezTo>
                <a:cubicBezTo>
                  <a:pt x="3434" y="5540"/>
                  <a:pt x="2181" y="6066"/>
                  <a:pt x="1354" y="6467"/>
                </a:cubicBezTo>
                <a:cubicBezTo>
                  <a:pt x="928" y="6592"/>
                  <a:pt x="627" y="6793"/>
                  <a:pt x="402" y="6993"/>
                </a:cubicBezTo>
                <a:cubicBezTo>
                  <a:pt x="201" y="7094"/>
                  <a:pt x="101" y="7219"/>
                  <a:pt x="101" y="7319"/>
                </a:cubicBezTo>
                <a:cubicBezTo>
                  <a:pt x="1" y="7419"/>
                  <a:pt x="1" y="7520"/>
                  <a:pt x="1" y="7620"/>
                </a:cubicBezTo>
                <a:lnTo>
                  <a:pt x="1" y="7720"/>
                </a:lnTo>
                <a:cubicBezTo>
                  <a:pt x="1" y="7845"/>
                  <a:pt x="101" y="8046"/>
                  <a:pt x="201" y="8046"/>
                </a:cubicBezTo>
                <a:cubicBezTo>
                  <a:pt x="402" y="8146"/>
                  <a:pt x="728" y="8246"/>
                  <a:pt x="1028" y="8246"/>
                </a:cubicBezTo>
                <a:cubicBezTo>
                  <a:pt x="1454" y="8347"/>
                  <a:pt x="1881" y="8347"/>
                  <a:pt x="2382" y="8347"/>
                </a:cubicBezTo>
                <a:cubicBezTo>
                  <a:pt x="5314" y="8347"/>
                  <a:pt x="11054" y="7620"/>
                  <a:pt x="17545" y="6266"/>
                </a:cubicBezTo>
                <a:cubicBezTo>
                  <a:pt x="22131" y="5339"/>
                  <a:pt x="26317" y="4287"/>
                  <a:pt x="29224" y="3234"/>
                </a:cubicBezTo>
                <a:cubicBezTo>
                  <a:pt x="30803" y="2833"/>
                  <a:pt x="31956" y="2307"/>
                  <a:pt x="32783" y="1880"/>
                </a:cubicBezTo>
                <a:cubicBezTo>
                  <a:pt x="33209" y="1680"/>
                  <a:pt x="33610" y="1580"/>
                  <a:pt x="33836" y="1354"/>
                </a:cubicBezTo>
                <a:cubicBezTo>
                  <a:pt x="33936" y="1254"/>
                  <a:pt x="34036" y="1154"/>
                  <a:pt x="34136" y="1053"/>
                </a:cubicBezTo>
                <a:cubicBezTo>
                  <a:pt x="34136" y="953"/>
                  <a:pt x="34237" y="828"/>
                  <a:pt x="34237" y="728"/>
                </a:cubicBezTo>
                <a:lnTo>
                  <a:pt x="34237" y="627"/>
                </a:lnTo>
                <a:cubicBezTo>
                  <a:pt x="34136" y="427"/>
                  <a:pt x="34036" y="327"/>
                  <a:pt x="33936" y="327"/>
                </a:cubicBezTo>
                <a:cubicBezTo>
                  <a:pt x="33710" y="201"/>
                  <a:pt x="33510" y="101"/>
                  <a:pt x="3308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120"/>
          <p:cNvSpPr/>
          <p:nvPr/>
        </p:nvSpPr>
        <p:spPr>
          <a:xfrm>
            <a:off x="1612231" y="2455142"/>
            <a:ext cx="2052451" cy="1291683"/>
          </a:xfrm>
          <a:custGeom>
            <a:avLst/>
            <a:gdLst/>
            <a:ahLst/>
            <a:cxnLst/>
            <a:rect l="l" t="t" r="r" b="b"/>
            <a:pathLst>
              <a:path w="103385" h="65064" extrusionOk="0">
                <a:moveTo>
                  <a:pt x="4712" y="0"/>
                </a:moveTo>
                <a:cubicBezTo>
                  <a:pt x="2105" y="0"/>
                  <a:pt x="0" y="2206"/>
                  <a:pt x="0" y="4712"/>
                </a:cubicBezTo>
                <a:lnTo>
                  <a:pt x="0" y="65063"/>
                </a:lnTo>
                <a:lnTo>
                  <a:pt x="103384" y="65063"/>
                </a:lnTo>
                <a:lnTo>
                  <a:pt x="103384" y="4712"/>
                </a:lnTo>
                <a:cubicBezTo>
                  <a:pt x="103384" y="2206"/>
                  <a:pt x="101304" y="0"/>
                  <a:pt x="986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120"/>
          <p:cNvSpPr/>
          <p:nvPr/>
        </p:nvSpPr>
        <p:spPr>
          <a:xfrm>
            <a:off x="1610226" y="2453137"/>
            <a:ext cx="2056441" cy="1295673"/>
          </a:xfrm>
          <a:custGeom>
            <a:avLst/>
            <a:gdLst/>
            <a:ahLst/>
            <a:cxnLst/>
            <a:rect l="l" t="t" r="r" b="b"/>
            <a:pathLst>
              <a:path w="103586" h="65265" extrusionOk="0">
                <a:moveTo>
                  <a:pt x="98798" y="327"/>
                </a:moveTo>
                <a:cubicBezTo>
                  <a:pt x="100052" y="327"/>
                  <a:pt x="101204" y="828"/>
                  <a:pt x="102031" y="1680"/>
                </a:cubicBezTo>
                <a:cubicBezTo>
                  <a:pt x="102758" y="2407"/>
                  <a:pt x="103285" y="3560"/>
                  <a:pt x="103285" y="4813"/>
                </a:cubicBezTo>
                <a:lnTo>
                  <a:pt x="103285" y="64964"/>
                </a:lnTo>
                <a:lnTo>
                  <a:pt x="327" y="64964"/>
                </a:lnTo>
                <a:lnTo>
                  <a:pt x="327" y="4813"/>
                </a:lnTo>
                <a:cubicBezTo>
                  <a:pt x="327" y="3560"/>
                  <a:pt x="828" y="2407"/>
                  <a:pt x="1580" y="1680"/>
                </a:cubicBezTo>
                <a:cubicBezTo>
                  <a:pt x="2407" y="828"/>
                  <a:pt x="3560" y="327"/>
                  <a:pt x="4813" y="327"/>
                </a:cubicBezTo>
                <a:close/>
                <a:moveTo>
                  <a:pt x="4813" y="1"/>
                </a:moveTo>
                <a:cubicBezTo>
                  <a:pt x="2081" y="1"/>
                  <a:pt x="1" y="2206"/>
                  <a:pt x="1" y="4813"/>
                </a:cubicBezTo>
                <a:lnTo>
                  <a:pt x="1" y="65264"/>
                </a:lnTo>
                <a:lnTo>
                  <a:pt x="103585" y="65264"/>
                </a:lnTo>
                <a:lnTo>
                  <a:pt x="103585" y="65164"/>
                </a:lnTo>
                <a:lnTo>
                  <a:pt x="103585" y="4813"/>
                </a:lnTo>
                <a:cubicBezTo>
                  <a:pt x="103585" y="2206"/>
                  <a:pt x="101505" y="1"/>
                  <a:pt x="98798" y="1"/>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120"/>
          <p:cNvSpPr/>
          <p:nvPr/>
        </p:nvSpPr>
        <p:spPr>
          <a:xfrm>
            <a:off x="1682886" y="2565105"/>
            <a:ext cx="1911637" cy="1103104"/>
          </a:xfrm>
          <a:custGeom>
            <a:avLst/>
            <a:gdLst/>
            <a:ahLst/>
            <a:cxnLst/>
            <a:rect l="l" t="t" r="r" b="b"/>
            <a:pathLst>
              <a:path w="96292" h="55565" extrusionOk="0">
                <a:moveTo>
                  <a:pt x="0" y="0"/>
                </a:moveTo>
                <a:lnTo>
                  <a:pt x="0" y="55564"/>
                </a:lnTo>
                <a:lnTo>
                  <a:pt x="96291" y="55564"/>
                </a:lnTo>
                <a:lnTo>
                  <a:pt x="9629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120"/>
          <p:cNvSpPr/>
          <p:nvPr/>
        </p:nvSpPr>
        <p:spPr>
          <a:xfrm>
            <a:off x="1680881" y="2561114"/>
            <a:ext cx="1915627" cy="1111065"/>
          </a:xfrm>
          <a:custGeom>
            <a:avLst/>
            <a:gdLst/>
            <a:ahLst/>
            <a:cxnLst/>
            <a:rect l="l" t="t" r="r" b="b"/>
            <a:pathLst>
              <a:path w="96493" h="55966" extrusionOk="0">
                <a:moveTo>
                  <a:pt x="96167" y="301"/>
                </a:moveTo>
                <a:lnTo>
                  <a:pt x="96167" y="55665"/>
                </a:lnTo>
                <a:lnTo>
                  <a:pt x="302" y="55665"/>
                </a:lnTo>
                <a:lnTo>
                  <a:pt x="302" y="301"/>
                </a:lnTo>
                <a:close/>
                <a:moveTo>
                  <a:pt x="1" y="1"/>
                </a:moveTo>
                <a:lnTo>
                  <a:pt x="1" y="55966"/>
                </a:lnTo>
                <a:lnTo>
                  <a:pt x="96493" y="55966"/>
                </a:lnTo>
                <a:lnTo>
                  <a:pt x="96493" y="55765"/>
                </a:lnTo>
                <a:lnTo>
                  <a:pt x="96493" y="1"/>
                </a:ln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120"/>
          <p:cNvSpPr/>
          <p:nvPr/>
        </p:nvSpPr>
        <p:spPr>
          <a:xfrm>
            <a:off x="2621770" y="2500902"/>
            <a:ext cx="33352" cy="33372"/>
          </a:xfrm>
          <a:custGeom>
            <a:avLst/>
            <a:gdLst/>
            <a:ahLst/>
            <a:cxnLst/>
            <a:rect l="l" t="t" r="r" b="b"/>
            <a:pathLst>
              <a:path w="1680" h="1681" extrusionOk="0">
                <a:moveTo>
                  <a:pt x="853" y="1"/>
                </a:moveTo>
                <a:cubicBezTo>
                  <a:pt x="427" y="1"/>
                  <a:pt x="1" y="302"/>
                  <a:pt x="1" y="828"/>
                </a:cubicBezTo>
                <a:cubicBezTo>
                  <a:pt x="1" y="1254"/>
                  <a:pt x="427" y="1680"/>
                  <a:pt x="853" y="1680"/>
                </a:cubicBezTo>
                <a:cubicBezTo>
                  <a:pt x="1254" y="1680"/>
                  <a:pt x="1680" y="1254"/>
                  <a:pt x="1680" y="828"/>
                </a:cubicBezTo>
                <a:cubicBezTo>
                  <a:pt x="1680" y="302"/>
                  <a:pt x="1254" y="1"/>
                  <a:pt x="8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120"/>
          <p:cNvSpPr/>
          <p:nvPr/>
        </p:nvSpPr>
        <p:spPr>
          <a:xfrm>
            <a:off x="1343051" y="3746805"/>
            <a:ext cx="2591307" cy="49770"/>
          </a:xfrm>
          <a:custGeom>
            <a:avLst/>
            <a:gdLst/>
            <a:ahLst/>
            <a:cxnLst/>
            <a:rect l="l" t="t" r="r" b="b"/>
            <a:pathLst>
              <a:path w="130528" h="2507" extrusionOk="0">
                <a:moveTo>
                  <a:pt x="0" y="0"/>
                </a:moveTo>
                <a:lnTo>
                  <a:pt x="0" y="2506"/>
                </a:lnTo>
                <a:lnTo>
                  <a:pt x="130527" y="2506"/>
                </a:lnTo>
                <a:lnTo>
                  <a:pt x="13052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120"/>
          <p:cNvSpPr/>
          <p:nvPr/>
        </p:nvSpPr>
        <p:spPr>
          <a:xfrm>
            <a:off x="1338564" y="3742814"/>
            <a:ext cx="2599764" cy="57731"/>
          </a:xfrm>
          <a:custGeom>
            <a:avLst/>
            <a:gdLst/>
            <a:ahLst/>
            <a:cxnLst/>
            <a:rect l="l" t="t" r="r" b="b"/>
            <a:pathLst>
              <a:path w="130954" h="2908" extrusionOk="0">
                <a:moveTo>
                  <a:pt x="130653" y="301"/>
                </a:moveTo>
                <a:lnTo>
                  <a:pt x="130653" y="2607"/>
                </a:lnTo>
                <a:lnTo>
                  <a:pt x="326" y="2607"/>
                </a:lnTo>
                <a:lnTo>
                  <a:pt x="326" y="301"/>
                </a:lnTo>
                <a:close/>
                <a:moveTo>
                  <a:pt x="1" y="1"/>
                </a:moveTo>
                <a:lnTo>
                  <a:pt x="1" y="2908"/>
                </a:lnTo>
                <a:lnTo>
                  <a:pt x="130954" y="2908"/>
                </a:lnTo>
                <a:lnTo>
                  <a:pt x="130954" y="2707"/>
                </a:lnTo>
                <a:lnTo>
                  <a:pt x="130954" y="1"/>
                </a:lnTo>
                <a:close/>
              </a:path>
            </a:pathLst>
          </a:custGeom>
          <a:solidFill>
            <a:srgbClr val="282579"/>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120"/>
          <p:cNvSpPr/>
          <p:nvPr/>
        </p:nvSpPr>
        <p:spPr>
          <a:xfrm>
            <a:off x="1338564" y="3796555"/>
            <a:ext cx="2599764" cy="43795"/>
          </a:xfrm>
          <a:custGeom>
            <a:avLst/>
            <a:gdLst/>
            <a:ahLst/>
            <a:cxnLst/>
            <a:rect l="l" t="t" r="r" b="b"/>
            <a:pathLst>
              <a:path w="130954" h="2206" extrusionOk="0">
                <a:moveTo>
                  <a:pt x="226" y="0"/>
                </a:moveTo>
                <a:cubicBezTo>
                  <a:pt x="226" y="0"/>
                  <a:pt x="1" y="2206"/>
                  <a:pt x="4813" y="2206"/>
                </a:cubicBezTo>
                <a:lnTo>
                  <a:pt x="126167" y="2206"/>
                </a:lnTo>
                <a:cubicBezTo>
                  <a:pt x="130954" y="2206"/>
                  <a:pt x="130753" y="0"/>
                  <a:pt x="1307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120"/>
          <p:cNvSpPr/>
          <p:nvPr/>
        </p:nvSpPr>
        <p:spPr>
          <a:xfrm>
            <a:off x="1338564" y="3794570"/>
            <a:ext cx="2599764" cy="49770"/>
          </a:xfrm>
          <a:custGeom>
            <a:avLst/>
            <a:gdLst/>
            <a:ahLst/>
            <a:cxnLst/>
            <a:rect l="l" t="t" r="r" b="b"/>
            <a:pathLst>
              <a:path w="130954" h="2507" extrusionOk="0">
                <a:moveTo>
                  <a:pt x="130635" y="301"/>
                </a:moveTo>
                <a:lnTo>
                  <a:pt x="130635" y="301"/>
                </a:lnTo>
                <a:cubicBezTo>
                  <a:pt x="130594" y="524"/>
                  <a:pt x="130461" y="889"/>
                  <a:pt x="130026" y="1253"/>
                </a:cubicBezTo>
                <a:cubicBezTo>
                  <a:pt x="129500" y="1679"/>
                  <a:pt x="128347" y="2181"/>
                  <a:pt x="126167" y="2181"/>
                </a:cubicBezTo>
                <a:lnTo>
                  <a:pt x="4813" y="2181"/>
                </a:lnTo>
                <a:cubicBezTo>
                  <a:pt x="2607" y="2181"/>
                  <a:pt x="1479" y="1679"/>
                  <a:pt x="953" y="1253"/>
                </a:cubicBezTo>
                <a:cubicBezTo>
                  <a:pt x="519" y="889"/>
                  <a:pt x="385" y="524"/>
                  <a:pt x="345" y="301"/>
                </a:cubicBezTo>
                <a:close/>
                <a:moveTo>
                  <a:pt x="1" y="0"/>
                </a:moveTo>
                <a:lnTo>
                  <a:pt x="1" y="100"/>
                </a:lnTo>
                <a:cubicBezTo>
                  <a:pt x="1" y="301"/>
                  <a:pt x="1" y="827"/>
                  <a:pt x="727" y="1454"/>
                </a:cubicBezTo>
                <a:cubicBezTo>
                  <a:pt x="1354" y="1980"/>
                  <a:pt x="2507" y="2506"/>
                  <a:pt x="4813" y="2506"/>
                </a:cubicBezTo>
                <a:lnTo>
                  <a:pt x="126167" y="2506"/>
                </a:lnTo>
                <a:cubicBezTo>
                  <a:pt x="128447" y="2506"/>
                  <a:pt x="129600" y="1980"/>
                  <a:pt x="130227" y="1454"/>
                </a:cubicBezTo>
                <a:cubicBezTo>
                  <a:pt x="130954" y="827"/>
                  <a:pt x="130954" y="301"/>
                  <a:pt x="130954" y="100"/>
                </a:cubicBezTo>
                <a:lnTo>
                  <a:pt x="130954" y="0"/>
                </a:lnTo>
                <a:close/>
              </a:path>
            </a:pathLst>
          </a:custGeom>
          <a:solidFill>
            <a:srgbClr val="282579"/>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120"/>
          <p:cNvSpPr/>
          <p:nvPr/>
        </p:nvSpPr>
        <p:spPr>
          <a:xfrm>
            <a:off x="2350605" y="3746805"/>
            <a:ext cx="576199" cy="33352"/>
          </a:xfrm>
          <a:custGeom>
            <a:avLst/>
            <a:gdLst/>
            <a:ahLst/>
            <a:cxnLst/>
            <a:rect l="l" t="t" r="r" b="b"/>
            <a:pathLst>
              <a:path w="29024" h="1680" extrusionOk="0">
                <a:moveTo>
                  <a:pt x="0" y="0"/>
                </a:moveTo>
                <a:lnTo>
                  <a:pt x="0" y="527"/>
                </a:lnTo>
                <a:cubicBezTo>
                  <a:pt x="0" y="1153"/>
                  <a:pt x="502" y="1679"/>
                  <a:pt x="1128" y="1679"/>
                </a:cubicBezTo>
                <a:lnTo>
                  <a:pt x="27870" y="1679"/>
                </a:lnTo>
                <a:cubicBezTo>
                  <a:pt x="28497" y="1679"/>
                  <a:pt x="29023" y="1153"/>
                  <a:pt x="29023" y="527"/>
                </a:cubicBezTo>
                <a:lnTo>
                  <a:pt x="2902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120"/>
          <p:cNvSpPr/>
          <p:nvPr/>
        </p:nvSpPr>
        <p:spPr>
          <a:xfrm>
            <a:off x="2346118" y="3742814"/>
            <a:ext cx="584656" cy="41313"/>
          </a:xfrm>
          <a:custGeom>
            <a:avLst/>
            <a:gdLst/>
            <a:ahLst/>
            <a:cxnLst/>
            <a:rect l="l" t="t" r="r" b="b"/>
            <a:pathLst>
              <a:path w="29450" h="2081" extrusionOk="0">
                <a:moveTo>
                  <a:pt x="29149" y="301"/>
                </a:moveTo>
                <a:lnTo>
                  <a:pt x="29149" y="728"/>
                </a:lnTo>
                <a:cubicBezTo>
                  <a:pt x="29149" y="1028"/>
                  <a:pt x="29049" y="1254"/>
                  <a:pt x="28823" y="1454"/>
                </a:cubicBezTo>
                <a:cubicBezTo>
                  <a:pt x="28622" y="1655"/>
                  <a:pt x="28422" y="1780"/>
                  <a:pt x="28096" y="1780"/>
                </a:cubicBezTo>
                <a:lnTo>
                  <a:pt x="1354" y="1780"/>
                </a:lnTo>
                <a:cubicBezTo>
                  <a:pt x="1053" y="1780"/>
                  <a:pt x="853" y="1655"/>
                  <a:pt x="627" y="1454"/>
                </a:cubicBezTo>
                <a:cubicBezTo>
                  <a:pt x="427" y="1254"/>
                  <a:pt x="327" y="1028"/>
                  <a:pt x="327" y="728"/>
                </a:cubicBezTo>
                <a:lnTo>
                  <a:pt x="327" y="301"/>
                </a:lnTo>
                <a:close/>
                <a:moveTo>
                  <a:pt x="1" y="1"/>
                </a:moveTo>
                <a:lnTo>
                  <a:pt x="1" y="201"/>
                </a:lnTo>
                <a:lnTo>
                  <a:pt x="1" y="728"/>
                </a:lnTo>
                <a:cubicBezTo>
                  <a:pt x="1" y="1454"/>
                  <a:pt x="627" y="2081"/>
                  <a:pt x="1354" y="2081"/>
                </a:cubicBezTo>
                <a:lnTo>
                  <a:pt x="28096" y="2081"/>
                </a:lnTo>
                <a:cubicBezTo>
                  <a:pt x="28823" y="2081"/>
                  <a:pt x="29450" y="1454"/>
                  <a:pt x="29450" y="728"/>
                </a:cubicBezTo>
                <a:lnTo>
                  <a:pt x="29450" y="1"/>
                </a:lnTo>
                <a:close/>
              </a:path>
            </a:pathLst>
          </a:custGeom>
          <a:solidFill>
            <a:srgbClr val="282579"/>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120"/>
          <p:cNvSpPr/>
          <p:nvPr/>
        </p:nvSpPr>
        <p:spPr>
          <a:xfrm>
            <a:off x="2412803" y="2959157"/>
            <a:ext cx="451803" cy="314980"/>
          </a:xfrm>
          <a:custGeom>
            <a:avLst/>
            <a:gdLst/>
            <a:ahLst/>
            <a:cxnLst/>
            <a:rect l="l" t="t" r="r" b="b"/>
            <a:pathLst>
              <a:path w="22758" h="15866" extrusionOk="0">
                <a:moveTo>
                  <a:pt x="1554" y="1"/>
                </a:moveTo>
                <a:cubicBezTo>
                  <a:pt x="727" y="1"/>
                  <a:pt x="0" y="728"/>
                  <a:pt x="0" y="1655"/>
                </a:cubicBezTo>
                <a:lnTo>
                  <a:pt x="0" y="14186"/>
                </a:lnTo>
                <a:cubicBezTo>
                  <a:pt x="0" y="15139"/>
                  <a:pt x="727" y="15866"/>
                  <a:pt x="1554" y="15866"/>
                </a:cubicBezTo>
                <a:lnTo>
                  <a:pt x="21178" y="15866"/>
                </a:lnTo>
                <a:cubicBezTo>
                  <a:pt x="22030" y="15866"/>
                  <a:pt x="22757" y="15139"/>
                  <a:pt x="22757" y="14186"/>
                </a:cubicBezTo>
                <a:lnTo>
                  <a:pt x="22757" y="1655"/>
                </a:lnTo>
                <a:cubicBezTo>
                  <a:pt x="22757" y="728"/>
                  <a:pt x="22030" y="1"/>
                  <a:pt x="2117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120"/>
          <p:cNvSpPr/>
          <p:nvPr/>
        </p:nvSpPr>
        <p:spPr>
          <a:xfrm>
            <a:off x="2408316" y="2957172"/>
            <a:ext cx="460260" cy="318950"/>
          </a:xfrm>
          <a:custGeom>
            <a:avLst/>
            <a:gdLst/>
            <a:ahLst/>
            <a:cxnLst/>
            <a:rect l="l" t="t" r="r" b="b"/>
            <a:pathLst>
              <a:path w="23184" h="16066" extrusionOk="0">
                <a:moveTo>
                  <a:pt x="21404" y="301"/>
                </a:moveTo>
                <a:cubicBezTo>
                  <a:pt x="22156" y="301"/>
                  <a:pt x="22883" y="928"/>
                  <a:pt x="22883" y="1755"/>
                </a:cubicBezTo>
                <a:lnTo>
                  <a:pt x="22883" y="14286"/>
                </a:lnTo>
                <a:cubicBezTo>
                  <a:pt x="22883" y="15138"/>
                  <a:pt x="22156" y="15765"/>
                  <a:pt x="21404" y="15765"/>
                </a:cubicBezTo>
                <a:lnTo>
                  <a:pt x="1780" y="15765"/>
                </a:lnTo>
                <a:cubicBezTo>
                  <a:pt x="1053" y="15765"/>
                  <a:pt x="326" y="15138"/>
                  <a:pt x="326" y="14286"/>
                </a:cubicBezTo>
                <a:lnTo>
                  <a:pt x="326" y="1755"/>
                </a:lnTo>
                <a:cubicBezTo>
                  <a:pt x="326" y="928"/>
                  <a:pt x="1053" y="301"/>
                  <a:pt x="1780" y="301"/>
                </a:cubicBezTo>
                <a:close/>
                <a:moveTo>
                  <a:pt x="1780" y="1"/>
                </a:moveTo>
                <a:cubicBezTo>
                  <a:pt x="853" y="1"/>
                  <a:pt x="1" y="727"/>
                  <a:pt x="1" y="1755"/>
                </a:cubicBezTo>
                <a:lnTo>
                  <a:pt x="1" y="14286"/>
                </a:lnTo>
                <a:cubicBezTo>
                  <a:pt x="1" y="15339"/>
                  <a:pt x="853" y="16066"/>
                  <a:pt x="1780" y="16066"/>
                </a:cubicBezTo>
                <a:lnTo>
                  <a:pt x="21404" y="16066"/>
                </a:lnTo>
                <a:cubicBezTo>
                  <a:pt x="22357" y="16066"/>
                  <a:pt x="23184" y="15339"/>
                  <a:pt x="23184" y="14286"/>
                </a:cubicBezTo>
                <a:lnTo>
                  <a:pt x="23184" y="1755"/>
                </a:lnTo>
                <a:cubicBezTo>
                  <a:pt x="23184" y="727"/>
                  <a:pt x="22357" y="1"/>
                  <a:pt x="21404" y="1"/>
                </a:cubicBezTo>
                <a:close/>
              </a:path>
            </a:pathLst>
          </a:custGeom>
          <a:solidFill>
            <a:srgbClr val="282579"/>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120"/>
          <p:cNvSpPr/>
          <p:nvPr/>
        </p:nvSpPr>
        <p:spPr>
          <a:xfrm>
            <a:off x="2586949" y="3042478"/>
            <a:ext cx="132357" cy="148060"/>
          </a:xfrm>
          <a:custGeom>
            <a:avLst/>
            <a:gdLst/>
            <a:ahLst/>
            <a:cxnLst/>
            <a:rect l="l" t="t" r="r" b="b"/>
            <a:pathLst>
              <a:path w="6667" h="7458" extrusionOk="0">
                <a:moveTo>
                  <a:pt x="492" y="0"/>
                </a:moveTo>
                <a:cubicBezTo>
                  <a:pt x="212" y="0"/>
                  <a:pt x="0" y="199"/>
                  <a:pt x="0" y="491"/>
                </a:cubicBezTo>
                <a:lnTo>
                  <a:pt x="0" y="6982"/>
                </a:lnTo>
                <a:cubicBezTo>
                  <a:pt x="0" y="7212"/>
                  <a:pt x="236" y="7458"/>
                  <a:pt x="538" y="7458"/>
                </a:cubicBezTo>
                <a:cubicBezTo>
                  <a:pt x="630" y="7458"/>
                  <a:pt x="728" y="7435"/>
                  <a:pt x="827" y="7383"/>
                </a:cubicBezTo>
                <a:lnTo>
                  <a:pt x="6366" y="4150"/>
                </a:lnTo>
                <a:cubicBezTo>
                  <a:pt x="6667" y="3949"/>
                  <a:pt x="6667" y="3523"/>
                  <a:pt x="6366" y="3323"/>
                </a:cubicBezTo>
                <a:lnTo>
                  <a:pt x="827" y="90"/>
                </a:lnTo>
                <a:cubicBezTo>
                  <a:pt x="711" y="28"/>
                  <a:pt x="597" y="0"/>
                  <a:pt x="49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120"/>
          <p:cNvSpPr/>
          <p:nvPr/>
        </p:nvSpPr>
        <p:spPr>
          <a:xfrm>
            <a:off x="2584448" y="3039758"/>
            <a:ext cx="136863" cy="153777"/>
          </a:xfrm>
          <a:custGeom>
            <a:avLst/>
            <a:gdLst/>
            <a:ahLst/>
            <a:cxnLst/>
            <a:rect l="l" t="t" r="r" b="b"/>
            <a:pathLst>
              <a:path w="6894" h="7746" extrusionOk="0">
                <a:moveTo>
                  <a:pt x="853" y="327"/>
                </a:moveTo>
                <a:lnTo>
                  <a:pt x="6392" y="3560"/>
                </a:lnTo>
                <a:cubicBezTo>
                  <a:pt x="6492" y="3660"/>
                  <a:pt x="6592" y="3760"/>
                  <a:pt x="6592" y="3861"/>
                </a:cubicBezTo>
                <a:cubicBezTo>
                  <a:pt x="6592" y="3986"/>
                  <a:pt x="6492" y="4086"/>
                  <a:pt x="6392" y="4186"/>
                </a:cubicBezTo>
                <a:lnTo>
                  <a:pt x="853" y="7420"/>
                </a:lnTo>
                <a:lnTo>
                  <a:pt x="627" y="7420"/>
                </a:lnTo>
                <a:cubicBezTo>
                  <a:pt x="527" y="7420"/>
                  <a:pt x="427" y="7420"/>
                  <a:pt x="427" y="7319"/>
                </a:cubicBezTo>
                <a:cubicBezTo>
                  <a:pt x="327" y="7319"/>
                  <a:pt x="327" y="7219"/>
                  <a:pt x="327" y="7119"/>
                </a:cubicBezTo>
                <a:lnTo>
                  <a:pt x="327" y="628"/>
                </a:lnTo>
                <a:cubicBezTo>
                  <a:pt x="327" y="527"/>
                  <a:pt x="327" y="427"/>
                  <a:pt x="427" y="427"/>
                </a:cubicBezTo>
                <a:cubicBezTo>
                  <a:pt x="427" y="327"/>
                  <a:pt x="527" y="327"/>
                  <a:pt x="627" y="327"/>
                </a:cubicBezTo>
                <a:close/>
                <a:moveTo>
                  <a:pt x="627" y="1"/>
                </a:moveTo>
                <a:cubicBezTo>
                  <a:pt x="327" y="1"/>
                  <a:pt x="1" y="327"/>
                  <a:pt x="1" y="628"/>
                </a:cubicBezTo>
                <a:lnTo>
                  <a:pt x="1" y="7119"/>
                </a:lnTo>
                <a:cubicBezTo>
                  <a:pt x="1" y="7420"/>
                  <a:pt x="327" y="7745"/>
                  <a:pt x="627" y="7745"/>
                </a:cubicBezTo>
                <a:cubicBezTo>
                  <a:pt x="753" y="7745"/>
                  <a:pt x="853" y="7745"/>
                  <a:pt x="953" y="7620"/>
                </a:cubicBezTo>
                <a:lnTo>
                  <a:pt x="6592" y="4387"/>
                </a:lnTo>
                <a:cubicBezTo>
                  <a:pt x="6793" y="4287"/>
                  <a:pt x="6893" y="4086"/>
                  <a:pt x="6893" y="3861"/>
                </a:cubicBezTo>
                <a:cubicBezTo>
                  <a:pt x="6893" y="3660"/>
                  <a:pt x="6793" y="3460"/>
                  <a:pt x="6592" y="3359"/>
                </a:cubicBezTo>
                <a:lnTo>
                  <a:pt x="953" y="101"/>
                </a:lnTo>
                <a:cubicBezTo>
                  <a:pt x="853" y="1"/>
                  <a:pt x="753" y="1"/>
                  <a:pt x="627" y="1"/>
                </a:cubicBezTo>
                <a:close/>
              </a:path>
            </a:pathLst>
          </a:custGeom>
          <a:solidFill>
            <a:srgbClr val="282579"/>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120"/>
          <p:cNvSpPr/>
          <p:nvPr/>
        </p:nvSpPr>
        <p:spPr>
          <a:xfrm>
            <a:off x="1821695" y="3101956"/>
            <a:ext cx="344322" cy="344342"/>
          </a:xfrm>
          <a:custGeom>
            <a:avLst/>
            <a:gdLst/>
            <a:ahLst/>
            <a:cxnLst/>
            <a:rect l="l" t="t" r="r" b="b"/>
            <a:pathLst>
              <a:path w="17344" h="17345" extrusionOk="0">
                <a:moveTo>
                  <a:pt x="8672" y="6893"/>
                </a:moveTo>
                <a:cubicBezTo>
                  <a:pt x="7720" y="6893"/>
                  <a:pt x="6893" y="7620"/>
                  <a:pt x="6893" y="8673"/>
                </a:cubicBezTo>
                <a:cubicBezTo>
                  <a:pt x="6893" y="9725"/>
                  <a:pt x="7720" y="10452"/>
                  <a:pt x="8672" y="10452"/>
                </a:cubicBezTo>
                <a:cubicBezTo>
                  <a:pt x="9725" y="10452"/>
                  <a:pt x="10552" y="9725"/>
                  <a:pt x="10552" y="8673"/>
                </a:cubicBezTo>
                <a:cubicBezTo>
                  <a:pt x="10552" y="7620"/>
                  <a:pt x="9725" y="6893"/>
                  <a:pt x="8672" y="6893"/>
                </a:cubicBezTo>
                <a:close/>
                <a:moveTo>
                  <a:pt x="8672" y="4387"/>
                </a:moveTo>
                <a:cubicBezTo>
                  <a:pt x="11078" y="4387"/>
                  <a:pt x="13058" y="6267"/>
                  <a:pt x="13058" y="8673"/>
                </a:cubicBezTo>
                <a:cubicBezTo>
                  <a:pt x="13058" y="11079"/>
                  <a:pt x="11078" y="12958"/>
                  <a:pt x="8672" y="12958"/>
                </a:cubicBezTo>
                <a:cubicBezTo>
                  <a:pt x="6367" y="12958"/>
                  <a:pt x="4387" y="11079"/>
                  <a:pt x="4387" y="8673"/>
                </a:cubicBezTo>
                <a:cubicBezTo>
                  <a:pt x="4387" y="6267"/>
                  <a:pt x="6367" y="4387"/>
                  <a:pt x="8672" y="4387"/>
                </a:cubicBezTo>
                <a:close/>
                <a:moveTo>
                  <a:pt x="7620" y="1"/>
                </a:moveTo>
                <a:lnTo>
                  <a:pt x="6266" y="327"/>
                </a:lnTo>
                <a:lnTo>
                  <a:pt x="6066" y="1053"/>
                </a:lnTo>
                <a:cubicBezTo>
                  <a:pt x="5339" y="1254"/>
                  <a:pt x="4712" y="1580"/>
                  <a:pt x="4086" y="1981"/>
                </a:cubicBezTo>
                <a:lnTo>
                  <a:pt x="3459" y="1680"/>
                </a:lnTo>
                <a:lnTo>
                  <a:pt x="2407" y="2607"/>
                </a:lnTo>
                <a:lnTo>
                  <a:pt x="2607" y="3359"/>
                </a:lnTo>
                <a:cubicBezTo>
                  <a:pt x="2081" y="3986"/>
                  <a:pt x="1680" y="4612"/>
                  <a:pt x="1354" y="5239"/>
                </a:cubicBezTo>
                <a:lnTo>
                  <a:pt x="627" y="5339"/>
                </a:lnTo>
                <a:lnTo>
                  <a:pt x="201" y="6592"/>
                </a:lnTo>
                <a:lnTo>
                  <a:pt x="727" y="7219"/>
                </a:lnTo>
                <a:cubicBezTo>
                  <a:pt x="627" y="7845"/>
                  <a:pt x="627" y="8572"/>
                  <a:pt x="627" y="9299"/>
                </a:cubicBezTo>
                <a:lnTo>
                  <a:pt x="1" y="9825"/>
                </a:lnTo>
                <a:lnTo>
                  <a:pt x="326" y="11079"/>
                </a:lnTo>
                <a:lnTo>
                  <a:pt x="1053" y="11279"/>
                </a:lnTo>
                <a:cubicBezTo>
                  <a:pt x="1354" y="12006"/>
                  <a:pt x="1680" y="12632"/>
                  <a:pt x="2081" y="13259"/>
                </a:cubicBezTo>
                <a:lnTo>
                  <a:pt x="1780" y="14011"/>
                </a:lnTo>
                <a:lnTo>
                  <a:pt x="2607" y="14938"/>
                </a:lnTo>
                <a:lnTo>
                  <a:pt x="3459" y="14838"/>
                </a:lnTo>
                <a:cubicBezTo>
                  <a:pt x="3960" y="15264"/>
                  <a:pt x="4587" y="15665"/>
                  <a:pt x="5214" y="15991"/>
                </a:cubicBezTo>
                <a:lnTo>
                  <a:pt x="5339" y="16718"/>
                </a:lnTo>
                <a:lnTo>
                  <a:pt x="6592" y="17144"/>
                </a:lnTo>
                <a:lnTo>
                  <a:pt x="7219" y="16617"/>
                </a:lnTo>
                <a:cubicBezTo>
                  <a:pt x="7733" y="16688"/>
                  <a:pt x="8247" y="16759"/>
                  <a:pt x="8760" y="16759"/>
                </a:cubicBezTo>
                <a:cubicBezTo>
                  <a:pt x="8973" y="16759"/>
                  <a:pt x="9186" y="16747"/>
                  <a:pt x="9399" y="16718"/>
                </a:cubicBezTo>
                <a:lnTo>
                  <a:pt x="9825" y="17344"/>
                </a:lnTo>
                <a:lnTo>
                  <a:pt x="11179" y="17018"/>
                </a:lnTo>
                <a:lnTo>
                  <a:pt x="11379" y="16292"/>
                </a:lnTo>
                <a:cubicBezTo>
                  <a:pt x="12106" y="16091"/>
                  <a:pt x="12732" y="15765"/>
                  <a:pt x="13259" y="15364"/>
                </a:cubicBezTo>
                <a:lnTo>
                  <a:pt x="13986" y="15565"/>
                </a:lnTo>
                <a:lnTo>
                  <a:pt x="15038" y="14738"/>
                </a:lnTo>
                <a:lnTo>
                  <a:pt x="14838" y="13886"/>
                </a:lnTo>
                <a:cubicBezTo>
                  <a:pt x="15364" y="13384"/>
                  <a:pt x="15665" y="12758"/>
                  <a:pt x="15991" y="12131"/>
                </a:cubicBezTo>
                <a:lnTo>
                  <a:pt x="16818" y="12006"/>
                </a:lnTo>
                <a:lnTo>
                  <a:pt x="17244" y="10753"/>
                </a:lnTo>
                <a:lnTo>
                  <a:pt x="16617" y="10126"/>
                </a:lnTo>
                <a:cubicBezTo>
                  <a:pt x="16818" y="9500"/>
                  <a:pt x="16818" y="8773"/>
                  <a:pt x="16818" y="8046"/>
                </a:cubicBezTo>
                <a:lnTo>
                  <a:pt x="17344" y="7520"/>
                </a:lnTo>
                <a:lnTo>
                  <a:pt x="17118" y="6267"/>
                </a:lnTo>
                <a:lnTo>
                  <a:pt x="16291" y="5966"/>
                </a:lnTo>
                <a:cubicBezTo>
                  <a:pt x="16091" y="5339"/>
                  <a:pt x="15765" y="4713"/>
                  <a:pt x="15364" y="4086"/>
                </a:cubicBezTo>
                <a:lnTo>
                  <a:pt x="15665" y="3359"/>
                </a:lnTo>
                <a:lnTo>
                  <a:pt x="14737" y="2407"/>
                </a:lnTo>
                <a:lnTo>
                  <a:pt x="13986" y="2507"/>
                </a:lnTo>
                <a:cubicBezTo>
                  <a:pt x="13484" y="2106"/>
                  <a:pt x="12858" y="1680"/>
                  <a:pt x="12231" y="1354"/>
                </a:cubicBezTo>
                <a:lnTo>
                  <a:pt x="12106" y="627"/>
                </a:lnTo>
                <a:lnTo>
                  <a:pt x="10752" y="226"/>
                </a:lnTo>
                <a:lnTo>
                  <a:pt x="10226" y="728"/>
                </a:lnTo>
                <a:cubicBezTo>
                  <a:pt x="9712" y="657"/>
                  <a:pt x="9198" y="586"/>
                  <a:pt x="8684" y="586"/>
                </a:cubicBezTo>
                <a:cubicBezTo>
                  <a:pt x="8471" y="586"/>
                  <a:pt x="8259" y="598"/>
                  <a:pt x="8046" y="627"/>
                </a:cubicBezTo>
                <a:lnTo>
                  <a:pt x="762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120"/>
          <p:cNvSpPr/>
          <p:nvPr/>
        </p:nvSpPr>
        <p:spPr>
          <a:xfrm>
            <a:off x="1819709" y="3097985"/>
            <a:ext cx="350297" cy="352283"/>
          </a:xfrm>
          <a:custGeom>
            <a:avLst/>
            <a:gdLst/>
            <a:ahLst/>
            <a:cxnLst/>
            <a:rect l="l" t="t" r="r" b="b"/>
            <a:pathLst>
              <a:path w="17645" h="17745" extrusionOk="0">
                <a:moveTo>
                  <a:pt x="8772" y="7193"/>
                </a:moveTo>
                <a:cubicBezTo>
                  <a:pt x="9299" y="7193"/>
                  <a:pt x="9700" y="7419"/>
                  <a:pt x="10025" y="7720"/>
                </a:cubicBezTo>
                <a:cubicBezTo>
                  <a:pt x="10326" y="8045"/>
                  <a:pt x="10451" y="8446"/>
                  <a:pt x="10451" y="8873"/>
                </a:cubicBezTo>
                <a:cubicBezTo>
                  <a:pt x="10451" y="9299"/>
                  <a:pt x="10326" y="9700"/>
                  <a:pt x="10025" y="10025"/>
                </a:cubicBezTo>
                <a:cubicBezTo>
                  <a:pt x="9700" y="10326"/>
                  <a:pt x="9299" y="10552"/>
                  <a:pt x="8772" y="10552"/>
                </a:cubicBezTo>
                <a:cubicBezTo>
                  <a:pt x="8346" y="10552"/>
                  <a:pt x="7945" y="10326"/>
                  <a:pt x="7619" y="10025"/>
                </a:cubicBezTo>
                <a:cubicBezTo>
                  <a:pt x="7319" y="9700"/>
                  <a:pt x="7093" y="9299"/>
                  <a:pt x="7093" y="8873"/>
                </a:cubicBezTo>
                <a:cubicBezTo>
                  <a:pt x="7093" y="8446"/>
                  <a:pt x="7319" y="8045"/>
                  <a:pt x="7619" y="7720"/>
                </a:cubicBezTo>
                <a:cubicBezTo>
                  <a:pt x="7945" y="7419"/>
                  <a:pt x="8346" y="7193"/>
                  <a:pt x="8772" y="7193"/>
                </a:cubicBezTo>
                <a:close/>
                <a:moveTo>
                  <a:pt x="8772" y="6893"/>
                </a:moveTo>
                <a:cubicBezTo>
                  <a:pt x="7720" y="6893"/>
                  <a:pt x="6792" y="7720"/>
                  <a:pt x="6792" y="8873"/>
                </a:cubicBezTo>
                <a:cubicBezTo>
                  <a:pt x="6792" y="9925"/>
                  <a:pt x="7720" y="10852"/>
                  <a:pt x="8772" y="10852"/>
                </a:cubicBezTo>
                <a:cubicBezTo>
                  <a:pt x="9925" y="10852"/>
                  <a:pt x="10752" y="9925"/>
                  <a:pt x="10752" y="8873"/>
                </a:cubicBezTo>
                <a:cubicBezTo>
                  <a:pt x="10752" y="7720"/>
                  <a:pt x="9925" y="6893"/>
                  <a:pt x="8772" y="6893"/>
                </a:cubicBezTo>
                <a:close/>
                <a:moveTo>
                  <a:pt x="8772" y="4687"/>
                </a:moveTo>
                <a:cubicBezTo>
                  <a:pt x="9925" y="4687"/>
                  <a:pt x="10953" y="5213"/>
                  <a:pt x="11705" y="5940"/>
                </a:cubicBezTo>
                <a:cubicBezTo>
                  <a:pt x="12532" y="6692"/>
                  <a:pt x="12958" y="7720"/>
                  <a:pt x="12958" y="8873"/>
                </a:cubicBezTo>
                <a:cubicBezTo>
                  <a:pt x="12958" y="10025"/>
                  <a:pt x="12532" y="11078"/>
                  <a:pt x="11705" y="11805"/>
                </a:cubicBezTo>
                <a:cubicBezTo>
                  <a:pt x="10953" y="12532"/>
                  <a:pt x="9925" y="13058"/>
                  <a:pt x="8772" y="13058"/>
                </a:cubicBezTo>
                <a:cubicBezTo>
                  <a:pt x="7619" y="13058"/>
                  <a:pt x="6692" y="12532"/>
                  <a:pt x="5840" y="11805"/>
                </a:cubicBezTo>
                <a:cubicBezTo>
                  <a:pt x="5113" y="11078"/>
                  <a:pt x="4687" y="10025"/>
                  <a:pt x="4687" y="8873"/>
                </a:cubicBezTo>
                <a:cubicBezTo>
                  <a:pt x="4687" y="7720"/>
                  <a:pt x="5113" y="6692"/>
                  <a:pt x="5840" y="5940"/>
                </a:cubicBezTo>
                <a:cubicBezTo>
                  <a:pt x="6692" y="5213"/>
                  <a:pt x="7619" y="4687"/>
                  <a:pt x="8772" y="4687"/>
                </a:cubicBezTo>
                <a:close/>
                <a:moveTo>
                  <a:pt x="8772" y="4386"/>
                </a:moveTo>
                <a:cubicBezTo>
                  <a:pt x="6366" y="4386"/>
                  <a:pt x="4386" y="6366"/>
                  <a:pt x="4386" y="8873"/>
                </a:cubicBezTo>
                <a:cubicBezTo>
                  <a:pt x="4386" y="11379"/>
                  <a:pt x="6366" y="13359"/>
                  <a:pt x="8772" y="13359"/>
                </a:cubicBezTo>
                <a:cubicBezTo>
                  <a:pt x="11279" y="13359"/>
                  <a:pt x="13259" y="11379"/>
                  <a:pt x="13259" y="8873"/>
                </a:cubicBezTo>
                <a:cubicBezTo>
                  <a:pt x="13259" y="6366"/>
                  <a:pt x="11279" y="4386"/>
                  <a:pt x="8772" y="4386"/>
                </a:cubicBezTo>
                <a:close/>
                <a:moveTo>
                  <a:pt x="7619" y="426"/>
                </a:moveTo>
                <a:lnTo>
                  <a:pt x="8045" y="928"/>
                </a:lnTo>
                <a:lnTo>
                  <a:pt x="8873" y="928"/>
                </a:lnTo>
                <a:cubicBezTo>
                  <a:pt x="9299" y="928"/>
                  <a:pt x="9825" y="928"/>
                  <a:pt x="10326" y="1053"/>
                </a:cubicBezTo>
                <a:lnTo>
                  <a:pt x="10953" y="527"/>
                </a:lnTo>
                <a:lnTo>
                  <a:pt x="12005" y="928"/>
                </a:lnTo>
                <a:lnTo>
                  <a:pt x="12106" y="1680"/>
                </a:lnTo>
                <a:lnTo>
                  <a:pt x="12206" y="1680"/>
                </a:lnTo>
                <a:cubicBezTo>
                  <a:pt x="12832" y="1980"/>
                  <a:pt x="13459" y="2406"/>
                  <a:pt x="13985" y="2807"/>
                </a:cubicBezTo>
                <a:lnTo>
                  <a:pt x="13985" y="2933"/>
                </a:lnTo>
                <a:lnTo>
                  <a:pt x="14837" y="2707"/>
                </a:lnTo>
                <a:lnTo>
                  <a:pt x="15564" y="3559"/>
                </a:lnTo>
                <a:lnTo>
                  <a:pt x="15238" y="4286"/>
                </a:lnTo>
                <a:lnTo>
                  <a:pt x="15339" y="4386"/>
                </a:lnTo>
                <a:cubicBezTo>
                  <a:pt x="15765" y="4913"/>
                  <a:pt x="16091" y="5539"/>
                  <a:pt x="16291" y="6266"/>
                </a:cubicBezTo>
                <a:lnTo>
                  <a:pt x="16291" y="6366"/>
                </a:lnTo>
                <a:lnTo>
                  <a:pt x="17018" y="6567"/>
                </a:lnTo>
                <a:lnTo>
                  <a:pt x="17344" y="7720"/>
                </a:lnTo>
                <a:lnTo>
                  <a:pt x="16717" y="8146"/>
                </a:lnTo>
                <a:lnTo>
                  <a:pt x="16717" y="8246"/>
                </a:lnTo>
                <a:lnTo>
                  <a:pt x="16717" y="8873"/>
                </a:lnTo>
                <a:cubicBezTo>
                  <a:pt x="16717" y="9399"/>
                  <a:pt x="16717" y="9925"/>
                  <a:pt x="16592" y="10326"/>
                </a:cubicBezTo>
                <a:lnTo>
                  <a:pt x="16592" y="10451"/>
                </a:lnTo>
                <a:lnTo>
                  <a:pt x="17118" y="10953"/>
                </a:lnTo>
                <a:lnTo>
                  <a:pt x="16717" y="12106"/>
                </a:lnTo>
                <a:lnTo>
                  <a:pt x="15965" y="12206"/>
                </a:lnTo>
                <a:cubicBezTo>
                  <a:pt x="15665" y="12958"/>
                  <a:pt x="15238" y="13459"/>
                  <a:pt x="14837" y="13985"/>
                </a:cubicBezTo>
                <a:lnTo>
                  <a:pt x="14712" y="14086"/>
                </a:lnTo>
                <a:lnTo>
                  <a:pt x="14938" y="14837"/>
                </a:lnTo>
                <a:lnTo>
                  <a:pt x="14086" y="15665"/>
                </a:lnTo>
                <a:lnTo>
                  <a:pt x="13359" y="15339"/>
                </a:lnTo>
                <a:cubicBezTo>
                  <a:pt x="12732" y="15765"/>
                  <a:pt x="12106" y="16091"/>
                  <a:pt x="11379" y="16391"/>
                </a:cubicBezTo>
                <a:lnTo>
                  <a:pt x="11178" y="17118"/>
                </a:lnTo>
                <a:lnTo>
                  <a:pt x="10025" y="17344"/>
                </a:lnTo>
                <a:lnTo>
                  <a:pt x="9499" y="16817"/>
                </a:lnTo>
                <a:lnTo>
                  <a:pt x="8772" y="16817"/>
                </a:lnTo>
                <a:cubicBezTo>
                  <a:pt x="8246" y="16817"/>
                  <a:pt x="7820" y="16717"/>
                  <a:pt x="7319" y="16717"/>
                </a:cubicBezTo>
                <a:lnTo>
                  <a:pt x="7319" y="16592"/>
                </a:lnTo>
                <a:lnTo>
                  <a:pt x="6692" y="17118"/>
                </a:lnTo>
                <a:lnTo>
                  <a:pt x="5639" y="16817"/>
                </a:lnTo>
                <a:lnTo>
                  <a:pt x="5539" y="16091"/>
                </a:lnTo>
                <a:lnTo>
                  <a:pt x="5439" y="16091"/>
                </a:lnTo>
                <a:cubicBezTo>
                  <a:pt x="4812" y="15765"/>
                  <a:pt x="4186" y="15339"/>
                  <a:pt x="3659" y="14837"/>
                </a:cubicBezTo>
                <a:lnTo>
                  <a:pt x="3559" y="14837"/>
                </a:lnTo>
                <a:lnTo>
                  <a:pt x="2807" y="15038"/>
                </a:lnTo>
                <a:lnTo>
                  <a:pt x="2081" y="14086"/>
                </a:lnTo>
                <a:lnTo>
                  <a:pt x="2306" y="13459"/>
                </a:lnTo>
                <a:lnTo>
                  <a:pt x="2306" y="13359"/>
                </a:lnTo>
                <a:cubicBezTo>
                  <a:pt x="1880" y="12832"/>
                  <a:pt x="1554" y="12206"/>
                  <a:pt x="1354" y="11479"/>
                </a:cubicBezTo>
                <a:lnTo>
                  <a:pt x="1354" y="11379"/>
                </a:lnTo>
                <a:lnTo>
                  <a:pt x="527" y="11178"/>
                </a:lnTo>
                <a:lnTo>
                  <a:pt x="301" y="10025"/>
                </a:lnTo>
                <a:lnTo>
                  <a:pt x="928" y="9599"/>
                </a:lnTo>
                <a:lnTo>
                  <a:pt x="928" y="9499"/>
                </a:lnTo>
                <a:cubicBezTo>
                  <a:pt x="928" y="9299"/>
                  <a:pt x="827" y="9073"/>
                  <a:pt x="827" y="8873"/>
                </a:cubicBezTo>
                <a:cubicBezTo>
                  <a:pt x="827" y="8346"/>
                  <a:pt x="928" y="7820"/>
                  <a:pt x="1053" y="7419"/>
                </a:cubicBezTo>
                <a:lnTo>
                  <a:pt x="1053" y="7319"/>
                </a:lnTo>
                <a:lnTo>
                  <a:pt x="527" y="6792"/>
                </a:lnTo>
                <a:lnTo>
                  <a:pt x="827" y="5639"/>
                </a:lnTo>
                <a:lnTo>
                  <a:pt x="1554" y="5539"/>
                </a:lnTo>
                <a:lnTo>
                  <a:pt x="1680" y="5439"/>
                </a:lnTo>
                <a:cubicBezTo>
                  <a:pt x="1980" y="4812"/>
                  <a:pt x="2306" y="4286"/>
                  <a:pt x="2807" y="3659"/>
                </a:cubicBezTo>
                <a:lnTo>
                  <a:pt x="2707" y="2933"/>
                </a:lnTo>
                <a:lnTo>
                  <a:pt x="3559" y="2081"/>
                </a:lnTo>
                <a:lnTo>
                  <a:pt x="4286" y="2406"/>
                </a:lnTo>
                <a:lnTo>
                  <a:pt x="4286" y="2306"/>
                </a:lnTo>
                <a:lnTo>
                  <a:pt x="6166" y="1354"/>
                </a:lnTo>
                <a:lnTo>
                  <a:pt x="6266" y="1354"/>
                </a:lnTo>
                <a:lnTo>
                  <a:pt x="6467" y="627"/>
                </a:lnTo>
                <a:lnTo>
                  <a:pt x="7619" y="426"/>
                </a:lnTo>
                <a:close/>
                <a:moveTo>
                  <a:pt x="7720" y="0"/>
                </a:moveTo>
                <a:lnTo>
                  <a:pt x="6266" y="301"/>
                </a:lnTo>
                <a:lnTo>
                  <a:pt x="5959" y="1104"/>
                </a:lnTo>
                <a:lnTo>
                  <a:pt x="5959" y="1104"/>
                </a:lnTo>
                <a:cubicBezTo>
                  <a:pt x="5369" y="1384"/>
                  <a:pt x="4689" y="1689"/>
                  <a:pt x="4217" y="2056"/>
                </a:cubicBezTo>
                <a:lnTo>
                  <a:pt x="4217" y="2056"/>
                </a:lnTo>
                <a:lnTo>
                  <a:pt x="3434" y="1780"/>
                </a:lnTo>
                <a:lnTo>
                  <a:pt x="2306" y="2707"/>
                </a:lnTo>
                <a:lnTo>
                  <a:pt x="2489" y="3577"/>
                </a:lnTo>
                <a:lnTo>
                  <a:pt x="2489" y="3577"/>
                </a:lnTo>
                <a:cubicBezTo>
                  <a:pt x="2045" y="4124"/>
                  <a:pt x="1695" y="4672"/>
                  <a:pt x="1403" y="5220"/>
                </a:cubicBezTo>
                <a:lnTo>
                  <a:pt x="1403" y="5220"/>
                </a:lnTo>
                <a:lnTo>
                  <a:pt x="627" y="5314"/>
                </a:lnTo>
                <a:lnTo>
                  <a:pt x="101" y="6792"/>
                </a:lnTo>
                <a:lnTo>
                  <a:pt x="695" y="7482"/>
                </a:lnTo>
                <a:lnTo>
                  <a:pt x="695" y="7482"/>
                </a:lnTo>
                <a:cubicBezTo>
                  <a:pt x="606" y="7933"/>
                  <a:pt x="527" y="8403"/>
                  <a:pt x="527" y="8873"/>
                </a:cubicBezTo>
                <a:cubicBezTo>
                  <a:pt x="527" y="9042"/>
                  <a:pt x="598" y="9229"/>
                  <a:pt x="620" y="9404"/>
                </a:cubicBezTo>
                <a:lnTo>
                  <a:pt x="620" y="9404"/>
                </a:lnTo>
                <a:lnTo>
                  <a:pt x="0" y="9925"/>
                </a:lnTo>
                <a:lnTo>
                  <a:pt x="301" y="11379"/>
                </a:lnTo>
                <a:lnTo>
                  <a:pt x="1080" y="11677"/>
                </a:lnTo>
                <a:lnTo>
                  <a:pt x="1080" y="11677"/>
                </a:lnTo>
                <a:cubicBezTo>
                  <a:pt x="1279" y="12348"/>
                  <a:pt x="1651" y="12922"/>
                  <a:pt x="1934" y="13490"/>
                </a:cubicBezTo>
                <a:lnTo>
                  <a:pt x="1934" y="13490"/>
                </a:lnTo>
                <a:lnTo>
                  <a:pt x="1680" y="14211"/>
                </a:lnTo>
                <a:lnTo>
                  <a:pt x="2707" y="15339"/>
                </a:lnTo>
                <a:lnTo>
                  <a:pt x="3462" y="15161"/>
                </a:lnTo>
                <a:lnTo>
                  <a:pt x="3462" y="15161"/>
                </a:lnTo>
                <a:cubicBezTo>
                  <a:pt x="3960" y="15560"/>
                  <a:pt x="4546" y="15937"/>
                  <a:pt x="5220" y="16249"/>
                </a:cubicBezTo>
                <a:lnTo>
                  <a:pt x="5220" y="16249"/>
                </a:lnTo>
                <a:lnTo>
                  <a:pt x="5314" y="17018"/>
                </a:lnTo>
                <a:lnTo>
                  <a:pt x="6792" y="17544"/>
                </a:lnTo>
                <a:lnTo>
                  <a:pt x="7399" y="16937"/>
                </a:lnTo>
                <a:lnTo>
                  <a:pt x="7399" y="16937"/>
                </a:lnTo>
                <a:cubicBezTo>
                  <a:pt x="7789" y="17031"/>
                  <a:pt x="8281" y="17118"/>
                  <a:pt x="8772" y="17118"/>
                </a:cubicBezTo>
                <a:lnTo>
                  <a:pt x="9371" y="17118"/>
                </a:lnTo>
                <a:lnTo>
                  <a:pt x="9825" y="17745"/>
                </a:lnTo>
                <a:lnTo>
                  <a:pt x="11379" y="17444"/>
                </a:lnTo>
                <a:lnTo>
                  <a:pt x="11563" y="16568"/>
                </a:lnTo>
                <a:lnTo>
                  <a:pt x="11563" y="16568"/>
                </a:lnTo>
                <a:cubicBezTo>
                  <a:pt x="12248" y="16373"/>
                  <a:pt x="12945" y="16088"/>
                  <a:pt x="13426" y="15692"/>
                </a:cubicBezTo>
                <a:lnTo>
                  <a:pt x="13426" y="15692"/>
                </a:lnTo>
                <a:lnTo>
                  <a:pt x="14086" y="15965"/>
                </a:lnTo>
                <a:lnTo>
                  <a:pt x="15238" y="14938"/>
                </a:lnTo>
                <a:lnTo>
                  <a:pt x="15141" y="14105"/>
                </a:lnTo>
                <a:lnTo>
                  <a:pt x="15141" y="14105"/>
                </a:lnTo>
                <a:cubicBezTo>
                  <a:pt x="15591" y="13629"/>
                  <a:pt x="15947" y="13079"/>
                  <a:pt x="16242" y="12526"/>
                </a:cubicBezTo>
                <a:lnTo>
                  <a:pt x="16242" y="12526"/>
                </a:lnTo>
                <a:lnTo>
                  <a:pt x="17018" y="12431"/>
                </a:lnTo>
                <a:lnTo>
                  <a:pt x="17444" y="10953"/>
                </a:lnTo>
                <a:lnTo>
                  <a:pt x="16949" y="10269"/>
                </a:lnTo>
                <a:lnTo>
                  <a:pt x="16949" y="10269"/>
                </a:lnTo>
                <a:cubicBezTo>
                  <a:pt x="17018" y="9803"/>
                  <a:pt x="17018" y="9338"/>
                  <a:pt x="17018" y="8873"/>
                </a:cubicBezTo>
                <a:lnTo>
                  <a:pt x="17018" y="8274"/>
                </a:lnTo>
                <a:lnTo>
                  <a:pt x="17018" y="8274"/>
                </a:lnTo>
                <a:lnTo>
                  <a:pt x="17645" y="7820"/>
                </a:lnTo>
                <a:lnTo>
                  <a:pt x="17344" y="6266"/>
                </a:lnTo>
                <a:lnTo>
                  <a:pt x="16568" y="6083"/>
                </a:lnTo>
                <a:lnTo>
                  <a:pt x="16568" y="6083"/>
                </a:lnTo>
                <a:cubicBezTo>
                  <a:pt x="16369" y="5424"/>
                  <a:pt x="15989" y="4846"/>
                  <a:pt x="15620" y="4272"/>
                </a:cubicBezTo>
                <a:lnTo>
                  <a:pt x="15620" y="4272"/>
                </a:lnTo>
                <a:lnTo>
                  <a:pt x="15965" y="3559"/>
                </a:lnTo>
                <a:lnTo>
                  <a:pt x="14938" y="2406"/>
                </a:lnTo>
                <a:lnTo>
                  <a:pt x="14183" y="2584"/>
                </a:lnTo>
                <a:lnTo>
                  <a:pt x="14183" y="2584"/>
                </a:lnTo>
                <a:cubicBezTo>
                  <a:pt x="13685" y="2185"/>
                  <a:pt x="13099" y="1808"/>
                  <a:pt x="12424" y="1496"/>
                </a:cubicBezTo>
                <a:lnTo>
                  <a:pt x="12424" y="1496"/>
                </a:lnTo>
                <a:lnTo>
                  <a:pt x="12331" y="727"/>
                </a:lnTo>
                <a:lnTo>
                  <a:pt x="10852" y="201"/>
                </a:lnTo>
                <a:lnTo>
                  <a:pt x="10326" y="727"/>
                </a:lnTo>
                <a:cubicBezTo>
                  <a:pt x="9825" y="627"/>
                  <a:pt x="9299" y="627"/>
                  <a:pt x="8873" y="627"/>
                </a:cubicBezTo>
                <a:lnTo>
                  <a:pt x="8173" y="627"/>
                </a:lnTo>
                <a:lnTo>
                  <a:pt x="7720" y="0"/>
                </a:lnTo>
                <a:close/>
              </a:path>
            </a:pathLst>
          </a:custGeom>
          <a:solidFill>
            <a:srgbClr val="282579"/>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120"/>
          <p:cNvSpPr/>
          <p:nvPr/>
        </p:nvSpPr>
        <p:spPr>
          <a:xfrm>
            <a:off x="2058039" y="2801429"/>
            <a:ext cx="246806" cy="246826"/>
          </a:xfrm>
          <a:custGeom>
            <a:avLst/>
            <a:gdLst/>
            <a:ahLst/>
            <a:cxnLst/>
            <a:rect l="l" t="t" r="r" b="b"/>
            <a:pathLst>
              <a:path w="12432" h="12433" extrusionOk="0">
                <a:moveTo>
                  <a:pt x="6166" y="3134"/>
                </a:moveTo>
                <a:cubicBezTo>
                  <a:pt x="7945" y="3134"/>
                  <a:pt x="9299" y="4487"/>
                  <a:pt x="9299" y="6166"/>
                </a:cubicBezTo>
                <a:cubicBezTo>
                  <a:pt x="9299" y="7846"/>
                  <a:pt x="7945" y="9299"/>
                  <a:pt x="6166" y="9299"/>
                </a:cubicBezTo>
                <a:cubicBezTo>
                  <a:pt x="4487" y="9299"/>
                  <a:pt x="3133" y="7846"/>
                  <a:pt x="3133" y="6166"/>
                </a:cubicBezTo>
                <a:cubicBezTo>
                  <a:pt x="3133" y="4487"/>
                  <a:pt x="4487" y="3134"/>
                  <a:pt x="6166" y="3134"/>
                </a:cubicBezTo>
                <a:close/>
                <a:moveTo>
                  <a:pt x="5439" y="1"/>
                </a:moveTo>
                <a:lnTo>
                  <a:pt x="4487" y="201"/>
                </a:lnTo>
                <a:lnTo>
                  <a:pt x="4286" y="728"/>
                </a:lnTo>
                <a:cubicBezTo>
                  <a:pt x="3760" y="828"/>
                  <a:pt x="3334" y="1154"/>
                  <a:pt x="2933" y="1455"/>
                </a:cubicBezTo>
                <a:lnTo>
                  <a:pt x="2406" y="1154"/>
                </a:lnTo>
                <a:lnTo>
                  <a:pt x="1680" y="1881"/>
                </a:lnTo>
                <a:lnTo>
                  <a:pt x="1780" y="2407"/>
                </a:lnTo>
                <a:cubicBezTo>
                  <a:pt x="1454" y="2833"/>
                  <a:pt x="1153" y="3234"/>
                  <a:pt x="953" y="3660"/>
                </a:cubicBezTo>
                <a:lnTo>
                  <a:pt x="426" y="3760"/>
                </a:lnTo>
                <a:lnTo>
                  <a:pt x="101" y="4713"/>
                </a:lnTo>
                <a:lnTo>
                  <a:pt x="527" y="5114"/>
                </a:lnTo>
                <a:cubicBezTo>
                  <a:pt x="426" y="5640"/>
                  <a:pt x="426" y="6166"/>
                  <a:pt x="426" y="6693"/>
                </a:cubicBezTo>
                <a:lnTo>
                  <a:pt x="0" y="6993"/>
                </a:lnTo>
                <a:lnTo>
                  <a:pt x="201" y="7946"/>
                </a:lnTo>
                <a:lnTo>
                  <a:pt x="727" y="8046"/>
                </a:lnTo>
                <a:cubicBezTo>
                  <a:pt x="953" y="8572"/>
                  <a:pt x="1153" y="9099"/>
                  <a:pt x="1454" y="9500"/>
                </a:cubicBezTo>
                <a:lnTo>
                  <a:pt x="1254" y="9926"/>
                </a:lnTo>
                <a:lnTo>
                  <a:pt x="1880" y="10653"/>
                </a:lnTo>
                <a:lnTo>
                  <a:pt x="2406" y="10552"/>
                </a:lnTo>
                <a:cubicBezTo>
                  <a:pt x="2832" y="10853"/>
                  <a:pt x="3233" y="11179"/>
                  <a:pt x="3760" y="11379"/>
                </a:cubicBezTo>
                <a:lnTo>
                  <a:pt x="3760" y="11906"/>
                </a:lnTo>
                <a:lnTo>
                  <a:pt x="4712" y="12232"/>
                </a:lnTo>
                <a:lnTo>
                  <a:pt x="5113" y="11906"/>
                </a:lnTo>
                <a:cubicBezTo>
                  <a:pt x="5376" y="11956"/>
                  <a:pt x="5640" y="11981"/>
                  <a:pt x="5903" y="11981"/>
                </a:cubicBezTo>
                <a:cubicBezTo>
                  <a:pt x="6166" y="11981"/>
                  <a:pt x="6429" y="11956"/>
                  <a:pt x="6692" y="11906"/>
                </a:cubicBezTo>
                <a:lnTo>
                  <a:pt x="6993" y="12432"/>
                </a:lnTo>
                <a:lnTo>
                  <a:pt x="7945" y="12232"/>
                </a:lnTo>
                <a:lnTo>
                  <a:pt x="8146" y="11605"/>
                </a:lnTo>
                <a:cubicBezTo>
                  <a:pt x="8572" y="11480"/>
                  <a:pt x="9098" y="11279"/>
                  <a:pt x="9499" y="10978"/>
                </a:cubicBezTo>
                <a:lnTo>
                  <a:pt x="10025" y="11179"/>
                </a:lnTo>
                <a:lnTo>
                  <a:pt x="10752" y="10552"/>
                </a:lnTo>
                <a:lnTo>
                  <a:pt x="10552" y="9926"/>
                </a:lnTo>
                <a:cubicBezTo>
                  <a:pt x="10978" y="9600"/>
                  <a:pt x="11178" y="9099"/>
                  <a:pt x="11379" y="8673"/>
                </a:cubicBezTo>
                <a:lnTo>
                  <a:pt x="12005" y="8572"/>
                </a:lnTo>
                <a:lnTo>
                  <a:pt x="12331" y="7620"/>
                </a:lnTo>
                <a:lnTo>
                  <a:pt x="11905" y="7219"/>
                </a:lnTo>
                <a:cubicBezTo>
                  <a:pt x="12005" y="6793"/>
                  <a:pt x="12005" y="6267"/>
                  <a:pt x="12005" y="5740"/>
                </a:cubicBezTo>
                <a:lnTo>
                  <a:pt x="12432" y="5339"/>
                </a:lnTo>
                <a:lnTo>
                  <a:pt x="12231" y="4387"/>
                </a:lnTo>
                <a:lnTo>
                  <a:pt x="11705" y="4287"/>
                </a:lnTo>
                <a:cubicBezTo>
                  <a:pt x="11479" y="3760"/>
                  <a:pt x="11279" y="3334"/>
                  <a:pt x="10978" y="2933"/>
                </a:cubicBezTo>
                <a:lnTo>
                  <a:pt x="11178" y="2407"/>
                </a:lnTo>
                <a:lnTo>
                  <a:pt x="10552" y="1680"/>
                </a:lnTo>
                <a:lnTo>
                  <a:pt x="10025" y="1780"/>
                </a:lnTo>
                <a:cubicBezTo>
                  <a:pt x="9599" y="1455"/>
                  <a:pt x="9198" y="1154"/>
                  <a:pt x="8672" y="953"/>
                </a:cubicBezTo>
                <a:lnTo>
                  <a:pt x="8572" y="427"/>
                </a:lnTo>
                <a:lnTo>
                  <a:pt x="7720" y="101"/>
                </a:lnTo>
                <a:lnTo>
                  <a:pt x="7319" y="527"/>
                </a:lnTo>
                <a:cubicBezTo>
                  <a:pt x="6947" y="456"/>
                  <a:pt x="6574" y="385"/>
                  <a:pt x="6202" y="385"/>
                </a:cubicBezTo>
                <a:cubicBezTo>
                  <a:pt x="6048" y="385"/>
                  <a:pt x="5894" y="398"/>
                  <a:pt x="5740" y="427"/>
                </a:cubicBezTo>
                <a:lnTo>
                  <a:pt x="543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120"/>
          <p:cNvSpPr/>
          <p:nvPr/>
        </p:nvSpPr>
        <p:spPr>
          <a:xfrm>
            <a:off x="2054048" y="2797458"/>
            <a:ext cx="252782" cy="252782"/>
          </a:xfrm>
          <a:custGeom>
            <a:avLst/>
            <a:gdLst/>
            <a:ahLst/>
            <a:cxnLst/>
            <a:rect l="l" t="t" r="r" b="b"/>
            <a:pathLst>
              <a:path w="12733" h="12733" extrusionOk="0">
                <a:moveTo>
                  <a:pt x="6367" y="3434"/>
                </a:moveTo>
                <a:cubicBezTo>
                  <a:pt x="7194" y="3434"/>
                  <a:pt x="7921" y="3760"/>
                  <a:pt x="8447" y="4286"/>
                </a:cubicBezTo>
                <a:cubicBezTo>
                  <a:pt x="8973" y="4787"/>
                  <a:pt x="9299" y="5539"/>
                  <a:pt x="9299" y="6366"/>
                </a:cubicBezTo>
                <a:cubicBezTo>
                  <a:pt x="9299" y="7193"/>
                  <a:pt x="8973" y="7920"/>
                  <a:pt x="8447" y="8447"/>
                </a:cubicBezTo>
                <a:cubicBezTo>
                  <a:pt x="7921" y="8973"/>
                  <a:pt x="7194" y="9299"/>
                  <a:pt x="6367" y="9299"/>
                </a:cubicBezTo>
                <a:cubicBezTo>
                  <a:pt x="5640" y="9299"/>
                  <a:pt x="4913" y="8973"/>
                  <a:pt x="4387" y="8447"/>
                </a:cubicBezTo>
                <a:cubicBezTo>
                  <a:pt x="3861" y="7920"/>
                  <a:pt x="3434" y="7193"/>
                  <a:pt x="3434" y="6366"/>
                </a:cubicBezTo>
                <a:cubicBezTo>
                  <a:pt x="3434" y="5539"/>
                  <a:pt x="3861" y="4787"/>
                  <a:pt x="4387" y="4286"/>
                </a:cubicBezTo>
                <a:cubicBezTo>
                  <a:pt x="4913" y="3760"/>
                  <a:pt x="5640" y="3434"/>
                  <a:pt x="6367" y="3434"/>
                </a:cubicBezTo>
                <a:close/>
                <a:moveTo>
                  <a:pt x="6367" y="3133"/>
                </a:moveTo>
                <a:cubicBezTo>
                  <a:pt x="4587" y="3133"/>
                  <a:pt x="3134" y="4587"/>
                  <a:pt x="3134" y="6366"/>
                </a:cubicBezTo>
                <a:cubicBezTo>
                  <a:pt x="3134" y="8146"/>
                  <a:pt x="4587" y="9599"/>
                  <a:pt x="6367" y="9599"/>
                </a:cubicBezTo>
                <a:cubicBezTo>
                  <a:pt x="8247" y="9599"/>
                  <a:pt x="9600" y="8146"/>
                  <a:pt x="9600" y="6366"/>
                </a:cubicBezTo>
                <a:cubicBezTo>
                  <a:pt x="9600" y="4587"/>
                  <a:pt x="8247" y="3133"/>
                  <a:pt x="6367" y="3133"/>
                </a:cubicBezTo>
                <a:close/>
                <a:moveTo>
                  <a:pt x="5540" y="301"/>
                </a:moveTo>
                <a:lnTo>
                  <a:pt x="5841" y="727"/>
                </a:lnTo>
                <a:lnTo>
                  <a:pt x="6467" y="727"/>
                </a:lnTo>
                <a:cubicBezTo>
                  <a:pt x="6793" y="727"/>
                  <a:pt x="7094" y="827"/>
                  <a:pt x="7419" y="827"/>
                </a:cubicBezTo>
                <a:lnTo>
                  <a:pt x="7520" y="827"/>
                </a:lnTo>
                <a:lnTo>
                  <a:pt x="7921" y="527"/>
                </a:lnTo>
                <a:lnTo>
                  <a:pt x="8673" y="727"/>
                </a:lnTo>
                <a:lnTo>
                  <a:pt x="8773" y="1153"/>
                </a:lnTo>
                <a:lnTo>
                  <a:pt x="8773" y="1254"/>
                </a:lnTo>
                <a:lnTo>
                  <a:pt x="8873" y="1254"/>
                </a:lnTo>
                <a:cubicBezTo>
                  <a:pt x="9299" y="1454"/>
                  <a:pt x="9700" y="1780"/>
                  <a:pt x="10126" y="2081"/>
                </a:cubicBezTo>
                <a:lnTo>
                  <a:pt x="10126" y="2181"/>
                </a:lnTo>
                <a:lnTo>
                  <a:pt x="10653" y="2081"/>
                </a:lnTo>
                <a:lnTo>
                  <a:pt x="11179" y="2607"/>
                </a:lnTo>
                <a:lnTo>
                  <a:pt x="10953" y="3133"/>
                </a:lnTo>
                <a:lnTo>
                  <a:pt x="11054" y="3133"/>
                </a:lnTo>
                <a:cubicBezTo>
                  <a:pt x="11279" y="3534"/>
                  <a:pt x="11580" y="4061"/>
                  <a:pt x="11680" y="4487"/>
                </a:cubicBezTo>
                <a:lnTo>
                  <a:pt x="11805" y="4587"/>
                </a:lnTo>
                <a:lnTo>
                  <a:pt x="12307" y="4787"/>
                </a:lnTo>
                <a:lnTo>
                  <a:pt x="12432" y="5539"/>
                </a:lnTo>
                <a:lnTo>
                  <a:pt x="12006" y="5840"/>
                </a:lnTo>
                <a:lnTo>
                  <a:pt x="12006" y="5940"/>
                </a:lnTo>
                <a:lnTo>
                  <a:pt x="12006" y="6366"/>
                </a:lnTo>
                <a:cubicBezTo>
                  <a:pt x="12006" y="6792"/>
                  <a:pt x="12006" y="7093"/>
                  <a:pt x="11906" y="7419"/>
                </a:cubicBezTo>
                <a:lnTo>
                  <a:pt x="11906" y="7519"/>
                </a:lnTo>
                <a:lnTo>
                  <a:pt x="12307" y="7920"/>
                </a:lnTo>
                <a:lnTo>
                  <a:pt x="12106" y="8672"/>
                </a:lnTo>
                <a:lnTo>
                  <a:pt x="11580" y="8672"/>
                </a:lnTo>
                <a:lnTo>
                  <a:pt x="11480" y="8772"/>
                </a:lnTo>
                <a:cubicBezTo>
                  <a:pt x="11279" y="9299"/>
                  <a:pt x="10953" y="9700"/>
                  <a:pt x="10653" y="10025"/>
                </a:cubicBezTo>
                <a:lnTo>
                  <a:pt x="10653" y="10126"/>
                </a:lnTo>
                <a:lnTo>
                  <a:pt x="10753" y="10652"/>
                </a:lnTo>
                <a:lnTo>
                  <a:pt x="10126" y="11178"/>
                </a:lnTo>
                <a:lnTo>
                  <a:pt x="9700" y="10953"/>
                </a:lnTo>
                <a:lnTo>
                  <a:pt x="9600" y="11053"/>
                </a:lnTo>
                <a:cubicBezTo>
                  <a:pt x="9174" y="11279"/>
                  <a:pt x="8773" y="11479"/>
                  <a:pt x="8247" y="11680"/>
                </a:cubicBezTo>
                <a:lnTo>
                  <a:pt x="8046" y="12206"/>
                </a:lnTo>
                <a:lnTo>
                  <a:pt x="7294" y="12432"/>
                </a:lnTo>
                <a:lnTo>
                  <a:pt x="6993" y="12005"/>
                </a:lnTo>
                <a:lnTo>
                  <a:pt x="6367" y="12005"/>
                </a:lnTo>
                <a:cubicBezTo>
                  <a:pt x="6041" y="12005"/>
                  <a:pt x="5740" y="12005"/>
                  <a:pt x="5314" y="11905"/>
                </a:cubicBezTo>
                <a:lnTo>
                  <a:pt x="4913" y="12306"/>
                </a:lnTo>
                <a:lnTo>
                  <a:pt x="4161" y="12005"/>
                </a:lnTo>
                <a:lnTo>
                  <a:pt x="4061" y="11579"/>
                </a:lnTo>
                <a:lnTo>
                  <a:pt x="4061" y="11479"/>
                </a:lnTo>
                <a:lnTo>
                  <a:pt x="3961" y="11479"/>
                </a:lnTo>
                <a:cubicBezTo>
                  <a:pt x="3535" y="11279"/>
                  <a:pt x="3134" y="10953"/>
                  <a:pt x="2708" y="10652"/>
                </a:cubicBezTo>
                <a:lnTo>
                  <a:pt x="2081" y="10752"/>
                </a:lnTo>
                <a:lnTo>
                  <a:pt x="1655" y="10126"/>
                </a:lnTo>
                <a:lnTo>
                  <a:pt x="1780" y="9599"/>
                </a:lnTo>
                <a:cubicBezTo>
                  <a:pt x="1455" y="9173"/>
                  <a:pt x="1254" y="8772"/>
                  <a:pt x="1028" y="8246"/>
                </a:cubicBezTo>
                <a:lnTo>
                  <a:pt x="1028" y="8146"/>
                </a:lnTo>
                <a:lnTo>
                  <a:pt x="527" y="8046"/>
                </a:lnTo>
                <a:lnTo>
                  <a:pt x="402" y="7193"/>
                </a:lnTo>
                <a:lnTo>
                  <a:pt x="828" y="6893"/>
                </a:lnTo>
                <a:lnTo>
                  <a:pt x="828" y="6792"/>
                </a:lnTo>
                <a:cubicBezTo>
                  <a:pt x="828" y="6667"/>
                  <a:pt x="728" y="6467"/>
                  <a:pt x="728" y="6366"/>
                </a:cubicBezTo>
                <a:cubicBezTo>
                  <a:pt x="728" y="6041"/>
                  <a:pt x="828" y="5640"/>
                  <a:pt x="828" y="5314"/>
                </a:cubicBezTo>
                <a:lnTo>
                  <a:pt x="928" y="5213"/>
                </a:lnTo>
                <a:lnTo>
                  <a:pt x="527" y="4787"/>
                </a:lnTo>
                <a:lnTo>
                  <a:pt x="728" y="4061"/>
                </a:lnTo>
                <a:lnTo>
                  <a:pt x="1254" y="4061"/>
                </a:lnTo>
                <a:lnTo>
                  <a:pt x="1354" y="3960"/>
                </a:lnTo>
                <a:cubicBezTo>
                  <a:pt x="1555" y="3534"/>
                  <a:pt x="1780" y="3133"/>
                  <a:pt x="2181" y="2707"/>
                </a:cubicBezTo>
                <a:lnTo>
                  <a:pt x="2181" y="2607"/>
                </a:lnTo>
                <a:lnTo>
                  <a:pt x="2081" y="2081"/>
                </a:lnTo>
                <a:lnTo>
                  <a:pt x="2607" y="1554"/>
                </a:lnTo>
                <a:lnTo>
                  <a:pt x="3134" y="1780"/>
                </a:lnTo>
                <a:lnTo>
                  <a:pt x="3234" y="1780"/>
                </a:lnTo>
                <a:cubicBezTo>
                  <a:pt x="3660" y="1454"/>
                  <a:pt x="4061" y="1254"/>
                  <a:pt x="4587" y="1028"/>
                </a:cubicBezTo>
                <a:lnTo>
                  <a:pt x="4788" y="527"/>
                </a:lnTo>
                <a:lnTo>
                  <a:pt x="5540" y="301"/>
                </a:lnTo>
                <a:close/>
                <a:moveTo>
                  <a:pt x="5640" y="0"/>
                </a:moveTo>
                <a:lnTo>
                  <a:pt x="4587" y="201"/>
                </a:lnTo>
                <a:lnTo>
                  <a:pt x="4409" y="757"/>
                </a:lnTo>
                <a:lnTo>
                  <a:pt x="4409" y="757"/>
                </a:lnTo>
                <a:cubicBezTo>
                  <a:pt x="3924" y="944"/>
                  <a:pt x="3444" y="1155"/>
                  <a:pt x="3068" y="1429"/>
                </a:cubicBezTo>
                <a:lnTo>
                  <a:pt x="3068" y="1429"/>
                </a:lnTo>
                <a:lnTo>
                  <a:pt x="2607" y="1254"/>
                </a:lnTo>
                <a:lnTo>
                  <a:pt x="1780" y="1980"/>
                </a:lnTo>
                <a:lnTo>
                  <a:pt x="1867" y="2523"/>
                </a:lnTo>
                <a:lnTo>
                  <a:pt x="1867" y="2523"/>
                </a:lnTo>
                <a:cubicBezTo>
                  <a:pt x="1564" y="2897"/>
                  <a:pt x="1284" y="3294"/>
                  <a:pt x="1066" y="3774"/>
                </a:cubicBezTo>
                <a:lnTo>
                  <a:pt x="1066" y="3774"/>
                </a:lnTo>
                <a:lnTo>
                  <a:pt x="527" y="3860"/>
                </a:lnTo>
                <a:lnTo>
                  <a:pt x="201" y="4913"/>
                </a:lnTo>
                <a:lnTo>
                  <a:pt x="542" y="5314"/>
                </a:lnTo>
                <a:lnTo>
                  <a:pt x="527" y="5314"/>
                </a:lnTo>
                <a:cubicBezTo>
                  <a:pt x="527" y="5640"/>
                  <a:pt x="402" y="5940"/>
                  <a:pt x="402" y="6366"/>
                </a:cubicBezTo>
                <a:cubicBezTo>
                  <a:pt x="402" y="6498"/>
                  <a:pt x="456" y="6586"/>
                  <a:pt x="493" y="6695"/>
                </a:cubicBezTo>
                <a:lnTo>
                  <a:pt x="493" y="6695"/>
                </a:lnTo>
                <a:lnTo>
                  <a:pt x="1" y="7093"/>
                </a:lnTo>
                <a:lnTo>
                  <a:pt x="302" y="8246"/>
                </a:lnTo>
                <a:lnTo>
                  <a:pt x="843" y="8419"/>
                </a:lnTo>
                <a:lnTo>
                  <a:pt x="843" y="8419"/>
                </a:lnTo>
                <a:cubicBezTo>
                  <a:pt x="951" y="8878"/>
                  <a:pt x="1226" y="9261"/>
                  <a:pt x="1495" y="9619"/>
                </a:cubicBezTo>
                <a:lnTo>
                  <a:pt x="1495" y="9619"/>
                </a:lnTo>
                <a:lnTo>
                  <a:pt x="1455" y="9599"/>
                </a:lnTo>
                <a:lnTo>
                  <a:pt x="1254" y="10226"/>
                </a:lnTo>
                <a:lnTo>
                  <a:pt x="1981" y="11053"/>
                </a:lnTo>
                <a:lnTo>
                  <a:pt x="2619" y="10965"/>
                </a:lnTo>
                <a:lnTo>
                  <a:pt x="2619" y="10965"/>
                </a:lnTo>
                <a:cubicBezTo>
                  <a:pt x="2968" y="11298"/>
                  <a:pt x="3341" y="11488"/>
                  <a:pt x="3785" y="11759"/>
                </a:cubicBezTo>
                <a:lnTo>
                  <a:pt x="3785" y="11759"/>
                </a:lnTo>
                <a:lnTo>
                  <a:pt x="3861" y="12306"/>
                </a:lnTo>
                <a:lnTo>
                  <a:pt x="4913" y="12632"/>
                </a:lnTo>
                <a:lnTo>
                  <a:pt x="5390" y="12227"/>
                </a:lnTo>
                <a:lnTo>
                  <a:pt x="5390" y="12227"/>
                </a:lnTo>
                <a:cubicBezTo>
                  <a:pt x="5700" y="12306"/>
                  <a:pt x="6066" y="12306"/>
                  <a:pt x="6367" y="12306"/>
                </a:cubicBezTo>
                <a:lnTo>
                  <a:pt x="6850" y="12306"/>
                </a:lnTo>
                <a:lnTo>
                  <a:pt x="7094" y="12732"/>
                </a:lnTo>
                <a:lnTo>
                  <a:pt x="8247" y="12532"/>
                </a:lnTo>
                <a:lnTo>
                  <a:pt x="8424" y="11976"/>
                </a:lnTo>
                <a:lnTo>
                  <a:pt x="8424" y="11976"/>
                </a:lnTo>
                <a:cubicBezTo>
                  <a:pt x="8890" y="11796"/>
                  <a:pt x="9351" y="11594"/>
                  <a:pt x="9720" y="11336"/>
                </a:cubicBezTo>
                <a:lnTo>
                  <a:pt x="9720" y="11336"/>
                </a:lnTo>
                <a:lnTo>
                  <a:pt x="10226" y="11579"/>
                </a:lnTo>
                <a:lnTo>
                  <a:pt x="11054" y="10752"/>
                </a:lnTo>
                <a:lnTo>
                  <a:pt x="10967" y="10209"/>
                </a:lnTo>
                <a:lnTo>
                  <a:pt x="10967" y="10209"/>
                </a:lnTo>
                <a:cubicBezTo>
                  <a:pt x="11287" y="9789"/>
                  <a:pt x="11583" y="9393"/>
                  <a:pt x="11805" y="8973"/>
                </a:cubicBezTo>
                <a:lnTo>
                  <a:pt x="12307" y="8973"/>
                </a:lnTo>
                <a:lnTo>
                  <a:pt x="12633" y="7820"/>
                </a:lnTo>
                <a:lnTo>
                  <a:pt x="12244" y="7340"/>
                </a:lnTo>
                <a:lnTo>
                  <a:pt x="12244" y="7340"/>
                </a:lnTo>
                <a:cubicBezTo>
                  <a:pt x="12307" y="7003"/>
                  <a:pt x="12307" y="6730"/>
                  <a:pt x="12307" y="6366"/>
                </a:cubicBezTo>
                <a:lnTo>
                  <a:pt x="12307" y="6041"/>
                </a:lnTo>
                <a:lnTo>
                  <a:pt x="12733" y="5640"/>
                </a:lnTo>
                <a:lnTo>
                  <a:pt x="12532" y="4487"/>
                </a:lnTo>
                <a:lnTo>
                  <a:pt x="11976" y="4309"/>
                </a:lnTo>
                <a:lnTo>
                  <a:pt x="11976" y="4309"/>
                </a:lnTo>
                <a:cubicBezTo>
                  <a:pt x="11789" y="3835"/>
                  <a:pt x="11580" y="3442"/>
                  <a:pt x="11308" y="3072"/>
                </a:cubicBezTo>
                <a:lnTo>
                  <a:pt x="11308" y="3072"/>
                </a:lnTo>
                <a:lnTo>
                  <a:pt x="11580" y="2507"/>
                </a:lnTo>
                <a:lnTo>
                  <a:pt x="10753" y="1655"/>
                </a:lnTo>
                <a:lnTo>
                  <a:pt x="10264" y="1830"/>
                </a:lnTo>
                <a:lnTo>
                  <a:pt x="10264" y="1830"/>
                </a:lnTo>
                <a:cubicBezTo>
                  <a:pt x="9900" y="1546"/>
                  <a:pt x="9448" y="1282"/>
                  <a:pt x="9061" y="1075"/>
                </a:cubicBezTo>
                <a:lnTo>
                  <a:pt x="9061" y="1075"/>
                </a:lnTo>
                <a:lnTo>
                  <a:pt x="8973" y="527"/>
                </a:lnTo>
                <a:lnTo>
                  <a:pt x="7820" y="101"/>
                </a:lnTo>
                <a:lnTo>
                  <a:pt x="7496" y="526"/>
                </a:lnTo>
                <a:lnTo>
                  <a:pt x="7496" y="526"/>
                </a:lnTo>
                <a:cubicBezTo>
                  <a:pt x="7175" y="521"/>
                  <a:pt x="6785" y="401"/>
                  <a:pt x="6467" y="401"/>
                </a:cubicBezTo>
                <a:lnTo>
                  <a:pt x="5946" y="401"/>
                </a:lnTo>
                <a:lnTo>
                  <a:pt x="5640" y="0"/>
                </a:lnTo>
                <a:close/>
              </a:path>
            </a:pathLst>
          </a:custGeom>
          <a:solidFill>
            <a:srgbClr val="282579"/>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120"/>
          <p:cNvSpPr/>
          <p:nvPr/>
        </p:nvSpPr>
        <p:spPr>
          <a:xfrm>
            <a:off x="1682886" y="3589077"/>
            <a:ext cx="1913622" cy="79132"/>
          </a:xfrm>
          <a:custGeom>
            <a:avLst/>
            <a:gdLst/>
            <a:ahLst/>
            <a:cxnLst/>
            <a:rect l="l" t="t" r="r" b="b"/>
            <a:pathLst>
              <a:path w="96392" h="3986" extrusionOk="0">
                <a:moveTo>
                  <a:pt x="0" y="0"/>
                </a:moveTo>
                <a:lnTo>
                  <a:pt x="0" y="3985"/>
                </a:lnTo>
                <a:lnTo>
                  <a:pt x="96392" y="3985"/>
                </a:lnTo>
                <a:lnTo>
                  <a:pt x="9639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120"/>
          <p:cNvSpPr/>
          <p:nvPr/>
        </p:nvSpPr>
        <p:spPr>
          <a:xfrm>
            <a:off x="1680881" y="3587091"/>
            <a:ext cx="1917613" cy="85088"/>
          </a:xfrm>
          <a:custGeom>
            <a:avLst/>
            <a:gdLst/>
            <a:ahLst/>
            <a:cxnLst/>
            <a:rect l="l" t="t" r="r" b="b"/>
            <a:pathLst>
              <a:path w="96593" h="4286" extrusionOk="0">
                <a:moveTo>
                  <a:pt x="96267" y="326"/>
                </a:moveTo>
                <a:lnTo>
                  <a:pt x="96267" y="3985"/>
                </a:lnTo>
                <a:lnTo>
                  <a:pt x="302" y="3985"/>
                </a:lnTo>
                <a:lnTo>
                  <a:pt x="302" y="326"/>
                </a:lnTo>
                <a:close/>
                <a:moveTo>
                  <a:pt x="1" y="0"/>
                </a:moveTo>
                <a:lnTo>
                  <a:pt x="1" y="4286"/>
                </a:lnTo>
                <a:lnTo>
                  <a:pt x="96593" y="4286"/>
                </a:lnTo>
                <a:lnTo>
                  <a:pt x="96593" y="4085"/>
                </a:lnTo>
                <a:lnTo>
                  <a:pt x="96593" y="0"/>
                </a:lnTo>
                <a:close/>
              </a:path>
            </a:pathLst>
          </a:custGeom>
          <a:solidFill>
            <a:srgbClr val="282579"/>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120"/>
          <p:cNvSpPr/>
          <p:nvPr/>
        </p:nvSpPr>
        <p:spPr>
          <a:xfrm>
            <a:off x="1682886" y="2565105"/>
            <a:ext cx="1913622" cy="76631"/>
          </a:xfrm>
          <a:custGeom>
            <a:avLst/>
            <a:gdLst/>
            <a:ahLst/>
            <a:cxnLst/>
            <a:rect l="l" t="t" r="r" b="b"/>
            <a:pathLst>
              <a:path w="96392" h="3860" extrusionOk="0">
                <a:moveTo>
                  <a:pt x="0" y="0"/>
                </a:moveTo>
                <a:lnTo>
                  <a:pt x="0" y="3860"/>
                </a:lnTo>
                <a:lnTo>
                  <a:pt x="96392" y="3860"/>
                </a:lnTo>
                <a:lnTo>
                  <a:pt x="9639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120"/>
          <p:cNvSpPr/>
          <p:nvPr/>
        </p:nvSpPr>
        <p:spPr>
          <a:xfrm>
            <a:off x="1680881" y="2561114"/>
            <a:ext cx="1917613" cy="85108"/>
          </a:xfrm>
          <a:custGeom>
            <a:avLst/>
            <a:gdLst/>
            <a:ahLst/>
            <a:cxnLst/>
            <a:rect l="l" t="t" r="r" b="b"/>
            <a:pathLst>
              <a:path w="96593" h="4287" extrusionOk="0">
                <a:moveTo>
                  <a:pt x="96267" y="301"/>
                </a:moveTo>
                <a:lnTo>
                  <a:pt x="96267" y="3960"/>
                </a:lnTo>
                <a:lnTo>
                  <a:pt x="302" y="3960"/>
                </a:lnTo>
                <a:lnTo>
                  <a:pt x="302" y="301"/>
                </a:lnTo>
                <a:close/>
                <a:moveTo>
                  <a:pt x="1" y="1"/>
                </a:moveTo>
                <a:lnTo>
                  <a:pt x="1" y="4286"/>
                </a:lnTo>
                <a:lnTo>
                  <a:pt x="96593" y="4286"/>
                </a:lnTo>
                <a:lnTo>
                  <a:pt x="96593" y="4061"/>
                </a:lnTo>
                <a:lnTo>
                  <a:pt x="96593" y="1"/>
                </a:ln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120"/>
          <p:cNvSpPr/>
          <p:nvPr/>
        </p:nvSpPr>
        <p:spPr>
          <a:xfrm>
            <a:off x="1713717" y="2587975"/>
            <a:ext cx="31367" cy="30871"/>
          </a:xfrm>
          <a:custGeom>
            <a:avLst/>
            <a:gdLst/>
            <a:ahLst/>
            <a:cxnLst/>
            <a:rect l="l" t="t" r="r" b="b"/>
            <a:pathLst>
              <a:path w="1580" h="1555" extrusionOk="0">
                <a:moveTo>
                  <a:pt x="853" y="1"/>
                </a:moveTo>
                <a:cubicBezTo>
                  <a:pt x="427" y="1"/>
                  <a:pt x="1" y="302"/>
                  <a:pt x="1" y="828"/>
                </a:cubicBezTo>
                <a:cubicBezTo>
                  <a:pt x="1" y="1254"/>
                  <a:pt x="427" y="1555"/>
                  <a:pt x="853" y="1555"/>
                </a:cubicBezTo>
                <a:cubicBezTo>
                  <a:pt x="1254" y="1555"/>
                  <a:pt x="1580" y="1254"/>
                  <a:pt x="1580" y="828"/>
                </a:cubicBezTo>
                <a:cubicBezTo>
                  <a:pt x="1580" y="302"/>
                  <a:pt x="1254" y="1"/>
                  <a:pt x="8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120"/>
          <p:cNvSpPr/>
          <p:nvPr/>
        </p:nvSpPr>
        <p:spPr>
          <a:xfrm>
            <a:off x="1711732" y="2585989"/>
            <a:ext cx="37343" cy="37343"/>
          </a:xfrm>
          <a:custGeom>
            <a:avLst/>
            <a:gdLst/>
            <a:ahLst/>
            <a:cxnLst/>
            <a:rect l="l" t="t" r="r" b="b"/>
            <a:pathLst>
              <a:path w="1881" h="1881" extrusionOk="0">
                <a:moveTo>
                  <a:pt x="953" y="301"/>
                </a:moveTo>
                <a:cubicBezTo>
                  <a:pt x="1254" y="301"/>
                  <a:pt x="1580" y="527"/>
                  <a:pt x="1580" y="928"/>
                </a:cubicBezTo>
                <a:cubicBezTo>
                  <a:pt x="1580" y="1254"/>
                  <a:pt x="1254" y="1555"/>
                  <a:pt x="953" y="1555"/>
                </a:cubicBezTo>
                <a:cubicBezTo>
                  <a:pt x="627" y="1555"/>
                  <a:pt x="326" y="1254"/>
                  <a:pt x="326" y="928"/>
                </a:cubicBezTo>
                <a:cubicBezTo>
                  <a:pt x="326" y="527"/>
                  <a:pt x="627" y="301"/>
                  <a:pt x="953" y="301"/>
                </a:cubicBezTo>
                <a:close/>
                <a:moveTo>
                  <a:pt x="953" y="1"/>
                </a:moveTo>
                <a:cubicBezTo>
                  <a:pt x="427" y="1"/>
                  <a:pt x="1" y="402"/>
                  <a:pt x="1" y="928"/>
                </a:cubicBezTo>
                <a:cubicBezTo>
                  <a:pt x="1" y="1454"/>
                  <a:pt x="427" y="1880"/>
                  <a:pt x="953" y="1880"/>
                </a:cubicBezTo>
                <a:cubicBezTo>
                  <a:pt x="1479" y="1880"/>
                  <a:pt x="1880" y="1454"/>
                  <a:pt x="1880" y="928"/>
                </a:cubicBezTo>
                <a:cubicBezTo>
                  <a:pt x="1880" y="402"/>
                  <a:pt x="1479" y="1"/>
                  <a:pt x="9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120"/>
          <p:cNvSpPr/>
          <p:nvPr/>
        </p:nvSpPr>
        <p:spPr>
          <a:xfrm>
            <a:off x="1771944" y="2587975"/>
            <a:ext cx="31367" cy="30871"/>
          </a:xfrm>
          <a:custGeom>
            <a:avLst/>
            <a:gdLst/>
            <a:ahLst/>
            <a:cxnLst/>
            <a:rect l="l" t="t" r="r" b="b"/>
            <a:pathLst>
              <a:path w="1580" h="1555" extrusionOk="0">
                <a:moveTo>
                  <a:pt x="827" y="1"/>
                </a:moveTo>
                <a:cubicBezTo>
                  <a:pt x="426" y="1"/>
                  <a:pt x="0" y="302"/>
                  <a:pt x="0" y="828"/>
                </a:cubicBezTo>
                <a:cubicBezTo>
                  <a:pt x="0" y="1254"/>
                  <a:pt x="426" y="1555"/>
                  <a:pt x="827" y="1555"/>
                </a:cubicBezTo>
                <a:cubicBezTo>
                  <a:pt x="1253" y="1555"/>
                  <a:pt x="1579" y="1254"/>
                  <a:pt x="1579" y="828"/>
                </a:cubicBezTo>
                <a:cubicBezTo>
                  <a:pt x="1579" y="302"/>
                  <a:pt x="1253" y="1"/>
                  <a:pt x="8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120"/>
          <p:cNvSpPr/>
          <p:nvPr/>
        </p:nvSpPr>
        <p:spPr>
          <a:xfrm>
            <a:off x="1769959" y="2585989"/>
            <a:ext cx="37323" cy="37343"/>
          </a:xfrm>
          <a:custGeom>
            <a:avLst/>
            <a:gdLst/>
            <a:ahLst/>
            <a:cxnLst/>
            <a:rect l="l" t="t" r="r" b="b"/>
            <a:pathLst>
              <a:path w="1880" h="1881" extrusionOk="0">
                <a:moveTo>
                  <a:pt x="927" y="301"/>
                </a:moveTo>
                <a:cubicBezTo>
                  <a:pt x="1253" y="301"/>
                  <a:pt x="1554" y="527"/>
                  <a:pt x="1554" y="928"/>
                </a:cubicBezTo>
                <a:cubicBezTo>
                  <a:pt x="1554" y="1254"/>
                  <a:pt x="1253" y="1555"/>
                  <a:pt x="927" y="1555"/>
                </a:cubicBezTo>
                <a:cubicBezTo>
                  <a:pt x="627" y="1555"/>
                  <a:pt x="301" y="1254"/>
                  <a:pt x="301" y="928"/>
                </a:cubicBezTo>
                <a:cubicBezTo>
                  <a:pt x="301" y="527"/>
                  <a:pt x="627" y="301"/>
                  <a:pt x="927" y="301"/>
                </a:cubicBezTo>
                <a:close/>
                <a:moveTo>
                  <a:pt x="927" y="1"/>
                </a:moveTo>
                <a:cubicBezTo>
                  <a:pt x="426" y="1"/>
                  <a:pt x="0" y="402"/>
                  <a:pt x="0" y="928"/>
                </a:cubicBezTo>
                <a:cubicBezTo>
                  <a:pt x="0" y="1454"/>
                  <a:pt x="426" y="1880"/>
                  <a:pt x="927" y="1880"/>
                </a:cubicBezTo>
                <a:cubicBezTo>
                  <a:pt x="1454" y="1880"/>
                  <a:pt x="1880" y="1454"/>
                  <a:pt x="1880" y="928"/>
                </a:cubicBezTo>
                <a:cubicBezTo>
                  <a:pt x="1880" y="402"/>
                  <a:pt x="1454" y="1"/>
                  <a:pt x="9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120"/>
          <p:cNvSpPr/>
          <p:nvPr/>
        </p:nvSpPr>
        <p:spPr>
          <a:xfrm>
            <a:off x="1830152" y="2587975"/>
            <a:ext cx="32856" cy="30871"/>
          </a:xfrm>
          <a:custGeom>
            <a:avLst/>
            <a:gdLst/>
            <a:ahLst/>
            <a:cxnLst/>
            <a:rect l="l" t="t" r="r" b="b"/>
            <a:pathLst>
              <a:path w="1655" h="1555" extrusionOk="0">
                <a:moveTo>
                  <a:pt x="828" y="1"/>
                </a:moveTo>
                <a:cubicBezTo>
                  <a:pt x="402" y="1"/>
                  <a:pt x="1" y="302"/>
                  <a:pt x="1" y="828"/>
                </a:cubicBezTo>
                <a:cubicBezTo>
                  <a:pt x="1" y="1254"/>
                  <a:pt x="402" y="1555"/>
                  <a:pt x="828" y="1555"/>
                </a:cubicBezTo>
                <a:cubicBezTo>
                  <a:pt x="1254" y="1555"/>
                  <a:pt x="1655" y="1254"/>
                  <a:pt x="1655" y="828"/>
                </a:cubicBezTo>
                <a:cubicBezTo>
                  <a:pt x="1655" y="302"/>
                  <a:pt x="1254" y="1"/>
                  <a:pt x="8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120"/>
          <p:cNvSpPr/>
          <p:nvPr/>
        </p:nvSpPr>
        <p:spPr>
          <a:xfrm>
            <a:off x="1828167" y="2585989"/>
            <a:ext cx="37343" cy="37343"/>
          </a:xfrm>
          <a:custGeom>
            <a:avLst/>
            <a:gdLst/>
            <a:ahLst/>
            <a:cxnLst/>
            <a:rect l="l" t="t" r="r" b="b"/>
            <a:pathLst>
              <a:path w="1881" h="1881" extrusionOk="0">
                <a:moveTo>
                  <a:pt x="928" y="301"/>
                </a:moveTo>
                <a:cubicBezTo>
                  <a:pt x="1254" y="301"/>
                  <a:pt x="1554" y="527"/>
                  <a:pt x="1554" y="928"/>
                </a:cubicBezTo>
                <a:cubicBezTo>
                  <a:pt x="1554" y="1254"/>
                  <a:pt x="1254" y="1555"/>
                  <a:pt x="928" y="1555"/>
                </a:cubicBezTo>
                <a:cubicBezTo>
                  <a:pt x="627" y="1555"/>
                  <a:pt x="301" y="1254"/>
                  <a:pt x="301" y="928"/>
                </a:cubicBezTo>
                <a:cubicBezTo>
                  <a:pt x="301" y="527"/>
                  <a:pt x="627" y="301"/>
                  <a:pt x="928" y="301"/>
                </a:cubicBezTo>
                <a:close/>
                <a:moveTo>
                  <a:pt x="928" y="1"/>
                </a:moveTo>
                <a:cubicBezTo>
                  <a:pt x="401" y="1"/>
                  <a:pt x="0" y="402"/>
                  <a:pt x="0" y="928"/>
                </a:cubicBezTo>
                <a:cubicBezTo>
                  <a:pt x="0" y="1454"/>
                  <a:pt x="401" y="1880"/>
                  <a:pt x="928" y="1880"/>
                </a:cubicBezTo>
                <a:cubicBezTo>
                  <a:pt x="1454" y="1880"/>
                  <a:pt x="1880" y="1454"/>
                  <a:pt x="1880" y="928"/>
                </a:cubicBezTo>
                <a:cubicBezTo>
                  <a:pt x="1880" y="402"/>
                  <a:pt x="1454" y="1"/>
                  <a:pt x="9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120"/>
          <p:cNvSpPr/>
          <p:nvPr/>
        </p:nvSpPr>
        <p:spPr>
          <a:xfrm>
            <a:off x="1502268" y="2161146"/>
            <a:ext cx="727951" cy="418391"/>
          </a:xfrm>
          <a:custGeom>
            <a:avLst/>
            <a:gdLst/>
            <a:ahLst/>
            <a:cxnLst/>
            <a:rect l="l" t="t" r="r" b="b"/>
            <a:pathLst>
              <a:path w="36668" h="21075" extrusionOk="0">
                <a:moveTo>
                  <a:pt x="30473" y="0"/>
                </a:moveTo>
                <a:cubicBezTo>
                  <a:pt x="27920" y="0"/>
                  <a:pt x="23583" y="379"/>
                  <a:pt x="16416" y="1877"/>
                </a:cubicBezTo>
                <a:cubicBezTo>
                  <a:pt x="2005" y="4784"/>
                  <a:pt x="0" y="7391"/>
                  <a:pt x="0" y="7391"/>
                </a:cubicBezTo>
                <a:lnTo>
                  <a:pt x="2832" y="21075"/>
                </a:lnTo>
                <a:cubicBezTo>
                  <a:pt x="2832" y="21075"/>
                  <a:pt x="4812" y="18468"/>
                  <a:pt x="19324" y="15436"/>
                </a:cubicBezTo>
                <a:cubicBezTo>
                  <a:pt x="26162" y="13997"/>
                  <a:pt x="30416" y="13619"/>
                  <a:pt x="32998" y="13619"/>
                </a:cubicBezTo>
                <a:cubicBezTo>
                  <a:pt x="35857" y="13619"/>
                  <a:pt x="36667" y="14082"/>
                  <a:pt x="36667" y="14082"/>
                </a:cubicBezTo>
                <a:lnTo>
                  <a:pt x="33835" y="398"/>
                </a:lnTo>
                <a:cubicBezTo>
                  <a:pt x="33835" y="398"/>
                  <a:pt x="33090" y="0"/>
                  <a:pt x="304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120"/>
          <p:cNvSpPr/>
          <p:nvPr/>
        </p:nvSpPr>
        <p:spPr>
          <a:xfrm>
            <a:off x="1496292" y="2156600"/>
            <a:ext cx="737898" cy="428238"/>
          </a:xfrm>
          <a:custGeom>
            <a:avLst/>
            <a:gdLst/>
            <a:ahLst/>
            <a:cxnLst/>
            <a:rect l="l" t="t" r="r" b="b"/>
            <a:pathLst>
              <a:path w="37169" h="21571" extrusionOk="0">
                <a:moveTo>
                  <a:pt x="30602" y="427"/>
                </a:moveTo>
                <a:cubicBezTo>
                  <a:pt x="31956" y="427"/>
                  <a:pt x="32783" y="527"/>
                  <a:pt x="33309" y="627"/>
                </a:cubicBezTo>
                <a:cubicBezTo>
                  <a:pt x="33635" y="727"/>
                  <a:pt x="33735" y="727"/>
                  <a:pt x="33835" y="727"/>
                </a:cubicBezTo>
                <a:lnTo>
                  <a:pt x="33936" y="853"/>
                </a:lnTo>
                <a:lnTo>
                  <a:pt x="33961" y="853"/>
                </a:lnTo>
                <a:lnTo>
                  <a:pt x="36675" y="13964"/>
                </a:lnTo>
                <a:lnTo>
                  <a:pt x="36675" y="13964"/>
                </a:lnTo>
                <a:cubicBezTo>
                  <a:pt x="36209" y="13809"/>
                  <a:pt x="35257" y="13585"/>
                  <a:pt x="33409" y="13585"/>
                </a:cubicBezTo>
                <a:cubicBezTo>
                  <a:pt x="30803" y="13585"/>
                  <a:pt x="26517" y="14011"/>
                  <a:pt x="19524" y="15464"/>
                </a:cubicBezTo>
                <a:cubicBezTo>
                  <a:pt x="12331" y="16918"/>
                  <a:pt x="8146" y="18397"/>
                  <a:pt x="5840" y="19424"/>
                </a:cubicBezTo>
                <a:cubicBezTo>
                  <a:pt x="4399" y="20089"/>
                  <a:pt x="3619" y="20584"/>
                  <a:pt x="3239" y="20858"/>
                </a:cubicBezTo>
                <a:lnTo>
                  <a:pt x="3239" y="20858"/>
                </a:lnTo>
                <a:lnTo>
                  <a:pt x="466" y="7805"/>
                </a:lnTo>
                <a:lnTo>
                  <a:pt x="466" y="7805"/>
                </a:lnTo>
                <a:cubicBezTo>
                  <a:pt x="820" y="7448"/>
                  <a:pt x="3596" y="4955"/>
                  <a:pt x="16818" y="2306"/>
                </a:cubicBezTo>
                <a:cubicBezTo>
                  <a:pt x="23810" y="853"/>
                  <a:pt x="28096" y="427"/>
                  <a:pt x="30602" y="427"/>
                </a:cubicBezTo>
                <a:close/>
                <a:moveTo>
                  <a:pt x="30602" y="1"/>
                </a:moveTo>
                <a:cubicBezTo>
                  <a:pt x="27996" y="1"/>
                  <a:pt x="23710" y="427"/>
                  <a:pt x="16717" y="1880"/>
                </a:cubicBezTo>
                <a:cubicBezTo>
                  <a:pt x="9499" y="3359"/>
                  <a:pt x="5314" y="4712"/>
                  <a:pt x="3033" y="5740"/>
                </a:cubicBezTo>
                <a:cubicBezTo>
                  <a:pt x="627" y="6793"/>
                  <a:pt x="101" y="7519"/>
                  <a:pt x="101" y="7519"/>
                </a:cubicBezTo>
                <a:cubicBezTo>
                  <a:pt x="101" y="7620"/>
                  <a:pt x="0" y="7620"/>
                  <a:pt x="101" y="7745"/>
                </a:cubicBezTo>
                <a:lnTo>
                  <a:pt x="2933" y="21404"/>
                </a:lnTo>
                <a:cubicBezTo>
                  <a:pt x="2933" y="21494"/>
                  <a:pt x="2984" y="21570"/>
                  <a:pt x="3050" y="21570"/>
                </a:cubicBezTo>
                <a:cubicBezTo>
                  <a:pt x="3076" y="21570"/>
                  <a:pt x="3105" y="21558"/>
                  <a:pt x="3133" y="21529"/>
                </a:cubicBezTo>
                <a:cubicBezTo>
                  <a:pt x="3232" y="21529"/>
                  <a:pt x="3331" y="21408"/>
                  <a:pt x="3334" y="21309"/>
                </a:cubicBezTo>
                <a:lnTo>
                  <a:pt x="3334" y="21309"/>
                </a:lnTo>
                <a:cubicBezTo>
                  <a:pt x="3891" y="20814"/>
                  <a:pt x="6997" y="18515"/>
                  <a:pt x="19625" y="15890"/>
                </a:cubicBezTo>
                <a:cubicBezTo>
                  <a:pt x="26617" y="14412"/>
                  <a:pt x="30903" y="14011"/>
                  <a:pt x="33409" y="14011"/>
                </a:cubicBezTo>
                <a:cubicBezTo>
                  <a:pt x="34763" y="14011"/>
                  <a:pt x="35615" y="14111"/>
                  <a:pt x="36141" y="14211"/>
                </a:cubicBezTo>
                <a:cubicBezTo>
                  <a:pt x="36442" y="14311"/>
                  <a:pt x="36642" y="14311"/>
                  <a:pt x="36768" y="14412"/>
                </a:cubicBezTo>
                <a:cubicBezTo>
                  <a:pt x="36768" y="14482"/>
                  <a:pt x="36817" y="14564"/>
                  <a:pt x="36881" y="14564"/>
                </a:cubicBezTo>
                <a:cubicBezTo>
                  <a:pt x="36908" y="14564"/>
                  <a:pt x="36938" y="14549"/>
                  <a:pt x="36968" y="14512"/>
                </a:cubicBezTo>
                <a:cubicBezTo>
                  <a:pt x="37068" y="14512"/>
                  <a:pt x="37169" y="14412"/>
                  <a:pt x="37169" y="14311"/>
                </a:cubicBezTo>
                <a:cubicBezTo>
                  <a:pt x="37169" y="14311"/>
                  <a:pt x="37169" y="14220"/>
                  <a:pt x="37138" y="14160"/>
                </a:cubicBezTo>
                <a:lnTo>
                  <a:pt x="37138" y="14160"/>
                </a:lnTo>
                <a:lnTo>
                  <a:pt x="34362" y="627"/>
                </a:lnTo>
                <a:cubicBezTo>
                  <a:pt x="34362" y="527"/>
                  <a:pt x="34261" y="527"/>
                  <a:pt x="34261" y="427"/>
                </a:cubicBezTo>
                <a:cubicBezTo>
                  <a:pt x="34136" y="427"/>
                  <a:pt x="33309" y="1"/>
                  <a:pt x="30602" y="1"/>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120"/>
          <p:cNvSpPr/>
          <p:nvPr/>
        </p:nvSpPr>
        <p:spPr>
          <a:xfrm>
            <a:off x="2354575" y="2059084"/>
            <a:ext cx="8477" cy="269696"/>
          </a:xfrm>
          <a:custGeom>
            <a:avLst/>
            <a:gdLst/>
            <a:ahLst/>
            <a:cxnLst/>
            <a:rect l="l" t="t" r="r" b="b"/>
            <a:pathLst>
              <a:path w="427" h="13585" extrusionOk="0">
                <a:moveTo>
                  <a:pt x="201" y="0"/>
                </a:moveTo>
                <a:cubicBezTo>
                  <a:pt x="101" y="0"/>
                  <a:pt x="1" y="126"/>
                  <a:pt x="1" y="226"/>
                </a:cubicBezTo>
                <a:lnTo>
                  <a:pt x="1" y="13384"/>
                </a:lnTo>
                <a:cubicBezTo>
                  <a:pt x="1" y="13484"/>
                  <a:pt x="101" y="13584"/>
                  <a:pt x="201" y="13584"/>
                </a:cubicBezTo>
                <a:cubicBezTo>
                  <a:pt x="302" y="13584"/>
                  <a:pt x="427" y="13484"/>
                  <a:pt x="427" y="13384"/>
                </a:cubicBezTo>
                <a:lnTo>
                  <a:pt x="427" y="226"/>
                </a:lnTo>
                <a:cubicBezTo>
                  <a:pt x="427" y="126"/>
                  <a:pt x="302" y="0"/>
                  <a:pt x="2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120"/>
          <p:cNvSpPr/>
          <p:nvPr/>
        </p:nvSpPr>
        <p:spPr>
          <a:xfrm>
            <a:off x="2344133" y="2250145"/>
            <a:ext cx="28885" cy="28866"/>
          </a:xfrm>
          <a:custGeom>
            <a:avLst/>
            <a:gdLst/>
            <a:ahLst/>
            <a:cxnLst/>
            <a:rect l="l" t="t" r="r" b="b"/>
            <a:pathLst>
              <a:path w="1455" h="1454" extrusionOk="0">
                <a:moveTo>
                  <a:pt x="727" y="0"/>
                </a:moveTo>
                <a:cubicBezTo>
                  <a:pt x="326" y="0"/>
                  <a:pt x="0" y="301"/>
                  <a:pt x="0" y="727"/>
                </a:cubicBezTo>
                <a:cubicBezTo>
                  <a:pt x="0" y="1153"/>
                  <a:pt x="326" y="1454"/>
                  <a:pt x="727" y="1454"/>
                </a:cubicBezTo>
                <a:cubicBezTo>
                  <a:pt x="1153" y="1454"/>
                  <a:pt x="1454" y="1153"/>
                  <a:pt x="1454" y="727"/>
                </a:cubicBezTo>
                <a:cubicBezTo>
                  <a:pt x="1454" y="301"/>
                  <a:pt x="1153" y="0"/>
                  <a:pt x="7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120"/>
          <p:cNvSpPr/>
          <p:nvPr/>
        </p:nvSpPr>
        <p:spPr>
          <a:xfrm>
            <a:off x="2323228" y="2324770"/>
            <a:ext cx="72680" cy="151276"/>
          </a:xfrm>
          <a:custGeom>
            <a:avLst/>
            <a:gdLst/>
            <a:ahLst/>
            <a:cxnLst/>
            <a:rect l="l" t="t" r="r" b="b"/>
            <a:pathLst>
              <a:path w="3661" h="7620" extrusionOk="0">
                <a:moveTo>
                  <a:pt x="1053" y="1"/>
                </a:moveTo>
                <a:cubicBezTo>
                  <a:pt x="753" y="1"/>
                  <a:pt x="427" y="301"/>
                  <a:pt x="427" y="627"/>
                </a:cubicBezTo>
                <a:lnTo>
                  <a:pt x="1" y="7620"/>
                </a:lnTo>
                <a:lnTo>
                  <a:pt x="3660" y="7620"/>
                </a:lnTo>
                <a:lnTo>
                  <a:pt x="3259" y="627"/>
                </a:lnTo>
                <a:cubicBezTo>
                  <a:pt x="3259" y="301"/>
                  <a:pt x="2933" y="1"/>
                  <a:pt x="26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120"/>
          <p:cNvSpPr/>
          <p:nvPr/>
        </p:nvSpPr>
        <p:spPr>
          <a:xfrm>
            <a:off x="2767051" y="2332731"/>
            <a:ext cx="1509127" cy="1051369"/>
          </a:xfrm>
          <a:custGeom>
            <a:avLst/>
            <a:gdLst/>
            <a:ahLst/>
            <a:cxnLst/>
            <a:rect l="l" t="t" r="r" b="b"/>
            <a:pathLst>
              <a:path w="76017" h="52959" extrusionOk="0">
                <a:moveTo>
                  <a:pt x="1" y="1"/>
                </a:moveTo>
                <a:lnTo>
                  <a:pt x="1" y="52958"/>
                </a:lnTo>
                <a:lnTo>
                  <a:pt x="76016" y="52958"/>
                </a:lnTo>
                <a:lnTo>
                  <a:pt x="7601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120"/>
          <p:cNvSpPr/>
          <p:nvPr/>
        </p:nvSpPr>
        <p:spPr>
          <a:xfrm>
            <a:off x="2765066" y="2330746"/>
            <a:ext cx="1513594" cy="1057324"/>
          </a:xfrm>
          <a:custGeom>
            <a:avLst/>
            <a:gdLst/>
            <a:ahLst/>
            <a:cxnLst/>
            <a:rect l="l" t="t" r="r" b="b"/>
            <a:pathLst>
              <a:path w="76242" h="53259" extrusionOk="0">
                <a:moveTo>
                  <a:pt x="75916" y="326"/>
                </a:moveTo>
                <a:lnTo>
                  <a:pt x="75916" y="52958"/>
                </a:lnTo>
                <a:lnTo>
                  <a:pt x="301" y="52958"/>
                </a:lnTo>
                <a:lnTo>
                  <a:pt x="301" y="326"/>
                </a:lnTo>
                <a:close/>
                <a:moveTo>
                  <a:pt x="1" y="0"/>
                </a:moveTo>
                <a:lnTo>
                  <a:pt x="1" y="101"/>
                </a:lnTo>
                <a:lnTo>
                  <a:pt x="1" y="53058"/>
                </a:lnTo>
                <a:lnTo>
                  <a:pt x="1" y="53259"/>
                </a:lnTo>
                <a:lnTo>
                  <a:pt x="76242" y="53259"/>
                </a:lnTo>
                <a:lnTo>
                  <a:pt x="76242" y="53058"/>
                </a:lnTo>
                <a:lnTo>
                  <a:pt x="76242" y="101"/>
                </a:lnTo>
                <a:lnTo>
                  <a:pt x="76242" y="0"/>
                </a:lnTo>
                <a:close/>
              </a:path>
            </a:pathLst>
          </a:custGeom>
          <a:solidFill>
            <a:srgbClr val="282579"/>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120"/>
          <p:cNvSpPr/>
          <p:nvPr/>
        </p:nvSpPr>
        <p:spPr>
          <a:xfrm>
            <a:off x="2810845" y="2378511"/>
            <a:ext cx="1422035" cy="961794"/>
          </a:xfrm>
          <a:custGeom>
            <a:avLst/>
            <a:gdLst/>
            <a:ahLst/>
            <a:cxnLst/>
            <a:rect l="l" t="t" r="r" b="b"/>
            <a:pathLst>
              <a:path w="71630" h="48447" extrusionOk="0">
                <a:moveTo>
                  <a:pt x="5213" y="1"/>
                </a:moveTo>
                <a:cubicBezTo>
                  <a:pt x="5213" y="2833"/>
                  <a:pt x="2908" y="5214"/>
                  <a:pt x="0" y="5214"/>
                </a:cubicBezTo>
                <a:lnTo>
                  <a:pt x="0" y="43234"/>
                </a:lnTo>
                <a:cubicBezTo>
                  <a:pt x="2908" y="43234"/>
                  <a:pt x="5213" y="45640"/>
                  <a:pt x="5213" y="48447"/>
                </a:cubicBezTo>
                <a:lnTo>
                  <a:pt x="66417" y="48447"/>
                </a:lnTo>
                <a:cubicBezTo>
                  <a:pt x="66417" y="45640"/>
                  <a:pt x="68697" y="43234"/>
                  <a:pt x="71630" y="43234"/>
                </a:cubicBezTo>
                <a:lnTo>
                  <a:pt x="71630" y="5214"/>
                </a:lnTo>
                <a:cubicBezTo>
                  <a:pt x="68697" y="5214"/>
                  <a:pt x="66417" y="2833"/>
                  <a:pt x="6641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120"/>
          <p:cNvSpPr/>
          <p:nvPr/>
        </p:nvSpPr>
        <p:spPr>
          <a:xfrm>
            <a:off x="2808364" y="2374540"/>
            <a:ext cx="1426521" cy="970251"/>
          </a:xfrm>
          <a:custGeom>
            <a:avLst/>
            <a:gdLst/>
            <a:ahLst/>
            <a:cxnLst/>
            <a:rect l="l" t="t" r="r" b="b"/>
            <a:pathLst>
              <a:path w="71856" h="48873" extrusionOk="0">
                <a:moveTo>
                  <a:pt x="66317" y="301"/>
                </a:moveTo>
                <a:cubicBezTo>
                  <a:pt x="66370" y="3123"/>
                  <a:pt x="68651" y="5433"/>
                  <a:pt x="71554" y="5535"/>
                </a:cubicBezTo>
                <a:lnTo>
                  <a:pt x="71554" y="5535"/>
                </a:lnTo>
                <a:lnTo>
                  <a:pt x="71554" y="43337"/>
                </a:lnTo>
                <a:lnTo>
                  <a:pt x="71554" y="43337"/>
                </a:lnTo>
                <a:cubicBezTo>
                  <a:pt x="68651" y="43439"/>
                  <a:pt x="66371" y="45749"/>
                  <a:pt x="66317" y="48547"/>
                </a:cubicBezTo>
                <a:lnTo>
                  <a:pt x="5538" y="48547"/>
                </a:lnTo>
                <a:cubicBezTo>
                  <a:pt x="5485" y="45749"/>
                  <a:pt x="3205" y="43440"/>
                  <a:pt x="326" y="43337"/>
                </a:cubicBezTo>
                <a:lnTo>
                  <a:pt x="326" y="43337"/>
                </a:lnTo>
                <a:lnTo>
                  <a:pt x="326" y="5535"/>
                </a:lnTo>
                <a:lnTo>
                  <a:pt x="326" y="5535"/>
                </a:lnTo>
                <a:cubicBezTo>
                  <a:pt x="3205" y="5432"/>
                  <a:pt x="5485" y="3122"/>
                  <a:pt x="5538" y="301"/>
                </a:cubicBezTo>
                <a:close/>
                <a:moveTo>
                  <a:pt x="5338" y="0"/>
                </a:moveTo>
                <a:lnTo>
                  <a:pt x="5238" y="100"/>
                </a:lnTo>
                <a:lnTo>
                  <a:pt x="5238" y="201"/>
                </a:lnTo>
                <a:cubicBezTo>
                  <a:pt x="5238" y="1554"/>
                  <a:pt x="4612" y="2807"/>
                  <a:pt x="3759" y="3759"/>
                </a:cubicBezTo>
                <a:cubicBezTo>
                  <a:pt x="2832" y="4687"/>
                  <a:pt x="1579" y="5213"/>
                  <a:pt x="125" y="5213"/>
                </a:cubicBezTo>
                <a:lnTo>
                  <a:pt x="0" y="5313"/>
                </a:lnTo>
                <a:lnTo>
                  <a:pt x="0" y="5414"/>
                </a:lnTo>
                <a:lnTo>
                  <a:pt x="0" y="43434"/>
                </a:lnTo>
                <a:lnTo>
                  <a:pt x="0" y="43534"/>
                </a:lnTo>
                <a:lnTo>
                  <a:pt x="125" y="43634"/>
                </a:lnTo>
                <a:cubicBezTo>
                  <a:pt x="1579" y="43634"/>
                  <a:pt x="2832" y="44161"/>
                  <a:pt x="3759" y="45113"/>
                </a:cubicBezTo>
                <a:cubicBezTo>
                  <a:pt x="4612" y="46040"/>
                  <a:pt x="5238" y="47293"/>
                  <a:pt x="5238" y="48647"/>
                </a:cubicBezTo>
                <a:lnTo>
                  <a:pt x="5238" y="48772"/>
                </a:lnTo>
                <a:lnTo>
                  <a:pt x="5338" y="48872"/>
                </a:lnTo>
                <a:lnTo>
                  <a:pt x="66542" y="48872"/>
                </a:lnTo>
                <a:cubicBezTo>
                  <a:pt x="66542" y="48872"/>
                  <a:pt x="66642" y="48872"/>
                  <a:pt x="66642" y="48772"/>
                </a:cubicBezTo>
                <a:lnTo>
                  <a:pt x="66642" y="48647"/>
                </a:lnTo>
                <a:cubicBezTo>
                  <a:pt x="66642" y="47293"/>
                  <a:pt x="67269" y="46040"/>
                  <a:pt x="68096" y="45113"/>
                </a:cubicBezTo>
                <a:cubicBezTo>
                  <a:pt x="69048" y="44161"/>
                  <a:pt x="70301" y="43634"/>
                  <a:pt x="71755" y="43634"/>
                </a:cubicBezTo>
                <a:cubicBezTo>
                  <a:pt x="71755" y="43634"/>
                  <a:pt x="71855" y="43634"/>
                  <a:pt x="71855" y="43534"/>
                </a:cubicBezTo>
                <a:lnTo>
                  <a:pt x="71855" y="43434"/>
                </a:lnTo>
                <a:lnTo>
                  <a:pt x="71855" y="5414"/>
                </a:lnTo>
                <a:lnTo>
                  <a:pt x="71855" y="5313"/>
                </a:lnTo>
                <a:cubicBezTo>
                  <a:pt x="71855" y="5213"/>
                  <a:pt x="71755" y="5213"/>
                  <a:pt x="71755" y="5213"/>
                </a:cubicBezTo>
                <a:cubicBezTo>
                  <a:pt x="70301" y="5213"/>
                  <a:pt x="69048" y="4687"/>
                  <a:pt x="68096" y="3759"/>
                </a:cubicBezTo>
                <a:cubicBezTo>
                  <a:pt x="67269" y="2807"/>
                  <a:pt x="66642" y="1554"/>
                  <a:pt x="66642" y="201"/>
                </a:cubicBezTo>
                <a:lnTo>
                  <a:pt x="66642" y="100"/>
                </a:lnTo>
                <a:cubicBezTo>
                  <a:pt x="66642" y="0"/>
                  <a:pt x="66542" y="0"/>
                  <a:pt x="66542" y="0"/>
                </a:cubicBezTo>
                <a:close/>
              </a:path>
            </a:pathLst>
          </a:custGeom>
          <a:solidFill>
            <a:srgbClr val="282579"/>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120"/>
          <p:cNvSpPr/>
          <p:nvPr/>
        </p:nvSpPr>
        <p:spPr>
          <a:xfrm>
            <a:off x="2953645" y="2755669"/>
            <a:ext cx="1135940" cy="33352"/>
          </a:xfrm>
          <a:custGeom>
            <a:avLst/>
            <a:gdLst/>
            <a:ahLst/>
            <a:cxnLst/>
            <a:rect l="l" t="t" r="r" b="b"/>
            <a:pathLst>
              <a:path w="57219" h="1680" extrusionOk="0">
                <a:moveTo>
                  <a:pt x="0" y="0"/>
                </a:moveTo>
                <a:lnTo>
                  <a:pt x="0" y="1679"/>
                </a:lnTo>
                <a:lnTo>
                  <a:pt x="57219" y="1679"/>
                </a:lnTo>
                <a:lnTo>
                  <a:pt x="5721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120"/>
          <p:cNvSpPr/>
          <p:nvPr/>
        </p:nvSpPr>
        <p:spPr>
          <a:xfrm>
            <a:off x="2953645" y="2836766"/>
            <a:ext cx="1135940" cy="35337"/>
          </a:xfrm>
          <a:custGeom>
            <a:avLst/>
            <a:gdLst/>
            <a:ahLst/>
            <a:cxnLst/>
            <a:rect l="l" t="t" r="r" b="b"/>
            <a:pathLst>
              <a:path w="57219" h="1780" extrusionOk="0">
                <a:moveTo>
                  <a:pt x="0" y="0"/>
                </a:moveTo>
                <a:lnTo>
                  <a:pt x="0" y="1780"/>
                </a:lnTo>
                <a:lnTo>
                  <a:pt x="57219" y="1780"/>
                </a:lnTo>
                <a:lnTo>
                  <a:pt x="5721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120"/>
          <p:cNvSpPr/>
          <p:nvPr/>
        </p:nvSpPr>
        <p:spPr>
          <a:xfrm>
            <a:off x="2953645" y="2919849"/>
            <a:ext cx="1135940" cy="32856"/>
          </a:xfrm>
          <a:custGeom>
            <a:avLst/>
            <a:gdLst/>
            <a:ahLst/>
            <a:cxnLst/>
            <a:rect l="l" t="t" r="r" b="b"/>
            <a:pathLst>
              <a:path w="57219" h="1655" extrusionOk="0">
                <a:moveTo>
                  <a:pt x="0" y="1"/>
                </a:moveTo>
                <a:lnTo>
                  <a:pt x="0" y="1655"/>
                </a:lnTo>
                <a:lnTo>
                  <a:pt x="57219" y="1655"/>
                </a:lnTo>
                <a:lnTo>
                  <a:pt x="5721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120"/>
          <p:cNvSpPr/>
          <p:nvPr/>
        </p:nvSpPr>
        <p:spPr>
          <a:xfrm>
            <a:off x="3428318" y="3160183"/>
            <a:ext cx="107978" cy="130371"/>
          </a:xfrm>
          <a:custGeom>
            <a:avLst/>
            <a:gdLst/>
            <a:ahLst/>
            <a:cxnLst/>
            <a:rect l="l" t="t" r="r" b="b"/>
            <a:pathLst>
              <a:path w="5439" h="6567" extrusionOk="0">
                <a:moveTo>
                  <a:pt x="2106" y="0"/>
                </a:moveTo>
                <a:lnTo>
                  <a:pt x="0" y="5213"/>
                </a:lnTo>
                <a:lnTo>
                  <a:pt x="1980" y="5113"/>
                </a:lnTo>
                <a:lnTo>
                  <a:pt x="3359" y="6567"/>
                </a:lnTo>
                <a:lnTo>
                  <a:pt x="5439" y="1253"/>
                </a:lnTo>
                <a:lnTo>
                  <a:pt x="210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120"/>
          <p:cNvSpPr/>
          <p:nvPr/>
        </p:nvSpPr>
        <p:spPr>
          <a:xfrm>
            <a:off x="3424327" y="3156193"/>
            <a:ext cx="115958" cy="140834"/>
          </a:xfrm>
          <a:custGeom>
            <a:avLst/>
            <a:gdLst/>
            <a:ahLst/>
            <a:cxnLst/>
            <a:rect l="l" t="t" r="r" b="b"/>
            <a:pathLst>
              <a:path w="5841" h="7094" extrusionOk="0">
                <a:moveTo>
                  <a:pt x="2407" y="402"/>
                </a:moveTo>
                <a:lnTo>
                  <a:pt x="5439" y="1555"/>
                </a:lnTo>
                <a:lnTo>
                  <a:pt x="3428" y="6439"/>
                </a:lnTo>
                <a:lnTo>
                  <a:pt x="3428" y="6439"/>
                </a:lnTo>
                <a:lnTo>
                  <a:pt x="2181" y="5214"/>
                </a:lnTo>
                <a:lnTo>
                  <a:pt x="427" y="5314"/>
                </a:lnTo>
                <a:lnTo>
                  <a:pt x="2407" y="402"/>
                </a:lnTo>
                <a:close/>
                <a:moveTo>
                  <a:pt x="2181" y="1"/>
                </a:moveTo>
                <a:lnTo>
                  <a:pt x="1" y="5640"/>
                </a:lnTo>
                <a:lnTo>
                  <a:pt x="2081" y="5514"/>
                </a:lnTo>
                <a:lnTo>
                  <a:pt x="3560" y="7093"/>
                </a:lnTo>
                <a:lnTo>
                  <a:pt x="3660" y="6893"/>
                </a:lnTo>
                <a:lnTo>
                  <a:pt x="5840" y="1454"/>
                </a:lnTo>
                <a:lnTo>
                  <a:pt x="218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120"/>
          <p:cNvSpPr/>
          <p:nvPr/>
        </p:nvSpPr>
        <p:spPr>
          <a:xfrm>
            <a:off x="3507430" y="3160183"/>
            <a:ext cx="107481" cy="130371"/>
          </a:xfrm>
          <a:custGeom>
            <a:avLst/>
            <a:gdLst/>
            <a:ahLst/>
            <a:cxnLst/>
            <a:rect l="l" t="t" r="r" b="b"/>
            <a:pathLst>
              <a:path w="5414" h="6567" extrusionOk="0">
                <a:moveTo>
                  <a:pt x="3334" y="0"/>
                </a:moveTo>
                <a:lnTo>
                  <a:pt x="0" y="1253"/>
                </a:lnTo>
                <a:lnTo>
                  <a:pt x="2081" y="6567"/>
                </a:lnTo>
                <a:lnTo>
                  <a:pt x="3434" y="5113"/>
                </a:lnTo>
                <a:lnTo>
                  <a:pt x="5414" y="5213"/>
                </a:lnTo>
                <a:lnTo>
                  <a:pt x="33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120"/>
          <p:cNvSpPr/>
          <p:nvPr/>
        </p:nvSpPr>
        <p:spPr>
          <a:xfrm>
            <a:off x="3502943" y="3156193"/>
            <a:ext cx="116455" cy="140834"/>
          </a:xfrm>
          <a:custGeom>
            <a:avLst/>
            <a:gdLst/>
            <a:ahLst/>
            <a:cxnLst/>
            <a:rect l="l" t="t" r="r" b="b"/>
            <a:pathLst>
              <a:path w="5866" h="7094" extrusionOk="0">
                <a:moveTo>
                  <a:pt x="3459" y="402"/>
                </a:moveTo>
                <a:lnTo>
                  <a:pt x="5439" y="5314"/>
                </a:lnTo>
                <a:lnTo>
                  <a:pt x="3660" y="5214"/>
                </a:lnTo>
                <a:lnTo>
                  <a:pt x="2420" y="6454"/>
                </a:lnTo>
                <a:lnTo>
                  <a:pt x="427" y="1555"/>
                </a:lnTo>
                <a:lnTo>
                  <a:pt x="3459" y="402"/>
                </a:lnTo>
                <a:close/>
                <a:moveTo>
                  <a:pt x="3660" y="1"/>
                </a:moveTo>
                <a:lnTo>
                  <a:pt x="1" y="1454"/>
                </a:lnTo>
                <a:lnTo>
                  <a:pt x="2307" y="7093"/>
                </a:lnTo>
                <a:lnTo>
                  <a:pt x="2407" y="6893"/>
                </a:lnTo>
                <a:lnTo>
                  <a:pt x="3760" y="5514"/>
                </a:lnTo>
                <a:lnTo>
                  <a:pt x="5865" y="5640"/>
                </a:lnTo>
                <a:lnTo>
                  <a:pt x="36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120"/>
          <p:cNvSpPr/>
          <p:nvPr/>
        </p:nvSpPr>
        <p:spPr>
          <a:xfrm>
            <a:off x="3411900" y="3002455"/>
            <a:ext cx="219926" cy="221931"/>
          </a:xfrm>
          <a:custGeom>
            <a:avLst/>
            <a:gdLst/>
            <a:ahLst/>
            <a:cxnLst/>
            <a:rect l="l" t="t" r="r" b="b"/>
            <a:pathLst>
              <a:path w="11078" h="11179" extrusionOk="0">
                <a:moveTo>
                  <a:pt x="5539" y="0"/>
                </a:moveTo>
                <a:lnTo>
                  <a:pt x="4587" y="527"/>
                </a:lnTo>
                <a:lnTo>
                  <a:pt x="3659" y="426"/>
                </a:lnTo>
                <a:lnTo>
                  <a:pt x="2933" y="1153"/>
                </a:lnTo>
                <a:lnTo>
                  <a:pt x="1980" y="1354"/>
                </a:lnTo>
                <a:lnTo>
                  <a:pt x="1554" y="2306"/>
                </a:lnTo>
                <a:lnTo>
                  <a:pt x="727" y="2832"/>
                </a:lnTo>
                <a:lnTo>
                  <a:pt x="727" y="3860"/>
                </a:lnTo>
                <a:lnTo>
                  <a:pt x="0" y="4612"/>
                </a:lnTo>
                <a:lnTo>
                  <a:pt x="426" y="5639"/>
                </a:lnTo>
                <a:lnTo>
                  <a:pt x="0" y="6592"/>
                </a:lnTo>
                <a:lnTo>
                  <a:pt x="727" y="7419"/>
                </a:lnTo>
                <a:lnTo>
                  <a:pt x="727" y="8371"/>
                </a:lnTo>
                <a:lnTo>
                  <a:pt x="1554" y="8998"/>
                </a:lnTo>
                <a:lnTo>
                  <a:pt x="1980" y="9925"/>
                </a:lnTo>
                <a:lnTo>
                  <a:pt x="2933" y="10126"/>
                </a:lnTo>
                <a:lnTo>
                  <a:pt x="3659" y="10878"/>
                </a:lnTo>
                <a:lnTo>
                  <a:pt x="4587" y="10752"/>
                </a:lnTo>
                <a:lnTo>
                  <a:pt x="5539" y="11178"/>
                </a:lnTo>
                <a:lnTo>
                  <a:pt x="6466" y="10752"/>
                </a:lnTo>
                <a:lnTo>
                  <a:pt x="7419" y="10878"/>
                </a:lnTo>
                <a:lnTo>
                  <a:pt x="8146" y="10126"/>
                </a:lnTo>
                <a:lnTo>
                  <a:pt x="9073" y="9925"/>
                </a:lnTo>
                <a:lnTo>
                  <a:pt x="9499" y="8998"/>
                </a:lnTo>
                <a:lnTo>
                  <a:pt x="10326" y="8371"/>
                </a:lnTo>
                <a:lnTo>
                  <a:pt x="10451" y="7419"/>
                </a:lnTo>
                <a:lnTo>
                  <a:pt x="11078" y="6592"/>
                </a:lnTo>
                <a:lnTo>
                  <a:pt x="10752" y="5639"/>
                </a:lnTo>
                <a:lnTo>
                  <a:pt x="11078" y="4612"/>
                </a:lnTo>
                <a:lnTo>
                  <a:pt x="10451" y="3860"/>
                </a:lnTo>
                <a:lnTo>
                  <a:pt x="10326" y="2832"/>
                </a:lnTo>
                <a:lnTo>
                  <a:pt x="9499" y="2306"/>
                </a:lnTo>
                <a:lnTo>
                  <a:pt x="9073" y="1354"/>
                </a:lnTo>
                <a:lnTo>
                  <a:pt x="8146" y="1153"/>
                </a:lnTo>
                <a:lnTo>
                  <a:pt x="7419" y="426"/>
                </a:lnTo>
                <a:lnTo>
                  <a:pt x="6466" y="527"/>
                </a:lnTo>
                <a:lnTo>
                  <a:pt x="553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120"/>
          <p:cNvSpPr/>
          <p:nvPr/>
        </p:nvSpPr>
        <p:spPr>
          <a:xfrm>
            <a:off x="3409895" y="3000450"/>
            <a:ext cx="223936" cy="227907"/>
          </a:xfrm>
          <a:custGeom>
            <a:avLst/>
            <a:gdLst/>
            <a:ahLst/>
            <a:cxnLst/>
            <a:rect l="l" t="t" r="r" b="b"/>
            <a:pathLst>
              <a:path w="11280" h="11480" extrusionOk="0">
                <a:moveTo>
                  <a:pt x="5640" y="327"/>
                </a:moveTo>
                <a:lnTo>
                  <a:pt x="6467" y="828"/>
                </a:lnTo>
                <a:lnTo>
                  <a:pt x="7520" y="628"/>
                </a:lnTo>
                <a:lnTo>
                  <a:pt x="8146" y="1354"/>
                </a:lnTo>
                <a:lnTo>
                  <a:pt x="9074" y="1580"/>
                </a:lnTo>
                <a:lnTo>
                  <a:pt x="9500" y="2507"/>
                </a:lnTo>
                <a:lnTo>
                  <a:pt x="10327" y="3034"/>
                </a:lnTo>
                <a:lnTo>
                  <a:pt x="10327" y="3961"/>
                </a:lnTo>
                <a:lnTo>
                  <a:pt x="10953" y="4813"/>
                </a:lnTo>
                <a:lnTo>
                  <a:pt x="10653" y="5740"/>
                </a:lnTo>
                <a:lnTo>
                  <a:pt x="10953" y="6693"/>
                </a:lnTo>
                <a:lnTo>
                  <a:pt x="10327" y="7420"/>
                </a:lnTo>
                <a:lnTo>
                  <a:pt x="10327" y="8472"/>
                </a:lnTo>
                <a:lnTo>
                  <a:pt x="9500" y="8973"/>
                </a:lnTo>
                <a:lnTo>
                  <a:pt x="9074" y="9826"/>
                </a:lnTo>
                <a:lnTo>
                  <a:pt x="8146" y="10026"/>
                </a:lnTo>
                <a:lnTo>
                  <a:pt x="7520" y="10753"/>
                </a:lnTo>
                <a:lnTo>
                  <a:pt x="6467" y="10653"/>
                </a:lnTo>
                <a:lnTo>
                  <a:pt x="5640" y="11079"/>
                </a:lnTo>
                <a:lnTo>
                  <a:pt x="4788" y="10653"/>
                </a:lnTo>
                <a:lnTo>
                  <a:pt x="3760" y="10753"/>
                </a:lnTo>
                <a:lnTo>
                  <a:pt x="3134" y="10026"/>
                </a:lnTo>
                <a:lnTo>
                  <a:pt x="2181" y="9826"/>
                </a:lnTo>
                <a:lnTo>
                  <a:pt x="1780" y="8973"/>
                </a:lnTo>
                <a:lnTo>
                  <a:pt x="928" y="8472"/>
                </a:lnTo>
                <a:lnTo>
                  <a:pt x="928" y="7420"/>
                </a:lnTo>
                <a:lnTo>
                  <a:pt x="302" y="6693"/>
                </a:lnTo>
                <a:lnTo>
                  <a:pt x="628" y="5740"/>
                </a:lnTo>
                <a:lnTo>
                  <a:pt x="302" y="4813"/>
                </a:lnTo>
                <a:lnTo>
                  <a:pt x="928" y="3961"/>
                </a:lnTo>
                <a:lnTo>
                  <a:pt x="928" y="3034"/>
                </a:lnTo>
                <a:lnTo>
                  <a:pt x="1780" y="2507"/>
                </a:lnTo>
                <a:lnTo>
                  <a:pt x="2181" y="1580"/>
                </a:lnTo>
                <a:lnTo>
                  <a:pt x="3134" y="1354"/>
                </a:lnTo>
                <a:lnTo>
                  <a:pt x="3760" y="628"/>
                </a:lnTo>
                <a:lnTo>
                  <a:pt x="4788" y="828"/>
                </a:lnTo>
                <a:lnTo>
                  <a:pt x="5640" y="327"/>
                </a:lnTo>
                <a:close/>
                <a:moveTo>
                  <a:pt x="5640" y="1"/>
                </a:moveTo>
                <a:lnTo>
                  <a:pt x="4688" y="427"/>
                </a:lnTo>
                <a:lnTo>
                  <a:pt x="3660" y="327"/>
                </a:lnTo>
                <a:lnTo>
                  <a:pt x="3034" y="1054"/>
                </a:lnTo>
                <a:lnTo>
                  <a:pt x="1981" y="1354"/>
                </a:lnTo>
                <a:lnTo>
                  <a:pt x="1555" y="2307"/>
                </a:lnTo>
                <a:lnTo>
                  <a:pt x="628" y="2833"/>
                </a:lnTo>
                <a:lnTo>
                  <a:pt x="628" y="3861"/>
                </a:lnTo>
                <a:lnTo>
                  <a:pt x="1" y="4713"/>
                </a:lnTo>
                <a:lnTo>
                  <a:pt x="302" y="5740"/>
                </a:lnTo>
                <a:lnTo>
                  <a:pt x="1" y="6693"/>
                </a:lnTo>
                <a:lnTo>
                  <a:pt x="628" y="7520"/>
                </a:lnTo>
                <a:lnTo>
                  <a:pt x="628" y="8572"/>
                </a:lnTo>
                <a:lnTo>
                  <a:pt x="1555" y="9199"/>
                </a:lnTo>
                <a:lnTo>
                  <a:pt x="1981" y="10126"/>
                </a:lnTo>
                <a:lnTo>
                  <a:pt x="3034" y="10352"/>
                </a:lnTo>
                <a:lnTo>
                  <a:pt x="3660" y="11179"/>
                </a:lnTo>
                <a:lnTo>
                  <a:pt x="4688" y="10979"/>
                </a:lnTo>
                <a:lnTo>
                  <a:pt x="5640" y="11480"/>
                </a:lnTo>
                <a:lnTo>
                  <a:pt x="6567" y="10979"/>
                </a:lnTo>
                <a:lnTo>
                  <a:pt x="7620" y="11179"/>
                </a:lnTo>
                <a:lnTo>
                  <a:pt x="8347" y="10352"/>
                </a:lnTo>
                <a:lnTo>
                  <a:pt x="9299" y="10126"/>
                </a:lnTo>
                <a:lnTo>
                  <a:pt x="9700" y="9199"/>
                </a:lnTo>
                <a:lnTo>
                  <a:pt x="10653" y="8572"/>
                </a:lnTo>
                <a:lnTo>
                  <a:pt x="10653" y="7520"/>
                </a:lnTo>
                <a:lnTo>
                  <a:pt x="11279" y="6693"/>
                </a:lnTo>
                <a:lnTo>
                  <a:pt x="10969" y="5691"/>
                </a:lnTo>
                <a:lnTo>
                  <a:pt x="10969" y="5691"/>
                </a:lnTo>
                <a:lnTo>
                  <a:pt x="11279" y="4713"/>
                </a:lnTo>
                <a:lnTo>
                  <a:pt x="10653" y="3861"/>
                </a:lnTo>
                <a:lnTo>
                  <a:pt x="10653" y="2833"/>
                </a:lnTo>
                <a:lnTo>
                  <a:pt x="9700" y="2307"/>
                </a:lnTo>
                <a:lnTo>
                  <a:pt x="9299" y="1354"/>
                </a:lnTo>
                <a:lnTo>
                  <a:pt x="8347" y="1054"/>
                </a:lnTo>
                <a:lnTo>
                  <a:pt x="7620" y="327"/>
                </a:lnTo>
                <a:lnTo>
                  <a:pt x="6567" y="427"/>
                </a:lnTo>
                <a:lnTo>
                  <a:pt x="564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120"/>
          <p:cNvSpPr/>
          <p:nvPr/>
        </p:nvSpPr>
        <p:spPr>
          <a:xfrm>
            <a:off x="3445232" y="3037773"/>
            <a:ext cx="153261" cy="153281"/>
          </a:xfrm>
          <a:custGeom>
            <a:avLst/>
            <a:gdLst/>
            <a:ahLst/>
            <a:cxnLst/>
            <a:rect l="l" t="t" r="r" b="b"/>
            <a:pathLst>
              <a:path w="7720" h="7721" extrusionOk="0">
                <a:moveTo>
                  <a:pt x="3860" y="327"/>
                </a:moveTo>
                <a:cubicBezTo>
                  <a:pt x="4787" y="327"/>
                  <a:pt x="5740" y="728"/>
                  <a:pt x="6366" y="1354"/>
                </a:cubicBezTo>
                <a:cubicBezTo>
                  <a:pt x="6993" y="1981"/>
                  <a:pt x="7394" y="2833"/>
                  <a:pt x="7394" y="3860"/>
                </a:cubicBezTo>
                <a:cubicBezTo>
                  <a:pt x="7394" y="4813"/>
                  <a:pt x="6993" y="5740"/>
                  <a:pt x="6366" y="6367"/>
                </a:cubicBezTo>
                <a:cubicBezTo>
                  <a:pt x="5740" y="6993"/>
                  <a:pt x="4787" y="7419"/>
                  <a:pt x="3860" y="7419"/>
                </a:cubicBezTo>
                <a:cubicBezTo>
                  <a:pt x="2908" y="7419"/>
                  <a:pt x="1980" y="6993"/>
                  <a:pt x="1354" y="6367"/>
                </a:cubicBezTo>
                <a:cubicBezTo>
                  <a:pt x="727" y="5740"/>
                  <a:pt x="301" y="4813"/>
                  <a:pt x="301" y="3860"/>
                </a:cubicBezTo>
                <a:cubicBezTo>
                  <a:pt x="301" y="2833"/>
                  <a:pt x="727" y="1981"/>
                  <a:pt x="1354" y="1354"/>
                </a:cubicBezTo>
                <a:cubicBezTo>
                  <a:pt x="1980" y="728"/>
                  <a:pt x="2908" y="327"/>
                  <a:pt x="3860" y="327"/>
                </a:cubicBezTo>
                <a:close/>
                <a:moveTo>
                  <a:pt x="3860" y="1"/>
                </a:moveTo>
                <a:cubicBezTo>
                  <a:pt x="1755" y="1"/>
                  <a:pt x="0" y="1680"/>
                  <a:pt x="0" y="3860"/>
                </a:cubicBezTo>
                <a:cubicBezTo>
                  <a:pt x="0" y="5966"/>
                  <a:pt x="1755" y="7720"/>
                  <a:pt x="3860" y="7720"/>
                </a:cubicBezTo>
                <a:cubicBezTo>
                  <a:pt x="5940" y="7720"/>
                  <a:pt x="7720" y="5966"/>
                  <a:pt x="7720" y="3860"/>
                </a:cubicBezTo>
                <a:cubicBezTo>
                  <a:pt x="7720" y="1680"/>
                  <a:pt x="5940" y="1"/>
                  <a:pt x="386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120"/>
          <p:cNvSpPr/>
          <p:nvPr/>
        </p:nvSpPr>
        <p:spPr>
          <a:xfrm>
            <a:off x="3716397" y="3195501"/>
            <a:ext cx="288616" cy="14453"/>
          </a:xfrm>
          <a:custGeom>
            <a:avLst/>
            <a:gdLst/>
            <a:ahLst/>
            <a:cxnLst/>
            <a:rect l="l" t="t" r="r" b="b"/>
            <a:pathLst>
              <a:path w="14538" h="728" extrusionOk="0">
                <a:moveTo>
                  <a:pt x="1" y="1"/>
                </a:moveTo>
                <a:lnTo>
                  <a:pt x="1" y="727"/>
                </a:lnTo>
                <a:lnTo>
                  <a:pt x="14537" y="727"/>
                </a:lnTo>
                <a:lnTo>
                  <a:pt x="1453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120"/>
          <p:cNvSpPr/>
          <p:nvPr/>
        </p:nvSpPr>
        <p:spPr>
          <a:xfrm>
            <a:off x="3038732" y="3195501"/>
            <a:ext cx="288099" cy="14453"/>
          </a:xfrm>
          <a:custGeom>
            <a:avLst/>
            <a:gdLst/>
            <a:ahLst/>
            <a:cxnLst/>
            <a:rect l="l" t="t" r="r" b="b"/>
            <a:pathLst>
              <a:path w="14512" h="728" extrusionOk="0">
                <a:moveTo>
                  <a:pt x="0" y="1"/>
                </a:moveTo>
                <a:lnTo>
                  <a:pt x="0" y="727"/>
                </a:lnTo>
                <a:lnTo>
                  <a:pt x="14512" y="727"/>
                </a:lnTo>
                <a:lnTo>
                  <a:pt x="1451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120"/>
          <p:cNvSpPr/>
          <p:nvPr/>
        </p:nvSpPr>
        <p:spPr>
          <a:xfrm>
            <a:off x="2767051" y="1918270"/>
            <a:ext cx="244821" cy="244821"/>
          </a:xfrm>
          <a:custGeom>
            <a:avLst/>
            <a:gdLst/>
            <a:ahLst/>
            <a:cxnLst/>
            <a:rect l="l" t="t" r="r" b="b"/>
            <a:pathLst>
              <a:path w="12332" h="12332" extrusionOk="0">
                <a:moveTo>
                  <a:pt x="6166" y="0"/>
                </a:moveTo>
                <a:cubicBezTo>
                  <a:pt x="2833" y="0"/>
                  <a:pt x="1" y="2707"/>
                  <a:pt x="1" y="6166"/>
                </a:cubicBezTo>
                <a:cubicBezTo>
                  <a:pt x="1" y="9599"/>
                  <a:pt x="2833" y="12331"/>
                  <a:pt x="6166" y="12331"/>
                </a:cubicBezTo>
                <a:cubicBezTo>
                  <a:pt x="9600" y="12331"/>
                  <a:pt x="12332" y="9599"/>
                  <a:pt x="12332" y="6166"/>
                </a:cubicBezTo>
                <a:cubicBezTo>
                  <a:pt x="12332" y="2707"/>
                  <a:pt x="9600" y="0"/>
                  <a:pt x="616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120"/>
          <p:cNvSpPr/>
          <p:nvPr/>
        </p:nvSpPr>
        <p:spPr>
          <a:xfrm>
            <a:off x="2765066" y="1916285"/>
            <a:ext cx="250797" cy="250777"/>
          </a:xfrm>
          <a:custGeom>
            <a:avLst/>
            <a:gdLst/>
            <a:ahLst/>
            <a:cxnLst/>
            <a:rect l="l" t="t" r="r" b="b"/>
            <a:pathLst>
              <a:path w="12633" h="12632" extrusionOk="0">
                <a:moveTo>
                  <a:pt x="6266" y="301"/>
                </a:moveTo>
                <a:cubicBezTo>
                  <a:pt x="7946" y="301"/>
                  <a:pt x="9399" y="927"/>
                  <a:pt x="10552" y="1980"/>
                </a:cubicBezTo>
                <a:cubicBezTo>
                  <a:pt x="11580" y="3133"/>
                  <a:pt x="12332" y="4587"/>
                  <a:pt x="12332" y="6266"/>
                </a:cubicBezTo>
                <a:cubicBezTo>
                  <a:pt x="12332" y="7945"/>
                  <a:pt x="11580" y="9399"/>
                  <a:pt x="10552" y="10552"/>
                </a:cubicBezTo>
                <a:cubicBezTo>
                  <a:pt x="9399" y="11579"/>
                  <a:pt x="7946" y="12331"/>
                  <a:pt x="6266" y="12331"/>
                </a:cubicBezTo>
                <a:cubicBezTo>
                  <a:pt x="4587" y="12331"/>
                  <a:pt x="3133" y="11579"/>
                  <a:pt x="1981" y="10552"/>
                </a:cubicBezTo>
                <a:cubicBezTo>
                  <a:pt x="928" y="9399"/>
                  <a:pt x="301" y="7945"/>
                  <a:pt x="301" y="6266"/>
                </a:cubicBezTo>
                <a:cubicBezTo>
                  <a:pt x="301" y="4587"/>
                  <a:pt x="928" y="3133"/>
                  <a:pt x="1981" y="1980"/>
                </a:cubicBezTo>
                <a:cubicBezTo>
                  <a:pt x="3133" y="927"/>
                  <a:pt x="4587" y="301"/>
                  <a:pt x="6266" y="301"/>
                </a:cubicBezTo>
                <a:close/>
                <a:moveTo>
                  <a:pt x="6266" y="0"/>
                </a:moveTo>
                <a:cubicBezTo>
                  <a:pt x="2808" y="0"/>
                  <a:pt x="1" y="2807"/>
                  <a:pt x="1" y="6266"/>
                </a:cubicBezTo>
                <a:cubicBezTo>
                  <a:pt x="1" y="9825"/>
                  <a:pt x="2808" y="12632"/>
                  <a:pt x="6266" y="12632"/>
                </a:cubicBezTo>
                <a:cubicBezTo>
                  <a:pt x="9825" y="12632"/>
                  <a:pt x="12632" y="9825"/>
                  <a:pt x="12632" y="6266"/>
                </a:cubicBezTo>
                <a:cubicBezTo>
                  <a:pt x="12632" y="2807"/>
                  <a:pt x="9825" y="0"/>
                  <a:pt x="6266" y="0"/>
                </a:cubicBezTo>
                <a:close/>
              </a:path>
            </a:pathLst>
          </a:custGeom>
          <a:solidFill>
            <a:srgbClr val="282579"/>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120"/>
          <p:cNvSpPr/>
          <p:nvPr/>
        </p:nvSpPr>
        <p:spPr>
          <a:xfrm>
            <a:off x="2806359" y="1976299"/>
            <a:ext cx="157748" cy="128565"/>
          </a:xfrm>
          <a:custGeom>
            <a:avLst/>
            <a:gdLst/>
            <a:ahLst/>
            <a:cxnLst/>
            <a:rect l="l" t="t" r="r" b="b"/>
            <a:pathLst>
              <a:path w="7946" h="6476" extrusionOk="0">
                <a:moveTo>
                  <a:pt x="7317" y="1"/>
                </a:moveTo>
                <a:cubicBezTo>
                  <a:pt x="7127" y="1"/>
                  <a:pt x="6917" y="86"/>
                  <a:pt x="6793" y="210"/>
                </a:cubicBezTo>
                <a:lnTo>
                  <a:pt x="3134" y="5022"/>
                </a:lnTo>
                <a:lnTo>
                  <a:pt x="1154" y="2290"/>
                </a:lnTo>
                <a:cubicBezTo>
                  <a:pt x="1043" y="2125"/>
                  <a:pt x="895" y="2050"/>
                  <a:pt x="734" y="2050"/>
                </a:cubicBezTo>
                <a:cubicBezTo>
                  <a:pt x="602" y="2050"/>
                  <a:pt x="462" y="2100"/>
                  <a:pt x="327" y="2190"/>
                </a:cubicBezTo>
                <a:cubicBezTo>
                  <a:pt x="101" y="2416"/>
                  <a:pt x="1" y="2717"/>
                  <a:pt x="226" y="2917"/>
                </a:cubicBezTo>
                <a:lnTo>
                  <a:pt x="2733" y="6275"/>
                </a:lnTo>
                <a:cubicBezTo>
                  <a:pt x="2833" y="6376"/>
                  <a:pt x="2933" y="6476"/>
                  <a:pt x="3134" y="6476"/>
                </a:cubicBezTo>
                <a:cubicBezTo>
                  <a:pt x="3359" y="6476"/>
                  <a:pt x="3459" y="6376"/>
                  <a:pt x="3660" y="6275"/>
                </a:cubicBezTo>
                <a:lnTo>
                  <a:pt x="7745" y="937"/>
                </a:lnTo>
                <a:cubicBezTo>
                  <a:pt x="7946" y="636"/>
                  <a:pt x="7845" y="311"/>
                  <a:pt x="7620" y="110"/>
                </a:cubicBezTo>
                <a:cubicBezTo>
                  <a:pt x="7543" y="33"/>
                  <a:pt x="7434" y="1"/>
                  <a:pt x="73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120"/>
          <p:cNvSpPr/>
          <p:nvPr/>
        </p:nvSpPr>
        <p:spPr>
          <a:xfrm>
            <a:off x="2804374" y="1972011"/>
            <a:ext cx="161718" cy="136843"/>
          </a:xfrm>
          <a:custGeom>
            <a:avLst/>
            <a:gdLst/>
            <a:ahLst/>
            <a:cxnLst/>
            <a:rect l="l" t="t" r="r" b="b"/>
            <a:pathLst>
              <a:path w="8146" h="6893" extrusionOk="0">
                <a:moveTo>
                  <a:pt x="7419" y="326"/>
                </a:moveTo>
                <a:cubicBezTo>
                  <a:pt x="7519" y="326"/>
                  <a:pt x="7519" y="426"/>
                  <a:pt x="7620" y="426"/>
                </a:cubicBezTo>
                <a:cubicBezTo>
                  <a:pt x="7720" y="527"/>
                  <a:pt x="7845" y="627"/>
                  <a:pt x="7845" y="752"/>
                </a:cubicBezTo>
                <a:cubicBezTo>
                  <a:pt x="7845" y="852"/>
                  <a:pt x="7720" y="953"/>
                  <a:pt x="7720" y="1053"/>
                </a:cubicBezTo>
                <a:lnTo>
                  <a:pt x="3559" y="6391"/>
                </a:lnTo>
                <a:cubicBezTo>
                  <a:pt x="3559" y="6491"/>
                  <a:pt x="3334" y="6592"/>
                  <a:pt x="3234" y="6592"/>
                </a:cubicBezTo>
                <a:cubicBezTo>
                  <a:pt x="3133" y="6592"/>
                  <a:pt x="3033" y="6491"/>
                  <a:pt x="2933" y="6391"/>
                </a:cubicBezTo>
                <a:lnTo>
                  <a:pt x="427" y="3133"/>
                </a:lnTo>
                <a:cubicBezTo>
                  <a:pt x="427" y="3033"/>
                  <a:pt x="326" y="2933"/>
                  <a:pt x="326" y="2832"/>
                </a:cubicBezTo>
                <a:cubicBezTo>
                  <a:pt x="326" y="2732"/>
                  <a:pt x="427" y="2632"/>
                  <a:pt x="527" y="2506"/>
                </a:cubicBezTo>
                <a:cubicBezTo>
                  <a:pt x="627" y="2406"/>
                  <a:pt x="727" y="2406"/>
                  <a:pt x="727" y="2406"/>
                </a:cubicBezTo>
                <a:cubicBezTo>
                  <a:pt x="953" y="2406"/>
                  <a:pt x="1053" y="2506"/>
                  <a:pt x="1153" y="2632"/>
                </a:cubicBezTo>
                <a:lnTo>
                  <a:pt x="3133" y="5339"/>
                </a:lnTo>
                <a:lnTo>
                  <a:pt x="3334" y="5339"/>
                </a:lnTo>
                <a:lnTo>
                  <a:pt x="7093" y="527"/>
                </a:lnTo>
                <a:cubicBezTo>
                  <a:pt x="7093" y="426"/>
                  <a:pt x="7319" y="326"/>
                  <a:pt x="7419" y="326"/>
                </a:cubicBezTo>
                <a:close/>
                <a:moveTo>
                  <a:pt x="7419" y="0"/>
                </a:moveTo>
                <a:cubicBezTo>
                  <a:pt x="7219" y="0"/>
                  <a:pt x="6993" y="126"/>
                  <a:pt x="6793" y="326"/>
                </a:cubicBezTo>
                <a:lnTo>
                  <a:pt x="3234" y="4913"/>
                </a:lnTo>
                <a:lnTo>
                  <a:pt x="1354" y="2406"/>
                </a:lnTo>
                <a:cubicBezTo>
                  <a:pt x="1254" y="2206"/>
                  <a:pt x="1053" y="2105"/>
                  <a:pt x="727" y="2105"/>
                </a:cubicBezTo>
                <a:cubicBezTo>
                  <a:pt x="627" y="2105"/>
                  <a:pt x="527" y="2206"/>
                  <a:pt x="326" y="2306"/>
                </a:cubicBezTo>
                <a:cubicBezTo>
                  <a:pt x="101" y="2406"/>
                  <a:pt x="1" y="2632"/>
                  <a:pt x="1" y="2832"/>
                </a:cubicBezTo>
                <a:cubicBezTo>
                  <a:pt x="1" y="3033"/>
                  <a:pt x="101" y="3133"/>
                  <a:pt x="201" y="3258"/>
                </a:cubicBezTo>
                <a:lnTo>
                  <a:pt x="2707" y="6592"/>
                </a:lnTo>
                <a:cubicBezTo>
                  <a:pt x="2833" y="6792"/>
                  <a:pt x="3033" y="6892"/>
                  <a:pt x="3234" y="6892"/>
                </a:cubicBezTo>
                <a:cubicBezTo>
                  <a:pt x="3459" y="6892"/>
                  <a:pt x="3660" y="6792"/>
                  <a:pt x="3860" y="6592"/>
                </a:cubicBezTo>
                <a:lnTo>
                  <a:pt x="7945" y="1253"/>
                </a:lnTo>
                <a:cubicBezTo>
                  <a:pt x="8046" y="1053"/>
                  <a:pt x="8146" y="953"/>
                  <a:pt x="8146" y="752"/>
                </a:cubicBezTo>
                <a:cubicBezTo>
                  <a:pt x="8146" y="527"/>
                  <a:pt x="8046" y="326"/>
                  <a:pt x="7845" y="226"/>
                </a:cubicBezTo>
                <a:cubicBezTo>
                  <a:pt x="7720" y="126"/>
                  <a:pt x="7519" y="0"/>
                  <a:pt x="7419"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120"/>
          <p:cNvSpPr/>
          <p:nvPr/>
        </p:nvSpPr>
        <p:spPr>
          <a:xfrm>
            <a:off x="3138233" y="2013801"/>
            <a:ext cx="408525" cy="348312"/>
          </a:xfrm>
          <a:custGeom>
            <a:avLst/>
            <a:gdLst/>
            <a:ahLst/>
            <a:cxnLst/>
            <a:rect l="l" t="t" r="r" b="b"/>
            <a:pathLst>
              <a:path w="20578" h="17545" extrusionOk="0">
                <a:moveTo>
                  <a:pt x="4587" y="0"/>
                </a:moveTo>
                <a:cubicBezTo>
                  <a:pt x="2081" y="0"/>
                  <a:pt x="1" y="2081"/>
                  <a:pt x="1" y="4587"/>
                </a:cubicBezTo>
                <a:lnTo>
                  <a:pt x="1" y="9173"/>
                </a:lnTo>
                <a:cubicBezTo>
                  <a:pt x="1" y="11680"/>
                  <a:pt x="2081" y="13685"/>
                  <a:pt x="4587" y="13685"/>
                </a:cubicBezTo>
                <a:lnTo>
                  <a:pt x="6993" y="13685"/>
                </a:lnTo>
                <a:cubicBezTo>
                  <a:pt x="6993" y="13685"/>
                  <a:pt x="7620" y="15765"/>
                  <a:pt x="5941" y="17018"/>
                </a:cubicBezTo>
                <a:cubicBezTo>
                  <a:pt x="5740" y="17219"/>
                  <a:pt x="5840" y="17544"/>
                  <a:pt x="6166" y="17544"/>
                </a:cubicBezTo>
                <a:cubicBezTo>
                  <a:pt x="7620" y="17444"/>
                  <a:pt x="10126" y="16918"/>
                  <a:pt x="10853" y="13685"/>
                </a:cubicBezTo>
                <a:lnTo>
                  <a:pt x="15966" y="13685"/>
                </a:lnTo>
                <a:cubicBezTo>
                  <a:pt x="18472" y="13685"/>
                  <a:pt x="20577" y="11680"/>
                  <a:pt x="20577" y="9173"/>
                </a:cubicBezTo>
                <a:lnTo>
                  <a:pt x="20577" y="4587"/>
                </a:lnTo>
                <a:cubicBezTo>
                  <a:pt x="20577" y="2081"/>
                  <a:pt x="18472" y="0"/>
                  <a:pt x="1596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120"/>
          <p:cNvSpPr/>
          <p:nvPr/>
        </p:nvSpPr>
        <p:spPr>
          <a:xfrm>
            <a:off x="3136248" y="2011815"/>
            <a:ext cx="412495" cy="352283"/>
          </a:xfrm>
          <a:custGeom>
            <a:avLst/>
            <a:gdLst/>
            <a:ahLst/>
            <a:cxnLst/>
            <a:rect l="l" t="t" r="r" b="b"/>
            <a:pathLst>
              <a:path w="20778" h="17745" extrusionOk="0">
                <a:moveTo>
                  <a:pt x="16066" y="301"/>
                </a:moveTo>
                <a:cubicBezTo>
                  <a:pt x="17319" y="301"/>
                  <a:pt x="18371" y="827"/>
                  <a:pt x="19199" y="1554"/>
                </a:cubicBezTo>
                <a:cubicBezTo>
                  <a:pt x="19950" y="2381"/>
                  <a:pt x="20452" y="3434"/>
                  <a:pt x="20452" y="4687"/>
                </a:cubicBezTo>
                <a:lnTo>
                  <a:pt x="20452" y="9273"/>
                </a:lnTo>
                <a:cubicBezTo>
                  <a:pt x="20452" y="10426"/>
                  <a:pt x="19950" y="11579"/>
                  <a:pt x="19199" y="12306"/>
                </a:cubicBezTo>
                <a:cubicBezTo>
                  <a:pt x="18371" y="13158"/>
                  <a:pt x="17319" y="13659"/>
                  <a:pt x="16066" y="13659"/>
                </a:cubicBezTo>
                <a:lnTo>
                  <a:pt x="10953" y="13659"/>
                </a:lnTo>
                <a:cubicBezTo>
                  <a:pt x="10853" y="13659"/>
                  <a:pt x="10853" y="13659"/>
                  <a:pt x="10752" y="13785"/>
                </a:cubicBezTo>
                <a:cubicBezTo>
                  <a:pt x="10427" y="15339"/>
                  <a:pt x="9600" y="16291"/>
                  <a:pt x="8772" y="16792"/>
                </a:cubicBezTo>
                <a:cubicBezTo>
                  <a:pt x="7920" y="17319"/>
                  <a:pt x="6993" y="17419"/>
                  <a:pt x="6266" y="17419"/>
                </a:cubicBezTo>
                <a:lnTo>
                  <a:pt x="6166" y="17419"/>
                </a:lnTo>
                <a:lnTo>
                  <a:pt x="6166" y="17319"/>
                </a:lnTo>
                <a:lnTo>
                  <a:pt x="6166" y="17218"/>
                </a:lnTo>
                <a:cubicBezTo>
                  <a:pt x="7093" y="16492"/>
                  <a:pt x="7294" y="15439"/>
                  <a:pt x="7294" y="14712"/>
                </a:cubicBezTo>
                <a:cubicBezTo>
                  <a:pt x="7294" y="14186"/>
                  <a:pt x="7193" y="13785"/>
                  <a:pt x="7193" y="13785"/>
                </a:cubicBezTo>
                <a:cubicBezTo>
                  <a:pt x="7193" y="13659"/>
                  <a:pt x="7093" y="13659"/>
                  <a:pt x="7093" y="13659"/>
                </a:cubicBezTo>
                <a:lnTo>
                  <a:pt x="4687" y="13659"/>
                </a:lnTo>
                <a:cubicBezTo>
                  <a:pt x="3434" y="13659"/>
                  <a:pt x="2406" y="13158"/>
                  <a:pt x="1554" y="12306"/>
                </a:cubicBezTo>
                <a:cubicBezTo>
                  <a:pt x="828" y="11579"/>
                  <a:pt x="301" y="10426"/>
                  <a:pt x="301" y="9273"/>
                </a:cubicBezTo>
                <a:lnTo>
                  <a:pt x="301" y="4687"/>
                </a:lnTo>
                <a:cubicBezTo>
                  <a:pt x="301" y="3434"/>
                  <a:pt x="828" y="2381"/>
                  <a:pt x="1554" y="1554"/>
                </a:cubicBezTo>
                <a:cubicBezTo>
                  <a:pt x="2406" y="827"/>
                  <a:pt x="3434" y="301"/>
                  <a:pt x="4687" y="301"/>
                </a:cubicBezTo>
                <a:close/>
                <a:moveTo>
                  <a:pt x="4687" y="0"/>
                </a:moveTo>
                <a:cubicBezTo>
                  <a:pt x="2081" y="0"/>
                  <a:pt x="0" y="2080"/>
                  <a:pt x="0" y="4687"/>
                </a:cubicBezTo>
                <a:lnTo>
                  <a:pt x="0" y="9273"/>
                </a:lnTo>
                <a:cubicBezTo>
                  <a:pt x="0" y="11780"/>
                  <a:pt x="2081" y="13985"/>
                  <a:pt x="4687" y="13985"/>
                </a:cubicBezTo>
                <a:lnTo>
                  <a:pt x="6947" y="13985"/>
                </a:lnTo>
                <a:cubicBezTo>
                  <a:pt x="6993" y="14130"/>
                  <a:pt x="6993" y="14384"/>
                  <a:pt x="6993" y="14712"/>
                </a:cubicBezTo>
                <a:cubicBezTo>
                  <a:pt x="6993" y="15439"/>
                  <a:pt x="6893" y="16291"/>
                  <a:pt x="5940" y="17018"/>
                </a:cubicBezTo>
                <a:cubicBezTo>
                  <a:pt x="5840" y="17118"/>
                  <a:pt x="5840" y="17218"/>
                  <a:pt x="5840" y="17319"/>
                </a:cubicBezTo>
                <a:cubicBezTo>
                  <a:pt x="5840" y="17419"/>
                  <a:pt x="5840" y="17544"/>
                  <a:pt x="5940" y="17644"/>
                </a:cubicBezTo>
                <a:cubicBezTo>
                  <a:pt x="6041" y="17745"/>
                  <a:pt x="6166" y="17745"/>
                  <a:pt x="6266" y="17745"/>
                </a:cubicBezTo>
                <a:cubicBezTo>
                  <a:pt x="6993" y="17745"/>
                  <a:pt x="8046" y="17644"/>
                  <a:pt x="8973" y="17018"/>
                </a:cubicBezTo>
                <a:cubicBezTo>
                  <a:pt x="9905" y="16503"/>
                  <a:pt x="10717" y="15484"/>
                  <a:pt x="11033" y="13985"/>
                </a:cubicBezTo>
                <a:lnTo>
                  <a:pt x="16066" y="13985"/>
                </a:lnTo>
                <a:cubicBezTo>
                  <a:pt x="18697" y="13985"/>
                  <a:pt x="20778" y="11780"/>
                  <a:pt x="20778" y="9273"/>
                </a:cubicBezTo>
                <a:lnTo>
                  <a:pt x="20778" y="4687"/>
                </a:lnTo>
                <a:cubicBezTo>
                  <a:pt x="20778" y="2080"/>
                  <a:pt x="18697" y="0"/>
                  <a:pt x="16066" y="0"/>
                </a:cubicBezTo>
                <a:close/>
              </a:path>
            </a:pathLst>
          </a:custGeom>
          <a:solidFill>
            <a:srgbClr val="282579"/>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120"/>
          <p:cNvSpPr/>
          <p:nvPr/>
        </p:nvSpPr>
        <p:spPr>
          <a:xfrm>
            <a:off x="3210873" y="2117292"/>
            <a:ext cx="60232" cy="60232"/>
          </a:xfrm>
          <a:custGeom>
            <a:avLst/>
            <a:gdLst/>
            <a:ahLst/>
            <a:cxnLst/>
            <a:rect l="l" t="t" r="r" b="b"/>
            <a:pathLst>
              <a:path w="3034" h="3034" extrusionOk="0">
                <a:moveTo>
                  <a:pt x="1455" y="1"/>
                </a:moveTo>
                <a:cubicBezTo>
                  <a:pt x="627" y="1"/>
                  <a:pt x="1" y="627"/>
                  <a:pt x="1" y="1454"/>
                </a:cubicBezTo>
                <a:cubicBezTo>
                  <a:pt x="1" y="2306"/>
                  <a:pt x="627" y="3033"/>
                  <a:pt x="1455" y="3033"/>
                </a:cubicBezTo>
                <a:cubicBezTo>
                  <a:pt x="2282" y="3033"/>
                  <a:pt x="3033" y="2306"/>
                  <a:pt x="3033" y="1454"/>
                </a:cubicBezTo>
                <a:cubicBezTo>
                  <a:pt x="3033" y="627"/>
                  <a:pt x="2282" y="1"/>
                  <a:pt x="14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120"/>
          <p:cNvSpPr/>
          <p:nvPr/>
        </p:nvSpPr>
        <p:spPr>
          <a:xfrm>
            <a:off x="3206407" y="2115307"/>
            <a:ext cx="66685" cy="64203"/>
          </a:xfrm>
          <a:custGeom>
            <a:avLst/>
            <a:gdLst/>
            <a:ahLst/>
            <a:cxnLst/>
            <a:rect l="l" t="t" r="r" b="b"/>
            <a:pathLst>
              <a:path w="3359" h="3234" extrusionOk="0">
                <a:moveTo>
                  <a:pt x="1680" y="301"/>
                </a:moveTo>
                <a:cubicBezTo>
                  <a:pt x="2406" y="301"/>
                  <a:pt x="3033" y="827"/>
                  <a:pt x="3033" y="1554"/>
                </a:cubicBezTo>
                <a:cubicBezTo>
                  <a:pt x="3033" y="2406"/>
                  <a:pt x="2406" y="2933"/>
                  <a:pt x="1680" y="2933"/>
                </a:cubicBezTo>
                <a:cubicBezTo>
                  <a:pt x="953" y="2933"/>
                  <a:pt x="326" y="2406"/>
                  <a:pt x="326" y="1554"/>
                </a:cubicBezTo>
                <a:cubicBezTo>
                  <a:pt x="326" y="827"/>
                  <a:pt x="953" y="301"/>
                  <a:pt x="1680" y="301"/>
                </a:cubicBezTo>
                <a:close/>
                <a:moveTo>
                  <a:pt x="1680" y="0"/>
                </a:moveTo>
                <a:cubicBezTo>
                  <a:pt x="852" y="0"/>
                  <a:pt x="0" y="727"/>
                  <a:pt x="0" y="1554"/>
                </a:cubicBezTo>
                <a:cubicBezTo>
                  <a:pt x="0" y="2507"/>
                  <a:pt x="852" y="3233"/>
                  <a:pt x="1680" y="3233"/>
                </a:cubicBezTo>
                <a:cubicBezTo>
                  <a:pt x="2632" y="3233"/>
                  <a:pt x="3359" y="2507"/>
                  <a:pt x="3359" y="1554"/>
                </a:cubicBezTo>
                <a:cubicBezTo>
                  <a:pt x="3359" y="727"/>
                  <a:pt x="2632" y="0"/>
                  <a:pt x="16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120"/>
          <p:cNvSpPr/>
          <p:nvPr/>
        </p:nvSpPr>
        <p:spPr>
          <a:xfrm>
            <a:off x="3312379" y="2117292"/>
            <a:ext cx="60232" cy="60232"/>
          </a:xfrm>
          <a:custGeom>
            <a:avLst/>
            <a:gdLst/>
            <a:ahLst/>
            <a:cxnLst/>
            <a:rect l="l" t="t" r="r" b="b"/>
            <a:pathLst>
              <a:path w="3034" h="3034" extrusionOk="0">
                <a:moveTo>
                  <a:pt x="1454" y="1"/>
                </a:moveTo>
                <a:cubicBezTo>
                  <a:pt x="728" y="1"/>
                  <a:pt x="1" y="627"/>
                  <a:pt x="1" y="1454"/>
                </a:cubicBezTo>
                <a:cubicBezTo>
                  <a:pt x="1" y="2306"/>
                  <a:pt x="728" y="3033"/>
                  <a:pt x="1454" y="3033"/>
                </a:cubicBezTo>
                <a:cubicBezTo>
                  <a:pt x="2306" y="3033"/>
                  <a:pt x="3033" y="2306"/>
                  <a:pt x="3033" y="1454"/>
                </a:cubicBezTo>
                <a:cubicBezTo>
                  <a:pt x="3033" y="627"/>
                  <a:pt x="2306" y="1"/>
                  <a:pt x="145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120"/>
          <p:cNvSpPr/>
          <p:nvPr/>
        </p:nvSpPr>
        <p:spPr>
          <a:xfrm>
            <a:off x="3310394" y="2115307"/>
            <a:ext cx="64203" cy="64203"/>
          </a:xfrm>
          <a:custGeom>
            <a:avLst/>
            <a:gdLst/>
            <a:ahLst/>
            <a:cxnLst/>
            <a:rect l="l" t="t" r="r" b="b"/>
            <a:pathLst>
              <a:path w="3234" h="3234" extrusionOk="0">
                <a:moveTo>
                  <a:pt x="1554" y="301"/>
                </a:moveTo>
                <a:cubicBezTo>
                  <a:pt x="2406" y="301"/>
                  <a:pt x="2908" y="827"/>
                  <a:pt x="2908" y="1554"/>
                </a:cubicBezTo>
                <a:cubicBezTo>
                  <a:pt x="2908" y="2406"/>
                  <a:pt x="2406" y="2933"/>
                  <a:pt x="1554" y="2933"/>
                </a:cubicBezTo>
                <a:cubicBezTo>
                  <a:pt x="828" y="2933"/>
                  <a:pt x="301" y="2406"/>
                  <a:pt x="301" y="1554"/>
                </a:cubicBezTo>
                <a:cubicBezTo>
                  <a:pt x="301" y="827"/>
                  <a:pt x="828" y="301"/>
                  <a:pt x="1554" y="301"/>
                </a:cubicBezTo>
                <a:close/>
                <a:moveTo>
                  <a:pt x="1554" y="0"/>
                </a:moveTo>
                <a:cubicBezTo>
                  <a:pt x="727" y="0"/>
                  <a:pt x="0" y="727"/>
                  <a:pt x="0" y="1554"/>
                </a:cubicBezTo>
                <a:cubicBezTo>
                  <a:pt x="0" y="2507"/>
                  <a:pt x="727" y="3233"/>
                  <a:pt x="1554" y="3233"/>
                </a:cubicBezTo>
                <a:cubicBezTo>
                  <a:pt x="2507" y="3233"/>
                  <a:pt x="3234" y="2507"/>
                  <a:pt x="3234" y="1554"/>
                </a:cubicBezTo>
                <a:cubicBezTo>
                  <a:pt x="3234" y="727"/>
                  <a:pt x="2507" y="0"/>
                  <a:pt x="15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120"/>
          <p:cNvSpPr/>
          <p:nvPr/>
        </p:nvSpPr>
        <p:spPr>
          <a:xfrm>
            <a:off x="3413885" y="2117292"/>
            <a:ext cx="60232" cy="60232"/>
          </a:xfrm>
          <a:custGeom>
            <a:avLst/>
            <a:gdLst/>
            <a:ahLst/>
            <a:cxnLst/>
            <a:rect l="l" t="t" r="r" b="b"/>
            <a:pathLst>
              <a:path w="3034" h="3034" extrusionOk="0">
                <a:moveTo>
                  <a:pt x="1579" y="1"/>
                </a:moveTo>
                <a:cubicBezTo>
                  <a:pt x="727" y="1"/>
                  <a:pt x="0" y="627"/>
                  <a:pt x="0" y="1454"/>
                </a:cubicBezTo>
                <a:cubicBezTo>
                  <a:pt x="0" y="2306"/>
                  <a:pt x="727" y="3033"/>
                  <a:pt x="1579" y="3033"/>
                </a:cubicBezTo>
                <a:cubicBezTo>
                  <a:pt x="2407" y="3033"/>
                  <a:pt x="3033" y="2306"/>
                  <a:pt x="3033" y="1454"/>
                </a:cubicBezTo>
                <a:cubicBezTo>
                  <a:pt x="3033" y="627"/>
                  <a:pt x="2407" y="1"/>
                  <a:pt x="15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120"/>
          <p:cNvSpPr/>
          <p:nvPr/>
        </p:nvSpPr>
        <p:spPr>
          <a:xfrm>
            <a:off x="3411900" y="2115307"/>
            <a:ext cx="66188" cy="64203"/>
          </a:xfrm>
          <a:custGeom>
            <a:avLst/>
            <a:gdLst/>
            <a:ahLst/>
            <a:cxnLst/>
            <a:rect l="l" t="t" r="r" b="b"/>
            <a:pathLst>
              <a:path w="3334" h="3234" extrusionOk="0">
                <a:moveTo>
                  <a:pt x="1679" y="301"/>
                </a:moveTo>
                <a:cubicBezTo>
                  <a:pt x="2406" y="301"/>
                  <a:pt x="3033" y="827"/>
                  <a:pt x="3033" y="1554"/>
                </a:cubicBezTo>
                <a:cubicBezTo>
                  <a:pt x="3033" y="2406"/>
                  <a:pt x="2406" y="2933"/>
                  <a:pt x="1679" y="2933"/>
                </a:cubicBezTo>
                <a:cubicBezTo>
                  <a:pt x="928" y="2933"/>
                  <a:pt x="301" y="2406"/>
                  <a:pt x="301" y="1554"/>
                </a:cubicBezTo>
                <a:cubicBezTo>
                  <a:pt x="301" y="827"/>
                  <a:pt x="928" y="301"/>
                  <a:pt x="1679" y="301"/>
                </a:cubicBezTo>
                <a:close/>
                <a:moveTo>
                  <a:pt x="1679" y="0"/>
                </a:moveTo>
                <a:cubicBezTo>
                  <a:pt x="727" y="0"/>
                  <a:pt x="0" y="727"/>
                  <a:pt x="0" y="1554"/>
                </a:cubicBezTo>
                <a:cubicBezTo>
                  <a:pt x="0" y="2507"/>
                  <a:pt x="727" y="3233"/>
                  <a:pt x="1679" y="3233"/>
                </a:cubicBezTo>
                <a:cubicBezTo>
                  <a:pt x="2507" y="3233"/>
                  <a:pt x="3334" y="2507"/>
                  <a:pt x="3334" y="1554"/>
                </a:cubicBezTo>
                <a:cubicBezTo>
                  <a:pt x="3334" y="727"/>
                  <a:pt x="2507" y="0"/>
                  <a:pt x="16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120"/>
          <p:cNvSpPr/>
          <p:nvPr/>
        </p:nvSpPr>
        <p:spPr>
          <a:xfrm>
            <a:off x="3745759" y="1742139"/>
            <a:ext cx="335865" cy="333879"/>
          </a:xfrm>
          <a:custGeom>
            <a:avLst/>
            <a:gdLst/>
            <a:ahLst/>
            <a:cxnLst/>
            <a:rect l="l" t="t" r="r" b="b"/>
            <a:pathLst>
              <a:path w="16918" h="16818" extrusionOk="0">
                <a:moveTo>
                  <a:pt x="8447" y="6692"/>
                </a:moveTo>
                <a:cubicBezTo>
                  <a:pt x="7519" y="6692"/>
                  <a:pt x="6667" y="7419"/>
                  <a:pt x="6667" y="8446"/>
                </a:cubicBezTo>
                <a:cubicBezTo>
                  <a:pt x="6667" y="9399"/>
                  <a:pt x="7519" y="10226"/>
                  <a:pt x="8447" y="10226"/>
                </a:cubicBezTo>
                <a:cubicBezTo>
                  <a:pt x="9399" y="10226"/>
                  <a:pt x="10226" y="9399"/>
                  <a:pt x="10226" y="8446"/>
                </a:cubicBezTo>
                <a:cubicBezTo>
                  <a:pt x="10226" y="7419"/>
                  <a:pt x="9399" y="6692"/>
                  <a:pt x="8447" y="6692"/>
                </a:cubicBezTo>
                <a:close/>
                <a:moveTo>
                  <a:pt x="8447" y="4286"/>
                </a:moveTo>
                <a:cubicBezTo>
                  <a:pt x="10752" y="4286"/>
                  <a:pt x="12632" y="6166"/>
                  <a:pt x="12632" y="8446"/>
                </a:cubicBezTo>
                <a:cubicBezTo>
                  <a:pt x="12632" y="10752"/>
                  <a:pt x="10752" y="12632"/>
                  <a:pt x="8447" y="12632"/>
                </a:cubicBezTo>
                <a:cubicBezTo>
                  <a:pt x="6166" y="12632"/>
                  <a:pt x="4286" y="10752"/>
                  <a:pt x="4286" y="8446"/>
                </a:cubicBezTo>
                <a:cubicBezTo>
                  <a:pt x="4286" y="6166"/>
                  <a:pt x="6166" y="4286"/>
                  <a:pt x="8447" y="4286"/>
                </a:cubicBezTo>
                <a:close/>
                <a:moveTo>
                  <a:pt x="7419" y="0"/>
                </a:moveTo>
                <a:lnTo>
                  <a:pt x="6166" y="301"/>
                </a:lnTo>
                <a:lnTo>
                  <a:pt x="5840" y="1053"/>
                </a:lnTo>
                <a:cubicBezTo>
                  <a:pt x="5213" y="1253"/>
                  <a:pt x="4587" y="1554"/>
                  <a:pt x="3960" y="1980"/>
                </a:cubicBezTo>
                <a:lnTo>
                  <a:pt x="3334" y="1679"/>
                </a:lnTo>
                <a:lnTo>
                  <a:pt x="2281" y="2506"/>
                </a:lnTo>
                <a:lnTo>
                  <a:pt x="2507" y="3334"/>
                </a:lnTo>
                <a:cubicBezTo>
                  <a:pt x="2081" y="3860"/>
                  <a:pt x="1655" y="4386"/>
                  <a:pt x="1354" y="5113"/>
                </a:cubicBezTo>
                <a:lnTo>
                  <a:pt x="627" y="5113"/>
                </a:lnTo>
                <a:lnTo>
                  <a:pt x="201" y="6366"/>
                </a:lnTo>
                <a:lnTo>
                  <a:pt x="727" y="6993"/>
                </a:lnTo>
                <a:cubicBezTo>
                  <a:pt x="627" y="7619"/>
                  <a:pt x="627" y="8346"/>
                  <a:pt x="627" y="9073"/>
                </a:cubicBezTo>
                <a:lnTo>
                  <a:pt x="0" y="9499"/>
                </a:lnTo>
                <a:lnTo>
                  <a:pt x="301" y="10752"/>
                </a:lnTo>
                <a:lnTo>
                  <a:pt x="1028" y="11078"/>
                </a:lnTo>
                <a:cubicBezTo>
                  <a:pt x="1254" y="11705"/>
                  <a:pt x="1554" y="12331"/>
                  <a:pt x="1980" y="12958"/>
                </a:cubicBezTo>
                <a:lnTo>
                  <a:pt x="1655" y="13584"/>
                </a:lnTo>
                <a:lnTo>
                  <a:pt x="2607" y="14512"/>
                </a:lnTo>
                <a:lnTo>
                  <a:pt x="3334" y="14411"/>
                </a:lnTo>
                <a:cubicBezTo>
                  <a:pt x="3860" y="14837"/>
                  <a:pt x="4487" y="15238"/>
                  <a:pt x="5113" y="15564"/>
                </a:cubicBezTo>
                <a:lnTo>
                  <a:pt x="5213" y="16291"/>
                </a:lnTo>
                <a:lnTo>
                  <a:pt x="6467" y="16717"/>
                </a:lnTo>
                <a:lnTo>
                  <a:pt x="6993" y="16191"/>
                </a:lnTo>
                <a:cubicBezTo>
                  <a:pt x="7720" y="16291"/>
                  <a:pt x="8346" y="16291"/>
                  <a:pt x="9073" y="16291"/>
                </a:cubicBezTo>
                <a:lnTo>
                  <a:pt x="9599" y="16817"/>
                </a:lnTo>
                <a:lnTo>
                  <a:pt x="10853" y="16592"/>
                </a:lnTo>
                <a:lnTo>
                  <a:pt x="11053" y="15865"/>
                </a:lnTo>
                <a:cubicBezTo>
                  <a:pt x="11680" y="15664"/>
                  <a:pt x="12306" y="15339"/>
                  <a:pt x="12933" y="14938"/>
                </a:cubicBezTo>
                <a:lnTo>
                  <a:pt x="13559" y="15138"/>
                </a:lnTo>
                <a:lnTo>
                  <a:pt x="14612" y="14311"/>
                </a:lnTo>
                <a:lnTo>
                  <a:pt x="14411" y="13584"/>
                </a:lnTo>
                <a:cubicBezTo>
                  <a:pt x="14938" y="13058"/>
                  <a:pt x="15239" y="12431"/>
                  <a:pt x="15564" y="11805"/>
                </a:cubicBezTo>
                <a:lnTo>
                  <a:pt x="16291" y="11705"/>
                </a:lnTo>
                <a:lnTo>
                  <a:pt x="16692" y="10451"/>
                </a:lnTo>
                <a:lnTo>
                  <a:pt x="16191" y="9925"/>
                </a:lnTo>
                <a:cubicBezTo>
                  <a:pt x="16291" y="9198"/>
                  <a:pt x="16391" y="8572"/>
                  <a:pt x="16291" y="7820"/>
                </a:cubicBezTo>
                <a:lnTo>
                  <a:pt x="16918" y="7319"/>
                </a:lnTo>
                <a:lnTo>
                  <a:pt x="16592" y="6065"/>
                </a:lnTo>
                <a:lnTo>
                  <a:pt x="15865" y="5840"/>
                </a:lnTo>
                <a:cubicBezTo>
                  <a:pt x="15665" y="5113"/>
                  <a:pt x="15339" y="4486"/>
                  <a:pt x="14938" y="3960"/>
                </a:cubicBezTo>
                <a:lnTo>
                  <a:pt x="15239" y="3233"/>
                </a:lnTo>
                <a:lnTo>
                  <a:pt x="14311" y="2306"/>
                </a:lnTo>
                <a:lnTo>
                  <a:pt x="13559" y="2506"/>
                </a:lnTo>
                <a:cubicBezTo>
                  <a:pt x="13058" y="1980"/>
                  <a:pt x="12432" y="1679"/>
                  <a:pt x="11805" y="1354"/>
                </a:cubicBezTo>
                <a:lnTo>
                  <a:pt x="11680" y="627"/>
                </a:lnTo>
                <a:lnTo>
                  <a:pt x="10552" y="201"/>
                </a:lnTo>
                <a:lnTo>
                  <a:pt x="9925" y="727"/>
                </a:lnTo>
                <a:cubicBezTo>
                  <a:pt x="9482" y="656"/>
                  <a:pt x="8976" y="585"/>
                  <a:pt x="8461" y="585"/>
                </a:cubicBezTo>
                <a:cubicBezTo>
                  <a:pt x="8248" y="585"/>
                  <a:pt x="8033" y="597"/>
                  <a:pt x="7820" y="627"/>
                </a:cubicBezTo>
                <a:lnTo>
                  <a:pt x="741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120"/>
          <p:cNvSpPr/>
          <p:nvPr/>
        </p:nvSpPr>
        <p:spPr>
          <a:xfrm>
            <a:off x="3743774" y="1738149"/>
            <a:ext cx="339835" cy="341840"/>
          </a:xfrm>
          <a:custGeom>
            <a:avLst/>
            <a:gdLst/>
            <a:ahLst/>
            <a:cxnLst/>
            <a:rect l="l" t="t" r="r" b="b"/>
            <a:pathLst>
              <a:path w="17118" h="17219" extrusionOk="0">
                <a:moveTo>
                  <a:pt x="8547" y="6993"/>
                </a:moveTo>
                <a:cubicBezTo>
                  <a:pt x="8973" y="6993"/>
                  <a:pt x="9399" y="7194"/>
                  <a:pt x="9699" y="7520"/>
                </a:cubicBezTo>
                <a:cubicBezTo>
                  <a:pt x="10025" y="7820"/>
                  <a:pt x="10226" y="8246"/>
                  <a:pt x="10226" y="8647"/>
                </a:cubicBezTo>
                <a:cubicBezTo>
                  <a:pt x="10226" y="9073"/>
                  <a:pt x="10025" y="9499"/>
                  <a:pt x="9699" y="9800"/>
                </a:cubicBezTo>
                <a:cubicBezTo>
                  <a:pt x="9399" y="10126"/>
                  <a:pt x="8973" y="10226"/>
                  <a:pt x="8547" y="10226"/>
                </a:cubicBezTo>
                <a:cubicBezTo>
                  <a:pt x="8146" y="10226"/>
                  <a:pt x="7719" y="10126"/>
                  <a:pt x="7394" y="9800"/>
                </a:cubicBezTo>
                <a:cubicBezTo>
                  <a:pt x="7093" y="9499"/>
                  <a:pt x="6993" y="9073"/>
                  <a:pt x="6993" y="8647"/>
                </a:cubicBezTo>
                <a:cubicBezTo>
                  <a:pt x="6993" y="8246"/>
                  <a:pt x="7093" y="7820"/>
                  <a:pt x="7394" y="7520"/>
                </a:cubicBezTo>
                <a:cubicBezTo>
                  <a:pt x="7719" y="7194"/>
                  <a:pt x="8146" y="6993"/>
                  <a:pt x="8547" y="6993"/>
                </a:cubicBezTo>
                <a:close/>
                <a:moveTo>
                  <a:pt x="8547" y="6667"/>
                </a:moveTo>
                <a:cubicBezTo>
                  <a:pt x="7519" y="6667"/>
                  <a:pt x="6667" y="7620"/>
                  <a:pt x="6667" y="8647"/>
                </a:cubicBezTo>
                <a:cubicBezTo>
                  <a:pt x="6667" y="9700"/>
                  <a:pt x="7519" y="10527"/>
                  <a:pt x="8547" y="10527"/>
                </a:cubicBezTo>
                <a:cubicBezTo>
                  <a:pt x="9599" y="10527"/>
                  <a:pt x="10526" y="9700"/>
                  <a:pt x="10526" y="8647"/>
                </a:cubicBezTo>
                <a:cubicBezTo>
                  <a:pt x="10526" y="7620"/>
                  <a:pt x="9599" y="6667"/>
                  <a:pt x="8547" y="6667"/>
                </a:cubicBezTo>
                <a:close/>
                <a:moveTo>
                  <a:pt x="8547" y="4587"/>
                </a:moveTo>
                <a:cubicBezTo>
                  <a:pt x="9699" y="4587"/>
                  <a:pt x="10652" y="5114"/>
                  <a:pt x="11379" y="5840"/>
                </a:cubicBezTo>
                <a:cubicBezTo>
                  <a:pt x="12105" y="6567"/>
                  <a:pt x="12632" y="7520"/>
                  <a:pt x="12632" y="8647"/>
                </a:cubicBezTo>
                <a:cubicBezTo>
                  <a:pt x="12632" y="9700"/>
                  <a:pt x="12105" y="10753"/>
                  <a:pt x="11379" y="11479"/>
                </a:cubicBezTo>
                <a:cubicBezTo>
                  <a:pt x="10652" y="12206"/>
                  <a:pt x="9699" y="12632"/>
                  <a:pt x="8547" y="12632"/>
                </a:cubicBezTo>
                <a:cubicBezTo>
                  <a:pt x="7394" y="12632"/>
                  <a:pt x="6466" y="12206"/>
                  <a:pt x="5739" y="11479"/>
                </a:cubicBezTo>
                <a:cubicBezTo>
                  <a:pt x="5013" y="10753"/>
                  <a:pt x="4587" y="9700"/>
                  <a:pt x="4587" y="8647"/>
                </a:cubicBezTo>
                <a:cubicBezTo>
                  <a:pt x="4587" y="7520"/>
                  <a:pt x="5013" y="6567"/>
                  <a:pt x="5739" y="5840"/>
                </a:cubicBezTo>
                <a:cubicBezTo>
                  <a:pt x="6466" y="5114"/>
                  <a:pt x="7394" y="4587"/>
                  <a:pt x="8547" y="4587"/>
                </a:cubicBezTo>
                <a:close/>
                <a:moveTo>
                  <a:pt x="8547" y="4261"/>
                </a:moveTo>
                <a:cubicBezTo>
                  <a:pt x="6141" y="4261"/>
                  <a:pt x="4261" y="6266"/>
                  <a:pt x="4261" y="8647"/>
                </a:cubicBezTo>
                <a:cubicBezTo>
                  <a:pt x="4261" y="11053"/>
                  <a:pt x="6141" y="12933"/>
                  <a:pt x="8547" y="12933"/>
                </a:cubicBezTo>
                <a:cubicBezTo>
                  <a:pt x="10953" y="12933"/>
                  <a:pt x="12933" y="11053"/>
                  <a:pt x="12933" y="8647"/>
                </a:cubicBezTo>
                <a:cubicBezTo>
                  <a:pt x="12933" y="6266"/>
                  <a:pt x="10953" y="4261"/>
                  <a:pt x="8547" y="4261"/>
                </a:cubicBezTo>
                <a:close/>
                <a:moveTo>
                  <a:pt x="7394" y="402"/>
                </a:moveTo>
                <a:lnTo>
                  <a:pt x="7820" y="928"/>
                </a:lnTo>
                <a:lnTo>
                  <a:pt x="8547" y="928"/>
                </a:lnTo>
                <a:cubicBezTo>
                  <a:pt x="9073" y="928"/>
                  <a:pt x="9499" y="928"/>
                  <a:pt x="10025" y="1028"/>
                </a:cubicBezTo>
                <a:lnTo>
                  <a:pt x="10125" y="1028"/>
                </a:lnTo>
                <a:lnTo>
                  <a:pt x="10652" y="627"/>
                </a:lnTo>
                <a:lnTo>
                  <a:pt x="11679" y="928"/>
                </a:lnTo>
                <a:lnTo>
                  <a:pt x="11780" y="1655"/>
                </a:lnTo>
                <a:lnTo>
                  <a:pt x="11905" y="1655"/>
                </a:lnTo>
                <a:cubicBezTo>
                  <a:pt x="12532" y="1981"/>
                  <a:pt x="13033" y="2382"/>
                  <a:pt x="13559" y="2808"/>
                </a:cubicBezTo>
                <a:lnTo>
                  <a:pt x="13659" y="2808"/>
                </a:lnTo>
                <a:lnTo>
                  <a:pt x="14411" y="2707"/>
                </a:lnTo>
                <a:lnTo>
                  <a:pt x="15138" y="3535"/>
                </a:lnTo>
                <a:lnTo>
                  <a:pt x="14812" y="4161"/>
                </a:lnTo>
                <a:lnTo>
                  <a:pt x="14912" y="4261"/>
                </a:lnTo>
                <a:cubicBezTo>
                  <a:pt x="15339" y="4788"/>
                  <a:pt x="15664" y="5414"/>
                  <a:pt x="15865" y="6041"/>
                </a:cubicBezTo>
                <a:lnTo>
                  <a:pt x="15865" y="6141"/>
                </a:lnTo>
                <a:lnTo>
                  <a:pt x="16592" y="6367"/>
                </a:lnTo>
                <a:lnTo>
                  <a:pt x="16792" y="7520"/>
                </a:lnTo>
                <a:lnTo>
                  <a:pt x="16291" y="7921"/>
                </a:lnTo>
                <a:lnTo>
                  <a:pt x="16291" y="8021"/>
                </a:lnTo>
                <a:lnTo>
                  <a:pt x="16291" y="8647"/>
                </a:lnTo>
                <a:cubicBezTo>
                  <a:pt x="16291" y="9174"/>
                  <a:pt x="16166" y="9600"/>
                  <a:pt x="16166" y="10126"/>
                </a:cubicBezTo>
                <a:lnTo>
                  <a:pt x="16065" y="10126"/>
                </a:lnTo>
                <a:lnTo>
                  <a:pt x="16592" y="10753"/>
                </a:lnTo>
                <a:lnTo>
                  <a:pt x="16291" y="11780"/>
                </a:lnTo>
                <a:lnTo>
                  <a:pt x="15539" y="11906"/>
                </a:lnTo>
                <a:cubicBezTo>
                  <a:pt x="15238" y="12532"/>
                  <a:pt x="14812" y="13159"/>
                  <a:pt x="14411" y="13660"/>
                </a:cubicBezTo>
                <a:lnTo>
                  <a:pt x="14511" y="14512"/>
                </a:lnTo>
                <a:lnTo>
                  <a:pt x="13659" y="15239"/>
                </a:lnTo>
                <a:lnTo>
                  <a:pt x="13033" y="14913"/>
                </a:lnTo>
                <a:lnTo>
                  <a:pt x="12933" y="15038"/>
                </a:lnTo>
                <a:cubicBezTo>
                  <a:pt x="12406" y="15339"/>
                  <a:pt x="11780" y="15665"/>
                  <a:pt x="11153" y="15865"/>
                </a:cubicBezTo>
                <a:lnTo>
                  <a:pt x="11053" y="15966"/>
                </a:lnTo>
                <a:lnTo>
                  <a:pt x="10852" y="16693"/>
                </a:lnTo>
                <a:lnTo>
                  <a:pt x="9699" y="16918"/>
                </a:lnTo>
                <a:lnTo>
                  <a:pt x="9273" y="16292"/>
                </a:lnTo>
                <a:lnTo>
                  <a:pt x="9173" y="16292"/>
                </a:lnTo>
                <a:cubicBezTo>
                  <a:pt x="8973" y="16292"/>
                  <a:pt x="8772" y="16392"/>
                  <a:pt x="8547" y="16392"/>
                </a:cubicBezTo>
                <a:cubicBezTo>
                  <a:pt x="8020" y="16392"/>
                  <a:pt x="7619" y="16292"/>
                  <a:pt x="7093" y="16166"/>
                </a:cubicBezTo>
                <a:lnTo>
                  <a:pt x="6466" y="16693"/>
                </a:lnTo>
                <a:lnTo>
                  <a:pt x="5414" y="16392"/>
                </a:lnTo>
                <a:lnTo>
                  <a:pt x="5313" y="15665"/>
                </a:lnTo>
                <a:lnTo>
                  <a:pt x="5313" y="15540"/>
                </a:lnTo>
                <a:cubicBezTo>
                  <a:pt x="4687" y="15339"/>
                  <a:pt x="4060" y="14913"/>
                  <a:pt x="3534" y="14512"/>
                </a:cubicBezTo>
                <a:lnTo>
                  <a:pt x="3434" y="14412"/>
                </a:lnTo>
                <a:lnTo>
                  <a:pt x="2707" y="14612"/>
                </a:lnTo>
                <a:lnTo>
                  <a:pt x="1980" y="13785"/>
                </a:lnTo>
                <a:lnTo>
                  <a:pt x="2281" y="13033"/>
                </a:lnTo>
                <a:lnTo>
                  <a:pt x="2181" y="13033"/>
                </a:lnTo>
                <a:cubicBezTo>
                  <a:pt x="1880" y="12407"/>
                  <a:pt x="1554" y="11906"/>
                  <a:pt x="1354" y="11154"/>
                </a:cubicBezTo>
                <a:lnTo>
                  <a:pt x="1253" y="11053"/>
                </a:lnTo>
                <a:lnTo>
                  <a:pt x="501" y="10853"/>
                </a:lnTo>
                <a:lnTo>
                  <a:pt x="301" y="9800"/>
                </a:lnTo>
                <a:lnTo>
                  <a:pt x="927" y="9399"/>
                </a:lnTo>
                <a:lnTo>
                  <a:pt x="927" y="9274"/>
                </a:lnTo>
                <a:cubicBezTo>
                  <a:pt x="827" y="9073"/>
                  <a:pt x="827" y="8873"/>
                  <a:pt x="827" y="8647"/>
                </a:cubicBezTo>
                <a:cubicBezTo>
                  <a:pt x="827" y="8146"/>
                  <a:pt x="927" y="7620"/>
                  <a:pt x="1028" y="7194"/>
                </a:cubicBezTo>
                <a:lnTo>
                  <a:pt x="1028" y="7093"/>
                </a:lnTo>
                <a:lnTo>
                  <a:pt x="501" y="6567"/>
                </a:lnTo>
                <a:lnTo>
                  <a:pt x="827" y="5515"/>
                </a:lnTo>
                <a:lnTo>
                  <a:pt x="1554" y="5414"/>
                </a:lnTo>
                <a:lnTo>
                  <a:pt x="1654" y="5314"/>
                </a:lnTo>
                <a:cubicBezTo>
                  <a:pt x="1880" y="4687"/>
                  <a:pt x="2281" y="4161"/>
                  <a:pt x="2707" y="3635"/>
                </a:cubicBezTo>
                <a:lnTo>
                  <a:pt x="2807" y="3535"/>
                </a:lnTo>
                <a:lnTo>
                  <a:pt x="2607" y="2808"/>
                </a:lnTo>
                <a:lnTo>
                  <a:pt x="3434" y="2081"/>
                </a:lnTo>
                <a:lnTo>
                  <a:pt x="4161" y="2382"/>
                </a:lnTo>
                <a:lnTo>
                  <a:pt x="4161" y="2281"/>
                </a:lnTo>
                <a:cubicBezTo>
                  <a:pt x="4787" y="1880"/>
                  <a:pt x="5313" y="1555"/>
                  <a:pt x="6040" y="1354"/>
                </a:cubicBezTo>
                <a:lnTo>
                  <a:pt x="6141" y="1354"/>
                </a:lnTo>
                <a:lnTo>
                  <a:pt x="6366" y="627"/>
                </a:lnTo>
                <a:lnTo>
                  <a:pt x="7394" y="402"/>
                </a:lnTo>
                <a:close/>
                <a:moveTo>
                  <a:pt x="7519" y="1"/>
                </a:moveTo>
                <a:lnTo>
                  <a:pt x="6040" y="301"/>
                </a:lnTo>
                <a:lnTo>
                  <a:pt x="5855" y="1067"/>
                </a:lnTo>
                <a:lnTo>
                  <a:pt x="5855" y="1067"/>
                </a:lnTo>
                <a:cubicBezTo>
                  <a:pt x="5201" y="1361"/>
                  <a:pt x="4631" y="1640"/>
                  <a:pt x="4143" y="2016"/>
                </a:cubicBezTo>
                <a:lnTo>
                  <a:pt x="4143" y="2016"/>
                </a:lnTo>
                <a:lnTo>
                  <a:pt x="4161" y="1981"/>
                </a:lnTo>
                <a:lnTo>
                  <a:pt x="3434" y="1655"/>
                </a:lnTo>
                <a:lnTo>
                  <a:pt x="2281" y="2707"/>
                </a:lnTo>
                <a:lnTo>
                  <a:pt x="2486" y="3460"/>
                </a:lnTo>
                <a:lnTo>
                  <a:pt x="2486" y="3460"/>
                </a:lnTo>
                <a:cubicBezTo>
                  <a:pt x="2088" y="3954"/>
                  <a:pt x="1692" y="4535"/>
                  <a:pt x="1399" y="5120"/>
                </a:cubicBezTo>
                <a:lnTo>
                  <a:pt x="1399" y="5120"/>
                </a:lnTo>
                <a:lnTo>
                  <a:pt x="627" y="5214"/>
                </a:lnTo>
                <a:lnTo>
                  <a:pt x="100" y="6667"/>
                </a:lnTo>
                <a:lnTo>
                  <a:pt x="708" y="7275"/>
                </a:lnTo>
                <a:lnTo>
                  <a:pt x="708" y="7275"/>
                </a:lnTo>
                <a:cubicBezTo>
                  <a:pt x="611" y="7686"/>
                  <a:pt x="501" y="8177"/>
                  <a:pt x="501" y="8647"/>
                </a:cubicBezTo>
                <a:cubicBezTo>
                  <a:pt x="501" y="8847"/>
                  <a:pt x="501" y="9028"/>
                  <a:pt x="589" y="9206"/>
                </a:cubicBezTo>
                <a:lnTo>
                  <a:pt x="589" y="9206"/>
                </a:lnTo>
                <a:lnTo>
                  <a:pt x="0" y="9700"/>
                </a:lnTo>
                <a:lnTo>
                  <a:pt x="301" y="11154"/>
                </a:lnTo>
                <a:lnTo>
                  <a:pt x="1053" y="11359"/>
                </a:lnTo>
                <a:lnTo>
                  <a:pt x="1053" y="11359"/>
                </a:lnTo>
                <a:cubicBezTo>
                  <a:pt x="1269" y="12032"/>
                  <a:pt x="1553" y="12617"/>
                  <a:pt x="1945" y="13115"/>
                </a:cubicBezTo>
                <a:lnTo>
                  <a:pt x="1945" y="13115"/>
                </a:lnTo>
                <a:lnTo>
                  <a:pt x="1654" y="13785"/>
                </a:lnTo>
                <a:lnTo>
                  <a:pt x="2607" y="14913"/>
                </a:lnTo>
                <a:lnTo>
                  <a:pt x="3357" y="14731"/>
                </a:lnTo>
                <a:lnTo>
                  <a:pt x="3357" y="14731"/>
                </a:lnTo>
                <a:cubicBezTo>
                  <a:pt x="3852" y="15129"/>
                  <a:pt x="4433" y="15504"/>
                  <a:pt x="5019" y="15816"/>
                </a:cubicBezTo>
                <a:lnTo>
                  <a:pt x="5019" y="15816"/>
                </a:lnTo>
                <a:lnTo>
                  <a:pt x="5113" y="16592"/>
                </a:lnTo>
                <a:lnTo>
                  <a:pt x="6567" y="17018"/>
                </a:lnTo>
                <a:lnTo>
                  <a:pt x="7171" y="16510"/>
                </a:lnTo>
                <a:lnTo>
                  <a:pt x="7171" y="16510"/>
                </a:lnTo>
                <a:cubicBezTo>
                  <a:pt x="7580" y="16604"/>
                  <a:pt x="8052" y="16693"/>
                  <a:pt x="8547" y="16693"/>
                </a:cubicBezTo>
                <a:cubicBezTo>
                  <a:pt x="8737" y="16693"/>
                  <a:pt x="8909" y="16621"/>
                  <a:pt x="9078" y="16599"/>
                </a:cubicBezTo>
                <a:lnTo>
                  <a:pt x="9078" y="16599"/>
                </a:lnTo>
                <a:lnTo>
                  <a:pt x="9599" y="17219"/>
                </a:lnTo>
                <a:lnTo>
                  <a:pt x="11053" y="16918"/>
                </a:lnTo>
                <a:lnTo>
                  <a:pt x="11260" y="16137"/>
                </a:lnTo>
                <a:lnTo>
                  <a:pt x="11260" y="16137"/>
                </a:lnTo>
                <a:cubicBezTo>
                  <a:pt x="11934" y="15945"/>
                  <a:pt x="12509" y="15670"/>
                  <a:pt x="13080" y="15291"/>
                </a:cubicBezTo>
                <a:lnTo>
                  <a:pt x="13080" y="15291"/>
                </a:lnTo>
                <a:lnTo>
                  <a:pt x="13785" y="15540"/>
                </a:lnTo>
                <a:lnTo>
                  <a:pt x="14812" y="14612"/>
                </a:lnTo>
                <a:lnTo>
                  <a:pt x="14712" y="13785"/>
                </a:lnTo>
                <a:lnTo>
                  <a:pt x="14709" y="13785"/>
                </a:lnTo>
                <a:cubicBezTo>
                  <a:pt x="15163" y="13307"/>
                  <a:pt x="15515" y="12755"/>
                  <a:pt x="15730" y="12198"/>
                </a:cubicBezTo>
                <a:lnTo>
                  <a:pt x="15730" y="12198"/>
                </a:lnTo>
                <a:lnTo>
                  <a:pt x="16491" y="12106"/>
                </a:lnTo>
                <a:lnTo>
                  <a:pt x="17018" y="10652"/>
                </a:lnTo>
                <a:lnTo>
                  <a:pt x="16491" y="10126"/>
                </a:lnTo>
                <a:cubicBezTo>
                  <a:pt x="16491" y="9600"/>
                  <a:pt x="16592" y="9174"/>
                  <a:pt x="16592" y="8647"/>
                </a:cubicBezTo>
                <a:lnTo>
                  <a:pt x="16592" y="8062"/>
                </a:lnTo>
                <a:lnTo>
                  <a:pt x="17118" y="7620"/>
                </a:lnTo>
                <a:lnTo>
                  <a:pt x="16918" y="6141"/>
                </a:lnTo>
                <a:lnTo>
                  <a:pt x="16134" y="5957"/>
                </a:lnTo>
                <a:lnTo>
                  <a:pt x="16166" y="5941"/>
                </a:lnTo>
                <a:cubicBezTo>
                  <a:pt x="15879" y="5343"/>
                  <a:pt x="15569" y="4745"/>
                  <a:pt x="15193" y="4148"/>
                </a:cubicBezTo>
                <a:lnTo>
                  <a:pt x="15193" y="4148"/>
                </a:lnTo>
                <a:lnTo>
                  <a:pt x="15539" y="3434"/>
                </a:lnTo>
                <a:lnTo>
                  <a:pt x="14511" y="2281"/>
                </a:lnTo>
                <a:lnTo>
                  <a:pt x="13677" y="2502"/>
                </a:lnTo>
                <a:lnTo>
                  <a:pt x="13677" y="2502"/>
                </a:lnTo>
                <a:cubicBezTo>
                  <a:pt x="13197" y="2046"/>
                  <a:pt x="12643" y="1671"/>
                  <a:pt x="12086" y="1394"/>
                </a:cubicBezTo>
                <a:lnTo>
                  <a:pt x="12086" y="1394"/>
                </a:lnTo>
                <a:lnTo>
                  <a:pt x="12005" y="728"/>
                </a:lnTo>
                <a:lnTo>
                  <a:pt x="10526" y="201"/>
                </a:lnTo>
                <a:lnTo>
                  <a:pt x="10000" y="727"/>
                </a:lnTo>
                <a:lnTo>
                  <a:pt x="10000" y="727"/>
                </a:lnTo>
                <a:cubicBezTo>
                  <a:pt x="9579" y="724"/>
                  <a:pt x="9063" y="627"/>
                  <a:pt x="8547" y="627"/>
                </a:cubicBezTo>
                <a:lnTo>
                  <a:pt x="7951" y="627"/>
                </a:lnTo>
                <a:lnTo>
                  <a:pt x="7519" y="1"/>
                </a:ln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120"/>
          <p:cNvSpPr/>
          <p:nvPr/>
        </p:nvSpPr>
        <p:spPr>
          <a:xfrm>
            <a:off x="3051160" y="3933379"/>
            <a:ext cx="1137945" cy="12467"/>
          </a:xfrm>
          <a:custGeom>
            <a:avLst/>
            <a:gdLst/>
            <a:ahLst/>
            <a:cxnLst/>
            <a:rect l="l" t="t" r="r" b="b"/>
            <a:pathLst>
              <a:path w="57320" h="628" extrusionOk="0">
                <a:moveTo>
                  <a:pt x="301" y="1"/>
                </a:moveTo>
                <a:cubicBezTo>
                  <a:pt x="101" y="1"/>
                  <a:pt x="1" y="101"/>
                  <a:pt x="1" y="327"/>
                </a:cubicBezTo>
                <a:cubicBezTo>
                  <a:pt x="1" y="527"/>
                  <a:pt x="101" y="627"/>
                  <a:pt x="301" y="627"/>
                </a:cubicBezTo>
                <a:lnTo>
                  <a:pt x="57019" y="627"/>
                </a:lnTo>
                <a:cubicBezTo>
                  <a:pt x="57219" y="627"/>
                  <a:pt x="57319" y="527"/>
                  <a:pt x="57319" y="327"/>
                </a:cubicBezTo>
                <a:cubicBezTo>
                  <a:pt x="57319" y="101"/>
                  <a:pt x="57219" y="1"/>
                  <a:pt x="570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120"/>
          <p:cNvSpPr/>
          <p:nvPr/>
        </p:nvSpPr>
        <p:spPr>
          <a:xfrm>
            <a:off x="2856129" y="3933379"/>
            <a:ext cx="147286" cy="12467"/>
          </a:xfrm>
          <a:custGeom>
            <a:avLst/>
            <a:gdLst/>
            <a:ahLst/>
            <a:cxnLst/>
            <a:rect l="l" t="t" r="r" b="b"/>
            <a:pathLst>
              <a:path w="7419" h="628" extrusionOk="0">
                <a:moveTo>
                  <a:pt x="326" y="1"/>
                </a:moveTo>
                <a:cubicBezTo>
                  <a:pt x="100" y="1"/>
                  <a:pt x="0" y="101"/>
                  <a:pt x="0" y="327"/>
                </a:cubicBezTo>
                <a:cubicBezTo>
                  <a:pt x="0" y="527"/>
                  <a:pt x="100" y="627"/>
                  <a:pt x="326" y="627"/>
                </a:cubicBezTo>
                <a:lnTo>
                  <a:pt x="7118" y="627"/>
                </a:lnTo>
                <a:cubicBezTo>
                  <a:pt x="7318" y="627"/>
                  <a:pt x="7419" y="527"/>
                  <a:pt x="7419" y="327"/>
                </a:cubicBezTo>
                <a:cubicBezTo>
                  <a:pt x="7419" y="101"/>
                  <a:pt x="7318" y="1"/>
                  <a:pt x="71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120"/>
          <p:cNvSpPr/>
          <p:nvPr/>
        </p:nvSpPr>
        <p:spPr>
          <a:xfrm>
            <a:off x="2244612" y="1810293"/>
            <a:ext cx="273687" cy="12467"/>
          </a:xfrm>
          <a:custGeom>
            <a:avLst/>
            <a:gdLst/>
            <a:ahLst/>
            <a:cxnLst/>
            <a:rect l="l" t="t" r="r" b="b"/>
            <a:pathLst>
              <a:path w="13786" h="628" extrusionOk="0">
                <a:moveTo>
                  <a:pt x="327" y="1"/>
                </a:moveTo>
                <a:cubicBezTo>
                  <a:pt x="101" y="1"/>
                  <a:pt x="1" y="226"/>
                  <a:pt x="1" y="327"/>
                </a:cubicBezTo>
                <a:cubicBezTo>
                  <a:pt x="1" y="527"/>
                  <a:pt x="101" y="627"/>
                  <a:pt x="327" y="627"/>
                </a:cubicBezTo>
                <a:lnTo>
                  <a:pt x="13485" y="627"/>
                </a:lnTo>
                <a:cubicBezTo>
                  <a:pt x="13585" y="627"/>
                  <a:pt x="13785" y="527"/>
                  <a:pt x="13785" y="327"/>
                </a:cubicBezTo>
                <a:cubicBezTo>
                  <a:pt x="13785" y="226"/>
                  <a:pt x="13585" y="1"/>
                  <a:pt x="134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120"/>
          <p:cNvSpPr/>
          <p:nvPr/>
        </p:nvSpPr>
        <p:spPr>
          <a:xfrm>
            <a:off x="2049582" y="1810293"/>
            <a:ext cx="147286" cy="12467"/>
          </a:xfrm>
          <a:custGeom>
            <a:avLst/>
            <a:gdLst/>
            <a:ahLst/>
            <a:cxnLst/>
            <a:rect l="l" t="t" r="r" b="b"/>
            <a:pathLst>
              <a:path w="7419" h="628" extrusionOk="0">
                <a:moveTo>
                  <a:pt x="326" y="1"/>
                </a:moveTo>
                <a:cubicBezTo>
                  <a:pt x="126" y="1"/>
                  <a:pt x="0" y="226"/>
                  <a:pt x="0" y="327"/>
                </a:cubicBezTo>
                <a:cubicBezTo>
                  <a:pt x="0" y="527"/>
                  <a:pt x="126" y="627"/>
                  <a:pt x="326" y="627"/>
                </a:cubicBezTo>
                <a:lnTo>
                  <a:pt x="7118" y="627"/>
                </a:lnTo>
                <a:cubicBezTo>
                  <a:pt x="7319" y="627"/>
                  <a:pt x="7419" y="527"/>
                  <a:pt x="7419" y="327"/>
                </a:cubicBezTo>
                <a:cubicBezTo>
                  <a:pt x="7419" y="226"/>
                  <a:pt x="7319" y="1"/>
                  <a:pt x="71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120"/>
          <p:cNvSpPr/>
          <p:nvPr/>
        </p:nvSpPr>
        <p:spPr>
          <a:xfrm>
            <a:off x="1023604" y="2865612"/>
            <a:ext cx="402053" cy="12467"/>
          </a:xfrm>
          <a:custGeom>
            <a:avLst/>
            <a:gdLst/>
            <a:ahLst/>
            <a:cxnLst/>
            <a:rect l="l" t="t" r="r" b="b"/>
            <a:pathLst>
              <a:path w="20252" h="628" extrusionOk="0">
                <a:moveTo>
                  <a:pt x="302" y="1"/>
                </a:moveTo>
                <a:cubicBezTo>
                  <a:pt x="101" y="1"/>
                  <a:pt x="1" y="227"/>
                  <a:pt x="1" y="327"/>
                </a:cubicBezTo>
                <a:cubicBezTo>
                  <a:pt x="1" y="527"/>
                  <a:pt x="101" y="628"/>
                  <a:pt x="302" y="628"/>
                </a:cubicBezTo>
                <a:lnTo>
                  <a:pt x="19951" y="628"/>
                </a:lnTo>
                <a:cubicBezTo>
                  <a:pt x="20051" y="628"/>
                  <a:pt x="20252" y="527"/>
                  <a:pt x="20252" y="327"/>
                </a:cubicBezTo>
                <a:cubicBezTo>
                  <a:pt x="20252" y="227"/>
                  <a:pt x="20051" y="1"/>
                  <a:pt x="199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120"/>
          <p:cNvSpPr/>
          <p:nvPr/>
        </p:nvSpPr>
        <p:spPr>
          <a:xfrm>
            <a:off x="828573" y="2865612"/>
            <a:ext cx="147286" cy="12467"/>
          </a:xfrm>
          <a:custGeom>
            <a:avLst/>
            <a:gdLst/>
            <a:ahLst/>
            <a:cxnLst/>
            <a:rect l="l" t="t" r="r" b="b"/>
            <a:pathLst>
              <a:path w="7419" h="628" extrusionOk="0">
                <a:moveTo>
                  <a:pt x="326" y="1"/>
                </a:moveTo>
                <a:cubicBezTo>
                  <a:pt x="100" y="1"/>
                  <a:pt x="0" y="227"/>
                  <a:pt x="0" y="327"/>
                </a:cubicBezTo>
                <a:cubicBezTo>
                  <a:pt x="0" y="527"/>
                  <a:pt x="100" y="628"/>
                  <a:pt x="326" y="628"/>
                </a:cubicBezTo>
                <a:lnTo>
                  <a:pt x="7118" y="628"/>
                </a:lnTo>
                <a:cubicBezTo>
                  <a:pt x="7218" y="628"/>
                  <a:pt x="7419" y="527"/>
                  <a:pt x="7419" y="327"/>
                </a:cubicBezTo>
                <a:cubicBezTo>
                  <a:pt x="7419" y="227"/>
                  <a:pt x="7218" y="1"/>
                  <a:pt x="71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04" name="Google Shape;6304;p120"/>
          <p:cNvGrpSpPr/>
          <p:nvPr/>
        </p:nvGrpSpPr>
        <p:grpSpPr>
          <a:xfrm>
            <a:off x="4718985" y="1905049"/>
            <a:ext cx="3596442" cy="2028124"/>
            <a:chOff x="250225" y="836050"/>
            <a:chExt cx="7125900" cy="4018475"/>
          </a:xfrm>
        </p:grpSpPr>
        <p:sp>
          <p:nvSpPr>
            <p:cNvPr id="6305" name="Google Shape;6305;p120"/>
            <p:cNvSpPr/>
            <p:nvPr/>
          </p:nvSpPr>
          <p:spPr>
            <a:xfrm>
              <a:off x="5723625" y="1052650"/>
              <a:ext cx="36400" cy="1031425"/>
            </a:xfrm>
            <a:custGeom>
              <a:avLst/>
              <a:gdLst/>
              <a:ahLst/>
              <a:cxnLst/>
              <a:rect l="l" t="t" r="r" b="b"/>
              <a:pathLst>
                <a:path w="1456" h="41257" fill="none" extrusionOk="0">
                  <a:moveTo>
                    <a:pt x="1455" y="0"/>
                  </a:moveTo>
                  <a:cubicBezTo>
                    <a:pt x="1455" y="0"/>
                    <a:pt x="670" y="26158"/>
                    <a:pt x="1" y="41257"/>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120"/>
            <p:cNvSpPr/>
            <p:nvPr/>
          </p:nvSpPr>
          <p:spPr>
            <a:xfrm>
              <a:off x="5620300" y="1134025"/>
              <a:ext cx="132200" cy="144325"/>
            </a:xfrm>
            <a:custGeom>
              <a:avLst/>
              <a:gdLst/>
              <a:ahLst/>
              <a:cxnLst/>
              <a:rect l="l" t="t" r="r" b="b"/>
              <a:pathLst>
                <a:path w="5288" h="5773" fill="none" extrusionOk="0">
                  <a:moveTo>
                    <a:pt x="1" y="0"/>
                  </a:moveTo>
                  <a:lnTo>
                    <a:pt x="5288" y="5772"/>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120"/>
            <p:cNvSpPr/>
            <p:nvPr/>
          </p:nvSpPr>
          <p:spPr>
            <a:xfrm>
              <a:off x="5671100" y="898525"/>
              <a:ext cx="88925" cy="154150"/>
            </a:xfrm>
            <a:custGeom>
              <a:avLst/>
              <a:gdLst/>
              <a:ahLst/>
              <a:cxnLst/>
              <a:rect l="l" t="t" r="r" b="b"/>
              <a:pathLst>
                <a:path w="3557" h="6166" fill="none" extrusionOk="0">
                  <a:moveTo>
                    <a:pt x="3556" y="6165"/>
                  </a:moveTo>
                  <a:lnTo>
                    <a:pt x="1" y="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120"/>
            <p:cNvSpPr/>
            <p:nvPr/>
          </p:nvSpPr>
          <p:spPr>
            <a:xfrm>
              <a:off x="5760000" y="910650"/>
              <a:ext cx="120075" cy="142025"/>
            </a:xfrm>
            <a:custGeom>
              <a:avLst/>
              <a:gdLst/>
              <a:ahLst/>
              <a:cxnLst/>
              <a:rect l="l" t="t" r="r" b="b"/>
              <a:pathLst>
                <a:path w="4803" h="5681" fill="none" extrusionOk="0">
                  <a:moveTo>
                    <a:pt x="0" y="5680"/>
                  </a:moveTo>
                  <a:lnTo>
                    <a:pt x="4802" y="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120"/>
            <p:cNvSpPr/>
            <p:nvPr/>
          </p:nvSpPr>
          <p:spPr>
            <a:xfrm>
              <a:off x="5853500" y="886125"/>
              <a:ext cx="53125" cy="51100"/>
            </a:xfrm>
            <a:custGeom>
              <a:avLst/>
              <a:gdLst/>
              <a:ahLst/>
              <a:cxnLst/>
              <a:rect l="l" t="t" r="r" b="b"/>
              <a:pathLst>
                <a:path w="2125" h="2044" extrusionOk="0">
                  <a:moveTo>
                    <a:pt x="1111" y="1"/>
                  </a:moveTo>
                  <a:cubicBezTo>
                    <a:pt x="1065" y="1"/>
                    <a:pt x="1018" y="4"/>
                    <a:pt x="970" y="12"/>
                  </a:cubicBezTo>
                  <a:cubicBezTo>
                    <a:pt x="393" y="12"/>
                    <a:pt x="0" y="497"/>
                    <a:pt x="0" y="1074"/>
                  </a:cubicBezTo>
                  <a:cubicBezTo>
                    <a:pt x="93" y="1651"/>
                    <a:pt x="577" y="2044"/>
                    <a:pt x="1155" y="2044"/>
                  </a:cubicBezTo>
                  <a:cubicBezTo>
                    <a:pt x="1732" y="2044"/>
                    <a:pt x="2124" y="1559"/>
                    <a:pt x="2124" y="982"/>
                  </a:cubicBezTo>
                  <a:cubicBezTo>
                    <a:pt x="2039" y="452"/>
                    <a:pt x="1625" y="1"/>
                    <a:pt x="1111" y="1"/>
                  </a:cubicBez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120"/>
            <p:cNvSpPr/>
            <p:nvPr/>
          </p:nvSpPr>
          <p:spPr>
            <a:xfrm>
              <a:off x="5605875" y="836050"/>
              <a:ext cx="129900" cy="124850"/>
            </a:xfrm>
            <a:custGeom>
              <a:avLst/>
              <a:gdLst/>
              <a:ahLst/>
              <a:cxnLst/>
              <a:rect l="l" t="t" r="r" b="b"/>
              <a:pathLst>
                <a:path w="5196" h="4994" extrusionOk="0">
                  <a:moveTo>
                    <a:pt x="2662" y="1"/>
                  </a:moveTo>
                  <a:cubicBezTo>
                    <a:pt x="2607" y="1"/>
                    <a:pt x="2551" y="3"/>
                    <a:pt x="2494" y="6"/>
                  </a:cubicBezTo>
                  <a:cubicBezTo>
                    <a:pt x="1063" y="99"/>
                    <a:pt x="1" y="1253"/>
                    <a:pt x="93" y="2592"/>
                  </a:cubicBezTo>
                  <a:cubicBezTo>
                    <a:pt x="185" y="3954"/>
                    <a:pt x="1340" y="4993"/>
                    <a:pt x="2702" y="4993"/>
                  </a:cubicBezTo>
                  <a:cubicBezTo>
                    <a:pt x="4133" y="4901"/>
                    <a:pt x="5195" y="3747"/>
                    <a:pt x="5103" y="2315"/>
                  </a:cubicBezTo>
                  <a:cubicBezTo>
                    <a:pt x="5015" y="1009"/>
                    <a:pt x="3950" y="1"/>
                    <a:pt x="2662" y="1"/>
                  </a:cubicBez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120"/>
            <p:cNvSpPr/>
            <p:nvPr/>
          </p:nvSpPr>
          <p:spPr>
            <a:xfrm>
              <a:off x="5572400" y="1085950"/>
              <a:ext cx="98725" cy="96750"/>
            </a:xfrm>
            <a:custGeom>
              <a:avLst/>
              <a:gdLst/>
              <a:ahLst/>
              <a:cxnLst/>
              <a:rect l="l" t="t" r="r" b="b"/>
              <a:pathLst>
                <a:path w="3949" h="3870" extrusionOk="0">
                  <a:moveTo>
                    <a:pt x="1982" y="0"/>
                  </a:moveTo>
                  <a:cubicBezTo>
                    <a:pt x="1930" y="0"/>
                    <a:pt x="1877" y="3"/>
                    <a:pt x="1825" y="7"/>
                  </a:cubicBezTo>
                  <a:cubicBezTo>
                    <a:pt x="763" y="100"/>
                    <a:pt x="1" y="977"/>
                    <a:pt x="1" y="2039"/>
                  </a:cubicBezTo>
                  <a:cubicBezTo>
                    <a:pt x="89" y="3027"/>
                    <a:pt x="866" y="3869"/>
                    <a:pt x="1856" y="3869"/>
                  </a:cubicBezTo>
                  <a:cubicBezTo>
                    <a:pt x="1907" y="3869"/>
                    <a:pt x="1958" y="3867"/>
                    <a:pt x="2009" y="3863"/>
                  </a:cubicBezTo>
                  <a:cubicBezTo>
                    <a:pt x="3071" y="3770"/>
                    <a:pt x="3949" y="2893"/>
                    <a:pt x="3833" y="1831"/>
                  </a:cubicBezTo>
                  <a:cubicBezTo>
                    <a:pt x="3833" y="822"/>
                    <a:pt x="2978" y="0"/>
                    <a:pt x="1982" y="0"/>
                  </a:cubicBez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120"/>
            <p:cNvSpPr/>
            <p:nvPr/>
          </p:nvSpPr>
          <p:spPr>
            <a:xfrm>
              <a:off x="5317300" y="966075"/>
              <a:ext cx="303025" cy="1130125"/>
            </a:xfrm>
            <a:custGeom>
              <a:avLst/>
              <a:gdLst/>
              <a:ahLst/>
              <a:cxnLst/>
              <a:rect l="l" t="t" r="r" b="b"/>
              <a:pathLst>
                <a:path w="12121" h="45205" fill="none" extrusionOk="0">
                  <a:moveTo>
                    <a:pt x="0" y="0"/>
                  </a:moveTo>
                  <a:cubicBezTo>
                    <a:pt x="0" y="0"/>
                    <a:pt x="9535" y="24819"/>
                    <a:pt x="12121" y="45205"/>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120"/>
            <p:cNvSpPr/>
            <p:nvPr/>
          </p:nvSpPr>
          <p:spPr>
            <a:xfrm>
              <a:off x="5220900" y="1088425"/>
              <a:ext cx="166250" cy="72175"/>
            </a:xfrm>
            <a:custGeom>
              <a:avLst/>
              <a:gdLst/>
              <a:ahLst/>
              <a:cxnLst/>
              <a:rect l="l" t="t" r="r" b="b"/>
              <a:pathLst>
                <a:path w="6650" h="2887" fill="none" extrusionOk="0">
                  <a:moveTo>
                    <a:pt x="1" y="1"/>
                  </a:moveTo>
                  <a:lnTo>
                    <a:pt x="6650" y="2886"/>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120"/>
            <p:cNvSpPr/>
            <p:nvPr/>
          </p:nvSpPr>
          <p:spPr>
            <a:xfrm>
              <a:off x="5430425" y="994925"/>
              <a:ext cx="88900" cy="300725"/>
            </a:xfrm>
            <a:custGeom>
              <a:avLst/>
              <a:gdLst/>
              <a:ahLst/>
              <a:cxnLst/>
              <a:rect l="l" t="t" r="r" b="b"/>
              <a:pathLst>
                <a:path w="3556" h="12029" fill="none" extrusionOk="0">
                  <a:moveTo>
                    <a:pt x="0" y="12029"/>
                  </a:moveTo>
                  <a:lnTo>
                    <a:pt x="3556" y="0"/>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120"/>
            <p:cNvSpPr/>
            <p:nvPr/>
          </p:nvSpPr>
          <p:spPr>
            <a:xfrm>
              <a:off x="5259575" y="908350"/>
              <a:ext cx="115450" cy="115450"/>
            </a:xfrm>
            <a:custGeom>
              <a:avLst/>
              <a:gdLst/>
              <a:ahLst/>
              <a:cxnLst/>
              <a:rect l="l" t="t" r="r" b="b"/>
              <a:pathLst>
                <a:path w="4618" h="4618" extrusionOk="0">
                  <a:moveTo>
                    <a:pt x="2309" y="0"/>
                  </a:moveTo>
                  <a:cubicBezTo>
                    <a:pt x="1062" y="0"/>
                    <a:pt x="0" y="1062"/>
                    <a:pt x="0" y="2309"/>
                  </a:cubicBezTo>
                  <a:cubicBezTo>
                    <a:pt x="0" y="3648"/>
                    <a:pt x="1062" y="4618"/>
                    <a:pt x="2309" y="4618"/>
                  </a:cubicBezTo>
                  <a:cubicBezTo>
                    <a:pt x="3556" y="4618"/>
                    <a:pt x="4618" y="3648"/>
                    <a:pt x="4618" y="2309"/>
                  </a:cubicBezTo>
                  <a:cubicBezTo>
                    <a:pt x="4618" y="1062"/>
                    <a:pt x="3556" y="0"/>
                    <a:pt x="2309" y="0"/>
                  </a:cubicBez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120"/>
            <p:cNvSpPr/>
            <p:nvPr/>
          </p:nvSpPr>
          <p:spPr>
            <a:xfrm>
              <a:off x="5485825" y="960875"/>
              <a:ext cx="69875" cy="67550"/>
            </a:xfrm>
            <a:custGeom>
              <a:avLst/>
              <a:gdLst/>
              <a:ahLst/>
              <a:cxnLst/>
              <a:rect l="l" t="t" r="r" b="b"/>
              <a:pathLst>
                <a:path w="2795" h="2702" extrusionOk="0">
                  <a:moveTo>
                    <a:pt x="1340" y="0"/>
                  </a:moveTo>
                  <a:cubicBezTo>
                    <a:pt x="670" y="0"/>
                    <a:pt x="1" y="577"/>
                    <a:pt x="1" y="1362"/>
                  </a:cubicBezTo>
                  <a:cubicBezTo>
                    <a:pt x="1" y="2124"/>
                    <a:pt x="670" y="2701"/>
                    <a:pt x="1340" y="2701"/>
                  </a:cubicBezTo>
                  <a:cubicBezTo>
                    <a:pt x="2102" y="2701"/>
                    <a:pt x="2794" y="2124"/>
                    <a:pt x="2794" y="1362"/>
                  </a:cubicBezTo>
                  <a:cubicBezTo>
                    <a:pt x="2794" y="577"/>
                    <a:pt x="2102" y="0"/>
                    <a:pt x="1340" y="0"/>
                  </a:cubicBez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120"/>
            <p:cNvSpPr/>
            <p:nvPr/>
          </p:nvSpPr>
          <p:spPr>
            <a:xfrm>
              <a:off x="5192050" y="1057250"/>
              <a:ext cx="57725" cy="60050"/>
            </a:xfrm>
            <a:custGeom>
              <a:avLst/>
              <a:gdLst/>
              <a:ahLst/>
              <a:cxnLst/>
              <a:rect l="l" t="t" r="r" b="b"/>
              <a:pathLst>
                <a:path w="2309" h="2402" extrusionOk="0">
                  <a:moveTo>
                    <a:pt x="1155" y="1"/>
                  </a:moveTo>
                  <a:cubicBezTo>
                    <a:pt x="485" y="1"/>
                    <a:pt x="0" y="578"/>
                    <a:pt x="0" y="1248"/>
                  </a:cubicBezTo>
                  <a:cubicBezTo>
                    <a:pt x="0" y="1917"/>
                    <a:pt x="485" y="2402"/>
                    <a:pt x="1155" y="2402"/>
                  </a:cubicBezTo>
                  <a:cubicBezTo>
                    <a:pt x="1847" y="2402"/>
                    <a:pt x="2309" y="1917"/>
                    <a:pt x="2309" y="1248"/>
                  </a:cubicBezTo>
                  <a:cubicBezTo>
                    <a:pt x="2309" y="578"/>
                    <a:pt x="1847" y="1"/>
                    <a:pt x="1155" y="1"/>
                  </a:cubicBez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120"/>
            <p:cNvSpPr/>
            <p:nvPr/>
          </p:nvSpPr>
          <p:spPr>
            <a:xfrm>
              <a:off x="5839050" y="934900"/>
              <a:ext cx="303050" cy="1130125"/>
            </a:xfrm>
            <a:custGeom>
              <a:avLst/>
              <a:gdLst/>
              <a:ahLst/>
              <a:cxnLst/>
              <a:rect l="l" t="t" r="r" b="b"/>
              <a:pathLst>
                <a:path w="12122" h="45205" fill="none" extrusionOk="0">
                  <a:moveTo>
                    <a:pt x="12122" y="0"/>
                  </a:moveTo>
                  <a:cubicBezTo>
                    <a:pt x="12122" y="0"/>
                    <a:pt x="2610" y="24819"/>
                    <a:pt x="1" y="45205"/>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120"/>
            <p:cNvSpPr/>
            <p:nvPr/>
          </p:nvSpPr>
          <p:spPr>
            <a:xfrm>
              <a:off x="6072250" y="1057250"/>
              <a:ext cx="166250" cy="72175"/>
            </a:xfrm>
            <a:custGeom>
              <a:avLst/>
              <a:gdLst/>
              <a:ahLst/>
              <a:cxnLst/>
              <a:rect l="l" t="t" r="r" b="b"/>
              <a:pathLst>
                <a:path w="6650" h="2887" fill="none" extrusionOk="0">
                  <a:moveTo>
                    <a:pt x="6649" y="1"/>
                  </a:moveTo>
                  <a:lnTo>
                    <a:pt x="0" y="2887"/>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120"/>
            <p:cNvSpPr/>
            <p:nvPr/>
          </p:nvSpPr>
          <p:spPr>
            <a:xfrm>
              <a:off x="5974125" y="1061875"/>
              <a:ext cx="54850" cy="202050"/>
            </a:xfrm>
            <a:custGeom>
              <a:avLst/>
              <a:gdLst/>
              <a:ahLst/>
              <a:cxnLst/>
              <a:rect l="l" t="t" r="r" b="b"/>
              <a:pathLst>
                <a:path w="2194" h="8082" fill="none" extrusionOk="0">
                  <a:moveTo>
                    <a:pt x="2194" y="8081"/>
                  </a:moveTo>
                  <a:lnTo>
                    <a:pt x="0" y="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120"/>
            <p:cNvSpPr/>
            <p:nvPr/>
          </p:nvSpPr>
          <p:spPr>
            <a:xfrm>
              <a:off x="6084375" y="877175"/>
              <a:ext cx="115450" cy="115475"/>
            </a:xfrm>
            <a:custGeom>
              <a:avLst/>
              <a:gdLst/>
              <a:ahLst/>
              <a:cxnLst/>
              <a:rect l="l" t="t" r="r" b="b"/>
              <a:pathLst>
                <a:path w="4618" h="4619" extrusionOk="0">
                  <a:moveTo>
                    <a:pt x="2309" y="1"/>
                  </a:moveTo>
                  <a:cubicBezTo>
                    <a:pt x="1062" y="1"/>
                    <a:pt x="0" y="1040"/>
                    <a:pt x="0" y="2309"/>
                  </a:cubicBezTo>
                  <a:cubicBezTo>
                    <a:pt x="0" y="3648"/>
                    <a:pt x="1062" y="4618"/>
                    <a:pt x="2309" y="4618"/>
                  </a:cubicBezTo>
                  <a:cubicBezTo>
                    <a:pt x="3671" y="4618"/>
                    <a:pt x="4617" y="3648"/>
                    <a:pt x="4617" y="2309"/>
                  </a:cubicBezTo>
                  <a:cubicBezTo>
                    <a:pt x="4617" y="1040"/>
                    <a:pt x="3671" y="1"/>
                    <a:pt x="2309" y="1"/>
                  </a:cubicBez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120"/>
            <p:cNvSpPr/>
            <p:nvPr/>
          </p:nvSpPr>
          <p:spPr>
            <a:xfrm>
              <a:off x="5940075" y="1028400"/>
              <a:ext cx="67550" cy="67550"/>
            </a:xfrm>
            <a:custGeom>
              <a:avLst/>
              <a:gdLst/>
              <a:ahLst/>
              <a:cxnLst/>
              <a:rect l="l" t="t" r="r" b="b"/>
              <a:pathLst>
                <a:path w="2702" h="2702" extrusionOk="0">
                  <a:moveTo>
                    <a:pt x="1362" y="0"/>
                  </a:moveTo>
                  <a:cubicBezTo>
                    <a:pt x="577" y="0"/>
                    <a:pt x="0" y="578"/>
                    <a:pt x="0" y="1340"/>
                  </a:cubicBezTo>
                  <a:cubicBezTo>
                    <a:pt x="0" y="2124"/>
                    <a:pt x="577" y="2702"/>
                    <a:pt x="1362" y="2702"/>
                  </a:cubicBezTo>
                  <a:cubicBezTo>
                    <a:pt x="2124" y="2702"/>
                    <a:pt x="2701" y="2124"/>
                    <a:pt x="2701" y="1340"/>
                  </a:cubicBezTo>
                  <a:cubicBezTo>
                    <a:pt x="2701" y="578"/>
                    <a:pt x="2124" y="0"/>
                    <a:pt x="1362" y="0"/>
                  </a:cubicBez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120"/>
            <p:cNvSpPr/>
            <p:nvPr/>
          </p:nvSpPr>
          <p:spPr>
            <a:xfrm>
              <a:off x="6190575" y="1009350"/>
              <a:ext cx="95825" cy="95850"/>
            </a:xfrm>
            <a:custGeom>
              <a:avLst/>
              <a:gdLst/>
              <a:ahLst/>
              <a:cxnLst/>
              <a:rect l="l" t="t" r="r" b="b"/>
              <a:pathLst>
                <a:path w="3833" h="3834" extrusionOk="0">
                  <a:moveTo>
                    <a:pt x="1916" y="1"/>
                  </a:moveTo>
                  <a:cubicBezTo>
                    <a:pt x="854" y="1"/>
                    <a:pt x="0" y="855"/>
                    <a:pt x="0" y="1917"/>
                  </a:cubicBezTo>
                  <a:cubicBezTo>
                    <a:pt x="0" y="2979"/>
                    <a:pt x="854" y="3833"/>
                    <a:pt x="1916" y="3833"/>
                  </a:cubicBezTo>
                  <a:cubicBezTo>
                    <a:pt x="2978" y="3833"/>
                    <a:pt x="3833" y="2979"/>
                    <a:pt x="3833" y="1917"/>
                  </a:cubicBezTo>
                  <a:cubicBezTo>
                    <a:pt x="3833" y="855"/>
                    <a:pt x="2978" y="1"/>
                    <a:pt x="1916" y="1"/>
                  </a:cubicBez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120"/>
            <p:cNvSpPr/>
            <p:nvPr/>
          </p:nvSpPr>
          <p:spPr>
            <a:xfrm>
              <a:off x="5997775" y="1292750"/>
              <a:ext cx="168575" cy="77375"/>
            </a:xfrm>
            <a:custGeom>
              <a:avLst/>
              <a:gdLst/>
              <a:ahLst/>
              <a:cxnLst/>
              <a:rect l="l" t="t" r="r" b="b"/>
              <a:pathLst>
                <a:path w="6743" h="3095" fill="none" extrusionOk="0">
                  <a:moveTo>
                    <a:pt x="6742" y="0"/>
                  </a:moveTo>
                  <a:lnTo>
                    <a:pt x="1" y="3094"/>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120"/>
            <p:cNvSpPr/>
            <p:nvPr/>
          </p:nvSpPr>
          <p:spPr>
            <a:xfrm>
              <a:off x="6123025" y="1249450"/>
              <a:ext cx="86600" cy="86600"/>
            </a:xfrm>
            <a:custGeom>
              <a:avLst/>
              <a:gdLst/>
              <a:ahLst/>
              <a:cxnLst/>
              <a:rect l="l" t="t" r="r" b="b"/>
              <a:pathLst>
                <a:path w="3464" h="3464" extrusionOk="0">
                  <a:moveTo>
                    <a:pt x="1732" y="1"/>
                  </a:moveTo>
                  <a:cubicBezTo>
                    <a:pt x="763" y="1"/>
                    <a:pt x="1" y="878"/>
                    <a:pt x="1" y="1732"/>
                  </a:cubicBezTo>
                  <a:cubicBezTo>
                    <a:pt x="1" y="2702"/>
                    <a:pt x="763" y="3464"/>
                    <a:pt x="1732" y="3464"/>
                  </a:cubicBezTo>
                  <a:cubicBezTo>
                    <a:pt x="2702" y="3464"/>
                    <a:pt x="3464" y="2702"/>
                    <a:pt x="3464" y="1732"/>
                  </a:cubicBezTo>
                  <a:cubicBezTo>
                    <a:pt x="3464" y="878"/>
                    <a:pt x="2702" y="1"/>
                    <a:pt x="1732" y="1"/>
                  </a:cubicBez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120"/>
            <p:cNvSpPr/>
            <p:nvPr/>
          </p:nvSpPr>
          <p:spPr>
            <a:xfrm>
              <a:off x="5234450" y="1731075"/>
              <a:ext cx="328175" cy="432650"/>
            </a:xfrm>
            <a:custGeom>
              <a:avLst/>
              <a:gdLst/>
              <a:ahLst/>
              <a:cxnLst/>
              <a:rect l="l" t="t" r="r" b="b"/>
              <a:pathLst>
                <a:path w="13127" h="17306" extrusionOk="0">
                  <a:moveTo>
                    <a:pt x="689" y="0"/>
                  </a:moveTo>
                  <a:cubicBezTo>
                    <a:pt x="272" y="0"/>
                    <a:pt x="1" y="453"/>
                    <a:pt x="244" y="845"/>
                  </a:cubicBezTo>
                  <a:cubicBezTo>
                    <a:pt x="4376" y="7009"/>
                    <a:pt x="8601" y="17306"/>
                    <a:pt x="8601" y="17306"/>
                  </a:cubicBezTo>
                  <a:lnTo>
                    <a:pt x="13126" y="17306"/>
                  </a:lnTo>
                  <a:cubicBezTo>
                    <a:pt x="10148" y="5947"/>
                    <a:pt x="4076" y="1630"/>
                    <a:pt x="1005" y="83"/>
                  </a:cubicBezTo>
                  <a:cubicBezTo>
                    <a:pt x="895" y="25"/>
                    <a:pt x="788" y="0"/>
                    <a:pt x="689" y="0"/>
                  </a:cubicBezTo>
                  <a:close/>
                </a:path>
              </a:pathLst>
            </a:custGeom>
            <a:solidFill>
              <a:schemeClr val="accent6"/>
            </a:solidFill>
            <a:ln w="19050" cap="flat" cmpd="sng">
              <a:solidFill>
                <a:schemeClr val="accent5"/>
              </a:solidFill>
              <a:prstDash val="solid"/>
              <a:miter lim="230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120"/>
            <p:cNvSpPr/>
            <p:nvPr/>
          </p:nvSpPr>
          <p:spPr>
            <a:xfrm>
              <a:off x="5312125" y="1444725"/>
              <a:ext cx="349200" cy="719000"/>
            </a:xfrm>
            <a:custGeom>
              <a:avLst/>
              <a:gdLst/>
              <a:ahLst/>
              <a:cxnLst/>
              <a:rect l="l" t="t" r="r" b="b"/>
              <a:pathLst>
                <a:path w="13968" h="28760" extrusionOk="0">
                  <a:moveTo>
                    <a:pt x="891" y="0"/>
                  </a:moveTo>
                  <a:cubicBezTo>
                    <a:pt x="423" y="0"/>
                    <a:pt x="1" y="470"/>
                    <a:pt x="207" y="1055"/>
                  </a:cubicBezTo>
                  <a:cubicBezTo>
                    <a:pt x="5402" y="12022"/>
                    <a:pt x="8957" y="28760"/>
                    <a:pt x="8957" y="28760"/>
                  </a:cubicBezTo>
                  <a:lnTo>
                    <a:pt x="13967" y="28760"/>
                  </a:lnTo>
                  <a:cubicBezTo>
                    <a:pt x="10596" y="10567"/>
                    <a:pt x="4640" y="3064"/>
                    <a:pt x="1362" y="178"/>
                  </a:cubicBezTo>
                  <a:cubicBezTo>
                    <a:pt x="1215" y="55"/>
                    <a:pt x="1050" y="0"/>
                    <a:pt x="891" y="0"/>
                  </a:cubicBezTo>
                  <a:close/>
                </a:path>
              </a:pathLst>
            </a:custGeom>
            <a:solidFill>
              <a:schemeClr val="accent4"/>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120"/>
            <p:cNvSpPr/>
            <p:nvPr/>
          </p:nvSpPr>
          <p:spPr>
            <a:xfrm>
              <a:off x="5532075" y="1278125"/>
              <a:ext cx="218125" cy="885600"/>
            </a:xfrm>
            <a:custGeom>
              <a:avLst/>
              <a:gdLst/>
              <a:ahLst/>
              <a:cxnLst/>
              <a:rect l="l" t="t" r="r" b="b"/>
              <a:pathLst>
                <a:path w="8725" h="35424" extrusionOk="0">
                  <a:moveTo>
                    <a:pt x="466" y="1"/>
                  </a:moveTo>
                  <a:cubicBezTo>
                    <a:pt x="229" y="1"/>
                    <a:pt x="1" y="229"/>
                    <a:pt x="67" y="493"/>
                  </a:cubicBezTo>
                  <a:cubicBezTo>
                    <a:pt x="2283" y="13860"/>
                    <a:pt x="2768" y="35424"/>
                    <a:pt x="2768" y="35424"/>
                  </a:cubicBezTo>
                  <a:lnTo>
                    <a:pt x="7755" y="35424"/>
                  </a:lnTo>
                  <a:cubicBezTo>
                    <a:pt x="8725" y="10513"/>
                    <a:pt x="3045" y="2317"/>
                    <a:pt x="736" y="124"/>
                  </a:cubicBezTo>
                  <a:cubicBezTo>
                    <a:pt x="657" y="38"/>
                    <a:pt x="561" y="1"/>
                    <a:pt x="466" y="1"/>
                  </a:cubicBezTo>
                  <a:close/>
                </a:path>
              </a:pathLst>
            </a:custGeom>
            <a:solidFill>
              <a:schemeClr val="accent4"/>
            </a:solidFill>
            <a:ln w="19050" cap="flat" cmpd="sng">
              <a:solidFill>
                <a:schemeClr val="accent5"/>
              </a:solidFill>
              <a:prstDash val="solid"/>
              <a:miter lim="230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120"/>
            <p:cNvSpPr/>
            <p:nvPr/>
          </p:nvSpPr>
          <p:spPr>
            <a:xfrm>
              <a:off x="5896775" y="1725300"/>
              <a:ext cx="333750" cy="438425"/>
            </a:xfrm>
            <a:custGeom>
              <a:avLst/>
              <a:gdLst/>
              <a:ahLst/>
              <a:cxnLst/>
              <a:rect l="l" t="t" r="r" b="b"/>
              <a:pathLst>
                <a:path w="13350" h="17537" extrusionOk="0">
                  <a:moveTo>
                    <a:pt x="12723" y="0"/>
                  </a:moveTo>
                  <a:cubicBezTo>
                    <a:pt x="12685" y="0"/>
                    <a:pt x="12646" y="4"/>
                    <a:pt x="12606" y="14"/>
                  </a:cubicBezTo>
                  <a:cubicBezTo>
                    <a:pt x="9813" y="1376"/>
                    <a:pt x="3187" y="5508"/>
                    <a:pt x="1" y="17537"/>
                  </a:cubicBezTo>
                  <a:lnTo>
                    <a:pt x="4526" y="17537"/>
                  </a:lnTo>
                  <a:cubicBezTo>
                    <a:pt x="4526" y="17537"/>
                    <a:pt x="8959" y="6663"/>
                    <a:pt x="13183" y="706"/>
                  </a:cubicBezTo>
                  <a:cubicBezTo>
                    <a:pt x="13350" y="353"/>
                    <a:pt x="13067" y="0"/>
                    <a:pt x="12723" y="0"/>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120"/>
            <p:cNvSpPr/>
            <p:nvPr/>
          </p:nvSpPr>
          <p:spPr>
            <a:xfrm>
              <a:off x="5798075" y="1419700"/>
              <a:ext cx="365050" cy="744025"/>
            </a:xfrm>
            <a:custGeom>
              <a:avLst/>
              <a:gdLst/>
              <a:ahLst/>
              <a:cxnLst/>
              <a:rect l="l" t="t" r="r" b="b"/>
              <a:pathLst>
                <a:path w="14602" h="29761" extrusionOk="0">
                  <a:moveTo>
                    <a:pt x="14173" y="1"/>
                  </a:moveTo>
                  <a:cubicBezTo>
                    <a:pt x="14132" y="1"/>
                    <a:pt x="14093" y="8"/>
                    <a:pt x="14061" y="25"/>
                  </a:cubicBezTo>
                  <a:cubicBezTo>
                    <a:pt x="11452" y="1756"/>
                    <a:pt x="3949" y="8498"/>
                    <a:pt x="1" y="29761"/>
                  </a:cubicBezTo>
                  <a:lnTo>
                    <a:pt x="5011" y="29761"/>
                  </a:lnTo>
                  <a:cubicBezTo>
                    <a:pt x="5011" y="29761"/>
                    <a:pt x="8959" y="11291"/>
                    <a:pt x="14430" y="417"/>
                  </a:cubicBezTo>
                  <a:cubicBezTo>
                    <a:pt x="14602" y="170"/>
                    <a:pt x="14365" y="1"/>
                    <a:pt x="14173" y="1"/>
                  </a:cubicBezTo>
                  <a:close/>
                </a:path>
              </a:pathLst>
            </a:custGeom>
            <a:solidFill>
              <a:schemeClr val="accent4"/>
            </a:solidFill>
            <a:ln w="19050" cap="flat" cmpd="sng">
              <a:solidFill>
                <a:schemeClr val="accent5"/>
              </a:solidFill>
              <a:prstDash val="solid"/>
              <a:miter lim="230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120"/>
            <p:cNvSpPr/>
            <p:nvPr/>
          </p:nvSpPr>
          <p:spPr>
            <a:xfrm>
              <a:off x="5709200" y="1281825"/>
              <a:ext cx="218100" cy="881900"/>
            </a:xfrm>
            <a:custGeom>
              <a:avLst/>
              <a:gdLst/>
              <a:ahLst/>
              <a:cxnLst/>
              <a:rect l="l" t="t" r="r" b="b"/>
              <a:pathLst>
                <a:path w="8724" h="35276" extrusionOk="0">
                  <a:moveTo>
                    <a:pt x="8077" y="0"/>
                  </a:moveTo>
                  <a:cubicBezTo>
                    <a:pt x="7947" y="0"/>
                    <a:pt x="7817" y="48"/>
                    <a:pt x="7711" y="160"/>
                  </a:cubicBezTo>
                  <a:cubicBezTo>
                    <a:pt x="5287" y="2746"/>
                    <a:pt x="0" y="11127"/>
                    <a:pt x="878" y="35276"/>
                  </a:cubicBezTo>
                  <a:lnTo>
                    <a:pt x="5980" y="35276"/>
                  </a:lnTo>
                  <a:cubicBezTo>
                    <a:pt x="5980" y="35276"/>
                    <a:pt x="6442" y="14013"/>
                    <a:pt x="8658" y="645"/>
                  </a:cubicBezTo>
                  <a:cubicBezTo>
                    <a:pt x="8724" y="299"/>
                    <a:pt x="8402" y="0"/>
                    <a:pt x="8077" y="0"/>
                  </a:cubicBez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120"/>
            <p:cNvSpPr/>
            <p:nvPr/>
          </p:nvSpPr>
          <p:spPr>
            <a:xfrm>
              <a:off x="5122775" y="2288375"/>
              <a:ext cx="1293500" cy="2566150"/>
            </a:xfrm>
            <a:custGeom>
              <a:avLst/>
              <a:gdLst/>
              <a:ahLst/>
              <a:cxnLst/>
              <a:rect l="l" t="t" r="r" b="b"/>
              <a:pathLst>
                <a:path w="51740" h="102646" extrusionOk="0">
                  <a:moveTo>
                    <a:pt x="11729" y="1"/>
                  </a:moveTo>
                  <a:cubicBezTo>
                    <a:pt x="11729" y="1"/>
                    <a:pt x="7389" y="4618"/>
                    <a:pt x="4318" y="13968"/>
                  </a:cubicBezTo>
                  <a:cubicBezTo>
                    <a:pt x="1617" y="21841"/>
                    <a:pt x="1" y="33200"/>
                    <a:pt x="2587" y="47814"/>
                  </a:cubicBezTo>
                  <a:cubicBezTo>
                    <a:pt x="7781" y="76303"/>
                    <a:pt x="8658" y="102646"/>
                    <a:pt x="8658" y="102646"/>
                  </a:cubicBezTo>
                  <a:lnTo>
                    <a:pt x="39919" y="102646"/>
                  </a:lnTo>
                  <a:cubicBezTo>
                    <a:pt x="39919" y="102646"/>
                    <a:pt x="40403" y="88424"/>
                    <a:pt x="42712" y="69562"/>
                  </a:cubicBezTo>
                  <a:cubicBezTo>
                    <a:pt x="43474" y="62728"/>
                    <a:pt x="44536" y="55317"/>
                    <a:pt x="45967" y="47814"/>
                  </a:cubicBezTo>
                  <a:cubicBezTo>
                    <a:pt x="51739" y="15977"/>
                    <a:pt x="36825" y="1"/>
                    <a:pt x="36825"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120"/>
            <p:cNvSpPr/>
            <p:nvPr/>
          </p:nvSpPr>
          <p:spPr>
            <a:xfrm>
              <a:off x="5350775" y="2091550"/>
              <a:ext cx="757850" cy="206675"/>
            </a:xfrm>
            <a:custGeom>
              <a:avLst/>
              <a:gdLst/>
              <a:ahLst/>
              <a:cxnLst/>
              <a:rect l="l" t="t" r="r" b="b"/>
              <a:pathLst>
                <a:path w="30314" h="8267" extrusionOk="0">
                  <a:moveTo>
                    <a:pt x="0" y="1"/>
                  </a:moveTo>
                  <a:lnTo>
                    <a:pt x="1362" y="6927"/>
                  </a:lnTo>
                  <a:cubicBezTo>
                    <a:pt x="1455" y="7689"/>
                    <a:pt x="2124" y="8266"/>
                    <a:pt x="2886" y="8266"/>
                  </a:cubicBezTo>
                  <a:lnTo>
                    <a:pt x="27428" y="8266"/>
                  </a:lnTo>
                  <a:cubicBezTo>
                    <a:pt x="28190" y="8266"/>
                    <a:pt x="28859" y="7689"/>
                    <a:pt x="28975" y="6927"/>
                  </a:cubicBezTo>
                  <a:lnTo>
                    <a:pt x="30314" y="1"/>
                  </a:ln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120"/>
            <p:cNvSpPr/>
            <p:nvPr/>
          </p:nvSpPr>
          <p:spPr>
            <a:xfrm>
              <a:off x="673300" y="1297950"/>
              <a:ext cx="264950" cy="2772775"/>
            </a:xfrm>
            <a:custGeom>
              <a:avLst/>
              <a:gdLst/>
              <a:ahLst/>
              <a:cxnLst/>
              <a:rect l="l" t="t" r="r" b="b"/>
              <a:pathLst>
                <a:path w="10598" h="110911" extrusionOk="0">
                  <a:moveTo>
                    <a:pt x="3187" y="0"/>
                  </a:moveTo>
                  <a:cubicBezTo>
                    <a:pt x="1455" y="0"/>
                    <a:pt x="1" y="1339"/>
                    <a:pt x="1" y="3071"/>
                  </a:cubicBezTo>
                  <a:lnTo>
                    <a:pt x="1" y="107840"/>
                  </a:lnTo>
                  <a:cubicBezTo>
                    <a:pt x="1" y="109572"/>
                    <a:pt x="1455" y="110911"/>
                    <a:pt x="3187" y="110911"/>
                  </a:cubicBezTo>
                  <a:lnTo>
                    <a:pt x="10598" y="110911"/>
                  </a:lnTo>
                  <a:cubicBezTo>
                    <a:pt x="8174" y="110911"/>
                    <a:pt x="6257" y="108994"/>
                    <a:pt x="6257" y="106570"/>
                  </a:cubicBezTo>
                  <a:lnTo>
                    <a:pt x="6257" y="4040"/>
                  </a:lnTo>
                  <a:cubicBezTo>
                    <a:pt x="6257" y="1732"/>
                    <a:pt x="8081" y="0"/>
                    <a:pt x="10298" y="0"/>
                  </a:cubicBezTo>
                  <a:close/>
                </a:path>
              </a:pathLst>
            </a:custGeom>
            <a:solidFill>
              <a:schemeClr val="accent5"/>
            </a:solidFill>
            <a:ln w="19050" cap="flat" cmpd="sng">
              <a:solidFill>
                <a:schemeClr val="accent5"/>
              </a:solidFill>
              <a:prstDash val="solid"/>
              <a:miter lim="230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120"/>
            <p:cNvSpPr/>
            <p:nvPr/>
          </p:nvSpPr>
          <p:spPr>
            <a:xfrm>
              <a:off x="829725" y="1297950"/>
              <a:ext cx="4314450" cy="2772775"/>
            </a:xfrm>
            <a:custGeom>
              <a:avLst/>
              <a:gdLst/>
              <a:ahLst/>
              <a:cxnLst/>
              <a:rect l="l" t="t" r="r" b="b"/>
              <a:pathLst>
                <a:path w="172578" h="110911" extrusionOk="0">
                  <a:moveTo>
                    <a:pt x="3071" y="0"/>
                  </a:moveTo>
                  <a:cubicBezTo>
                    <a:pt x="1339" y="0"/>
                    <a:pt x="0" y="1339"/>
                    <a:pt x="0" y="3071"/>
                  </a:cubicBezTo>
                  <a:lnTo>
                    <a:pt x="0" y="107840"/>
                  </a:lnTo>
                  <a:cubicBezTo>
                    <a:pt x="0" y="109572"/>
                    <a:pt x="1339" y="110911"/>
                    <a:pt x="3071" y="110911"/>
                  </a:cubicBezTo>
                  <a:lnTo>
                    <a:pt x="169506" y="110911"/>
                  </a:lnTo>
                  <a:cubicBezTo>
                    <a:pt x="171238" y="110911"/>
                    <a:pt x="172577" y="109572"/>
                    <a:pt x="172577" y="107840"/>
                  </a:cubicBezTo>
                  <a:lnTo>
                    <a:pt x="172577" y="3071"/>
                  </a:lnTo>
                  <a:cubicBezTo>
                    <a:pt x="172577" y="1339"/>
                    <a:pt x="171238" y="0"/>
                    <a:pt x="169506" y="0"/>
                  </a:cubicBezTo>
                  <a:close/>
                </a:path>
              </a:pathLst>
            </a:custGeom>
            <a:solidFill>
              <a:schemeClr val="accent1"/>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120"/>
            <p:cNvSpPr/>
            <p:nvPr/>
          </p:nvSpPr>
          <p:spPr>
            <a:xfrm>
              <a:off x="2113950" y="4746575"/>
              <a:ext cx="404050" cy="107950"/>
            </a:xfrm>
            <a:custGeom>
              <a:avLst/>
              <a:gdLst/>
              <a:ahLst/>
              <a:cxnLst/>
              <a:rect l="l" t="t" r="r" b="b"/>
              <a:pathLst>
                <a:path w="16162" h="4318" extrusionOk="0">
                  <a:moveTo>
                    <a:pt x="9905" y="1"/>
                  </a:moveTo>
                  <a:lnTo>
                    <a:pt x="0" y="4318"/>
                  </a:lnTo>
                  <a:lnTo>
                    <a:pt x="6257" y="4318"/>
                  </a:lnTo>
                  <a:lnTo>
                    <a:pt x="16161"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120"/>
            <p:cNvSpPr/>
            <p:nvPr/>
          </p:nvSpPr>
          <p:spPr>
            <a:xfrm>
              <a:off x="2517975" y="4746575"/>
              <a:ext cx="1164200" cy="107950"/>
            </a:xfrm>
            <a:custGeom>
              <a:avLst/>
              <a:gdLst/>
              <a:ahLst/>
              <a:cxnLst/>
              <a:rect l="l" t="t" r="r" b="b"/>
              <a:pathLst>
                <a:path w="46568" h="4318" extrusionOk="0">
                  <a:moveTo>
                    <a:pt x="0" y="1"/>
                  </a:moveTo>
                  <a:lnTo>
                    <a:pt x="9812" y="4318"/>
                  </a:lnTo>
                  <a:lnTo>
                    <a:pt x="46567" y="4318"/>
                  </a:lnTo>
                  <a:lnTo>
                    <a:pt x="36663" y="1"/>
                  </a:lnTo>
                  <a:close/>
                </a:path>
              </a:pathLst>
            </a:custGeom>
            <a:solidFill>
              <a:schemeClr val="accent6"/>
            </a:solidFill>
            <a:ln w="19050" cap="rnd" cmpd="sng">
              <a:solidFill>
                <a:srgbClr val="231F2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120"/>
            <p:cNvSpPr/>
            <p:nvPr/>
          </p:nvSpPr>
          <p:spPr>
            <a:xfrm>
              <a:off x="2270350" y="4746575"/>
              <a:ext cx="492950" cy="107950"/>
            </a:xfrm>
            <a:custGeom>
              <a:avLst/>
              <a:gdLst/>
              <a:ahLst/>
              <a:cxnLst/>
              <a:rect l="l" t="t" r="r" b="b"/>
              <a:pathLst>
                <a:path w="19718" h="4318" extrusionOk="0">
                  <a:moveTo>
                    <a:pt x="9905" y="1"/>
                  </a:moveTo>
                  <a:lnTo>
                    <a:pt x="1" y="4318"/>
                  </a:lnTo>
                  <a:lnTo>
                    <a:pt x="19717" y="4318"/>
                  </a:lnTo>
                  <a:lnTo>
                    <a:pt x="9905" y="1"/>
                  </a:lnTo>
                  <a:close/>
                </a:path>
              </a:pathLst>
            </a:custGeom>
            <a:solidFill>
              <a:srgbClr val="FFFFFF"/>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120"/>
            <p:cNvSpPr/>
            <p:nvPr/>
          </p:nvSpPr>
          <p:spPr>
            <a:xfrm>
              <a:off x="2361550" y="4070700"/>
              <a:ext cx="156450" cy="675900"/>
            </a:xfrm>
            <a:custGeom>
              <a:avLst/>
              <a:gdLst/>
              <a:ahLst/>
              <a:cxnLst/>
              <a:rect l="l" t="t" r="r" b="b"/>
              <a:pathLst>
                <a:path w="6258" h="27036" extrusionOk="0">
                  <a:moveTo>
                    <a:pt x="1" y="1"/>
                  </a:moveTo>
                  <a:lnTo>
                    <a:pt x="1" y="27036"/>
                  </a:lnTo>
                  <a:lnTo>
                    <a:pt x="6257" y="27036"/>
                  </a:lnTo>
                  <a:lnTo>
                    <a:pt x="6257" y="1"/>
                  </a:lnTo>
                  <a:close/>
                </a:path>
              </a:pathLst>
            </a:custGeom>
            <a:solidFill>
              <a:schemeClr val="accent5"/>
            </a:solidFill>
            <a:ln w="19050" cap="flat" cmpd="sng">
              <a:solidFill>
                <a:schemeClr val="accent5"/>
              </a:solidFill>
              <a:prstDash val="solid"/>
              <a:miter lim="230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120"/>
            <p:cNvSpPr/>
            <p:nvPr/>
          </p:nvSpPr>
          <p:spPr>
            <a:xfrm>
              <a:off x="2517975" y="4070700"/>
              <a:ext cx="916575" cy="675900"/>
            </a:xfrm>
            <a:custGeom>
              <a:avLst/>
              <a:gdLst/>
              <a:ahLst/>
              <a:cxnLst/>
              <a:rect l="l" t="t" r="r" b="b"/>
              <a:pathLst>
                <a:path w="36663" h="27036" extrusionOk="0">
                  <a:moveTo>
                    <a:pt x="0" y="1"/>
                  </a:moveTo>
                  <a:lnTo>
                    <a:pt x="0" y="27036"/>
                  </a:lnTo>
                  <a:lnTo>
                    <a:pt x="36663" y="27036"/>
                  </a:lnTo>
                  <a:lnTo>
                    <a:pt x="36663" y="1"/>
                  </a:lnTo>
                  <a:close/>
                </a:path>
              </a:pathLst>
            </a:custGeom>
            <a:solidFill>
              <a:schemeClr val="accent6"/>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120"/>
            <p:cNvSpPr/>
            <p:nvPr/>
          </p:nvSpPr>
          <p:spPr>
            <a:xfrm>
              <a:off x="2517975" y="4070700"/>
              <a:ext cx="1164200" cy="783825"/>
            </a:xfrm>
            <a:custGeom>
              <a:avLst/>
              <a:gdLst/>
              <a:ahLst/>
              <a:cxnLst/>
              <a:rect l="l" t="t" r="r" b="b"/>
              <a:pathLst>
                <a:path w="46568" h="31353" extrusionOk="0">
                  <a:moveTo>
                    <a:pt x="0" y="1"/>
                  </a:moveTo>
                  <a:lnTo>
                    <a:pt x="0" y="578"/>
                  </a:lnTo>
                  <a:lnTo>
                    <a:pt x="8843" y="3164"/>
                  </a:lnTo>
                  <a:cubicBezTo>
                    <a:pt x="13460" y="4526"/>
                    <a:pt x="17223" y="7989"/>
                    <a:pt x="18863" y="12514"/>
                  </a:cubicBezTo>
                  <a:cubicBezTo>
                    <a:pt x="20594" y="17131"/>
                    <a:pt x="23088" y="22903"/>
                    <a:pt x="26066" y="26828"/>
                  </a:cubicBezTo>
                  <a:cubicBezTo>
                    <a:pt x="27312" y="28467"/>
                    <a:pt x="31076" y="31353"/>
                    <a:pt x="34539" y="31353"/>
                  </a:cubicBezTo>
                  <a:lnTo>
                    <a:pt x="46567" y="31353"/>
                  </a:lnTo>
                  <a:cubicBezTo>
                    <a:pt x="40495" y="28767"/>
                    <a:pt x="36663" y="22788"/>
                    <a:pt x="36663" y="16254"/>
                  </a:cubicBezTo>
                  <a:lnTo>
                    <a:pt x="3666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120"/>
            <p:cNvSpPr/>
            <p:nvPr/>
          </p:nvSpPr>
          <p:spPr>
            <a:xfrm>
              <a:off x="981525" y="1451475"/>
              <a:ext cx="4011425" cy="2465150"/>
            </a:xfrm>
            <a:custGeom>
              <a:avLst/>
              <a:gdLst/>
              <a:ahLst/>
              <a:cxnLst/>
              <a:rect l="l" t="t" r="r" b="b"/>
              <a:pathLst>
                <a:path w="160457" h="98606" extrusionOk="0">
                  <a:moveTo>
                    <a:pt x="1432" y="0"/>
                  </a:moveTo>
                  <a:cubicBezTo>
                    <a:pt x="577" y="0"/>
                    <a:pt x="0" y="578"/>
                    <a:pt x="0" y="1455"/>
                  </a:cubicBezTo>
                  <a:lnTo>
                    <a:pt x="0" y="97174"/>
                  </a:lnTo>
                  <a:cubicBezTo>
                    <a:pt x="0" y="98028"/>
                    <a:pt x="577" y="98605"/>
                    <a:pt x="1432" y="98605"/>
                  </a:cubicBezTo>
                  <a:lnTo>
                    <a:pt x="159002" y="98605"/>
                  </a:lnTo>
                  <a:cubicBezTo>
                    <a:pt x="159879" y="98605"/>
                    <a:pt x="160456" y="98028"/>
                    <a:pt x="160456" y="97174"/>
                  </a:cubicBezTo>
                  <a:lnTo>
                    <a:pt x="160456" y="1455"/>
                  </a:lnTo>
                  <a:cubicBezTo>
                    <a:pt x="160456" y="578"/>
                    <a:pt x="159879" y="0"/>
                    <a:pt x="159002" y="0"/>
                  </a:cubicBezTo>
                  <a:close/>
                </a:path>
              </a:pathLst>
            </a:custGeom>
            <a:solidFill>
              <a:schemeClr val="accent4"/>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120"/>
            <p:cNvSpPr/>
            <p:nvPr/>
          </p:nvSpPr>
          <p:spPr>
            <a:xfrm>
              <a:off x="1122925" y="2314925"/>
              <a:ext cx="1587275" cy="187600"/>
            </a:xfrm>
            <a:custGeom>
              <a:avLst/>
              <a:gdLst/>
              <a:ahLst/>
              <a:cxnLst/>
              <a:rect l="l" t="t" r="r" b="b"/>
              <a:pathLst>
                <a:path w="63491" h="7504" extrusionOk="0">
                  <a:moveTo>
                    <a:pt x="3764" y="1"/>
                  </a:moveTo>
                  <a:cubicBezTo>
                    <a:pt x="1732" y="1"/>
                    <a:pt x="1" y="1732"/>
                    <a:pt x="1" y="3764"/>
                  </a:cubicBezTo>
                  <a:cubicBezTo>
                    <a:pt x="1" y="5865"/>
                    <a:pt x="1732" y="7504"/>
                    <a:pt x="3764" y="7504"/>
                  </a:cubicBezTo>
                  <a:lnTo>
                    <a:pt x="59750" y="7504"/>
                  </a:lnTo>
                  <a:cubicBezTo>
                    <a:pt x="61759" y="7504"/>
                    <a:pt x="63490" y="5865"/>
                    <a:pt x="63490" y="3764"/>
                  </a:cubicBezTo>
                  <a:cubicBezTo>
                    <a:pt x="63490" y="1732"/>
                    <a:pt x="61759" y="1"/>
                    <a:pt x="59750" y="1"/>
                  </a:cubicBezTo>
                  <a:close/>
                </a:path>
              </a:pathLst>
            </a:custGeom>
            <a:solidFill>
              <a:schemeClr val="accent6"/>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120"/>
            <p:cNvSpPr/>
            <p:nvPr/>
          </p:nvSpPr>
          <p:spPr>
            <a:xfrm>
              <a:off x="1192775" y="2351300"/>
              <a:ext cx="120650" cy="119500"/>
            </a:xfrm>
            <a:custGeom>
              <a:avLst/>
              <a:gdLst/>
              <a:ahLst/>
              <a:cxnLst/>
              <a:rect l="l" t="t" r="r" b="b"/>
              <a:pathLst>
                <a:path w="4826" h="4780" extrusionOk="0">
                  <a:moveTo>
                    <a:pt x="1732" y="577"/>
                  </a:moveTo>
                  <a:cubicBezTo>
                    <a:pt x="2032" y="577"/>
                    <a:pt x="2309" y="670"/>
                    <a:pt x="2609" y="854"/>
                  </a:cubicBezTo>
                  <a:cubicBezTo>
                    <a:pt x="2794" y="1154"/>
                    <a:pt x="2978" y="1432"/>
                    <a:pt x="2978" y="1732"/>
                  </a:cubicBezTo>
                  <a:cubicBezTo>
                    <a:pt x="2978" y="2009"/>
                    <a:pt x="2794" y="2401"/>
                    <a:pt x="2609" y="2586"/>
                  </a:cubicBezTo>
                  <a:cubicBezTo>
                    <a:pt x="2309" y="2794"/>
                    <a:pt x="2032" y="2978"/>
                    <a:pt x="1732" y="2978"/>
                  </a:cubicBezTo>
                  <a:cubicBezTo>
                    <a:pt x="1455" y="2978"/>
                    <a:pt x="1155" y="2794"/>
                    <a:pt x="878" y="2586"/>
                  </a:cubicBezTo>
                  <a:cubicBezTo>
                    <a:pt x="670" y="2401"/>
                    <a:pt x="577" y="2009"/>
                    <a:pt x="485" y="1732"/>
                  </a:cubicBezTo>
                  <a:cubicBezTo>
                    <a:pt x="577" y="1432"/>
                    <a:pt x="670" y="1154"/>
                    <a:pt x="878" y="854"/>
                  </a:cubicBezTo>
                  <a:cubicBezTo>
                    <a:pt x="1155" y="670"/>
                    <a:pt x="1455" y="577"/>
                    <a:pt x="1732" y="577"/>
                  </a:cubicBezTo>
                  <a:close/>
                  <a:moveTo>
                    <a:pt x="1732" y="0"/>
                  </a:moveTo>
                  <a:cubicBezTo>
                    <a:pt x="1247" y="0"/>
                    <a:pt x="878" y="185"/>
                    <a:pt x="485" y="485"/>
                  </a:cubicBezTo>
                  <a:cubicBezTo>
                    <a:pt x="208" y="854"/>
                    <a:pt x="0" y="1339"/>
                    <a:pt x="0" y="1732"/>
                  </a:cubicBezTo>
                  <a:cubicBezTo>
                    <a:pt x="0" y="2216"/>
                    <a:pt x="208" y="2586"/>
                    <a:pt x="485" y="2978"/>
                  </a:cubicBezTo>
                  <a:cubicBezTo>
                    <a:pt x="878" y="3371"/>
                    <a:pt x="1247" y="3463"/>
                    <a:pt x="1732" y="3463"/>
                  </a:cubicBezTo>
                  <a:cubicBezTo>
                    <a:pt x="1940" y="3463"/>
                    <a:pt x="2124" y="3463"/>
                    <a:pt x="2401" y="3371"/>
                  </a:cubicBezTo>
                  <a:cubicBezTo>
                    <a:pt x="2490" y="3322"/>
                    <a:pt x="2591" y="3293"/>
                    <a:pt x="2695" y="3293"/>
                  </a:cubicBezTo>
                  <a:cubicBezTo>
                    <a:pt x="2833" y="3293"/>
                    <a:pt x="2975" y="3344"/>
                    <a:pt x="3094" y="3463"/>
                  </a:cubicBezTo>
                  <a:lnTo>
                    <a:pt x="4248" y="4710"/>
                  </a:lnTo>
                  <a:cubicBezTo>
                    <a:pt x="4294" y="4756"/>
                    <a:pt x="4364" y="4779"/>
                    <a:pt x="4433" y="4779"/>
                  </a:cubicBezTo>
                  <a:cubicBezTo>
                    <a:pt x="4502" y="4779"/>
                    <a:pt x="4571" y="4756"/>
                    <a:pt x="4618" y="4710"/>
                  </a:cubicBezTo>
                  <a:cubicBezTo>
                    <a:pt x="4825" y="4525"/>
                    <a:pt x="4825" y="4410"/>
                    <a:pt x="4618" y="4225"/>
                  </a:cubicBezTo>
                  <a:lnTo>
                    <a:pt x="3463" y="3071"/>
                  </a:lnTo>
                  <a:cubicBezTo>
                    <a:pt x="3279" y="2886"/>
                    <a:pt x="3279" y="2586"/>
                    <a:pt x="3371" y="2401"/>
                  </a:cubicBezTo>
                  <a:cubicBezTo>
                    <a:pt x="3463" y="2216"/>
                    <a:pt x="3463" y="1916"/>
                    <a:pt x="3463" y="1732"/>
                  </a:cubicBezTo>
                  <a:cubicBezTo>
                    <a:pt x="3463" y="1339"/>
                    <a:pt x="3279" y="854"/>
                    <a:pt x="2978" y="485"/>
                  </a:cubicBezTo>
                  <a:cubicBezTo>
                    <a:pt x="2609" y="185"/>
                    <a:pt x="2217" y="0"/>
                    <a:pt x="173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120"/>
            <p:cNvSpPr/>
            <p:nvPr/>
          </p:nvSpPr>
          <p:spPr>
            <a:xfrm>
              <a:off x="1122925" y="2598900"/>
              <a:ext cx="1587275" cy="1171125"/>
            </a:xfrm>
            <a:custGeom>
              <a:avLst/>
              <a:gdLst/>
              <a:ahLst/>
              <a:cxnLst/>
              <a:rect l="l" t="t" r="r" b="b"/>
              <a:pathLst>
                <a:path w="63491" h="46845" extrusionOk="0">
                  <a:moveTo>
                    <a:pt x="4341" y="0"/>
                  </a:moveTo>
                  <a:cubicBezTo>
                    <a:pt x="1940" y="0"/>
                    <a:pt x="1" y="1917"/>
                    <a:pt x="1" y="4225"/>
                  </a:cubicBezTo>
                  <a:lnTo>
                    <a:pt x="1" y="46844"/>
                  </a:lnTo>
                  <a:lnTo>
                    <a:pt x="63490" y="46844"/>
                  </a:lnTo>
                  <a:lnTo>
                    <a:pt x="63490" y="4225"/>
                  </a:lnTo>
                  <a:cubicBezTo>
                    <a:pt x="63490" y="1917"/>
                    <a:pt x="61574" y="0"/>
                    <a:pt x="59173" y="0"/>
                  </a:cubicBezTo>
                  <a:close/>
                </a:path>
              </a:pathLst>
            </a:custGeom>
            <a:solidFill>
              <a:schemeClr val="accent6"/>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120"/>
            <p:cNvSpPr/>
            <p:nvPr/>
          </p:nvSpPr>
          <p:spPr>
            <a:xfrm>
              <a:off x="1122925" y="2598900"/>
              <a:ext cx="1587275" cy="132200"/>
            </a:xfrm>
            <a:custGeom>
              <a:avLst/>
              <a:gdLst/>
              <a:ahLst/>
              <a:cxnLst/>
              <a:rect l="l" t="t" r="r" b="b"/>
              <a:pathLst>
                <a:path w="63491" h="5288" extrusionOk="0">
                  <a:moveTo>
                    <a:pt x="4341" y="0"/>
                  </a:moveTo>
                  <a:cubicBezTo>
                    <a:pt x="1940" y="0"/>
                    <a:pt x="1" y="1917"/>
                    <a:pt x="1" y="4225"/>
                  </a:cubicBezTo>
                  <a:lnTo>
                    <a:pt x="1" y="5287"/>
                  </a:lnTo>
                  <a:lnTo>
                    <a:pt x="63490" y="5287"/>
                  </a:lnTo>
                  <a:lnTo>
                    <a:pt x="63490" y="4225"/>
                  </a:lnTo>
                  <a:cubicBezTo>
                    <a:pt x="63490" y="1917"/>
                    <a:pt x="61574" y="0"/>
                    <a:pt x="5917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120"/>
            <p:cNvSpPr/>
            <p:nvPr/>
          </p:nvSpPr>
          <p:spPr>
            <a:xfrm>
              <a:off x="1122925" y="2598900"/>
              <a:ext cx="1587275" cy="132200"/>
            </a:xfrm>
            <a:custGeom>
              <a:avLst/>
              <a:gdLst/>
              <a:ahLst/>
              <a:cxnLst/>
              <a:rect l="l" t="t" r="r" b="b"/>
              <a:pathLst>
                <a:path w="63491" h="5288" fill="none" extrusionOk="0">
                  <a:moveTo>
                    <a:pt x="63490" y="5287"/>
                  </a:moveTo>
                  <a:lnTo>
                    <a:pt x="1" y="5287"/>
                  </a:lnTo>
                  <a:lnTo>
                    <a:pt x="1" y="4225"/>
                  </a:lnTo>
                  <a:cubicBezTo>
                    <a:pt x="1" y="1917"/>
                    <a:pt x="1940" y="0"/>
                    <a:pt x="4341" y="0"/>
                  </a:cubicBezTo>
                  <a:lnTo>
                    <a:pt x="59173" y="0"/>
                  </a:lnTo>
                  <a:cubicBezTo>
                    <a:pt x="61574" y="0"/>
                    <a:pt x="63490" y="1917"/>
                    <a:pt x="63490" y="4225"/>
                  </a:cubicBezTo>
                  <a:close/>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120"/>
            <p:cNvSpPr/>
            <p:nvPr/>
          </p:nvSpPr>
          <p:spPr>
            <a:xfrm>
              <a:off x="1243550" y="2642200"/>
              <a:ext cx="43325" cy="43300"/>
            </a:xfrm>
            <a:custGeom>
              <a:avLst/>
              <a:gdLst/>
              <a:ahLst/>
              <a:cxnLst/>
              <a:rect l="l" t="t" r="r" b="b"/>
              <a:pathLst>
                <a:path w="1733" h="1732" extrusionOk="0">
                  <a:moveTo>
                    <a:pt x="855" y="0"/>
                  </a:moveTo>
                  <a:cubicBezTo>
                    <a:pt x="370" y="0"/>
                    <a:pt x="1" y="392"/>
                    <a:pt x="1" y="854"/>
                  </a:cubicBezTo>
                  <a:cubicBezTo>
                    <a:pt x="1" y="1339"/>
                    <a:pt x="370" y="1732"/>
                    <a:pt x="855" y="1732"/>
                  </a:cubicBezTo>
                  <a:cubicBezTo>
                    <a:pt x="1340" y="1732"/>
                    <a:pt x="1732" y="1339"/>
                    <a:pt x="1732" y="854"/>
                  </a:cubicBezTo>
                  <a:cubicBezTo>
                    <a:pt x="1732" y="392"/>
                    <a:pt x="1340" y="0"/>
                    <a:pt x="8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120"/>
            <p:cNvSpPr/>
            <p:nvPr/>
          </p:nvSpPr>
          <p:spPr>
            <a:xfrm>
              <a:off x="1344575" y="2642200"/>
              <a:ext cx="43300" cy="43300"/>
            </a:xfrm>
            <a:custGeom>
              <a:avLst/>
              <a:gdLst/>
              <a:ahLst/>
              <a:cxnLst/>
              <a:rect l="l" t="t" r="r" b="b"/>
              <a:pathLst>
                <a:path w="1732" h="1732" extrusionOk="0">
                  <a:moveTo>
                    <a:pt x="854" y="0"/>
                  </a:moveTo>
                  <a:cubicBezTo>
                    <a:pt x="370" y="0"/>
                    <a:pt x="0" y="392"/>
                    <a:pt x="0" y="854"/>
                  </a:cubicBezTo>
                  <a:cubicBezTo>
                    <a:pt x="0" y="1339"/>
                    <a:pt x="370" y="1732"/>
                    <a:pt x="854" y="1732"/>
                  </a:cubicBezTo>
                  <a:cubicBezTo>
                    <a:pt x="1339" y="1732"/>
                    <a:pt x="1732" y="1339"/>
                    <a:pt x="1732" y="854"/>
                  </a:cubicBezTo>
                  <a:cubicBezTo>
                    <a:pt x="1732" y="392"/>
                    <a:pt x="1339" y="0"/>
                    <a:pt x="8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120"/>
            <p:cNvSpPr/>
            <p:nvPr/>
          </p:nvSpPr>
          <p:spPr>
            <a:xfrm>
              <a:off x="1445575" y="2642200"/>
              <a:ext cx="43300" cy="43300"/>
            </a:xfrm>
            <a:custGeom>
              <a:avLst/>
              <a:gdLst/>
              <a:ahLst/>
              <a:cxnLst/>
              <a:rect l="l" t="t" r="r" b="b"/>
              <a:pathLst>
                <a:path w="1732" h="1732" extrusionOk="0">
                  <a:moveTo>
                    <a:pt x="855" y="0"/>
                  </a:moveTo>
                  <a:cubicBezTo>
                    <a:pt x="370" y="0"/>
                    <a:pt x="0" y="392"/>
                    <a:pt x="0" y="854"/>
                  </a:cubicBezTo>
                  <a:cubicBezTo>
                    <a:pt x="0" y="1339"/>
                    <a:pt x="370" y="1732"/>
                    <a:pt x="855" y="1732"/>
                  </a:cubicBezTo>
                  <a:cubicBezTo>
                    <a:pt x="1339" y="1732"/>
                    <a:pt x="1732" y="1339"/>
                    <a:pt x="1732" y="854"/>
                  </a:cubicBezTo>
                  <a:cubicBezTo>
                    <a:pt x="1732" y="392"/>
                    <a:pt x="1339" y="0"/>
                    <a:pt x="8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120"/>
            <p:cNvSpPr/>
            <p:nvPr/>
          </p:nvSpPr>
          <p:spPr>
            <a:xfrm>
              <a:off x="1916550" y="2762250"/>
              <a:ext cx="25" cy="959850"/>
            </a:xfrm>
            <a:custGeom>
              <a:avLst/>
              <a:gdLst/>
              <a:ahLst/>
              <a:cxnLst/>
              <a:rect l="l" t="t" r="r" b="b"/>
              <a:pathLst>
                <a:path w="1" h="38394" fill="none" extrusionOk="0">
                  <a:moveTo>
                    <a:pt x="1" y="0"/>
                  </a:moveTo>
                  <a:lnTo>
                    <a:pt x="1" y="38394"/>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120"/>
            <p:cNvSpPr/>
            <p:nvPr/>
          </p:nvSpPr>
          <p:spPr>
            <a:xfrm>
              <a:off x="1241250" y="2899600"/>
              <a:ext cx="543150" cy="132200"/>
            </a:xfrm>
            <a:custGeom>
              <a:avLst/>
              <a:gdLst/>
              <a:ahLst/>
              <a:cxnLst/>
              <a:rect l="l" t="t" r="r" b="b"/>
              <a:pathLst>
                <a:path w="21726" h="5288" extrusionOk="0">
                  <a:moveTo>
                    <a:pt x="1" y="1"/>
                  </a:moveTo>
                  <a:lnTo>
                    <a:pt x="1" y="5288"/>
                  </a:lnTo>
                  <a:lnTo>
                    <a:pt x="21726" y="5288"/>
                  </a:lnTo>
                  <a:lnTo>
                    <a:pt x="217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120"/>
            <p:cNvSpPr/>
            <p:nvPr/>
          </p:nvSpPr>
          <p:spPr>
            <a:xfrm>
              <a:off x="1241250" y="2856325"/>
              <a:ext cx="180100" cy="25"/>
            </a:xfrm>
            <a:custGeom>
              <a:avLst/>
              <a:gdLst/>
              <a:ahLst/>
              <a:cxnLst/>
              <a:rect l="l" t="t" r="r" b="b"/>
              <a:pathLst>
                <a:path w="7204" h="1" fill="none" extrusionOk="0">
                  <a:moveTo>
                    <a:pt x="1" y="0"/>
                  </a:moveTo>
                  <a:lnTo>
                    <a:pt x="7204" y="0"/>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120"/>
            <p:cNvSpPr/>
            <p:nvPr/>
          </p:nvSpPr>
          <p:spPr>
            <a:xfrm>
              <a:off x="1241250" y="3200325"/>
              <a:ext cx="543150" cy="129875"/>
            </a:xfrm>
            <a:custGeom>
              <a:avLst/>
              <a:gdLst/>
              <a:ahLst/>
              <a:cxnLst/>
              <a:rect l="l" t="t" r="r" b="b"/>
              <a:pathLst>
                <a:path w="21726" h="5195" extrusionOk="0">
                  <a:moveTo>
                    <a:pt x="1" y="0"/>
                  </a:moveTo>
                  <a:lnTo>
                    <a:pt x="1" y="5195"/>
                  </a:lnTo>
                  <a:lnTo>
                    <a:pt x="19140" y="5195"/>
                  </a:lnTo>
                  <a:cubicBezTo>
                    <a:pt x="20571" y="5195"/>
                    <a:pt x="21726" y="4040"/>
                    <a:pt x="21726" y="2586"/>
                  </a:cubicBezTo>
                  <a:cubicBezTo>
                    <a:pt x="21726" y="1155"/>
                    <a:pt x="20571" y="0"/>
                    <a:pt x="1914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120"/>
            <p:cNvSpPr/>
            <p:nvPr/>
          </p:nvSpPr>
          <p:spPr>
            <a:xfrm>
              <a:off x="1241250" y="3154150"/>
              <a:ext cx="180100" cy="25"/>
            </a:xfrm>
            <a:custGeom>
              <a:avLst/>
              <a:gdLst/>
              <a:ahLst/>
              <a:cxnLst/>
              <a:rect l="l" t="t" r="r" b="b"/>
              <a:pathLst>
                <a:path w="7204" h="1" fill="none" extrusionOk="0">
                  <a:moveTo>
                    <a:pt x="1" y="0"/>
                  </a:moveTo>
                  <a:lnTo>
                    <a:pt x="7204" y="0"/>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120"/>
            <p:cNvSpPr/>
            <p:nvPr/>
          </p:nvSpPr>
          <p:spPr>
            <a:xfrm>
              <a:off x="1241250" y="3498150"/>
              <a:ext cx="543150" cy="132200"/>
            </a:xfrm>
            <a:custGeom>
              <a:avLst/>
              <a:gdLst/>
              <a:ahLst/>
              <a:cxnLst/>
              <a:rect l="l" t="t" r="r" b="b"/>
              <a:pathLst>
                <a:path w="21726" h="5288" extrusionOk="0">
                  <a:moveTo>
                    <a:pt x="2586" y="0"/>
                  </a:moveTo>
                  <a:cubicBezTo>
                    <a:pt x="1155" y="0"/>
                    <a:pt x="1" y="1247"/>
                    <a:pt x="1" y="2701"/>
                  </a:cubicBezTo>
                  <a:cubicBezTo>
                    <a:pt x="1" y="4133"/>
                    <a:pt x="1155" y="5287"/>
                    <a:pt x="2586" y="5287"/>
                  </a:cubicBezTo>
                  <a:lnTo>
                    <a:pt x="19140" y="5287"/>
                  </a:lnTo>
                  <a:cubicBezTo>
                    <a:pt x="20571" y="5287"/>
                    <a:pt x="21726" y="4133"/>
                    <a:pt x="21726" y="2701"/>
                  </a:cubicBezTo>
                  <a:cubicBezTo>
                    <a:pt x="21726" y="1247"/>
                    <a:pt x="20571" y="0"/>
                    <a:pt x="191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120"/>
            <p:cNvSpPr/>
            <p:nvPr/>
          </p:nvSpPr>
          <p:spPr>
            <a:xfrm>
              <a:off x="1241250" y="3454850"/>
              <a:ext cx="180100" cy="25"/>
            </a:xfrm>
            <a:custGeom>
              <a:avLst/>
              <a:gdLst/>
              <a:ahLst/>
              <a:cxnLst/>
              <a:rect l="l" t="t" r="r" b="b"/>
              <a:pathLst>
                <a:path w="7204" h="1" fill="none" extrusionOk="0">
                  <a:moveTo>
                    <a:pt x="1" y="1"/>
                  </a:moveTo>
                  <a:lnTo>
                    <a:pt x="7204" y="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120"/>
            <p:cNvSpPr/>
            <p:nvPr/>
          </p:nvSpPr>
          <p:spPr>
            <a:xfrm>
              <a:off x="2049300" y="2899600"/>
              <a:ext cx="543150" cy="132200"/>
            </a:xfrm>
            <a:custGeom>
              <a:avLst/>
              <a:gdLst/>
              <a:ahLst/>
              <a:cxnLst/>
              <a:rect l="l" t="t" r="r" b="b"/>
              <a:pathLst>
                <a:path w="21726" h="5288" extrusionOk="0">
                  <a:moveTo>
                    <a:pt x="1" y="1"/>
                  </a:moveTo>
                  <a:lnTo>
                    <a:pt x="1" y="5288"/>
                  </a:lnTo>
                  <a:lnTo>
                    <a:pt x="21726" y="5288"/>
                  </a:lnTo>
                  <a:lnTo>
                    <a:pt x="217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120"/>
            <p:cNvSpPr/>
            <p:nvPr/>
          </p:nvSpPr>
          <p:spPr>
            <a:xfrm>
              <a:off x="2049300" y="2856325"/>
              <a:ext cx="180100" cy="25"/>
            </a:xfrm>
            <a:custGeom>
              <a:avLst/>
              <a:gdLst/>
              <a:ahLst/>
              <a:cxnLst/>
              <a:rect l="l" t="t" r="r" b="b"/>
              <a:pathLst>
                <a:path w="7204" h="1" fill="none" extrusionOk="0">
                  <a:moveTo>
                    <a:pt x="1" y="0"/>
                  </a:moveTo>
                  <a:lnTo>
                    <a:pt x="7204" y="0"/>
                  </a:lnTo>
                </a:path>
              </a:pathLst>
            </a:custGeom>
            <a:noFill/>
            <a:ln w="19050" cap="rnd" cmpd="sng">
              <a:solidFill>
                <a:srgbClr val="231F2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120"/>
            <p:cNvSpPr/>
            <p:nvPr/>
          </p:nvSpPr>
          <p:spPr>
            <a:xfrm>
              <a:off x="2049300" y="3200325"/>
              <a:ext cx="271300" cy="129875"/>
            </a:xfrm>
            <a:custGeom>
              <a:avLst/>
              <a:gdLst/>
              <a:ahLst/>
              <a:cxnLst/>
              <a:rect l="l" t="t" r="r" b="b"/>
              <a:pathLst>
                <a:path w="10852" h="5195" extrusionOk="0">
                  <a:moveTo>
                    <a:pt x="1" y="0"/>
                  </a:moveTo>
                  <a:lnTo>
                    <a:pt x="1" y="5195"/>
                  </a:lnTo>
                  <a:lnTo>
                    <a:pt x="8266" y="5195"/>
                  </a:lnTo>
                  <a:cubicBezTo>
                    <a:pt x="9697" y="5195"/>
                    <a:pt x="10852" y="4040"/>
                    <a:pt x="10852" y="2586"/>
                  </a:cubicBezTo>
                  <a:cubicBezTo>
                    <a:pt x="10852" y="1155"/>
                    <a:pt x="9697" y="0"/>
                    <a:pt x="826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120"/>
            <p:cNvSpPr/>
            <p:nvPr/>
          </p:nvSpPr>
          <p:spPr>
            <a:xfrm>
              <a:off x="2049300" y="3154150"/>
              <a:ext cx="180100" cy="25"/>
            </a:xfrm>
            <a:custGeom>
              <a:avLst/>
              <a:gdLst/>
              <a:ahLst/>
              <a:cxnLst/>
              <a:rect l="l" t="t" r="r" b="b"/>
              <a:pathLst>
                <a:path w="7204" h="1" fill="none" extrusionOk="0">
                  <a:moveTo>
                    <a:pt x="1" y="0"/>
                  </a:moveTo>
                  <a:lnTo>
                    <a:pt x="7204" y="0"/>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120"/>
            <p:cNvSpPr/>
            <p:nvPr/>
          </p:nvSpPr>
          <p:spPr>
            <a:xfrm>
              <a:off x="2049300" y="3498150"/>
              <a:ext cx="543150" cy="132200"/>
            </a:xfrm>
            <a:custGeom>
              <a:avLst/>
              <a:gdLst/>
              <a:ahLst/>
              <a:cxnLst/>
              <a:rect l="l" t="t" r="r" b="b"/>
              <a:pathLst>
                <a:path w="21726" h="5288" extrusionOk="0">
                  <a:moveTo>
                    <a:pt x="2586" y="0"/>
                  </a:moveTo>
                  <a:cubicBezTo>
                    <a:pt x="1155" y="0"/>
                    <a:pt x="1" y="1247"/>
                    <a:pt x="1" y="2701"/>
                  </a:cubicBezTo>
                  <a:cubicBezTo>
                    <a:pt x="1" y="4133"/>
                    <a:pt x="1155" y="5287"/>
                    <a:pt x="2586" y="5287"/>
                  </a:cubicBezTo>
                  <a:lnTo>
                    <a:pt x="19140" y="5287"/>
                  </a:lnTo>
                  <a:cubicBezTo>
                    <a:pt x="20571" y="5287"/>
                    <a:pt x="21726" y="4133"/>
                    <a:pt x="21726" y="2701"/>
                  </a:cubicBezTo>
                  <a:cubicBezTo>
                    <a:pt x="21726" y="1247"/>
                    <a:pt x="20571" y="0"/>
                    <a:pt x="191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120"/>
            <p:cNvSpPr/>
            <p:nvPr/>
          </p:nvSpPr>
          <p:spPr>
            <a:xfrm>
              <a:off x="2049300" y="3454850"/>
              <a:ext cx="180100" cy="25"/>
            </a:xfrm>
            <a:custGeom>
              <a:avLst/>
              <a:gdLst/>
              <a:ahLst/>
              <a:cxnLst/>
              <a:rect l="l" t="t" r="r" b="b"/>
              <a:pathLst>
                <a:path w="7204" h="1" fill="none" extrusionOk="0">
                  <a:moveTo>
                    <a:pt x="1" y="1"/>
                  </a:moveTo>
                  <a:lnTo>
                    <a:pt x="7204" y="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120"/>
            <p:cNvSpPr/>
            <p:nvPr/>
          </p:nvSpPr>
          <p:spPr>
            <a:xfrm>
              <a:off x="1034050" y="3770000"/>
              <a:ext cx="1765600" cy="25"/>
            </a:xfrm>
            <a:custGeom>
              <a:avLst/>
              <a:gdLst/>
              <a:ahLst/>
              <a:cxnLst/>
              <a:rect l="l" t="t" r="r" b="b"/>
              <a:pathLst>
                <a:path w="70624" h="1" fill="none" extrusionOk="0">
                  <a:moveTo>
                    <a:pt x="0" y="0"/>
                  </a:moveTo>
                  <a:lnTo>
                    <a:pt x="70624" y="0"/>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120"/>
            <p:cNvSpPr/>
            <p:nvPr/>
          </p:nvSpPr>
          <p:spPr>
            <a:xfrm>
              <a:off x="6762550" y="4854500"/>
              <a:ext cx="9825" cy="25"/>
            </a:xfrm>
            <a:custGeom>
              <a:avLst/>
              <a:gdLst/>
              <a:ahLst/>
              <a:cxnLst/>
              <a:rect l="l" t="t" r="r" b="b"/>
              <a:pathLst>
                <a:path w="393" h="1" extrusionOk="0">
                  <a:moveTo>
                    <a:pt x="393" y="1"/>
                  </a:moveTo>
                  <a:lnTo>
                    <a:pt x="393" y="1"/>
                  </a:lnTo>
                  <a:lnTo>
                    <a:pt x="0" y="1"/>
                  </a:lnTo>
                  <a:close/>
                </a:path>
              </a:pathLst>
            </a:custGeom>
            <a:solidFill>
              <a:srgbClr val="FFFFFF"/>
            </a:solidFill>
            <a:ln w="19050" cap="flat" cmpd="sng">
              <a:solidFill>
                <a:srgbClr val="231F20"/>
              </a:solidFill>
              <a:prstDash val="solid"/>
              <a:miter lim="230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120"/>
            <p:cNvSpPr/>
            <p:nvPr/>
          </p:nvSpPr>
          <p:spPr>
            <a:xfrm>
              <a:off x="6539175" y="1685225"/>
              <a:ext cx="579525" cy="3169300"/>
            </a:xfrm>
            <a:custGeom>
              <a:avLst/>
              <a:gdLst/>
              <a:ahLst/>
              <a:cxnLst/>
              <a:rect l="l" t="t" r="r" b="b"/>
              <a:pathLst>
                <a:path w="23181" h="126772" extrusionOk="0">
                  <a:moveTo>
                    <a:pt x="11637" y="1"/>
                  </a:moveTo>
                  <a:cubicBezTo>
                    <a:pt x="2979" y="1"/>
                    <a:pt x="1" y="3256"/>
                    <a:pt x="1" y="3256"/>
                  </a:cubicBezTo>
                  <a:lnTo>
                    <a:pt x="1" y="126772"/>
                  </a:lnTo>
                  <a:lnTo>
                    <a:pt x="23180" y="126772"/>
                  </a:lnTo>
                  <a:lnTo>
                    <a:pt x="23180" y="3256"/>
                  </a:lnTo>
                  <a:cubicBezTo>
                    <a:pt x="23180" y="3256"/>
                    <a:pt x="20387" y="1"/>
                    <a:pt x="11637" y="1"/>
                  </a:cubicBezTo>
                  <a:close/>
                </a:path>
              </a:pathLst>
            </a:custGeom>
            <a:solidFill>
              <a:srgbClr val="FFFFFF"/>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120"/>
            <p:cNvSpPr/>
            <p:nvPr/>
          </p:nvSpPr>
          <p:spPr>
            <a:xfrm>
              <a:off x="6632675" y="1729225"/>
              <a:ext cx="445050" cy="3125300"/>
            </a:xfrm>
            <a:custGeom>
              <a:avLst/>
              <a:gdLst/>
              <a:ahLst/>
              <a:cxnLst/>
              <a:rect l="l" t="t" r="r" b="b"/>
              <a:pathLst>
                <a:path w="17802" h="125012" extrusionOk="0">
                  <a:moveTo>
                    <a:pt x="8613" y="0"/>
                  </a:moveTo>
                  <a:cubicBezTo>
                    <a:pt x="6067" y="0"/>
                    <a:pt x="3135" y="405"/>
                    <a:pt x="1" y="1588"/>
                  </a:cubicBezTo>
                  <a:lnTo>
                    <a:pt x="1" y="125012"/>
                  </a:lnTo>
                  <a:lnTo>
                    <a:pt x="17801" y="125012"/>
                  </a:lnTo>
                  <a:lnTo>
                    <a:pt x="17801" y="1888"/>
                  </a:lnTo>
                  <a:cubicBezTo>
                    <a:pt x="17801" y="1888"/>
                    <a:pt x="14111" y="0"/>
                    <a:pt x="8613" y="0"/>
                  </a:cubicBezTo>
                  <a:close/>
                </a:path>
              </a:pathLst>
            </a:custGeom>
            <a:solidFill>
              <a:schemeClr val="accent1"/>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120"/>
            <p:cNvSpPr/>
            <p:nvPr/>
          </p:nvSpPr>
          <p:spPr>
            <a:xfrm>
              <a:off x="6632675" y="1768925"/>
              <a:ext cx="344025" cy="3085600"/>
            </a:xfrm>
            <a:custGeom>
              <a:avLst/>
              <a:gdLst/>
              <a:ahLst/>
              <a:cxnLst/>
              <a:rect l="l" t="t" r="r" b="b"/>
              <a:pathLst>
                <a:path w="13761" h="123424" extrusionOk="0">
                  <a:moveTo>
                    <a:pt x="1" y="0"/>
                  </a:moveTo>
                  <a:lnTo>
                    <a:pt x="1" y="123424"/>
                  </a:lnTo>
                  <a:lnTo>
                    <a:pt x="13761" y="123424"/>
                  </a:lnTo>
                  <a:lnTo>
                    <a:pt x="13761" y="300"/>
                  </a:lnTo>
                  <a:cubicBezTo>
                    <a:pt x="11687" y="1039"/>
                    <a:pt x="9586" y="1295"/>
                    <a:pt x="7672" y="1295"/>
                  </a:cubicBezTo>
                  <a:cubicBezTo>
                    <a:pt x="3365" y="1295"/>
                    <a:pt x="1" y="0"/>
                    <a:pt x="1" y="0"/>
                  </a:cubicBezTo>
                  <a:close/>
                </a:path>
              </a:pathLst>
            </a:custGeom>
            <a:solidFill>
              <a:srgbClr val="FFFFFF"/>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120"/>
            <p:cNvSpPr/>
            <p:nvPr/>
          </p:nvSpPr>
          <p:spPr>
            <a:xfrm>
              <a:off x="6539175" y="1766600"/>
              <a:ext cx="538550" cy="3087925"/>
            </a:xfrm>
            <a:custGeom>
              <a:avLst/>
              <a:gdLst/>
              <a:ahLst/>
              <a:cxnLst/>
              <a:rect l="l" t="t" r="r" b="b"/>
              <a:pathLst>
                <a:path w="21542" h="123517" extrusionOk="0">
                  <a:moveTo>
                    <a:pt x="1" y="1"/>
                  </a:moveTo>
                  <a:lnTo>
                    <a:pt x="1" y="123517"/>
                  </a:lnTo>
                  <a:lnTo>
                    <a:pt x="21541" y="123517"/>
                  </a:lnTo>
                  <a:lnTo>
                    <a:pt x="21541" y="393"/>
                  </a:lnTo>
                  <a:cubicBezTo>
                    <a:pt x="21541" y="393"/>
                    <a:pt x="18263" y="2794"/>
                    <a:pt x="11637" y="2794"/>
                  </a:cubicBezTo>
                  <a:cubicBezTo>
                    <a:pt x="3949" y="2794"/>
                    <a:pt x="1" y="1"/>
                    <a:pt x="1" y="1"/>
                  </a:cubicBez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120"/>
            <p:cNvSpPr/>
            <p:nvPr/>
          </p:nvSpPr>
          <p:spPr>
            <a:xfrm>
              <a:off x="6533975" y="3179675"/>
              <a:ext cx="589325" cy="753675"/>
            </a:xfrm>
            <a:custGeom>
              <a:avLst/>
              <a:gdLst/>
              <a:ahLst/>
              <a:cxnLst/>
              <a:rect l="l" t="t" r="r" b="b"/>
              <a:pathLst>
                <a:path w="23573" h="30147" extrusionOk="0">
                  <a:moveTo>
                    <a:pt x="12721" y="0"/>
                  </a:moveTo>
                  <a:cubicBezTo>
                    <a:pt x="5737" y="0"/>
                    <a:pt x="1" y="2350"/>
                    <a:pt x="1" y="2350"/>
                  </a:cubicBezTo>
                  <a:lnTo>
                    <a:pt x="1" y="30147"/>
                  </a:lnTo>
                  <a:cubicBezTo>
                    <a:pt x="1" y="30147"/>
                    <a:pt x="4618" y="29634"/>
                    <a:pt x="11603" y="29634"/>
                  </a:cubicBezTo>
                  <a:cubicBezTo>
                    <a:pt x="15095" y="29634"/>
                    <a:pt x="19179" y="29762"/>
                    <a:pt x="23573" y="30147"/>
                  </a:cubicBezTo>
                  <a:lnTo>
                    <a:pt x="23573" y="2350"/>
                  </a:lnTo>
                  <a:cubicBezTo>
                    <a:pt x="20018" y="588"/>
                    <a:pt x="16213" y="0"/>
                    <a:pt x="12721" y="0"/>
                  </a:cubicBezTo>
                  <a:close/>
                </a:path>
              </a:pathLst>
            </a:custGeom>
            <a:solidFill>
              <a:schemeClr val="accent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120"/>
            <p:cNvSpPr/>
            <p:nvPr/>
          </p:nvSpPr>
          <p:spPr>
            <a:xfrm>
              <a:off x="6286375" y="2637575"/>
              <a:ext cx="161050" cy="228000"/>
            </a:xfrm>
            <a:custGeom>
              <a:avLst/>
              <a:gdLst/>
              <a:ahLst/>
              <a:cxnLst/>
              <a:rect l="l" t="t" r="r" b="b"/>
              <a:pathLst>
                <a:path w="6442" h="9120" extrusionOk="0">
                  <a:moveTo>
                    <a:pt x="1" y="0"/>
                  </a:moveTo>
                  <a:lnTo>
                    <a:pt x="1" y="9120"/>
                  </a:lnTo>
                  <a:lnTo>
                    <a:pt x="6442" y="9120"/>
                  </a:lnTo>
                  <a:lnTo>
                    <a:pt x="6442" y="0"/>
                  </a:lnTo>
                  <a:close/>
                </a:path>
              </a:pathLst>
            </a:custGeom>
            <a:solidFill>
              <a:schemeClr val="accent4"/>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120"/>
            <p:cNvSpPr/>
            <p:nvPr/>
          </p:nvSpPr>
          <p:spPr>
            <a:xfrm>
              <a:off x="6069925" y="2887500"/>
              <a:ext cx="601450" cy="216450"/>
            </a:xfrm>
            <a:custGeom>
              <a:avLst/>
              <a:gdLst/>
              <a:ahLst/>
              <a:cxnLst/>
              <a:rect l="l" t="t" r="r" b="b"/>
              <a:pathLst>
                <a:path w="24058" h="8658" extrusionOk="0">
                  <a:moveTo>
                    <a:pt x="5103" y="0"/>
                  </a:moveTo>
                  <a:cubicBezTo>
                    <a:pt x="2979" y="0"/>
                    <a:pt x="1155" y="1247"/>
                    <a:pt x="393" y="3071"/>
                  </a:cubicBezTo>
                  <a:cubicBezTo>
                    <a:pt x="1" y="3948"/>
                    <a:pt x="393" y="5010"/>
                    <a:pt x="1363" y="5379"/>
                  </a:cubicBezTo>
                  <a:cubicBezTo>
                    <a:pt x="2794" y="5957"/>
                    <a:pt x="3949" y="7203"/>
                    <a:pt x="4526" y="8658"/>
                  </a:cubicBezTo>
                  <a:lnTo>
                    <a:pt x="19533" y="8658"/>
                  </a:lnTo>
                  <a:cubicBezTo>
                    <a:pt x="20110" y="7203"/>
                    <a:pt x="21264" y="5957"/>
                    <a:pt x="22811" y="5379"/>
                  </a:cubicBezTo>
                  <a:cubicBezTo>
                    <a:pt x="23665" y="5010"/>
                    <a:pt x="24058" y="3948"/>
                    <a:pt x="23665" y="3071"/>
                  </a:cubicBezTo>
                  <a:cubicBezTo>
                    <a:pt x="22903" y="1247"/>
                    <a:pt x="21079" y="0"/>
                    <a:pt x="189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120"/>
            <p:cNvSpPr/>
            <p:nvPr/>
          </p:nvSpPr>
          <p:spPr>
            <a:xfrm>
              <a:off x="6120725" y="2832075"/>
              <a:ext cx="499850" cy="192225"/>
            </a:xfrm>
            <a:custGeom>
              <a:avLst/>
              <a:gdLst/>
              <a:ahLst/>
              <a:cxnLst/>
              <a:rect l="l" t="t" r="r" b="b"/>
              <a:pathLst>
                <a:path w="19994" h="7689" extrusionOk="0">
                  <a:moveTo>
                    <a:pt x="6349" y="1"/>
                  </a:moveTo>
                  <a:lnTo>
                    <a:pt x="2679" y="1548"/>
                  </a:lnTo>
                  <a:lnTo>
                    <a:pt x="185" y="2702"/>
                  </a:lnTo>
                  <a:cubicBezTo>
                    <a:pt x="93" y="2702"/>
                    <a:pt x="1" y="2979"/>
                    <a:pt x="185" y="3071"/>
                  </a:cubicBezTo>
                  <a:lnTo>
                    <a:pt x="9997" y="7689"/>
                  </a:lnTo>
                  <a:lnTo>
                    <a:pt x="19809" y="3071"/>
                  </a:lnTo>
                  <a:cubicBezTo>
                    <a:pt x="19994" y="2979"/>
                    <a:pt x="19994" y="2702"/>
                    <a:pt x="19809" y="2702"/>
                  </a:cubicBezTo>
                  <a:lnTo>
                    <a:pt x="17316" y="1548"/>
                  </a:lnTo>
                  <a:lnTo>
                    <a:pt x="13645" y="1"/>
                  </a:lnTo>
                  <a:close/>
                </a:path>
              </a:pathLst>
            </a:custGeom>
            <a:solidFill>
              <a:schemeClr val="accent2"/>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120"/>
            <p:cNvSpPr/>
            <p:nvPr/>
          </p:nvSpPr>
          <p:spPr>
            <a:xfrm>
              <a:off x="6187675" y="2832075"/>
              <a:ext cx="365950" cy="127575"/>
            </a:xfrm>
            <a:custGeom>
              <a:avLst/>
              <a:gdLst/>
              <a:ahLst/>
              <a:cxnLst/>
              <a:rect l="l" t="t" r="r" b="b"/>
              <a:pathLst>
                <a:path w="14638" h="5103" extrusionOk="0">
                  <a:moveTo>
                    <a:pt x="3671" y="1"/>
                  </a:moveTo>
                  <a:lnTo>
                    <a:pt x="1" y="1548"/>
                  </a:lnTo>
                  <a:lnTo>
                    <a:pt x="7319" y="5103"/>
                  </a:lnTo>
                  <a:lnTo>
                    <a:pt x="14638" y="1548"/>
                  </a:lnTo>
                  <a:lnTo>
                    <a:pt x="10967" y="1"/>
                  </a:lnTo>
                  <a:close/>
                </a:path>
              </a:pathLst>
            </a:custGeom>
            <a:solidFill>
              <a:schemeClr val="accent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120"/>
            <p:cNvSpPr/>
            <p:nvPr/>
          </p:nvSpPr>
          <p:spPr>
            <a:xfrm>
              <a:off x="6101100" y="2253750"/>
              <a:ext cx="558150" cy="353700"/>
            </a:xfrm>
            <a:custGeom>
              <a:avLst/>
              <a:gdLst/>
              <a:ahLst/>
              <a:cxnLst/>
              <a:rect l="l" t="t" r="r" b="b"/>
              <a:pathLst>
                <a:path w="22326" h="14148" extrusionOk="0">
                  <a:moveTo>
                    <a:pt x="11166" y="0"/>
                  </a:moveTo>
                  <a:cubicBezTo>
                    <a:pt x="10996" y="0"/>
                    <a:pt x="10828" y="47"/>
                    <a:pt x="10690" y="139"/>
                  </a:cubicBezTo>
                  <a:lnTo>
                    <a:pt x="578" y="6303"/>
                  </a:lnTo>
                  <a:cubicBezTo>
                    <a:pt x="1" y="6696"/>
                    <a:pt x="1" y="7550"/>
                    <a:pt x="578" y="7850"/>
                  </a:cubicBezTo>
                  <a:lnTo>
                    <a:pt x="10690" y="13991"/>
                  </a:lnTo>
                  <a:cubicBezTo>
                    <a:pt x="10828" y="14095"/>
                    <a:pt x="10996" y="14147"/>
                    <a:pt x="11166" y="14147"/>
                  </a:cubicBezTo>
                  <a:cubicBezTo>
                    <a:pt x="11336" y="14147"/>
                    <a:pt x="11510" y="14095"/>
                    <a:pt x="11660" y="13991"/>
                  </a:cubicBezTo>
                  <a:lnTo>
                    <a:pt x="21749" y="7850"/>
                  </a:lnTo>
                  <a:cubicBezTo>
                    <a:pt x="22326" y="7550"/>
                    <a:pt x="22326" y="6696"/>
                    <a:pt x="21749" y="6303"/>
                  </a:cubicBezTo>
                  <a:lnTo>
                    <a:pt x="11660" y="139"/>
                  </a:lnTo>
                  <a:cubicBezTo>
                    <a:pt x="11510" y="47"/>
                    <a:pt x="11336" y="0"/>
                    <a:pt x="1116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120"/>
            <p:cNvSpPr/>
            <p:nvPr/>
          </p:nvSpPr>
          <p:spPr>
            <a:xfrm>
              <a:off x="6286375" y="2481150"/>
              <a:ext cx="228600" cy="305350"/>
            </a:xfrm>
            <a:custGeom>
              <a:avLst/>
              <a:gdLst/>
              <a:ahLst/>
              <a:cxnLst/>
              <a:rect l="l" t="t" r="r" b="b"/>
              <a:pathLst>
                <a:path w="9144" h="12214" extrusionOk="0">
                  <a:moveTo>
                    <a:pt x="1" y="1"/>
                  </a:moveTo>
                  <a:lnTo>
                    <a:pt x="1" y="7112"/>
                  </a:lnTo>
                  <a:cubicBezTo>
                    <a:pt x="1" y="8566"/>
                    <a:pt x="786" y="9813"/>
                    <a:pt x="2032" y="10575"/>
                  </a:cubicBezTo>
                  <a:lnTo>
                    <a:pt x="3948" y="11729"/>
                  </a:lnTo>
                  <a:cubicBezTo>
                    <a:pt x="4526" y="12029"/>
                    <a:pt x="5103" y="12214"/>
                    <a:pt x="5680" y="12214"/>
                  </a:cubicBezTo>
                  <a:cubicBezTo>
                    <a:pt x="7596" y="12214"/>
                    <a:pt x="9143" y="10667"/>
                    <a:pt x="9143" y="8843"/>
                  </a:cubicBezTo>
                  <a:lnTo>
                    <a:pt x="9143" y="1"/>
                  </a:lnTo>
                  <a:close/>
                </a:path>
              </a:pathLst>
            </a:custGeom>
            <a:solidFill>
              <a:schemeClr val="accent4"/>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120"/>
            <p:cNvSpPr/>
            <p:nvPr/>
          </p:nvSpPr>
          <p:spPr>
            <a:xfrm>
              <a:off x="6243100" y="2500200"/>
              <a:ext cx="88900" cy="125275"/>
            </a:xfrm>
            <a:custGeom>
              <a:avLst/>
              <a:gdLst/>
              <a:ahLst/>
              <a:cxnLst/>
              <a:rect l="l" t="t" r="r" b="b"/>
              <a:pathLst>
                <a:path w="3556" h="5011" extrusionOk="0">
                  <a:moveTo>
                    <a:pt x="0" y="1"/>
                  </a:moveTo>
                  <a:lnTo>
                    <a:pt x="0" y="3279"/>
                  </a:lnTo>
                  <a:lnTo>
                    <a:pt x="1247" y="4526"/>
                  </a:lnTo>
                  <a:lnTo>
                    <a:pt x="1247" y="5010"/>
                  </a:lnTo>
                  <a:lnTo>
                    <a:pt x="1939" y="5010"/>
                  </a:lnTo>
                  <a:cubicBezTo>
                    <a:pt x="2309" y="5010"/>
                    <a:pt x="2609" y="4710"/>
                    <a:pt x="2609" y="4341"/>
                  </a:cubicBezTo>
                  <a:lnTo>
                    <a:pt x="2609" y="3764"/>
                  </a:lnTo>
                  <a:cubicBezTo>
                    <a:pt x="2609" y="3371"/>
                    <a:pt x="2794" y="2886"/>
                    <a:pt x="3094" y="2702"/>
                  </a:cubicBezTo>
                  <a:cubicBezTo>
                    <a:pt x="3371" y="2402"/>
                    <a:pt x="3555" y="2032"/>
                    <a:pt x="3555" y="1547"/>
                  </a:cubicBezTo>
                  <a:lnTo>
                    <a:pt x="355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120"/>
            <p:cNvSpPr/>
            <p:nvPr/>
          </p:nvSpPr>
          <p:spPr>
            <a:xfrm>
              <a:off x="6230975" y="2440175"/>
              <a:ext cx="308225" cy="98725"/>
            </a:xfrm>
            <a:custGeom>
              <a:avLst/>
              <a:gdLst/>
              <a:ahLst/>
              <a:cxnLst/>
              <a:rect l="l" t="t" r="r" b="b"/>
              <a:pathLst>
                <a:path w="12329" h="3949" extrusionOk="0">
                  <a:moveTo>
                    <a:pt x="0" y="1"/>
                  </a:moveTo>
                  <a:lnTo>
                    <a:pt x="0" y="3163"/>
                  </a:lnTo>
                  <a:cubicBezTo>
                    <a:pt x="0" y="3556"/>
                    <a:pt x="393" y="3948"/>
                    <a:pt x="785" y="3948"/>
                  </a:cubicBezTo>
                  <a:lnTo>
                    <a:pt x="11544" y="3948"/>
                  </a:lnTo>
                  <a:cubicBezTo>
                    <a:pt x="11936" y="3948"/>
                    <a:pt x="12329" y="3556"/>
                    <a:pt x="12329" y="3163"/>
                  </a:cubicBezTo>
                  <a:lnTo>
                    <a:pt x="1232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120"/>
            <p:cNvSpPr/>
            <p:nvPr/>
          </p:nvSpPr>
          <p:spPr>
            <a:xfrm>
              <a:off x="6230975" y="2572350"/>
              <a:ext cx="55425" cy="86600"/>
            </a:xfrm>
            <a:custGeom>
              <a:avLst/>
              <a:gdLst/>
              <a:ahLst/>
              <a:cxnLst/>
              <a:rect l="l" t="t" r="r" b="b"/>
              <a:pathLst>
                <a:path w="2217" h="3464" extrusionOk="0">
                  <a:moveTo>
                    <a:pt x="785" y="0"/>
                  </a:moveTo>
                  <a:cubicBezTo>
                    <a:pt x="393" y="0"/>
                    <a:pt x="0" y="301"/>
                    <a:pt x="0" y="670"/>
                  </a:cubicBezTo>
                  <a:lnTo>
                    <a:pt x="0" y="1824"/>
                  </a:lnTo>
                  <a:cubicBezTo>
                    <a:pt x="0" y="2794"/>
                    <a:pt x="785" y="3464"/>
                    <a:pt x="1639" y="3464"/>
                  </a:cubicBezTo>
                  <a:lnTo>
                    <a:pt x="2217" y="3464"/>
                  </a:lnTo>
                  <a:lnTo>
                    <a:pt x="2217" y="878"/>
                  </a:lnTo>
                  <a:cubicBezTo>
                    <a:pt x="2217" y="393"/>
                    <a:pt x="1847" y="0"/>
                    <a:pt x="1362" y="0"/>
                  </a:cubicBezTo>
                  <a:close/>
                </a:path>
              </a:pathLst>
            </a:custGeom>
            <a:solidFill>
              <a:srgbClr val="FFFFFF"/>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120"/>
            <p:cNvSpPr/>
            <p:nvPr/>
          </p:nvSpPr>
          <p:spPr>
            <a:xfrm>
              <a:off x="6142075" y="2430375"/>
              <a:ext cx="25" cy="170850"/>
            </a:xfrm>
            <a:custGeom>
              <a:avLst/>
              <a:gdLst/>
              <a:ahLst/>
              <a:cxnLst/>
              <a:rect l="l" t="t" r="r" b="b"/>
              <a:pathLst>
                <a:path w="1" h="6834" fill="none" extrusionOk="0">
                  <a:moveTo>
                    <a:pt x="1" y="0"/>
                  </a:moveTo>
                  <a:lnTo>
                    <a:pt x="1" y="6834"/>
                  </a:lnTo>
                </a:path>
              </a:pathLst>
            </a:custGeom>
            <a:solidFill>
              <a:schemeClr val="accent5"/>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120"/>
            <p:cNvSpPr/>
            <p:nvPr/>
          </p:nvSpPr>
          <p:spPr>
            <a:xfrm>
              <a:off x="6094175" y="2631225"/>
              <a:ext cx="96425" cy="102175"/>
            </a:xfrm>
            <a:custGeom>
              <a:avLst/>
              <a:gdLst/>
              <a:ahLst/>
              <a:cxnLst/>
              <a:rect l="l" t="t" r="r" b="b"/>
              <a:pathLst>
                <a:path w="3857" h="4087" extrusionOk="0">
                  <a:moveTo>
                    <a:pt x="1963" y="0"/>
                  </a:moveTo>
                  <a:cubicBezTo>
                    <a:pt x="1853" y="0"/>
                    <a:pt x="1732" y="47"/>
                    <a:pt x="1640" y="139"/>
                  </a:cubicBezTo>
                  <a:lnTo>
                    <a:pt x="670" y="1778"/>
                  </a:lnTo>
                  <a:cubicBezTo>
                    <a:pt x="1" y="2748"/>
                    <a:pt x="762" y="4087"/>
                    <a:pt x="1917" y="4087"/>
                  </a:cubicBezTo>
                  <a:cubicBezTo>
                    <a:pt x="3163" y="4087"/>
                    <a:pt x="3856" y="2748"/>
                    <a:pt x="3279" y="1778"/>
                  </a:cubicBezTo>
                  <a:lnTo>
                    <a:pt x="2217" y="139"/>
                  </a:lnTo>
                  <a:cubicBezTo>
                    <a:pt x="2171" y="47"/>
                    <a:pt x="2073" y="0"/>
                    <a:pt x="1963" y="0"/>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120"/>
            <p:cNvSpPr/>
            <p:nvPr/>
          </p:nvSpPr>
          <p:spPr>
            <a:xfrm>
              <a:off x="6110925" y="2594275"/>
              <a:ext cx="62350" cy="60050"/>
            </a:xfrm>
            <a:custGeom>
              <a:avLst/>
              <a:gdLst/>
              <a:ahLst/>
              <a:cxnLst/>
              <a:rect l="l" t="t" r="r" b="b"/>
              <a:pathLst>
                <a:path w="2494" h="2402" extrusionOk="0">
                  <a:moveTo>
                    <a:pt x="1247" y="1"/>
                  </a:moveTo>
                  <a:cubicBezTo>
                    <a:pt x="577" y="1"/>
                    <a:pt x="0" y="463"/>
                    <a:pt x="0" y="1247"/>
                  </a:cubicBezTo>
                  <a:cubicBezTo>
                    <a:pt x="0" y="1917"/>
                    <a:pt x="577" y="2402"/>
                    <a:pt x="1247" y="2402"/>
                  </a:cubicBezTo>
                  <a:cubicBezTo>
                    <a:pt x="1916" y="2402"/>
                    <a:pt x="2493" y="1917"/>
                    <a:pt x="2493" y="1247"/>
                  </a:cubicBezTo>
                  <a:cubicBezTo>
                    <a:pt x="2493" y="463"/>
                    <a:pt x="1916" y="1"/>
                    <a:pt x="1247" y="1"/>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120"/>
            <p:cNvSpPr/>
            <p:nvPr/>
          </p:nvSpPr>
          <p:spPr>
            <a:xfrm>
              <a:off x="6228650" y="3103925"/>
              <a:ext cx="404050" cy="271875"/>
            </a:xfrm>
            <a:custGeom>
              <a:avLst/>
              <a:gdLst/>
              <a:ahLst/>
              <a:cxnLst/>
              <a:rect l="l" t="t" r="r" b="b"/>
              <a:pathLst>
                <a:path w="16162" h="10875" extrusionOk="0">
                  <a:moveTo>
                    <a:pt x="1" y="1"/>
                  </a:moveTo>
                  <a:lnTo>
                    <a:pt x="1" y="10875"/>
                  </a:lnTo>
                  <a:lnTo>
                    <a:pt x="16162" y="10875"/>
                  </a:lnTo>
                  <a:lnTo>
                    <a:pt x="16162" y="1"/>
                  </a:lnTo>
                  <a:close/>
                </a:path>
              </a:pathLst>
            </a:custGeom>
            <a:solidFill>
              <a:schemeClr val="accent4"/>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120"/>
            <p:cNvSpPr/>
            <p:nvPr/>
          </p:nvSpPr>
          <p:spPr>
            <a:xfrm>
              <a:off x="6123025" y="3103925"/>
              <a:ext cx="105650" cy="271875"/>
            </a:xfrm>
            <a:custGeom>
              <a:avLst/>
              <a:gdLst/>
              <a:ahLst/>
              <a:cxnLst/>
              <a:rect l="l" t="t" r="r" b="b"/>
              <a:pathLst>
                <a:path w="4226" h="10875" extrusionOk="0">
                  <a:moveTo>
                    <a:pt x="1" y="1"/>
                  </a:moveTo>
                  <a:lnTo>
                    <a:pt x="1" y="10875"/>
                  </a:lnTo>
                  <a:lnTo>
                    <a:pt x="4226" y="10875"/>
                  </a:lnTo>
                  <a:lnTo>
                    <a:pt x="42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120"/>
            <p:cNvSpPr/>
            <p:nvPr/>
          </p:nvSpPr>
          <p:spPr>
            <a:xfrm>
              <a:off x="6277150" y="3149525"/>
              <a:ext cx="307650" cy="180675"/>
            </a:xfrm>
            <a:custGeom>
              <a:avLst/>
              <a:gdLst/>
              <a:ahLst/>
              <a:cxnLst/>
              <a:rect l="l" t="t" r="r" b="b"/>
              <a:pathLst>
                <a:path w="12306" h="7227" extrusionOk="0">
                  <a:moveTo>
                    <a:pt x="1616" y="1"/>
                  </a:moveTo>
                  <a:cubicBezTo>
                    <a:pt x="762" y="1"/>
                    <a:pt x="0" y="762"/>
                    <a:pt x="0" y="1640"/>
                  </a:cubicBezTo>
                  <a:lnTo>
                    <a:pt x="0" y="5588"/>
                  </a:lnTo>
                  <a:cubicBezTo>
                    <a:pt x="0" y="6442"/>
                    <a:pt x="762" y="7227"/>
                    <a:pt x="1616" y="7227"/>
                  </a:cubicBezTo>
                  <a:lnTo>
                    <a:pt x="10759" y="7227"/>
                  </a:lnTo>
                  <a:cubicBezTo>
                    <a:pt x="11636" y="7227"/>
                    <a:pt x="12306" y="6442"/>
                    <a:pt x="12306" y="5588"/>
                  </a:cubicBezTo>
                  <a:lnTo>
                    <a:pt x="12306" y="1640"/>
                  </a:lnTo>
                  <a:cubicBezTo>
                    <a:pt x="12306" y="762"/>
                    <a:pt x="11636" y="1"/>
                    <a:pt x="107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120"/>
            <p:cNvSpPr/>
            <p:nvPr/>
          </p:nvSpPr>
          <p:spPr>
            <a:xfrm>
              <a:off x="6154200" y="3375775"/>
              <a:ext cx="356150" cy="1014700"/>
            </a:xfrm>
            <a:custGeom>
              <a:avLst/>
              <a:gdLst/>
              <a:ahLst/>
              <a:cxnLst/>
              <a:rect l="l" t="t" r="r" b="b"/>
              <a:pathLst>
                <a:path w="14246" h="40588" extrusionOk="0">
                  <a:moveTo>
                    <a:pt x="1" y="1"/>
                  </a:moveTo>
                  <a:lnTo>
                    <a:pt x="1" y="9813"/>
                  </a:lnTo>
                  <a:cubicBezTo>
                    <a:pt x="1" y="10390"/>
                    <a:pt x="185" y="11059"/>
                    <a:pt x="670" y="11544"/>
                  </a:cubicBezTo>
                  <a:cubicBezTo>
                    <a:pt x="1063" y="12029"/>
                    <a:pt x="1340" y="12606"/>
                    <a:pt x="1340" y="13183"/>
                  </a:cubicBezTo>
                  <a:lnTo>
                    <a:pt x="1340" y="40588"/>
                  </a:lnTo>
                  <a:lnTo>
                    <a:pt x="12883" y="40588"/>
                  </a:lnTo>
                  <a:lnTo>
                    <a:pt x="12883" y="13183"/>
                  </a:lnTo>
                  <a:cubicBezTo>
                    <a:pt x="12883" y="12606"/>
                    <a:pt x="13183" y="12029"/>
                    <a:pt x="13576" y="11544"/>
                  </a:cubicBezTo>
                  <a:cubicBezTo>
                    <a:pt x="14038" y="11059"/>
                    <a:pt x="14245" y="10390"/>
                    <a:pt x="14245" y="9813"/>
                  </a:cubicBezTo>
                  <a:lnTo>
                    <a:pt x="1424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120"/>
            <p:cNvSpPr/>
            <p:nvPr/>
          </p:nvSpPr>
          <p:spPr>
            <a:xfrm>
              <a:off x="6245400" y="3375775"/>
              <a:ext cx="358450" cy="1014700"/>
            </a:xfrm>
            <a:custGeom>
              <a:avLst/>
              <a:gdLst/>
              <a:ahLst/>
              <a:cxnLst/>
              <a:rect l="l" t="t" r="r" b="b"/>
              <a:pathLst>
                <a:path w="14338" h="40588" extrusionOk="0">
                  <a:moveTo>
                    <a:pt x="0" y="1"/>
                  </a:moveTo>
                  <a:lnTo>
                    <a:pt x="0" y="9813"/>
                  </a:lnTo>
                  <a:cubicBezTo>
                    <a:pt x="0" y="10390"/>
                    <a:pt x="300" y="11059"/>
                    <a:pt x="693" y="11544"/>
                  </a:cubicBezTo>
                  <a:cubicBezTo>
                    <a:pt x="1155" y="12029"/>
                    <a:pt x="1362" y="12606"/>
                    <a:pt x="1362" y="13183"/>
                  </a:cubicBezTo>
                  <a:lnTo>
                    <a:pt x="1362" y="40588"/>
                  </a:lnTo>
                  <a:lnTo>
                    <a:pt x="12998" y="40588"/>
                  </a:lnTo>
                  <a:lnTo>
                    <a:pt x="12998" y="13183"/>
                  </a:lnTo>
                  <a:cubicBezTo>
                    <a:pt x="12998" y="12606"/>
                    <a:pt x="13183" y="12029"/>
                    <a:pt x="13668" y="11544"/>
                  </a:cubicBezTo>
                  <a:cubicBezTo>
                    <a:pt x="14060" y="11059"/>
                    <a:pt x="14337" y="10390"/>
                    <a:pt x="14337" y="9813"/>
                  </a:cubicBezTo>
                  <a:lnTo>
                    <a:pt x="14337" y="1"/>
                  </a:lnTo>
                  <a:close/>
                </a:path>
              </a:pathLst>
            </a:custGeom>
            <a:solidFill>
              <a:schemeClr val="accent6"/>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120"/>
            <p:cNvSpPr/>
            <p:nvPr/>
          </p:nvSpPr>
          <p:spPr>
            <a:xfrm>
              <a:off x="6245400" y="3402325"/>
              <a:ext cx="34075" cy="959300"/>
            </a:xfrm>
            <a:custGeom>
              <a:avLst/>
              <a:gdLst/>
              <a:ahLst/>
              <a:cxnLst/>
              <a:rect l="l" t="t" r="r" b="b"/>
              <a:pathLst>
                <a:path w="1363" h="38372" fill="none" extrusionOk="0">
                  <a:moveTo>
                    <a:pt x="1362" y="38371"/>
                  </a:moveTo>
                  <a:lnTo>
                    <a:pt x="1362" y="12121"/>
                  </a:lnTo>
                  <a:cubicBezTo>
                    <a:pt x="1362" y="11544"/>
                    <a:pt x="1155" y="10967"/>
                    <a:pt x="693" y="10482"/>
                  </a:cubicBezTo>
                  <a:lnTo>
                    <a:pt x="693" y="10482"/>
                  </a:lnTo>
                  <a:cubicBezTo>
                    <a:pt x="300" y="9997"/>
                    <a:pt x="0" y="9328"/>
                    <a:pt x="0" y="8751"/>
                  </a:cubicBezTo>
                  <a:lnTo>
                    <a:pt x="0" y="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120"/>
            <p:cNvSpPr/>
            <p:nvPr/>
          </p:nvSpPr>
          <p:spPr>
            <a:xfrm>
              <a:off x="6170950" y="4066075"/>
              <a:ext cx="560450" cy="788450"/>
            </a:xfrm>
            <a:custGeom>
              <a:avLst/>
              <a:gdLst/>
              <a:ahLst/>
              <a:cxnLst/>
              <a:rect l="l" t="t" r="r" b="b"/>
              <a:pathLst>
                <a:path w="22418" h="31538" extrusionOk="0">
                  <a:moveTo>
                    <a:pt x="0" y="1"/>
                  </a:moveTo>
                  <a:lnTo>
                    <a:pt x="0" y="31538"/>
                  </a:lnTo>
                  <a:lnTo>
                    <a:pt x="16554" y="31538"/>
                  </a:lnTo>
                  <a:cubicBezTo>
                    <a:pt x="19832" y="31538"/>
                    <a:pt x="22418" y="28860"/>
                    <a:pt x="22418" y="25674"/>
                  </a:cubicBezTo>
                  <a:lnTo>
                    <a:pt x="22418" y="1"/>
                  </a:ln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120"/>
            <p:cNvSpPr/>
            <p:nvPr/>
          </p:nvSpPr>
          <p:spPr>
            <a:xfrm>
              <a:off x="6024325" y="4066075"/>
              <a:ext cx="146650" cy="788450"/>
            </a:xfrm>
            <a:custGeom>
              <a:avLst/>
              <a:gdLst/>
              <a:ahLst/>
              <a:cxnLst/>
              <a:rect l="l" t="t" r="r" b="b"/>
              <a:pathLst>
                <a:path w="5866" h="31538" extrusionOk="0">
                  <a:moveTo>
                    <a:pt x="1" y="1"/>
                  </a:moveTo>
                  <a:lnTo>
                    <a:pt x="1" y="31538"/>
                  </a:lnTo>
                  <a:lnTo>
                    <a:pt x="5865" y="31538"/>
                  </a:lnTo>
                  <a:lnTo>
                    <a:pt x="5865" y="1"/>
                  </a:ln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120"/>
            <p:cNvSpPr/>
            <p:nvPr/>
          </p:nvSpPr>
          <p:spPr>
            <a:xfrm>
              <a:off x="6277150" y="4200575"/>
              <a:ext cx="355550" cy="519475"/>
            </a:xfrm>
            <a:custGeom>
              <a:avLst/>
              <a:gdLst/>
              <a:ahLst/>
              <a:cxnLst/>
              <a:rect l="l" t="t" r="r" b="b"/>
              <a:pathLst>
                <a:path w="14222" h="20779" extrusionOk="0">
                  <a:moveTo>
                    <a:pt x="1616" y="0"/>
                  </a:moveTo>
                  <a:cubicBezTo>
                    <a:pt x="762" y="0"/>
                    <a:pt x="0" y="670"/>
                    <a:pt x="0" y="1547"/>
                  </a:cubicBezTo>
                  <a:lnTo>
                    <a:pt x="0" y="19232"/>
                  </a:lnTo>
                  <a:cubicBezTo>
                    <a:pt x="0" y="20109"/>
                    <a:pt x="762" y="20779"/>
                    <a:pt x="1616" y="20779"/>
                  </a:cubicBezTo>
                  <a:lnTo>
                    <a:pt x="12698" y="20779"/>
                  </a:lnTo>
                  <a:cubicBezTo>
                    <a:pt x="13552" y="20779"/>
                    <a:pt x="14222" y="20109"/>
                    <a:pt x="14222" y="19232"/>
                  </a:cubicBezTo>
                  <a:lnTo>
                    <a:pt x="14222" y="1547"/>
                  </a:lnTo>
                  <a:cubicBezTo>
                    <a:pt x="14222" y="670"/>
                    <a:pt x="13552" y="0"/>
                    <a:pt x="12698" y="0"/>
                  </a:cubicBez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120"/>
            <p:cNvSpPr/>
            <p:nvPr/>
          </p:nvSpPr>
          <p:spPr>
            <a:xfrm>
              <a:off x="983825" y="4400275"/>
              <a:ext cx="1587275" cy="454250"/>
            </a:xfrm>
            <a:custGeom>
              <a:avLst/>
              <a:gdLst/>
              <a:ahLst/>
              <a:cxnLst/>
              <a:rect l="l" t="t" r="r" b="b"/>
              <a:pathLst>
                <a:path w="63491" h="18170" extrusionOk="0">
                  <a:moveTo>
                    <a:pt x="1" y="0"/>
                  </a:moveTo>
                  <a:lnTo>
                    <a:pt x="1" y="18170"/>
                  </a:lnTo>
                  <a:lnTo>
                    <a:pt x="54440" y="18170"/>
                  </a:lnTo>
                  <a:cubicBezTo>
                    <a:pt x="59450" y="18170"/>
                    <a:pt x="63490" y="14130"/>
                    <a:pt x="63490" y="9027"/>
                  </a:cubicBezTo>
                  <a:cubicBezTo>
                    <a:pt x="63490" y="4041"/>
                    <a:pt x="59450" y="0"/>
                    <a:pt x="544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120"/>
            <p:cNvSpPr/>
            <p:nvPr/>
          </p:nvSpPr>
          <p:spPr>
            <a:xfrm>
              <a:off x="983825" y="4400275"/>
              <a:ext cx="1587275" cy="454250"/>
            </a:xfrm>
            <a:custGeom>
              <a:avLst/>
              <a:gdLst/>
              <a:ahLst/>
              <a:cxnLst/>
              <a:rect l="l" t="t" r="r" b="b"/>
              <a:pathLst>
                <a:path w="63491" h="18170" fill="none" extrusionOk="0">
                  <a:moveTo>
                    <a:pt x="54440" y="18170"/>
                  </a:moveTo>
                  <a:lnTo>
                    <a:pt x="1" y="18170"/>
                  </a:lnTo>
                  <a:lnTo>
                    <a:pt x="1" y="0"/>
                  </a:lnTo>
                  <a:lnTo>
                    <a:pt x="54440" y="0"/>
                  </a:lnTo>
                  <a:cubicBezTo>
                    <a:pt x="59450" y="0"/>
                    <a:pt x="63490" y="4041"/>
                    <a:pt x="63490" y="9027"/>
                  </a:cubicBezTo>
                  <a:lnTo>
                    <a:pt x="63490" y="9027"/>
                  </a:lnTo>
                  <a:cubicBezTo>
                    <a:pt x="63490" y="14130"/>
                    <a:pt x="59450" y="18170"/>
                    <a:pt x="54440" y="18170"/>
                  </a:cubicBezTo>
                  <a:close/>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120"/>
            <p:cNvSpPr/>
            <p:nvPr/>
          </p:nvSpPr>
          <p:spPr>
            <a:xfrm>
              <a:off x="1488850" y="4400275"/>
              <a:ext cx="468700" cy="454250"/>
            </a:xfrm>
            <a:custGeom>
              <a:avLst/>
              <a:gdLst/>
              <a:ahLst/>
              <a:cxnLst/>
              <a:rect l="l" t="t" r="r" b="b"/>
              <a:pathLst>
                <a:path w="18748" h="18170" extrusionOk="0">
                  <a:moveTo>
                    <a:pt x="1" y="0"/>
                  </a:moveTo>
                  <a:cubicBezTo>
                    <a:pt x="4988" y="0"/>
                    <a:pt x="9028" y="4041"/>
                    <a:pt x="9028" y="9027"/>
                  </a:cubicBezTo>
                  <a:cubicBezTo>
                    <a:pt x="9028" y="11544"/>
                    <a:pt x="8081" y="13853"/>
                    <a:pt x="6442" y="15492"/>
                  </a:cubicBezTo>
                  <a:cubicBezTo>
                    <a:pt x="4803" y="17108"/>
                    <a:pt x="2494" y="18170"/>
                    <a:pt x="1" y="18170"/>
                  </a:cubicBezTo>
                  <a:lnTo>
                    <a:pt x="9605" y="18170"/>
                  </a:lnTo>
                  <a:cubicBezTo>
                    <a:pt x="12122" y="18170"/>
                    <a:pt x="14430" y="17108"/>
                    <a:pt x="16070" y="15492"/>
                  </a:cubicBezTo>
                  <a:cubicBezTo>
                    <a:pt x="17686" y="13853"/>
                    <a:pt x="18748" y="11544"/>
                    <a:pt x="18748" y="9027"/>
                  </a:cubicBezTo>
                  <a:cubicBezTo>
                    <a:pt x="18748" y="4041"/>
                    <a:pt x="14615" y="0"/>
                    <a:pt x="9605" y="0"/>
                  </a:cubicBez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120"/>
            <p:cNvSpPr/>
            <p:nvPr/>
          </p:nvSpPr>
          <p:spPr>
            <a:xfrm>
              <a:off x="1854225" y="4400275"/>
              <a:ext cx="469250" cy="454250"/>
            </a:xfrm>
            <a:custGeom>
              <a:avLst/>
              <a:gdLst/>
              <a:ahLst/>
              <a:cxnLst/>
              <a:rect l="l" t="t" r="r" b="b"/>
              <a:pathLst>
                <a:path w="18770" h="18170" extrusionOk="0">
                  <a:moveTo>
                    <a:pt x="0" y="0"/>
                  </a:moveTo>
                  <a:cubicBezTo>
                    <a:pt x="5010" y="0"/>
                    <a:pt x="9050" y="4041"/>
                    <a:pt x="9050" y="9027"/>
                  </a:cubicBezTo>
                  <a:cubicBezTo>
                    <a:pt x="9050" y="11544"/>
                    <a:pt x="8081" y="13853"/>
                    <a:pt x="6441" y="15492"/>
                  </a:cubicBezTo>
                  <a:cubicBezTo>
                    <a:pt x="4802" y="17108"/>
                    <a:pt x="2494" y="18170"/>
                    <a:pt x="0" y="18170"/>
                  </a:cubicBezTo>
                  <a:lnTo>
                    <a:pt x="9627" y="18170"/>
                  </a:lnTo>
                  <a:cubicBezTo>
                    <a:pt x="12121" y="18170"/>
                    <a:pt x="14430" y="17108"/>
                    <a:pt x="16069" y="15492"/>
                  </a:cubicBezTo>
                  <a:cubicBezTo>
                    <a:pt x="17708" y="13853"/>
                    <a:pt x="18770" y="11544"/>
                    <a:pt x="18770" y="9027"/>
                  </a:cubicBezTo>
                  <a:cubicBezTo>
                    <a:pt x="18770" y="4041"/>
                    <a:pt x="14614" y="0"/>
                    <a:pt x="9627" y="0"/>
                  </a:cubicBez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120"/>
            <p:cNvSpPr/>
            <p:nvPr/>
          </p:nvSpPr>
          <p:spPr>
            <a:xfrm>
              <a:off x="250225" y="4400275"/>
              <a:ext cx="1238650" cy="454250"/>
            </a:xfrm>
            <a:custGeom>
              <a:avLst/>
              <a:gdLst/>
              <a:ahLst/>
              <a:cxnLst/>
              <a:rect l="l" t="t" r="r" b="b"/>
              <a:pathLst>
                <a:path w="49546" h="18170" extrusionOk="0">
                  <a:moveTo>
                    <a:pt x="1" y="0"/>
                  </a:moveTo>
                  <a:lnTo>
                    <a:pt x="1" y="18170"/>
                  </a:lnTo>
                  <a:lnTo>
                    <a:pt x="40403" y="18170"/>
                  </a:lnTo>
                  <a:cubicBezTo>
                    <a:pt x="45506" y="18170"/>
                    <a:pt x="49546" y="14130"/>
                    <a:pt x="49546" y="9027"/>
                  </a:cubicBezTo>
                  <a:cubicBezTo>
                    <a:pt x="49546" y="4041"/>
                    <a:pt x="45506" y="0"/>
                    <a:pt x="40403" y="0"/>
                  </a:cubicBezTo>
                  <a:close/>
                </a:path>
              </a:pathLst>
            </a:custGeom>
            <a:solidFill>
              <a:schemeClr val="accent5"/>
            </a:solidFill>
            <a:ln w="19050" cap="flat" cmpd="sng">
              <a:solidFill>
                <a:schemeClr val="accent5"/>
              </a:solidFill>
              <a:prstDash val="solid"/>
              <a:miter lim="230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120"/>
            <p:cNvSpPr/>
            <p:nvPr/>
          </p:nvSpPr>
          <p:spPr>
            <a:xfrm>
              <a:off x="250225" y="4441250"/>
              <a:ext cx="1193075" cy="370000"/>
            </a:xfrm>
            <a:custGeom>
              <a:avLst/>
              <a:gdLst/>
              <a:ahLst/>
              <a:cxnLst/>
              <a:rect l="l" t="t" r="r" b="b"/>
              <a:pathLst>
                <a:path w="47723" h="14800" extrusionOk="0">
                  <a:moveTo>
                    <a:pt x="1" y="1"/>
                  </a:moveTo>
                  <a:lnTo>
                    <a:pt x="1" y="14799"/>
                  </a:lnTo>
                  <a:lnTo>
                    <a:pt x="40311" y="14799"/>
                  </a:lnTo>
                  <a:cubicBezTo>
                    <a:pt x="44351" y="14799"/>
                    <a:pt x="47722" y="11544"/>
                    <a:pt x="47722" y="7388"/>
                  </a:cubicBezTo>
                  <a:cubicBezTo>
                    <a:pt x="47722" y="3348"/>
                    <a:pt x="44351" y="1"/>
                    <a:pt x="403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120"/>
            <p:cNvSpPr/>
            <p:nvPr/>
          </p:nvSpPr>
          <p:spPr>
            <a:xfrm>
              <a:off x="264675" y="4513400"/>
              <a:ext cx="1031425" cy="25"/>
            </a:xfrm>
            <a:custGeom>
              <a:avLst/>
              <a:gdLst/>
              <a:ahLst/>
              <a:cxnLst/>
              <a:rect l="l" t="t" r="r" b="b"/>
              <a:pathLst>
                <a:path w="41257" h="1" fill="none" extrusionOk="0">
                  <a:moveTo>
                    <a:pt x="0" y="0"/>
                  </a:moveTo>
                  <a:lnTo>
                    <a:pt x="41257" y="0"/>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120"/>
            <p:cNvSpPr/>
            <p:nvPr/>
          </p:nvSpPr>
          <p:spPr>
            <a:xfrm>
              <a:off x="264675" y="4568225"/>
              <a:ext cx="1086850" cy="25"/>
            </a:xfrm>
            <a:custGeom>
              <a:avLst/>
              <a:gdLst/>
              <a:ahLst/>
              <a:cxnLst/>
              <a:rect l="l" t="t" r="r" b="b"/>
              <a:pathLst>
                <a:path w="43474" h="1" fill="none" extrusionOk="0">
                  <a:moveTo>
                    <a:pt x="0" y="1"/>
                  </a:moveTo>
                  <a:lnTo>
                    <a:pt x="43473" y="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120"/>
            <p:cNvSpPr/>
            <p:nvPr/>
          </p:nvSpPr>
          <p:spPr>
            <a:xfrm>
              <a:off x="264675" y="4625950"/>
              <a:ext cx="1108775" cy="25"/>
            </a:xfrm>
            <a:custGeom>
              <a:avLst/>
              <a:gdLst/>
              <a:ahLst/>
              <a:cxnLst/>
              <a:rect l="l" t="t" r="r" b="b"/>
              <a:pathLst>
                <a:path w="44351" h="1" fill="none" extrusionOk="0">
                  <a:moveTo>
                    <a:pt x="0" y="0"/>
                  </a:moveTo>
                  <a:lnTo>
                    <a:pt x="44350" y="0"/>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120"/>
            <p:cNvSpPr/>
            <p:nvPr/>
          </p:nvSpPr>
          <p:spPr>
            <a:xfrm>
              <a:off x="264675" y="4683675"/>
              <a:ext cx="1086850" cy="25"/>
            </a:xfrm>
            <a:custGeom>
              <a:avLst/>
              <a:gdLst/>
              <a:ahLst/>
              <a:cxnLst/>
              <a:rect l="l" t="t" r="r" b="b"/>
              <a:pathLst>
                <a:path w="43474" h="1" fill="none" extrusionOk="0">
                  <a:moveTo>
                    <a:pt x="0" y="0"/>
                  </a:moveTo>
                  <a:lnTo>
                    <a:pt x="43473" y="0"/>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120"/>
            <p:cNvSpPr/>
            <p:nvPr/>
          </p:nvSpPr>
          <p:spPr>
            <a:xfrm>
              <a:off x="264675" y="4741375"/>
              <a:ext cx="1031425" cy="25"/>
            </a:xfrm>
            <a:custGeom>
              <a:avLst/>
              <a:gdLst/>
              <a:ahLst/>
              <a:cxnLst/>
              <a:rect l="l" t="t" r="r" b="b"/>
              <a:pathLst>
                <a:path w="41257" h="1" fill="none" extrusionOk="0">
                  <a:moveTo>
                    <a:pt x="0" y="1"/>
                  </a:moveTo>
                  <a:lnTo>
                    <a:pt x="41257" y="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120"/>
            <p:cNvSpPr/>
            <p:nvPr/>
          </p:nvSpPr>
          <p:spPr>
            <a:xfrm>
              <a:off x="406650" y="3166275"/>
              <a:ext cx="187600" cy="440400"/>
            </a:xfrm>
            <a:custGeom>
              <a:avLst/>
              <a:gdLst/>
              <a:ahLst/>
              <a:cxnLst/>
              <a:rect l="l" t="t" r="r" b="b"/>
              <a:pathLst>
                <a:path w="7504" h="17616" extrusionOk="0">
                  <a:moveTo>
                    <a:pt x="3741" y="0"/>
                  </a:moveTo>
                  <a:cubicBezTo>
                    <a:pt x="1640" y="0"/>
                    <a:pt x="0" y="1732"/>
                    <a:pt x="0" y="3856"/>
                  </a:cubicBezTo>
                  <a:lnTo>
                    <a:pt x="0" y="17616"/>
                  </a:lnTo>
                  <a:lnTo>
                    <a:pt x="7504" y="17616"/>
                  </a:lnTo>
                  <a:lnTo>
                    <a:pt x="7504" y="3856"/>
                  </a:lnTo>
                  <a:cubicBezTo>
                    <a:pt x="7504" y="1732"/>
                    <a:pt x="5865" y="0"/>
                    <a:pt x="3741" y="0"/>
                  </a:cubicBez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120"/>
            <p:cNvSpPr/>
            <p:nvPr/>
          </p:nvSpPr>
          <p:spPr>
            <a:xfrm>
              <a:off x="406650" y="3510275"/>
              <a:ext cx="187600" cy="189900"/>
            </a:xfrm>
            <a:custGeom>
              <a:avLst/>
              <a:gdLst/>
              <a:ahLst/>
              <a:cxnLst/>
              <a:rect l="l" t="t" r="r" b="b"/>
              <a:pathLst>
                <a:path w="7504" h="7596" extrusionOk="0">
                  <a:moveTo>
                    <a:pt x="3741" y="0"/>
                  </a:moveTo>
                  <a:cubicBezTo>
                    <a:pt x="1640" y="0"/>
                    <a:pt x="0" y="1732"/>
                    <a:pt x="0" y="3856"/>
                  </a:cubicBezTo>
                  <a:cubicBezTo>
                    <a:pt x="0" y="5864"/>
                    <a:pt x="1640" y="7596"/>
                    <a:pt x="3741" y="7596"/>
                  </a:cubicBezTo>
                  <a:cubicBezTo>
                    <a:pt x="5865" y="7596"/>
                    <a:pt x="7504" y="5864"/>
                    <a:pt x="7504" y="3856"/>
                  </a:cubicBezTo>
                  <a:cubicBezTo>
                    <a:pt x="7504" y="1732"/>
                    <a:pt x="5865" y="0"/>
                    <a:pt x="3741" y="0"/>
                  </a:cubicBezTo>
                  <a:close/>
                </a:path>
              </a:pathLst>
            </a:custGeom>
            <a:solidFill>
              <a:schemeClr val="accent5"/>
            </a:solidFill>
            <a:ln w="19050" cap="flat" cmpd="sng">
              <a:solidFill>
                <a:schemeClr val="accent5"/>
              </a:solidFill>
              <a:prstDash val="solid"/>
              <a:miter lim="230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120"/>
            <p:cNvSpPr/>
            <p:nvPr/>
          </p:nvSpPr>
          <p:spPr>
            <a:xfrm>
              <a:off x="421075" y="3527000"/>
              <a:ext cx="158750" cy="618175"/>
            </a:xfrm>
            <a:custGeom>
              <a:avLst/>
              <a:gdLst/>
              <a:ahLst/>
              <a:cxnLst/>
              <a:rect l="l" t="t" r="r" b="b"/>
              <a:pathLst>
                <a:path w="6350" h="24727" extrusionOk="0">
                  <a:moveTo>
                    <a:pt x="3164" y="1"/>
                  </a:moveTo>
                  <a:cubicBezTo>
                    <a:pt x="1432" y="1"/>
                    <a:pt x="1" y="1363"/>
                    <a:pt x="1" y="3187"/>
                  </a:cubicBezTo>
                  <a:lnTo>
                    <a:pt x="1" y="24727"/>
                  </a:lnTo>
                  <a:lnTo>
                    <a:pt x="6350" y="24727"/>
                  </a:lnTo>
                  <a:lnTo>
                    <a:pt x="6350" y="3187"/>
                  </a:lnTo>
                  <a:cubicBezTo>
                    <a:pt x="6350" y="1363"/>
                    <a:pt x="4895" y="1"/>
                    <a:pt x="3164" y="1"/>
                  </a:cubicBezTo>
                  <a:close/>
                </a:path>
              </a:pathLst>
            </a:custGeom>
            <a:solidFill>
              <a:schemeClr val="accent6"/>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120"/>
            <p:cNvSpPr/>
            <p:nvPr/>
          </p:nvSpPr>
          <p:spPr>
            <a:xfrm>
              <a:off x="421075" y="4060900"/>
              <a:ext cx="158750" cy="238400"/>
            </a:xfrm>
            <a:custGeom>
              <a:avLst/>
              <a:gdLst/>
              <a:ahLst/>
              <a:cxnLst/>
              <a:rect l="l" t="t" r="r" b="b"/>
              <a:pathLst>
                <a:path w="6350" h="9536" extrusionOk="0">
                  <a:moveTo>
                    <a:pt x="3164" y="0"/>
                  </a:moveTo>
                  <a:cubicBezTo>
                    <a:pt x="1432" y="0"/>
                    <a:pt x="1" y="1455"/>
                    <a:pt x="1" y="3186"/>
                  </a:cubicBezTo>
                  <a:lnTo>
                    <a:pt x="1" y="3463"/>
                  </a:lnTo>
                  <a:cubicBezTo>
                    <a:pt x="93" y="4525"/>
                    <a:pt x="578" y="7319"/>
                    <a:pt x="3164" y="9535"/>
                  </a:cubicBezTo>
                  <a:cubicBezTo>
                    <a:pt x="5772" y="7319"/>
                    <a:pt x="6257" y="4525"/>
                    <a:pt x="6350" y="3463"/>
                  </a:cubicBezTo>
                  <a:lnTo>
                    <a:pt x="6350" y="3186"/>
                  </a:lnTo>
                  <a:cubicBezTo>
                    <a:pt x="6350" y="1455"/>
                    <a:pt x="4895" y="0"/>
                    <a:pt x="3164" y="0"/>
                  </a:cubicBezTo>
                  <a:close/>
                </a:path>
              </a:pathLst>
            </a:custGeom>
            <a:solidFill>
              <a:schemeClr val="accent5"/>
            </a:solidFill>
            <a:ln w="19050" cap="flat" cmpd="sng">
              <a:solidFill>
                <a:schemeClr val="accent5"/>
              </a:solidFill>
              <a:prstDash val="solid"/>
              <a:miter lim="230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120"/>
            <p:cNvSpPr/>
            <p:nvPr/>
          </p:nvSpPr>
          <p:spPr>
            <a:xfrm>
              <a:off x="485725" y="4275025"/>
              <a:ext cx="28875" cy="69850"/>
            </a:xfrm>
            <a:custGeom>
              <a:avLst/>
              <a:gdLst/>
              <a:ahLst/>
              <a:cxnLst/>
              <a:rect l="l" t="t" r="r" b="b"/>
              <a:pathLst>
                <a:path w="1155" h="2794" extrusionOk="0">
                  <a:moveTo>
                    <a:pt x="578" y="0"/>
                  </a:moveTo>
                  <a:cubicBezTo>
                    <a:pt x="301" y="0"/>
                    <a:pt x="0" y="185"/>
                    <a:pt x="0" y="578"/>
                  </a:cubicBezTo>
                  <a:lnTo>
                    <a:pt x="0" y="2217"/>
                  </a:lnTo>
                  <a:cubicBezTo>
                    <a:pt x="0" y="2494"/>
                    <a:pt x="301" y="2794"/>
                    <a:pt x="578" y="2794"/>
                  </a:cubicBezTo>
                  <a:cubicBezTo>
                    <a:pt x="878" y="2794"/>
                    <a:pt x="1155" y="2494"/>
                    <a:pt x="1155" y="2217"/>
                  </a:cubicBezTo>
                  <a:lnTo>
                    <a:pt x="1155" y="578"/>
                  </a:lnTo>
                  <a:cubicBezTo>
                    <a:pt x="1155" y="185"/>
                    <a:pt x="878" y="0"/>
                    <a:pt x="5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120"/>
            <p:cNvSpPr/>
            <p:nvPr/>
          </p:nvSpPr>
          <p:spPr>
            <a:xfrm>
              <a:off x="336800" y="3353850"/>
              <a:ext cx="69875" cy="337100"/>
            </a:xfrm>
            <a:custGeom>
              <a:avLst/>
              <a:gdLst/>
              <a:ahLst/>
              <a:cxnLst/>
              <a:rect l="l" t="t" r="r" b="b"/>
              <a:pathLst>
                <a:path w="2795" h="13484" extrusionOk="0">
                  <a:moveTo>
                    <a:pt x="1640" y="0"/>
                  </a:moveTo>
                  <a:cubicBezTo>
                    <a:pt x="670" y="0"/>
                    <a:pt x="1" y="670"/>
                    <a:pt x="1" y="1547"/>
                  </a:cubicBezTo>
                  <a:lnTo>
                    <a:pt x="1" y="13091"/>
                  </a:lnTo>
                  <a:cubicBezTo>
                    <a:pt x="1" y="13275"/>
                    <a:pt x="186" y="13483"/>
                    <a:pt x="393" y="13483"/>
                  </a:cubicBezTo>
                  <a:cubicBezTo>
                    <a:pt x="971" y="13483"/>
                    <a:pt x="1432" y="12998"/>
                    <a:pt x="1432" y="12421"/>
                  </a:cubicBezTo>
                  <a:lnTo>
                    <a:pt x="1432" y="3371"/>
                  </a:lnTo>
                  <a:lnTo>
                    <a:pt x="2794" y="3371"/>
                  </a:lnTo>
                  <a:lnTo>
                    <a:pt x="2794" y="0"/>
                  </a:lnTo>
                  <a:close/>
                </a:path>
              </a:pathLst>
            </a:custGeom>
            <a:solidFill>
              <a:srgbClr val="231F20"/>
            </a:solidFill>
            <a:ln w="19050" cap="flat" cmpd="sng">
              <a:solidFill>
                <a:schemeClr val="accent5"/>
              </a:solidFill>
              <a:prstDash val="solid"/>
              <a:miter lim="230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120"/>
            <p:cNvSpPr/>
            <p:nvPr/>
          </p:nvSpPr>
          <p:spPr>
            <a:xfrm>
              <a:off x="336800" y="3310550"/>
              <a:ext cx="69875" cy="337100"/>
            </a:xfrm>
            <a:custGeom>
              <a:avLst/>
              <a:gdLst/>
              <a:ahLst/>
              <a:cxnLst/>
              <a:rect l="l" t="t" r="r" b="b"/>
              <a:pathLst>
                <a:path w="2795" h="13484" extrusionOk="0">
                  <a:moveTo>
                    <a:pt x="1640" y="1"/>
                  </a:moveTo>
                  <a:cubicBezTo>
                    <a:pt x="670" y="1"/>
                    <a:pt x="1" y="670"/>
                    <a:pt x="1" y="1640"/>
                  </a:cubicBezTo>
                  <a:lnTo>
                    <a:pt x="1" y="13091"/>
                  </a:lnTo>
                  <a:cubicBezTo>
                    <a:pt x="1" y="13276"/>
                    <a:pt x="186" y="13484"/>
                    <a:pt x="393" y="13484"/>
                  </a:cubicBezTo>
                  <a:cubicBezTo>
                    <a:pt x="971" y="13484"/>
                    <a:pt x="1432" y="12999"/>
                    <a:pt x="1432" y="12422"/>
                  </a:cubicBezTo>
                  <a:lnTo>
                    <a:pt x="1432" y="3464"/>
                  </a:lnTo>
                  <a:lnTo>
                    <a:pt x="2794" y="3464"/>
                  </a:lnTo>
                  <a:lnTo>
                    <a:pt x="2794" y="1"/>
                  </a:ln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120"/>
            <p:cNvSpPr/>
            <p:nvPr/>
          </p:nvSpPr>
          <p:spPr>
            <a:xfrm>
              <a:off x="1171400" y="1730825"/>
              <a:ext cx="4828725" cy="3123700"/>
            </a:xfrm>
            <a:custGeom>
              <a:avLst/>
              <a:gdLst/>
              <a:ahLst/>
              <a:cxnLst/>
              <a:rect l="l" t="t" r="r" b="b"/>
              <a:pathLst>
                <a:path w="193149" h="124948" extrusionOk="0">
                  <a:moveTo>
                    <a:pt x="14130" y="0"/>
                  </a:moveTo>
                  <a:cubicBezTo>
                    <a:pt x="13761" y="0"/>
                    <a:pt x="13368" y="93"/>
                    <a:pt x="12976" y="185"/>
                  </a:cubicBezTo>
                  <a:cubicBezTo>
                    <a:pt x="8174" y="1524"/>
                    <a:pt x="1" y="20294"/>
                    <a:pt x="26251" y="34331"/>
                  </a:cubicBezTo>
                  <a:cubicBezTo>
                    <a:pt x="52617" y="48483"/>
                    <a:pt x="66561" y="69354"/>
                    <a:pt x="76281" y="97913"/>
                  </a:cubicBezTo>
                  <a:cubicBezTo>
                    <a:pt x="84269" y="121208"/>
                    <a:pt x="95028" y="124463"/>
                    <a:pt x="100915" y="124856"/>
                  </a:cubicBezTo>
                  <a:cubicBezTo>
                    <a:pt x="101192" y="124856"/>
                    <a:pt x="101492" y="124948"/>
                    <a:pt x="101769" y="124948"/>
                  </a:cubicBezTo>
                  <a:lnTo>
                    <a:pt x="104078" y="124948"/>
                  </a:lnTo>
                  <a:cubicBezTo>
                    <a:pt x="107633" y="124948"/>
                    <a:pt x="112251" y="120723"/>
                    <a:pt x="113405" y="115436"/>
                  </a:cubicBezTo>
                  <a:cubicBezTo>
                    <a:pt x="113613" y="114651"/>
                    <a:pt x="113705" y="113889"/>
                    <a:pt x="113705" y="113035"/>
                  </a:cubicBezTo>
                  <a:lnTo>
                    <a:pt x="108996" y="113035"/>
                  </a:lnTo>
                  <a:cubicBezTo>
                    <a:pt x="108996" y="114466"/>
                    <a:pt x="107726" y="115436"/>
                    <a:pt x="106479" y="115436"/>
                  </a:cubicBezTo>
                  <a:lnTo>
                    <a:pt x="106387" y="115436"/>
                  </a:lnTo>
                  <a:cubicBezTo>
                    <a:pt x="105994" y="115436"/>
                    <a:pt x="105625" y="115228"/>
                    <a:pt x="105232" y="115044"/>
                  </a:cubicBezTo>
                  <a:cubicBezTo>
                    <a:pt x="104470" y="114559"/>
                    <a:pt x="103986" y="113612"/>
                    <a:pt x="103986" y="111973"/>
                  </a:cubicBezTo>
                  <a:cubicBezTo>
                    <a:pt x="103986" y="108995"/>
                    <a:pt x="106110" y="107448"/>
                    <a:pt x="108211" y="107355"/>
                  </a:cubicBezTo>
                  <a:lnTo>
                    <a:pt x="193148" y="107355"/>
                  </a:lnTo>
                  <a:cubicBezTo>
                    <a:pt x="191902" y="104654"/>
                    <a:pt x="190563" y="101491"/>
                    <a:pt x="189316" y="97913"/>
                  </a:cubicBezTo>
                  <a:cubicBezTo>
                    <a:pt x="179596" y="69354"/>
                    <a:pt x="165651" y="48483"/>
                    <a:pt x="139286" y="34331"/>
                  </a:cubicBezTo>
                  <a:cubicBezTo>
                    <a:pt x="130444" y="29621"/>
                    <a:pt x="125526" y="24427"/>
                    <a:pt x="123033" y="19417"/>
                  </a:cubicBezTo>
                  <a:cubicBezTo>
                    <a:pt x="121878" y="17016"/>
                    <a:pt x="121209" y="14707"/>
                    <a:pt x="121001" y="12491"/>
                  </a:cubicBezTo>
                  <a:cubicBezTo>
                    <a:pt x="120724" y="10182"/>
                    <a:pt x="121001" y="8081"/>
                    <a:pt x="121486" y="6257"/>
                  </a:cubicBezTo>
                  <a:lnTo>
                    <a:pt x="19417" y="6257"/>
                  </a:lnTo>
                  <a:cubicBezTo>
                    <a:pt x="18956" y="3071"/>
                    <a:pt x="16739" y="185"/>
                    <a:pt x="14130" y="0"/>
                  </a:cubicBez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120"/>
            <p:cNvSpPr/>
            <p:nvPr/>
          </p:nvSpPr>
          <p:spPr>
            <a:xfrm>
              <a:off x="1613525" y="1887250"/>
              <a:ext cx="2633700" cy="365700"/>
            </a:xfrm>
            <a:custGeom>
              <a:avLst/>
              <a:gdLst/>
              <a:ahLst/>
              <a:cxnLst/>
              <a:rect l="l" t="t" r="r" b="b"/>
              <a:pathLst>
                <a:path w="105348" h="14628" extrusionOk="0">
                  <a:moveTo>
                    <a:pt x="69470" y="0"/>
                  </a:moveTo>
                  <a:lnTo>
                    <a:pt x="1" y="5772"/>
                  </a:lnTo>
                  <a:cubicBezTo>
                    <a:pt x="38657" y="6149"/>
                    <a:pt x="76296" y="14627"/>
                    <a:pt x="95447" y="14627"/>
                  </a:cubicBezTo>
                  <a:cubicBezTo>
                    <a:pt x="99744" y="14627"/>
                    <a:pt x="103110" y="14200"/>
                    <a:pt x="105348" y="13160"/>
                  </a:cubicBezTo>
                  <a:cubicBezTo>
                    <a:pt x="104193" y="10759"/>
                    <a:pt x="103524" y="8450"/>
                    <a:pt x="103316" y="6234"/>
                  </a:cubicBezTo>
                  <a:cubicBezTo>
                    <a:pt x="103039" y="3925"/>
                    <a:pt x="103316" y="1824"/>
                    <a:pt x="1038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120"/>
            <p:cNvSpPr/>
            <p:nvPr/>
          </p:nvSpPr>
          <p:spPr>
            <a:xfrm>
              <a:off x="1479050" y="1887250"/>
              <a:ext cx="2917100" cy="155850"/>
            </a:xfrm>
            <a:custGeom>
              <a:avLst/>
              <a:gdLst/>
              <a:ahLst/>
              <a:cxnLst/>
              <a:rect l="l" t="t" r="r" b="b"/>
              <a:pathLst>
                <a:path w="116684" h="6234" extrusionOk="0">
                  <a:moveTo>
                    <a:pt x="1732" y="0"/>
                  </a:moveTo>
                  <a:cubicBezTo>
                    <a:pt x="1732" y="0"/>
                    <a:pt x="0" y="2193"/>
                    <a:pt x="1339" y="4618"/>
                  </a:cubicBezTo>
                  <a:cubicBezTo>
                    <a:pt x="1824" y="5656"/>
                    <a:pt x="2702" y="6234"/>
                    <a:pt x="3648" y="6234"/>
                  </a:cubicBezTo>
                  <a:lnTo>
                    <a:pt x="116683" y="6234"/>
                  </a:lnTo>
                  <a:lnTo>
                    <a:pt x="114767" y="0"/>
                  </a:lnTo>
                  <a:close/>
                </a:path>
              </a:pathLst>
            </a:custGeom>
            <a:solidFill>
              <a:schemeClr val="accent5"/>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120"/>
            <p:cNvSpPr/>
            <p:nvPr/>
          </p:nvSpPr>
          <p:spPr>
            <a:xfrm>
              <a:off x="1524650" y="1730825"/>
              <a:ext cx="2974800" cy="312275"/>
            </a:xfrm>
            <a:custGeom>
              <a:avLst/>
              <a:gdLst/>
              <a:ahLst/>
              <a:cxnLst/>
              <a:rect l="l" t="t" r="r" b="b"/>
              <a:pathLst>
                <a:path w="118992" h="12491" extrusionOk="0">
                  <a:moveTo>
                    <a:pt x="0" y="0"/>
                  </a:moveTo>
                  <a:cubicBezTo>
                    <a:pt x="2609" y="185"/>
                    <a:pt x="4826" y="3071"/>
                    <a:pt x="5287" y="6257"/>
                  </a:cubicBezTo>
                  <a:cubicBezTo>
                    <a:pt x="5403" y="7111"/>
                    <a:pt x="5403" y="7989"/>
                    <a:pt x="5195" y="8843"/>
                  </a:cubicBezTo>
                  <a:cubicBezTo>
                    <a:pt x="4826" y="11336"/>
                    <a:pt x="3463" y="12491"/>
                    <a:pt x="2124" y="12491"/>
                  </a:cubicBezTo>
                  <a:lnTo>
                    <a:pt x="115159" y="12491"/>
                  </a:lnTo>
                  <a:cubicBezTo>
                    <a:pt x="116406" y="12491"/>
                    <a:pt x="117745" y="11336"/>
                    <a:pt x="118230" y="8843"/>
                  </a:cubicBezTo>
                  <a:cubicBezTo>
                    <a:pt x="118992" y="4895"/>
                    <a:pt x="116314" y="185"/>
                    <a:pt x="113035" y="0"/>
                  </a:cubicBezTo>
                  <a:close/>
                </a:path>
              </a:pathLst>
            </a:custGeom>
            <a:solidFill>
              <a:schemeClr val="accent6"/>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120"/>
            <p:cNvSpPr/>
            <p:nvPr/>
          </p:nvSpPr>
          <p:spPr>
            <a:xfrm>
              <a:off x="3771025" y="4414700"/>
              <a:ext cx="3068900" cy="202025"/>
            </a:xfrm>
            <a:custGeom>
              <a:avLst/>
              <a:gdLst/>
              <a:ahLst/>
              <a:cxnLst/>
              <a:rect l="l" t="t" r="r" b="b"/>
              <a:pathLst>
                <a:path w="122756" h="8081" extrusionOk="0">
                  <a:moveTo>
                    <a:pt x="4226" y="0"/>
                  </a:moveTo>
                  <a:cubicBezTo>
                    <a:pt x="2009" y="93"/>
                    <a:pt x="1" y="1640"/>
                    <a:pt x="1" y="4618"/>
                  </a:cubicBezTo>
                  <a:cubicBezTo>
                    <a:pt x="1" y="7111"/>
                    <a:pt x="1247" y="8081"/>
                    <a:pt x="2494" y="8081"/>
                  </a:cubicBezTo>
                  <a:lnTo>
                    <a:pt x="122455" y="8081"/>
                  </a:lnTo>
                  <a:cubicBezTo>
                    <a:pt x="122640" y="7111"/>
                    <a:pt x="122755" y="6142"/>
                    <a:pt x="122755" y="5195"/>
                  </a:cubicBezTo>
                  <a:cubicBezTo>
                    <a:pt x="122547" y="1824"/>
                    <a:pt x="120054" y="0"/>
                    <a:pt x="1176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120"/>
            <p:cNvSpPr/>
            <p:nvPr/>
          </p:nvSpPr>
          <p:spPr>
            <a:xfrm>
              <a:off x="3833375" y="4556675"/>
              <a:ext cx="2888225" cy="60050"/>
            </a:xfrm>
            <a:custGeom>
              <a:avLst/>
              <a:gdLst/>
              <a:ahLst/>
              <a:cxnLst/>
              <a:rect l="l" t="t" r="r" b="b"/>
              <a:pathLst>
                <a:path w="115529" h="2402" extrusionOk="0">
                  <a:moveTo>
                    <a:pt x="2517" y="1"/>
                  </a:moveTo>
                  <a:cubicBezTo>
                    <a:pt x="2517" y="1432"/>
                    <a:pt x="1247" y="2402"/>
                    <a:pt x="0" y="2402"/>
                  </a:cubicBezTo>
                  <a:lnTo>
                    <a:pt x="113035" y="2402"/>
                  </a:lnTo>
                  <a:cubicBezTo>
                    <a:pt x="114282" y="2402"/>
                    <a:pt x="115528" y="1432"/>
                    <a:pt x="115528" y="93"/>
                  </a:cubicBezTo>
                  <a:lnTo>
                    <a:pt x="90040" y="93"/>
                  </a:lnTo>
                  <a:lnTo>
                    <a:pt x="7226" y="1"/>
                  </a:lnTo>
                  <a:close/>
                </a:path>
              </a:pathLst>
            </a:custGeom>
            <a:solidFill>
              <a:srgbClr val="FFFFFF"/>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120"/>
            <p:cNvSpPr/>
            <p:nvPr/>
          </p:nvSpPr>
          <p:spPr>
            <a:xfrm>
              <a:off x="3773325" y="4414700"/>
              <a:ext cx="3066600" cy="439825"/>
            </a:xfrm>
            <a:custGeom>
              <a:avLst/>
              <a:gdLst/>
              <a:ahLst/>
              <a:cxnLst/>
              <a:rect l="l" t="t" r="r" b="b"/>
              <a:pathLst>
                <a:path w="122664" h="17593" extrusionOk="0">
                  <a:moveTo>
                    <a:pt x="4526" y="0"/>
                  </a:moveTo>
                  <a:cubicBezTo>
                    <a:pt x="6927" y="0"/>
                    <a:pt x="9536" y="1824"/>
                    <a:pt x="9628" y="5195"/>
                  </a:cubicBezTo>
                  <a:lnTo>
                    <a:pt x="9628" y="5680"/>
                  </a:lnTo>
                  <a:cubicBezTo>
                    <a:pt x="9628" y="6534"/>
                    <a:pt x="9536" y="7296"/>
                    <a:pt x="9328" y="8081"/>
                  </a:cubicBezTo>
                  <a:cubicBezTo>
                    <a:pt x="8266" y="12975"/>
                    <a:pt x="4134" y="17016"/>
                    <a:pt x="763" y="17501"/>
                  </a:cubicBezTo>
                  <a:cubicBezTo>
                    <a:pt x="578" y="17501"/>
                    <a:pt x="301" y="17593"/>
                    <a:pt x="1" y="17593"/>
                  </a:cubicBezTo>
                  <a:lnTo>
                    <a:pt x="113036" y="17593"/>
                  </a:lnTo>
                  <a:cubicBezTo>
                    <a:pt x="116591" y="17593"/>
                    <a:pt x="121209" y="13368"/>
                    <a:pt x="122363" y="8081"/>
                  </a:cubicBezTo>
                  <a:cubicBezTo>
                    <a:pt x="122455" y="7781"/>
                    <a:pt x="122455" y="7504"/>
                    <a:pt x="122548" y="7204"/>
                  </a:cubicBezTo>
                  <a:cubicBezTo>
                    <a:pt x="122663" y="6534"/>
                    <a:pt x="122663" y="5865"/>
                    <a:pt x="122663" y="5195"/>
                  </a:cubicBezTo>
                  <a:cubicBezTo>
                    <a:pt x="122455" y="2009"/>
                    <a:pt x="120239" y="278"/>
                    <a:pt x="117930" y="0"/>
                  </a:cubicBezTo>
                  <a:close/>
                </a:path>
              </a:pathLst>
            </a:custGeom>
            <a:solidFill>
              <a:schemeClr val="accent6"/>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120"/>
            <p:cNvSpPr/>
            <p:nvPr/>
          </p:nvSpPr>
          <p:spPr>
            <a:xfrm>
              <a:off x="3773325" y="4594775"/>
              <a:ext cx="3063700" cy="259750"/>
            </a:xfrm>
            <a:custGeom>
              <a:avLst/>
              <a:gdLst/>
              <a:ahLst/>
              <a:cxnLst/>
              <a:rect l="l" t="t" r="r" b="b"/>
              <a:pathLst>
                <a:path w="122548" h="10390" extrusionOk="0">
                  <a:moveTo>
                    <a:pt x="122548" y="1"/>
                  </a:moveTo>
                  <a:lnTo>
                    <a:pt x="122548" y="1"/>
                  </a:lnTo>
                  <a:cubicBezTo>
                    <a:pt x="99644" y="8013"/>
                    <a:pt x="51114" y="10300"/>
                    <a:pt x="3624" y="10300"/>
                  </a:cubicBezTo>
                  <a:cubicBezTo>
                    <a:pt x="2669" y="10300"/>
                    <a:pt x="1716" y="10299"/>
                    <a:pt x="763" y="10298"/>
                  </a:cubicBezTo>
                  <a:lnTo>
                    <a:pt x="1" y="10390"/>
                  </a:lnTo>
                  <a:lnTo>
                    <a:pt x="113036" y="10390"/>
                  </a:lnTo>
                  <a:cubicBezTo>
                    <a:pt x="116591" y="10390"/>
                    <a:pt x="121209" y="6165"/>
                    <a:pt x="122363" y="878"/>
                  </a:cubicBezTo>
                  <a:cubicBezTo>
                    <a:pt x="122455" y="578"/>
                    <a:pt x="122455" y="301"/>
                    <a:pt x="122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120"/>
            <p:cNvSpPr/>
            <p:nvPr/>
          </p:nvSpPr>
          <p:spPr>
            <a:xfrm>
              <a:off x="2008325" y="2409000"/>
              <a:ext cx="2082475" cy="25"/>
            </a:xfrm>
            <a:custGeom>
              <a:avLst/>
              <a:gdLst/>
              <a:ahLst/>
              <a:cxnLst/>
              <a:rect l="l" t="t" r="r" b="b"/>
              <a:pathLst>
                <a:path w="83299" h="1" fill="none" extrusionOk="0">
                  <a:moveTo>
                    <a:pt x="0" y="1"/>
                  </a:moveTo>
                  <a:lnTo>
                    <a:pt x="83299" y="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120"/>
            <p:cNvSpPr/>
            <p:nvPr/>
          </p:nvSpPr>
          <p:spPr>
            <a:xfrm>
              <a:off x="2311350" y="2613325"/>
              <a:ext cx="2082475" cy="25"/>
            </a:xfrm>
            <a:custGeom>
              <a:avLst/>
              <a:gdLst/>
              <a:ahLst/>
              <a:cxnLst/>
              <a:rect l="l" t="t" r="r" b="b"/>
              <a:pathLst>
                <a:path w="83299" h="1" fill="none" extrusionOk="0">
                  <a:moveTo>
                    <a:pt x="0" y="1"/>
                  </a:moveTo>
                  <a:lnTo>
                    <a:pt x="83299" y="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120"/>
            <p:cNvSpPr/>
            <p:nvPr/>
          </p:nvSpPr>
          <p:spPr>
            <a:xfrm>
              <a:off x="2643225" y="2815350"/>
              <a:ext cx="2082475" cy="25"/>
            </a:xfrm>
            <a:custGeom>
              <a:avLst/>
              <a:gdLst/>
              <a:ahLst/>
              <a:cxnLst/>
              <a:rect l="l" t="t" r="r" b="b"/>
              <a:pathLst>
                <a:path w="83299" h="1" fill="none" extrusionOk="0">
                  <a:moveTo>
                    <a:pt x="0" y="0"/>
                  </a:moveTo>
                  <a:lnTo>
                    <a:pt x="83299" y="0"/>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120"/>
            <p:cNvSpPr/>
            <p:nvPr/>
          </p:nvSpPr>
          <p:spPr>
            <a:xfrm>
              <a:off x="2852150" y="3017350"/>
              <a:ext cx="2080200" cy="25"/>
            </a:xfrm>
            <a:custGeom>
              <a:avLst/>
              <a:gdLst/>
              <a:ahLst/>
              <a:cxnLst/>
              <a:rect l="l" t="t" r="r" b="b"/>
              <a:pathLst>
                <a:path w="83208" h="1" fill="none" extrusionOk="0">
                  <a:moveTo>
                    <a:pt x="1" y="1"/>
                  </a:moveTo>
                  <a:lnTo>
                    <a:pt x="83207" y="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120"/>
            <p:cNvSpPr/>
            <p:nvPr/>
          </p:nvSpPr>
          <p:spPr>
            <a:xfrm>
              <a:off x="3013200" y="3221675"/>
              <a:ext cx="2080750" cy="25"/>
            </a:xfrm>
            <a:custGeom>
              <a:avLst/>
              <a:gdLst/>
              <a:ahLst/>
              <a:cxnLst/>
              <a:rect l="l" t="t" r="r" b="b"/>
              <a:pathLst>
                <a:path w="83230" h="1" fill="none" extrusionOk="0">
                  <a:moveTo>
                    <a:pt x="0" y="0"/>
                  </a:moveTo>
                  <a:lnTo>
                    <a:pt x="83229" y="0"/>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120"/>
            <p:cNvSpPr/>
            <p:nvPr/>
          </p:nvSpPr>
          <p:spPr>
            <a:xfrm>
              <a:off x="4612550" y="3423675"/>
              <a:ext cx="615875" cy="25"/>
            </a:xfrm>
            <a:custGeom>
              <a:avLst/>
              <a:gdLst/>
              <a:ahLst/>
              <a:cxnLst/>
              <a:rect l="l" t="t" r="r" b="b"/>
              <a:pathLst>
                <a:path w="24635" h="1" fill="none" extrusionOk="0">
                  <a:moveTo>
                    <a:pt x="1" y="1"/>
                  </a:moveTo>
                  <a:lnTo>
                    <a:pt x="24635" y="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120"/>
            <p:cNvSpPr/>
            <p:nvPr/>
          </p:nvSpPr>
          <p:spPr>
            <a:xfrm>
              <a:off x="6541500" y="4854500"/>
              <a:ext cx="57725" cy="25"/>
            </a:xfrm>
            <a:custGeom>
              <a:avLst/>
              <a:gdLst/>
              <a:ahLst/>
              <a:cxnLst/>
              <a:rect l="l" t="t" r="r" b="b"/>
              <a:pathLst>
                <a:path w="2309" h="1" extrusionOk="0">
                  <a:moveTo>
                    <a:pt x="2309" y="1"/>
                  </a:moveTo>
                  <a:lnTo>
                    <a:pt x="0" y="1"/>
                  </a:lnTo>
                  <a:close/>
                </a:path>
              </a:pathLst>
            </a:custGeom>
            <a:solidFill>
              <a:srgbClr val="FFFFFF"/>
            </a:solidFill>
            <a:ln w="19050" cap="flat" cmpd="sng">
              <a:solidFill>
                <a:srgbClr val="231F20"/>
              </a:solidFill>
              <a:prstDash val="solid"/>
              <a:miter lim="230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120"/>
            <p:cNvSpPr/>
            <p:nvPr/>
          </p:nvSpPr>
          <p:spPr>
            <a:xfrm>
              <a:off x="250225" y="4854500"/>
              <a:ext cx="7125900" cy="25"/>
            </a:xfrm>
            <a:custGeom>
              <a:avLst/>
              <a:gdLst/>
              <a:ahLst/>
              <a:cxnLst/>
              <a:rect l="l" t="t" r="r" b="b"/>
              <a:pathLst>
                <a:path w="285036" h="1" fill="none" extrusionOk="0">
                  <a:moveTo>
                    <a:pt x="285035" y="1"/>
                  </a:moveTo>
                  <a:lnTo>
                    <a:pt x="1" y="1"/>
                  </a:lnTo>
                </a:path>
              </a:pathLst>
            </a:custGeom>
            <a:noFill/>
            <a:ln w="19050" cap="flat" cmpd="sng">
              <a:solidFill>
                <a:schemeClr val="accent5"/>
              </a:solidFill>
              <a:prstDash val="solid"/>
              <a:miter lim="230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26" name="Google Shape;6426;p120">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120">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Shape 6431"/>
        <p:cNvGrpSpPr/>
        <p:nvPr/>
      </p:nvGrpSpPr>
      <p:grpSpPr>
        <a:xfrm>
          <a:off x="0" y="0"/>
          <a:ext cx="0" cy="0"/>
          <a:chOff x="0" y="0"/>
          <a:chExt cx="0" cy="0"/>
        </a:xfrm>
      </p:grpSpPr>
      <p:sp>
        <p:nvSpPr>
          <p:cNvPr id="6432" name="Google Shape;6432;p121"/>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 I</a:t>
            </a:r>
            <a:endParaRPr/>
          </a:p>
        </p:txBody>
      </p:sp>
      <p:grpSp>
        <p:nvGrpSpPr>
          <p:cNvPr id="6433" name="Google Shape;6433;p121"/>
          <p:cNvGrpSpPr/>
          <p:nvPr/>
        </p:nvGrpSpPr>
        <p:grpSpPr>
          <a:xfrm>
            <a:off x="5014508" y="2135775"/>
            <a:ext cx="1917075" cy="2300550"/>
            <a:chOff x="-1993275" y="-35925"/>
            <a:chExt cx="1917075" cy="2300550"/>
          </a:xfrm>
        </p:grpSpPr>
        <p:sp>
          <p:nvSpPr>
            <p:cNvPr id="6434" name="Google Shape;6434;p121"/>
            <p:cNvSpPr/>
            <p:nvPr/>
          </p:nvSpPr>
          <p:spPr>
            <a:xfrm>
              <a:off x="-1993275" y="534950"/>
              <a:ext cx="326775" cy="218025"/>
            </a:xfrm>
            <a:custGeom>
              <a:avLst/>
              <a:gdLst/>
              <a:ahLst/>
              <a:cxnLst/>
              <a:rect l="l" t="t" r="r" b="b"/>
              <a:pathLst>
                <a:path w="13071" h="8721" extrusionOk="0">
                  <a:moveTo>
                    <a:pt x="11683" y="0"/>
                  </a:moveTo>
                  <a:lnTo>
                    <a:pt x="10758" y="305"/>
                  </a:lnTo>
                  <a:lnTo>
                    <a:pt x="7752" y="1278"/>
                  </a:lnTo>
                  <a:cubicBezTo>
                    <a:pt x="7752" y="1278"/>
                    <a:pt x="5769" y="852"/>
                    <a:pt x="5233" y="828"/>
                  </a:cubicBezTo>
                  <a:cubicBezTo>
                    <a:pt x="5216" y="827"/>
                    <a:pt x="5196" y="827"/>
                    <a:pt x="5175" y="827"/>
                  </a:cubicBezTo>
                  <a:cubicBezTo>
                    <a:pt x="4655" y="827"/>
                    <a:pt x="2979" y="965"/>
                    <a:pt x="2325" y="1035"/>
                  </a:cubicBezTo>
                  <a:cubicBezTo>
                    <a:pt x="1984" y="1071"/>
                    <a:pt x="1972" y="1546"/>
                    <a:pt x="2300" y="1607"/>
                  </a:cubicBezTo>
                  <a:lnTo>
                    <a:pt x="4795" y="2081"/>
                  </a:lnTo>
                  <a:lnTo>
                    <a:pt x="244" y="3566"/>
                  </a:lnTo>
                  <a:cubicBezTo>
                    <a:pt x="73" y="3627"/>
                    <a:pt x="0" y="3822"/>
                    <a:pt x="73" y="3980"/>
                  </a:cubicBezTo>
                  <a:lnTo>
                    <a:pt x="110" y="4053"/>
                  </a:lnTo>
                  <a:cubicBezTo>
                    <a:pt x="162" y="4146"/>
                    <a:pt x="267" y="4204"/>
                    <a:pt x="372" y="4204"/>
                  </a:cubicBezTo>
                  <a:cubicBezTo>
                    <a:pt x="390" y="4204"/>
                    <a:pt x="408" y="4203"/>
                    <a:pt x="426" y="4199"/>
                  </a:cubicBezTo>
                  <a:lnTo>
                    <a:pt x="3822" y="3505"/>
                  </a:lnTo>
                  <a:lnTo>
                    <a:pt x="3968" y="3797"/>
                  </a:lnTo>
                  <a:lnTo>
                    <a:pt x="1095" y="5842"/>
                  </a:lnTo>
                  <a:cubicBezTo>
                    <a:pt x="962" y="5939"/>
                    <a:pt x="937" y="6110"/>
                    <a:pt x="1022" y="6244"/>
                  </a:cubicBezTo>
                  <a:lnTo>
                    <a:pt x="1059" y="6304"/>
                  </a:lnTo>
                  <a:cubicBezTo>
                    <a:pt x="1111" y="6391"/>
                    <a:pt x="1205" y="6440"/>
                    <a:pt x="1303" y="6440"/>
                  </a:cubicBezTo>
                  <a:cubicBezTo>
                    <a:pt x="1344" y="6440"/>
                    <a:pt x="1385" y="6432"/>
                    <a:pt x="1424" y="6414"/>
                  </a:cubicBezTo>
                  <a:lnTo>
                    <a:pt x="4540" y="5027"/>
                  </a:lnTo>
                  <a:lnTo>
                    <a:pt x="4771" y="5343"/>
                  </a:lnTo>
                  <a:lnTo>
                    <a:pt x="2848" y="7339"/>
                  </a:lnTo>
                  <a:cubicBezTo>
                    <a:pt x="2726" y="7473"/>
                    <a:pt x="2751" y="7680"/>
                    <a:pt x="2897" y="7777"/>
                  </a:cubicBezTo>
                  <a:lnTo>
                    <a:pt x="2957" y="7826"/>
                  </a:lnTo>
                  <a:cubicBezTo>
                    <a:pt x="3008" y="7860"/>
                    <a:pt x="3067" y="7878"/>
                    <a:pt x="3125" y="7878"/>
                  </a:cubicBezTo>
                  <a:cubicBezTo>
                    <a:pt x="3192" y="7878"/>
                    <a:pt x="3258" y="7853"/>
                    <a:pt x="3310" y="7801"/>
                  </a:cubicBezTo>
                  <a:lnTo>
                    <a:pt x="5245" y="6171"/>
                  </a:lnTo>
                  <a:lnTo>
                    <a:pt x="5574" y="6523"/>
                  </a:lnTo>
                  <a:lnTo>
                    <a:pt x="4637" y="8264"/>
                  </a:lnTo>
                  <a:cubicBezTo>
                    <a:pt x="4540" y="8446"/>
                    <a:pt x="4637" y="8653"/>
                    <a:pt x="4832" y="8702"/>
                  </a:cubicBezTo>
                  <a:lnTo>
                    <a:pt x="4880" y="8714"/>
                  </a:lnTo>
                  <a:cubicBezTo>
                    <a:pt x="4899" y="8718"/>
                    <a:pt x="4919" y="8720"/>
                    <a:pt x="4938" y="8720"/>
                  </a:cubicBezTo>
                  <a:cubicBezTo>
                    <a:pt x="5031" y="8720"/>
                    <a:pt x="5124" y="8675"/>
                    <a:pt x="5185" y="8605"/>
                  </a:cubicBezTo>
                  <a:lnTo>
                    <a:pt x="8361" y="4382"/>
                  </a:lnTo>
                  <a:lnTo>
                    <a:pt x="8616" y="3749"/>
                  </a:lnTo>
                  <a:lnTo>
                    <a:pt x="10527" y="3444"/>
                  </a:lnTo>
                  <a:lnTo>
                    <a:pt x="13071" y="3043"/>
                  </a:lnTo>
                  <a:lnTo>
                    <a:pt x="11683" y="0"/>
                  </a:lnTo>
                  <a:close/>
                </a:path>
              </a:pathLst>
            </a:custGeom>
            <a:solidFill>
              <a:schemeClr val="lt2"/>
            </a:solidFill>
            <a:ln w="952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121"/>
            <p:cNvSpPr/>
            <p:nvPr/>
          </p:nvSpPr>
          <p:spPr>
            <a:xfrm>
              <a:off x="-1730100" y="534950"/>
              <a:ext cx="63600" cy="86125"/>
            </a:xfrm>
            <a:custGeom>
              <a:avLst/>
              <a:gdLst/>
              <a:ahLst/>
              <a:cxnLst/>
              <a:rect l="l" t="t" r="r" b="b"/>
              <a:pathLst>
                <a:path w="2544" h="3445" extrusionOk="0">
                  <a:moveTo>
                    <a:pt x="1156" y="0"/>
                  </a:moveTo>
                  <a:lnTo>
                    <a:pt x="231" y="305"/>
                  </a:lnTo>
                  <a:lnTo>
                    <a:pt x="0" y="3444"/>
                  </a:lnTo>
                  <a:lnTo>
                    <a:pt x="2544" y="3043"/>
                  </a:lnTo>
                  <a:lnTo>
                    <a:pt x="1156" y="0"/>
                  </a:lnTo>
                  <a:close/>
                </a:path>
              </a:pathLst>
            </a:custGeom>
            <a:solidFill>
              <a:schemeClr val="accent5"/>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121"/>
            <p:cNvSpPr/>
            <p:nvPr/>
          </p:nvSpPr>
          <p:spPr>
            <a:xfrm>
              <a:off x="-1873400" y="586675"/>
              <a:ext cx="48700" cy="31650"/>
            </a:xfrm>
            <a:custGeom>
              <a:avLst/>
              <a:gdLst/>
              <a:ahLst/>
              <a:cxnLst/>
              <a:rect l="l" t="t" r="r" b="b"/>
              <a:pathLst>
                <a:path w="1948" h="1266" extrusionOk="0">
                  <a:moveTo>
                    <a:pt x="0" y="0"/>
                  </a:moveTo>
                  <a:lnTo>
                    <a:pt x="0" y="0"/>
                  </a:lnTo>
                  <a:cubicBezTo>
                    <a:pt x="0" y="0"/>
                    <a:pt x="645" y="1205"/>
                    <a:pt x="1947" y="1266"/>
                  </a:cubicBezTo>
                  <a:lnTo>
                    <a:pt x="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121"/>
            <p:cNvSpPr/>
            <p:nvPr/>
          </p:nvSpPr>
          <p:spPr>
            <a:xfrm>
              <a:off x="-1216425" y="186700"/>
              <a:ext cx="324250" cy="262400"/>
            </a:xfrm>
            <a:custGeom>
              <a:avLst/>
              <a:gdLst/>
              <a:ahLst/>
              <a:cxnLst/>
              <a:rect l="l" t="t" r="r" b="b"/>
              <a:pathLst>
                <a:path w="12970" h="10496" extrusionOk="0">
                  <a:moveTo>
                    <a:pt x="8717" y="1"/>
                  </a:moveTo>
                  <a:cubicBezTo>
                    <a:pt x="7773" y="1"/>
                    <a:pt x="6573" y="194"/>
                    <a:pt x="5034" y="641"/>
                  </a:cubicBezTo>
                  <a:cubicBezTo>
                    <a:pt x="1262" y="1736"/>
                    <a:pt x="154" y="3075"/>
                    <a:pt x="69" y="6093"/>
                  </a:cubicBezTo>
                  <a:cubicBezTo>
                    <a:pt x="1" y="8511"/>
                    <a:pt x="2176" y="10496"/>
                    <a:pt x="5386" y="10496"/>
                  </a:cubicBezTo>
                  <a:cubicBezTo>
                    <a:pt x="6167" y="10496"/>
                    <a:pt x="7009" y="10378"/>
                    <a:pt x="7894" y="10121"/>
                  </a:cubicBezTo>
                  <a:cubicBezTo>
                    <a:pt x="12434" y="8807"/>
                    <a:pt x="12969" y="5071"/>
                    <a:pt x="12348" y="2880"/>
                  </a:cubicBezTo>
                  <a:cubicBezTo>
                    <a:pt x="11892" y="1307"/>
                    <a:pt x="11168" y="1"/>
                    <a:pt x="8717" y="1"/>
                  </a:cubicBez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121"/>
            <p:cNvSpPr/>
            <p:nvPr/>
          </p:nvSpPr>
          <p:spPr>
            <a:xfrm>
              <a:off x="-1717625" y="347525"/>
              <a:ext cx="492900" cy="350525"/>
            </a:xfrm>
            <a:custGeom>
              <a:avLst/>
              <a:gdLst/>
              <a:ahLst/>
              <a:cxnLst/>
              <a:rect l="l" t="t" r="r" b="b"/>
              <a:pathLst>
                <a:path w="19716" h="14021" extrusionOk="0">
                  <a:moveTo>
                    <a:pt x="19715" y="1"/>
                  </a:moveTo>
                  <a:lnTo>
                    <a:pt x="0" y="7132"/>
                  </a:lnTo>
                  <a:lnTo>
                    <a:pt x="1765" y="14020"/>
                  </a:lnTo>
                  <a:lnTo>
                    <a:pt x="15845" y="9676"/>
                  </a:lnTo>
                  <a:lnTo>
                    <a:pt x="19180" y="8654"/>
                  </a:lnTo>
                  <a:lnTo>
                    <a:pt x="19533" y="2897"/>
                  </a:lnTo>
                  <a:lnTo>
                    <a:pt x="19715" y="1"/>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121"/>
            <p:cNvSpPr/>
            <p:nvPr/>
          </p:nvSpPr>
          <p:spPr>
            <a:xfrm>
              <a:off x="-1321500" y="408044"/>
              <a:ext cx="92200" cy="169475"/>
            </a:xfrm>
            <a:custGeom>
              <a:avLst/>
              <a:gdLst/>
              <a:ahLst/>
              <a:cxnLst/>
              <a:rect l="l" t="t" r="r" b="b"/>
              <a:pathLst>
                <a:path w="3688" h="6779" extrusionOk="0">
                  <a:moveTo>
                    <a:pt x="3688" y="0"/>
                  </a:moveTo>
                  <a:lnTo>
                    <a:pt x="0" y="6779"/>
                  </a:lnTo>
                  <a:lnTo>
                    <a:pt x="0" y="6779"/>
                  </a:lnTo>
                  <a:lnTo>
                    <a:pt x="3335" y="5757"/>
                  </a:lnTo>
                  <a:lnTo>
                    <a:pt x="368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121"/>
            <p:cNvSpPr/>
            <p:nvPr/>
          </p:nvSpPr>
          <p:spPr>
            <a:xfrm>
              <a:off x="-1661350" y="529475"/>
              <a:ext cx="30750" cy="123550"/>
            </a:xfrm>
            <a:custGeom>
              <a:avLst/>
              <a:gdLst/>
              <a:ahLst/>
              <a:cxnLst/>
              <a:rect l="l" t="t" r="r" b="b"/>
              <a:pathLst>
                <a:path w="1230" h="4942" fill="none" extrusionOk="0">
                  <a:moveTo>
                    <a:pt x="1" y="0"/>
                  </a:moveTo>
                  <a:lnTo>
                    <a:pt x="1230" y="494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121"/>
            <p:cNvSpPr/>
            <p:nvPr/>
          </p:nvSpPr>
          <p:spPr>
            <a:xfrm>
              <a:off x="-383800" y="-11725"/>
              <a:ext cx="307600" cy="198625"/>
            </a:xfrm>
            <a:custGeom>
              <a:avLst/>
              <a:gdLst/>
              <a:ahLst/>
              <a:cxnLst/>
              <a:rect l="l" t="t" r="r" b="b"/>
              <a:pathLst>
                <a:path w="12304" h="7945" extrusionOk="0">
                  <a:moveTo>
                    <a:pt x="8351" y="0"/>
                  </a:moveTo>
                  <a:cubicBezTo>
                    <a:pt x="8300" y="0"/>
                    <a:pt x="8248" y="15"/>
                    <a:pt x="8203" y="47"/>
                  </a:cubicBezTo>
                  <a:cubicBezTo>
                    <a:pt x="7606" y="387"/>
                    <a:pt x="6049" y="1312"/>
                    <a:pt x="5720" y="1580"/>
                  </a:cubicBezTo>
                  <a:cubicBezTo>
                    <a:pt x="5306" y="1909"/>
                    <a:pt x="3931" y="3406"/>
                    <a:pt x="3931" y="3406"/>
                  </a:cubicBezTo>
                  <a:lnTo>
                    <a:pt x="828" y="4404"/>
                  </a:lnTo>
                  <a:lnTo>
                    <a:pt x="0" y="4671"/>
                  </a:lnTo>
                  <a:lnTo>
                    <a:pt x="633" y="7945"/>
                  </a:lnTo>
                  <a:lnTo>
                    <a:pt x="2738" y="6898"/>
                  </a:lnTo>
                  <a:lnTo>
                    <a:pt x="4673" y="5925"/>
                  </a:lnTo>
                  <a:lnTo>
                    <a:pt x="5245" y="6290"/>
                  </a:lnTo>
                  <a:lnTo>
                    <a:pt x="10296" y="7860"/>
                  </a:lnTo>
                  <a:cubicBezTo>
                    <a:pt x="10319" y="7865"/>
                    <a:pt x="10342" y="7867"/>
                    <a:pt x="10365" y="7867"/>
                  </a:cubicBezTo>
                  <a:cubicBezTo>
                    <a:pt x="10454" y="7867"/>
                    <a:pt x="10542" y="7832"/>
                    <a:pt x="10600" y="7775"/>
                  </a:cubicBezTo>
                  <a:lnTo>
                    <a:pt x="10637" y="7726"/>
                  </a:lnTo>
                  <a:cubicBezTo>
                    <a:pt x="10770" y="7580"/>
                    <a:pt x="10722" y="7361"/>
                    <a:pt x="10551" y="7276"/>
                  </a:cubicBezTo>
                  <a:lnTo>
                    <a:pt x="8762" y="6399"/>
                  </a:lnTo>
                  <a:lnTo>
                    <a:pt x="8823" y="5925"/>
                  </a:lnTo>
                  <a:lnTo>
                    <a:pt x="11342" y="6120"/>
                  </a:lnTo>
                  <a:cubicBezTo>
                    <a:pt x="11352" y="6120"/>
                    <a:pt x="11362" y="6121"/>
                    <a:pt x="11371" y="6121"/>
                  </a:cubicBezTo>
                  <a:cubicBezTo>
                    <a:pt x="11495" y="6121"/>
                    <a:pt x="11613" y="6049"/>
                    <a:pt x="11647" y="5925"/>
                  </a:cubicBezTo>
                  <a:lnTo>
                    <a:pt x="11671" y="5864"/>
                  </a:lnTo>
                  <a:cubicBezTo>
                    <a:pt x="11732" y="5694"/>
                    <a:pt x="11622" y="5511"/>
                    <a:pt x="11452" y="5475"/>
                  </a:cubicBezTo>
                  <a:lnTo>
                    <a:pt x="8726" y="4976"/>
                  </a:lnTo>
                  <a:lnTo>
                    <a:pt x="8726" y="4574"/>
                  </a:lnTo>
                  <a:lnTo>
                    <a:pt x="12073" y="3892"/>
                  </a:lnTo>
                  <a:cubicBezTo>
                    <a:pt x="12207" y="3868"/>
                    <a:pt x="12304" y="3734"/>
                    <a:pt x="12304" y="3588"/>
                  </a:cubicBezTo>
                  <a:lnTo>
                    <a:pt x="12304" y="3527"/>
                  </a:lnTo>
                  <a:cubicBezTo>
                    <a:pt x="12292" y="3369"/>
                    <a:pt x="12158" y="3247"/>
                    <a:pt x="12000" y="3247"/>
                  </a:cubicBezTo>
                  <a:lnTo>
                    <a:pt x="8483" y="3247"/>
                  </a:lnTo>
                  <a:lnTo>
                    <a:pt x="8434" y="2931"/>
                  </a:lnTo>
                  <a:lnTo>
                    <a:pt x="11586" y="1519"/>
                  </a:lnTo>
                  <a:cubicBezTo>
                    <a:pt x="11695" y="1458"/>
                    <a:pt x="11768" y="1337"/>
                    <a:pt x="11744" y="1203"/>
                  </a:cubicBezTo>
                  <a:lnTo>
                    <a:pt x="11732" y="1130"/>
                  </a:lnTo>
                  <a:cubicBezTo>
                    <a:pt x="11712" y="982"/>
                    <a:pt x="11588" y="882"/>
                    <a:pt x="11451" y="882"/>
                  </a:cubicBezTo>
                  <a:cubicBezTo>
                    <a:pt x="11419" y="882"/>
                    <a:pt x="11387" y="887"/>
                    <a:pt x="11355" y="899"/>
                  </a:cubicBezTo>
                  <a:lnTo>
                    <a:pt x="6791" y="2335"/>
                  </a:lnTo>
                  <a:lnTo>
                    <a:pt x="8556" y="497"/>
                  </a:lnTo>
                  <a:cubicBezTo>
                    <a:pt x="8604" y="436"/>
                    <a:pt x="8641" y="363"/>
                    <a:pt x="8641" y="290"/>
                  </a:cubicBezTo>
                  <a:cubicBezTo>
                    <a:pt x="8641" y="229"/>
                    <a:pt x="8616" y="168"/>
                    <a:pt x="8580" y="120"/>
                  </a:cubicBezTo>
                  <a:cubicBezTo>
                    <a:pt x="8526" y="43"/>
                    <a:pt x="8439" y="0"/>
                    <a:pt x="8351" y="0"/>
                  </a:cubicBezTo>
                  <a:close/>
                </a:path>
              </a:pathLst>
            </a:custGeom>
            <a:solidFill>
              <a:schemeClr val="lt2"/>
            </a:solidFill>
            <a:ln w="952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121"/>
            <p:cNvSpPr/>
            <p:nvPr/>
          </p:nvSpPr>
          <p:spPr>
            <a:xfrm>
              <a:off x="-383800" y="98350"/>
              <a:ext cx="68475" cy="88550"/>
            </a:xfrm>
            <a:custGeom>
              <a:avLst/>
              <a:gdLst/>
              <a:ahLst/>
              <a:cxnLst/>
              <a:rect l="l" t="t" r="r" b="b"/>
              <a:pathLst>
                <a:path w="2739" h="3542" extrusionOk="0">
                  <a:moveTo>
                    <a:pt x="828" y="1"/>
                  </a:moveTo>
                  <a:lnTo>
                    <a:pt x="0" y="268"/>
                  </a:lnTo>
                  <a:lnTo>
                    <a:pt x="633" y="3542"/>
                  </a:lnTo>
                  <a:lnTo>
                    <a:pt x="2738" y="2495"/>
                  </a:lnTo>
                  <a:lnTo>
                    <a:pt x="828" y="1"/>
                  </a:lnTo>
                  <a:close/>
                </a:path>
              </a:pathLst>
            </a:custGeom>
            <a:solidFill>
              <a:schemeClr val="accent5"/>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121"/>
            <p:cNvSpPr/>
            <p:nvPr/>
          </p:nvSpPr>
          <p:spPr>
            <a:xfrm>
              <a:off x="-235025" y="46625"/>
              <a:ext cx="25575" cy="53875"/>
            </a:xfrm>
            <a:custGeom>
              <a:avLst/>
              <a:gdLst/>
              <a:ahLst/>
              <a:cxnLst/>
              <a:rect l="l" t="t" r="r" b="b"/>
              <a:pathLst>
                <a:path w="1023" h="2155" extrusionOk="0">
                  <a:moveTo>
                    <a:pt x="840" y="1"/>
                  </a:moveTo>
                  <a:lnTo>
                    <a:pt x="0" y="2155"/>
                  </a:lnTo>
                  <a:cubicBezTo>
                    <a:pt x="1022" y="1352"/>
                    <a:pt x="840" y="1"/>
                    <a:pt x="8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121"/>
            <p:cNvSpPr/>
            <p:nvPr/>
          </p:nvSpPr>
          <p:spPr>
            <a:xfrm>
              <a:off x="-839575" y="83450"/>
              <a:ext cx="518150" cy="335300"/>
            </a:xfrm>
            <a:custGeom>
              <a:avLst/>
              <a:gdLst/>
              <a:ahLst/>
              <a:cxnLst/>
              <a:rect l="l" t="t" r="r" b="b"/>
              <a:pathLst>
                <a:path w="20726" h="13412" extrusionOk="0">
                  <a:moveTo>
                    <a:pt x="19095" y="0"/>
                  </a:moveTo>
                  <a:lnTo>
                    <a:pt x="1" y="5525"/>
                  </a:lnTo>
                  <a:lnTo>
                    <a:pt x="1570" y="9578"/>
                  </a:lnTo>
                  <a:lnTo>
                    <a:pt x="3067" y="13411"/>
                  </a:lnTo>
                  <a:lnTo>
                    <a:pt x="7363" y="11647"/>
                  </a:lnTo>
                  <a:lnTo>
                    <a:pt x="20726" y="6183"/>
                  </a:lnTo>
                  <a:lnTo>
                    <a:pt x="19095" y="0"/>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121"/>
            <p:cNvSpPr/>
            <p:nvPr/>
          </p:nvSpPr>
          <p:spPr>
            <a:xfrm>
              <a:off x="-800325" y="310969"/>
              <a:ext cx="144850" cy="95875"/>
            </a:xfrm>
            <a:custGeom>
              <a:avLst/>
              <a:gdLst/>
              <a:ahLst/>
              <a:cxnLst/>
              <a:rect l="l" t="t" r="r" b="b"/>
              <a:pathLst>
                <a:path w="5794" h="3835" extrusionOk="0">
                  <a:moveTo>
                    <a:pt x="0" y="1"/>
                  </a:moveTo>
                  <a:lnTo>
                    <a:pt x="1497" y="3834"/>
                  </a:lnTo>
                  <a:lnTo>
                    <a:pt x="5793" y="2070"/>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121"/>
            <p:cNvSpPr/>
            <p:nvPr/>
          </p:nvSpPr>
          <p:spPr>
            <a:xfrm>
              <a:off x="-405100" y="116600"/>
              <a:ext cx="35300" cy="117175"/>
            </a:xfrm>
            <a:custGeom>
              <a:avLst/>
              <a:gdLst/>
              <a:ahLst/>
              <a:cxnLst/>
              <a:rect l="l" t="t" r="r" b="b"/>
              <a:pathLst>
                <a:path w="1412" h="4687" fill="none" extrusionOk="0">
                  <a:moveTo>
                    <a:pt x="0" y="1"/>
                  </a:moveTo>
                  <a:lnTo>
                    <a:pt x="1412" y="4686"/>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121"/>
            <p:cNvSpPr/>
            <p:nvPr/>
          </p:nvSpPr>
          <p:spPr>
            <a:xfrm>
              <a:off x="-1256700" y="-35925"/>
              <a:ext cx="297875" cy="267400"/>
            </a:xfrm>
            <a:custGeom>
              <a:avLst/>
              <a:gdLst/>
              <a:ahLst/>
              <a:cxnLst/>
              <a:rect l="l" t="t" r="r" b="b"/>
              <a:pathLst>
                <a:path w="11915" h="10696" extrusionOk="0">
                  <a:moveTo>
                    <a:pt x="6968" y="0"/>
                  </a:moveTo>
                  <a:cubicBezTo>
                    <a:pt x="6199" y="0"/>
                    <a:pt x="5313" y="164"/>
                    <a:pt x="4297" y="540"/>
                  </a:cubicBezTo>
                  <a:cubicBezTo>
                    <a:pt x="1047" y="1733"/>
                    <a:pt x="1" y="6029"/>
                    <a:pt x="938" y="8889"/>
                  </a:cubicBezTo>
                  <a:cubicBezTo>
                    <a:pt x="1385" y="10277"/>
                    <a:pt x="2612" y="10696"/>
                    <a:pt x="3988" y="10696"/>
                  </a:cubicBezTo>
                  <a:cubicBezTo>
                    <a:pt x="5458" y="10696"/>
                    <a:pt x="7099" y="10218"/>
                    <a:pt x="8142" y="9935"/>
                  </a:cubicBezTo>
                  <a:cubicBezTo>
                    <a:pt x="10162" y="9400"/>
                    <a:pt x="11915" y="8025"/>
                    <a:pt x="11720" y="5457"/>
                  </a:cubicBezTo>
                  <a:cubicBezTo>
                    <a:pt x="11561" y="3353"/>
                    <a:pt x="10454" y="0"/>
                    <a:pt x="6968" y="0"/>
                  </a:cubicBez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121"/>
            <p:cNvSpPr/>
            <p:nvPr/>
          </p:nvSpPr>
          <p:spPr>
            <a:xfrm>
              <a:off x="-1597450" y="1897075"/>
              <a:ext cx="249200" cy="314000"/>
            </a:xfrm>
            <a:custGeom>
              <a:avLst/>
              <a:gdLst/>
              <a:ahLst/>
              <a:cxnLst/>
              <a:rect l="l" t="t" r="r" b="b"/>
              <a:pathLst>
                <a:path w="9968" h="12560" extrusionOk="0">
                  <a:moveTo>
                    <a:pt x="5769" y="0"/>
                  </a:moveTo>
                  <a:lnTo>
                    <a:pt x="4284" y="3189"/>
                  </a:lnTo>
                  <a:lnTo>
                    <a:pt x="1960" y="8166"/>
                  </a:lnTo>
                  <a:lnTo>
                    <a:pt x="0" y="8397"/>
                  </a:lnTo>
                  <a:lnTo>
                    <a:pt x="4406" y="12559"/>
                  </a:lnTo>
                  <a:lnTo>
                    <a:pt x="5404" y="10466"/>
                  </a:lnTo>
                  <a:lnTo>
                    <a:pt x="7972" y="6109"/>
                  </a:lnTo>
                  <a:lnTo>
                    <a:pt x="9967" y="2738"/>
                  </a:lnTo>
                  <a:lnTo>
                    <a:pt x="5769" y="0"/>
                  </a:lnTo>
                  <a:close/>
                </a:path>
              </a:pathLst>
            </a:custGeom>
            <a:solidFill>
              <a:srgbClr val="FFFFFF"/>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121"/>
            <p:cNvSpPr/>
            <p:nvPr/>
          </p:nvSpPr>
          <p:spPr>
            <a:xfrm>
              <a:off x="-1597450" y="1897075"/>
              <a:ext cx="249200" cy="314000"/>
            </a:xfrm>
            <a:custGeom>
              <a:avLst/>
              <a:gdLst/>
              <a:ahLst/>
              <a:cxnLst/>
              <a:rect l="l" t="t" r="r" b="b"/>
              <a:pathLst>
                <a:path w="9968" h="12560" fill="none" extrusionOk="0">
                  <a:moveTo>
                    <a:pt x="0" y="8397"/>
                  </a:moveTo>
                  <a:lnTo>
                    <a:pt x="1960" y="8166"/>
                  </a:lnTo>
                  <a:lnTo>
                    <a:pt x="4284" y="3189"/>
                  </a:lnTo>
                  <a:lnTo>
                    <a:pt x="5769" y="0"/>
                  </a:lnTo>
                  <a:lnTo>
                    <a:pt x="9967" y="2738"/>
                  </a:lnTo>
                  <a:lnTo>
                    <a:pt x="7972" y="6109"/>
                  </a:lnTo>
                  <a:lnTo>
                    <a:pt x="5404" y="10466"/>
                  </a:lnTo>
                  <a:lnTo>
                    <a:pt x="4406" y="12559"/>
                  </a:lnTo>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121"/>
            <p:cNvSpPr/>
            <p:nvPr/>
          </p:nvSpPr>
          <p:spPr>
            <a:xfrm>
              <a:off x="-1723425" y="2101225"/>
              <a:ext cx="250725" cy="139975"/>
            </a:xfrm>
            <a:custGeom>
              <a:avLst/>
              <a:gdLst/>
              <a:ahLst/>
              <a:cxnLst/>
              <a:rect l="l" t="t" r="r" b="b"/>
              <a:pathLst>
                <a:path w="10029" h="5599" extrusionOk="0">
                  <a:moveTo>
                    <a:pt x="6986" y="0"/>
                  </a:moveTo>
                  <a:lnTo>
                    <a:pt x="524" y="767"/>
                  </a:lnTo>
                  <a:cubicBezTo>
                    <a:pt x="98" y="815"/>
                    <a:pt x="1" y="1400"/>
                    <a:pt x="390" y="1582"/>
                  </a:cubicBezTo>
                  <a:lnTo>
                    <a:pt x="8873" y="5598"/>
                  </a:lnTo>
                  <a:lnTo>
                    <a:pt x="10029" y="3152"/>
                  </a:lnTo>
                  <a:cubicBezTo>
                    <a:pt x="9384" y="2519"/>
                    <a:pt x="8276" y="1424"/>
                    <a:pt x="6986" y="0"/>
                  </a:cubicBez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121"/>
            <p:cNvSpPr/>
            <p:nvPr/>
          </p:nvSpPr>
          <p:spPr>
            <a:xfrm>
              <a:off x="-1573125" y="890300"/>
              <a:ext cx="659350" cy="1154350"/>
            </a:xfrm>
            <a:custGeom>
              <a:avLst/>
              <a:gdLst/>
              <a:ahLst/>
              <a:cxnLst/>
              <a:rect l="l" t="t" r="r" b="b"/>
              <a:pathLst>
                <a:path w="26374" h="46174" extrusionOk="0">
                  <a:moveTo>
                    <a:pt x="16382" y="1"/>
                  </a:moveTo>
                  <a:lnTo>
                    <a:pt x="7120" y="23124"/>
                  </a:lnTo>
                  <a:lnTo>
                    <a:pt x="4370" y="29988"/>
                  </a:lnTo>
                  <a:lnTo>
                    <a:pt x="1" y="40904"/>
                  </a:lnTo>
                  <a:lnTo>
                    <a:pt x="13193" y="46173"/>
                  </a:lnTo>
                  <a:lnTo>
                    <a:pt x="16905" y="35403"/>
                  </a:lnTo>
                  <a:lnTo>
                    <a:pt x="21030" y="23464"/>
                  </a:lnTo>
                  <a:lnTo>
                    <a:pt x="25010" y="11927"/>
                  </a:lnTo>
                  <a:lnTo>
                    <a:pt x="26373" y="536"/>
                  </a:lnTo>
                  <a:lnTo>
                    <a:pt x="16382" y="1"/>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121"/>
            <p:cNvSpPr/>
            <p:nvPr/>
          </p:nvSpPr>
          <p:spPr>
            <a:xfrm>
              <a:off x="-1573125" y="1188475"/>
              <a:ext cx="625275" cy="856175"/>
            </a:xfrm>
            <a:custGeom>
              <a:avLst/>
              <a:gdLst/>
              <a:ahLst/>
              <a:cxnLst/>
              <a:rect l="l" t="t" r="r" b="b"/>
              <a:pathLst>
                <a:path w="25011" h="34247" fill="none" extrusionOk="0">
                  <a:moveTo>
                    <a:pt x="25010" y="0"/>
                  </a:moveTo>
                  <a:lnTo>
                    <a:pt x="21030" y="11537"/>
                  </a:lnTo>
                  <a:lnTo>
                    <a:pt x="16905" y="23476"/>
                  </a:lnTo>
                  <a:lnTo>
                    <a:pt x="13193" y="34246"/>
                  </a:lnTo>
                  <a:lnTo>
                    <a:pt x="1" y="28977"/>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121"/>
            <p:cNvSpPr/>
            <p:nvPr/>
          </p:nvSpPr>
          <p:spPr>
            <a:xfrm>
              <a:off x="-1502525" y="1873950"/>
              <a:ext cx="271400" cy="111675"/>
            </a:xfrm>
            <a:custGeom>
              <a:avLst/>
              <a:gdLst/>
              <a:ahLst/>
              <a:cxnLst/>
              <a:rect l="l" t="t" r="r" b="b"/>
              <a:pathLst>
                <a:path w="10856" h="4467" fill="none" extrusionOk="0">
                  <a:moveTo>
                    <a:pt x="0" y="0"/>
                  </a:moveTo>
                  <a:lnTo>
                    <a:pt x="10856" y="4467"/>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121"/>
            <p:cNvSpPr/>
            <p:nvPr/>
          </p:nvSpPr>
          <p:spPr>
            <a:xfrm>
              <a:off x="-814025" y="1932650"/>
              <a:ext cx="152150" cy="289075"/>
            </a:xfrm>
            <a:custGeom>
              <a:avLst/>
              <a:gdLst/>
              <a:ahLst/>
              <a:cxnLst/>
              <a:rect l="l" t="t" r="r" b="b"/>
              <a:pathLst>
                <a:path w="6086" h="11563" extrusionOk="0">
                  <a:moveTo>
                    <a:pt x="4966" y="1"/>
                  </a:moveTo>
                  <a:lnTo>
                    <a:pt x="1" y="670"/>
                  </a:lnTo>
                  <a:lnTo>
                    <a:pt x="451" y="5587"/>
                  </a:lnTo>
                  <a:lnTo>
                    <a:pt x="816" y="9627"/>
                  </a:lnTo>
                  <a:lnTo>
                    <a:pt x="816" y="11562"/>
                  </a:lnTo>
                  <a:lnTo>
                    <a:pt x="6086" y="9749"/>
                  </a:lnTo>
                  <a:lnTo>
                    <a:pt x="4917" y="9019"/>
                  </a:lnTo>
                  <a:lnTo>
                    <a:pt x="4942" y="4638"/>
                  </a:lnTo>
                  <a:lnTo>
                    <a:pt x="4966" y="1"/>
                  </a:ln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121"/>
            <p:cNvSpPr/>
            <p:nvPr/>
          </p:nvSpPr>
          <p:spPr>
            <a:xfrm>
              <a:off x="-814025" y="1932650"/>
              <a:ext cx="152150" cy="289075"/>
            </a:xfrm>
            <a:custGeom>
              <a:avLst/>
              <a:gdLst/>
              <a:ahLst/>
              <a:cxnLst/>
              <a:rect l="l" t="t" r="r" b="b"/>
              <a:pathLst>
                <a:path w="6086" h="11563" fill="none" extrusionOk="0">
                  <a:moveTo>
                    <a:pt x="816" y="11562"/>
                  </a:moveTo>
                  <a:lnTo>
                    <a:pt x="816" y="9627"/>
                  </a:lnTo>
                  <a:lnTo>
                    <a:pt x="451" y="5587"/>
                  </a:lnTo>
                  <a:lnTo>
                    <a:pt x="1" y="670"/>
                  </a:lnTo>
                  <a:lnTo>
                    <a:pt x="4966" y="1"/>
                  </a:lnTo>
                  <a:lnTo>
                    <a:pt x="4942" y="4638"/>
                  </a:lnTo>
                  <a:lnTo>
                    <a:pt x="4917" y="9019"/>
                  </a:lnTo>
                  <a:lnTo>
                    <a:pt x="6086" y="9749"/>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121"/>
            <p:cNvSpPr/>
            <p:nvPr/>
          </p:nvSpPr>
          <p:spPr>
            <a:xfrm>
              <a:off x="-793625" y="2158100"/>
              <a:ext cx="237850" cy="106525"/>
            </a:xfrm>
            <a:custGeom>
              <a:avLst/>
              <a:gdLst/>
              <a:ahLst/>
              <a:cxnLst/>
              <a:rect l="l" t="t" r="r" b="b"/>
              <a:pathLst>
                <a:path w="9514" h="4261" extrusionOk="0">
                  <a:moveTo>
                    <a:pt x="4101" y="1"/>
                  </a:moveTo>
                  <a:cubicBezTo>
                    <a:pt x="2337" y="743"/>
                    <a:pt x="864" y="1267"/>
                    <a:pt x="0" y="1546"/>
                  </a:cubicBezTo>
                  <a:lnTo>
                    <a:pt x="0" y="4260"/>
                  </a:lnTo>
                  <a:lnTo>
                    <a:pt x="8592" y="4260"/>
                  </a:lnTo>
                  <a:cubicBezTo>
                    <a:pt x="8597" y="4260"/>
                    <a:pt x="8601" y="4260"/>
                    <a:pt x="8606" y="4260"/>
                  </a:cubicBezTo>
                  <a:cubicBezTo>
                    <a:pt x="9265" y="4260"/>
                    <a:pt x="9513" y="3382"/>
                    <a:pt x="8945" y="3043"/>
                  </a:cubicBezTo>
                  <a:lnTo>
                    <a:pt x="4101" y="1"/>
                  </a:ln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121"/>
            <p:cNvSpPr/>
            <p:nvPr/>
          </p:nvSpPr>
          <p:spPr>
            <a:xfrm>
              <a:off x="-991700" y="911600"/>
              <a:ext cx="43850" cy="276900"/>
            </a:xfrm>
            <a:custGeom>
              <a:avLst/>
              <a:gdLst/>
              <a:ahLst/>
              <a:cxnLst/>
              <a:rect l="l" t="t" r="r" b="b"/>
              <a:pathLst>
                <a:path w="1754" h="11076" extrusionOk="0">
                  <a:moveTo>
                    <a:pt x="1351" y="1"/>
                  </a:moveTo>
                  <a:lnTo>
                    <a:pt x="1" y="8958"/>
                  </a:lnTo>
                  <a:cubicBezTo>
                    <a:pt x="1" y="9700"/>
                    <a:pt x="414" y="10382"/>
                    <a:pt x="1072" y="10722"/>
                  </a:cubicBezTo>
                  <a:lnTo>
                    <a:pt x="1753" y="11075"/>
                  </a:lnTo>
                  <a:lnTo>
                    <a:pt x="1351" y="1"/>
                  </a:lnTo>
                  <a:close/>
                </a:path>
              </a:pathLst>
            </a:custGeom>
            <a:solidFill>
              <a:srgbClr val="FFFFFF"/>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121"/>
            <p:cNvSpPr/>
            <p:nvPr/>
          </p:nvSpPr>
          <p:spPr>
            <a:xfrm>
              <a:off x="-991700" y="911600"/>
              <a:ext cx="43850" cy="276900"/>
            </a:xfrm>
            <a:custGeom>
              <a:avLst/>
              <a:gdLst/>
              <a:ahLst/>
              <a:cxnLst/>
              <a:rect l="l" t="t" r="r" b="b"/>
              <a:pathLst>
                <a:path w="1754" h="11076" fill="none" extrusionOk="0">
                  <a:moveTo>
                    <a:pt x="1351" y="1"/>
                  </a:moveTo>
                  <a:lnTo>
                    <a:pt x="1" y="8958"/>
                  </a:lnTo>
                  <a:cubicBezTo>
                    <a:pt x="1" y="9700"/>
                    <a:pt x="414" y="10382"/>
                    <a:pt x="1072" y="10722"/>
                  </a:cubicBezTo>
                  <a:lnTo>
                    <a:pt x="1753" y="11075"/>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121"/>
            <p:cNvSpPr/>
            <p:nvPr/>
          </p:nvSpPr>
          <p:spPr>
            <a:xfrm>
              <a:off x="-947875" y="886950"/>
              <a:ext cx="366925" cy="1146750"/>
            </a:xfrm>
            <a:custGeom>
              <a:avLst/>
              <a:gdLst/>
              <a:ahLst/>
              <a:cxnLst/>
              <a:rect l="l" t="t" r="r" b="b"/>
              <a:pathLst>
                <a:path w="14677" h="45870" extrusionOk="0">
                  <a:moveTo>
                    <a:pt x="8568" y="1"/>
                  </a:moveTo>
                  <a:lnTo>
                    <a:pt x="1363" y="670"/>
                  </a:lnTo>
                  <a:lnTo>
                    <a:pt x="0" y="12061"/>
                  </a:lnTo>
                  <a:lnTo>
                    <a:pt x="414" y="37107"/>
                  </a:lnTo>
                  <a:lnTo>
                    <a:pt x="548" y="45869"/>
                  </a:lnTo>
                  <a:lnTo>
                    <a:pt x="14677" y="44920"/>
                  </a:lnTo>
                  <a:lnTo>
                    <a:pt x="13119" y="33468"/>
                  </a:lnTo>
                  <a:lnTo>
                    <a:pt x="8568" y="1"/>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121"/>
            <p:cNvSpPr/>
            <p:nvPr/>
          </p:nvSpPr>
          <p:spPr>
            <a:xfrm>
              <a:off x="-947875" y="886950"/>
              <a:ext cx="366925" cy="1146750"/>
            </a:xfrm>
            <a:custGeom>
              <a:avLst/>
              <a:gdLst/>
              <a:ahLst/>
              <a:cxnLst/>
              <a:rect l="l" t="t" r="r" b="b"/>
              <a:pathLst>
                <a:path w="14677" h="45870" fill="none" extrusionOk="0">
                  <a:moveTo>
                    <a:pt x="8568" y="1"/>
                  </a:moveTo>
                  <a:lnTo>
                    <a:pt x="1363" y="658"/>
                  </a:lnTo>
                  <a:lnTo>
                    <a:pt x="0" y="12061"/>
                  </a:lnTo>
                  <a:lnTo>
                    <a:pt x="548" y="45869"/>
                  </a:lnTo>
                  <a:lnTo>
                    <a:pt x="14677" y="44920"/>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121"/>
            <p:cNvSpPr/>
            <p:nvPr/>
          </p:nvSpPr>
          <p:spPr>
            <a:xfrm>
              <a:off x="-928725" y="1959750"/>
              <a:ext cx="258950" cy="14925"/>
            </a:xfrm>
            <a:custGeom>
              <a:avLst/>
              <a:gdLst/>
              <a:ahLst/>
              <a:cxnLst/>
              <a:rect l="l" t="t" r="r" b="b"/>
              <a:pathLst>
                <a:path w="10358" h="597" fill="none" extrusionOk="0">
                  <a:moveTo>
                    <a:pt x="1" y="596"/>
                  </a:moveTo>
                  <a:lnTo>
                    <a:pt x="10357" y="0"/>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121"/>
            <p:cNvSpPr/>
            <p:nvPr/>
          </p:nvSpPr>
          <p:spPr>
            <a:xfrm>
              <a:off x="-1494325" y="830975"/>
              <a:ext cx="942600" cy="895375"/>
            </a:xfrm>
            <a:custGeom>
              <a:avLst/>
              <a:gdLst/>
              <a:ahLst/>
              <a:cxnLst/>
              <a:rect l="l" t="t" r="r" b="b"/>
              <a:pathLst>
                <a:path w="37704" h="35815" extrusionOk="0">
                  <a:moveTo>
                    <a:pt x="30377" y="1"/>
                  </a:moveTo>
                  <a:lnTo>
                    <a:pt x="28856" y="171"/>
                  </a:lnTo>
                  <a:lnTo>
                    <a:pt x="23172" y="840"/>
                  </a:lnTo>
                  <a:lnTo>
                    <a:pt x="11587" y="2191"/>
                  </a:lnTo>
                  <a:cubicBezTo>
                    <a:pt x="11587" y="2191"/>
                    <a:pt x="9189" y="10260"/>
                    <a:pt x="5891" y="18645"/>
                  </a:cubicBezTo>
                  <a:cubicBezTo>
                    <a:pt x="5222" y="20349"/>
                    <a:pt x="4516" y="22077"/>
                    <a:pt x="3774" y="23744"/>
                  </a:cubicBezTo>
                  <a:cubicBezTo>
                    <a:pt x="2569" y="26495"/>
                    <a:pt x="1291" y="29111"/>
                    <a:pt x="1" y="31290"/>
                  </a:cubicBezTo>
                  <a:cubicBezTo>
                    <a:pt x="1" y="31290"/>
                    <a:pt x="12110" y="35814"/>
                    <a:pt x="27505" y="35814"/>
                  </a:cubicBezTo>
                  <a:cubicBezTo>
                    <a:pt x="30784" y="35814"/>
                    <a:pt x="34212" y="35609"/>
                    <a:pt x="37703" y="35111"/>
                  </a:cubicBezTo>
                  <a:cubicBezTo>
                    <a:pt x="37703" y="35111"/>
                    <a:pt x="37107" y="30864"/>
                    <a:pt x="36048" y="24913"/>
                  </a:cubicBezTo>
                  <a:cubicBezTo>
                    <a:pt x="35707" y="22917"/>
                    <a:pt x="35306" y="20714"/>
                    <a:pt x="34843" y="18438"/>
                  </a:cubicBezTo>
                  <a:cubicBezTo>
                    <a:pt x="33651" y="12353"/>
                    <a:pt x="32129" y="5599"/>
                    <a:pt x="30377" y="1"/>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121"/>
            <p:cNvSpPr/>
            <p:nvPr/>
          </p:nvSpPr>
          <p:spPr>
            <a:xfrm>
              <a:off x="-1388094" y="1297100"/>
              <a:ext cx="213000" cy="127500"/>
            </a:xfrm>
            <a:custGeom>
              <a:avLst/>
              <a:gdLst/>
              <a:ahLst/>
              <a:cxnLst/>
              <a:rect l="l" t="t" r="r" b="b"/>
              <a:pathLst>
                <a:path w="8520" h="5100" extrusionOk="0">
                  <a:moveTo>
                    <a:pt x="2118" y="0"/>
                  </a:moveTo>
                  <a:cubicBezTo>
                    <a:pt x="1449" y="1704"/>
                    <a:pt x="743" y="3432"/>
                    <a:pt x="1" y="5099"/>
                  </a:cubicBezTo>
                  <a:lnTo>
                    <a:pt x="8519" y="1606"/>
                  </a:lnTo>
                  <a:lnTo>
                    <a:pt x="211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121"/>
            <p:cNvSpPr/>
            <p:nvPr/>
          </p:nvSpPr>
          <p:spPr>
            <a:xfrm>
              <a:off x="-800125" y="1292225"/>
              <a:ext cx="197800" cy="161875"/>
            </a:xfrm>
            <a:custGeom>
              <a:avLst/>
              <a:gdLst/>
              <a:ahLst/>
              <a:cxnLst/>
              <a:rect l="l" t="t" r="r" b="b"/>
              <a:pathLst>
                <a:path w="7912" h="6475" extrusionOk="0">
                  <a:moveTo>
                    <a:pt x="6707" y="0"/>
                  </a:moveTo>
                  <a:lnTo>
                    <a:pt x="1" y="2787"/>
                  </a:lnTo>
                  <a:lnTo>
                    <a:pt x="7911" y="6475"/>
                  </a:lnTo>
                  <a:cubicBezTo>
                    <a:pt x="7558" y="4479"/>
                    <a:pt x="7157" y="2276"/>
                    <a:pt x="67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121"/>
            <p:cNvSpPr/>
            <p:nvPr/>
          </p:nvSpPr>
          <p:spPr>
            <a:xfrm>
              <a:off x="-1249700" y="234950"/>
              <a:ext cx="559850" cy="700100"/>
            </a:xfrm>
            <a:custGeom>
              <a:avLst/>
              <a:gdLst/>
              <a:ahLst/>
              <a:cxnLst/>
              <a:rect l="l" t="t" r="r" b="b"/>
              <a:pathLst>
                <a:path w="22394" h="28004" extrusionOk="0">
                  <a:moveTo>
                    <a:pt x="15395" y="1"/>
                  </a:moveTo>
                  <a:lnTo>
                    <a:pt x="2349" y="4504"/>
                  </a:lnTo>
                  <a:lnTo>
                    <a:pt x="0" y="26556"/>
                  </a:lnTo>
                  <a:cubicBezTo>
                    <a:pt x="0" y="26556"/>
                    <a:pt x="2358" y="28004"/>
                    <a:pt x="6331" y="28004"/>
                  </a:cubicBezTo>
                  <a:cubicBezTo>
                    <a:pt x="7699" y="28004"/>
                    <a:pt x="9258" y="27832"/>
                    <a:pt x="10978" y="27371"/>
                  </a:cubicBezTo>
                  <a:cubicBezTo>
                    <a:pt x="10978" y="27371"/>
                    <a:pt x="12187" y="27761"/>
                    <a:pt x="14127" y="27761"/>
                  </a:cubicBezTo>
                  <a:cubicBezTo>
                    <a:pt x="16228" y="27761"/>
                    <a:pt x="19186" y="27304"/>
                    <a:pt x="22393" y="25399"/>
                  </a:cubicBezTo>
                  <a:cubicBezTo>
                    <a:pt x="22393" y="25399"/>
                    <a:pt x="19825" y="8958"/>
                    <a:pt x="15395" y="1"/>
                  </a:cubicBez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121"/>
            <p:cNvSpPr/>
            <p:nvPr/>
          </p:nvSpPr>
          <p:spPr>
            <a:xfrm>
              <a:off x="-975275" y="904900"/>
              <a:ext cx="27425" cy="14325"/>
            </a:xfrm>
            <a:custGeom>
              <a:avLst/>
              <a:gdLst/>
              <a:ahLst/>
              <a:cxnLst/>
              <a:rect l="l" t="t" r="r" b="b"/>
              <a:pathLst>
                <a:path w="1097" h="573" extrusionOk="0">
                  <a:moveTo>
                    <a:pt x="1" y="573"/>
                  </a:moveTo>
                  <a:lnTo>
                    <a:pt x="1096" y="1"/>
                  </a:lnTo>
                </a:path>
              </a:pathLst>
            </a:custGeom>
            <a:solidFill>
              <a:srgbClr val="FFFFFF"/>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121"/>
            <p:cNvSpPr/>
            <p:nvPr/>
          </p:nvSpPr>
          <p:spPr>
            <a:xfrm>
              <a:off x="-975275" y="904900"/>
              <a:ext cx="27425" cy="14325"/>
            </a:xfrm>
            <a:custGeom>
              <a:avLst/>
              <a:gdLst/>
              <a:ahLst/>
              <a:cxnLst/>
              <a:rect l="l" t="t" r="r" b="b"/>
              <a:pathLst>
                <a:path w="1097" h="573" fill="none" extrusionOk="0">
                  <a:moveTo>
                    <a:pt x="1" y="573"/>
                  </a:moveTo>
                  <a:lnTo>
                    <a:pt x="1096" y="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121"/>
            <p:cNvSpPr/>
            <p:nvPr/>
          </p:nvSpPr>
          <p:spPr>
            <a:xfrm>
              <a:off x="-1506475" y="282125"/>
              <a:ext cx="503850" cy="1132125"/>
            </a:xfrm>
            <a:custGeom>
              <a:avLst/>
              <a:gdLst/>
              <a:ahLst/>
              <a:cxnLst/>
              <a:rect l="l" t="t" r="r" b="b"/>
              <a:pathLst>
                <a:path w="20154" h="45285" extrusionOk="0">
                  <a:moveTo>
                    <a:pt x="18438" y="0"/>
                  </a:moveTo>
                  <a:lnTo>
                    <a:pt x="11269" y="2617"/>
                  </a:lnTo>
                  <a:cubicBezTo>
                    <a:pt x="9663" y="21139"/>
                    <a:pt x="0" y="41305"/>
                    <a:pt x="0" y="41305"/>
                  </a:cubicBezTo>
                  <a:cubicBezTo>
                    <a:pt x="5574" y="44177"/>
                    <a:pt x="13849" y="45284"/>
                    <a:pt x="13849" y="45284"/>
                  </a:cubicBezTo>
                  <a:cubicBezTo>
                    <a:pt x="20153" y="25180"/>
                    <a:pt x="18438" y="1"/>
                    <a:pt x="18438" y="0"/>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121"/>
            <p:cNvSpPr/>
            <p:nvPr/>
          </p:nvSpPr>
          <p:spPr>
            <a:xfrm>
              <a:off x="-1463900" y="1278825"/>
              <a:ext cx="317675" cy="87650"/>
            </a:xfrm>
            <a:custGeom>
              <a:avLst/>
              <a:gdLst/>
              <a:ahLst/>
              <a:cxnLst/>
              <a:rect l="l" t="t" r="r" b="b"/>
              <a:pathLst>
                <a:path w="12707" h="3506" fill="none" extrusionOk="0">
                  <a:moveTo>
                    <a:pt x="1" y="1"/>
                  </a:moveTo>
                  <a:cubicBezTo>
                    <a:pt x="1" y="1"/>
                    <a:pt x="7218" y="2788"/>
                    <a:pt x="12706" y="3506"/>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121"/>
            <p:cNvSpPr/>
            <p:nvPr/>
          </p:nvSpPr>
          <p:spPr>
            <a:xfrm>
              <a:off x="-1002650" y="221575"/>
              <a:ext cx="479525" cy="1192675"/>
            </a:xfrm>
            <a:custGeom>
              <a:avLst/>
              <a:gdLst/>
              <a:ahLst/>
              <a:cxnLst/>
              <a:rect l="l" t="t" r="r" b="b"/>
              <a:pathLst>
                <a:path w="19181" h="47707" extrusionOk="0">
                  <a:moveTo>
                    <a:pt x="6524" y="0"/>
                  </a:moveTo>
                  <a:lnTo>
                    <a:pt x="0" y="1972"/>
                  </a:lnTo>
                  <a:cubicBezTo>
                    <a:pt x="0" y="1972"/>
                    <a:pt x="6560" y="26859"/>
                    <a:pt x="5988" y="47706"/>
                  </a:cubicBezTo>
                  <a:cubicBezTo>
                    <a:pt x="5988" y="47706"/>
                    <a:pt x="15420" y="47329"/>
                    <a:pt x="19180" y="44786"/>
                  </a:cubicBezTo>
                  <a:cubicBezTo>
                    <a:pt x="19180" y="44786"/>
                    <a:pt x="14677" y="13399"/>
                    <a:pt x="6524" y="0"/>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121"/>
            <p:cNvSpPr/>
            <p:nvPr/>
          </p:nvSpPr>
          <p:spPr>
            <a:xfrm>
              <a:off x="-852350" y="1309550"/>
              <a:ext cx="300625" cy="63625"/>
            </a:xfrm>
            <a:custGeom>
              <a:avLst/>
              <a:gdLst/>
              <a:ahLst/>
              <a:cxnLst/>
              <a:rect l="l" t="t" r="r" b="b"/>
              <a:pathLst>
                <a:path w="12025" h="2545" fill="none" extrusionOk="0">
                  <a:moveTo>
                    <a:pt x="0" y="2544"/>
                  </a:moveTo>
                  <a:cubicBezTo>
                    <a:pt x="0" y="2544"/>
                    <a:pt x="7838" y="1717"/>
                    <a:pt x="12024" y="1"/>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121"/>
            <p:cNvSpPr/>
            <p:nvPr/>
          </p:nvSpPr>
          <p:spPr>
            <a:xfrm>
              <a:off x="-1229625" y="218300"/>
              <a:ext cx="383975" cy="216250"/>
            </a:xfrm>
            <a:custGeom>
              <a:avLst/>
              <a:gdLst/>
              <a:ahLst/>
              <a:cxnLst/>
              <a:rect l="l" t="t" r="r" b="b"/>
              <a:pathLst>
                <a:path w="15359" h="8650" extrusionOk="0">
                  <a:moveTo>
                    <a:pt x="15059" y="0"/>
                  </a:moveTo>
                  <a:cubicBezTo>
                    <a:pt x="15038" y="0"/>
                    <a:pt x="15016" y="3"/>
                    <a:pt x="14994" y="10"/>
                  </a:cubicBezTo>
                  <a:lnTo>
                    <a:pt x="13521" y="423"/>
                  </a:lnTo>
                  <a:lnTo>
                    <a:pt x="7777" y="2054"/>
                  </a:lnTo>
                  <a:lnTo>
                    <a:pt x="1863" y="4160"/>
                  </a:lnTo>
                  <a:lnTo>
                    <a:pt x="110" y="4805"/>
                  </a:lnTo>
                  <a:cubicBezTo>
                    <a:pt x="1" y="4841"/>
                    <a:pt x="1" y="4999"/>
                    <a:pt x="110" y="5036"/>
                  </a:cubicBezTo>
                  <a:lnTo>
                    <a:pt x="9311" y="8626"/>
                  </a:lnTo>
                  <a:cubicBezTo>
                    <a:pt x="9358" y="8642"/>
                    <a:pt x="9405" y="8649"/>
                    <a:pt x="9452" y="8649"/>
                  </a:cubicBezTo>
                  <a:cubicBezTo>
                    <a:pt x="9588" y="8649"/>
                    <a:pt x="9716" y="8585"/>
                    <a:pt x="9797" y="8468"/>
                  </a:cubicBezTo>
                  <a:lnTo>
                    <a:pt x="15250" y="363"/>
                  </a:lnTo>
                  <a:cubicBezTo>
                    <a:pt x="15358" y="210"/>
                    <a:pt x="15234" y="0"/>
                    <a:pt x="15059" y="0"/>
                  </a:cubicBezTo>
                  <a:close/>
                </a:path>
              </a:pathLst>
            </a:custGeom>
            <a:solidFill>
              <a:srgbClr val="FFFFFF"/>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121"/>
            <p:cNvSpPr/>
            <p:nvPr/>
          </p:nvSpPr>
          <p:spPr>
            <a:xfrm>
              <a:off x="-1183375" y="229175"/>
              <a:ext cx="291800" cy="163275"/>
            </a:xfrm>
            <a:custGeom>
              <a:avLst/>
              <a:gdLst/>
              <a:ahLst/>
              <a:cxnLst/>
              <a:rect l="l" t="t" r="r" b="b"/>
              <a:pathLst>
                <a:path w="11672" h="6531" extrusionOk="0">
                  <a:moveTo>
                    <a:pt x="11671" y="1"/>
                  </a:moveTo>
                  <a:lnTo>
                    <a:pt x="5927" y="1619"/>
                  </a:lnTo>
                  <a:lnTo>
                    <a:pt x="1" y="3725"/>
                  </a:lnTo>
                  <a:lnTo>
                    <a:pt x="7156" y="6512"/>
                  </a:lnTo>
                  <a:cubicBezTo>
                    <a:pt x="7188" y="6524"/>
                    <a:pt x="7222" y="6530"/>
                    <a:pt x="7256" y="6530"/>
                  </a:cubicBezTo>
                  <a:cubicBezTo>
                    <a:pt x="7350" y="6530"/>
                    <a:pt x="7443" y="6483"/>
                    <a:pt x="7497" y="6402"/>
                  </a:cubicBezTo>
                  <a:lnTo>
                    <a:pt x="11671" y="1"/>
                  </a:lnTo>
                  <a:close/>
                </a:path>
              </a:pathLst>
            </a:custGeom>
            <a:solidFill>
              <a:srgbClr val="CB1C3E"/>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121"/>
            <p:cNvSpPr/>
            <p:nvPr/>
          </p:nvSpPr>
          <p:spPr>
            <a:xfrm>
              <a:off x="-1092100" y="195400"/>
              <a:ext cx="124450" cy="139375"/>
            </a:xfrm>
            <a:custGeom>
              <a:avLst/>
              <a:gdLst/>
              <a:ahLst/>
              <a:cxnLst/>
              <a:rect l="l" t="t" r="r" b="b"/>
              <a:pathLst>
                <a:path w="4978" h="5575" extrusionOk="0">
                  <a:moveTo>
                    <a:pt x="2678" y="1"/>
                  </a:moveTo>
                  <a:lnTo>
                    <a:pt x="1" y="1339"/>
                  </a:lnTo>
                  <a:lnTo>
                    <a:pt x="475" y="4358"/>
                  </a:lnTo>
                  <a:cubicBezTo>
                    <a:pt x="487" y="4808"/>
                    <a:pt x="329" y="5246"/>
                    <a:pt x="37" y="5575"/>
                  </a:cubicBezTo>
                  <a:lnTo>
                    <a:pt x="4978" y="3834"/>
                  </a:lnTo>
                  <a:cubicBezTo>
                    <a:pt x="4929" y="3822"/>
                    <a:pt x="4868" y="3810"/>
                    <a:pt x="4820" y="3798"/>
                  </a:cubicBezTo>
                  <a:cubicBezTo>
                    <a:pt x="4382" y="3652"/>
                    <a:pt x="4029" y="3311"/>
                    <a:pt x="3858" y="2885"/>
                  </a:cubicBezTo>
                  <a:lnTo>
                    <a:pt x="2836" y="378"/>
                  </a:lnTo>
                  <a:lnTo>
                    <a:pt x="2678" y="1"/>
                  </a:lnTo>
                  <a:close/>
                </a:path>
              </a:pathLst>
            </a:custGeom>
            <a:solidFill>
              <a:srgbClr val="FFFFFF"/>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121"/>
            <p:cNvSpPr/>
            <p:nvPr/>
          </p:nvSpPr>
          <p:spPr>
            <a:xfrm>
              <a:off x="-1092100" y="195400"/>
              <a:ext cx="124450" cy="139375"/>
            </a:xfrm>
            <a:custGeom>
              <a:avLst/>
              <a:gdLst/>
              <a:ahLst/>
              <a:cxnLst/>
              <a:rect l="l" t="t" r="r" b="b"/>
              <a:pathLst>
                <a:path w="4978" h="5575" fill="none" extrusionOk="0">
                  <a:moveTo>
                    <a:pt x="4978" y="3834"/>
                  </a:moveTo>
                  <a:cubicBezTo>
                    <a:pt x="4929" y="3822"/>
                    <a:pt x="4868" y="3810"/>
                    <a:pt x="4820" y="3798"/>
                  </a:cubicBezTo>
                  <a:cubicBezTo>
                    <a:pt x="4382" y="3652"/>
                    <a:pt x="4029" y="3311"/>
                    <a:pt x="3858" y="2885"/>
                  </a:cubicBezTo>
                  <a:lnTo>
                    <a:pt x="2836" y="378"/>
                  </a:lnTo>
                  <a:lnTo>
                    <a:pt x="2678" y="1"/>
                  </a:lnTo>
                  <a:lnTo>
                    <a:pt x="1" y="1339"/>
                  </a:lnTo>
                  <a:lnTo>
                    <a:pt x="475" y="4358"/>
                  </a:lnTo>
                  <a:cubicBezTo>
                    <a:pt x="487" y="4808"/>
                    <a:pt x="329" y="5246"/>
                    <a:pt x="37" y="5575"/>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121"/>
            <p:cNvSpPr/>
            <p:nvPr/>
          </p:nvSpPr>
          <p:spPr>
            <a:xfrm>
              <a:off x="-1183075" y="229175"/>
              <a:ext cx="291500" cy="163275"/>
            </a:xfrm>
            <a:custGeom>
              <a:avLst/>
              <a:gdLst/>
              <a:ahLst/>
              <a:cxnLst/>
              <a:rect l="l" t="t" r="r" b="b"/>
              <a:pathLst>
                <a:path w="11660" h="6531" extrusionOk="0">
                  <a:moveTo>
                    <a:pt x="11659" y="1"/>
                  </a:moveTo>
                  <a:lnTo>
                    <a:pt x="8045" y="1023"/>
                  </a:lnTo>
                  <a:cubicBezTo>
                    <a:pt x="8118" y="1571"/>
                    <a:pt x="7814" y="2045"/>
                    <a:pt x="7376" y="2386"/>
                  </a:cubicBezTo>
                  <a:cubicBezTo>
                    <a:pt x="6682" y="2934"/>
                    <a:pt x="5842" y="3092"/>
                    <a:pt x="4552" y="3116"/>
                  </a:cubicBezTo>
                  <a:cubicBezTo>
                    <a:pt x="4539" y="3116"/>
                    <a:pt x="4525" y="3117"/>
                    <a:pt x="4512" y="3117"/>
                  </a:cubicBezTo>
                  <a:cubicBezTo>
                    <a:pt x="4040" y="3117"/>
                    <a:pt x="3594" y="2911"/>
                    <a:pt x="3287" y="2556"/>
                  </a:cubicBezTo>
                  <a:lnTo>
                    <a:pt x="1" y="3725"/>
                  </a:lnTo>
                  <a:lnTo>
                    <a:pt x="7144" y="6512"/>
                  </a:lnTo>
                  <a:cubicBezTo>
                    <a:pt x="7176" y="6524"/>
                    <a:pt x="7210" y="6530"/>
                    <a:pt x="7244" y="6530"/>
                  </a:cubicBezTo>
                  <a:cubicBezTo>
                    <a:pt x="7338" y="6530"/>
                    <a:pt x="7431" y="6483"/>
                    <a:pt x="7485" y="6402"/>
                  </a:cubicBezTo>
                  <a:lnTo>
                    <a:pt x="11659" y="1"/>
                  </a:ln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121"/>
            <p:cNvSpPr/>
            <p:nvPr/>
          </p:nvSpPr>
          <p:spPr>
            <a:xfrm>
              <a:off x="-1212625" y="131950"/>
              <a:ext cx="69425" cy="60875"/>
            </a:xfrm>
            <a:custGeom>
              <a:avLst/>
              <a:gdLst/>
              <a:ahLst/>
              <a:cxnLst/>
              <a:rect l="l" t="t" r="r" b="b"/>
              <a:pathLst>
                <a:path w="2777" h="2435" extrusionOk="0">
                  <a:moveTo>
                    <a:pt x="1243" y="1"/>
                  </a:moveTo>
                  <a:cubicBezTo>
                    <a:pt x="1018" y="1"/>
                    <a:pt x="777" y="72"/>
                    <a:pt x="562" y="287"/>
                  </a:cubicBezTo>
                  <a:cubicBezTo>
                    <a:pt x="1" y="859"/>
                    <a:pt x="941" y="2434"/>
                    <a:pt x="2196" y="2434"/>
                  </a:cubicBezTo>
                  <a:cubicBezTo>
                    <a:pt x="2384" y="2434"/>
                    <a:pt x="2579" y="2399"/>
                    <a:pt x="2777" y="2320"/>
                  </a:cubicBezTo>
                  <a:lnTo>
                    <a:pt x="2083" y="287"/>
                  </a:lnTo>
                  <a:cubicBezTo>
                    <a:pt x="2083" y="287"/>
                    <a:pt x="1694" y="1"/>
                    <a:pt x="1243" y="1"/>
                  </a:cubicBezTo>
                  <a:close/>
                </a:path>
              </a:pathLst>
            </a:custGeom>
            <a:solidFill>
              <a:srgbClr val="FFFFFF"/>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121"/>
            <p:cNvSpPr/>
            <p:nvPr/>
          </p:nvSpPr>
          <p:spPr>
            <a:xfrm>
              <a:off x="-1028825" y="88350"/>
              <a:ext cx="55700" cy="71475"/>
            </a:xfrm>
            <a:custGeom>
              <a:avLst/>
              <a:gdLst/>
              <a:ahLst/>
              <a:cxnLst/>
              <a:rect l="l" t="t" r="r" b="b"/>
              <a:pathLst>
                <a:path w="2228" h="2859" extrusionOk="0">
                  <a:moveTo>
                    <a:pt x="1022" y="1"/>
                  </a:moveTo>
                  <a:cubicBezTo>
                    <a:pt x="365" y="1"/>
                    <a:pt x="1" y="729"/>
                    <a:pt x="1" y="729"/>
                  </a:cubicBezTo>
                  <a:lnTo>
                    <a:pt x="281" y="2859"/>
                  </a:lnTo>
                  <a:cubicBezTo>
                    <a:pt x="1912" y="2725"/>
                    <a:pt x="2228" y="352"/>
                    <a:pt x="1352" y="60"/>
                  </a:cubicBezTo>
                  <a:cubicBezTo>
                    <a:pt x="1235" y="19"/>
                    <a:pt x="1125" y="1"/>
                    <a:pt x="1022" y="1"/>
                  </a:cubicBezTo>
                  <a:close/>
                </a:path>
              </a:pathLst>
            </a:custGeom>
            <a:solidFill>
              <a:srgbClr val="FFFFFF"/>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121"/>
            <p:cNvSpPr/>
            <p:nvPr/>
          </p:nvSpPr>
          <p:spPr>
            <a:xfrm>
              <a:off x="-1175475" y="11650"/>
              <a:ext cx="166450" cy="228025"/>
            </a:xfrm>
            <a:custGeom>
              <a:avLst/>
              <a:gdLst/>
              <a:ahLst/>
              <a:cxnLst/>
              <a:rect l="l" t="t" r="r" b="b"/>
              <a:pathLst>
                <a:path w="6658" h="9121" extrusionOk="0">
                  <a:moveTo>
                    <a:pt x="3311" y="0"/>
                  </a:moveTo>
                  <a:lnTo>
                    <a:pt x="1" y="3663"/>
                  </a:lnTo>
                  <a:cubicBezTo>
                    <a:pt x="1" y="3663"/>
                    <a:pt x="269" y="4868"/>
                    <a:pt x="646" y="6085"/>
                  </a:cubicBezTo>
                  <a:cubicBezTo>
                    <a:pt x="841" y="6730"/>
                    <a:pt x="1072" y="7351"/>
                    <a:pt x="1364" y="7947"/>
                  </a:cubicBezTo>
                  <a:cubicBezTo>
                    <a:pt x="1838" y="8831"/>
                    <a:pt x="2727" y="9121"/>
                    <a:pt x="3573" y="9121"/>
                  </a:cubicBezTo>
                  <a:cubicBezTo>
                    <a:pt x="4008" y="9121"/>
                    <a:pt x="4433" y="9044"/>
                    <a:pt x="4784" y="8933"/>
                  </a:cubicBezTo>
                  <a:cubicBezTo>
                    <a:pt x="5648" y="8665"/>
                    <a:pt x="6658" y="7984"/>
                    <a:pt x="6256" y="4892"/>
                  </a:cubicBezTo>
                  <a:cubicBezTo>
                    <a:pt x="6147" y="4101"/>
                    <a:pt x="6001" y="3310"/>
                    <a:pt x="5794" y="2544"/>
                  </a:cubicBezTo>
                  <a:lnTo>
                    <a:pt x="3311" y="0"/>
                  </a:lnTo>
                  <a:close/>
                </a:path>
              </a:pathLst>
            </a:custGeom>
            <a:solidFill>
              <a:srgbClr val="FFFFFF"/>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121"/>
            <p:cNvSpPr/>
            <p:nvPr/>
          </p:nvSpPr>
          <p:spPr>
            <a:xfrm>
              <a:off x="-1186125" y="-7225"/>
              <a:ext cx="167075" cy="141200"/>
            </a:xfrm>
            <a:custGeom>
              <a:avLst/>
              <a:gdLst/>
              <a:ahLst/>
              <a:cxnLst/>
              <a:rect l="l" t="t" r="r" b="b"/>
              <a:pathLst>
                <a:path w="6683" h="5648" extrusionOk="0">
                  <a:moveTo>
                    <a:pt x="4329" y="1"/>
                  </a:moveTo>
                  <a:cubicBezTo>
                    <a:pt x="4202" y="1"/>
                    <a:pt x="4073" y="17"/>
                    <a:pt x="3944" y="49"/>
                  </a:cubicBezTo>
                  <a:lnTo>
                    <a:pt x="1826" y="609"/>
                  </a:lnTo>
                  <a:cubicBezTo>
                    <a:pt x="743" y="901"/>
                    <a:pt x="1" y="1911"/>
                    <a:pt x="50" y="3043"/>
                  </a:cubicBezTo>
                  <a:lnTo>
                    <a:pt x="123" y="4637"/>
                  </a:lnTo>
                  <a:cubicBezTo>
                    <a:pt x="187" y="5059"/>
                    <a:pt x="555" y="5342"/>
                    <a:pt x="951" y="5342"/>
                  </a:cubicBezTo>
                  <a:cubicBezTo>
                    <a:pt x="1081" y="5342"/>
                    <a:pt x="1213" y="5312"/>
                    <a:pt x="1340" y="5246"/>
                  </a:cubicBezTo>
                  <a:cubicBezTo>
                    <a:pt x="2167" y="4808"/>
                    <a:pt x="3275" y="3871"/>
                    <a:pt x="3932" y="1875"/>
                  </a:cubicBezTo>
                  <a:cubicBezTo>
                    <a:pt x="4200" y="2374"/>
                    <a:pt x="4565" y="2812"/>
                    <a:pt x="5015" y="3165"/>
                  </a:cubicBezTo>
                  <a:cubicBezTo>
                    <a:pt x="5684" y="3639"/>
                    <a:pt x="6195" y="4309"/>
                    <a:pt x="6488" y="5075"/>
                  </a:cubicBezTo>
                  <a:lnTo>
                    <a:pt x="6682" y="5647"/>
                  </a:lnTo>
                  <a:lnTo>
                    <a:pt x="5843" y="1242"/>
                  </a:lnTo>
                  <a:cubicBezTo>
                    <a:pt x="5698" y="507"/>
                    <a:pt x="5051" y="1"/>
                    <a:pt x="43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81" name="Google Shape;6481;p121"/>
          <p:cNvSpPr txBox="1"/>
          <p:nvPr/>
        </p:nvSpPr>
        <p:spPr>
          <a:xfrm>
            <a:off x="718100" y="1194000"/>
            <a:ext cx="7720500" cy="582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accent5"/>
                </a:solidFill>
                <a:latin typeface="Didact Gothic"/>
                <a:ea typeface="Didact Gothic"/>
                <a:cs typeface="Didact Gothic"/>
                <a:sym typeface="Didact Gothic"/>
              </a:rPr>
              <a:t>Here’s an assortment of alternative resources whose style fits the one of this template:</a:t>
            </a:r>
            <a:endParaRPr sz="1600">
              <a:solidFill>
                <a:schemeClr val="accent5"/>
              </a:solidFill>
              <a:latin typeface="Didact Gothic"/>
              <a:ea typeface="Didact Gothic"/>
              <a:cs typeface="Didact Gothic"/>
              <a:sym typeface="Didact Gothic"/>
            </a:endParaRPr>
          </a:p>
          <a:p>
            <a:pPr marL="457200" marR="50800" lvl="0" indent="-330200" algn="l" rtl="0">
              <a:spcBef>
                <a:spcPts val="0"/>
              </a:spcBef>
              <a:spcAft>
                <a:spcPts val="0"/>
              </a:spcAft>
              <a:buClr>
                <a:schemeClr val="accent5"/>
              </a:buClr>
              <a:buSzPts val="1600"/>
              <a:buFont typeface="Didact Gothic"/>
              <a:buChar char="●"/>
            </a:pPr>
            <a:r>
              <a:rPr lang="en" sz="1600">
                <a:solidFill>
                  <a:schemeClr val="hlink"/>
                </a:solidFill>
                <a:uFill>
                  <a:noFill/>
                </a:uFill>
                <a:latin typeface="Didact Gothic"/>
                <a:ea typeface="Didact Gothic"/>
                <a:cs typeface="Didact Gothic"/>
                <a:sym typeface="Didact Gothic"/>
                <a:hlinkClick r:id="rId3"/>
              </a:rPr>
              <a:t>Illustration of online certification on computer screen</a:t>
            </a:r>
            <a:endParaRPr sz="1600">
              <a:solidFill>
                <a:schemeClr val="accent5"/>
              </a:solidFill>
              <a:highlight>
                <a:srgbClr val="FAFAFA"/>
              </a:highlight>
              <a:latin typeface="Didact Gothic"/>
              <a:ea typeface="Didact Gothic"/>
              <a:cs typeface="Didact Gothic"/>
              <a:sym typeface="Didact Gothic"/>
            </a:endParaRPr>
          </a:p>
        </p:txBody>
      </p:sp>
      <p:grpSp>
        <p:nvGrpSpPr>
          <p:cNvPr id="6482" name="Google Shape;6482;p121"/>
          <p:cNvGrpSpPr/>
          <p:nvPr/>
        </p:nvGrpSpPr>
        <p:grpSpPr>
          <a:xfrm>
            <a:off x="861967" y="2120342"/>
            <a:ext cx="4079293" cy="2261833"/>
            <a:chOff x="358925" y="969900"/>
            <a:chExt cx="6982700" cy="3871675"/>
          </a:xfrm>
        </p:grpSpPr>
        <p:sp>
          <p:nvSpPr>
            <p:cNvPr id="6483" name="Google Shape;6483;p121"/>
            <p:cNvSpPr/>
            <p:nvPr/>
          </p:nvSpPr>
          <p:spPr>
            <a:xfrm>
              <a:off x="5358275" y="1302750"/>
              <a:ext cx="1983350" cy="1472975"/>
            </a:xfrm>
            <a:custGeom>
              <a:avLst/>
              <a:gdLst/>
              <a:ahLst/>
              <a:cxnLst/>
              <a:rect l="l" t="t" r="r" b="b"/>
              <a:pathLst>
                <a:path w="79334" h="58919" extrusionOk="0">
                  <a:moveTo>
                    <a:pt x="39667" y="0"/>
                  </a:moveTo>
                  <a:cubicBezTo>
                    <a:pt x="35168" y="10152"/>
                    <a:pt x="33922" y="20669"/>
                    <a:pt x="34135" y="29909"/>
                  </a:cubicBezTo>
                  <a:cubicBezTo>
                    <a:pt x="34135" y="30381"/>
                    <a:pt x="33745" y="30669"/>
                    <a:pt x="33359" y="30669"/>
                  </a:cubicBezTo>
                  <a:cubicBezTo>
                    <a:pt x="33099" y="30669"/>
                    <a:pt x="32841" y="30538"/>
                    <a:pt x="32706" y="30244"/>
                  </a:cubicBezTo>
                  <a:cubicBezTo>
                    <a:pt x="29423" y="22797"/>
                    <a:pt x="24590" y="15046"/>
                    <a:pt x="17478" y="8572"/>
                  </a:cubicBezTo>
                  <a:lnTo>
                    <a:pt x="17478" y="8572"/>
                  </a:lnTo>
                  <a:cubicBezTo>
                    <a:pt x="17447" y="19271"/>
                    <a:pt x="20517" y="28967"/>
                    <a:pt x="24378" y="36931"/>
                  </a:cubicBezTo>
                  <a:cubicBezTo>
                    <a:pt x="24607" y="37480"/>
                    <a:pt x="24163" y="37995"/>
                    <a:pt x="23670" y="37995"/>
                  </a:cubicBezTo>
                  <a:cubicBezTo>
                    <a:pt x="23509" y="37995"/>
                    <a:pt x="23342" y="37940"/>
                    <a:pt x="23192" y="37812"/>
                  </a:cubicBezTo>
                  <a:cubicBezTo>
                    <a:pt x="18207" y="33466"/>
                    <a:pt x="12037" y="29423"/>
                    <a:pt x="4742" y="26991"/>
                  </a:cubicBezTo>
                  <a:lnTo>
                    <a:pt x="4742" y="26991"/>
                  </a:lnTo>
                  <a:cubicBezTo>
                    <a:pt x="8298" y="35107"/>
                    <a:pt x="13800" y="41521"/>
                    <a:pt x="19393" y="46353"/>
                  </a:cubicBezTo>
                  <a:cubicBezTo>
                    <a:pt x="19915" y="46848"/>
                    <a:pt x="19518" y="47690"/>
                    <a:pt x="18875" y="47690"/>
                  </a:cubicBezTo>
                  <a:cubicBezTo>
                    <a:pt x="18807" y="47690"/>
                    <a:pt x="18736" y="47681"/>
                    <a:pt x="18663" y="47660"/>
                  </a:cubicBezTo>
                  <a:cubicBezTo>
                    <a:pt x="13920" y="46127"/>
                    <a:pt x="8989" y="45368"/>
                    <a:pt x="4017" y="45368"/>
                  </a:cubicBezTo>
                  <a:cubicBezTo>
                    <a:pt x="2680" y="45368"/>
                    <a:pt x="1340" y="45423"/>
                    <a:pt x="0" y="45533"/>
                  </a:cubicBezTo>
                  <a:cubicBezTo>
                    <a:pt x="13466" y="57885"/>
                    <a:pt x="32013" y="58918"/>
                    <a:pt x="37839" y="58918"/>
                  </a:cubicBezTo>
                  <a:cubicBezTo>
                    <a:pt x="39010" y="58918"/>
                    <a:pt x="39667" y="58876"/>
                    <a:pt x="39667" y="58876"/>
                  </a:cubicBezTo>
                  <a:cubicBezTo>
                    <a:pt x="39667" y="58876"/>
                    <a:pt x="40304" y="58916"/>
                    <a:pt x="41440" y="58916"/>
                  </a:cubicBezTo>
                  <a:cubicBezTo>
                    <a:pt x="47206" y="58916"/>
                    <a:pt x="65825" y="57898"/>
                    <a:pt x="79333" y="45533"/>
                  </a:cubicBezTo>
                  <a:cubicBezTo>
                    <a:pt x="77993" y="45423"/>
                    <a:pt x="76653" y="45368"/>
                    <a:pt x="75316" y="45368"/>
                  </a:cubicBezTo>
                  <a:cubicBezTo>
                    <a:pt x="70345" y="45368"/>
                    <a:pt x="65413" y="46127"/>
                    <a:pt x="60670" y="47660"/>
                  </a:cubicBezTo>
                  <a:cubicBezTo>
                    <a:pt x="60613" y="47672"/>
                    <a:pt x="60558" y="47678"/>
                    <a:pt x="60505" y="47678"/>
                  </a:cubicBezTo>
                  <a:cubicBezTo>
                    <a:pt x="59871" y="47678"/>
                    <a:pt x="59494" y="46891"/>
                    <a:pt x="59971" y="46414"/>
                  </a:cubicBezTo>
                  <a:cubicBezTo>
                    <a:pt x="65533" y="41551"/>
                    <a:pt x="71035" y="35137"/>
                    <a:pt x="74622" y="27022"/>
                  </a:cubicBezTo>
                  <a:lnTo>
                    <a:pt x="74622" y="27022"/>
                  </a:lnTo>
                  <a:cubicBezTo>
                    <a:pt x="67296" y="29484"/>
                    <a:pt x="61156" y="33496"/>
                    <a:pt x="56141" y="37843"/>
                  </a:cubicBezTo>
                  <a:cubicBezTo>
                    <a:pt x="55991" y="37970"/>
                    <a:pt x="55824" y="38026"/>
                    <a:pt x="55663" y="38026"/>
                  </a:cubicBezTo>
                  <a:cubicBezTo>
                    <a:pt x="55172" y="38026"/>
                    <a:pt x="54734" y="37511"/>
                    <a:pt x="54986" y="36961"/>
                  </a:cubicBezTo>
                  <a:cubicBezTo>
                    <a:pt x="58816" y="28998"/>
                    <a:pt x="61886" y="19332"/>
                    <a:pt x="61856" y="8602"/>
                  </a:cubicBezTo>
                  <a:lnTo>
                    <a:pt x="61856" y="8602"/>
                  </a:lnTo>
                  <a:cubicBezTo>
                    <a:pt x="54773" y="15076"/>
                    <a:pt x="49940" y="22797"/>
                    <a:pt x="46658" y="30274"/>
                  </a:cubicBezTo>
                  <a:cubicBezTo>
                    <a:pt x="46512" y="30566"/>
                    <a:pt x="46244" y="30697"/>
                    <a:pt x="45978" y="30697"/>
                  </a:cubicBezTo>
                  <a:cubicBezTo>
                    <a:pt x="45578" y="30697"/>
                    <a:pt x="45180" y="30402"/>
                    <a:pt x="45199" y="29909"/>
                  </a:cubicBezTo>
                  <a:cubicBezTo>
                    <a:pt x="45442" y="20639"/>
                    <a:pt x="44165" y="10152"/>
                    <a:pt x="39667" y="0"/>
                  </a:cubicBezTo>
                  <a:close/>
                </a:path>
              </a:pathLst>
            </a:custGeom>
            <a:solidFill>
              <a:srgbClr val="FFFFFF"/>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121"/>
            <p:cNvSpPr/>
            <p:nvPr/>
          </p:nvSpPr>
          <p:spPr>
            <a:xfrm>
              <a:off x="5886400" y="2727525"/>
              <a:ext cx="927850" cy="2113275"/>
            </a:xfrm>
            <a:custGeom>
              <a:avLst/>
              <a:gdLst/>
              <a:ahLst/>
              <a:cxnLst/>
              <a:rect l="l" t="t" r="r" b="b"/>
              <a:pathLst>
                <a:path w="37114" h="84531" extrusionOk="0">
                  <a:moveTo>
                    <a:pt x="0" y="1"/>
                  </a:moveTo>
                  <a:lnTo>
                    <a:pt x="0" y="55989"/>
                  </a:lnTo>
                  <a:cubicBezTo>
                    <a:pt x="0" y="59880"/>
                    <a:pt x="547" y="63771"/>
                    <a:pt x="1611" y="67540"/>
                  </a:cubicBezTo>
                  <a:cubicBezTo>
                    <a:pt x="1672" y="67783"/>
                    <a:pt x="1763" y="68026"/>
                    <a:pt x="1824" y="68300"/>
                  </a:cubicBezTo>
                  <a:cubicBezTo>
                    <a:pt x="3101" y="72373"/>
                    <a:pt x="4894" y="76294"/>
                    <a:pt x="7234" y="79880"/>
                  </a:cubicBezTo>
                  <a:lnTo>
                    <a:pt x="7234" y="84531"/>
                  </a:lnTo>
                  <a:lnTo>
                    <a:pt x="29849" y="84531"/>
                  </a:lnTo>
                  <a:lnTo>
                    <a:pt x="29849" y="79880"/>
                  </a:lnTo>
                  <a:cubicBezTo>
                    <a:pt x="32189" y="76294"/>
                    <a:pt x="34013" y="72373"/>
                    <a:pt x="35259" y="68300"/>
                  </a:cubicBezTo>
                  <a:cubicBezTo>
                    <a:pt x="36475" y="64318"/>
                    <a:pt x="37113" y="60154"/>
                    <a:pt x="37113" y="55989"/>
                  </a:cubicBezTo>
                  <a:lnTo>
                    <a:pt x="37113" y="1"/>
                  </a:ln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121"/>
            <p:cNvSpPr/>
            <p:nvPr/>
          </p:nvSpPr>
          <p:spPr>
            <a:xfrm>
              <a:off x="5906793" y="2768965"/>
              <a:ext cx="686700" cy="2043326"/>
            </a:xfrm>
            <a:custGeom>
              <a:avLst/>
              <a:gdLst/>
              <a:ahLst/>
              <a:cxnLst/>
              <a:rect l="l" t="t" r="r" b="b"/>
              <a:pathLst>
                <a:path w="27468" h="84531" extrusionOk="0">
                  <a:moveTo>
                    <a:pt x="0" y="1"/>
                  </a:moveTo>
                  <a:lnTo>
                    <a:pt x="0" y="55989"/>
                  </a:lnTo>
                  <a:cubicBezTo>
                    <a:pt x="0" y="59880"/>
                    <a:pt x="547" y="63771"/>
                    <a:pt x="1611" y="67540"/>
                  </a:cubicBezTo>
                  <a:cubicBezTo>
                    <a:pt x="1672" y="67783"/>
                    <a:pt x="1763" y="68026"/>
                    <a:pt x="1824" y="68300"/>
                  </a:cubicBezTo>
                  <a:cubicBezTo>
                    <a:pt x="3101" y="72373"/>
                    <a:pt x="4894" y="76294"/>
                    <a:pt x="7234" y="79880"/>
                  </a:cubicBezTo>
                  <a:lnTo>
                    <a:pt x="7234" y="84531"/>
                  </a:lnTo>
                  <a:lnTo>
                    <a:pt x="14681" y="84531"/>
                  </a:lnTo>
                  <a:lnTo>
                    <a:pt x="14681" y="82403"/>
                  </a:lnTo>
                  <a:cubicBezTo>
                    <a:pt x="14681" y="81005"/>
                    <a:pt x="15806" y="79880"/>
                    <a:pt x="17204" y="79880"/>
                  </a:cubicBezTo>
                  <a:lnTo>
                    <a:pt x="26414" y="79880"/>
                  </a:lnTo>
                  <a:cubicBezTo>
                    <a:pt x="26425" y="79881"/>
                    <a:pt x="26436" y="79881"/>
                    <a:pt x="26447" y="79881"/>
                  </a:cubicBezTo>
                  <a:cubicBezTo>
                    <a:pt x="27241" y="79881"/>
                    <a:pt x="27468" y="78782"/>
                    <a:pt x="26718" y="78513"/>
                  </a:cubicBezTo>
                  <a:lnTo>
                    <a:pt x="8511" y="70519"/>
                  </a:lnTo>
                  <a:cubicBezTo>
                    <a:pt x="7538" y="70093"/>
                    <a:pt x="6809" y="69303"/>
                    <a:pt x="6505" y="68269"/>
                  </a:cubicBezTo>
                  <a:cubicBezTo>
                    <a:pt x="6414" y="68026"/>
                    <a:pt x="6353" y="67783"/>
                    <a:pt x="6262" y="67509"/>
                  </a:cubicBezTo>
                  <a:cubicBezTo>
                    <a:pt x="5198" y="63771"/>
                    <a:pt x="4651" y="59910"/>
                    <a:pt x="4651" y="55989"/>
                  </a:cubicBezTo>
                  <a:lnTo>
                    <a:pt x="465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121"/>
            <p:cNvSpPr/>
            <p:nvPr/>
          </p:nvSpPr>
          <p:spPr>
            <a:xfrm>
              <a:off x="1167450" y="1482825"/>
              <a:ext cx="616300" cy="3357975"/>
            </a:xfrm>
            <a:custGeom>
              <a:avLst/>
              <a:gdLst/>
              <a:ahLst/>
              <a:cxnLst/>
              <a:rect l="l" t="t" r="r" b="b"/>
              <a:pathLst>
                <a:path w="24652" h="134319" extrusionOk="0">
                  <a:moveTo>
                    <a:pt x="12402" y="1"/>
                  </a:moveTo>
                  <a:cubicBezTo>
                    <a:pt x="3162" y="1"/>
                    <a:pt x="1" y="3466"/>
                    <a:pt x="1" y="3466"/>
                  </a:cubicBezTo>
                  <a:lnTo>
                    <a:pt x="1" y="134319"/>
                  </a:lnTo>
                  <a:lnTo>
                    <a:pt x="24652" y="134319"/>
                  </a:lnTo>
                  <a:lnTo>
                    <a:pt x="24652" y="3466"/>
                  </a:lnTo>
                  <a:cubicBezTo>
                    <a:pt x="24652" y="3466"/>
                    <a:pt x="21673" y="1"/>
                    <a:pt x="12402" y="1"/>
                  </a:cubicBezTo>
                  <a:close/>
                </a:path>
              </a:pathLst>
            </a:custGeom>
            <a:solidFill>
              <a:schemeClr val="lt2"/>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121"/>
            <p:cNvSpPr/>
            <p:nvPr/>
          </p:nvSpPr>
          <p:spPr>
            <a:xfrm>
              <a:off x="1266250" y="1423950"/>
              <a:ext cx="471925" cy="3416850"/>
            </a:xfrm>
            <a:custGeom>
              <a:avLst/>
              <a:gdLst/>
              <a:ahLst/>
              <a:cxnLst/>
              <a:rect l="l" t="t" r="r" b="b"/>
              <a:pathLst>
                <a:path w="18877" h="136674" extrusionOk="0">
                  <a:moveTo>
                    <a:pt x="9038" y="0"/>
                  </a:moveTo>
                  <a:cubicBezTo>
                    <a:pt x="4456" y="0"/>
                    <a:pt x="0" y="1574"/>
                    <a:pt x="0" y="3937"/>
                  </a:cubicBezTo>
                  <a:lnTo>
                    <a:pt x="0" y="136674"/>
                  </a:lnTo>
                  <a:lnTo>
                    <a:pt x="18876" y="136674"/>
                  </a:lnTo>
                  <a:lnTo>
                    <a:pt x="18876" y="6216"/>
                  </a:lnTo>
                  <a:cubicBezTo>
                    <a:pt x="18876" y="1762"/>
                    <a:pt x="13886" y="0"/>
                    <a:pt x="9038" y="0"/>
                  </a:cubicBezTo>
                  <a:close/>
                </a:path>
              </a:pathLst>
            </a:custGeom>
            <a:solidFill>
              <a:schemeClr val="accent5"/>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121"/>
            <p:cNvSpPr/>
            <p:nvPr/>
          </p:nvSpPr>
          <p:spPr>
            <a:xfrm>
              <a:off x="1266250" y="1483925"/>
              <a:ext cx="364775" cy="3269500"/>
            </a:xfrm>
            <a:custGeom>
              <a:avLst/>
              <a:gdLst/>
              <a:ahLst/>
              <a:cxnLst/>
              <a:rect l="l" t="t" r="r" b="b"/>
              <a:pathLst>
                <a:path w="14591" h="130780" extrusionOk="0">
                  <a:moveTo>
                    <a:pt x="9311" y="1"/>
                  </a:moveTo>
                  <a:cubicBezTo>
                    <a:pt x="6881" y="1"/>
                    <a:pt x="4529" y="538"/>
                    <a:pt x="4529" y="1538"/>
                  </a:cubicBezTo>
                  <a:lnTo>
                    <a:pt x="0" y="130779"/>
                  </a:lnTo>
                  <a:lnTo>
                    <a:pt x="14590" y="130779"/>
                  </a:lnTo>
                  <a:lnTo>
                    <a:pt x="14590" y="1933"/>
                  </a:lnTo>
                  <a:cubicBezTo>
                    <a:pt x="14590" y="614"/>
                    <a:pt x="11906" y="1"/>
                    <a:pt x="9311" y="1"/>
                  </a:cubicBezTo>
                  <a:close/>
                </a:path>
              </a:pathLst>
            </a:custGeom>
            <a:solidFill>
              <a:schemeClr val="lt2"/>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121"/>
            <p:cNvSpPr/>
            <p:nvPr/>
          </p:nvSpPr>
          <p:spPr>
            <a:xfrm>
              <a:off x="1266250" y="1522350"/>
              <a:ext cx="364775" cy="3271350"/>
            </a:xfrm>
            <a:custGeom>
              <a:avLst/>
              <a:gdLst/>
              <a:ahLst/>
              <a:cxnLst/>
              <a:rect l="l" t="t" r="r" b="b"/>
              <a:pathLst>
                <a:path w="14591" h="130854" extrusionOk="0">
                  <a:moveTo>
                    <a:pt x="0" y="1"/>
                  </a:moveTo>
                  <a:lnTo>
                    <a:pt x="0" y="130853"/>
                  </a:lnTo>
                  <a:lnTo>
                    <a:pt x="14590" y="130853"/>
                  </a:lnTo>
                  <a:lnTo>
                    <a:pt x="14590" y="396"/>
                  </a:lnTo>
                  <a:cubicBezTo>
                    <a:pt x="12444" y="1157"/>
                    <a:pt x="10264" y="1423"/>
                    <a:pt x="8266" y="1423"/>
                  </a:cubicBezTo>
                  <a:cubicBezTo>
                    <a:pt x="3645" y="1423"/>
                    <a:pt x="0" y="1"/>
                    <a:pt x="0" y="1"/>
                  </a:cubicBezTo>
                  <a:close/>
                </a:path>
              </a:pathLst>
            </a:custGeom>
            <a:solidFill>
              <a:schemeClr val="lt2"/>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121"/>
            <p:cNvSpPr/>
            <p:nvPr/>
          </p:nvSpPr>
          <p:spPr>
            <a:xfrm>
              <a:off x="1167450" y="1569475"/>
              <a:ext cx="570725" cy="3271325"/>
            </a:xfrm>
            <a:custGeom>
              <a:avLst/>
              <a:gdLst/>
              <a:ahLst/>
              <a:cxnLst/>
              <a:rect l="l" t="t" r="r" b="b"/>
              <a:pathLst>
                <a:path w="22829" h="130853" extrusionOk="0">
                  <a:moveTo>
                    <a:pt x="1" y="0"/>
                  </a:moveTo>
                  <a:lnTo>
                    <a:pt x="1" y="130853"/>
                  </a:lnTo>
                  <a:lnTo>
                    <a:pt x="22828" y="130853"/>
                  </a:lnTo>
                  <a:lnTo>
                    <a:pt x="22828" y="395"/>
                  </a:lnTo>
                  <a:cubicBezTo>
                    <a:pt x="22828" y="395"/>
                    <a:pt x="19393" y="2918"/>
                    <a:pt x="12342" y="2918"/>
                  </a:cubicBezTo>
                  <a:cubicBezTo>
                    <a:pt x="4226" y="2918"/>
                    <a:pt x="1" y="0"/>
                    <a:pt x="1" y="0"/>
                  </a:cubicBezTo>
                  <a:close/>
                </a:path>
              </a:pathLst>
            </a:custGeom>
            <a:solidFill>
              <a:schemeClr val="lt2"/>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121"/>
            <p:cNvSpPr/>
            <p:nvPr/>
          </p:nvSpPr>
          <p:spPr>
            <a:xfrm>
              <a:off x="1129475" y="2616500"/>
              <a:ext cx="692275" cy="851200"/>
            </a:xfrm>
            <a:custGeom>
              <a:avLst/>
              <a:gdLst/>
              <a:ahLst/>
              <a:cxnLst/>
              <a:rect l="l" t="t" r="r" b="b"/>
              <a:pathLst>
                <a:path w="27691" h="34048" extrusionOk="0">
                  <a:moveTo>
                    <a:pt x="14878" y="1"/>
                  </a:moveTo>
                  <a:cubicBezTo>
                    <a:pt x="6674" y="1"/>
                    <a:pt x="0" y="1433"/>
                    <a:pt x="0" y="1433"/>
                  </a:cubicBezTo>
                  <a:lnTo>
                    <a:pt x="0" y="34047"/>
                  </a:lnTo>
                  <a:cubicBezTo>
                    <a:pt x="4605" y="33637"/>
                    <a:pt x="9225" y="33432"/>
                    <a:pt x="13845" y="33432"/>
                  </a:cubicBezTo>
                  <a:cubicBezTo>
                    <a:pt x="18466" y="33432"/>
                    <a:pt x="23086" y="33637"/>
                    <a:pt x="27691" y="34047"/>
                  </a:cubicBezTo>
                  <a:lnTo>
                    <a:pt x="27691" y="1433"/>
                  </a:lnTo>
                  <a:cubicBezTo>
                    <a:pt x="23466" y="359"/>
                    <a:pt x="18981" y="1"/>
                    <a:pt x="14878" y="1"/>
                  </a:cubicBezTo>
                  <a:close/>
                </a:path>
              </a:pathLst>
            </a:custGeom>
            <a:solidFill>
              <a:schemeClr val="accent1"/>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121"/>
            <p:cNvSpPr/>
            <p:nvPr/>
          </p:nvSpPr>
          <p:spPr>
            <a:xfrm>
              <a:off x="1475975" y="3032250"/>
              <a:ext cx="192275" cy="287250"/>
            </a:xfrm>
            <a:custGeom>
              <a:avLst/>
              <a:gdLst/>
              <a:ahLst/>
              <a:cxnLst/>
              <a:rect l="l" t="t" r="r" b="b"/>
              <a:pathLst>
                <a:path w="7691" h="11490" extrusionOk="0">
                  <a:moveTo>
                    <a:pt x="4469" y="0"/>
                  </a:moveTo>
                  <a:lnTo>
                    <a:pt x="1" y="1429"/>
                  </a:lnTo>
                  <a:lnTo>
                    <a:pt x="852" y="4165"/>
                  </a:lnTo>
                  <a:lnTo>
                    <a:pt x="3192" y="11490"/>
                  </a:lnTo>
                  <a:lnTo>
                    <a:pt x="4742" y="8511"/>
                  </a:lnTo>
                  <a:lnTo>
                    <a:pt x="7691" y="10031"/>
                  </a:lnTo>
                  <a:lnTo>
                    <a:pt x="4621" y="396"/>
                  </a:lnTo>
                  <a:lnTo>
                    <a:pt x="4469" y="0"/>
                  </a:lnTo>
                  <a:close/>
                </a:path>
              </a:pathLst>
            </a:custGeom>
            <a:solidFill>
              <a:schemeClr val="accent3"/>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121"/>
            <p:cNvSpPr/>
            <p:nvPr/>
          </p:nvSpPr>
          <p:spPr>
            <a:xfrm>
              <a:off x="1483108" y="3030212"/>
              <a:ext cx="115525" cy="104125"/>
            </a:xfrm>
            <a:custGeom>
              <a:avLst/>
              <a:gdLst/>
              <a:ahLst/>
              <a:cxnLst/>
              <a:rect l="l" t="t" r="r" b="b"/>
              <a:pathLst>
                <a:path w="4621" h="4165" extrusionOk="0">
                  <a:moveTo>
                    <a:pt x="4469" y="0"/>
                  </a:moveTo>
                  <a:lnTo>
                    <a:pt x="1" y="1429"/>
                  </a:lnTo>
                  <a:lnTo>
                    <a:pt x="852" y="4165"/>
                  </a:lnTo>
                  <a:lnTo>
                    <a:pt x="4621" y="396"/>
                  </a:lnTo>
                  <a:lnTo>
                    <a:pt x="446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121"/>
            <p:cNvSpPr/>
            <p:nvPr/>
          </p:nvSpPr>
          <p:spPr>
            <a:xfrm>
              <a:off x="1282975" y="3032250"/>
              <a:ext cx="193025" cy="287250"/>
            </a:xfrm>
            <a:custGeom>
              <a:avLst/>
              <a:gdLst/>
              <a:ahLst/>
              <a:cxnLst/>
              <a:rect l="l" t="t" r="r" b="b"/>
              <a:pathLst>
                <a:path w="7721" h="11490" extrusionOk="0">
                  <a:moveTo>
                    <a:pt x="3222" y="0"/>
                  </a:moveTo>
                  <a:lnTo>
                    <a:pt x="3070" y="396"/>
                  </a:lnTo>
                  <a:lnTo>
                    <a:pt x="0" y="10031"/>
                  </a:lnTo>
                  <a:lnTo>
                    <a:pt x="2948" y="8511"/>
                  </a:lnTo>
                  <a:lnTo>
                    <a:pt x="4499" y="11490"/>
                  </a:lnTo>
                  <a:lnTo>
                    <a:pt x="6839" y="4165"/>
                  </a:lnTo>
                  <a:lnTo>
                    <a:pt x="7721" y="1429"/>
                  </a:lnTo>
                  <a:lnTo>
                    <a:pt x="3222" y="0"/>
                  </a:lnTo>
                  <a:close/>
                </a:path>
              </a:pathLst>
            </a:custGeom>
            <a:solidFill>
              <a:schemeClr val="accent3"/>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121"/>
            <p:cNvSpPr/>
            <p:nvPr/>
          </p:nvSpPr>
          <p:spPr>
            <a:xfrm>
              <a:off x="1351573" y="3030212"/>
              <a:ext cx="116275" cy="104125"/>
            </a:xfrm>
            <a:custGeom>
              <a:avLst/>
              <a:gdLst/>
              <a:ahLst/>
              <a:cxnLst/>
              <a:rect l="l" t="t" r="r" b="b"/>
              <a:pathLst>
                <a:path w="4651" h="4165" extrusionOk="0">
                  <a:moveTo>
                    <a:pt x="152" y="0"/>
                  </a:moveTo>
                  <a:lnTo>
                    <a:pt x="0" y="396"/>
                  </a:lnTo>
                  <a:lnTo>
                    <a:pt x="3769" y="4165"/>
                  </a:lnTo>
                  <a:lnTo>
                    <a:pt x="4651" y="1429"/>
                  </a:lnTo>
                  <a:lnTo>
                    <a:pt x="15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121"/>
            <p:cNvSpPr/>
            <p:nvPr/>
          </p:nvSpPr>
          <p:spPr>
            <a:xfrm>
              <a:off x="1280675" y="2764900"/>
              <a:ext cx="377700" cy="330750"/>
            </a:xfrm>
            <a:custGeom>
              <a:avLst/>
              <a:gdLst/>
              <a:ahLst/>
              <a:cxnLst/>
              <a:rect l="l" t="t" r="r" b="b"/>
              <a:pathLst>
                <a:path w="15108" h="13230" extrusionOk="0">
                  <a:moveTo>
                    <a:pt x="7556" y="0"/>
                  </a:moveTo>
                  <a:cubicBezTo>
                    <a:pt x="5166" y="0"/>
                    <a:pt x="2863" y="1308"/>
                    <a:pt x="1673" y="3582"/>
                  </a:cubicBezTo>
                  <a:cubicBezTo>
                    <a:pt x="1" y="6804"/>
                    <a:pt x="1278" y="10816"/>
                    <a:pt x="4499" y="12488"/>
                  </a:cubicBezTo>
                  <a:cubicBezTo>
                    <a:pt x="5477" y="12990"/>
                    <a:pt x="6521" y="13229"/>
                    <a:pt x="7548" y="13229"/>
                  </a:cubicBezTo>
                  <a:cubicBezTo>
                    <a:pt x="9940" y="13229"/>
                    <a:pt x="12245" y="11936"/>
                    <a:pt x="13436" y="9661"/>
                  </a:cubicBezTo>
                  <a:cubicBezTo>
                    <a:pt x="15108" y="6409"/>
                    <a:pt x="13831" y="2427"/>
                    <a:pt x="10609" y="755"/>
                  </a:cubicBezTo>
                  <a:cubicBezTo>
                    <a:pt x="9630" y="243"/>
                    <a:pt x="8585" y="0"/>
                    <a:pt x="7556" y="0"/>
                  </a:cubicBezTo>
                  <a:close/>
                </a:path>
              </a:pathLst>
            </a:custGeom>
            <a:solidFill>
              <a:schemeClr val="accent3"/>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121"/>
            <p:cNvSpPr/>
            <p:nvPr/>
          </p:nvSpPr>
          <p:spPr>
            <a:xfrm>
              <a:off x="1350600" y="2826050"/>
              <a:ext cx="237875" cy="208175"/>
            </a:xfrm>
            <a:custGeom>
              <a:avLst/>
              <a:gdLst/>
              <a:ahLst/>
              <a:cxnLst/>
              <a:rect l="l" t="t" r="r" b="b"/>
              <a:pathLst>
                <a:path w="9515" h="8327" extrusionOk="0">
                  <a:moveTo>
                    <a:pt x="4775" y="1"/>
                  </a:moveTo>
                  <a:cubicBezTo>
                    <a:pt x="3262" y="1"/>
                    <a:pt x="1811" y="831"/>
                    <a:pt x="1064" y="2261"/>
                  </a:cubicBezTo>
                  <a:cubicBezTo>
                    <a:pt x="0" y="4297"/>
                    <a:pt x="791" y="6820"/>
                    <a:pt x="2827" y="7853"/>
                  </a:cubicBezTo>
                  <a:cubicBezTo>
                    <a:pt x="3451" y="8174"/>
                    <a:pt x="4114" y="8327"/>
                    <a:pt x="4764" y="8327"/>
                  </a:cubicBezTo>
                  <a:cubicBezTo>
                    <a:pt x="6268" y="8327"/>
                    <a:pt x="7708" y="7512"/>
                    <a:pt x="8450" y="6090"/>
                  </a:cubicBezTo>
                  <a:cubicBezTo>
                    <a:pt x="9514" y="4054"/>
                    <a:pt x="8724" y="1531"/>
                    <a:pt x="6687" y="467"/>
                  </a:cubicBezTo>
                  <a:cubicBezTo>
                    <a:pt x="6071" y="150"/>
                    <a:pt x="5418" y="1"/>
                    <a:pt x="4775" y="1"/>
                  </a:cubicBezTo>
                  <a:close/>
                </a:path>
              </a:pathLst>
            </a:custGeom>
            <a:solidFill>
              <a:schemeClr val="accent6"/>
            </a:solidFill>
            <a:ln w="952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121"/>
            <p:cNvSpPr/>
            <p:nvPr/>
          </p:nvSpPr>
          <p:spPr>
            <a:xfrm>
              <a:off x="1373400" y="2831825"/>
              <a:ext cx="193025" cy="183950"/>
            </a:xfrm>
            <a:custGeom>
              <a:avLst/>
              <a:gdLst/>
              <a:ahLst/>
              <a:cxnLst/>
              <a:rect l="l" t="t" r="r" b="b"/>
              <a:pathLst>
                <a:path w="7721" h="7358" extrusionOk="0">
                  <a:moveTo>
                    <a:pt x="3906" y="1"/>
                  </a:moveTo>
                  <a:cubicBezTo>
                    <a:pt x="3891" y="1"/>
                    <a:pt x="3876" y="8"/>
                    <a:pt x="3860" y="23"/>
                  </a:cubicBezTo>
                  <a:lnTo>
                    <a:pt x="2949" y="2698"/>
                  </a:lnTo>
                  <a:cubicBezTo>
                    <a:pt x="2949" y="2729"/>
                    <a:pt x="2918" y="2729"/>
                    <a:pt x="2888" y="2729"/>
                  </a:cubicBezTo>
                  <a:lnTo>
                    <a:pt x="61" y="2698"/>
                  </a:lnTo>
                  <a:cubicBezTo>
                    <a:pt x="31" y="2698"/>
                    <a:pt x="0" y="2759"/>
                    <a:pt x="31" y="2789"/>
                  </a:cubicBezTo>
                  <a:lnTo>
                    <a:pt x="2280" y="4492"/>
                  </a:lnTo>
                  <a:cubicBezTo>
                    <a:pt x="2310" y="4492"/>
                    <a:pt x="2310" y="4522"/>
                    <a:pt x="2280" y="4552"/>
                  </a:cubicBezTo>
                  <a:lnTo>
                    <a:pt x="1368" y="7197"/>
                  </a:lnTo>
                  <a:cubicBezTo>
                    <a:pt x="1368" y="7241"/>
                    <a:pt x="1384" y="7270"/>
                    <a:pt x="1417" y="7270"/>
                  </a:cubicBezTo>
                  <a:cubicBezTo>
                    <a:pt x="1429" y="7270"/>
                    <a:pt x="1443" y="7266"/>
                    <a:pt x="1459" y="7258"/>
                  </a:cubicBezTo>
                  <a:lnTo>
                    <a:pt x="3769" y="5647"/>
                  </a:lnTo>
                  <a:cubicBezTo>
                    <a:pt x="3784" y="5631"/>
                    <a:pt x="3792" y="5624"/>
                    <a:pt x="3800" y="5624"/>
                  </a:cubicBezTo>
                  <a:cubicBezTo>
                    <a:pt x="3807" y="5624"/>
                    <a:pt x="3815" y="5631"/>
                    <a:pt x="3830" y="5647"/>
                  </a:cubicBezTo>
                  <a:lnTo>
                    <a:pt x="6079" y="7349"/>
                  </a:lnTo>
                  <a:cubicBezTo>
                    <a:pt x="6091" y="7355"/>
                    <a:pt x="6101" y="7357"/>
                    <a:pt x="6111" y="7357"/>
                  </a:cubicBezTo>
                  <a:cubicBezTo>
                    <a:pt x="6151" y="7357"/>
                    <a:pt x="6171" y="7313"/>
                    <a:pt x="6171" y="7288"/>
                  </a:cubicBezTo>
                  <a:lnTo>
                    <a:pt x="5350" y="4583"/>
                  </a:lnTo>
                  <a:cubicBezTo>
                    <a:pt x="5319" y="4552"/>
                    <a:pt x="5350" y="4522"/>
                    <a:pt x="5350" y="4522"/>
                  </a:cubicBezTo>
                  <a:lnTo>
                    <a:pt x="7660" y="2911"/>
                  </a:lnTo>
                  <a:cubicBezTo>
                    <a:pt x="7721" y="2881"/>
                    <a:pt x="7690" y="2789"/>
                    <a:pt x="7630" y="2789"/>
                  </a:cubicBezTo>
                  <a:lnTo>
                    <a:pt x="4803" y="2759"/>
                  </a:lnTo>
                  <a:cubicBezTo>
                    <a:pt x="4803" y="2759"/>
                    <a:pt x="4772" y="2729"/>
                    <a:pt x="4772" y="2729"/>
                  </a:cubicBezTo>
                  <a:lnTo>
                    <a:pt x="3952" y="23"/>
                  </a:lnTo>
                  <a:cubicBezTo>
                    <a:pt x="3936" y="8"/>
                    <a:pt x="3921" y="1"/>
                    <a:pt x="3906" y="1"/>
                  </a:cubicBezTo>
                  <a:close/>
                </a:path>
              </a:pathLst>
            </a:custGeom>
            <a:solidFill>
              <a:schemeClr val="accent2"/>
            </a:solidFill>
            <a:ln w="952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121"/>
            <p:cNvSpPr/>
            <p:nvPr/>
          </p:nvSpPr>
          <p:spPr>
            <a:xfrm>
              <a:off x="438725" y="3134075"/>
              <a:ext cx="546375" cy="1575275"/>
            </a:xfrm>
            <a:custGeom>
              <a:avLst/>
              <a:gdLst/>
              <a:ahLst/>
              <a:cxnLst/>
              <a:rect l="l" t="t" r="r" b="b"/>
              <a:pathLst>
                <a:path w="21855" h="63011" extrusionOk="0">
                  <a:moveTo>
                    <a:pt x="0" y="0"/>
                  </a:moveTo>
                  <a:lnTo>
                    <a:pt x="0" y="20791"/>
                  </a:lnTo>
                  <a:cubicBezTo>
                    <a:pt x="0" y="22584"/>
                    <a:pt x="608" y="24317"/>
                    <a:pt x="1763" y="25715"/>
                  </a:cubicBezTo>
                  <a:lnTo>
                    <a:pt x="3770" y="28056"/>
                  </a:lnTo>
                  <a:cubicBezTo>
                    <a:pt x="5441" y="30031"/>
                    <a:pt x="5441" y="32949"/>
                    <a:pt x="3770" y="34925"/>
                  </a:cubicBezTo>
                  <a:lnTo>
                    <a:pt x="1794" y="37296"/>
                  </a:lnTo>
                  <a:cubicBezTo>
                    <a:pt x="639" y="38664"/>
                    <a:pt x="0" y="40396"/>
                    <a:pt x="0" y="42190"/>
                  </a:cubicBezTo>
                  <a:lnTo>
                    <a:pt x="0" y="63010"/>
                  </a:lnTo>
                  <a:lnTo>
                    <a:pt x="21855" y="63010"/>
                  </a:lnTo>
                  <a:lnTo>
                    <a:pt x="21855" y="42220"/>
                  </a:lnTo>
                  <a:cubicBezTo>
                    <a:pt x="21855" y="40427"/>
                    <a:pt x="21217" y="38694"/>
                    <a:pt x="20062" y="37326"/>
                  </a:cubicBezTo>
                  <a:lnTo>
                    <a:pt x="18056" y="34955"/>
                  </a:lnTo>
                  <a:cubicBezTo>
                    <a:pt x="16384" y="32980"/>
                    <a:pt x="16384" y="30062"/>
                    <a:pt x="18056" y="28086"/>
                  </a:cubicBezTo>
                  <a:lnTo>
                    <a:pt x="20062" y="25715"/>
                  </a:lnTo>
                  <a:cubicBezTo>
                    <a:pt x="21217" y="24347"/>
                    <a:pt x="21855" y="22615"/>
                    <a:pt x="21855" y="20821"/>
                  </a:cubicBezTo>
                  <a:lnTo>
                    <a:pt x="21855" y="0"/>
                  </a:ln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121"/>
            <p:cNvSpPr/>
            <p:nvPr/>
          </p:nvSpPr>
          <p:spPr>
            <a:xfrm>
              <a:off x="508625" y="3423600"/>
              <a:ext cx="405050" cy="1285750"/>
            </a:xfrm>
            <a:custGeom>
              <a:avLst/>
              <a:gdLst/>
              <a:ahLst/>
              <a:cxnLst/>
              <a:rect l="l" t="t" r="r" b="b"/>
              <a:pathLst>
                <a:path w="16202" h="51430" extrusionOk="0">
                  <a:moveTo>
                    <a:pt x="3284" y="0"/>
                  </a:moveTo>
                  <a:cubicBezTo>
                    <a:pt x="1490" y="0"/>
                    <a:pt x="31" y="1459"/>
                    <a:pt x="31" y="3253"/>
                  </a:cubicBezTo>
                  <a:lnTo>
                    <a:pt x="31" y="10122"/>
                  </a:lnTo>
                  <a:cubicBezTo>
                    <a:pt x="31" y="11885"/>
                    <a:pt x="670" y="13648"/>
                    <a:pt x="1825" y="15016"/>
                  </a:cubicBezTo>
                  <a:cubicBezTo>
                    <a:pt x="4256" y="17873"/>
                    <a:pt x="4226" y="22067"/>
                    <a:pt x="1764" y="24894"/>
                  </a:cubicBezTo>
                  <a:cubicBezTo>
                    <a:pt x="609" y="26232"/>
                    <a:pt x="1" y="27934"/>
                    <a:pt x="31" y="29727"/>
                  </a:cubicBezTo>
                  <a:lnTo>
                    <a:pt x="31" y="51429"/>
                  </a:lnTo>
                  <a:lnTo>
                    <a:pt x="16202" y="51429"/>
                  </a:lnTo>
                  <a:lnTo>
                    <a:pt x="16202" y="29727"/>
                  </a:lnTo>
                  <a:cubicBezTo>
                    <a:pt x="16202" y="27934"/>
                    <a:pt x="15563" y="26171"/>
                    <a:pt x="14408" y="24803"/>
                  </a:cubicBezTo>
                  <a:cubicBezTo>
                    <a:pt x="12038" y="21976"/>
                    <a:pt x="12038" y="17842"/>
                    <a:pt x="14408" y="15016"/>
                  </a:cubicBezTo>
                  <a:cubicBezTo>
                    <a:pt x="15563" y="13648"/>
                    <a:pt x="16202" y="11915"/>
                    <a:pt x="16202" y="10122"/>
                  </a:cubicBezTo>
                  <a:lnTo>
                    <a:pt x="16202" y="3253"/>
                  </a:lnTo>
                  <a:cubicBezTo>
                    <a:pt x="16202" y="1459"/>
                    <a:pt x="14743" y="0"/>
                    <a:pt x="12949" y="0"/>
                  </a:cubicBez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121"/>
            <p:cNvSpPr/>
            <p:nvPr/>
          </p:nvSpPr>
          <p:spPr>
            <a:xfrm>
              <a:off x="520859" y="3439230"/>
              <a:ext cx="405050" cy="1253863"/>
            </a:xfrm>
            <a:custGeom>
              <a:avLst/>
              <a:gdLst/>
              <a:ahLst/>
              <a:cxnLst/>
              <a:rect l="l" t="t" r="r" b="b"/>
              <a:pathLst>
                <a:path w="16202" h="51430" extrusionOk="0">
                  <a:moveTo>
                    <a:pt x="3284" y="0"/>
                  </a:moveTo>
                  <a:cubicBezTo>
                    <a:pt x="1490" y="0"/>
                    <a:pt x="31" y="1459"/>
                    <a:pt x="31" y="3253"/>
                  </a:cubicBezTo>
                  <a:lnTo>
                    <a:pt x="31" y="10122"/>
                  </a:lnTo>
                  <a:cubicBezTo>
                    <a:pt x="31" y="11915"/>
                    <a:pt x="670" y="13648"/>
                    <a:pt x="1825" y="15016"/>
                  </a:cubicBezTo>
                  <a:cubicBezTo>
                    <a:pt x="4256" y="17873"/>
                    <a:pt x="4226" y="22067"/>
                    <a:pt x="1764" y="24894"/>
                  </a:cubicBezTo>
                  <a:cubicBezTo>
                    <a:pt x="609" y="26262"/>
                    <a:pt x="1" y="27964"/>
                    <a:pt x="31" y="29727"/>
                  </a:cubicBezTo>
                  <a:lnTo>
                    <a:pt x="31" y="51429"/>
                  </a:lnTo>
                  <a:lnTo>
                    <a:pt x="16202" y="51429"/>
                  </a:lnTo>
                  <a:cubicBezTo>
                    <a:pt x="8208" y="51065"/>
                    <a:pt x="1916" y="44438"/>
                    <a:pt x="1916" y="36444"/>
                  </a:cubicBezTo>
                  <a:lnTo>
                    <a:pt x="1916" y="29727"/>
                  </a:lnTo>
                  <a:cubicBezTo>
                    <a:pt x="1916" y="27934"/>
                    <a:pt x="2524" y="26232"/>
                    <a:pt x="3648" y="24894"/>
                  </a:cubicBezTo>
                  <a:cubicBezTo>
                    <a:pt x="6110" y="22067"/>
                    <a:pt x="6141" y="17873"/>
                    <a:pt x="3709" y="15016"/>
                  </a:cubicBezTo>
                  <a:cubicBezTo>
                    <a:pt x="2554" y="13648"/>
                    <a:pt x="1916" y="11885"/>
                    <a:pt x="1916" y="10122"/>
                  </a:cubicBezTo>
                  <a:lnTo>
                    <a:pt x="1916" y="3253"/>
                  </a:lnTo>
                  <a:cubicBezTo>
                    <a:pt x="1916" y="1459"/>
                    <a:pt x="3375" y="0"/>
                    <a:pt x="51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121"/>
            <p:cNvSpPr/>
            <p:nvPr/>
          </p:nvSpPr>
          <p:spPr>
            <a:xfrm>
              <a:off x="358925" y="3002625"/>
              <a:ext cx="705975" cy="131475"/>
            </a:xfrm>
            <a:custGeom>
              <a:avLst/>
              <a:gdLst/>
              <a:ahLst/>
              <a:cxnLst/>
              <a:rect l="l" t="t" r="r" b="b"/>
              <a:pathLst>
                <a:path w="28239" h="5259" extrusionOk="0">
                  <a:moveTo>
                    <a:pt x="1" y="0"/>
                  </a:moveTo>
                  <a:lnTo>
                    <a:pt x="1" y="2766"/>
                  </a:lnTo>
                  <a:cubicBezTo>
                    <a:pt x="1" y="4134"/>
                    <a:pt x="1095" y="5258"/>
                    <a:pt x="2463" y="5258"/>
                  </a:cubicBezTo>
                  <a:lnTo>
                    <a:pt x="25746" y="5258"/>
                  </a:lnTo>
                  <a:cubicBezTo>
                    <a:pt x="27114" y="5258"/>
                    <a:pt x="28239" y="4134"/>
                    <a:pt x="28239" y="2766"/>
                  </a:cubicBezTo>
                  <a:lnTo>
                    <a:pt x="28239" y="0"/>
                  </a:lnTo>
                  <a:close/>
                </a:path>
              </a:pathLst>
            </a:custGeom>
            <a:solidFill>
              <a:schemeClr val="accent1"/>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121"/>
            <p:cNvSpPr/>
            <p:nvPr/>
          </p:nvSpPr>
          <p:spPr>
            <a:xfrm>
              <a:off x="358925" y="4709325"/>
              <a:ext cx="705975" cy="131475"/>
            </a:xfrm>
            <a:custGeom>
              <a:avLst/>
              <a:gdLst/>
              <a:ahLst/>
              <a:cxnLst/>
              <a:rect l="l" t="t" r="r" b="b"/>
              <a:pathLst>
                <a:path w="28239" h="5259" extrusionOk="0">
                  <a:moveTo>
                    <a:pt x="2737" y="0"/>
                  </a:moveTo>
                  <a:cubicBezTo>
                    <a:pt x="1217" y="0"/>
                    <a:pt x="1" y="1216"/>
                    <a:pt x="1" y="2736"/>
                  </a:cubicBezTo>
                  <a:lnTo>
                    <a:pt x="1" y="5259"/>
                  </a:lnTo>
                  <a:lnTo>
                    <a:pt x="28239" y="5259"/>
                  </a:lnTo>
                  <a:lnTo>
                    <a:pt x="28239" y="2736"/>
                  </a:lnTo>
                  <a:cubicBezTo>
                    <a:pt x="28239" y="1216"/>
                    <a:pt x="26992" y="0"/>
                    <a:pt x="25503" y="0"/>
                  </a:cubicBezTo>
                  <a:close/>
                </a:path>
              </a:pathLst>
            </a:custGeom>
            <a:solidFill>
              <a:schemeClr val="accent1"/>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121"/>
            <p:cNvSpPr/>
            <p:nvPr/>
          </p:nvSpPr>
          <p:spPr>
            <a:xfrm>
              <a:off x="6954050" y="3574050"/>
              <a:ext cx="134525" cy="125400"/>
            </a:xfrm>
            <a:custGeom>
              <a:avLst/>
              <a:gdLst/>
              <a:ahLst/>
              <a:cxnLst/>
              <a:rect l="l" t="t" r="r" b="b"/>
              <a:pathLst>
                <a:path w="5381" h="5016" extrusionOk="0">
                  <a:moveTo>
                    <a:pt x="2553" y="1"/>
                  </a:moveTo>
                  <a:cubicBezTo>
                    <a:pt x="1155" y="1"/>
                    <a:pt x="0" y="1125"/>
                    <a:pt x="0" y="2554"/>
                  </a:cubicBezTo>
                  <a:lnTo>
                    <a:pt x="0" y="4469"/>
                  </a:lnTo>
                  <a:cubicBezTo>
                    <a:pt x="0" y="4773"/>
                    <a:pt x="243" y="5016"/>
                    <a:pt x="517" y="5016"/>
                  </a:cubicBezTo>
                  <a:lnTo>
                    <a:pt x="4864" y="5016"/>
                  </a:lnTo>
                  <a:cubicBezTo>
                    <a:pt x="5137" y="5016"/>
                    <a:pt x="5380" y="4773"/>
                    <a:pt x="5380" y="4469"/>
                  </a:cubicBezTo>
                  <a:lnTo>
                    <a:pt x="5380" y="2554"/>
                  </a:lnTo>
                  <a:cubicBezTo>
                    <a:pt x="5380" y="1125"/>
                    <a:pt x="4225" y="1"/>
                    <a:pt x="2827" y="1"/>
                  </a:cubicBezTo>
                  <a:close/>
                </a:path>
              </a:pathLst>
            </a:custGeom>
            <a:solidFill>
              <a:schemeClr val="accent3"/>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121"/>
            <p:cNvSpPr/>
            <p:nvPr/>
          </p:nvSpPr>
          <p:spPr>
            <a:xfrm>
              <a:off x="6947200" y="3751875"/>
              <a:ext cx="147450" cy="859450"/>
            </a:xfrm>
            <a:custGeom>
              <a:avLst/>
              <a:gdLst/>
              <a:ahLst/>
              <a:cxnLst/>
              <a:rect l="l" t="t" r="r" b="b"/>
              <a:pathLst>
                <a:path w="5898" h="34378" extrusionOk="0">
                  <a:moveTo>
                    <a:pt x="1" y="0"/>
                  </a:moveTo>
                  <a:lnTo>
                    <a:pt x="1" y="34377"/>
                  </a:lnTo>
                  <a:lnTo>
                    <a:pt x="5897" y="34377"/>
                  </a:lnTo>
                  <a:lnTo>
                    <a:pt x="5897" y="0"/>
                  </a:lnTo>
                  <a:close/>
                </a:path>
              </a:pathLst>
            </a:custGeom>
            <a:solidFill>
              <a:schemeClr val="accent2"/>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121"/>
            <p:cNvSpPr/>
            <p:nvPr/>
          </p:nvSpPr>
          <p:spPr>
            <a:xfrm>
              <a:off x="6992050" y="3736675"/>
              <a:ext cx="58525" cy="873900"/>
            </a:xfrm>
            <a:custGeom>
              <a:avLst/>
              <a:gdLst/>
              <a:ahLst/>
              <a:cxnLst/>
              <a:rect l="l" t="t" r="r" b="b"/>
              <a:pathLst>
                <a:path w="2341" h="34956" extrusionOk="0">
                  <a:moveTo>
                    <a:pt x="0" y="0"/>
                  </a:moveTo>
                  <a:lnTo>
                    <a:pt x="0" y="34955"/>
                  </a:lnTo>
                  <a:lnTo>
                    <a:pt x="2340" y="34955"/>
                  </a:lnTo>
                  <a:lnTo>
                    <a:pt x="2340" y="0"/>
                  </a:lnTo>
                  <a:close/>
                </a:path>
              </a:pathLst>
            </a:custGeom>
            <a:solidFill>
              <a:schemeClr val="accent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121"/>
            <p:cNvSpPr/>
            <p:nvPr/>
          </p:nvSpPr>
          <p:spPr>
            <a:xfrm>
              <a:off x="6947200" y="4611300"/>
              <a:ext cx="148200" cy="120650"/>
            </a:xfrm>
            <a:custGeom>
              <a:avLst/>
              <a:gdLst/>
              <a:ahLst/>
              <a:cxnLst/>
              <a:rect l="l" t="t" r="r" b="b"/>
              <a:pathLst>
                <a:path w="5928" h="4826" extrusionOk="0">
                  <a:moveTo>
                    <a:pt x="1" y="0"/>
                  </a:moveTo>
                  <a:lnTo>
                    <a:pt x="2311" y="4256"/>
                  </a:lnTo>
                  <a:lnTo>
                    <a:pt x="2463" y="4529"/>
                  </a:lnTo>
                  <a:cubicBezTo>
                    <a:pt x="2569" y="4727"/>
                    <a:pt x="2767" y="4826"/>
                    <a:pt x="2964" y="4826"/>
                  </a:cubicBezTo>
                  <a:cubicBezTo>
                    <a:pt x="3162" y="4826"/>
                    <a:pt x="3359" y="4727"/>
                    <a:pt x="3466" y="4529"/>
                  </a:cubicBezTo>
                  <a:lnTo>
                    <a:pt x="3618" y="4256"/>
                  </a:lnTo>
                  <a:lnTo>
                    <a:pt x="5928" y="0"/>
                  </a:lnTo>
                  <a:close/>
                </a:path>
              </a:pathLst>
            </a:custGeom>
            <a:solidFill>
              <a:schemeClr val="accent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121"/>
            <p:cNvSpPr/>
            <p:nvPr/>
          </p:nvSpPr>
          <p:spPr>
            <a:xfrm>
              <a:off x="6947200" y="3687275"/>
              <a:ext cx="148200" cy="64625"/>
            </a:xfrm>
            <a:custGeom>
              <a:avLst/>
              <a:gdLst/>
              <a:ahLst/>
              <a:cxnLst/>
              <a:rect l="l" t="t" r="r" b="b"/>
              <a:pathLst>
                <a:path w="5928" h="2585" extrusionOk="0">
                  <a:moveTo>
                    <a:pt x="457" y="0"/>
                  </a:moveTo>
                  <a:cubicBezTo>
                    <a:pt x="213" y="0"/>
                    <a:pt x="1" y="183"/>
                    <a:pt x="1" y="426"/>
                  </a:cubicBezTo>
                  <a:lnTo>
                    <a:pt x="1" y="2584"/>
                  </a:lnTo>
                  <a:lnTo>
                    <a:pt x="5928" y="2584"/>
                  </a:lnTo>
                  <a:lnTo>
                    <a:pt x="5928" y="426"/>
                  </a:lnTo>
                  <a:cubicBezTo>
                    <a:pt x="5928" y="183"/>
                    <a:pt x="5715" y="0"/>
                    <a:pt x="5472" y="0"/>
                  </a:cubicBezTo>
                  <a:close/>
                </a:path>
              </a:pathLst>
            </a:custGeom>
            <a:solidFill>
              <a:schemeClr val="accent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121"/>
            <p:cNvSpPr/>
            <p:nvPr/>
          </p:nvSpPr>
          <p:spPr>
            <a:xfrm>
              <a:off x="2089200" y="4813425"/>
              <a:ext cx="230275" cy="27375"/>
            </a:xfrm>
            <a:custGeom>
              <a:avLst/>
              <a:gdLst/>
              <a:ahLst/>
              <a:cxnLst/>
              <a:rect l="l" t="t" r="r" b="b"/>
              <a:pathLst>
                <a:path w="9211" h="1095" extrusionOk="0">
                  <a:moveTo>
                    <a:pt x="1" y="1"/>
                  </a:moveTo>
                  <a:lnTo>
                    <a:pt x="1" y="1095"/>
                  </a:lnTo>
                  <a:lnTo>
                    <a:pt x="9211" y="1095"/>
                  </a:lnTo>
                  <a:lnTo>
                    <a:pt x="9211" y="1"/>
                  </a:lnTo>
                  <a:close/>
                </a:path>
              </a:pathLst>
            </a:custGeom>
            <a:solidFill>
              <a:schemeClr val="accent5"/>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121"/>
            <p:cNvSpPr/>
            <p:nvPr/>
          </p:nvSpPr>
          <p:spPr>
            <a:xfrm>
              <a:off x="2412925" y="4293675"/>
              <a:ext cx="287275" cy="408075"/>
            </a:xfrm>
            <a:custGeom>
              <a:avLst/>
              <a:gdLst/>
              <a:ahLst/>
              <a:cxnLst/>
              <a:rect l="l" t="t" r="r" b="b"/>
              <a:pathLst>
                <a:path w="11491" h="16323" extrusionOk="0">
                  <a:moveTo>
                    <a:pt x="7569" y="0"/>
                  </a:moveTo>
                  <a:cubicBezTo>
                    <a:pt x="6596" y="0"/>
                    <a:pt x="5593" y="243"/>
                    <a:pt x="4712" y="669"/>
                  </a:cubicBezTo>
                  <a:cubicBezTo>
                    <a:pt x="3618" y="1216"/>
                    <a:pt x="2645" y="1945"/>
                    <a:pt x="1794" y="2827"/>
                  </a:cubicBezTo>
                  <a:cubicBezTo>
                    <a:pt x="1399" y="3252"/>
                    <a:pt x="1034" y="3678"/>
                    <a:pt x="700" y="4134"/>
                  </a:cubicBezTo>
                  <a:lnTo>
                    <a:pt x="2767" y="5593"/>
                  </a:lnTo>
                  <a:cubicBezTo>
                    <a:pt x="3222" y="4985"/>
                    <a:pt x="3739" y="4438"/>
                    <a:pt x="4317" y="3952"/>
                  </a:cubicBezTo>
                  <a:cubicBezTo>
                    <a:pt x="4803" y="3526"/>
                    <a:pt x="5320" y="3192"/>
                    <a:pt x="5867" y="2918"/>
                  </a:cubicBezTo>
                  <a:cubicBezTo>
                    <a:pt x="6414" y="2675"/>
                    <a:pt x="6992" y="2523"/>
                    <a:pt x="7599" y="2523"/>
                  </a:cubicBezTo>
                  <a:cubicBezTo>
                    <a:pt x="7751" y="2523"/>
                    <a:pt x="7934" y="2523"/>
                    <a:pt x="8086" y="2553"/>
                  </a:cubicBezTo>
                  <a:cubicBezTo>
                    <a:pt x="8147" y="2553"/>
                    <a:pt x="8238" y="2584"/>
                    <a:pt x="8268" y="2645"/>
                  </a:cubicBezTo>
                  <a:cubicBezTo>
                    <a:pt x="8359" y="2736"/>
                    <a:pt x="8451" y="2827"/>
                    <a:pt x="8511" y="2918"/>
                  </a:cubicBezTo>
                  <a:cubicBezTo>
                    <a:pt x="8633" y="3192"/>
                    <a:pt x="8754" y="3465"/>
                    <a:pt x="8815" y="3769"/>
                  </a:cubicBezTo>
                  <a:cubicBezTo>
                    <a:pt x="8906" y="4164"/>
                    <a:pt x="8967" y="4590"/>
                    <a:pt x="8967" y="5046"/>
                  </a:cubicBezTo>
                  <a:cubicBezTo>
                    <a:pt x="8937" y="5988"/>
                    <a:pt x="8785" y="6930"/>
                    <a:pt x="8451" y="7842"/>
                  </a:cubicBezTo>
                  <a:cubicBezTo>
                    <a:pt x="8207" y="8602"/>
                    <a:pt x="7843" y="9301"/>
                    <a:pt x="7387" y="9970"/>
                  </a:cubicBezTo>
                  <a:cubicBezTo>
                    <a:pt x="6657" y="11064"/>
                    <a:pt x="5715" y="11946"/>
                    <a:pt x="4590" y="12584"/>
                  </a:cubicBezTo>
                  <a:cubicBezTo>
                    <a:pt x="3162" y="13344"/>
                    <a:pt x="1581" y="13769"/>
                    <a:pt x="1" y="13800"/>
                  </a:cubicBezTo>
                  <a:lnTo>
                    <a:pt x="92" y="16323"/>
                  </a:lnTo>
                  <a:cubicBezTo>
                    <a:pt x="1885" y="16262"/>
                    <a:pt x="3648" y="15867"/>
                    <a:pt x="5289" y="15076"/>
                  </a:cubicBezTo>
                  <a:cubicBezTo>
                    <a:pt x="6323" y="14560"/>
                    <a:pt x="7295" y="13891"/>
                    <a:pt x="8116" y="13070"/>
                  </a:cubicBezTo>
                  <a:cubicBezTo>
                    <a:pt x="10244" y="10912"/>
                    <a:pt x="11460" y="8055"/>
                    <a:pt x="11490" y="5046"/>
                  </a:cubicBezTo>
                  <a:cubicBezTo>
                    <a:pt x="11490" y="4468"/>
                    <a:pt x="11429" y="3921"/>
                    <a:pt x="11338" y="3374"/>
                  </a:cubicBezTo>
                  <a:cubicBezTo>
                    <a:pt x="11186" y="2614"/>
                    <a:pt x="10882" y="1915"/>
                    <a:pt x="10426" y="1277"/>
                  </a:cubicBezTo>
                  <a:cubicBezTo>
                    <a:pt x="10213" y="973"/>
                    <a:pt x="9940" y="699"/>
                    <a:pt x="9606" y="486"/>
                  </a:cubicBezTo>
                  <a:cubicBezTo>
                    <a:pt x="9271" y="274"/>
                    <a:pt x="8876" y="122"/>
                    <a:pt x="8451" y="61"/>
                  </a:cubicBezTo>
                  <a:cubicBezTo>
                    <a:pt x="8177" y="0"/>
                    <a:pt x="7873" y="0"/>
                    <a:pt x="7569" y="0"/>
                  </a:cubicBezTo>
                  <a:close/>
                </a:path>
              </a:pathLst>
            </a:custGeom>
            <a:solidFill>
              <a:schemeClr val="accent1"/>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121"/>
            <p:cNvSpPr/>
            <p:nvPr/>
          </p:nvSpPr>
          <p:spPr>
            <a:xfrm>
              <a:off x="1867325" y="4213125"/>
              <a:ext cx="673275" cy="600325"/>
            </a:xfrm>
            <a:custGeom>
              <a:avLst/>
              <a:gdLst/>
              <a:ahLst/>
              <a:cxnLst/>
              <a:rect l="l" t="t" r="r" b="b"/>
              <a:pathLst>
                <a:path w="26931" h="24013" extrusionOk="0">
                  <a:moveTo>
                    <a:pt x="1581" y="0"/>
                  </a:moveTo>
                  <a:cubicBezTo>
                    <a:pt x="1581" y="0"/>
                    <a:pt x="0" y="20031"/>
                    <a:pt x="8876" y="24013"/>
                  </a:cubicBezTo>
                  <a:lnTo>
                    <a:pt x="18086" y="24013"/>
                  </a:lnTo>
                  <a:cubicBezTo>
                    <a:pt x="26931" y="20031"/>
                    <a:pt x="25350" y="0"/>
                    <a:pt x="25350" y="0"/>
                  </a:cubicBezTo>
                  <a:lnTo>
                    <a:pt x="25350" y="0"/>
                  </a:lnTo>
                  <a:lnTo>
                    <a:pt x="13466" y="1003"/>
                  </a:lnTo>
                  <a:lnTo>
                    <a:pt x="1581" y="0"/>
                  </a:lnTo>
                  <a:close/>
                </a:path>
              </a:pathLst>
            </a:cu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121"/>
            <p:cNvSpPr/>
            <p:nvPr/>
          </p:nvSpPr>
          <p:spPr>
            <a:xfrm>
              <a:off x="1867327" y="4213110"/>
              <a:ext cx="311575" cy="580574"/>
            </a:xfrm>
            <a:custGeom>
              <a:avLst/>
              <a:gdLst/>
              <a:ahLst/>
              <a:cxnLst/>
              <a:rect l="l" t="t" r="r" b="b"/>
              <a:pathLst>
                <a:path w="12463" h="24013" extrusionOk="0">
                  <a:moveTo>
                    <a:pt x="1581" y="0"/>
                  </a:moveTo>
                  <a:cubicBezTo>
                    <a:pt x="1581" y="0"/>
                    <a:pt x="0" y="20000"/>
                    <a:pt x="8876" y="24013"/>
                  </a:cubicBezTo>
                  <a:lnTo>
                    <a:pt x="12463" y="24013"/>
                  </a:lnTo>
                  <a:cubicBezTo>
                    <a:pt x="6049" y="21125"/>
                    <a:pt x="5107" y="9788"/>
                    <a:pt x="5076" y="3800"/>
                  </a:cubicBezTo>
                  <a:cubicBezTo>
                    <a:pt x="5076" y="1794"/>
                    <a:pt x="3557" y="152"/>
                    <a:pt x="15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121"/>
            <p:cNvSpPr/>
            <p:nvPr/>
          </p:nvSpPr>
          <p:spPr>
            <a:xfrm>
              <a:off x="1906825" y="4187275"/>
              <a:ext cx="594275" cy="50950"/>
            </a:xfrm>
            <a:custGeom>
              <a:avLst/>
              <a:gdLst/>
              <a:ahLst/>
              <a:cxnLst/>
              <a:rect l="l" t="t" r="r" b="b"/>
              <a:pathLst>
                <a:path w="23771" h="2038" extrusionOk="0">
                  <a:moveTo>
                    <a:pt x="11886" y="1"/>
                  </a:moveTo>
                  <a:cubicBezTo>
                    <a:pt x="5320" y="1"/>
                    <a:pt x="1" y="457"/>
                    <a:pt x="1" y="1034"/>
                  </a:cubicBezTo>
                  <a:cubicBezTo>
                    <a:pt x="1" y="1581"/>
                    <a:pt x="5320" y="2037"/>
                    <a:pt x="11886" y="2037"/>
                  </a:cubicBezTo>
                  <a:cubicBezTo>
                    <a:pt x="18451" y="2037"/>
                    <a:pt x="23770" y="1581"/>
                    <a:pt x="23770" y="1034"/>
                  </a:cubicBezTo>
                  <a:cubicBezTo>
                    <a:pt x="23770" y="457"/>
                    <a:pt x="18451" y="1"/>
                    <a:pt x="11886" y="1"/>
                  </a:cubicBezTo>
                  <a:close/>
                </a:path>
              </a:pathLst>
            </a:custGeom>
            <a:solidFill>
              <a:schemeClr val="accent5"/>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121"/>
            <p:cNvSpPr/>
            <p:nvPr/>
          </p:nvSpPr>
          <p:spPr>
            <a:xfrm>
              <a:off x="3431950" y="3987425"/>
              <a:ext cx="1098050" cy="585150"/>
            </a:xfrm>
            <a:custGeom>
              <a:avLst/>
              <a:gdLst/>
              <a:ahLst/>
              <a:cxnLst/>
              <a:rect l="l" t="t" r="r" b="b"/>
              <a:pathLst>
                <a:path w="43922" h="23406" extrusionOk="0">
                  <a:moveTo>
                    <a:pt x="1672" y="1"/>
                  </a:moveTo>
                  <a:lnTo>
                    <a:pt x="152" y="19819"/>
                  </a:lnTo>
                  <a:cubicBezTo>
                    <a:pt x="0" y="21734"/>
                    <a:pt x="1520" y="23405"/>
                    <a:pt x="3465" y="23405"/>
                  </a:cubicBezTo>
                  <a:lnTo>
                    <a:pt x="40457" y="23405"/>
                  </a:lnTo>
                  <a:cubicBezTo>
                    <a:pt x="42402" y="23375"/>
                    <a:pt x="43922" y="21734"/>
                    <a:pt x="43770" y="19819"/>
                  </a:cubicBezTo>
                  <a:lnTo>
                    <a:pt x="42250" y="1"/>
                  </a:lnTo>
                  <a:close/>
                </a:path>
              </a:pathLst>
            </a:custGeom>
            <a:solidFill>
              <a:schemeClr val="accent1"/>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121"/>
            <p:cNvSpPr/>
            <p:nvPr/>
          </p:nvSpPr>
          <p:spPr>
            <a:xfrm>
              <a:off x="3186500" y="4572550"/>
              <a:ext cx="1589725" cy="137550"/>
            </a:xfrm>
            <a:custGeom>
              <a:avLst/>
              <a:gdLst/>
              <a:ahLst/>
              <a:cxnLst/>
              <a:rect l="l" t="t" r="r" b="b"/>
              <a:pathLst>
                <a:path w="63589" h="5502" extrusionOk="0">
                  <a:moveTo>
                    <a:pt x="13922" y="0"/>
                  </a:moveTo>
                  <a:cubicBezTo>
                    <a:pt x="11125" y="0"/>
                    <a:pt x="8390" y="730"/>
                    <a:pt x="5958" y="2098"/>
                  </a:cubicBezTo>
                  <a:lnTo>
                    <a:pt x="0" y="5502"/>
                  </a:lnTo>
                  <a:lnTo>
                    <a:pt x="63588" y="5502"/>
                  </a:lnTo>
                  <a:lnTo>
                    <a:pt x="57600" y="2098"/>
                  </a:lnTo>
                  <a:cubicBezTo>
                    <a:pt x="55169" y="699"/>
                    <a:pt x="52403" y="0"/>
                    <a:pt x="49637" y="0"/>
                  </a:cubicBezTo>
                  <a:close/>
                </a:path>
              </a:pathLst>
            </a:custGeom>
            <a:solidFill>
              <a:schemeClr val="accent1"/>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121"/>
            <p:cNvSpPr/>
            <p:nvPr/>
          </p:nvSpPr>
          <p:spPr>
            <a:xfrm>
              <a:off x="3186500" y="4710075"/>
              <a:ext cx="1589725" cy="131500"/>
            </a:xfrm>
            <a:custGeom>
              <a:avLst/>
              <a:gdLst/>
              <a:ahLst/>
              <a:cxnLst/>
              <a:rect l="l" t="t" r="r" b="b"/>
              <a:pathLst>
                <a:path w="63589" h="5260" extrusionOk="0">
                  <a:moveTo>
                    <a:pt x="0" y="1"/>
                  </a:moveTo>
                  <a:lnTo>
                    <a:pt x="0" y="3040"/>
                  </a:lnTo>
                  <a:cubicBezTo>
                    <a:pt x="0" y="4256"/>
                    <a:pt x="973" y="5259"/>
                    <a:pt x="2219" y="5259"/>
                  </a:cubicBezTo>
                  <a:lnTo>
                    <a:pt x="61369" y="5259"/>
                  </a:lnTo>
                  <a:cubicBezTo>
                    <a:pt x="62585" y="5259"/>
                    <a:pt x="63588" y="4256"/>
                    <a:pt x="63588" y="3040"/>
                  </a:cubicBezTo>
                  <a:lnTo>
                    <a:pt x="63588" y="1"/>
                  </a:lnTo>
                  <a:close/>
                </a:path>
              </a:pathLst>
            </a:custGeom>
            <a:solidFill>
              <a:schemeClr val="accent1"/>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121"/>
            <p:cNvSpPr/>
            <p:nvPr/>
          </p:nvSpPr>
          <p:spPr>
            <a:xfrm>
              <a:off x="1903800" y="1031475"/>
              <a:ext cx="4084450" cy="3070725"/>
            </a:xfrm>
            <a:custGeom>
              <a:avLst/>
              <a:gdLst/>
              <a:ahLst/>
              <a:cxnLst/>
              <a:rect l="l" t="t" r="r" b="b"/>
              <a:pathLst>
                <a:path w="163378" h="122829" extrusionOk="0">
                  <a:moveTo>
                    <a:pt x="4165" y="0"/>
                  </a:moveTo>
                  <a:cubicBezTo>
                    <a:pt x="1855" y="0"/>
                    <a:pt x="0" y="1854"/>
                    <a:pt x="0" y="4164"/>
                  </a:cubicBezTo>
                  <a:lnTo>
                    <a:pt x="0" y="118664"/>
                  </a:lnTo>
                  <a:cubicBezTo>
                    <a:pt x="0" y="120974"/>
                    <a:pt x="1855" y="122828"/>
                    <a:pt x="4165" y="122828"/>
                  </a:cubicBezTo>
                  <a:lnTo>
                    <a:pt x="159213" y="122828"/>
                  </a:lnTo>
                  <a:cubicBezTo>
                    <a:pt x="161523" y="122828"/>
                    <a:pt x="163377" y="120974"/>
                    <a:pt x="163377" y="118664"/>
                  </a:cubicBezTo>
                  <a:lnTo>
                    <a:pt x="163377" y="4164"/>
                  </a:lnTo>
                  <a:cubicBezTo>
                    <a:pt x="163377" y="1854"/>
                    <a:pt x="161523" y="0"/>
                    <a:pt x="159213" y="0"/>
                  </a:cubicBezTo>
                  <a:close/>
                </a:path>
              </a:pathLst>
            </a:custGeom>
            <a:solidFill>
              <a:schemeClr val="accent5"/>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121"/>
            <p:cNvSpPr/>
            <p:nvPr/>
          </p:nvSpPr>
          <p:spPr>
            <a:xfrm>
              <a:off x="1903800" y="969900"/>
              <a:ext cx="4084450" cy="3070750"/>
            </a:xfrm>
            <a:custGeom>
              <a:avLst/>
              <a:gdLst/>
              <a:ahLst/>
              <a:cxnLst/>
              <a:rect l="l" t="t" r="r" b="b"/>
              <a:pathLst>
                <a:path w="163378" h="122830" extrusionOk="0">
                  <a:moveTo>
                    <a:pt x="4165" y="1"/>
                  </a:moveTo>
                  <a:cubicBezTo>
                    <a:pt x="1855" y="1"/>
                    <a:pt x="0" y="1855"/>
                    <a:pt x="0" y="4165"/>
                  </a:cubicBezTo>
                  <a:lnTo>
                    <a:pt x="0" y="118665"/>
                  </a:lnTo>
                  <a:cubicBezTo>
                    <a:pt x="0" y="120975"/>
                    <a:pt x="1855" y="122829"/>
                    <a:pt x="4165" y="122829"/>
                  </a:cubicBezTo>
                  <a:lnTo>
                    <a:pt x="159213" y="122829"/>
                  </a:lnTo>
                  <a:cubicBezTo>
                    <a:pt x="161523" y="122829"/>
                    <a:pt x="163377" y="120975"/>
                    <a:pt x="163377" y="118665"/>
                  </a:cubicBezTo>
                  <a:lnTo>
                    <a:pt x="163377" y="4165"/>
                  </a:lnTo>
                  <a:cubicBezTo>
                    <a:pt x="163377" y="1855"/>
                    <a:pt x="161523" y="1"/>
                    <a:pt x="159213" y="1"/>
                  </a:cubicBezTo>
                  <a:close/>
                </a:path>
              </a:pathLst>
            </a:custGeom>
            <a:solidFill>
              <a:schemeClr val="accent1"/>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121"/>
            <p:cNvSpPr/>
            <p:nvPr/>
          </p:nvSpPr>
          <p:spPr>
            <a:xfrm>
              <a:off x="2043625" y="1102125"/>
              <a:ext cx="3804800" cy="2678650"/>
            </a:xfrm>
            <a:custGeom>
              <a:avLst/>
              <a:gdLst/>
              <a:ahLst/>
              <a:cxnLst/>
              <a:rect l="l" t="t" r="r" b="b"/>
              <a:pathLst>
                <a:path w="152192" h="107146" extrusionOk="0">
                  <a:moveTo>
                    <a:pt x="1338" y="1"/>
                  </a:moveTo>
                  <a:cubicBezTo>
                    <a:pt x="608" y="1"/>
                    <a:pt x="0" y="578"/>
                    <a:pt x="0" y="1308"/>
                  </a:cubicBezTo>
                  <a:lnTo>
                    <a:pt x="0" y="105838"/>
                  </a:lnTo>
                  <a:cubicBezTo>
                    <a:pt x="0" y="106537"/>
                    <a:pt x="608" y="107145"/>
                    <a:pt x="1338" y="107145"/>
                  </a:cubicBezTo>
                  <a:lnTo>
                    <a:pt x="150884" y="107145"/>
                  </a:lnTo>
                  <a:cubicBezTo>
                    <a:pt x="151614" y="107145"/>
                    <a:pt x="152191" y="106537"/>
                    <a:pt x="152191" y="105838"/>
                  </a:cubicBezTo>
                  <a:lnTo>
                    <a:pt x="152191" y="1308"/>
                  </a:lnTo>
                  <a:cubicBezTo>
                    <a:pt x="152191" y="578"/>
                    <a:pt x="151614" y="1"/>
                    <a:pt x="150884" y="1"/>
                  </a:cubicBezTo>
                  <a:close/>
                </a:path>
              </a:pathLst>
            </a:custGeom>
            <a:solidFill>
              <a:schemeClr val="accent4"/>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121"/>
            <p:cNvSpPr/>
            <p:nvPr/>
          </p:nvSpPr>
          <p:spPr>
            <a:xfrm>
              <a:off x="3879525" y="3841525"/>
              <a:ext cx="133000" cy="133000"/>
            </a:xfrm>
            <a:custGeom>
              <a:avLst/>
              <a:gdLst/>
              <a:ahLst/>
              <a:cxnLst/>
              <a:rect l="l" t="t" r="r" b="b"/>
              <a:pathLst>
                <a:path w="5320" h="5320" extrusionOk="0">
                  <a:moveTo>
                    <a:pt x="2675" y="1"/>
                  </a:moveTo>
                  <a:cubicBezTo>
                    <a:pt x="1186" y="1"/>
                    <a:pt x="0" y="1186"/>
                    <a:pt x="0" y="2645"/>
                  </a:cubicBezTo>
                  <a:cubicBezTo>
                    <a:pt x="0" y="4135"/>
                    <a:pt x="1186" y="5320"/>
                    <a:pt x="2675" y="5320"/>
                  </a:cubicBezTo>
                  <a:cubicBezTo>
                    <a:pt x="4134" y="5320"/>
                    <a:pt x="5319" y="4135"/>
                    <a:pt x="5319" y="2645"/>
                  </a:cubicBezTo>
                  <a:cubicBezTo>
                    <a:pt x="5319" y="1186"/>
                    <a:pt x="4134" y="1"/>
                    <a:pt x="2675" y="1"/>
                  </a:cubicBezTo>
                  <a:close/>
                </a:path>
              </a:pathLst>
            </a:custGeom>
            <a:solidFill>
              <a:schemeClr val="accent3"/>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121"/>
            <p:cNvSpPr/>
            <p:nvPr/>
          </p:nvSpPr>
          <p:spPr>
            <a:xfrm>
              <a:off x="4967675" y="3353675"/>
              <a:ext cx="2325" cy="16000"/>
            </a:xfrm>
            <a:custGeom>
              <a:avLst/>
              <a:gdLst/>
              <a:ahLst/>
              <a:cxnLst/>
              <a:rect l="l" t="t" r="r" b="b"/>
              <a:pathLst>
                <a:path w="93" h="640" extrusionOk="0">
                  <a:moveTo>
                    <a:pt x="92" y="1"/>
                  </a:moveTo>
                  <a:cubicBezTo>
                    <a:pt x="62" y="214"/>
                    <a:pt x="31" y="426"/>
                    <a:pt x="1" y="639"/>
                  </a:cubicBezTo>
                  <a:cubicBezTo>
                    <a:pt x="31" y="426"/>
                    <a:pt x="62" y="214"/>
                    <a:pt x="92" y="1"/>
                  </a:cubicBezTo>
                  <a:close/>
                </a:path>
              </a:pathLst>
            </a:custGeom>
            <a:solidFill>
              <a:srgbClr val="FFFFFF"/>
            </a:solidFill>
            <a:ln w="19000" cap="flat" cmpd="sng">
              <a:solidFill>
                <a:srgbClr val="231F20"/>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121"/>
            <p:cNvSpPr/>
            <p:nvPr/>
          </p:nvSpPr>
          <p:spPr>
            <a:xfrm>
              <a:off x="3811875" y="1389375"/>
              <a:ext cx="1582125" cy="1327550"/>
            </a:xfrm>
            <a:custGeom>
              <a:avLst/>
              <a:gdLst/>
              <a:ahLst/>
              <a:cxnLst/>
              <a:rect l="l" t="t" r="r" b="b"/>
              <a:pathLst>
                <a:path w="63285" h="53102" extrusionOk="0">
                  <a:moveTo>
                    <a:pt x="1" y="0"/>
                  </a:moveTo>
                  <a:lnTo>
                    <a:pt x="1" y="4256"/>
                  </a:lnTo>
                  <a:cubicBezTo>
                    <a:pt x="1" y="7143"/>
                    <a:pt x="1156" y="9940"/>
                    <a:pt x="3223" y="12007"/>
                  </a:cubicBezTo>
                  <a:lnTo>
                    <a:pt x="5503" y="14286"/>
                  </a:lnTo>
                  <a:cubicBezTo>
                    <a:pt x="7539" y="16353"/>
                    <a:pt x="8725" y="19119"/>
                    <a:pt x="8725" y="22037"/>
                  </a:cubicBezTo>
                  <a:lnTo>
                    <a:pt x="8725" y="48299"/>
                  </a:lnTo>
                  <a:cubicBezTo>
                    <a:pt x="8725" y="50943"/>
                    <a:pt x="10883" y="53101"/>
                    <a:pt x="13527" y="53101"/>
                  </a:cubicBezTo>
                  <a:cubicBezTo>
                    <a:pt x="16172" y="53101"/>
                    <a:pt x="18330" y="50943"/>
                    <a:pt x="18330" y="48299"/>
                  </a:cubicBezTo>
                  <a:lnTo>
                    <a:pt x="18330" y="41673"/>
                  </a:lnTo>
                  <a:cubicBezTo>
                    <a:pt x="18330" y="38785"/>
                    <a:pt x="20670" y="36445"/>
                    <a:pt x="23588" y="36445"/>
                  </a:cubicBezTo>
                  <a:lnTo>
                    <a:pt x="63285" y="36445"/>
                  </a:lnTo>
                  <a:lnTo>
                    <a:pt x="63285" y="22037"/>
                  </a:lnTo>
                  <a:cubicBezTo>
                    <a:pt x="63285" y="19150"/>
                    <a:pt x="62130" y="16353"/>
                    <a:pt x="60063" y="14286"/>
                  </a:cubicBezTo>
                  <a:lnTo>
                    <a:pt x="57783" y="12007"/>
                  </a:lnTo>
                  <a:cubicBezTo>
                    <a:pt x="55716" y="9940"/>
                    <a:pt x="54561" y="7143"/>
                    <a:pt x="54561" y="4256"/>
                  </a:cubicBezTo>
                  <a:lnTo>
                    <a:pt x="54561" y="0"/>
                  </a:lnTo>
                  <a:close/>
                </a:path>
              </a:pathLst>
            </a:custGeom>
            <a:solidFill>
              <a:schemeClr val="accent2"/>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121"/>
            <p:cNvSpPr/>
            <p:nvPr/>
          </p:nvSpPr>
          <p:spPr>
            <a:xfrm>
              <a:off x="4245025" y="1795150"/>
              <a:ext cx="854150" cy="25"/>
            </a:xfrm>
            <a:custGeom>
              <a:avLst/>
              <a:gdLst/>
              <a:ahLst/>
              <a:cxnLst/>
              <a:rect l="l" t="t" r="r" b="b"/>
              <a:pathLst>
                <a:path w="34166" h="1" fill="none" extrusionOk="0">
                  <a:moveTo>
                    <a:pt x="1" y="1"/>
                  </a:moveTo>
                  <a:lnTo>
                    <a:pt x="34165" y="1"/>
                  </a:lnTo>
                </a:path>
              </a:pathLst>
            </a:custGeom>
            <a:no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121"/>
            <p:cNvSpPr/>
            <p:nvPr/>
          </p:nvSpPr>
          <p:spPr>
            <a:xfrm>
              <a:off x="4294425" y="1995000"/>
              <a:ext cx="854150" cy="25"/>
            </a:xfrm>
            <a:custGeom>
              <a:avLst/>
              <a:gdLst/>
              <a:ahLst/>
              <a:cxnLst/>
              <a:rect l="l" t="t" r="r" b="b"/>
              <a:pathLst>
                <a:path w="34166" h="1" fill="none" extrusionOk="0">
                  <a:moveTo>
                    <a:pt x="0" y="1"/>
                  </a:moveTo>
                  <a:lnTo>
                    <a:pt x="34165" y="1"/>
                  </a:lnTo>
                </a:path>
              </a:pathLst>
            </a:custGeom>
            <a:no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121"/>
            <p:cNvSpPr/>
            <p:nvPr/>
          </p:nvSpPr>
          <p:spPr>
            <a:xfrm>
              <a:off x="4294425" y="2194850"/>
              <a:ext cx="854150" cy="25"/>
            </a:xfrm>
            <a:custGeom>
              <a:avLst/>
              <a:gdLst/>
              <a:ahLst/>
              <a:cxnLst/>
              <a:rect l="l" t="t" r="r" b="b"/>
              <a:pathLst>
                <a:path w="34166" h="1" fill="none" extrusionOk="0">
                  <a:moveTo>
                    <a:pt x="0" y="1"/>
                  </a:moveTo>
                  <a:lnTo>
                    <a:pt x="34165" y="1"/>
                  </a:lnTo>
                </a:path>
              </a:pathLst>
            </a:custGeom>
            <a:no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121"/>
            <p:cNvSpPr/>
            <p:nvPr/>
          </p:nvSpPr>
          <p:spPr>
            <a:xfrm>
              <a:off x="4150050" y="2300475"/>
              <a:ext cx="381475" cy="416450"/>
            </a:xfrm>
            <a:custGeom>
              <a:avLst/>
              <a:gdLst/>
              <a:ahLst/>
              <a:cxnLst/>
              <a:rect l="l" t="t" r="r" b="b"/>
              <a:pathLst>
                <a:path w="15259" h="16658" extrusionOk="0">
                  <a:moveTo>
                    <a:pt x="10031" y="1"/>
                  </a:moveTo>
                  <a:cubicBezTo>
                    <a:pt x="7143" y="1"/>
                    <a:pt x="4803" y="2341"/>
                    <a:pt x="4803" y="5229"/>
                  </a:cubicBezTo>
                  <a:lnTo>
                    <a:pt x="4803" y="11855"/>
                  </a:lnTo>
                  <a:cubicBezTo>
                    <a:pt x="4803" y="14499"/>
                    <a:pt x="2645" y="16657"/>
                    <a:pt x="0" y="16657"/>
                  </a:cubicBezTo>
                  <a:lnTo>
                    <a:pt x="15259" y="16657"/>
                  </a:lnTo>
                  <a:lnTo>
                    <a:pt x="15259" y="5229"/>
                  </a:lnTo>
                  <a:cubicBezTo>
                    <a:pt x="15259" y="2341"/>
                    <a:pt x="12918" y="1"/>
                    <a:pt x="10031" y="1"/>
                  </a:cubicBezTo>
                  <a:close/>
                </a:path>
              </a:pathLst>
            </a:custGeom>
            <a:solidFill>
              <a:schemeClr val="accent5"/>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121"/>
            <p:cNvSpPr/>
            <p:nvPr/>
          </p:nvSpPr>
          <p:spPr>
            <a:xfrm>
              <a:off x="4402325" y="2300475"/>
              <a:ext cx="1493200" cy="1243200"/>
            </a:xfrm>
            <a:custGeom>
              <a:avLst/>
              <a:gdLst/>
              <a:ahLst/>
              <a:cxnLst/>
              <a:rect l="l" t="t" r="r" b="b"/>
              <a:pathLst>
                <a:path w="59728" h="49728" extrusionOk="0">
                  <a:moveTo>
                    <a:pt x="55" y="0"/>
                  </a:moveTo>
                  <a:cubicBezTo>
                    <a:pt x="37" y="0"/>
                    <a:pt x="19" y="0"/>
                    <a:pt x="0" y="1"/>
                  </a:cubicBezTo>
                  <a:lnTo>
                    <a:pt x="110" y="1"/>
                  </a:lnTo>
                  <a:cubicBezTo>
                    <a:pt x="92" y="0"/>
                    <a:pt x="74" y="0"/>
                    <a:pt x="55" y="0"/>
                  </a:cubicBezTo>
                  <a:close/>
                  <a:moveTo>
                    <a:pt x="110" y="1"/>
                  </a:moveTo>
                  <a:cubicBezTo>
                    <a:pt x="2947" y="30"/>
                    <a:pt x="5229" y="2378"/>
                    <a:pt x="5229" y="5229"/>
                  </a:cubicBezTo>
                  <a:lnTo>
                    <a:pt x="5229" y="40943"/>
                  </a:lnTo>
                  <a:cubicBezTo>
                    <a:pt x="5229" y="42098"/>
                    <a:pt x="5472" y="43284"/>
                    <a:pt x="5928" y="44348"/>
                  </a:cubicBezTo>
                  <a:cubicBezTo>
                    <a:pt x="6049" y="44621"/>
                    <a:pt x="6171" y="44864"/>
                    <a:pt x="6292" y="45108"/>
                  </a:cubicBezTo>
                  <a:cubicBezTo>
                    <a:pt x="7113" y="46627"/>
                    <a:pt x="8329" y="47843"/>
                    <a:pt x="9849" y="48664"/>
                  </a:cubicBezTo>
                  <a:cubicBezTo>
                    <a:pt x="10092" y="48816"/>
                    <a:pt x="10335" y="48937"/>
                    <a:pt x="10609" y="49029"/>
                  </a:cubicBezTo>
                  <a:lnTo>
                    <a:pt x="11916" y="49485"/>
                  </a:lnTo>
                  <a:cubicBezTo>
                    <a:pt x="12159" y="49545"/>
                    <a:pt x="12432" y="49576"/>
                    <a:pt x="12675" y="49637"/>
                  </a:cubicBezTo>
                  <a:lnTo>
                    <a:pt x="14013" y="49728"/>
                  </a:lnTo>
                  <a:lnTo>
                    <a:pt x="14530" y="49728"/>
                  </a:lnTo>
                  <a:cubicBezTo>
                    <a:pt x="14651" y="49728"/>
                    <a:pt x="14773" y="49697"/>
                    <a:pt x="14894" y="49697"/>
                  </a:cubicBezTo>
                  <a:lnTo>
                    <a:pt x="15350" y="49637"/>
                  </a:lnTo>
                  <a:cubicBezTo>
                    <a:pt x="15502" y="49637"/>
                    <a:pt x="15685" y="49576"/>
                    <a:pt x="15776" y="49576"/>
                  </a:cubicBezTo>
                  <a:cubicBezTo>
                    <a:pt x="15897" y="49545"/>
                    <a:pt x="15989" y="49515"/>
                    <a:pt x="16080" y="49515"/>
                  </a:cubicBezTo>
                  <a:cubicBezTo>
                    <a:pt x="16384" y="49424"/>
                    <a:pt x="16657" y="49333"/>
                    <a:pt x="16931" y="49241"/>
                  </a:cubicBezTo>
                  <a:lnTo>
                    <a:pt x="17144" y="49181"/>
                  </a:lnTo>
                  <a:lnTo>
                    <a:pt x="17387" y="49089"/>
                  </a:lnTo>
                  <a:cubicBezTo>
                    <a:pt x="17478" y="49029"/>
                    <a:pt x="17569" y="48998"/>
                    <a:pt x="17630" y="48968"/>
                  </a:cubicBezTo>
                  <a:cubicBezTo>
                    <a:pt x="17752" y="48937"/>
                    <a:pt x="17843" y="48877"/>
                    <a:pt x="17934" y="48816"/>
                  </a:cubicBezTo>
                  <a:lnTo>
                    <a:pt x="17964" y="48816"/>
                  </a:lnTo>
                  <a:lnTo>
                    <a:pt x="18238" y="48664"/>
                  </a:lnTo>
                  <a:cubicBezTo>
                    <a:pt x="18451" y="48542"/>
                    <a:pt x="18663" y="48421"/>
                    <a:pt x="18876" y="48299"/>
                  </a:cubicBezTo>
                  <a:cubicBezTo>
                    <a:pt x="18967" y="48238"/>
                    <a:pt x="19059" y="48178"/>
                    <a:pt x="19150" y="48086"/>
                  </a:cubicBezTo>
                  <a:lnTo>
                    <a:pt x="19180" y="48086"/>
                  </a:lnTo>
                  <a:lnTo>
                    <a:pt x="19393" y="47934"/>
                  </a:lnTo>
                  <a:lnTo>
                    <a:pt x="19514" y="47843"/>
                  </a:lnTo>
                  <a:lnTo>
                    <a:pt x="19666" y="47691"/>
                  </a:lnTo>
                  <a:cubicBezTo>
                    <a:pt x="19727" y="47661"/>
                    <a:pt x="19758" y="47630"/>
                    <a:pt x="19788" y="47600"/>
                  </a:cubicBezTo>
                  <a:cubicBezTo>
                    <a:pt x="19849" y="47539"/>
                    <a:pt x="19910" y="47478"/>
                    <a:pt x="19970" y="47418"/>
                  </a:cubicBezTo>
                  <a:cubicBezTo>
                    <a:pt x="20244" y="47174"/>
                    <a:pt x="20518" y="46901"/>
                    <a:pt x="20730" y="46627"/>
                  </a:cubicBezTo>
                  <a:cubicBezTo>
                    <a:pt x="20822" y="46536"/>
                    <a:pt x="20882" y="46445"/>
                    <a:pt x="20943" y="46384"/>
                  </a:cubicBezTo>
                  <a:cubicBezTo>
                    <a:pt x="21004" y="46293"/>
                    <a:pt x="21065" y="46202"/>
                    <a:pt x="21125" y="46111"/>
                  </a:cubicBezTo>
                  <a:lnTo>
                    <a:pt x="21186" y="46050"/>
                  </a:lnTo>
                  <a:cubicBezTo>
                    <a:pt x="21247" y="45959"/>
                    <a:pt x="21308" y="45867"/>
                    <a:pt x="21338" y="45807"/>
                  </a:cubicBezTo>
                  <a:cubicBezTo>
                    <a:pt x="21551" y="45503"/>
                    <a:pt x="21733" y="45168"/>
                    <a:pt x="21885" y="44864"/>
                  </a:cubicBezTo>
                  <a:cubicBezTo>
                    <a:pt x="21916" y="44773"/>
                    <a:pt x="21946" y="44743"/>
                    <a:pt x="21977" y="44652"/>
                  </a:cubicBezTo>
                  <a:cubicBezTo>
                    <a:pt x="22037" y="44560"/>
                    <a:pt x="22068" y="44500"/>
                    <a:pt x="22098" y="44408"/>
                  </a:cubicBezTo>
                  <a:cubicBezTo>
                    <a:pt x="22159" y="44287"/>
                    <a:pt x="22189" y="44196"/>
                    <a:pt x="22220" y="44074"/>
                  </a:cubicBezTo>
                  <a:cubicBezTo>
                    <a:pt x="22250" y="44013"/>
                    <a:pt x="22281" y="43953"/>
                    <a:pt x="22281" y="43892"/>
                  </a:cubicBezTo>
                  <a:cubicBezTo>
                    <a:pt x="22311" y="43861"/>
                    <a:pt x="22311" y="43831"/>
                    <a:pt x="22311" y="43801"/>
                  </a:cubicBezTo>
                  <a:cubicBezTo>
                    <a:pt x="22372" y="43709"/>
                    <a:pt x="22372" y="43618"/>
                    <a:pt x="22432" y="43497"/>
                  </a:cubicBezTo>
                  <a:cubicBezTo>
                    <a:pt x="22463" y="43375"/>
                    <a:pt x="22493" y="43284"/>
                    <a:pt x="22524" y="43162"/>
                  </a:cubicBezTo>
                  <a:cubicBezTo>
                    <a:pt x="22554" y="43010"/>
                    <a:pt x="22584" y="42889"/>
                    <a:pt x="22615" y="42737"/>
                  </a:cubicBezTo>
                  <a:cubicBezTo>
                    <a:pt x="22645" y="42554"/>
                    <a:pt x="22676" y="42342"/>
                    <a:pt x="22706" y="42098"/>
                  </a:cubicBezTo>
                  <a:cubicBezTo>
                    <a:pt x="22767" y="41886"/>
                    <a:pt x="22767" y="41673"/>
                    <a:pt x="22767" y="41460"/>
                  </a:cubicBezTo>
                  <a:lnTo>
                    <a:pt x="22767" y="41430"/>
                  </a:lnTo>
                  <a:lnTo>
                    <a:pt x="22767" y="40974"/>
                  </a:lnTo>
                  <a:lnTo>
                    <a:pt x="22767" y="40244"/>
                  </a:lnTo>
                  <a:lnTo>
                    <a:pt x="19271" y="40244"/>
                  </a:lnTo>
                  <a:lnTo>
                    <a:pt x="19271" y="41703"/>
                  </a:lnTo>
                  <a:cubicBezTo>
                    <a:pt x="19271" y="42524"/>
                    <a:pt x="18603" y="43162"/>
                    <a:pt x="17812" y="43162"/>
                  </a:cubicBezTo>
                  <a:cubicBezTo>
                    <a:pt x="17022" y="43162"/>
                    <a:pt x="16353" y="42524"/>
                    <a:pt x="16353" y="41703"/>
                  </a:cubicBezTo>
                  <a:lnTo>
                    <a:pt x="16353" y="40244"/>
                  </a:lnTo>
                  <a:cubicBezTo>
                    <a:pt x="16384" y="38481"/>
                    <a:pt x="17812" y="37083"/>
                    <a:pt x="19575" y="37083"/>
                  </a:cubicBezTo>
                  <a:lnTo>
                    <a:pt x="59728" y="37083"/>
                  </a:lnTo>
                  <a:lnTo>
                    <a:pt x="59728" y="5229"/>
                  </a:lnTo>
                  <a:cubicBezTo>
                    <a:pt x="59728" y="4712"/>
                    <a:pt x="59667" y="4195"/>
                    <a:pt x="59515" y="3678"/>
                  </a:cubicBezTo>
                  <a:cubicBezTo>
                    <a:pt x="59454" y="3496"/>
                    <a:pt x="59394" y="3344"/>
                    <a:pt x="59333" y="3162"/>
                  </a:cubicBezTo>
                  <a:cubicBezTo>
                    <a:pt x="59211" y="2949"/>
                    <a:pt x="59090" y="2706"/>
                    <a:pt x="58968" y="2493"/>
                  </a:cubicBezTo>
                  <a:cubicBezTo>
                    <a:pt x="58755" y="2128"/>
                    <a:pt x="58512" y="1794"/>
                    <a:pt x="58208" y="1520"/>
                  </a:cubicBezTo>
                  <a:lnTo>
                    <a:pt x="57236" y="760"/>
                  </a:lnTo>
                  <a:cubicBezTo>
                    <a:pt x="56992" y="608"/>
                    <a:pt x="56780" y="487"/>
                    <a:pt x="56536" y="396"/>
                  </a:cubicBezTo>
                  <a:cubicBezTo>
                    <a:pt x="56384" y="335"/>
                    <a:pt x="56233" y="274"/>
                    <a:pt x="56081" y="213"/>
                  </a:cubicBezTo>
                  <a:lnTo>
                    <a:pt x="54500" y="1"/>
                  </a:lnTo>
                  <a:close/>
                </a:path>
              </a:pathLst>
            </a:custGeom>
            <a:solidFill>
              <a:schemeClr val="accent2"/>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121"/>
            <p:cNvSpPr/>
            <p:nvPr/>
          </p:nvSpPr>
          <p:spPr>
            <a:xfrm>
              <a:off x="4792150" y="2634075"/>
              <a:ext cx="873150" cy="25"/>
            </a:xfrm>
            <a:custGeom>
              <a:avLst/>
              <a:gdLst/>
              <a:ahLst/>
              <a:cxnLst/>
              <a:rect l="l" t="t" r="r" b="b"/>
              <a:pathLst>
                <a:path w="34926" h="1" fill="none" extrusionOk="0">
                  <a:moveTo>
                    <a:pt x="0" y="0"/>
                  </a:moveTo>
                  <a:lnTo>
                    <a:pt x="34925" y="0"/>
                  </a:lnTo>
                </a:path>
              </a:pathLst>
            </a:custGeom>
            <a:no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121"/>
            <p:cNvSpPr/>
            <p:nvPr/>
          </p:nvSpPr>
          <p:spPr>
            <a:xfrm>
              <a:off x="4792150" y="2833925"/>
              <a:ext cx="873150" cy="25"/>
            </a:xfrm>
            <a:custGeom>
              <a:avLst/>
              <a:gdLst/>
              <a:ahLst/>
              <a:cxnLst/>
              <a:rect l="l" t="t" r="r" b="b"/>
              <a:pathLst>
                <a:path w="34926" h="1" fill="none" extrusionOk="0">
                  <a:moveTo>
                    <a:pt x="0" y="0"/>
                  </a:moveTo>
                  <a:lnTo>
                    <a:pt x="34925" y="0"/>
                  </a:lnTo>
                </a:path>
              </a:pathLst>
            </a:custGeom>
            <a:no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121"/>
            <p:cNvSpPr/>
            <p:nvPr/>
          </p:nvSpPr>
          <p:spPr>
            <a:xfrm>
              <a:off x="4792150" y="2441050"/>
              <a:ext cx="873150" cy="25"/>
            </a:xfrm>
            <a:custGeom>
              <a:avLst/>
              <a:gdLst/>
              <a:ahLst/>
              <a:cxnLst/>
              <a:rect l="l" t="t" r="r" b="b"/>
              <a:pathLst>
                <a:path w="34926" h="1" fill="none" extrusionOk="0">
                  <a:moveTo>
                    <a:pt x="0" y="1"/>
                  </a:moveTo>
                  <a:lnTo>
                    <a:pt x="34925" y="1"/>
                  </a:lnTo>
                </a:path>
              </a:pathLst>
            </a:custGeom>
            <a:no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121"/>
            <p:cNvSpPr/>
            <p:nvPr/>
          </p:nvSpPr>
          <p:spPr>
            <a:xfrm>
              <a:off x="4758725" y="2931175"/>
              <a:ext cx="262925" cy="164175"/>
            </a:xfrm>
            <a:custGeom>
              <a:avLst/>
              <a:gdLst/>
              <a:ahLst/>
              <a:cxnLst/>
              <a:rect l="l" t="t" r="r" b="b"/>
              <a:pathLst>
                <a:path w="10517" h="6567" fill="none" extrusionOk="0">
                  <a:moveTo>
                    <a:pt x="5410" y="670"/>
                  </a:moveTo>
                  <a:cubicBezTo>
                    <a:pt x="5410" y="670"/>
                    <a:pt x="5046" y="1"/>
                    <a:pt x="3982" y="122"/>
                  </a:cubicBezTo>
                  <a:cubicBezTo>
                    <a:pt x="2948" y="274"/>
                    <a:pt x="3222" y="1581"/>
                    <a:pt x="4195" y="2736"/>
                  </a:cubicBezTo>
                  <a:cubicBezTo>
                    <a:pt x="5137" y="3892"/>
                    <a:pt x="3496" y="6566"/>
                    <a:pt x="1733" y="5837"/>
                  </a:cubicBezTo>
                  <a:cubicBezTo>
                    <a:pt x="0" y="5107"/>
                    <a:pt x="4620" y="2311"/>
                    <a:pt x="5684" y="3922"/>
                  </a:cubicBezTo>
                  <a:cubicBezTo>
                    <a:pt x="6748" y="5502"/>
                    <a:pt x="8328" y="3010"/>
                    <a:pt x="8845" y="3770"/>
                  </a:cubicBezTo>
                  <a:cubicBezTo>
                    <a:pt x="9362" y="4530"/>
                    <a:pt x="9575" y="4530"/>
                    <a:pt x="10517" y="3983"/>
                  </a:cubicBezTo>
                </a:path>
              </a:pathLst>
            </a:custGeom>
            <a:no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121"/>
            <p:cNvSpPr/>
            <p:nvPr/>
          </p:nvSpPr>
          <p:spPr>
            <a:xfrm>
              <a:off x="4969200" y="2987425"/>
              <a:ext cx="3825" cy="6100"/>
            </a:xfrm>
            <a:custGeom>
              <a:avLst/>
              <a:gdLst/>
              <a:ahLst/>
              <a:cxnLst/>
              <a:rect l="l" t="t" r="r" b="b"/>
              <a:pathLst>
                <a:path w="153" h="244" fill="none" extrusionOk="0">
                  <a:moveTo>
                    <a:pt x="153" y="0"/>
                  </a:moveTo>
                  <a:lnTo>
                    <a:pt x="1" y="243"/>
                  </a:lnTo>
                </a:path>
              </a:pathLst>
            </a:custGeom>
            <a:no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121"/>
            <p:cNvSpPr/>
            <p:nvPr/>
          </p:nvSpPr>
          <p:spPr>
            <a:xfrm>
              <a:off x="5001875" y="3010225"/>
              <a:ext cx="247000" cy="109425"/>
            </a:xfrm>
            <a:custGeom>
              <a:avLst/>
              <a:gdLst/>
              <a:ahLst/>
              <a:cxnLst/>
              <a:rect l="l" t="t" r="r" b="b"/>
              <a:pathLst>
                <a:path w="9880" h="4377" fill="none" extrusionOk="0">
                  <a:moveTo>
                    <a:pt x="2159" y="426"/>
                  </a:moveTo>
                  <a:cubicBezTo>
                    <a:pt x="2159" y="426"/>
                    <a:pt x="1" y="517"/>
                    <a:pt x="487" y="1824"/>
                  </a:cubicBezTo>
                  <a:cubicBezTo>
                    <a:pt x="1095" y="3556"/>
                    <a:pt x="2159" y="426"/>
                    <a:pt x="2159" y="426"/>
                  </a:cubicBezTo>
                  <a:cubicBezTo>
                    <a:pt x="2159" y="426"/>
                    <a:pt x="2128" y="4286"/>
                    <a:pt x="2524" y="4347"/>
                  </a:cubicBezTo>
                  <a:cubicBezTo>
                    <a:pt x="2949" y="4377"/>
                    <a:pt x="3739" y="0"/>
                    <a:pt x="3739" y="0"/>
                  </a:cubicBezTo>
                  <a:cubicBezTo>
                    <a:pt x="3739" y="0"/>
                    <a:pt x="3922" y="1641"/>
                    <a:pt x="4165" y="1793"/>
                  </a:cubicBezTo>
                  <a:cubicBezTo>
                    <a:pt x="4378" y="1915"/>
                    <a:pt x="5198" y="395"/>
                    <a:pt x="5715" y="274"/>
                  </a:cubicBezTo>
                  <a:cubicBezTo>
                    <a:pt x="6262" y="122"/>
                    <a:pt x="6992" y="821"/>
                    <a:pt x="7326" y="973"/>
                  </a:cubicBezTo>
                  <a:cubicBezTo>
                    <a:pt x="7752" y="1216"/>
                    <a:pt x="8268" y="1793"/>
                    <a:pt x="9879" y="1094"/>
                  </a:cubicBezTo>
                </a:path>
              </a:pathLst>
            </a:custGeom>
            <a:no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121"/>
            <p:cNvSpPr/>
            <p:nvPr/>
          </p:nvSpPr>
          <p:spPr>
            <a:xfrm>
              <a:off x="4811150" y="3226775"/>
              <a:ext cx="161125" cy="152825"/>
            </a:xfrm>
            <a:custGeom>
              <a:avLst/>
              <a:gdLst/>
              <a:ahLst/>
              <a:cxnLst/>
              <a:rect l="l" t="t" r="r" b="b"/>
              <a:pathLst>
                <a:path w="6445" h="6113" extrusionOk="0">
                  <a:moveTo>
                    <a:pt x="3222" y="1"/>
                  </a:moveTo>
                  <a:cubicBezTo>
                    <a:pt x="1459" y="1"/>
                    <a:pt x="0" y="1429"/>
                    <a:pt x="0" y="3192"/>
                  </a:cubicBezTo>
                  <a:lnTo>
                    <a:pt x="0" y="4651"/>
                  </a:lnTo>
                  <a:cubicBezTo>
                    <a:pt x="0" y="5046"/>
                    <a:pt x="152" y="5411"/>
                    <a:pt x="426" y="5685"/>
                  </a:cubicBezTo>
                  <a:cubicBezTo>
                    <a:pt x="721" y="5980"/>
                    <a:pt x="1087" y="6113"/>
                    <a:pt x="1446" y="6113"/>
                  </a:cubicBezTo>
                  <a:cubicBezTo>
                    <a:pt x="2196" y="6113"/>
                    <a:pt x="2918" y="5535"/>
                    <a:pt x="2918" y="4651"/>
                  </a:cubicBezTo>
                  <a:lnTo>
                    <a:pt x="2918" y="3192"/>
                  </a:lnTo>
                  <a:lnTo>
                    <a:pt x="6444" y="3192"/>
                  </a:lnTo>
                  <a:cubicBezTo>
                    <a:pt x="6414" y="1429"/>
                    <a:pt x="4985" y="1"/>
                    <a:pt x="3222" y="1"/>
                  </a:cubicBez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121"/>
            <p:cNvSpPr/>
            <p:nvPr/>
          </p:nvSpPr>
          <p:spPr>
            <a:xfrm>
              <a:off x="4847625" y="3306575"/>
              <a:ext cx="124650" cy="72975"/>
            </a:xfrm>
            <a:custGeom>
              <a:avLst/>
              <a:gdLst/>
              <a:ahLst/>
              <a:cxnLst/>
              <a:rect l="l" t="t" r="r" b="b"/>
              <a:pathLst>
                <a:path w="4986" h="2919" extrusionOk="0">
                  <a:moveTo>
                    <a:pt x="1459" y="0"/>
                  </a:moveTo>
                  <a:lnTo>
                    <a:pt x="1459" y="1459"/>
                  </a:lnTo>
                  <a:cubicBezTo>
                    <a:pt x="1459" y="2250"/>
                    <a:pt x="791" y="2918"/>
                    <a:pt x="0" y="2918"/>
                  </a:cubicBezTo>
                  <a:lnTo>
                    <a:pt x="4712" y="2918"/>
                  </a:lnTo>
                  <a:cubicBezTo>
                    <a:pt x="4742" y="2766"/>
                    <a:pt x="4772" y="2645"/>
                    <a:pt x="4803" y="2493"/>
                  </a:cubicBezTo>
                  <a:cubicBezTo>
                    <a:pt x="4864" y="2310"/>
                    <a:pt x="4864" y="2098"/>
                    <a:pt x="4924" y="1854"/>
                  </a:cubicBezTo>
                  <a:cubicBezTo>
                    <a:pt x="4955" y="1642"/>
                    <a:pt x="4985" y="1429"/>
                    <a:pt x="4985" y="1216"/>
                  </a:cubicBezTo>
                  <a:lnTo>
                    <a:pt x="4985" y="1186"/>
                  </a:lnTo>
                  <a:lnTo>
                    <a:pt x="4985" y="730"/>
                  </a:lnTo>
                  <a:lnTo>
                    <a:pt x="4985" y="0"/>
                  </a:lnTo>
                  <a:close/>
                </a:path>
              </a:pathLst>
            </a:custGeom>
            <a:solidFill>
              <a:schemeClr val="accent3"/>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121"/>
            <p:cNvSpPr/>
            <p:nvPr/>
          </p:nvSpPr>
          <p:spPr>
            <a:xfrm>
              <a:off x="4764800" y="3226025"/>
              <a:ext cx="1571475" cy="317650"/>
            </a:xfrm>
            <a:custGeom>
              <a:avLst/>
              <a:gdLst/>
              <a:ahLst/>
              <a:cxnLst/>
              <a:rect l="l" t="t" r="r" b="b"/>
              <a:pathLst>
                <a:path w="62859" h="12706" extrusionOk="0">
                  <a:moveTo>
                    <a:pt x="5046" y="0"/>
                  </a:moveTo>
                  <a:cubicBezTo>
                    <a:pt x="6809" y="0"/>
                    <a:pt x="8268" y="1459"/>
                    <a:pt x="8237" y="3222"/>
                  </a:cubicBezTo>
                  <a:lnTo>
                    <a:pt x="8237" y="3952"/>
                  </a:lnTo>
                  <a:lnTo>
                    <a:pt x="8237" y="4377"/>
                  </a:lnTo>
                  <a:lnTo>
                    <a:pt x="8237" y="4408"/>
                  </a:lnTo>
                  <a:cubicBezTo>
                    <a:pt x="8237" y="4651"/>
                    <a:pt x="8207" y="4864"/>
                    <a:pt x="8177" y="5076"/>
                  </a:cubicBezTo>
                  <a:cubicBezTo>
                    <a:pt x="8177" y="5289"/>
                    <a:pt x="8116" y="5502"/>
                    <a:pt x="8085" y="5715"/>
                  </a:cubicBezTo>
                  <a:cubicBezTo>
                    <a:pt x="8055" y="5836"/>
                    <a:pt x="8025" y="5988"/>
                    <a:pt x="7994" y="6110"/>
                  </a:cubicBezTo>
                  <a:cubicBezTo>
                    <a:pt x="7964" y="6231"/>
                    <a:pt x="7933" y="6383"/>
                    <a:pt x="7903" y="6475"/>
                  </a:cubicBezTo>
                  <a:cubicBezTo>
                    <a:pt x="7873" y="6566"/>
                    <a:pt x="7842" y="6687"/>
                    <a:pt x="7782" y="6779"/>
                  </a:cubicBezTo>
                  <a:cubicBezTo>
                    <a:pt x="7782" y="6809"/>
                    <a:pt x="7782" y="6839"/>
                    <a:pt x="7751" y="6870"/>
                  </a:cubicBezTo>
                  <a:cubicBezTo>
                    <a:pt x="7751" y="6931"/>
                    <a:pt x="7751" y="6931"/>
                    <a:pt x="7690" y="7052"/>
                  </a:cubicBezTo>
                  <a:cubicBezTo>
                    <a:pt x="7660" y="7143"/>
                    <a:pt x="7599" y="7295"/>
                    <a:pt x="7569" y="7356"/>
                  </a:cubicBezTo>
                  <a:cubicBezTo>
                    <a:pt x="7538" y="7447"/>
                    <a:pt x="7478" y="7538"/>
                    <a:pt x="7447" y="7630"/>
                  </a:cubicBezTo>
                  <a:cubicBezTo>
                    <a:pt x="7417" y="7690"/>
                    <a:pt x="7386" y="7751"/>
                    <a:pt x="7356" y="7812"/>
                  </a:cubicBezTo>
                  <a:cubicBezTo>
                    <a:pt x="7204" y="8146"/>
                    <a:pt x="7022" y="8450"/>
                    <a:pt x="6809" y="8785"/>
                  </a:cubicBezTo>
                  <a:cubicBezTo>
                    <a:pt x="6778" y="8845"/>
                    <a:pt x="6687" y="8997"/>
                    <a:pt x="6657" y="8997"/>
                  </a:cubicBezTo>
                  <a:cubicBezTo>
                    <a:pt x="6626" y="9028"/>
                    <a:pt x="6657" y="8997"/>
                    <a:pt x="6596" y="9089"/>
                  </a:cubicBezTo>
                  <a:cubicBezTo>
                    <a:pt x="6535" y="9180"/>
                    <a:pt x="6474" y="9241"/>
                    <a:pt x="6414" y="9332"/>
                  </a:cubicBezTo>
                  <a:cubicBezTo>
                    <a:pt x="6353" y="9423"/>
                    <a:pt x="6292" y="9514"/>
                    <a:pt x="6201" y="9605"/>
                  </a:cubicBezTo>
                  <a:cubicBezTo>
                    <a:pt x="5988" y="9879"/>
                    <a:pt x="5715" y="10152"/>
                    <a:pt x="5441" y="10396"/>
                  </a:cubicBezTo>
                  <a:cubicBezTo>
                    <a:pt x="5380" y="10456"/>
                    <a:pt x="5319" y="10517"/>
                    <a:pt x="5259" y="10578"/>
                  </a:cubicBezTo>
                  <a:cubicBezTo>
                    <a:pt x="5228" y="10608"/>
                    <a:pt x="5167" y="10639"/>
                    <a:pt x="5137" y="10669"/>
                  </a:cubicBezTo>
                  <a:lnTo>
                    <a:pt x="4985" y="10821"/>
                  </a:lnTo>
                  <a:lnTo>
                    <a:pt x="4833" y="10912"/>
                  </a:lnTo>
                  <a:lnTo>
                    <a:pt x="4620" y="11064"/>
                  </a:lnTo>
                  <a:cubicBezTo>
                    <a:pt x="4529" y="11125"/>
                    <a:pt x="4438" y="11216"/>
                    <a:pt x="4316" y="11277"/>
                  </a:cubicBezTo>
                  <a:cubicBezTo>
                    <a:pt x="4134" y="11399"/>
                    <a:pt x="3921" y="11520"/>
                    <a:pt x="3708" y="11642"/>
                  </a:cubicBezTo>
                  <a:cubicBezTo>
                    <a:pt x="3617" y="11703"/>
                    <a:pt x="3526" y="11763"/>
                    <a:pt x="3435" y="11794"/>
                  </a:cubicBezTo>
                  <a:lnTo>
                    <a:pt x="3405" y="11794"/>
                  </a:lnTo>
                  <a:cubicBezTo>
                    <a:pt x="3313" y="11855"/>
                    <a:pt x="3192" y="11885"/>
                    <a:pt x="3101" y="11946"/>
                  </a:cubicBezTo>
                  <a:cubicBezTo>
                    <a:pt x="3009" y="11976"/>
                    <a:pt x="2949" y="12007"/>
                    <a:pt x="2857" y="12037"/>
                  </a:cubicBezTo>
                  <a:cubicBezTo>
                    <a:pt x="2766" y="12098"/>
                    <a:pt x="2675" y="12128"/>
                    <a:pt x="2614" y="12159"/>
                  </a:cubicBezTo>
                  <a:lnTo>
                    <a:pt x="2401" y="12219"/>
                  </a:lnTo>
                  <a:cubicBezTo>
                    <a:pt x="2128" y="12311"/>
                    <a:pt x="1824" y="12402"/>
                    <a:pt x="1550" y="12463"/>
                  </a:cubicBezTo>
                  <a:cubicBezTo>
                    <a:pt x="1459" y="12493"/>
                    <a:pt x="1398" y="12523"/>
                    <a:pt x="1246" y="12554"/>
                  </a:cubicBezTo>
                  <a:cubicBezTo>
                    <a:pt x="1094" y="12584"/>
                    <a:pt x="942" y="12584"/>
                    <a:pt x="821" y="12615"/>
                  </a:cubicBezTo>
                  <a:cubicBezTo>
                    <a:pt x="669" y="12645"/>
                    <a:pt x="487" y="12645"/>
                    <a:pt x="365" y="12675"/>
                  </a:cubicBezTo>
                  <a:cubicBezTo>
                    <a:pt x="243" y="12706"/>
                    <a:pt x="152" y="12706"/>
                    <a:pt x="0" y="12706"/>
                  </a:cubicBezTo>
                  <a:lnTo>
                    <a:pt x="54560" y="12706"/>
                  </a:lnTo>
                  <a:cubicBezTo>
                    <a:pt x="54682" y="12706"/>
                    <a:pt x="54773" y="12706"/>
                    <a:pt x="54956" y="12675"/>
                  </a:cubicBezTo>
                  <a:cubicBezTo>
                    <a:pt x="55108" y="12675"/>
                    <a:pt x="55290" y="12645"/>
                    <a:pt x="55442" y="12615"/>
                  </a:cubicBezTo>
                  <a:cubicBezTo>
                    <a:pt x="55716" y="12584"/>
                    <a:pt x="56019" y="12523"/>
                    <a:pt x="56293" y="12432"/>
                  </a:cubicBezTo>
                  <a:cubicBezTo>
                    <a:pt x="57782" y="12067"/>
                    <a:pt x="59150" y="11277"/>
                    <a:pt x="60244" y="10213"/>
                  </a:cubicBezTo>
                  <a:lnTo>
                    <a:pt x="60275" y="10183"/>
                  </a:lnTo>
                  <a:lnTo>
                    <a:pt x="60579" y="9849"/>
                  </a:lnTo>
                  <a:cubicBezTo>
                    <a:pt x="60670" y="9757"/>
                    <a:pt x="60761" y="9636"/>
                    <a:pt x="60852" y="9545"/>
                  </a:cubicBezTo>
                  <a:cubicBezTo>
                    <a:pt x="60944" y="9423"/>
                    <a:pt x="61035" y="9332"/>
                    <a:pt x="61126" y="9210"/>
                  </a:cubicBezTo>
                  <a:cubicBezTo>
                    <a:pt x="61187" y="9089"/>
                    <a:pt x="61278" y="8967"/>
                    <a:pt x="61369" y="8876"/>
                  </a:cubicBezTo>
                  <a:cubicBezTo>
                    <a:pt x="61430" y="8754"/>
                    <a:pt x="61491" y="8663"/>
                    <a:pt x="61582" y="8541"/>
                  </a:cubicBezTo>
                  <a:cubicBezTo>
                    <a:pt x="61643" y="8420"/>
                    <a:pt x="61734" y="8268"/>
                    <a:pt x="61795" y="8146"/>
                  </a:cubicBezTo>
                  <a:cubicBezTo>
                    <a:pt x="61947" y="7903"/>
                    <a:pt x="62068" y="7660"/>
                    <a:pt x="62190" y="7386"/>
                  </a:cubicBezTo>
                  <a:cubicBezTo>
                    <a:pt x="62220" y="7265"/>
                    <a:pt x="62281" y="7113"/>
                    <a:pt x="62342" y="6991"/>
                  </a:cubicBezTo>
                  <a:cubicBezTo>
                    <a:pt x="62372" y="6900"/>
                    <a:pt x="62403" y="6748"/>
                    <a:pt x="62433" y="6687"/>
                  </a:cubicBezTo>
                  <a:cubicBezTo>
                    <a:pt x="62463" y="6627"/>
                    <a:pt x="62463" y="6627"/>
                    <a:pt x="62494" y="6505"/>
                  </a:cubicBezTo>
                  <a:cubicBezTo>
                    <a:pt x="62524" y="6383"/>
                    <a:pt x="62555" y="6262"/>
                    <a:pt x="62585" y="6171"/>
                  </a:cubicBezTo>
                  <a:cubicBezTo>
                    <a:pt x="62676" y="5897"/>
                    <a:pt x="62707" y="5624"/>
                    <a:pt x="62767" y="5380"/>
                  </a:cubicBezTo>
                  <a:cubicBezTo>
                    <a:pt x="62767" y="5289"/>
                    <a:pt x="62798" y="5198"/>
                    <a:pt x="62798" y="5107"/>
                  </a:cubicBezTo>
                  <a:cubicBezTo>
                    <a:pt x="62798" y="5016"/>
                    <a:pt x="62828" y="4924"/>
                    <a:pt x="62828" y="4803"/>
                  </a:cubicBezTo>
                  <a:cubicBezTo>
                    <a:pt x="62859" y="4681"/>
                    <a:pt x="62859" y="4560"/>
                    <a:pt x="62859" y="4438"/>
                  </a:cubicBezTo>
                  <a:lnTo>
                    <a:pt x="62859" y="3982"/>
                  </a:lnTo>
                  <a:lnTo>
                    <a:pt x="62859" y="3222"/>
                  </a:lnTo>
                  <a:cubicBezTo>
                    <a:pt x="62859" y="1459"/>
                    <a:pt x="61430" y="0"/>
                    <a:pt x="59637" y="0"/>
                  </a:cubicBezTo>
                  <a:close/>
                </a:path>
              </a:pathLst>
            </a:custGeom>
            <a:solidFill>
              <a:schemeClr val="accent2"/>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121"/>
            <p:cNvSpPr/>
            <p:nvPr/>
          </p:nvSpPr>
          <p:spPr>
            <a:xfrm>
              <a:off x="4872700" y="3325575"/>
              <a:ext cx="1463575" cy="218250"/>
            </a:xfrm>
            <a:custGeom>
              <a:avLst/>
              <a:gdLst/>
              <a:ahLst/>
              <a:cxnLst/>
              <a:rect l="l" t="t" r="r" b="b"/>
              <a:pathLst>
                <a:path w="58543" h="8730" extrusionOk="0">
                  <a:moveTo>
                    <a:pt x="58543" y="0"/>
                  </a:moveTo>
                  <a:cubicBezTo>
                    <a:pt x="52587" y="7650"/>
                    <a:pt x="28999" y="8645"/>
                    <a:pt x="7248" y="8724"/>
                  </a:cubicBezTo>
                  <a:lnTo>
                    <a:pt x="50244" y="8724"/>
                  </a:lnTo>
                  <a:cubicBezTo>
                    <a:pt x="50366" y="8693"/>
                    <a:pt x="50457" y="8693"/>
                    <a:pt x="50640" y="8693"/>
                  </a:cubicBezTo>
                  <a:cubicBezTo>
                    <a:pt x="50792" y="8663"/>
                    <a:pt x="50974" y="8633"/>
                    <a:pt x="51126" y="8633"/>
                  </a:cubicBezTo>
                  <a:cubicBezTo>
                    <a:pt x="51400" y="8572"/>
                    <a:pt x="51703" y="8511"/>
                    <a:pt x="51977" y="8450"/>
                  </a:cubicBezTo>
                  <a:cubicBezTo>
                    <a:pt x="53466" y="8055"/>
                    <a:pt x="54834" y="7295"/>
                    <a:pt x="55928" y="6201"/>
                  </a:cubicBezTo>
                  <a:lnTo>
                    <a:pt x="55959" y="6170"/>
                  </a:lnTo>
                  <a:lnTo>
                    <a:pt x="56263" y="5867"/>
                  </a:lnTo>
                  <a:cubicBezTo>
                    <a:pt x="56354" y="5775"/>
                    <a:pt x="56445" y="5654"/>
                    <a:pt x="56536" y="5532"/>
                  </a:cubicBezTo>
                  <a:cubicBezTo>
                    <a:pt x="56628" y="5441"/>
                    <a:pt x="56719" y="5319"/>
                    <a:pt x="56810" y="5228"/>
                  </a:cubicBezTo>
                  <a:cubicBezTo>
                    <a:pt x="56871" y="5107"/>
                    <a:pt x="56962" y="4985"/>
                    <a:pt x="57053" y="4863"/>
                  </a:cubicBezTo>
                  <a:cubicBezTo>
                    <a:pt x="57114" y="4772"/>
                    <a:pt x="57175" y="4681"/>
                    <a:pt x="57266" y="4559"/>
                  </a:cubicBezTo>
                  <a:cubicBezTo>
                    <a:pt x="57327" y="4408"/>
                    <a:pt x="57418" y="4286"/>
                    <a:pt x="57479" y="4134"/>
                  </a:cubicBezTo>
                  <a:cubicBezTo>
                    <a:pt x="57631" y="3921"/>
                    <a:pt x="57752" y="3648"/>
                    <a:pt x="57874" y="3374"/>
                  </a:cubicBezTo>
                  <a:cubicBezTo>
                    <a:pt x="57904" y="3252"/>
                    <a:pt x="57965" y="3101"/>
                    <a:pt x="58026" y="3009"/>
                  </a:cubicBezTo>
                  <a:cubicBezTo>
                    <a:pt x="58056" y="2918"/>
                    <a:pt x="58087" y="2766"/>
                    <a:pt x="58117" y="2705"/>
                  </a:cubicBezTo>
                  <a:cubicBezTo>
                    <a:pt x="58147" y="2645"/>
                    <a:pt x="58147" y="2645"/>
                    <a:pt x="58178" y="2523"/>
                  </a:cubicBezTo>
                  <a:cubicBezTo>
                    <a:pt x="58208" y="2401"/>
                    <a:pt x="58239" y="2280"/>
                    <a:pt x="58269" y="2158"/>
                  </a:cubicBezTo>
                  <a:cubicBezTo>
                    <a:pt x="58360" y="1915"/>
                    <a:pt x="58391" y="1642"/>
                    <a:pt x="58451" y="1368"/>
                  </a:cubicBezTo>
                  <a:cubicBezTo>
                    <a:pt x="58451" y="1277"/>
                    <a:pt x="58482" y="1216"/>
                    <a:pt x="58482" y="1125"/>
                  </a:cubicBezTo>
                  <a:cubicBezTo>
                    <a:pt x="58482" y="1003"/>
                    <a:pt x="58512" y="912"/>
                    <a:pt x="58512" y="821"/>
                  </a:cubicBezTo>
                  <a:cubicBezTo>
                    <a:pt x="58543" y="699"/>
                    <a:pt x="58543" y="578"/>
                    <a:pt x="58543" y="426"/>
                  </a:cubicBezTo>
                  <a:lnTo>
                    <a:pt x="58543" y="0"/>
                  </a:lnTo>
                  <a:close/>
                  <a:moveTo>
                    <a:pt x="0" y="8724"/>
                  </a:moveTo>
                  <a:cubicBezTo>
                    <a:pt x="1293" y="8727"/>
                    <a:pt x="2600" y="8729"/>
                    <a:pt x="3918" y="8729"/>
                  </a:cubicBezTo>
                  <a:cubicBezTo>
                    <a:pt x="5021" y="8729"/>
                    <a:pt x="6132" y="8728"/>
                    <a:pt x="7248" y="8724"/>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121"/>
            <p:cNvSpPr/>
            <p:nvPr/>
          </p:nvSpPr>
          <p:spPr>
            <a:xfrm>
              <a:off x="2251075" y="1389375"/>
              <a:ext cx="1322225" cy="1200650"/>
            </a:xfrm>
            <a:custGeom>
              <a:avLst/>
              <a:gdLst/>
              <a:ahLst/>
              <a:cxnLst/>
              <a:rect l="l" t="t" r="r" b="b"/>
              <a:pathLst>
                <a:path w="52889" h="48026" extrusionOk="0">
                  <a:moveTo>
                    <a:pt x="2219" y="0"/>
                  </a:moveTo>
                  <a:cubicBezTo>
                    <a:pt x="973" y="0"/>
                    <a:pt x="0" y="973"/>
                    <a:pt x="0" y="2219"/>
                  </a:cubicBezTo>
                  <a:lnTo>
                    <a:pt x="0" y="45806"/>
                  </a:lnTo>
                  <a:cubicBezTo>
                    <a:pt x="0" y="47053"/>
                    <a:pt x="973" y="48025"/>
                    <a:pt x="2219" y="48025"/>
                  </a:cubicBezTo>
                  <a:lnTo>
                    <a:pt x="50670" y="48025"/>
                  </a:lnTo>
                  <a:cubicBezTo>
                    <a:pt x="51916" y="48025"/>
                    <a:pt x="52889" y="47053"/>
                    <a:pt x="52889" y="45806"/>
                  </a:cubicBezTo>
                  <a:lnTo>
                    <a:pt x="52889" y="2219"/>
                  </a:lnTo>
                  <a:cubicBezTo>
                    <a:pt x="52889" y="973"/>
                    <a:pt x="51916" y="0"/>
                    <a:pt x="50670" y="0"/>
                  </a:cubicBezTo>
                  <a:close/>
                </a:path>
              </a:pathLst>
            </a:custGeom>
            <a:solidFill>
              <a:schemeClr val="accent6"/>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121"/>
            <p:cNvSpPr/>
            <p:nvPr/>
          </p:nvSpPr>
          <p:spPr>
            <a:xfrm>
              <a:off x="2409875" y="1389375"/>
              <a:ext cx="152775" cy="181625"/>
            </a:xfrm>
            <a:custGeom>
              <a:avLst/>
              <a:gdLst/>
              <a:ahLst/>
              <a:cxnLst/>
              <a:rect l="l" t="t" r="r" b="b"/>
              <a:pathLst>
                <a:path w="6111" h="7265" extrusionOk="0">
                  <a:moveTo>
                    <a:pt x="1" y="0"/>
                  </a:moveTo>
                  <a:lnTo>
                    <a:pt x="1" y="7265"/>
                  </a:lnTo>
                  <a:lnTo>
                    <a:pt x="3071" y="4225"/>
                  </a:lnTo>
                  <a:lnTo>
                    <a:pt x="6110" y="7265"/>
                  </a:lnTo>
                  <a:lnTo>
                    <a:pt x="6110" y="0"/>
                  </a:lnTo>
                  <a:close/>
                </a:path>
              </a:pathLst>
            </a:custGeom>
            <a:solidFill>
              <a:schemeClr val="accent5"/>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121"/>
            <p:cNvSpPr/>
            <p:nvPr/>
          </p:nvSpPr>
          <p:spPr>
            <a:xfrm>
              <a:off x="3328600" y="2316425"/>
              <a:ext cx="149725" cy="224950"/>
            </a:xfrm>
            <a:custGeom>
              <a:avLst/>
              <a:gdLst/>
              <a:ahLst/>
              <a:cxnLst/>
              <a:rect l="l" t="t" r="r" b="b"/>
              <a:pathLst>
                <a:path w="5989" h="8998" extrusionOk="0">
                  <a:moveTo>
                    <a:pt x="3496" y="1"/>
                  </a:moveTo>
                  <a:lnTo>
                    <a:pt x="0" y="1126"/>
                  </a:lnTo>
                  <a:lnTo>
                    <a:pt x="1368" y="5442"/>
                  </a:lnTo>
                  <a:lnTo>
                    <a:pt x="2493" y="8998"/>
                  </a:lnTo>
                  <a:lnTo>
                    <a:pt x="3709" y="6657"/>
                  </a:lnTo>
                  <a:lnTo>
                    <a:pt x="5988" y="7843"/>
                  </a:lnTo>
                  <a:lnTo>
                    <a:pt x="4073" y="1764"/>
                  </a:lnTo>
                  <a:lnTo>
                    <a:pt x="3496" y="1"/>
                  </a:lnTo>
                  <a:close/>
                </a:path>
              </a:pathLst>
            </a:custGeom>
            <a:solidFill>
              <a:schemeClr val="accent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121"/>
            <p:cNvSpPr/>
            <p:nvPr/>
          </p:nvSpPr>
          <p:spPr>
            <a:xfrm>
              <a:off x="3178125" y="2316425"/>
              <a:ext cx="150500" cy="224950"/>
            </a:xfrm>
            <a:custGeom>
              <a:avLst/>
              <a:gdLst/>
              <a:ahLst/>
              <a:cxnLst/>
              <a:rect l="l" t="t" r="r" b="b"/>
              <a:pathLst>
                <a:path w="6020" h="8998" extrusionOk="0">
                  <a:moveTo>
                    <a:pt x="2493" y="1"/>
                  </a:moveTo>
                  <a:lnTo>
                    <a:pt x="1946" y="1764"/>
                  </a:lnTo>
                  <a:lnTo>
                    <a:pt x="1" y="7843"/>
                  </a:lnTo>
                  <a:lnTo>
                    <a:pt x="2311" y="6657"/>
                  </a:lnTo>
                  <a:lnTo>
                    <a:pt x="3496" y="8998"/>
                  </a:lnTo>
                  <a:lnTo>
                    <a:pt x="4621" y="5442"/>
                  </a:lnTo>
                  <a:lnTo>
                    <a:pt x="6019" y="1126"/>
                  </a:lnTo>
                  <a:lnTo>
                    <a:pt x="2493" y="1"/>
                  </a:lnTo>
                  <a:close/>
                </a:path>
              </a:pathLst>
            </a:custGeom>
            <a:solidFill>
              <a:schemeClr val="accent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121"/>
            <p:cNvSpPr/>
            <p:nvPr/>
          </p:nvSpPr>
          <p:spPr>
            <a:xfrm>
              <a:off x="3175850" y="2158325"/>
              <a:ext cx="295625" cy="258500"/>
            </a:xfrm>
            <a:custGeom>
              <a:avLst/>
              <a:gdLst/>
              <a:ahLst/>
              <a:cxnLst/>
              <a:rect l="l" t="t" r="r" b="b"/>
              <a:pathLst>
                <a:path w="11825" h="10340" extrusionOk="0">
                  <a:moveTo>
                    <a:pt x="5911" y="0"/>
                  </a:moveTo>
                  <a:cubicBezTo>
                    <a:pt x="4041" y="0"/>
                    <a:pt x="2243" y="1013"/>
                    <a:pt x="1308" y="2799"/>
                  </a:cubicBezTo>
                  <a:cubicBezTo>
                    <a:pt x="1" y="5322"/>
                    <a:pt x="1004" y="8453"/>
                    <a:pt x="3527" y="9760"/>
                  </a:cubicBezTo>
                  <a:cubicBezTo>
                    <a:pt x="4294" y="10152"/>
                    <a:pt x="5111" y="10339"/>
                    <a:pt x="5914" y="10339"/>
                  </a:cubicBezTo>
                  <a:cubicBezTo>
                    <a:pt x="7784" y="10339"/>
                    <a:pt x="9582" y="9327"/>
                    <a:pt x="10518" y="7541"/>
                  </a:cubicBezTo>
                  <a:cubicBezTo>
                    <a:pt x="11825" y="5018"/>
                    <a:pt x="10822" y="1887"/>
                    <a:pt x="8299" y="580"/>
                  </a:cubicBezTo>
                  <a:cubicBezTo>
                    <a:pt x="7532" y="187"/>
                    <a:pt x="6715" y="0"/>
                    <a:pt x="5911" y="0"/>
                  </a:cubicBezTo>
                  <a:close/>
                </a:path>
              </a:pathLst>
            </a:custGeom>
            <a:solidFill>
              <a:schemeClr val="accent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121"/>
            <p:cNvSpPr/>
            <p:nvPr/>
          </p:nvSpPr>
          <p:spPr>
            <a:xfrm>
              <a:off x="3230575" y="2206250"/>
              <a:ext cx="186200" cy="162625"/>
            </a:xfrm>
            <a:custGeom>
              <a:avLst/>
              <a:gdLst/>
              <a:ahLst/>
              <a:cxnLst/>
              <a:rect l="l" t="t" r="r" b="b"/>
              <a:pathLst>
                <a:path w="7448" h="6505" extrusionOk="0">
                  <a:moveTo>
                    <a:pt x="3724" y="1"/>
                  </a:moveTo>
                  <a:cubicBezTo>
                    <a:pt x="2549" y="1"/>
                    <a:pt x="1425" y="637"/>
                    <a:pt x="851" y="1763"/>
                  </a:cubicBezTo>
                  <a:cubicBezTo>
                    <a:pt x="0" y="3344"/>
                    <a:pt x="639" y="5320"/>
                    <a:pt x="2219" y="6140"/>
                  </a:cubicBezTo>
                  <a:cubicBezTo>
                    <a:pt x="2704" y="6387"/>
                    <a:pt x="3218" y="6505"/>
                    <a:pt x="3724" y="6505"/>
                  </a:cubicBezTo>
                  <a:cubicBezTo>
                    <a:pt x="4901" y="6505"/>
                    <a:pt x="6031" y="5869"/>
                    <a:pt x="6627" y="4742"/>
                  </a:cubicBezTo>
                  <a:cubicBezTo>
                    <a:pt x="7447" y="3162"/>
                    <a:pt x="6809" y="1186"/>
                    <a:pt x="5228" y="365"/>
                  </a:cubicBezTo>
                  <a:cubicBezTo>
                    <a:pt x="4744" y="118"/>
                    <a:pt x="4229" y="1"/>
                    <a:pt x="3724" y="1"/>
                  </a:cubicBezTo>
                  <a:close/>
                </a:path>
              </a:pathLst>
            </a:custGeom>
            <a:solidFill>
              <a:schemeClr val="accent2"/>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121"/>
            <p:cNvSpPr/>
            <p:nvPr/>
          </p:nvSpPr>
          <p:spPr>
            <a:xfrm>
              <a:off x="3259675" y="2222100"/>
              <a:ext cx="128975" cy="118425"/>
            </a:xfrm>
            <a:custGeom>
              <a:avLst/>
              <a:gdLst/>
              <a:ahLst/>
              <a:cxnLst/>
              <a:rect l="l" t="t" r="r" b="b"/>
              <a:pathLst>
                <a:path w="5159" h="4737" extrusionOk="0">
                  <a:moveTo>
                    <a:pt x="2591" y="1"/>
                  </a:moveTo>
                  <a:cubicBezTo>
                    <a:pt x="2492" y="1"/>
                    <a:pt x="2391" y="54"/>
                    <a:pt x="2332" y="157"/>
                  </a:cubicBezTo>
                  <a:lnTo>
                    <a:pt x="1937" y="1342"/>
                  </a:lnTo>
                  <a:cubicBezTo>
                    <a:pt x="1876" y="1464"/>
                    <a:pt x="1785" y="1525"/>
                    <a:pt x="1663" y="1525"/>
                  </a:cubicBezTo>
                  <a:lnTo>
                    <a:pt x="417" y="1525"/>
                  </a:lnTo>
                  <a:cubicBezTo>
                    <a:pt x="405" y="1523"/>
                    <a:pt x="393" y="1523"/>
                    <a:pt x="382" y="1523"/>
                  </a:cubicBezTo>
                  <a:cubicBezTo>
                    <a:pt x="104" y="1523"/>
                    <a:pt x="1" y="1866"/>
                    <a:pt x="234" y="2041"/>
                  </a:cubicBezTo>
                  <a:lnTo>
                    <a:pt x="1238" y="2801"/>
                  </a:lnTo>
                  <a:cubicBezTo>
                    <a:pt x="1329" y="2862"/>
                    <a:pt x="1359" y="3014"/>
                    <a:pt x="1329" y="3105"/>
                  </a:cubicBezTo>
                  <a:lnTo>
                    <a:pt x="934" y="4291"/>
                  </a:lnTo>
                  <a:cubicBezTo>
                    <a:pt x="864" y="4498"/>
                    <a:pt x="1023" y="4688"/>
                    <a:pt x="1196" y="4688"/>
                  </a:cubicBezTo>
                  <a:cubicBezTo>
                    <a:pt x="1251" y="4688"/>
                    <a:pt x="1308" y="4669"/>
                    <a:pt x="1359" y="4625"/>
                  </a:cubicBezTo>
                  <a:lnTo>
                    <a:pt x="2393" y="3926"/>
                  </a:lnTo>
                  <a:cubicBezTo>
                    <a:pt x="2438" y="3880"/>
                    <a:pt x="2499" y="3857"/>
                    <a:pt x="2560" y="3857"/>
                  </a:cubicBezTo>
                  <a:cubicBezTo>
                    <a:pt x="2621" y="3857"/>
                    <a:pt x="2681" y="3880"/>
                    <a:pt x="2727" y="3926"/>
                  </a:cubicBezTo>
                  <a:lnTo>
                    <a:pt x="3730" y="4686"/>
                  </a:lnTo>
                  <a:cubicBezTo>
                    <a:pt x="3779" y="4721"/>
                    <a:pt x="3833" y="4736"/>
                    <a:pt x="3886" y="4736"/>
                  </a:cubicBezTo>
                  <a:cubicBezTo>
                    <a:pt x="4063" y="4736"/>
                    <a:pt x="4233" y="4562"/>
                    <a:pt x="4186" y="4351"/>
                  </a:cubicBezTo>
                  <a:lnTo>
                    <a:pt x="3791" y="3166"/>
                  </a:lnTo>
                  <a:cubicBezTo>
                    <a:pt x="3760" y="3044"/>
                    <a:pt x="3791" y="2923"/>
                    <a:pt x="3912" y="2832"/>
                  </a:cubicBezTo>
                  <a:lnTo>
                    <a:pt x="4915" y="2133"/>
                  </a:lnTo>
                  <a:cubicBezTo>
                    <a:pt x="5159" y="1981"/>
                    <a:pt x="5037" y="1616"/>
                    <a:pt x="4763" y="1616"/>
                  </a:cubicBezTo>
                  <a:lnTo>
                    <a:pt x="3517" y="1585"/>
                  </a:lnTo>
                  <a:cubicBezTo>
                    <a:pt x="3396" y="1585"/>
                    <a:pt x="3274" y="1494"/>
                    <a:pt x="3244" y="1373"/>
                  </a:cubicBezTo>
                  <a:lnTo>
                    <a:pt x="2849" y="187"/>
                  </a:lnTo>
                  <a:cubicBezTo>
                    <a:pt x="2801" y="62"/>
                    <a:pt x="2697" y="1"/>
                    <a:pt x="2591" y="1"/>
                  </a:cubicBezTo>
                  <a:close/>
                </a:path>
              </a:pathLst>
            </a:custGeom>
            <a:solidFill>
              <a:schemeClr val="accent3"/>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121"/>
            <p:cNvSpPr/>
            <p:nvPr/>
          </p:nvSpPr>
          <p:spPr>
            <a:xfrm>
              <a:off x="3134475" y="1575700"/>
              <a:ext cx="112825" cy="141200"/>
            </a:xfrm>
            <a:custGeom>
              <a:avLst/>
              <a:gdLst/>
              <a:ahLst/>
              <a:cxnLst/>
              <a:rect l="l" t="t" r="r" b="b"/>
              <a:pathLst>
                <a:path w="4513" h="5648" extrusionOk="0">
                  <a:moveTo>
                    <a:pt x="2507" y="0"/>
                  </a:moveTo>
                  <a:cubicBezTo>
                    <a:pt x="1159" y="0"/>
                    <a:pt x="1" y="1743"/>
                    <a:pt x="1261" y="3003"/>
                  </a:cubicBezTo>
                  <a:lnTo>
                    <a:pt x="3935" y="5648"/>
                  </a:lnTo>
                  <a:lnTo>
                    <a:pt x="4513" y="5070"/>
                  </a:lnTo>
                  <a:lnTo>
                    <a:pt x="1869" y="2395"/>
                  </a:lnTo>
                  <a:cubicBezTo>
                    <a:pt x="1216" y="1766"/>
                    <a:pt x="1815" y="868"/>
                    <a:pt x="2513" y="868"/>
                  </a:cubicBezTo>
                  <a:cubicBezTo>
                    <a:pt x="2726" y="868"/>
                    <a:pt x="2947" y="951"/>
                    <a:pt x="3145" y="1149"/>
                  </a:cubicBezTo>
                  <a:lnTo>
                    <a:pt x="3935" y="1940"/>
                  </a:lnTo>
                  <a:lnTo>
                    <a:pt x="4513" y="1332"/>
                  </a:lnTo>
                  <a:lnTo>
                    <a:pt x="3723" y="541"/>
                  </a:lnTo>
                  <a:cubicBezTo>
                    <a:pt x="3341" y="160"/>
                    <a:pt x="2915" y="0"/>
                    <a:pt x="25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121"/>
            <p:cNvSpPr/>
            <p:nvPr/>
          </p:nvSpPr>
          <p:spPr>
            <a:xfrm>
              <a:off x="3423575" y="1575700"/>
              <a:ext cx="112850" cy="141200"/>
            </a:xfrm>
            <a:custGeom>
              <a:avLst/>
              <a:gdLst/>
              <a:ahLst/>
              <a:cxnLst/>
              <a:rect l="l" t="t" r="r" b="b"/>
              <a:pathLst>
                <a:path w="4514" h="5648" extrusionOk="0">
                  <a:moveTo>
                    <a:pt x="2007" y="0"/>
                  </a:moveTo>
                  <a:cubicBezTo>
                    <a:pt x="1598" y="0"/>
                    <a:pt x="1173" y="160"/>
                    <a:pt x="791" y="541"/>
                  </a:cubicBezTo>
                  <a:lnTo>
                    <a:pt x="1" y="1332"/>
                  </a:lnTo>
                  <a:lnTo>
                    <a:pt x="31" y="1332"/>
                  </a:lnTo>
                  <a:lnTo>
                    <a:pt x="639" y="1940"/>
                  </a:lnTo>
                  <a:lnTo>
                    <a:pt x="1399" y="1149"/>
                  </a:lnTo>
                  <a:cubicBezTo>
                    <a:pt x="1594" y="939"/>
                    <a:pt x="1818" y="852"/>
                    <a:pt x="2032" y="852"/>
                  </a:cubicBezTo>
                  <a:cubicBezTo>
                    <a:pt x="2720" y="852"/>
                    <a:pt x="3324" y="1747"/>
                    <a:pt x="2676" y="2395"/>
                  </a:cubicBezTo>
                  <a:lnTo>
                    <a:pt x="1" y="5070"/>
                  </a:lnTo>
                  <a:lnTo>
                    <a:pt x="609" y="5648"/>
                  </a:lnTo>
                  <a:lnTo>
                    <a:pt x="3253" y="3003"/>
                  </a:lnTo>
                  <a:cubicBezTo>
                    <a:pt x="4513" y="1743"/>
                    <a:pt x="3355" y="0"/>
                    <a:pt x="20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121"/>
            <p:cNvSpPr/>
            <p:nvPr/>
          </p:nvSpPr>
          <p:spPr>
            <a:xfrm>
              <a:off x="3229050" y="1576300"/>
              <a:ext cx="213550" cy="324500"/>
            </a:xfrm>
            <a:custGeom>
              <a:avLst/>
              <a:gdLst/>
              <a:ahLst/>
              <a:cxnLst/>
              <a:rect l="l" t="t" r="r" b="b"/>
              <a:pathLst>
                <a:path w="8542" h="12980" extrusionOk="0">
                  <a:moveTo>
                    <a:pt x="0" y="1"/>
                  </a:moveTo>
                  <a:lnTo>
                    <a:pt x="0" y="5107"/>
                  </a:lnTo>
                  <a:cubicBezTo>
                    <a:pt x="0" y="5897"/>
                    <a:pt x="456" y="6627"/>
                    <a:pt x="1186" y="6961"/>
                  </a:cubicBezTo>
                  <a:lnTo>
                    <a:pt x="3405" y="7995"/>
                  </a:lnTo>
                  <a:lnTo>
                    <a:pt x="3405" y="12980"/>
                  </a:lnTo>
                  <a:lnTo>
                    <a:pt x="5137" y="12980"/>
                  </a:lnTo>
                  <a:lnTo>
                    <a:pt x="5137" y="7995"/>
                  </a:lnTo>
                  <a:lnTo>
                    <a:pt x="6140" y="7539"/>
                  </a:lnTo>
                  <a:lnTo>
                    <a:pt x="7326" y="6961"/>
                  </a:lnTo>
                  <a:cubicBezTo>
                    <a:pt x="8055" y="6627"/>
                    <a:pt x="8542" y="5897"/>
                    <a:pt x="8542" y="5107"/>
                  </a:cubicBezTo>
                  <a:lnTo>
                    <a:pt x="8542" y="1"/>
                  </a:lnTo>
                  <a:close/>
                </a:path>
              </a:pathLst>
            </a:custGeom>
            <a:solidFill>
              <a:schemeClr val="accent3"/>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121"/>
            <p:cNvSpPr/>
            <p:nvPr/>
          </p:nvSpPr>
          <p:spPr>
            <a:xfrm>
              <a:off x="3229050" y="1900775"/>
              <a:ext cx="213550" cy="132250"/>
            </a:xfrm>
            <a:custGeom>
              <a:avLst/>
              <a:gdLst/>
              <a:ahLst/>
              <a:cxnLst/>
              <a:rect l="l" t="t" r="r" b="b"/>
              <a:pathLst>
                <a:path w="8542" h="5290" extrusionOk="0">
                  <a:moveTo>
                    <a:pt x="487" y="1"/>
                  </a:moveTo>
                  <a:cubicBezTo>
                    <a:pt x="213" y="1"/>
                    <a:pt x="0" y="213"/>
                    <a:pt x="0" y="487"/>
                  </a:cubicBezTo>
                  <a:lnTo>
                    <a:pt x="0" y="4773"/>
                  </a:lnTo>
                  <a:cubicBezTo>
                    <a:pt x="0" y="5046"/>
                    <a:pt x="213" y="5289"/>
                    <a:pt x="487" y="5289"/>
                  </a:cubicBezTo>
                  <a:lnTo>
                    <a:pt x="8055" y="5289"/>
                  </a:lnTo>
                  <a:cubicBezTo>
                    <a:pt x="8329" y="5289"/>
                    <a:pt x="8542" y="5046"/>
                    <a:pt x="8542" y="4773"/>
                  </a:cubicBezTo>
                  <a:lnTo>
                    <a:pt x="8542" y="487"/>
                  </a:lnTo>
                  <a:cubicBezTo>
                    <a:pt x="8542" y="213"/>
                    <a:pt x="8329" y="1"/>
                    <a:pt x="8055" y="1"/>
                  </a:cubicBezTo>
                  <a:close/>
                </a:path>
              </a:pathLst>
            </a:custGeom>
            <a:solidFill>
              <a:schemeClr val="accent3"/>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121"/>
            <p:cNvSpPr/>
            <p:nvPr/>
          </p:nvSpPr>
          <p:spPr>
            <a:xfrm>
              <a:off x="3254125" y="1925850"/>
              <a:ext cx="163400" cy="82100"/>
            </a:xfrm>
            <a:custGeom>
              <a:avLst/>
              <a:gdLst/>
              <a:ahLst/>
              <a:cxnLst/>
              <a:rect l="l" t="t" r="r" b="b"/>
              <a:pathLst>
                <a:path w="6536" h="3284" extrusionOk="0">
                  <a:moveTo>
                    <a:pt x="213" y="1"/>
                  </a:moveTo>
                  <a:cubicBezTo>
                    <a:pt x="92" y="1"/>
                    <a:pt x="1" y="92"/>
                    <a:pt x="1" y="213"/>
                  </a:cubicBezTo>
                  <a:lnTo>
                    <a:pt x="1" y="3040"/>
                  </a:lnTo>
                  <a:cubicBezTo>
                    <a:pt x="1" y="3162"/>
                    <a:pt x="92" y="3283"/>
                    <a:pt x="213" y="3283"/>
                  </a:cubicBezTo>
                  <a:lnTo>
                    <a:pt x="6323" y="3283"/>
                  </a:lnTo>
                  <a:cubicBezTo>
                    <a:pt x="6444" y="3283"/>
                    <a:pt x="6536" y="3162"/>
                    <a:pt x="6536" y="3040"/>
                  </a:cubicBezTo>
                  <a:lnTo>
                    <a:pt x="6536" y="213"/>
                  </a:lnTo>
                  <a:cubicBezTo>
                    <a:pt x="6536" y="92"/>
                    <a:pt x="6444" y="1"/>
                    <a:pt x="6323" y="1"/>
                  </a:cubicBezTo>
                  <a:close/>
                </a:path>
              </a:pathLst>
            </a:custGeom>
            <a:solidFill>
              <a:schemeClr val="accent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121"/>
            <p:cNvSpPr/>
            <p:nvPr/>
          </p:nvSpPr>
          <p:spPr>
            <a:xfrm>
              <a:off x="2409875" y="2286050"/>
              <a:ext cx="139850" cy="139825"/>
            </a:xfrm>
            <a:custGeom>
              <a:avLst/>
              <a:gdLst/>
              <a:ahLst/>
              <a:cxnLst/>
              <a:rect l="l" t="t" r="r" b="b"/>
              <a:pathLst>
                <a:path w="5594" h="5593" extrusionOk="0">
                  <a:moveTo>
                    <a:pt x="2797" y="0"/>
                  </a:moveTo>
                  <a:cubicBezTo>
                    <a:pt x="1247" y="0"/>
                    <a:pt x="1" y="1246"/>
                    <a:pt x="1" y="2796"/>
                  </a:cubicBezTo>
                  <a:cubicBezTo>
                    <a:pt x="1" y="4347"/>
                    <a:pt x="1247" y="5593"/>
                    <a:pt x="2797" y="5593"/>
                  </a:cubicBezTo>
                  <a:cubicBezTo>
                    <a:pt x="4348" y="5593"/>
                    <a:pt x="5594" y="4347"/>
                    <a:pt x="5594" y="2796"/>
                  </a:cubicBezTo>
                  <a:cubicBezTo>
                    <a:pt x="5594" y="1246"/>
                    <a:pt x="4348" y="0"/>
                    <a:pt x="2797" y="0"/>
                  </a:cubicBezTo>
                  <a:close/>
                </a:path>
              </a:pathLst>
            </a:custGeom>
            <a:solidFill>
              <a:schemeClr val="accent3"/>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121"/>
            <p:cNvSpPr/>
            <p:nvPr/>
          </p:nvSpPr>
          <p:spPr>
            <a:xfrm>
              <a:off x="2406850" y="2466825"/>
              <a:ext cx="145925" cy="22125"/>
            </a:xfrm>
            <a:custGeom>
              <a:avLst/>
              <a:gdLst/>
              <a:ahLst/>
              <a:cxnLst/>
              <a:rect l="l" t="t" r="r" b="b"/>
              <a:pathLst>
                <a:path w="5837" h="885" extrusionOk="0">
                  <a:moveTo>
                    <a:pt x="5432" y="0"/>
                  </a:moveTo>
                  <a:cubicBezTo>
                    <a:pt x="5415" y="0"/>
                    <a:pt x="5398" y="1"/>
                    <a:pt x="5380" y="3"/>
                  </a:cubicBezTo>
                  <a:lnTo>
                    <a:pt x="456" y="3"/>
                  </a:lnTo>
                  <a:cubicBezTo>
                    <a:pt x="213" y="3"/>
                    <a:pt x="0" y="216"/>
                    <a:pt x="0" y="459"/>
                  </a:cubicBezTo>
                  <a:cubicBezTo>
                    <a:pt x="0" y="702"/>
                    <a:pt x="213" y="885"/>
                    <a:pt x="456" y="885"/>
                  </a:cubicBezTo>
                  <a:lnTo>
                    <a:pt x="5411" y="885"/>
                  </a:lnTo>
                  <a:cubicBezTo>
                    <a:pt x="5654" y="885"/>
                    <a:pt x="5836" y="702"/>
                    <a:pt x="5836" y="459"/>
                  </a:cubicBezTo>
                  <a:cubicBezTo>
                    <a:pt x="5836" y="203"/>
                    <a:pt x="5677" y="0"/>
                    <a:pt x="543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121"/>
            <p:cNvSpPr/>
            <p:nvPr/>
          </p:nvSpPr>
          <p:spPr>
            <a:xfrm>
              <a:off x="2406850" y="2507925"/>
              <a:ext cx="145925" cy="22825"/>
            </a:xfrm>
            <a:custGeom>
              <a:avLst/>
              <a:gdLst/>
              <a:ahLst/>
              <a:cxnLst/>
              <a:rect l="l" t="t" r="r" b="b"/>
              <a:pathLst>
                <a:path w="5837" h="913" extrusionOk="0">
                  <a:moveTo>
                    <a:pt x="456" y="1"/>
                  </a:moveTo>
                  <a:cubicBezTo>
                    <a:pt x="213" y="1"/>
                    <a:pt x="0" y="213"/>
                    <a:pt x="0" y="456"/>
                  </a:cubicBezTo>
                  <a:cubicBezTo>
                    <a:pt x="0" y="700"/>
                    <a:pt x="213" y="912"/>
                    <a:pt x="456" y="912"/>
                  </a:cubicBezTo>
                  <a:lnTo>
                    <a:pt x="5411" y="912"/>
                  </a:lnTo>
                  <a:cubicBezTo>
                    <a:pt x="5654" y="912"/>
                    <a:pt x="5836" y="700"/>
                    <a:pt x="5836" y="456"/>
                  </a:cubicBezTo>
                  <a:cubicBezTo>
                    <a:pt x="5836" y="213"/>
                    <a:pt x="5654" y="1"/>
                    <a:pt x="541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121"/>
            <p:cNvSpPr/>
            <p:nvPr/>
          </p:nvSpPr>
          <p:spPr>
            <a:xfrm>
              <a:off x="2700175" y="2466900"/>
              <a:ext cx="256100" cy="22050"/>
            </a:xfrm>
            <a:custGeom>
              <a:avLst/>
              <a:gdLst/>
              <a:ahLst/>
              <a:cxnLst/>
              <a:rect l="l" t="t" r="r" b="b"/>
              <a:pathLst>
                <a:path w="10244" h="882" extrusionOk="0">
                  <a:moveTo>
                    <a:pt x="456" y="0"/>
                  </a:moveTo>
                  <a:cubicBezTo>
                    <a:pt x="182" y="0"/>
                    <a:pt x="0" y="183"/>
                    <a:pt x="0" y="426"/>
                  </a:cubicBezTo>
                  <a:cubicBezTo>
                    <a:pt x="0" y="669"/>
                    <a:pt x="182" y="882"/>
                    <a:pt x="426" y="882"/>
                  </a:cubicBezTo>
                  <a:lnTo>
                    <a:pt x="9818" y="882"/>
                  </a:lnTo>
                  <a:cubicBezTo>
                    <a:pt x="10061" y="882"/>
                    <a:pt x="10243" y="669"/>
                    <a:pt x="10243" y="426"/>
                  </a:cubicBezTo>
                  <a:cubicBezTo>
                    <a:pt x="10243" y="183"/>
                    <a:pt x="10061" y="0"/>
                    <a:pt x="98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121"/>
            <p:cNvSpPr/>
            <p:nvPr/>
          </p:nvSpPr>
          <p:spPr>
            <a:xfrm>
              <a:off x="2700175" y="2507925"/>
              <a:ext cx="256100" cy="22825"/>
            </a:xfrm>
            <a:custGeom>
              <a:avLst/>
              <a:gdLst/>
              <a:ahLst/>
              <a:cxnLst/>
              <a:rect l="l" t="t" r="r" b="b"/>
              <a:pathLst>
                <a:path w="10244" h="913" extrusionOk="0">
                  <a:moveTo>
                    <a:pt x="426" y="1"/>
                  </a:moveTo>
                  <a:cubicBezTo>
                    <a:pt x="182" y="1"/>
                    <a:pt x="0" y="213"/>
                    <a:pt x="0" y="456"/>
                  </a:cubicBezTo>
                  <a:cubicBezTo>
                    <a:pt x="0" y="700"/>
                    <a:pt x="182" y="912"/>
                    <a:pt x="426" y="912"/>
                  </a:cubicBezTo>
                  <a:lnTo>
                    <a:pt x="9818" y="912"/>
                  </a:lnTo>
                  <a:cubicBezTo>
                    <a:pt x="10061" y="912"/>
                    <a:pt x="10243" y="700"/>
                    <a:pt x="10243" y="456"/>
                  </a:cubicBezTo>
                  <a:cubicBezTo>
                    <a:pt x="10243" y="213"/>
                    <a:pt x="10061" y="1"/>
                    <a:pt x="98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121"/>
            <p:cNvSpPr/>
            <p:nvPr/>
          </p:nvSpPr>
          <p:spPr>
            <a:xfrm>
              <a:off x="2700175" y="2286050"/>
              <a:ext cx="256100" cy="139825"/>
            </a:xfrm>
            <a:custGeom>
              <a:avLst/>
              <a:gdLst/>
              <a:ahLst/>
              <a:cxnLst/>
              <a:rect l="l" t="t" r="r" b="b"/>
              <a:pathLst>
                <a:path w="10244" h="5593" extrusionOk="0">
                  <a:moveTo>
                    <a:pt x="942" y="0"/>
                  </a:moveTo>
                  <a:cubicBezTo>
                    <a:pt x="426" y="0"/>
                    <a:pt x="0" y="426"/>
                    <a:pt x="0" y="942"/>
                  </a:cubicBezTo>
                  <a:lnTo>
                    <a:pt x="0" y="4620"/>
                  </a:lnTo>
                  <a:cubicBezTo>
                    <a:pt x="0" y="5167"/>
                    <a:pt x="426" y="5593"/>
                    <a:pt x="942" y="5593"/>
                  </a:cubicBezTo>
                  <a:lnTo>
                    <a:pt x="9301" y="5593"/>
                  </a:lnTo>
                  <a:cubicBezTo>
                    <a:pt x="9818" y="5593"/>
                    <a:pt x="10243" y="5167"/>
                    <a:pt x="10243" y="4620"/>
                  </a:cubicBezTo>
                  <a:lnTo>
                    <a:pt x="10243" y="942"/>
                  </a:lnTo>
                  <a:cubicBezTo>
                    <a:pt x="10243" y="426"/>
                    <a:pt x="9818" y="0"/>
                    <a:pt x="9301" y="0"/>
                  </a:cubicBezTo>
                  <a:close/>
                </a:path>
              </a:pathLst>
            </a:custGeom>
            <a:solidFill>
              <a:schemeClr val="accent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121"/>
            <p:cNvSpPr/>
            <p:nvPr/>
          </p:nvSpPr>
          <p:spPr>
            <a:xfrm>
              <a:off x="2409875" y="1616575"/>
              <a:ext cx="546400" cy="22825"/>
            </a:xfrm>
            <a:custGeom>
              <a:avLst/>
              <a:gdLst/>
              <a:ahLst/>
              <a:cxnLst/>
              <a:rect l="l" t="t" r="r" b="b"/>
              <a:pathLst>
                <a:path w="21856" h="913" extrusionOk="0">
                  <a:moveTo>
                    <a:pt x="457" y="1"/>
                  </a:moveTo>
                  <a:cubicBezTo>
                    <a:pt x="214" y="1"/>
                    <a:pt x="1" y="213"/>
                    <a:pt x="1" y="457"/>
                  </a:cubicBezTo>
                  <a:cubicBezTo>
                    <a:pt x="1" y="700"/>
                    <a:pt x="214" y="912"/>
                    <a:pt x="457" y="912"/>
                  </a:cubicBezTo>
                  <a:lnTo>
                    <a:pt x="21430" y="912"/>
                  </a:lnTo>
                  <a:cubicBezTo>
                    <a:pt x="21673" y="912"/>
                    <a:pt x="21855" y="700"/>
                    <a:pt x="21855" y="457"/>
                  </a:cubicBezTo>
                  <a:cubicBezTo>
                    <a:pt x="21855" y="213"/>
                    <a:pt x="21673" y="1"/>
                    <a:pt x="2143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121"/>
            <p:cNvSpPr/>
            <p:nvPr/>
          </p:nvSpPr>
          <p:spPr>
            <a:xfrm>
              <a:off x="2409875" y="1743475"/>
              <a:ext cx="546400" cy="22075"/>
            </a:xfrm>
            <a:custGeom>
              <a:avLst/>
              <a:gdLst/>
              <a:ahLst/>
              <a:cxnLst/>
              <a:rect l="l" t="t" r="r" b="b"/>
              <a:pathLst>
                <a:path w="21856" h="883" extrusionOk="0">
                  <a:moveTo>
                    <a:pt x="457" y="1"/>
                  </a:moveTo>
                  <a:cubicBezTo>
                    <a:pt x="214" y="1"/>
                    <a:pt x="1" y="183"/>
                    <a:pt x="1" y="426"/>
                  </a:cubicBezTo>
                  <a:cubicBezTo>
                    <a:pt x="1" y="669"/>
                    <a:pt x="214" y="882"/>
                    <a:pt x="457" y="882"/>
                  </a:cubicBezTo>
                  <a:lnTo>
                    <a:pt x="21430" y="882"/>
                  </a:lnTo>
                  <a:cubicBezTo>
                    <a:pt x="21673" y="882"/>
                    <a:pt x="21855" y="669"/>
                    <a:pt x="21855" y="426"/>
                  </a:cubicBezTo>
                  <a:cubicBezTo>
                    <a:pt x="21855" y="183"/>
                    <a:pt x="21673" y="1"/>
                    <a:pt x="2143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121"/>
            <p:cNvSpPr/>
            <p:nvPr/>
          </p:nvSpPr>
          <p:spPr>
            <a:xfrm>
              <a:off x="2409875" y="1869625"/>
              <a:ext cx="546400" cy="22050"/>
            </a:xfrm>
            <a:custGeom>
              <a:avLst/>
              <a:gdLst/>
              <a:ahLst/>
              <a:cxnLst/>
              <a:rect l="l" t="t" r="r" b="b"/>
              <a:pathLst>
                <a:path w="21856" h="882" extrusionOk="0">
                  <a:moveTo>
                    <a:pt x="457" y="0"/>
                  </a:moveTo>
                  <a:cubicBezTo>
                    <a:pt x="214" y="0"/>
                    <a:pt x="1" y="183"/>
                    <a:pt x="1" y="456"/>
                  </a:cubicBezTo>
                  <a:cubicBezTo>
                    <a:pt x="1" y="699"/>
                    <a:pt x="214" y="882"/>
                    <a:pt x="457" y="882"/>
                  </a:cubicBezTo>
                  <a:lnTo>
                    <a:pt x="21430" y="882"/>
                  </a:lnTo>
                  <a:cubicBezTo>
                    <a:pt x="21673" y="882"/>
                    <a:pt x="21855" y="699"/>
                    <a:pt x="21855" y="456"/>
                  </a:cubicBezTo>
                  <a:cubicBezTo>
                    <a:pt x="21855" y="213"/>
                    <a:pt x="21673" y="0"/>
                    <a:pt x="214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121"/>
            <p:cNvSpPr/>
            <p:nvPr/>
          </p:nvSpPr>
          <p:spPr>
            <a:xfrm>
              <a:off x="2409875" y="1995750"/>
              <a:ext cx="546400" cy="22825"/>
            </a:xfrm>
            <a:custGeom>
              <a:avLst/>
              <a:gdLst/>
              <a:ahLst/>
              <a:cxnLst/>
              <a:rect l="l" t="t" r="r" b="b"/>
              <a:pathLst>
                <a:path w="21856" h="913" extrusionOk="0">
                  <a:moveTo>
                    <a:pt x="457" y="1"/>
                  </a:moveTo>
                  <a:cubicBezTo>
                    <a:pt x="214" y="1"/>
                    <a:pt x="1" y="214"/>
                    <a:pt x="1" y="457"/>
                  </a:cubicBezTo>
                  <a:cubicBezTo>
                    <a:pt x="1" y="700"/>
                    <a:pt x="214" y="913"/>
                    <a:pt x="457" y="913"/>
                  </a:cubicBezTo>
                  <a:lnTo>
                    <a:pt x="21430" y="913"/>
                  </a:lnTo>
                  <a:cubicBezTo>
                    <a:pt x="21673" y="913"/>
                    <a:pt x="21855" y="700"/>
                    <a:pt x="21855" y="457"/>
                  </a:cubicBezTo>
                  <a:cubicBezTo>
                    <a:pt x="21855" y="214"/>
                    <a:pt x="21673" y="1"/>
                    <a:pt x="2143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121"/>
            <p:cNvSpPr/>
            <p:nvPr/>
          </p:nvSpPr>
          <p:spPr>
            <a:xfrm>
              <a:off x="2409875" y="2122600"/>
              <a:ext cx="546400" cy="22125"/>
            </a:xfrm>
            <a:custGeom>
              <a:avLst/>
              <a:gdLst/>
              <a:ahLst/>
              <a:cxnLst/>
              <a:rect l="l" t="t" r="r" b="b"/>
              <a:pathLst>
                <a:path w="21856" h="885" extrusionOk="0">
                  <a:moveTo>
                    <a:pt x="410" y="0"/>
                  </a:moveTo>
                  <a:cubicBezTo>
                    <a:pt x="187" y="0"/>
                    <a:pt x="1" y="201"/>
                    <a:pt x="1" y="429"/>
                  </a:cubicBezTo>
                  <a:cubicBezTo>
                    <a:pt x="1" y="672"/>
                    <a:pt x="214" y="884"/>
                    <a:pt x="457" y="884"/>
                  </a:cubicBezTo>
                  <a:lnTo>
                    <a:pt x="21430" y="884"/>
                  </a:lnTo>
                  <a:cubicBezTo>
                    <a:pt x="21673" y="884"/>
                    <a:pt x="21855" y="672"/>
                    <a:pt x="21855" y="429"/>
                  </a:cubicBezTo>
                  <a:cubicBezTo>
                    <a:pt x="21855" y="185"/>
                    <a:pt x="21673" y="3"/>
                    <a:pt x="21430" y="3"/>
                  </a:cubicBezTo>
                  <a:lnTo>
                    <a:pt x="457" y="3"/>
                  </a:lnTo>
                  <a:cubicBezTo>
                    <a:pt x="441" y="1"/>
                    <a:pt x="426" y="0"/>
                    <a:pt x="4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121"/>
            <p:cNvSpPr/>
            <p:nvPr/>
          </p:nvSpPr>
          <p:spPr>
            <a:xfrm>
              <a:off x="3084675" y="1389375"/>
              <a:ext cx="25" cy="1200650"/>
            </a:xfrm>
            <a:custGeom>
              <a:avLst/>
              <a:gdLst/>
              <a:ahLst/>
              <a:cxnLst/>
              <a:rect l="l" t="t" r="r" b="b"/>
              <a:pathLst>
                <a:path w="1" h="48026" extrusionOk="0">
                  <a:moveTo>
                    <a:pt x="0" y="0"/>
                  </a:moveTo>
                  <a:lnTo>
                    <a:pt x="0" y="48025"/>
                  </a:lnTo>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121"/>
            <p:cNvSpPr/>
            <p:nvPr/>
          </p:nvSpPr>
          <p:spPr>
            <a:xfrm>
              <a:off x="3084675" y="1389375"/>
              <a:ext cx="25" cy="1200650"/>
            </a:xfrm>
            <a:custGeom>
              <a:avLst/>
              <a:gdLst/>
              <a:ahLst/>
              <a:cxnLst/>
              <a:rect l="l" t="t" r="r" b="b"/>
              <a:pathLst>
                <a:path w="1" h="48026" fill="none" extrusionOk="0">
                  <a:moveTo>
                    <a:pt x="0" y="0"/>
                  </a:moveTo>
                  <a:lnTo>
                    <a:pt x="0" y="48025"/>
                  </a:lnTo>
                </a:path>
              </a:pathLst>
            </a:custGeom>
            <a:noFill/>
            <a:ln w="19000" cap="flat" cmpd="sng">
              <a:solidFill>
                <a:schemeClr val="accent5"/>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121"/>
            <p:cNvSpPr/>
            <p:nvPr/>
          </p:nvSpPr>
          <p:spPr>
            <a:xfrm>
              <a:off x="3084675" y="2098350"/>
              <a:ext cx="488625" cy="25"/>
            </a:xfrm>
            <a:custGeom>
              <a:avLst/>
              <a:gdLst/>
              <a:ahLst/>
              <a:cxnLst/>
              <a:rect l="l" t="t" r="r" b="b"/>
              <a:pathLst>
                <a:path w="19545" h="1" extrusionOk="0">
                  <a:moveTo>
                    <a:pt x="0" y="0"/>
                  </a:moveTo>
                  <a:lnTo>
                    <a:pt x="19545" y="0"/>
                  </a:lnTo>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121"/>
            <p:cNvSpPr/>
            <p:nvPr/>
          </p:nvSpPr>
          <p:spPr>
            <a:xfrm>
              <a:off x="3084675" y="2098350"/>
              <a:ext cx="488625" cy="25"/>
            </a:xfrm>
            <a:custGeom>
              <a:avLst/>
              <a:gdLst/>
              <a:ahLst/>
              <a:cxnLst/>
              <a:rect l="l" t="t" r="r" b="b"/>
              <a:pathLst>
                <a:path w="19545" h="1" fill="none" extrusionOk="0">
                  <a:moveTo>
                    <a:pt x="0" y="0"/>
                  </a:moveTo>
                  <a:lnTo>
                    <a:pt x="19545" y="0"/>
                  </a:lnTo>
                </a:path>
              </a:pathLst>
            </a:custGeom>
            <a:noFill/>
            <a:ln w="19000" cap="flat" cmpd="sng">
              <a:solidFill>
                <a:schemeClr val="accent5"/>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121"/>
            <p:cNvSpPr/>
            <p:nvPr/>
          </p:nvSpPr>
          <p:spPr>
            <a:xfrm>
              <a:off x="2251075" y="2726775"/>
              <a:ext cx="1752325" cy="228000"/>
            </a:xfrm>
            <a:custGeom>
              <a:avLst/>
              <a:gdLst/>
              <a:ahLst/>
              <a:cxnLst/>
              <a:rect l="l" t="t" r="r" b="b"/>
              <a:pathLst>
                <a:path w="70093" h="9120" extrusionOk="0">
                  <a:moveTo>
                    <a:pt x="4560" y="0"/>
                  </a:moveTo>
                  <a:cubicBezTo>
                    <a:pt x="2037" y="0"/>
                    <a:pt x="0" y="2037"/>
                    <a:pt x="0" y="4560"/>
                  </a:cubicBezTo>
                  <a:cubicBezTo>
                    <a:pt x="0" y="7083"/>
                    <a:pt x="2037" y="9119"/>
                    <a:pt x="4560" y="9119"/>
                  </a:cubicBezTo>
                  <a:lnTo>
                    <a:pt x="65533" y="9119"/>
                  </a:lnTo>
                  <a:cubicBezTo>
                    <a:pt x="68056" y="9119"/>
                    <a:pt x="70093" y="7083"/>
                    <a:pt x="70093" y="4560"/>
                  </a:cubicBezTo>
                  <a:cubicBezTo>
                    <a:pt x="70093" y="2037"/>
                    <a:pt x="68056" y="0"/>
                    <a:pt x="65533" y="0"/>
                  </a:cubicBezTo>
                  <a:close/>
                </a:path>
              </a:pathLst>
            </a:custGeom>
            <a:solidFill>
              <a:schemeClr val="accent2"/>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121"/>
            <p:cNvSpPr/>
            <p:nvPr/>
          </p:nvSpPr>
          <p:spPr>
            <a:xfrm>
              <a:off x="2321750" y="2772225"/>
              <a:ext cx="152000" cy="134675"/>
            </a:xfrm>
            <a:custGeom>
              <a:avLst/>
              <a:gdLst/>
              <a:ahLst/>
              <a:cxnLst/>
              <a:rect l="l" t="t" r="r" b="b"/>
              <a:pathLst>
                <a:path w="6080" h="5387" extrusionOk="0">
                  <a:moveTo>
                    <a:pt x="2625" y="621"/>
                  </a:moveTo>
                  <a:cubicBezTo>
                    <a:pt x="3306" y="621"/>
                    <a:pt x="3982" y="1113"/>
                    <a:pt x="3982" y="1982"/>
                  </a:cubicBezTo>
                  <a:cubicBezTo>
                    <a:pt x="3982" y="2316"/>
                    <a:pt x="3860" y="2681"/>
                    <a:pt x="3617" y="2924"/>
                  </a:cubicBezTo>
                  <a:cubicBezTo>
                    <a:pt x="3331" y="3219"/>
                    <a:pt x="2988" y="3346"/>
                    <a:pt x="2654" y="3346"/>
                  </a:cubicBezTo>
                  <a:cubicBezTo>
                    <a:pt x="1784" y="3346"/>
                    <a:pt x="972" y="2484"/>
                    <a:pt x="1368" y="1496"/>
                  </a:cubicBezTo>
                  <a:cubicBezTo>
                    <a:pt x="1602" y="897"/>
                    <a:pt x="2115" y="621"/>
                    <a:pt x="2625" y="621"/>
                  </a:cubicBezTo>
                  <a:close/>
                  <a:moveTo>
                    <a:pt x="2631" y="0"/>
                  </a:moveTo>
                  <a:cubicBezTo>
                    <a:pt x="2145" y="0"/>
                    <a:pt x="1649" y="181"/>
                    <a:pt x="1246" y="584"/>
                  </a:cubicBezTo>
                  <a:cubicBezTo>
                    <a:pt x="0" y="1830"/>
                    <a:pt x="881" y="3958"/>
                    <a:pt x="2644" y="3958"/>
                  </a:cubicBezTo>
                  <a:cubicBezTo>
                    <a:pt x="2888" y="3958"/>
                    <a:pt x="3131" y="3897"/>
                    <a:pt x="3374" y="3806"/>
                  </a:cubicBezTo>
                  <a:cubicBezTo>
                    <a:pt x="3456" y="3778"/>
                    <a:pt x="3544" y="3765"/>
                    <a:pt x="3632" y="3765"/>
                  </a:cubicBezTo>
                  <a:cubicBezTo>
                    <a:pt x="3837" y="3765"/>
                    <a:pt x="4046" y="3839"/>
                    <a:pt x="4195" y="3988"/>
                  </a:cubicBezTo>
                  <a:lnTo>
                    <a:pt x="5502" y="5295"/>
                  </a:lnTo>
                  <a:cubicBezTo>
                    <a:pt x="5562" y="5356"/>
                    <a:pt x="5638" y="5386"/>
                    <a:pt x="5714" y="5386"/>
                  </a:cubicBezTo>
                  <a:cubicBezTo>
                    <a:pt x="5790" y="5386"/>
                    <a:pt x="5866" y="5356"/>
                    <a:pt x="5927" y="5295"/>
                  </a:cubicBezTo>
                  <a:cubicBezTo>
                    <a:pt x="6079" y="5143"/>
                    <a:pt x="6079" y="4961"/>
                    <a:pt x="5958" y="4839"/>
                  </a:cubicBezTo>
                  <a:lnTo>
                    <a:pt x="4651" y="3532"/>
                  </a:lnTo>
                  <a:cubicBezTo>
                    <a:pt x="4438" y="3319"/>
                    <a:pt x="4377" y="2985"/>
                    <a:pt x="4468" y="2711"/>
                  </a:cubicBezTo>
                  <a:cubicBezTo>
                    <a:pt x="4559" y="2468"/>
                    <a:pt x="4620" y="2225"/>
                    <a:pt x="4620" y="1982"/>
                  </a:cubicBezTo>
                  <a:cubicBezTo>
                    <a:pt x="4620" y="789"/>
                    <a:pt x="3646" y="0"/>
                    <a:pt x="26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121"/>
            <p:cNvSpPr/>
            <p:nvPr/>
          </p:nvSpPr>
          <p:spPr>
            <a:xfrm>
              <a:off x="3709300" y="2772375"/>
              <a:ext cx="156575" cy="25850"/>
            </a:xfrm>
            <a:custGeom>
              <a:avLst/>
              <a:gdLst/>
              <a:ahLst/>
              <a:cxnLst/>
              <a:rect l="l" t="t" r="r" b="b"/>
              <a:pathLst>
                <a:path w="6263" h="1034" extrusionOk="0">
                  <a:moveTo>
                    <a:pt x="517" y="0"/>
                  </a:moveTo>
                  <a:cubicBezTo>
                    <a:pt x="213" y="0"/>
                    <a:pt x="1" y="243"/>
                    <a:pt x="1" y="517"/>
                  </a:cubicBezTo>
                  <a:cubicBezTo>
                    <a:pt x="1" y="821"/>
                    <a:pt x="213" y="1034"/>
                    <a:pt x="517" y="1034"/>
                  </a:cubicBezTo>
                  <a:lnTo>
                    <a:pt x="5745" y="1034"/>
                  </a:lnTo>
                  <a:cubicBezTo>
                    <a:pt x="6019" y="1034"/>
                    <a:pt x="6262" y="821"/>
                    <a:pt x="6262" y="517"/>
                  </a:cubicBezTo>
                  <a:cubicBezTo>
                    <a:pt x="6262" y="243"/>
                    <a:pt x="6019" y="0"/>
                    <a:pt x="574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121"/>
            <p:cNvSpPr/>
            <p:nvPr/>
          </p:nvSpPr>
          <p:spPr>
            <a:xfrm>
              <a:off x="3709300" y="2828600"/>
              <a:ext cx="156575" cy="25850"/>
            </a:xfrm>
            <a:custGeom>
              <a:avLst/>
              <a:gdLst/>
              <a:ahLst/>
              <a:cxnLst/>
              <a:rect l="l" t="t" r="r" b="b"/>
              <a:pathLst>
                <a:path w="6263" h="1034" extrusionOk="0">
                  <a:moveTo>
                    <a:pt x="517" y="0"/>
                  </a:moveTo>
                  <a:cubicBezTo>
                    <a:pt x="213" y="0"/>
                    <a:pt x="1" y="213"/>
                    <a:pt x="1" y="517"/>
                  </a:cubicBezTo>
                  <a:cubicBezTo>
                    <a:pt x="1" y="791"/>
                    <a:pt x="213" y="1034"/>
                    <a:pt x="517" y="1034"/>
                  </a:cubicBezTo>
                  <a:lnTo>
                    <a:pt x="5745" y="1034"/>
                  </a:lnTo>
                  <a:cubicBezTo>
                    <a:pt x="6019" y="1034"/>
                    <a:pt x="6262" y="791"/>
                    <a:pt x="6262" y="517"/>
                  </a:cubicBezTo>
                  <a:cubicBezTo>
                    <a:pt x="6262" y="213"/>
                    <a:pt x="6019" y="0"/>
                    <a:pt x="574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121"/>
            <p:cNvSpPr/>
            <p:nvPr/>
          </p:nvSpPr>
          <p:spPr>
            <a:xfrm>
              <a:off x="3709300" y="2884075"/>
              <a:ext cx="156575" cy="25850"/>
            </a:xfrm>
            <a:custGeom>
              <a:avLst/>
              <a:gdLst/>
              <a:ahLst/>
              <a:cxnLst/>
              <a:rect l="l" t="t" r="r" b="b"/>
              <a:pathLst>
                <a:path w="6263" h="1034" extrusionOk="0">
                  <a:moveTo>
                    <a:pt x="517" y="0"/>
                  </a:moveTo>
                  <a:cubicBezTo>
                    <a:pt x="213" y="0"/>
                    <a:pt x="1" y="213"/>
                    <a:pt x="1" y="517"/>
                  </a:cubicBezTo>
                  <a:cubicBezTo>
                    <a:pt x="1" y="791"/>
                    <a:pt x="213" y="1034"/>
                    <a:pt x="517" y="1034"/>
                  </a:cubicBezTo>
                  <a:lnTo>
                    <a:pt x="5745" y="1034"/>
                  </a:lnTo>
                  <a:cubicBezTo>
                    <a:pt x="6019" y="1034"/>
                    <a:pt x="6262" y="791"/>
                    <a:pt x="6262" y="517"/>
                  </a:cubicBezTo>
                  <a:cubicBezTo>
                    <a:pt x="6262" y="213"/>
                    <a:pt x="6019" y="0"/>
                    <a:pt x="574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121"/>
            <p:cNvSpPr/>
            <p:nvPr/>
          </p:nvSpPr>
          <p:spPr>
            <a:xfrm>
              <a:off x="2248800" y="3115825"/>
              <a:ext cx="463550" cy="462800"/>
            </a:xfrm>
            <a:custGeom>
              <a:avLst/>
              <a:gdLst/>
              <a:ahLst/>
              <a:cxnLst/>
              <a:rect l="l" t="t" r="r" b="b"/>
              <a:pathLst>
                <a:path w="18542" h="18512" extrusionOk="0">
                  <a:moveTo>
                    <a:pt x="9271" y="1"/>
                  </a:moveTo>
                  <a:cubicBezTo>
                    <a:pt x="4164" y="1"/>
                    <a:pt x="0" y="4135"/>
                    <a:pt x="0" y="9272"/>
                  </a:cubicBezTo>
                  <a:cubicBezTo>
                    <a:pt x="0" y="14378"/>
                    <a:pt x="4164" y="18512"/>
                    <a:pt x="9271" y="18512"/>
                  </a:cubicBezTo>
                  <a:cubicBezTo>
                    <a:pt x="14377" y="18512"/>
                    <a:pt x="18541" y="14378"/>
                    <a:pt x="18541" y="9272"/>
                  </a:cubicBezTo>
                  <a:cubicBezTo>
                    <a:pt x="18541" y="4135"/>
                    <a:pt x="14377" y="1"/>
                    <a:pt x="9271" y="1"/>
                  </a:cubicBezTo>
                  <a:close/>
                </a:path>
              </a:pathLst>
            </a:custGeom>
            <a:solidFill>
              <a:schemeClr val="accent3"/>
            </a:solidFill>
            <a:ln w="19000" cap="flat" cmpd="sng">
              <a:solidFill>
                <a:schemeClr val="accent5"/>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121"/>
            <p:cNvSpPr/>
            <p:nvPr/>
          </p:nvSpPr>
          <p:spPr>
            <a:xfrm>
              <a:off x="2861250" y="3115825"/>
              <a:ext cx="463575" cy="462800"/>
            </a:xfrm>
            <a:custGeom>
              <a:avLst/>
              <a:gdLst/>
              <a:ahLst/>
              <a:cxnLst/>
              <a:rect l="l" t="t" r="r" b="b"/>
              <a:pathLst>
                <a:path w="18543" h="18512" extrusionOk="0">
                  <a:moveTo>
                    <a:pt x="9272" y="1"/>
                  </a:moveTo>
                  <a:cubicBezTo>
                    <a:pt x="4165" y="1"/>
                    <a:pt x="1" y="4135"/>
                    <a:pt x="1" y="9272"/>
                  </a:cubicBezTo>
                  <a:cubicBezTo>
                    <a:pt x="1" y="14378"/>
                    <a:pt x="4165" y="18512"/>
                    <a:pt x="9272" y="18512"/>
                  </a:cubicBezTo>
                  <a:cubicBezTo>
                    <a:pt x="14378" y="18512"/>
                    <a:pt x="18542" y="14378"/>
                    <a:pt x="18542" y="9272"/>
                  </a:cubicBezTo>
                  <a:cubicBezTo>
                    <a:pt x="18542" y="4135"/>
                    <a:pt x="14378" y="1"/>
                    <a:pt x="9272" y="1"/>
                  </a:cubicBezTo>
                  <a:close/>
                </a:path>
              </a:pathLst>
            </a:custGeom>
            <a:solidFill>
              <a:schemeClr val="accent3"/>
            </a:solidFill>
            <a:ln w="19000" cap="flat" cmpd="sng">
              <a:solidFill>
                <a:schemeClr val="accent5"/>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121"/>
            <p:cNvSpPr/>
            <p:nvPr/>
          </p:nvSpPr>
          <p:spPr>
            <a:xfrm>
              <a:off x="2336925" y="3239550"/>
              <a:ext cx="143650" cy="215975"/>
            </a:xfrm>
            <a:custGeom>
              <a:avLst/>
              <a:gdLst/>
              <a:ahLst/>
              <a:cxnLst/>
              <a:rect l="l" t="t" r="r" b="b"/>
              <a:pathLst>
                <a:path w="5746" h="8639" extrusionOk="0">
                  <a:moveTo>
                    <a:pt x="811" y="1"/>
                  </a:moveTo>
                  <a:cubicBezTo>
                    <a:pt x="312" y="1"/>
                    <a:pt x="1" y="37"/>
                    <a:pt x="1" y="37"/>
                  </a:cubicBezTo>
                  <a:lnTo>
                    <a:pt x="1" y="7241"/>
                  </a:lnTo>
                  <a:cubicBezTo>
                    <a:pt x="1" y="7241"/>
                    <a:pt x="346" y="7198"/>
                    <a:pt x="891" y="7198"/>
                  </a:cubicBezTo>
                  <a:cubicBezTo>
                    <a:pt x="2060" y="7198"/>
                    <a:pt x="4150" y="7395"/>
                    <a:pt x="5746" y="8639"/>
                  </a:cubicBezTo>
                  <a:lnTo>
                    <a:pt x="5746" y="1465"/>
                  </a:lnTo>
                  <a:cubicBezTo>
                    <a:pt x="4113" y="193"/>
                    <a:pt x="1962" y="1"/>
                    <a:pt x="811" y="1"/>
                  </a:cubicBezTo>
                  <a:close/>
                </a:path>
              </a:pathLst>
            </a:custGeom>
            <a:solidFill>
              <a:schemeClr val="accent4"/>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121"/>
            <p:cNvSpPr/>
            <p:nvPr/>
          </p:nvSpPr>
          <p:spPr>
            <a:xfrm>
              <a:off x="2480550" y="3239550"/>
              <a:ext cx="143650" cy="215975"/>
            </a:xfrm>
            <a:custGeom>
              <a:avLst/>
              <a:gdLst/>
              <a:ahLst/>
              <a:cxnLst/>
              <a:rect l="l" t="t" r="r" b="b"/>
              <a:pathLst>
                <a:path w="5746" h="8639" extrusionOk="0">
                  <a:moveTo>
                    <a:pt x="4936" y="1"/>
                  </a:moveTo>
                  <a:cubicBezTo>
                    <a:pt x="3784" y="1"/>
                    <a:pt x="1634" y="193"/>
                    <a:pt x="1" y="1465"/>
                  </a:cubicBezTo>
                  <a:lnTo>
                    <a:pt x="1" y="8639"/>
                  </a:lnTo>
                  <a:cubicBezTo>
                    <a:pt x="1596" y="7395"/>
                    <a:pt x="3687" y="7198"/>
                    <a:pt x="4855" y="7198"/>
                  </a:cubicBezTo>
                  <a:cubicBezTo>
                    <a:pt x="5401" y="7198"/>
                    <a:pt x="5746" y="7241"/>
                    <a:pt x="5746" y="7241"/>
                  </a:cubicBezTo>
                  <a:lnTo>
                    <a:pt x="5746" y="37"/>
                  </a:lnTo>
                  <a:cubicBezTo>
                    <a:pt x="5746" y="37"/>
                    <a:pt x="5434" y="1"/>
                    <a:pt x="4936" y="1"/>
                  </a:cubicBezTo>
                  <a:close/>
                </a:path>
              </a:pathLst>
            </a:custGeom>
            <a:solidFill>
              <a:schemeClr val="accent4"/>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121"/>
            <p:cNvSpPr/>
            <p:nvPr/>
          </p:nvSpPr>
          <p:spPr>
            <a:xfrm>
              <a:off x="3006400" y="3235150"/>
              <a:ext cx="34975" cy="34975"/>
            </a:xfrm>
            <a:custGeom>
              <a:avLst/>
              <a:gdLst/>
              <a:ahLst/>
              <a:cxnLst/>
              <a:rect l="l" t="t" r="r" b="b"/>
              <a:pathLst>
                <a:path w="1399" h="1399" extrusionOk="0">
                  <a:moveTo>
                    <a:pt x="1399" y="0"/>
                  </a:moveTo>
                  <a:lnTo>
                    <a:pt x="1" y="1398"/>
                  </a:lnTo>
                  <a:lnTo>
                    <a:pt x="1004" y="1398"/>
                  </a:lnTo>
                  <a:cubicBezTo>
                    <a:pt x="1216" y="1398"/>
                    <a:pt x="1399" y="1216"/>
                    <a:pt x="1399" y="1003"/>
                  </a:cubicBezTo>
                  <a:lnTo>
                    <a:pt x="139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121"/>
            <p:cNvSpPr/>
            <p:nvPr/>
          </p:nvSpPr>
          <p:spPr>
            <a:xfrm>
              <a:off x="3001850" y="3230575"/>
              <a:ext cx="48650" cy="48675"/>
            </a:xfrm>
            <a:custGeom>
              <a:avLst/>
              <a:gdLst/>
              <a:ahLst/>
              <a:cxnLst/>
              <a:rect l="l" t="t" r="r" b="b"/>
              <a:pathLst>
                <a:path w="1946" h="1947" extrusionOk="0">
                  <a:moveTo>
                    <a:pt x="0" y="1946"/>
                  </a:moveTo>
                  <a:lnTo>
                    <a:pt x="1945" y="1"/>
                  </a:lnTo>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121"/>
            <p:cNvSpPr/>
            <p:nvPr/>
          </p:nvSpPr>
          <p:spPr>
            <a:xfrm>
              <a:off x="3001850" y="3230575"/>
              <a:ext cx="48650" cy="48675"/>
            </a:xfrm>
            <a:custGeom>
              <a:avLst/>
              <a:gdLst/>
              <a:ahLst/>
              <a:cxnLst/>
              <a:rect l="l" t="t" r="r" b="b"/>
              <a:pathLst>
                <a:path w="1946" h="1947" fill="none" extrusionOk="0">
                  <a:moveTo>
                    <a:pt x="0" y="1946"/>
                  </a:moveTo>
                  <a:lnTo>
                    <a:pt x="1945" y="1"/>
                  </a:lnTo>
                </a:path>
              </a:pathLst>
            </a:custGeom>
            <a:no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121"/>
            <p:cNvSpPr/>
            <p:nvPr/>
          </p:nvSpPr>
          <p:spPr>
            <a:xfrm>
              <a:off x="3001850" y="3230575"/>
              <a:ext cx="182400" cy="233325"/>
            </a:xfrm>
            <a:custGeom>
              <a:avLst/>
              <a:gdLst/>
              <a:ahLst/>
              <a:cxnLst/>
              <a:rect l="l" t="t" r="r" b="b"/>
              <a:pathLst>
                <a:path w="7296" h="9333" extrusionOk="0">
                  <a:moveTo>
                    <a:pt x="1945" y="1"/>
                  </a:moveTo>
                  <a:lnTo>
                    <a:pt x="1945" y="1186"/>
                  </a:lnTo>
                  <a:cubicBezTo>
                    <a:pt x="1945" y="1612"/>
                    <a:pt x="1611" y="1946"/>
                    <a:pt x="1186" y="1946"/>
                  </a:cubicBezTo>
                  <a:lnTo>
                    <a:pt x="0" y="1946"/>
                  </a:lnTo>
                  <a:lnTo>
                    <a:pt x="0" y="9332"/>
                  </a:lnTo>
                  <a:lnTo>
                    <a:pt x="7295" y="9332"/>
                  </a:lnTo>
                  <a:lnTo>
                    <a:pt x="7295" y="1"/>
                  </a:lnTo>
                  <a:close/>
                </a:path>
              </a:pathLst>
            </a:custGeom>
            <a:solidFill>
              <a:schemeClr val="lt2"/>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121"/>
            <p:cNvSpPr/>
            <p:nvPr/>
          </p:nvSpPr>
          <p:spPr>
            <a:xfrm>
              <a:off x="3049725" y="3289100"/>
              <a:ext cx="88925" cy="100325"/>
            </a:xfrm>
            <a:custGeom>
              <a:avLst/>
              <a:gdLst/>
              <a:ahLst/>
              <a:cxnLst/>
              <a:rect l="l" t="t" r="r" b="b"/>
              <a:pathLst>
                <a:path w="3557" h="4013" extrusionOk="0">
                  <a:moveTo>
                    <a:pt x="1774" y="920"/>
                  </a:moveTo>
                  <a:cubicBezTo>
                    <a:pt x="1786" y="920"/>
                    <a:pt x="1793" y="927"/>
                    <a:pt x="1793" y="942"/>
                  </a:cubicBezTo>
                  <a:lnTo>
                    <a:pt x="2310" y="2705"/>
                  </a:lnTo>
                  <a:cubicBezTo>
                    <a:pt x="2310" y="2736"/>
                    <a:pt x="2310" y="2736"/>
                    <a:pt x="2280" y="2736"/>
                  </a:cubicBezTo>
                  <a:lnTo>
                    <a:pt x="1277" y="2736"/>
                  </a:lnTo>
                  <a:cubicBezTo>
                    <a:pt x="1246" y="2736"/>
                    <a:pt x="1246" y="2736"/>
                    <a:pt x="1246" y="2705"/>
                  </a:cubicBezTo>
                  <a:lnTo>
                    <a:pt x="1733" y="942"/>
                  </a:lnTo>
                  <a:cubicBezTo>
                    <a:pt x="1748" y="927"/>
                    <a:pt x="1763" y="920"/>
                    <a:pt x="1774" y="920"/>
                  </a:cubicBezTo>
                  <a:close/>
                  <a:moveTo>
                    <a:pt x="1338" y="0"/>
                  </a:moveTo>
                  <a:cubicBezTo>
                    <a:pt x="1307" y="0"/>
                    <a:pt x="1246" y="31"/>
                    <a:pt x="1246" y="61"/>
                  </a:cubicBezTo>
                  <a:lnTo>
                    <a:pt x="0" y="3891"/>
                  </a:lnTo>
                  <a:cubicBezTo>
                    <a:pt x="0" y="3982"/>
                    <a:pt x="30" y="4012"/>
                    <a:pt x="91" y="4012"/>
                  </a:cubicBezTo>
                  <a:lnTo>
                    <a:pt x="760" y="4012"/>
                  </a:lnTo>
                  <a:cubicBezTo>
                    <a:pt x="821" y="4012"/>
                    <a:pt x="851" y="3982"/>
                    <a:pt x="882" y="3952"/>
                  </a:cubicBezTo>
                  <a:lnTo>
                    <a:pt x="1034" y="3404"/>
                  </a:lnTo>
                  <a:cubicBezTo>
                    <a:pt x="1034" y="3374"/>
                    <a:pt x="1064" y="3374"/>
                    <a:pt x="1064" y="3374"/>
                  </a:cubicBezTo>
                  <a:lnTo>
                    <a:pt x="2462" y="3374"/>
                  </a:lnTo>
                  <a:cubicBezTo>
                    <a:pt x="2493" y="3374"/>
                    <a:pt x="2493" y="3374"/>
                    <a:pt x="2493" y="3404"/>
                  </a:cubicBezTo>
                  <a:lnTo>
                    <a:pt x="2675" y="3952"/>
                  </a:lnTo>
                  <a:cubicBezTo>
                    <a:pt x="2675" y="3982"/>
                    <a:pt x="2736" y="4012"/>
                    <a:pt x="2766" y="4012"/>
                  </a:cubicBezTo>
                  <a:lnTo>
                    <a:pt x="3435" y="4012"/>
                  </a:lnTo>
                  <a:cubicBezTo>
                    <a:pt x="3526" y="4012"/>
                    <a:pt x="3556" y="3982"/>
                    <a:pt x="3526" y="3891"/>
                  </a:cubicBezTo>
                  <a:lnTo>
                    <a:pt x="2310" y="61"/>
                  </a:lnTo>
                  <a:cubicBezTo>
                    <a:pt x="2280" y="31"/>
                    <a:pt x="2249" y="0"/>
                    <a:pt x="21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121"/>
            <p:cNvSpPr/>
            <p:nvPr/>
          </p:nvSpPr>
          <p:spPr>
            <a:xfrm>
              <a:off x="3473725" y="3115825"/>
              <a:ext cx="463575" cy="462800"/>
            </a:xfrm>
            <a:custGeom>
              <a:avLst/>
              <a:gdLst/>
              <a:ahLst/>
              <a:cxnLst/>
              <a:rect l="l" t="t" r="r" b="b"/>
              <a:pathLst>
                <a:path w="18543" h="18512" extrusionOk="0">
                  <a:moveTo>
                    <a:pt x="9272" y="1"/>
                  </a:moveTo>
                  <a:cubicBezTo>
                    <a:pt x="4165" y="1"/>
                    <a:pt x="1" y="4135"/>
                    <a:pt x="1" y="9272"/>
                  </a:cubicBezTo>
                  <a:cubicBezTo>
                    <a:pt x="1" y="14378"/>
                    <a:pt x="4165" y="18512"/>
                    <a:pt x="9272" y="18512"/>
                  </a:cubicBezTo>
                  <a:cubicBezTo>
                    <a:pt x="14378" y="18512"/>
                    <a:pt x="18542" y="14378"/>
                    <a:pt x="18542" y="9272"/>
                  </a:cubicBezTo>
                  <a:cubicBezTo>
                    <a:pt x="18542" y="4135"/>
                    <a:pt x="14378" y="1"/>
                    <a:pt x="9272" y="1"/>
                  </a:cubicBezTo>
                  <a:close/>
                </a:path>
              </a:pathLst>
            </a:custGeom>
            <a:solidFill>
              <a:schemeClr val="accent1"/>
            </a:solidFill>
            <a:ln w="19000" cap="flat" cmpd="sng">
              <a:solidFill>
                <a:schemeClr val="accent5"/>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121"/>
            <p:cNvSpPr/>
            <p:nvPr/>
          </p:nvSpPr>
          <p:spPr>
            <a:xfrm>
              <a:off x="3636350" y="3239425"/>
              <a:ext cx="180875" cy="216250"/>
            </a:xfrm>
            <a:custGeom>
              <a:avLst/>
              <a:gdLst/>
              <a:ahLst/>
              <a:cxnLst/>
              <a:rect l="l" t="t" r="r" b="b"/>
              <a:pathLst>
                <a:path w="7235" h="8650" extrusionOk="0">
                  <a:moveTo>
                    <a:pt x="607" y="1"/>
                  </a:moveTo>
                  <a:cubicBezTo>
                    <a:pt x="320" y="1"/>
                    <a:pt x="44" y="203"/>
                    <a:pt x="1" y="528"/>
                  </a:cubicBezTo>
                  <a:lnTo>
                    <a:pt x="1" y="8127"/>
                  </a:lnTo>
                  <a:cubicBezTo>
                    <a:pt x="45" y="8436"/>
                    <a:pt x="330" y="8649"/>
                    <a:pt x="622" y="8649"/>
                  </a:cubicBezTo>
                  <a:cubicBezTo>
                    <a:pt x="732" y="8649"/>
                    <a:pt x="843" y="8619"/>
                    <a:pt x="943" y="8553"/>
                  </a:cubicBezTo>
                  <a:lnTo>
                    <a:pt x="6627" y="5027"/>
                  </a:lnTo>
                  <a:cubicBezTo>
                    <a:pt x="7235" y="4723"/>
                    <a:pt x="7235" y="3902"/>
                    <a:pt x="6627" y="3629"/>
                  </a:cubicBezTo>
                  <a:lnTo>
                    <a:pt x="943" y="103"/>
                  </a:lnTo>
                  <a:cubicBezTo>
                    <a:pt x="839" y="33"/>
                    <a:pt x="722" y="1"/>
                    <a:pt x="607" y="1"/>
                  </a:cubicBezTo>
                  <a:close/>
                </a:path>
              </a:pathLst>
            </a:custGeom>
            <a:solidFill>
              <a:schemeClr val="lt2"/>
            </a:solidFill>
            <a:ln w="1900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1" name="Google Shape;6581;p121"/>
          <p:cNvGrpSpPr/>
          <p:nvPr/>
        </p:nvGrpSpPr>
        <p:grpSpPr>
          <a:xfrm>
            <a:off x="7117633" y="1785025"/>
            <a:ext cx="1164400" cy="2636775"/>
            <a:chOff x="7117633" y="1785025"/>
            <a:chExt cx="1164400" cy="2636775"/>
          </a:xfrm>
        </p:grpSpPr>
        <p:grpSp>
          <p:nvGrpSpPr>
            <p:cNvPr id="6582" name="Google Shape;6582;p121"/>
            <p:cNvGrpSpPr/>
            <p:nvPr/>
          </p:nvGrpSpPr>
          <p:grpSpPr>
            <a:xfrm>
              <a:off x="7117633" y="1785025"/>
              <a:ext cx="1164400" cy="2636775"/>
              <a:chOff x="9196700" y="-948650"/>
              <a:chExt cx="1164400" cy="2636775"/>
            </a:xfrm>
          </p:grpSpPr>
          <p:sp>
            <p:nvSpPr>
              <p:cNvPr id="6583" name="Google Shape;6583;p121"/>
              <p:cNvSpPr/>
              <p:nvPr/>
            </p:nvSpPr>
            <p:spPr>
              <a:xfrm>
                <a:off x="9289800" y="483875"/>
                <a:ext cx="1071300" cy="343825"/>
              </a:xfrm>
              <a:custGeom>
                <a:avLst/>
                <a:gdLst/>
                <a:ahLst/>
                <a:cxnLst/>
                <a:rect l="l" t="t" r="r" b="b"/>
                <a:pathLst>
                  <a:path w="42852" h="13753" extrusionOk="0">
                    <a:moveTo>
                      <a:pt x="42851" y="1"/>
                    </a:moveTo>
                    <a:lnTo>
                      <a:pt x="1" y="3311"/>
                    </a:lnTo>
                    <a:cubicBezTo>
                      <a:pt x="1" y="3311"/>
                      <a:pt x="6694" y="13667"/>
                      <a:pt x="20677" y="13753"/>
                    </a:cubicBezTo>
                    <a:cubicBezTo>
                      <a:pt x="20720" y="13753"/>
                      <a:pt x="20763" y="13753"/>
                      <a:pt x="20806" y="13753"/>
                    </a:cubicBezTo>
                    <a:cubicBezTo>
                      <a:pt x="34699" y="13753"/>
                      <a:pt x="42851" y="1"/>
                      <a:pt x="42851" y="1"/>
                    </a:cubicBezTo>
                    <a:close/>
                  </a:path>
                </a:pathLst>
              </a:custGeom>
              <a:solidFill>
                <a:schemeClr val="accent5"/>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121"/>
              <p:cNvSpPr/>
              <p:nvPr/>
            </p:nvSpPr>
            <p:spPr>
              <a:xfrm>
                <a:off x="9300450" y="1288600"/>
                <a:ext cx="247700" cy="334100"/>
              </a:xfrm>
              <a:custGeom>
                <a:avLst/>
                <a:gdLst/>
                <a:ahLst/>
                <a:cxnLst/>
                <a:rect l="l" t="t" r="r" b="b"/>
                <a:pathLst>
                  <a:path w="9908" h="13364" extrusionOk="0">
                    <a:moveTo>
                      <a:pt x="5015" y="1"/>
                    </a:moveTo>
                    <a:lnTo>
                      <a:pt x="3652" y="5027"/>
                    </a:lnTo>
                    <a:lnTo>
                      <a:pt x="2508" y="9250"/>
                    </a:lnTo>
                    <a:lnTo>
                      <a:pt x="1" y="9992"/>
                    </a:lnTo>
                    <a:lnTo>
                      <a:pt x="5879" y="13364"/>
                    </a:lnTo>
                    <a:lnTo>
                      <a:pt x="6536" y="11027"/>
                    </a:lnTo>
                    <a:lnTo>
                      <a:pt x="8264" y="6451"/>
                    </a:lnTo>
                    <a:lnTo>
                      <a:pt x="9907" y="2106"/>
                    </a:lnTo>
                    <a:lnTo>
                      <a:pt x="5015" y="1"/>
                    </a:ln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121"/>
              <p:cNvSpPr/>
              <p:nvPr/>
            </p:nvSpPr>
            <p:spPr>
              <a:xfrm>
                <a:off x="9300450" y="1288600"/>
                <a:ext cx="247700" cy="334100"/>
              </a:xfrm>
              <a:custGeom>
                <a:avLst/>
                <a:gdLst/>
                <a:ahLst/>
                <a:cxnLst/>
                <a:rect l="l" t="t" r="r" b="b"/>
                <a:pathLst>
                  <a:path w="9908" h="13364" fill="none" extrusionOk="0">
                    <a:moveTo>
                      <a:pt x="1" y="9992"/>
                    </a:moveTo>
                    <a:lnTo>
                      <a:pt x="2508" y="9250"/>
                    </a:lnTo>
                    <a:lnTo>
                      <a:pt x="3652" y="5027"/>
                    </a:lnTo>
                    <a:lnTo>
                      <a:pt x="5015" y="1"/>
                    </a:lnTo>
                    <a:lnTo>
                      <a:pt x="9907" y="2106"/>
                    </a:lnTo>
                    <a:lnTo>
                      <a:pt x="8264" y="6451"/>
                    </a:lnTo>
                    <a:lnTo>
                      <a:pt x="6536" y="11027"/>
                    </a:lnTo>
                    <a:lnTo>
                      <a:pt x="5879" y="13364"/>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121"/>
              <p:cNvSpPr/>
              <p:nvPr/>
            </p:nvSpPr>
            <p:spPr>
              <a:xfrm>
                <a:off x="9196700" y="1519850"/>
                <a:ext cx="260175" cy="138150"/>
              </a:xfrm>
              <a:custGeom>
                <a:avLst/>
                <a:gdLst/>
                <a:ahLst/>
                <a:cxnLst/>
                <a:rect l="l" t="t" r="r" b="b"/>
                <a:pathLst>
                  <a:path w="10407" h="5526" extrusionOk="0">
                    <a:moveTo>
                      <a:pt x="6658" y="0"/>
                    </a:moveTo>
                    <a:lnTo>
                      <a:pt x="609" y="1813"/>
                    </a:lnTo>
                    <a:cubicBezTo>
                      <a:pt x="1" y="1996"/>
                      <a:pt x="13" y="2848"/>
                      <a:pt x="621" y="3018"/>
                    </a:cubicBezTo>
                    <a:lnTo>
                      <a:pt x="9639" y="5525"/>
                    </a:lnTo>
                    <a:lnTo>
                      <a:pt x="10406" y="2738"/>
                    </a:lnTo>
                    <a:cubicBezTo>
                      <a:pt x="9615" y="2203"/>
                      <a:pt x="8252" y="1266"/>
                      <a:pt x="6658" y="0"/>
                    </a:cubicBezTo>
                    <a:close/>
                  </a:path>
                </a:pathLst>
              </a:custGeom>
              <a:solidFill>
                <a:schemeClr val="accent1"/>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121"/>
              <p:cNvSpPr/>
              <p:nvPr/>
            </p:nvSpPr>
            <p:spPr>
              <a:xfrm>
                <a:off x="9319325" y="228300"/>
                <a:ext cx="525450" cy="1198775"/>
              </a:xfrm>
              <a:custGeom>
                <a:avLst/>
                <a:gdLst/>
                <a:ahLst/>
                <a:cxnLst/>
                <a:rect l="l" t="t" r="r" b="b"/>
                <a:pathLst>
                  <a:path w="21018" h="47951" extrusionOk="0">
                    <a:moveTo>
                      <a:pt x="10393" y="1"/>
                    </a:moveTo>
                    <a:lnTo>
                      <a:pt x="8373" y="8763"/>
                    </a:lnTo>
                    <a:lnTo>
                      <a:pt x="0" y="45054"/>
                    </a:lnTo>
                    <a:lnTo>
                      <a:pt x="10393" y="47950"/>
                    </a:lnTo>
                    <a:lnTo>
                      <a:pt x="21018" y="12658"/>
                    </a:lnTo>
                    <a:lnTo>
                      <a:pt x="21018" y="561"/>
                    </a:lnTo>
                    <a:lnTo>
                      <a:pt x="10393" y="1"/>
                    </a:ln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121"/>
              <p:cNvSpPr/>
              <p:nvPr/>
            </p:nvSpPr>
            <p:spPr>
              <a:xfrm>
                <a:off x="9319325" y="242300"/>
                <a:ext cx="525450" cy="1184775"/>
              </a:xfrm>
              <a:custGeom>
                <a:avLst/>
                <a:gdLst/>
                <a:ahLst/>
                <a:cxnLst/>
                <a:rect l="l" t="t" r="r" b="b"/>
                <a:pathLst>
                  <a:path w="21018" h="47391" fill="none" extrusionOk="0">
                    <a:moveTo>
                      <a:pt x="0" y="44494"/>
                    </a:moveTo>
                    <a:lnTo>
                      <a:pt x="10393" y="47390"/>
                    </a:lnTo>
                    <a:lnTo>
                      <a:pt x="21018" y="12098"/>
                    </a:lnTo>
                    <a:lnTo>
                      <a:pt x="21018" y="1"/>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121"/>
              <p:cNvSpPr/>
              <p:nvPr/>
            </p:nvSpPr>
            <p:spPr>
              <a:xfrm>
                <a:off x="9362225" y="1296525"/>
                <a:ext cx="236425" cy="66350"/>
              </a:xfrm>
              <a:custGeom>
                <a:avLst/>
                <a:gdLst/>
                <a:ahLst/>
                <a:cxnLst/>
                <a:rect l="l" t="t" r="r" b="b"/>
                <a:pathLst>
                  <a:path w="9457" h="2654" fill="none" extrusionOk="0">
                    <a:moveTo>
                      <a:pt x="0" y="0"/>
                    </a:moveTo>
                    <a:lnTo>
                      <a:pt x="9456" y="2653"/>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121"/>
              <p:cNvSpPr/>
              <p:nvPr/>
            </p:nvSpPr>
            <p:spPr>
              <a:xfrm>
                <a:off x="9950625" y="1335475"/>
                <a:ext cx="172550" cy="300925"/>
              </a:xfrm>
              <a:custGeom>
                <a:avLst/>
                <a:gdLst/>
                <a:ahLst/>
                <a:cxnLst/>
                <a:rect l="l" t="t" r="r" b="b"/>
                <a:pathLst>
                  <a:path w="6902" h="12037" extrusionOk="0">
                    <a:moveTo>
                      <a:pt x="5283" y="0"/>
                    </a:moveTo>
                    <a:lnTo>
                      <a:pt x="1" y="718"/>
                    </a:lnTo>
                    <a:lnTo>
                      <a:pt x="415" y="5294"/>
                    </a:lnTo>
                    <a:lnTo>
                      <a:pt x="877" y="10223"/>
                    </a:lnTo>
                    <a:lnTo>
                      <a:pt x="877" y="12036"/>
                    </a:lnTo>
                    <a:lnTo>
                      <a:pt x="6901" y="10637"/>
                    </a:lnTo>
                    <a:lnTo>
                      <a:pt x="5222" y="9578"/>
                    </a:lnTo>
                    <a:lnTo>
                      <a:pt x="5246" y="5124"/>
                    </a:lnTo>
                    <a:lnTo>
                      <a:pt x="5283" y="0"/>
                    </a:ln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121"/>
              <p:cNvSpPr/>
              <p:nvPr/>
            </p:nvSpPr>
            <p:spPr>
              <a:xfrm>
                <a:off x="9950625" y="1335475"/>
                <a:ext cx="172550" cy="300925"/>
              </a:xfrm>
              <a:custGeom>
                <a:avLst/>
                <a:gdLst/>
                <a:ahLst/>
                <a:cxnLst/>
                <a:rect l="l" t="t" r="r" b="b"/>
                <a:pathLst>
                  <a:path w="6902" h="12037" fill="none" extrusionOk="0">
                    <a:moveTo>
                      <a:pt x="877" y="12036"/>
                    </a:moveTo>
                    <a:lnTo>
                      <a:pt x="877" y="10223"/>
                    </a:lnTo>
                    <a:lnTo>
                      <a:pt x="415" y="5294"/>
                    </a:lnTo>
                    <a:lnTo>
                      <a:pt x="1" y="718"/>
                    </a:lnTo>
                    <a:lnTo>
                      <a:pt x="5283" y="0"/>
                    </a:lnTo>
                    <a:lnTo>
                      <a:pt x="5246" y="5124"/>
                    </a:lnTo>
                    <a:lnTo>
                      <a:pt x="5222" y="9578"/>
                    </a:lnTo>
                    <a:lnTo>
                      <a:pt x="6901" y="10637"/>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121"/>
              <p:cNvSpPr/>
              <p:nvPr/>
            </p:nvSpPr>
            <p:spPr>
              <a:xfrm>
                <a:off x="9972550" y="1575225"/>
                <a:ext cx="260750" cy="112900"/>
              </a:xfrm>
              <a:custGeom>
                <a:avLst/>
                <a:gdLst/>
                <a:ahLst/>
                <a:cxnLst/>
                <a:rect l="l" t="t" r="r" b="b"/>
                <a:pathLst>
                  <a:path w="10430" h="4516" extrusionOk="0">
                    <a:moveTo>
                      <a:pt x="4345" y="0"/>
                    </a:moveTo>
                    <a:cubicBezTo>
                      <a:pt x="2471" y="791"/>
                      <a:pt x="913" y="1339"/>
                      <a:pt x="0" y="1643"/>
                    </a:cubicBezTo>
                    <a:lnTo>
                      <a:pt x="0" y="4515"/>
                    </a:lnTo>
                    <a:lnTo>
                      <a:pt x="9687" y="4515"/>
                    </a:lnTo>
                    <a:cubicBezTo>
                      <a:pt x="10223" y="4515"/>
                      <a:pt x="10430" y="3821"/>
                      <a:pt x="9979" y="3541"/>
                    </a:cubicBezTo>
                    <a:lnTo>
                      <a:pt x="4345" y="0"/>
                    </a:lnTo>
                    <a:close/>
                  </a:path>
                </a:pathLst>
              </a:custGeom>
              <a:solidFill>
                <a:schemeClr val="accent1"/>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121"/>
              <p:cNvSpPr/>
              <p:nvPr/>
            </p:nvSpPr>
            <p:spPr>
              <a:xfrm>
                <a:off x="9797900" y="250825"/>
                <a:ext cx="46875" cy="293925"/>
              </a:xfrm>
              <a:custGeom>
                <a:avLst/>
                <a:gdLst/>
                <a:ahLst/>
                <a:cxnLst/>
                <a:rect l="l" t="t" r="r" b="b"/>
                <a:pathLst>
                  <a:path w="1875" h="11757" fill="none" extrusionOk="0">
                    <a:moveTo>
                      <a:pt x="1" y="0"/>
                    </a:moveTo>
                    <a:lnTo>
                      <a:pt x="1" y="9517"/>
                    </a:lnTo>
                    <a:cubicBezTo>
                      <a:pt x="1" y="10296"/>
                      <a:pt x="439" y="11026"/>
                      <a:pt x="1145" y="11391"/>
                    </a:cubicBezTo>
                    <a:lnTo>
                      <a:pt x="1875" y="11757"/>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121"/>
              <p:cNvSpPr/>
              <p:nvPr/>
            </p:nvSpPr>
            <p:spPr>
              <a:xfrm>
                <a:off x="9844750" y="216150"/>
                <a:ext cx="298800" cy="1223400"/>
              </a:xfrm>
              <a:custGeom>
                <a:avLst/>
                <a:gdLst/>
                <a:ahLst/>
                <a:cxnLst/>
                <a:rect l="l" t="t" r="r" b="b"/>
                <a:pathLst>
                  <a:path w="11952" h="48936" extrusionOk="0">
                    <a:moveTo>
                      <a:pt x="11319" y="0"/>
                    </a:moveTo>
                    <a:lnTo>
                      <a:pt x="7327" y="365"/>
                    </a:lnTo>
                    <a:lnTo>
                      <a:pt x="1" y="1047"/>
                    </a:lnTo>
                    <a:lnTo>
                      <a:pt x="1" y="13144"/>
                    </a:lnTo>
                    <a:lnTo>
                      <a:pt x="1911" y="48935"/>
                    </a:lnTo>
                    <a:lnTo>
                      <a:pt x="11952" y="48205"/>
                    </a:lnTo>
                    <a:lnTo>
                      <a:pt x="11319" y="0"/>
                    </a:lnTo>
                    <a:close/>
                  </a:path>
                </a:pathLst>
              </a:custGeom>
              <a:solidFill>
                <a:schemeClr val="accent6"/>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121"/>
              <p:cNvSpPr/>
              <p:nvPr/>
            </p:nvSpPr>
            <p:spPr>
              <a:xfrm>
                <a:off x="9844750" y="242300"/>
                <a:ext cx="298800" cy="1197250"/>
              </a:xfrm>
              <a:custGeom>
                <a:avLst/>
                <a:gdLst/>
                <a:ahLst/>
                <a:cxnLst/>
                <a:rect l="l" t="t" r="r" b="b"/>
                <a:pathLst>
                  <a:path w="11952" h="47890" fill="none" extrusionOk="0">
                    <a:moveTo>
                      <a:pt x="1" y="1"/>
                    </a:moveTo>
                    <a:lnTo>
                      <a:pt x="1" y="12098"/>
                    </a:lnTo>
                    <a:lnTo>
                      <a:pt x="1911" y="47889"/>
                    </a:lnTo>
                    <a:lnTo>
                      <a:pt x="11952" y="47159"/>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121"/>
              <p:cNvSpPr/>
              <p:nvPr/>
            </p:nvSpPr>
            <p:spPr>
              <a:xfrm>
                <a:off x="9888875" y="1364375"/>
                <a:ext cx="214825" cy="13100"/>
              </a:xfrm>
              <a:custGeom>
                <a:avLst/>
                <a:gdLst/>
                <a:ahLst/>
                <a:cxnLst/>
                <a:rect l="l" t="t" r="r" b="b"/>
                <a:pathLst>
                  <a:path w="8593" h="524" fill="none" extrusionOk="0">
                    <a:moveTo>
                      <a:pt x="0" y="524"/>
                    </a:moveTo>
                    <a:lnTo>
                      <a:pt x="8592" y="0"/>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121"/>
              <p:cNvSpPr/>
              <p:nvPr/>
            </p:nvSpPr>
            <p:spPr>
              <a:xfrm>
                <a:off x="9477975" y="-368325"/>
                <a:ext cx="680175" cy="683650"/>
              </a:xfrm>
              <a:custGeom>
                <a:avLst/>
                <a:gdLst/>
                <a:ahLst/>
                <a:cxnLst/>
                <a:rect l="l" t="t" r="r" b="b"/>
                <a:pathLst>
                  <a:path w="27207" h="27346" extrusionOk="0">
                    <a:moveTo>
                      <a:pt x="19467" y="1"/>
                    </a:moveTo>
                    <a:lnTo>
                      <a:pt x="13370" y="2216"/>
                    </a:lnTo>
                    <a:lnTo>
                      <a:pt x="6055" y="828"/>
                    </a:lnTo>
                    <a:cubicBezTo>
                      <a:pt x="6055" y="828"/>
                      <a:pt x="1674" y="20957"/>
                      <a:pt x="725" y="23854"/>
                    </a:cubicBezTo>
                    <a:cubicBezTo>
                      <a:pt x="0" y="26103"/>
                      <a:pt x="4415" y="26358"/>
                      <a:pt x="6453" y="26358"/>
                    </a:cubicBezTo>
                    <a:cubicBezTo>
                      <a:pt x="7050" y="26358"/>
                      <a:pt x="7443" y="26336"/>
                      <a:pt x="7443" y="26336"/>
                    </a:cubicBezTo>
                    <a:cubicBezTo>
                      <a:pt x="7443" y="26336"/>
                      <a:pt x="9417" y="27345"/>
                      <a:pt x="11031" y="27345"/>
                    </a:cubicBezTo>
                    <a:cubicBezTo>
                      <a:pt x="11126" y="27345"/>
                      <a:pt x="11220" y="27342"/>
                      <a:pt x="11313" y="27334"/>
                    </a:cubicBezTo>
                    <a:cubicBezTo>
                      <a:pt x="12968" y="27200"/>
                      <a:pt x="14234" y="26032"/>
                      <a:pt x="14234" y="26032"/>
                    </a:cubicBezTo>
                    <a:cubicBezTo>
                      <a:pt x="14234" y="26032"/>
                      <a:pt x="16248" y="26937"/>
                      <a:pt x="17953" y="26937"/>
                    </a:cubicBezTo>
                    <a:cubicBezTo>
                      <a:pt x="18155" y="26937"/>
                      <a:pt x="18353" y="26924"/>
                      <a:pt x="18542" y="26896"/>
                    </a:cubicBezTo>
                    <a:cubicBezTo>
                      <a:pt x="20331" y="26641"/>
                      <a:pt x="21633" y="25071"/>
                      <a:pt x="21633" y="25071"/>
                    </a:cubicBezTo>
                    <a:cubicBezTo>
                      <a:pt x="21633" y="25071"/>
                      <a:pt x="21786" y="25077"/>
                      <a:pt x="22037" y="25077"/>
                    </a:cubicBezTo>
                    <a:cubicBezTo>
                      <a:pt x="22940" y="25077"/>
                      <a:pt x="25112" y="24995"/>
                      <a:pt x="26026" y="24243"/>
                    </a:cubicBezTo>
                    <a:cubicBezTo>
                      <a:pt x="27207" y="23282"/>
                      <a:pt x="26160" y="20982"/>
                      <a:pt x="24615" y="16929"/>
                    </a:cubicBezTo>
                    <a:cubicBezTo>
                      <a:pt x="23069" y="12889"/>
                      <a:pt x="19467" y="1"/>
                      <a:pt x="19467" y="1"/>
                    </a:cubicBezTo>
                    <a:close/>
                  </a:path>
                </a:pathLst>
              </a:custGeom>
              <a:solidFill>
                <a:schemeClr val="accen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121"/>
              <p:cNvSpPr/>
              <p:nvPr/>
            </p:nvSpPr>
            <p:spPr>
              <a:xfrm>
                <a:off x="9833800" y="262700"/>
                <a:ext cx="22850" cy="19800"/>
              </a:xfrm>
              <a:custGeom>
                <a:avLst/>
                <a:gdLst/>
                <a:ahLst/>
                <a:cxnLst/>
                <a:rect l="l" t="t" r="r" b="b"/>
                <a:pathLst>
                  <a:path w="914" h="792" extrusionOk="0">
                    <a:moveTo>
                      <a:pt x="1" y="791"/>
                    </a:moveTo>
                    <a:lnTo>
                      <a:pt x="913" y="0"/>
                    </a:lnTo>
                  </a:path>
                </a:pathLst>
              </a:custGeom>
              <a:solidFill>
                <a:srgbClr val="FFFFFF"/>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121"/>
              <p:cNvSpPr/>
              <p:nvPr/>
            </p:nvSpPr>
            <p:spPr>
              <a:xfrm>
                <a:off x="9833800" y="262700"/>
                <a:ext cx="22850" cy="19800"/>
              </a:xfrm>
              <a:custGeom>
                <a:avLst/>
                <a:gdLst/>
                <a:ahLst/>
                <a:cxnLst/>
                <a:rect l="l" t="t" r="r" b="b"/>
                <a:pathLst>
                  <a:path w="914" h="792" fill="none" extrusionOk="0">
                    <a:moveTo>
                      <a:pt x="1" y="791"/>
                    </a:moveTo>
                    <a:lnTo>
                      <a:pt x="913" y="0"/>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121"/>
              <p:cNvSpPr/>
              <p:nvPr/>
            </p:nvSpPr>
            <p:spPr>
              <a:xfrm>
                <a:off x="9249650" y="-762625"/>
                <a:ext cx="126900" cy="192000"/>
              </a:xfrm>
              <a:custGeom>
                <a:avLst/>
                <a:gdLst/>
                <a:ahLst/>
                <a:cxnLst/>
                <a:rect l="l" t="t" r="r" b="b"/>
                <a:pathLst>
                  <a:path w="5076" h="7680" extrusionOk="0">
                    <a:moveTo>
                      <a:pt x="3177" y="0"/>
                    </a:moveTo>
                    <a:lnTo>
                      <a:pt x="0" y="1558"/>
                    </a:lnTo>
                    <a:lnTo>
                      <a:pt x="1424" y="4309"/>
                    </a:lnTo>
                    <a:lnTo>
                      <a:pt x="2179" y="7680"/>
                    </a:lnTo>
                    <a:lnTo>
                      <a:pt x="5075" y="6511"/>
                    </a:lnTo>
                    <a:lnTo>
                      <a:pt x="4394" y="3371"/>
                    </a:lnTo>
                    <a:lnTo>
                      <a:pt x="3177" y="0"/>
                    </a:lnTo>
                    <a:close/>
                  </a:path>
                </a:pathLst>
              </a:custGeom>
              <a:solidFill>
                <a:schemeClr val="lt2"/>
              </a:solidFill>
              <a:ln w="952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121"/>
              <p:cNvSpPr/>
              <p:nvPr/>
            </p:nvSpPr>
            <p:spPr>
              <a:xfrm>
                <a:off x="9300450" y="-642150"/>
                <a:ext cx="76100" cy="71525"/>
              </a:xfrm>
              <a:custGeom>
                <a:avLst/>
                <a:gdLst/>
                <a:ahLst/>
                <a:cxnLst/>
                <a:rect l="l" t="t" r="r" b="b"/>
                <a:pathLst>
                  <a:path w="3044" h="2861" extrusionOk="0">
                    <a:moveTo>
                      <a:pt x="2678" y="1"/>
                    </a:moveTo>
                    <a:lnTo>
                      <a:pt x="1" y="2228"/>
                    </a:lnTo>
                    <a:lnTo>
                      <a:pt x="147" y="2861"/>
                    </a:lnTo>
                    <a:lnTo>
                      <a:pt x="3043" y="1692"/>
                    </a:lnTo>
                    <a:lnTo>
                      <a:pt x="2678" y="1"/>
                    </a:lnTo>
                    <a:close/>
                  </a:path>
                </a:pathLst>
              </a:custGeom>
              <a:solidFill>
                <a:schemeClr val="accent5"/>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121"/>
              <p:cNvSpPr/>
              <p:nvPr/>
            </p:nvSpPr>
            <p:spPr>
              <a:xfrm>
                <a:off x="9280975" y="-843950"/>
                <a:ext cx="64225" cy="121500"/>
              </a:xfrm>
              <a:custGeom>
                <a:avLst/>
                <a:gdLst/>
                <a:ahLst/>
                <a:cxnLst/>
                <a:rect l="l" t="t" r="r" b="b"/>
                <a:pathLst>
                  <a:path w="2569" h="4860" extrusionOk="0">
                    <a:moveTo>
                      <a:pt x="502" y="0"/>
                    </a:moveTo>
                    <a:cubicBezTo>
                      <a:pt x="457" y="0"/>
                      <a:pt x="410" y="9"/>
                      <a:pt x="366" y="28"/>
                    </a:cubicBezTo>
                    <a:cubicBezTo>
                      <a:pt x="135" y="126"/>
                      <a:pt x="1" y="381"/>
                      <a:pt x="74" y="625"/>
                    </a:cubicBezTo>
                    <a:lnTo>
                      <a:pt x="987" y="3947"/>
                    </a:lnTo>
                    <a:lnTo>
                      <a:pt x="1473" y="4860"/>
                    </a:lnTo>
                    <a:lnTo>
                      <a:pt x="2569" y="4604"/>
                    </a:lnTo>
                    <a:lnTo>
                      <a:pt x="2350" y="3375"/>
                    </a:lnTo>
                    <a:lnTo>
                      <a:pt x="816" y="199"/>
                    </a:lnTo>
                    <a:cubicBezTo>
                      <a:pt x="753" y="73"/>
                      <a:pt x="631" y="0"/>
                      <a:pt x="502" y="0"/>
                    </a:cubicBezTo>
                    <a:close/>
                  </a:path>
                </a:pathLst>
              </a:custGeom>
              <a:solidFill>
                <a:srgbClr val="FFFFFF"/>
              </a:solidFill>
              <a:ln w="952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121"/>
              <p:cNvSpPr/>
              <p:nvPr/>
            </p:nvSpPr>
            <p:spPr>
              <a:xfrm>
                <a:off x="9249650" y="-749250"/>
                <a:ext cx="83075" cy="58550"/>
              </a:xfrm>
              <a:custGeom>
                <a:avLst/>
                <a:gdLst/>
                <a:ahLst/>
                <a:cxnLst/>
                <a:rect l="l" t="t" r="r" b="b"/>
                <a:pathLst>
                  <a:path w="3323" h="2342" extrusionOk="0">
                    <a:moveTo>
                      <a:pt x="2666" y="1"/>
                    </a:moveTo>
                    <a:cubicBezTo>
                      <a:pt x="2446" y="1"/>
                      <a:pt x="2227" y="13"/>
                      <a:pt x="2008" y="37"/>
                    </a:cubicBezTo>
                    <a:lnTo>
                      <a:pt x="0" y="1023"/>
                    </a:lnTo>
                    <a:lnTo>
                      <a:pt x="451" y="1899"/>
                    </a:lnTo>
                    <a:cubicBezTo>
                      <a:pt x="601" y="2185"/>
                      <a:pt x="887" y="2341"/>
                      <a:pt x="1178" y="2341"/>
                    </a:cubicBezTo>
                    <a:cubicBezTo>
                      <a:pt x="1334" y="2341"/>
                      <a:pt x="1491" y="2297"/>
                      <a:pt x="1631" y="2204"/>
                    </a:cubicBezTo>
                    <a:cubicBezTo>
                      <a:pt x="2040" y="1938"/>
                      <a:pt x="2500" y="1715"/>
                      <a:pt x="2903" y="1715"/>
                    </a:cubicBezTo>
                    <a:cubicBezTo>
                      <a:pt x="2980" y="1715"/>
                      <a:pt x="3056" y="1724"/>
                      <a:pt x="3128" y="1741"/>
                    </a:cubicBezTo>
                    <a:lnTo>
                      <a:pt x="3323" y="37"/>
                    </a:lnTo>
                    <a:cubicBezTo>
                      <a:pt x="3104" y="13"/>
                      <a:pt x="2885" y="1"/>
                      <a:pt x="2666" y="1"/>
                    </a:cubicBezTo>
                    <a:close/>
                  </a:path>
                </a:pathLst>
              </a:custGeom>
              <a:solidFill>
                <a:schemeClr val="lt2"/>
              </a:solidFill>
              <a:ln w="952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121"/>
              <p:cNvSpPr/>
              <p:nvPr/>
            </p:nvSpPr>
            <p:spPr>
              <a:xfrm>
                <a:off x="9240525" y="-749100"/>
                <a:ext cx="47775" cy="53350"/>
              </a:xfrm>
              <a:custGeom>
                <a:avLst/>
                <a:gdLst/>
                <a:ahLst/>
                <a:cxnLst/>
                <a:rect l="l" t="t" r="r" b="b"/>
                <a:pathLst>
                  <a:path w="1911" h="2134" extrusionOk="0">
                    <a:moveTo>
                      <a:pt x="617" y="0"/>
                    </a:moveTo>
                    <a:cubicBezTo>
                      <a:pt x="527" y="0"/>
                      <a:pt x="437" y="22"/>
                      <a:pt x="353" y="68"/>
                    </a:cubicBezTo>
                    <a:cubicBezTo>
                      <a:pt x="85" y="214"/>
                      <a:pt x="0" y="530"/>
                      <a:pt x="134" y="798"/>
                    </a:cubicBezTo>
                    <a:lnTo>
                      <a:pt x="609" y="1662"/>
                    </a:lnTo>
                    <a:cubicBezTo>
                      <a:pt x="645" y="1735"/>
                      <a:pt x="694" y="1796"/>
                      <a:pt x="767" y="1833"/>
                    </a:cubicBezTo>
                    <a:lnTo>
                      <a:pt x="1229" y="2088"/>
                    </a:lnTo>
                    <a:cubicBezTo>
                      <a:pt x="1290" y="2119"/>
                      <a:pt x="1357" y="2134"/>
                      <a:pt x="1424" y="2134"/>
                    </a:cubicBezTo>
                    <a:cubicBezTo>
                      <a:pt x="1491" y="2134"/>
                      <a:pt x="1558" y="2119"/>
                      <a:pt x="1619" y="2088"/>
                    </a:cubicBezTo>
                    <a:cubicBezTo>
                      <a:pt x="1850" y="1966"/>
                      <a:pt x="1911" y="1674"/>
                      <a:pt x="1753" y="1480"/>
                    </a:cubicBezTo>
                    <a:lnTo>
                      <a:pt x="1595" y="1273"/>
                    </a:lnTo>
                    <a:lnTo>
                      <a:pt x="1096" y="299"/>
                    </a:lnTo>
                    <a:cubicBezTo>
                      <a:pt x="1003" y="107"/>
                      <a:pt x="814" y="0"/>
                      <a:pt x="617" y="0"/>
                    </a:cubicBezTo>
                    <a:close/>
                  </a:path>
                </a:pathLst>
              </a:custGeom>
              <a:solidFill>
                <a:srgbClr val="FFFFFF"/>
              </a:solidFill>
              <a:ln w="952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121"/>
              <p:cNvSpPr/>
              <p:nvPr/>
            </p:nvSpPr>
            <p:spPr>
              <a:xfrm>
                <a:off x="9253600" y="-760300"/>
                <a:ext cx="47800" cy="53825"/>
              </a:xfrm>
              <a:custGeom>
                <a:avLst/>
                <a:gdLst/>
                <a:ahLst/>
                <a:cxnLst/>
                <a:rect l="l" t="t" r="r" b="b"/>
                <a:pathLst>
                  <a:path w="1912" h="2153" extrusionOk="0">
                    <a:moveTo>
                      <a:pt x="615" y="1"/>
                    </a:moveTo>
                    <a:cubicBezTo>
                      <a:pt x="528" y="1"/>
                      <a:pt x="438" y="21"/>
                      <a:pt x="353" y="66"/>
                    </a:cubicBezTo>
                    <a:cubicBezTo>
                      <a:pt x="98" y="212"/>
                      <a:pt x="1" y="540"/>
                      <a:pt x="147" y="808"/>
                    </a:cubicBezTo>
                    <a:lnTo>
                      <a:pt x="609" y="1672"/>
                    </a:lnTo>
                    <a:cubicBezTo>
                      <a:pt x="646" y="1745"/>
                      <a:pt x="706" y="1806"/>
                      <a:pt x="767" y="1842"/>
                    </a:cubicBezTo>
                    <a:lnTo>
                      <a:pt x="1242" y="2098"/>
                    </a:lnTo>
                    <a:cubicBezTo>
                      <a:pt x="1303" y="2135"/>
                      <a:pt x="1370" y="2153"/>
                      <a:pt x="1437" y="2153"/>
                    </a:cubicBezTo>
                    <a:cubicBezTo>
                      <a:pt x="1504" y="2153"/>
                      <a:pt x="1570" y="2135"/>
                      <a:pt x="1631" y="2098"/>
                    </a:cubicBezTo>
                    <a:cubicBezTo>
                      <a:pt x="1850" y="1976"/>
                      <a:pt x="1911" y="1696"/>
                      <a:pt x="1765" y="1489"/>
                    </a:cubicBezTo>
                    <a:lnTo>
                      <a:pt x="1595" y="1270"/>
                    </a:lnTo>
                    <a:lnTo>
                      <a:pt x="1108" y="297"/>
                    </a:lnTo>
                    <a:cubicBezTo>
                      <a:pt x="1006" y="110"/>
                      <a:pt x="816" y="1"/>
                      <a:pt x="615" y="1"/>
                    </a:cubicBezTo>
                    <a:close/>
                  </a:path>
                </a:pathLst>
              </a:custGeom>
              <a:solidFill>
                <a:srgbClr val="FFFFFF"/>
              </a:solidFill>
              <a:ln w="952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121"/>
              <p:cNvSpPr/>
              <p:nvPr/>
            </p:nvSpPr>
            <p:spPr>
              <a:xfrm>
                <a:off x="9271550" y="-773700"/>
                <a:ext cx="51450" cy="57800"/>
              </a:xfrm>
              <a:custGeom>
                <a:avLst/>
                <a:gdLst/>
                <a:ahLst/>
                <a:cxnLst/>
                <a:rect l="l" t="t" r="r" b="b"/>
                <a:pathLst>
                  <a:path w="2058" h="2312" extrusionOk="0">
                    <a:moveTo>
                      <a:pt x="676" y="0"/>
                    </a:moveTo>
                    <a:cubicBezTo>
                      <a:pt x="579" y="0"/>
                      <a:pt x="481" y="25"/>
                      <a:pt x="390" y="78"/>
                    </a:cubicBezTo>
                    <a:cubicBezTo>
                      <a:pt x="110" y="224"/>
                      <a:pt x="1" y="577"/>
                      <a:pt x="159" y="869"/>
                    </a:cubicBezTo>
                    <a:lnTo>
                      <a:pt x="658" y="1806"/>
                    </a:lnTo>
                    <a:cubicBezTo>
                      <a:pt x="694" y="1879"/>
                      <a:pt x="755" y="1940"/>
                      <a:pt x="828" y="1977"/>
                    </a:cubicBezTo>
                    <a:lnTo>
                      <a:pt x="1339" y="2257"/>
                    </a:lnTo>
                    <a:cubicBezTo>
                      <a:pt x="1400" y="2293"/>
                      <a:pt x="1470" y="2311"/>
                      <a:pt x="1542" y="2311"/>
                    </a:cubicBezTo>
                    <a:cubicBezTo>
                      <a:pt x="1613" y="2311"/>
                      <a:pt x="1686" y="2293"/>
                      <a:pt x="1753" y="2257"/>
                    </a:cubicBezTo>
                    <a:cubicBezTo>
                      <a:pt x="1996" y="2135"/>
                      <a:pt x="2057" y="1819"/>
                      <a:pt x="1899" y="1612"/>
                    </a:cubicBezTo>
                    <a:lnTo>
                      <a:pt x="1717" y="1368"/>
                    </a:lnTo>
                    <a:lnTo>
                      <a:pt x="1193" y="322"/>
                    </a:lnTo>
                    <a:cubicBezTo>
                      <a:pt x="1093" y="121"/>
                      <a:pt x="889" y="0"/>
                      <a:pt x="676" y="0"/>
                    </a:cubicBezTo>
                    <a:close/>
                  </a:path>
                </a:pathLst>
              </a:custGeom>
              <a:solidFill>
                <a:srgbClr val="FFFFFF"/>
              </a:solidFill>
              <a:ln w="952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121"/>
              <p:cNvSpPr/>
              <p:nvPr/>
            </p:nvSpPr>
            <p:spPr>
              <a:xfrm>
                <a:off x="9299250" y="-776100"/>
                <a:ext cx="79725" cy="108125"/>
              </a:xfrm>
              <a:custGeom>
                <a:avLst/>
                <a:gdLst/>
                <a:ahLst/>
                <a:cxnLst/>
                <a:rect l="l" t="t" r="r" b="b"/>
                <a:pathLst>
                  <a:path w="3189" h="4325" extrusionOk="0">
                    <a:moveTo>
                      <a:pt x="1521" y="1"/>
                    </a:moveTo>
                    <a:cubicBezTo>
                      <a:pt x="1476" y="1"/>
                      <a:pt x="1430" y="10"/>
                      <a:pt x="1387" y="28"/>
                    </a:cubicBezTo>
                    <a:lnTo>
                      <a:pt x="207" y="588"/>
                    </a:lnTo>
                    <a:cubicBezTo>
                      <a:pt x="61" y="649"/>
                      <a:pt x="0" y="807"/>
                      <a:pt x="37" y="953"/>
                    </a:cubicBezTo>
                    <a:cubicBezTo>
                      <a:pt x="85" y="1087"/>
                      <a:pt x="207" y="1172"/>
                      <a:pt x="341" y="1172"/>
                    </a:cubicBezTo>
                    <a:lnTo>
                      <a:pt x="1339" y="1111"/>
                    </a:lnTo>
                    <a:lnTo>
                      <a:pt x="1266" y="1306"/>
                    </a:lnTo>
                    <a:cubicBezTo>
                      <a:pt x="1095" y="1829"/>
                      <a:pt x="1108" y="2645"/>
                      <a:pt x="1229" y="3168"/>
                    </a:cubicBezTo>
                    <a:lnTo>
                      <a:pt x="2422" y="4324"/>
                    </a:lnTo>
                    <a:lnTo>
                      <a:pt x="3140" y="1318"/>
                    </a:lnTo>
                    <a:cubicBezTo>
                      <a:pt x="3189" y="1002"/>
                      <a:pt x="3030" y="685"/>
                      <a:pt x="2750" y="552"/>
                    </a:cubicBezTo>
                    <a:lnTo>
                      <a:pt x="1655" y="28"/>
                    </a:lnTo>
                    <a:cubicBezTo>
                      <a:pt x="1613" y="10"/>
                      <a:pt x="1567" y="1"/>
                      <a:pt x="152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121"/>
              <p:cNvSpPr/>
              <p:nvPr/>
            </p:nvSpPr>
            <p:spPr>
              <a:xfrm>
                <a:off x="9299250" y="-776325"/>
                <a:ext cx="79725" cy="108350"/>
              </a:xfrm>
              <a:custGeom>
                <a:avLst/>
                <a:gdLst/>
                <a:ahLst/>
                <a:cxnLst/>
                <a:rect l="l" t="t" r="r" b="b"/>
                <a:pathLst>
                  <a:path w="3189" h="4334" fill="none" extrusionOk="0">
                    <a:moveTo>
                      <a:pt x="2422" y="4333"/>
                    </a:moveTo>
                    <a:lnTo>
                      <a:pt x="3140" y="1327"/>
                    </a:lnTo>
                    <a:cubicBezTo>
                      <a:pt x="3189" y="1011"/>
                      <a:pt x="3030" y="694"/>
                      <a:pt x="2750" y="561"/>
                    </a:cubicBezTo>
                    <a:lnTo>
                      <a:pt x="1655" y="37"/>
                    </a:lnTo>
                    <a:cubicBezTo>
                      <a:pt x="1570" y="1"/>
                      <a:pt x="1473" y="1"/>
                      <a:pt x="1387" y="37"/>
                    </a:cubicBezTo>
                    <a:lnTo>
                      <a:pt x="207" y="597"/>
                    </a:lnTo>
                    <a:cubicBezTo>
                      <a:pt x="61" y="658"/>
                      <a:pt x="0" y="816"/>
                      <a:pt x="37" y="962"/>
                    </a:cubicBezTo>
                    <a:lnTo>
                      <a:pt x="37" y="962"/>
                    </a:lnTo>
                    <a:cubicBezTo>
                      <a:pt x="85" y="1096"/>
                      <a:pt x="207" y="1181"/>
                      <a:pt x="341" y="1181"/>
                    </a:cubicBezTo>
                    <a:lnTo>
                      <a:pt x="1339" y="1120"/>
                    </a:lnTo>
                    <a:lnTo>
                      <a:pt x="1266" y="1315"/>
                    </a:lnTo>
                    <a:cubicBezTo>
                      <a:pt x="1095" y="1838"/>
                      <a:pt x="1108" y="2654"/>
                      <a:pt x="1229" y="3177"/>
                    </a:cubicBezTo>
                  </a:path>
                </a:pathLst>
              </a:custGeom>
              <a:noFill/>
              <a:ln w="952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121"/>
              <p:cNvSpPr/>
              <p:nvPr/>
            </p:nvSpPr>
            <p:spPr>
              <a:xfrm>
                <a:off x="10155100" y="-948650"/>
                <a:ext cx="157300" cy="238075"/>
              </a:xfrm>
              <a:custGeom>
                <a:avLst/>
                <a:gdLst/>
                <a:ahLst/>
                <a:cxnLst/>
                <a:rect l="l" t="t" r="r" b="b"/>
                <a:pathLst>
                  <a:path w="6292" h="9523" extrusionOk="0">
                    <a:moveTo>
                      <a:pt x="3264" y="1"/>
                    </a:moveTo>
                    <a:cubicBezTo>
                      <a:pt x="3162" y="1"/>
                      <a:pt x="3076" y="70"/>
                      <a:pt x="3055" y="176"/>
                    </a:cubicBezTo>
                    <a:lnTo>
                      <a:pt x="2495" y="2817"/>
                    </a:lnTo>
                    <a:lnTo>
                      <a:pt x="2239" y="2805"/>
                    </a:lnTo>
                    <a:lnTo>
                      <a:pt x="1692" y="225"/>
                    </a:lnTo>
                    <a:cubicBezTo>
                      <a:pt x="1680" y="115"/>
                      <a:pt x="1582" y="42"/>
                      <a:pt x="1485" y="42"/>
                    </a:cubicBezTo>
                    <a:lnTo>
                      <a:pt x="1424" y="42"/>
                    </a:lnTo>
                    <a:cubicBezTo>
                      <a:pt x="1418" y="42"/>
                      <a:pt x="1412" y="41"/>
                      <a:pt x="1405" y="41"/>
                    </a:cubicBezTo>
                    <a:cubicBezTo>
                      <a:pt x="1280" y="41"/>
                      <a:pt x="1181" y="158"/>
                      <a:pt x="1193" y="285"/>
                    </a:cubicBezTo>
                    <a:lnTo>
                      <a:pt x="1533" y="3949"/>
                    </a:lnTo>
                    <a:lnTo>
                      <a:pt x="438" y="2330"/>
                    </a:lnTo>
                    <a:cubicBezTo>
                      <a:pt x="395" y="2261"/>
                      <a:pt x="328" y="2229"/>
                      <a:pt x="257" y="2229"/>
                    </a:cubicBezTo>
                    <a:cubicBezTo>
                      <a:pt x="228" y="2229"/>
                      <a:pt x="199" y="2234"/>
                      <a:pt x="170" y="2245"/>
                    </a:cubicBezTo>
                    <a:cubicBezTo>
                      <a:pt x="61" y="2294"/>
                      <a:pt x="0" y="2415"/>
                      <a:pt x="37" y="2525"/>
                    </a:cubicBezTo>
                    <a:cubicBezTo>
                      <a:pt x="207" y="3024"/>
                      <a:pt x="645" y="4326"/>
                      <a:pt x="791" y="4630"/>
                    </a:cubicBezTo>
                    <a:cubicBezTo>
                      <a:pt x="961" y="5007"/>
                      <a:pt x="1874" y="6273"/>
                      <a:pt x="1874" y="6273"/>
                    </a:cubicBezTo>
                    <a:lnTo>
                      <a:pt x="1862" y="9522"/>
                    </a:lnTo>
                    <a:lnTo>
                      <a:pt x="4759" y="9474"/>
                    </a:lnTo>
                    <a:lnTo>
                      <a:pt x="4552" y="6395"/>
                    </a:lnTo>
                    <a:lnTo>
                      <a:pt x="6255" y="2208"/>
                    </a:lnTo>
                    <a:cubicBezTo>
                      <a:pt x="6292" y="2135"/>
                      <a:pt x="6292" y="2038"/>
                      <a:pt x="6231" y="1965"/>
                    </a:cubicBezTo>
                    <a:lnTo>
                      <a:pt x="6207" y="1928"/>
                    </a:lnTo>
                    <a:cubicBezTo>
                      <a:pt x="6164" y="1874"/>
                      <a:pt x="6097" y="1846"/>
                      <a:pt x="6030" y="1846"/>
                    </a:cubicBezTo>
                    <a:cubicBezTo>
                      <a:pt x="5963" y="1846"/>
                      <a:pt x="5896" y="1874"/>
                      <a:pt x="5854" y="1928"/>
                    </a:cubicBezTo>
                    <a:lnTo>
                      <a:pt x="4905" y="3133"/>
                    </a:lnTo>
                    <a:lnTo>
                      <a:pt x="4564" y="3012"/>
                    </a:lnTo>
                    <a:lnTo>
                      <a:pt x="5124" y="1150"/>
                    </a:lnTo>
                    <a:cubicBezTo>
                      <a:pt x="5148" y="1052"/>
                      <a:pt x="5111" y="943"/>
                      <a:pt x="5026" y="894"/>
                    </a:cubicBezTo>
                    <a:lnTo>
                      <a:pt x="4978" y="857"/>
                    </a:lnTo>
                    <a:cubicBezTo>
                      <a:pt x="4942" y="840"/>
                      <a:pt x="4904" y="831"/>
                      <a:pt x="4867" y="831"/>
                    </a:cubicBezTo>
                    <a:cubicBezTo>
                      <a:pt x="4778" y="831"/>
                      <a:pt x="4692" y="881"/>
                      <a:pt x="4649" y="967"/>
                    </a:cubicBezTo>
                    <a:lnTo>
                      <a:pt x="3834" y="2926"/>
                    </a:lnTo>
                    <a:lnTo>
                      <a:pt x="3529" y="2853"/>
                    </a:lnTo>
                    <a:lnTo>
                      <a:pt x="3554" y="237"/>
                    </a:lnTo>
                    <a:cubicBezTo>
                      <a:pt x="3554" y="127"/>
                      <a:pt x="3481" y="30"/>
                      <a:pt x="3371" y="6"/>
                    </a:cubicBezTo>
                    <a:lnTo>
                      <a:pt x="3310" y="6"/>
                    </a:lnTo>
                    <a:cubicBezTo>
                      <a:pt x="3295" y="2"/>
                      <a:pt x="3279" y="1"/>
                      <a:pt x="3264" y="1"/>
                    </a:cubicBezTo>
                    <a:close/>
                  </a:path>
                </a:pathLst>
              </a:custGeom>
              <a:solidFill>
                <a:srgbClr val="FFFFFF"/>
              </a:solidFill>
              <a:ln w="9525"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121"/>
              <p:cNvSpPr/>
              <p:nvPr/>
            </p:nvSpPr>
            <p:spPr>
              <a:xfrm>
                <a:off x="10201650" y="-753800"/>
                <a:ext cx="72125" cy="43225"/>
              </a:xfrm>
              <a:custGeom>
                <a:avLst/>
                <a:gdLst/>
                <a:ahLst/>
                <a:cxnLst/>
                <a:rect l="l" t="t" r="r" b="b"/>
                <a:pathLst>
                  <a:path w="2885" h="1729" extrusionOk="0">
                    <a:moveTo>
                      <a:pt x="12" y="0"/>
                    </a:moveTo>
                    <a:lnTo>
                      <a:pt x="0" y="1728"/>
                    </a:lnTo>
                    <a:lnTo>
                      <a:pt x="1959" y="1704"/>
                    </a:lnTo>
                    <a:lnTo>
                      <a:pt x="2884" y="1595"/>
                    </a:lnTo>
                    <a:lnTo>
                      <a:pt x="2860" y="1193"/>
                    </a:lnTo>
                    <a:lnTo>
                      <a:pt x="12" y="0"/>
                    </a:lnTo>
                    <a:close/>
                  </a:path>
                </a:pathLst>
              </a:custGeom>
              <a:solidFill>
                <a:srgbClr val="231F20"/>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121"/>
              <p:cNvSpPr/>
              <p:nvPr/>
            </p:nvSpPr>
            <p:spPr>
              <a:xfrm>
                <a:off x="10193425" y="-849950"/>
                <a:ext cx="37150" cy="24375"/>
              </a:xfrm>
              <a:custGeom>
                <a:avLst/>
                <a:gdLst/>
                <a:ahLst/>
                <a:cxnLst/>
                <a:rect l="l" t="t" r="r" b="b"/>
                <a:pathLst>
                  <a:path w="1486" h="975" extrusionOk="0">
                    <a:moveTo>
                      <a:pt x="0" y="1"/>
                    </a:moveTo>
                    <a:lnTo>
                      <a:pt x="1485" y="974"/>
                    </a:lnTo>
                    <a:cubicBezTo>
                      <a:pt x="1047" y="86"/>
                      <a:pt x="1" y="1"/>
                      <a:pt x="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121"/>
              <p:cNvSpPr/>
              <p:nvPr/>
            </p:nvSpPr>
            <p:spPr>
              <a:xfrm>
                <a:off x="9229575" y="-619025"/>
                <a:ext cx="393100" cy="457300"/>
              </a:xfrm>
              <a:custGeom>
                <a:avLst/>
                <a:gdLst/>
                <a:ahLst/>
                <a:cxnLst/>
                <a:rect l="l" t="t" r="r" b="b"/>
                <a:pathLst>
                  <a:path w="15724" h="18292" extrusionOk="0">
                    <a:moveTo>
                      <a:pt x="6730" y="1"/>
                    </a:moveTo>
                    <a:lnTo>
                      <a:pt x="0" y="2495"/>
                    </a:lnTo>
                    <a:lnTo>
                      <a:pt x="4199" y="12706"/>
                    </a:lnTo>
                    <a:cubicBezTo>
                      <a:pt x="4442" y="13314"/>
                      <a:pt x="4905" y="13813"/>
                      <a:pt x="5477" y="14106"/>
                    </a:cubicBezTo>
                    <a:lnTo>
                      <a:pt x="11671" y="17258"/>
                    </a:lnTo>
                    <a:lnTo>
                      <a:pt x="13691" y="18292"/>
                    </a:lnTo>
                    <a:lnTo>
                      <a:pt x="14701" y="14337"/>
                    </a:lnTo>
                    <a:lnTo>
                      <a:pt x="15724" y="10333"/>
                    </a:lnTo>
                    <a:lnTo>
                      <a:pt x="10673" y="9006"/>
                    </a:lnTo>
                    <a:lnTo>
                      <a:pt x="9517" y="8702"/>
                    </a:lnTo>
                    <a:lnTo>
                      <a:pt x="6730" y="1"/>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121"/>
              <p:cNvSpPr/>
              <p:nvPr/>
            </p:nvSpPr>
            <p:spPr>
              <a:xfrm>
                <a:off x="9521350" y="-260625"/>
                <a:ext cx="75775" cy="98900"/>
              </a:xfrm>
              <a:custGeom>
                <a:avLst/>
                <a:gdLst/>
                <a:ahLst/>
                <a:cxnLst/>
                <a:rect l="l" t="t" r="r" b="b"/>
                <a:pathLst>
                  <a:path w="3031" h="3956" extrusionOk="0">
                    <a:moveTo>
                      <a:pt x="3030" y="1"/>
                    </a:moveTo>
                    <a:lnTo>
                      <a:pt x="0" y="2922"/>
                    </a:lnTo>
                    <a:lnTo>
                      <a:pt x="2020" y="3956"/>
                    </a:lnTo>
                    <a:lnTo>
                      <a:pt x="3030" y="1"/>
                    </a:lnTo>
                    <a:close/>
                  </a:path>
                </a:pathLst>
              </a:custGeom>
              <a:solidFill>
                <a:srgbClr val="231F20"/>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121"/>
              <p:cNvSpPr/>
              <p:nvPr/>
            </p:nvSpPr>
            <p:spPr>
              <a:xfrm>
                <a:off x="9467500" y="-401475"/>
                <a:ext cx="28600" cy="38850"/>
              </a:xfrm>
              <a:custGeom>
                <a:avLst/>
                <a:gdLst/>
                <a:ahLst/>
                <a:cxnLst/>
                <a:rect l="l" t="t" r="r" b="b"/>
                <a:pathLst>
                  <a:path w="1144" h="1554" extrusionOk="0">
                    <a:moveTo>
                      <a:pt x="0" y="0"/>
                    </a:moveTo>
                    <a:lnTo>
                      <a:pt x="414" y="1473"/>
                    </a:lnTo>
                    <a:cubicBezTo>
                      <a:pt x="434" y="1526"/>
                      <a:pt x="480" y="1554"/>
                      <a:pt x="523" y="1554"/>
                    </a:cubicBezTo>
                    <a:cubicBezTo>
                      <a:pt x="558" y="1554"/>
                      <a:pt x="592" y="1535"/>
                      <a:pt x="609" y="1497"/>
                    </a:cubicBezTo>
                    <a:lnTo>
                      <a:pt x="1144" y="304"/>
                    </a:lnTo>
                    <a:lnTo>
                      <a:pt x="0" y="0"/>
                    </a:lnTo>
                    <a:close/>
                  </a:path>
                </a:pathLst>
              </a:custGeom>
              <a:solidFill>
                <a:srgbClr val="231F20"/>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121"/>
              <p:cNvSpPr/>
              <p:nvPr/>
            </p:nvSpPr>
            <p:spPr>
              <a:xfrm>
                <a:off x="9263025" y="-566075"/>
                <a:ext cx="126900" cy="47475"/>
              </a:xfrm>
              <a:custGeom>
                <a:avLst/>
                <a:gdLst/>
                <a:ahLst/>
                <a:cxnLst/>
                <a:rect l="l" t="t" r="r" b="b"/>
                <a:pathLst>
                  <a:path w="5076" h="1899" fill="none" extrusionOk="0">
                    <a:moveTo>
                      <a:pt x="1" y="1899"/>
                    </a:moveTo>
                    <a:lnTo>
                      <a:pt x="5076" y="0"/>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121"/>
              <p:cNvSpPr/>
              <p:nvPr/>
            </p:nvSpPr>
            <p:spPr>
              <a:xfrm>
                <a:off x="9985025" y="-731300"/>
                <a:ext cx="375750" cy="540375"/>
              </a:xfrm>
              <a:custGeom>
                <a:avLst/>
                <a:gdLst/>
                <a:ahLst/>
                <a:cxnLst/>
                <a:rect l="l" t="t" r="r" b="b"/>
                <a:pathLst>
                  <a:path w="15030" h="21615" extrusionOk="0">
                    <a:moveTo>
                      <a:pt x="7874" y="1"/>
                    </a:moveTo>
                    <a:lnTo>
                      <a:pt x="7533" y="9128"/>
                    </a:lnTo>
                    <a:lnTo>
                      <a:pt x="6499" y="9725"/>
                    </a:lnTo>
                    <a:lnTo>
                      <a:pt x="0" y="13631"/>
                    </a:lnTo>
                    <a:lnTo>
                      <a:pt x="621" y="18085"/>
                    </a:lnTo>
                    <a:lnTo>
                      <a:pt x="2653" y="21615"/>
                    </a:lnTo>
                    <a:lnTo>
                      <a:pt x="4333" y="20081"/>
                    </a:lnTo>
                    <a:lnTo>
                      <a:pt x="12864" y="13254"/>
                    </a:lnTo>
                    <a:cubicBezTo>
                      <a:pt x="13350" y="12804"/>
                      <a:pt x="13655" y="12207"/>
                      <a:pt x="13728" y="11562"/>
                    </a:cubicBezTo>
                    <a:lnTo>
                      <a:pt x="15030" y="609"/>
                    </a:lnTo>
                    <a:lnTo>
                      <a:pt x="7874" y="1"/>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121"/>
              <p:cNvSpPr/>
              <p:nvPr/>
            </p:nvSpPr>
            <p:spPr>
              <a:xfrm>
                <a:off x="9995763" y="-288105"/>
                <a:ext cx="92825" cy="88250"/>
              </a:xfrm>
              <a:custGeom>
                <a:avLst/>
                <a:gdLst/>
                <a:ahLst/>
                <a:cxnLst/>
                <a:rect l="l" t="t" r="r" b="b"/>
                <a:pathLst>
                  <a:path w="3713" h="3530" extrusionOk="0">
                    <a:moveTo>
                      <a:pt x="1" y="0"/>
                    </a:moveTo>
                    <a:lnTo>
                      <a:pt x="2033" y="3530"/>
                    </a:lnTo>
                    <a:lnTo>
                      <a:pt x="3713" y="1996"/>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121"/>
              <p:cNvSpPr/>
              <p:nvPr/>
            </p:nvSpPr>
            <p:spPr>
              <a:xfrm>
                <a:off x="10147775" y="-502800"/>
                <a:ext cx="25600" cy="40625"/>
              </a:xfrm>
              <a:custGeom>
                <a:avLst/>
                <a:gdLst/>
                <a:ahLst/>
                <a:cxnLst/>
                <a:rect l="l" t="t" r="r" b="b"/>
                <a:pathLst>
                  <a:path w="1024" h="1625" extrusionOk="0">
                    <a:moveTo>
                      <a:pt x="1023" y="1"/>
                    </a:moveTo>
                    <a:lnTo>
                      <a:pt x="1" y="597"/>
                    </a:lnTo>
                    <a:lnTo>
                      <a:pt x="841" y="1595"/>
                    </a:lnTo>
                    <a:cubicBezTo>
                      <a:pt x="861" y="1615"/>
                      <a:pt x="887" y="1625"/>
                      <a:pt x="912" y="1625"/>
                    </a:cubicBezTo>
                    <a:cubicBezTo>
                      <a:pt x="964" y="1625"/>
                      <a:pt x="1015" y="1587"/>
                      <a:pt x="1023" y="1522"/>
                    </a:cubicBezTo>
                    <a:lnTo>
                      <a:pt x="1023" y="1"/>
                    </a:lnTo>
                    <a:close/>
                  </a:path>
                </a:pathLst>
              </a:custGeom>
              <a:solidFill>
                <a:srgbClr val="231F20"/>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121"/>
              <p:cNvSpPr/>
              <p:nvPr/>
            </p:nvSpPr>
            <p:spPr>
              <a:xfrm>
                <a:off x="10204075" y="-682300"/>
                <a:ext cx="135725" cy="11275"/>
              </a:xfrm>
              <a:custGeom>
                <a:avLst/>
                <a:gdLst/>
                <a:ahLst/>
                <a:cxnLst/>
                <a:rect l="l" t="t" r="r" b="b"/>
                <a:pathLst>
                  <a:path w="5429" h="451" fill="none" extrusionOk="0">
                    <a:moveTo>
                      <a:pt x="5428" y="451"/>
                    </a:moveTo>
                    <a:lnTo>
                      <a:pt x="0" y="0"/>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121"/>
              <p:cNvSpPr/>
              <p:nvPr/>
            </p:nvSpPr>
            <p:spPr>
              <a:xfrm>
                <a:off x="9289200" y="-360725"/>
                <a:ext cx="517250" cy="1023225"/>
              </a:xfrm>
              <a:custGeom>
                <a:avLst/>
                <a:gdLst/>
                <a:ahLst/>
                <a:cxnLst/>
                <a:rect l="l" t="t" r="r" b="b"/>
                <a:pathLst>
                  <a:path w="20690" h="40929" extrusionOk="0">
                    <a:moveTo>
                      <a:pt x="13339" y="1"/>
                    </a:moveTo>
                    <a:cubicBezTo>
                      <a:pt x="8897" y="14106"/>
                      <a:pt x="0" y="37095"/>
                      <a:pt x="0" y="37095"/>
                    </a:cubicBezTo>
                    <a:lnTo>
                      <a:pt x="11416" y="40928"/>
                    </a:lnTo>
                    <a:cubicBezTo>
                      <a:pt x="18560" y="26300"/>
                      <a:pt x="20689" y="1267"/>
                      <a:pt x="20689" y="1267"/>
                    </a:cubicBezTo>
                    <a:lnTo>
                      <a:pt x="13339" y="1"/>
                    </a:ln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121"/>
              <p:cNvSpPr/>
              <p:nvPr/>
            </p:nvSpPr>
            <p:spPr>
              <a:xfrm>
                <a:off x="9334525" y="538950"/>
                <a:ext cx="256500" cy="88550"/>
              </a:xfrm>
              <a:custGeom>
                <a:avLst/>
                <a:gdLst/>
                <a:ahLst/>
                <a:cxnLst/>
                <a:rect l="l" t="t" r="r" b="b"/>
                <a:pathLst>
                  <a:path w="10260" h="3542" fill="none" extrusionOk="0">
                    <a:moveTo>
                      <a:pt x="10260" y="3542"/>
                    </a:moveTo>
                    <a:lnTo>
                      <a:pt x="1" y="0"/>
                    </a:ln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121"/>
              <p:cNvSpPr/>
              <p:nvPr/>
            </p:nvSpPr>
            <p:spPr>
              <a:xfrm>
                <a:off x="9844750" y="-390525"/>
                <a:ext cx="516350" cy="999175"/>
              </a:xfrm>
              <a:custGeom>
                <a:avLst/>
                <a:gdLst/>
                <a:ahLst/>
                <a:cxnLst/>
                <a:rect l="l" t="t" r="r" b="b"/>
                <a:pathLst>
                  <a:path w="20654" h="39967" extrusionOk="0">
                    <a:moveTo>
                      <a:pt x="5611" y="0"/>
                    </a:moveTo>
                    <a:lnTo>
                      <a:pt x="1" y="2361"/>
                    </a:lnTo>
                    <a:cubicBezTo>
                      <a:pt x="1" y="2361"/>
                      <a:pt x="2277" y="24413"/>
                      <a:pt x="9530" y="39966"/>
                    </a:cubicBezTo>
                    <a:cubicBezTo>
                      <a:pt x="9530" y="39966"/>
                      <a:pt x="16527" y="37763"/>
                      <a:pt x="20653" y="34977"/>
                    </a:cubicBezTo>
                    <a:cubicBezTo>
                      <a:pt x="20653" y="34977"/>
                      <a:pt x="8909" y="8215"/>
                      <a:pt x="5611" y="0"/>
                    </a:cubicBezTo>
                    <a:close/>
                  </a:path>
                </a:pathLst>
              </a:custGeom>
              <a:solidFill>
                <a:schemeClr val="accent1"/>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121"/>
              <p:cNvSpPr/>
              <p:nvPr/>
            </p:nvSpPr>
            <p:spPr>
              <a:xfrm>
                <a:off x="10063200" y="457700"/>
                <a:ext cx="251650" cy="106825"/>
              </a:xfrm>
              <a:custGeom>
                <a:avLst/>
                <a:gdLst/>
                <a:ahLst/>
                <a:cxnLst/>
                <a:rect l="l" t="t" r="r" b="b"/>
                <a:pathLst>
                  <a:path w="10066" h="4273" fill="none" extrusionOk="0">
                    <a:moveTo>
                      <a:pt x="1" y="4273"/>
                    </a:moveTo>
                    <a:cubicBezTo>
                      <a:pt x="3469" y="3153"/>
                      <a:pt x="6840" y="1717"/>
                      <a:pt x="10065" y="1"/>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121"/>
              <p:cNvSpPr/>
              <p:nvPr/>
            </p:nvSpPr>
            <p:spPr>
              <a:xfrm>
                <a:off x="9587000" y="-415225"/>
                <a:ext cx="431125" cy="290475"/>
              </a:xfrm>
              <a:custGeom>
                <a:avLst/>
                <a:gdLst/>
                <a:ahLst/>
                <a:cxnLst/>
                <a:rect l="l" t="t" r="r" b="b"/>
                <a:pathLst>
                  <a:path w="17245" h="11619" extrusionOk="0">
                    <a:moveTo>
                      <a:pt x="16952" y="0"/>
                    </a:moveTo>
                    <a:cubicBezTo>
                      <a:pt x="16926" y="0"/>
                      <a:pt x="16898" y="5"/>
                      <a:pt x="16870" y="15"/>
                    </a:cubicBezTo>
                    <a:lnTo>
                      <a:pt x="15106" y="781"/>
                    </a:lnTo>
                    <a:lnTo>
                      <a:pt x="9751" y="3094"/>
                    </a:lnTo>
                    <a:lnTo>
                      <a:pt x="1694" y="1755"/>
                    </a:lnTo>
                    <a:lnTo>
                      <a:pt x="331" y="1536"/>
                    </a:lnTo>
                    <a:cubicBezTo>
                      <a:pt x="318" y="1533"/>
                      <a:pt x="305" y="1532"/>
                      <a:pt x="292" y="1532"/>
                    </a:cubicBezTo>
                    <a:cubicBezTo>
                      <a:pt x="108" y="1532"/>
                      <a:pt x="0" y="1765"/>
                      <a:pt x="137" y="1913"/>
                    </a:cubicBezTo>
                    <a:lnTo>
                      <a:pt x="9057" y="11479"/>
                    </a:lnTo>
                    <a:cubicBezTo>
                      <a:pt x="9145" y="11572"/>
                      <a:pt x="9263" y="11619"/>
                      <a:pt x="9381" y="11619"/>
                    </a:cubicBezTo>
                    <a:cubicBezTo>
                      <a:pt x="9523" y="11619"/>
                      <a:pt x="9664" y="11551"/>
                      <a:pt x="9751" y="11418"/>
                    </a:cubicBezTo>
                    <a:lnTo>
                      <a:pt x="17150" y="355"/>
                    </a:lnTo>
                    <a:cubicBezTo>
                      <a:pt x="17245" y="187"/>
                      <a:pt x="17121" y="0"/>
                      <a:pt x="16952" y="0"/>
                    </a:cubicBezTo>
                    <a:close/>
                  </a:path>
                </a:pathLst>
              </a:custGeom>
              <a:solidFill>
                <a:schemeClr val="accen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121"/>
              <p:cNvSpPr/>
              <p:nvPr/>
            </p:nvSpPr>
            <p:spPr>
              <a:xfrm>
                <a:off x="9629350" y="-395700"/>
                <a:ext cx="335300" cy="221525"/>
              </a:xfrm>
              <a:custGeom>
                <a:avLst/>
                <a:gdLst/>
                <a:ahLst/>
                <a:cxnLst/>
                <a:rect l="l" t="t" r="r" b="b"/>
                <a:pathLst>
                  <a:path w="13412" h="8861" extrusionOk="0">
                    <a:moveTo>
                      <a:pt x="13412" y="0"/>
                    </a:moveTo>
                    <a:lnTo>
                      <a:pt x="8045" y="2313"/>
                    </a:lnTo>
                    <a:lnTo>
                      <a:pt x="0" y="974"/>
                    </a:lnTo>
                    <a:lnTo>
                      <a:pt x="7680" y="8860"/>
                    </a:lnTo>
                    <a:lnTo>
                      <a:pt x="13412" y="0"/>
                    </a:lnTo>
                    <a:close/>
                  </a:path>
                </a:pathLst>
              </a:custGeom>
              <a:solidFill>
                <a:schemeClr val="accent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121"/>
              <p:cNvSpPr/>
              <p:nvPr/>
            </p:nvSpPr>
            <p:spPr>
              <a:xfrm>
                <a:off x="9750450" y="-442875"/>
                <a:ext cx="134175" cy="160075"/>
              </a:xfrm>
              <a:custGeom>
                <a:avLst/>
                <a:gdLst/>
                <a:ahLst/>
                <a:cxnLst/>
                <a:rect l="l" t="t" r="r" b="b"/>
                <a:pathLst>
                  <a:path w="5367" h="6403" extrusionOk="0">
                    <a:moveTo>
                      <a:pt x="3627" y="1"/>
                    </a:moveTo>
                    <a:lnTo>
                      <a:pt x="219" y="2301"/>
                    </a:lnTo>
                    <a:lnTo>
                      <a:pt x="560" y="5185"/>
                    </a:lnTo>
                    <a:cubicBezTo>
                      <a:pt x="560" y="5185"/>
                      <a:pt x="596" y="5989"/>
                      <a:pt x="0" y="6402"/>
                    </a:cubicBezTo>
                    <a:lnTo>
                      <a:pt x="5367" y="5149"/>
                    </a:lnTo>
                    <a:cubicBezTo>
                      <a:pt x="4953" y="4820"/>
                      <a:pt x="4649" y="4370"/>
                      <a:pt x="4503" y="3859"/>
                    </a:cubicBezTo>
                    <a:lnTo>
                      <a:pt x="3627" y="1"/>
                    </a:ln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121"/>
              <p:cNvSpPr/>
              <p:nvPr/>
            </p:nvSpPr>
            <p:spPr>
              <a:xfrm>
                <a:off x="9750450" y="-442875"/>
                <a:ext cx="134175" cy="160075"/>
              </a:xfrm>
              <a:custGeom>
                <a:avLst/>
                <a:gdLst/>
                <a:ahLst/>
                <a:cxnLst/>
                <a:rect l="l" t="t" r="r" b="b"/>
                <a:pathLst>
                  <a:path w="5367" h="6403" fill="none" extrusionOk="0">
                    <a:moveTo>
                      <a:pt x="0" y="6402"/>
                    </a:moveTo>
                    <a:cubicBezTo>
                      <a:pt x="596" y="5989"/>
                      <a:pt x="560" y="5185"/>
                      <a:pt x="560" y="5185"/>
                    </a:cubicBezTo>
                    <a:lnTo>
                      <a:pt x="219" y="2301"/>
                    </a:lnTo>
                    <a:lnTo>
                      <a:pt x="3627" y="1"/>
                    </a:lnTo>
                    <a:lnTo>
                      <a:pt x="4503" y="3859"/>
                    </a:lnTo>
                    <a:cubicBezTo>
                      <a:pt x="4649" y="4370"/>
                      <a:pt x="4953" y="4820"/>
                      <a:pt x="5367" y="5149"/>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121"/>
              <p:cNvSpPr/>
              <p:nvPr/>
            </p:nvSpPr>
            <p:spPr>
              <a:xfrm>
                <a:off x="9649793" y="-383700"/>
                <a:ext cx="298787" cy="197578"/>
              </a:xfrm>
              <a:custGeom>
                <a:avLst/>
                <a:gdLst/>
                <a:ahLst/>
                <a:cxnLst/>
                <a:rect l="l" t="t" r="r" b="b"/>
                <a:pathLst>
                  <a:path w="13400" h="8861" extrusionOk="0">
                    <a:moveTo>
                      <a:pt x="13400" y="0"/>
                    </a:moveTo>
                    <a:lnTo>
                      <a:pt x="9858" y="1522"/>
                    </a:lnTo>
                    <a:lnTo>
                      <a:pt x="9870" y="1948"/>
                    </a:lnTo>
                    <a:cubicBezTo>
                      <a:pt x="9870" y="1948"/>
                      <a:pt x="9846" y="3457"/>
                      <a:pt x="7436" y="3773"/>
                    </a:cubicBezTo>
                    <a:cubicBezTo>
                      <a:pt x="7157" y="3810"/>
                      <a:pt x="6901" y="3826"/>
                      <a:pt x="6666" y="3826"/>
                    </a:cubicBezTo>
                    <a:cubicBezTo>
                      <a:pt x="4975" y="3826"/>
                      <a:pt x="4394" y="2982"/>
                      <a:pt x="4394" y="2982"/>
                    </a:cubicBezTo>
                    <a:lnTo>
                      <a:pt x="3250" y="1522"/>
                    </a:lnTo>
                    <a:lnTo>
                      <a:pt x="0" y="974"/>
                    </a:lnTo>
                    <a:lnTo>
                      <a:pt x="7680" y="8860"/>
                    </a:lnTo>
                    <a:lnTo>
                      <a:pt x="13400"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121"/>
              <p:cNvSpPr/>
              <p:nvPr/>
            </p:nvSpPr>
            <p:spPr>
              <a:xfrm>
                <a:off x="9669500" y="-579475"/>
                <a:ext cx="181675" cy="234425"/>
              </a:xfrm>
              <a:custGeom>
                <a:avLst/>
                <a:gdLst/>
                <a:ahLst/>
                <a:cxnLst/>
                <a:rect l="l" t="t" r="r" b="b"/>
                <a:pathLst>
                  <a:path w="7267" h="9377" extrusionOk="0">
                    <a:moveTo>
                      <a:pt x="6098" y="1"/>
                    </a:moveTo>
                    <a:lnTo>
                      <a:pt x="1" y="1948"/>
                    </a:lnTo>
                    <a:cubicBezTo>
                      <a:pt x="1" y="1948"/>
                      <a:pt x="1218" y="7765"/>
                      <a:pt x="2776" y="8970"/>
                    </a:cubicBezTo>
                    <a:cubicBezTo>
                      <a:pt x="3137" y="9246"/>
                      <a:pt x="3547" y="9376"/>
                      <a:pt x="3967" y="9376"/>
                    </a:cubicBezTo>
                    <a:cubicBezTo>
                      <a:pt x="5358" y="9376"/>
                      <a:pt x="6857" y="7949"/>
                      <a:pt x="7035" y="5696"/>
                    </a:cubicBezTo>
                    <a:cubicBezTo>
                      <a:pt x="7266" y="2763"/>
                      <a:pt x="6098" y="1"/>
                      <a:pt x="6098" y="1"/>
                    </a:cubicBezTo>
                    <a:close/>
                  </a:path>
                </a:pathLst>
              </a:custGeom>
              <a:solidFill>
                <a:schemeClr val="lt2"/>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121"/>
              <p:cNvSpPr/>
              <p:nvPr/>
            </p:nvSpPr>
            <p:spPr>
              <a:xfrm>
                <a:off x="9618700" y="-634175"/>
                <a:ext cx="246775" cy="170350"/>
              </a:xfrm>
              <a:custGeom>
                <a:avLst/>
                <a:gdLst/>
                <a:ahLst/>
                <a:cxnLst/>
                <a:rect l="l" t="t" r="r" b="b"/>
                <a:pathLst>
                  <a:path w="9871" h="6814" extrusionOk="0">
                    <a:moveTo>
                      <a:pt x="6874" y="0"/>
                    </a:moveTo>
                    <a:cubicBezTo>
                      <a:pt x="5805" y="0"/>
                      <a:pt x="4771" y="205"/>
                      <a:pt x="4771" y="205"/>
                    </a:cubicBezTo>
                    <a:cubicBezTo>
                      <a:pt x="0" y="789"/>
                      <a:pt x="414" y="3759"/>
                      <a:pt x="998" y="4720"/>
                    </a:cubicBezTo>
                    <a:cubicBezTo>
                      <a:pt x="1178" y="5022"/>
                      <a:pt x="1591" y="5166"/>
                      <a:pt x="2126" y="5166"/>
                    </a:cubicBezTo>
                    <a:cubicBezTo>
                      <a:pt x="3293" y="5166"/>
                      <a:pt x="5042" y="4482"/>
                      <a:pt x="6219" y="3272"/>
                    </a:cubicBezTo>
                    <a:cubicBezTo>
                      <a:pt x="6219" y="3272"/>
                      <a:pt x="6791" y="5182"/>
                      <a:pt x="8130" y="5560"/>
                    </a:cubicBezTo>
                    <a:lnTo>
                      <a:pt x="8422" y="6813"/>
                    </a:lnTo>
                    <a:lnTo>
                      <a:pt x="9870" y="6229"/>
                    </a:lnTo>
                    <a:cubicBezTo>
                      <a:pt x="9870" y="6229"/>
                      <a:pt x="9785" y="1994"/>
                      <a:pt x="9091" y="740"/>
                    </a:cubicBezTo>
                    <a:cubicBezTo>
                      <a:pt x="8768" y="156"/>
                      <a:pt x="7808" y="0"/>
                      <a:pt x="6874" y="0"/>
                    </a:cubicBezTo>
                    <a:close/>
                  </a:path>
                </a:pathLst>
              </a:custGeom>
              <a:solidFill>
                <a:schemeClr val="accent3"/>
              </a:solid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121"/>
              <p:cNvSpPr/>
              <p:nvPr/>
            </p:nvSpPr>
            <p:spPr>
              <a:xfrm>
                <a:off x="9835325" y="-517225"/>
                <a:ext cx="60825" cy="84725"/>
              </a:xfrm>
              <a:custGeom>
                <a:avLst/>
                <a:gdLst/>
                <a:ahLst/>
                <a:cxnLst/>
                <a:rect l="l" t="t" r="r" b="b"/>
                <a:pathLst>
                  <a:path w="2433" h="3389" extrusionOk="0">
                    <a:moveTo>
                      <a:pt x="1090" y="0"/>
                    </a:moveTo>
                    <a:cubicBezTo>
                      <a:pt x="234" y="0"/>
                      <a:pt x="0" y="1442"/>
                      <a:pt x="0" y="1442"/>
                    </a:cubicBezTo>
                    <a:lnTo>
                      <a:pt x="171" y="3389"/>
                    </a:lnTo>
                    <a:cubicBezTo>
                      <a:pt x="175" y="3389"/>
                      <a:pt x="179" y="3389"/>
                      <a:pt x="183" y="3389"/>
                    </a:cubicBezTo>
                    <a:cubicBezTo>
                      <a:pt x="2144" y="3389"/>
                      <a:pt x="2432" y="358"/>
                      <a:pt x="1351" y="42"/>
                    </a:cubicBezTo>
                    <a:cubicBezTo>
                      <a:pt x="1258" y="14"/>
                      <a:pt x="1171" y="0"/>
                      <a:pt x="1090" y="0"/>
                    </a:cubicBezTo>
                    <a:close/>
                  </a:path>
                </a:pathLst>
              </a:custGeom>
              <a:solidFill>
                <a:schemeClr val="lt2"/>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121"/>
              <p:cNvSpPr/>
              <p:nvPr/>
            </p:nvSpPr>
            <p:spPr>
              <a:xfrm>
                <a:off x="9835325" y="-524400"/>
                <a:ext cx="60875" cy="92200"/>
              </a:xfrm>
              <a:custGeom>
                <a:avLst/>
                <a:gdLst/>
                <a:ahLst/>
                <a:cxnLst/>
                <a:rect l="l" t="t" r="r" b="b"/>
                <a:pathLst>
                  <a:path w="2435" h="3688" fill="none" extrusionOk="0">
                    <a:moveTo>
                      <a:pt x="0" y="1729"/>
                    </a:moveTo>
                    <a:cubicBezTo>
                      <a:pt x="0" y="1729"/>
                      <a:pt x="280" y="0"/>
                      <a:pt x="1351" y="329"/>
                    </a:cubicBezTo>
                    <a:cubicBezTo>
                      <a:pt x="2434" y="645"/>
                      <a:pt x="2142" y="3688"/>
                      <a:pt x="171" y="3676"/>
                    </a:cubicBezTo>
                  </a:path>
                </a:pathLst>
              </a:custGeom>
              <a:noFill/>
              <a:ln w="19050" cap="rnd"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33" name="Google Shape;6633;p121"/>
            <p:cNvSpPr/>
            <p:nvPr/>
          </p:nvSpPr>
          <p:spPr>
            <a:xfrm>
              <a:off x="7613212" y="2370952"/>
              <a:ext cx="200050" cy="90950"/>
            </a:xfrm>
            <a:custGeom>
              <a:avLst/>
              <a:gdLst/>
              <a:ahLst/>
              <a:cxnLst/>
              <a:rect l="l" t="t" r="r" b="b"/>
              <a:pathLst>
                <a:path w="8002" h="3638" extrusionOk="0">
                  <a:moveTo>
                    <a:pt x="7082" y="317"/>
                  </a:moveTo>
                  <a:cubicBezTo>
                    <a:pt x="6903" y="504"/>
                    <a:pt x="7098" y="856"/>
                    <a:pt x="6868" y="1126"/>
                  </a:cubicBezTo>
                  <a:cubicBezTo>
                    <a:pt x="6638" y="1396"/>
                    <a:pt x="6245" y="1765"/>
                    <a:pt x="5701" y="1936"/>
                  </a:cubicBezTo>
                  <a:cubicBezTo>
                    <a:pt x="5157" y="2107"/>
                    <a:pt x="4154" y="2206"/>
                    <a:pt x="3606" y="2150"/>
                  </a:cubicBezTo>
                  <a:cubicBezTo>
                    <a:pt x="3058" y="2095"/>
                    <a:pt x="2800" y="1893"/>
                    <a:pt x="2415" y="1603"/>
                  </a:cubicBezTo>
                  <a:cubicBezTo>
                    <a:pt x="2030" y="1313"/>
                    <a:pt x="1629" y="638"/>
                    <a:pt x="1296" y="412"/>
                  </a:cubicBezTo>
                  <a:cubicBezTo>
                    <a:pt x="963" y="186"/>
                    <a:pt x="621" y="233"/>
                    <a:pt x="415" y="245"/>
                  </a:cubicBezTo>
                  <a:cubicBezTo>
                    <a:pt x="209" y="257"/>
                    <a:pt x="-120" y="197"/>
                    <a:pt x="58" y="483"/>
                  </a:cubicBezTo>
                  <a:cubicBezTo>
                    <a:pt x="237" y="769"/>
                    <a:pt x="712" y="1436"/>
                    <a:pt x="1486" y="1960"/>
                  </a:cubicBezTo>
                  <a:cubicBezTo>
                    <a:pt x="2260" y="2484"/>
                    <a:pt x="3784" y="3540"/>
                    <a:pt x="4701" y="3627"/>
                  </a:cubicBezTo>
                  <a:cubicBezTo>
                    <a:pt x="5618" y="3714"/>
                    <a:pt x="6467" y="3008"/>
                    <a:pt x="6987" y="2484"/>
                  </a:cubicBezTo>
                  <a:cubicBezTo>
                    <a:pt x="7507" y="1960"/>
                    <a:pt x="7662" y="896"/>
                    <a:pt x="7821" y="483"/>
                  </a:cubicBezTo>
                  <a:cubicBezTo>
                    <a:pt x="7980" y="70"/>
                    <a:pt x="8063" y="35"/>
                    <a:pt x="7940" y="7"/>
                  </a:cubicBezTo>
                  <a:cubicBezTo>
                    <a:pt x="7817" y="-21"/>
                    <a:pt x="7261" y="131"/>
                    <a:pt x="7082" y="317"/>
                  </a:cubicBezTo>
                  <a:close/>
                </a:path>
              </a:pathLst>
            </a:custGeom>
            <a:solidFill>
              <a:schemeClr val="accent3"/>
            </a:solidFill>
            <a:ln>
              <a:noFill/>
            </a:ln>
          </p:spPr>
          <p:txBody>
            <a:bodyPr/>
            <a:lstStyle/>
            <a:p>
              <a:endParaRPr lang="nl-NL"/>
            </a:p>
          </p:txBody>
        </p:sp>
      </p:grpSp>
      <p:sp>
        <p:nvSpPr>
          <p:cNvPr id="6634" name="Google Shape;6634;p121">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121">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Shape 6639"/>
        <p:cNvGrpSpPr/>
        <p:nvPr/>
      </p:nvGrpSpPr>
      <p:grpSpPr>
        <a:xfrm>
          <a:off x="0" y="0"/>
          <a:ext cx="0" cy="0"/>
          <a:chOff x="0" y="0"/>
          <a:chExt cx="0" cy="0"/>
        </a:xfrm>
      </p:grpSpPr>
      <p:sp>
        <p:nvSpPr>
          <p:cNvPr id="6640" name="Google Shape;6640;p122"/>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INFOGRAPHICS</a:t>
            </a:r>
            <a:endParaRPr/>
          </a:p>
        </p:txBody>
      </p:sp>
      <p:grpSp>
        <p:nvGrpSpPr>
          <p:cNvPr id="6641" name="Google Shape;6641;p122"/>
          <p:cNvGrpSpPr/>
          <p:nvPr/>
        </p:nvGrpSpPr>
        <p:grpSpPr>
          <a:xfrm>
            <a:off x="3863563" y="1689200"/>
            <a:ext cx="4956736" cy="2420850"/>
            <a:chOff x="3863563" y="1689200"/>
            <a:chExt cx="4956736" cy="2420850"/>
          </a:xfrm>
        </p:grpSpPr>
        <p:cxnSp>
          <p:nvCxnSpPr>
            <p:cNvPr id="6642" name="Google Shape;6642;p122"/>
            <p:cNvCxnSpPr>
              <a:stCxn id="6643" idx="0"/>
              <a:endCxn id="6644" idx="2"/>
            </p:cNvCxnSpPr>
            <p:nvPr/>
          </p:nvCxnSpPr>
          <p:spPr>
            <a:xfrm rot="10800000" flipH="1">
              <a:off x="4682090" y="2109816"/>
              <a:ext cx="2400" cy="546900"/>
            </a:xfrm>
            <a:prstGeom prst="straightConnector1">
              <a:avLst/>
            </a:prstGeom>
            <a:noFill/>
            <a:ln w="28575" cap="flat" cmpd="sng">
              <a:solidFill>
                <a:schemeClr val="accent5"/>
              </a:solidFill>
              <a:prstDash val="solid"/>
              <a:round/>
              <a:headEnd type="none" w="med" len="med"/>
              <a:tailEnd type="none" w="med" len="med"/>
            </a:ln>
          </p:spPr>
        </p:cxnSp>
        <p:cxnSp>
          <p:nvCxnSpPr>
            <p:cNvPr id="6645" name="Google Shape;6645;p122"/>
            <p:cNvCxnSpPr/>
            <p:nvPr/>
          </p:nvCxnSpPr>
          <p:spPr>
            <a:xfrm>
              <a:off x="4578298" y="2875441"/>
              <a:ext cx="4242000" cy="0"/>
            </a:xfrm>
            <a:prstGeom prst="straightConnector1">
              <a:avLst/>
            </a:prstGeom>
            <a:noFill/>
            <a:ln w="28575" cap="flat" cmpd="sng">
              <a:solidFill>
                <a:schemeClr val="accent5"/>
              </a:solidFill>
              <a:prstDash val="solid"/>
              <a:round/>
              <a:headEnd type="none" w="med" len="med"/>
              <a:tailEnd type="none" w="med" len="med"/>
            </a:ln>
          </p:spPr>
        </p:cxnSp>
        <p:sp>
          <p:nvSpPr>
            <p:cNvPr id="6643" name="Google Shape;6643;p122"/>
            <p:cNvSpPr/>
            <p:nvPr/>
          </p:nvSpPr>
          <p:spPr>
            <a:xfrm>
              <a:off x="4442090" y="2656716"/>
              <a:ext cx="480000" cy="480000"/>
            </a:xfrm>
            <a:prstGeom prst="ellipse">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accent5"/>
                  </a:solidFill>
                  <a:latin typeface="Aldrich"/>
                  <a:ea typeface="Aldrich"/>
                  <a:cs typeface="Aldrich"/>
                  <a:sym typeface="Aldrich"/>
                </a:rPr>
                <a:t>A</a:t>
              </a:r>
              <a:endParaRPr sz="1600" b="1">
                <a:solidFill>
                  <a:schemeClr val="accent5"/>
                </a:solidFill>
                <a:latin typeface="Aldrich"/>
                <a:ea typeface="Aldrich"/>
                <a:cs typeface="Aldrich"/>
                <a:sym typeface="Aldrich"/>
              </a:endParaRPr>
            </a:p>
          </p:txBody>
        </p:sp>
        <p:cxnSp>
          <p:nvCxnSpPr>
            <p:cNvPr id="6646" name="Google Shape;6646;p122"/>
            <p:cNvCxnSpPr>
              <a:stCxn id="6647" idx="0"/>
              <a:endCxn id="6648" idx="4"/>
            </p:cNvCxnSpPr>
            <p:nvPr/>
          </p:nvCxnSpPr>
          <p:spPr>
            <a:xfrm rot="10800000">
              <a:off x="5604663" y="3139550"/>
              <a:ext cx="600" cy="549900"/>
            </a:xfrm>
            <a:prstGeom prst="straightConnector1">
              <a:avLst/>
            </a:prstGeom>
            <a:noFill/>
            <a:ln w="28575" cap="flat" cmpd="sng">
              <a:solidFill>
                <a:schemeClr val="accent5"/>
              </a:solidFill>
              <a:prstDash val="solid"/>
              <a:round/>
              <a:headEnd type="none" w="med" len="med"/>
              <a:tailEnd type="none" w="med" len="med"/>
            </a:ln>
          </p:spPr>
        </p:cxnSp>
        <p:sp>
          <p:nvSpPr>
            <p:cNvPr id="6648" name="Google Shape;6648;p122"/>
            <p:cNvSpPr/>
            <p:nvPr/>
          </p:nvSpPr>
          <p:spPr>
            <a:xfrm>
              <a:off x="5364720" y="2659625"/>
              <a:ext cx="480000" cy="480000"/>
            </a:xfrm>
            <a:prstGeom prst="ellipse">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accent5"/>
                  </a:solidFill>
                  <a:latin typeface="Aldrich"/>
                  <a:ea typeface="Aldrich"/>
                  <a:cs typeface="Aldrich"/>
                  <a:sym typeface="Aldrich"/>
                </a:rPr>
                <a:t>B</a:t>
              </a:r>
              <a:endParaRPr sz="1600" b="1">
                <a:solidFill>
                  <a:schemeClr val="accent5"/>
                </a:solidFill>
                <a:latin typeface="Aldrich"/>
                <a:ea typeface="Aldrich"/>
                <a:cs typeface="Aldrich"/>
                <a:sym typeface="Aldrich"/>
              </a:endParaRPr>
            </a:p>
          </p:txBody>
        </p:sp>
        <p:cxnSp>
          <p:nvCxnSpPr>
            <p:cNvPr id="6649" name="Google Shape;6649;p122"/>
            <p:cNvCxnSpPr>
              <a:stCxn id="6650" idx="0"/>
              <a:endCxn id="6651" idx="2"/>
            </p:cNvCxnSpPr>
            <p:nvPr/>
          </p:nvCxnSpPr>
          <p:spPr>
            <a:xfrm rot="10800000">
              <a:off x="6526150" y="2109816"/>
              <a:ext cx="1200" cy="546900"/>
            </a:xfrm>
            <a:prstGeom prst="straightConnector1">
              <a:avLst/>
            </a:prstGeom>
            <a:noFill/>
            <a:ln w="28575" cap="flat" cmpd="sng">
              <a:solidFill>
                <a:schemeClr val="accent5"/>
              </a:solidFill>
              <a:prstDash val="solid"/>
              <a:round/>
              <a:headEnd type="none" w="med" len="med"/>
              <a:tailEnd type="none" w="med" len="med"/>
            </a:ln>
          </p:spPr>
        </p:cxnSp>
        <p:sp>
          <p:nvSpPr>
            <p:cNvPr id="6650" name="Google Shape;6650;p122"/>
            <p:cNvSpPr/>
            <p:nvPr/>
          </p:nvSpPr>
          <p:spPr>
            <a:xfrm>
              <a:off x="6287350" y="2656716"/>
              <a:ext cx="480000" cy="480000"/>
            </a:xfrm>
            <a:prstGeom prst="ellipse">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accent5"/>
                  </a:solidFill>
                  <a:latin typeface="Aldrich"/>
                  <a:ea typeface="Aldrich"/>
                  <a:cs typeface="Aldrich"/>
                  <a:sym typeface="Aldrich"/>
                </a:rPr>
                <a:t>C</a:t>
              </a:r>
              <a:endParaRPr sz="1600" b="1">
                <a:solidFill>
                  <a:schemeClr val="accent5"/>
                </a:solidFill>
                <a:latin typeface="Aldrich"/>
                <a:ea typeface="Aldrich"/>
                <a:cs typeface="Aldrich"/>
                <a:sym typeface="Aldrich"/>
              </a:endParaRPr>
            </a:p>
          </p:txBody>
        </p:sp>
        <p:cxnSp>
          <p:nvCxnSpPr>
            <p:cNvPr id="6652" name="Google Shape;6652;p122"/>
            <p:cNvCxnSpPr>
              <a:stCxn id="6653" idx="0"/>
              <a:endCxn id="6654" idx="4"/>
            </p:cNvCxnSpPr>
            <p:nvPr/>
          </p:nvCxnSpPr>
          <p:spPr>
            <a:xfrm rot="10800000" flipH="1">
              <a:off x="7446763" y="3115550"/>
              <a:ext cx="3300" cy="573900"/>
            </a:xfrm>
            <a:prstGeom prst="straightConnector1">
              <a:avLst/>
            </a:prstGeom>
            <a:noFill/>
            <a:ln w="28575" cap="flat" cmpd="sng">
              <a:solidFill>
                <a:schemeClr val="accent5"/>
              </a:solidFill>
              <a:prstDash val="solid"/>
              <a:round/>
              <a:headEnd type="none" w="med" len="med"/>
              <a:tailEnd type="none" w="med" len="med"/>
            </a:ln>
          </p:spPr>
        </p:cxnSp>
        <p:sp>
          <p:nvSpPr>
            <p:cNvPr id="6654" name="Google Shape;6654;p122"/>
            <p:cNvSpPr/>
            <p:nvPr/>
          </p:nvSpPr>
          <p:spPr>
            <a:xfrm>
              <a:off x="7209980" y="2635616"/>
              <a:ext cx="480000" cy="480000"/>
            </a:xfrm>
            <a:prstGeom prst="ellipse">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accent5"/>
                  </a:solidFill>
                  <a:latin typeface="Aldrich"/>
                  <a:ea typeface="Aldrich"/>
                  <a:cs typeface="Aldrich"/>
                  <a:sym typeface="Aldrich"/>
                </a:rPr>
                <a:t>D</a:t>
              </a:r>
              <a:endParaRPr sz="1600" b="1">
                <a:solidFill>
                  <a:schemeClr val="accent5"/>
                </a:solidFill>
                <a:latin typeface="Aldrich"/>
                <a:ea typeface="Aldrich"/>
                <a:cs typeface="Aldrich"/>
                <a:sym typeface="Aldrich"/>
              </a:endParaRPr>
            </a:p>
          </p:txBody>
        </p:sp>
        <p:sp>
          <p:nvSpPr>
            <p:cNvPr id="6644" name="Google Shape;6644;p122"/>
            <p:cNvSpPr/>
            <p:nvPr/>
          </p:nvSpPr>
          <p:spPr>
            <a:xfrm>
              <a:off x="3863563" y="1689200"/>
              <a:ext cx="1641900" cy="420600"/>
            </a:xfrm>
            <a:prstGeom prst="roundRect">
              <a:avLst>
                <a:gd name="adj" fmla="val 27829"/>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CERES</a:t>
              </a:r>
              <a:endParaRPr sz="1800" b="1">
                <a:solidFill>
                  <a:schemeClr val="accent5"/>
                </a:solidFill>
                <a:latin typeface="Aldrich"/>
                <a:ea typeface="Aldrich"/>
                <a:cs typeface="Aldrich"/>
                <a:sym typeface="Aldrich"/>
              </a:endParaRPr>
            </a:p>
          </p:txBody>
        </p:sp>
        <p:sp>
          <p:nvSpPr>
            <p:cNvPr id="6647" name="Google Shape;6647;p122"/>
            <p:cNvSpPr/>
            <p:nvPr/>
          </p:nvSpPr>
          <p:spPr>
            <a:xfrm>
              <a:off x="4784313" y="3689450"/>
              <a:ext cx="1641900" cy="420600"/>
            </a:xfrm>
            <a:prstGeom prst="roundRect">
              <a:avLst>
                <a:gd name="adj" fmla="val 27829"/>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EARTH</a:t>
              </a:r>
              <a:endParaRPr sz="1800" b="1">
                <a:solidFill>
                  <a:schemeClr val="accent5"/>
                </a:solidFill>
                <a:latin typeface="Aldrich"/>
                <a:ea typeface="Aldrich"/>
                <a:cs typeface="Aldrich"/>
                <a:sym typeface="Aldrich"/>
              </a:endParaRPr>
            </a:p>
          </p:txBody>
        </p:sp>
        <p:sp>
          <p:nvSpPr>
            <p:cNvPr id="6651" name="Google Shape;6651;p122"/>
            <p:cNvSpPr/>
            <p:nvPr/>
          </p:nvSpPr>
          <p:spPr>
            <a:xfrm>
              <a:off x="5705063" y="1689200"/>
              <a:ext cx="1641900" cy="420600"/>
            </a:xfrm>
            <a:prstGeom prst="roundRect">
              <a:avLst>
                <a:gd name="adj" fmla="val 27829"/>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PLUTO</a:t>
              </a:r>
              <a:endParaRPr sz="1800" b="1">
                <a:solidFill>
                  <a:schemeClr val="accent5"/>
                </a:solidFill>
                <a:latin typeface="Aldrich"/>
                <a:ea typeface="Aldrich"/>
                <a:cs typeface="Aldrich"/>
                <a:sym typeface="Aldrich"/>
              </a:endParaRPr>
            </a:p>
          </p:txBody>
        </p:sp>
        <p:sp>
          <p:nvSpPr>
            <p:cNvPr id="6653" name="Google Shape;6653;p122"/>
            <p:cNvSpPr/>
            <p:nvPr/>
          </p:nvSpPr>
          <p:spPr>
            <a:xfrm>
              <a:off x="6625813" y="3689450"/>
              <a:ext cx="1641900" cy="420600"/>
            </a:xfrm>
            <a:prstGeom prst="roundRect">
              <a:avLst>
                <a:gd name="adj" fmla="val 27829"/>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THE SUN</a:t>
              </a:r>
              <a:endParaRPr sz="1800" b="1">
                <a:solidFill>
                  <a:schemeClr val="accent5"/>
                </a:solidFill>
                <a:latin typeface="Aldrich"/>
                <a:ea typeface="Aldrich"/>
                <a:cs typeface="Aldrich"/>
                <a:sym typeface="Aldrich"/>
              </a:endParaRPr>
            </a:p>
          </p:txBody>
        </p:sp>
      </p:grpSp>
      <p:grpSp>
        <p:nvGrpSpPr>
          <p:cNvPr id="6655" name="Google Shape;6655;p122"/>
          <p:cNvGrpSpPr/>
          <p:nvPr/>
        </p:nvGrpSpPr>
        <p:grpSpPr>
          <a:xfrm>
            <a:off x="782375" y="1047750"/>
            <a:ext cx="2557738" cy="3581400"/>
            <a:chOff x="782375" y="1047750"/>
            <a:chExt cx="2557738" cy="3581400"/>
          </a:xfrm>
        </p:grpSpPr>
        <p:cxnSp>
          <p:nvCxnSpPr>
            <p:cNvPr id="6656" name="Google Shape;6656;p122"/>
            <p:cNvCxnSpPr/>
            <p:nvPr/>
          </p:nvCxnSpPr>
          <p:spPr>
            <a:xfrm>
              <a:off x="902375" y="1047750"/>
              <a:ext cx="0" cy="3581400"/>
            </a:xfrm>
            <a:prstGeom prst="straightConnector1">
              <a:avLst/>
            </a:prstGeom>
            <a:noFill/>
            <a:ln w="28575" cap="flat" cmpd="sng">
              <a:solidFill>
                <a:schemeClr val="accent5"/>
              </a:solidFill>
              <a:prstDash val="solid"/>
              <a:round/>
              <a:headEnd type="oval" w="med" len="med"/>
              <a:tailEnd type="oval" w="med" len="med"/>
            </a:ln>
          </p:spPr>
        </p:cxnSp>
        <p:grpSp>
          <p:nvGrpSpPr>
            <p:cNvPr id="6657" name="Google Shape;6657;p122"/>
            <p:cNvGrpSpPr/>
            <p:nvPr/>
          </p:nvGrpSpPr>
          <p:grpSpPr>
            <a:xfrm>
              <a:off x="782375" y="1337513"/>
              <a:ext cx="2557738" cy="3001875"/>
              <a:chOff x="782375" y="1365350"/>
              <a:chExt cx="2557738" cy="3001875"/>
            </a:xfrm>
          </p:grpSpPr>
          <p:sp>
            <p:nvSpPr>
              <p:cNvPr id="6658" name="Google Shape;6658;p122"/>
              <p:cNvSpPr/>
              <p:nvPr/>
            </p:nvSpPr>
            <p:spPr>
              <a:xfrm>
                <a:off x="1698213" y="1365350"/>
                <a:ext cx="1641900" cy="420600"/>
              </a:xfrm>
              <a:prstGeom prst="roundRect">
                <a:avLst>
                  <a:gd name="adj" fmla="val 27829"/>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MERCURY</a:t>
                </a:r>
                <a:endParaRPr sz="1800" b="1">
                  <a:solidFill>
                    <a:schemeClr val="accent5"/>
                  </a:solidFill>
                  <a:latin typeface="Aldrich"/>
                  <a:ea typeface="Aldrich"/>
                  <a:cs typeface="Aldrich"/>
                  <a:sym typeface="Aldrich"/>
                </a:endParaRPr>
              </a:p>
            </p:txBody>
          </p:sp>
          <p:sp>
            <p:nvSpPr>
              <p:cNvPr id="6659" name="Google Shape;6659;p122"/>
              <p:cNvSpPr/>
              <p:nvPr/>
            </p:nvSpPr>
            <p:spPr>
              <a:xfrm>
                <a:off x="1431513" y="2010669"/>
                <a:ext cx="1641900" cy="420600"/>
              </a:xfrm>
              <a:prstGeom prst="roundRect">
                <a:avLst>
                  <a:gd name="adj" fmla="val 27829"/>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SATURN</a:t>
                </a:r>
                <a:endParaRPr sz="1800" b="1">
                  <a:solidFill>
                    <a:schemeClr val="accent5"/>
                  </a:solidFill>
                  <a:latin typeface="Aldrich"/>
                  <a:ea typeface="Aldrich"/>
                  <a:cs typeface="Aldrich"/>
                  <a:sym typeface="Aldrich"/>
                </a:endParaRPr>
              </a:p>
            </p:txBody>
          </p:sp>
          <p:sp>
            <p:nvSpPr>
              <p:cNvPr id="6660" name="Google Shape;6660;p122"/>
              <p:cNvSpPr/>
              <p:nvPr/>
            </p:nvSpPr>
            <p:spPr>
              <a:xfrm>
                <a:off x="1698213" y="2655988"/>
                <a:ext cx="1641900" cy="420600"/>
              </a:xfrm>
              <a:prstGeom prst="roundRect">
                <a:avLst>
                  <a:gd name="adj" fmla="val 27829"/>
                </a:avLst>
              </a:prstGeom>
              <a:solidFill>
                <a:schemeClr val="l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JUPITER</a:t>
                </a:r>
                <a:endParaRPr sz="1800" b="1">
                  <a:solidFill>
                    <a:schemeClr val="accent5"/>
                  </a:solidFill>
                  <a:latin typeface="Aldrich"/>
                  <a:ea typeface="Aldrich"/>
                  <a:cs typeface="Aldrich"/>
                  <a:sym typeface="Aldrich"/>
                </a:endParaRPr>
              </a:p>
            </p:txBody>
          </p:sp>
          <p:sp>
            <p:nvSpPr>
              <p:cNvPr id="6661" name="Google Shape;6661;p122"/>
              <p:cNvSpPr/>
              <p:nvPr/>
            </p:nvSpPr>
            <p:spPr>
              <a:xfrm>
                <a:off x="1431513" y="3301306"/>
                <a:ext cx="1641900" cy="420600"/>
              </a:xfrm>
              <a:prstGeom prst="roundRect">
                <a:avLst>
                  <a:gd name="adj" fmla="val 27829"/>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MARS</a:t>
                </a:r>
                <a:endParaRPr sz="1800" b="1">
                  <a:solidFill>
                    <a:schemeClr val="accent5"/>
                  </a:solidFill>
                  <a:latin typeface="Aldrich"/>
                  <a:ea typeface="Aldrich"/>
                  <a:cs typeface="Aldrich"/>
                  <a:sym typeface="Aldrich"/>
                </a:endParaRPr>
              </a:p>
            </p:txBody>
          </p:sp>
          <p:sp>
            <p:nvSpPr>
              <p:cNvPr id="6662" name="Google Shape;6662;p122"/>
              <p:cNvSpPr/>
              <p:nvPr/>
            </p:nvSpPr>
            <p:spPr>
              <a:xfrm>
                <a:off x="1698213" y="3946625"/>
                <a:ext cx="1641900" cy="420600"/>
              </a:xfrm>
              <a:prstGeom prst="roundRect">
                <a:avLst>
                  <a:gd name="adj" fmla="val 27829"/>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NEPTUNE</a:t>
                </a:r>
                <a:endParaRPr sz="1800" b="1">
                  <a:solidFill>
                    <a:schemeClr val="accent5"/>
                  </a:solidFill>
                  <a:latin typeface="Aldrich"/>
                  <a:ea typeface="Aldrich"/>
                  <a:cs typeface="Aldrich"/>
                  <a:sym typeface="Aldrich"/>
                </a:endParaRPr>
              </a:p>
            </p:txBody>
          </p:sp>
          <p:sp>
            <p:nvSpPr>
              <p:cNvPr id="6663" name="Google Shape;6663;p122"/>
              <p:cNvSpPr/>
              <p:nvPr/>
            </p:nvSpPr>
            <p:spPr>
              <a:xfrm>
                <a:off x="782375" y="1455650"/>
                <a:ext cx="240000" cy="240000"/>
              </a:xfrm>
              <a:prstGeom prst="ellipse">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122"/>
              <p:cNvSpPr/>
              <p:nvPr/>
            </p:nvSpPr>
            <p:spPr>
              <a:xfrm>
                <a:off x="782375" y="2100969"/>
                <a:ext cx="240000" cy="240000"/>
              </a:xfrm>
              <a:prstGeom prst="ellipse">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122"/>
              <p:cNvSpPr/>
              <p:nvPr/>
            </p:nvSpPr>
            <p:spPr>
              <a:xfrm>
                <a:off x="782375" y="2746288"/>
                <a:ext cx="240000" cy="240000"/>
              </a:xfrm>
              <a:prstGeom prst="ellipse">
                <a:avLst/>
              </a:prstGeom>
              <a:solidFill>
                <a:schemeClr val="l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122"/>
              <p:cNvSpPr/>
              <p:nvPr/>
            </p:nvSpPr>
            <p:spPr>
              <a:xfrm>
                <a:off x="782375" y="4036925"/>
                <a:ext cx="240000" cy="240000"/>
              </a:xfrm>
              <a:prstGeom prst="ellipse">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122"/>
              <p:cNvSpPr/>
              <p:nvPr/>
            </p:nvSpPr>
            <p:spPr>
              <a:xfrm>
                <a:off x="782375" y="3391606"/>
                <a:ext cx="240000" cy="240000"/>
              </a:xfrm>
              <a:prstGeom prst="ellipse">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668" name="Google Shape;6668;p122"/>
              <p:cNvCxnSpPr>
                <a:stCxn id="6663" idx="6"/>
                <a:endCxn id="6658" idx="1"/>
              </p:cNvCxnSpPr>
              <p:nvPr/>
            </p:nvCxnSpPr>
            <p:spPr>
              <a:xfrm>
                <a:off x="1022375" y="1575650"/>
                <a:ext cx="675900" cy="0"/>
              </a:xfrm>
              <a:prstGeom prst="straightConnector1">
                <a:avLst/>
              </a:prstGeom>
              <a:noFill/>
              <a:ln w="28575" cap="flat" cmpd="sng">
                <a:solidFill>
                  <a:schemeClr val="accent5"/>
                </a:solidFill>
                <a:prstDash val="solid"/>
                <a:round/>
                <a:headEnd type="none" w="med" len="med"/>
                <a:tailEnd type="none" w="med" len="med"/>
              </a:ln>
            </p:spPr>
          </p:cxnSp>
          <p:cxnSp>
            <p:nvCxnSpPr>
              <p:cNvPr id="6669" name="Google Shape;6669;p122"/>
              <p:cNvCxnSpPr>
                <a:stCxn id="6664" idx="6"/>
                <a:endCxn id="6659" idx="1"/>
              </p:cNvCxnSpPr>
              <p:nvPr/>
            </p:nvCxnSpPr>
            <p:spPr>
              <a:xfrm>
                <a:off x="1022375" y="2220969"/>
                <a:ext cx="409200" cy="0"/>
              </a:xfrm>
              <a:prstGeom prst="straightConnector1">
                <a:avLst/>
              </a:prstGeom>
              <a:noFill/>
              <a:ln w="28575" cap="flat" cmpd="sng">
                <a:solidFill>
                  <a:schemeClr val="accent5"/>
                </a:solidFill>
                <a:prstDash val="solid"/>
                <a:round/>
                <a:headEnd type="none" w="med" len="med"/>
                <a:tailEnd type="none" w="med" len="med"/>
              </a:ln>
            </p:spPr>
          </p:cxnSp>
          <p:cxnSp>
            <p:nvCxnSpPr>
              <p:cNvPr id="6670" name="Google Shape;6670;p122"/>
              <p:cNvCxnSpPr>
                <a:stCxn id="6665" idx="6"/>
                <a:endCxn id="6660" idx="1"/>
              </p:cNvCxnSpPr>
              <p:nvPr/>
            </p:nvCxnSpPr>
            <p:spPr>
              <a:xfrm>
                <a:off x="1022375" y="2866288"/>
                <a:ext cx="675900" cy="0"/>
              </a:xfrm>
              <a:prstGeom prst="straightConnector1">
                <a:avLst/>
              </a:prstGeom>
              <a:noFill/>
              <a:ln w="28575" cap="flat" cmpd="sng">
                <a:solidFill>
                  <a:schemeClr val="accent5"/>
                </a:solidFill>
                <a:prstDash val="solid"/>
                <a:round/>
                <a:headEnd type="none" w="med" len="med"/>
                <a:tailEnd type="none" w="med" len="med"/>
              </a:ln>
            </p:spPr>
          </p:cxnSp>
          <p:cxnSp>
            <p:nvCxnSpPr>
              <p:cNvPr id="6671" name="Google Shape;6671;p122"/>
              <p:cNvCxnSpPr>
                <a:stCxn id="6667" idx="6"/>
                <a:endCxn id="6661" idx="1"/>
              </p:cNvCxnSpPr>
              <p:nvPr/>
            </p:nvCxnSpPr>
            <p:spPr>
              <a:xfrm>
                <a:off x="1022375" y="3511606"/>
                <a:ext cx="409200" cy="0"/>
              </a:xfrm>
              <a:prstGeom prst="straightConnector1">
                <a:avLst/>
              </a:prstGeom>
              <a:noFill/>
              <a:ln w="28575" cap="flat" cmpd="sng">
                <a:solidFill>
                  <a:schemeClr val="accent5"/>
                </a:solidFill>
                <a:prstDash val="solid"/>
                <a:round/>
                <a:headEnd type="none" w="med" len="med"/>
                <a:tailEnd type="none" w="med" len="med"/>
              </a:ln>
            </p:spPr>
          </p:cxnSp>
          <p:cxnSp>
            <p:nvCxnSpPr>
              <p:cNvPr id="6672" name="Google Shape;6672;p122"/>
              <p:cNvCxnSpPr>
                <a:stCxn id="6666" idx="6"/>
                <a:endCxn id="6662" idx="1"/>
              </p:cNvCxnSpPr>
              <p:nvPr/>
            </p:nvCxnSpPr>
            <p:spPr>
              <a:xfrm>
                <a:off x="1022375" y="4156925"/>
                <a:ext cx="675900" cy="0"/>
              </a:xfrm>
              <a:prstGeom prst="straightConnector1">
                <a:avLst/>
              </a:prstGeom>
              <a:noFill/>
              <a:ln w="28575" cap="flat" cmpd="sng">
                <a:solidFill>
                  <a:schemeClr val="accent5"/>
                </a:solidFill>
                <a:prstDash val="solid"/>
                <a:round/>
                <a:headEnd type="none" w="med" len="med"/>
                <a:tailEnd type="none" w="med" len="med"/>
              </a:ln>
            </p:spPr>
          </p:cxnSp>
        </p:grpSp>
      </p:grpSp>
      <p:sp>
        <p:nvSpPr>
          <p:cNvPr id="6673" name="Google Shape;6673;p122">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122">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Shape 6678"/>
        <p:cNvGrpSpPr/>
        <p:nvPr/>
      </p:nvGrpSpPr>
      <p:grpSpPr>
        <a:xfrm>
          <a:off x="0" y="0"/>
          <a:ext cx="0" cy="0"/>
          <a:chOff x="0" y="0"/>
          <a:chExt cx="0" cy="0"/>
        </a:xfrm>
      </p:grpSpPr>
      <p:sp>
        <p:nvSpPr>
          <p:cNvPr id="6679" name="Google Shape;6679;p123"/>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INFOGRAPHICS I</a:t>
            </a:r>
            <a:endParaRPr/>
          </a:p>
        </p:txBody>
      </p:sp>
      <p:grpSp>
        <p:nvGrpSpPr>
          <p:cNvPr id="6680" name="Google Shape;6680;p123"/>
          <p:cNvGrpSpPr/>
          <p:nvPr/>
        </p:nvGrpSpPr>
        <p:grpSpPr>
          <a:xfrm>
            <a:off x="4360922" y="1745499"/>
            <a:ext cx="4053635" cy="2227741"/>
            <a:chOff x="4360922" y="1745499"/>
            <a:chExt cx="4053635" cy="2227741"/>
          </a:xfrm>
        </p:grpSpPr>
        <p:sp>
          <p:nvSpPr>
            <p:cNvPr id="6681" name="Google Shape;6681;p123"/>
            <p:cNvSpPr/>
            <p:nvPr/>
          </p:nvSpPr>
          <p:spPr>
            <a:xfrm>
              <a:off x="5959108" y="2430634"/>
              <a:ext cx="857400" cy="857400"/>
            </a:xfrm>
            <a:prstGeom prst="ellipse">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123"/>
            <p:cNvSpPr/>
            <p:nvPr/>
          </p:nvSpPr>
          <p:spPr>
            <a:xfrm>
              <a:off x="4360922" y="1745499"/>
              <a:ext cx="1521900" cy="390000"/>
            </a:xfrm>
            <a:prstGeom prst="roundRect">
              <a:avLst>
                <a:gd name="adj" fmla="val 27829"/>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MERCURY</a:t>
              </a:r>
              <a:endParaRPr sz="1800" b="1">
                <a:solidFill>
                  <a:schemeClr val="accent5"/>
                </a:solidFill>
                <a:latin typeface="Aldrich"/>
                <a:ea typeface="Aldrich"/>
                <a:cs typeface="Aldrich"/>
                <a:sym typeface="Aldrich"/>
              </a:endParaRPr>
            </a:p>
          </p:txBody>
        </p:sp>
        <p:sp>
          <p:nvSpPr>
            <p:cNvPr id="6683" name="Google Shape;6683;p123"/>
            <p:cNvSpPr/>
            <p:nvPr/>
          </p:nvSpPr>
          <p:spPr>
            <a:xfrm>
              <a:off x="4360922" y="2664370"/>
              <a:ext cx="1521900" cy="390000"/>
            </a:xfrm>
            <a:prstGeom prst="roundRect">
              <a:avLst>
                <a:gd name="adj" fmla="val 27829"/>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SATURN</a:t>
              </a:r>
              <a:endParaRPr sz="1800" b="1">
                <a:solidFill>
                  <a:schemeClr val="accent5"/>
                </a:solidFill>
                <a:latin typeface="Aldrich"/>
                <a:ea typeface="Aldrich"/>
                <a:cs typeface="Aldrich"/>
                <a:sym typeface="Aldrich"/>
              </a:endParaRPr>
            </a:p>
          </p:txBody>
        </p:sp>
        <p:sp>
          <p:nvSpPr>
            <p:cNvPr id="6684" name="Google Shape;6684;p123"/>
            <p:cNvSpPr/>
            <p:nvPr/>
          </p:nvSpPr>
          <p:spPr>
            <a:xfrm>
              <a:off x="4360922" y="3583240"/>
              <a:ext cx="1521900" cy="390000"/>
            </a:xfrm>
            <a:prstGeom prst="roundRect">
              <a:avLst>
                <a:gd name="adj" fmla="val 27829"/>
              </a:avLst>
            </a:prstGeom>
            <a:solidFill>
              <a:schemeClr val="l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VENUS</a:t>
              </a:r>
              <a:endParaRPr sz="1800" b="1">
                <a:solidFill>
                  <a:schemeClr val="accent5"/>
                </a:solidFill>
                <a:latin typeface="Aldrich"/>
                <a:ea typeface="Aldrich"/>
                <a:cs typeface="Aldrich"/>
                <a:sym typeface="Aldrich"/>
              </a:endParaRPr>
            </a:p>
          </p:txBody>
        </p:sp>
        <p:sp>
          <p:nvSpPr>
            <p:cNvPr id="6685" name="Google Shape;6685;p123"/>
            <p:cNvSpPr/>
            <p:nvPr/>
          </p:nvSpPr>
          <p:spPr>
            <a:xfrm>
              <a:off x="6892657" y="1745499"/>
              <a:ext cx="1521900" cy="390000"/>
            </a:xfrm>
            <a:prstGeom prst="roundRect">
              <a:avLst>
                <a:gd name="adj" fmla="val 27829"/>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MARS</a:t>
              </a:r>
              <a:endParaRPr sz="1800" b="1">
                <a:solidFill>
                  <a:schemeClr val="accent5"/>
                </a:solidFill>
                <a:latin typeface="Aldrich"/>
                <a:ea typeface="Aldrich"/>
                <a:cs typeface="Aldrich"/>
                <a:sym typeface="Aldrich"/>
              </a:endParaRPr>
            </a:p>
          </p:txBody>
        </p:sp>
        <p:sp>
          <p:nvSpPr>
            <p:cNvPr id="6686" name="Google Shape;6686;p123"/>
            <p:cNvSpPr/>
            <p:nvPr/>
          </p:nvSpPr>
          <p:spPr>
            <a:xfrm>
              <a:off x="6892657" y="2664370"/>
              <a:ext cx="1521900" cy="390000"/>
            </a:xfrm>
            <a:prstGeom prst="roundRect">
              <a:avLst>
                <a:gd name="adj" fmla="val 27829"/>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JUPITER</a:t>
              </a:r>
              <a:endParaRPr sz="1800" b="1">
                <a:solidFill>
                  <a:schemeClr val="accent5"/>
                </a:solidFill>
                <a:latin typeface="Aldrich"/>
                <a:ea typeface="Aldrich"/>
                <a:cs typeface="Aldrich"/>
                <a:sym typeface="Aldrich"/>
              </a:endParaRPr>
            </a:p>
          </p:txBody>
        </p:sp>
        <p:sp>
          <p:nvSpPr>
            <p:cNvPr id="6687" name="Google Shape;6687;p123"/>
            <p:cNvSpPr/>
            <p:nvPr/>
          </p:nvSpPr>
          <p:spPr>
            <a:xfrm>
              <a:off x="6892657" y="3583240"/>
              <a:ext cx="1521900" cy="390000"/>
            </a:xfrm>
            <a:prstGeom prst="roundRect">
              <a:avLst>
                <a:gd name="adj" fmla="val 27829"/>
              </a:avLst>
            </a:prstGeom>
            <a:solidFill>
              <a:schemeClr val="l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5"/>
                  </a:solidFill>
                  <a:latin typeface="Aldrich"/>
                  <a:ea typeface="Aldrich"/>
                  <a:cs typeface="Aldrich"/>
                  <a:sym typeface="Aldrich"/>
                </a:rPr>
                <a:t>NEPTUNE</a:t>
              </a:r>
              <a:endParaRPr sz="1800" b="1">
                <a:solidFill>
                  <a:schemeClr val="accent5"/>
                </a:solidFill>
                <a:latin typeface="Aldrich"/>
                <a:ea typeface="Aldrich"/>
                <a:cs typeface="Aldrich"/>
                <a:sym typeface="Aldrich"/>
              </a:endParaRPr>
            </a:p>
          </p:txBody>
        </p:sp>
        <p:cxnSp>
          <p:nvCxnSpPr>
            <p:cNvPr id="6688" name="Google Shape;6688;p123"/>
            <p:cNvCxnSpPr>
              <a:stCxn id="6681" idx="1"/>
              <a:endCxn id="6682" idx="3"/>
            </p:cNvCxnSpPr>
            <p:nvPr/>
          </p:nvCxnSpPr>
          <p:spPr>
            <a:xfrm rot="5400000" flipH="1">
              <a:off x="5675922" y="2147448"/>
              <a:ext cx="615600" cy="201900"/>
            </a:xfrm>
            <a:prstGeom prst="bentConnector2">
              <a:avLst/>
            </a:prstGeom>
            <a:noFill/>
            <a:ln w="28575" cap="flat" cmpd="sng">
              <a:solidFill>
                <a:schemeClr val="accent5"/>
              </a:solidFill>
              <a:prstDash val="solid"/>
              <a:round/>
              <a:headEnd type="none" w="med" len="med"/>
              <a:tailEnd type="none" w="med" len="med"/>
            </a:ln>
          </p:spPr>
        </p:cxnSp>
        <p:cxnSp>
          <p:nvCxnSpPr>
            <p:cNvPr id="6689" name="Google Shape;6689;p123"/>
            <p:cNvCxnSpPr>
              <a:stCxn id="6681" idx="7"/>
              <a:endCxn id="6685" idx="1"/>
            </p:cNvCxnSpPr>
            <p:nvPr/>
          </p:nvCxnSpPr>
          <p:spPr>
            <a:xfrm rot="-5400000">
              <a:off x="6483945" y="2147598"/>
              <a:ext cx="615600" cy="201600"/>
            </a:xfrm>
            <a:prstGeom prst="bentConnector2">
              <a:avLst/>
            </a:prstGeom>
            <a:noFill/>
            <a:ln w="28575" cap="flat" cmpd="sng">
              <a:solidFill>
                <a:schemeClr val="accent5"/>
              </a:solidFill>
              <a:prstDash val="solid"/>
              <a:round/>
              <a:headEnd type="none" w="med" len="med"/>
              <a:tailEnd type="none" w="med" len="med"/>
            </a:ln>
          </p:spPr>
        </p:cxnSp>
        <p:cxnSp>
          <p:nvCxnSpPr>
            <p:cNvPr id="6690" name="Google Shape;6690;p123"/>
            <p:cNvCxnSpPr>
              <a:stCxn id="6681" idx="3"/>
              <a:endCxn id="6684" idx="3"/>
            </p:cNvCxnSpPr>
            <p:nvPr/>
          </p:nvCxnSpPr>
          <p:spPr>
            <a:xfrm rot="5400000">
              <a:off x="5675772" y="3369471"/>
              <a:ext cx="615900" cy="201900"/>
            </a:xfrm>
            <a:prstGeom prst="bentConnector2">
              <a:avLst/>
            </a:prstGeom>
            <a:noFill/>
            <a:ln w="28575" cap="flat" cmpd="sng">
              <a:solidFill>
                <a:schemeClr val="accent5"/>
              </a:solidFill>
              <a:prstDash val="solid"/>
              <a:round/>
              <a:headEnd type="none" w="med" len="med"/>
              <a:tailEnd type="none" w="med" len="med"/>
            </a:ln>
          </p:spPr>
        </p:cxnSp>
        <p:cxnSp>
          <p:nvCxnSpPr>
            <p:cNvPr id="6691" name="Google Shape;6691;p123"/>
            <p:cNvCxnSpPr>
              <a:stCxn id="6681" idx="5"/>
              <a:endCxn id="6687" idx="1"/>
            </p:cNvCxnSpPr>
            <p:nvPr/>
          </p:nvCxnSpPr>
          <p:spPr>
            <a:xfrm rot="-5400000" flipH="1">
              <a:off x="6483795" y="3369621"/>
              <a:ext cx="615900" cy="201600"/>
            </a:xfrm>
            <a:prstGeom prst="bentConnector2">
              <a:avLst/>
            </a:prstGeom>
            <a:noFill/>
            <a:ln w="28575" cap="flat" cmpd="sng">
              <a:solidFill>
                <a:schemeClr val="accent5"/>
              </a:solidFill>
              <a:prstDash val="solid"/>
              <a:round/>
              <a:headEnd type="none" w="med" len="med"/>
              <a:tailEnd type="none" w="med" len="med"/>
            </a:ln>
          </p:spPr>
        </p:cxnSp>
        <p:cxnSp>
          <p:nvCxnSpPr>
            <p:cNvPr id="6692" name="Google Shape;6692;p123"/>
            <p:cNvCxnSpPr>
              <a:stCxn id="6681" idx="2"/>
              <a:endCxn id="6683" idx="3"/>
            </p:cNvCxnSpPr>
            <p:nvPr/>
          </p:nvCxnSpPr>
          <p:spPr>
            <a:xfrm flipH="1">
              <a:off x="5882908" y="2859334"/>
              <a:ext cx="76200" cy="600"/>
            </a:xfrm>
            <a:prstGeom prst="bentConnector3">
              <a:avLst>
                <a:gd name="adj1" fmla="val 50056"/>
              </a:avLst>
            </a:prstGeom>
            <a:noFill/>
            <a:ln w="28575" cap="flat" cmpd="sng">
              <a:solidFill>
                <a:schemeClr val="accent5"/>
              </a:solidFill>
              <a:prstDash val="solid"/>
              <a:round/>
              <a:headEnd type="none" w="med" len="med"/>
              <a:tailEnd type="none" w="med" len="med"/>
            </a:ln>
          </p:spPr>
        </p:cxnSp>
        <p:cxnSp>
          <p:nvCxnSpPr>
            <p:cNvPr id="6693" name="Google Shape;6693;p123"/>
            <p:cNvCxnSpPr>
              <a:stCxn id="6681" idx="6"/>
              <a:endCxn id="6686" idx="1"/>
            </p:cNvCxnSpPr>
            <p:nvPr/>
          </p:nvCxnSpPr>
          <p:spPr>
            <a:xfrm>
              <a:off x="6816508" y="2859334"/>
              <a:ext cx="76200" cy="600"/>
            </a:xfrm>
            <a:prstGeom prst="bentConnector3">
              <a:avLst>
                <a:gd name="adj1" fmla="val 49966"/>
              </a:avLst>
            </a:prstGeom>
            <a:noFill/>
            <a:ln w="28575" cap="flat" cmpd="sng">
              <a:solidFill>
                <a:schemeClr val="accent5"/>
              </a:solidFill>
              <a:prstDash val="solid"/>
              <a:round/>
              <a:headEnd type="none" w="med" len="med"/>
              <a:tailEnd type="none" w="med" len="med"/>
            </a:ln>
          </p:spPr>
        </p:cxnSp>
      </p:grpSp>
      <p:grpSp>
        <p:nvGrpSpPr>
          <p:cNvPr id="6694" name="Google Shape;6694;p123"/>
          <p:cNvGrpSpPr/>
          <p:nvPr/>
        </p:nvGrpSpPr>
        <p:grpSpPr>
          <a:xfrm>
            <a:off x="6121952" y="2576148"/>
            <a:ext cx="531521" cy="530882"/>
            <a:chOff x="3967125" y="3379975"/>
            <a:chExt cx="478675" cy="478100"/>
          </a:xfrm>
        </p:grpSpPr>
        <p:sp>
          <p:nvSpPr>
            <p:cNvPr id="6695" name="Google Shape;6695;p123"/>
            <p:cNvSpPr/>
            <p:nvPr/>
          </p:nvSpPr>
          <p:spPr>
            <a:xfrm>
              <a:off x="4145075" y="3386950"/>
              <a:ext cx="272225" cy="263475"/>
            </a:xfrm>
            <a:custGeom>
              <a:avLst/>
              <a:gdLst/>
              <a:ahLst/>
              <a:cxnLst/>
              <a:rect l="l" t="t" r="r" b="b"/>
              <a:pathLst>
                <a:path w="10889" h="10539" extrusionOk="0">
                  <a:moveTo>
                    <a:pt x="4886" y="559"/>
                  </a:moveTo>
                  <a:cubicBezTo>
                    <a:pt x="4886" y="256"/>
                    <a:pt x="4630" y="1"/>
                    <a:pt x="4328" y="1"/>
                  </a:cubicBezTo>
                  <a:lnTo>
                    <a:pt x="3095" y="1"/>
                  </a:lnTo>
                  <a:cubicBezTo>
                    <a:pt x="2793" y="1"/>
                    <a:pt x="2537" y="256"/>
                    <a:pt x="2537" y="559"/>
                  </a:cubicBezTo>
                  <a:lnTo>
                    <a:pt x="2537" y="1722"/>
                  </a:lnTo>
                  <a:lnTo>
                    <a:pt x="1676" y="1722"/>
                  </a:lnTo>
                  <a:cubicBezTo>
                    <a:pt x="1373" y="1722"/>
                    <a:pt x="1118" y="1955"/>
                    <a:pt x="1118" y="2280"/>
                  </a:cubicBezTo>
                  <a:lnTo>
                    <a:pt x="1118" y="4025"/>
                  </a:lnTo>
                  <a:lnTo>
                    <a:pt x="559" y="4025"/>
                  </a:lnTo>
                  <a:cubicBezTo>
                    <a:pt x="257" y="4025"/>
                    <a:pt x="1" y="4258"/>
                    <a:pt x="1" y="4583"/>
                  </a:cubicBezTo>
                  <a:lnTo>
                    <a:pt x="1" y="6258"/>
                  </a:lnTo>
                  <a:cubicBezTo>
                    <a:pt x="1" y="6561"/>
                    <a:pt x="257" y="6817"/>
                    <a:pt x="559" y="6817"/>
                  </a:cubicBezTo>
                  <a:lnTo>
                    <a:pt x="1118" y="6817"/>
                  </a:lnTo>
                  <a:lnTo>
                    <a:pt x="1118" y="8562"/>
                  </a:lnTo>
                  <a:cubicBezTo>
                    <a:pt x="1118" y="8864"/>
                    <a:pt x="1373" y="9120"/>
                    <a:pt x="1676" y="9120"/>
                  </a:cubicBezTo>
                  <a:lnTo>
                    <a:pt x="2537" y="9120"/>
                  </a:lnTo>
                  <a:lnTo>
                    <a:pt x="2537" y="9981"/>
                  </a:lnTo>
                  <a:cubicBezTo>
                    <a:pt x="2537" y="10283"/>
                    <a:pt x="2793" y="10539"/>
                    <a:pt x="3095" y="10539"/>
                  </a:cubicBezTo>
                  <a:lnTo>
                    <a:pt x="4328" y="10539"/>
                  </a:lnTo>
                  <a:cubicBezTo>
                    <a:pt x="4630" y="10539"/>
                    <a:pt x="4886" y="10283"/>
                    <a:pt x="4886" y="9981"/>
                  </a:cubicBezTo>
                  <a:close/>
                  <a:moveTo>
                    <a:pt x="6561" y="10539"/>
                  </a:moveTo>
                  <a:lnTo>
                    <a:pt x="7794" y="10539"/>
                  </a:lnTo>
                  <a:cubicBezTo>
                    <a:pt x="8097" y="10539"/>
                    <a:pt x="8329" y="10283"/>
                    <a:pt x="8329" y="9981"/>
                  </a:cubicBezTo>
                  <a:lnTo>
                    <a:pt x="8329" y="9120"/>
                  </a:lnTo>
                  <a:lnTo>
                    <a:pt x="9213" y="9120"/>
                  </a:lnTo>
                  <a:cubicBezTo>
                    <a:pt x="9516" y="9097"/>
                    <a:pt x="9772" y="8864"/>
                    <a:pt x="9772" y="8562"/>
                  </a:cubicBezTo>
                  <a:lnTo>
                    <a:pt x="9772" y="6817"/>
                  </a:lnTo>
                  <a:lnTo>
                    <a:pt x="10330" y="6817"/>
                  </a:lnTo>
                  <a:cubicBezTo>
                    <a:pt x="10632" y="6794"/>
                    <a:pt x="10888" y="6561"/>
                    <a:pt x="10888" y="6235"/>
                  </a:cubicBezTo>
                  <a:lnTo>
                    <a:pt x="10888" y="4583"/>
                  </a:lnTo>
                  <a:cubicBezTo>
                    <a:pt x="10888" y="4258"/>
                    <a:pt x="10632" y="4025"/>
                    <a:pt x="10330" y="4025"/>
                  </a:cubicBezTo>
                  <a:lnTo>
                    <a:pt x="9772" y="4025"/>
                  </a:lnTo>
                  <a:lnTo>
                    <a:pt x="9772" y="2280"/>
                  </a:lnTo>
                  <a:cubicBezTo>
                    <a:pt x="9772" y="1955"/>
                    <a:pt x="9516" y="1722"/>
                    <a:pt x="9213" y="1722"/>
                  </a:cubicBezTo>
                  <a:lnTo>
                    <a:pt x="8329" y="1722"/>
                  </a:lnTo>
                  <a:lnTo>
                    <a:pt x="8329" y="559"/>
                  </a:lnTo>
                  <a:cubicBezTo>
                    <a:pt x="8329" y="256"/>
                    <a:pt x="8097" y="24"/>
                    <a:pt x="7794" y="1"/>
                  </a:cubicBezTo>
                  <a:lnTo>
                    <a:pt x="6561" y="1"/>
                  </a:lnTo>
                  <a:cubicBezTo>
                    <a:pt x="6259" y="1"/>
                    <a:pt x="6003" y="256"/>
                    <a:pt x="6003" y="559"/>
                  </a:cubicBezTo>
                  <a:lnTo>
                    <a:pt x="6003" y="9981"/>
                  </a:lnTo>
                  <a:cubicBezTo>
                    <a:pt x="6003" y="10283"/>
                    <a:pt x="6259" y="10539"/>
                    <a:pt x="6561" y="10539"/>
                  </a:cubicBezTo>
                  <a:close/>
                  <a:moveTo>
                    <a:pt x="6561" y="10539"/>
                  </a:move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123"/>
            <p:cNvSpPr/>
            <p:nvPr/>
          </p:nvSpPr>
          <p:spPr>
            <a:xfrm>
              <a:off x="4145075" y="3386950"/>
              <a:ext cx="178000" cy="264075"/>
            </a:xfrm>
            <a:custGeom>
              <a:avLst/>
              <a:gdLst/>
              <a:ahLst/>
              <a:cxnLst/>
              <a:rect l="l" t="t" r="r" b="b"/>
              <a:pathLst>
                <a:path w="7120" h="10563" extrusionOk="0">
                  <a:moveTo>
                    <a:pt x="3444" y="1"/>
                  </a:moveTo>
                  <a:lnTo>
                    <a:pt x="3095" y="1"/>
                  </a:lnTo>
                  <a:cubicBezTo>
                    <a:pt x="2793" y="1"/>
                    <a:pt x="2537" y="256"/>
                    <a:pt x="2537" y="559"/>
                  </a:cubicBezTo>
                  <a:lnTo>
                    <a:pt x="2537" y="2001"/>
                  </a:lnTo>
                  <a:lnTo>
                    <a:pt x="3095" y="2001"/>
                  </a:lnTo>
                  <a:lnTo>
                    <a:pt x="3095" y="559"/>
                  </a:lnTo>
                  <a:cubicBezTo>
                    <a:pt x="3072" y="326"/>
                    <a:pt x="3211" y="94"/>
                    <a:pt x="3444" y="1"/>
                  </a:cubicBezTo>
                  <a:close/>
                  <a:moveTo>
                    <a:pt x="6561" y="10539"/>
                  </a:moveTo>
                  <a:lnTo>
                    <a:pt x="6887" y="10539"/>
                  </a:lnTo>
                  <a:cubicBezTo>
                    <a:pt x="6585" y="10539"/>
                    <a:pt x="6561" y="10120"/>
                    <a:pt x="6561" y="9981"/>
                  </a:cubicBezTo>
                  <a:lnTo>
                    <a:pt x="6561" y="559"/>
                  </a:lnTo>
                  <a:cubicBezTo>
                    <a:pt x="6561" y="256"/>
                    <a:pt x="6817" y="1"/>
                    <a:pt x="7120" y="1"/>
                  </a:cubicBezTo>
                  <a:lnTo>
                    <a:pt x="6561" y="1"/>
                  </a:lnTo>
                  <a:cubicBezTo>
                    <a:pt x="6259" y="1"/>
                    <a:pt x="6003" y="256"/>
                    <a:pt x="6003" y="559"/>
                  </a:cubicBezTo>
                  <a:lnTo>
                    <a:pt x="6003" y="9981"/>
                  </a:lnTo>
                  <a:cubicBezTo>
                    <a:pt x="6003" y="10283"/>
                    <a:pt x="6259" y="10539"/>
                    <a:pt x="6561" y="10539"/>
                  </a:cubicBezTo>
                  <a:close/>
                  <a:moveTo>
                    <a:pt x="1118" y="6538"/>
                  </a:moveTo>
                  <a:lnTo>
                    <a:pt x="1676" y="6538"/>
                  </a:lnTo>
                  <a:lnTo>
                    <a:pt x="1676" y="8562"/>
                  </a:lnTo>
                  <a:cubicBezTo>
                    <a:pt x="1676" y="8864"/>
                    <a:pt x="1908" y="9120"/>
                    <a:pt x="2234" y="9120"/>
                  </a:cubicBezTo>
                  <a:lnTo>
                    <a:pt x="1676" y="9120"/>
                  </a:lnTo>
                  <a:cubicBezTo>
                    <a:pt x="1350" y="9120"/>
                    <a:pt x="1118" y="8864"/>
                    <a:pt x="1118" y="8562"/>
                  </a:cubicBezTo>
                  <a:close/>
                  <a:moveTo>
                    <a:pt x="1118" y="6817"/>
                  </a:moveTo>
                  <a:cubicBezTo>
                    <a:pt x="792" y="6817"/>
                    <a:pt x="559" y="6561"/>
                    <a:pt x="559" y="6258"/>
                  </a:cubicBezTo>
                  <a:lnTo>
                    <a:pt x="559" y="4583"/>
                  </a:lnTo>
                  <a:cubicBezTo>
                    <a:pt x="559" y="4258"/>
                    <a:pt x="792" y="4025"/>
                    <a:pt x="1118" y="4025"/>
                  </a:cubicBezTo>
                  <a:lnTo>
                    <a:pt x="559" y="4025"/>
                  </a:lnTo>
                  <a:cubicBezTo>
                    <a:pt x="233" y="4025"/>
                    <a:pt x="1" y="4258"/>
                    <a:pt x="1" y="4583"/>
                  </a:cubicBezTo>
                  <a:lnTo>
                    <a:pt x="1" y="6258"/>
                  </a:lnTo>
                  <a:cubicBezTo>
                    <a:pt x="1" y="6561"/>
                    <a:pt x="233" y="6817"/>
                    <a:pt x="559" y="6817"/>
                  </a:cubicBezTo>
                  <a:close/>
                  <a:moveTo>
                    <a:pt x="1118" y="4304"/>
                  </a:moveTo>
                  <a:lnTo>
                    <a:pt x="1118" y="2257"/>
                  </a:lnTo>
                  <a:cubicBezTo>
                    <a:pt x="1118" y="1955"/>
                    <a:pt x="1350" y="1722"/>
                    <a:pt x="1676" y="1699"/>
                  </a:cubicBezTo>
                  <a:lnTo>
                    <a:pt x="2234" y="1699"/>
                  </a:lnTo>
                  <a:cubicBezTo>
                    <a:pt x="1908" y="1722"/>
                    <a:pt x="1676" y="1955"/>
                    <a:pt x="1676" y="2257"/>
                  </a:cubicBezTo>
                  <a:lnTo>
                    <a:pt x="1676" y="4304"/>
                  </a:lnTo>
                  <a:close/>
                  <a:moveTo>
                    <a:pt x="2537" y="8282"/>
                  </a:moveTo>
                  <a:lnTo>
                    <a:pt x="2537" y="10004"/>
                  </a:lnTo>
                  <a:cubicBezTo>
                    <a:pt x="2537" y="10306"/>
                    <a:pt x="2793" y="10539"/>
                    <a:pt x="3095" y="10562"/>
                  </a:cubicBezTo>
                  <a:lnTo>
                    <a:pt x="3653" y="10562"/>
                  </a:lnTo>
                  <a:cubicBezTo>
                    <a:pt x="3351" y="10539"/>
                    <a:pt x="3095" y="10306"/>
                    <a:pt x="3095" y="10004"/>
                  </a:cubicBezTo>
                  <a:lnTo>
                    <a:pt x="3095" y="8282"/>
                  </a:lnTo>
                  <a:close/>
                  <a:moveTo>
                    <a:pt x="2537" y="8282"/>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123"/>
            <p:cNvSpPr/>
            <p:nvPr/>
          </p:nvSpPr>
          <p:spPr>
            <a:xfrm>
              <a:off x="4100300" y="3660875"/>
              <a:ext cx="345500" cy="140775"/>
            </a:xfrm>
            <a:custGeom>
              <a:avLst/>
              <a:gdLst/>
              <a:ahLst/>
              <a:cxnLst/>
              <a:rect l="l" t="t" r="r" b="b"/>
              <a:pathLst>
                <a:path w="13820" h="5631" extrusionOk="0">
                  <a:moveTo>
                    <a:pt x="6863" y="3095"/>
                  </a:moveTo>
                  <a:cubicBezTo>
                    <a:pt x="7468" y="3095"/>
                    <a:pt x="7957" y="2606"/>
                    <a:pt x="7957" y="1978"/>
                  </a:cubicBezTo>
                  <a:lnTo>
                    <a:pt x="7934" y="1420"/>
                  </a:lnTo>
                  <a:lnTo>
                    <a:pt x="2443" y="862"/>
                  </a:lnTo>
                  <a:lnTo>
                    <a:pt x="1" y="3304"/>
                  </a:lnTo>
                  <a:lnTo>
                    <a:pt x="2327" y="5631"/>
                  </a:lnTo>
                  <a:lnTo>
                    <a:pt x="9957" y="5049"/>
                  </a:lnTo>
                  <a:lnTo>
                    <a:pt x="12865" y="2141"/>
                  </a:lnTo>
                  <a:cubicBezTo>
                    <a:pt x="13819" y="1187"/>
                    <a:pt x="12633" y="1"/>
                    <a:pt x="11679" y="955"/>
                  </a:cubicBezTo>
                  <a:cubicBezTo>
                    <a:pt x="11307" y="536"/>
                    <a:pt x="10655" y="513"/>
                    <a:pt x="10260" y="908"/>
                  </a:cubicBezTo>
                  <a:lnTo>
                    <a:pt x="8096" y="3072"/>
                  </a:lnTo>
                  <a:close/>
                  <a:moveTo>
                    <a:pt x="6863" y="3095"/>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123"/>
            <p:cNvSpPr/>
            <p:nvPr/>
          </p:nvSpPr>
          <p:spPr>
            <a:xfrm>
              <a:off x="4063075" y="3728350"/>
              <a:ext cx="112850" cy="112850"/>
            </a:xfrm>
            <a:custGeom>
              <a:avLst/>
              <a:gdLst/>
              <a:ahLst/>
              <a:cxnLst/>
              <a:rect l="l" t="t" r="r" b="b"/>
              <a:pathLst>
                <a:path w="4514" h="4514" extrusionOk="0">
                  <a:moveTo>
                    <a:pt x="1" y="931"/>
                  </a:moveTo>
                  <a:lnTo>
                    <a:pt x="908" y="0"/>
                  </a:lnTo>
                  <a:lnTo>
                    <a:pt x="4514" y="3606"/>
                  </a:lnTo>
                  <a:lnTo>
                    <a:pt x="3607" y="4514"/>
                  </a:lnTo>
                  <a:close/>
                  <a:moveTo>
                    <a:pt x="1" y="931"/>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123"/>
            <p:cNvSpPr/>
            <p:nvPr/>
          </p:nvSpPr>
          <p:spPr>
            <a:xfrm>
              <a:off x="3983975" y="3761500"/>
              <a:ext cx="161725" cy="89000"/>
            </a:xfrm>
            <a:custGeom>
              <a:avLst/>
              <a:gdLst/>
              <a:ahLst/>
              <a:cxnLst/>
              <a:rect l="l" t="t" r="r" b="b"/>
              <a:pathLst>
                <a:path w="6469" h="3560" extrusionOk="0">
                  <a:moveTo>
                    <a:pt x="1" y="3560"/>
                  </a:moveTo>
                  <a:lnTo>
                    <a:pt x="5793" y="3560"/>
                  </a:lnTo>
                  <a:lnTo>
                    <a:pt x="6468" y="2908"/>
                  </a:lnTo>
                  <a:lnTo>
                    <a:pt x="3560" y="0"/>
                  </a:lnTo>
                  <a:close/>
                  <a:moveTo>
                    <a:pt x="1" y="3560"/>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123"/>
            <p:cNvSpPr/>
            <p:nvPr/>
          </p:nvSpPr>
          <p:spPr>
            <a:xfrm>
              <a:off x="4063075" y="3728350"/>
              <a:ext cx="112850" cy="90175"/>
            </a:xfrm>
            <a:custGeom>
              <a:avLst/>
              <a:gdLst/>
              <a:ahLst/>
              <a:cxnLst/>
              <a:rect l="l" t="t" r="r" b="b"/>
              <a:pathLst>
                <a:path w="4514" h="3607" extrusionOk="0">
                  <a:moveTo>
                    <a:pt x="4514" y="3606"/>
                  </a:moveTo>
                  <a:lnTo>
                    <a:pt x="908" y="0"/>
                  </a:lnTo>
                  <a:lnTo>
                    <a:pt x="1" y="931"/>
                  </a:lnTo>
                  <a:lnTo>
                    <a:pt x="559" y="1489"/>
                  </a:lnTo>
                  <a:lnTo>
                    <a:pt x="1466" y="559"/>
                  </a:lnTo>
                  <a:close/>
                  <a:moveTo>
                    <a:pt x="4514" y="3606"/>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123"/>
            <p:cNvSpPr/>
            <p:nvPr/>
          </p:nvSpPr>
          <p:spPr>
            <a:xfrm>
              <a:off x="3983975" y="3761500"/>
              <a:ext cx="102975" cy="89000"/>
            </a:xfrm>
            <a:custGeom>
              <a:avLst/>
              <a:gdLst/>
              <a:ahLst/>
              <a:cxnLst/>
              <a:rect l="l" t="t" r="r" b="b"/>
              <a:pathLst>
                <a:path w="4119" h="3560" extrusionOk="0">
                  <a:moveTo>
                    <a:pt x="1" y="3560"/>
                  </a:moveTo>
                  <a:lnTo>
                    <a:pt x="1117" y="3560"/>
                  </a:lnTo>
                  <a:lnTo>
                    <a:pt x="4118" y="559"/>
                  </a:lnTo>
                  <a:lnTo>
                    <a:pt x="3560" y="0"/>
                  </a:lnTo>
                  <a:close/>
                  <a:moveTo>
                    <a:pt x="1" y="3560"/>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123"/>
            <p:cNvSpPr/>
            <p:nvPr/>
          </p:nvSpPr>
          <p:spPr>
            <a:xfrm>
              <a:off x="4100300" y="3669025"/>
              <a:ext cx="329200" cy="88425"/>
            </a:xfrm>
            <a:custGeom>
              <a:avLst/>
              <a:gdLst/>
              <a:ahLst/>
              <a:cxnLst/>
              <a:rect l="l" t="t" r="r" b="b"/>
              <a:pathLst>
                <a:path w="13168" h="3537" extrusionOk="0">
                  <a:moveTo>
                    <a:pt x="3467" y="652"/>
                  </a:moveTo>
                  <a:lnTo>
                    <a:pt x="2443" y="536"/>
                  </a:lnTo>
                  <a:lnTo>
                    <a:pt x="1" y="2978"/>
                  </a:lnTo>
                  <a:lnTo>
                    <a:pt x="559" y="3537"/>
                  </a:lnTo>
                  <a:close/>
                  <a:moveTo>
                    <a:pt x="11214" y="349"/>
                  </a:moveTo>
                  <a:cubicBezTo>
                    <a:pt x="10888" y="256"/>
                    <a:pt x="10516" y="349"/>
                    <a:pt x="10260" y="605"/>
                  </a:cubicBezTo>
                  <a:lnTo>
                    <a:pt x="8073" y="2769"/>
                  </a:lnTo>
                  <a:lnTo>
                    <a:pt x="3769" y="2769"/>
                  </a:lnTo>
                  <a:lnTo>
                    <a:pt x="3769" y="3327"/>
                  </a:lnTo>
                  <a:lnTo>
                    <a:pt x="10097" y="3327"/>
                  </a:lnTo>
                  <a:lnTo>
                    <a:pt x="12237" y="1210"/>
                  </a:lnTo>
                  <a:cubicBezTo>
                    <a:pt x="12470" y="931"/>
                    <a:pt x="12819" y="815"/>
                    <a:pt x="13168" y="884"/>
                  </a:cubicBezTo>
                  <a:cubicBezTo>
                    <a:pt x="13028" y="326"/>
                    <a:pt x="12307" y="0"/>
                    <a:pt x="11679" y="652"/>
                  </a:cubicBezTo>
                  <a:lnTo>
                    <a:pt x="9539" y="2769"/>
                  </a:lnTo>
                  <a:lnTo>
                    <a:pt x="8655" y="2769"/>
                  </a:lnTo>
                  <a:lnTo>
                    <a:pt x="10818" y="605"/>
                  </a:lnTo>
                  <a:cubicBezTo>
                    <a:pt x="10935" y="489"/>
                    <a:pt x="11074" y="396"/>
                    <a:pt x="11237" y="349"/>
                  </a:cubicBezTo>
                  <a:close/>
                  <a:moveTo>
                    <a:pt x="11214" y="349"/>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123"/>
            <p:cNvSpPr/>
            <p:nvPr/>
          </p:nvSpPr>
          <p:spPr>
            <a:xfrm>
              <a:off x="4063075" y="3508500"/>
              <a:ext cx="333275" cy="304775"/>
            </a:xfrm>
            <a:custGeom>
              <a:avLst/>
              <a:gdLst/>
              <a:ahLst/>
              <a:cxnLst/>
              <a:rect l="l" t="t" r="r" b="b"/>
              <a:pathLst>
                <a:path w="13331" h="12191" extrusionOk="0">
                  <a:moveTo>
                    <a:pt x="12773" y="1"/>
                  </a:moveTo>
                  <a:lnTo>
                    <a:pt x="12773" y="559"/>
                  </a:lnTo>
                  <a:lnTo>
                    <a:pt x="13331" y="559"/>
                  </a:lnTo>
                  <a:lnTo>
                    <a:pt x="13331" y="1"/>
                  </a:lnTo>
                  <a:close/>
                  <a:moveTo>
                    <a:pt x="4118" y="559"/>
                  </a:moveTo>
                  <a:lnTo>
                    <a:pt x="4118" y="1117"/>
                  </a:lnTo>
                  <a:lnTo>
                    <a:pt x="4677" y="1117"/>
                  </a:lnTo>
                  <a:lnTo>
                    <a:pt x="4677" y="559"/>
                  </a:lnTo>
                  <a:close/>
                  <a:moveTo>
                    <a:pt x="396" y="11400"/>
                  </a:moveTo>
                  <a:lnTo>
                    <a:pt x="1" y="11795"/>
                  </a:lnTo>
                  <a:lnTo>
                    <a:pt x="396" y="12191"/>
                  </a:lnTo>
                  <a:lnTo>
                    <a:pt x="792" y="11795"/>
                  </a:lnTo>
                  <a:lnTo>
                    <a:pt x="396" y="1140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123"/>
            <p:cNvSpPr/>
            <p:nvPr/>
          </p:nvSpPr>
          <p:spPr>
            <a:xfrm>
              <a:off x="3967125" y="3669375"/>
              <a:ext cx="474025" cy="188700"/>
            </a:xfrm>
            <a:custGeom>
              <a:avLst/>
              <a:gdLst/>
              <a:ahLst/>
              <a:cxnLst/>
              <a:rect l="l" t="t" r="r" b="b"/>
              <a:pathLst>
                <a:path w="18961" h="7548" extrusionOk="0">
                  <a:moveTo>
                    <a:pt x="16262" y="583"/>
                  </a:moveTo>
                  <a:cubicBezTo>
                    <a:pt x="16371" y="583"/>
                    <a:pt x="16483" y="609"/>
                    <a:pt x="16587" y="661"/>
                  </a:cubicBezTo>
                  <a:lnTo>
                    <a:pt x="14749" y="2476"/>
                  </a:lnTo>
                  <a:lnTo>
                    <a:pt x="14075" y="2476"/>
                  </a:lnTo>
                  <a:lnTo>
                    <a:pt x="15773" y="801"/>
                  </a:lnTo>
                  <a:cubicBezTo>
                    <a:pt x="15904" y="655"/>
                    <a:pt x="16080" y="583"/>
                    <a:pt x="16262" y="583"/>
                  </a:cubicBezTo>
                  <a:close/>
                  <a:moveTo>
                    <a:pt x="17738" y="564"/>
                  </a:moveTo>
                  <a:cubicBezTo>
                    <a:pt x="17885" y="564"/>
                    <a:pt x="18013" y="621"/>
                    <a:pt x="18099" y="708"/>
                  </a:cubicBezTo>
                  <a:cubicBezTo>
                    <a:pt x="18286" y="917"/>
                    <a:pt x="18332" y="1266"/>
                    <a:pt x="17983" y="1615"/>
                  </a:cubicBezTo>
                  <a:lnTo>
                    <a:pt x="15145" y="4453"/>
                  </a:lnTo>
                  <a:lnTo>
                    <a:pt x="7770" y="4988"/>
                  </a:lnTo>
                  <a:lnTo>
                    <a:pt x="5723" y="2964"/>
                  </a:lnTo>
                  <a:lnTo>
                    <a:pt x="7887" y="824"/>
                  </a:lnTo>
                  <a:lnTo>
                    <a:pt x="13005" y="1336"/>
                  </a:lnTo>
                  <a:lnTo>
                    <a:pt x="13005" y="1661"/>
                  </a:lnTo>
                  <a:cubicBezTo>
                    <a:pt x="13005" y="1871"/>
                    <a:pt x="12935" y="2080"/>
                    <a:pt x="12772" y="2220"/>
                  </a:cubicBezTo>
                  <a:cubicBezTo>
                    <a:pt x="12609" y="2383"/>
                    <a:pt x="12400" y="2476"/>
                    <a:pt x="12167" y="2476"/>
                  </a:cubicBezTo>
                  <a:lnTo>
                    <a:pt x="9096" y="2476"/>
                  </a:lnTo>
                  <a:lnTo>
                    <a:pt x="9096" y="3034"/>
                  </a:lnTo>
                  <a:lnTo>
                    <a:pt x="14982" y="3034"/>
                  </a:lnTo>
                  <a:lnTo>
                    <a:pt x="17192" y="824"/>
                  </a:lnTo>
                  <a:cubicBezTo>
                    <a:pt x="17378" y="638"/>
                    <a:pt x="17571" y="564"/>
                    <a:pt x="17738" y="564"/>
                  </a:cubicBezTo>
                  <a:close/>
                  <a:moveTo>
                    <a:pt x="4746" y="2778"/>
                  </a:moveTo>
                  <a:lnTo>
                    <a:pt x="7956" y="5965"/>
                  </a:lnTo>
                  <a:lnTo>
                    <a:pt x="7421" y="6500"/>
                  </a:lnTo>
                  <a:lnTo>
                    <a:pt x="4234" y="3290"/>
                  </a:lnTo>
                  <a:lnTo>
                    <a:pt x="4746" y="2778"/>
                  </a:lnTo>
                  <a:close/>
                  <a:moveTo>
                    <a:pt x="4234" y="4081"/>
                  </a:moveTo>
                  <a:lnTo>
                    <a:pt x="6747" y="6593"/>
                  </a:lnTo>
                  <a:lnTo>
                    <a:pt x="6374" y="6966"/>
                  </a:lnTo>
                  <a:lnTo>
                    <a:pt x="1326" y="6966"/>
                  </a:lnTo>
                  <a:lnTo>
                    <a:pt x="4234" y="4081"/>
                  </a:lnTo>
                  <a:close/>
                  <a:moveTo>
                    <a:pt x="17723" y="0"/>
                  </a:moveTo>
                  <a:cubicBezTo>
                    <a:pt x="17470" y="0"/>
                    <a:pt x="17217" y="88"/>
                    <a:pt x="17006" y="266"/>
                  </a:cubicBezTo>
                  <a:cubicBezTo>
                    <a:pt x="16783" y="103"/>
                    <a:pt x="16529" y="25"/>
                    <a:pt x="16276" y="25"/>
                  </a:cubicBezTo>
                  <a:cubicBezTo>
                    <a:pt x="15950" y="25"/>
                    <a:pt x="15627" y="156"/>
                    <a:pt x="15378" y="405"/>
                  </a:cubicBezTo>
                  <a:lnTo>
                    <a:pt x="13307" y="2476"/>
                  </a:lnTo>
                  <a:cubicBezTo>
                    <a:pt x="13493" y="2220"/>
                    <a:pt x="13586" y="1941"/>
                    <a:pt x="13563" y="1638"/>
                  </a:cubicBezTo>
                  <a:lnTo>
                    <a:pt x="13540" y="824"/>
                  </a:lnTo>
                  <a:lnTo>
                    <a:pt x="7677" y="242"/>
                  </a:lnTo>
                  <a:lnTo>
                    <a:pt x="5351" y="2569"/>
                  </a:lnTo>
                  <a:lnTo>
                    <a:pt x="4769" y="1987"/>
                  </a:lnTo>
                  <a:lnTo>
                    <a:pt x="3443" y="3313"/>
                  </a:lnTo>
                  <a:lnTo>
                    <a:pt x="3839" y="3709"/>
                  </a:lnTo>
                  <a:lnTo>
                    <a:pt x="0" y="7547"/>
                  </a:lnTo>
                  <a:lnTo>
                    <a:pt x="6607" y="7547"/>
                  </a:lnTo>
                  <a:lnTo>
                    <a:pt x="7142" y="7012"/>
                  </a:lnTo>
                  <a:lnTo>
                    <a:pt x="7421" y="7291"/>
                  </a:lnTo>
                  <a:lnTo>
                    <a:pt x="8747" y="5988"/>
                  </a:lnTo>
                  <a:lnTo>
                    <a:pt x="8282" y="5546"/>
                  </a:lnTo>
                  <a:lnTo>
                    <a:pt x="15401" y="5011"/>
                  </a:lnTo>
                  <a:lnTo>
                    <a:pt x="18379" y="2034"/>
                  </a:lnTo>
                  <a:cubicBezTo>
                    <a:pt x="18960" y="1452"/>
                    <a:pt x="18890" y="731"/>
                    <a:pt x="18495" y="335"/>
                  </a:cubicBezTo>
                  <a:lnTo>
                    <a:pt x="18495" y="312"/>
                  </a:lnTo>
                  <a:cubicBezTo>
                    <a:pt x="18276" y="105"/>
                    <a:pt x="18000" y="0"/>
                    <a:pt x="177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123"/>
            <p:cNvSpPr/>
            <p:nvPr/>
          </p:nvSpPr>
          <p:spPr>
            <a:xfrm>
              <a:off x="4288150" y="3379975"/>
              <a:ext cx="136700" cy="277450"/>
            </a:xfrm>
            <a:custGeom>
              <a:avLst/>
              <a:gdLst/>
              <a:ahLst/>
              <a:cxnLst/>
              <a:rect l="l" t="t" r="r" b="b"/>
              <a:pathLst>
                <a:path w="5468" h="11098" extrusionOk="0">
                  <a:moveTo>
                    <a:pt x="838" y="11097"/>
                  </a:moveTo>
                  <a:lnTo>
                    <a:pt x="2048" y="11097"/>
                  </a:lnTo>
                  <a:cubicBezTo>
                    <a:pt x="2513" y="11097"/>
                    <a:pt x="2909" y="10725"/>
                    <a:pt x="2909" y="10260"/>
                  </a:cubicBezTo>
                  <a:lnTo>
                    <a:pt x="2909" y="9678"/>
                  </a:lnTo>
                  <a:lnTo>
                    <a:pt x="3490" y="9678"/>
                  </a:lnTo>
                  <a:cubicBezTo>
                    <a:pt x="3956" y="9678"/>
                    <a:pt x="4328" y="9306"/>
                    <a:pt x="4328" y="8841"/>
                  </a:cubicBezTo>
                  <a:lnTo>
                    <a:pt x="4328" y="8538"/>
                  </a:lnTo>
                  <a:lnTo>
                    <a:pt x="3770" y="8538"/>
                  </a:lnTo>
                  <a:lnTo>
                    <a:pt x="3770" y="8841"/>
                  </a:lnTo>
                  <a:cubicBezTo>
                    <a:pt x="3770" y="9003"/>
                    <a:pt x="3653" y="9120"/>
                    <a:pt x="3490" y="9120"/>
                  </a:cubicBezTo>
                  <a:lnTo>
                    <a:pt x="1746" y="9120"/>
                  </a:lnTo>
                  <a:lnTo>
                    <a:pt x="1746" y="9678"/>
                  </a:lnTo>
                  <a:lnTo>
                    <a:pt x="2327" y="9678"/>
                  </a:lnTo>
                  <a:lnTo>
                    <a:pt x="2327" y="10260"/>
                  </a:lnTo>
                  <a:cubicBezTo>
                    <a:pt x="2327" y="10423"/>
                    <a:pt x="2211" y="10562"/>
                    <a:pt x="2048" y="10562"/>
                  </a:cubicBezTo>
                  <a:lnTo>
                    <a:pt x="815" y="10562"/>
                  </a:lnTo>
                  <a:cubicBezTo>
                    <a:pt x="652" y="10562"/>
                    <a:pt x="536" y="10423"/>
                    <a:pt x="536" y="10260"/>
                  </a:cubicBezTo>
                  <a:lnTo>
                    <a:pt x="536" y="6607"/>
                  </a:lnTo>
                  <a:lnTo>
                    <a:pt x="1234" y="6607"/>
                  </a:lnTo>
                  <a:cubicBezTo>
                    <a:pt x="1397" y="6607"/>
                    <a:pt x="1513" y="6724"/>
                    <a:pt x="1513" y="6886"/>
                  </a:cubicBezTo>
                  <a:lnTo>
                    <a:pt x="1513" y="7445"/>
                  </a:lnTo>
                  <a:lnTo>
                    <a:pt x="2071" y="7445"/>
                  </a:lnTo>
                  <a:lnTo>
                    <a:pt x="2071" y="6886"/>
                  </a:lnTo>
                  <a:cubicBezTo>
                    <a:pt x="2071" y="6421"/>
                    <a:pt x="1699" y="6049"/>
                    <a:pt x="1234" y="6049"/>
                  </a:cubicBezTo>
                  <a:lnTo>
                    <a:pt x="536" y="6049"/>
                  </a:lnTo>
                  <a:lnTo>
                    <a:pt x="536" y="3071"/>
                  </a:lnTo>
                  <a:cubicBezTo>
                    <a:pt x="629" y="3094"/>
                    <a:pt x="722" y="3118"/>
                    <a:pt x="838" y="3118"/>
                  </a:cubicBezTo>
                  <a:lnTo>
                    <a:pt x="1676" y="3118"/>
                  </a:lnTo>
                  <a:lnTo>
                    <a:pt x="1676" y="2559"/>
                  </a:lnTo>
                  <a:lnTo>
                    <a:pt x="838" y="2559"/>
                  </a:lnTo>
                  <a:cubicBezTo>
                    <a:pt x="675" y="2559"/>
                    <a:pt x="536" y="2420"/>
                    <a:pt x="536" y="2257"/>
                  </a:cubicBezTo>
                  <a:lnTo>
                    <a:pt x="536" y="838"/>
                  </a:lnTo>
                  <a:cubicBezTo>
                    <a:pt x="536" y="675"/>
                    <a:pt x="675" y="535"/>
                    <a:pt x="838" y="535"/>
                  </a:cubicBezTo>
                  <a:lnTo>
                    <a:pt x="2048" y="535"/>
                  </a:lnTo>
                  <a:cubicBezTo>
                    <a:pt x="2211" y="535"/>
                    <a:pt x="2350" y="675"/>
                    <a:pt x="2350" y="838"/>
                  </a:cubicBezTo>
                  <a:lnTo>
                    <a:pt x="2350" y="2815"/>
                  </a:lnTo>
                  <a:lnTo>
                    <a:pt x="2909" y="2815"/>
                  </a:lnTo>
                  <a:lnTo>
                    <a:pt x="2909" y="2257"/>
                  </a:lnTo>
                  <a:lnTo>
                    <a:pt x="3490" y="2257"/>
                  </a:lnTo>
                  <a:cubicBezTo>
                    <a:pt x="3653" y="2257"/>
                    <a:pt x="3793" y="2397"/>
                    <a:pt x="3793" y="2559"/>
                  </a:cubicBezTo>
                  <a:lnTo>
                    <a:pt x="3793" y="4002"/>
                  </a:lnTo>
                  <a:lnTo>
                    <a:pt x="2676" y="4002"/>
                  </a:lnTo>
                  <a:lnTo>
                    <a:pt x="2676" y="4560"/>
                  </a:lnTo>
                  <a:lnTo>
                    <a:pt x="4630" y="4560"/>
                  </a:lnTo>
                  <a:cubicBezTo>
                    <a:pt x="4793" y="4560"/>
                    <a:pt x="4909" y="4700"/>
                    <a:pt x="4909" y="4862"/>
                  </a:cubicBezTo>
                  <a:lnTo>
                    <a:pt x="4909" y="6537"/>
                  </a:lnTo>
                  <a:cubicBezTo>
                    <a:pt x="4909" y="6700"/>
                    <a:pt x="4793" y="6817"/>
                    <a:pt x="4630" y="6817"/>
                  </a:cubicBezTo>
                  <a:lnTo>
                    <a:pt x="3793" y="6817"/>
                  </a:lnTo>
                  <a:lnTo>
                    <a:pt x="3793" y="8003"/>
                  </a:lnTo>
                  <a:lnTo>
                    <a:pt x="4351" y="8003"/>
                  </a:lnTo>
                  <a:lnTo>
                    <a:pt x="4351" y="7375"/>
                  </a:lnTo>
                  <a:lnTo>
                    <a:pt x="4630" y="7375"/>
                  </a:lnTo>
                  <a:cubicBezTo>
                    <a:pt x="5096" y="7375"/>
                    <a:pt x="5468" y="7003"/>
                    <a:pt x="5468" y="6537"/>
                  </a:cubicBezTo>
                  <a:lnTo>
                    <a:pt x="5468" y="4862"/>
                  </a:lnTo>
                  <a:cubicBezTo>
                    <a:pt x="5468" y="4397"/>
                    <a:pt x="5096" y="4025"/>
                    <a:pt x="4630" y="4025"/>
                  </a:cubicBezTo>
                  <a:lnTo>
                    <a:pt x="4351" y="4025"/>
                  </a:lnTo>
                  <a:lnTo>
                    <a:pt x="4351" y="2559"/>
                  </a:lnTo>
                  <a:cubicBezTo>
                    <a:pt x="4351" y="2094"/>
                    <a:pt x="3979" y="1722"/>
                    <a:pt x="3514" y="1722"/>
                  </a:cubicBezTo>
                  <a:lnTo>
                    <a:pt x="2909" y="1722"/>
                  </a:lnTo>
                  <a:lnTo>
                    <a:pt x="2909" y="838"/>
                  </a:lnTo>
                  <a:cubicBezTo>
                    <a:pt x="2909" y="373"/>
                    <a:pt x="2537" y="0"/>
                    <a:pt x="2071" y="0"/>
                  </a:cubicBezTo>
                  <a:lnTo>
                    <a:pt x="838" y="0"/>
                  </a:lnTo>
                  <a:cubicBezTo>
                    <a:pt x="373" y="0"/>
                    <a:pt x="1" y="373"/>
                    <a:pt x="1" y="838"/>
                  </a:cubicBezTo>
                  <a:lnTo>
                    <a:pt x="1" y="10260"/>
                  </a:lnTo>
                  <a:cubicBezTo>
                    <a:pt x="1" y="10725"/>
                    <a:pt x="373" y="11097"/>
                    <a:pt x="838" y="11097"/>
                  </a:cubicBezTo>
                  <a:close/>
                  <a:moveTo>
                    <a:pt x="838" y="11097"/>
                  </a:move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123"/>
            <p:cNvSpPr/>
            <p:nvPr/>
          </p:nvSpPr>
          <p:spPr>
            <a:xfrm>
              <a:off x="4137525" y="3379975"/>
              <a:ext cx="137275" cy="277450"/>
            </a:xfrm>
            <a:custGeom>
              <a:avLst/>
              <a:gdLst/>
              <a:ahLst/>
              <a:cxnLst/>
              <a:rect l="l" t="t" r="r" b="b"/>
              <a:pathLst>
                <a:path w="5491" h="11098" extrusionOk="0">
                  <a:moveTo>
                    <a:pt x="861" y="7375"/>
                  </a:moveTo>
                  <a:lnTo>
                    <a:pt x="1140" y="7375"/>
                  </a:lnTo>
                  <a:lnTo>
                    <a:pt x="1140" y="8817"/>
                  </a:lnTo>
                  <a:cubicBezTo>
                    <a:pt x="1140" y="9283"/>
                    <a:pt x="1513" y="9655"/>
                    <a:pt x="1978" y="9655"/>
                  </a:cubicBezTo>
                  <a:lnTo>
                    <a:pt x="2583" y="9655"/>
                  </a:lnTo>
                  <a:lnTo>
                    <a:pt x="2583" y="10236"/>
                  </a:lnTo>
                  <a:cubicBezTo>
                    <a:pt x="2583" y="10702"/>
                    <a:pt x="2955" y="11097"/>
                    <a:pt x="3420" y="11097"/>
                  </a:cubicBezTo>
                  <a:lnTo>
                    <a:pt x="4630" y="11097"/>
                  </a:lnTo>
                  <a:cubicBezTo>
                    <a:pt x="5095" y="11097"/>
                    <a:pt x="5491" y="10702"/>
                    <a:pt x="5491" y="10236"/>
                  </a:cubicBezTo>
                  <a:lnTo>
                    <a:pt x="5491" y="838"/>
                  </a:lnTo>
                  <a:cubicBezTo>
                    <a:pt x="5491" y="373"/>
                    <a:pt x="5095" y="0"/>
                    <a:pt x="4630" y="0"/>
                  </a:cubicBezTo>
                  <a:lnTo>
                    <a:pt x="3420" y="0"/>
                  </a:lnTo>
                  <a:cubicBezTo>
                    <a:pt x="2955" y="0"/>
                    <a:pt x="2583" y="373"/>
                    <a:pt x="2583" y="838"/>
                  </a:cubicBezTo>
                  <a:lnTo>
                    <a:pt x="2583" y="1722"/>
                  </a:lnTo>
                  <a:lnTo>
                    <a:pt x="1978" y="1722"/>
                  </a:lnTo>
                  <a:cubicBezTo>
                    <a:pt x="1513" y="1722"/>
                    <a:pt x="1140" y="2094"/>
                    <a:pt x="1140" y="2559"/>
                  </a:cubicBezTo>
                  <a:lnTo>
                    <a:pt x="1140" y="4002"/>
                  </a:lnTo>
                  <a:lnTo>
                    <a:pt x="838" y="4002"/>
                  </a:lnTo>
                  <a:cubicBezTo>
                    <a:pt x="373" y="4002"/>
                    <a:pt x="0" y="4397"/>
                    <a:pt x="0" y="4862"/>
                  </a:cubicBezTo>
                  <a:lnTo>
                    <a:pt x="0" y="5398"/>
                  </a:lnTo>
                  <a:lnTo>
                    <a:pt x="559" y="5398"/>
                  </a:lnTo>
                  <a:lnTo>
                    <a:pt x="559" y="4862"/>
                  </a:lnTo>
                  <a:cubicBezTo>
                    <a:pt x="559" y="4700"/>
                    <a:pt x="675" y="4560"/>
                    <a:pt x="838" y="4560"/>
                  </a:cubicBezTo>
                  <a:lnTo>
                    <a:pt x="1699" y="4560"/>
                  </a:lnTo>
                  <a:lnTo>
                    <a:pt x="1699" y="2536"/>
                  </a:lnTo>
                  <a:cubicBezTo>
                    <a:pt x="1699" y="2373"/>
                    <a:pt x="1815" y="2234"/>
                    <a:pt x="1978" y="2234"/>
                  </a:cubicBezTo>
                  <a:lnTo>
                    <a:pt x="3723" y="2234"/>
                  </a:lnTo>
                  <a:lnTo>
                    <a:pt x="3723" y="1675"/>
                  </a:lnTo>
                  <a:lnTo>
                    <a:pt x="3118" y="1675"/>
                  </a:lnTo>
                  <a:lnTo>
                    <a:pt x="3118" y="815"/>
                  </a:lnTo>
                  <a:cubicBezTo>
                    <a:pt x="3118" y="652"/>
                    <a:pt x="3257" y="512"/>
                    <a:pt x="3420" y="512"/>
                  </a:cubicBezTo>
                  <a:lnTo>
                    <a:pt x="4630" y="512"/>
                  </a:lnTo>
                  <a:cubicBezTo>
                    <a:pt x="4793" y="512"/>
                    <a:pt x="4932" y="652"/>
                    <a:pt x="4932" y="815"/>
                  </a:cubicBezTo>
                  <a:lnTo>
                    <a:pt x="4932" y="4746"/>
                  </a:lnTo>
                  <a:lnTo>
                    <a:pt x="4234" y="4746"/>
                  </a:lnTo>
                  <a:cubicBezTo>
                    <a:pt x="4072" y="4746"/>
                    <a:pt x="3932" y="4630"/>
                    <a:pt x="3932" y="4467"/>
                  </a:cubicBezTo>
                  <a:lnTo>
                    <a:pt x="3932" y="3955"/>
                  </a:lnTo>
                  <a:lnTo>
                    <a:pt x="3374" y="3955"/>
                  </a:lnTo>
                  <a:lnTo>
                    <a:pt x="3374" y="4514"/>
                  </a:lnTo>
                  <a:cubicBezTo>
                    <a:pt x="3374" y="4979"/>
                    <a:pt x="3769" y="5351"/>
                    <a:pt x="4234" y="5351"/>
                  </a:cubicBezTo>
                  <a:lnTo>
                    <a:pt x="4932" y="5351"/>
                  </a:lnTo>
                  <a:lnTo>
                    <a:pt x="4932" y="8306"/>
                  </a:lnTo>
                  <a:cubicBezTo>
                    <a:pt x="4816" y="8282"/>
                    <a:pt x="4723" y="8259"/>
                    <a:pt x="4630" y="8259"/>
                  </a:cubicBezTo>
                  <a:lnTo>
                    <a:pt x="3792" y="8259"/>
                  </a:lnTo>
                  <a:lnTo>
                    <a:pt x="3792" y="8817"/>
                  </a:lnTo>
                  <a:lnTo>
                    <a:pt x="4630" y="8817"/>
                  </a:lnTo>
                  <a:cubicBezTo>
                    <a:pt x="4793" y="8817"/>
                    <a:pt x="4932" y="8957"/>
                    <a:pt x="4932" y="9120"/>
                  </a:cubicBezTo>
                  <a:lnTo>
                    <a:pt x="4932" y="10260"/>
                  </a:lnTo>
                  <a:cubicBezTo>
                    <a:pt x="4932" y="10423"/>
                    <a:pt x="4793" y="10562"/>
                    <a:pt x="4630" y="10562"/>
                  </a:cubicBezTo>
                  <a:lnTo>
                    <a:pt x="3420" y="10562"/>
                  </a:lnTo>
                  <a:cubicBezTo>
                    <a:pt x="3257" y="10562"/>
                    <a:pt x="3118" y="10423"/>
                    <a:pt x="3118" y="10260"/>
                  </a:cubicBezTo>
                  <a:lnTo>
                    <a:pt x="3118" y="8561"/>
                  </a:lnTo>
                  <a:lnTo>
                    <a:pt x="2559" y="8561"/>
                  </a:lnTo>
                  <a:lnTo>
                    <a:pt x="2559" y="9120"/>
                  </a:lnTo>
                  <a:lnTo>
                    <a:pt x="1978" y="9120"/>
                  </a:lnTo>
                  <a:cubicBezTo>
                    <a:pt x="1815" y="9120"/>
                    <a:pt x="1675" y="8980"/>
                    <a:pt x="1675" y="8817"/>
                  </a:cubicBezTo>
                  <a:lnTo>
                    <a:pt x="1675" y="7375"/>
                  </a:lnTo>
                  <a:lnTo>
                    <a:pt x="2792" y="7375"/>
                  </a:lnTo>
                  <a:lnTo>
                    <a:pt x="2792" y="6817"/>
                  </a:lnTo>
                  <a:lnTo>
                    <a:pt x="838" y="6817"/>
                  </a:lnTo>
                  <a:cubicBezTo>
                    <a:pt x="675" y="6817"/>
                    <a:pt x="559" y="6677"/>
                    <a:pt x="559" y="6514"/>
                  </a:cubicBezTo>
                  <a:lnTo>
                    <a:pt x="559" y="5956"/>
                  </a:lnTo>
                  <a:lnTo>
                    <a:pt x="0" y="5956"/>
                  </a:lnTo>
                  <a:lnTo>
                    <a:pt x="0" y="6514"/>
                  </a:lnTo>
                  <a:cubicBezTo>
                    <a:pt x="0" y="6979"/>
                    <a:pt x="373" y="7352"/>
                    <a:pt x="838" y="7352"/>
                  </a:cubicBezTo>
                  <a:close/>
                  <a:moveTo>
                    <a:pt x="861" y="7375"/>
                  </a:move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123"/>
            <p:cNvSpPr/>
            <p:nvPr/>
          </p:nvSpPr>
          <p:spPr>
            <a:xfrm>
              <a:off x="4326550" y="3580050"/>
              <a:ext cx="13975" cy="13975"/>
            </a:xfrm>
            <a:custGeom>
              <a:avLst/>
              <a:gdLst/>
              <a:ahLst/>
              <a:cxnLst/>
              <a:rect l="l" t="t" r="r" b="b"/>
              <a:pathLst>
                <a:path w="559" h="559" extrusionOk="0">
                  <a:moveTo>
                    <a:pt x="0" y="0"/>
                  </a:moveTo>
                  <a:lnTo>
                    <a:pt x="559" y="0"/>
                  </a:lnTo>
                  <a:lnTo>
                    <a:pt x="559" y="558"/>
                  </a:lnTo>
                  <a:lnTo>
                    <a:pt x="0" y="558"/>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123"/>
            <p:cNvSpPr/>
            <p:nvPr/>
          </p:nvSpPr>
          <p:spPr>
            <a:xfrm>
              <a:off x="4326550" y="3486975"/>
              <a:ext cx="41900" cy="35500"/>
            </a:xfrm>
            <a:custGeom>
              <a:avLst/>
              <a:gdLst/>
              <a:ahLst/>
              <a:cxnLst/>
              <a:rect l="l" t="t" r="r" b="b"/>
              <a:pathLst>
                <a:path w="1676" h="1420" extrusionOk="0">
                  <a:moveTo>
                    <a:pt x="0" y="24"/>
                  </a:moveTo>
                  <a:lnTo>
                    <a:pt x="0" y="582"/>
                  </a:lnTo>
                  <a:cubicBezTo>
                    <a:pt x="0" y="1024"/>
                    <a:pt x="372" y="1420"/>
                    <a:pt x="838" y="1420"/>
                  </a:cubicBezTo>
                  <a:lnTo>
                    <a:pt x="1675" y="1420"/>
                  </a:lnTo>
                  <a:lnTo>
                    <a:pt x="1675" y="862"/>
                  </a:lnTo>
                  <a:lnTo>
                    <a:pt x="838" y="862"/>
                  </a:lnTo>
                  <a:cubicBezTo>
                    <a:pt x="675" y="862"/>
                    <a:pt x="559" y="722"/>
                    <a:pt x="559" y="559"/>
                  </a:cubicBezTo>
                  <a:lnTo>
                    <a:pt x="559" y="1"/>
                  </a:lnTo>
                  <a:close/>
                  <a:moveTo>
                    <a:pt x="0" y="24"/>
                  </a:move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123"/>
            <p:cNvSpPr/>
            <p:nvPr/>
          </p:nvSpPr>
          <p:spPr>
            <a:xfrm>
              <a:off x="4193950" y="3522450"/>
              <a:ext cx="41900" cy="34925"/>
            </a:xfrm>
            <a:custGeom>
              <a:avLst/>
              <a:gdLst/>
              <a:ahLst/>
              <a:cxnLst/>
              <a:rect l="l" t="t" r="r" b="b"/>
              <a:pathLst>
                <a:path w="1676" h="1397" extrusionOk="0">
                  <a:moveTo>
                    <a:pt x="1675" y="1397"/>
                  </a:moveTo>
                  <a:lnTo>
                    <a:pt x="1675" y="838"/>
                  </a:lnTo>
                  <a:cubicBezTo>
                    <a:pt x="1675" y="373"/>
                    <a:pt x="1303" y="1"/>
                    <a:pt x="838" y="1"/>
                  </a:cubicBezTo>
                  <a:lnTo>
                    <a:pt x="0" y="1"/>
                  </a:lnTo>
                  <a:lnTo>
                    <a:pt x="0" y="559"/>
                  </a:lnTo>
                  <a:lnTo>
                    <a:pt x="838" y="559"/>
                  </a:lnTo>
                  <a:cubicBezTo>
                    <a:pt x="1000" y="559"/>
                    <a:pt x="1117" y="676"/>
                    <a:pt x="1117" y="838"/>
                  </a:cubicBezTo>
                  <a:lnTo>
                    <a:pt x="1117" y="1397"/>
                  </a:lnTo>
                  <a:close/>
                  <a:moveTo>
                    <a:pt x="1675" y="1397"/>
                  </a:move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123"/>
            <p:cNvSpPr/>
            <p:nvPr/>
          </p:nvSpPr>
          <p:spPr>
            <a:xfrm>
              <a:off x="4221850" y="3450925"/>
              <a:ext cx="14000" cy="13975"/>
            </a:xfrm>
            <a:custGeom>
              <a:avLst/>
              <a:gdLst/>
              <a:ahLst/>
              <a:cxnLst/>
              <a:rect l="l" t="t" r="r" b="b"/>
              <a:pathLst>
                <a:path w="560" h="559" extrusionOk="0">
                  <a:moveTo>
                    <a:pt x="1" y="1"/>
                  </a:moveTo>
                  <a:lnTo>
                    <a:pt x="559" y="1"/>
                  </a:lnTo>
                  <a:lnTo>
                    <a:pt x="559" y="559"/>
                  </a:lnTo>
                  <a:lnTo>
                    <a:pt x="1" y="559"/>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1" name="Google Shape;6711;p123"/>
          <p:cNvGrpSpPr/>
          <p:nvPr/>
        </p:nvGrpSpPr>
        <p:grpSpPr>
          <a:xfrm>
            <a:off x="711983" y="1593183"/>
            <a:ext cx="3293400" cy="2483185"/>
            <a:chOff x="711983" y="1593183"/>
            <a:chExt cx="3293400" cy="2483185"/>
          </a:xfrm>
        </p:grpSpPr>
        <p:grpSp>
          <p:nvGrpSpPr>
            <p:cNvPr id="6712" name="Google Shape;6712;p123"/>
            <p:cNvGrpSpPr/>
            <p:nvPr/>
          </p:nvGrpSpPr>
          <p:grpSpPr>
            <a:xfrm>
              <a:off x="1201199" y="1745495"/>
              <a:ext cx="2331407" cy="2330874"/>
              <a:chOff x="3990000" y="975400"/>
              <a:chExt cx="3934200" cy="3933300"/>
            </a:xfrm>
          </p:grpSpPr>
          <p:sp>
            <p:nvSpPr>
              <p:cNvPr id="6713" name="Google Shape;6713;p123"/>
              <p:cNvSpPr/>
              <p:nvPr/>
            </p:nvSpPr>
            <p:spPr>
              <a:xfrm>
                <a:off x="3990000" y="975400"/>
                <a:ext cx="3934200" cy="3933300"/>
              </a:xfrm>
              <a:prstGeom prst="ellipse">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123"/>
              <p:cNvSpPr/>
              <p:nvPr/>
            </p:nvSpPr>
            <p:spPr>
              <a:xfrm>
                <a:off x="4346550" y="1331800"/>
                <a:ext cx="3221100" cy="3220500"/>
              </a:xfrm>
              <a:prstGeom prst="ellipse">
                <a:avLst/>
              </a:prstGeom>
              <a:solidFill>
                <a:schemeClr val="accent3"/>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123"/>
              <p:cNvSpPr/>
              <p:nvPr/>
            </p:nvSpPr>
            <p:spPr>
              <a:xfrm>
                <a:off x="4786800" y="1771750"/>
                <a:ext cx="2340600" cy="2340600"/>
              </a:xfrm>
              <a:prstGeom prst="ellipse">
                <a:avLst/>
              </a:prstGeom>
              <a:solidFill>
                <a:schemeClr val="accent6"/>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123"/>
              <p:cNvSpPr/>
              <p:nvPr/>
            </p:nvSpPr>
            <p:spPr>
              <a:xfrm>
                <a:off x="5218650" y="2203450"/>
                <a:ext cx="1476900" cy="1477200"/>
              </a:xfrm>
              <a:prstGeom prst="ellipse">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17" name="Google Shape;6717;p123"/>
            <p:cNvSpPr/>
            <p:nvPr/>
          </p:nvSpPr>
          <p:spPr>
            <a:xfrm>
              <a:off x="2194283" y="1739283"/>
              <a:ext cx="344400" cy="3444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718" name="Google Shape;6718;p123"/>
            <p:cNvCxnSpPr>
              <a:stCxn id="6717" idx="0"/>
            </p:cNvCxnSpPr>
            <p:nvPr/>
          </p:nvCxnSpPr>
          <p:spPr>
            <a:xfrm rot="5400000" flipH="1">
              <a:off x="1466183" y="838983"/>
              <a:ext cx="146100" cy="1654500"/>
            </a:xfrm>
            <a:prstGeom prst="bentConnector2">
              <a:avLst/>
            </a:prstGeom>
            <a:noFill/>
            <a:ln w="28575" cap="flat" cmpd="sng">
              <a:solidFill>
                <a:schemeClr val="accent5"/>
              </a:solidFill>
              <a:prstDash val="solid"/>
              <a:round/>
              <a:headEnd type="none" w="med" len="med"/>
              <a:tailEnd type="oval" w="med" len="med"/>
            </a:ln>
          </p:spPr>
        </p:cxnSp>
        <p:sp>
          <p:nvSpPr>
            <p:cNvPr id="6719" name="Google Shape;6719;p123"/>
            <p:cNvSpPr/>
            <p:nvPr/>
          </p:nvSpPr>
          <p:spPr>
            <a:xfrm>
              <a:off x="2194283" y="1954090"/>
              <a:ext cx="344400" cy="3444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720" name="Google Shape;6720;p123"/>
            <p:cNvCxnSpPr>
              <a:stCxn id="6719" idx="0"/>
            </p:cNvCxnSpPr>
            <p:nvPr/>
          </p:nvCxnSpPr>
          <p:spPr>
            <a:xfrm rot="5400000" flipH="1">
              <a:off x="1502783" y="1090390"/>
              <a:ext cx="75300" cy="1652100"/>
            </a:xfrm>
            <a:prstGeom prst="bentConnector2">
              <a:avLst/>
            </a:prstGeom>
            <a:noFill/>
            <a:ln w="28575" cap="flat" cmpd="sng">
              <a:solidFill>
                <a:schemeClr val="accent5"/>
              </a:solidFill>
              <a:prstDash val="solid"/>
              <a:round/>
              <a:headEnd type="none" w="med" len="med"/>
              <a:tailEnd type="oval" w="med" len="med"/>
            </a:ln>
          </p:spPr>
        </p:cxnSp>
        <p:sp>
          <p:nvSpPr>
            <p:cNvPr id="6721" name="Google Shape;6721;p123"/>
            <p:cNvSpPr/>
            <p:nvPr/>
          </p:nvSpPr>
          <p:spPr>
            <a:xfrm>
              <a:off x="2194283" y="2999820"/>
              <a:ext cx="344400" cy="3444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123"/>
            <p:cNvSpPr/>
            <p:nvPr/>
          </p:nvSpPr>
          <p:spPr>
            <a:xfrm>
              <a:off x="2194283" y="3258595"/>
              <a:ext cx="344400" cy="3444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723" name="Google Shape;6723;p123"/>
            <p:cNvCxnSpPr>
              <a:stCxn id="6721" idx="4"/>
            </p:cNvCxnSpPr>
            <p:nvPr/>
          </p:nvCxnSpPr>
          <p:spPr>
            <a:xfrm rot="-5400000" flipH="1">
              <a:off x="3133433" y="2577270"/>
              <a:ext cx="105000" cy="1638900"/>
            </a:xfrm>
            <a:prstGeom prst="bentConnector2">
              <a:avLst/>
            </a:prstGeom>
            <a:noFill/>
            <a:ln w="28575" cap="flat" cmpd="sng">
              <a:solidFill>
                <a:schemeClr val="accent5"/>
              </a:solidFill>
              <a:prstDash val="solid"/>
              <a:round/>
              <a:headEnd type="none" w="med" len="med"/>
              <a:tailEnd type="oval" w="med" len="med"/>
            </a:ln>
          </p:spPr>
        </p:cxnSp>
        <p:cxnSp>
          <p:nvCxnSpPr>
            <p:cNvPr id="6724" name="Google Shape;6724;p123"/>
            <p:cNvCxnSpPr>
              <a:stCxn id="6722" idx="4"/>
            </p:cNvCxnSpPr>
            <p:nvPr/>
          </p:nvCxnSpPr>
          <p:spPr>
            <a:xfrm rot="-5400000" flipH="1">
              <a:off x="3120533" y="2848945"/>
              <a:ext cx="130800" cy="1638900"/>
            </a:xfrm>
            <a:prstGeom prst="bentConnector2">
              <a:avLst/>
            </a:prstGeom>
            <a:noFill/>
            <a:ln w="28575" cap="flat" cmpd="sng">
              <a:solidFill>
                <a:schemeClr val="accent5"/>
              </a:solidFill>
              <a:prstDash val="solid"/>
              <a:round/>
              <a:headEnd type="none" w="med" len="med"/>
              <a:tailEnd type="oval" w="med" len="med"/>
            </a:ln>
          </p:spPr>
        </p:cxnSp>
      </p:grpSp>
      <p:sp>
        <p:nvSpPr>
          <p:cNvPr id="6725" name="Google Shape;6725;p123">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123">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2"/>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Shape 6730"/>
        <p:cNvGrpSpPr/>
        <p:nvPr/>
      </p:nvGrpSpPr>
      <p:grpSpPr>
        <a:xfrm>
          <a:off x="0" y="0"/>
          <a:ext cx="0" cy="0"/>
          <a:chOff x="0" y="0"/>
          <a:chExt cx="0" cy="0"/>
        </a:xfrm>
      </p:grpSpPr>
      <p:sp>
        <p:nvSpPr>
          <p:cNvPr id="6731" name="Google Shape;6731;p124"/>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RESOURCES</a:t>
            </a:r>
            <a:endParaRPr/>
          </a:p>
        </p:txBody>
      </p:sp>
      <p:sp>
        <p:nvSpPr>
          <p:cNvPr id="6732" name="Google Shape;6732;p124"/>
          <p:cNvSpPr txBox="1">
            <a:spLocks noGrp="1"/>
          </p:cNvSpPr>
          <p:nvPr>
            <p:ph type="body" idx="1"/>
          </p:nvPr>
        </p:nvSpPr>
        <p:spPr>
          <a:xfrm>
            <a:off x="722375" y="1104850"/>
            <a:ext cx="7699200" cy="3498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400"/>
              <a:t>Did you like the resources on this template? Get them for free at our other websites:</a:t>
            </a:r>
            <a:endParaRPr sz="1400"/>
          </a:p>
          <a:p>
            <a:pPr marL="0" lvl="0" indent="0" algn="l" rtl="0">
              <a:spcBef>
                <a:spcPts val="1600"/>
              </a:spcBef>
              <a:spcAft>
                <a:spcPts val="0"/>
              </a:spcAft>
              <a:buClr>
                <a:schemeClr val="dk1"/>
              </a:buClr>
              <a:buSzPts val="1100"/>
              <a:buFont typeface="Arial"/>
              <a:buNone/>
            </a:pPr>
            <a:r>
              <a:rPr lang="en" sz="2000">
                <a:latin typeface="Aldrich"/>
                <a:ea typeface="Aldrich"/>
                <a:cs typeface="Aldrich"/>
                <a:sym typeface="Aldrich"/>
              </a:rPr>
              <a:t>Photos</a:t>
            </a:r>
            <a:endParaRPr sz="2000">
              <a:latin typeface="Aldrich"/>
              <a:ea typeface="Aldrich"/>
              <a:cs typeface="Aldrich"/>
              <a:sym typeface="Aldrich"/>
            </a:endParaRPr>
          </a:p>
          <a:p>
            <a:pPr marL="457200" lvl="0" indent="-317500" algn="l" rtl="0">
              <a:spcBef>
                <a:spcPts val="0"/>
              </a:spcBef>
              <a:spcAft>
                <a:spcPts val="0"/>
              </a:spcAft>
              <a:buSzPts val="1400"/>
              <a:buChar char="●"/>
            </a:pPr>
            <a:r>
              <a:rPr lang="en" sz="1400">
                <a:solidFill>
                  <a:schemeClr val="hlink"/>
                </a:solidFill>
                <a:uFill>
                  <a:noFill/>
                </a:uFill>
                <a:hlinkClick r:id="rId3"/>
              </a:rPr>
              <a:t>Globe and books near laptop</a:t>
            </a:r>
            <a:endParaRPr sz="1400"/>
          </a:p>
          <a:p>
            <a:pPr marL="457200" lvl="0" indent="-317500" algn="l" rtl="0">
              <a:spcBef>
                <a:spcPts val="0"/>
              </a:spcBef>
              <a:spcAft>
                <a:spcPts val="0"/>
              </a:spcAft>
              <a:buSzPts val="1400"/>
              <a:buChar char="●"/>
            </a:pPr>
            <a:r>
              <a:rPr lang="en" sz="1400">
                <a:solidFill>
                  <a:schemeClr val="hlink"/>
                </a:solidFill>
                <a:uFill>
                  <a:noFill/>
                </a:uFill>
                <a:hlinkClick r:id="rId4"/>
              </a:rPr>
              <a:t>Kids and teacher posing while wearing a medical mask </a:t>
            </a:r>
            <a:endParaRPr sz="1400"/>
          </a:p>
          <a:p>
            <a:pPr marL="457200" lvl="0" indent="-317500" algn="l" rtl="0">
              <a:spcBef>
                <a:spcPts val="0"/>
              </a:spcBef>
              <a:spcAft>
                <a:spcPts val="0"/>
              </a:spcAft>
              <a:buSzPts val="1400"/>
              <a:buChar char="●"/>
            </a:pPr>
            <a:r>
              <a:rPr lang="en" sz="1400">
                <a:solidFill>
                  <a:schemeClr val="hlink"/>
                </a:solidFill>
                <a:uFill>
                  <a:noFill/>
                </a:uFill>
                <a:hlinkClick r:id="rId5"/>
              </a:rPr>
              <a:t>Happy teenager making notes near laptop</a:t>
            </a:r>
            <a:endParaRPr sz="1400"/>
          </a:p>
          <a:p>
            <a:pPr marL="0" lvl="0" indent="0" algn="l" rtl="0">
              <a:spcBef>
                <a:spcPts val="1600"/>
              </a:spcBef>
              <a:spcAft>
                <a:spcPts val="0"/>
              </a:spcAft>
              <a:buNone/>
            </a:pPr>
            <a:r>
              <a:rPr lang="en" sz="2000">
                <a:latin typeface="Aldrich"/>
                <a:ea typeface="Aldrich"/>
                <a:cs typeface="Aldrich"/>
                <a:sym typeface="Aldrich"/>
              </a:rPr>
              <a:t>Vectors</a:t>
            </a:r>
            <a:endParaRPr sz="2000">
              <a:latin typeface="Aldrich"/>
              <a:ea typeface="Aldrich"/>
              <a:cs typeface="Aldrich"/>
              <a:sym typeface="Aldrich"/>
            </a:endParaRPr>
          </a:p>
          <a:p>
            <a:pPr marL="457200" lvl="0" indent="-317500" algn="l" rtl="0">
              <a:spcBef>
                <a:spcPts val="0"/>
              </a:spcBef>
              <a:spcAft>
                <a:spcPts val="0"/>
              </a:spcAft>
              <a:buSzPts val="1400"/>
              <a:buChar char="●"/>
            </a:pPr>
            <a:r>
              <a:rPr lang="en" sz="1400">
                <a:solidFill>
                  <a:schemeClr val="hlink"/>
                </a:solidFill>
                <a:uFill>
                  <a:noFill/>
                </a:uFill>
                <a:hlinkClick r:id="rId6"/>
              </a:rPr>
              <a:t>Online certification with laptop</a:t>
            </a:r>
            <a:endParaRPr sz="1400"/>
          </a:p>
          <a:p>
            <a:pPr marL="457200" lvl="0" indent="-317500" algn="l" rtl="0">
              <a:spcBef>
                <a:spcPts val="0"/>
              </a:spcBef>
              <a:spcAft>
                <a:spcPts val="0"/>
              </a:spcAft>
              <a:buSzPts val="1400"/>
              <a:buChar char="●"/>
            </a:pPr>
            <a:r>
              <a:rPr lang="en" sz="1400">
                <a:solidFill>
                  <a:schemeClr val="hlink"/>
                </a:solidFill>
                <a:uFill>
                  <a:noFill/>
                </a:uFill>
                <a:hlinkClick r:id="rId7"/>
              </a:rPr>
              <a:t>Online certification concept</a:t>
            </a:r>
            <a:endParaRPr sz="1400"/>
          </a:p>
          <a:p>
            <a:pPr marL="457200" lvl="0" indent="-317500" algn="l" rtl="0">
              <a:spcBef>
                <a:spcPts val="0"/>
              </a:spcBef>
              <a:spcAft>
                <a:spcPts val="0"/>
              </a:spcAft>
              <a:buSzPts val="1400"/>
              <a:buChar char="●"/>
            </a:pPr>
            <a:r>
              <a:rPr lang="en" sz="1400">
                <a:solidFill>
                  <a:schemeClr val="hlink"/>
                </a:solidFill>
                <a:uFill>
                  <a:noFill/>
                </a:uFill>
                <a:hlinkClick r:id="rId8"/>
              </a:rPr>
              <a:t>Online certification concept</a:t>
            </a:r>
            <a:endParaRPr/>
          </a:p>
          <a:p>
            <a:pPr marL="457200" lvl="0" indent="-317500" algn="l" rtl="0">
              <a:spcBef>
                <a:spcPts val="0"/>
              </a:spcBef>
              <a:spcAft>
                <a:spcPts val="0"/>
              </a:spcAft>
              <a:buSzPts val="1400"/>
              <a:buChar char="●"/>
            </a:pPr>
            <a:r>
              <a:rPr lang="en" sz="1400">
                <a:solidFill>
                  <a:schemeClr val="hlink"/>
                </a:solidFill>
                <a:uFill>
                  <a:noFill/>
                </a:uFill>
                <a:hlinkClick r:id="rId9"/>
              </a:rPr>
              <a:t>Online certification for college graduates</a:t>
            </a:r>
            <a:endParaRPr/>
          </a:p>
          <a:p>
            <a:pPr marL="0" lvl="0" indent="0" algn="l" rtl="0">
              <a:spcBef>
                <a:spcPts val="1600"/>
              </a:spcBef>
              <a:spcAft>
                <a:spcPts val="0"/>
              </a:spcAft>
              <a:buNone/>
            </a:pPr>
            <a:r>
              <a:rPr lang="en" sz="2000">
                <a:latin typeface="Aldrich"/>
                <a:ea typeface="Aldrich"/>
                <a:cs typeface="Aldrich"/>
                <a:sym typeface="Aldrich"/>
              </a:rPr>
              <a:t>Icons</a:t>
            </a:r>
            <a:endParaRPr sz="2000">
              <a:latin typeface="Aldrich"/>
              <a:ea typeface="Aldrich"/>
              <a:cs typeface="Aldrich"/>
              <a:sym typeface="Aldrich"/>
            </a:endParaRPr>
          </a:p>
          <a:p>
            <a:pPr marL="457200" lvl="0" indent="-317500" algn="l" rtl="0">
              <a:spcBef>
                <a:spcPts val="0"/>
              </a:spcBef>
              <a:spcAft>
                <a:spcPts val="0"/>
              </a:spcAft>
              <a:buSzPts val="1400"/>
              <a:buChar char="●"/>
            </a:pPr>
            <a:r>
              <a:rPr lang="en" sz="1400">
                <a:solidFill>
                  <a:schemeClr val="hlink"/>
                </a:solidFill>
                <a:uFill>
                  <a:noFill/>
                </a:uFill>
                <a:hlinkClick r:id="rId10"/>
              </a:rPr>
              <a:t>Education Icon Pack</a:t>
            </a:r>
            <a:endParaRPr sz="1400"/>
          </a:p>
        </p:txBody>
      </p:sp>
      <p:sp>
        <p:nvSpPr>
          <p:cNvPr id="6733" name="Google Shape;6733;p124">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124">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push dir="r"/>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Shape 6738"/>
        <p:cNvGrpSpPr/>
        <p:nvPr/>
      </p:nvGrpSpPr>
      <p:grpSpPr>
        <a:xfrm>
          <a:off x="0" y="0"/>
          <a:ext cx="0" cy="0"/>
          <a:chOff x="0" y="0"/>
          <a:chExt cx="0" cy="0"/>
        </a:xfrm>
      </p:grpSpPr>
      <p:sp>
        <p:nvSpPr>
          <p:cNvPr id="6739" name="Google Shape;6739;p125"/>
          <p:cNvSpPr txBox="1">
            <a:spLocks noGrp="1"/>
          </p:cNvSpPr>
          <p:nvPr>
            <p:ph type="body" idx="2"/>
          </p:nvPr>
        </p:nvSpPr>
        <p:spPr>
          <a:xfrm>
            <a:off x="718500" y="1285877"/>
            <a:ext cx="3840000" cy="3244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400"/>
              <a:t>Did you like the resources on this template? Get them for free at our other websites:</a:t>
            </a:r>
            <a:endParaRPr sz="1400"/>
          </a:p>
          <a:p>
            <a:pPr marL="0" lvl="0" indent="0" algn="l" rtl="0">
              <a:spcBef>
                <a:spcPts val="1600"/>
              </a:spcBef>
              <a:spcAft>
                <a:spcPts val="0"/>
              </a:spcAft>
              <a:buClr>
                <a:schemeClr val="dk1"/>
              </a:buClr>
              <a:buSzPts val="1100"/>
              <a:buFont typeface="Arial"/>
              <a:buNone/>
            </a:pPr>
            <a:r>
              <a:rPr lang="en" sz="2000">
                <a:latin typeface="Aldrich"/>
                <a:ea typeface="Aldrich"/>
                <a:cs typeface="Aldrich"/>
                <a:sym typeface="Aldrich"/>
              </a:rPr>
              <a:t>Vectors</a:t>
            </a:r>
            <a:endParaRPr sz="2000">
              <a:latin typeface="Aldrich"/>
              <a:ea typeface="Aldrich"/>
              <a:cs typeface="Aldrich"/>
              <a:sym typeface="Aldrich"/>
            </a:endParaRPr>
          </a:p>
          <a:p>
            <a:pPr marL="457200" lvl="0" indent="-317500" algn="l" rtl="0">
              <a:spcBef>
                <a:spcPts val="0"/>
              </a:spcBef>
              <a:spcAft>
                <a:spcPts val="0"/>
              </a:spcAft>
              <a:buSzPts val="1400"/>
              <a:buChar char="●"/>
            </a:pPr>
            <a:r>
              <a:rPr lang="en" sz="1400">
                <a:solidFill>
                  <a:schemeClr val="hlink"/>
                </a:solidFill>
                <a:uFill>
                  <a:noFill/>
                </a:uFill>
                <a:hlinkClick r:id="rId3"/>
              </a:rPr>
              <a:t>Illustrated graduates wearing medical masks at their ceremony</a:t>
            </a:r>
            <a:endParaRPr sz="1400"/>
          </a:p>
          <a:p>
            <a:pPr marL="457200" lvl="0" indent="-317500" algn="l" rtl="0">
              <a:spcBef>
                <a:spcPts val="0"/>
              </a:spcBef>
              <a:spcAft>
                <a:spcPts val="0"/>
              </a:spcAft>
              <a:buSzPts val="1400"/>
              <a:buChar char="●"/>
            </a:pPr>
            <a:r>
              <a:rPr lang="en" sz="1400">
                <a:solidFill>
                  <a:schemeClr val="hlink"/>
                </a:solidFill>
                <a:uFill>
                  <a:noFill/>
                </a:uFill>
                <a:hlinkClick r:id="rId4"/>
              </a:rPr>
              <a:t>Illustration of graduation ceremony on online platform</a:t>
            </a:r>
            <a:endParaRPr sz="1400"/>
          </a:p>
          <a:p>
            <a:pPr marL="457200" lvl="0" indent="-317500" algn="l" rtl="0">
              <a:spcBef>
                <a:spcPts val="0"/>
              </a:spcBef>
              <a:spcAft>
                <a:spcPts val="0"/>
              </a:spcAft>
              <a:buSzPts val="1400"/>
              <a:buChar char="●"/>
            </a:pPr>
            <a:r>
              <a:rPr lang="en" sz="1400">
                <a:solidFill>
                  <a:schemeClr val="hlink"/>
                </a:solidFill>
                <a:uFill>
                  <a:noFill/>
                </a:uFill>
                <a:hlinkClick r:id="rId5"/>
              </a:rPr>
              <a:t>Online certification with tablet</a:t>
            </a:r>
            <a:endParaRPr sz="1400"/>
          </a:p>
          <a:p>
            <a:pPr marL="457200" lvl="0" indent="-317500" algn="l" rtl="0">
              <a:spcBef>
                <a:spcPts val="0"/>
              </a:spcBef>
              <a:spcAft>
                <a:spcPts val="0"/>
              </a:spcAft>
              <a:buSzPts val="1400"/>
              <a:buChar char="●"/>
            </a:pPr>
            <a:r>
              <a:rPr lang="en" sz="1400">
                <a:solidFill>
                  <a:schemeClr val="hlink"/>
                </a:solidFill>
                <a:uFill>
                  <a:noFill/>
                </a:uFill>
                <a:hlinkClick r:id="rId6"/>
              </a:rPr>
              <a:t>Illustration of graduates wearing medical masks at their ceremony</a:t>
            </a:r>
            <a:endParaRPr/>
          </a:p>
          <a:p>
            <a:pPr marL="0" lvl="0" indent="0" algn="l" rtl="0">
              <a:spcBef>
                <a:spcPts val="1600"/>
              </a:spcBef>
              <a:spcAft>
                <a:spcPts val="0"/>
              </a:spcAft>
              <a:buNone/>
            </a:pPr>
            <a:r>
              <a:rPr lang="en" sz="2000">
                <a:latin typeface="Aldrich"/>
                <a:ea typeface="Aldrich"/>
                <a:cs typeface="Aldrich"/>
                <a:sym typeface="Aldrich"/>
              </a:rPr>
              <a:t>Icons</a:t>
            </a:r>
            <a:endParaRPr sz="2000">
              <a:latin typeface="Aldrich"/>
              <a:ea typeface="Aldrich"/>
              <a:cs typeface="Aldrich"/>
              <a:sym typeface="Aldrich"/>
            </a:endParaRPr>
          </a:p>
          <a:p>
            <a:pPr marL="457200" lvl="0" indent="-317500" algn="l" rtl="0">
              <a:spcBef>
                <a:spcPts val="0"/>
              </a:spcBef>
              <a:spcAft>
                <a:spcPts val="0"/>
              </a:spcAft>
              <a:buSzPts val="1400"/>
              <a:buChar char="●"/>
            </a:pPr>
            <a:r>
              <a:rPr lang="en" sz="1400">
                <a:uFill>
                  <a:noFill/>
                </a:uFill>
                <a:hlinkClick r:id="rId7"/>
              </a:rPr>
              <a:t>Teacher Icon Pack</a:t>
            </a:r>
            <a:endParaRPr/>
          </a:p>
          <a:p>
            <a:pPr marL="0" lvl="0" indent="0" algn="l" rtl="0">
              <a:spcBef>
                <a:spcPts val="1600"/>
              </a:spcBef>
              <a:spcAft>
                <a:spcPts val="1600"/>
              </a:spcAft>
              <a:buNone/>
            </a:pPr>
            <a:endParaRPr/>
          </a:p>
        </p:txBody>
      </p:sp>
      <p:sp>
        <p:nvSpPr>
          <p:cNvPr id="6740" name="Google Shape;6740;p125"/>
          <p:cNvSpPr txBox="1">
            <a:spLocks noGrp="1"/>
          </p:cNvSpPr>
          <p:nvPr>
            <p:ph type="title"/>
          </p:nvPr>
        </p:nvSpPr>
        <p:spPr>
          <a:xfrm>
            <a:off x="722375" y="530750"/>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RESOURCES I</a:t>
            </a:r>
            <a:endParaRPr/>
          </a:p>
        </p:txBody>
      </p:sp>
      <p:sp>
        <p:nvSpPr>
          <p:cNvPr id="6741" name="Google Shape;6741;p125"/>
          <p:cNvSpPr txBox="1">
            <a:spLocks noGrp="1"/>
          </p:cNvSpPr>
          <p:nvPr>
            <p:ph type="body" idx="1"/>
          </p:nvPr>
        </p:nvSpPr>
        <p:spPr>
          <a:xfrm>
            <a:off x="4566600" y="1285977"/>
            <a:ext cx="3858900" cy="3244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2000">
                <a:latin typeface="Aldrich"/>
                <a:ea typeface="Aldrich"/>
                <a:cs typeface="Aldrich"/>
                <a:sym typeface="Aldrich"/>
              </a:rPr>
              <a:t>Photo</a:t>
            </a:r>
            <a:endParaRPr sz="2000">
              <a:latin typeface="Aldrich"/>
              <a:ea typeface="Aldrich"/>
              <a:cs typeface="Aldrich"/>
              <a:sym typeface="Aldrich"/>
            </a:endParaRPr>
          </a:p>
          <a:p>
            <a:pPr marL="457200" lvl="0" indent="-317500" algn="l" rtl="0">
              <a:spcBef>
                <a:spcPts val="0"/>
              </a:spcBef>
              <a:spcAft>
                <a:spcPts val="0"/>
              </a:spcAft>
              <a:buSzPts val="1400"/>
              <a:buChar char="●"/>
            </a:pPr>
            <a:r>
              <a:rPr lang="en" sz="1400">
                <a:uFill>
                  <a:noFill/>
                </a:uFill>
                <a:hlinkClick r:id="rId8"/>
              </a:rPr>
              <a:t>Teenagers using laptop</a:t>
            </a:r>
            <a:endParaRPr sz="1400"/>
          </a:p>
          <a:p>
            <a:pPr marL="457200" lvl="0" indent="-317500" algn="l" rtl="0">
              <a:spcBef>
                <a:spcPts val="0"/>
              </a:spcBef>
              <a:spcAft>
                <a:spcPts val="0"/>
              </a:spcAft>
              <a:buSzPts val="1400"/>
              <a:buChar char="●"/>
            </a:pPr>
            <a:r>
              <a:rPr lang="en" sz="1400">
                <a:uFill>
                  <a:noFill/>
                </a:uFill>
                <a:hlinkClick r:id="rId9"/>
              </a:rPr>
              <a:t>Guy using his laptop over the shoulder view</a:t>
            </a:r>
            <a:endParaRPr sz="1400"/>
          </a:p>
          <a:p>
            <a:pPr marL="457200" lvl="0" indent="-317500" algn="l" rtl="0">
              <a:spcBef>
                <a:spcPts val="0"/>
              </a:spcBef>
              <a:spcAft>
                <a:spcPts val="0"/>
              </a:spcAft>
              <a:buSzPts val="1400"/>
              <a:buChar char="●"/>
            </a:pPr>
            <a:r>
              <a:rPr lang="en" sz="1400">
                <a:uFill>
                  <a:noFill/>
                </a:uFill>
                <a:hlinkClick r:id="rId10"/>
              </a:rPr>
              <a:t>Man holding his laptop and looking at camera</a:t>
            </a:r>
            <a:endParaRPr/>
          </a:p>
          <a:p>
            <a:pPr marL="457200" lvl="0" indent="-317500" algn="l" rtl="0">
              <a:spcBef>
                <a:spcPts val="0"/>
              </a:spcBef>
              <a:spcAft>
                <a:spcPts val="0"/>
              </a:spcAft>
              <a:buSzPts val="1400"/>
              <a:buChar char="●"/>
            </a:pPr>
            <a:r>
              <a:rPr lang="en" sz="1400">
                <a:uFill>
                  <a:noFill/>
                </a:uFill>
                <a:hlinkClick r:id="rId11"/>
              </a:rPr>
              <a:t>People working together in a startup company</a:t>
            </a:r>
            <a:endParaRPr/>
          </a:p>
          <a:p>
            <a:pPr marL="457200" lvl="0" indent="-317500" algn="l" rtl="0">
              <a:spcBef>
                <a:spcPts val="0"/>
              </a:spcBef>
              <a:spcAft>
                <a:spcPts val="0"/>
              </a:spcAft>
              <a:buSzPts val="1400"/>
              <a:buChar char="●"/>
            </a:pPr>
            <a:r>
              <a:rPr lang="en" sz="1400">
                <a:solidFill>
                  <a:schemeClr val="hlink"/>
                </a:solidFill>
                <a:uFill>
                  <a:noFill/>
                </a:uFill>
                <a:hlinkClick r:id="rId12"/>
              </a:rPr>
              <a:t>People looking at tablet</a:t>
            </a:r>
            <a:endParaRPr sz="1400"/>
          </a:p>
          <a:p>
            <a:pPr marL="457200" lvl="0" indent="-317500" algn="l" rtl="0">
              <a:spcBef>
                <a:spcPts val="0"/>
              </a:spcBef>
              <a:spcAft>
                <a:spcPts val="0"/>
              </a:spcAft>
              <a:buSzPts val="1400"/>
              <a:buChar char="●"/>
            </a:pPr>
            <a:r>
              <a:rPr lang="en" sz="1400">
                <a:uFill>
                  <a:noFill/>
                </a:uFill>
                <a:hlinkClick r:id="rId13"/>
              </a:rPr>
              <a:t>Woman with graduation diploma</a:t>
            </a:r>
            <a:endParaRPr sz="1400"/>
          </a:p>
          <a:p>
            <a:pPr marL="457200" lvl="0" indent="-317500" algn="l" rtl="0">
              <a:spcBef>
                <a:spcPts val="0"/>
              </a:spcBef>
              <a:spcAft>
                <a:spcPts val="0"/>
              </a:spcAft>
              <a:buSzPts val="1400"/>
              <a:buChar char="●"/>
            </a:pPr>
            <a:r>
              <a:rPr lang="en" sz="1400">
                <a:solidFill>
                  <a:schemeClr val="hlink"/>
                </a:solidFill>
                <a:uFill>
                  <a:noFill/>
                </a:uFill>
                <a:hlinkClick r:id="rId14"/>
              </a:rPr>
              <a:t>Smiley female teacher using laptop from home to hold an online class</a:t>
            </a:r>
            <a:endParaRPr/>
          </a:p>
          <a:p>
            <a:pPr marL="457200" lvl="0" indent="-317500" algn="l" rtl="0">
              <a:spcBef>
                <a:spcPts val="0"/>
              </a:spcBef>
              <a:spcAft>
                <a:spcPts val="0"/>
              </a:spcAft>
              <a:buSzPts val="1400"/>
              <a:buChar char="●"/>
            </a:pPr>
            <a:r>
              <a:rPr lang="en" sz="1400">
                <a:solidFill>
                  <a:schemeClr val="hlink"/>
                </a:solidFill>
                <a:uFill>
                  <a:noFill/>
                </a:uFill>
                <a:hlinkClick r:id="rId15"/>
              </a:rPr>
              <a:t>Copy space woman with graduation diploma</a:t>
            </a:r>
            <a:endParaRPr/>
          </a:p>
        </p:txBody>
      </p:sp>
      <p:sp>
        <p:nvSpPr>
          <p:cNvPr id="6742" name="Google Shape;6742;p125">
            <a:hlinkClick r:id="" action="ppaction://hlinkshowjump?jump=previousslide"/>
          </p:cNvPr>
          <p:cNvSpPr/>
          <p:nvPr/>
        </p:nvSpPr>
        <p:spPr>
          <a:xfrm>
            <a:off x="139872" y="2378398"/>
            <a:ext cx="430800" cy="386700"/>
          </a:xfrm>
          <a:prstGeom prst="leftArrow">
            <a:avLst>
              <a:gd name="adj1" fmla="val 50000"/>
              <a:gd name="adj2" fmla="val 50000"/>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125">
            <a:hlinkClick r:id="" action="ppaction://hlinkshowjump?jump=nextslide"/>
          </p:cNvPr>
          <p:cNvSpPr/>
          <p:nvPr/>
        </p:nvSpPr>
        <p:spPr>
          <a:xfrm flipH="1">
            <a:off x="8601644" y="2378398"/>
            <a:ext cx="430800" cy="386700"/>
          </a:xfrm>
          <a:prstGeom prst="leftArrow">
            <a:avLst>
              <a:gd name="adj1" fmla="val 50000"/>
              <a:gd name="adj2" fmla="val 50000"/>
            </a:avLst>
          </a:prstGeom>
          <a:solidFill>
            <a:schemeClr val="accent1"/>
          </a:solidFill>
          <a:ln w="2857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push dir="r"/>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747"/>
        <p:cNvGrpSpPr/>
        <p:nvPr/>
      </p:nvGrpSpPr>
      <p:grpSpPr>
        <a:xfrm>
          <a:off x="0" y="0"/>
          <a:ext cx="0" cy="0"/>
          <a:chOff x="0" y="0"/>
          <a:chExt cx="0" cy="0"/>
        </a:xfrm>
      </p:grpSpPr>
      <p:sp>
        <p:nvSpPr>
          <p:cNvPr id="6748" name="Google Shape;6748;p126"/>
          <p:cNvSpPr txBox="1">
            <a:spLocks noGrp="1"/>
          </p:cNvSpPr>
          <p:nvPr>
            <p:ph type="title" idx="4294967295"/>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(premium users)</a:t>
            </a:r>
            <a:endParaRPr>
              <a:solidFill>
                <a:srgbClr val="FFFFFF"/>
              </a:solidFill>
              <a:latin typeface="Arial"/>
              <a:ea typeface="Arial"/>
              <a:cs typeface="Arial"/>
              <a:sym typeface="Arial"/>
            </a:endParaRPr>
          </a:p>
        </p:txBody>
      </p:sp>
      <p:sp>
        <p:nvSpPr>
          <p:cNvPr id="6749" name="Google Shape;6749;p126"/>
          <p:cNvSpPr txBox="1">
            <a:spLocks noGrp="1"/>
          </p:cNvSpPr>
          <p:nvPr>
            <p:ph type="body" idx="4294967295"/>
          </p:nvPr>
        </p:nvSpPr>
        <p:spPr>
          <a:xfrm>
            <a:off x="1048350" y="690275"/>
            <a:ext cx="7047300" cy="440100"/>
          </a:xfrm>
          <a:prstGeom prst="rect">
            <a:avLst/>
          </a:prstGeom>
        </p:spPr>
        <p:txBody>
          <a:bodyPr spcFirstLastPara="1" wrap="square" lIns="91425" tIns="91425" rIns="91425" bIns="91425" anchor="t" anchorCtr="0">
            <a:noAutofit/>
          </a:bodyPr>
          <a:lstStyle/>
          <a:p>
            <a:pPr marL="0" marR="0" lvl="0" indent="0" algn="l" rtl="0">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be a Premium user on </a:t>
            </a:r>
            <a:r>
              <a:rPr lang="en" sz="1000" b="1" u="sng">
                <a:solidFill>
                  <a:srgbClr val="869FB2"/>
                </a:solidFill>
                <a:latin typeface="Arial"/>
                <a:ea typeface="Arial"/>
                <a:cs typeface="Arial"/>
                <a:sym typeface="Arial"/>
              </a:rPr>
              <a:t>S</a:t>
            </a:r>
            <a:r>
              <a:rPr lang="en" b="1" u="sng">
                <a:solidFill>
                  <a:srgbClr val="869FB2"/>
                </a:solidFill>
                <a:latin typeface="Arial"/>
                <a:ea typeface="Arial"/>
                <a:cs typeface="Arial"/>
                <a:sym typeface="Arial"/>
                <a:hlinkClick r:id="rId3">
                  <a:extLst>
                    <a:ext uri="{A12FA001-AC4F-418D-AE19-62706E023703}">
                      <ahyp:hlinkClr xmlns:ahyp="http://schemas.microsoft.com/office/drawing/2018/hyperlinkcolor" val="tx"/>
                    </a:ext>
                  </a:extLst>
                </a:hlinkClick>
              </a:rPr>
              <a:t>lidesgo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marR="0" lvl="0" indent="0" algn="l" rtl="0">
              <a:lnSpc>
                <a:spcPct val="115000"/>
              </a:lnSpc>
              <a:spcBef>
                <a:spcPts val="1400"/>
              </a:spcBef>
              <a:spcAft>
                <a:spcPts val="0"/>
              </a:spcAft>
              <a:buNone/>
            </a:pPr>
            <a:r>
              <a:rPr lang="en" sz="1000" b="1">
                <a:solidFill>
                  <a:srgbClr val="869FB2"/>
                </a:solidFill>
                <a:latin typeface="Arial"/>
                <a:ea typeface="Arial"/>
                <a:cs typeface="Arial"/>
                <a:sym typeface="Arial"/>
              </a:rPr>
              <a:t>You are allowed to:</a:t>
            </a:r>
            <a:endParaRPr sz="1000" b="1">
              <a:solidFill>
                <a:srgbClr val="869FB2"/>
              </a:solidFill>
              <a:latin typeface="Arial"/>
              <a:ea typeface="Arial"/>
              <a:cs typeface="Arial"/>
              <a:sym typeface="Aria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Hide or delete the “Thanks” slide and the mention to Slidesgo in the credits.</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Share this template in an editable format with people who are not part of your team.</a:t>
            </a:r>
            <a:endParaRPr sz="1000">
              <a:solidFill>
                <a:srgbClr val="FFFFFF"/>
              </a:solidFill>
              <a:latin typeface="Arial"/>
              <a:ea typeface="Arial"/>
              <a:cs typeface="Arial"/>
              <a:sym typeface="Arial"/>
            </a:endParaRPr>
          </a:p>
          <a:p>
            <a:pPr marL="0" lvl="0" indent="0" algn="l" rtl="0">
              <a:lnSpc>
                <a:spcPct val="115000"/>
              </a:lnSpc>
              <a:spcBef>
                <a:spcPts val="1400"/>
              </a:spcBef>
              <a:spcAft>
                <a:spcPts val="0"/>
              </a:spcAft>
              <a:buNone/>
            </a:pPr>
            <a:r>
              <a:rPr lang="en" sz="1000" b="1">
                <a:solidFill>
                  <a:srgbClr val="869FB2"/>
                </a:solidFill>
                <a:latin typeface="Arial"/>
                <a:ea typeface="Arial"/>
                <a:cs typeface="Arial"/>
                <a:sym typeface="Arial"/>
              </a:rPr>
              <a:t>You are not allowed to:</a:t>
            </a:r>
            <a:endParaRPr sz="1000" b="1">
              <a:solidFill>
                <a:srgbClr val="869FB2"/>
              </a:solidFill>
              <a:latin typeface="Arial"/>
              <a:ea typeface="Arial"/>
              <a:cs typeface="Arial"/>
              <a:sym typeface="Arial"/>
            </a:endParaRPr>
          </a:p>
          <a:p>
            <a:pPr marL="457200" lvl="0" indent="-292100" algn="l" rtl="0">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this Slidesgo Template (or a modified version of this Slidesgo Template).</a:t>
            </a:r>
            <a:endParaRPr sz="1000">
              <a:solidFill>
                <a:srgbClr val="FFFFFF"/>
              </a:solidFill>
              <a:latin typeface="Arial"/>
              <a:ea typeface="Arial"/>
              <a:cs typeface="Arial"/>
              <a:sym typeface="Arial"/>
            </a:endParaRPr>
          </a:p>
          <a:p>
            <a:pPr marL="457200" lvl="0" indent="-292100" algn="l" rtl="0">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marL="457200" lvl="0" indent="-292100" algn="l" rtl="0">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marL="457200" lvl="0" indent="-292100" algn="l" rtl="0">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marL="0" lvl="0" indent="0" algn="l" rtl="0">
              <a:spcBef>
                <a:spcPts val="0"/>
              </a:spcBef>
              <a:spcAft>
                <a:spcPts val="0"/>
              </a:spcAft>
              <a:buNone/>
            </a:pPr>
            <a:endParaRPr sz="1000">
              <a:solidFill>
                <a:srgbClr val="FFFFFF"/>
              </a:solidFill>
              <a:latin typeface="Arial"/>
              <a:ea typeface="Arial"/>
              <a:cs typeface="Arial"/>
              <a:sym typeface="Arial"/>
            </a:endParaRPr>
          </a:p>
          <a:p>
            <a:pPr marL="0" lvl="0" indent="0" algn="l" rtl="0">
              <a:spcBef>
                <a:spcPts val="0"/>
              </a:spcBef>
              <a:spcAft>
                <a:spcPts val="0"/>
              </a:spcAft>
              <a:buNone/>
            </a:pPr>
            <a:endParaRPr sz="1000">
              <a:solidFill>
                <a:srgbClr val="FFFFFF"/>
              </a:solidFill>
              <a:latin typeface="Arial"/>
              <a:ea typeface="Arial"/>
              <a:cs typeface="Arial"/>
              <a:sym typeface="Arial"/>
            </a:endParaRPr>
          </a:p>
        </p:txBody>
      </p:sp>
      <p:sp>
        <p:nvSpPr>
          <p:cNvPr id="6750" name="Google Shape;6750;p126"/>
          <p:cNvSpPr txBox="1">
            <a:spLocks noGrp="1"/>
          </p:cNvSpPr>
          <p:nvPr>
            <p:ph type="body" idx="4294967295"/>
          </p:nvPr>
        </p:nvSpPr>
        <p:spPr>
          <a:xfrm>
            <a:off x="1048350" y="4314290"/>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rgbClr val="FFFFFF"/>
                </a:solidFill>
                <a:latin typeface="Arial"/>
                <a:ea typeface="Arial"/>
                <a:cs typeface="Arial"/>
                <a:sym typeface="Arial"/>
              </a:rPr>
              <a:t>For more information about editing slides, please read our FAQs or visit Slidesgo School:</a:t>
            </a:r>
            <a:endParaRPr sz="1000">
              <a:solidFill>
                <a:srgbClr val="FFFFFF"/>
              </a:solidFill>
              <a:latin typeface="Arial"/>
              <a:ea typeface="Arial"/>
              <a:cs typeface="Arial"/>
              <a:sym typeface="Arial"/>
            </a:endParaRPr>
          </a:p>
          <a:p>
            <a:pPr marL="0" lvl="0" indent="0" algn="ctr" rtl="0">
              <a:spcBef>
                <a:spcPts val="0"/>
              </a:spcBef>
              <a:spcAft>
                <a:spcPts val="0"/>
              </a:spcAft>
              <a:buNone/>
            </a:pPr>
            <a:r>
              <a:rPr lang="en" sz="1000" u="sng">
                <a:solidFill>
                  <a:srgbClr val="869FB2"/>
                </a:solidFill>
                <a:latin typeface="Arial"/>
                <a:ea typeface="Arial"/>
                <a:cs typeface="Arial"/>
                <a:sym typeface="Arial"/>
                <a:hlinkClick r:id="rId4">
                  <a:extLst>
                    <a:ext uri="{A12FA001-AC4F-418D-AE19-62706E023703}">
                      <ahyp:hlinkClr xmlns:ahyp="http://schemas.microsoft.com/office/drawing/2018/hyperlinkcolor" val="tx"/>
                    </a:ext>
                  </a:extLst>
                </a:hlinkClick>
              </a:rPr>
              <a:t>https://slidesgo.com/faqs</a:t>
            </a:r>
            <a:r>
              <a:rPr lang="en" sz="1000">
                <a:solidFill>
                  <a:srgbClr val="FFFFFF"/>
                </a:solidFill>
                <a:latin typeface="Arial"/>
                <a:ea typeface="Arial"/>
                <a:cs typeface="Arial"/>
                <a:sym typeface="Arial"/>
              </a:rPr>
              <a:t> and </a:t>
            </a:r>
            <a:r>
              <a:rPr lang="en" sz="1000" u="sng">
                <a:solidFill>
                  <a:srgbClr val="869FB2"/>
                </a:solidFill>
                <a:latin typeface="Arial"/>
                <a:ea typeface="Arial"/>
                <a:cs typeface="Arial"/>
                <a:sym typeface="Arial"/>
                <a:hlinkClick r:id="rId5">
                  <a:extLst>
                    <a:ext uri="{A12FA001-AC4F-418D-AE19-62706E023703}">
                      <ahyp:hlinkClr xmlns:ahyp="http://schemas.microsoft.com/office/drawing/2018/hyperlinkcolor" val="tx"/>
                    </a:ext>
                  </a:extLst>
                </a:hlinkClick>
              </a:rPr>
              <a:t>https://slidesgo.com/slidesgo-school</a:t>
            </a:r>
            <a:endParaRPr sz="1000" u="sng">
              <a:solidFill>
                <a:srgbClr val="869FB2"/>
              </a:solidFill>
              <a:latin typeface="Arial"/>
              <a:ea typeface="Arial"/>
              <a:cs typeface="Arial"/>
              <a:sym typeface="Arial"/>
            </a:endParaRPr>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754"/>
        <p:cNvGrpSpPr/>
        <p:nvPr/>
      </p:nvGrpSpPr>
      <p:grpSpPr>
        <a:xfrm>
          <a:off x="0" y="0"/>
          <a:ext cx="0" cy="0"/>
          <a:chOff x="0" y="0"/>
          <a:chExt cx="0" cy="0"/>
        </a:xfrm>
      </p:grpSpPr>
      <p:grpSp>
        <p:nvGrpSpPr>
          <p:cNvPr id="6755" name="Google Shape;6755;p127"/>
          <p:cNvGrpSpPr/>
          <p:nvPr/>
        </p:nvGrpSpPr>
        <p:grpSpPr>
          <a:xfrm>
            <a:off x="968438" y="3498875"/>
            <a:ext cx="7207125" cy="754200"/>
            <a:chOff x="1614125" y="556175"/>
            <a:chExt cx="7207125" cy="754200"/>
          </a:xfrm>
        </p:grpSpPr>
        <p:sp>
          <p:nvSpPr>
            <p:cNvPr id="6756" name="Google Shape;6756;p127"/>
            <p:cNvSpPr/>
            <p:nvPr/>
          </p:nvSpPr>
          <p:spPr>
            <a:xfrm>
              <a:off x="2675950" y="556175"/>
              <a:ext cx="791400" cy="754200"/>
            </a:xfrm>
            <a:prstGeom prst="roundRect">
              <a:avLst>
                <a:gd name="adj" fmla="val 16667"/>
              </a:avLst>
            </a:prstGeom>
            <a:solidFill>
              <a:srgbClr val="4C64D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127"/>
            <p:cNvSpPr/>
            <p:nvPr/>
          </p:nvSpPr>
          <p:spPr>
            <a:xfrm>
              <a:off x="3737770" y="556175"/>
              <a:ext cx="791400" cy="754200"/>
            </a:xfrm>
            <a:prstGeom prst="roundRect">
              <a:avLst>
                <a:gd name="adj" fmla="val 16667"/>
              </a:avLst>
            </a:prstGeom>
            <a:solidFill>
              <a:srgbClr val="FF952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127"/>
            <p:cNvSpPr/>
            <p:nvPr/>
          </p:nvSpPr>
          <p:spPr>
            <a:xfrm>
              <a:off x="5891264" y="556175"/>
              <a:ext cx="791400" cy="754200"/>
            </a:xfrm>
            <a:prstGeom prst="roundRect">
              <a:avLst>
                <a:gd name="adj" fmla="val 16667"/>
              </a:avLst>
            </a:prstGeom>
            <a:solidFill>
              <a:srgbClr val="D5E6F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127"/>
            <p:cNvSpPr/>
            <p:nvPr/>
          </p:nvSpPr>
          <p:spPr>
            <a:xfrm>
              <a:off x="1614125" y="556175"/>
              <a:ext cx="791400" cy="754200"/>
            </a:xfrm>
            <a:prstGeom prst="roundRect">
              <a:avLst>
                <a:gd name="adj" fmla="val 16667"/>
              </a:avLst>
            </a:prstGeom>
            <a:solidFill>
              <a:srgbClr val="FFE59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127"/>
            <p:cNvSpPr txBox="1"/>
            <p:nvPr/>
          </p:nvSpPr>
          <p:spPr>
            <a:xfrm>
              <a:off x="2675950" y="713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#4c64d8</a:t>
              </a:r>
              <a:endParaRPr sz="1000">
                <a:solidFill>
                  <a:srgbClr val="FFFFFF"/>
                </a:solidFill>
              </a:endParaRPr>
            </a:p>
          </p:txBody>
        </p:sp>
        <p:sp>
          <p:nvSpPr>
            <p:cNvPr id="6761" name="Google Shape;6761;p127"/>
            <p:cNvSpPr txBox="1"/>
            <p:nvPr/>
          </p:nvSpPr>
          <p:spPr>
            <a:xfrm>
              <a:off x="3737775" y="713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#ff952b</a:t>
              </a:r>
              <a:endParaRPr sz="1000">
                <a:solidFill>
                  <a:srgbClr val="FFFFFF"/>
                </a:solidFill>
              </a:endParaRPr>
            </a:p>
          </p:txBody>
        </p:sp>
        <p:sp>
          <p:nvSpPr>
            <p:cNvPr id="6762" name="Google Shape;6762;p127"/>
            <p:cNvSpPr txBox="1"/>
            <p:nvPr/>
          </p:nvSpPr>
          <p:spPr>
            <a:xfrm>
              <a:off x="5891275" y="713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000000"/>
                  </a:solidFill>
                </a:rPr>
                <a:t>#d5e6fc</a:t>
              </a:r>
              <a:endParaRPr sz="1000">
                <a:solidFill>
                  <a:srgbClr val="000000"/>
                </a:solidFill>
              </a:endParaRPr>
            </a:p>
          </p:txBody>
        </p:sp>
        <p:sp>
          <p:nvSpPr>
            <p:cNvPr id="6763" name="Google Shape;6763;p127"/>
            <p:cNvSpPr txBox="1"/>
            <p:nvPr/>
          </p:nvSpPr>
          <p:spPr>
            <a:xfrm>
              <a:off x="1614125" y="713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000000"/>
                  </a:solidFill>
                </a:rPr>
                <a:t>#ffe599</a:t>
              </a:r>
              <a:endParaRPr sz="1000">
                <a:solidFill>
                  <a:srgbClr val="000000"/>
                </a:solidFill>
              </a:endParaRPr>
            </a:p>
          </p:txBody>
        </p:sp>
        <p:sp>
          <p:nvSpPr>
            <p:cNvPr id="6764" name="Google Shape;6764;p127"/>
            <p:cNvSpPr/>
            <p:nvPr/>
          </p:nvSpPr>
          <p:spPr>
            <a:xfrm>
              <a:off x="6968025" y="556175"/>
              <a:ext cx="791400" cy="754200"/>
            </a:xfrm>
            <a:prstGeom prst="roundRect">
              <a:avLst>
                <a:gd name="adj" fmla="val 16667"/>
              </a:avLst>
            </a:prstGeom>
            <a:solidFill>
              <a:srgbClr val="A8C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127"/>
            <p:cNvSpPr/>
            <p:nvPr/>
          </p:nvSpPr>
          <p:spPr>
            <a:xfrm>
              <a:off x="8029845" y="556175"/>
              <a:ext cx="791400" cy="754200"/>
            </a:xfrm>
            <a:prstGeom prst="roundRect">
              <a:avLst>
                <a:gd name="adj" fmla="val 16667"/>
              </a:avLst>
            </a:prstGeom>
            <a:solidFill>
              <a:srgbClr val="00004D"/>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127"/>
            <p:cNvSpPr txBox="1"/>
            <p:nvPr/>
          </p:nvSpPr>
          <p:spPr>
            <a:xfrm>
              <a:off x="6968025" y="713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000000"/>
                  </a:solidFill>
                </a:rPr>
                <a:t>#a8cfff</a:t>
              </a:r>
              <a:endParaRPr sz="1000">
                <a:solidFill>
                  <a:srgbClr val="000000"/>
                </a:solidFill>
              </a:endParaRPr>
            </a:p>
          </p:txBody>
        </p:sp>
        <p:sp>
          <p:nvSpPr>
            <p:cNvPr id="6767" name="Google Shape;6767;p127"/>
            <p:cNvSpPr txBox="1"/>
            <p:nvPr/>
          </p:nvSpPr>
          <p:spPr>
            <a:xfrm>
              <a:off x="8029850" y="713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#00004d</a:t>
              </a:r>
              <a:endParaRPr sz="1000">
                <a:solidFill>
                  <a:srgbClr val="FFFFFF"/>
                </a:solidFill>
              </a:endParaRPr>
            </a:p>
          </p:txBody>
        </p:sp>
        <p:sp>
          <p:nvSpPr>
            <p:cNvPr id="6768" name="Google Shape;6768;p127"/>
            <p:cNvSpPr/>
            <p:nvPr/>
          </p:nvSpPr>
          <p:spPr>
            <a:xfrm>
              <a:off x="4814514" y="556175"/>
              <a:ext cx="791400" cy="754200"/>
            </a:xfrm>
            <a:prstGeom prst="roundRect">
              <a:avLst>
                <a:gd name="adj" fmla="val 16667"/>
              </a:avLst>
            </a:prstGeom>
            <a:solidFill>
              <a:srgbClr val="E9F3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127"/>
            <p:cNvSpPr txBox="1"/>
            <p:nvPr/>
          </p:nvSpPr>
          <p:spPr>
            <a:xfrm>
              <a:off x="4814525" y="713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#e9f3ff</a:t>
              </a:r>
              <a:endParaRPr sz="1000">
                <a:solidFill>
                  <a:srgbClr val="000000"/>
                </a:solidFill>
              </a:endParaRPr>
            </a:p>
          </p:txBody>
        </p:sp>
      </p:grpSp>
      <p:sp>
        <p:nvSpPr>
          <p:cNvPr id="6770" name="Google Shape;6770;p127"/>
          <p:cNvSpPr txBox="1">
            <a:spLocks noGrp="1"/>
          </p:cNvSpPr>
          <p:nvPr>
            <p:ph type="title" idx="4294967295"/>
          </p:nvPr>
        </p:nvSpPr>
        <p:spPr>
          <a:xfrm>
            <a:off x="1048350" y="95440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6771" name="Google Shape;6771;p127"/>
          <p:cNvSpPr txBox="1">
            <a:spLocks noGrp="1"/>
          </p:cNvSpPr>
          <p:nvPr>
            <p:ph type="body" idx="4294967295"/>
          </p:nvPr>
        </p:nvSpPr>
        <p:spPr>
          <a:xfrm>
            <a:off x="1068100" y="145787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6772" name="Google Shape;6772;p127"/>
          <p:cNvSpPr txBox="1">
            <a:spLocks noGrp="1"/>
          </p:cNvSpPr>
          <p:nvPr>
            <p:ph type="body" idx="4294967295"/>
          </p:nvPr>
        </p:nvSpPr>
        <p:spPr>
          <a:xfrm>
            <a:off x="1068100" y="1919049"/>
            <a:ext cx="7047300" cy="12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rgbClr val="EFEFEF"/>
                </a:solidFill>
                <a:latin typeface="Arial"/>
                <a:ea typeface="Arial"/>
                <a:cs typeface="Arial"/>
                <a:sym typeface="Arial"/>
              </a:rPr>
              <a:t>Aldrich</a:t>
            </a:r>
            <a:endParaRPr b="1">
              <a:solidFill>
                <a:srgbClr val="EFEFEF"/>
              </a:solidFill>
              <a:latin typeface="Arial"/>
              <a:ea typeface="Arial"/>
              <a:cs typeface="Arial"/>
              <a:sym typeface="Arial"/>
            </a:endParaRPr>
          </a:p>
          <a:p>
            <a:pPr marL="0" lvl="0" indent="0" algn="ctr" rtl="0">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https://fonts.google.com/specimen/Aldrich</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spcBef>
                <a:spcPts val="0"/>
              </a:spcBef>
              <a:spcAft>
                <a:spcPts val="0"/>
              </a:spcAft>
              <a:buNone/>
            </a:pPr>
            <a:endParaRPr sz="800">
              <a:solidFill>
                <a:srgbClr val="435D74"/>
              </a:solidFill>
              <a:latin typeface="Arial"/>
              <a:ea typeface="Arial"/>
              <a:cs typeface="Arial"/>
              <a:sym typeface="Arial"/>
            </a:endParaRPr>
          </a:p>
          <a:p>
            <a:pPr marL="0" lvl="0" indent="0" algn="ctr" rtl="0">
              <a:spcBef>
                <a:spcPts val="0"/>
              </a:spcBef>
              <a:spcAft>
                <a:spcPts val="0"/>
              </a:spcAft>
              <a:buNone/>
            </a:pPr>
            <a:r>
              <a:rPr lang="en" b="1">
                <a:solidFill>
                  <a:schemeClr val="lt1"/>
                </a:solidFill>
                <a:latin typeface="Arial"/>
                <a:ea typeface="Arial"/>
                <a:cs typeface="Arial"/>
                <a:sym typeface="Arial"/>
              </a:rPr>
              <a:t>Didact Gothic</a:t>
            </a:r>
            <a:endParaRPr b="1">
              <a:solidFill>
                <a:schemeClr val="lt1"/>
              </a:solidFill>
              <a:latin typeface="Arial"/>
              <a:ea typeface="Arial"/>
              <a:cs typeface="Arial"/>
              <a:sym typeface="Arial"/>
            </a:endParaRPr>
          </a:p>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xmlns:ahyp="http://schemas.microsoft.com/office/drawing/2018/hyperlinkcolor" val="tx"/>
                    </a:ext>
                  </a:extLst>
                </a:hlinkClick>
              </a:rPr>
              <a:t>https://fonts.google.com/specimen/Didact+Gothic</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776"/>
        <p:cNvGrpSpPr/>
        <p:nvPr/>
      </p:nvGrpSpPr>
      <p:grpSpPr>
        <a:xfrm>
          <a:off x="0" y="0"/>
          <a:ext cx="0" cy="0"/>
          <a:chOff x="0" y="0"/>
          <a:chExt cx="0" cy="0"/>
        </a:xfrm>
      </p:grpSpPr>
      <p:sp>
        <p:nvSpPr>
          <p:cNvPr id="6777" name="Google Shape;6777;p128"/>
          <p:cNvSpPr txBox="1">
            <a:spLocks noGrp="1"/>
          </p:cNvSpPr>
          <p:nvPr>
            <p:ph type="title" idx="4294967295"/>
          </p:nvPr>
        </p:nvSpPr>
        <p:spPr>
          <a:xfrm>
            <a:off x="1068100" y="666402"/>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Storyset</a:t>
            </a:r>
            <a:endParaRPr>
              <a:solidFill>
                <a:srgbClr val="FFFFFF"/>
              </a:solidFill>
              <a:latin typeface="Arial"/>
              <a:ea typeface="Arial"/>
              <a:cs typeface="Arial"/>
              <a:sym typeface="Arial"/>
            </a:endParaRPr>
          </a:p>
        </p:txBody>
      </p:sp>
      <p:sp>
        <p:nvSpPr>
          <p:cNvPr id="6778" name="Google Shape;6778;p128"/>
          <p:cNvSpPr txBox="1">
            <a:spLocks noGrp="1"/>
          </p:cNvSpPr>
          <p:nvPr>
            <p:ph type="body" idx="4294967295"/>
          </p:nvPr>
        </p:nvSpPr>
        <p:spPr>
          <a:xfrm>
            <a:off x="1252436" y="1169999"/>
            <a:ext cx="6630900" cy="318300"/>
          </a:xfrm>
          <a:prstGeom prst="rect">
            <a:avLst/>
          </a:prstGeom>
        </p:spPr>
        <p:txBody>
          <a:bodyPr spcFirstLastPara="1" wrap="square" lIns="91425" tIns="91425" rIns="91425" bIns="91425" anchor="t" anchorCtr="0">
            <a:noAutofit/>
          </a:bodyPr>
          <a:lstStyle/>
          <a:p>
            <a:pPr marL="0" marR="0" lvl="0" indent="0" algn="ctr" rtl="0">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h</a:t>
            </a:r>
            <a:r>
              <a:rPr lang="en">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ow it works.</a:t>
            </a:r>
            <a:endParaRPr>
              <a:solidFill>
                <a:srgbClr val="869FB2"/>
              </a:solidFill>
              <a:latin typeface="Arial"/>
              <a:ea typeface="Arial"/>
              <a:cs typeface="Arial"/>
              <a:sym typeface="Arial"/>
            </a:endParaRPr>
          </a:p>
        </p:txBody>
      </p:sp>
      <p:pic>
        <p:nvPicPr>
          <p:cNvPr id="6779" name="Google Shape;6779;p128"/>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6780" name="Google Shape;6780;p128"/>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6781" name="Google Shape;6781;p128"/>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6782" name="Google Shape;6782;p128"/>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6783" name="Google Shape;6783;p128"/>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6784" name="Google Shape;6784;p128"/>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6785" name="Google Shape;6785;p128"/>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6786" name="Google Shape;6786;p128"/>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6787" name="Google Shape;6787;p128"/>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6788" name="Google Shape;6788;p128"/>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792"/>
        <p:cNvGrpSpPr/>
        <p:nvPr/>
      </p:nvGrpSpPr>
      <p:grpSpPr>
        <a:xfrm>
          <a:off x="0" y="0"/>
          <a:ext cx="0" cy="0"/>
          <a:chOff x="0" y="0"/>
          <a:chExt cx="0" cy="0"/>
        </a:xfrm>
      </p:grpSpPr>
      <p:sp>
        <p:nvSpPr>
          <p:cNvPr id="6793" name="Google Shape;6793;p129"/>
          <p:cNvSpPr txBox="1"/>
          <p:nvPr/>
        </p:nvSpPr>
        <p:spPr>
          <a:xfrm>
            <a:off x="1068100" y="1534076"/>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6794" name="Google Shape;6794;p129"/>
          <p:cNvGrpSpPr/>
          <p:nvPr/>
        </p:nvGrpSpPr>
        <p:grpSpPr>
          <a:xfrm>
            <a:off x="5156078" y="3085736"/>
            <a:ext cx="474294" cy="551291"/>
            <a:chOff x="4727025" y="1332775"/>
            <a:chExt cx="59900" cy="69625"/>
          </a:xfrm>
        </p:grpSpPr>
        <p:sp>
          <p:nvSpPr>
            <p:cNvPr id="6795" name="Google Shape;6795;p129"/>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129"/>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7" name="Google Shape;6797;p129"/>
          <p:cNvGrpSpPr/>
          <p:nvPr/>
        </p:nvGrpSpPr>
        <p:grpSpPr>
          <a:xfrm>
            <a:off x="5769734" y="2314340"/>
            <a:ext cx="555653" cy="557031"/>
            <a:chOff x="4820425" y="1329900"/>
            <a:chExt cx="70175" cy="70350"/>
          </a:xfrm>
        </p:grpSpPr>
        <p:sp>
          <p:nvSpPr>
            <p:cNvPr id="6798" name="Google Shape;6798;p129"/>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129"/>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129"/>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129"/>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2" name="Google Shape;6802;p129"/>
          <p:cNvGrpSpPr/>
          <p:nvPr/>
        </p:nvGrpSpPr>
        <p:grpSpPr>
          <a:xfrm>
            <a:off x="6396103" y="2318845"/>
            <a:ext cx="582574" cy="533871"/>
            <a:chOff x="4903200" y="1331525"/>
            <a:chExt cx="73575" cy="67425"/>
          </a:xfrm>
        </p:grpSpPr>
        <p:sp>
          <p:nvSpPr>
            <p:cNvPr id="6803" name="Google Shape;6803;p129"/>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129"/>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5" name="Google Shape;6805;p129"/>
          <p:cNvGrpSpPr/>
          <p:nvPr/>
        </p:nvGrpSpPr>
        <p:grpSpPr>
          <a:xfrm>
            <a:off x="5755581" y="3078709"/>
            <a:ext cx="583960" cy="565345"/>
            <a:chOff x="4815575" y="1416800"/>
            <a:chExt cx="73750" cy="71400"/>
          </a:xfrm>
        </p:grpSpPr>
        <p:sp>
          <p:nvSpPr>
            <p:cNvPr id="6806" name="Google Shape;6806;p129"/>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129"/>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129"/>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9" name="Google Shape;6809;p129"/>
          <p:cNvGrpSpPr/>
          <p:nvPr/>
        </p:nvGrpSpPr>
        <p:grpSpPr>
          <a:xfrm>
            <a:off x="6390362" y="3108896"/>
            <a:ext cx="589898" cy="504970"/>
            <a:chOff x="4902475" y="1418875"/>
            <a:chExt cx="74500" cy="63775"/>
          </a:xfrm>
        </p:grpSpPr>
        <p:sp>
          <p:nvSpPr>
            <p:cNvPr id="6810" name="Google Shape;6810;p129"/>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129"/>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2" name="Google Shape;6812;p129"/>
          <p:cNvGrpSpPr/>
          <p:nvPr/>
        </p:nvGrpSpPr>
        <p:grpSpPr>
          <a:xfrm>
            <a:off x="5765577" y="3826000"/>
            <a:ext cx="563967" cy="567127"/>
            <a:chOff x="4818100" y="1507675"/>
            <a:chExt cx="71225" cy="71625"/>
          </a:xfrm>
        </p:grpSpPr>
        <p:sp>
          <p:nvSpPr>
            <p:cNvPr id="6813" name="Google Shape;6813;p129"/>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129"/>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129"/>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129"/>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7" name="Google Shape;6817;p129"/>
          <p:cNvGrpSpPr/>
          <p:nvPr/>
        </p:nvGrpSpPr>
        <p:grpSpPr>
          <a:xfrm>
            <a:off x="5079075" y="3829461"/>
            <a:ext cx="628301" cy="588505"/>
            <a:chOff x="4721450" y="1509475"/>
            <a:chExt cx="79350" cy="74325"/>
          </a:xfrm>
        </p:grpSpPr>
        <p:sp>
          <p:nvSpPr>
            <p:cNvPr id="6818" name="Google Shape;6818;p129"/>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129"/>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129"/>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129"/>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2" name="Google Shape;6822;p129"/>
          <p:cNvGrpSpPr/>
          <p:nvPr/>
        </p:nvGrpSpPr>
        <p:grpSpPr>
          <a:xfrm>
            <a:off x="6424608" y="3814027"/>
            <a:ext cx="557038" cy="562772"/>
            <a:chOff x="4906800" y="1507500"/>
            <a:chExt cx="70350" cy="71075"/>
          </a:xfrm>
        </p:grpSpPr>
        <p:sp>
          <p:nvSpPr>
            <p:cNvPr id="6823" name="Google Shape;6823;p129"/>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129"/>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129"/>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129"/>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129"/>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8" name="Google Shape;6828;p129"/>
          <p:cNvGrpSpPr/>
          <p:nvPr/>
        </p:nvGrpSpPr>
        <p:grpSpPr>
          <a:xfrm>
            <a:off x="4462216" y="2340963"/>
            <a:ext cx="517934" cy="517934"/>
            <a:chOff x="3736598" y="2170606"/>
            <a:chExt cx="404889" cy="404889"/>
          </a:xfrm>
        </p:grpSpPr>
        <p:sp>
          <p:nvSpPr>
            <p:cNvPr id="6829" name="Google Shape;6829;p129"/>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129"/>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129"/>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129"/>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3" name="Google Shape;6833;p129"/>
          <p:cNvGrpSpPr/>
          <p:nvPr/>
        </p:nvGrpSpPr>
        <p:grpSpPr>
          <a:xfrm>
            <a:off x="3729277" y="2341061"/>
            <a:ext cx="586986" cy="517740"/>
            <a:chOff x="3161917" y="2170682"/>
            <a:chExt cx="458870" cy="404737"/>
          </a:xfrm>
        </p:grpSpPr>
        <p:sp>
          <p:nvSpPr>
            <p:cNvPr id="6834" name="Google Shape;6834;p129"/>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129"/>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129"/>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7" name="Google Shape;6837;p129"/>
          <p:cNvGrpSpPr/>
          <p:nvPr/>
        </p:nvGrpSpPr>
        <p:grpSpPr>
          <a:xfrm>
            <a:off x="3752299" y="3102400"/>
            <a:ext cx="540943" cy="517963"/>
            <a:chOff x="3179914" y="2889488"/>
            <a:chExt cx="422876" cy="404911"/>
          </a:xfrm>
        </p:grpSpPr>
        <p:sp>
          <p:nvSpPr>
            <p:cNvPr id="6838" name="Google Shape;6838;p129"/>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129"/>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129"/>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129"/>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129"/>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129"/>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4" name="Google Shape;6844;p129"/>
          <p:cNvGrpSpPr/>
          <p:nvPr/>
        </p:nvGrpSpPr>
        <p:grpSpPr>
          <a:xfrm>
            <a:off x="4453093" y="3102358"/>
            <a:ext cx="536180" cy="518047"/>
            <a:chOff x="3729467" y="2889422"/>
            <a:chExt cx="419153" cy="404977"/>
          </a:xfrm>
        </p:grpSpPr>
        <p:sp>
          <p:nvSpPr>
            <p:cNvPr id="6845" name="Google Shape;6845;p129"/>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129"/>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129"/>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129"/>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129"/>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129"/>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129"/>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2" name="Google Shape;6852;p129"/>
          <p:cNvGrpSpPr/>
          <p:nvPr/>
        </p:nvGrpSpPr>
        <p:grpSpPr>
          <a:xfrm>
            <a:off x="1990126" y="3445787"/>
            <a:ext cx="965351" cy="134611"/>
            <a:chOff x="4411970" y="2962952"/>
            <a:chExt cx="706544" cy="104212"/>
          </a:xfrm>
        </p:grpSpPr>
        <p:sp>
          <p:nvSpPr>
            <p:cNvPr id="6853" name="Google Shape;6853;p129"/>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129"/>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129"/>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129"/>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7" name="Google Shape;6857;p129"/>
          <p:cNvGrpSpPr/>
          <p:nvPr/>
        </p:nvGrpSpPr>
        <p:grpSpPr>
          <a:xfrm>
            <a:off x="1990126" y="3041077"/>
            <a:ext cx="960158" cy="289172"/>
            <a:chOff x="4411970" y="2726085"/>
            <a:chExt cx="643107" cy="193659"/>
          </a:xfrm>
        </p:grpSpPr>
        <p:sp>
          <p:nvSpPr>
            <p:cNvPr id="6858" name="Google Shape;6858;p129"/>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129"/>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129"/>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1" name="Google Shape;6861;p129"/>
          <p:cNvGrpSpPr/>
          <p:nvPr/>
        </p:nvGrpSpPr>
        <p:grpSpPr>
          <a:xfrm>
            <a:off x="998624" y="3295400"/>
            <a:ext cx="811503" cy="252584"/>
            <a:chOff x="4411970" y="4340222"/>
            <a:chExt cx="779467" cy="242683"/>
          </a:xfrm>
        </p:grpSpPr>
        <p:sp>
          <p:nvSpPr>
            <p:cNvPr id="6862" name="Google Shape;6862;p129"/>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129"/>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129"/>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5" name="Google Shape;6865;p129"/>
          <p:cNvGrpSpPr/>
          <p:nvPr/>
        </p:nvGrpSpPr>
        <p:grpSpPr>
          <a:xfrm>
            <a:off x="1990126" y="2709308"/>
            <a:ext cx="965160" cy="216230"/>
            <a:chOff x="4411970" y="2468674"/>
            <a:chExt cx="747317" cy="167425"/>
          </a:xfrm>
        </p:grpSpPr>
        <p:sp>
          <p:nvSpPr>
            <p:cNvPr id="6866" name="Google Shape;6866;p129"/>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129"/>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68" name="Google Shape;6868;p129"/>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69" name="Google Shape;6869;p129"/>
          <p:cNvGrpSpPr/>
          <p:nvPr/>
        </p:nvGrpSpPr>
        <p:grpSpPr>
          <a:xfrm>
            <a:off x="997692" y="2334687"/>
            <a:ext cx="1959041" cy="208784"/>
            <a:chOff x="6336019" y="3733725"/>
            <a:chExt cx="2566206" cy="351310"/>
          </a:xfrm>
        </p:grpSpPr>
        <p:sp>
          <p:nvSpPr>
            <p:cNvPr id="6870" name="Google Shape;6870;p129"/>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129"/>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129"/>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129"/>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4" name="Google Shape;6874;p129"/>
          <p:cNvGrpSpPr/>
          <p:nvPr/>
        </p:nvGrpSpPr>
        <p:grpSpPr>
          <a:xfrm>
            <a:off x="1990126" y="3950602"/>
            <a:ext cx="946551" cy="153200"/>
            <a:chOff x="4404545" y="3301592"/>
            <a:chExt cx="782403" cy="129272"/>
          </a:xfrm>
        </p:grpSpPr>
        <p:sp>
          <p:nvSpPr>
            <p:cNvPr id="6875" name="Google Shape;6875;p129"/>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129"/>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7" name="Google Shape;6877;p129"/>
          <p:cNvGrpSpPr/>
          <p:nvPr/>
        </p:nvGrpSpPr>
        <p:grpSpPr>
          <a:xfrm>
            <a:off x="1990126" y="3695937"/>
            <a:ext cx="962257" cy="139127"/>
            <a:chOff x="4411970" y="3131459"/>
            <a:chExt cx="710520" cy="117397"/>
          </a:xfrm>
        </p:grpSpPr>
        <p:sp>
          <p:nvSpPr>
            <p:cNvPr id="6878" name="Google Shape;6878;p129"/>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129"/>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80" name="Google Shape;6880;p129"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81" name="Google Shape;6881;p129"/>
          <p:cNvGrpSpPr/>
          <p:nvPr/>
        </p:nvGrpSpPr>
        <p:grpSpPr>
          <a:xfrm>
            <a:off x="990271" y="3621603"/>
            <a:ext cx="823838" cy="458988"/>
            <a:chOff x="4411970" y="1801825"/>
            <a:chExt cx="734586" cy="409262"/>
          </a:xfrm>
        </p:grpSpPr>
        <p:sp>
          <p:nvSpPr>
            <p:cNvPr id="6882" name="Google Shape;6882;p129"/>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129"/>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4" name="Google Shape;6884;p129"/>
          <p:cNvGrpSpPr/>
          <p:nvPr/>
        </p:nvGrpSpPr>
        <p:grpSpPr>
          <a:xfrm>
            <a:off x="3095243" y="2339173"/>
            <a:ext cx="521514" cy="521514"/>
            <a:chOff x="5681300" y="2527788"/>
            <a:chExt cx="805800" cy="805800"/>
          </a:xfrm>
        </p:grpSpPr>
        <p:sp>
          <p:nvSpPr>
            <p:cNvPr id="6885" name="Google Shape;6885;p129"/>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129"/>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7" name="Google Shape;6887;p129"/>
          <p:cNvGrpSpPr/>
          <p:nvPr/>
        </p:nvGrpSpPr>
        <p:grpSpPr>
          <a:xfrm>
            <a:off x="3089483" y="3094865"/>
            <a:ext cx="533033" cy="533033"/>
            <a:chOff x="4049800" y="640400"/>
            <a:chExt cx="858900" cy="858900"/>
          </a:xfrm>
        </p:grpSpPr>
        <p:sp>
          <p:nvSpPr>
            <p:cNvPr id="6888" name="Google Shape;6888;p129"/>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129"/>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0" name="Google Shape;6890;p129"/>
          <p:cNvGrpSpPr/>
          <p:nvPr/>
        </p:nvGrpSpPr>
        <p:grpSpPr>
          <a:xfrm>
            <a:off x="3014966" y="3772543"/>
            <a:ext cx="682068" cy="682068"/>
            <a:chOff x="5080188" y="927900"/>
            <a:chExt cx="961200" cy="961200"/>
          </a:xfrm>
        </p:grpSpPr>
        <p:sp>
          <p:nvSpPr>
            <p:cNvPr id="6891" name="Google Shape;6891;p129"/>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129"/>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129"/>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129"/>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129"/>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129"/>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129"/>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129"/>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9" name="Google Shape;6899;p129"/>
          <p:cNvGrpSpPr/>
          <p:nvPr/>
        </p:nvGrpSpPr>
        <p:grpSpPr>
          <a:xfrm>
            <a:off x="4478465" y="3869234"/>
            <a:ext cx="505650" cy="504006"/>
            <a:chOff x="6039282" y="1042577"/>
            <a:chExt cx="734315" cy="731929"/>
          </a:xfrm>
        </p:grpSpPr>
        <p:sp>
          <p:nvSpPr>
            <p:cNvPr id="6900" name="Google Shape;6900;p129"/>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129"/>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129"/>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129"/>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129"/>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129"/>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129"/>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129"/>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129"/>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129"/>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129"/>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129"/>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129"/>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129"/>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129"/>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129"/>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129"/>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129"/>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129"/>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129"/>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129"/>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1" name="Google Shape;6921;p129"/>
          <p:cNvGrpSpPr/>
          <p:nvPr/>
        </p:nvGrpSpPr>
        <p:grpSpPr>
          <a:xfrm>
            <a:off x="5091067" y="2298862"/>
            <a:ext cx="567744" cy="602136"/>
            <a:chOff x="1825800" y="1651625"/>
            <a:chExt cx="539989" cy="571775"/>
          </a:xfrm>
        </p:grpSpPr>
        <p:sp>
          <p:nvSpPr>
            <p:cNvPr id="6922" name="Google Shape;6922;p129"/>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129"/>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129"/>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129"/>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6" name="Google Shape;6926;p129"/>
          <p:cNvGrpSpPr/>
          <p:nvPr/>
        </p:nvGrpSpPr>
        <p:grpSpPr>
          <a:xfrm>
            <a:off x="3765995" y="3855579"/>
            <a:ext cx="508123" cy="507955"/>
            <a:chOff x="1897577" y="2802432"/>
            <a:chExt cx="492176" cy="492014"/>
          </a:xfrm>
        </p:grpSpPr>
        <p:sp>
          <p:nvSpPr>
            <p:cNvPr id="6927" name="Google Shape;6927;p129"/>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129"/>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129"/>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129"/>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129"/>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129"/>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129"/>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129"/>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129"/>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129"/>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129"/>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129"/>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9" name="Google Shape;6939;p129"/>
          <p:cNvGrpSpPr/>
          <p:nvPr/>
        </p:nvGrpSpPr>
        <p:grpSpPr>
          <a:xfrm>
            <a:off x="997525" y="4169123"/>
            <a:ext cx="809227" cy="200842"/>
            <a:chOff x="2013045" y="4813233"/>
            <a:chExt cx="921986" cy="228854"/>
          </a:xfrm>
        </p:grpSpPr>
        <p:sp>
          <p:nvSpPr>
            <p:cNvPr id="6940" name="Google Shape;6940;p129"/>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129"/>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2" name="Google Shape;6942;p129"/>
          <p:cNvGrpSpPr/>
          <p:nvPr/>
        </p:nvGrpSpPr>
        <p:grpSpPr>
          <a:xfrm>
            <a:off x="1005985" y="2656004"/>
            <a:ext cx="792421" cy="269941"/>
            <a:chOff x="1046767" y="4756633"/>
            <a:chExt cx="859646" cy="292841"/>
          </a:xfrm>
        </p:grpSpPr>
        <p:sp>
          <p:nvSpPr>
            <p:cNvPr id="6943" name="Google Shape;6943;p129"/>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129"/>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129"/>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46" name="Google Shape;6946;p129"/>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129"/>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129"/>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129"/>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50" name="Google Shape;6950;p129"/>
          <p:cNvGrpSpPr/>
          <p:nvPr/>
        </p:nvGrpSpPr>
        <p:grpSpPr>
          <a:xfrm>
            <a:off x="7141841" y="2550562"/>
            <a:ext cx="166473" cy="141497"/>
            <a:chOff x="4660325" y="1866850"/>
            <a:chExt cx="68350" cy="58100"/>
          </a:xfrm>
        </p:grpSpPr>
        <p:sp>
          <p:nvSpPr>
            <p:cNvPr id="6951" name="Google Shape;6951;p129"/>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129"/>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3" name="Google Shape;6953;p129"/>
          <p:cNvGrpSpPr/>
          <p:nvPr/>
        </p:nvGrpSpPr>
        <p:grpSpPr>
          <a:xfrm>
            <a:off x="7451186" y="2576286"/>
            <a:ext cx="162515" cy="90049"/>
            <a:chOff x="4791775" y="1877500"/>
            <a:chExt cx="66725" cy="36975"/>
          </a:xfrm>
        </p:grpSpPr>
        <p:sp>
          <p:nvSpPr>
            <p:cNvPr id="6954" name="Google Shape;6954;p129"/>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129"/>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6" name="Google Shape;6956;p129"/>
          <p:cNvGrpSpPr/>
          <p:nvPr/>
        </p:nvGrpSpPr>
        <p:grpSpPr>
          <a:xfrm>
            <a:off x="7772899" y="2576286"/>
            <a:ext cx="144979" cy="90049"/>
            <a:chOff x="4923925" y="1877500"/>
            <a:chExt cx="59525" cy="36975"/>
          </a:xfrm>
        </p:grpSpPr>
        <p:sp>
          <p:nvSpPr>
            <p:cNvPr id="6957" name="Google Shape;6957;p129"/>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129"/>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9" name="Google Shape;6959;p129"/>
          <p:cNvGrpSpPr/>
          <p:nvPr/>
        </p:nvGrpSpPr>
        <p:grpSpPr>
          <a:xfrm>
            <a:off x="8067390" y="2558477"/>
            <a:ext cx="141447" cy="125667"/>
            <a:chOff x="5058450" y="1870100"/>
            <a:chExt cx="58075" cy="51600"/>
          </a:xfrm>
        </p:grpSpPr>
        <p:sp>
          <p:nvSpPr>
            <p:cNvPr id="6960" name="Google Shape;6960;p129"/>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129"/>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2" name="Google Shape;6962;p129"/>
          <p:cNvGrpSpPr/>
          <p:nvPr/>
        </p:nvGrpSpPr>
        <p:grpSpPr>
          <a:xfrm>
            <a:off x="7481905" y="2980885"/>
            <a:ext cx="101077" cy="107645"/>
            <a:chOff x="4811425" y="2065025"/>
            <a:chExt cx="41500" cy="44200"/>
          </a:xfrm>
        </p:grpSpPr>
        <p:sp>
          <p:nvSpPr>
            <p:cNvPr id="6963" name="Google Shape;6963;p129"/>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129"/>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5" name="Google Shape;6965;p129"/>
          <p:cNvGrpSpPr/>
          <p:nvPr/>
        </p:nvGrpSpPr>
        <p:grpSpPr>
          <a:xfrm>
            <a:off x="7774342" y="2981098"/>
            <a:ext cx="120867" cy="107218"/>
            <a:chOff x="4929875" y="2065025"/>
            <a:chExt cx="49625" cy="44025"/>
          </a:xfrm>
        </p:grpSpPr>
        <p:sp>
          <p:nvSpPr>
            <p:cNvPr id="6966" name="Google Shape;6966;p129"/>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129"/>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8" name="Google Shape;6968;p129"/>
          <p:cNvGrpSpPr/>
          <p:nvPr/>
        </p:nvGrpSpPr>
        <p:grpSpPr>
          <a:xfrm>
            <a:off x="8103011" y="2984112"/>
            <a:ext cx="70206" cy="101191"/>
            <a:chOff x="5083925" y="2066350"/>
            <a:chExt cx="28825" cy="41550"/>
          </a:xfrm>
        </p:grpSpPr>
        <p:sp>
          <p:nvSpPr>
            <p:cNvPr id="6969" name="Google Shape;6969;p129"/>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129"/>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1" name="Google Shape;6971;p129"/>
          <p:cNvGrpSpPr/>
          <p:nvPr/>
        </p:nvGrpSpPr>
        <p:grpSpPr>
          <a:xfrm>
            <a:off x="7134565" y="2999759"/>
            <a:ext cx="181026" cy="69896"/>
            <a:chOff x="4659775" y="2072775"/>
            <a:chExt cx="74325" cy="28700"/>
          </a:xfrm>
        </p:grpSpPr>
        <p:sp>
          <p:nvSpPr>
            <p:cNvPr id="6972" name="Google Shape;6972;p129"/>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129"/>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129"/>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5" name="Google Shape;6975;p129"/>
          <p:cNvGrpSpPr/>
          <p:nvPr/>
        </p:nvGrpSpPr>
        <p:grpSpPr>
          <a:xfrm>
            <a:off x="8054421" y="2790324"/>
            <a:ext cx="167387" cy="89197"/>
            <a:chOff x="4662475" y="1976500"/>
            <a:chExt cx="68725" cy="36625"/>
          </a:xfrm>
        </p:grpSpPr>
        <p:sp>
          <p:nvSpPr>
            <p:cNvPr id="6976" name="Google Shape;6976;p129"/>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129"/>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129"/>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9" name="Google Shape;6979;p129"/>
          <p:cNvGrpSpPr/>
          <p:nvPr/>
        </p:nvGrpSpPr>
        <p:grpSpPr>
          <a:xfrm>
            <a:off x="7751326" y="2793764"/>
            <a:ext cx="166899" cy="82317"/>
            <a:chOff x="4920150" y="1977875"/>
            <a:chExt cx="68525" cy="33800"/>
          </a:xfrm>
        </p:grpSpPr>
        <p:sp>
          <p:nvSpPr>
            <p:cNvPr id="6980" name="Google Shape;6980;p129"/>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129"/>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129"/>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3" name="Google Shape;6983;p129"/>
          <p:cNvGrpSpPr/>
          <p:nvPr/>
        </p:nvGrpSpPr>
        <p:grpSpPr>
          <a:xfrm>
            <a:off x="7162483" y="3197682"/>
            <a:ext cx="125190" cy="127859"/>
            <a:chOff x="4676550" y="2160575"/>
            <a:chExt cx="51400" cy="52500"/>
          </a:xfrm>
        </p:grpSpPr>
        <p:sp>
          <p:nvSpPr>
            <p:cNvPr id="6984" name="Google Shape;6984;p129"/>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129"/>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129"/>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7" name="Google Shape;6987;p129"/>
          <p:cNvGrpSpPr/>
          <p:nvPr/>
        </p:nvGrpSpPr>
        <p:grpSpPr>
          <a:xfrm>
            <a:off x="7459741" y="3204714"/>
            <a:ext cx="145405" cy="113794"/>
            <a:chOff x="4768325" y="2163475"/>
            <a:chExt cx="59700" cy="46725"/>
          </a:xfrm>
        </p:grpSpPr>
        <p:sp>
          <p:nvSpPr>
            <p:cNvPr id="6988" name="Google Shape;6988;p129"/>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129"/>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90" name="Google Shape;6990;p129"/>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129"/>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129"/>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129"/>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129"/>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129"/>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96" name="Google Shape;6996;p129"/>
          <p:cNvGrpSpPr/>
          <p:nvPr/>
        </p:nvGrpSpPr>
        <p:grpSpPr>
          <a:xfrm>
            <a:off x="7476059" y="3459808"/>
            <a:ext cx="112768" cy="106853"/>
            <a:chOff x="4768575" y="2253950"/>
            <a:chExt cx="46300" cy="43875"/>
          </a:xfrm>
        </p:grpSpPr>
        <p:sp>
          <p:nvSpPr>
            <p:cNvPr id="6997" name="Google Shape;6997;p129"/>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129"/>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9" name="Google Shape;6999;p129"/>
          <p:cNvGrpSpPr/>
          <p:nvPr/>
        </p:nvGrpSpPr>
        <p:grpSpPr>
          <a:xfrm>
            <a:off x="7775682" y="3948834"/>
            <a:ext cx="118187" cy="146246"/>
            <a:chOff x="4960900" y="2433225"/>
            <a:chExt cx="48525" cy="60050"/>
          </a:xfrm>
        </p:grpSpPr>
        <p:sp>
          <p:nvSpPr>
            <p:cNvPr id="7000" name="Google Shape;7000;p129"/>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129"/>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2" name="Google Shape;7002;p129"/>
          <p:cNvGrpSpPr/>
          <p:nvPr/>
        </p:nvGrpSpPr>
        <p:grpSpPr>
          <a:xfrm>
            <a:off x="7464247" y="4212895"/>
            <a:ext cx="136394" cy="143810"/>
            <a:chOff x="4854075" y="2527625"/>
            <a:chExt cx="56000" cy="59050"/>
          </a:xfrm>
        </p:grpSpPr>
        <p:sp>
          <p:nvSpPr>
            <p:cNvPr id="7003" name="Google Shape;7003;p129"/>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129"/>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05" name="Google Shape;7005;p129"/>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129"/>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129"/>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08" name="Google Shape;7008;p129"/>
          <p:cNvGrpSpPr/>
          <p:nvPr/>
        </p:nvGrpSpPr>
        <p:grpSpPr>
          <a:xfrm>
            <a:off x="8088458" y="3676639"/>
            <a:ext cx="99312" cy="160797"/>
            <a:chOff x="5059700" y="2334775"/>
            <a:chExt cx="40775" cy="66025"/>
          </a:xfrm>
        </p:grpSpPr>
        <p:sp>
          <p:nvSpPr>
            <p:cNvPr id="7009" name="Google Shape;7009;p129"/>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129"/>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129"/>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129"/>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129"/>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129"/>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129"/>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129"/>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129"/>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8" name="Google Shape;7018;p129"/>
          <p:cNvGrpSpPr/>
          <p:nvPr/>
        </p:nvGrpSpPr>
        <p:grpSpPr>
          <a:xfrm>
            <a:off x="8045622" y="3941771"/>
            <a:ext cx="184984" cy="160371"/>
            <a:chOff x="5037700" y="2430325"/>
            <a:chExt cx="75950" cy="65850"/>
          </a:xfrm>
        </p:grpSpPr>
        <p:sp>
          <p:nvSpPr>
            <p:cNvPr id="7019" name="Google Shape;7019;p129"/>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129"/>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1" name="Google Shape;7021;p129"/>
          <p:cNvGrpSpPr/>
          <p:nvPr/>
        </p:nvGrpSpPr>
        <p:grpSpPr>
          <a:xfrm>
            <a:off x="7465128" y="3708223"/>
            <a:ext cx="173014" cy="97629"/>
            <a:chOff x="4756975" y="2341800"/>
            <a:chExt cx="91975" cy="51925"/>
          </a:xfrm>
        </p:grpSpPr>
        <p:sp>
          <p:nvSpPr>
            <p:cNvPr id="7022" name="Google Shape;7022;p129"/>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129"/>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129"/>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129"/>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129"/>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129"/>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129"/>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129"/>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129"/>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129"/>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129"/>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129"/>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129"/>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129"/>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129"/>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129"/>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129"/>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129"/>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129"/>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129"/>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2" name="Google Shape;7042;p129"/>
          <p:cNvGrpSpPr/>
          <p:nvPr/>
        </p:nvGrpSpPr>
        <p:grpSpPr>
          <a:xfrm>
            <a:off x="7732065" y="4196920"/>
            <a:ext cx="212497" cy="175761"/>
            <a:chOff x="4943575" y="2516350"/>
            <a:chExt cx="98675" cy="81700"/>
          </a:xfrm>
        </p:grpSpPr>
        <p:sp>
          <p:nvSpPr>
            <p:cNvPr id="7043" name="Google Shape;7043;p129"/>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129"/>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129"/>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129"/>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129"/>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129"/>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129"/>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129"/>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129"/>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129"/>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129"/>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129"/>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129"/>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129"/>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129"/>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129"/>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129"/>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129"/>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129"/>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129"/>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129"/>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129"/>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129"/>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129"/>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129"/>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129"/>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129"/>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129"/>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129"/>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129"/>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129"/>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129"/>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129"/>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129"/>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129"/>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129"/>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129"/>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129"/>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129"/>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129"/>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129"/>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129"/>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129"/>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129"/>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129"/>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129"/>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129"/>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129"/>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129"/>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129"/>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129"/>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129"/>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129"/>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129"/>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129"/>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129"/>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129"/>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129"/>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129"/>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129"/>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129"/>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129"/>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129"/>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129"/>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129"/>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129"/>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129"/>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129"/>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129"/>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129"/>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129"/>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129"/>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129"/>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129"/>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129"/>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129"/>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129"/>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129"/>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21" name="Google Shape;7121;p129"/>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129"/>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129"/>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129"/>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129"/>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Shape 7129"/>
        <p:cNvGrpSpPr/>
        <p:nvPr/>
      </p:nvGrpSpPr>
      <p:grpSpPr>
        <a:xfrm>
          <a:off x="0" y="0"/>
          <a:ext cx="0" cy="0"/>
          <a:chOff x="0" y="0"/>
          <a:chExt cx="0" cy="0"/>
        </a:xfrm>
      </p:grpSpPr>
      <p:grpSp>
        <p:nvGrpSpPr>
          <p:cNvPr id="7130" name="Google Shape;7130;p130"/>
          <p:cNvGrpSpPr/>
          <p:nvPr/>
        </p:nvGrpSpPr>
        <p:grpSpPr>
          <a:xfrm>
            <a:off x="745571" y="1168666"/>
            <a:ext cx="2492868" cy="1379876"/>
            <a:chOff x="2654821" y="2311071"/>
            <a:chExt cx="2279715" cy="1262120"/>
          </a:xfrm>
        </p:grpSpPr>
        <p:grpSp>
          <p:nvGrpSpPr>
            <p:cNvPr id="7131" name="Google Shape;7131;p130"/>
            <p:cNvGrpSpPr/>
            <p:nvPr/>
          </p:nvGrpSpPr>
          <p:grpSpPr>
            <a:xfrm>
              <a:off x="4034269" y="2840745"/>
              <a:ext cx="40212" cy="36437"/>
              <a:chOff x="4293400" y="2574725"/>
              <a:chExt cx="84425" cy="80100"/>
            </a:xfrm>
          </p:grpSpPr>
          <p:sp>
            <p:nvSpPr>
              <p:cNvPr id="7132" name="Google Shape;7132;p130"/>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txBody>
              <a:bodyPr/>
              <a:lstStyle/>
              <a:p>
                <a:endParaRPr lang="nl-NL"/>
              </a:p>
            </p:txBody>
          </p:sp>
          <p:sp>
            <p:nvSpPr>
              <p:cNvPr id="7133" name="Google Shape;7133;p130"/>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4" name="Google Shape;7134;p130"/>
            <p:cNvGrpSpPr/>
            <p:nvPr/>
          </p:nvGrpSpPr>
          <p:grpSpPr>
            <a:xfrm>
              <a:off x="3894606" y="2334874"/>
              <a:ext cx="913198" cy="518984"/>
              <a:chOff x="4000175" y="1462675"/>
              <a:chExt cx="1917275" cy="1140875"/>
            </a:xfrm>
          </p:grpSpPr>
          <p:sp>
            <p:nvSpPr>
              <p:cNvPr id="7135" name="Google Shape;7135;p130"/>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txBody>
              <a:bodyPr/>
              <a:lstStyle/>
              <a:p>
                <a:endParaRPr lang="nl-NL"/>
              </a:p>
            </p:txBody>
          </p:sp>
          <p:grpSp>
            <p:nvGrpSpPr>
              <p:cNvPr id="7136" name="Google Shape;7136;p130"/>
              <p:cNvGrpSpPr/>
              <p:nvPr/>
            </p:nvGrpSpPr>
            <p:grpSpPr>
              <a:xfrm>
                <a:off x="4000175" y="1462675"/>
                <a:ext cx="1917275" cy="1140875"/>
                <a:chOff x="4000175" y="1462675"/>
                <a:chExt cx="1917275" cy="1140875"/>
              </a:xfrm>
            </p:grpSpPr>
            <p:sp>
              <p:nvSpPr>
                <p:cNvPr id="7137" name="Google Shape;7137;p130"/>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txBody>
                <a:bodyPr/>
                <a:lstStyle/>
                <a:p>
                  <a:endParaRPr lang="nl-NL"/>
                </a:p>
              </p:txBody>
            </p:sp>
            <p:sp>
              <p:nvSpPr>
                <p:cNvPr id="7138" name="Google Shape;7138;p130"/>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130"/>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130"/>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130"/>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7142" name="Google Shape;7142;p130"/>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43" name="Google Shape;7143;p130"/>
            <p:cNvGrpSpPr/>
            <p:nvPr/>
          </p:nvGrpSpPr>
          <p:grpSpPr>
            <a:xfrm>
              <a:off x="3875768" y="2846704"/>
              <a:ext cx="44796" cy="47366"/>
              <a:chOff x="3960625" y="2587825"/>
              <a:chExt cx="94050" cy="104125"/>
            </a:xfrm>
          </p:grpSpPr>
          <p:sp>
            <p:nvSpPr>
              <p:cNvPr id="7144" name="Google Shape;7144;p130"/>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txBody>
              <a:bodyPr/>
              <a:lstStyle/>
              <a:p>
                <a:endParaRPr lang="nl-NL"/>
              </a:p>
            </p:txBody>
          </p:sp>
          <p:sp>
            <p:nvSpPr>
              <p:cNvPr id="7145" name="Google Shape;7145;p130"/>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6" name="Google Shape;7146;p130"/>
            <p:cNvGrpSpPr/>
            <p:nvPr/>
          </p:nvGrpSpPr>
          <p:grpSpPr>
            <a:xfrm>
              <a:off x="3782759" y="2807162"/>
              <a:ext cx="82686" cy="85487"/>
              <a:chOff x="3765350" y="2500900"/>
              <a:chExt cx="173600" cy="187925"/>
            </a:xfrm>
          </p:grpSpPr>
          <p:sp>
            <p:nvSpPr>
              <p:cNvPr id="7147" name="Google Shape;7147;p130"/>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txBody>
              <a:bodyPr/>
              <a:lstStyle/>
              <a:p>
                <a:endParaRPr lang="nl-NL"/>
              </a:p>
            </p:txBody>
          </p:sp>
          <p:sp>
            <p:nvSpPr>
              <p:cNvPr id="7148" name="Google Shape;7148;p130"/>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130"/>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130"/>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130"/>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130"/>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3" name="Google Shape;7153;p130"/>
            <p:cNvGrpSpPr/>
            <p:nvPr/>
          </p:nvGrpSpPr>
          <p:grpSpPr>
            <a:xfrm>
              <a:off x="3775674" y="2798496"/>
              <a:ext cx="40545" cy="23564"/>
              <a:chOff x="3750475" y="2481850"/>
              <a:chExt cx="85125" cy="51800"/>
            </a:xfrm>
          </p:grpSpPr>
          <p:sp>
            <p:nvSpPr>
              <p:cNvPr id="7154" name="Google Shape;7154;p130"/>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130"/>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txBody>
              <a:bodyPr/>
              <a:lstStyle/>
              <a:p>
                <a:endParaRPr lang="nl-NL"/>
              </a:p>
            </p:txBody>
          </p:sp>
        </p:grpSp>
        <p:grpSp>
          <p:nvGrpSpPr>
            <p:cNvPr id="7156" name="Google Shape;7156;p130"/>
            <p:cNvGrpSpPr/>
            <p:nvPr/>
          </p:nvGrpSpPr>
          <p:grpSpPr>
            <a:xfrm>
              <a:off x="3716946" y="2776024"/>
              <a:ext cx="81971" cy="76912"/>
              <a:chOff x="3627175" y="2432450"/>
              <a:chExt cx="172100" cy="169075"/>
            </a:xfrm>
          </p:grpSpPr>
          <p:sp>
            <p:nvSpPr>
              <p:cNvPr id="7157" name="Google Shape;7157;p130"/>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130"/>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txBody>
              <a:bodyPr/>
              <a:lstStyle/>
              <a:p>
                <a:endParaRPr lang="nl-NL"/>
              </a:p>
            </p:txBody>
          </p:sp>
          <p:sp>
            <p:nvSpPr>
              <p:cNvPr id="7159" name="Google Shape;7159;p130"/>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txBody>
              <a:bodyPr/>
              <a:lstStyle/>
              <a:p>
                <a:endParaRPr lang="nl-NL"/>
              </a:p>
            </p:txBody>
          </p:sp>
        </p:grpSp>
        <p:grpSp>
          <p:nvGrpSpPr>
            <p:cNvPr id="7160" name="Google Shape;7160;p130"/>
            <p:cNvGrpSpPr/>
            <p:nvPr/>
          </p:nvGrpSpPr>
          <p:grpSpPr>
            <a:xfrm>
              <a:off x="3685682" y="2845624"/>
              <a:ext cx="29311" cy="45055"/>
              <a:chOff x="3561536" y="2585450"/>
              <a:chExt cx="61539" cy="99045"/>
            </a:xfrm>
          </p:grpSpPr>
          <p:sp>
            <p:nvSpPr>
              <p:cNvPr id="7161" name="Google Shape;7161;p130"/>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130"/>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txBody>
              <a:bodyPr/>
              <a:lstStyle/>
              <a:p>
                <a:endParaRPr lang="nl-NL"/>
              </a:p>
            </p:txBody>
          </p:sp>
        </p:grpSp>
        <p:grpSp>
          <p:nvGrpSpPr>
            <p:cNvPr id="7163" name="Google Shape;7163;p130"/>
            <p:cNvGrpSpPr/>
            <p:nvPr/>
          </p:nvGrpSpPr>
          <p:grpSpPr>
            <a:xfrm>
              <a:off x="3849905" y="2572252"/>
              <a:ext cx="74339" cy="119559"/>
              <a:chOff x="3906325" y="1984500"/>
              <a:chExt cx="156075" cy="262825"/>
            </a:xfrm>
          </p:grpSpPr>
          <p:sp>
            <p:nvSpPr>
              <p:cNvPr id="7164" name="Google Shape;7164;p130"/>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txBody>
              <a:bodyPr/>
              <a:lstStyle/>
              <a:p>
                <a:endParaRPr lang="nl-NL"/>
              </a:p>
            </p:txBody>
          </p:sp>
          <p:sp>
            <p:nvSpPr>
              <p:cNvPr id="7165" name="Google Shape;7165;p130"/>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6" name="Google Shape;7166;p130"/>
            <p:cNvGrpSpPr/>
            <p:nvPr/>
          </p:nvGrpSpPr>
          <p:grpSpPr>
            <a:xfrm>
              <a:off x="2654821" y="2414345"/>
              <a:ext cx="667570" cy="558731"/>
              <a:chOff x="1397225" y="1637375"/>
              <a:chExt cx="1401575" cy="1228250"/>
            </a:xfrm>
          </p:grpSpPr>
          <p:sp>
            <p:nvSpPr>
              <p:cNvPr id="7167" name="Google Shape;7167;p130"/>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txBody>
              <a:bodyPr/>
              <a:lstStyle/>
              <a:p>
                <a:endParaRPr lang="nl-NL"/>
              </a:p>
            </p:txBody>
          </p:sp>
          <p:grpSp>
            <p:nvGrpSpPr>
              <p:cNvPr id="7168" name="Google Shape;7168;p130"/>
              <p:cNvGrpSpPr/>
              <p:nvPr/>
            </p:nvGrpSpPr>
            <p:grpSpPr>
              <a:xfrm>
                <a:off x="1397225" y="1637375"/>
                <a:ext cx="1398775" cy="1228250"/>
                <a:chOff x="1397225" y="1637375"/>
                <a:chExt cx="1398775" cy="1228250"/>
              </a:xfrm>
            </p:grpSpPr>
            <p:sp>
              <p:nvSpPr>
                <p:cNvPr id="7169" name="Google Shape;7169;p130"/>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130"/>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71" name="Google Shape;7171;p130"/>
            <p:cNvGrpSpPr/>
            <p:nvPr/>
          </p:nvGrpSpPr>
          <p:grpSpPr>
            <a:xfrm>
              <a:off x="3230417" y="3103734"/>
              <a:ext cx="282982" cy="280332"/>
              <a:chOff x="2605700" y="3152850"/>
              <a:chExt cx="594125" cy="616250"/>
            </a:xfrm>
          </p:grpSpPr>
          <p:sp>
            <p:nvSpPr>
              <p:cNvPr id="7172" name="Google Shape;7172;p130"/>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txBody>
              <a:bodyPr/>
              <a:lstStyle/>
              <a:p>
                <a:endParaRPr lang="nl-NL"/>
              </a:p>
            </p:txBody>
          </p:sp>
          <p:sp>
            <p:nvSpPr>
              <p:cNvPr id="7173" name="Google Shape;7173;p130"/>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7174" name="Google Shape;7174;p130"/>
            <p:cNvGrpSpPr/>
            <p:nvPr/>
          </p:nvGrpSpPr>
          <p:grpSpPr>
            <a:xfrm>
              <a:off x="3265985" y="3226989"/>
              <a:ext cx="87151" cy="346202"/>
              <a:chOff x="2680375" y="3423800"/>
              <a:chExt cx="182975" cy="761050"/>
            </a:xfrm>
          </p:grpSpPr>
          <p:sp>
            <p:nvSpPr>
              <p:cNvPr id="7175" name="Google Shape;7175;p130"/>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txBody>
              <a:bodyPr/>
              <a:lstStyle/>
              <a:p>
                <a:endParaRPr lang="nl-NL"/>
              </a:p>
            </p:txBody>
          </p:sp>
          <p:sp>
            <p:nvSpPr>
              <p:cNvPr id="7176" name="Google Shape;7176;p130"/>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7" name="Google Shape;7177;p130"/>
            <p:cNvGrpSpPr/>
            <p:nvPr/>
          </p:nvGrpSpPr>
          <p:grpSpPr>
            <a:xfrm>
              <a:off x="3855466" y="3289811"/>
              <a:ext cx="112514" cy="94210"/>
              <a:chOff x="3918000" y="3561900"/>
              <a:chExt cx="236225" cy="207100"/>
            </a:xfrm>
          </p:grpSpPr>
          <p:sp>
            <p:nvSpPr>
              <p:cNvPr id="7178" name="Google Shape;7178;p130"/>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txBody>
              <a:bodyPr/>
              <a:lstStyle/>
              <a:p>
                <a:endParaRPr lang="nl-NL"/>
              </a:p>
            </p:txBody>
          </p:sp>
          <p:sp>
            <p:nvSpPr>
              <p:cNvPr id="7179" name="Google Shape;7179;p130"/>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80" name="Google Shape;7180;p130"/>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130"/>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130"/>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7183" name="Google Shape;7183;p130"/>
            <p:cNvGrpSpPr/>
            <p:nvPr/>
          </p:nvGrpSpPr>
          <p:grpSpPr>
            <a:xfrm>
              <a:off x="2905224" y="2311071"/>
              <a:ext cx="596721" cy="528992"/>
              <a:chOff x="1922950" y="1410350"/>
              <a:chExt cx="1252825" cy="1162875"/>
            </a:xfrm>
          </p:grpSpPr>
          <p:sp>
            <p:nvSpPr>
              <p:cNvPr id="7184" name="Google Shape;7184;p130"/>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130"/>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130"/>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130"/>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130"/>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130"/>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130"/>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130"/>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130"/>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130"/>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130"/>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130"/>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130"/>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130"/>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130"/>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130"/>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7200" name="Google Shape;7200;p130"/>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130"/>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130"/>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130"/>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130"/>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130"/>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130"/>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130"/>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130"/>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130"/>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130"/>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130"/>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130"/>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130"/>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130"/>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130"/>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130"/>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130"/>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130"/>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130"/>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7220" name="Google Shape;7220;p130"/>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7221" name="Google Shape;7221;p130"/>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22" name="Google Shape;7222;p130"/>
            <p:cNvGrpSpPr/>
            <p:nvPr/>
          </p:nvGrpSpPr>
          <p:grpSpPr>
            <a:xfrm>
              <a:off x="3280929" y="3294542"/>
              <a:ext cx="109894" cy="272224"/>
              <a:chOff x="2711750" y="3572300"/>
              <a:chExt cx="230725" cy="598425"/>
            </a:xfrm>
          </p:grpSpPr>
          <p:sp>
            <p:nvSpPr>
              <p:cNvPr id="7223" name="Google Shape;7223;p130"/>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130"/>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25" name="Google Shape;7225;p130"/>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26" name="Google Shape;7226;p130"/>
            <p:cNvGrpSpPr/>
            <p:nvPr/>
          </p:nvGrpSpPr>
          <p:grpSpPr>
            <a:xfrm>
              <a:off x="3790439" y="2408636"/>
              <a:ext cx="73017" cy="75684"/>
              <a:chOff x="3781475" y="1624825"/>
              <a:chExt cx="153300" cy="166375"/>
            </a:xfrm>
          </p:grpSpPr>
          <p:sp>
            <p:nvSpPr>
              <p:cNvPr id="7227" name="Google Shape;7227;p130"/>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130"/>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130"/>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130"/>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31" name="Google Shape;7231;p130"/>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130"/>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130"/>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130"/>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130"/>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130"/>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130"/>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38" name="Google Shape;7238;p130"/>
            <p:cNvGrpSpPr/>
            <p:nvPr/>
          </p:nvGrpSpPr>
          <p:grpSpPr>
            <a:xfrm>
              <a:off x="4403342" y="3107749"/>
              <a:ext cx="316680" cy="101374"/>
              <a:chOff x="5068275" y="3161675"/>
              <a:chExt cx="664875" cy="222850"/>
            </a:xfrm>
          </p:grpSpPr>
          <p:sp>
            <p:nvSpPr>
              <p:cNvPr id="7239" name="Google Shape;7239;p130"/>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130"/>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130"/>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130"/>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43" name="Google Shape;7243;p130"/>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130"/>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130"/>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130"/>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130"/>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130"/>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130"/>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130"/>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130"/>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130"/>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130"/>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130"/>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130"/>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130"/>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130"/>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130"/>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130"/>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130"/>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130"/>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130"/>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130"/>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130"/>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130"/>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130"/>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130"/>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130"/>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130"/>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130"/>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130"/>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72" name="Google Shape;7272;p130"/>
            <p:cNvGrpSpPr/>
            <p:nvPr/>
          </p:nvGrpSpPr>
          <p:grpSpPr>
            <a:xfrm>
              <a:off x="3697513" y="2707266"/>
              <a:ext cx="59549" cy="79733"/>
              <a:chOff x="3586375" y="2281300"/>
              <a:chExt cx="125025" cy="175275"/>
            </a:xfrm>
          </p:grpSpPr>
          <p:sp>
            <p:nvSpPr>
              <p:cNvPr id="7273" name="Google Shape;7273;p130"/>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130"/>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75" name="Google Shape;7275;p130"/>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76" name="Google Shape;7276;p130"/>
            <p:cNvGrpSpPr/>
            <p:nvPr/>
          </p:nvGrpSpPr>
          <p:grpSpPr>
            <a:xfrm>
              <a:off x="4513224" y="3221724"/>
              <a:ext cx="274563" cy="280321"/>
              <a:chOff x="5298975" y="3412225"/>
              <a:chExt cx="576450" cy="616225"/>
            </a:xfrm>
          </p:grpSpPr>
          <p:sp>
            <p:nvSpPr>
              <p:cNvPr id="7277" name="Google Shape;7277;p130"/>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7278" name="Google Shape;7278;p130"/>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9" name="Google Shape;7279;p130"/>
            <p:cNvGrpSpPr/>
            <p:nvPr/>
          </p:nvGrpSpPr>
          <p:grpSpPr>
            <a:xfrm>
              <a:off x="4824403" y="3421846"/>
              <a:ext cx="110132" cy="130647"/>
              <a:chOff x="5952300" y="3852150"/>
              <a:chExt cx="231225" cy="287200"/>
            </a:xfrm>
          </p:grpSpPr>
          <p:sp>
            <p:nvSpPr>
              <p:cNvPr id="7280" name="Google Shape;7280;p130"/>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130"/>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82" name="Google Shape;7282;p130"/>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130"/>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130"/>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130"/>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130"/>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130"/>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130"/>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130"/>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90" name="Google Shape;7290;p130"/>
            <p:cNvGrpSpPr/>
            <p:nvPr/>
          </p:nvGrpSpPr>
          <p:grpSpPr>
            <a:xfrm>
              <a:off x="4295710" y="3079670"/>
              <a:ext cx="14968" cy="27135"/>
              <a:chOff x="4842300" y="3099950"/>
              <a:chExt cx="31425" cy="59650"/>
            </a:xfrm>
          </p:grpSpPr>
          <p:sp>
            <p:nvSpPr>
              <p:cNvPr id="7291" name="Google Shape;7291;p130"/>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130"/>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130"/>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130"/>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95" name="Google Shape;7295;p130"/>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130"/>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130"/>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130"/>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130"/>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130"/>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130"/>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130"/>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03" name="Google Shape;7303;p130"/>
            <p:cNvGrpSpPr/>
            <p:nvPr/>
          </p:nvGrpSpPr>
          <p:grpSpPr>
            <a:xfrm>
              <a:off x="3831056" y="2816010"/>
              <a:ext cx="37378" cy="27612"/>
              <a:chOff x="3866750" y="2520350"/>
              <a:chExt cx="78475" cy="60700"/>
            </a:xfrm>
          </p:grpSpPr>
          <p:sp>
            <p:nvSpPr>
              <p:cNvPr id="7304" name="Google Shape;7304;p130"/>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130"/>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130"/>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130"/>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08" name="Google Shape;7308;p130"/>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130"/>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130"/>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130"/>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130"/>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130"/>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130"/>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130"/>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130"/>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130"/>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130"/>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130"/>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130"/>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130"/>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130"/>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130"/>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130"/>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7325" name="Google Shape;7325;p130"/>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130"/>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130"/>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130"/>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130"/>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130"/>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130"/>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130"/>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130"/>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130"/>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130"/>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130"/>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7337" name="Google Shape;7337;p130"/>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130"/>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130"/>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130"/>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130"/>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130"/>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130"/>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130"/>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130"/>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130"/>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130"/>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130"/>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130"/>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50" name="Google Shape;7350;p130"/>
            <p:cNvGrpSpPr/>
            <p:nvPr/>
          </p:nvGrpSpPr>
          <p:grpSpPr>
            <a:xfrm>
              <a:off x="3632736" y="3051591"/>
              <a:ext cx="63288" cy="45217"/>
              <a:chOff x="3450375" y="3038225"/>
              <a:chExt cx="132875" cy="99400"/>
            </a:xfrm>
          </p:grpSpPr>
          <p:sp>
            <p:nvSpPr>
              <p:cNvPr id="7351" name="Google Shape;7351;p130"/>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130"/>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53" name="Google Shape;7353;p130"/>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130"/>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130"/>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130"/>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130"/>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130"/>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130"/>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130"/>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130"/>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7362" name="Google Shape;7362;p130"/>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130"/>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130"/>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130"/>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130"/>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130"/>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130"/>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130"/>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130"/>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130"/>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7372" name="Google Shape;7372;p130"/>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130"/>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130"/>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130"/>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130"/>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130"/>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7378" name="Google Shape;7378;p130"/>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130"/>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130"/>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130"/>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130"/>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130"/>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130"/>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130"/>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130"/>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130"/>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8" name="Google Shape;7388;p130"/>
          <p:cNvGrpSpPr/>
          <p:nvPr/>
        </p:nvGrpSpPr>
        <p:grpSpPr>
          <a:xfrm>
            <a:off x="3554131" y="1233340"/>
            <a:ext cx="2078182" cy="1366558"/>
            <a:chOff x="235800" y="830650"/>
            <a:chExt cx="6978450" cy="4588844"/>
          </a:xfrm>
        </p:grpSpPr>
        <p:sp>
          <p:nvSpPr>
            <p:cNvPr id="7389" name="Google Shape;7389;p130"/>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130"/>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130"/>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130"/>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130"/>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130"/>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5" name="Google Shape;7395;p130"/>
          <p:cNvGrpSpPr/>
          <p:nvPr/>
        </p:nvGrpSpPr>
        <p:grpSpPr>
          <a:xfrm>
            <a:off x="742628" y="3064442"/>
            <a:ext cx="2622876" cy="1333540"/>
            <a:chOff x="238125" y="1038125"/>
            <a:chExt cx="7146800" cy="3633625"/>
          </a:xfrm>
        </p:grpSpPr>
        <p:sp>
          <p:nvSpPr>
            <p:cNvPr id="7396" name="Google Shape;7396;p130"/>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130"/>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130"/>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130"/>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130"/>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130"/>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130"/>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130"/>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130"/>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130"/>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130"/>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130"/>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130"/>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130"/>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130"/>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130"/>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130"/>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130"/>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130"/>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130"/>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130"/>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130"/>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130"/>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130"/>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130"/>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130"/>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130"/>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130"/>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130"/>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130"/>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130"/>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130"/>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130"/>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130"/>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130"/>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130"/>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130"/>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130"/>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130"/>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130"/>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130"/>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130"/>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130"/>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130"/>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130"/>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130"/>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130"/>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130"/>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130"/>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130"/>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130"/>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130"/>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130"/>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130"/>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130"/>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130"/>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130"/>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130"/>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130"/>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130"/>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130"/>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130"/>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130"/>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130"/>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130"/>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130"/>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130"/>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130"/>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130"/>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130"/>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130"/>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130"/>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130"/>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130"/>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130"/>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130"/>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130"/>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130"/>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130"/>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130"/>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130"/>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130"/>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130"/>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130"/>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130"/>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130"/>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130"/>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130"/>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130"/>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130"/>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130"/>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130"/>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130"/>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130"/>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130"/>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130"/>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130"/>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130"/>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130"/>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130"/>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130"/>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130"/>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130"/>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130"/>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130"/>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130"/>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130"/>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130"/>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130"/>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130"/>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130"/>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130"/>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130"/>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130"/>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130"/>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130"/>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130"/>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130"/>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130"/>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130"/>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130"/>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130"/>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130"/>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130"/>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130"/>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130"/>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130"/>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130"/>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130"/>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130"/>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130"/>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130"/>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130"/>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130"/>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130"/>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130"/>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130"/>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130"/>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130"/>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130"/>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130"/>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130"/>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130"/>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130"/>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130"/>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130"/>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130"/>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130"/>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130"/>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130"/>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130"/>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130"/>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130"/>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130"/>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130"/>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130"/>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130"/>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130"/>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130"/>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130"/>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130"/>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130"/>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130"/>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130"/>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130"/>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130"/>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130"/>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130"/>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130"/>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130"/>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130"/>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130"/>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130"/>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130"/>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130"/>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130"/>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130"/>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130"/>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130"/>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130"/>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130"/>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130"/>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130"/>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130"/>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130"/>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130"/>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130"/>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130"/>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130"/>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130"/>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130"/>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130"/>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130"/>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130"/>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130"/>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130"/>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130"/>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130"/>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130"/>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130"/>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130"/>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130"/>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130"/>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130"/>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130"/>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130"/>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130"/>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130"/>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130"/>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130"/>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130"/>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130"/>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130"/>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130"/>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130"/>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130"/>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130"/>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130"/>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130"/>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130"/>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130"/>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130"/>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130"/>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130"/>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130"/>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130"/>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130"/>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130"/>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130"/>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130"/>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130"/>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130"/>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130"/>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130"/>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130"/>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130"/>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130"/>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130"/>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130"/>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130"/>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130"/>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130"/>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130"/>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130"/>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130"/>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130"/>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130"/>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130"/>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130"/>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130"/>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130"/>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130"/>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130"/>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130"/>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130"/>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130"/>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130"/>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130"/>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130"/>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130"/>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130"/>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130"/>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130"/>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130"/>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130"/>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130"/>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130"/>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130"/>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130"/>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130"/>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130"/>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130"/>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130"/>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130"/>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130"/>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130"/>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130"/>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130"/>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130"/>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130"/>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130"/>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130"/>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130"/>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130"/>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130"/>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130"/>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130"/>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130"/>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130"/>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130"/>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130"/>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130"/>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130"/>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130"/>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130"/>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130"/>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130"/>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130"/>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130"/>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130"/>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130"/>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130"/>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130"/>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130"/>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130"/>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130"/>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130"/>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130"/>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130"/>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130"/>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130"/>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130"/>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130"/>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130"/>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130"/>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130"/>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130"/>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130"/>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130"/>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130"/>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130"/>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130"/>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130"/>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130"/>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130"/>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130"/>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130"/>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130"/>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130"/>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130"/>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130"/>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130"/>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130"/>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130"/>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130"/>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130"/>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130"/>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130"/>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130"/>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130"/>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130"/>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130"/>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130"/>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130"/>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130"/>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130"/>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130"/>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130"/>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130"/>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130"/>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130"/>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130"/>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130"/>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130"/>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130"/>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130"/>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130"/>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130"/>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130"/>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130"/>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130"/>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130"/>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130"/>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130"/>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130"/>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130"/>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130"/>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130"/>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130"/>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130"/>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130"/>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130"/>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130"/>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130"/>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130"/>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130"/>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130"/>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130"/>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130"/>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130"/>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130"/>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130"/>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130"/>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130"/>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130"/>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130"/>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130"/>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130"/>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130"/>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130"/>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130"/>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130"/>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130"/>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130"/>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130"/>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130"/>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130"/>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130"/>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130"/>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130"/>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130"/>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130"/>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130"/>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130"/>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130"/>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130"/>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130"/>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130"/>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130"/>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130"/>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130"/>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130"/>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130"/>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130"/>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130"/>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130"/>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130"/>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130"/>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130"/>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130"/>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130"/>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130"/>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130"/>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130"/>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130"/>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130"/>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130"/>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130"/>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130"/>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130"/>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130"/>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130"/>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130"/>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130"/>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130"/>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130"/>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130"/>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130"/>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130"/>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130"/>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130"/>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130"/>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130"/>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130"/>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130"/>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130"/>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130"/>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130"/>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130"/>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130"/>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130"/>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130"/>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130"/>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130"/>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130"/>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130"/>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130"/>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130"/>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130"/>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130"/>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130"/>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130"/>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130"/>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130"/>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130"/>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130"/>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130"/>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130"/>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130"/>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130"/>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130"/>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130"/>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130"/>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130"/>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130"/>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130"/>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130"/>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130"/>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130"/>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130"/>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130"/>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130"/>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130"/>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130"/>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130"/>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130"/>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130"/>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130"/>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130"/>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130"/>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130"/>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130"/>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130"/>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130"/>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130"/>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130"/>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130"/>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130"/>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130"/>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130"/>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130"/>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130"/>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130"/>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130"/>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130"/>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130"/>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130"/>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130"/>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130"/>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130"/>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130"/>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130"/>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130"/>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130"/>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130"/>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130"/>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130"/>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130"/>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130"/>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130"/>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130"/>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130"/>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130"/>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130"/>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130"/>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130"/>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130"/>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130"/>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130"/>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130"/>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130"/>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130"/>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130"/>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130"/>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130"/>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130"/>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130"/>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130"/>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130"/>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130"/>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130"/>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130"/>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130"/>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130"/>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130"/>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130"/>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130"/>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130"/>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130"/>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130"/>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130"/>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130"/>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130"/>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130"/>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130"/>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130"/>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130"/>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130"/>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130"/>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130"/>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130"/>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130"/>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130"/>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130"/>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130"/>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130"/>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130"/>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130"/>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130"/>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130"/>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130"/>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130"/>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130"/>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130"/>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130"/>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130"/>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130"/>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130"/>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130"/>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130"/>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130"/>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130"/>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130"/>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130"/>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130"/>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130"/>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130"/>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130"/>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130"/>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130"/>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130"/>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130"/>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130"/>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130"/>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130"/>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130"/>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130"/>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130"/>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130"/>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130"/>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130"/>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130"/>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130"/>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130"/>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130"/>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130"/>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130"/>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130"/>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130"/>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130"/>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130"/>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130"/>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130"/>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130"/>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130"/>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130"/>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130"/>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130"/>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130"/>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130"/>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130"/>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130"/>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130"/>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130"/>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130"/>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130"/>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130"/>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130"/>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130"/>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130"/>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130"/>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130"/>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130"/>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130"/>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130"/>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130"/>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130"/>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130"/>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130"/>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130"/>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130"/>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130"/>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130"/>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130"/>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130"/>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130"/>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130"/>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130"/>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130"/>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130"/>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130"/>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130"/>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130"/>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130"/>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130"/>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130"/>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130"/>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130"/>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130"/>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130"/>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130"/>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130"/>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130"/>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130"/>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130"/>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130"/>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130"/>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130"/>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130"/>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130"/>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130"/>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130"/>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130"/>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130"/>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130"/>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130"/>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130"/>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130"/>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130"/>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130"/>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130"/>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130"/>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130"/>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130"/>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130"/>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130"/>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130"/>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130"/>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130"/>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130"/>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130"/>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130"/>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130"/>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130"/>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130"/>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130"/>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130"/>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130"/>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130"/>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130"/>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130"/>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130"/>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130"/>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130"/>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130"/>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130"/>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130"/>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130"/>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130"/>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130"/>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130"/>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130"/>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130"/>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130"/>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130"/>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130"/>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130"/>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130"/>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130"/>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130"/>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130"/>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130"/>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130"/>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130"/>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130"/>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130"/>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130"/>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130"/>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130"/>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130"/>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130"/>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130"/>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130"/>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130"/>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130"/>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130"/>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130"/>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130"/>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130"/>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130"/>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130"/>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130"/>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130"/>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130"/>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130"/>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130"/>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130"/>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130"/>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130"/>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130"/>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130"/>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130"/>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130"/>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130"/>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130"/>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130"/>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130"/>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130"/>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130"/>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130"/>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130"/>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130"/>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130"/>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130"/>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130"/>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130"/>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130"/>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130"/>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130"/>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130"/>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130"/>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130"/>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130"/>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130"/>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130"/>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130"/>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130"/>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130"/>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130"/>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130"/>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130"/>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130"/>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130"/>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130"/>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130"/>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130"/>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130"/>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130"/>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130"/>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130"/>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130"/>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130"/>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130"/>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130"/>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130"/>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130"/>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130"/>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130"/>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130"/>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130"/>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130"/>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130"/>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130"/>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130"/>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130"/>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130"/>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130"/>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130"/>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130"/>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130"/>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130"/>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130"/>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130"/>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130"/>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130"/>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130"/>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130"/>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130"/>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130"/>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130"/>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130"/>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130"/>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130"/>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130"/>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130"/>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130"/>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130"/>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130"/>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130"/>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130"/>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130"/>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130"/>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130"/>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130"/>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130"/>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130"/>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130"/>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130"/>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130"/>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130"/>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130"/>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130"/>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130"/>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130"/>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130"/>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130"/>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130"/>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130"/>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130"/>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130"/>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130"/>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130"/>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130"/>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130"/>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130"/>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130"/>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130"/>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130"/>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130"/>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130"/>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130"/>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130"/>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130"/>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130"/>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130"/>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130"/>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130"/>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130"/>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130"/>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130"/>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130"/>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130"/>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130"/>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130"/>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130"/>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130"/>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130"/>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130"/>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130"/>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130"/>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130"/>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130"/>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130"/>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130"/>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130"/>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130"/>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130"/>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130"/>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130"/>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130"/>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130"/>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130"/>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130"/>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130"/>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130"/>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130"/>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130"/>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130"/>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130"/>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130"/>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130"/>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130"/>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130"/>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130"/>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130"/>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130"/>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130"/>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130"/>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130"/>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130"/>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130"/>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130"/>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130"/>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130"/>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130"/>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130"/>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130"/>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130"/>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130"/>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130"/>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130"/>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130"/>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130"/>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130"/>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130"/>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130"/>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130"/>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130"/>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130"/>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130"/>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130"/>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130"/>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130"/>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130"/>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130"/>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130"/>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130"/>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130"/>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130"/>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130"/>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130"/>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130"/>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130"/>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130"/>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130"/>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130"/>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130"/>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130"/>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130"/>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130"/>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130"/>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130"/>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130"/>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130"/>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130"/>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130"/>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130"/>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130"/>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130"/>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130"/>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130"/>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130"/>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130"/>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130"/>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130"/>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130"/>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130"/>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130"/>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130"/>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130"/>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130"/>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130"/>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130"/>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130"/>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130"/>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130"/>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130"/>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130"/>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130"/>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130"/>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130"/>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130"/>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130"/>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130"/>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130"/>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130"/>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130"/>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130"/>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130"/>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130"/>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130"/>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130"/>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130"/>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130"/>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130"/>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130"/>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130"/>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130"/>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130"/>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130"/>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130"/>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130"/>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130"/>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130"/>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130"/>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130"/>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130"/>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130"/>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130"/>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130"/>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130"/>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130"/>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130"/>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130"/>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130"/>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130"/>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130"/>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130"/>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130"/>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130"/>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130"/>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130"/>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130"/>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130"/>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130"/>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130"/>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130"/>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130"/>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130"/>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130"/>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130"/>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130"/>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130"/>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130"/>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130"/>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130"/>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130"/>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130"/>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130"/>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130"/>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130"/>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130"/>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130"/>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130"/>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130"/>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130"/>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130"/>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130"/>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130"/>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130"/>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130"/>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130"/>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130"/>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130"/>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130"/>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130"/>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130"/>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130"/>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130"/>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130"/>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130"/>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130"/>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130"/>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130"/>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130"/>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130"/>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130"/>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130"/>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130"/>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130"/>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130"/>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130"/>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130"/>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130"/>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130"/>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130"/>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130"/>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130"/>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130"/>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130"/>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130"/>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130"/>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130"/>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130"/>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130"/>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130"/>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130"/>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130"/>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130"/>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130"/>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130"/>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130"/>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130"/>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130"/>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130"/>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130"/>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130"/>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130"/>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130"/>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130"/>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130"/>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130"/>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130"/>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130"/>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130"/>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130"/>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130"/>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130"/>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130"/>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130"/>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130"/>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130"/>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130"/>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130"/>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130"/>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130"/>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130"/>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130"/>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130"/>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130"/>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130"/>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130"/>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130"/>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130"/>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130"/>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130"/>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130"/>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130"/>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130"/>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130"/>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130"/>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130"/>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130"/>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130"/>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130"/>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130"/>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130"/>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130"/>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130"/>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130"/>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130"/>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130"/>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130"/>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130"/>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130"/>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130"/>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130"/>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130"/>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130"/>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130"/>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130"/>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130"/>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130"/>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130"/>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130"/>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130"/>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130"/>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130"/>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130"/>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130"/>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130"/>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130"/>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130"/>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130"/>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130"/>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130"/>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130"/>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130"/>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130"/>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130"/>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130"/>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130"/>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130"/>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130"/>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130"/>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130"/>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130"/>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130"/>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130"/>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130"/>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130"/>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130"/>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130"/>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130"/>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130"/>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130"/>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130"/>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130"/>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130"/>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130"/>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130"/>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130"/>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130"/>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130"/>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130"/>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130"/>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130"/>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130"/>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130"/>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130"/>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130"/>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130"/>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130"/>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130"/>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130"/>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130"/>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130"/>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130"/>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130"/>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130"/>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130"/>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130"/>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130"/>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130"/>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130"/>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130"/>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130"/>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130"/>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130"/>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130"/>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130"/>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130"/>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130"/>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130"/>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130"/>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130"/>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130"/>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130"/>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130"/>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130"/>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130"/>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130"/>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130"/>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130"/>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130"/>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130"/>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130"/>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130"/>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130"/>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130"/>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130"/>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130"/>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130"/>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130"/>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130"/>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130"/>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130"/>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130"/>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130"/>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130"/>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130"/>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130"/>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130"/>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130"/>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130"/>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130"/>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130"/>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130"/>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130"/>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130"/>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130"/>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130"/>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130"/>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130"/>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130"/>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130"/>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130"/>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130"/>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130"/>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130"/>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130"/>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130"/>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130"/>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130"/>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130"/>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130"/>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130"/>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130"/>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130"/>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130"/>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130"/>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130"/>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130"/>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130"/>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130"/>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130"/>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130"/>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130"/>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130"/>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130"/>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130"/>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130"/>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130"/>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130"/>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130"/>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130"/>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130"/>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130"/>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130"/>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130"/>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130"/>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130"/>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130"/>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130"/>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130"/>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130"/>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130"/>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130"/>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130"/>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130"/>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130"/>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130"/>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130"/>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130"/>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130"/>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130"/>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130"/>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130"/>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130"/>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130"/>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130"/>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130"/>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130"/>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130"/>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130"/>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130"/>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130"/>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130"/>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130"/>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130"/>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130"/>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130"/>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130"/>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130"/>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130"/>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130"/>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130"/>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130"/>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130"/>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130"/>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130"/>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130"/>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130"/>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130"/>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130"/>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130"/>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130"/>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130"/>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130"/>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130"/>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130"/>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130"/>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130"/>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130"/>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130"/>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130"/>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130"/>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130"/>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130"/>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130"/>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130"/>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130"/>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130"/>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130"/>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130"/>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130"/>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130"/>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130"/>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130"/>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130"/>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130"/>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130"/>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130"/>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130"/>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130"/>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130"/>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130"/>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130"/>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130"/>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130"/>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130"/>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130"/>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130"/>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130"/>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130"/>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130"/>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130"/>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130"/>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130"/>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130"/>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130"/>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130"/>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130"/>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130"/>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130"/>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130"/>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130"/>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130"/>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130"/>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130"/>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130"/>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130"/>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130"/>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130"/>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130"/>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130"/>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130"/>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130"/>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130"/>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130"/>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130"/>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130"/>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130"/>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130"/>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130"/>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130"/>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130"/>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130"/>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130"/>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130"/>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130"/>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130"/>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130"/>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130"/>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130"/>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130"/>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130"/>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130"/>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130"/>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130"/>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130"/>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130"/>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130"/>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130"/>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130"/>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130"/>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130"/>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130"/>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130"/>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130"/>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130"/>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130"/>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130"/>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130"/>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130"/>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130"/>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130"/>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130"/>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130"/>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130"/>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130"/>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130"/>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130"/>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130"/>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130"/>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130"/>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130"/>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130"/>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130"/>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130"/>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130"/>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130"/>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130"/>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130"/>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130"/>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130"/>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130"/>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130"/>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130"/>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130"/>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130"/>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130"/>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130"/>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130"/>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130"/>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130"/>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130"/>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130"/>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130"/>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130"/>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130"/>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130"/>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130"/>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130"/>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130"/>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130"/>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130"/>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130"/>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130"/>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130"/>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130"/>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130"/>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130"/>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130"/>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130"/>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130"/>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130"/>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130"/>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130"/>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130"/>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130"/>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130"/>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130"/>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130"/>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130"/>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130"/>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130"/>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130"/>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130"/>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130"/>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130"/>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130"/>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130"/>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130"/>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130"/>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130"/>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130"/>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130"/>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130"/>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130"/>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130"/>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130"/>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130"/>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130"/>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130"/>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130"/>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130"/>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130"/>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130"/>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130"/>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130"/>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130"/>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130"/>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130"/>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130"/>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130"/>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130"/>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130"/>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130"/>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130"/>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130"/>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130"/>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130"/>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130"/>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130"/>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130"/>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130"/>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130"/>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130"/>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130"/>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130"/>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130"/>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130"/>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130"/>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130"/>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130"/>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130"/>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130"/>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130"/>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130"/>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130"/>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130"/>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130"/>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130"/>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130"/>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130"/>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130"/>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130"/>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130"/>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130"/>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130"/>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130"/>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8" name="Google Shape;8968;p130"/>
          <p:cNvGrpSpPr/>
          <p:nvPr/>
        </p:nvGrpSpPr>
        <p:grpSpPr>
          <a:xfrm>
            <a:off x="5857556" y="1206552"/>
            <a:ext cx="2590840" cy="1380235"/>
            <a:chOff x="233350" y="949250"/>
            <a:chExt cx="7137300" cy="3802300"/>
          </a:xfrm>
        </p:grpSpPr>
        <p:sp>
          <p:nvSpPr>
            <p:cNvPr id="8969" name="Google Shape;8969;p130"/>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130"/>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130"/>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130"/>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130"/>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130"/>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130"/>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130"/>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130"/>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130"/>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130"/>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130"/>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130"/>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130"/>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130"/>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130"/>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130"/>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130"/>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130"/>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130"/>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130"/>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130"/>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130"/>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130"/>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130"/>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130"/>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130"/>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130"/>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130"/>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130"/>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130"/>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130"/>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130"/>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130"/>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130"/>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130"/>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130"/>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130"/>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130"/>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130"/>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130"/>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130"/>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130"/>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130"/>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130"/>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130"/>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130"/>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130"/>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130"/>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130"/>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130"/>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0" name="Google Shape;9020;p130"/>
          <p:cNvGrpSpPr/>
          <p:nvPr/>
        </p:nvGrpSpPr>
        <p:grpSpPr>
          <a:xfrm>
            <a:off x="7671985" y="3251325"/>
            <a:ext cx="104231" cy="320340"/>
            <a:chOff x="7564426" y="3224343"/>
            <a:chExt cx="119985" cy="368801"/>
          </a:xfrm>
        </p:grpSpPr>
        <p:sp>
          <p:nvSpPr>
            <p:cNvPr id="9021" name="Google Shape;9021;p130"/>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130"/>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3" name="Google Shape;9023;p130"/>
          <p:cNvGrpSpPr/>
          <p:nvPr/>
        </p:nvGrpSpPr>
        <p:grpSpPr>
          <a:xfrm>
            <a:off x="7371473" y="3245427"/>
            <a:ext cx="189489" cy="332132"/>
            <a:chOff x="8370831" y="3202002"/>
            <a:chExt cx="218129" cy="382376"/>
          </a:xfrm>
        </p:grpSpPr>
        <p:sp>
          <p:nvSpPr>
            <p:cNvPr id="9024" name="Google Shape;9024;p130"/>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130"/>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6" name="Google Shape;9026;p130"/>
          <p:cNvGrpSpPr/>
          <p:nvPr/>
        </p:nvGrpSpPr>
        <p:grpSpPr>
          <a:xfrm>
            <a:off x="8094863" y="3656559"/>
            <a:ext cx="309429" cy="267000"/>
            <a:chOff x="6742064" y="3750480"/>
            <a:chExt cx="399315" cy="344560"/>
          </a:xfrm>
        </p:grpSpPr>
        <p:sp>
          <p:nvSpPr>
            <p:cNvPr id="9027" name="Google Shape;9027;p130"/>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130"/>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9" name="Google Shape;9029;p130"/>
          <p:cNvGrpSpPr/>
          <p:nvPr/>
        </p:nvGrpSpPr>
        <p:grpSpPr>
          <a:xfrm>
            <a:off x="7633882" y="4007606"/>
            <a:ext cx="180437" cy="281608"/>
            <a:chOff x="7248525" y="3739696"/>
            <a:chExt cx="230531" cy="359790"/>
          </a:xfrm>
        </p:grpSpPr>
        <p:sp>
          <p:nvSpPr>
            <p:cNvPr id="9030" name="Google Shape;9030;p130"/>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130"/>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2" name="Google Shape;9032;p130"/>
          <p:cNvGrpSpPr/>
          <p:nvPr/>
        </p:nvGrpSpPr>
        <p:grpSpPr>
          <a:xfrm>
            <a:off x="7879801" y="3650830"/>
            <a:ext cx="162896" cy="278710"/>
            <a:chOff x="7601242" y="3729267"/>
            <a:chExt cx="222566" cy="380803"/>
          </a:xfrm>
        </p:grpSpPr>
        <p:sp>
          <p:nvSpPr>
            <p:cNvPr id="9033" name="Google Shape;9033;p130"/>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130"/>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35" name="Google Shape;9035;p130"/>
          <p:cNvSpPr/>
          <p:nvPr/>
        </p:nvSpPr>
        <p:spPr>
          <a:xfrm>
            <a:off x="7845827" y="3263187"/>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36" name="Google Shape;9036;p130"/>
          <p:cNvGrpSpPr/>
          <p:nvPr/>
        </p:nvGrpSpPr>
        <p:grpSpPr>
          <a:xfrm>
            <a:off x="7369446" y="3651971"/>
            <a:ext cx="193543" cy="275990"/>
            <a:chOff x="8304647" y="3738687"/>
            <a:chExt cx="225076" cy="320956"/>
          </a:xfrm>
        </p:grpSpPr>
        <p:sp>
          <p:nvSpPr>
            <p:cNvPr id="9037" name="Google Shape;9037;p130"/>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130"/>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130"/>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0" name="Google Shape;9040;p130"/>
          <p:cNvGrpSpPr/>
          <p:nvPr/>
        </p:nvGrpSpPr>
        <p:grpSpPr>
          <a:xfrm>
            <a:off x="7641939" y="3651971"/>
            <a:ext cx="178492" cy="275990"/>
            <a:chOff x="8615101" y="3738687"/>
            <a:chExt cx="207573" cy="320956"/>
          </a:xfrm>
        </p:grpSpPr>
        <p:sp>
          <p:nvSpPr>
            <p:cNvPr id="9041" name="Google Shape;9041;p130"/>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130"/>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130"/>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44" name="Google Shape;9044;p130"/>
          <p:cNvSpPr/>
          <p:nvPr/>
        </p:nvSpPr>
        <p:spPr>
          <a:xfrm>
            <a:off x="8138379" y="3241854"/>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45" name="Google Shape;9045;p130"/>
          <p:cNvGrpSpPr/>
          <p:nvPr/>
        </p:nvGrpSpPr>
        <p:grpSpPr>
          <a:xfrm>
            <a:off x="6036644" y="3773459"/>
            <a:ext cx="557670" cy="511283"/>
            <a:chOff x="6015419" y="3716859"/>
            <a:chExt cx="557671" cy="511283"/>
          </a:xfrm>
        </p:grpSpPr>
        <p:sp>
          <p:nvSpPr>
            <p:cNvPr id="9046" name="Google Shape;9046;p130"/>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47" name="Google Shape;9047;p130"/>
            <p:cNvGrpSpPr/>
            <p:nvPr/>
          </p:nvGrpSpPr>
          <p:grpSpPr>
            <a:xfrm>
              <a:off x="6036094" y="3716980"/>
              <a:ext cx="529860" cy="510468"/>
              <a:chOff x="6036094" y="3716980"/>
              <a:chExt cx="529860" cy="510468"/>
            </a:xfrm>
          </p:grpSpPr>
          <p:sp>
            <p:nvSpPr>
              <p:cNvPr id="9048" name="Google Shape;9048;p130"/>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130"/>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130"/>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130"/>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130"/>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130"/>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130"/>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130"/>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130"/>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130"/>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58" name="Google Shape;9058;p130"/>
          <p:cNvGrpSpPr/>
          <p:nvPr/>
        </p:nvGrpSpPr>
        <p:grpSpPr>
          <a:xfrm>
            <a:off x="6665529" y="3130228"/>
            <a:ext cx="576302" cy="511871"/>
            <a:chOff x="6644304" y="3073628"/>
            <a:chExt cx="576302" cy="511871"/>
          </a:xfrm>
        </p:grpSpPr>
        <p:sp>
          <p:nvSpPr>
            <p:cNvPr id="9059" name="Google Shape;9059;p130"/>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60" name="Google Shape;9060;p130"/>
            <p:cNvGrpSpPr/>
            <p:nvPr/>
          </p:nvGrpSpPr>
          <p:grpSpPr>
            <a:xfrm>
              <a:off x="6712169" y="3085440"/>
              <a:ext cx="481622" cy="494913"/>
              <a:chOff x="6712169" y="3085440"/>
              <a:chExt cx="481622" cy="494913"/>
            </a:xfrm>
          </p:grpSpPr>
          <p:sp>
            <p:nvSpPr>
              <p:cNvPr id="9061" name="Google Shape;9061;p130"/>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130"/>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130"/>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130"/>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130"/>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66" name="Google Shape;9066;p130"/>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130"/>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130"/>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69" name="Google Shape;9069;p130"/>
          <p:cNvSpPr/>
          <p:nvPr/>
        </p:nvSpPr>
        <p:spPr>
          <a:xfrm>
            <a:off x="7009563" y="3146856"/>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70" name="Google Shape;9070;p130"/>
          <p:cNvGrpSpPr/>
          <p:nvPr/>
        </p:nvGrpSpPr>
        <p:grpSpPr>
          <a:xfrm>
            <a:off x="6673379" y="3773223"/>
            <a:ext cx="560631" cy="511352"/>
            <a:chOff x="6652154" y="3716623"/>
            <a:chExt cx="560631" cy="511352"/>
          </a:xfrm>
        </p:grpSpPr>
        <p:sp>
          <p:nvSpPr>
            <p:cNvPr id="9071" name="Google Shape;9071;p130"/>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72" name="Google Shape;9072;p130"/>
            <p:cNvGrpSpPr/>
            <p:nvPr/>
          </p:nvGrpSpPr>
          <p:grpSpPr>
            <a:xfrm>
              <a:off x="6669657" y="3716715"/>
              <a:ext cx="466779" cy="464290"/>
              <a:chOff x="6669657" y="3716715"/>
              <a:chExt cx="466779" cy="464290"/>
            </a:xfrm>
          </p:grpSpPr>
          <p:sp>
            <p:nvSpPr>
              <p:cNvPr id="9073" name="Google Shape;9073;p130"/>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130"/>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130"/>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130"/>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130"/>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130"/>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130"/>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130"/>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130"/>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130"/>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130"/>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130"/>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130"/>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86" name="Google Shape;9086;p130"/>
          <p:cNvGrpSpPr/>
          <p:nvPr/>
        </p:nvGrpSpPr>
        <p:grpSpPr>
          <a:xfrm>
            <a:off x="7867470" y="4054631"/>
            <a:ext cx="187557" cy="187557"/>
            <a:chOff x="8565775" y="671075"/>
            <a:chExt cx="441000" cy="441000"/>
          </a:xfrm>
        </p:grpSpPr>
        <p:sp>
          <p:nvSpPr>
            <p:cNvPr id="9087" name="Google Shape;9087;p130"/>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130"/>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89" name="Google Shape;9089;p130"/>
          <p:cNvSpPr/>
          <p:nvPr/>
        </p:nvSpPr>
        <p:spPr>
          <a:xfrm>
            <a:off x="8168685" y="4050552"/>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130"/>
          <p:cNvSpPr/>
          <p:nvPr/>
        </p:nvSpPr>
        <p:spPr>
          <a:xfrm flipH="1">
            <a:off x="7376923" y="4017007"/>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91" name="Google Shape;9091;p130"/>
          <p:cNvGrpSpPr/>
          <p:nvPr/>
        </p:nvGrpSpPr>
        <p:grpSpPr>
          <a:xfrm>
            <a:off x="6021325" y="3132850"/>
            <a:ext cx="587871" cy="512373"/>
            <a:chOff x="6000100" y="3076250"/>
            <a:chExt cx="587871" cy="512373"/>
          </a:xfrm>
        </p:grpSpPr>
        <p:sp>
          <p:nvSpPr>
            <p:cNvPr id="9092" name="Google Shape;9092;p130"/>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93" name="Google Shape;9093;p130"/>
            <p:cNvGrpSpPr/>
            <p:nvPr/>
          </p:nvGrpSpPr>
          <p:grpSpPr>
            <a:xfrm>
              <a:off x="6031360" y="3076713"/>
              <a:ext cx="539107" cy="480965"/>
              <a:chOff x="6031360" y="3076713"/>
              <a:chExt cx="539107" cy="480965"/>
            </a:xfrm>
          </p:grpSpPr>
          <p:sp>
            <p:nvSpPr>
              <p:cNvPr id="9094" name="Google Shape;9094;p130"/>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130"/>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130"/>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130"/>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130"/>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130"/>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130"/>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01" name="Google Shape;9101;p130"/>
          <p:cNvGrpSpPr/>
          <p:nvPr/>
        </p:nvGrpSpPr>
        <p:grpSpPr>
          <a:xfrm>
            <a:off x="3597785" y="3065882"/>
            <a:ext cx="2241344" cy="1330656"/>
            <a:chOff x="3597785" y="3065882"/>
            <a:chExt cx="2241344" cy="1330656"/>
          </a:xfrm>
        </p:grpSpPr>
        <p:grpSp>
          <p:nvGrpSpPr>
            <p:cNvPr id="9102" name="Google Shape;9102;p130"/>
            <p:cNvGrpSpPr/>
            <p:nvPr/>
          </p:nvGrpSpPr>
          <p:grpSpPr>
            <a:xfrm>
              <a:off x="5296908" y="3937355"/>
              <a:ext cx="143198" cy="32380"/>
              <a:chOff x="5296908" y="3937355"/>
              <a:chExt cx="143198" cy="32380"/>
            </a:xfrm>
          </p:grpSpPr>
          <p:sp>
            <p:nvSpPr>
              <p:cNvPr id="9103" name="Google Shape;9103;p130"/>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04" name="Google Shape;9104;p130"/>
              <p:cNvGrpSpPr/>
              <p:nvPr/>
            </p:nvGrpSpPr>
            <p:grpSpPr>
              <a:xfrm>
                <a:off x="5402331" y="3937355"/>
                <a:ext cx="37776" cy="32380"/>
                <a:chOff x="5402331" y="3937355"/>
                <a:chExt cx="37776" cy="32380"/>
              </a:xfrm>
            </p:grpSpPr>
            <p:sp>
              <p:nvSpPr>
                <p:cNvPr id="9105" name="Google Shape;9105;p130"/>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130"/>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7" name="Google Shape;9107;p130"/>
              <p:cNvGrpSpPr/>
              <p:nvPr/>
            </p:nvGrpSpPr>
            <p:grpSpPr>
              <a:xfrm>
                <a:off x="5296908" y="3937355"/>
                <a:ext cx="37783" cy="32380"/>
                <a:chOff x="5296908" y="3937355"/>
                <a:chExt cx="37783" cy="32380"/>
              </a:xfrm>
            </p:grpSpPr>
            <p:sp>
              <p:nvSpPr>
                <p:cNvPr id="9108" name="Google Shape;9108;p130"/>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130"/>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10" name="Google Shape;9110;p130"/>
            <p:cNvGrpSpPr/>
            <p:nvPr/>
          </p:nvGrpSpPr>
          <p:grpSpPr>
            <a:xfrm>
              <a:off x="4724163" y="3119631"/>
              <a:ext cx="120838" cy="84218"/>
              <a:chOff x="4724163" y="3119631"/>
              <a:chExt cx="120838" cy="84218"/>
            </a:xfrm>
          </p:grpSpPr>
          <p:grpSp>
            <p:nvGrpSpPr>
              <p:cNvPr id="9111" name="Google Shape;9111;p130"/>
              <p:cNvGrpSpPr/>
              <p:nvPr/>
            </p:nvGrpSpPr>
            <p:grpSpPr>
              <a:xfrm>
                <a:off x="4746712" y="3132773"/>
                <a:ext cx="86869" cy="56424"/>
                <a:chOff x="4746712" y="3132773"/>
                <a:chExt cx="86869" cy="56424"/>
              </a:xfrm>
            </p:grpSpPr>
            <p:sp>
              <p:nvSpPr>
                <p:cNvPr id="9112" name="Google Shape;9112;p130"/>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130"/>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4" name="Google Shape;9114;p130"/>
              <p:cNvGrpSpPr/>
              <p:nvPr/>
            </p:nvGrpSpPr>
            <p:grpSpPr>
              <a:xfrm>
                <a:off x="4773634" y="3143336"/>
                <a:ext cx="37776" cy="32451"/>
                <a:chOff x="4773634" y="3143336"/>
                <a:chExt cx="37776" cy="32451"/>
              </a:xfrm>
            </p:grpSpPr>
            <p:sp>
              <p:nvSpPr>
                <p:cNvPr id="9115" name="Google Shape;9115;p130"/>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130"/>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7" name="Google Shape;9117;p130"/>
              <p:cNvGrpSpPr/>
              <p:nvPr/>
            </p:nvGrpSpPr>
            <p:grpSpPr>
              <a:xfrm>
                <a:off x="4724163" y="3131248"/>
                <a:ext cx="37776" cy="32459"/>
                <a:chOff x="4724163" y="3131248"/>
                <a:chExt cx="37776" cy="32459"/>
              </a:xfrm>
            </p:grpSpPr>
            <p:sp>
              <p:nvSpPr>
                <p:cNvPr id="9118" name="Google Shape;9118;p130"/>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130"/>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0" name="Google Shape;9120;p130"/>
              <p:cNvGrpSpPr/>
              <p:nvPr/>
            </p:nvGrpSpPr>
            <p:grpSpPr>
              <a:xfrm>
                <a:off x="4755081" y="3176054"/>
                <a:ext cx="32357" cy="27795"/>
                <a:chOff x="4755081" y="3176054"/>
                <a:chExt cx="32357" cy="27795"/>
              </a:xfrm>
            </p:grpSpPr>
            <p:sp>
              <p:nvSpPr>
                <p:cNvPr id="9121" name="Google Shape;9121;p130"/>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130"/>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3" name="Google Shape;9123;p130"/>
              <p:cNvGrpSpPr/>
              <p:nvPr/>
            </p:nvGrpSpPr>
            <p:grpSpPr>
              <a:xfrm>
                <a:off x="4812550" y="3119631"/>
                <a:ext cx="32451" cy="27803"/>
                <a:chOff x="4812550" y="3119631"/>
                <a:chExt cx="32451" cy="27803"/>
              </a:xfrm>
            </p:grpSpPr>
            <p:sp>
              <p:nvSpPr>
                <p:cNvPr id="9124" name="Google Shape;9124;p130"/>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130"/>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26" name="Google Shape;9126;p130"/>
            <p:cNvGrpSpPr/>
            <p:nvPr/>
          </p:nvGrpSpPr>
          <p:grpSpPr>
            <a:xfrm>
              <a:off x="5382826" y="4027197"/>
              <a:ext cx="268967" cy="250422"/>
              <a:chOff x="5382826" y="4027197"/>
              <a:chExt cx="268967" cy="250422"/>
            </a:xfrm>
          </p:grpSpPr>
          <p:grpSp>
            <p:nvGrpSpPr>
              <p:cNvPr id="9127" name="Google Shape;9127;p130"/>
              <p:cNvGrpSpPr/>
              <p:nvPr/>
            </p:nvGrpSpPr>
            <p:grpSpPr>
              <a:xfrm>
                <a:off x="5405280" y="4042510"/>
                <a:ext cx="237570" cy="218647"/>
                <a:chOff x="5405280" y="4042510"/>
                <a:chExt cx="237570" cy="218647"/>
              </a:xfrm>
            </p:grpSpPr>
            <p:sp>
              <p:nvSpPr>
                <p:cNvPr id="9128" name="Google Shape;9128;p130"/>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130"/>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130"/>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130"/>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130"/>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130"/>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4" name="Google Shape;9134;p130"/>
              <p:cNvGrpSpPr/>
              <p:nvPr/>
            </p:nvGrpSpPr>
            <p:grpSpPr>
              <a:xfrm>
                <a:off x="5382826" y="4125549"/>
                <a:ext cx="37776" cy="32380"/>
                <a:chOff x="5382826" y="4125549"/>
                <a:chExt cx="37776" cy="32380"/>
              </a:xfrm>
            </p:grpSpPr>
            <p:sp>
              <p:nvSpPr>
                <p:cNvPr id="9135" name="Google Shape;9135;p130"/>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130"/>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7" name="Google Shape;9137;p130"/>
              <p:cNvGrpSpPr/>
              <p:nvPr/>
            </p:nvGrpSpPr>
            <p:grpSpPr>
              <a:xfrm>
                <a:off x="5475680" y="4195587"/>
                <a:ext cx="37783" cy="32364"/>
                <a:chOff x="5475680" y="4195587"/>
                <a:chExt cx="37783" cy="32364"/>
              </a:xfrm>
            </p:grpSpPr>
            <p:sp>
              <p:nvSpPr>
                <p:cNvPr id="9138" name="Google Shape;9138;p130"/>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130"/>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0" name="Google Shape;9140;p130"/>
              <p:cNvGrpSpPr/>
              <p:nvPr/>
            </p:nvGrpSpPr>
            <p:grpSpPr>
              <a:xfrm>
                <a:off x="5532575" y="4027197"/>
                <a:ext cx="33308" cy="32262"/>
                <a:chOff x="5532575" y="4027197"/>
                <a:chExt cx="33308" cy="32262"/>
              </a:xfrm>
            </p:grpSpPr>
            <p:sp>
              <p:nvSpPr>
                <p:cNvPr id="9141" name="Google Shape;9141;p130"/>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130"/>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3" name="Google Shape;9143;p130"/>
              <p:cNvGrpSpPr/>
              <p:nvPr/>
            </p:nvGrpSpPr>
            <p:grpSpPr>
              <a:xfrm>
                <a:off x="5590706" y="4245348"/>
                <a:ext cx="33497" cy="32270"/>
                <a:chOff x="5590706" y="4245348"/>
                <a:chExt cx="33497" cy="32270"/>
              </a:xfrm>
            </p:grpSpPr>
            <p:sp>
              <p:nvSpPr>
                <p:cNvPr id="9144" name="Google Shape;9144;p130"/>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130"/>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6" name="Google Shape;9146;p130"/>
              <p:cNvGrpSpPr/>
              <p:nvPr/>
            </p:nvGrpSpPr>
            <p:grpSpPr>
              <a:xfrm>
                <a:off x="5618681" y="4109677"/>
                <a:ext cx="33112" cy="32357"/>
                <a:chOff x="5618681" y="4109677"/>
                <a:chExt cx="33112" cy="32357"/>
              </a:xfrm>
            </p:grpSpPr>
            <p:sp>
              <p:nvSpPr>
                <p:cNvPr id="9147" name="Google Shape;9147;p130"/>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130"/>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9" name="Google Shape;9149;p130"/>
              <p:cNvGrpSpPr/>
              <p:nvPr/>
            </p:nvGrpSpPr>
            <p:grpSpPr>
              <a:xfrm>
                <a:off x="5479298" y="4128262"/>
                <a:ext cx="31405" cy="26906"/>
                <a:chOff x="5479298" y="4128262"/>
                <a:chExt cx="31405" cy="26906"/>
              </a:xfrm>
            </p:grpSpPr>
            <p:sp>
              <p:nvSpPr>
                <p:cNvPr id="9150" name="Google Shape;9150;p130"/>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130"/>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2" name="Google Shape;9152;p130"/>
              <p:cNvGrpSpPr/>
              <p:nvPr/>
            </p:nvGrpSpPr>
            <p:grpSpPr>
              <a:xfrm>
                <a:off x="5582903" y="4180116"/>
                <a:ext cx="31499" cy="26898"/>
                <a:chOff x="5582903" y="4180116"/>
                <a:chExt cx="31499" cy="26898"/>
              </a:xfrm>
            </p:grpSpPr>
            <p:sp>
              <p:nvSpPr>
                <p:cNvPr id="9153" name="Google Shape;9153;p130"/>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130"/>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55" name="Google Shape;9155;p130"/>
            <p:cNvGrpSpPr/>
            <p:nvPr/>
          </p:nvGrpSpPr>
          <p:grpSpPr>
            <a:xfrm>
              <a:off x="3977681" y="3230323"/>
              <a:ext cx="94584" cy="84085"/>
              <a:chOff x="3977681" y="3230323"/>
              <a:chExt cx="94584" cy="84085"/>
            </a:xfrm>
          </p:grpSpPr>
          <p:grpSp>
            <p:nvGrpSpPr>
              <p:cNvPr id="9156" name="Google Shape;9156;p130"/>
              <p:cNvGrpSpPr/>
              <p:nvPr/>
            </p:nvGrpSpPr>
            <p:grpSpPr>
              <a:xfrm>
                <a:off x="4000135" y="3243041"/>
                <a:ext cx="59570" cy="57186"/>
                <a:chOff x="4000135" y="3243041"/>
                <a:chExt cx="59570" cy="57186"/>
              </a:xfrm>
            </p:grpSpPr>
            <p:sp>
              <p:nvSpPr>
                <p:cNvPr id="9157" name="Google Shape;9157;p130"/>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130"/>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130"/>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0" name="Google Shape;9160;p130"/>
              <p:cNvGrpSpPr/>
              <p:nvPr/>
            </p:nvGrpSpPr>
            <p:grpSpPr>
              <a:xfrm>
                <a:off x="3977681" y="3245872"/>
                <a:ext cx="37783" cy="32380"/>
                <a:chOff x="3977681" y="3245872"/>
                <a:chExt cx="37783" cy="32380"/>
              </a:xfrm>
            </p:grpSpPr>
            <p:sp>
              <p:nvSpPr>
                <p:cNvPr id="9161" name="Google Shape;9161;p130"/>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130"/>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3" name="Google Shape;9163;p130"/>
              <p:cNvGrpSpPr/>
              <p:nvPr/>
            </p:nvGrpSpPr>
            <p:grpSpPr>
              <a:xfrm>
                <a:off x="4040860" y="3262672"/>
                <a:ext cx="31405" cy="27001"/>
                <a:chOff x="4040860" y="3262672"/>
                <a:chExt cx="31405" cy="27001"/>
              </a:xfrm>
            </p:grpSpPr>
            <p:sp>
              <p:nvSpPr>
                <p:cNvPr id="9164" name="Google Shape;9164;p130"/>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130"/>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6" name="Google Shape;9166;p130"/>
              <p:cNvGrpSpPr/>
              <p:nvPr/>
            </p:nvGrpSpPr>
            <p:grpSpPr>
              <a:xfrm>
                <a:off x="4021072" y="3230323"/>
                <a:ext cx="31397" cy="26906"/>
                <a:chOff x="4021072" y="3230323"/>
                <a:chExt cx="31397" cy="26906"/>
              </a:xfrm>
            </p:grpSpPr>
            <p:sp>
              <p:nvSpPr>
                <p:cNvPr id="9167" name="Google Shape;9167;p130"/>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130"/>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9" name="Google Shape;9169;p130"/>
              <p:cNvGrpSpPr/>
              <p:nvPr/>
            </p:nvGrpSpPr>
            <p:grpSpPr>
              <a:xfrm>
                <a:off x="4001472" y="3287462"/>
                <a:ext cx="31499" cy="26945"/>
                <a:chOff x="4001472" y="3287462"/>
                <a:chExt cx="31499" cy="26945"/>
              </a:xfrm>
            </p:grpSpPr>
            <p:sp>
              <p:nvSpPr>
                <p:cNvPr id="9170" name="Google Shape;9170;p130"/>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130"/>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72" name="Google Shape;9172;p130"/>
            <p:cNvGrpSpPr/>
            <p:nvPr/>
          </p:nvGrpSpPr>
          <p:grpSpPr>
            <a:xfrm>
              <a:off x="4084715" y="3258865"/>
              <a:ext cx="184961" cy="137268"/>
              <a:chOff x="4084715" y="3258865"/>
              <a:chExt cx="184961" cy="137268"/>
            </a:xfrm>
          </p:grpSpPr>
          <p:grpSp>
            <p:nvGrpSpPr>
              <p:cNvPr id="9173" name="Google Shape;9173;p130"/>
              <p:cNvGrpSpPr/>
              <p:nvPr/>
            </p:nvGrpSpPr>
            <p:grpSpPr>
              <a:xfrm>
                <a:off x="4107453" y="3271583"/>
                <a:ext cx="153470" cy="110275"/>
                <a:chOff x="4107453" y="3271583"/>
                <a:chExt cx="153470" cy="110275"/>
              </a:xfrm>
            </p:grpSpPr>
            <p:sp>
              <p:nvSpPr>
                <p:cNvPr id="9174" name="Google Shape;9174;p130"/>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130"/>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130"/>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130"/>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8" name="Google Shape;9178;p130"/>
              <p:cNvGrpSpPr/>
              <p:nvPr/>
            </p:nvGrpSpPr>
            <p:grpSpPr>
              <a:xfrm>
                <a:off x="4136947" y="3258865"/>
                <a:ext cx="31499" cy="27001"/>
                <a:chOff x="4136947" y="3258865"/>
                <a:chExt cx="31499" cy="27001"/>
              </a:xfrm>
            </p:grpSpPr>
            <p:sp>
              <p:nvSpPr>
                <p:cNvPr id="9179" name="Google Shape;9179;p130"/>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130"/>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1" name="Google Shape;9181;p130"/>
              <p:cNvGrpSpPr/>
              <p:nvPr/>
            </p:nvGrpSpPr>
            <p:grpSpPr>
              <a:xfrm>
                <a:off x="4084715" y="3266478"/>
                <a:ext cx="31468" cy="26898"/>
                <a:chOff x="4084715" y="3266478"/>
                <a:chExt cx="31468" cy="26898"/>
              </a:xfrm>
            </p:grpSpPr>
            <p:sp>
              <p:nvSpPr>
                <p:cNvPr id="9182" name="Google Shape;9182;p130"/>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130"/>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4" name="Google Shape;9184;p130"/>
              <p:cNvGrpSpPr/>
              <p:nvPr/>
            </p:nvGrpSpPr>
            <p:grpSpPr>
              <a:xfrm>
                <a:off x="4159213" y="3279849"/>
                <a:ext cx="31405" cy="26945"/>
                <a:chOff x="4159213" y="3279849"/>
                <a:chExt cx="31405" cy="26945"/>
              </a:xfrm>
            </p:grpSpPr>
            <p:sp>
              <p:nvSpPr>
                <p:cNvPr id="9185" name="Google Shape;9185;p130"/>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130"/>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7" name="Google Shape;9187;p130"/>
              <p:cNvGrpSpPr/>
              <p:nvPr/>
            </p:nvGrpSpPr>
            <p:grpSpPr>
              <a:xfrm>
                <a:off x="4201550" y="3266502"/>
                <a:ext cx="31405" cy="26883"/>
                <a:chOff x="4201550" y="3266502"/>
                <a:chExt cx="31405" cy="26883"/>
              </a:xfrm>
            </p:grpSpPr>
            <p:sp>
              <p:nvSpPr>
                <p:cNvPr id="9188" name="Google Shape;9188;p130"/>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130"/>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0" name="Google Shape;9190;p130"/>
              <p:cNvGrpSpPr/>
              <p:nvPr/>
            </p:nvGrpSpPr>
            <p:grpSpPr>
              <a:xfrm>
                <a:off x="4201550" y="3338278"/>
                <a:ext cx="31405" cy="26930"/>
                <a:chOff x="4201550" y="3338278"/>
                <a:chExt cx="31405" cy="26930"/>
              </a:xfrm>
            </p:grpSpPr>
            <p:sp>
              <p:nvSpPr>
                <p:cNvPr id="9191" name="Google Shape;9191;p130"/>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130"/>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3" name="Google Shape;9193;p130"/>
              <p:cNvGrpSpPr/>
              <p:nvPr/>
            </p:nvGrpSpPr>
            <p:grpSpPr>
              <a:xfrm>
                <a:off x="4238272" y="3369132"/>
                <a:ext cx="31405" cy="27001"/>
                <a:chOff x="4238272" y="3369132"/>
                <a:chExt cx="31405" cy="27001"/>
              </a:xfrm>
            </p:grpSpPr>
            <p:sp>
              <p:nvSpPr>
                <p:cNvPr id="9194" name="Google Shape;9194;p130"/>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130"/>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96" name="Google Shape;9196;p130"/>
            <p:cNvGrpSpPr/>
            <p:nvPr/>
          </p:nvGrpSpPr>
          <p:grpSpPr>
            <a:xfrm>
              <a:off x="4068639" y="3200169"/>
              <a:ext cx="77643" cy="37272"/>
              <a:chOff x="4068639" y="3200169"/>
              <a:chExt cx="77643" cy="37272"/>
            </a:xfrm>
          </p:grpSpPr>
          <p:sp>
            <p:nvSpPr>
              <p:cNvPr id="9197" name="Google Shape;9197;p130"/>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98" name="Google Shape;9198;p130"/>
              <p:cNvGrpSpPr/>
              <p:nvPr/>
            </p:nvGrpSpPr>
            <p:grpSpPr>
              <a:xfrm>
                <a:off x="4114878" y="3200169"/>
                <a:ext cx="31405" cy="26993"/>
                <a:chOff x="4114878" y="3200169"/>
                <a:chExt cx="31405" cy="26993"/>
              </a:xfrm>
            </p:grpSpPr>
            <p:sp>
              <p:nvSpPr>
                <p:cNvPr id="9199" name="Google Shape;9199;p130"/>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130"/>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1" name="Google Shape;9201;p130"/>
              <p:cNvGrpSpPr/>
              <p:nvPr/>
            </p:nvGrpSpPr>
            <p:grpSpPr>
              <a:xfrm>
                <a:off x="4068639" y="3210535"/>
                <a:ext cx="31499" cy="26906"/>
                <a:chOff x="4068639" y="3210535"/>
                <a:chExt cx="31499" cy="26906"/>
              </a:xfrm>
            </p:grpSpPr>
            <p:sp>
              <p:nvSpPr>
                <p:cNvPr id="9202" name="Google Shape;9202;p130"/>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130"/>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204" name="Google Shape;9204;p130"/>
            <p:cNvGrpSpPr/>
            <p:nvPr/>
          </p:nvGrpSpPr>
          <p:grpSpPr>
            <a:xfrm>
              <a:off x="3869702" y="3066935"/>
              <a:ext cx="382664" cy="190294"/>
              <a:chOff x="3869702" y="3066935"/>
              <a:chExt cx="382664" cy="190294"/>
            </a:xfrm>
          </p:grpSpPr>
          <p:grpSp>
            <p:nvGrpSpPr>
              <p:cNvPr id="9205" name="Google Shape;9205;p130"/>
              <p:cNvGrpSpPr/>
              <p:nvPr/>
            </p:nvGrpSpPr>
            <p:grpSpPr>
              <a:xfrm>
                <a:off x="3888633" y="3082351"/>
                <a:ext cx="351172" cy="160698"/>
                <a:chOff x="3888633" y="3082351"/>
                <a:chExt cx="351172" cy="160698"/>
              </a:xfrm>
            </p:grpSpPr>
            <p:sp>
              <p:nvSpPr>
                <p:cNvPr id="9206" name="Google Shape;9206;p130"/>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130"/>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130"/>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130"/>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130"/>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130"/>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2" name="Google Shape;9212;p130"/>
              <p:cNvGrpSpPr/>
              <p:nvPr/>
            </p:nvGrpSpPr>
            <p:grpSpPr>
              <a:xfrm>
                <a:off x="4143703" y="3066935"/>
                <a:ext cx="37783" cy="32357"/>
                <a:chOff x="4143703" y="3066935"/>
                <a:chExt cx="37783" cy="32357"/>
              </a:xfrm>
            </p:grpSpPr>
            <p:sp>
              <p:nvSpPr>
                <p:cNvPr id="9213" name="Google Shape;9213;p130"/>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130"/>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5" name="Google Shape;9215;p130"/>
              <p:cNvGrpSpPr/>
              <p:nvPr/>
            </p:nvGrpSpPr>
            <p:grpSpPr>
              <a:xfrm>
                <a:off x="4044565" y="3103563"/>
                <a:ext cx="37783" cy="32451"/>
                <a:chOff x="4044565" y="3103563"/>
                <a:chExt cx="37783" cy="32451"/>
              </a:xfrm>
            </p:grpSpPr>
            <p:sp>
              <p:nvSpPr>
                <p:cNvPr id="9216" name="Google Shape;9216;p130"/>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130"/>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8" name="Google Shape;9218;p130"/>
              <p:cNvGrpSpPr/>
              <p:nvPr/>
            </p:nvGrpSpPr>
            <p:grpSpPr>
              <a:xfrm>
                <a:off x="4017454" y="3188237"/>
                <a:ext cx="37776" cy="32357"/>
                <a:chOff x="4017454" y="3188237"/>
                <a:chExt cx="37776" cy="32357"/>
              </a:xfrm>
            </p:grpSpPr>
            <p:sp>
              <p:nvSpPr>
                <p:cNvPr id="9219" name="Google Shape;9219;p130"/>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130"/>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1" name="Google Shape;9221;p130"/>
              <p:cNvGrpSpPr/>
              <p:nvPr/>
            </p:nvGrpSpPr>
            <p:grpSpPr>
              <a:xfrm>
                <a:off x="3921548" y="3157509"/>
                <a:ext cx="37783" cy="32357"/>
                <a:chOff x="3921548" y="3157509"/>
                <a:chExt cx="37783" cy="32357"/>
              </a:xfrm>
            </p:grpSpPr>
            <p:sp>
              <p:nvSpPr>
                <p:cNvPr id="9222" name="Google Shape;9222;p130"/>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130"/>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4" name="Google Shape;9224;p130"/>
              <p:cNvGrpSpPr/>
              <p:nvPr/>
            </p:nvGrpSpPr>
            <p:grpSpPr>
              <a:xfrm>
                <a:off x="3939056" y="3211620"/>
                <a:ext cx="37783" cy="32380"/>
                <a:chOff x="3939056" y="3211620"/>
                <a:chExt cx="37783" cy="32380"/>
              </a:xfrm>
            </p:grpSpPr>
            <p:sp>
              <p:nvSpPr>
                <p:cNvPr id="9225" name="Google Shape;9225;p130"/>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130"/>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7" name="Google Shape;9227;p130"/>
              <p:cNvGrpSpPr/>
              <p:nvPr/>
            </p:nvGrpSpPr>
            <p:grpSpPr>
              <a:xfrm>
                <a:off x="4176240" y="3136965"/>
                <a:ext cx="31405" cy="26930"/>
                <a:chOff x="4176240" y="3136965"/>
                <a:chExt cx="31405" cy="26930"/>
              </a:xfrm>
            </p:grpSpPr>
            <p:sp>
              <p:nvSpPr>
                <p:cNvPr id="9228" name="Google Shape;9228;p130"/>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130"/>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0" name="Google Shape;9230;p130"/>
              <p:cNvGrpSpPr/>
              <p:nvPr/>
            </p:nvGrpSpPr>
            <p:grpSpPr>
              <a:xfrm>
                <a:off x="4133148" y="3152593"/>
                <a:ext cx="31499" cy="27001"/>
                <a:chOff x="4133148" y="3152593"/>
                <a:chExt cx="31499" cy="27001"/>
              </a:xfrm>
            </p:grpSpPr>
            <p:sp>
              <p:nvSpPr>
                <p:cNvPr id="9231" name="Google Shape;9231;p130"/>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130"/>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3" name="Google Shape;9233;p130"/>
              <p:cNvGrpSpPr/>
              <p:nvPr/>
            </p:nvGrpSpPr>
            <p:grpSpPr>
              <a:xfrm>
                <a:off x="4220866" y="3073534"/>
                <a:ext cx="31499" cy="26898"/>
                <a:chOff x="4220866" y="3073534"/>
                <a:chExt cx="31499" cy="26898"/>
              </a:xfrm>
            </p:grpSpPr>
            <p:sp>
              <p:nvSpPr>
                <p:cNvPr id="9234" name="Google Shape;9234;p130"/>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130"/>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6" name="Google Shape;9236;p130"/>
              <p:cNvGrpSpPr/>
              <p:nvPr/>
            </p:nvGrpSpPr>
            <p:grpSpPr>
              <a:xfrm>
                <a:off x="3869702" y="3230323"/>
                <a:ext cx="31499" cy="26906"/>
                <a:chOff x="3869702" y="3230323"/>
                <a:chExt cx="31499" cy="26906"/>
              </a:xfrm>
            </p:grpSpPr>
            <p:sp>
              <p:nvSpPr>
                <p:cNvPr id="9237" name="Google Shape;9237;p130"/>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130"/>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239" name="Google Shape;9239;p130"/>
            <p:cNvGrpSpPr/>
            <p:nvPr/>
          </p:nvGrpSpPr>
          <p:grpSpPr>
            <a:xfrm>
              <a:off x="4271383" y="3065882"/>
              <a:ext cx="304556" cy="341663"/>
              <a:chOff x="4271383" y="3065882"/>
              <a:chExt cx="304556" cy="341663"/>
            </a:xfrm>
          </p:grpSpPr>
          <p:grpSp>
            <p:nvGrpSpPr>
              <p:cNvPr id="9240" name="Google Shape;9240;p130"/>
              <p:cNvGrpSpPr/>
              <p:nvPr/>
            </p:nvGrpSpPr>
            <p:grpSpPr>
              <a:xfrm>
                <a:off x="4293838" y="3078639"/>
                <a:ext cx="269353" cy="311973"/>
                <a:chOff x="4293838" y="3078639"/>
                <a:chExt cx="269353" cy="311973"/>
              </a:xfrm>
            </p:grpSpPr>
            <p:sp>
              <p:nvSpPr>
                <p:cNvPr id="9241" name="Google Shape;9241;p130"/>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130"/>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130"/>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130"/>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130"/>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130"/>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130"/>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130"/>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130"/>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130"/>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130"/>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130"/>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130"/>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130"/>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130"/>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130"/>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130"/>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8" name="Google Shape;9258;p130"/>
              <p:cNvGrpSpPr/>
              <p:nvPr/>
            </p:nvGrpSpPr>
            <p:grpSpPr>
              <a:xfrm>
                <a:off x="4538164" y="3342061"/>
                <a:ext cx="37776" cy="32380"/>
                <a:chOff x="4538164" y="3342061"/>
                <a:chExt cx="37776" cy="32380"/>
              </a:xfrm>
            </p:grpSpPr>
            <p:sp>
              <p:nvSpPr>
                <p:cNvPr id="9259" name="Google Shape;9259;p130"/>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130"/>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1" name="Google Shape;9261;p130"/>
              <p:cNvGrpSpPr/>
              <p:nvPr/>
            </p:nvGrpSpPr>
            <p:grpSpPr>
              <a:xfrm>
                <a:off x="4271383" y="3194742"/>
                <a:ext cx="37783" cy="32420"/>
                <a:chOff x="4271383" y="3194742"/>
                <a:chExt cx="37783" cy="32420"/>
              </a:xfrm>
            </p:grpSpPr>
            <p:sp>
              <p:nvSpPr>
                <p:cNvPr id="9262" name="Google Shape;9262;p130"/>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130"/>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4" name="Google Shape;9264;p130"/>
              <p:cNvGrpSpPr/>
              <p:nvPr/>
            </p:nvGrpSpPr>
            <p:grpSpPr>
              <a:xfrm>
                <a:off x="4284416" y="3084058"/>
                <a:ext cx="37783" cy="32357"/>
                <a:chOff x="4284416" y="3084058"/>
                <a:chExt cx="37783" cy="32357"/>
              </a:xfrm>
            </p:grpSpPr>
            <p:sp>
              <p:nvSpPr>
                <p:cNvPr id="9265" name="Google Shape;9265;p130"/>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130"/>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7" name="Google Shape;9267;p130"/>
              <p:cNvGrpSpPr/>
              <p:nvPr/>
            </p:nvGrpSpPr>
            <p:grpSpPr>
              <a:xfrm>
                <a:off x="4478697" y="3297561"/>
                <a:ext cx="37776" cy="32451"/>
                <a:chOff x="4478697" y="3297561"/>
                <a:chExt cx="37776" cy="32451"/>
              </a:xfrm>
            </p:grpSpPr>
            <p:sp>
              <p:nvSpPr>
                <p:cNvPr id="9268" name="Google Shape;9268;p130"/>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130"/>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0" name="Google Shape;9270;p130"/>
              <p:cNvGrpSpPr/>
              <p:nvPr/>
            </p:nvGrpSpPr>
            <p:grpSpPr>
              <a:xfrm>
                <a:off x="4411813" y="3331711"/>
                <a:ext cx="37776" cy="32451"/>
                <a:chOff x="4411813" y="3331711"/>
                <a:chExt cx="37776" cy="32451"/>
              </a:xfrm>
            </p:grpSpPr>
            <p:sp>
              <p:nvSpPr>
                <p:cNvPr id="9271" name="Google Shape;9271;p130"/>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130"/>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3" name="Google Shape;9273;p130"/>
              <p:cNvGrpSpPr/>
              <p:nvPr/>
            </p:nvGrpSpPr>
            <p:grpSpPr>
              <a:xfrm>
                <a:off x="4337984" y="3375188"/>
                <a:ext cx="37776" cy="32357"/>
                <a:chOff x="4337984" y="3375188"/>
                <a:chExt cx="37776" cy="32357"/>
              </a:xfrm>
            </p:grpSpPr>
            <p:sp>
              <p:nvSpPr>
                <p:cNvPr id="9274" name="Google Shape;9274;p130"/>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130"/>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6" name="Google Shape;9276;p130"/>
              <p:cNvGrpSpPr/>
              <p:nvPr/>
            </p:nvGrpSpPr>
            <p:grpSpPr>
              <a:xfrm>
                <a:off x="4494867" y="3090530"/>
                <a:ext cx="37878" cy="32451"/>
                <a:chOff x="4494867" y="3090530"/>
                <a:chExt cx="37878" cy="32451"/>
              </a:xfrm>
            </p:grpSpPr>
            <p:sp>
              <p:nvSpPr>
                <p:cNvPr id="9277" name="Google Shape;9277;p130"/>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130"/>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9" name="Google Shape;9279;p130"/>
              <p:cNvGrpSpPr/>
              <p:nvPr/>
            </p:nvGrpSpPr>
            <p:grpSpPr>
              <a:xfrm>
                <a:off x="4525124" y="3207774"/>
                <a:ext cx="37783" cy="32420"/>
                <a:chOff x="4525124" y="3207774"/>
                <a:chExt cx="37783" cy="32420"/>
              </a:xfrm>
            </p:grpSpPr>
            <p:sp>
              <p:nvSpPr>
                <p:cNvPr id="9280" name="Google Shape;9280;p130"/>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130"/>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2" name="Google Shape;9282;p130"/>
              <p:cNvGrpSpPr/>
              <p:nvPr/>
            </p:nvGrpSpPr>
            <p:grpSpPr>
              <a:xfrm>
                <a:off x="4440544" y="3176479"/>
                <a:ext cx="31499" cy="26898"/>
                <a:chOff x="4440544" y="3176479"/>
                <a:chExt cx="31499" cy="26898"/>
              </a:xfrm>
            </p:grpSpPr>
            <p:sp>
              <p:nvSpPr>
                <p:cNvPr id="9283" name="Google Shape;9283;p130"/>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130"/>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5" name="Google Shape;9285;p130"/>
              <p:cNvGrpSpPr/>
              <p:nvPr/>
            </p:nvGrpSpPr>
            <p:grpSpPr>
              <a:xfrm>
                <a:off x="4350545" y="3156400"/>
                <a:ext cx="31405" cy="27001"/>
                <a:chOff x="4350545" y="3156400"/>
                <a:chExt cx="31405" cy="27001"/>
              </a:xfrm>
            </p:grpSpPr>
            <p:sp>
              <p:nvSpPr>
                <p:cNvPr id="9286" name="Google Shape;9286;p130"/>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130"/>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8" name="Google Shape;9288;p130"/>
              <p:cNvGrpSpPr/>
              <p:nvPr/>
            </p:nvGrpSpPr>
            <p:grpSpPr>
              <a:xfrm>
                <a:off x="4376703" y="3255058"/>
                <a:ext cx="31405" cy="27001"/>
                <a:chOff x="4376703" y="3255058"/>
                <a:chExt cx="31405" cy="27001"/>
              </a:xfrm>
            </p:grpSpPr>
            <p:sp>
              <p:nvSpPr>
                <p:cNvPr id="9289" name="Google Shape;9289;p130"/>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130"/>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1" name="Google Shape;9291;p130"/>
              <p:cNvGrpSpPr/>
              <p:nvPr/>
            </p:nvGrpSpPr>
            <p:grpSpPr>
              <a:xfrm>
                <a:off x="4331322" y="3283656"/>
                <a:ext cx="31405" cy="26945"/>
                <a:chOff x="4331322" y="3283656"/>
                <a:chExt cx="31405" cy="26945"/>
              </a:xfrm>
            </p:grpSpPr>
            <p:sp>
              <p:nvSpPr>
                <p:cNvPr id="9292" name="Google Shape;9292;p130"/>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130"/>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4" name="Google Shape;9294;p130"/>
              <p:cNvGrpSpPr/>
              <p:nvPr/>
            </p:nvGrpSpPr>
            <p:grpSpPr>
              <a:xfrm>
                <a:off x="4380510" y="3065882"/>
                <a:ext cx="31405" cy="26938"/>
                <a:chOff x="4380510" y="3065882"/>
                <a:chExt cx="31405" cy="26938"/>
              </a:xfrm>
            </p:grpSpPr>
            <p:sp>
              <p:nvSpPr>
                <p:cNvPr id="9295" name="Google Shape;9295;p130"/>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130"/>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297" name="Google Shape;9297;p130"/>
            <p:cNvGrpSpPr/>
            <p:nvPr/>
          </p:nvGrpSpPr>
          <p:grpSpPr>
            <a:xfrm>
              <a:off x="4558998" y="3188237"/>
              <a:ext cx="1280131" cy="1052746"/>
              <a:chOff x="4558998" y="3188237"/>
              <a:chExt cx="1280131" cy="1052746"/>
            </a:xfrm>
          </p:grpSpPr>
          <p:sp>
            <p:nvSpPr>
              <p:cNvPr id="9298" name="Google Shape;9298;p130"/>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9" name="Google Shape;9299;p130"/>
              <p:cNvGrpSpPr/>
              <p:nvPr/>
            </p:nvGrpSpPr>
            <p:grpSpPr>
              <a:xfrm>
                <a:off x="4579164" y="3203653"/>
                <a:ext cx="1244833" cy="1020397"/>
                <a:chOff x="4579164" y="3203653"/>
                <a:chExt cx="1244833" cy="1020397"/>
              </a:xfrm>
            </p:grpSpPr>
            <p:sp>
              <p:nvSpPr>
                <p:cNvPr id="9300" name="Google Shape;9300;p130"/>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130"/>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02" name="Google Shape;9302;p130"/>
                <p:cNvGrpSpPr/>
                <p:nvPr/>
              </p:nvGrpSpPr>
              <p:grpSpPr>
                <a:xfrm>
                  <a:off x="4579164" y="3203653"/>
                  <a:ext cx="1244833" cy="1020397"/>
                  <a:chOff x="4579164" y="3203653"/>
                  <a:chExt cx="1244833" cy="1020397"/>
                </a:xfrm>
              </p:grpSpPr>
              <p:sp>
                <p:nvSpPr>
                  <p:cNvPr id="9303" name="Google Shape;9303;p130"/>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130"/>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05" name="Google Shape;9305;p130"/>
                  <p:cNvGrpSpPr/>
                  <p:nvPr/>
                </p:nvGrpSpPr>
                <p:grpSpPr>
                  <a:xfrm>
                    <a:off x="4579164" y="3203653"/>
                    <a:ext cx="1244833" cy="1020397"/>
                    <a:chOff x="4579164" y="3203653"/>
                    <a:chExt cx="1244833" cy="1020397"/>
                  </a:xfrm>
                </p:grpSpPr>
                <p:sp>
                  <p:nvSpPr>
                    <p:cNvPr id="9306" name="Google Shape;9306;p130"/>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130"/>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130"/>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130"/>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130"/>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130"/>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130"/>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130"/>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14" name="Google Shape;9314;p130"/>
                    <p:cNvGrpSpPr/>
                    <p:nvPr/>
                  </p:nvGrpSpPr>
                  <p:grpSpPr>
                    <a:xfrm>
                      <a:off x="4579164" y="3203653"/>
                      <a:ext cx="1244833" cy="1020397"/>
                      <a:chOff x="4579164" y="3203653"/>
                      <a:chExt cx="1244833" cy="1020397"/>
                    </a:xfrm>
                  </p:grpSpPr>
                  <p:sp>
                    <p:nvSpPr>
                      <p:cNvPr id="9315" name="Google Shape;9315;p130"/>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130"/>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130"/>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130"/>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130"/>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130"/>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130"/>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130"/>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130"/>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130"/>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130"/>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130"/>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130"/>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130"/>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29" name="Google Shape;9329;p130"/>
                      <p:cNvGrpSpPr/>
                      <p:nvPr/>
                    </p:nvGrpSpPr>
                    <p:grpSpPr>
                      <a:xfrm>
                        <a:off x="4579164" y="3203653"/>
                        <a:ext cx="1244833" cy="1020397"/>
                        <a:chOff x="4579164" y="3203653"/>
                        <a:chExt cx="1244833" cy="1020397"/>
                      </a:xfrm>
                    </p:grpSpPr>
                    <p:sp>
                      <p:nvSpPr>
                        <p:cNvPr id="9330" name="Google Shape;9330;p130"/>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130"/>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130"/>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130"/>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130"/>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130"/>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130"/>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130"/>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130"/>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130"/>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130"/>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130"/>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130"/>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130"/>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130"/>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130"/>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130"/>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130"/>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130"/>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130"/>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130"/>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130"/>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130"/>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130"/>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54" name="Google Shape;9354;p130"/>
                        <p:cNvGrpSpPr/>
                        <p:nvPr/>
                      </p:nvGrpSpPr>
                      <p:grpSpPr>
                        <a:xfrm>
                          <a:off x="4579164" y="3203653"/>
                          <a:ext cx="1244833" cy="1020397"/>
                          <a:chOff x="4579164" y="3203653"/>
                          <a:chExt cx="1244833" cy="1020397"/>
                        </a:xfrm>
                      </p:grpSpPr>
                      <p:sp>
                        <p:nvSpPr>
                          <p:cNvPr id="9355" name="Google Shape;9355;p130"/>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56" name="Google Shape;9356;p130"/>
                          <p:cNvGrpSpPr/>
                          <p:nvPr/>
                        </p:nvGrpSpPr>
                        <p:grpSpPr>
                          <a:xfrm>
                            <a:off x="4579164" y="3203653"/>
                            <a:ext cx="1244833" cy="1020397"/>
                            <a:chOff x="4579164" y="3203653"/>
                            <a:chExt cx="1244833" cy="1020397"/>
                          </a:xfrm>
                        </p:grpSpPr>
                        <p:sp>
                          <p:nvSpPr>
                            <p:cNvPr id="9357" name="Google Shape;9357;p130"/>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130"/>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130"/>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130"/>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130"/>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130"/>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130"/>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64" name="Google Shape;9364;p130"/>
                            <p:cNvGrpSpPr/>
                            <p:nvPr/>
                          </p:nvGrpSpPr>
                          <p:grpSpPr>
                            <a:xfrm>
                              <a:off x="4579164" y="3203653"/>
                              <a:ext cx="1244833" cy="1020397"/>
                              <a:chOff x="4579164" y="3203653"/>
                              <a:chExt cx="1244833" cy="1020397"/>
                            </a:xfrm>
                          </p:grpSpPr>
                          <p:sp>
                            <p:nvSpPr>
                              <p:cNvPr id="9365" name="Google Shape;9365;p130"/>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130"/>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130"/>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130"/>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130"/>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130"/>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130"/>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130"/>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130"/>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130"/>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130"/>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130"/>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130"/>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78" name="Google Shape;9378;p130"/>
                              <p:cNvGrpSpPr/>
                              <p:nvPr/>
                            </p:nvGrpSpPr>
                            <p:grpSpPr>
                              <a:xfrm>
                                <a:off x="4579164" y="3203653"/>
                                <a:ext cx="1244833" cy="1020397"/>
                                <a:chOff x="4579164" y="3203653"/>
                                <a:chExt cx="1244833" cy="1020397"/>
                              </a:xfrm>
                            </p:grpSpPr>
                            <p:sp>
                              <p:nvSpPr>
                                <p:cNvPr id="9379" name="Google Shape;9379;p130"/>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130"/>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130"/>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130"/>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130"/>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130"/>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130"/>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86" name="Google Shape;9386;p130"/>
                                <p:cNvGrpSpPr/>
                                <p:nvPr/>
                              </p:nvGrpSpPr>
                              <p:grpSpPr>
                                <a:xfrm>
                                  <a:off x="4579164" y="3203653"/>
                                  <a:ext cx="1244833" cy="1020397"/>
                                  <a:chOff x="4579164" y="3203653"/>
                                  <a:chExt cx="1244833" cy="1020397"/>
                                </a:xfrm>
                              </p:grpSpPr>
                              <p:sp>
                                <p:nvSpPr>
                                  <p:cNvPr id="9387" name="Google Shape;9387;p130"/>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130"/>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130"/>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130"/>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130"/>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92" name="Google Shape;9392;p130"/>
                                  <p:cNvGrpSpPr/>
                                  <p:nvPr/>
                                </p:nvGrpSpPr>
                                <p:grpSpPr>
                                  <a:xfrm>
                                    <a:off x="4579164" y="3203653"/>
                                    <a:ext cx="1244833" cy="1020397"/>
                                    <a:chOff x="4579164" y="3203653"/>
                                    <a:chExt cx="1244833" cy="1020397"/>
                                  </a:xfrm>
                                </p:grpSpPr>
                                <p:sp>
                                  <p:nvSpPr>
                                    <p:cNvPr id="9393" name="Google Shape;9393;p130"/>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130"/>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130"/>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130"/>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9397" name="Google Shape;9397;p130"/>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130"/>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130"/>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400" name="Google Shape;9400;p130"/>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9401" name="Google Shape;9401;p130"/>
              <p:cNvGrpSpPr/>
              <p:nvPr/>
            </p:nvGrpSpPr>
            <p:grpSpPr>
              <a:xfrm>
                <a:off x="4595437" y="3598775"/>
                <a:ext cx="37776" cy="32451"/>
                <a:chOff x="4595437" y="3598775"/>
                <a:chExt cx="37776" cy="32451"/>
              </a:xfrm>
            </p:grpSpPr>
            <p:sp>
              <p:nvSpPr>
                <p:cNvPr id="9402" name="Google Shape;9402;p130"/>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130"/>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4" name="Google Shape;9404;p130"/>
              <p:cNvGrpSpPr/>
              <p:nvPr/>
            </p:nvGrpSpPr>
            <p:grpSpPr>
              <a:xfrm>
                <a:off x="4641864" y="3524443"/>
                <a:ext cx="37776" cy="32380"/>
                <a:chOff x="4641864" y="3524443"/>
                <a:chExt cx="37776" cy="32380"/>
              </a:xfrm>
            </p:grpSpPr>
            <p:sp>
              <p:nvSpPr>
                <p:cNvPr id="9405" name="Google Shape;9405;p130"/>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130"/>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7" name="Google Shape;9407;p130"/>
              <p:cNvGrpSpPr/>
              <p:nvPr/>
            </p:nvGrpSpPr>
            <p:grpSpPr>
              <a:xfrm>
                <a:off x="4648431" y="3893901"/>
                <a:ext cx="37776" cy="32357"/>
                <a:chOff x="4648431" y="3893901"/>
                <a:chExt cx="37776" cy="32357"/>
              </a:xfrm>
            </p:grpSpPr>
            <p:sp>
              <p:nvSpPr>
                <p:cNvPr id="9408" name="Google Shape;9408;p130"/>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130"/>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0" name="Google Shape;9410;p130"/>
              <p:cNvGrpSpPr/>
              <p:nvPr/>
            </p:nvGrpSpPr>
            <p:grpSpPr>
              <a:xfrm>
                <a:off x="4567752" y="3722908"/>
                <a:ext cx="37870" cy="32380"/>
                <a:chOff x="4567752" y="3722908"/>
                <a:chExt cx="37870" cy="32380"/>
              </a:xfrm>
            </p:grpSpPr>
            <p:sp>
              <p:nvSpPr>
                <p:cNvPr id="9411" name="Google Shape;9411;p130"/>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130"/>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3" name="Google Shape;9413;p130"/>
              <p:cNvGrpSpPr/>
              <p:nvPr/>
            </p:nvGrpSpPr>
            <p:grpSpPr>
              <a:xfrm>
                <a:off x="4617506" y="3652052"/>
                <a:ext cx="37783" cy="32357"/>
                <a:chOff x="4617506" y="3652052"/>
                <a:chExt cx="37783" cy="32357"/>
              </a:xfrm>
            </p:grpSpPr>
            <p:sp>
              <p:nvSpPr>
                <p:cNvPr id="9414" name="Google Shape;9414;p130"/>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130"/>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6" name="Google Shape;9416;p130"/>
              <p:cNvGrpSpPr/>
              <p:nvPr/>
            </p:nvGrpSpPr>
            <p:grpSpPr>
              <a:xfrm>
                <a:off x="4739005" y="3554149"/>
                <a:ext cx="37870" cy="32357"/>
                <a:chOff x="4739005" y="3554149"/>
                <a:chExt cx="37870" cy="32357"/>
              </a:xfrm>
            </p:grpSpPr>
            <p:sp>
              <p:nvSpPr>
                <p:cNvPr id="9417" name="Google Shape;9417;p130"/>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130"/>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9" name="Google Shape;9419;p130"/>
              <p:cNvGrpSpPr/>
              <p:nvPr/>
            </p:nvGrpSpPr>
            <p:grpSpPr>
              <a:xfrm>
                <a:off x="4806557" y="3630258"/>
                <a:ext cx="37776" cy="32364"/>
                <a:chOff x="4806557" y="3630258"/>
                <a:chExt cx="37776" cy="32364"/>
              </a:xfrm>
            </p:grpSpPr>
            <p:sp>
              <p:nvSpPr>
                <p:cNvPr id="9420" name="Google Shape;9420;p130"/>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130"/>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2" name="Google Shape;9422;p130"/>
              <p:cNvGrpSpPr/>
              <p:nvPr/>
            </p:nvGrpSpPr>
            <p:grpSpPr>
              <a:xfrm>
                <a:off x="4737007" y="4004357"/>
                <a:ext cx="37870" cy="32357"/>
                <a:chOff x="4737007" y="4004357"/>
                <a:chExt cx="37870" cy="32357"/>
              </a:xfrm>
            </p:grpSpPr>
            <p:sp>
              <p:nvSpPr>
                <p:cNvPr id="9423" name="Google Shape;9423;p130"/>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130"/>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5" name="Google Shape;9425;p130"/>
              <p:cNvGrpSpPr/>
              <p:nvPr/>
            </p:nvGrpSpPr>
            <p:grpSpPr>
              <a:xfrm>
                <a:off x="4773634" y="4208627"/>
                <a:ext cx="37776" cy="32357"/>
                <a:chOff x="4773634" y="4208627"/>
                <a:chExt cx="37776" cy="32357"/>
              </a:xfrm>
            </p:grpSpPr>
            <p:sp>
              <p:nvSpPr>
                <p:cNvPr id="9426" name="Google Shape;9426;p130"/>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130"/>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8" name="Google Shape;9428;p130"/>
              <p:cNvGrpSpPr/>
              <p:nvPr/>
            </p:nvGrpSpPr>
            <p:grpSpPr>
              <a:xfrm>
                <a:off x="4888282" y="4074764"/>
                <a:ext cx="37776" cy="32451"/>
                <a:chOff x="4888282" y="4074764"/>
                <a:chExt cx="37776" cy="32451"/>
              </a:xfrm>
            </p:grpSpPr>
            <p:sp>
              <p:nvSpPr>
                <p:cNvPr id="9429" name="Google Shape;9429;p130"/>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130"/>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1" name="Google Shape;9431;p130"/>
              <p:cNvGrpSpPr/>
              <p:nvPr/>
            </p:nvGrpSpPr>
            <p:grpSpPr>
              <a:xfrm>
                <a:off x="4901315" y="3804271"/>
                <a:ext cx="37776" cy="32364"/>
                <a:chOff x="4901315" y="3804271"/>
                <a:chExt cx="37776" cy="32364"/>
              </a:xfrm>
            </p:grpSpPr>
            <p:sp>
              <p:nvSpPr>
                <p:cNvPr id="9432" name="Google Shape;9432;p130"/>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130"/>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4" name="Google Shape;9434;p130"/>
              <p:cNvGrpSpPr/>
              <p:nvPr/>
            </p:nvGrpSpPr>
            <p:grpSpPr>
              <a:xfrm>
                <a:off x="4866394" y="3715035"/>
                <a:ext cx="37846" cy="32357"/>
                <a:chOff x="4866394" y="3715035"/>
                <a:chExt cx="37846" cy="32357"/>
              </a:xfrm>
            </p:grpSpPr>
            <p:sp>
              <p:nvSpPr>
                <p:cNvPr id="9435" name="Google Shape;9435;p130"/>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130"/>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7" name="Google Shape;9437;p130"/>
              <p:cNvGrpSpPr/>
              <p:nvPr/>
            </p:nvGrpSpPr>
            <p:grpSpPr>
              <a:xfrm>
                <a:off x="4979233" y="3839798"/>
                <a:ext cx="37878" cy="32420"/>
                <a:chOff x="4979233" y="3839798"/>
                <a:chExt cx="37878" cy="32420"/>
              </a:xfrm>
            </p:grpSpPr>
            <p:sp>
              <p:nvSpPr>
                <p:cNvPr id="9438" name="Google Shape;9438;p130"/>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130"/>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0" name="Google Shape;9440;p130"/>
              <p:cNvGrpSpPr/>
              <p:nvPr/>
            </p:nvGrpSpPr>
            <p:grpSpPr>
              <a:xfrm>
                <a:off x="4790662" y="3679147"/>
                <a:ext cx="37783" cy="32380"/>
                <a:chOff x="4790662" y="3679147"/>
                <a:chExt cx="37783" cy="32380"/>
              </a:xfrm>
            </p:grpSpPr>
            <p:sp>
              <p:nvSpPr>
                <p:cNvPr id="9441" name="Google Shape;9441;p130"/>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130"/>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3" name="Google Shape;9443;p130"/>
              <p:cNvGrpSpPr/>
              <p:nvPr/>
            </p:nvGrpSpPr>
            <p:grpSpPr>
              <a:xfrm>
                <a:off x="4857263" y="3557861"/>
                <a:ext cx="37776" cy="32357"/>
                <a:chOff x="4857263" y="3557861"/>
                <a:chExt cx="37776" cy="32357"/>
              </a:xfrm>
            </p:grpSpPr>
            <p:sp>
              <p:nvSpPr>
                <p:cNvPr id="9444" name="Google Shape;9444;p130"/>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130"/>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6" name="Google Shape;9446;p130"/>
              <p:cNvGrpSpPr/>
              <p:nvPr/>
            </p:nvGrpSpPr>
            <p:grpSpPr>
              <a:xfrm>
                <a:off x="4883902" y="3648033"/>
                <a:ext cx="37783" cy="32380"/>
                <a:chOff x="4883902" y="3648033"/>
                <a:chExt cx="37783" cy="32380"/>
              </a:xfrm>
            </p:grpSpPr>
            <p:sp>
              <p:nvSpPr>
                <p:cNvPr id="9447" name="Google Shape;9447;p130"/>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130"/>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9" name="Google Shape;9449;p130"/>
              <p:cNvGrpSpPr/>
              <p:nvPr/>
            </p:nvGrpSpPr>
            <p:grpSpPr>
              <a:xfrm>
                <a:off x="4907780" y="3347220"/>
                <a:ext cx="37878" cy="32357"/>
                <a:chOff x="4907780" y="3347220"/>
                <a:chExt cx="37878" cy="32357"/>
              </a:xfrm>
            </p:grpSpPr>
            <p:sp>
              <p:nvSpPr>
                <p:cNvPr id="9450" name="Google Shape;9450;p130"/>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130"/>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2" name="Google Shape;9452;p130"/>
              <p:cNvGrpSpPr/>
              <p:nvPr/>
            </p:nvGrpSpPr>
            <p:grpSpPr>
              <a:xfrm>
                <a:off x="5065048" y="3738150"/>
                <a:ext cx="37783" cy="32364"/>
                <a:chOff x="5065048" y="3738150"/>
                <a:chExt cx="37783" cy="32364"/>
              </a:xfrm>
            </p:grpSpPr>
            <p:sp>
              <p:nvSpPr>
                <p:cNvPr id="9453" name="Google Shape;9453;p130"/>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130"/>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5" name="Google Shape;9455;p130"/>
              <p:cNvGrpSpPr/>
              <p:nvPr/>
            </p:nvGrpSpPr>
            <p:grpSpPr>
              <a:xfrm>
                <a:off x="5071616" y="3284615"/>
                <a:ext cx="37783" cy="32357"/>
                <a:chOff x="5071616" y="3284615"/>
                <a:chExt cx="37783" cy="32357"/>
              </a:xfrm>
            </p:grpSpPr>
            <p:sp>
              <p:nvSpPr>
                <p:cNvPr id="9456" name="Google Shape;9456;p130"/>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130"/>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8" name="Google Shape;9458;p130"/>
              <p:cNvGrpSpPr/>
              <p:nvPr/>
            </p:nvGrpSpPr>
            <p:grpSpPr>
              <a:xfrm>
                <a:off x="5389291" y="3759921"/>
                <a:ext cx="37783" cy="32380"/>
                <a:chOff x="5389291" y="3759921"/>
                <a:chExt cx="37783" cy="32380"/>
              </a:xfrm>
            </p:grpSpPr>
            <p:sp>
              <p:nvSpPr>
                <p:cNvPr id="9459" name="Google Shape;9459;p130"/>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130"/>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1" name="Google Shape;9461;p130"/>
              <p:cNvGrpSpPr/>
              <p:nvPr/>
            </p:nvGrpSpPr>
            <p:grpSpPr>
              <a:xfrm>
                <a:off x="5431534" y="3632932"/>
                <a:ext cx="37878" cy="32451"/>
                <a:chOff x="5431534" y="3632932"/>
                <a:chExt cx="37878" cy="32451"/>
              </a:xfrm>
            </p:grpSpPr>
            <p:sp>
              <p:nvSpPr>
                <p:cNvPr id="9462" name="Google Shape;9462;p130"/>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130"/>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4" name="Google Shape;9464;p130"/>
              <p:cNvGrpSpPr/>
              <p:nvPr/>
            </p:nvGrpSpPr>
            <p:grpSpPr>
              <a:xfrm>
                <a:off x="5540755" y="3544829"/>
                <a:ext cx="37783" cy="32357"/>
                <a:chOff x="5540755" y="3544829"/>
                <a:chExt cx="37783" cy="32357"/>
              </a:xfrm>
            </p:grpSpPr>
            <p:sp>
              <p:nvSpPr>
                <p:cNvPr id="9465" name="Google Shape;9465;p130"/>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130"/>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7" name="Google Shape;9467;p130"/>
              <p:cNvGrpSpPr/>
              <p:nvPr/>
            </p:nvGrpSpPr>
            <p:grpSpPr>
              <a:xfrm>
                <a:off x="5579293" y="3412107"/>
                <a:ext cx="37776" cy="32357"/>
                <a:chOff x="5579293" y="3412107"/>
                <a:chExt cx="37776" cy="32357"/>
              </a:xfrm>
            </p:grpSpPr>
            <p:sp>
              <p:nvSpPr>
                <p:cNvPr id="9468" name="Google Shape;9468;p130"/>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130"/>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0" name="Google Shape;9470;p130"/>
              <p:cNvGrpSpPr/>
              <p:nvPr/>
            </p:nvGrpSpPr>
            <p:grpSpPr>
              <a:xfrm>
                <a:off x="5801346" y="3284615"/>
                <a:ext cx="37783" cy="32357"/>
                <a:chOff x="5801346" y="3284615"/>
                <a:chExt cx="37783" cy="32357"/>
              </a:xfrm>
            </p:grpSpPr>
            <p:sp>
              <p:nvSpPr>
                <p:cNvPr id="9471" name="Google Shape;9471;p130"/>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130"/>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3" name="Google Shape;9473;p130"/>
              <p:cNvGrpSpPr/>
              <p:nvPr/>
            </p:nvGrpSpPr>
            <p:grpSpPr>
              <a:xfrm>
                <a:off x="5763578" y="3399067"/>
                <a:ext cx="37776" cy="32364"/>
                <a:chOff x="5763578" y="3399067"/>
                <a:chExt cx="37776" cy="32364"/>
              </a:xfrm>
            </p:grpSpPr>
            <p:sp>
              <p:nvSpPr>
                <p:cNvPr id="9474" name="Google Shape;9474;p130"/>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130"/>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6" name="Google Shape;9476;p130"/>
              <p:cNvGrpSpPr/>
              <p:nvPr/>
            </p:nvGrpSpPr>
            <p:grpSpPr>
              <a:xfrm>
                <a:off x="5395858" y="3230952"/>
                <a:ext cx="37776" cy="32364"/>
                <a:chOff x="5395858" y="3230952"/>
                <a:chExt cx="37776" cy="32364"/>
              </a:xfrm>
            </p:grpSpPr>
            <p:sp>
              <p:nvSpPr>
                <p:cNvPr id="9477" name="Google Shape;9477;p130"/>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130"/>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9" name="Google Shape;9479;p130"/>
              <p:cNvGrpSpPr/>
              <p:nvPr/>
            </p:nvGrpSpPr>
            <p:grpSpPr>
              <a:xfrm>
                <a:off x="5264088" y="3188237"/>
                <a:ext cx="37776" cy="32357"/>
                <a:chOff x="5264088" y="3188237"/>
                <a:chExt cx="37776" cy="32357"/>
              </a:xfrm>
            </p:grpSpPr>
            <p:sp>
              <p:nvSpPr>
                <p:cNvPr id="9480" name="Google Shape;9480;p130"/>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130"/>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2" name="Google Shape;9482;p130"/>
              <p:cNvGrpSpPr/>
              <p:nvPr/>
            </p:nvGrpSpPr>
            <p:grpSpPr>
              <a:xfrm>
                <a:off x="5585758" y="3237425"/>
                <a:ext cx="37878" cy="32357"/>
                <a:chOff x="5585758" y="3237425"/>
                <a:chExt cx="37878" cy="32357"/>
              </a:xfrm>
            </p:grpSpPr>
            <p:sp>
              <p:nvSpPr>
                <p:cNvPr id="9483" name="Google Shape;9483;p130"/>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130"/>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5" name="Google Shape;9485;p130"/>
              <p:cNvGrpSpPr/>
              <p:nvPr/>
            </p:nvGrpSpPr>
            <p:grpSpPr>
              <a:xfrm>
                <a:off x="4874196" y="3291088"/>
                <a:ext cx="37878" cy="32451"/>
                <a:chOff x="4874196" y="3291088"/>
                <a:chExt cx="37878" cy="32451"/>
              </a:xfrm>
            </p:grpSpPr>
            <p:sp>
              <p:nvSpPr>
                <p:cNvPr id="9486" name="Google Shape;9486;p130"/>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130"/>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8" name="Google Shape;9488;p130"/>
              <p:cNvGrpSpPr/>
              <p:nvPr/>
            </p:nvGrpSpPr>
            <p:grpSpPr>
              <a:xfrm>
                <a:off x="5197770" y="3785466"/>
                <a:ext cx="37783" cy="32427"/>
                <a:chOff x="5197770" y="3785466"/>
                <a:chExt cx="37783" cy="32427"/>
              </a:xfrm>
            </p:grpSpPr>
            <p:sp>
              <p:nvSpPr>
                <p:cNvPr id="9489" name="Google Shape;9489;p130"/>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130"/>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1" name="Google Shape;9491;p130"/>
              <p:cNvGrpSpPr/>
              <p:nvPr/>
            </p:nvGrpSpPr>
            <p:grpSpPr>
              <a:xfrm>
                <a:off x="5177699" y="3492117"/>
                <a:ext cx="37776" cy="32357"/>
                <a:chOff x="5177699" y="3492117"/>
                <a:chExt cx="37776" cy="32357"/>
              </a:xfrm>
            </p:grpSpPr>
            <p:sp>
              <p:nvSpPr>
                <p:cNvPr id="9492" name="Google Shape;9492;p130"/>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130"/>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4" name="Google Shape;9494;p130"/>
              <p:cNvGrpSpPr/>
              <p:nvPr/>
            </p:nvGrpSpPr>
            <p:grpSpPr>
              <a:xfrm>
                <a:off x="5349431" y="3622346"/>
                <a:ext cx="37870" cy="32380"/>
                <a:chOff x="5349431" y="3622346"/>
                <a:chExt cx="37870" cy="32380"/>
              </a:xfrm>
            </p:grpSpPr>
            <p:sp>
              <p:nvSpPr>
                <p:cNvPr id="9495" name="Google Shape;9495;p130"/>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130"/>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7" name="Google Shape;9497;p130"/>
              <p:cNvGrpSpPr/>
              <p:nvPr/>
            </p:nvGrpSpPr>
            <p:grpSpPr>
              <a:xfrm>
                <a:off x="5068855" y="3563980"/>
                <a:ext cx="53954" cy="46223"/>
                <a:chOff x="5068855" y="3563980"/>
                <a:chExt cx="53954" cy="46223"/>
              </a:xfrm>
            </p:grpSpPr>
            <p:sp>
              <p:nvSpPr>
                <p:cNvPr id="9498" name="Google Shape;9498;p130"/>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130"/>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0" name="Google Shape;9500;p130"/>
              <p:cNvGrpSpPr/>
              <p:nvPr/>
            </p:nvGrpSpPr>
            <p:grpSpPr>
              <a:xfrm>
                <a:off x="5037654" y="3392507"/>
                <a:ext cx="37870" cy="32451"/>
                <a:chOff x="5037654" y="3392507"/>
                <a:chExt cx="37870" cy="32451"/>
              </a:xfrm>
            </p:grpSpPr>
            <p:sp>
              <p:nvSpPr>
                <p:cNvPr id="9501" name="Google Shape;9501;p130"/>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130"/>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3" name="Google Shape;9503;p130"/>
              <p:cNvGrpSpPr/>
              <p:nvPr/>
            </p:nvGrpSpPr>
            <p:grpSpPr>
              <a:xfrm>
                <a:off x="5456560" y="3368629"/>
                <a:ext cx="37870" cy="32451"/>
                <a:chOff x="5456560" y="3368629"/>
                <a:chExt cx="37870" cy="32451"/>
              </a:xfrm>
            </p:grpSpPr>
            <p:sp>
              <p:nvSpPr>
                <p:cNvPr id="9504" name="Google Shape;9504;p130"/>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130"/>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6" name="Google Shape;9506;p130"/>
              <p:cNvGrpSpPr/>
              <p:nvPr/>
            </p:nvGrpSpPr>
            <p:grpSpPr>
              <a:xfrm>
                <a:off x="4755749" y="3501516"/>
                <a:ext cx="46246" cy="39608"/>
                <a:chOff x="4755749" y="3501516"/>
                <a:chExt cx="46246" cy="39608"/>
              </a:xfrm>
            </p:grpSpPr>
            <p:sp>
              <p:nvSpPr>
                <p:cNvPr id="9507" name="Google Shape;9507;p130"/>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130"/>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9" name="Google Shape;9509;p130"/>
              <p:cNvGrpSpPr/>
              <p:nvPr/>
            </p:nvGrpSpPr>
            <p:grpSpPr>
              <a:xfrm>
                <a:off x="4681346" y="3485582"/>
                <a:ext cx="37783" cy="32427"/>
                <a:chOff x="4681346" y="3485582"/>
                <a:chExt cx="37783" cy="32427"/>
              </a:xfrm>
            </p:grpSpPr>
            <p:sp>
              <p:nvSpPr>
                <p:cNvPr id="9510" name="Google Shape;9510;p130"/>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130"/>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2" name="Google Shape;9512;p130"/>
              <p:cNvGrpSpPr/>
              <p:nvPr/>
            </p:nvGrpSpPr>
            <p:grpSpPr>
              <a:xfrm>
                <a:off x="4767067" y="3291088"/>
                <a:ext cx="37878" cy="32451"/>
                <a:chOff x="4767067" y="3291088"/>
                <a:chExt cx="37878" cy="32451"/>
              </a:xfrm>
            </p:grpSpPr>
            <p:sp>
              <p:nvSpPr>
                <p:cNvPr id="9513" name="Google Shape;9513;p130"/>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130"/>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5" name="Google Shape;9515;p130"/>
              <p:cNvGrpSpPr/>
              <p:nvPr/>
            </p:nvGrpSpPr>
            <p:grpSpPr>
              <a:xfrm>
                <a:off x="4687819" y="3405539"/>
                <a:ext cx="37776" cy="32451"/>
                <a:chOff x="4687819" y="3405539"/>
                <a:chExt cx="37776" cy="32451"/>
              </a:xfrm>
            </p:grpSpPr>
            <p:sp>
              <p:nvSpPr>
                <p:cNvPr id="9516" name="Google Shape;9516;p130"/>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130"/>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8" name="Google Shape;9518;p130"/>
              <p:cNvGrpSpPr/>
              <p:nvPr/>
            </p:nvGrpSpPr>
            <p:grpSpPr>
              <a:xfrm>
                <a:off x="4923101" y="3444809"/>
                <a:ext cx="52813" cy="45318"/>
                <a:chOff x="4923101" y="3444809"/>
                <a:chExt cx="52813" cy="45318"/>
              </a:xfrm>
            </p:grpSpPr>
            <p:sp>
              <p:nvSpPr>
                <p:cNvPr id="9519" name="Google Shape;9519;p130"/>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130"/>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1" name="Google Shape;9521;p130"/>
              <p:cNvGrpSpPr/>
              <p:nvPr/>
            </p:nvGrpSpPr>
            <p:grpSpPr>
              <a:xfrm>
                <a:off x="4846040" y="3654750"/>
                <a:ext cx="31405" cy="26993"/>
                <a:chOff x="4846040" y="3654750"/>
                <a:chExt cx="31405" cy="26993"/>
              </a:xfrm>
            </p:grpSpPr>
            <p:sp>
              <p:nvSpPr>
                <p:cNvPr id="9522" name="Google Shape;9522;p130"/>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130"/>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4" name="Google Shape;9524;p130"/>
              <p:cNvGrpSpPr/>
              <p:nvPr/>
            </p:nvGrpSpPr>
            <p:grpSpPr>
              <a:xfrm>
                <a:off x="4925673" y="3691700"/>
                <a:ext cx="40253" cy="34472"/>
                <a:chOff x="4925673" y="3691700"/>
                <a:chExt cx="40253" cy="34472"/>
              </a:xfrm>
            </p:grpSpPr>
            <p:sp>
              <p:nvSpPr>
                <p:cNvPr id="9525" name="Google Shape;9525;p130"/>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130"/>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7" name="Google Shape;9527;p130"/>
              <p:cNvGrpSpPr/>
              <p:nvPr/>
            </p:nvGrpSpPr>
            <p:grpSpPr>
              <a:xfrm>
                <a:off x="4894653" y="3740848"/>
                <a:ext cx="31405" cy="26906"/>
                <a:chOff x="4894653" y="3740848"/>
                <a:chExt cx="31405" cy="26906"/>
              </a:xfrm>
            </p:grpSpPr>
            <p:sp>
              <p:nvSpPr>
                <p:cNvPr id="9528" name="Google Shape;9528;p130"/>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130"/>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0" name="Google Shape;9530;p130"/>
              <p:cNvGrpSpPr/>
              <p:nvPr/>
            </p:nvGrpSpPr>
            <p:grpSpPr>
              <a:xfrm>
                <a:off x="4962300" y="3696348"/>
                <a:ext cx="38255" cy="32773"/>
                <a:chOff x="4962300" y="3696348"/>
                <a:chExt cx="38255" cy="32773"/>
              </a:xfrm>
            </p:grpSpPr>
            <p:sp>
              <p:nvSpPr>
                <p:cNvPr id="9531" name="Google Shape;9531;p130"/>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130"/>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3" name="Google Shape;9533;p130"/>
              <p:cNvGrpSpPr/>
              <p:nvPr/>
            </p:nvGrpSpPr>
            <p:grpSpPr>
              <a:xfrm>
                <a:off x="4980185" y="3743349"/>
                <a:ext cx="31499" cy="26969"/>
                <a:chOff x="4980185" y="3743349"/>
                <a:chExt cx="31499" cy="26969"/>
              </a:xfrm>
            </p:grpSpPr>
            <p:sp>
              <p:nvSpPr>
                <p:cNvPr id="9534" name="Google Shape;9534;p130"/>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130"/>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6" name="Google Shape;9536;p130"/>
              <p:cNvGrpSpPr/>
              <p:nvPr/>
            </p:nvGrpSpPr>
            <p:grpSpPr>
              <a:xfrm>
                <a:off x="5013768" y="3734312"/>
                <a:ext cx="31499" cy="26969"/>
                <a:chOff x="5013768" y="3734312"/>
                <a:chExt cx="31499" cy="26969"/>
              </a:xfrm>
            </p:grpSpPr>
            <p:sp>
              <p:nvSpPr>
                <p:cNvPr id="9537" name="Google Shape;9537;p130"/>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130"/>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9" name="Google Shape;9539;p130"/>
              <p:cNvGrpSpPr/>
              <p:nvPr/>
            </p:nvGrpSpPr>
            <p:grpSpPr>
              <a:xfrm>
                <a:off x="5036703" y="3764545"/>
                <a:ext cx="31499" cy="26898"/>
                <a:chOff x="5036703" y="3764545"/>
                <a:chExt cx="31499" cy="26898"/>
              </a:xfrm>
            </p:grpSpPr>
            <p:sp>
              <p:nvSpPr>
                <p:cNvPr id="9540" name="Google Shape;9540;p130"/>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130"/>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2" name="Google Shape;9542;p130"/>
              <p:cNvGrpSpPr/>
              <p:nvPr/>
            </p:nvGrpSpPr>
            <p:grpSpPr>
              <a:xfrm>
                <a:off x="4953546" y="3768352"/>
                <a:ext cx="31405" cy="26898"/>
                <a:chOff x="4953546" y="3768352"/>
                <a:chExt cx="31405" cy="26898"/>
              </a:xfrm>
            </p:grpSpPr>
            <p:sp>
              <p:nvSpPr>
                <p:cNvPr id="9543" name="Google Shape;9543;p130"/>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130"/>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5" name="Google Shape;9545;p130"/>
              <p:cNvGrpSpPr/>
              <p:nvPr/>
            </p:nvGrpSpPr>
            <p:grpSpPr>
              <a:xfrm>
                <a:off x="4964770" y="3814016"/>
                <a:ext cx="31499" cy="26993"/>
                <a:chOff x="4964770" y="3814016"/>
                <a:chExt cx="31499" cy="26993"/>
              </a:xfrm>
            </p:grpSpPr>
            <p:sp>
              <p:nvSpPr>
                <p:cNvPr id="9546" name="Google Shape;9546;p130"/>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130"/>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8" name="Google Shape;9548;p130"/>
              <p:cNvGrpSpPr/>
              <p:nvPr/>
            </p:nvGrpSpPr>
            <p:grpSpPr>
              <a:xfrm>
                <a:off x="4923290" y="3800504"/>
                <a:ext cx="31468" cy="26898"/>
                <a:chOff x="4923290" y="3800504"/>
                <a:chExt cx="31468" cy="26898"/>
              </a:xfrm>
            </p:grpSpPr>
            <p:sp>
              <p:nvSpPr>
                <p:cNvPr id="9549" name="Google Shape;9549;p130"/>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130"/>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1" name="Google Shape;9551;p130"/>
              <p:cNvGrpSpPr/>
              <p:nvPr/>
            </p:nvGrpSpPr>
            <p:grpSpPr>
              <a:xfrm>
                <a:off x="5108534" y="3650943"/>
                <a:ext cx="31405" cy="26993"/>
                <a:chOff x="5108534" y="3650943"/>
                <a:chExt cx="31405" cy="26993"/>
              </a:xfrm>
            </p:grpSpPr>
            <p:sp>
              <p:nvSpPr>
                <p:cNvPr id="9552" name="Google Shape;9552;p130"/>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130"/>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4" name="Google Shape;9554;p130"/>
              <p:cNvGrpSpPr/>
              <p:nvPr/>
            </p:nvGrpSpPr>
            <p:grpSpPr>
              <a:xfrm>
                <a:off x="5119380" y="3760739"/>
                <a:ext cx="31499" cy="26993"/>
                <a:chOff x="5119380" y="3760739"/>
                <a:chExt cx="31499" cy="26993"/>
              </a:xfrm>
            </p:grpSpPr>
            <p:sp>
              <p:nvSpPr>
                <p:cNvPr id="9555" name="Google Shape;9555;p130"/>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130"/>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7" name="Google Shape;9557;p130"/>
              <p:cNvGrpSpPr/>
              <p:nvPr/>
            </p:nvGrpSpPr>
            <p:grpSpPr>
              <a:xfrm>
                <a:off x="5119380" y="3788235"/>
                <a:ext cx="31499" cy="26993"/>
                <a:chOff x="5119380" y="3788235"/>
                <a:chExt cx="31499" cy="26993"/>
              </a:xfrm>
            </p:grpSpPr>
            <p:sp>
              <p:nvSpPr>
                <p:cNvPr id="9558" name="Google Shape;9558;p130"/>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130"/>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0" name="Google Shape;9560;p130"/>
              <p:cNvGrpSpPr/>
              <p:nvPr/>
            </p:nvGrpSpPr>
            <p:grpSpPr>
              <a:xfrm>
                <a:off x="5158005" y="3875284"/>
                <a:ext cx="31405" cy="27001"/>
                <a:chOff x="5158005" y="3875284"/>
                <a:chExt cx="31405" cy="27001"/>
              </a:xfrm>
            </p:grpSpPr>
            <p:sp>
              <p:nvSpPr>
                <p:cNvPr id="9561" name="Google Shape;9561;p130"/>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130"/>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3" name="Google Shape;9563;p130"/>
              <p:cNvGrpSpPr/>
              <p:nvPr/>
            </p:nvGrpSpPr>
            <p:grpSpPr>
              <a:xfrm>
                <a:off x="5233163" y="3764545"/>
                <a:ext cx="31499" cy="26898"/>
                <a:chOff x="5233163" y="3764545"/>
                <a:chExt cx="31499" cy="26898"/>
              </a:xfrm>
            </p:grpSpPr>
            <p:sp>
              <p:nvSpPr>
                <p:cNvPr id="9564" name="Google Shape;9564;p130"/>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130"/>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6" name="Google Shape;9566;p130"/>
              <p:cNvGrpSpPr/>
              <p:nvPr/>
            </p:nvGrpSpPr>
            <p:grpSpPr>
              <a:xfrm>
                <a:off x="5276168" y="3805545"/>
                <a:ext cx="31499" cy="26906"/>
                <a:chOff x="5276168" y="3805545"/>
                <a:chExt cx="31499" cy="26906"/>
              </a:xfrm>
            </p:grpSpPr>
            <p:sp>
              <p:nvSpPr>
                <p:cNvPr id="9567" name="Google Shape;9567;p130"/>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130"/>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9" name="Google Shape;9569;p130"/>
              <p:cNvGrpSpPr/>
              <p:nvPr/>
            </p:nvGrpSpPr>
            <p:grpSpPr>
              <a:xfrm>
                <a:off x="5294053" y="3851933"/>
                <a:ext cx="31405" cy="26945"/>
                <a:chOff x="5294053" y="3851933"/>
                <a:chExt cx="31405" cy="26945"/>
              </a:xfrm>
            </p:grpSpPr>
            <p:sp>
              <p:nvSpPr>
                <p:cNvPr id="9570" name="Google Shape;9570;p130"/>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130"/>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2" name="Google Shape;9572;p130"/>
              <p:cNvGrpSpPr/>
              <p:nvPr/>
            </p:nvGrpSpPr>
            <p:grpSpPr>
              <a:xfrm>
                <a:off x="5341723" y="3851902"/>
                <a:ext cx="31405" cy="26977"/>
                <a:chOff x="5341723" y="3851902"/>
                <a:chExt cx="31405" cy="26977"/>
              </a:xfrm>
            </p:grpSpPr>
            <p:sp>
              <p:nvSpPr>
                <p:cNvPr id="9573" name="Google Shape;9573;p130"/>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130"/>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5" name="Google Shape;9575;p130"/>
              <p:cNvGrpSpPr/>
              <p:nvPr/>
            </p:nvGrpSpPr>
            <p:grpSpPr>
              <a:xfrm>
                <a:off x="5054871" y="3507855"/>
                <a:ext cx="31405" cy="26993"/>
                <a:chOff x="5054871" y="3507855"/>
                <a:chExt cx="31405" cy="26993"/>
              </a:xfrm>
            </p:grpSpPr>
            <p:sp>
              <p:nvSpPr>
                <p:cNvPr id="9576" name="Google Shape;9576;p130"/>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130"/>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8" name="Google Shape;9578;p130"/>
              <p:cNvGrpSpPr/>
              <p:nvPr/>
            </p:nvGrpSpPr>
            <p:grpSpPr>
              <a:xfrm>
                <a:off x="4876579" y="3675325"/>
                <a:ext cx="31405" cy="26969"/>
                <a:chOff x="4876579" y="3675325"/>
                <a:chExt cx="31405" cy="26969"/>
              </a:xfrm>
            </p:grpSpPr>
            <p:sp>
              <p:nvSpPr>
                <p:cNvPr id="9579" name="Google Shape;9579;p130"/>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130"/>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1" name="Google Shape;9581;p130"/>
              <p:cNvGrpSpPr/>
              <p:nvPr/>
            </p:nvGrpSpPr>
            <p:grpSpPr>
              <a:xfrm>
                <a:off x="4842233" y="3688333"/>
                <a:ext cx="31405" cy="26993"/>
                <a:chOff x="4842233" y="3688333"/>
                <a:chExt cx="31405" cy="26993"/>
              </a:xfrm>
            </p:grpSpPr>
            <p:sp>
              <p:nvSpPr>
                <p:cNvPr id="9582" name="Google Shape;9582;p130"/>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130"/>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4" name="Google Shape;9584;p130"/>
              <p:cNvGrpSpPr/>
              <p:nvPr/>
            </p:nvGrpSpPr>
            <p:grpSpPr>
              <a:xfrm>
                <a:off x="5187876" y="3608032"/>
                <a:ext cx="31405" cy="27001"/>
                <a:chOff x="5187876" y="3608032"/>
                <a:chExt cx="31405" cy="27001"/>
              </a:xfrm>
            </p:grpSpPr>
            <p:sp>
              <p:nvSpPr>
                <p:cNvPr id="9585" name="Google Shape;9585;p130"/>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130"/>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7" name="Google Shape;9587;p130"/>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130"/>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89" name="Google Shape;9589;p130"/>
              <p:cNvGrpSpPr/>
              <p:nvPr/>
            </p:nvGrpSpPr>
            <p:grpSpPr>
              <a:xfrm>
                <a:off x="5269224" y="3304167"/>
                <a:ext cx="40253" cy="34402"/>
                <a:chOff x="5269224" y="3304167"/>
                <a:chExt cx="40253" cy="34402"/>
              </a:xfrm>
            </p:grpSpPr>
            <p:sp>
              <p:nvSpPr>
                <p:cNvPr id="9590" name="Google Shape;9590;p130"/>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130"/>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2" name="Google Shape;9592;p130"/>
              <p:cNvGrpSpPr/>
              <p:nvPr/>
            </p:nvGrpSpPr>
            <p:grpSpPr>
              <a:xfrm>
                <a:off x="5327354" y="3476615"/>
                <a:ext cx="49864" cy="42723"/>
                <a:chOff x="5327354" y="3476615"/>
                <a:chExt cx="49864" cy="42723"/>
              </a:xfrm>
            </p:grpSpPr>
            <p:sp>
              <p:nvSpPr>
                <p:cNvPr id="9593" name="Google Shape;9593;p130"/>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130"/>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95" name="Google Shape;9595;p130"/>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130"/>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97" name="Google Shape;9597;p130"/>
              <p:cNvGrpSpPr/>
              <p:nvPr/>
            </p:nvGrpSpPr>
            <p:grpSpPr>
              <a:xfrm>
                <a:off x="5341723" y="3775957"/>
                <a:ext cx="31405" cy="26898"/>
                <a:chOff x="5341723" y="3775957"/>
                <a:chExt cx="31405" cy="26898"/>
              </a:xfrm>
            </p:grpSpPr>
            <p:sp>
              <p:nvSpPr>
                <p:cNvPr id="9598" name="Google Shape;9598;p130"/>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130"/>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0" name="Google Shape;9600;p130"/>
              <p:cNvGrpSpPr/>
              <p:nvPr/>
            </p:nvGrpSpPr>
            <p:grpSpPr>
              <a:xfrm>
                <a:off x="5439053" y="3699274"/>
                <a:ext cx="31405" cy="26898"/>
                <a:chOff x="5439053" y="3699274"/>
                <a:chExt cx="31405" cy="26898"/>
              </a:xfrm>
            </p:grpSpPr>
            <p:sp>
              <p:nvSpPr>
                <p:cNvPr id="9601" name="Google Shape;9601;p130"/>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130"/>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3" name="Google Shape;9603;p130"/>
              <p:cNvGrpSpPr/>
              <p:nvPr/>
            </p:nvGrpSpPr>
            <p:grpSpPr>
              <a:xfrm>
                <a:off x="5412414" y="3622307"/>
                <a:ext cx="31499" cy="26993"/>
                <a:chOff x="5412414" y="3622307"/>
                <a:chExt cx="31499" cy="26993"/>
              </a:xfrm>
            </p:grpSpPr>
            <p:sp>
              <p:nvSpPr>
                <p:cNvPr id="9604" name="Google Shape;9604;p130"/>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130"/>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6" name="Google Shape;9606;p130"/>
              <p:cNvGrpSpPr/>
              <p:nvPr/>
            </p:nvGrpSpPr>
            <p:grpSpPr>
              <a:xfrm>
                <a:off x="5476254" y="3473949"/>
                <a:ext cx="26835" cy="26930"/>
                <a:chOff x="5476254" y="3473949"/>
                <a:chExt cx="26835" cy="26930"/>
              </a:xfrm>
            </p:grpSpPr>
            <p:sp>
              <p:nvSpPr>
                <p:cNvPr id="9607" name="Google Shape;9607;p130"/>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130"/>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9" name="Google Shape;9609;p130"/>
              <p:cNvGrpSpPr/>
              <p:nvPr/>
            </p:nvGrpSpPr>
            <p:grpSpPr>
              <a:xfrm>
                <a:off x="5564547" y="3481594"/>
                <a:ext cx="31397" cy="26898"/>
                <a:chOff x="5564547" y="3481594"/>
                <a:chExt cx="31397" cy="26898"/>
              </a:xfrm>
            </p:grpSpPr>
            <p:sp>
              <p:nvSpPr>
                <p:cNvPr id="9610" name="Google Shape;9610;p130"/>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130"/>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2" name="Google Shape;9612;p130"/>
              <p:cNvGrpSpPr/>
              <p:nvPr/>
            </p:nvGrpSpPr>
            <p:grpSpPr>
              <a:xfrm>
                <a:off x="5534101" y="3470174"/>
                <a:ext cx="31397" cy="26906"/>
                <a:chOff x="5534101" y="3470174"/>
                <a:chExt cx="31397" cy="26906"/>
              </a:xfrm>
            </p:grpSpPr>
            <p:sp>
              <p:nvSpPr>
                <p:cNvPr id="9613" name="Google Shape;9613;p130"/>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130"/>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5" name="Google Shape;9615;p130"/>
              <p:cNvGrpSpPr/>
              <p:nvPr/>
            </p:nvGrpSpPr>
            <p:grpSpPr>
              <a:xfrm>
                <a:off x="5610879" y="3314486"/>
                <a:ext cx="31499" cy="26938"/>
                <a:chOff x="5610879" y="3314486"/>
                <a:chExt cx="31499" cy="26938"/>
              </a:xfrm>
            </p:grpSpPr>
            <p:sp>
              <p:nvSpPr>
                <p:cNvPr id="9616" name="Google Shape;9616;p130"/>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130"/>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8" name="Google Shape;9618;p130"/>
              <p:cNvGrpSpPr/>
              <p:nvPr/>
            </p:nvGrpSpPr>
            <p:grpSpPr>
              <a:xfrm>
                <a:off x="4834525" y="3501382"/>
                <a:ext cx="31499" cy="26898"/>
                <a:chOff x="4834525" y="3501382"/>
                <a:chExt cx="31499" cy="26898"/>
              </a:xfrm>
            </p:grpSpPr>
            <p:sp>
              <p:nvSpPr>
                <p:cNvPr id="9619" name="Google Shape;9619;p130"/>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130"/>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1" name="Google Shape;9621;p130"/>
              <p:cNvGrpSpPr/>
              <p:nvPr/>
            </p:nvGrpSpPr>
            <p:grpSpPr>
              <a:xfrm>
                <a:off x="4898460" y="3580158"/>
                <a:ext cx="31405" cy="26898"/>
                <a:chOff x="4898460" y="3580158"/>
                <a:chExt cx="31405" cy="26898"/>
              </a:xfrm>
            </p:grpSpPr>
            <p:sp>
              <p:nvSpPr>
                <p:cNvPr id="9622" name="Google Shape;9622;p130"/>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130"/>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4" name="Google Shape;9624;p130"/>
              <p:cNvGrpSpPr/>
              <p:nvPr/>
            </p:nvGrpSpPr>
            <p:grpSpPr>
              <a:xfrm>
                <a:off x="4882667" y="3608032"/>
                <a:ext cx="31499" cy="27001"/>
                <a:chOff x="4882667" y="3608032"/>
                <a:chExt cx="31499" cy="27001"/>
              </a:xfrm>
            </p:grpSpPr>
            <p:sp>
              <p:nvSpPr>
                <p:cNvPr id="9625" name="Google Shape;9625;p130"/>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130"/>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7" name="Google Shape;9627;p130"/>
              <p:cNvGrpSpPr/>
              <p:nvPr/>
            </p:nvGrpSpPr>
            <p:grpSpPr>
              <a:xfrm>
                <a:off x="4843373" y="3631407"/>
                <a:ext cx="16273" cy="16186"/>
                <a:chOff x="4843373" y="3631407"/>
                <a:chExt cx="16273" cy="16186"/>
              </a:xfrm>
            </p:grpSpPr>
            <p:sp>
              <p:nvSpPr>
                <p:cNvPr id="9628" name="Google Shape;9628;p130"/>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130"/>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0" name="Google Shape;9630;p130"/>
              <p:cNvGrpSpPr/>
              <p:nvPr/>
            </p:nvGrpSpPr>
            <p:grpSpPr>
              <a:xfrm>
                <a:off x="4727773" y="3591578"/>
                <a:ext cx="31499" cy="26898"/>
                <a:chOff x="4727773" y="3591578"/>
                <a:chExt cx="31499" cy="26898"/>
              </a:xfrm>
            </p:grpSpPr>
            <p:sp>
              <p:nvSpPr>
                <p:cNvPr id="9631" name="Google Shape;9631;p130"/>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130"/>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3" name="Google Shape;9633;p130"/>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130"/>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35" name="Google Shape;9635;p130"/>
              <p:cNvGrpSpPr/>
              <p:nvPr/>
            </p:nvGrpSpPr>
            <p:grpSpPr>
              <a:xfrm>
                <a:off x="4609421" y="3577398"/>
                <a:ext cx="31499" cy="27001"/>
                <a:chOff x="4609421" y="3577398"/>
                <a:chExt cx="31499" cy="27001"/>
              </a:xfrm>
            </p:grpSpPr>
            <p:sp>
              <p:nvSpPr>
                <p:cNvPr id="9636" name="Google Shape;9636;p130"/>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130"/>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8" name="Google Shape;9638;p130"/>
              <p:cNvGrpSpPr/>
              <p:nvPr/>
            </p:nvGrpSpPr>
            <p:grpSpPr>
              <a:xfrm>
                <a:off x="4649289" y="3577398"/>
                <a:ext cx="31499" cy="27001"/>
                <a:chOff x="4649289" y="3577398"/>
                <a:chExt cx="31499" cy="27001"/>
              </a:xfrm>
            </p:grpSpPr>
            <p:sp>
              <p:nvSpPr>
                <p:cNvPr id="9639" name="Google Shape;9639;p130"/>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130"/>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1" name="Google Shape;9641;p130"/>
              <p:cNvGrpSpPr/>
              <p:nvPr/>
            </p:nvGrpSpPr>
            <p:grpSpPr>
              <a:xfrm>
                <a:off x="4605614" y="3639523"/>
                <a:ext cx="31499" cy="26906"/>
                <a:chOff x="4605614" y="3639523"/>
                <a:chExt cx="31499" cy="26906"/>
              </a:xfrm>
            </p:grpSpPr>
            <p:sp>
              <p:nvSpPr>
                <p:cNvPr id="9642" name="Google Shape;9642;p130"/>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130"/>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4" name="Google Shape;9644;p130"/>
              <p:cNvGrpSpPr/>
              <p:nvPr/>
            </p:nvGrpSpPr>
            <p:grpSpPr>
              <a:xfrm>
                <a:off x="4785149" y="3618846"/>
                <a:ext cx="26930" cy="26843"/>
                <a:chOff x="4785149" y="3618846"/>
                <a:chExt cx="26930" cy="26843"/>
              </a:xfrm>
            </p:grpSpPr>
            <p:sp>
              <p:nvSpPr>
                <p:cNvPr id="9645" name="Google Shape;9645;p130"/>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130"/>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7" name="Google Shape;9647;p130"/>
              <p:cNvGrpSpPr/>
              <p:nvPr/>
            </p:nvGrpSpPr>
            <p:grpSpPr>
              <a:xfrm>
                <a:off x="4810167" y="3601567"/>
                <a:ext cx="31405" cy="26898"/>
                <a:chOff x="4810167" y="3601567"/>
                <a:chExt cx="31405" cy="26898"/>
              </a:xfrm>
            </p:grpSpPr>
            <p:sp>
              <p:nvSpPr>
                <p:cNvPr id="9648" name="Google Shape;9648;p130"/>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130"/>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0" name="Google Shape;9650;p130"/>
              <p:cNvGrpSpPr/>
              <p:nvPr/>
            </p:nvGrpSpPr>
            <p:grpSpPr>
              <a:xfrm>
                <a:off x="4831002" y="3373230"/>
                <a:ext cx="31405" cy="26898"/>
                <a:chOff x="4831002" y="3373230"/>
                <a:chExt cx="31405" cy="26898"/>
              </a:xfrm>
            </p:grpSpPr>
            <p:sp>
              <p:nvSpPr>
                <p:cNvPr id="9651" name="Google Shape;9651;p130"/>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130"/>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3" name="Google Shape;9653;p130"/>
              <p:cNvGrpSpPr/>
              <p:nvPr/>
            </p:nvGrpSpPr>
            <p:grpSpPr>
              <a:xfrm>
                <a:off x="4719311" y="3355054"/>
                <a:ext cx="31499" cy="27001"/>
                <a:chOff x="4719311" y="3355054"/>
                <a:chExt cx="31499" cy="27001"/>
              </a:xfrm>
            </p:grpSpPr>
            <p:sp>
              <p:nvSpPr>
                <p:cNvPr id="9654" name="Google Shape;9654;p130"/>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130"/>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6" name="Google Shape;9656;p130"/>
              <p:cNvGrpSpPr/>
              <p:nvPr/>
            </p:nvGrpSpPr>
            <p:grpSpPr>
              <a:xfrm>
                <a:off x="4798755" y="3450260"/>
                <a:ext cx="26930" cy="26930"/>
                <a:chOff x="4798755" y="3450260"/>
                <a:chExt cx="26930" cy="26930"/>
              </a:xfrm>
            </p:grpSpPr>
            <p:sp>
              <p:nvSpPr>
                <p:cNvPr id="9657" name="Google Shape;9657;p130"/>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130"/>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9" name="Google Shape;9659;p130"/>
              <p:cNvGrpSpPr/>
              <p:nvPr/>
            </p:nvGrpSpPr>
            <p:grpSpPr>
              <a:xfrm>
                <a:off x="4645576" y="3467555"/>
                <a:ext cx="31405" cy="26953"/>
                <a:chOff x="4645576" y="3467555"/>
                <a:chExt cx="31405" cy="26953"/>
              </a:xfrm>
            </p:grpSpPr>
            <p:sp>
              <p:nvSpPr>
                <p:cNvPr id="9660" name="Google Shape;9660;p130"/>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130"/>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2" name="Google Shape;9662;p130"/>
              <p:cNvGrpSpPr/>
              <p:nvPr/>
            </p:nvGrpSpPr>
            <p:grpSpPr>
              <a:xfrm>
                <a:off x="4687631" y="3583965"/>
                <a:ext cx="31499" cy="26898"/>
                <a:chOff x="4687631" y="3583965"/>
                <a:chExt cx="31499" cy="26898"/>
              </a:xfrm>
            </p:grpSpPr>
            <p:sp>
              <p:nvSpPr>
                <p:cNvPr id="9663" name="Google Shape;9663;p130"/>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130"/>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5" name="Google Shape;9665;p130"/>
              <p:cNvGrpSpPr/>
              <p:nvPr/>
            </p:nvGrpSpPr>
            <p:grpSpPr>
              <a:xfrm>
                <a:off x="4719311" y="3471314"/>
                <a:ext cx="31499" cy="27001"/>
                <a:chOff x="4719311" y="3471314"/>
                <a:chExt cx="31499" cy="27001"/>
              </a:xfrm>
            </p:grpSpPr>
            <p:sp>
              <p:nvSpPr>
                <p:cNvPr id="9666" name="Google Shape;9666;p130"/>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130"/>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8" name="Google Shape;9668;p130"/>
              <p:cNvGrpSpPr/>
              <p:nvPr/>
            </p:nvGrpSpPr>
            <p:grpSpPr>
              <a:xfrm>
                <a:off x="4719311" y="3434404"/>
                <a:ext cx="31499" cy="26898"/>
                <a:chOff x="4719311" y="3434404"/>
                <a:chExt cx="31499" cy="26898"/>
              </a:xfrm>
            </p:grpSpPr>
            <p:sp>
              <p:nvSpPr>
                <p:cNvPr id="9669" name="Google Shape;9669;p130"/>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130"/>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1" name="Google Shape;9671;p130"/>
              <p:cNvGrpSpPr/>
              <p:nvPr/>
            </p:nvGrpSpPr>
            <p:grpSpPr>
              <a:xfrm>
                <a:off x="4768876" y="3401772"/>
                <a:ext cx="31499" cy="26898"/>
                <a:chOff x="4768876" y="3401772"/>
                <a:chExt cx="31499" cy="26898"/>
              </a:xfrm>
            </p:grpSpPr>
            <p:sp>
              <p:nvSpPr>
                <p:cNvPr id="9672" name="Google Shape;9672;p130"/>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130"/>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4" name="Google Shape;9674;p130"/>
              <p:cNvGrpSpPr/>
              <p:nvPr/>
            </p:nvGrpSpPr>
            <p:grpSpPr>
              <a:xfrm>
                <a:off x="4762214" y="3471377"/>
                <a:ext cx="26938" cy="26938"/>
                <a:chOff x="4762214" y="3471377"/>
                <a:chExt cx="26938" cy="26938"/>
              </a:xfrm>
            </p:grpSpPr>
            <p:sp>
              <p:nvSpPr>
                <p:cNvPr id="9675" name="Google Shape;9675;p130"/>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130"/>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7" name="Google Shape;9677;p130"/>
              <p:cNvGrpSpPr/>
              <p:nvPr/>
            </p:nvGrpSpPr>
            <p:grpSpPr>
              <a:xfrm>
                <a:off x="4790473" y="3344782"/>
                <a:ext cx="31405" cy="26898"/>
                <a:chOff x="4790473" y="3344782"/>
                <a:chExt cx="31405" cy="26898"/>
              </a:xfrm>
            </p:grpSpPr>
            <p:sp>
              <p:nvSpPr>
                <p:cNvPr id="9678" name="Google Shape;9678;p130"/>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130"/>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0" name="Google Shape;9680;p130"/>
              <p:cNvGrpSpPr/>
              <p:nvPr/>
            </p:nvGrpSpPr>
            <p:grpSpPr>
              <a:xfrm>
                <a:off x="4823774" y="3950733"/>
                <a:ext cx="37398" cy="32034"/>
                <a:chOff x="4823774" y="3950733"/>
                <a:chExt cx="37398" cy="32034"/>
              </a:xfrm>
            </p:grpSpPr>
            <p:sp>
              <p:nvSpPr>
                <p:cNvPr id="9681" name="Google Shape;9681;p130"/>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130"/>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3" name="Google Shape;9683;p130"/>
              <p:cNvGrpSpPr/>
              <p:nvPr/>
            </p:nvGrpSpPr>
            <p:grpSpPr>
              <a:xfrm>
                <a:off x="4823396" y="4110566"/>
                <a:ext cx="31405" cy="26906"/>
                <a:chOff x="4823396" y="4110566"/>
                <a:chExt cx="31405" cy="26906"/>
              </a:xfrm>
            </p:grpSpPr>
            <p:sp>
              <p:nvSpPr>
                <p:cNvPr id="9684" name="Google Shape;9684;p130"/>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130"/>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6" name="Google Shape;9686;p130"/>
              <p:cNvGrpSpPr/>
              <p:nvPr/>
            </p:nvGrpSpPr>
            <p:grpSpPr>
              <a:xfrm>
                <a:off x="4838332" y="3821150"/>
                <a:ext cx="31499" cy="26898"/>
                <a:chOff x="4838332" y="3821150"/>
                <a:chExt cx="31499" cy="26898"/>
              </a:xfrm>
            </p:grpSpPr>
            <p:sp>
              <p:nvSpPr>
                <p:cNvPr id="9687" name="Google Shape;9687;p130"/>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130"/>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9" name="Google Shape;9689;p130"/>
              <p:cNvGrpSpPr/>
              <p:nvPr/>
            </p:nvGrpSpPr>
            <p:grpSpPr>
              <a:xfrm>
                <a:off x="4661275" y="3815007"/>
                <a:ext cx="36824" cy="31523"/>
                <a:chOff x="4661275" y="3815007"/>
                <a:chExt cx="36824" cy="31523"/>
              </a:xfrm>
            </p:grpSpPr>
            <p:sp>
              <p:nvSpPr>
                <p:cNvPr id="9690" name="Google Shape;9690;p130"/>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130"/>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2" name="Google Shape;9692;p130"/>
              <p:cNvGrpSpPr/>
              <p:nvPr/>
            </p:nvGrpSpPr>
            <p:grpSpPr>
              <a:xfrm>
                <a:off x="4558998" y="3851037"/>
                <a:ext cx="33591" cy="28699"/>
                <a:chOff x="4558998" y="3851037"/>
                <a:chExt cx="33591" cy="28699"/>
              </a:xfrm>
            </p:grpSpPr>
            <p:sp>
              <p:nvSpPr>
                <p:cNvPr id="9693" name="Google Shape;9693;p130"/>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130"/>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5" name="Google Shape;9695;p130"/>
              <p:cNvGrpSpPr/>
              <p:nvPr/>
            </p:nvGrpSpPr>
            <p:grpSpPr>
              <a:xfrm>
                <a:off x="4696762" y="3638587"/>
                <a:ext cx="33591" cy="28794"/>
                <a:chOff x="4696762" y="3638587"/>
                <a:chExt cx="33591" cy="28794"/>
              </a:xfrm>
            </p:grpSpPr>
            <p:sp>
              <p:nvSpPr>
                <p:cNvPr id="9696" name="Google Shape;9696;p130"/>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130"/>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8" name="Google Shape;9698;p130"/>
              <p:cNvGrpSpPr/>
              <p:nvPr/>
            </p:nvGrpSpPr>
            <p:grpSpPr>
              <a:xfrm>
                <a:off x="4929479" y="3939140"/>
                <a:ext cx="33497" cy="28692"/>
                <a:chOff x="4929479" y="3939140"/>
                <a:chExt cx="33497" cy="28692"/>
              </a:xfrm>
            </p:grpSpPr>
            <p:sp>
              <p:nvSpPr>
                <p:cNvPr id="9699" name="Google Shape;9699;p130"/>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130"/>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1" name="Google Shape;9701;p130"/>
              <p:cNvGrpSpPr/>
              <p:nvPr/>
            </p:nvGrpSpPr>
            <p:grpSpPr>
              <a:xfrm>
                <a:off x="4907119" y="3986039"/>
                <a:ext cx="33497" cy="28699"/>
                <a:chOff x="4907119" y="3986039"/>
                <a:chExt cx="33497" cy="28699"/>
              </a:xfrm>
            </p:grpSpPr>
            <p:sp>
              <p:nvSpPr>
                <p:cNvPr id="9702" name="Google Shape;9702;p130"/>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130"/>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4" name="Google Shape;9704;p130"/>
              <p:cNvGrpSpPr/>
              <p:nvPr/>
            </p:nvGrpSpPr>
            <p:grpSpPr>
              <a:xfrm>
                <a:off x="4911783" y="4048102"/>
                <a:ext cx="33591" cy="28762"/>
                <a:chOff x="4911783" y="4048102"/>
                <a:chExt cx="33591" cy="28762"/>
              </a:xfrm>
            </p:grpSpPr>
            <p:sp>
              <p:nvSpPr>
                <p:cNvPr id="9705" name="Google Shape;9705;p130"/>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130"/>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07" name="Google Shape;9707;p130"/>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130"/>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09" name="Google Shape;9709;p130"/>
              <p:cNvGrpSpPr/>
              <p:nvPr/>
            </p:nvGrpSpPr>
            <p:grpSpPr>
              <a:xfrm>
                <a:off x="4762623" y="3837847"/>
                <a:ext cx="42416" cy="36273"/>
                <a:chOff x="4762623" y="3837847"/>
                <a:chExt cx="42416" cy="36273"/>
              </a:xfrm>
            </p:grpSpPr>
            <p:sp>
              <p:nvSpPr>
                <p:cNvPr id="9710" name="Google Shape;9710;p130"/>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130"/>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2" name="Google Shape;9712;p130"/>
              <p:cNvGrpSpPr/>
              <p:nvPr/>
            </p:nvGrpSpPr>
            <p:grpSpPr>
              <a:xfrm>
                <a:off x="4746044" y="4104966"/>
                <a:ext cx="33497" cy="28699"/>
                <a:chOff x="4746044" y="4104966"/>
                <a:chExt cx="33497" cy="28699"/>
              </a:xfrm>
            </p:grpSpPr>
            <p:sp>
              <p:nvSpPr>
                <p:cNvPr id="9713" name="Google Shape;9713;p130"/>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130"/>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5" name="Google Shape;9715;p130"/>
              <p:cNvGrpSpPr/>
              <p:nvPr/>
            </p:nvGrpSpPr>
            <p:grpSpPr>
              <a:xfrm>
                <a:off x="4859646" y="4162554"/>
                <a:ext cx="33591" cy="28762"/>
                <a:chOff x="4859646" y="4162554"/>
                <a:chExt cx="33591" cy="28762"/>
              </a:xfrm>
            </p:grpSpPr>
            <p:sp>
              <p:nvSpPr>
                <p:cNvPr id="9716" name="Google Shape;9716;p130"/>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130"/>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18" name="Google Shape;9718;p130"/>
            <p:cNvGrpSpPr/>
            <p:nvPr/>
          </p:nvGrpSpPr>
          <p:grpSpPr>
            <a:xfrm>
              <a:off x="3597785" y="3274438"/>
              <a:ext cx="855610" cy="1122100"/>
              <a:chOff x="3597785" y="3274438"/>
              <a:chExt cx="855610" cy="1122100"/>
            </a:xfrm>
          </p:grpSpPr>
          <p:grpSp>
            <p:nvGrpSpPr>
              <p:cNvPr id="9719" name="Google Shape;9719;p130"/>
              <p:cNvGrpSpPr/>
              <p:nvPr/>
            </p:nvGrpSpPr>
            <p:grpSpPr>
              <a:xfrm>
                <a:off x="3617857" y="3284717"/>
                <a:ext cx="826785" cy="1099165"/>
                <a:chOff x="3617857" y="3284717"/>
                <a:chExt cx="826785" cy="1099165"/>
              </a:xfrm>
            </p:grpSpPr>
            <p:sp>
              <p:nvSpPr>
                <p:cNvPr id="9720" name="Google Shape;9720;p130"/>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130"/>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130"/>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130"/>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130"/>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130"/>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130"/>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130"/>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130"/>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130"/>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130"/>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130"/>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130"/>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130"/>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130"/>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130"/>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130"/>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130"/>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130"/>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130"/>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130"/>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130"/>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130"/>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130"/>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130"/>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130"/>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130"/>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130"/>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130"/>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130"/>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130"/>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130"/>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130"/>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130"/>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130"/>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130"/>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130"/>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130"/>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130"/>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130"/>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130"/>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130"/>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130"/>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130"/>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130"/>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130"/>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130"/>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130"/>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130"/>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130"/>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130"/>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130"/>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130"/>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130"/>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130"/>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130"/>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6" name="Google Shape;9776;p130"/>
              <p:cNvGrpSpPr/>
              <p:nvPr/>
            </p:nvGrpSpPr>
            <p:grpSpPr>
              <a:xfrm>
                <a:off x="4180904" y="4251758"/>
                <a:ext cx="37783" cy="32420"/>
                <a:chOff x="4180904" y="4251758"/>
                <a:chExt cx="37783" cy="32420"/>
              </a:xfrm>
            </p:grpSpPr>
            <p:sp>
              <p:nvSpPr>
                <p:cNvPr id="9777" name="Google Shape;9777;p130"/>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130"/>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130"/>
              <p:cNvGrpSpPr/>
              <p:nvPr/>
            </p:nvGrpSpPr>
            <p:grpSpPr>
              <a:xfrm>
                <a:off x="4201644" y="4081324"/>
                <a:ext cx="37783" cy="32364"/>
                <a:chOff x="4201644" y="4081324"/>
                <a:chExt cx="37783" cy="32364"/>
              </a:xfrm>
            </p:grpSpPr>
            <p:sp>
              <p:nvSpPr>
                <p:cNvPr id="9780" name="Google Shape;9780;p130"/>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130"/>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2" name="Google Shape;9782;p130"/>
              <p:cNvGrpSpPr/>
              <p:nvPr/>
            </p:nvGrpSpPr>
            <p:grpSpPr>
              <a:xfrm>
                <a:off x="4284416" y="3887428"/>
                <a:ext cx="37783" cy="32451"/>
                <a:chOff x="4284416" y="3887428"/>
                <a:chExt cx="37783" cy="32451"/>
              </a:xfrm>
            </p:grpSpPr>
            <p:sp>
              <p:nvSpPr>
                <p:cNvPr id="9783" name="Google Shape;9783;p130"/>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130"/>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5" name="Google Shape;9785;p130"/>
              <p:cNvGrpSpPr/>
              <p:nvPr/>
            </p:nvGrpSpPr>
            <p:grpSpPr>
              <a:xfrm>
                <a:off x="4223721" y="3860404"/>
                <a:ext cx="37870" cy="32364"/>
                <a:chOff x="4223721" y="3860404"/>
                <a:chExt cx="37870" cy="32364"/>
              </a:xfrm>
            </p:grpSpPr>
            <p:sp>
              <p:nvSpPr>
                <p:cNvPr id="9786" name="Google Shape;9786;p130"/>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130"/>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8" name="Google Shape;9788;p130"/>
              <p:cNvGrpSpPr/>
              <p:nvPr/>
            </p:nvGrpSpPr>
            <p:grpSpPr>
              <a:xfrm>
                <a:off x="4104889" y="3699242"/>
                <a:ext cx="37776" cy="32357"/>
                <a:chOff x="4104889" y="3699242"/>
                <a:chExt cx="37776" cy="32357"/>
              </a:xfrm>
            </p:grpSpPr>
            <p:sp>
              <p:nvSpPr>
                <p:cNvPr id="9789" name="Google Shape;9789;p130"/>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130"/>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1" name="Google Shape;9791;p130"/>
              <p:cNvGrpSpPr/>
              <p:nvPr/>
            </p:nvGrpSpPr>
            <p:grpSpPr>
              <a:xfrm>
                <a:off x="4143608" y="3475121"/>
                <a:ext cx="37878" cy="32420"/>
                <a:chOff x="4143608" y="3475121"/>
                <a:chExt cx="37878" cy="32420"/>
              </a:xfrm>
            </p:grpSpPr>
            <p:sp>
              <p:nvSpPr>
                <p:cNvPr id="9792" name="Google Shape;9792;p130"/>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130"/>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4" name="Google Shape;9794;p130"/>
              <p:cNvGrpSpPr/>
              <p:nvPr/>
            </p:nvGrpSpPr>
            <p:grpSpPr>
              <a:xfrm>
                <a:off x="4217248" y="3570893"/>
                <a:ext cx="37776" cy="32364"/>
                <a:chOff x="4217248" y="3570893"/>
                <a:chExt cx="37776" cy="32364"/>
              </a:xfrm>
            </p:grpSpPr>
            <p:sp>
              <p:nvSpPr>
                <p:cNvPr id="9795" name="Google Shape;9795;p130"/>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130"/>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7" name="Google Shape;9797;p130"/>
              <p:cNvGrpSpPr/>
              <p:nvPr/>
            </p:nvGrpSpPr>
            <p:grpSpPr>
              <a:xfrm>
                <a:off x="4255307" y="3431612"/>
                <a:ext cx="37776" cy="32451"/>
                <a:chOff x="4255307" y="3431612"/>
                <a:chExt cx="37776" cy="32451"/>
              </a:xfrm>
            </p:grpSpPr>
            <p:sp>
              <p:nvSpPr>
                <p:cNvPr id="9798" name="Google Shape;9798;p130"/>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130"/>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0" name="Google Shape;9800;p130"/>
              <p:cNvGrpSpPr/>
              <p:nvPr/>
            </p:nvGrpSpPr>
            <p:grpSpPr>
              <a:xfrm>
                <a:off x="3853052" y="3577398"/>
                <a:ext cx="37776" cy="32420"/>
                <a:chOff x="3853052" y="3577398"/>
                <a:chExt cx="37776" cy="32420"/>
              </a:xfrm>
            </p:grpSpPr>
            <p:sp>
              <p:nvSpPr>
                <p:cNvPr id="9801" name="Google Shape;9801;p130"/>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130"/>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3" name="Google Shape;9803;p130"/>
              <p:cNvGrpSpPr/>
              <p:nvPr/>
            </p:nvGrpSpPr>
            <p:grpSpPr>
              <a:xfrm>
                <a:off x="4039908" y="3412107"/>
                <a:ext cx="37776" cy="32357"/>
                <a:chOff x="4039908" y="3412107"/>
                <a:chExt cx="37776" cy="32357"/>
              </a:xfrm>
            </p:grpSpPr>
            <p:sp>
              <p:nvSpPr>
                <p:cNvPr id="9804" name="Google Shape;9804;p130"/>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130"/>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6" name="Google Shape;9806;p130"/>
              <p:cNvGrpSpPr/>
              <p:nvPr/>
            </p:nvGrpSpPr>
            <p:grpSpPr>
              <a:xfrm>
                <a:off x="4017360" y="3342061"/>
                <a:ext cx="37870" cy="32380"/>
                <a:chOff x="4017360" y="3342061"/>
                <a:chExt cx="37870" cy="32380"/>
              </a:xfrm>
            </p:grpSpPr>
            <p:sp>
              <p:nvSpPr>
                <p:cNvPr id="9807" name="Google Shape;9807;p130"/>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130"/>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09" name="Google Shape;9809;p130"/>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130"/>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11" name="Google Shape;9811;p130"/>
              <p:cNvGrpSpPr/>
              <p:nvPr/>
            </p:nvGrpSpPr>
            <p:grpSpPr>
              <a:xfrm>
                <a:off x="3750870" y="3418650"/>
                <a:ext cx="37776" cy="32380"/>
                <a:chOff x="3750870" y="3418650"/>
                <a:chExt cx="37776" cy="32380"/>
              </a:xfrm>
            </p:grpSpPr>
            <p:sp>
              <p:nvSpPr>
                <p:cNvPr id="9812" name="Google Shape;9812;p130"/>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130"/>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4" name="Google Shape;9814;p130"/>
              <p:cNvGrpSpPr/>
              <p:nvPr/>
            </p:nvGrpSpPr>
            <p:grpSpPr>
              <a:xfrm>
                <a:off x="3632509" y="3274438"/>
                <a:ext cx="37783" cy="32357"/>
                <a:chOff x="3632509" y="3274438"/>
                <a:chExt cx="37783" cy="32357"/>
              </a:xfrm>
            </p:grpSpPr>
            <p:sp>
              <p:nvSpPr>
                <p:cNvPr id="9815" name="Google Shape;9815;p130"/>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130"/>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7" name="Google Shape;9817;p130"/>
              <p:cNvGrpSpPr/>
              <p:nvPr/>
            </p:nvGrpSpPr>
            <p:grpSpPr>
              <a:xfrm>
                <a:off x="3906424" y="3297561"/>
                <a:ext cx="37776" cy="32451"/>
                <a:chOff x="3906424" y="3297561"/>
                <a:chExt cx="37776" cy="32451"/>
              </a:xfrm>
            </p:grpSpPr>
            <p:sp>
              <p:nvSpPr>
                <p:cNvPr id="9818" name="Google Shape;9818;p130"/>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130"/>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0" name="Google Shape;9820;p130"/>
              <p:cNvGrpSpPr/>
              <p:nvPr/>
            </p:nvGrpSpPr>
            <p:grpSpPr>
              <a:xfrm>
                <a:off x="3866084" y="3412107"/>
                <a:ext cx="37776" cy="32357"/>
                <a:chOff x="3866084" y="3412107"/>
                <a:chExt cx="37776" cy="32357"/>
              </a:xfrm>
            </p:grpSpPr>
            <p:sp>
              <p:nvSpPr>
                <p:cNvPr id="9821" name="Google Shape;9821;p130"/>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130"/>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3" name="Google Shape;9823;p130"/>
              <p:cNvGrpSpPr/>
              <p:nvPr/>
            </p:nvGrpSpPr>
            <p:grpSpPr>
              <a:xfrm>
                <a:off x="4023919" y="3766409"/>
                <a:ext cx="37783" cy="32357"/>
                <a:chOff x="4023919" y="3766409"/>
                <a:chExt cx="37783" cy="32357"/>
              </a:xfrm>
            </p:grpSpPr>
            <p:sp>
              <p:nvSpPr>
                <p:cNvPr id="9824" name="Google Shape;9824;p130"/>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130"/>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6" name="Google Shape;9826;p130"/>
              <p:cNvGrpSpPr/>
              <p:nvPr/>
            </p:nvGrpSpPr>
            <p:grpSpPr>
              <a:xfrm>
                <a:off x="3973882" y="3779449"/>
                <a:ext cx="37776" cy="32357"/>
                <a:chOff x="3973882" y="3779449"/>
                <a:chExt cx="37776" cy="32357"/>
              </a:xfrm>
            </p:grpSpPr>
            <p:sp>
              <p:nvSpPr>
                <p:cNvPr id="9827" name="Google Shape;9827;p130"/>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130"/>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9" name="Google Shape;9829;p130"/>
              <p:cNvGrpSpPr/>
              <p:nvPr/>
            </p:nvGrpSpPr>
            <p:grpSpPr>
              <a:xfrm>
                <a:off x="4073398" y="3838028"/>
                <a:ext cx="37776" cy="32380"/>
                <a:chOff x="4073398" y="3838028"/>
                <a:chExt cx="37776" cy="32380"/>
              </a:xfrm>
            </p:grpSpPr>
            <p:sp>
              <p:nvSpPr>
                <p:cNvPr id="9830" name="Google Shape;9830;p130"/>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130"/>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2" name="Google Shape;9832;p130"/>
              <p:cNvGrpSpPr/>
              <p:nvPr/>
            </p:nvGrpSpPr>
            <p:grpSpPr>
              <a:xfrm>
                <a:off x="4342672" y="4144496"/>
                <a:ext cx="37752" cy="32364"/>
                <a:chOff x="4342672" y="4144496"/>
                <a:chExt cx="37752" cy="32364"/>
              </a:xfrm>
            </p:grpSpPr>
            <p:sp>
              <p:nvSpPr>
                <p:cNvPr id="9833" name="Google Shape;9833;p130"/>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130"/>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5" name="Google Shape;9835;p130"/>
              <p:cNvGrpSpPr/>
              <p:nvPr/>
            </p:nvGrpSpPr>
            <p:grpSpPr>
              <a:xfrm>
                <a:off x="4406386" y="4056872"/>
                <a:ext cx="37783" cy="32364"/>
                <a:chOff x="4406386" y="4056872"/>
                <a:chExt cx="37783" cy="32364"/>
              </a:xfrm>
            </p:grpSpPr>
            <p:sp>
              <p:nvSpPr>
                <p:cNvPr id="9836" name="Google Shape;9836;p130"/>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130"/>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8" name="Google Shape;9838;p130"/>
              <p:cNvGrpSpPr/>
              <p:nvPr/>
            </p:nvGrpSpPr>
            <p:grpSpPr>
              <a:xfrm>
                <a:off x="4284416" y="4245254"/>
                <a:ext cx="37783" cy="32357"/>
                <a:chOff x="4284416" y="4245254"/>
                <a:chExt cx="37783" cy="32357"/>
              </a:xfrm>
            </p:grpSpPr>
            <p:sp>
              <p:nvSpPr>
                <p:cNvPr id="9839" name="Google Shape;9839;p130"/>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130"/>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1" name="Google Shape;9841;p130"/>
              <p:cNvGrpSpPr/>
              <p:nvPr/>
            </p:nvGrpSpPr>
            <p:grpSpPr>
              <a:xfrm>
                <a:off x="4219057" y="4331258"/>
                <a:ext cx="37776" cy="32364"/>
                <a:chOff x="4219057" y="4331258"/>
                <a:chExt cx="37776" cy="32364"/>
              </a:xfrm>
            </p:grpSpPr>
            <p:sp>
              <p:nvSpPr>
                <p:cNvPr id="9842" name="Google Shape;9842;p130"/>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130"/>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4" name="Google Shape;9844;p130"/>
              <p:cNvGrpSpPr/>
              <p:nvPr/>
            </p:nvGrpSpPr>
            <p:grpSpPr>
              <a:xfrm>
                <a:off x="4204122" y="4141688"/>
                <a:ext cx="33497" cy="28699"/>
                <a:chOff x="4204122" y="4141688"/>
                <a:chExt cx="33497" cy="28699"/>
              </a:xfrm>
            </p:grpSpPr>
            <p:sp>
              <p:nvSpPr>
                <p:cNvPr id="9845" name="Google Shape;9845;p130"/>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130"/>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7" name="Google Shape;9847;p130"/>
              <p:cNvGrpSpPr/>
              <p:nvPr/>
            </p:nvGrpSpPr>
            <p:grpSpPr>
              <a:xfrm>
                <a:off x="4301546" y="4003869"/>
                <a:ext cx="38916" cy="33324"/>
                <a:chOff x="4301546" y="4003869"/>
                <a:chExt cx="38916" cy="33324"/>
              </a:xfrm>
            </p:grpSpPr>
            <p:sp>
              <p:nvSpPr>
                <p:cNvPr id="9848" name="Google Shape;9848;p130"/>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130"/>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0" name="Google Shape;9850;p130"/>
              <p:cNvGrpSpPr/>
              <p:nvPr/>
            </p:nvGrpSpPr>
            <p:grpSpPr>
              <a:xfrm>
                <a:off x="4210681" y="3924669"/>
                <a:ext cx="36549" cy="31366"/>
                <a:chOff x="4210681" y="3924669"/>
                <a:chExt cx="36549" cy="31366"/>
              </a:xfrm>
            </p:grpSpPr>
            <p:sp>
              <p:nvSpPr>
                <p:cNvPr id="9851" name="Google Shape;9851;p130"/>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130"/>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3" name="Google Shape;9853;p130"/>
              <p:cNvGrpSpPr/>
              <p:nvPr/>
            </p:nvGrpSpPr>
            <p:grpSpPr>
              <a:xfrm>
                <a:off x="3987771" y="3628874"/>
                <a:ext cx="31499" cy="26993"/>
                <a:chOff x="3987771" y="3628874"/>
                <a:chExt cx="31499" cy="26993"/>
              </a:xfrm>
            </p:grpSpPr>
            <p:sp>
              <p:nvSpPr>
                <p:cNvPr id="9854" name="Google Shape;9854;p130"/>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130"/>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6" name="Google Shape;9856;p130"/>
              <p:cNvGrpSpPr/>
              <p:nvPr/>
            </p:nvGrpSpPr>
            <p:grpSpPr>
              <a:xfrm>
                <a:off x="4087382" y="3775674"/>
                <a:ext cx="31405" cy="26898"/>
                <a:chOff x="4087382" y="3775674"/>
                <a:chExt cx="31405" cy="26898"/>
              </a:xfrm>
            </p:grpSpPr>
            <p:sp>
              <p:nvSpPr>
                <p:cNvPr id="9857" name="Google Shape;9857;p130"/>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130"/>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9" name="Google Shape;9859;p130"/>
              <p:cNvGrpSpPr/>
              <p:nvPr/>
            </p:nvGrpSpPr>
            <p:grpSpPr>
              <a:xfrm>
                <a:off x="4118873" y="3856637"/>
                <a:ext cx="31405" cy="26906"/>
                <a:chOff x="4118873" y="3856637"/>
                <a:chExt cx="31405" cy="26906"/>
              </a:xfrm>
            </p:grpSpPr>
            <p:sp>
              <p:nvSpPr>
                <p:cNvPr id="9860" name="Google Shape;9860;p130"/>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130"/>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2" name="Google Shape;9862;p130"/>
              <p:cNvGrpSpPr/>
              <p:nvPr/>
            </p:nvGrpSpPr>
            <p:grpSpPr>
              <a:xfrm>
                <a:off x="4168541" y="3639523"/>
                <a:ext cx="31499" cy="26906"/>
                <a:chOff x="4168541" y="3639523"/>
                <a:chExt cx="31499" cy="26906"/>
              </a:xfrm>
            </p:grpSpPr>
            <p:sp>
              <p:nvSpPr>
                <p:cNvPr id="9863" name="Google Shape;9863;p130"/>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130"/>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5" name="Google Shape;9865;p130"/>
              <p:cNvGrpSpPr/>
              <p:nvPr/>
            </p:nvGrpSpPr>
            <p:grpSpPr>
              <a:xfrm>
                <a:off x="3965789" y="3393545"/>
                <a:ext cx="31405" cy="26945"/>
                <a:chOff x="3965789" y="3393545"/>
                <a:chExt cx="31405" cy="26945"/>
              </a:xfrm>
            </p:grpSpPr>
            <p:sp>
              <p:nvSpPr>
                <p:cNvPr id="9866" name="Google Shape;9866;p130"/>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130"/>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130"/>
              <p:cNvGrpSpPr/>
              <p:nvPr/>
            </p:nvGrpSpPr>
            <p:grpSpPr>
              <a:xfrm>
                <a:off x="3925166" y="3491008"/>
                <a:ext cx="31405" cy="27001"/>
                <a:chOff x="3925166" y="3491008"/>
                <a:chExt cx="31405" cy="27001"/>
              </a:xfrm>
            </p:grpSpPr>
            <p:sp>
              <p:nvSpPr>
                <p:cNvPr id="9869" name="Google Shape;9869;p130"/>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130"/>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1" name="Google Shape;9871;p130"/>
              <p:cNvGrpSpPr/>
              <p:nvPr/>
            </p:nvGrpSpPr>
            <p:grpSpPr>
              <a:xfrm>
                <a:off x="3682845" y="3340976"/>
                <a:ext cx="31397" cy="26898"/>
                <a:chOff x="3682845" y="3340976"/>
                <a:chExt cx="31397" cy="26898"/>
              </a:xfrm>
            </p:grpSpPr>
            <p:sp>
              <p:nvSpPr>
                <p:cNvPr id="9872" name="Google Shape;9872;p130"/>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130"/>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4" name="Google Shape;9874;p130"/>
              <p:cNvGrpSpPr/>
              <p:nvPr/>
            </p:nvGrpSpPr>
            <p:grpSpPr>
              <a:xfrm>
                <a:off x="3795393" y="3353725"/>
                <a:ext cx="31499" cy="26993"/>
                <a:chOff x="3795393" y="3353725"/>
                <a:chExt cx="31499" cy="26993"/>
              </a:xfrm>
            </p:grpSpPr>
            <p:sp>
              <p:nvSpPr>
                <p:cNvPr id="9875" name="Google Shape;9875;p130"/>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130"/>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7" name="Google Shape;9877;p130"/>
              <p:cNvGrpSpPr/>
              <p:nvPr/>
            </p:nvGrpSpPr>
            <p:grpSpPr>
              <a:xfrm>
                <a:off x="4176909" y="4363221"/>
                <a:ext cx="38924" cy="33316"/>
                <a:chOff x="4176909" y="4363221"/>
                <a:chExt cx="38924" cy="33316"/>
              </a:xfrm>
            </p:grpSpPr>
            <p:sp>
              <p:nvSpPr>
                <p:cNvPr id="9878" name="Google Shape;9878;p130"/>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130"/>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0" name="Google Shape;9880;p130"/>
              <p:cNvGrpSpPr/>
              <p:nvPr/>
            </p:nvGrpSpPr>
            <p:grpSpPr>
              <a:xfrm>
                <a:off x="4226191" y="4007660"/>
                <a:ext cx="33560" cy="28770"/>
                <a:chOff x="4226191" y="4007660"/>
                <a:chExt cx="33560" cy="28770"/>
              </a:xfrm>
            </p:grpSpPr>
            <p:sp>
              <p:nvSpPr>
                <p:cNvPr id="9881" name="Google Shape;9881;p130"/>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130"/>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3" name="Google Shape;9883;p130"/>
              <p:cNvGrpSpPr/>
              <p:nvPr/>
            </p:nvGrpSpPr>
            <p:grpSpPr>
              <a:xfrm>
                <a:off x="3597785" y="3377045"/>
                <a:ext cx="33591" cy="28699"/>
                <a:chOff x="3597785" y="3377045"/>
                <a:chExt cx="33591" cy="28699"/>
              </a:xfrm>
            </p:grpSpPr>
            <p:sp>
              <p:nvSpPr>
                <p:cNvPr id="9884" name="Google Shape;9884;p130"/>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130"/>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6" name="Google Shape;9886;p130"/>
              <p:cNvGrpSpPr/>
              <p:nvPr/>
            </p:nvGrpSpPr>
            <p:grpSpPr>
              <a:xfrm>
                <a:off x="3887870" y="3669796"/>
                <a:ext cx="33591" cy="28692"/>
                <a:chOff x="3887870" y="3669796"/>
                <a:chExt cx="33591" cy="28692"/>
              </a:xfrm>
            </p:grpSpPr>
            <p:sp>
              <p:nvSpPr>
                <p:cNvPr id="9887" name="Google Shape;9887;p130"/>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130"/>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9" name="Google Shape;9889;p130"/>
              <p:cNvGrpSpPr/>
              <p:nvPr/>
            </p:nvGrpSpPr>
            <p:grpSpPr>
              <a:xfrm>
                <a:off x="3818320" y="3481625"/>
                <a:ext cx="33497" cy="28770"/>
                <a:chOff x="3818320" y="3481625"/>
                <a:chExt cx="33497" cy="28770"/>
              </a:xfrm>
            </p:grpSpPr>
            <p:sp>
              <p:nvSpPr>
                <p:cNvPr id="9890" name="Google Shape;9890;p130"/>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130"/>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2" name="Google Shape;9892;p130"/>
              <p:cNvGrpSpPr/>
              <p:nvPr/>
            </p:nvGrpSpPr>
            <p:grpSpPr>
              <a:xfrm>
                <a:off x="4278139" y="4120948"/>
                <a:ext cx="37492" cy="32129"/>
                <a:chOff x="4278139" y="4120948"/>
                <a:chExt cx="37492" cy="32129"/>
              </a:xfrm>
            </p:grpSpPr>
            <p:sp>
              <p:nvSpPr>
                <p:cNvPr id="9893" name="Google Shape;9893;p130"/>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130"/>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5" name="Google Shape;9895;p130"/>
              <p:cNvGrpSpPr/>
              <p:nvPr/>
            </p:nvGrpSpPr>
            <p:grpSpPr>
              <a:xfrm>
                <a:off x="4419898" y="3977388"/>
                <a:ext cx="33497" cy="28692"/>
                <a:chOff x="4419898" y="3977388"/>
                <a:chExt cx="33497" cy="28692"/>
              </a:xfrm>
            </p:grpSpPr>
            <p:sp>
              <p:nvSpPr>
                <p:cNvPr id="9896" name="Google Shape;9896;p130"/>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130"/>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8" name="Google Shape;9898;p130"/>
              <p:cNvGrpSpPr/>
              <p:nvPr/>
            </p:nvGrpSpPr>
            <p:grpSpPr>
              <a:xfrm>
                <a:off x="4158930" y="4034684"/>
                <a:ext cx="33497" cy="28762"/>
                <a:chOff x="4158930" y="4034684"/>
                <a:chExt cx="33497" cy="28762"/>
              </a:xfrm>
            </p:grpSpPr>
            <p:sp>
              <p:nvSpPr>
                <p:cNvPr id="9899" name="Google Shape;9899;p130"/>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130"/>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1" name="Google Shape;9901;p130"/>
              <p:cNvGrpSpPr/>
              <p:nvPr/>
            </p:nvGrpSpPr>
            <p:grpSpPr>
              <a:xfrm>
                <a:off x="4134949" y="3957049"/>
                <a:ext cx="33497" cy="28770"/>
                <a:chOff x="4134949" y="3957049"/>
                <a:chExt cx="33497" cy="28770"/>
              </a:xfrm>
            </p:grpSpPr>
            <p:sp>
              <p:nvSpPr>
                <p:cNvPr id="9902" name="Google Shape;9902;p130"/>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130"/>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4" name="Google Shape;9904;p130"/>
              <p:cNvGrpSpPr/>
              <p:nvPr/>
            </p:nvGrpSpPr>
            <p:grpSpPr>
              <a:xfrm>
                <a:off x="4193653" y="4184403"/>
                <a:ext cx="43580" cy="37264"/>
                <a:chOff x="4193653" y="4184403"/>
                <a:chExt cx="43580" cy="37264"/>
              </a:xfrm>
            </p:grpSpPr>
            <p:sp>
              <p:nvSpPr>
                <p:cNvPr id="9905" name="Google Shape;9905;p130"/>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130"/>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7" name="Google Shape;9907;p130"/>
              <p:cNvGrpSpPr/>
              <p:nvPr/>
            </p:nvGrpSpPr>
            <p:grpSpPr>
              <a:xfrm>
                <a:off x="4343600" y="3943844"/>
                <a:ext cx="43580" cy="37312"/>
                <a:chOff x="4343600" y="3943844"/>
                <a:chExt cx="43580" cy="37312"/>
              </a:xfrm>
            </p:grpSpPr>
            <p:sp>
              <p:nvSpPr>
                <p:cNvPr id="9908" name="Google Shape;9908;p130"/>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130"/>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0" name="Google Shape;9910;p130"/>
              <p:cNvGrpSpPr/>
              <p:nvPr/>
            </p:nvGrpSpPr>
            <p:grpSpPr>
              <a:xfrm>
                <a:off x="4172339" y="3381693"/>
                <a:ext cx="31499" cy="27001"/>
                <a:chOff x="4172339" y="3381693"/>
                <a:chExt cx="31499" cy="27001"/>
              </a:xfrm>
            </p:grpSpPr>
            <p:sp>
              <p:nvSpPr>
                <p:cNvPr id="9911" name="Google Shape;9911;p130"/>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130"/>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Shape 9916"/>
        <p:cNvGrpSpPr/>
        <p:nvPr/>
      </p:nvGrpSpPr>
      <p:grpSpPr>
        <a:xfrm>
          <a:off x="0" y="0"/>
          <a:ext cx="0" cy="0"/>
          <a:chOff x="0" y="0"/>
          <a:chExt cx="0" cy="0"/>
        </a:xfrm>
      </p:grpSpPr>
      <p:grpSp>
        <p:nvGrpSpPr>
          <p:cNvPr id="9917" name="Google Shape;9917;p131"/>
          <p:cNvGrpSpPr/>
          <p:nvPr/>
        </p:nvGrpSpPr>
        <p:grpSpPr>
          <a:xfrm>
            <a:off x="729274" y="1175734"/>
            <a:ext cx="2507799" cy="206239"/>
            <a:chOff x="106648" y="895722"/>
            <a:chExt cx="4481413" cy="374300"/>
          </a:xfrm>
        </p:grpSpPr>
        <p:grpSp>
          <p:nvGrpSpPr>
            <p:cNvPr id="9918" name="Google Shape;9918;p131"/>
            <p:cNvGrpSpPr/>
            <p:nvPr/>
          </p:nvGrpSpPr>
          <p:grpSpPr>
            <a:xfrm>
              <a:off x="2233276" y="895722"/>
              <a:ext cx="1082667" cy="223591"/>
              <a:chOff x="4808316" y="2800065"/>
              <a:chExt cx="1999386" cy="412910"/>
            </a:xfrm>
          </p:grpSpPr>
          <p:sp>
            <p:nvSpPr>
              <p:cNvPr id="9919" name="Google Shape;9919;p131"/>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0" name="Google Shape;9920;p131"/>
              <p:cNvGrpSpPr/>
              <p:nvPr/>
            </p:nvGrpSpPr>
            <p:grpSpPr>
              <a:xfrm>
                <a:off x="4808316" y="2800065"/>
                <a:ext cx="92400" cy="411825"/>
                <a:chOff x="845575" y="2563700"/>
                <a:chExt cx="92400" cy="411825"/>
              </a:xfrm>
            </p:grpSpPr>
            <p:cxnSp>
              <p:nvCxnSpPr>
                <p:cNvPr id="9921" name="Google Shape;9921;p131"/>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922" name="Google Shape;9922;p131"/>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923" name="Google Shape;9923;p131"/>
            <p:cNvGrpSpPr/>
            <p:nvPr/>
          </p:nvGrpSpPr>
          <p:grpSpPr>
            <a:xfrm>
              <a:off x="106648" y="895722"/>
              <a:ext cx="1088401" cy="223591"/>
              <a:chOff x="881025" y="2800065"/>
              <a:chExt cx="2009975" cy="412910"/>
            </a:xfrm>
          </p:grpSpPr>
          <p:sp>
            <p:nvSpPr>
              <p:cNvPr id="9924" name="Google Shape;9924;p131"/>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5" name="Google Shape;9925;p131"/>
              <p:cNvGrpSpPr/>
              <p:nvPr/>
            </p:nvGrpSpPr>
            <p:grpSpPr>
              <a:xfrm>
                <a:off x="881025" y="2800065"/>
                <a:ext cx="92400" cy="411825"/>
                <a:chOff x="845575" y="2563700"/>
                <a:chExt cx="92400" cy="411825"/>
              </a:xfrm>
            </p:grpSpPr>
            <p:cxnSp>
              <p:nvCxnSpPr>
                <p:cNvPr id="9926" name="Google Shape;9926;p131"/>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927" name="Google Shape;9927;p131"/>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928" name="Google Shape;9928;p131"/>
            <p:cNvGrpSpPr/>
            <p:nvPr/>
          </p:nvGrpSpPr>
          <p:grpSpPr>
            <a:xfrm>
              <a:off x="1172346" y="1047018"/>
              <a:ext cx="1083151" cy="223003"/>
              <a:chOff x="2849073" y="3079467"/>
              <a:chExt cx="2000279" cy="411825"/>
            </a:xfrm>
          </p:grpSpPr>
          <p:sp>
            <p:nvSpPr>
              <p:cNvPr id="9929" name="Google Shape;9929;p131"/>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30" name="Google Shape;9930;p131"/>
              <p:cNvGrpSpPr/>
              <p:nvPr/>
            </p:nvGrpSpPr>
            <p:grpSpPr>
              <a:xfrm rot="10800000">
                <a:off x="2849073" y="3079467"/>
                <a:ext cx="92400" cy="411825"/>
                <a:chOff x="2070100" y="2563700"/>
                <a:chExt cx="92400" cy="411825"/>
              </a:xfrm>
            </p:grpSpPr>
            <p:cxnSp>
              <p:nvCxnSpPr>
                <p:cNvPr id="9931" name="Google Shape;9931;p131"/>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932" name="Google Shape;9932;p131"/>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933" name="Google Shape;9933;p131"/>
            <p:cNvGrpSpPr/>
            <p:nvPr/>
          </p:nvGrpSpPr>
          <p:grpSpPr>
            <a:xfrm>
              <a:off x="3290132" y="1047018"/>
              <a:ext cx="1297929" cy="223003"/>
              <a:chOff x="6760035" y="3079467"/>
              <a:chExt cx="2396914" cy="411825"/>
            </a:xfrm>
          </p:grpSpPr>
          <p:sp>
            <p:nvSpPr>
              <p:cNvPr id="9934" name="Google Shape;9934;p131"/>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35" name="Google Shape;9935;p131"/>
              <p:cNvGrpSpPr/>
              <p:nvPr/>
            </p:nvGrpSpPr>
            <p:grpSpPr>
              <a:xfrm rot="10800000">
                <a:off x="6760035" y="3079467"/>
                <a:ext cx="92400" cy="411825"/>
                <a:chOff x="2070100" y="2563700"/>
                <a:chExt cx="92400" cy="411825"/>
              </a:xfrm>
            </p:grpSpPr>
            <p:cxnSp>
              <p:nvCxnSpPr>
                <p:cNvPr id="9936" name="Google Shape;9936;p131"/>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937" name="Google Shape;9937;p131"/>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938" name="Google Shape;9938;p131"/>
          <p:cNvGrpSpPr/>
          <p:nvPr/>
        </p:nvGrpSpPr>
        <p:grpSpPr>
          <a:xfrm>
            <a:off x="2147036" y="3575105"/>
            <a:ext cx="1086701" cy="799429"/>
            <a:chOff x="2183288" y="3555572"/>
            <a:chExt cx="1136241" cy="835873"/>
          </a:xfrm>
        </p:grpSpPr>
        <p:sp>
          <p:nvSpPr>
            <p:cNvPr id="9939" name="Google Shape;9939;p131"/>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40" name="Google Shape;9940;p131"/>
            <p:cNvGrpSpPr/>
            <p:nvPr/>
          </p:nvGrpSpPr>
          <p:grpSpPr>
            <a:xfrm>
              <a:off x="2205895" y="3637269"/>
              <a:ext cx="1089848" cy="724993"/>
              <a:chOff x="2205895" y="3637269"/>
              <a:chExt cx="1089848" cy="724993"/>
            </a:xfrm>
          </p:grpSpPr>
          <p:sp>
            <p:nvSpPr>
              <p:cNvPr id="9941" name="Google Shape;9941;p131"/>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131"/>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131"/>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131"/>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131"/>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131"/>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47" name="Google Shape;9947;p131"/>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948" name="Google Shape;9948;p131"/>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9949" name="Google Shape;9949;p131"/>
            <p:cNvGrpSpPr/>
            <p:nvPr/>
          </p:nvGrpSpPr>
          <p:grpSpPr>
            <a:xfrm>
              <a:off x="3173850" y="3779426"/>
              <a:ext cx="145679" cy="70048"/>
              <a:chOff x="3173850" y="3779426"/>
              <a:chExt cx="145679" cy="70048"/>
            </a:xfrm>
          </p:grpSpPr>
          <p:cxnSp>
            <p:nvCxnSpPr>
              <p:cNvPr id="9950" name="Google Shape;9950;p131"/>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9951" name="Google Shape;9951;p131"/>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2" name="Google Shape;9952;p131"/>
            <p:cNvGrpSpPr/>
            <p:nvPr/>
          </p:nvGrpSpPr>
          <p:grpSpPr>
            <a:xfrm>
              <a:off x="2183288" y="4139483"/>
              <a:ext cx="145133" cy="70048"/>
              <a:chOff x="2183288" y="4139483"/>
              <a:chExt cx="145133" cy="70048"/>
            </a:xfrm>
          </p:grpSpPr>
          <p:cxnSp>
            <p:nvCxnSpPr>
              <p:cNvPr id="9953" name="Google Shape;9953;p131"/>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9954" name="Google Shape;9954;p131"/>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55" name="Google Shape;9955;p131"/>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956" name="Google Shape;9956;p131"/>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9957" name="Google Shape;9957;p131"/>
            <p:cNvGrpSpPr/>
            <p:nvPr/>
          </p:nvGrpSpPr>
          <p:grpSpPr>
            <a:xfrm>
              <a:off x="2943836" y="4268886"/>
              <a:ext cx="60717" cy="122559"/>
              <a:chOff x="2943836" y="4268886"/>
              <a:chExt cx="60717" cy="122559"/>
            </a:xfrm>
          </p:grpSpPr>
          <p:sp>
            <p:nvSpPr>
              <p:cNvPr id="9958" name="Google Shape;9958;p131"/>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959" name="Google Shape;9959;p131"/>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9960" name="Google Shape;9960;p131"/>
          <p:cNvGrpSpPr/>
          <p:nvPr/>
        </p:nvGrpSpPr>
        <p:grpSpPr>
          <a:xfrm>
            <a:off x="3409981" y="1496104"/>
            <a:ext cx="1675870" cy="758251"/>
            <a:chOff x="3530532" y="1496185"/>
            <a:chExt cx="1562000" cy="706730"/>
          </a:xfrm>
        </p:grpSpPr>
        <p:cxnSp>
          <p:nvCxnSpPr>
            <p:cNvPr id="9961" name="Google Shape;9961;p131"/>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9962" name="Google Shape;9962;p131"/>
            <p:cNvGrpSpPr/>
            <p:nvPr/>
          </p:nvGrpSpPr>
          <p:grpSpPr>
            <a:xfrm>
              <a:off x="3530532" y="1496185"/>
              <a:ext cx="323430" cy="463587"/>
              <a:chOff x="3530532" y="1496185"/>
              <a:chExt cx="323430" cy="463587"/>
            </a:xfrm>
          </p:grpSpPr>
          <p:grpSp>
            <p:nvGrpSpPr>
              <p:cNvPr id="9963" name="Google Shape;9963;p131"/>
              <p:cNvGrpSpPr/>
              <p:nvPr/>
            </p:nvGrpSpPr>
            <p:grpSpPr>
              <a:xfrm>
                <a:off x="3567462" y="1496185"/>
                <a:ext cx="286500" cy="361376"/>
                <a:chOff x="3567462" y="1496185"/>
                <a:chExt cx="286500" cy="361376"/>
              </a:xfrm>
            </p:grpSpPr>
            <p:cxnSp>
              <p:nvCxnSpPr>
                <p:cNvPr id="9964" name="Google Shape;9964;p131"/>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9965" name="Google Shape;9965;p131"/>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66" name="Google Shape;9966;p131"/>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7" name="Google Shape;9967;p131"/>
            <p:cNvGrpSpPr/>
            <p:nvPr/>
          </p:nvGrpSpPr>
          <p:grpSpPr>
            <a:xfrm>
              <a:off x="3891569" y="1779209"/>
              <a:ext cx="323945" cy="423706"/>
              <a:chOff x="3891569" y="1779209"/>
              <a:chExt cx="323945" cy="423706"/>
            </a:xfrm>
          </p:grpSpPr>
          <p:grpSp>
            <p:nvGrpSpPr>
              <p:cNvPr id="9968" name="Google Shape;9968;p131"/>
              <p:cNvGrpSpPr/>
              <p:nvPr/>
            </p:nvGrpSpPr>
            <p:grpSpPr>
              <a:xfrm>
                <a:off x="3929014" y="1881638"/>
                <a:ext cx="286500" cy="321278"/>
                <a:chOff x="3929014" y="1881638"/>
                <a:chExt cx="286500" cy="321278"/>
              </a:xfrm>
            </p:grpSpPr>
            <p:cxnSp>
              <p:nvCxnSpPr>
                <p:cNvPr id="9969" name="Google Shape;9969;p131"/>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9970" name="Google Shape;9970;p131"/>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71" name="Google Shape;9971;p131"/>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2" name="Google Shape;9972;p131"/>
            <p:cNvGrpSpPr/>
            <p:nvPr/>
          </p:nvGrpSpPr>
          <p:grpSpPr>
            <a:xfrm>
              <a:off x="4252606" y="1496185"/>
              <a:ext cx="324721" cy="463587"/>
              <a:chOff x="4252606" y="1496185"/>
              <a:chExt cx="324721" cy="463587"/>
            </a:xfrm>
          </p:grpSpPr>
          <p:grpSp>
            <p:nvGrpSpPr>
              <p:cNvPr id="9973" name="Google Shape;9973;p131"/>
              <p:cNvGrpSpPr/>
              <p:nvPr/>
            </p:nvGrpSpPr>
            <p:grpSpPr>
              <a:xfrm>
                <a:off x="4290828" y="1496185"/>
                <a:ext cx="286500" cy="361376"/>
                <a:chOff x="4290828" y="1496185"/>
                <a:chExt cx="286500" cy="361376"/>
              </a:xfrm>
            </p:grpSpPr>
            <p:cxnSp>
              <p:nvCxnSpPr>
                <p:cNvPr id="9974" name="Google Shape;9974;p131"/>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9975" name="Google Shape;9975;p131"/>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76" name="Google Shape;9976;p131"/>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7" name="Google Shape;9977;p131"/>
            <p:cNvGrpSpPr/>
            <p:nvPr/>
          </p:nvGrpSpPr>
          <p:grpSpPr>
            <a:xfrm>
              <a:off x="4613643" y="1763716"/>
              <a:ext cx="325308" cy="439200"/>
              <a:chOff x="4613643" y="1763716"/>
              <a:chExt cx="325308" cy="439200"/>
            </a:xfrm>
          </p:grpSpPr>
          <p:grpSp>
            <p:nvGrpSpPr>
              <p:cNvPr id="9978" name="Google Shape;9978;p131"/>
              <p:cNvGrpSpPr/>
              <p:nvPr/>
            </p:nvGrpSpPr>
            <p:grpSpPr>
              <a:xfrm>
                <a:off x="4652451" y="1879538"/>
                <a:ext cx="286500" cy="323378"/>
                <a:chOff x="4652451" y="1879538"/>
                <a:chExt cx="286500" cy="323378"/>
              </a:xfrm>
            </p:grpSpPr>
            <p:cxnSp>
              <p:nvCxnSpPr>
                <p:cNvPr id="9979" name="Google Shape;9979;p131"/>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9980" name="Google Shape;9980;p131"/>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81" name="Google Shape;9981;p131"/>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982" name="Google Shape;9982;p131"/>
          <p:cNvGrpSpPr/>
          <p:nvPr/>
        </p:nvGrpSpPr>
        <p:grpSpPr>
          <a:xfrm>
            <a:off x="3421841" y="2431738"/>
            <a:ext cx="1652173" cy="309509"/>
            <a:chOff x="3512551" y="2437558"/>
            <a:chExt cx="1597383" cy="299245"/>
          </a:xfrm>
        </p:grpSpPr>
        <p:cxnSp>
          <p:nvCxnSpPr>
            <p:cNvPr id="9983" name="Google Shape;9983;p131"/>
            <p:cNvCxnSpPr>
              <a:stCxn id="9984" idx="6"/>
              <a:endCxn id="9985"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9986" name="Google Shape;9986;p131"/>
            <p:cNvGrpSpPr/>
            <p:nvPr/>
          </p:nvGrpSpPr>
          <p:grpSpPr>
            <a:xfrm>
              <a:off x="3512551" y="2437558"/>
              <a:ext cx="225647" cy="228426"/>
              <a:chOff x="2182679" y="2283114"/>
              <a:chExt cx="792300" cy="802058"/>
            </a:xfrm>
          </p:grpSpPr>
          <p:cxnSp>
            <p:nvCxnSpPr>
              <p:cNvPr id="9987" name="Google Shape;9987;p131"/>
              <p:cNvCxnSpPr>
                <a:stCxn id="9988" idx="0"/>
              </p:cNvCxnSpPr>
              <p:nvPr/>
            </p:nvCxnSpPr>
            <p:spPr>
              <a:xfrm rot="10800000">
                <a:off x="2578961" y="2283114"/>
                <a:ext cx="0" cy="110700"/>
              </a:xfrm>
              <a:prstGeom prst="straightConnector1">
                <a:avLst/>
              </a:prstGeom>
              <a:noFill/>
              <a:ln w="9525" cap="flat" cmpd="sng">
                <a:solidFill>
                  <a:srgbClr val="435D74"/>
                </a:solidFill>
                <a:prstDash val="solid"/>
                <a:round/>
                <a:headEnd type="none" w="med" len="med"/>
                <a:tailEnd type="none" w="med" len="med"/>
              </a:ln>
            </p:spPr>
          </p:cxnSp>
          <p:sp>
            <p:nvSpPr>
              <p:cNvPr id="9984" name="Google Shape;9984;p131"/>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131"/>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9" name="Google Shape;9989;p131"/>
            <p:cNvGrpSpPr/>
            <p:nvPr/>
          </p:nvGrpSpPr>
          <p:grpSpPr>
            <a:xfrm>
              <a:off x="3969644" y="2440153"/>
              <a:ext cx="225853" cy="296651"/>
              <a:chOff x="3775710" y="1729289"/>
              <a:chExt cx="136500" cy="179289"/>
            </a:xfrm>
          </p:grpSpPr>
          <p:cxnSp>
            <p:nvCxnSpPr>
              <p:cNvPr id="9990" name="Google Shape;9990;p131"/>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9991" name="Google Shape;9991;p131"/>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131"/>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3" name="Google Shape;9993;p131"/>
            <p:cNvGrpSpPr/>
            <p:nvPr/>
          </p:nvGrpSpPr>
          <p:grpSpPr>
            <a:xfrm>
              <a:off x="4427051" y="2437558"/>
              <a:ext cx="225647" cy="228426"/>
              <a:chOff x="5393704" y="2283114"/>
              <a:chExt cx="792300" cy="802058"/>
            </a:xfrm>
          </p:grpSpPr>
          <p:cxnSp>
            <p:nvCxnSpPr>
              <p:cNvPr id="9994" name="Google Shape;9994;p131"/>
              <p:cNvCxnSpPr>
                <a:stCxn id="9995" idx="0"/>
              </p:cNvCxnSpPr>
              <p:nvPr/>
            </p:nvCxnSpPr>
            <p:spPr>
              <a:xfrm rot="10800000">
                <a:off x="5789986" y="2283114"/>
                <a:ext cx="0" cy="110700"/>
              </a:xfrm>
              <a:prstGeom prst="straightConnector1">
                <a:avLst/>
              </a:prstGeom>
              <a:noFill/>
              <a:ln w="9525" cap="flat" cmpd="sng">
                <a:solidFill>
                  <a:srgbClr val="435D74"/>
                </a:solidFill>
                <a:prstDash val="solid"/>
                <a:round/>
                <a:headEnd type="none" w="med" len="med"/>
                <a:tailEnd type="none" w="med" len="med"/>
              </a:ln>
            </p:spPr>
          </p:cxnSp>
          <p:sp>
            <p:nvSpPr>
              <p:cNvPr id="9996" name="Google Shape;9996;p131"/>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131"/>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7" name="Google Shape;9997;p131"/>
            <p:cNvGrpSpPr/>
            <p:nvPr/>
          </p:nvGrpSpPr>
          <p:grpSpPr>
            <a:xfrm>
              <a:off x="4884287" y="2440252"/>
              <a:ext cx="225647" cy="296532"/>
              <a:chOff x="6999166" y="2292572"/>
              <a:chExt cx="792300" cy="1041192"/>
            </a:xfrm>
          </p:grpSpPr>
          <p:cxnSp>
            <p:nvCxnSpPr>
              <p:cNvPr id="9998" name="Google Shape;9998;p131"/>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9985" name="Google Shape;9985;p131"/>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131"/>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00" name="Google Shape;10000;p131"/>
          <p:cNvGrpSpPr/>
          <p:nvPr/>
        </p:nvGrpSpPr>
        <p:grpSpPr>
          <a:xfrm>
            <a:off x="6842649" y="1185930"/>
            <a:ext cx="1581844" cy="732818"/>
            <a:chOff x="634175" y="2986275"/>
            <a:chExt cx="3147949" cy="1458344"/>
          </a:xfrm>
        </p:grpSpPr>
        <p:cxnSp>
          <p:nvCxnSpPr>
            <p:cNvPr id="10001" name="Google Shape;10001;p131"/>
            <p:cNvCxnSpPr>
              <a:stCxn id="10002" idx="4"/>
              <a:endCxn id="10003"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10004" name="Google Shape;10004;p131"/>
            <p:cNvCxnSpPr>
              <a:stCxn id="10003" idx="0"/>
              <a:endCxn id="10005"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10006" name="Google Shape;10006;p131"/>
            <p:cNvCxnSpPr>
              <a:stCxn id="10005" idx="4"/>
              <a:endCxn id="10007"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10008" name="Google Shape;10008;p131"/>
            <p:cNvCxnSpPr>
              <a:stCxn id="10007" idx="0"/>
              <a:endCxn id="10009"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10009" name="Google Shape;10009;p131"/>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005" name="Google Shape;10005;p131"/>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002" name="Google Shape;10002;p131"/>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007" name="Google Shape;10007;p131"/>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003" name="Google Shape;10003;p131"/>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0010" name="Google Shape;10010;p131"/>
          <p:cNvGrpSpPr/>
          <p:nvPr/>
        </p:nvGrpSpPr>
        <p:grpSpPr>
          <a:xfrm>
            <a:off x="3410364" y="2880240"/>
            <a:ext cx="1675128" cy="313674"/>
            <a:chOff x="998425" y="1182125"/>
            <a:chExt cx="1065400" cy="199500"/>
          </a:xfrm>
        </p:grpSpPr>
        <p:sp>
          <p:nvSpPr>
            <p:cNvPr id="10011" name="Google Shape;10011;p131"/>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131"/>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131"/>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131"/>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131"/>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131"/>
          <p:cNvGrpSpPr/>
          <p:nvPr/>
        </p:nvGrpSpPr>
        <p:grpSpPr>
          <a:xfrm>
            <a:off x="3410363" y="3836206"/>
            <a:ext cx="1675129" cy="525345"/>
            <a:chOff x="5194708" y="3484366"/>
            <a:chExt cx="3148148" cy="987304"/>
          </a:xfrm>
        </p:grpSpPr>
        <p:grpSp>
          <p:nvGrpSpPr>
            <p:cNvPr id="10017" name="Google Shape;10017;p131"/>
            <p:cNvGrpSpPr/>
            <p:nvPr/>
          </p:nvGrpSpPr>
          <p:grpSpPr>
            <a:xfrm>
              <a:off x="7531521" y="3484366"/>
              <a:ext cx="811335" cy="987304"/>
              <a:chOff x="3379425" y="1617275"/>
              <a:chExt cx="1090650" cy="1327200"/>
            </a:xfrm>
          </p:grpSpPr>
          <p:sp>
            <p:nvSpPr>
              <p:cNvPr id="10018" name="Google Shape;10018;p131"/>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131"/>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131"/>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1" name="Google Shape;10021;p131"/>
            <p:cNvGrpSpPr/>
            <p:nvPr/>
          </p:nvGrpSpPr>
          <p:grpSpPr>
            <a:xfrm>
              <a:off x="6752546" y="3484366"/>
              <a:ext cx="811428" cy="987304"/>
              <a:chOff x="2332275" y="1617275"/>
              <a:chExt cx="1090775" cy="1327200"/>
            </a:xfrm>
          </p:grpSpPr>
          <p:sp>
            <p:nvSpPr>
              <p:cNvPr id="10022" name="Google Shape;10022;p131"/>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131"/>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131"/>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5" name="Google Shape;10025;p131"/>
            <p:cNvGrpSpPr/>
            <p:nvPr/>
          </p:nvGrpSpPr>
          <p:grpSpPr>
            <a:xfrm>
              <a:off x="5973664" y="3484366"/>
              <a:ext cx="811335" cy="987304"/>
              <a:chOff x="1285250" y="1617275"/>
              <a:chExt cx="1090650" cy="1327200"/>
            </a:xfrm>
          </p:grpSpPr>
          <p:sp>
            <p:nvSpPr>
              <p:cNvPr id="10026" name="Google Shape;10026;p131"/>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131"/>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131"/>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9" name="Google Shape;10029;p131"/>
            <p:cNvGrpSpPr/>
            <p:nvPr/>
          </p:nvGrpSpPr>
          <p:grpSpPr>
            <a:xfrm>
              <a:off x="5194708" y="3484366"/>
              <a:ext cx="811409" cy="987304"/>
              <a:chOff x="238125" y="1617275"/>
              <a:chExt cx="1090750" cy="1327200"/>
            </a:xfrm>
          </p:grpSpPr>
          <p:sp>
            <p:nvSpPr>
              <p:cNvPr id="10030" name="Google Shape;10030;p131"/>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131"/>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131"/>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33" name="Google Shape;10033;p131"/>
          <p:cNvGrpSpPr/>
          <p:nvPr/>
        </p:nvGrpSpPr>
        <p:grpSpPr>
          <a:xfrm>
            <a:off x="6844048" y="2482095"/>
            <a:ext cx="1579046" cy="522230"/>
            <a:chOff x="6853641" y="2534077"/>
            <a:chExt cx="1515545" cy="501229"/>
          </a:xfrm>
        </p:grpSpPr>
        <p:grpSp>
          <p:nvGrpSpPr>
            <p:cNvPr id="10034" name="Google Shape;10034;p131"/>
            <p:cNvGrpSpPr/>
            <p:nvPr/>
          </p:nvGrpSpPr>
          <p:grpSpPr>
            <a:xfrm>
              <a:off x="6853641" y="2618923"/>
              <a:ext cx="1515545" cy="324556"/>
              <a:chOff x="6853641" y="2618923"/>
              <a:chExt cx="1515545" cy="324556"/>
            </a:xfrm>
          </p:grpSpPr>
          <p:sp>
            <p:nvSpPr>
              <p:cNvPr id="10035" name="Google Shape;10035;p131"/>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131"/>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131"/>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131"/>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131"/>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0" name="Google Shape;10040;p131"/>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131"/>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131"/>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131"/>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131"/>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5" name="Google Shape;10045;p131"/>
          <p:cNvGrpSpPr/>
          <p:nvPr/>
        </p:nvGrpSpPr>
        <p:grpSpPr>
          <a:xfrm>
            <a:off x="3438940" y="3357136"/>
            <a:ext cx="1617976" cy="346616"/>
            <a:chOff x="1808063" y="4294338"/>
            <a:chExt cx="3370782" cy="721817"/>
          </a:xfrm>
        </p:grpSpPr>
        <p:sp>
          <p:nvSpPr>
            <p:cNvPr id="10046" name="Google Shape;10046;p131"/>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131"/>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131"/>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131"/>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131"/>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131"/>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131"/>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131"/>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131"/>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131"/>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6" name="Google Shape;10056;p131"/>
          <p:cNvGrpSpPr/>
          <p:nvPr/>
        </p:nvGrpSpPr>
        <p:grpSpPr>
          <a:xfrm>
            <a:off x="5264936" y="4023886"/>
            <a:ext cx="1417067" cy="350605"/>
            <a:chOff x="4234950" y="2101012"/>
            <a:chExt cx="4219974" cy="1044090"/>
          </a:xfrm>
        </p:grpSpPr>
        <p:sp>
          <p:nvSpPr>
            <p:cNvPr id="10057" name="Google Shape;10057;p131"/>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131"/>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131"/>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131"/>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131"/>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131"/>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131"/>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131"/>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131"/>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131"/>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131"/>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131"/>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131"/>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131"/>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131"/>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131"/>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3" name="Google Shape;10073;p131"/>
          <p:cNvGrpSpPr/>
          <p:nvPr/>
        </p:nvGrpSpPr>
        <p:grpSpPr>
          <a:xfrm>
            <a:off x="6840408" y="2014643"/>
            <a:ext cx="1586327" cy="371557"/>
            <a:chOff x="1247650" y="2075423"/>
            <a:chExt cx="6648477" cy="1557238"/>
          </a:xfrm>
        </p:grpSpPr>
        <p:sp>
          <p:nvSpPr>
            <p:cNvPr id="10074" name="Google Shape;10074;p131"/>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131"/>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131"/>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131"/>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131"/>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131"/>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0" name="Google Shape;10080;p131"/>
          <p:cNvGrpSpPr/>
          <p:nvPr/>
        </p:nvGrpSpPr>
        <p:grpSpPr>
          <a:xfrm>
            <a:off x="5271678" y="1167833"/>
            <a:ext cx="1415601" cy="1648533"/>
            <a:chOff x="1839112" y="2209163"/>
            <a:chExt cx="1918159" cy="2233784"/>
          </a:xfrm>
        </p:grpSpPr>
        <p:sp>
          <p:nvSpPr>
            <p:cNvPr id="10081" name="Google Shape;10081;p131"/>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131"/>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131"/>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84" name="Google Shape;10084;p131"/>
            <p:cNvCxnSpPr>
              <a:stCxn id="10081" idx="6"/>
              <a:endCxn id="10082"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10085" name="Google Shape;10085;p131"/>
            <p:cNvCxnSpPr>
              <a:stCxn id="10082" idx="4"/>
              <a:endCxn id="10086"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10087" name="Google Shape;10087;p131"/>
            <p:cNvCxnSpPr>
              <a:stCxn id="10086" idx="6"/>
              <a:endCxn id="10083"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10088" name="Google Shape;10088;p131"/>
            <p:cNvCxnSpPr>
              <a:stCxn id="10083" idx="4"/>
              <a:endCxn id="10089"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10086" name="Google Shape;10086;p131"/>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131"/>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131"/>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91" name="Google Shape;10091;p131"/>
            <p:cNvCxnSpPr>
              <a:endCxn id="10090"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10092" name="Google Shape;10092;p131"/>
          <p:cNvGrpSpPr/>
          <p:nvPr/>
        </p:nvGrpSpPr>
        <p:grpSpPr>
          <a:xfrm>
            <a:off x="3428944" y="1185917"/>
            <a:ext cx="1637968" cy="154942"/>
            <a:chOff x="238125" y="2506075"/>
            <a:chExt cx="7115411" cy="673075"/>
          </a:xfrm>
        </p:grpSpPr>
        <p:sp>
          <p:nvSpPr>
            <p:cNvPr id="10093" name="Google Shape;10093;p131"/>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131"/>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131"/>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131"/>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131"/>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8" name="Google Shape;10098;p131"/>
          <p:cNvGrpSpPr/>
          <p:nvPr/>
        </p:nvGrpSpPr>
        <p:grpSpPr>
          <a:xfrm>
            <a:off x="1969680" y="1500635"/>
            <a:ext cx="1262932" cy="785408"/>
            <a:chOff x="548861" y="389676"/>
            <a:chExt cx="3843371" cy="2390163"/>
          </a:xfrm>
        </p:grpSpPr>
        <p:cxnSp>
          <p:nvCxnSpPr>
            <p:cNvPr id="10099" name="Google Shape;10099;p131"/>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0100" name="Google Shape;10100;p131"/>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0101" name="Google Shape;10101;p131"/>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0102" name="Google Shape;10102;p131"/>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10103" name="Google Shape;10103;p131"/>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104" name="Google Shape;10104;p131"/>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5" name="Google Shape;10105;p131"/>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106" name="Google Shape;10106;p131"/>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131"/>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131"/>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131"/>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131"/>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131"/>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2" name="Google Shape;10112;p131"/>
          <p:cNvGrpSpPr/>
          <p:nvPr/>
        </p:nvGrpSpPr>
        <p:grpSpPr>
          <a:xfrm>
            <a:off x="757812" y="2607512"/>
            <a:ext cx="1412054" cy="633562"/>
            <a:chOff x="1187400" y="2529299"/>
            <a:chExt cx="6769193" cy="2241903"/>
          </a:xfrm>
        </p:grpSpPr>
        <p:sp>
          <p:nvSpPr>
            <p:cNvPr id="10113" name="Google Shape;10113;p131"/>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10114" name="Google Shape;10114;p131"/>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115" name="Google Shape;10115;p131"/>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116" name="Google Shape;10116;p131"/>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117" name="Google Shape;10117;p131"/>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118" name="Google Shape;10118;p131"/>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119" name="Google Shape;10119;p131"/>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10120" name="Google Shape;10120;p131"/>
            <p:cNvCxnSpPr>
              <a:stCxn id="10113" idx="2"/>
              <a:endCxn id="10114"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0121" name="Google Shape;10121;p131"/>
            <p:cNvCxnSpPr>
              <a:stCxn id="10115" idx="0"/>
              <a:endCxn id="10113"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0122" name="Google Shape;10122;p131"/>
            <p:cNvCxnSpPr>
              <a:stCxn id="10115" idx="2"/>
              <a:endCxn id="10117"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0123" name="Google Shape;10123;p131"/>
            <p:cNvCxnSpPr>
              <a:stCxn id="10116" idx="0"/>
              <a:endCxn id="10115"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0124" name="Google Shape;10124;p131"/>
            <p:cNvCxnSpPr>
              <a:stCxn id="10114" idx="2"/>
              <a:endCxn id="10119"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0125" name="Google Shape;10125;p131"/>
            <p:cNvCxnSpPr>
              <a:stCxn id="10118" idx="0"/>
              <a:endCxn id="10114"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10126" name="Google Shape;10126;p131"/>
          <p:cNvGrpSpPr/>
          <p:nvPr/>
        </p:nvGrpSpPr>
        <p:grpSpPr>
          <a:xfrm>
            <a:off x="6844058" y="3100221"/>
            <a:ext cx="1579035" cy="540873"/>
            <a:chOff x="6895650" y="3126697"/>
            <a:chExt cx="1436662" cy="492105"/>
          </a:xfrm>
        </p:grpSpPr>
        <p:sp>
          <p:nvSpPr>
            <p:cNvPr id="10127" name="Google Shape;10127;p131"/>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131"/>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131"/>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131"/>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131"/>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32" name="Google Shape;10132;p131"/>
            <p:cNvGrpSpPr/>
            <p:nvPr/>
          </p:nvGrpSpPr>
          <p:grpSpPr>
            <a:xfrm>
              <a:off x="6995957" y="3335810"/>
              <a:ext cx="1230393" cy="71754"/>
              <a:chOff x="6995957" y="3287964"/>
              <a:chExt cx="1230393" cy="71754"/>
            </a:xfrm>
          </p:grpSpPr>
          <p:sp>
            <p:nvSpPr>
              <p:cNvPr id="10133" name="Google Shape;10133;p131"/>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131"/>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131"/>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131"/>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131"/>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38" name="Google Shape;10138;p131"/>
          <p:cNvGrpSpPr/>
          <p:nvPr/>
        </p:nvGrpSpPr>
        <p:grpSpPr>
          <a:xfrm>
            <a:off x="6842640" y="3736984"/>
            <a:ext cx="1581862" cy="650625"/>
            <a:chOff x="6777990" y="3710194"/>
            <a:chExt cx="1646915" cy="677382"/>
          </a:xfrm>
        </p:grpSpPr>
        <p:grpSp>
          <p:nvGrpSpPr>
            <p:cNvPr id="10139" name="Google Shape;10139;p131"/>
            <p:cNvGrpSpPr/>
            <p:nvPr/>
          </p:nvGrpSpPr>
          <p:grpSpPr>
            <a:xfrm>
              <a:off x="6777990" y="3874492"/>
              <a:ext cx="411129" cy="513083"/>
              <a:chOff x="6777990" y="3874492"/>
              <a:chExt cx="411129" cy="513083"/>
            </a:xfrm>
          </p:grpSpPr>
          <p:cxnSp>
            <p:nvCxnSpPr>
              <p:cNvPr id="10140" name="Google Shape;10140;p131"/>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10141" name="Google Shape;10141;p131"/>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2" name="Google Shape;10142;p131"/>
            <p:cNvGrpSpPr/>
            <p:nvPr/>
          </p:nvGrpSpPr>
          <p:grpSpPr>
            <a:xfrm>
              <a:off x="7188425" y="3710194"/>
              <a:ext cx="411123" cy="520535"/>
              <a:chOff x="7188425" y="3710194"/>
              <a:chExt cx="411123" cy="520535"/>
            </a:xfrm>
          </p:grpSpPr>
          <p:cxnSp>
            <p:nvCxnSpPr>
              <p:cNvPr id="10143" name="Google Shape;10143;p131"/>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10144" name="Google Shape;10144;p131"/>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5" name="Google Shape;10145;p131"/>
            <p:cNvGrpSpPr/>
            <p:nvPr/>
          </p:nvGrpSpPr>
          <p:grpSpPr>
            <a:xfrm>
              <a:off x="7603341" y="3874492"/>
              <a:ext cx="411474" cy="513083"/>
              <a:chOff x="7603341" y="3874492"/>
              <a:chExt cx="411474" cy="513083"/>
            </a:xfrm>
          </p:grpSpPr>
          <p:cxnSp>
            <p:nvCxnSpPr>
              <p:cNvPr id="10146" name="Google Shape;10146;p131"/>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10147" name="Google Shape;10147;p131"/>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8" name="Google Shape;10148;p131"/>
            <p:cNvGrpSpPr/>
            <p:nvPr/>
          </p:nvGrpSpPr>
          <p:grpSpPr>
            <a:xfrm>
              <a:off x="8013776" y="3722847"/>
              <a:ext cx="411129" cy="507881"/>
              <a:chOff x="8013776" y="3722847"/>
              <a:chExt cx="411129" cy="507881"/>
            </a:xfrm>
          </p:grpSpPr>
          <p:cxnSp>
            <p:nvCxnSpPr>
              <p:cNvPr id="10149" name="Google Shape;10149;p131"/>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10150" name="Google Shape;10150;p131"/>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51" name="Google Shape;10151;p131"/>
          <p:cNvGrpSpPr/>
          <p:nvPr/>
        </p:nvGrpSpPr>
        <p:grpSpPr>
          <a:xfrm>
            <a:off x="5262155" y="2909824"/>
            <a:ext cx="1421889" cy="1020603"/>
            <a:chOff x="5190863" y="2824811"/>
            <a:chExt cx="1544860" cy="1108869"/>
          </a:xfrm>
        </p:grpSpPr>
        <p:grpSp>
          <p:nvGrpSpPr>
            <p:cNvPr id="10152" name="Google Shape;10152;p131"/>
            <p:cNvGrpSpPr/>
            <p:nvPr/>
          </p:nvGrpSpPr>
          <p:grpSpPr>
            <a:xfrm>
              <a:off x="5938695" y="3176919"/>
              <a:ext cx="685761" cy="404739"/>
              <a:chOff x="5938695" y="3176919"/>
              <a:chExt cx="685761" cy="404739"/>
            </a:xfrm>
          </p:grpSpPr>
          <p:grpSp>
            <p:nvGrpSpPr>
              <p:cNvPr id="10153" name="Google Shape;10153;p131"/>
              <p:cNvGrpSpPr/>
              <p:nvPr/>
            </p:nvGrpSpPr>
            <p:grpSpPr>
              <a:xfrm>
                <a:off x="5938695" y="3176919"/>
                <a:ext cx="685761" cy="404739"/>
                <a:chOff x="5938695" y="3176919"/>
                <a:chExt cx="685761" cy="404739"/>
              </a:xfrm>
            </p:grpSpPr>
            <p:sp>
              <p:nvSpPr>
                <p:cNvPr id="10154" name="Google Shape;10154;p131"/>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131"/>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56" name="Google Shape;10156;p131"/>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7" name="Google Shape;10157;p131"/>
            <p:cNvGrpSpPr/>
            <p:nvPr/>
          </p:nvGrpSpPr>
          <p:grpSpPr>
            <a:xfrm>
              <a:off x="5305233" y="3176835"/>
              <a:ext cx="685971" cy="404655"/>
              <a:chOff x="5305233" y="3176835"/>
              <a:chExt cx="685971" cy="404655"/>
            </a:xfrm>
          </p:grpSpPr>
          <p:grpSp>
            <p:nvGrpSpPr>
              <p:cNvPr id="10158" name="Google Shape;10158;p131"/>
              <p:cNvGrpSpPr/>
              <p:nvPr/>
            </p:nvGrpSpPr>
            <p:grpSpPr>
              <a:xfrm>
                <a:off x="5305233" y="3176835"/>
                <a:ext cx="685971" cy="404655"/>
                <a:chOff x="5305233" y="3176835"/>
                <a:chExt cx="685971" cy="404655"/>
              </a:xfrm>
            </p:grpSpPr>
            <p:sp>
              <p:nvSpPr>
                <p:cNvPr id="10159" name="Google Shape;10159;p131"/>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131"/>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61" name="Google Shape;10161;p131"/>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62" name="Google Shape;10162;p131"/>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63" name="Google Shape;10163;p131"/>
            <p:cNvGrpSpPr/>
            <p:nvPr/>
          </p:nvGrpSpPr>
          <p:grpSpPr>
            <a:xfrm>
              <a:off x="5657361" y="2824811"/>
              <a:ext cx="1078361" cy="404655"/>
              <a:chOff x="5657361" y="2824811"/>
              <a:chExt cx="1078361" cy="404655"/>
            </a:xfrm>
          </p:grpSpPr>
          <p:grpSp>
            <p:nvGrpSpPr>
              <p:cNvPr id="10164" name="Google Shape;10164;p131"/>
              <p:cNvGrpSpPr/>
              <p:nvPr/>
            </p:nvGrpSpPr>
            <p:grpSpPr>
              <a:xfrm>
                <a:off x="5657361" y="2824811"/>
                <a:ext cx="1078361" cy="404655"/>
                <a:chOff x="5657361" y="2824811"/>
                <a:chExt cx="1078361" cy="404655"/>
              </a:xfrm>
            </p:grpSpPr>
            <p:grpSp>
              <p:nvGrpSpPr>
                <p:cNvPr id="10165" name="Google Shape;10165;p131"/>
                <p:cNvGrpSpPr/>
                <p:nvPr/>
              </p:nvGrpSpPr>
              <p:grpSpPr>
                <a:xfrm>
                  <a:off x="5938485" y="2824811"/>
                  <a:ext cx="797237" cy="404655"/>
                  <a:chOff x="5938485" y="2824811"/>
                  <a:chExt cx="797237" cy="404655"/>
                </a:xfrm>
              </p:grpSpPr>
              <p:sp>
                <p:nvSpPr>
                  <p:cNvPr id="10166" name="Google Shape;10166;p131"/>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131"/>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68" name="Google Shape;10168;p131"/>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69" name="Google Shape;10169;p131"/>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0" name="Google Shape;10170;p131"/>
            <p:cNvGrpSpPr/>
            <p:nvPr/>
          </p:nvGrpSpPr>
          <p:grpSpPr>
            <a:xfrm>
              <a:off x="5190863" y="3528942"/>
              <a:ext cx="1078026" cy="404739"/>
              <a:chOff x="5190863" y="3528942"/>
              <a:chExt cx="1078026" cy="404739"/>
            </a:xfrm>
          </p:grpSpPr>
          <p:sp>
            <p:nvSpPr>
              <p:cNvPr id="10171" name="Google Shape;10171;p131"/>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72" name="Google Shape;10172;p131"/>
              <p:cNvGrpSpPr/>
              <p:nvPr/>
            </p:nvGrpSpPr>
            <p:grpSpPr>
              <a:xfrm>
                <a:off x="5190863" y="3528942"/>
                <a:ext cx="1078026" cy="404739"/>
                <a:chOff x="5190863" y="3528942"/>
                <a:chExt cx="1078026" cy="404739"/>
              </a:xfrm>
            </p:grpSpPr>
            <p:sp>
              <p:nvSpPr>
                <p:cNvPr id="10173" name="Google Shape;10173;p131"/>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131"/>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175" name="Google Shape;10175;p131"/>
          <p:cNvGrpSpPr/>
          <p:nvPr/>
        </p:nvGrpSpPr>
        <p:grpSpPr>
          <a:xfrm>
            <a:off x="728162" y="1474292"/>
            <a:ext cx="1086719" cy="879487"/>
            <a:chOff x="803162" y="1474292"/>
            <a:chExt cx="1086719" cy="879487"/>
          </a:xfrm>
        </p:grpSpPr>
        <p:grpSp>
          <p:nvGrpSpPr>
            <p:cNvPr id="10176" name="Google Shape;10176;p131"/>
            <p:cNvGrpSpPr/>
            <p:nvPr/>
          </p:nvGrpSpPr>
          <p:grpSpPr>
            <a:xfrm>
              <a:off x="803162" y="1625948"/>
              <a:ext cx="445856" cy="576579"/>
              <a:chOff x="803162" y="1625948"/>
              <a:chExt cx="445856" cy="576579"/>
            </a:xfrm>
          </p:grpSpPr>
          <p:sp>
            <p:nvSpPr>
              <p:cNvPr id="10177" name="Google Shape;10177;p131"/>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78" name="Google Shape;10178;p131"/>
              <p:cNvGrpSpPr/>
              <p:nvPr/>
            </p:nvGrpSpPr>
            <p:grpSpPr>
              <a:xfrm>
                <a:off x="1056023" y="1625948"/>
                <a:ext cx="192995" cy="576579"/>
                <a:chOff x="1056023" y="1625948"/>
                <a:chExt cx="192995" cy="576579"/>
              </a:xfrm>
            </p:grpSpPr>
            <p:sp>
              <p:nvSpPr>
                <p:cNvPr id="10179" name="Google Shape;10179;p131"/>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131"/>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131"/>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131"/>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131"/>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84" name="Google Shape;10184;p131"/>
            <p:cNvGrpSpPr/>
            <p:nvPr/>
          </p:nvGrpSpPr>
          <p:grpSpPr>
            <a:xfrm>
              <a:off x="1371406" y="1474292"/>
              <a:ext cx="518475" cy="879487"/>
              <a:chOff x="1398231" y="1474292"/>
              <a:chExt cx="518475" cy="879487"/>
            </a:xfrm>
          </p:grpSpPr>
          <p:grpSp>
            <p:nvGrpSpPr>
              <p:cNvPr id="10185" name="Google Shape;10185;p131"/>
              <p:cNvGrpSpPr/>
              <p:nvPr/>
            </p:nvGrpSpPr>
            <p:grpSpPr>
              <a:xfrm>
                <a:off x="1398231" y="1474292"/>
                <a:ext cx="518475" cy="341643"/>
                <a:chOff x="1398231" y="1474292"/>
                <a:chExt cx="518475" cy="341643"/>
              </a:xfrm>
            </p:grpSpPr>
            <p:sp>
              <p:nvSpPr>
                <p:cNvPr id="10186" name="Google Shape;10186;p131"/>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87" name="Google Shape;10187;p131"/>
                <p:cNvGrpSpPr/>
                <p:nvPr/>
              </p:nvGrpSpPr>
              <p:grpSpPr>
                <a:xfrm>
                  <a:off x="1616453" y="1474292"/>
                  <a:ext cx="300253" cy="341643"/>
                  <a:chOff x="1616453" y="1475379"/>
                  <a:chExt cx="300253" cy="341643"/>
                </a:xfrm>
              </p:grpSpPr>
              <p:sp>
                <p:nvSpPr>
                  <p:cNvPr id="10188" name="Google Shape;10188;p131"/>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131"/>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131"/>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131"/>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131"/>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131"/>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131"/>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95" name="Google Shape;10195;p131"/>
                  <p:cNvGrpSpPr/>
                  <p:nvPr/>
                </p:nvGrpSpPr>
                <p:grpSpPr>
                  <a:xfrm>
                    <a:off x="1839639" y="1475379"/>
                    <a:ext cx="77067" cy="341643"/>
                    <a:chOff x="1839639" y="1475379"/>
                    <a:chExt cx="77067" cy="341643"/>
                  </a:xfrm>
                </p:grpSpPr>
                <p:sp>
                  <p:nvSpPr>
                    <p:cNvPr id="10196" name="Google Shape;10196;p131"/>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131"/>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198" name="Google Shape;10198;p131"/>
              <p:cNvGrpSpPr/>
              <p:nvPr/>
            </p:nvGrpSpPr>
            <p:grpSpPr>
              <a:xfrm>
                <a:off x="1398451" y="2012951"/>
                <a:ext cx="518255" cy="340828"/>
                <a:chOff x="1398451" y="2012951"/>
                <a:chExt cx="518255" cy="340828"/>
              </a:xfrm>
            </p:grpSpPr>
            <p:sp>
              <p:nvSpPr>
                <p:cNvPr id="10199" name="Google Shape;10199;p131"/>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00" name="Google Shape;10200;p131"/>
                <p:cNvGrpSpPr/>
                <p:nvPr/>
              </p:nvGrpSpPr>
              <p:grpSpPr>
                <a:xfrm>
                  <a:off x="1616453" y="2012951"/>
                  <a:ext cx="300253" cy="340828"/>
                  <a:chOff x="1616453" y="2013538"/>
                  <a:chExt cx="300253" cy="340828"/>
                </a:xfrm>
              </p:grpSpPr>
              <p:sp>
                <p:nvSpPr>
                  <p:cNvPr id="10201" name="Google Shape;10201;p131"/>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131"/>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131"/>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131"/>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131"/>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131"/>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131"/>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08" name="Google Shape;10208;p131"/>
                  <p:cNvGrpSpPr/>
                  <p:nvPr/>
                </p:nvGrpSpPr>
                <p:grpSpPr>
                  <a:xfrm>
                    <a:off x="1839639" y="2013538"/>
                    <a:ext cx="77067" cy="340828"/>
                    <a:chOff x="1839639" y="2013538"/>
                    <a:chExt cx="77067" cy="340828"/>
                  </a:xfrm>
                </p:grpSpPr>
                <p:sp>
                  <p:nvSpPr>
                    <p:cNvPr id="10209" name="Google Shape;10209;p131"/>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131"/>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10211" name="Google Shape;10211;p131"/>
          <p:cNvGrpSpPr/>
          <p:nvPr/>
        </p:nvGrpSpPr>
        <p:grpSpPr>
          <a:xfrm>
            <a:off x="724986" y="3605478"/>
            <a:ext cx="1368681" cy="682918"/>
            <a:chOff x="724986" y="3605478"/>
            <a:chExt cx="1368681" cy="682918"/>
          </a:xfrm>
        </p:grpSpPr>
        <p:grpSp>
          <p:nvGrpSpPr>
            <p:cNvPr id="10212" name="Google Shape;10212;p131"/>
            <p:cNvGrpSpPr/>
            <p:nvPr/>
          </p:nvGrpSpPr>
          <p:grpSpPr>
            <a:xfrm>
              <a:off x="1289102" y="3823629"/>
              <a:ext cx="240442" cy="250435"/>
              <a:chOff x="-165066" y="3843615"/>
              <a:chExt cx="221259" cy="230455"/>
            </a:xfrm>
          </p:grpSpPr>
          <p:sp>
            <p:nvSpPr>
              <p:cNvPr id="10213" name="Google Shape;10213;p131"/>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131"/>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131"/>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131"/>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131"/>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131"/>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131"/>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131"/>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131"/>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131"/>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131"/>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131"/>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131"/>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131"/>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131"/>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131"/>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131"/>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131"/>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131"/>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131"/>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3" name="Google Shape;10233;p131"/>
            <p:cNvGrpSpPr/>
            <p:nvPr/>
          </p:nvGrpSpPr>
          <p:grpSpPr>
            <a:xfrm>
              <a:off x="724986" y="3605478"/>
              <a:ext cx="1368681" cy="682918"/>
              <a:chOff x="724986" y="3605478"/>
              <a:chExt cx="1368681" cy="682918"/>
            </a:xfrm>
          </p:grpSpPr>
          <p:grpSp>
            <p:nvGrpSpPr>
              <p:cNvPr id="10234" name="Google Shape;10234;p131"/>
              <p:cNvGrpSpPr/>
              <p:nvPr/>
            </p:nvGrpSpPr>
            <p:grpSpPr>
              <a:xfrm>
                <a:off x="1498221" y="4047614"/>
                <a:ext cx="529172" cy="240783"/>
                <a:chOff x="1498221" y="4047614"/>
                <a:chExt cx="529172" cy="240783"/>
              </a:xfrm>
            </p:grpSpPr>
            <p:grpSp>
              <p:nvGrpSpPr>
                <p:cNvPr id="10235" name="Google Shape;10235;p131"/>
                <p:cNvGrpSpPr/>
                <p:nvPr/>
              </p:nvGrpSpPr>
              <p:grpSpPr>
                <a:xfrm>
                  <a:off x="1826655" y="4224370"/>
                  <a:ext cx="200738" cy="25631"/>
                  <a:chOff x="1826655" y="4224370"/>
                  <a:chExt cx="200738" cy="25631"/>
                </a:xfrm>
              </p:grpSpPr>
              <p:sp>
                <p:nvSpPr>
                  <p:cNvPr id="10236" name="Google Shape;10236;p131"/>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131"/>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8" name="Google Shape;10238;p131"/>
                <p:cNvGrpSpPr/>
                <p:nvPr/>
              </p:nvGrpSpPr>
              <p:grpSpPr>
                <a:xfrm>
                  <a:off x="1498221" y="4047614"/>
                  <a:ext cx="328444" cy="240783"/>
                  <a:chOff x="1498221" y="4047614"/>
                  <a:chExt cx="328444" cy="240783"/>
                </a:xfrm>
              </p:grpSpPr>
              <p:sp>
                <p:nvSpPr>
                  <p:cNvPr id="10239" name="Google Shape;10239;p131"/>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40" name="Google Shape;10240;p131"/>
                  <p:cNvGrpSpPr/>
                  <p:nvPr/>
                </p:nvGrpSpPr>
                <p:grpSpPr>
                  <a:xfrm>
                    <a:off x="1498221" y="4047614"/>
                    <a:ext cx="150566" cy="190416"/>
                    <a:chOff x="1498221" y="4047614"/>
                    <a:chExt cx="150566" cy="190416"/>
                  </a:xfrm>
                </p:grpSpPr>
                <p:sp>
                  <p:nvSpPr>
                    <p:cNvPr id="10241" name="Google Shape;10241;p131"/>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131"/>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243" name="Google Shape;10243;p131"/>
              <p:cNvGrpSpPr/>
              <p:nvPr/>
            </p:nvGrpSpPr>
            <p:grpSpPr>
              <a:xfrm>
                <a:off x="1560718" y="3800594"/>
                <a:ext cx="532948" cy="302090"/>
                <a:chOff x="1560718" y="3800594"/>
                <a:chExt cx="532948" cy="302090"/>
              </a:xfrm>
            </p:grpSpPr>
            <p:grpSp>
              <p:nvGrpSpPr>
                <p:cNvPr id="10244" name="Google Shape;10244;p131"/>
                <p:cNvGrpSpPr/>
                <p:nvPr/>
              </p:nvGrpSpPr>
              <p:grpSpPr>
                <a:xfrm>
                  <a:off x="1912179" y="3827344"/>
                  <a:ext cx="181487" cy="25631"/>
                  <a:chOff x="1912179" y="3827344"/>
                  <a:chExt cx="181487" cy="25631"/>
                </a:xfrm>
              </p:grpSpPr>
              <p:sp>
                <p:nvSpPr>
                  <p:cNvPr id="10245" name="Google Shape;10245;p131"/>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131"/>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7" name="Google Shape;10247;p131"/>
                <p:cNvGrpSpPr/>
                <p:nvPr/>
              </p:nvGrpSpPr>
              <p:grpSpPr>
                <a:xfrm>
                  <a:off x="1912179" y="4044505"/>
                  <a:ext cx="181487" cy="25622"/>
                  <a:chOff x="1912179" y="4044506"/>
                  <a:chExt cx="181487" cy="25622"/>
                </a:xfrm>
              </p:grpSpPr>
              <p:sp>
                <p:nvSpPr>
                  <p:cNvPr id="10248" name="Google Shape;10248;p131"/>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131"/>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0" name="Google Shape;10250;p131"/>
                <p:cNvGrpSpPr/>
                <p:nvPr/>
              </p:nvGrpSpPr>
              <p:grpSpPr>
                <a:xfrm>
                  <a:off x="1560718" y="3800594"/>
                  <a:ext cx="351472" cy="302090"/>
                  <a:chOff x="1560718" y="3800594"/>
                  <a:chExt cx="351472" cy="302090"/>
                </a:xfrm>
              </p:grpSpPr>
              <p:grpSp>
                <p:nvGrpSpPr>
                  <p:cNvPr id="10251" name="Google Shape;10251;p131"/>
                  <p:cNvGrpSpPr/>
                  <p:nvPr/>
                </p:nvGrpSpPr>
                <p:grpSpPr>
                  <a:xfrm>
                    <a:off x="1560718" y="3842857"/>
                    <a:ext cx="173586" cy="217131"/>
                    <a:chOff x="1560718" y="3842857"/>
                    <a:chExt cx="173586" cy="217131"/>
                  </a:xfrm>
                </p:grpSpPr>
                <p:sp>
                  <p:nvSpPr>
                    <p:cNvPr id="10252" name="Google Shape;10252;p131"/>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131"/>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131"/>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55" name="Google Shape;10255;p131"/>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131"/>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257" name="Google Shape;10257;p131"/>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58" name="Google Shape;10258;p131"/>
              <p:cNvGrpSpPr/>
              <p:nvPr/>
            </p:nvGrpSpPr>
            <p:grpSpPr>
              <a:xfrm>
                <a:off x="785350" y="3605478"/>
                <a:ext cx="535311" cy="249245"/>
                <a:chOff x="785350" y="3605478"/>
                <a:chExt cx="535311" cy="249245"/>
              </a:xfrm>
            </p:grpSpPr>
            <p:grpSp>
              <p:nvGrpSpPr>
                <p:cNvPr id="10259" name="Google Shape;10259;p131"/>
                <p:cNvGrpSpPr/>
                <p:nvPr/>
              </p:nvGrpSpPr>
              <p:grpSpPr>
                <a:xfrm>
                  <a:off x="785350" y="3605478"/>
                  <a:ext cx="376191" cy="102736"/>
                  <a:chOff x="785350" y="3605478"/>
                  <a:chExt cx="376191" cy="102736"/>
                </a:xfrm>
              </p:grpSpPr>
              <p:sp>
                <p:nvSpPr>
                  <p:cNvPr id="10260" name="Google Shape;10260;p131"/>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131"/>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131"/>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3" name="Google Shape;10263;p131"/>
                <p:cNvGrpSpPr/>
                <p:nvPr/>
              </p:nvGrpSpPr>
              <p:grpSpPr>
                <a:xfrm>
                  <a:off x="1161530" y="3655851"/>
                  <a:ext cx="159131" cy="198872"/>
                  <a:chOff x="1161530" y="3655851"/>
                  <a:chExt cx="159131" cy="198872"/>
                </a:xfrm>
              </p:grpSpPr>
              <p:sp>
                <p:nvSpPr>
                  <p:cNvPr id="10264" name="Google Shape;10264;p131"/>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131"/>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66" name="Google Shape;10266;p131"/>
              <p:cNvGrpSpPr/>
              <p:nvPr/>
            </p:nvGrpSpPr>
            <p:grpSpPr>
              <a:xfrm>
                <a:off x="785350" y="4047614"/>
                <a:ext cx="535311" cy="240783"/>
                <a:chOff x="785350" y="4047614"/>
                <a:chExt cx="535311" cy="240783"/>
              </a:xfrm>
            </p:grpSpPr>
            <p:grpSp>
              <p:nvGrpSpPr>
                <p:cNvPr id="10267" name="Google Shape;10267;p131"/>
                <p:cNvGrpSpPr/>
                <p:nvPr/>
              </p:nvGrpSpPr>
              <p:grpSpPr>
                <a:xfrm>
                  <a:off x="1161636" y="4047614"/>
                  <a:ext cx="159025" cy="190415"/>
                  <a:chOff x="1161636" y="4047614"/>
                  <a:chExt cx="159025" cy="190415"/>
                </a:xfrm>
              </p:grpSpPr>
              <p:sp>
                <p:nvSpPr>
                  <p:cNvPr id="10268" name="Google Shape;10268;p131"/>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131"/>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0" name="Google Shape;10270;p131"/>
                <p:cNvGrpSpPr/>
                <p:nvPr/>
              </p:nvGrpSpPr>
              <p:grpSpPr>
                <a:xfrm>
                  <a:off x="785350" y="4185661"/>
                  <a:ext cx="376191" cy="102736"/>
                  <a:chOff x="785350" y="4185661"/>
                  <a:chExt cx="376191" cy="102736"/>
                </a:xfrm>
              </p:grpSpPr>
              <p:sp>
                <p:nvSpPr>
                  <p:cNvPr id="10271" name="Google Shape;10271;p131"/>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131"/>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131"/>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74" name="Google Shape;10274;p131"/>
              <p:cNvGrpSpPr/>
              <p:nvPr/>
            </p:nvGrpSpPr>
            <p:grpSpPr>
              <a:xfrm>
                <a:off x="1501054" y="3605478"/>
                <a:ext cx="526340" cy="249240"/>
                <a:chOff x="1501054" y="3605478"/>
                <a:chExt cx="526340" cy="249240"/>
              </a:xfrm>
            </p:grpSpPr>
            <p:grpSp>
              <p:nvGrpSpPr>
                <p:cNvPr id="10275" name="Google Shape;10275;p131"/>
                <p:cNvGrpSpPr/>
                <p:nvPr/>
              </p:nvGrpSpPr>
              <p:grpSpPr>
                <a:xfrm>
                  <a:off x="1834208" y="3643867"/>
                  <a:ext cx="193185" cy="25622"/>
                  <a:chOff x="1834208" y="3643867"/>
                  <a:chExt cx="193185" cy="25622"/>
                </a:xfrm>
              </p:grpSpPr>
              <p:sp>
                <p:nvSpPr>
                  <p:cNvPr id="10276" name="Google Shape;10276;p131"/>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131"/>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8" name="Google Shape;10278;p131"/>
                <p:cNvGrpSpPr/>
                <p:nvPr/>
              </p:nvGrpSpPr>
              <p:grpSpPr>
                <a:xfrm>
                  <a:off x="1501054" y="3605478"/>
                  <a:ext cx="333165" cy="249240"/>
                  <a:chOff x="1501054" y="3605478"/>
                  <a:chExt cx="333165" cy="249240"/>
                </a:xfrm>
              </p:grpSpPr>
              <p:sp>
                <p:nvSpPr>
                  <p:cNvPr id="10279" name="Google Shape;10279;p131"/>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0" name="Google Shape;10280;p131"/>
                  <p:cNvGrpSpPr/>
                  <p:nvPr/>
                </p:nvGrpSpPr>
                <p:grpSpPr>
                  <a:xfrm>
                    <a:off x="1501054" y="3655851"/>
                    <a:ext cx="155286" cy="198867"/>
                    <a:chOff x="1501054" y="3655851"/>
                    <a:chExt cx="155286" cy="198867"/>
                  </a:xfrm>
                </p:grpSpPr>
                <p:sp>
                  <p:nvSpPr>
                    <p:cNvPr id="10281" name="Google Shape;10281;p131"/>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131"/>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283" name="Google Shape;10283;p131"/>
              <p:cNvGrpSpPr/>
              <p:nvPr/>
            </p:nvGrpSpPr>
            <p:grpSpPr>
              <a:xfrm>
                <a:off x="724986" y="3800594"/>
                <a:ext cx="532950" cy="302090"/>
                <a:chOff x="724986" y="3800594"/>
                <a:chExt cx="532950" cy="302090"/>
              </a:xfrm>
            </p:grpSpPr>
            <p:grpSp>
              <p:nvGrpSpPr>
                <p:cNvPr id="10284" name="Google Shape;10284;p131"/>
                <p:cNvGrpSpPr/>
                <p:nvPr/>
              </p:nvGrpSpPr>
              <p:grpSpPr>
                <a:xfrm>
                  <a:off x="724986" y="4044367"/>
                  <a:ext cx="181314" cy="25626"/>
                  <a:chOff x="724986" y="4044367"/>
                  <a:chExt cx="181314" cy="25626"/>
                </a:xfrm>
              </p:grpSpPr>
              <p:sp>
                <p:nvSpPr>
                  <p:cNvPr id="10285" name="Google Shape;10285;p131"/>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131"/>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7" name="Google Shape;10287;p131"/>
                <p:cNvGrpSpPr/>
                <p:nvPr/>
              </p:nvGrpSpPr>
              <p:grpSpPr>
                <a:xfrm>
                  <a:off x="906290" y="3800594"/>
                  <a:ext cx="351646" cy="302090"/>
                  <a:chOff x="906290" y="3800594"/>
                  <a:chExt cx="351646" cy="302090"/>
                </a:xfrm>
              </p:grpSpPr>
              <p:grpSp>
                <p:nvGrpSpPr>
                  <p:cNvPr id="10288" name="Google Shape;10288;p131"/>
                  <p:cNvGrpSpPr/>
                  <p:nvPr/>
                </p:nvGrpSpPr>
                <p:grpSpPr>
                  <a:xfrm>
                    <a:off x="1084172" y="3842857"/>
                    <a:ext cx="173764" cy="217131"/>
                    <a:chOff x="1084172" y="3842857"/>
                    <a:chExt cx="173764" cy="217131"/>
                  </a:xfrm>
                </p:grpSpPr>
                <p:grpSp>
                  <p:nvGrpSpPr>
                    <p:cNvPr id="10289" name="Google Shape;10289;p131"/>
                    <p:cNvGrpSpPr/>
                    <p:nvPr/>
                  </p:nvGrpSpPr>
                  <p:grpSpPr>
                    <a:xfrm>
                      <a:off x="1156862" y="3936509"/>
                      <a:ext cx="101073" cy="25622"/>
                      <a:chOff x="1156862" y="3936509"/>
                      <a:chExt cx="101073" cy="25622"/>
                    </a:xfrm>
                  </p:grpSpPr>
                  <p:sp>
                    <p:nvSpPr>
                      <p:cNvPr id="10290" name="Google Shape;10290;p131"/>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131"/>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92" name="Google Shape;10292;p131"/>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93" name="Google Shape;10293;p131"/>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131"/>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5" name="Google Shape;10295;p131"/>
                <p:cNvGrpSpPr/>
                <p:nvPr/>
              </p:nvGrpSpPr>
              <p:grpSpPr>
                <a:xfrm>
                  <a:off x="724986" y="3830189"/>
                  <a:ext cx="189533" cy="25626"/>
                  <a:chOff x="724986" y="3830189"/>
                  <a:chExt cx="189533" cy="25626"/>
                </a:xfrm>
              </p:grpSpPr>
              <p:sp>
                <p:nvSpPr>
                  <p:cNvPr id="10296" name="Google Shape;10296;p131"/>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131"/>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0298" name="Google Shape;10298;p131"/>
          <p:cNvGrpSpPr/>
          <p:nvPr/>
        </p:nvGrpSpPr>
        <p:grpSpPr>
          <a:xfrm>
            <a:off x="2253298" y="2455640"/>
            <a:ext cx="948701" cy="935378"/>
            <a:chOff x="2253298" y="2428317"/>
            <a:chExt cx="948701" cy="935378"/>
          </a:xfrm>
        </p:grpSpPr>
        <p:sp>
          <p:nvSpPr>
            <p:cNvPr id="10299" name="Google Shape;10299;p131"/>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131"/>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131"/>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131"/>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131"/>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131"/>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131"/>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131"/>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131"/>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131"/>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131"/>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131"/>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131"/>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131"/>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131"/>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131"/>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131"/>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131"/>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131"/>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131"/>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131"/>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131"/>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131"/>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131"/>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131"/>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131"/>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131"/>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131"/>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131"/>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131"/>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131"/>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131"/>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131"/>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Shape 10335"/>
        <p:cNvGrpSpPr/>
        <p:nvPr/>
      </p:nvGrpSpPr>
      <p:grpSpPr>
        <a:xfrm>
          <a:off x="0" y="0"/>
          <a:ext cx="0" cy="0"/>
          <a:chOff x="0" y="0"/>
          <a:chExt cx="0" cy="0"/>
        </a:xfrm>
      </p:grpSpPr>
      <p:grpSp>
        <p:nvGrpSpPr>
          <p:cNvPr id="10336" name="Google Shape;10336;p132"/>
          <p:cNvGrpSpPr/>
          <p:nvPr/>
        </p:nvGrpSpPr>
        <p:grpSpPr>
          <a:xfrm>
            <a:off x="3353582" y="1145627"/>
            <a:ext cx="2363393" cy="1017867"/>
            <a:chOff x="3292400" y="1219146"/>
            <a:chExt cx="2615240" cy="1110239"/>
          </a:xfrm>
        </p:grpSpPr>
        <p:sp>
          <p:nvSpPr>
            <p:cNvPr id="10337" name="Google Shape;10337;p132"/>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200">
                <a:solidFill>
                  <a:srgbClr val="FFFFFF"/>
                </a:solidFill>
              </a:endParaRPr>
            </a:p>
          </p:txBody>
        </p:sp>
        <p:sp>
          <p:nvSpPr>
            <p:cNvPr id="10338" name="Google Shape;10338;p132"/>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339" name="Google Shape;10339;p132"/>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10340" name="Google Shape;10340;p132"/>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10341" name="Google Shape;10341;p132"/>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10342" name="Google Shape;10342;p132"/>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10343" name="Google Shape;10343;p132"/>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10344" name="Google Shape;10344;p132"/>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10345" name="Google Shape;10345;p132"/>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10346" name="Google Shape;10346;p132"/>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10347" name="Google Shape;10347;p132"/>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348" name="Google Shape;10348;p132"/>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0349" name="Google Shape;10349;p132"/>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350" name="Google Shape;10350;p132"/>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0351" name="Google Shape;10351;p132"/>
            <p:cNvGrpSpPr/>
            <p:nvPr/>
          </p:nvGrpSpPr>
          <p:grpSpPr>
            <a:xfrm>
              <a:off x="3748438" y="1378608"/>
              <a:ext cx="2159202" cy="903971"/>
              <a:chOff x="1683525" y="2179850"/>
              <a:chExt cx="4519050" cy="2134525"/>
            </a:xfrm>
          </p:grpSpPr>
          <p:sp>
            <p:nvSpPr>
              <p:cNvPr id="10352" name="Google Shape;10352;p132"/>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353" name="Google Shape;10353;p132"/>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354" name="Google Shape;10354;p132"/>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355" name="Google Shape;10355;p132"/>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356" name="Google Shape;10356;p132"/>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357" name="Google Shape;10357;p132"/>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358" name="Google Shape;10358;p132"/>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359" name="Google Shape;10359;p132"/>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360" name="Google Shape;10360;p132"/>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361" name="Google Shape;10361;p132"/>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362" name="Google Shape;10362;p132"/>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363" name="Google Shape;10363;p132"/>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aphicFrame>
        <p:nvGraphicFramePr>
          <p:cNvPr id="10364" name="Google Shape;10364;p132"/>
          <p:cNvGraphicFramePr/>
          <p:nvPr/>
        </p:nvGraphicFramePr>
        <p:xfrm>
          <a:off x="5949675" y="2323100"/>
          <a:ext cx="2491300" cy="868600"/>
        </p:xfrm>
        <a:graphic>
          <a:graphicData uri="http://schemas.openxmlformats.org/drawingml/2006/table">
            <a:tbl>
              <a:tblPr>
                <a:noFill/>
                <a:tableStyleId>{2829158E-518A-43E2-9EA4-46D35B15BF13}</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0365" name="Google Shape;10365;p132"/>
          <p:cNvGrpSpPr/>
          <p:nvPr/>
        </p:nvGrpSpPr>
        <p:grpSpPr>
          <a:xfrm>
            <a:off x="5926924" y="3381697"/>
            <a:ext cx="2519825" cy="1001454"/>
            <a:chOff x="1906114" y="789980"/>
            <a:chExt cx="1487676" cy="606868"/>
          </a:xfrm>
        </p:grpSpPr>
        <p:cxnSp>
          <p:nvCxnSpPr>
            <p:cNvPr id="10366" name="Google Shape;10366;p132"/>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367" name="Google Shape;10367;p132"/>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368" name="Google Shape;10368;p132"/>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0369" name="Google Shape;10369;p132"/>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10370" name="Google Shape;10370;p132"/>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10371" name="Google Shape;10371;p132"/>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10372" name="Google Shape;10372;p132"/>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10373" name="Google Shape;10373;p132"/>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132"/>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132"/>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132"/>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132"/>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132"/>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132"/>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10380" name="Google Shape;10380;p132"/>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0381" name="Google Shape;10381;p132"/>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0382" name="Google Shape;10382;p132"/>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3" name="Google Shape;10383;p132"/>
          <p:cNvGrpSpPr/>
          <p:nvPr/>
        </p:nvGrpSpPr>
        <p:grpSpPr>
          <a:xfrm>
            <a:off x="726399" y="1190655"/>
            <a:ext cx="2394370" cy="976502"/>
            <a:chOff x="749309" y="1112739"/>
            <a:chExt cx="2371603" cy="976502"/>
          </a:xfrm>
        </p:grpSpPr>
        <p:sp>
          <p:nvSpPr>
            <p:cNvPr id="10384" name="Google Shape;10384;p132"/>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132"/>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132"/>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132"/>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132"/>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132"/>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132"/>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132"/>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132"/>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132"/>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132"/>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132"/>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132"/>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132"/>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132"/>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132"/>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132"/>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132"/>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132"/>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132"/>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132"/>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132"/>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132"/>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132"/>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132"/>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132"/>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132"/>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132"/>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132"/>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132"/>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132"/>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132"/>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0416" name="Google Shape;10416;p132"/>
          <p:cNvGraphicFramePr/>
          <p:nvPr/>
        </p:nvGraphicFramePr>
        <p:xfrm>
          <a:off x="5949700" y="1188950"/>
          <a:ext cx="2491300" cy="976425"/>
        </p:xfrm>
        <a:graphic>
          <a:graphicData uri="http://schemas.openxmlformats.org/drawingml/2006/table">
            <a:tbl>
              <a:tblPr>
                <a:noFill/>
                <a:tableStyleId>{2829158E-518A-43E2-9EA4-46D35B15BF13}</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10417" name="Google Shape;10417;p132"/>
          <p:cNvGraphicFramePr/>
          <p:nvPr/>
        </p:nvGraphicFramePr>
        <p:xfrm>
          <a:off x="3356413" y="2323100"/>
          <a:ext cx="2363400" cy="868575"/>
        </p:xfrm>
        <a:graphic>
          <a:graphicData uri="http://schemas.openxmlformats.org/drawingml/2006/table">
            <a:tbl>
              <a:tblPr>
                <a:noFill/>
                <a:tableStyleId>{2829158E-518A-43E2-9EA4-46D35B15BF13}</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10418" name="Google Shape;10418;p132"/>
          <p:cNvGrpSpPr/>
          <p:nvPr/>
        </p:nvGrpSpPr>
        <p:grpSpPr>
          <a:xfrm>
            <a:off x="4100342" y="2709743"/>
            <a:ext cx="1517436" cy="74460"/>
            <a:chOff x="3980086" y="2804397"/>
            <a:chExt cx="1227600" cy="66900"/>
          </a:xfrm>
        </p:grpSpPr>
        <p:sp>
          <p:nvSpPr>
            <p:cNvPr id="10419" name="Google Shape;10419;p132"/>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132"/>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1" name="Google Shape;10421;p132"/>
          <p:cNvGrpSpPr/>
          <p:nvPr/>
        </p:nvGrpSpPr>
        <p:grpSpPr>
          <a:xfrm>
            <a:off x="4725406" y="3002330"/>
            <a:ext cx="892956" cy="74460"/>
            <a:chOff x="3980086" y="2804397"/>
            <a:chExt cx="1227600" cy="66900"/>
          </a:xfrm>
        </p:grpSpPr>
        <p:sp>
          <p:nvSpPr>
            <p:cNvPr id="10422" name="Google Shape;10422;p132"/>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132"/>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4" name="Google Shape;10424;p132"/>
          <p:cNvGrpSpPr/>
          <p:nvPr/>
        </p:nvGrpSpPr>
        <p:grpSpPr>
          <a:xfrm>
            <a:off x="3358498" y="3361213"/>
            <a:ext cx="2363244" cy="1005943"/>
            <a:chOff x="3358415" y="3361302"/>
            <a:chExt cx="2363244" cy="1024695"/>
          </a:xfrm>
        </p:grpSpPr>
        <p:grpSp>
          <p:nvGrpSpPr>
            <p:cNvPr id="10425" name="Google Shape;10425;p132"/>
            <p:cNvGrpSpPr/>
            <p:nvPr/>
          </p:nvGrpSpPr>
          <p:grpSpPr>
            <a:xfrm>
              <a:off x="3358415" y="3361302"/>
              <a:ext cx="441300" cy="1024695"/>
              <a:chOff x="3358415" y="3361302"/>
              <a:chExt cx="441300" cy="1024695"/>
            </a:xfrm>
          </p:grpSpPr>
          <p:sp>
            <p:nvSpPr>
              <p:cNvPr id="10426" name="Google Shape;10426;p132"/>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132"/>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132"/>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132"/>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132"/>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132"/>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2" name="Google Shape;10432;p132"/>
            <p:cNvGrpSpPr/>
            <p:nvPr/>
          </p:nvGrpSpPr>
          <p:grpSpPr>
            <a:xfrm>
              <a:off x="3838901" y="3361302"/>
              <a:ext cx="441300" cy="1024695"/>
              <a:chOff x="3838901" y="3361302"/>
              <a:chExt cx="441300" cy="1024695"/>
            </a:xfrm>
          </p:grpSpPr>
          <p:sp>
            <p:nvSpPr>
              <p:cNvPr id="10433" name="Google Shape;10433;p132"/>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132"/>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132"/>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132"/>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132"/>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132"/>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9" name="Google Shape;10439;p132"/>
            <p:cNvGrpSpPr/>
            <p:nvPr/>
          </p:nvGrpSpPr>
          <p:grpSpPr>
            <a:xfrm>
              <a:off x="4319387" y="3361302"/>
              <a:ext cx="441300" cy="1024695"/>
              <a:chOff x="4319387" y="3361302"/>
              <a:chExt cx="441300" cy="1024695"/>
            </a:xfrm>
          </p:grpSpPr>
          <p:sp>
            <p:nvSpPr>
              <p:cNvPr id="10440" name="Google Shape;10440;p132"/>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132"/>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132"/>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132"/>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132"/>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132"/>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6" name="Google Shape;10446;p132"/>
            <p:cNvGrpSpPr/>
            <p:nvPr/>
          </p:nvGrpSpPr>
          <p:grpSpPr>
            <a:xfrm>
              <a:off x="4799873" y="3361302"/>
              <a:ext cx="441300" cy="1024695"/>
              <a:chOff x="4799873" y="3361302"/>
              <a:chExt cx="441300" cy="1024695"/>
            </a:xfrm>
          </p:grpSpPr>
          <p:sp>
            <p:nvSpPr>
              <p:cNvPr id="10447" name="Google Shape;10447;p132"/>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132"/>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132"/>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132"/>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132"/>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132"/>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3" name="Google Shape;10453;p132"/>
            <p:cNvGrpSpPr/>
            <p:nvPr/>
          </p:nvGrpSpPr>
          <p:grpSpPr>
            <a:xfrm>
              <a:off x="5280360" y="3361302"/>
              <a:ext cx="441300" cy="1024695"/>
              <a:chOff x="5280360" y="3361302"/>
              <a:chExt cx="441300" cy="1024695"/>
            </a:xfrm>
          </p:grpSpPr>
          <p:sp>
            <p:nvSpPr>
              <p:cNvPr id="10454" name="Google Shape;10454;p132"/>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132"/>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132"/>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132"/>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132"/>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132"/>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460" name="Google Shape;10460;p132"/>
          <p:cNvGraphicFramePr/>
          <p:nvPr/>
        </p:nvGraphicFramePr>
        <p:xfrm>
          <a:off x="724925" y="2323100"/>
          <a:ext cx="2403600" cy="881400"/>
        </p:xfrm>
        <a:graphic>
          <a:graphicData uri="http://schemas.openxmlformats.org/drawingml/2006/table">
            <a:tbl>
              <a:tblPr>
                <a:noFill/>
                <a:tableStyleId>{2829158E-518A-43E2-9EA4-46D35B15BF13}</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10461" name="Google Shape;10461;p132"/>
          <p:cNvGrpSpPr/>
          <p:nvPr/>
        </p:nvGrpSpPr>
        <p:grpSpPr>
          <a:xfrm>
            <a:off x="726450" y="3372825"/>
            <a:ext cx="2403614" cy="1005900"/>
            <a:chOff x="726450" y="3372825"/>
            <a:chExt cx="2403614" cy="1005900"/>
          </a:xfrm>
        </p:grpSpPr>
        <p:grpSp>
          <p:nvGrpSpPr>
            <p:cNvPr id="10462" name="Google Shape;10462;p132"/>
            <p:cNvGrpSpPr/>
            <p:nvPr/>
          </p:nvGrpSpPr>
          <p:grpSpPr>
            <a:xfrm>
              <a:off x="726450" y="3696000"/>
              <a:ext cx="2403614" cy="500898"/>
              <a:chOff x="726450" y="3696000"/>
              <a:chExt cx="2403614" cy="500898"/>
            </a:xfrm>
          </p:grpSpPr>
          <p:sp>
            <p:nvSpPr>
              <p:cNvPr id="10463" name="Google Shape;10463;p132"/>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464" name="Google Shape;10464;p132"/>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465" name="Google Shape;10465;p132"/>
            <p:cNvGrpSpPr/>
            <p:nvPr/>
          </p:nvGrpSpPr>
          <p:grpSpPr>
            <a:xfrm>
              <a:off x="1348050" y="3372825"/>
              <a:ext cx="1720425" cy="1005900"/>
              <a:chOff x="1348050" y="3372825"/>
              <a:chExt cx="1720425" cy="1005900"/>
            </a:xfrm>
          </p:grpSpPr>
          <p:sp>
            <p:nvSpPr>
              <p:cNvPr id="10466" name="Google Shape;10466;p132"/>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467" name="Google Shape;10467;p132"/>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468" name="Google Shape;10468;p132"/>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469" name="Google Shape;10469;p132"/>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470" name="Google Shape;10470;p132"/>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471" name="Google Shape;10471;p132"/>
            <p:cNvGrpSpPr/>
            <p:nvPr/>
          </p:nvGrpSpPr>
          <p:grpSpPr>
            <a:xfrm>
              <a:off x="1455707" y="3731058"/>
              <a:ext cx="1491150" cy="417657"/>
              <a:chOff x="1455707" y="3731058"/>
              <a:chExt cx="1491150" cy="417657"/>
            </a:xfrm>
          </p:grpSpPr>
          <p:grpSp>
            <p:nvGrpSpPr>
              <p:cNvPr id="10472" name="Google Shape;10472;p132"/>
              <p:cNvGrpSpPr/>
              <p:nvPr/>
            </p:nvGrpSpPr>
            <p:grpSpPr>
              <a:xfrm>
                <a:off x="1472938" y="3745828"/>
                <a:ext cx="72126" cy="53788"/>
                <a:chOff x="1472938" y="3745828"/>
                <a:chExt cx="72126" cy="53788"/>
              </a:xfrm>
            </p:grpSpPr>
            <p:sp>
              <p:nvSpPr>
                <p:cNvPr id="10473" name="Google Shape;10473;p132"/>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132"/>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5" name="Google Shape;10475;p132"/>
              <p:cNvGrpSpPr/>
              <p:nvPr/>
            </p:nvGrpSpPr>
            <p:grpSpPr>
              <a:xfrm>
                <a:off x="1819181" y="4089633"/>
                <a:ext cx="72126" cy="53788"/>
                <a:chOff x="1819181" y="4089633"/>
                <a:chExt cx="72126" cy="53788"/>
              </a:xfrm>
            </p:grpSpPr>
            <p:sp>
              <p:nvSpPr>
                <p:cNvPr id="10476" name="Google Shape;10476;p132"/>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132"/>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8" name="Google Shape;10478;p132"/>
              <p:cNvGrpSpPr/>
              <p:nvPr/>
            </p:nvGrpSpPr>
            <p:grpSpPr>
              <a:xfrm>
                <a:off x="1455707" y="4084171"/>
                <a:ext cx="64321" cy="64544"/>
                <a:chOff x="1455707" y="4084171"/>
                <a:chExt cx="64321" cy="64544"/>
              </a:xfrm>
            </p:grpSpPr>
            <p:sp>
              <p:nvSpPr>
                <p:cNvPr id="10479" name="Google Shape;10479;p132"/>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132"/>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1" name="Google Shape;10481;p132"/>
              <p:cNvGrpSpPr/>
              <p:nvPr/>
            </p:nvGrpSpPr>
            <p:grpSpPr>
              <a:xfrm>
                <a:off x="1818610" y="3731058"/>
                <a:ext cx="64321" cy="64544"/>
                <a:chOff x="1818610" y="3731058"/>
                <a:chExt cx="64321" cy="64544"/>
              </a:xfrm>
            </p:grpSpPr>
            <p:sp>
              <p:nvSpPr>
                <p:cNvPr id="10482" name="Google Shape;10482;p132"/>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132"/>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4" name="Google Shape;10484;p132"/>
              <p:cNvGrpSpPr/>
              <p:nvPr/>
            </p:nvGrpSpPr>
            <p:grpSpPr>
              <a:xfrm>
                <a:off x="2172491" y="4089633"/>
                <a:ext cx="72126" cy="53788"/>
                <a:chOff x="2172491" y="4089633"/>
                <a:chExt cx="72126" cy="53788"/>
              </a:xfrm>
            </p:grpSpPr>
            <p:sp>
              <p:nvSpPr>
                <p:cNvPr id="10485" name="Google Shape;10485;p132"/>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132"/>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7" name="Google Shape;10487;p132"/>
              <p:cNvGrpSpPr/>
              <p:nvPr/>
            </p:nvGrpSpPr>
            <p:grpSpPr>
              <a:xfrm>
                <a:off x="2171920" y="3731058"/>
                <a:ext cx="64321" cy="64544"/>
                <a:chOff x="2171920" y="3731058"/>
                <a:chExt cx="64321" cy="64544"/>
              </a:xfrm>
            </p:grpSpPr>
            <p:sp>
              <p:nvSpPr>
                <p:cNvPr id="10488" name="Google Shape;10488;p132"/>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132"/>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0" name="Google Shape;10490;p132"/>
              <p:cNvGrpSpPr/>
              <p:nvPr/>
            </p:nvGrpSpPr>
            <p:grpSpPr>
              <a:xfrm>
                <a:off x="2874730" y="3745828"/>
                <a:ext cx="72126" cy="53788"/>
                <a:chOff x="2874730" y="3745828"/>
                <a:chExt cx="72126" cy="53788"/>
              </a:xfrm>
            </p:grpSpPr>
            <p:sp>
              <p:nvSpPr>
                <p:cNvPr id="10491" name="Google Shape;10491;p132"/>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132"/>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3" name="Google Shape;10493;p132"/>
              <p:cNvGrpSpPr/>
              <p:nvPr/>
            </p:nvGrpSpPr>
            <p:grpSpPr>
              <a:xfrm>
                <a:off x="2878589" y="4081481"/>
                <a:ext cx="64321" cy="64544"/>
                <a:chOff x="2878589" y="4081481"/>
                <a:chExt cx="64321" cy="64544"/>
              </a:xfrm>
            </p:grpSpPr>
            <p:sp>
              <p:nvSpPr>
                <p:cNvPr id="10494" name="Google Shape;10494;p132"/>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132"/>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6" name="Google Shape;10496;p132"/>
              <p:cNvGrpSpPr/>
              <p:nvPr/>
            </p:nvGrpSpPr>
            <p:grpSpPr>
              <a:xfrm>
                <a:off x="2525796" y="4089633"/>
                <a:ext cx="72126" cy="53788"/>
                <a:chOff x="2525796" y="4089633"/>
                <a:chExt cx="72126" cy="53788"/>
              </a:xfrm>
            </p:grpSpPr>
            <p:sp>
              <p:nvSpPr>
                <p:cNvPr id="10497" name="Google Shape;10497;p132"/>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132"/>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9" name="Google Shape;10499;p132"/>
              <p:cNvGrpSpPr/>
              <p:nvPr/>
            </p:nvGrpSpPr>
            <p:grpSpPr>
              <a:xfrm>
                <a:off x="2525225" y="3731058"/>
                <a:ext cx="64321" cy="64544"/>
                <a:chOff x="2525225" y="3731058"/>
                <a:chExt cx="64321" cy="64544"/>
              </a:xfrm>
            </p:grpSpPr>
            <p:sp>
              <p:nvSpPr>
                <p:cNvPr id="10500" name="Google Shape;10500;p132"/>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132"/>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Shape 10505"/>
        <p:cNvGrpSpPr/>
        <p:nvPr/>
      </p:nvGrpSpPr>
      <p:grpSpPr>
        <a:xfrm>
          <a:off x="0" y="0"/>
          <a:ext cx="0" cy="0"/>
          <a:chOff x="0" y="0"/>
          <a:chExt cx="0" cy="0"/>
        </a:xfrm>
      </p:grpSpPr>
      <p:grpSp>
        <p:nvGrpSpPr>
          <p:cNvPr id="10506" name="Google Shape;10506;p133"/>
          <p:cNvGrpSpPr/>
          <p:nvPr/>
        </p:nvGrpSpPr>
        <p:grpSpPr>
          <a:xfrm>
            <a:off x="732428" y="1171356"/>
            <a:ext cx="845921" cy="690752"/>
            <a:chOff x="732428" y="1198513"/>
            <a:chExt cx="845921" cy="690752"/>
          </a:xfrm>
        </p:grpSpPr>
        <p:grpSp>
          <p:nvGrpSpPr>
            <p:cNvPr id="10507" name="Google Shape;10507;p133"/>
            <p:cNvGrpSpPr/>
            <p:nvPr/>
          </p:nvGrpSpPr>
          <p:grpSpPr>
            <a:xfrm>
              <a:off x="823030" y="1198513"/>
              <a:ext cx="755319" cy="690752"/>
              <a:chOff x="823030" y="1198513"/>
              <a:chExt cx="755319" cy="690752"/>
            </a:xfrm>
          </p:grpSpPr>
          <p:sp>
            <p:nvSpPr>
              <p:cNvPr id="10508" name="Google Shape;10508;p133"/>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133"/>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0" name="Google Shape;10510;p133"/>
            <p:cNvGrpSpPr/>
            <p:nvPr/>
          </p:nvGrpSpPr>
          <p:grpSpPr>
            <a:xfrm>
              <a:off x="732428" y="1239937"/>
              <a:ext cx="739912" cy="607886"/>
              <a:chOff x="732428" y="1239937"/>
              <a:chExt cx="739912" cy="607886"/>
            </a:xfrm>
          </p:grpSpPr>
          <p:sp>
            <p:nvSpPr>
              <p:cNvPr id="10511" name="Google Shape;10511;p133"/>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133"/>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3" name="Google Shape;10513;p133"/>
            <p:cNvGrpSpPr/>
            <p:nvPr/>
          </p:nvGrpSpPr>
          <p:grpSpPr>
            <a:xfrm>
              <a:off x="732428" y="1277018"/>
              <a:ext cx="702832" cy="533758"/>
              <a:chOff x="732428" y="1277018"/>
              <a:chExt cx="702832" cy="533758"/>
            </a:xfrm>
          </p:grpSpPr>
          <p:sp>
            <p:nvSpPr>
              <p:cNvPr id="10514" name="Google Shape;10514;p133"/>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133"/>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6" name="Google Shape;10516;p133"/>
            <p:cNvGrpSpPr/>
            <p:nvPr/>
          </p:nvGrpSpPr>
          <p:grpSpPr>
            <a:xfrm>
              <a:off x="931170" y="1306653"/>
              <a:ext cx="647179" cy="474455"/>
              <a:chOff x="931170" y="1306653"/>
              <a:chExt cx="647179" cy="474455"/>
            </a:xfrm>
          </p:grpSpPr>
          <p:sp>
            <p:nvSpPr>
              <p:cNvPr id="10517" name="Google Shape;10517;p133"/>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133"/>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19" name="Google Shape;10519;p133"/>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0" name="Google Shape;10520;p133"/>
          <p:cNvGrpSpPr/>
          <p:nvPr/>
        </p:nvGrpSpPr>
        <p:grpSpPr>
          <a:xfrm>
            <a:off x="3964037" y="1171363"/>
            <a:ext cx="634656" cy="699982"/>
            <a:chOff x="5985650" y="2860025"/>
            <a:chExt cx="1396075" cy="1539775"/>
          </a:xfrm>
        </p:grpSpPr>
        <p:sp>
          <p:nvSpPr>
            <p:cNvPr id="10521" name="Google Shape;10521;p133"/>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133"/>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133"/>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133"/>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133"/>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133"/>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133"/>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133"/>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133"/>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133"/>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133"/>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133"/>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133"/>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133"/>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133"/>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133"/>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133"/>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133"/>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133"/>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133"/>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133"/>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133"/>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133"/>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133"/>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133"/>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133"/>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133"/>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133"/>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133"/>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133"/>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133"/>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133"/>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3" name="Google Shape;10553;p133"/>
          <p:cNvGrpSpPr/>
          <p:nvPr/>
        </p:nvGrpSpPr>
        <p:grpSpPr>
          <a:xfrm>
            <a:off x="4719687" y="1171356"/>
            <a:ext cx="725845" cy="699975"/>
            <a:chOff x="4249973" y="1201875"/>
            <a:chExt cx="1958568" cy="1888762"/>
          </a:xfrm>
        </p:grpSpPr>
        <p:sp>
          <p:nvSpPr>
            <p:cNvPr id="10554" name="Google Shape;10554;p133"/>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55" name="Google Shape;10555;p133"/>
            <p:cNvGrpSpPr/>
            <p:nvPr/>
          </p:nvGrpSpPr>
          <p:grpSpPr>
            <a:xfrm>
              <a:off x="5853086" y="1789142"/>
              <a:ext cx="355454" cy="1048099"/>
              <a:chOff x="5576108" y="2016725"/>
              <a:chExt cx="565200" cy="1666560"/>
            </a:xfrm>
          </p:grpSpPr>
          <p:sp>
            <p:nvSpPr>
              <p:cNvPr id="10556" name="Google Shape;10556;p133"/>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557" name="Google Shape;10557;p133"/>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8" name="Google Shape;10558;p133"/>
            <p:cNvGrpSpPr/>
            <p:nvPr/>
          </p:nvGrpSpPr>
          <p:grpSpPr>
            <a:xfrm>
              <a:off x="4869455" y="2691676"/>
              <a:ext cx="1013897" cy="398961"/>
              <a:chOff x="4012057" y="3451825"/>
              <a:chExt cx="1612175" cy="634379"/>
            </a:xfrm>
          </p:grpSpPr>
          <p:sp>
            <p:nvSpPr>
              <p:cNvPr id="10559" name="Google Shape;10559;p133"/>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560" name="Google Shape;10560;p133"/>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1" name="Google Shape;10561;p133"/>
            <p:cNvGrpSpPr/>
            <p:nvPr/>
          </p:nvGrpSpPr>
          <p:grpSpPr>
            <a:xfrm>
              <a:off x="4276937" y="2155961"/>
              <a:ext cx="651965" cy="891358"/>
              <a:chOff x="3069908" y="2599997"/>
              <a:chExt cx="1036675" cy="1417328"/>
            </a:xfrm>
          </p:grpSpPr>
          <p:sp>
            <p:nvSpPr>
              <p:cNvPr id="10562" name="Google Shape;10562;p133"/>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563" name="Google Shape;10563;p133"/>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4" name="Google Shape;10564;p133"/>
            <p:cNvGrpSpPr/>
            <p:nvPr/>
          </p:nvGrpSpPr>
          <p:grpSpPr>
            <a:xfrm>
              <a:off x="5054918" y="1201875"/>
              <a:ext cx="999548" cy="602711"/>
              <a:chOff x="4306958" y="1082925"/>
              <a:chExt cx="1589359" cy="958358"/>
            </a:xfrm>
          </p:grpSpPr>
          <p:sp>
            <p:nvSpPr>
              <p:cNvPr id="10565" name="Google Shape;10565;p133"/>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566" name="Google Shape;10566;p133"/>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7" name="Google Shape;10567;p133"/>
            <p:cNvGrpSpPr/>
            <p:nvPr/>
          </p:nvGrpSpPr>
          <p:grpSpPr>
            <a:xfrm>
              <a:off x="4249973" y="1303451"/>
              <a:ext cx="799317" cy="841334"/>
              <a:chOff x="3027033" y="1244439"/>
              <a:chExt cx="1270977" cy="1337786"/>
            </a:xfrm>
          </p:grpSpPr>
          <p:sp>
            <p:nvSpPr>
              <p:cNvPr id="10568" name="Google Shape;10568;p133"/>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569" name="Google Shape;10569;p133"/>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70" name="Google Shape;10570;p133"/>
          <p:cNvGrpSpPr/>
          <p:nvPr/>
        </p:nvGrpSpPr>
        <p:grpSpPr>
          <a:xfrm>
            <a:off x="4072551" y="2058137"/>
            <a:ext cx="750769" cy="683784"/>
            <a:chOff x="4204684" y="2104422"/>
            <a:chExt cx="699822" cy="637382"/>
          </a:xfrm>
        </p:grpSpPr>
        <p:grpSp>
          <p:nvGrpSpPr>
            <p:cNvPr id="10571" name="Google Shape;10571;p133"/>
            <p:cNvGrpSpPr/>
            <p:nvPr/>
          </p:nvGrpSpPr>
          <p:grpSpPr>
            <a:xfrm>
              <a:off x="4204684" y="2430067"/>
              <a:ext cx="342957" cy="311738"/>
              <a:chOff x="4204684" y="2430067"/>
              <a:chExt cx="342957" cy="311738"/>
            </a:xfrm>
          </p:grpSpPr>
          <p:sp>
            <p:nvSpPr>
              <p:cNvPr id="10572" name="Google Shape;10572;p133"/>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133"/>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4" name="Google Shape;10574;p133"/>
            <p:cNvGrpSpPr/>
            <p:nvPr/>
          </p:nvGrpSpPr>
          <p:grpSpPr>
            <a:xfrm>
              <a:off x="4561586" y="2430067"/>
              <a:ext cx="342920" cy="311738"/>
              <a:chOff x="4561586" y="2430067"/>
              <a:chExt cx="342920" cy="311738"/>
            </a:xfrm>
          </p:grpSpPr>
          <p:sp>
            <p:nvSpPr>
              <p:cNvPr id="10575" name="Google Shape;10575;p133"/>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133"/>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7" name="Google Shape;10577;p133"/>
            <p:cNvGrpSpPr/>
            <p:nvPr/>
          </p:nvGrpSpPr>
          <p:grpSpPr>
            <a:xfrm>
              <a:off x="4561586" y="2104422"/>
              <a:ext cx="342920" cy="311738"/>
              <a:chOff x="4561586" y="2104422"/>
              <a:chExt cx="342920" cy="311738"/>
            </a:xfrm>
          </p:grpSpPr>
          <p:sp>
            <p:nvSpPr>
              <p:cNvPr id="10578" name="Google Shape;10578;p133"/>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133"/>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0" name="Google Shape;10580;p133"/>
            <p:cNvGrpSpPr/>
            <p:nvPr/>
          </p:nvGrpSpPr>
          <p:grpSpPr>
            <a:xfrm>
              <a:off x="4204684" y="2104422"/>
              <a:ext cx="342957" cy="311664"/>
              <a:chOff x="4204684" y="2104422"/>
              <a:chExt cx="342957" cy="311664"/>
            </a:xfrm>
          </p:grpSpPr>
          <p:sp>
            <p:nvSpPr>
              <p:cNvPr id="10581" name="Google Shape;10581;p133"/>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133"/>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83" name="Google Shape;10583;p133"/>
          <p:cNvGrpSpPr/>
          <p:nvPr/>
        </p:nvGrpSpPr>
        <p:grpSpPr>
          <a:xfrm>
            <a:off x="5536984" y="1171351"/>
            <a:ext cx="660591" cy="688867"/>
            <a:chOff x="5830645" y="1267368"/>
            <a:chExt cx="530340" cy="553040"/>
          </a:xfrm>
        </p:grpSpPr>
        <p:sp>
          <p:nvSpPr>
            <p:cNvPr id="10584" name="Google Shape;10584;p133"/>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85" name="Google Shape;10585;p133"/>
            <p:cNvGrpSpPr/>
            <p:nvPr/>
          </p:nvGrpSpPr>
          <p:grpSpPr>
            <a:xfrm>
              <a:off x="5830645" y="1267368"/>
              <a:ext cx="259743" cy="269909"/>
              <a:chOff x="5830645" y="1267368"/>
              <a:chExt cx="259743" cy="269909"/>
            </a:xfrm>
          </p:grpSpPr>
          <p:sp>
            <p:nvSpPr>
              <p:cNvPr id="10586" name="Google Shape;10586;p133"/>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133"/>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8" name="Google Shape;10588;p133"/>
            <p:cNvGrpSpPr/>
            <p:nvPr/>
          </p:nvGrpSpPr>
          <p:grpSpPr>
            <a:xfrm>
              <a:off x="6101293" y="1267368"/>
              <a:ext cx="259692" cy="269909"/>
              <a:chOff x="6101293" y="1267368"/>
              <a:chExt cx="259692" cy="269909"/>
            </a:xfrm>
          </p:grpSpPr>
          <p:sp>
            <p:nvSpPr>
              <p:cNvPr id="10589" name="Google Shape;10589;p133"/>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133"/>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1" name="Google Shape;10591;p133"/>
            <p:cNvGrpSpPr/>
            <p:nvPr/>
          </p:nvGrpSpPr>
          <p:grpSpPr>
            <a:xfrm>
              <a:off x="5830645" y="1550500"/>
              <a:ext cx="259692" cy="269909"/>
              <a:chOff x="5830645" y="1550500"/>
              <a:chExt cx="259692" cy="269909"/>
            </a:xfrm>
          </p:grpSpPr>
          <p:sp>
            <p:nvSpPr>
              <p:cNvPr id="10592" name="Google Shape;10592;p133"/>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133"/>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4" name="Google Shape;10594;p133"/>
            <p:cNvGrpSpPr/>
            <p:nvPr/>
          </p:nvGrpSpPr>
          <p:grpSpPr>
            <a:xfrm>
              <a:off x="6101293" y="1550500"/>
              <a:ext cx="259692" cy="269909"/>
              <a:chOff x="6101293" y="1550500"/>
              <a:chExt cx="259692" cy="269909"/>
            </a:xfrm>
          </p:grpSpPr>
          <p:sp>
            <p:nvSpPr>
              <p:cNvPr id="10595" name="Google Shape;10595;p133"/>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133"/>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97" name="Google Shape;10597;p133"/>
          <p:cNvGrpSpPr/>
          <p:nvPr/>
        </p:nvGrpSpPr>
        <p:grpSpPr>
          <a:xfrm>
            <a:off x="739138" y="2061810"/>
            <a:ext cx="697154" cy="679574"/>
            <a:chOff x="2679875" y="2361475"/>
            <a:chExt cx="780425" cy="760575"/>
          </a:xfrm>
        </p:grpSpPr>
        <p:sp>
          <p:nvSpPr>
            <p:cNvPr id="10598" name="Google Shape;10598;p133"/>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133"/>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133"/>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133"/>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133"/>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133"/>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4" name="Google Shape;10604;p133"/>
          <p:cNvGrpSpPr/>
          <p:nvPr/>
        </p:nvGrpSpPr>
        <p:grpSpPr>
          <a:xfrm>
            <a:off x="3138297" y="1171402"/>
            <a:ext cx="735829" cy="684547"/>
            <a:chOff x="3351965" y="1148808"/>
            <a:chExt cx="750770" cy="698375"/>
          </a:xfrm>
        </p:grpSpPr>
        <p:grpSp>
          <p:nvGrpSpPr>
            <p:cNvPr id="10605" name="Google Shape;10605;p133"/>
            <p:cNvGrpSpPr/>
            <p:nvPr/>
          </p:nvGrpSpPr>
          <p:grpSpPr>
            <a:xfrm>
              <a:off x="3586796" y="1148808"/>
              <a:ext cx="294857" cy="286830"/>
              <a:chOff x="3750225" y="1774000"/>
              <a:chExt cx="149575" cy="145525"/>
            </a:xfrm>
          </p:grpSpPr>
          <p:sp>
            <p:nvSpPr>
              <p:cNvPr id="10606" name="Google Shape;10606;p133"/>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133"/>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8" name="Google Shape;10608;p133"/>
            <p:cNvGrpSpPr/>
            <p:nvPr/>
          </p:nvGrpSpPr>
          <p:grpSpPr>
            <a:xfrm>
              <a:off x="3779245" y="1375768"/>
              <a:ext cx="323490" cy="286978"/>
              <a:chOff x="3847850" y="1889150"/>
              <a:chExt cx="164100" cy="145600"/>
            </a:xfrm>
          </p:grpSpPr>
          <p:sp>
            <p:nvSpPr>
              <p:cNvPr id="10609" name="Google Shape;10609;p133"/>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133"/>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1" name="Google Shape;10611;p133"/>
            <p:cNvGrpSpPr/>
            <p:nvPr/>
          </p:nvGrpSpPr>
          <p:grpSpPr>
            <a:xfrm>
              <a:off x="3351965" y="1330435"/>
              <a:ext cx="295449" cy="285401"/>
              <a:chOff x="3631100" y="1866150"/>
              <a:chExt cx="149875" cy="144800"/>
            </a:xfrm>
          </p:grpSpPr>
          <p:sp>
            <p:nvSpPr>
              <p:cNvPr id="10612" name="Google Shape;10612;p133"/>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133"/>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4" name="Google Shape;10614;p133"/>
            <p:cNvGrpSpPr/>
            <p:nvPr/>
          </p:nvGrpSpPr>
          <p:grpSpPr>
            <a:xfrm>
              <a:off x="3548208" y="1560352"/>
              <a:ext cx="294808" cy="286830"/>
              <a:chOff x="3730650" y="1982800"/>
              <a:chExt cx="149550" cy="145525"/>
            </a:xfrm>
          </p:grpSpPr>
          <p:sp>
            <p:nvSpPr>
              <p:cNvPr id="10615" name="Google Shape;10615;p133"/>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133"/>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17" name="Google Shape;10617;p133"/>
          <p:cNvGrpSpPr/>
          <p:nvPr/>
        </p:nvGrpSpPr>
        <p:grpSpPr>
          <a:xfrm>
            <a:off x="7639949" y="1171356"/>
            <a:ext cx="804565" cy="677795"/>
            <a:chOff x="7636443" y="1204988"/>
            <a:chExt cx="804565" cy="677795"/>
          </a:xfrm>
        </p:grpSpPr>
        <p:grpSp>
          <p:nvGrpSpPr>
            <p:cNvPr id="10618" name="Google Shape;10618;p133"/>
            <p:cNvGrpSpPr/>
            <p:nvPr/>
          </p:nvGrpSpPr>
          <p:grpSpPr>
            <a:xfrm>
              <a:off x="7636443" y="1509705"/>
              <a:ext cx="804565" cy="373078"/>
              <a:chOff x="7636443" y="1509705"/>
              <a:chExt cx="804565" cy="373078"/>
            </a:xfrm>
          </p:grpSpPr>
          <p:sp>
            <p:nvSpPr>
              <p:cNvPr id="10619" name="Google Shape;10619;p133"/>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133"/>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1" name="Google Shape;10621;p133"/>
            <p:cNvGrpSpPr/>
            <p:nvPr/>
          </p:nvGrpSpPr>
          <p:grpSpPr>
            <a:xfrm>
              <a:off x="7636443" y="1408133"/>
              <a:ext cx="804565" cy="373078"/>
              <a:chOff x="7636443" y="1408133"/>
              <a:chExt cx="804565" cy="373078"/>
            </a:xfrm>
          </p:grpSpPr>
          <p:sp>
            <p:nvSpPr>
              <p:cNvPr id="10622" name="Google Shape;10622;p133"/>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133"/>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4" name="Google Shape;10624;p133"/>
            <p:cNvGrpSpPr/>
            <p:nvPr/>
          </p:nvGrpSpPr>
          <p:grpSpPr>
            <a:xfrm>
              <a:off x="7636443" y="1306560"/>
              <a:ext cx="804565" cy="373078"/>
              <a:chOff x="7636443" y="1306560"/>
              <a:chExt cx="804565" cy="373078"/>
            </a:xfrm>
          </p:grpSpPr>
          <p:sp>
            <p:nvSpPr>
              <p:cNvPr id="10625" name="Google Shape;10625;p133"/>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133"/>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7" name="Google Shape;10627;p133"/>
            <p:cNvGrpSpPr/>
            <p:nvPr/>
          </p:nvGrpSpPr>
          <p:grpSpPr>
            <a:xfrm>
              <a:off x="7636443" y="1204988"/>
              <a:ext cx="804565" cy="373078"/>
              <a:chOff x="7636443" y="1204988"/>
              <a:chExt cx="804565" cy="373078"/>
            </a:xfrm>
          </p:grpSpPr>
          <p:sp>
            <p:nvSpPr>
              <p:cNvPr id="10628" name="Google Shape;10628;p133"/>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133"/>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30" name="Google Shape;10630;p133"/>
          <p:cNvGrpSpPr/>
          <p:nvPr/>
        </p:nvGrpSpPr>
        <p:grpSpPr>
          <a:xfrm>
            <a:off x="4978796" y="2078771"/>
            <a:ext cx="661339" cy="661188"/>
            <a:chOff x="3990000" y="975400"/>
            <a:chExt cx="3934200" cy="3933300"/>
          </a:xfrm>
        </p:grpSpPr>
        <p:sp>
          <p:nvSpPr>
            <p:cNvPr id="10631" name="Google Shape;10631;p133"/>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133"/>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133"/>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133"/>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5" name="Google Shape;10635;p133"/>
          <p:cNvGrpSpPr/>
          <p:nvPr/>
        </p:nvGrpSpPr>
        <p:grpSpPr>
          <a:xfrm>
            <a:off x="6622444" y="2057409"/>
            <a:ext cx="868881" cy="684241"/>
            <a:chOff x="6598259" y="2078634"/>
            <a:chExt cx="868881" cy="684241"/>
          </a:xfrm>
        </p:grpSpPr>
        <p:sp>
          <p:nvSpPr>
            <p:cNvPr id="10636" name="Google Shape;10636;p133"/>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133"/>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133"/>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133"/>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133"/>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133"/>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42" name="Google Shape;10642;p133"/>
            <p:cNvGrpSpPr/>
            <p:nvPr/>
          </p:nvGrpSpPr>
          <p:grpSpPr>
            <a:xfrm>
              <a:off x="6808175" y="2078634"/>
              <a:ext cx="452229" cy="684241"/>
              <a:chOff x="6808175" y="2078634"/>
              <a:chExt cx="452229" cy="684241"/>
            </a:xfrm>
          </p:grpSpPr>
          <p:sp>
            <p:nvSpPr>
              <p:cNvPr id="10643" name="Google Shape;10643;p133"/>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133"/>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133"/>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133"/>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133"/>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133"/>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49" name="Google Shape;10649;p133"/>
              <p:cNvGrpSpPr/>
              <p:nvPr/>
            </p:nvGrpSpPr>
            <p:grpSpPr>
              <a:xfrm>
                <a:off x="6821586" y="2078634"/>
                <a:ext cx="426871" cy="684241"/>
                <a:chOff x="6821586" y="2078634"/>
                <a:chExt cx="426871" cy="684241"/>
              </a:xfrm>
            </p:grpSpPr>
            <p:grpSp>
              <p:nvGrpSpPr>
                <p:cNvPr id="10650" name="Google Shape;10650;p133"/>
                <p:cNvGrpSpPr/>
                <p:nvPr/>
              </p:nvGrpSpPr>
              <p:grpSpPr>
                <a:xfrm>
                  <a:off x="6821586" y="2078634"/>
                  <a:ext cx="426871" cy="684241"/>
                  <a:chOff x="6821586" y="2078634"/>
                  <a:chExt cx="426871" cy="684241"/>
                </a:xfrm>
              </p:grpSpPr>
              <p:sp>
                <p:nvSpPr>
                  <p:cNvPr id="10651" name="Google Shape;10651;p133"/>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133"/>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133"/>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133"/>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133"/>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133"/>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133"/>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133"/>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133"/>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133"/>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133"/>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133"/>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133"/>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133"/>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133"/>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133"/>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133"/>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133"/>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133"/>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70" name="Google Shape;10670;p133"/>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133"/>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133"/>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133"/>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133"/>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133"/>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676" name="Google Shape;10676;p133"/>
          <p:cNvGrpSpPr/>
          <p:nvPr/>
        </p:nvGrpSpPr>
        <p:grpSpPr>
          <a:xfrm>
            <a:off x="5795610" y="2063018"/>
            <a:ext cx="671358" cy="671358"/>
            <a:chOff x="6535625" y="760425"/>
            <a:chExt cx="1665900" cy="1665900"/>
          </a:xfrm>
        </p:grpSpPr>
        <p:sp>
          <p:nvSpPr>
            <p:cNvPr id="10677" name="Google Shape;10677;p133"/>
            <p:cNvSpPr/>
            <p:nvPr/>
          </p:nvSpPr>
          <p:spPr>
            <a:xfrm>
              <a:off x="6535625" y="760425"/>
              <a:ext cx="1665900" cy="16659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133"/>
            <p:cNvSpPr/>
            <p:nvPr/>
          </p:nvSpPr>
          <p:spPr>
            <a:xfrm>
              <a:off x="6713675" y="1116525"/>
              <a:ext cx="1309800" cy="13098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133"/>
            <p:cNvSpPr/>
            <p:nvPr/>
          </p:nvSpPr>
          <p:spPr>
            <a:xfrm>
              <a:off x="6831275" y="1351725"/>
              <a:ext cx="1074600" cy="1074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133"/>
            <p:cNvSpPr/>
            <p:nvPr/>
          </p:nvSpPr>
          <p:spPr>
            <a:xfrm>
              <a:off x="6942425" y="1574025"/>
              <a:ext cx="852300" cy="8523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1" name="Google Shape;10681;p133"/>
          <p:cNvGrpSpPr/>
          <p:nvPr/>
        </p:nvGrpSpPr>
        <p:grpSpPr>
          <a:xfrm>
            <a:off x="732427" y="3731418"/>
            <a:ext cx="1340789" cy="640830"/>
            <a:chOff x="238125" y="1151100"/>
            <a:chExt cx="7139450" cy="3412300"/>
          </a:xfrm>
        </p:grpSpPr>
        <p:sp>
          <p:nvSpPr>
            <p:cNvPr id="10682" name="Google Shape;10682;p133"/>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133"/>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133"/>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133"/>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133"/>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133"/>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133"/>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133"/>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133"/>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133"/>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133"/>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133"/>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4" name="Google Shape;10694;p133"/>
          <p:cNvGrpSpPr/>
          <p:nvPr/>
        </p:nvGrpSpPr>
        <p:grpSpPr>
          <a:xfrm>
            <a:off x="5599650" y="2934699"/>
            <a:ext cx="985357" cy="585764"/>
            <a:chOff x="5145061" y="2881789"/>
            <a:chExt cx="1107641" cy="658458"/>
          </a:xfrm>
        </p:grpSpPr>
        <p:grpSp>
          <p:nvGrpSpPr>
            <p:cNvPr id="10695" name="Google Shape;10695;p133"/>
            <p:cNvGrpSpPr/>
            <p:nvPr/>
          </p:nvGrpSpPr>
          <p:grpSpPr>
            <a:xfrm>
              <a:off x="5722989" y="3244587"/>
              <a:ext cx="529713" cy="295659"/>
              <a:chOff x="5722989" y="3244587"/>
              <a:chExt cx="529713" cy="295659"/>
            </a:xfrm>
          </p:grpSpPr>
          <p:sp>
            <p:nvSpPr>
              <p:cNvPr id="10696" name="Google Shape;10696;p133"/>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697" name="Google Shape;10697;p133"/>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698" name="Google Shape;10698;p133"/>
            <p:cNvGrpSpPr/>
            <p:nvPr/>
          </p:nvGrpSpPr>
          <p:grpSpPr>
            <a:xfrm>
              <a:off x="5145061" y="3244587"/>
              <a:ext cx="536807" cy="295659"/>
              <a:chOff x="5145061" y="3244587"/>
              <a:chExt cx="536807" cy="295659"/>
            </a:xfrm>
          </p:grpSpPr>
          <p:sp>
            <p:nvSpPr>
              <p:cNvPr id="10699" name="Google Shape;10699;p133"/>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700" name="Google Shape;10700;p133"/>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701" name="Google Shape;10701;p133"/>
            <p:cNvGrpSpPr/>
            <p:nvPr/>
          </p:nvGrpSpPr>
          <p:grpSpPr>
            <a:xfrm>
              <a:off x="5341327" y="2898245"/>
              <a:ext cx="532309" cy="614891"/>
              <a:chOff x="5341327" y="2898245"/>
              <a:chExt cx="532309" cy="614891"/>
            </a:xfrm>
          </p:grpSpPr>
          <p:sp>
            <p:nvSpPr>
              <p:cNvPr id="10702" name="Google Shape;10702;p133"/>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703" name="Google Shape;10703;p133"/>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704" name="Google Shape;10704;p133"/>
            <p:cNvGrpSpPr/>
            <p:nvPr/>
          </p:nvGrpSpPr>
          <p:grpSpPr>
            <a:xfrm>
              <a:off x="5532290" y="2881789"/>
              <a:ext cx="620516" cy="305456"/>
              <a:chOff x="5532290" y="2881789"/>
              <a:chExt cx="620516" cy="305456"/>
            </a:xfrm>
          </p:grpSpPr>
          <p:sp>
            <p:nvSpPr>
              <p:cNvPr id="10705" name="Google Shape;10705;p133"/>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706" name="Google Shape;10706;p133"/>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707" name="Google Shape;10707;p133"/>
          <p:cNvGrpSpPr/>
          <p:nvPr/>
        </p:nvGrpSpPr>
        <p:grpSpPr>
          <a:xfrm>
            <a:off x="8178573" y="3726757"/>
            <a:ext cx="269068" cy="645491"/>
            <a:chOff x="7026852" y="3311869"/>
            <a:chExt cx="434331" cy="1041954"/>
          </a:xfrm>
        </p:grpSpPr>
        <p:sp>
          <p:nvSpPr>
            <p:cNvPr id="10708" name="Google Shape;10708;p133"/>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133"/>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133"/>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1" name="Google Shape;10711;p133"/>
          <p:cNvGrpSpPr/>
          <p:nvPr/>
        </p:nvGrpSpPr>
        <p:grpSpPr>
          <a:xfrm>
            <a:off x="6195154" y="3765995"/>
            <a:ext cx="293882" cy="293836"/>
            <a:chOff x="4873519" y="3311869"/>
            <a:chExt cx="499374" cy="499296"/>
          </a:xfrm>
        </p:grpSpPr>
        <p:sp>
          <p:nvSpPr>
            <p:cNvPr id="10712" name="Google Shape;10712;p133"/>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133"/>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4" name="Google Shape;10714;p133"/>
          <p:cNvGrpSpPr/>
          <p:nvPr/>
        </p:nvGrpSpPr>
        <p:grpSpPr>
          <a:xfrm>
            <a:off x="6195154" y="4078366"/>
            <a:ext cx="293882" cy="293882"/>
            <a:chOff x="4873519" y="3875839"/>
            <a:chExt cx="499374" cy="499374"/>
          </a:xfrm>
        </p:grpSpPr>
        <p:sp>
          <p:nvSpPr>
            <p:cNvPr id="10715" name="Google Shape;10715;p133"/>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133"/>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7" name="Google Shape;10717;p133"/>
          <p:cNvGrpSpPr/>
          <p:nvPr/>
        </p:nvGrpSpPr>
        <p:grpSpPr>
          <a:xfrm>
            <a:off x="2425681" y="2050319"/>
            <a:ext cx="698104" cy="698208"/>
            <a:chOff x="2565073" y="2075876"/>
            <a:chExt cx="672482" cy="672518"/>
          </a:xfrm>
        </p:grpSpPr>
        <p:sp>
          <p:nvSpPr>
            <p:cNvPr id="10718" name="Google Shape;10718;p133"/>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133"/>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133"/>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133"/>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133"/>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133"/>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4" name="Google Shape;10724;p133"/>
          <p:cNvGrpSpPr/>
          <p:nvPr/>
        </p:nvGrpSpPr>
        <p:grpSpPr>
          <a:xfrm>
            <a:off x="5649092" y="3734919"/>
            <a:ext cx="438354" cy="637329"/>
            <a:chOff x="1697726" y="3244179"/>
            <a:chExt cx="788124" cy="1146069"/>
          </a:xfrm>
        </p:grpSpPr>
        <p:sp>
          <p:nvSpPr>
            <p:cNvPr id="10725" name="Google Shape;10725;p133"/>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133"/>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27" name="Google Shape;10727;p133"/>
          <p:cNvSpPr/>
          <p:nvPr/>
        </p:nvSpPr>
        <p:spPr>
          <a:xfrm>
            <a:off x="8146351" y="36227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28" name="Google Shape;10728;p133"/>
          <p:cNvGrpSpPr/>
          <p:nvPr/>
        </p:nvGrpSpPr>
        <p:grpSpPr>
          <a:xfrm>
            <a:off x="7650306" y="2063282"/>
            <a:ext cx="799565" cy="670282"/>
            <a:chOff x="7617850" y="2063282"/>
            <a:chExt cx="799565" cy="670282"/>
          </a:xfrm>
        </p:grpSpPr>
        <p:cxnSp>
          <p:nvCxnSpPr>
            <p:cNvPr id="10729" name="Google Shape;10729;p133"/>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730" name="Google Shape;10730;p133"/>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731" name="Google Shape;10731;p133"/>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732" name="Google Shape;10732;p133"/>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733" name="Google Shape;10733;p133"/>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734" name="Google Shape;10734;p133"/>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735" name="Google Shape;10735;p133"/>
            <p:cNvGrpSpPr/>
            <p:nvPr/>
          </p:nvGrpSpPr>
          <p:grpSpPr>
            <a:xfrm>
              <a:off x="7734309" y="2063282"/>
              <a:ext cx="570957" cy="620095"/>
              <a:chOff x="7734309" y="2063282"/>
              <a:chExt cx="570957" cy="620095"/>
            </a:xfrm>
          </p:grpSpPr>
          <p:grpSp>
            <p:nvGrpSpPr>
              <p:cNvPr id="10736" name="Google Shape;10736;p133"/>
              <p:cNvGrpSpPr/>
              <p:nvPr/>
            </p:nvGrpSpPr>
            <p:grpSpPr>
              <a:xfrm>
                <a:off x="8031573" y="2063282"/>
                <a:ext cx="273693" cy="620095"/>
                <a:chOff x="8031573" y="2063282"/>
                <a:chExt cx="273693" cy="620095"/>
              </a:xfrm>
            </p:grpSpPr>
            <p:sp>
              <p:nvSpPr>
                <p:cNvPr id="10737" name="Google Shape;10737;p133"/>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133"/>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133"/>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133"/>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1" name="Google Shape;10741;p133"/>
              <p:cNvGrpSpPr/>
              <p:nvPr/>
            </p:nvGrpSpPr>
            <p:grpSpPr>
              <a:xfrm flipH="1">
                <a:off x="7734309" y="2063282"/>
                <a:ext cx="273693" cy="620095"/>
                <a:chOff x="8031573" y="2063282"/>
                <a:chExt cx="273693" cy="620095"/>
              </a:xfrm>
            </p:grpSpPr>
            <p:sp>
              <p:nvSpPr>
                <p:cNvPr id="10742" name="Google Shape;10742;p133"/>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133"/>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133"/>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133"/>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10746" name="Google Shape;10746;p133"/>
          <p:cNvSpPr/>
          <p:nvPr/>
        </p:nvSpPr>
        <p:spPr>
          <a:xfrm>
            <a:off x="7110561" y="375537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133"/>
          <p:cNvSpPr/>
          <p:nvPr/>
        </p:nvSpPr>
        <p:spPr>
          <a:xfrm rot="10800000">
            <a:off x="6596743" y="375278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8" name="Google Shape;10748;p133"/>
          <p:cNvGrpSpPr/>
          <p:nvPr/>
        </p:nvGrpSpPr>
        <p:grpSpPr>
          <a:xfrm>
            <a:off x="7836913" y="2916765"/>
            <a:ext cx="602567" cy="601884"/>
            <a:chOff x="1186975" y="238125"/>
            <a:chExt cx="5244275" cy="5238325"/>
          </a:xfrm>
        </p:grpSpPr>
        <p:sp>
          <p:nvSpPr>
            <p:cNvPr id="10749" name="Google Shape;10749;p133"/>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133"/>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133"/>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133"/>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3" name="Google Shape;10753;p133"/>
          <p:cNvGrpSpPr/>
          <p:nvPr/>
        </p:nvGrpSpPr>
        <p:grpSpPr>
          <a:xfrm>
            <a:off x="3279650" y="2056249"/>
            <a:ext cx="651848" cy="687338"/>
            <a:chOff x="3400515" y="2056248"/>
            <a:chExt cx="698134" cy="735987"/>
          </a:xfrm>
        </p:grpSpPr>
        <p:grpSp>
          <p:nvGrpSpPr>
            <p:cNvPr id="10754" name="Google Shape;10754;p133"/>
            <p:cNvGrpSpPr/>
            <p:nvPr/>
          </p:nvGrpSpPr>
          <p:grpSpPr>
            <a:xfrm>
              <a:off x="3400515" y="2283913"/>
              <a:ext cx="312919" cy="219900"/>
              <a:chOff x="3400515" y="2283913"/>
              <a:chExt cx="312919" cy="219900"/>
            </a:xfrm>
          </p:grpSpPr>
          <p:sp>
            <p:nvSpPr>
              <p:cNvPr id="10755" name="Google Shape;10755;p133"/>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756" name="Google Shape;10756;p133"/>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10757" name="Google Shape;10757;p133"/>
            <p:cNvGrpSpPr/>
            <p:nvPr/>
          </p:nvGrpSpPr>
          <p:grpSpPr>
            <a:xfrm>
              <a:off x="3547823" y="2461089"/>
              <a:ext cx="219900" cy="331146"/>
              <a:chOff x="3547823" y="2461089"/>
              <a:chExt cx="219900" cy="331146"/>
            </a:xfrm>
          </p:grpSpPr>
          <p:sp>
            <p:nvSpPr>
              <p:cNvPr id="10758" name="Google Shape;10758;p133"/>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759" name="Google Shape;10759;p133"/>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10760" name="Google Shape;10760;p133"/>
            <p:cNvGrpSpPr/>
            <p:nvPr/>
          </p:nvGrpSpPr>
          <p:grpSpPr>
            <a:xfrm>
              <a:off x="3734138" y="2461089"/>
              <a:ext cx="219900" cy="331146"/>
              <a:chOff x="3734138" y="2461089"/>
              <a:chExt cx="219900" cy="331146"/>
            </a:xfrm>
          </p:grpSpPr>
          <p:sp>
            <p:nvSpPr>
              <p:cNvPr id="10761" name="Google Shape;10761;p133"/>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762" name="Google Shape;10762;p133"/>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10763" name="Google Shape;10763;p133"/>
            <p:cNvGrpSpPr/>
            <p:nvPr/>
          </p:nvGrpSpPr>
          <p:grpSpPr>
            <a:xfrm>
              <a:off x="3787560" y="2281742"/>
              <a:ext cx="311089" cy="219900"/>
              <a:chOff x="3787560" y="2281742"/>
              <a:chExt cx="311089" cy="219900"/>
            </a:xfrm>
          </p:grpSpPr>
          <p:sp>
            <p:nvSpPr>
              <p:cNvPr id="10764" name="Google Shape;10764;p133"/>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765" name="Google Shape;10765;p133"/>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10766" name="Google Shape;10766;p133"/>
            <p:cNvGrpSpPr/>
            <p:nvPr/>
          </p:nvGrpSpPr>
          <p:grpSpPr>
            <a:xfrm>
              <a:off x="3637290" y="2056248"/>
              <a:ext cx="219900" cy="330736"/>
              <a:chOff x="3637290" y="2056248"/>
              <a:chExt cx="219900" cy="330736"/>
            </a:xfrm>
          </p:grpSpPr>
          <p:sp>
            <p:nvSpPr>
              <p:cNvPr id="10767" name="Google Shape;10767;p133"/>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768" name="Google Shape;10768;p133"/>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10769" name="Google Shape;10769;p133"/>
          <p:cNvGrpSpPr/>
          <p:nvPr/>
        </p:nvGrpSpPr>
        <p:grpSpPr>
          <a:xfrm>
            <a:off x="2571356" y="2926255"/>
            <a:ext cx="1268144" cy="592394"/>
            <a:chOff x="238125" y="1188750"/>
            <a:chExt cx="7140450" cy="3335550"/>
          </a:xfrm>
        </p:grpSpPr>
        <p:sp>
          <p:nvSpPr>
            <p:cNvPr id="10770" name="Google Shape;10770;p133"/>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133"/>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133"/>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133"/>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133"/>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5" name="Google Shape;10775;p133"/>
          <p:cNvGrpSpPr/>
          <p:nvPr/>
        </p:nvGrpSpPr>
        <p:grpSpPr>
          <a:xfrm>
            <a:off x="6679257" y="2928410"/>
            <a:ext cx="1053944" cy="590147"/>
            <a:chOff x="238125" y="1335475"/>
            <a:chExt cx="5418735" cy="3034175"/>
          </a:xfrm>
        </p:grpSpPr>
        <p:sp>
          <p:nvSpPr>
            <p:cNvPr id="10776" name="Google Shape;10776;p133"/>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133"/>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133"/>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9" name="Google Shape;10779;p133"/>
          <p:cNvGrpSpPr/>
          <p:nvPr/>
        </p:nvGrpSpPr>
        <p:grpSpPr>
          <a:xfrm>
            <a:off x="4110066" y="3733309"/>
            <a:ext cx="1268207" cy="638939"/>
            <a:chOff x="3967651" y="3645904"/>
            <a:chExt cx="1479304" cy="745292"/>
          </a:xfrm>
        </p:grpSpPr>
        <p:grpSp>
          <p:nvGrpSpPr>
            <p:cNvPr id="10780" name="Google Shape;10780;p133"/>
            <p:cNvGrpSpPr/>
            <p:nvPr/>
          </p:nvGrpSpPr>
          <p:grpSpPr>
            <a:xfrm>
              <a:off x="3967651" y="4009026"/>
              <a:ext cx="1479304" cy="382170"/>
              <a:chOff x="3967651" y="4009026"/>
              <a:chExt cx="1479304" cy="382170"/>
            </a:xfrm>
          </p:grpSpPr>
          <p:grpSp>
            <p:nvGrpSpPr>
              <p:cNvPr id="10781" name="Google Shape;10781;p133"/>
              <p:cNvGrpSpPr/>
              <p:nvPr/>
            </p:nvGrpSpPr>
            <p:grpSpPr>
              <a:xfrm>
                <a:off x="4892216" y="4195630"/>
                <a:ext cx="554739" cy="195566"/>
                <a:chOff x="3604375" y="4892160"/>
                <a:chExt cx="1651500" cy="582215"/>
              </a:xfrm>
            </p:grpSpPr>
            <p:sp>
              <p:nvSpPr>
                <p:cNvPr id="10782" name="Google Shape;10782;p133"/>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133"/>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4" name="Google Shape;10784;p133"/>
              <p:cNvGrpSpPr/>
              <p:nvPr/>
            </p:nvGrpSpPr>
            <p:grpSpPr>
              <a:xfrm>
                <a:off x="3967651" y="4146303"/>
                <a:ext cx="579402" cy="244893"/>
                <a:chOff x="851875" y="4745310"/>
                <a:chExt cx="1724925" cy="729065"/>
              </a:xfrm>
            </p:grpSpPr>
            <p:sp>
              <p:nvSpPr>
                <p:cNvPr id="10785" name="Google Shape;10785;p133"/>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133"/>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7" name="Google Shape;10787;p133"/>
              <p:cNvGrpSpPr/>
              <p:nvPr/>
            </p:nvGrpSpPr>
            <p:grpSpPr>
              <a:xfrm>
                <a:off x="4460753" y="4009026"/>
                <a:ext cx="493110" cy="382170"/>
                <a:chOff x="2319875" y="4336625"/>
                <a:chExt cx="1468025" cy="1137750"/>
              </a:xfrm>
            </p:grpSpPr>
            <p:sp>
              <p:nvSpPr>
                <p:cNvPr id="10788" name="Google Shape;10788;p133"/>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133"/>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90" name="Google Shape;10790;p133"/>
            <p:cNvGrpSpPr/>
            <p:nvPr/>
          </p:nvGrpSpPr>
          <p:grpSpPr>
            <a:xfrm>
              <a:off x="4479443" y="3645904"/>
              <a:ext cx="455965" cy="388789"/>
              <a:chOff x="2957425" y="238100"/>
              <a:chExt cx="1910200" cy="1628775"/>
            </a:xfrm>
          </p:grpSpPr>
          <p:sp>
            <p:nvSpPr>
              <p:cNvPr id="10791" name="Google Shape;10791;p133"/>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133"/>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133"/>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133"/>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133"/>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133"/>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133"/>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133"/>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133"/>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133"/>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01" name="Google Shape;10801;p133"/>
          <p:cNvGrpSpPr/>
          <p:nvPr/>
        </p:nvGrpSpPr>
        <p:grpSpPr>
          <a:xfrm>
            <a:off x="2496179" y="3734510"/>
            <a:ext cx="1243128" cy="637739"/>
            <a:chOff x="2496310" y="3693351"/>
            <a:chExt cx="1342906" cy="688926"/>
          </a:xfrm>
        </p:grpSpPr>
        <p:grpSp>
          <p:nvGrpSpPr>
            <p:cNvPr id="10802" name="Google Shape;10802;p133"/>
            <p:cNvGrpSpPr/>
            <p:nvPr/>
          </p:nvGrpSpPr>
          <p:grpSpPr>
            <a:xfrm>
              <a:off x="2496310" y="3693351"/>
              <a:ext cx="1342906" cy="688875"/>
              <a:chOff x="2496310" y="3693351"/>
              <a:chExt cx="1342906" cy="688875"/>
            </a:xfrm>
          </p:grpSpPr>
          <p:sp>
            <p:nvSpPr>
              <p:cNvPr id="10803" name="Google Shape;10803;p133"/>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133"/>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133"/>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133"/>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133"/>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133"/>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09" name="Google Shape;10809;p133"/>
              <p:cNvCxnSpPr>
                <a:stCxn id="10807"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10810" name="Google Shape;10810;p133"/>
              <p:cNvCxnSpPr>
                <a:stCxn id="10804"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10811" name="Google Shape;10811;p133"/>
              <p:cNvCxnSpPr>
                <a:stCxn id="10805"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10812" name="Google Shape;10812;p133"/>
              <p:cNvCxnSpPr>
                <a:stCxn id="10808"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10813" name="Google Shape;10813;p133"/>
              <p:cNvCxnSpPr>
                <a:stCxn id="10806"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814" name="Google Shape;10814;p133"/>
            <p:cNvGrpSpPr/>
            <p:nvPr/>
          </p:nvGrpSpPr>
          <p:grpSpPr>
            <a:xfrm>
              <a:off x="2675275" y="3930557"/>
              <a:ext cx="1003306" cy="451719"/>
              <a:chOff x="2675275" y="4174282"/>
              <a:chExt cx="1003306" cy="451719"/>
            </a:xfrm>
          </p:grpSpPr>
          <p:sp>
            <p:nvSpPr>
              <p:cNvPr id="10815" name="Google Shape;10815;p133"/>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133"/>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133"/>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18" name="Google Shape;10818;p133"/>
          <p:cNvGrpSpPr/>
          <p:nvPr/>
        </p:nvGrpSpPr>
        <p:grpSpPr>
          <a:xfrm>
            <a:off x="1669850" y="1171356"/>
            <a:ext cx="574511" cy="874709"/>
            <a:chOff x="1715404" y="1112080"/>
            <a:chExt cx="642270" cy="977984"/>
          </a:xfrm>
        </p:grpSpPr>
        <p:grpSp>
          <p:nvGrpSpPr>
            <p:cNvPr id="10819" name="Google Shape;10819;p133"/>
            <p:cNvGrpSpPr/>
            <p:nvPr/>
          </p:nvGrpSpPr>
          <p:grpSpPr>
            <a:xfrm>
              <a:off x="1715404" y="1112080"/>
              <a:ext cx="642270" cy="977984"/>
              <a:chOff x="1715404" y="1112080"/>
              <a:chExt cx="642270" cy="977984"/>
            </a:xfrm>
          </p:grpSpPr>
          <p:sp>
            <p:nvSpPr>
              <p:cNvPr id="10820" name="Google Shape;10820;p133"/>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133"/>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2" name="Google Shape;10822;p133"/>
            <p:cNvGrpSpPr/>
            <p:nvPr/>
          </p:nvGrpSpPr>
          <p:grpSpPr>
            <a:xfrm>
              <a:off x="1768927" y="1165603"/>
              <a:ext cx="535225" cy="851367"/>
              <a:chOff x="1768927" y="1165603"/>
              <a:chExt cx="535225" cy="851367"/>
            </a:xfrm>
          </p:grpSpPr>
          <p:sp>
            <p:nvSpPr>
              <p:cNvPr id="10823" name="Google Shape;10823;p133"/>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133"/>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5" name="Google Shape;10825;p133"/>
            <p:cNvGrpSpPr/>
            <p:nvPr/>
          </p:nvGrpSpPr>
          <p:grpSpPr>
            <a:xfrm>
              <a:off x="1822449" y="1219125"/>
              <a:ext cx="428180" cy="718859"/>
              <a:chOff x="1822449" y="1219125"/>
              <a:chExt cx="428180" cy="718859"/>
            </a:xfrm>
          </p:grpSpPr>
          <p:sp>
            <p:nvSpPr>
              <p:cNvPr id="10826" name="Google Shape;10826;p133"/>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133"/>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8" name="Google Shape;10828;p133"/>
            <p:cNvGrpSpPr/>
            <p:nvPr/>
          </p:nvGrpSpPr>
          <p:grpSpPr>
            <a:xfrm>
              <a:off x="1875972" y="1272648"/>
              <a:ext cx="321135" cy="586939"/>
              <a:chOff x="1875972" y="1272648"/>
              <a:chExt cx="321135" cy="586939"/>
            </a:xfrm>
          </p:grpSpPr>
          <p:sp>
            <p:nvSpPr>
              <p:cNvPr id="10829" name="Google Shape;10829;p133"/>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133"/>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31" name="Google Shape;10831;p133"/>
          <p:cNvGrpSpPr/>
          <p:nvPr/>
        </p:nvGrpSpPr>
        <p:grpSpPr>
          <a:xfrm>
            <a:off x="7777011" y="3728078"/>
            <a:ext cx="293855" cy="644170"/>
            <a:chOff x="241025" y="3151575"/>
            <a:chExt cx="293855" cy="644170"/>
          </a:xfrm>
        </p:grpSpPr>
        <p:sp>
          <p:nvSpPr>
            <p:cNvPr id="10832" name="Google Shape;10832;p133"/>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133"/>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4" name="Google Shape;10834;p133"/>
          <p:cNvGrpSpPr/>
          <p:nvPr/>
        </p:nvGrpSpPr>
        <p:grpSpPr>
          <a:xfrm>
            <a:off x="724994" y="2928078"/>
            <a:ext cx="1779649" cy="591620"/>
            <a:chOff x="246070" y="1983375"/>
            <a:chExt cx="1855347" cy="616849"/>
          </a:xfrm>
        </p:grpSpPr>
        <p:sp>
          <p:nvSpPr>
            <p:cNvPr id="10835" name="Google Shape;10835;p133"/>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133"/>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133"/>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133"/>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133"/>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133"/>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133"/>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133"/>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133"/>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133"/>
          <p:cNvGrpSpPr/>
          <p:nvPr/>
        </p:nvGrpSpPr>
        <p:grpSpPr>
          <a:xfrm>
            <a:off x="2335861" y="1171356"/>
            <a:ext cx="711055" cy="745993"/>
            <a:chOff x="2496269" y="1171698"/>
            <a:chExt cx="761953" cy="799392"/>
          </a:xfrm>
        </p:grpSpPr>
        <p:grpSp>
          <p:nvGrpSpPr>
            <p:cNvPr id="10845" name="Google Shape;10845;p133"/>
            <p:cNvGrpSpPr/>
            <p:nvPr/>
          </p:nvGrpSpPr>
          <p:grpSpPr>
            <a:xfrm>
              <a:off x="2496269" y="1171698"/>
              <a:ext cx="761953" cy="723022"/>
              <a:chOff x="2496269" y="1171698"/>
              <a:chExt cx="761953" cy="723022"/>
            </a:xfrm>
          </p:grpSpPr>
          <p:sp>
            <p:nvSpPr>
              <p:cNvPr id="10846" name="Google Shape;10846;p133"/>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133"/>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48" name="Google Shape;10848;p133"/>
              <p:cNvGrpSpPr/>
              <p:nvPr/>
            </p:nvGrpSpPr>
            <p:grpSpPr>
              <a:xfrm>
                <a:off x="2496269" y="1171698"/>
                <a:ext cx="761953" cy="723022"/>
                <a:chOff x="2496269" y="1120652"/>
                <a:chExt cx="761953" cy="723022"/>
              </a:xfrm>
            </p:grpSpPr>
            <p:grpSp>
              <p:nvGrpSpPr>
                <p:cNvPr id="10849" name="Google Shape;10849;p133"/>
                <p:cNvGrpSpPr/>
                <p:nvPr/>
              </p:nvGrpSpPr>
              <p:grpSpPr>
                <a:xfrm>
                  <a:off x="2496269" y="1120652"/>
                  <a:ext cx="761953" cy="723022"/>
                  <a:chOff x="2496269" y="1120652"/>
                  <a:chExt cx="761953" cy="723022"/>
                </a:xfrm>
              </p:grpSpPr>
              <p:grpSp>
                <p:nvGrpSpPr>
                  <p:cNvPr id="10850" name="Google Shape;10850;p133"/>
                  <p:cNvGrpSpPr/>
                  <p:nvPr/>
                </p:nvGrpSpPr>
                <p:grpSpPr>
                  <a:xfrm>
                    <a:off x="2496269" y="1304589"/>
                    <a:ext cx="407089" cy="305057"/>
                    <a:chOff x="2496269" y="1304589"/>
                    <a:chExt cx="407089" cy="305057"/>
                  </a:xfrm>
                </p:grpSpPr>
                <p:sp>
                  <p:nvSpPr>
                    <p:cNvPr id="10851" name="Google Shape;10851;p133"/>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133"/>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3" name="Google Shape;10853;p133"/>
                  <p:cNvGrpSpPr/>
                  <p:nvPr/>
                </p:nvGrpSpPr>
                <p:grpSpPr>
                  <a:xfrm>
                    <a:off x="2586468" y="1493376"/>
                    <a:ext cx="358850" cy="349656"/>
                    <a:chOff x="2586468" y="1493376"/>
                    <a:chExt cx="358850" cy="349656"/>
                  </a:xfrm>
                </p:grpSpPr>
                <p:sp>
                  <p:nvSpPr>
                    <p:cNvPr id="10854" name="Google Shape;10854;p133"/>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133"/>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6" name="Google Shape;10856;p133"/>
                  <p:cNvGrpSpPr/>
                  <p:nvPr/>
                </p:nvGrpSpPr>
                <p:grpSpPr>
                  <a:xfrm>
                    <a:off x="2807939" y="1494024"/>
                    <a:ext cx="358857" cy="349650"/>
                    <a:chOff x="2807939" y="1494024"/>
                    <a:chExt cx="358857" cy="349650"/>
                  </a:xfrm>
                </p:grpSpPr>
                <p:sp>
                  <p:nvSpPr>
                    <p:cNvPr id="10857" name="Google Shape;10857;p133"/>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133"/>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9" name="Google Shape;10859;p133"/>
                  <p:cNvGrpSpPr/>
                  <p:nvPr/>
                </p:nvGrpSpPr>
                <p:grpSpPr>
                  <a:xfrm>
                    <a:off x="2851133" y="1305635"/>
                    <a:ext cx="407089" cy="305057"/>
                    <a:chOff x="2851133" y="1305635"/>
                    <a:chExt cx="407089" cy="305057"/>
                  </a:xfrm>
                </p:grpSpPr>
                <p:sp>
                  <p:nvSpPr>
                    <p:cNvPr id="10860" name="Google Shape;10860;p133"/>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133"/>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2" name="Google Shape;10862;p133"/>
                  <p:cNvGrpSpPr/>
                  <p:nvPr/>
                </p:nvGrpSpPr>
                <p:grpSpPr>
                  <a:xfrm>
                    <a:off x="2727495" y="1120652"/>
                    <a:ext cx="300271" cy="396358"/>
                    <a:chOff x="2727495" y="1120652"/>
                    <a:chExt cx="300271" cy="396358"/>
                  </a:xfrm>
                </p:grpSpPr>
                <p:sp>
                  <p:nvSpPr>
                    <p:cNvPr id="10863" name="Google Shape;10863;p133"/>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133"/>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65" name="Google Shape;10865;p133"/>
                <p:cNvGrpSpPr/>
                <p:nvPr/>
              </p:nvGrpSpPr>
              <p:grpSpPr>
                <a:xfrm>
                  <a:off x="2722305" y="1350460"/>
                  <a:ext cx="308357" cy="308344"/>
                  <a:chOff x="2722305" y="1350460"/>
                  <a:chExt cx="308357" cy="308344"/>
                </a:xfrm>
              </p:grpSpPr>
              <p:sp>
                <p:nvSpPr>
                  <p:cNvPr id="10866" name="Google Shape;10866;p133"/>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67" name="Google Shape;10867;p133"/>
                  <p:cNvGrpSpPr/>
                  <p:nvPr/>
                </p:nvGrpSpPr>
                <p:grpSpPr>
                  <a:xfrm>
                    <a:off x="2725064" y="1364529"/>
                    <a:ext cx="297954" cy="280182"/>
                    <a:chOff x="2725064" y="1364529"/>
                    <a:chExt cx="297954" cy="280182"/>
                  </a:xfrm>
                </p:grpSpPr>
                <p:sp>
                  <p:nvSpPr>
                    <p:cNvPr id="10868" name="Google Shape;10868;p133"/>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133"/>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133"/>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133"/>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133"/>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10873" name="Google Shape;10873;p133"/>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133"/>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133"/>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133"/>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133"/>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8" name="Google Shape;10878;p133"/>
          <p:cNvGrpSpPr/>
          <p:nvPr/>
        </p:nvGrpSpPr>
        <p:grpSpPr>
          <a:xfrm>
            <a:off x="3924561" y="2927462"/>
            <a:ext cx="1569144" cy="591015"/>
            <a:chOff x="3820100" y="3023049"/>
            <a:chExt cx="1303926" cy="491162"/>
          </a:xfrm>
        </p:grpSpPr>
        <p:grpSp>
          <p:nvGrpSpPr>
            <p:cNvPr id="10879" name="Google Shape;10879;p133"/>
            <p:cNvGrpSpPr/>
            <p:nvPr/>
          </p:nvGrpSpPr>
          <p:grpSpPr>
            <a:xfrm>
              <a:off x="3820100" y="3023072"/>
              <a:ext cx="1303926" cy="491139"/>
              <a:chOff x="3820100" y="3023072"/>
              <a:chExt cx="1303926" cy="491139"/>
            </a:xfrm>
          </p:grpSpPr>
          <p:sp>
            <p:nvSpPr>
              <p:cNvPr id="10880" name="Google Shape;10880;p133"/>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133"/>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2" name="Google Shape;10882;p133"/>
            <p:cNvGrpSpPr/>
            <p:nvPr/>
          </p:nvGrpSpPr>
          <p:grpSpPr>
            <a:xfrm>
              <a:off x="4132439" y="3023645"/>
              <a:ext cx="393633" cy="177096"/>
              <a:chOff x="4132439" y="3023645"/>
              <a:chExt cx="393633" cy="177096"/>
            </a:xfrm>
          </p:grpSpPr>
          <p:sp>
            <p:nvSpPr>
              <p:cNvPr id="10883" name="Google Shape;10883;p133"/>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133"/>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133"/>
            <p:cNvGrpSpPr/>
            <p:nvPr/>
          </p:nvGrpSpPr>
          <p:grpSpPr>
            <a:xfrm>
              <a:off x="3921811" y="3023049"/>
              <a:ext cx="1002397" cy="388943"/>
              <a:chOff x="3921811" y="3023049"/>
              <a:chExt cx="1002397" cy="388943"/>
            </a:xfrm>
          </p:grpSpPr>
          <p:sp>
            <p:nvSpPr>
              <p:cNvPr id="10886" name="Google Shape;10886;p133"/>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133"/>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8" name="Google Shape;10888;p133"/>
            <p:cNvGrpSpPr/>
            <p:nvPr/>
          </p:nvGrpSpPr>
          <p:grpSpPr>
            <a:xfrm>
              <a:off x="4023645" y="3023049"/>
              <a:ext cx="683032" cy="286722"/>
              <a:chOff x="4023645" y="3023049"/>
              <a:chExt cx="683032" cy="286722"/>
            </a:xfrm>
          </p:grpSpPr>
          <p:sp>
            <p:nvSpPr>
              <p:cNvPr id="10889" name="Google Shape;10889;p133"/>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133"/>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91" name="Google Shape;10891;p133"/>
          <p:cNvGrpSpPr/>
          <p:nvPr/>
        </p:nvGrpSpPr>
        <p:grpSpPr>
          <a:xfrm>
            <a:off x="1556683" y="2054307"/>
            <a:ext cx="713522" cy="688025"/>
            <a:chOff x="1706078" y="2092648"/>
            <a:chExt cx="660913" cy="637296"/>
          </a:xfrm>
        </p:grpSpPr>
        <p:sp>
          <p:nvSpPr>
            <p:cNvPr id="10892" name="Google Shape;10892;p133"/>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3" name="Google Shape;10893;p133"/>
            <p:cNvGrpSpPr/>
            <p:nvPr/>
          </p:nvGrpSpPr>
          <p:grpSpPr>
            <a:xfrm>
              <a:off x="1706078" y="2092648"/>
              <a:ext cx="660913" cy="575241"/>
              <a:chOff x="1706078" y="2092648"/>
              <a:chExt cx="660913" cy="575241"/>
            </a:xfrm>
          </p:grpSpPr>
          <p:sp>
            <p:nvSpPr>
              <p:cNvPr id="10894" name="Google Shape;10894;p133"/>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133"/>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133"/>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97" name="Google Shape;10897;p133"/>
          <p:cNvGrpSpPr/>
          <p:nvPr/>
        </p:nvGrpSpPr>
        <p:grpSpPr>
          <a:xfrm>
            <a:off x="6318542" y="1171856"/>
            <a:ext cx="1317459" cy="684168"/>
            <a:chOff x="238125" y="999450"/>
            <a:chExt cx="7140700" cy="3708225"/>
          </a:xfrm>
        </p:grpSpPr>
        <p:sp>
          <p:nvSpPr>
            <p:cNvPr id="10898" name="Google Shape;10898;p133"/>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133"/>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133"/>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133"/>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133"/>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133"/>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133"/>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133"/>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133"/>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Shape 10910"/>
        <p:cNvGrpSpPr/>
        <p:nvPr/>
      </p:nvGrpSpPr>
      <p:grpSpPr>
        <a:xfrm>
          <a:off x="0" y="0"/>
          <a:ext cx="0" cy="0"/>
          <a:chOff x="0" y="0"/>
          <a:chExt cx="0" cy="0"/>
        </a:xfrm>
      </p:grpSpPr>
      <p:grpSp>
        <p:nvGrpSpPr>
          <p:cNvPr id="10911" name="Google Shape;10911;p134"/>
          <p:cNvGrpSpPr/>
          <p:nvPr/>
        </p:nvGrpSpPr>
        <p:grpSpPr>
          <a:xfrm>
            <a:off x="729238" y="1179665"/>
            <a:ext cx="1636117" cy="1526144"/>
            <a:chOff x="729238" y="1179665"/>
            <a:chExt cx="1636117" cy="1526144"/>
          </a:xfrm>
        </p:grpSpPr>
        <p:grpSp>
          <p:nvGrpSpPr>
            <p:cNvPr id="10912" name="Google Shape;10912;p134"/>
            <p:cNvGrpSpPr/>
            <p:nvPr/>
          </p:nvGrpSpPr>
          <p:grpSpPr>
            <a:xfrm>
              <a:off x="729238" y="1179665"/>
              <a:ext cx="80700" cy="1526144"/>
              <a:chOff x="729238" y="1179665"/>
              <a:chExt cx="80700" cy="1526144"/>
            </a:xfrm>
          </p:grpSpPr>
          <p:sp>
            <p:nvSpPr>
              <p:cNvPr id="10913" name="Google Shape;10913;p134"/>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134"/>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134"/>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134"/>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134"/>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134"/>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134"/>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134"/>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134"/>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134"/>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3" name="Google Shape;10923;p134"/>
            <p:cNvGrpSpPr/>
            <p:nvPr/>
          </p:nvGrpSpPr>
          <p:grpSpPr>
            <a:xfrm>
              <a:off x="903098" y="1179665"/>
              <a:ext cx="80700" cy="1526144"/>
              <a:chOff x="903098" y="1179665"/>
              <a:chExt cx="80700" cy="1526144"/>
            </a:xfrm>
          </p:grpSpPr>
          <p:sp>
            <p:nvSpPr>
              <p:cNvPr id="10924" name="Google Shape;10924;p134"/>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134"/>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134"/>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134"/>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134"/>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134"/>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134"/>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134"/>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134"/>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134"/>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4" name="Google Shape;10934;p134"/>
            <p:cNvGrpSpPr/>
            <p:nvPr/>
          </p:nvGrpSpPr>
          <p:grpSpPr>
            <a:xfrm>
              <a:off x="1076958" y="1179665"/>
              <a:ext cx="80700" cy="1526144"/>
              <a:chOff x="1076958" y="1179665"/>
              <a:chExt cx="80700" cy="1526144"/>
            </a:xfrm>
          </p:grpSpPr>
          <p:sp>
            <p:nvSpPr>
              <p:cNvPr id="10935" name="Google Shape;10935;p134"/>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134"/>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134"/>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134"/>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134"/>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134"/>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134"/>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134"/>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134"/>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134"/>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5" name="Google Shape;10945;p134"/>
            <p:cNvGrpSpPr/>
            <p:nvPr/>
          </p:nvGrpSpPr>
          <p:grpSpPr>
            <a:xfrm>
              <a:off x="1247707" y="1179665"/>
              <a:ext cx="80700" cy="1526144"/>
              <a:chOff x="1247707" y="1179665"/>
              <a:chExt cx="80700" cy="1526144"/>
            </a:xfrm>
          </p:grpSpPr>
          <p:sp>
            <p:nvSpPr>
              <p:cNvPr id="10946" name="Google Shape;10946;p134"/>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134"/>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134"/>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134"/>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134"/>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134"/>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134"/>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134"/>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134"/>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134"/>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6" name="Google Shape;10956;p134"/>
            <p:cNvGrpSpPr/>
            <p:nvPr/>
          </p:nvGrpSpPr>
          <p:grpSpPr>
            <a:xfrm>
              <a:off x="1421567" y="1179665"/>
              <a:ext cx="80700" cy="1526144"/>
              <a:chOff x="1421567" y="1179665"/>
              <a:chExt cx="80700" cy="1526144"/>
            </a:xfrm>
          </p:grpSpPr>
          <p:sp>
            <p:nvSpPr>
              <p:cNvPr id="10957" name="Google Shape;10957;p134"/>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134"/>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134"/>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134"/>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134"/>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134"/>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134"/>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134"/>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134"/>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134"/>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7" name="Google Shape;10967;p134"/>
            <p:cNvGrpSpPr/>
            <p:nvPr/>
          </p:nvGrpSpPr>
          <p:grpSpPr>
            <a:xfrm>
              <a:off x="1592327" y="1179665"/>
              <a:ext cx="80700" cy="1526144"/>
              <a:chOff x="1592327" y="1179665"/>
              <a:chExt cx="80700" cy="1526144"/>
            </a:xfrm>
          </p:grpSpPr>
          <p:sp>
            <p:nvSpPr>
              <p:cNvPr id="10968" name="Google Shape;10968;p134"/>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134"/>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134"/>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134"/>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134"/>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134"/>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134"/>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134"/>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134"/>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134"/>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8" name="Google Shape;10978;p134"/>
            <p:cNvGrpSpPr/>
            <p:nvPr/>
          </p:nvGrpSpPr>
          <p:grpSpPr>
            <a:xfrm>
              <a:off x="1766187" y="1179665"/>
              <a:ext cx="80700" cy="1526144"/>
              <a:chOff x="1766187" y="1179665"/>
              <a:chExt cx="80700" cy="1526144"/>
            </a:xfrm>
          </p:grpSpPr>
          <p:sp>
            <p:nvSpPr>
              <p:cNvPr id="10979" name="Google Shape;10979;p134"/>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134"/>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134"/>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134"/>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134"/>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134"/>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134"/>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134"/>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134"/>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134"/>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9" name="Google Shape;10989;p134"/>
            <p:cNvGrpSpPr/>
            <p:nvPr/>
          </p:nvGrpSpPr>
          <p:grpSpPr>
            <a:xfrm>
              <a:off x="1936935" y="1179665"/>
              <a:ext cx="80700" cy="1526144"/>
              <a:chOff x="1936935" y="1179665"/>
              <a:chExt cx="80700" cy="1526144"/>
            </a:xfrm>
          </p:grpSpPr>
          <p:sp>
            <p:nvSpPr>
              <p:cNvPr id="10990" name="Google Shape;10990;p134"/>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134"/>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134"/>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134"/>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134"/>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134"/>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134"/>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134"/>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134"/>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134"/>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0" name="Google Shape;11000;p134"/>
            <p:cNvGrpSpPr/>
            <p:nvPr/>
          </p:nvGrpSpPr>
          <p:grpSpPr>
            <a:xfrm>
              <a:off x="2110795" y="1179665"/>
              <a:ext cx="80700" cy="1526144"/>
              <a:chOff x="2110795" y="1179665"/>
              <a:chExt cx="80700" cy="1526144"/>
            </a:xfrm>
          </p:grpSpPr>
          <p:sp>
            <p:nvSpPr>
              <p:cNvPr id="11001" name="Google Shape;11001;p134"/>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134"/>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134"/>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134"/>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134"/>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134"/>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134"/>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134"/>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134"/>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134"/>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1" name="Google Shape;11011;p134"/>
            <p:cNvGrpSpPr/>
            <p:nvPr/>
          </p:nvGrpSpPr>
          <p:grpSpPr>
            <a:xfrm>
              <a:off x="2284655" y="1179665"/>
              <a:ext cx="80700" cy="1526144"/>
              <a:chOff x="2284655" y="1179665"/>
              <a:chExt cx="80700" cy="1526144"/>
            </a:xfrm>
          </p:grpSpPr>
          <p:sp>
            <p:nvSpPr>
              <p:cNvPr id="11012" name="Google Shape;11012;p134"/>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134"/>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134"/>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134"/>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134"/>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134"/>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134"/>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134"/>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134"/>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134"/>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22" name="Google Shape;11022;p134"/>
          <p:cNvGrpSpPr/>
          <p:nvPr/>
        </p:nvGrpSpPr>
        <p:grpSpPr>
          <a:xfrm>
            <a:off x="2623904" y="1198803"/>
            <a:ext cx="1364248" cy="1102133"/>
            <a:chOff x="2623904" y="1198803"/>
            <a:chExt cx="1364248" cy="1102133"/>
          </a:xfrm>
        </p:grpSpPr>
        <p:grpSp>
          <p:nvGrpSpPr>
            <p:cNvPr id="11023" name="Google Shape;11023;p134"/>
            <p:cNvGrpSpPr/>
            <p:nvPr/>
          </p:nvGrpSpPr>
          <p:grpSpPr>
            <a:xfrm>
              <a:off x="2623907" y="1198803"/>
              <a:ext cx="1364245" cy="273000"/>
              <a:chOff x="2623907" y="1198803"/>
              <a:chExt cx="1364245" cy="273000"/>
            </a:xfrm>
          </p:grpSpPr>
          <p:sp>
            <p:nvSpPr>
              <p:cNvPr id="11024" name="Google Shape;11024;p134"/>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134"/>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134"/>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134"/>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134"/>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9" name="Google Shape;11029;p134"/>
            <p:cNvGrpSpPr/>
            <p:nvPr/>
          </p:nvGrpSpPr>
          <p:grpSpPr>
            <a:xfrm>
              <a:off x="2623904" y="1476964"/>
              <a:ext cx="1364245" cy="273000"/>
              <a:chOff x="2623904" y="1476964"/>
              <a:chExt cx="1364245" cy="273000"/>
            </a:xfrm>
          </p:grpSpPr>
          <p:sp>
            <p:nvSpPr>
              <p:cNvPr id="11030" name="Google Shape;11030;p134"/>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134"/>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134"/>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134"/>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134"/>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5" name="Google Shape;11035;p134"/>
            <p:cNvGrpSpPr/>
            <p:nvPr/>
          </p:nvGrpSpPr>
          <p:grpSpPr>
            <a:xfrm>
              <a:off x="2623907" y="1749775"/>
              <a:ext cx="1364245" cy="273000"/>
              <a:chOff x="2623907" y="1749775"/>
              <a:chExt cx="1364245" cy="273000"/>
            </a:xfrm>
          </p:grpSpPr>
          <p:sp>
            <p:nvSpPr>
              <p:cNvPr id="11036" name="Google Shape;11036;p134"/>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134"/>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134"/>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134"/>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134"/>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1" name="Google Shape;11041;p134"/>
            <p:cNvGrpSpPr/>
            <p:nvPr/>
          </p:nvGrpSpPr>
          <p:grpSpPr>
            <a:xfrm>
              <a:off x="2623904" y="2027936"/>
              <a:ext cx="1364245" cy="273000"/>
              <a:chOff x="2623904" y="2027936"/>
              <a:chExt cx="1364245" cy="273000"/>
            </a:xfrm>
          </p:grpSpPr>
          <p:sp>
            <p:nvSpPr>
              <p:cNvPr id="11042" name="Google Shape;11042;p134"/>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134"/>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134"/>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134"/>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134"/>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47" name="Google Shape;11047;p134"/>
          <p:cNvGrpSpPr/>
          <p:nvPr/>
        </p:nvGrpSpPr>
        <p:grpSpPr>
          <a:xfrm>
            <a:off x="2613365" y="2657876"/>
            <a:ext cx="1387541" cy="159124"/>
            <a:chOff x="3200660" y="2180272"/>
            <a:chExt cx="2563824" cy="378237"/>
          </a:xfrm>
        </p:grpSpPr>
        <p:sp>
          <p:nvSpPr>
            <p:cNvPr id="11048" name="Google Shape;11048;p134"/>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134"/>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134"/>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134"/>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134"/>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134"/>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134"/>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134"/>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134"/>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134"/>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134"/>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134"/>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134"/>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134"/>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134"/>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134"/>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134"/>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134"/>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6" name="Google Shape;11066;p134"/>
          <p:cNvGrpSpPr/>
          <p:nvPr/>
        </p:nvGrpSpPr>
        <p:grpSpPr>
          <a:xfrm>
            <a:off x="2609890" y="2935640"/>
            <a:ext cx="1390502" cy="159625"/>
            <a:chOff x="3530150" y="2790075"/>
            <a:chExt cx="1962600" cy="225300"/>
          </a:xfrm>
        </p:grpSpPr>
        <p:sp>
          <p:nvSpPr>
            <p:cNvPr id="11067" name="Google Shape;11067;p134"/>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134"/>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9" name="Google Shape;11069;p134"/>
          <p:cNvGrpSpPr/>
          <p:nvPr/>
        </p:nvGrpSpPr>
        <p:grpSpPr>
          <a:xfrm>
            <a:off x="2609948" y="3213905"/>
            <a:ext cx="1411629" cy="154175"/>
            <a:chOff x="3558802" y="4011244"/>
            <a:chExt cx="1866000" cy="111600"/>
          </a:xfrm>
        </p:grpSpPr>
        <p:sp>
          <p:nvSpPr>
            <p:cNvPr id="11070" name="Google Shape;11070;p134"/>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134"/>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2" name="Google Shape;11072;p134"/>
          <p:cNvGrpSpPr/>
          <p:nvPr/>
        </p:nvGrpSpPr>
        <p:grpSpPr>
          <a:xfrm>
            <a:off x="2610235" y="2419475"/>
            <a:ext cx="1383503" cy="119761"/>
            <a:chOff x="3465975" y="2270258"/>
            <a:chExt cx="1986364" cy="171947"/>
          </a:xfrm>
        </p:grpSpPr>
        <p:sp>
          <p:nvSpPr>
            <p:cNvPr id="11073" name="Google Shape;11073;p134"/>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134"/>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134"/>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134"/>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134"/>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134"/>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134"/>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134"/>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1" name="Google Shape;11081;p134"/>
          <p:cNvGrpSpPr/>
          <p:nvPr/>
        </p:nvGrpSpPr>
        <p:grpSpPr>
          <a:xfrm>
            <a:off x="2621243" y="3783248"/>
            <a:ext cx="1369531" cy="195460"/>
            <a:chOff x="723300" y="4253549"/>
            <a:chExt cx="2276482" cy="324900"/>
          </a:xfrm>
        </p:grpSpPr>
        <p:sp>
          <p:nvSpPr>
            <p:cNvPr id="11082" name="Google Shape;11082;p134"/>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134"/>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134"/>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134"/>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134"/>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7" name="Google Shape;11087;p134"/>
          <p:cNvGrpSpPr/>
          <p:nvPr/>
        </p:nvGrpSpPr>
        <p:grpSpPr>
          <a:xfrm>
            <a:off x="2610803" y="3484489"/>
            <a:ext cx="1389066" cy="180119"/>
            <a:chOff x="705948" y="3788465"/>
            <a:chExt cx="2308953" cy="299400"/>
          </a:xfrm>
        </p:grpSpPr>
        <p:sp>
          <p:nvSpPr>
            <p:cNvPr id="11088" name="Google Shape;11088;p134"/>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134"/>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134"/>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134"/>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134"/>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3" name="Google Shape;11093;p134"/>
          <p:cNvGrpSpPr/>
          <p:nvPr/>
        </p:nvGrpSpPr>
        <p:grpSpPr>
          <a:xfrm>
            <a:off x="4207794" y="2088443"/>
            <a:ext cx="1433821" cy="191501"/>
            <a:chOff x="4273350" y="2088443"/>
            <a:chExt cx="1433821" cy="191501"/>
          </a:xfrm>
        </p:grpSpPr>
        <p:grpSp>
          <p:nvGrpSpPr>
            <p:cNvPr id="11094" name="Google Shape;11094;p134"/>
            <p:cNvGrpSpPr/>
            <p:nvPr/>
          </p:nvGrpSpPr>
          <p:grpSpPr>
            <a:xfrm>
              <a:off x="4273350" y="2088443"/>
              <a:ext cx="1433821" cy="0"/>
              <a:chOff x="5224975" y="2962250"/>
              <a:chExt cx="1544400" cy="0"/>
            </a:xfrm>
          </p:grpSpPr>
          <p:cxnSp>
            <p:nvCxnSpPr>
              <p:cNvPr id="11095" name="Google Shape;11095;p134"/>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11096" name="Google Shape;11096;p134"/>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11097" name="Google Shape;11097;p134"/>
            <p:cNvGrpSpPr/>
            <p:nvPr/>
          </p:nvGrpSpPr>
          <p:grpSpPr>
            <a:xfrm>
              <a:off x="4273350" y="2279944"/>
              <a:ext cx="1433821" cy="0"/>
              <a:chOff x="5224975" y="2962250"/>
              <a:chExt cx="1544400" cy="0"/>
            </a:xfrm>
          </p:grpSpPr>
          <p:cxnSp>
            <p:nvCxnSpPr>
              <p:cNvPr id="11098" name="Google Shape;11098;p134"/>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11099" name="Google Shape;11099;p134"/>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11100" name="Google Shape;11100;p134"/>
          <p:cNvGrpSpPr/>
          <p:nvPr/>
        </p:nvGrpSpPr>
        <p:grpSpPr>
          <a:xfrm>
            <a:off x="2658741" y="4097347"/>
            <a:ext cx="1304609" cy="294074"/>
            <a:chOff x="2658741" y="4097347"/>
            <a:chExt cx="1304609" cy="294074"/>
          </a:xfrm>
        </p:grpSpPr>
        <p:grpSp>
          <p:nvGrpSpPr>
            <p:cNvPr id="11101" name="Google Shape;11101;p134"/>
            <p:cNvGrpSpPr/>
            <p:nvPr/>
          </p:nvGrpSpPr>
          <p:grpSpPr>
            <a:xfrm>
              <a:off x="2658741" y="4097347"/>
              <a:ext cx="118572" cy="294074"/>
              <a:chOff x="3343310" y="4475555"/>
              <a:chExt cx="127717" cy="316753"/>
            </a:xfrm>
          </p:grpSpPr>
          <p:sp>
            <p:nvSpPr>
              <p:cNvPr id="11102" name="Google Shape;11102;p134"/>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134"/>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4" name="Google Shape;11104;p134"/>
            <p:cNvGrpSpPr/>
            <p:nvPr/>
          </p:nvGrpSpPr>
          <p:grpSpPr>
            <a:xfrm>
              <a:off x="3815519" y="4098388"/>
              <a:ext cx="147831" cy="291991"/>
              <a:chOff x="3527539" y="4476677"/>
              <a:chExt cx="159232" cy="314510"/>
            </a:xfrm>
          </p:grpSpPr>
          <p:sp>
            <p:nvSpPr>
              <p:cNvPr id="11105" name="Google Shape;11105;p134"/>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134"/>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7" name="Google Shape;11107;p134"/>
            <p:cNvGrpSpPr/>
            <p:nvPr/>
          </p:nvGrpSpPr>
          <p:grpSpPr>
            <a:xfrm>
              <a:off x="3511696" y="4098388"/>
              <a:ext cx="147831" cy="291991"/>
              <a:chOff x="3527539" y="4476677"/>
              <a:chExt cx="159232" cy="314510"/>
            </a:xfrm>
          </p:grpSpPr>
          <p:sp>
            <p:nvSpPr>
              <p:cNvPr id="11108" name="Google Shape;11108;p134"/>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134"/>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0" name="Google Shape;11110;p134"/>
            <p:cNvGrpSpPr/>
            <p:nvPr/>
          </p:nvGrpSpPr>
          <p:grpSpPr>
            <a:xfrm>
              <a:off x="3207874" y="4098388"/>
              <a:ext cx="147831" cy="291991"/>
              <a:chOff x="3527539" y="4476677"/>
              <a:chExt cx="159232" cy="314510"/>
            </a:xfrm>
          </p:grpSpPr>
          <p:sp>
            <p:nvSpPr>
              <p:cNvPr id="11111" name="Google Shape;11111;p134"/>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134"/>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3" name="Google Shape;11113;p134"/>
            <p:cNvGrpSpPr/>
            <p:nvPr/>
          </p:nvGrpSpPr>
          <p:grpSpPr>
            <a:xfrm>
              <a:off x="2933305" y="4097347"/>
              <a:ext cx="118572" cy="294074"/>
              <a:chOff x="3343310" y="4475555"/>
              <a:chExt cx="127717" cy="316753"/>
            </a:xfrm>
          </p:grpSpPr>
          <p:sp>
            <p:nvSpPr>
              <p:cNvPr id="11114" name="Google Shape;11114;p134"/>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134"/>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16" name="Google Shape;11116;p134"/>
          <p:cNvGrpSpPr/>
          <p:nvPr/>
        </p:nvGrpSpPr>
        <p:grpSpPr>
          <a:xfrm>
            <a:off x="4209349" y="1176041"/>
            <a:ext cx="1430711" cy="751237"/>
            <a:chOff x="5159450" y="1919950"/>
            <a:chExt cx="1541050" cy="862500"/>
          </a:xfrm>
        </p:grpSpPr>
        <p:sp>
          <p:nvSpPr>
            <p:cNvPr id="11117" name="Google Shape;11117;p134"/>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nl-NL"/>
            </a:p>
          </p:txBody>
        </p:sp>
        <p:grpSp>
          <p:nvGrpSpPr>
            <p:cNvPr id="11118" name="Google Shape;11118;p134"/>
            <p:cNvGrpSpPr/>
            <p:nvPr/>
          </p:nvGrpSpPr>
          <p:grpSpPr>
            <a:xfrm>
              <a:off x="5159450" y="1919950"/>
              <a:ext cx="1541050" cy="862500"/>
              <a:chOff x="5159450" y="1919950"/>
              <a:chExt cx="1541050" cy="862500"/>
            </a:xfrm>
          </p:grpSpPr>
          <p:cxnSp>
            <p:nvCxnSpPr>
              <p:cNvPr id="11119" name="Google Shape;11119;p134"/>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1120" name="Google Shape;11120;p134"/>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1121" name="Google Shape;11121;p134"/>
          <p:cNvGrpSpPr/>
          <p:nvPr/>
        </p:nvGrpSpPr>
        <p:grpSpPr>
          <a:xfrm>
            <a:off x="4257486" y="2439811"/>
            <a:ext cx="1334436" cy="967914"/>
            <a:chOff x="4294923" y="2439811"/>
            <a:chExt cx="1334436" cy="967914"/>
          </a:xfrm>
        </p:grpSpPr>
        <p:grpSp>
          <p:nvGrpSpPr>
            <p:cNvPr id="11122" name="Google Shape;11122;p134"/>
            <p:cNvGrpSpPr/>
            <p:nvPr/>
          </p:nvGrpSpPr>
          <p:grpSpPr>
            <a:xfrm>
              <a:off x="4960455" y="2469658"/>
              <a:ext cx="668904" cy="885524"/>
              <a:chOff x="4960455" y="2469658"/>
              <a:chExt cx="668904" cy="885524"/>
            </a:xfrm>
          </p:grpSpPr>
          <p:sp>
            <p:nvSpPr>
              <p:cNvPr id="11123" name="Google Shape;11123;p134"/>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134"/>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134"/>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134"/>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134"/>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134"/>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9" name="Google Shape;11129;p134"/>
            <p:cNvGrpSpPr/>
            <p:nvPr/>
          </p:nvGrpSpPr>
          <p:grpSpPr>
            <a:xfrm>
              <a:off x="4294923" y="2469658"/>
              <a:ext cx="668951" cy="885524"/>
              <a:chOff x="4294923" y="2469658"/>
              <a:chExt cx="668951" cy="885524"/>
            </a:xfrm>
          </p:grpSpPr>
          <p:sp>
            <p:nvSpPr>
              <p:cNvPr id="11130" name="Google Shape;11130;p134"/>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134"/>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134"/>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134"/>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134"/>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134"/>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36" name="Google Shape;11136;p134"/>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7" name="Google Shape;11137;p134"/>
          <p:cNvGrpSpPr/>
          <p:nvPr/>
        </p:nvGrpSpPr>
        <p:grpSpPr>
          <a:xfrm>
            <a:off x="4243690" y="3494256"/>
            <a:ext cx="1430949" cy="897289"/>
            <a:chOff x="4351371" y="3547942"/>
            <a:chExt cx="1345130" cy="843475"/>
          </a:xfrm>
        </p:grpSpPr>
        <p:grpSp>
          <p:nvGrpSpPr>
            <p:cNvPr id="11138" name="Google Shape;11138;p134"/>
            <p:cNvGrpSpPr/>
            <p:nvPr/>
          </p:nvGrpSpPr>
          <p:grpSpPr>
            <a:xfrm>
              <a:off x="4351371" y="4209917"/>
              <a:ext cx="1345130" cy="181500"/>
              <a:chOff x="4351371" y="4209917"/>
              <a:chExt cx="1345130" cy="181500"/>
            </a:xfrm>
          </p:grpSpPr>
          <p:sp>
            <p:nvSpPr>
              <p:cNvPr id="11139" name="Google Shape;11139;p134"/>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140" name="Google Shape;11140;p134"/>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11141" name="Google Shape;11141;p134"/>
            <p:cNvGrpSpPr/>
            <p:nvPr/>
          </p:nvGrpSpPr>
          <p:grpSpPr>
            <a:xfrm>
              <a:off x="4403010" y="3985221"/>
              <a:ext cx="1109518" cy="181500"/>
              <a:chOff x="4403010" y="3985221"/>
              <a:chExt cx="1109518" cy="181500"/>
            </a:xfrm>
          </p:grpSpPr>
          <p:sp>
            <p:nvSpPr>
              <p:cNvPr id="11142" name="Google Shape;11142;p134"/>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143" name="Google Shape;11143;p134"/>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11144" name="Google Shape;11144;p134"/>
            <p:cNvGrpSpPr/>
            <p:nvPr/>
          </p:nvGrpSpPr>
          <p:grpSpPr>
            <a:xfrm>
              <a:off x="4618704" y="3766582"/>
              <a:ext cx="807858" cy="181500"/>
              <a:chOff x="4618704" y="3766582"/>
              <a:chExt cx="807858" cy="181500"/>
            </a:xfrm>
          </p:grpSpPr>
          <p:sp>
            <p:nvSpPr>
              <p:cNvPr id="11145" name="Google Shape;11145;p134"/>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146" name="Google Shape;11146;p134"/>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11147" name="Google Shape;11147;p134"/>
            <p:cNvGrpSpPr/>
            <p:nvPr/>
          </p:nvGrpSpPr>
          <p:grpSpPr>
            <a:xfrm>
              <a:off x="4735238" y="3547942"/>
              <a:ext cx="462839" cy="181500"/>
              <a:chOff x="4735238" y="3547942"/>
              <a:chExt cx="462839" cy="181500"/>
            </a:xfrm>
          </p:grpSpPr>
          <p:sp>
            <p:nvSpPr>
              <p:cNvPr id="11148" name="Google Shape;11148;p134"/>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149" name="Google Shape;11149;p134"/>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11150" name="Google Shape;11150;p134"/>
          <p:cNvGrpSpPr/>
          <p:nvPr/>
        </p:nvGrpSpPr>
        <p:grpSpPr>
          <a:xfrm>
            <a:off x="7420047" y="2429580"/>
            <a:ext cx="1020955" cy="928853"/>
            <a:chOff x="926675" y="238125"/>
            <a:chExt cx="5755100" cy="5232975"/>
          </a:xfrm>
        </p:grpSpPr>
        <p:sp>
          <p:nvSpPr>
            <p:cNvPr id="11151" name="Google Shape;11151;p134"/>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134"/>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134"/>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134"/>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5" name="Google Shape;11155;p134"/>
          <p:cNvGrpSpPr/>
          <p:nvPr/>
        </p:nvGrpSpPr>
        <p:grpSpPr>
          <a:xfrm>
            <a:off x="727421" y="2828315"/>
            <a:ext cx="1695374" cy="1560837"/>
            <a:chOff x="727421" y="2828315"/>
            <a:chExt cx="1695374" cy="1560837"/>
          </a:xfrm>
        </p:grpSpPr>
        <p:grpSp>
          <p:nvGrpSpPr>
            <p:cNvPr id="11156" name="Google Shape;11156;p134"/>
            <p:cNvGrpSpPr/>
            <p:nvPr/>
          </p:nvGrpSpPr>
          <p:grpSpPr>
            <a:xfrm>
              <a:off x="727421" y="2828315"/>
              <a:ext cx="1695374" cy="1560837"/>
              <a:chOff x="734799" y="2782450"/>
              <a:chExt cx="1571100" cy="1577400"/>
            </a:xfrm>
          </p:grpSpPr>
          <p:cxnSp>
            <p:nvCxnSpPr>
              <p:cNvPr id="11157" name="Google Shape;11157;p134"/>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1158" name="Google Shape;11158;p134"/>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1159" name="Google Shape;11159;p134"/>
            <p:cNvGrpSpPr/>
            <p:nvPr/>
          </p:nvGrpSpPr>
          <p:grpSpPr>
            <a:xfrm>
              <a:off x="819108" y="2882501"/>
              <a:ext cx="1556791" cy="1426186"/>
              <a:chOff x="819108" y="2882501"/>
              <a:chExt cx="1556791" cy="1426186"/>
            </a:xfrm>
          </p:grpSpPr>
          <p:grpSp>
            <p:nvGrpSpPr>
              <p:cNvPr id="11160" name="Google Shape;11160;p134"/>
              <p:cNvGrpSpPr/>
              <p:nvPr/>
            </p:nvGrpSpPr>
            <p:grpSpPr>
              <a:xfrm>
                <a:off x="819108" y="2882501"/>
                <a:ext cx="103104" cy="1426186"/>
                <a:chOff x="4674013" y="3100904"/>
                <a:chExt cx="122758" cy="1698043"/>
              </a:xfrm>
            </p:grpSpPr>
            <p:sp>
              <p:nvSpPr>
                <p:cNvPr id="11161" name="Google Shape;11161;p134"/>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134"/>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134"/>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134"/>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134"/>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134"/>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134"/>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8" name="Google Shape;11168;p134"/>
              <p:cNvGrpSpPr/>
              <p:nvPr/>
            </p:nvGrpSpPr>
            <p:grpSpPr>
              <a:xfrm>
                <a:off x="1062475" y="2882501"/>
                <a:ext cx="103104" cy="1426186"/>
                <a:chOff x="4940438" y="3100904"/>
                <a:chExt cx="122758" cy="1698043"/>
              </a:xfrm>
            </p:grpSpPr>
            <p:sp>
              <p:nvSpPr>
                <p:cNvPr id="11169" name="Google Shape;11169;p134"/>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134"/>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134"/>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134"/>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134"/>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134"/>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134"/>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6" name="Google Shape;11176;p134"/>
              <p:cNvGrpSpPr/>
              <p:nvPr/>
            </p:nvGrpSpPr>
            <p:grpSpPr>
              <a:xfrm>
                <a:off x="1299324" y="2882501"/>
                <a:ext cx="103104" cy="1426186"/>
                <a:chOff x="5206863" y="3100904"/>
                <a:chExt cx="122758" cy="1698043"/>
              </a:xfrm>
            </p:grpSpPr>
            <p:sp>
              <p:nvSpPr>
                <p:cNvPr id="11177" name="Google Shape;11177;p134"/>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134"/>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134"/>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134"/>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134"/>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134"/>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134"/>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4" name="Google Shape;11184;p134"/>
              <p:cNvGrpSpPr/>
              <p:nvPr/>
            </p:nvGrpSpPr>
            <p:grpSpPr>
              <a:xfrm>
                <a:off x="1786057" y="2882501"/>
                <a:ext cx="103104" cy="1426186"/>
                <a:chOff x="6006138" y="3143629"/>
                <a:chExt cx="122758" cy="1698043"/>
              </a:xfrm>
            </p:grpSpPr>
            <p:sp>
              <p:nvSpPr>
                <p:cNvPr id="11185" name="Google Shape;11185;p134"/>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134"/>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134"/>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134"/>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134"/>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134"/>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134"/>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2" name="Google Shape;11192;p134"/>
              <p:cNvGrpSpPr/>
              <p:nvPr/>
            </p:nvGrpSpPr>
            <p:grpSpPr>
              <a:xfrm>
                <a:off x="2029422" y="2882501"/>
                <a:ext cx="103104" cy="1426186"/>
                <a:chOff x="6805413" y="3100904"/>
                <a:chExt cx="122758" cy="1698043"/>
              </a:xfrm>
            </p:grpSpPr>
            <p:sp>
              <p:nvSpPr>
                <p:cNvPr id="11193" name="Google Shape;11193;p134"/>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134"/>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134"/>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134"/>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134"/>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134"/>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134"/>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0" name="Google Shape;11200;p134"/>
              <p:cNvGrpSpPr/>
              <p:nvPr/>
            </p:nvGrpSpPr>
            <p:grpSpPr>
              <a:xfrm>
                <a:off x="2272795" y="2882501"/>
                <a:ext cx="103104" cy="1426186"/>
                <a:chOff x="5206863" y="3100904"/>
                <a:chExt cx="122758" cy="1698043"/>
              </a:xfrm>
            </p:grpSpPr>
            <p:sp>
              <p:nvSpPr>
                <p:cNvPr id="11201" name="Google Shape;11201;p134"/>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134"/>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134"/>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134"/>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134"/>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134"/>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134"/>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8" name="Google Shape;11208;p134"/>
              <p:cNvGrpSpPr/>
              <p:nvPr/>
            </p:nvGrpSpPr>
            <p:grpSpPr>
              <a:xfrm>
                <a:off x="1542694" y="2882501"/>
                <a:ext cx="103104" cy="1426186"/>
                <a:chOff x="6006138" y="3143629"/>
                <a:chExt cx="122758" cy="1698043"/>
              </a:xfrm>
            </p:grpSpPr>
            <p:sp>
              <p:nvSpPr>
                <p:cNvPr id="11209" name="Google Shape;11209;p134"/>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134"/>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134"/>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134"/>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134"/>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134"/>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134"/>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216" name="Google Shape;11216;p134"/>
          <p:cNvGrpSpPr/>
          <p:nvPr/>
        </p:nvGrpSpPr>
        <p:grpSpPr>
          <a:xfrm>
            <a:off x="5683472" y="3518037"/>
            <a:ext cx="2749952" cy="870677"/>
            <a:chOff x="238125" y="1725700"/>
            <a:chExt cx="7139025" cy="2260325"/>
          </a:xfrm>
        </p:grpSpPr>
        <p:sp>
          <p:nvSpPr>
            <p:cNvPr id="11217" name="Google Shape;11217;p134"/>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134"/>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134"/>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134"/>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134"/>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134"/>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134"/>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134"/>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134"/>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134"/>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7" name="Google Shape;11227;p134"/>
          <p:cNvGrpSpPr/>
          <p:nvPr/>
        </p:nvGrpSpPr>
        <p:grpSpPr>
          <a:xfrm>
            <a:off x="5953636" y="2459783"/>
            <a:ext cx="1105452" cy="916747"/>
            <a:chOff x="5249100" y="1210600"/>
            <a:chExt cx="3502700" cy="2904775"/>
          </a:xfrm>
        </p:grpSpPr>
        <p:sp>
          <p:nvSpPr>
            <p:cNvPr id="11228" name="Google Shape;11228;p134"/>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134"/>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134"/>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134"/>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32" name="Google Shape;11232;p134"/>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11233" name="Google Shape;11233;p134"/>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11234" name="Google Shape;11234;p134"/>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11235" name="Google Shape;11235;p134"/>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11236" name="Google Shape;11236;p134"/>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7" name="Google Shape;11237;p134"/>
          <p:cNvGrpSpPr/>
          <p:nvPr/>
        </p:nvGrpSpPr>
        <p:grpSpPr>
          <a:xfrm>
            <a:off x="7136183" y="1179201"/>
            <a:ext cx="1304650" cy="1124856"/>
            <a:chOff x="7287122" y="1165658"/>
            <a:chExt cx="1219413" cy="1051365"/>
          </a:xfrm>
        </p:grpSpPr>
        <p:grpSp>
          <p:nvGrpSpPr>
            <p:cNvPr id="11238" name="Google Shape;11238;p134"/>
            <p:cNvGrpSpPr/>
            <p:nvPr/>
          </p:nvGrpSpPr>
          <p:grpSpPr>
            <a:xfrm>
              <a:off x="7287122" y="1969723"/>
              <a:ext cx="1219413" cy="247300"/>
              <a:chOff x="7287122" y="1969723"/>
              <a:chExt cx="1219413" cy="247300"/>
            </a:xfrm>
          </p:grpSpPr>
          <p:sp>
            <p:nvSpPr>
              <p:cNvPr id="11239" name="Google Shape;11239;p134"/>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40" name="Google Shape;11240;p134"/>
              <p:cNvGrpSpPr/>
              <p:nvPr/>
            </p:nvGrpSpPr>
            <p:grpSpPr>
              <a:xfrm>
                <a:off x="7287122" y="2063892"/>
                <a:ext cx="1151753" cy="73428"/>
                <a:chOff x="7287122" y="2063892"/>
                <a:chExt cx="1151753" cy="73428"/>
              </a:xfrm>
            </p:grpSpPr>
            <p:sp>
              <p:nvSpPr>
                <p:cNvPr id="11241" name="Google Shape;11241;p134"/>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42" name="Google Shape;11242;p134"/>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1243" name="Google Shape;11243;p134"/>
            <p:cNvGrpSpPr/>
            <p:nvPr/>
          </p:nvGrpSpPr>
          <p:grpSpPr>
            <a:xfrm>
              <a:off x="7287122" y="1712201"/>
              <a:ext cx="1219403" cy="246767"/>
              <a:chOff x="7287122" y="1712201"/>
              <a:chExt cx="1219403" cy="246767"/>
            </a:xfrm>
          </p:grpSpPr>
          <p:sp>
            <p:nvSpPr>
              <p:cNvPr id="11244" name="Google Shape;11244;p134"/>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45" name="Google Shape;11245;p134"/>
              <p:cNvGrpSpPr/>
              <p:nvPr/>
            </p:nvGrpSpPr>
            <p:grpSpPr>
              <a:xfrm>
                <a:off x="7287122" y="1842861"/>
                <a:ext cx="1005303" cy="73419"/>
                <a:chOff x="7287122" y="1842861"/>
                <a:chExt cx="1005303" cy="73419"/>
              </a:xfrm>
            </p:grpSpPr>
            <p:sp>
              <p:nvSpPr>
                <p:cNvPr id="11246" name="Google Shape;11246;p134"/>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47" name="Google Shape;11247;p134"/>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1248" name="Google Shape;11248;p134"/>
            <p:cNvGrpSpPr/>
            <p:nvPr/>
          </p:nvGrpSpPr>
          <p:grpSpPr>
            <a:xfrm>
              <a:off x="7287122" y="1447520"/>
              <a:ext cx="1219403" cy="286667"/>
              <a:chOff x="7287122" y="1447520"/>
              <a:chExt cx="1219403" cy="286667"/>
            </a:xfrm>
          </p:grpSpPr>
          <p:sp>
            <p:nvSpPr>
              <p:cNvPr id="11249" name="Google Shape;11249;p134"/>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50" name="Google Shape;11250;p134"/>
              <p:cNvGrpSpPr/>
              <p:nvPr/>
            </p:nvGrpSpPr>
            <p:grpSpPr>
              <a:xfrm>
                <a:off x="7287122" y="1581977"/>
                <a:ext cx="852803" cy="73428"/>
                <a:chOff x="7287122" y="1581977"/>
                <a:chExt cx="852803" cy="73428"/>
              </a:xfrm>
            </p:grpSpPr>
            <p:sp>
              <p:nvSpPr>
                <p:cNvPr id="11251" name="Google Shape;11251;p134"/>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52" name="Google Shape;11252;p134"/>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1253" name="Google Shape;11253;p134"/>
            <p:cNvGrpSpPr/>
            <p:nvPr/>
          </p:nvGrpSpPr>
          <p:grpSpPr>
            <a:xfrm>
              <a:off x="7287122" y="1165658"/>
              <a:ext cx="1219403" cy="344253"/>
              <a:chOff x="7287122" y="1165658"/>
              <a:chExt cx="1219403" cy="344253"/>
            </a:xfrm>
          </p:grpSpPr>
          <p:sp>
            <p:nvSpPr>
              <p:cNvPr id="11254" name="Google Shape;11254;p134"/>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55" name="Google Shape;11255;p134"/>
              <p:cNvGrpSpPr/>
              <p:nvPr/>
            </p:nvGrpSpPr>
            <p:grpSpPr>
              <a:xfrm>
                <a:off x="7287122" y="1341025"/>
                <a:ext cx="695703" cy="73419"/>
                <a:chOff x="7287122" y="1341025"/>
                <a:chExt cx="695703" cy="73419"/>
              </a:xfrm>
            </p:grpSpPr>
            <p:sp>
              <p:nvSpPr>
                <p:cNvPr id="11256" name="Google Shape;11256;p134"/>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57" name="Google Shape;11257;p134"/>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11258" name="Google Shape;11258;p134"/>
          <p:cNvGrpSpPr/>
          <p:nvPr/>
        </p:nvGrpSpPr>
        <p:grpSpPr>
          <a:xfrm>
            <a:off x="5802676" y="1185224"/>
            <a:ext cx="1397729" cy="1098540"/>
            <a:chOff x="5900602" y="1193063"/>
            <a:chExt cx="1299851" cy="1021707"/>
          </a:xfrm>
        </p:grpSpPr>
        <p:grpSp>
          <p:nvGrpSpPr>
            <p:cNvPr id="11259" name="Google Shape;11259;p134"/>
            <p:cNvGrpSpPr/>
            <p:nvPr/>
          </p:nvGrpSpPr>
          <p:grpSpPr>
            <a:xfrm>
              <a:off x="6520337" y="1193063"/>
              <a:ext cx="341815" cy="799959"/>
              <a:chOff x="6520337" y="1193063"/>
              <a:chExt cx="341815" cy="799959"/>
            </a:xfrm>
          </p:grpSpPr>
          <p:grpSp>
            <p:nvGrpSpPr>
              <p:cNvPr id="11260" name="Google Shape;11260;p134"/>
              <p:cNvGrpSpPr/>
              <p:nvPr/>
            </p:nvGrpSpPr>
            <p:grpSpPr>
              <a:xfrm>
                <a:off x="6520337" y="1589527"/>
                <a:ext cx="213950" cy="403494"/>
                <a:chOff x="6520337" y="1589527"/>
                <a:chExt cx="213950" cy="403494"/>
              </a:xfrm>
            </p:grpSpPr>
            <p:sp>
              <p:nvSpPr>
                <p:cNvPr id="11261" name="Google Shape;11261;p134"/>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134"/>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3" name="Google Shape;11263;p134"/>
              <p:cNvGrpSpPr/>
              <p:nvPr/>
            </p:nvGrpSpPr>
            <p:grpSpPr>
              <a:xfrm>
                <a:off x="6577204" y="1193063"/>
                <a:ext cx="284947" cy="464512"/>
                <a:chOff x="6577204" y="1193063"/>
                <a:chExt cx="284947" cy="464512"/>
              </a:xfrm>
            </p:grpSpPr>
            <p:sp>
              <p:nvSpPr>
                <p:cNvPr id="11264" name="Google Shape;11264;p134"/>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65" name="Google Shape;11265;p134"/>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11266" name="Google Shape;11266;p134"/>
            <p:cNvGrpSpPr/>
            <p:nvPr/>
          </p:nvGrpSpPr>
          <p:grpSpPr>
            <a:xfrm>
              <a:off x="6238903" y="1193063"/>
              <a:ext cx="300475" cy="900152"/>
              <a:chOff x="6238903" y="1193063"/>
              <a:chExt cx="300475" cy="900152"/>
            </a:xfrm>
          </p:grpSpPr>
          <p:grpSp>
            <p:nvGrpSpPr>
              <p:cNvPr id="11267" name="Google Shape;11267;p134"/>
              <p:cNvGrpSpPr/>
              <p:nvPr/>
            </p:nvGrpSpPr>
            <p:grpSpPr>
              <a:xfrm>
                <a:off x="6290865" y="1489315"/>
                <a:ext cx="248514" cy="603900"/>
                <a:chOff x="6290865" y="1489315"/>
                <a:chExt cx="248514" cy="603900"/>
              </a:xfrm>
            </p:grpSpPr>
            <p:sp>
              <p:nvSpPr>
                <p:cNvPr id="11268" name="Google Shape;11268;p134"/>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134"/>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0" name="Google Shape;11270;p134"/>
              <p:cNvGrpSpPr/>
              <p:nvPr/>
            </p:nvGrpSpPr>
            <p:grpSpPr>
              <a:xfrm>
                <a:off x="6238903" y="1193063"/>
                <a:ext cx="284947" cy="333087"/>
                <a:chOff x="6238903" y="1193063"/>
                <a:chExt cx="284947" cy="333087"/>
              </a:xfrm>
            </p:grpSpPr>
            <p:sp>
              <p:nvSpPr>
                <p:cNvPr id="11271" name="Google Shape;11271;p134"/>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72" name="Google Shape;11272;p134"/>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11273" name="Google Shape;11273;p134"/>
            <p:cNvGrpSpPr/>
            <p:nvPr/>
          </p:nvGrpSpPr>
          <p:grpSpPr>
            <a:xfrm>
              <a:off x="5900602" y="1193063"/>
              <a:ext cx="444345" cy="1021707"/>
              <a:chOff x="5900602" y="1193063"/>
              <a:chExt cx="444345" cy="1021707"/>
            </a:xfrm>
          </p:grpSpPr>
          <p:grpSp>
            <p:nvGrpSpPr>
              <p:cNvPr id="11274" name="Google Shape;11274;p134"/>
              <p:cNvGrpSpPr/>
              <p:nvPr/>
            </p:nvGrpSpPr>
            <p:grpSpPr>
              <a:xfrm>
                <a:off x="6046501" y="1367785"/>
                <a:ext cx="298446" cy="846986"/>
                <a:chOff x="6046501" y="1367785"/>
                <a:chExt cx="298446" cy="846986"/>
              </a:xfrm>
            </p:grpSpPr>
            <p:sp>
              <p:nvSpPr>
                <p:cNvPr id="11275" name="Google Shape;11275;p134"/>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134"/>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7" name="Google Shape;11277;p134"/>
              <p:cNvGrpSpPr/>
              <p:nvPr/>
            </p:nvGrpSpPr>
            <p:grpSpPr>
              <a:xfrm>
                <a:off x="5900602" y="1193063"/>
                <a:ext cx="284947" cy="182312"/>
                <a:chOff x="5900602" y="1193063"/>
                <a:chExt cx="284947" cy="182312"/>
              </a:xfrm>
            </p:grpSpPr>
            <p:sp>
              <p:nvSpPr>
                <p:cNvPr id="11278" name="Google Shape;11278;p134"/>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79" name="Google Shape;11279;p134"/>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11280" name="Google Shape;11280;p134"/>
            <p:cNvGrpSpPr/>
            <p:nvPr/>
          </p:nvGrpSpPr>
          <p:grpSpPr>
            <a:xfrm>
              <a:off x="6738300" y="1193063"/>
              <a:ext cx="462153" cy="707634"/>
              <a:chOff x="6738300" y="1193063"/>
              <a:chExt cx="462153" cy="707634"/>
            </a:xfrm>
          </p:grpSpPr>
          <p:grpSp>
            <p:nvGrpSpPr>
              <p:cNvPr id="11281" name="Google Shape;11281;p134"/>
              <p:cNvGrpSpPr/>
              <p:nvPr/>
            </p:nvGrpSpPr>
            <p:grpSpPr>
              <a:xfrm>
                <a:off x="6915505" y="1193063"/>
                <a:ext cx="284947" cy="597387"/>
                <a:chOff x="6915505" y="1193063"/>
                <a:chExt cx="284947" cy="597387"/>
              </a:xfrm>
            </p:grpSpPr>
            <p:sp>
              <p:nvSpPr>
                <p:cNvPr id="11282" name="Google Shape;11282;p134"/>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83" name="Google Shape;11283;p134"/>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11284" name="Google Shape;11284;p134"/>
              <p:cNvGrpSpPr/>
              <p:nvPr/>
            </p:nvGrpSpPr>
            <p:grpSpPr>
              <a:xfrm>
                <a:off x="6738300" y="1684725"/>
                <a:ext cx="230066" cy="215971"/>
                <a:chOff x="6738300" y="1684725"/>
                <a:chExt cx="230066" cy="215971"/>
              </a:xfrm>
            </p:grpSpPr>
            <p:sp>
              <p:nvSpPr>
                <p:cNvPr id="11285" name="Google Shape;11285;p134"/>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134"/>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290"/>
        <p:cNvGrpSpPr/>
        <p:nvPr/>
      </p:nvGrpSpPr>
      <p:grpSpPr>
        <a:xfrm>
          <a:off x="0" y="0"/>
          <a:ext cx="0" cy="0"/>
          <a:chOff x="0" y="0"/>
          <a:chExt cx="0" cy="0"/>
        </a:xfrm>
      </p:grpSpPr>
      <p:sp>
        <p:nvSpPr>
          <p:cNvPr id="11291" name="Google Shape;11291;p135"/>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1292" name="Google Shape;11292;p135"/>
          <p:cNvSpPr txBox="1">
            <a:spLocks noGrp="1"/>
          </p:cNvSpPr>
          <p:nvPr>
            <p:ph type="body" idx="4294967295"/>
          </p:nvPr>
        </p:nvSpPr>
        <p:spPr>
          <a:xfrm>
            <a:off x="828875" y="1610275"/>
            <a:ext cx="75258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1293" name="Google Shape;11293;p135"/>
          <p:cNvGrpSpPr/>
          <p:nvPr/>
        </p:nvGrpSpPr>
        <p:grpSpPr>
          <a:xfrm>
            <a:off x="839307" y="2318098"/>
            <a:ext cx="387992" cy="329326"/>
            <a:chOff x="839307" y="2318098"/>
            <a:chExt cx="387992" cy="329326"/>
          </a:xfrm>
        </p:grpSpPr>
        <p:sp>
          <p:nvSpPr>
            <p:cNvPr id="11294" name="Google Shape;11294;p135"/>
            <p:cNvSpPr/>
            <p:nvPr/>
          </p:nvSpPr>
          <p:spPr>
            <a:xfrm>
              <a:off x="963051" y="2318098"/>
              <a:ext cx="140532" cy="93872"/>
            </a:xfrm>
            <a:custGeom>
              <a:avLst/>
              <a:gdLst/>
              <a:ahLst/>
              <a:cxnLst/>
              <a:rect l="l" t="t" r="r" b="b"/>
              <a:pathLst>
                <a:path w="5349" h="3573" extrusionOk="0">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135"/>
            <p:cNvSpPr/>
            <p:nvPr/>
          </p:nvSpPr>
          <p:spPr>
            <a:xfrm>
              <a:off x="962867" y="2358741"/>
              <a:ext cx="31553" cy="53228"/>
            </a:xfrm>
            <a:custGeom>
              <a:avLst/>
              <a:gdLst/>
              <a:ahLst/>
              <a:cxnLst/>
              <a:rect l="l" t="t" r="r" b="b"/>
              <a:pathLst>
                <a:path w="1201" h="2026" extrusionOk="0">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135"/>
            <p:cNvSpPr/>
            <p:nvPr/>
          </p:nvSpPr>
          <p:spPr>
            <a:xfrm>
              <a:off x="1072397" y="2358741"/>
              <a:ext cx="31369" cy="53228"/>
            </a:xfrm>
            <a:custGeom>
              <a:avLst/>
              <a:gdLst/>
              <a:ahLst/>
              <a:cxnLst/>
              <a:rect l="l" t="t" r="r" b="b"/>
              <a:pathLst>
                <a:path w="1194" h="2026" extrusionOk="0">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135"/>
            <p:cNvSpPr/>
            <p:nvPr/>
          </p:nvSpPr>
          <p:spPr>
            <a:xfrm>
              <a:off x="839307" y="2378419"/>
              <a:ext cx="387992" cy="260623"/>
            </a:xfrm>
            <a:custGeom>
              <a:avLst/>
              <a:gdLst/>
              <a:ahLst/>
              <a:cxnLst/>
              <a:rect l="l" t="t" r="r" b="b"/>
              <a:pathLst>
                <a:path w="14768" h="9920" extrusionOk="0">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135"/>
            <p:cNvSpPr/>
            <p:nvPr/>
          </p:nvSpPr>
          <p:spPr>
            <a:xfrm>
              <a:off x="839307" y="2378235"/>
              <a:ext cx="65629" cy="260623"/>
            </a:xfrm>
            <a:custGeom>
              <a:avLst/>
              <a:gdLst/>
              <a:ahLst/>
              <a:cxnLst/>
              <a:rect l="l" t="t" r="r" b="b"/>
              <a:pathLst>
                <a:path w="2498" h="9920" extrusionOk="0">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135"/>
            <p:cNvSpPr/>
            <p:nvPr/>
          </p:nvSpPr>
          <p:spPr>
            <a:xfrm>
              <a:off x="893796" y="2369671"/>
              <a:ext cx="39199" cy="277753"/>
            </a:xfrm>
            <a:custGeom>
              <a:avLst/>
              <a:gdLst/>
              <a:ahLst/>
              <a:cxnLst/>
              <a:rect l="l" t="t" r="r" b="b"/>
              <a:pathLst>
                <a:path w="1492" h="10572" extrusionOk="0">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135"/>
            <p:cNvSpPr/>
            <p:nvPr/>
          </p:nvSpPr>
          <p:spPr>
            <a:xfrm>
              <a:off x="1133612" y="2369671"/>
              <a:ext cx="39199" cy="277753"/>
            </a:xfrm>
            <a:custGeom>
              <a:avLst/>
              <a:gdLst/>
              <a:ahLst/>
              <a:cxnLst/>
              <a:rect l="l" t="t" r="r" b="b"/>
              <a:pathLst>
                <a:path w="1492" h="10572" extrusionOk="0">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135"/>
            <p:cNvSpPr/>
            <p:nvPr/>
          </p:nvSpPr>
          <p:spPr>
            <a:xfrm>
              <a:off x="1021008" y="2540915"/>
              <a:ext cx="86752" cy="66864"/>
            </a:xfrm>
            <a:custGeom>
              <a:avLst/>
              <a:gdLst/>
              <a:ahLst/>
              <a:cxnLst/>
              <a:rect l="l" t="t" r="r" b="b"/>
              <a:pathLst>
                <a:path w="3302" h="2545" extrusionOk="0">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135"/>
            <p:cNvSpPr/>
            <p:nvPr/>
          </p:nvSpPr>
          <p:spPr>
            <a:xfrm>
              <a:off x="1041947" y="2430544"/>
              <a:ext cx="64368" cy="46502"/>
            </a:xfrm>
            <a:custGeom>
              <a:avLst/>
              <a:gdLst/>
              <a:ahLst/>
              <a:cxnLst/>
              <a:rect l="l" t="t" r="r" b="b"/>
              <a:pathLst>
                <a:path w="2450" h="1770" extrusionOk="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135"/>
            <p:cNvSpPr/>
            <p:nvPr/>
          </p:nvSpPr>
          <p:spPr>
            <a:xfrm>
              <a:off x="954486" y="2468718"/>
              <a:ext cx="72381" cy="78345"/>
            </a:xfrm>
            <a:custGeom>
              <a:avLst/>
              <a:gdLst/>
              <a:ahLst/>
              <a:cxnLst/>
              <a:rect l="l" t="t" r="r" b="b"/>
              <a:pathLst>
                <a:path w="2755" h="2982" extrusionOk="0">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4" name="Google Shape;11304;p135"/>
          <p:cNvGrpSpPr/>
          <p:nvPr/>
        </p:nvGrpSpPr>
        <p:grpSpPr>
          <a:xfrm>
            <a:off x="1414990" y="2289671"/>
            <a:ext cx="387073" cy="385996"/>
            <a:chOff x="1414990" y="2289671"/>
            <a:chExt cx="387073" cy="385996"/>
          </a:xfrm>
        </p:grpSpPr>
        <p:sp>
          <p:nvSpPr>
            <p:cNvPr id="11305" name="Google Shape;11305;p135"/>
            <p:cNvSpPr/>
            <p:nvPr/>
          </p:nvSpPr>
          <p:spPr>
            <a:xfrm>
              <a:off x="1511384" y="2485585"/>
              <a:ext cx="110082" cy="59428"/>
            </a:xfrm>
            <a:custGeom>
              <a:avLst/>
              <a:gdLst/>
              <a:ahLst/>
              <a:cxnLst/>
              <a:rect l="l" t="t" r="r" b="b"/>
              <a:pathLst>
                <a:path w="4190" h="2262" extrusionOk="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135"/>
            <p:cNvSpPr/>
            <p:nvPr/>
          </p:nvSpPr>
          <p:spPr>
            <a:xfrm>
              <a:off x="1414990" y="2289671"/>
              <a:ext cx="302712" cy="214515"/>
            </a:xfrm>
            <a:custGeom>
              <a:avLst/>
              <a:gdLst/>
              <a:ahLst/>
              <a:cxnLst/>
              <a:rect l="l" t="t" r="r" b="b"/>
              <a:pathLst>
                <a:path w="11522" h="8165" extrusionOk="0">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135"/>
            <p:cNvSpPr/>
            <p:nvPr/>
          </p:nvSpPr>
          <p:spPr>
            <a:xfrm>
              <a:off x="1490418" y="2536212"/>
              <a:ext cx="151829" cy="17366"/>
            </a:xfrm>
            <a:custGeom>
              <a:avLst/>
              <a:gdLst/>
              <a:ahLst/>
              <a:cxnLst/>
              <a:rect l="l" t="t" r="r" b="b"/>
              <a:pathLst>
                <a:path w="5779" h="661" extrusionOk="0">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135"/>
            <p:cNvSpPr/>
            <p:nvPr/>
          </p:nvSpPr>
          <p:spPr>
            <a:xfrm>
              <a:off x="1430465" y="2307168"/>
              <a:ext cx="271736" cy="158738"/>
            </a:xfrm>
            <a:custGeom>
              <a:avLst/>
              <a:gdLst/>
              <a:ahLst/>
              <a:cxnLst/>
              <a:rect l="l" t="t" r="r" b="b"/>
              <a:pathLst>
                <a:path w="10343" h="6042" extrusionOk="0">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135"/>
            <p:cNvSpPr/>
            <p:nvPr/>
          </p:nvSpPr>
          <p:spPr>
            <a:xfrm>
              <a:off x="1426471" y="2303149"/>
              <a:ext cx="279750" cy="166594"/>
            </a:xfrm>
            <a:custGeom>
              <a:avLst/>
              <a:gdLst/>
              <a:ahLst/>
              <a:cxnLst/>
              <a:rect l="l" t="t" r="r" b="b"/>
              <a:pathLst>
                <a:path w="10648" h="6341" extrusionOk="0">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135"/>
            <p:cNvSpPr/>
            <p:nvPr/>
          </p:nvSpPr>
          <p:spPr>
            <a:xfrm>
              <a:off x="1533610" y="2431096"/>
              <a:ext cx="249326" cy="198830"/>
            </a:xfrm>
            <a:custGeom>
              <a:avLst/>
              <a:gdLst/>
              <a:ahLst/>
              <a:cxnLst/>
              <a:rect l="l" t="t" r="r" b="b"/>
              <a:pathLst>
                <a:path w="9490" h="7568" extrusionOk="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135"/>
            <p:cNvSpPr/>
            <p:nvPr/>
          </p:nvSpPr>
          <p:spPr>
            <a:xfrm>
              <a:off x="1551660" y="2452771"/>
              <a:ext cx="213228" cy="146364"/>
            </a:xfrm>
            <a:custGeom>
              <a:avLst/>
              <a:gdLst/>
              <a:ahLst/>
              <a:cxnLst/>
              <a:rect l="l" t="t" r="r" b="b"/>
              <a:pathLst>
                <a:path w="8116" h="5571" extrusionOk="0">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135"/>
            <p:cNvSpPr/>
            <p:nvPr/>
          </p:nvSpPr>
          <p:spPr>
            <a:xfrm>
              <a:off x="1547824" y="2448935"/>
              <a:ext cx="220899" cy="154193"/>
            </a:xfrm>
            <a:custGeom>
              <a:avLst/>
              <a:gdLst/>
              <a:ahLst/>
              <a:cxnLst/>
              <a:rect l="l" t="t" r="r" b="b"/>
              <a:pathLst>
                <a:path w="8408" h="5869" extrusionOk="0">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135"/>
            <p:cNvSpPr/>
            <p:nvPr/>
          </p:nvSpPr>
          <p:spPr>
            <a:xfrm>
              <a:off x="1533794" y="2610038"/>
              <a:ext cx="249142" cy="23724"/>
            </a:xfrm>
            <a:custGeom>
              <a:avLst/>
              <a:gdLst/>
              <a:ahLst/>
              <a:cxnLst/>
              <a:rect l="l" t="t" r="r" b="b"/>
              <a:pathLst>
                <a:path w="9483" h="903" extrusionOk="0">
                  <a:moveTo>
                    <a:pt x="1" y="0"/>
                  </a:moveTo>
                  <a:lnTo>
                    <a:pt x="1" y="902"/>
                  </a:lnTo>
                  <a:lnTo>
                    <a:pt x="9482" y="902"/>
                  </a:lnTo>
                  <a:lnTo>
                    <a:pt x="9482" y="0"/>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135"/>
            <p:cNvSpPr/>
            <p:nvPr/>
          </p:nvSpPr>
          <p:spPr>
            <a:xfrm>
              <a:off x="1514300" y="2616790"/>
              <a:ext cx="287763" cy="26246"/>
            </a:xfrm>
            <a:custGeom>
              <a:avLst/>
              <a:gdLst/>
              <a:ahLst/>
              <a:cxnLst/>
              <a:rect l="l" t="t" r="r" b="b"/>
              <a:pathLst>
                <a:path w="10953" h="999" extrusionOk="0">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135"/>
            <p:cNvSpPr/>
            <p:nvPr/>
          </p:nvSpPr>
          <p:spPr>
            <a:xfrm>
              <a:off x="1490418" y="2536212"/>
              <a:ext cx="36125" cy="17366"/>
            </a:xfrm>
            <a:custGeom>
              <a:avLst/>
              <a:gdLst/>
              <a:ahLst/>
              <a:cxnLst/>
              <a:rect l="l" t="t" r="r" b="b"/>
              <a:pathLst>
                <a:path w="1375" h="661" extrusionOk="0">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135"/>
            <p:cNvSpPr/>
            <p:nvPr/>
          </p:nvSpPr>
          <p:spPr>
            <a:xfrm>
              <a:off x="1414990" y="2289671"/>
              <a:ext cx="35547" cy="214515"/>
            </a:xfrm>
            <a:custGeom>
              <a:avLst/>
              <a:gdLst/>
              <a:ahLst/>
              <a:cxnLst/>
              <a:rect l="l" t="t" r="r" b="b"/>
              <a:pathLst>
                <a:path w="1353" h="8165" extrusionOk="0">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135"/>
            <p:cNvSpPr/>
            <p:nvPr/>
          </p:nvSpPr>
          <p:spPr>
            <a:xfrm>
              <a:off x="1533794" y="2431096"/>
              <a:ext cx="35021" cy="198830"/>
            </a:xfrm>
            <a:custGeom>
              <a:avLst/>
              <a:gdLst/>
              <a:ahLst/>
              <a:cxnLst/>
              <a:rect l="l" t="t" r="r" b="b"/>
              <a:pathLst>
                <a:path w="1333" h="7568" extrusionOk="0">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135"/>
            <p:cNvSpPr/>
            <p:nvPr/>
          </p:nvSpPr>
          <p:spPr>
            <a:xfrm>
              <a:off x="1514484" y="2616790"/>
              <a:ext cx="52492" cy="26246"/>
            </a:xfrm>
            <a:custGeom>
              <a:avLst/>
              <a:gdLst/>
              <a:ahLst/>
              <a:cxnLst/>
              <a:rect l="l" t="t" r="r" b="b"/>
              <a:pathLst>
                <a:path w="1998" h="999" extrusionOk="0">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135"/>
            <p:cNvSpPr/>
            <p:nvPr/>
          </p:nvSpPr>
          <p:spPr>
            <a:xfrm>
              <a:off x="1663003" y="2569762"/>
              <a:ext cx="74194" cy="105721"/>
            </a:xfrm>
            <a:custGeom>
              <a:avLst/>
              <a:gdLst/>
              <a:ahLst/>
              <a:cxnLst/>
              <a:rect l="l" t="t" r="r" b="b"/>
              <a:pathLst>
                <a:path w="2824" h="4024" extrusionOk="0">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135"/>
            <p:cNvSpPr/>
            <p:nvPr/>
          </p:nvSpPr>
          <p:spPr>
            <a:xfrm>
              <a:off x="1662635" y="2569946"/>
              <a:ext cx="16604" cy="105721"/>
            </a:xfrm>
            <a:custGeom>
              <a:avLst/>
              <a:gdLst/>
              <a:ahLst/>
              <a:cxnLst/>
              <a:rect l="l" t="t" r="r" b="b"/>
              <a:pathLst>
                <a:path w="632" h="4024" extrusionOk="0">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135"/>
            <p:cNvSpPr/>
            <p:nvPr/>
          </p:nvSpPr>
          <p:spPr>
            <a:xfrm>
              <a:off x="1662819" y="2582163"/>
              <a:ext cx="74377" cy="80919"/>
            </a:xfrm>
            <a:custGeom>
              <a:avLst/>
              <a:gdLst/>
              <a:ahLst/>
              <a:cxnLst/>
              <a:rect l="l" t="t" r="r" b="b"/>
              <a:pathLst>
                <a:path w="2831" h="3080" extrusionOk="0">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135"/>
            <p:cNvSpPr/>
            <p:nvPr/>
          </p:nvSpPr>
          <p:spPr>
            <a:xfrm>
              <a:off x="1662635" y="2583975"/>
              <a:ext cx="4939" cy="77478"/>
            </a:xfrm>
            <a:custGeom>
              <a:avLst/>
              <a:gdLst/>
              <a:ahLst/>
              <a:cxnLst/>
              <a:rect l="l" t="t" r="r" b="b"/>
              <a:pathLst>
                <a:path w="188" h="2949" extrusionOk="0">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3" name="Google Shape;11323;p135"/>
          <p:cNvGrpSpPr/>
          <p:nvPr/>
        </p:nvGrpSpPr>
        <p:grpSpPr>
          <a:xfrm>
            <a:off x="1989911" y="2306065"/>
            <a:ext cx="387099" cy="353207"/>
            <a:chOff x="1989911" y="2306065"/>
            <a:chExt cx="387099" cy="353207"/>
          </a:xfrm>
        </p:grpSpPr>
        <p:sp>
          <p:nvSpPr>
            <p:cNvPr id="11324" name="Google Shape;11324;p135"/>
            <p:cNvSpPr/>
            <p:nvPr/>
          </p:nvSpPr>
          <p:spPr>
            <a:xfrm>
              <a:off x="2110003" y="2555181"/>
              <a:ext cx="146916" cy="88775"/>
            </a:xfrm>
            <a:custGeom>
              <a:avLst/>
              <a:gdLst/>
              <a:ahLst/>
              <a:cxnLst/>
              <a:rect l="l" t="t" r="r" b="b"/>
              <a:pathLst>
                <a:path w="5592" h="3379" extrusionOk="0">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135"/>
            <p:cNvSpPr/>
            <p:nvPr/>
          </p:nvSpPr>
          <p:spPr>
            <a:xfrm>
              <a:off x="2110003" y="2555181"/>
              <a:ext cx="137615" cy="81681"/>
            </a:xfrm>
            <a:custGeom>
              <a:avLst/>
              <a:gdLst/>
              <a:ahLst/>
              <a:cxnLst/>
              <a:rect l="l" t="t" r="r" b="b"/>
              <a:pathLst>
                <a:path w="5238" h="3109" extrusionOk="0">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135"/>
            <p:cNvSpPr/>
            <p:nvPr/>
          </p:nvSpPr>
          <p:spPr>
            <a:xfrm>
              <a:off x="1989911" y="2306065"/>
              <a:ext cx="387099" cy="275021"/>
            </a:xfrm>
            <a:custGeom>
              <a:avLst/>
              <a:gdLst/>
              <a:ahLst/>
              <a:cxnLst/>
              <a:rect l="l" t="t" r="r" b="b"/>
              <a:pathLst>
                <a:path w="14734" h="10468" extrusionOk="0">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135"/>
            <p:cNvSpPr/>
            <p:nvPr/>
          </p:nvSpPr>
          <p:spPr>
            <a:xfrm>
              <a:off x="2021438" y="2337723"/>
              <a:ext cx="324045" cy="193628"/>
            </a:xfrm>
            <a:custGeom>
              <a:avLst/>
              <a:gdLst/>
              <a:ahLst/>
              <a:cxnLst/>
              <a:rect l="l" t="t" r="r" b="b"/>
              <a:pathLst>
                <a:path w="12334" h="7370" extrusionOk="0">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135"/>
            <p:cNvSpPr/>
            <p:nvPr/>
          </p:nvSpPr>
          <p:spPr>
            <a:xfrm>
              <a:off x="2327224" y="2337776"/>
              <a:ext cx="18259" cy="193576"/>
            </a:xfrm>
            <a:custGeom>
              <a:avLst/>
              <a:gdLst/>
              <a:ahLst/>
              <a:cxnLst/>
              <a:rect l="l" t="t" r="r" b="b"/>
              <a:pathLst>
                <a:path w="695" h="7368" extrusionOk="0">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135"/>
            <p:cNvSpPr/>
            <p:nvPr/>
          </p:nvSpPr>
          <p:spPr>
            <a:xfrm>
              <a:off x="2069543" y="2630819"/>
              <a:ext cx="227651" cy="28453"/>
            </a:xfrm>
            <a:custGeom>
              <a:avLst/>
              <a:gdLst/>
              <a:ahLst/>
              <a:cxnLst/>
              <a:rect l="l" t="t" r="r" b="b"/>
              <a:pathLst>
                <a:path w="8665" h="1083" extrusionOk="0">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135"/>
            <p:cNvSpPr/>
            <p:nvPr/>
          </p:nvSpPr>
          <p:spPr>
            <a:xfrm>
              <a:off x="2175237" y="2549191"/>
              <a:ext cx="14975" cy="11849"/>
            </a:xfrm>
            <a:custGeom>
              <a:avLst/>
              <a:gdLst/>
              <a:ahLst/>
              <a:cxnLst/>
              <a:rect l="l" t="t" r="r" b="b"/>
              <a:pathLst>
                <a:path w="570" h="451" extrusionOk="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1" name="Google Shape;11331;p135"/>
          <p:cNvGrpSpPr/>
          <p:nvPr/>
        </p:nvGrpSpPr>
        <p:grpSpPr>
          <a:xfrm>
            <a:off x="2593102" y="2288778"/>
            <a:ext cx="204663" cy="363007"/>
            <a:chOff x="2593102" y="2288778"/>
            <a:chExt cx="204663" cy="363007"/>
          </a:xfrm>
        </p:grpSpPr>
        <p:sp>
          <p:nvSpPr>
            <p:cNvPr id="11332" name="Google Shape;11332;p135"/>
            <p:cNvSpPr/>
            <p:nvPr/>
          </p:nvSpPr>
          <p:spPr>
            <a:xfrm>
              <a:off x="2753837" y="2310636"/>
              <a:ext cx="43928" cy="297431"/>
            </a:xfrm>
            <a:custGeom>
              <a:avLst/>
              <a:gdLst/>
              <a:ahLst/>
              <a:cxnLst/>
              <a:rect l="l" t="t" r="r" b="b"/>
              <a:pathLst>
                <a:path w="1672" h="11321" extrusionOk="0">
                  <a:moveTo>
                    <a:pt x="0" y="0"/>
                  </a:moveTo>
                  <a:lnTo>
                    <a:pt x="0" y="11320"/>
                  </a:lnTo>
                  <a:lnTo>
                    <a:pt x="1672" y="10481"/>
                  </a:lnTo>
                  <a:lnTo>
                    <a:pt x="1672" y="833"/>
                  </a:lnTo>
                  <a:lnTo>
                    <a:pt x="0" y="0"/>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135"/>
            <p:cNvSpPr/>
            <p:nvPr/>
          </p:nvSpPr>
          <p:spPr>
            <a:xfrm>
              <a:off x="2593102" y="2310636"/>
              <a:ext cx="182620" cy="297431"/>
            </a:xfrm>
            <a:custGeom>
              <a:avLst/>
              <a:gdLst/>
              <a:ahLst/>
              <a:cxnLst/>
              <a:rect l="l" t="t" r="r" b="b"/>
              <a:pathLst>
                <a:path w="6951" h="11321" extrusionOk="0">
                  <a:moveTo>
                    <a:pt x="6951" y="0"/>
                  </a:moveTo>
                  <a:lnTo>
                    <a:pt x="1" y="833"/>
                  </a:lnTo>
                  <a:lnTo>
                    <a:pt x="1" y="10481"/>
                  </a:lnTo>
                  <a:lnTo>
                    <a:pt x="6951" y="11320"/>
                  </a:lnTo>
                  <a:lnTo>
                    <a:pt x="6951" y="0"/>
                  </a:ln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135"/>
            <p:cNvSpPr/>
            <p:nvPr/>
          </p:nvSpPr>
          <p:spPr>
            <a:xfrm>
              <a:off x="2753837" y="2585972"/>
              <a:ext cx="43928" cy="65813"/>
            </a:xfrm>
            <a:custGeom>
              <a:avLst/>
              <a:gdLst/>
              <a:ahLst/>
              <a:cxnLst/>
              <a:rect l="l" t="t" r="r" b="b"/>
              <a:pathLst>
                <a:path w="1672" h="2505" extrusionOk="0">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135"/>
            <p:cNvSpPr/>
            <p:nvPr/>
          </p:nvSpPr>
          <p:spPr>
            <a:xfrm>
              <a:off x="2753837" y="2288778"/>
              <a:ext cx="43928" cy="43744"/>
            </a:xfrm>
            <a:custGeom>
              <a:avLst/>
              <a:gdLst/>
              <a:ahLst/>
              <a:cxnLst/>
              <a:rect l="l" t="t" r="r" b="b"/>
              <a:pathLst>
                <a:path w="1672" h="1665" extrusionOk="0">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135"/>
            <p:cNvSpPr/>
            <p:nvPr/>
          </p:nvSpPr>
          <p:spPr>
            <a:xfrm>
              <a:off x="2593102" y="2585972"/>
              <a:ext cx="182620" cy="65813"/>
            </a:xfrm>
            <a:custGeom>
              <a:avLst/>
              <a:gdLst/>
              <a:ahLst/>
              <a:cxnLst/>
              <a:rect l="l" t="t" r="r" b="b"/>
              <a:pathLst>
                <a:path w="6951" h="2505" extrusionOk="0">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135"/>
            <p:cNvSpPr/>
            <p:nvPr/>
          </p:nvSpPr>
          <p:spPr>
            <a:xfrm>
              <a:off x="2593102" y="2288778"/>
              <a:ext cx="182620" cy="43744"/>
            </a:xfrm>
            <a:custGeom>
              <a:avLst/>
              <a:gdLst/>
              <a:ahLst/>
              <a:cxnLst/>
              <a:rect l="l" t="t" r="r" b="b"/>
              <a:pathLst>
                <a:path w="6951" h="1665" extrusionOk="0">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135"/>
            <p:cNvSpPr/>
            <p:nvPr/>
          </p:nvSpPr>
          <p:spPr>
            <a:xfrm>
              <a:off x="2688050" y="2305172"/>
              <a:ext cx="36650" cy="10956"/>
            </a:xfrm>
            <a:custGeom>
              <a:avLst/>
              <a:gdLst/>
              <a:ahLst/>
              <a:cxnLst/>
              <a:rect l="l" t="t" r="r" b="b"/>
              <a:pathLst>
                <a:path w="1395" h="417" extrusionOk="0">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135"/>
            <p:cNvSpPr/>
            <p:nvPr/>
          </p:nvSpPr>
          <p:spPr>
            <a:xfrm>
              <a:off x="2684399" y="2607857"/>
              <a:ext cx="22069" cy="22069"/>
            </a:xfrm>
            <a:custGeom>
              <a:avLst/>
              <a:gdLst/>
              <a:ahLst/>
              <a:cxnLst/>
              <a:rect l="l" t="t" r="r" b="b"/>
              <a:pathLst>
                <a:path w="840" h="840" extrusionOk="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135"/>
            <p:cNvSpPr/>
            <p:nvPr/>
          </p:nvSpPr>
          <p:spPr>
            <a:xfrm>
              <a:off x="2668004" y="2305172"/>
              <a:ext cx="10956" cy="10956"/>
            </a:xfrm>
            <a:custGeom>
              <a:avLst/>
              <a:gdLst/>
              <a:ahLst/>
              <a:cxnLst/>
              <a:rect l="l" t="t" r="r" b="b"/>
              <a:pathLst>
                <a:path w="417" h="417" extrusionOk="0">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1" name="Google Shape;11341;p135"/>
          <p:cNvGrpSpPr/>
          <p:nvPr/>
        </p:nvGrpSpPr>
        <p:grpSpPr>
          <a:xfrm>
            <a:off x="2970874" y="2329763"/>
            <a:ext cx="403651" cy="305996"/>
            <a:chOff x="2970874" y="2329763"/>
            <a:chExt cx="403651" cy="305996"/>
          </a:xfrm>
        </p:grpSpPr>
        <p:sp>
          <p:nvSpPr>
            <p:cNvPr id="11342" name="Google Shape;11342;p135"/>
            <p:cNvSpPr/>
            <p:nvPr/>
          </p:nvSpPr>
          <p:spPr>
            <a:xfrm>
              <a:off x="3054158" y="2352909"/>
              <a:ext cx="98233" cy="259704"/>
            </a:xfrm>
            <a:custGeom>
              <a:avLst/>
              <a:gdLst/>
              <a:ahLst/>
              <a:cxnLst/>
              <a:rect l="l" t="t" r="r" b="b"/>
              <a:pathLst>
                <a:path w="3739" h="9885" extrusionOk="0">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135"/>
            <p:cNvSpPr/>
            <p:nvPr/>
          </p:nvSpPr>
          <p:spPr>
            <a:xfrm>
              <a:off x="3054158" y="2512908"/>
              <a:ext cx="98233" cy="99704"/>
            </a:xfrm>
            <a:custGeom>
              <a:avLst/>
              <a:gdLst/>
              <a:ahLst/>
              <a:cxnLst/>
              <a:rect l="l" t="t" r="r" b="b"/>
              <a:pathLst>
                <a:path w="3739" h="3795" extrusionOk="0">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135"/>
            <p:cNvSpPr/>
            <p:nvPr/>
          </p:nvSpPr>
          <p:spPr>
            <a:xfrm>
              <a:off x="2970874" y="2429441"/>
              <a:ext cx="83310" cy="106456"/>
            </a:xfrm>
            <a:custGeom>
              <a:avLst/>
              <a:gdLst/>
              <a:ahLst/>
              <a:cxnLst/>
              <a:rect l="l" t="t" r="r" b="b"/>
              <a:pathLst>
                <a:path w="3171" h="4052" extrusionOk="0">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135"/>
            <p:cNvSpPr/>
            <p:nvPr/>
          </p:nvSpPr>
          <p:spPr>
            <a:xfrm>
              <a:off x="2970874" y="2476652"/>
              <a:ext cx="83310" cy="59244"/>
            </a:xfrm>
            <a:custGeom>
              <a:avLst/>
              <a:gdLst/>
              <a:ahLst/>
              <a:cxnLst/>
              <a:rect l="l" t="t" r="r" b="b"/>
              <a:pathLst>
                <a:path w="3171" h="2255" extrusionOk="0">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135"/>
            <p:cNvSpPr/>
            <p:nvPr/>
          </p:nvSpPr>
          <p:spPr>
            <a:xfrm>
              <a:off x="3215760" y="2442156"/>
              <a:ext cx="33392" cy="81313"/>
            </a:xfrm>
            <a:custGeom>
              <a:avLst/>
              <a:gdLst/>
              <a:ahLst/>
              <a:cxnLst/>
              <a:rect l="l" t="t" r="r" b="b"/>
              <a:pathLst>
                <a:path w="1271" h="3095" extrusionOk="0">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135"/>
            <p:cNvSpPr/>
            <p:nvPr/>
          </p:nvSpPr>
          <p:spPr>
            <a:xfrm>
              <a:off x="3256561" y="2401513"/>
              <a:ext cx="55829" cy="162627"/>
            </a:xfrm>
            <a:custGeom>
              <a:avLst/>
              <a:gdLst/>
              <a:ahLst/>
              <a:cxnLst/>
              <a:rect l="l" t="t" r="r" b="b"/>
              <a:pathLst>
                <a:path w="2125" h="6190" extrusionOk="0">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135"/>
            <p:cNvSpPr/>
            <p:nvPr/>
          </p:nvSpPr>
          <p:spPr>
            <a:xfrm>
              <a:off x="3296653" y="2361421"/>
              <a:ext cx="77872" cy="242758"/>
            </a:xfrm>
            <a:custGeom>
              <a:avLst/>
              <a:gdLst/>
              <a:ahLst/>
              <a:cxnLst/>
              <a:rect l="l" t="t" r="r" b="b"/>
              <a:pathLst>
                <a:path w="2964" h="9240" extrusionOk="0">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135"/>
            <p:cNvSpPr/>
            <p:nvPr/>
          </p:nvSpPr>
          <p:spPr>
            <a:xfrm>
              <a:off x="3151287" y="2329763"/>
              <a:ext cx="37727" cy="305996"/>
            </a:xfrm>
            <a:custGeom>
              <a:avLst/>
              <a:gdLst/>
              <a:ahLst/>
              <a:cxnLst/>
              <a:rect l="l" t="t" r="r" b="b"/>
              <a:pathLst>
                <a:path w="1436" h="11647" extrusionOk="0">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135"/>
            <p:cNvSpPr/>
            <p:nvPr/>
          </p:nvSpPr>
          <p:spPr>
            <a:xfrm>
              <a:off x="3151287" y="2329763"/>
              <a:ext cx="30450" cy="305996"/>
            </a:xfrm>
            <a:custGeom>
              <a:avLst/>
              <a:gdLst/>
              <a:ahLst/>
              <a:cxnLst/>
              <a:rect l="l" t="t" r="r" b="b"/>
              <a:pathLst>
                <a:path w="1159" h="11647" extrusionOk="0">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1" name="Google Shape;11351;p135"/>
          <p:cNvGrpSpPr/>
          <p:nvPr/>
        </p:nvGrpSpPr>
        <p:grpSpPr>
          <a:xfrm>
            <a:off x="3545795" y="2318755"/>
            <a:ext cx="387835" cy="327933"/>
            <a:chOff x="3545795" y="2318755"/>
            <a:chExt cx="387835" cy="327933"/>
          </a:xfrm>
        </p:grpSpPr>
        <p:sp>
          <p:nvSpPr>
            <p:cNvPr id="11352" name="Google Shape;11352;p135"/>
            <p:cNvSpPr/>
            <p:nvPr/>
          </p:nvSpPr>
          <p:spPr>
            <a:xfrm>
              <a:off x="3565315" y="2318755"/>
              <a:ext cx="11691" cy="57694"/>
            </a:xfrm>
            <a:custGeom>
              <a:avLst/>
              <a:gdLst/>
              <a:ahLst/>
              <a:cxnLst/>
              <a:rect l="l" t="t" r="r" b="b"/>
              <a:pathLst>
                <a:path w="445" h="2196" extrusionOk="0">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135"/>
            <p:cNvSpPr/>
            <p:nvPr/>
          </p:nvSpPr>
          <p:spPr>
            <a:xfrm>
              <a:off x="3545795" y="2318755"/>
              <a:ext cx="11691" cy="57694"/>
            </a:xfrm>
            <a:custGeom>
              <a:avLst/>
              <a:gdLst/>
              <a:ahLst/>
              <a:cxnLst/>
              <a:rect l="l" t="t" r="r" b="b"/>
              <a:pathLst>
                <a:path w="445" h="2196" extrusionOk="0">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135"/>
            <p:cNvSpPr/>
            <p:nvPr/>
          </p:nvSpPr>
          <p:spPr>
            <a:xfrm>
              <a:off x="3584888" y="2318755"/>
              <a:ext cx="11796" cy="57694"/>
            </a:xfrm>
            <a:custGeom>
              <a:avLst/>
              <a:gdLst/>
              <a:ahLst/>
              <a:cxnLst/>
              <a:rect l="l" t="t" r="r" b="b"/>
              <a:pathLst>
                <a:path w="449" h="2196" extrusionOk="0">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55" name="Google Shape;11355;p135"/>
            <p:cNvGrpSpPr/>
            <p:nvPr/>
          </p:nvGrpSpPr>
          <p:grpSpPr>
            <a:xfrm>
              <a:off x="3545795" y="2322301"/>
              <a:ext cx="387835" cy="324387"/>
              <a:chOff x="3545795" y="2322301"/>
              <a:chExt cx="387835" cy="324387"/>
            </a:xfrm>
          </p:grpSpPr>
          <p:sp>
            <p:nvSpPr>
              <p:cNvPr id="11356" name="Google Shape;11356;p135"/>
              <p:cNvSpPr/>
              <p:nvPr/>
            </p:nvSpPr>
            <p:spPr>
              <a:xfrm>
                <a:off x="3613604" y="2355089"/>
                <a:ext cx="258968" cy="258994"/>
              </a:xfrm>
              <a:custGeom>
                <a:avLst/>
                <a:gdLst/>
                <a:ahLst/>
                <a:cxnLst/>
                <a:rect l="l" t="t" r="r" b="b"/>
                <a:pathLst>
                  <a:path w="9857" h="9858" extrusionOk="0">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135"/>
              <p:cNvSpPr/>
              <p:nvPr/>
            </p:nvSpPr>
            <p:spPr>
              <a:xfrm>
                <a:off x="3639667" y="2380968"/>
                <a:ext cx="207027" cy="207054"/>
              </a:xfrm>
              <a:custGeom>
                <a:avLst/>
                <a:gdLst/>
                <a:ahLst/>
                <a:cxnLst/>
                <a:rect l="l" t="t" r="r" b="b"/>
                <a:pathLst>
                  <a:path w="7880" h="7881" extrusionOk="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135"/>
              <p:cNvSpPr/>
              <p:nvPr/>
            </p:nvSpPr>
            <p:spPr>
              <a:xfrm>
                <a:off x="3722583" y="2380968"/>
                <a:ext cx="129392" cy="207080"/>
              </a:xfrm>
              <a:custGeom>
                <a:avLst/>
                <a:gdLst/>
                <a:ahLst/>
                <a:cxnLst/>
                <a:rect l="l" t="t" r="r" b="b"/>
                <a:pathLst>
                  <a:path w="4925" h="7882" extrusionOk="0">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135"/>
              <p:cNvSpPr/>
              <p:nvPr/>
            </p:nvSpPr>
            <p:spPr>
              <a:xfrm>
                <a:off x="3895140" y="2322301"/>
                <a:ext cx="38489" cy="324387"/>
              </a:xfrm>
              <a:custGeom>
                <a:avLst/>
                <a:gdLst/>
                <a:ahLst/>
                <a:cxnLst/>
                <a:rect l="l" t="t" r="r" b="b"/>
                <a:pathLst>
                  <a:path w="1465" h="12347" extrusionOk="0">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135"/>
              <p:cNvSpPr/>
              <p:nvPr/>
            </p:nvSpPr>
            <p:spPr>
              <a:xfrm>
                <a:off x="3895140" y="2322301"/>
                <a:ext cx="38489" cy="167960"/>
              </a:xfrm>
              <a:custGeom>
                <a:avLst/>
                <a:gdLst/>
                <a:ahLst/>
                <a:cxnLst/>
                <a:rect l="l" t="t" r="r" b="b"/>
                <a:pathLst>
                  <a:path w="1465" h="6393" extrusionOk="0">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135"/>
              <p:cNvSpPr/>
              <p:nvPr/>
            </p:nvSpPr>
            <p:spPr>
              <a:xfrm>
                <a:off x="3545795" y="2370590"/>
                <a:ext cx="50890" cy="275021"/>
              </a:xfrm>
              <a:custGeom>
                <a:avLst/>
                <a:gdLst/>
                <a:ahLst/>
                <a:cxnLst/>
                <a:rect l="l" t="t" r="r" b="b"/>
                <a:pathLst>
                  <a:path w="1937" h="10468" extrusionOk="0">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135"/>
              <p:cNvSpPr/>
              <p:nvPr/>
            </p:nvSpPr>
            <p:spPr>
              <a:xfrm>
                <a:off x="3545795" y="2370590"/>
                <a:ext cx="50890" cy="59244"/>
              </a:xfrm>
              <a:custGeom>
                <a:avLst/>
                <a:gdLst/>
                <a:ahLst/>
                <a:cxnLst/>
                <a:rect l="l" t="t" r="r" b="b"/>
                <a:pathLst>
                  <a:path w="1937" h="2255" extrusionOk="0">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63" name="Google Shape;11363;p135"/>
          <p:cNvGrpSpPr/>
          <p:nvPr/>
        </p:nvGrpSpPr>
        <p:grpSpPr>
          <a:xfrm>
            <a:off x="4718468" y="2306984"/>
            <a:ext cx="364294" cy="351552"/>
            <a:chOff x="4718468" y="2306984"/>
            <a:chExt cx="364294" cy="351552"/>
          </a:xfrm>
        </p:grpSpPr>
        <p:sp>
          <p:nvSpPr>
            <p:cNvPr id="11364" name="Google Shape;11364;p135"/>
            <p:cNvSpPr/>
            <p:nvPr/>
          </p:nvSpPr>
          <p:spPr>
            <a:xfrm>
              <a:off x="4718468" y="2472869"/>
              <a:ext cx="55593" cy="57195"/>
            </a:xfrm>
            <a:custGeom>
              <a:avLst/>
              <a:gdLst/>
              <a:ahLst/>
              <a:cxnLst/>
              <a:rect l="l" t="t" r="r" b="b"/>
              <a:pathLst>
                <a:path w="2116" h="2177" extrusionOk="0">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135"/>
            <p:cNvSpPr/>
            <p:nvPr/>
          </p:nvSpPr>
          <p:spPr>
            <a:xfrm>
              <a:off x="4764392" y="2405927"/>
              <a:ext cx="318370" cy="252610"/>
            </a:xfrm>
            <a:custGeom>
              <a:avLst/>
              <a:gdLst/>
              <a:ahLst/>
              <a:cxnLst/>
              <a:rect l="l" t="t" r="r" b="b"/>
              <a:pathLst>
                <a:path w="12118" h="9615" extrusionOk="0">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135"/>
            <p:cNvSpPr/>
            <p:nvPr/>
          </p:nvSpPr>
          <p:spPr>
            <a:xfrm>
              <a:off x="4764760" y="2495595"/>
              <a:ext cx="318002" cy="162574"/>
            </a:xfrm>
            <a:custGeom>
              <a:avLst/>
              <a:gdLst/>
              <a:ahLst/>
              <a:cxnLst/>
              <a:rect l="l" t="t" r="r" b="b"/>
              <a:pathLst>
                <a:path w="12104" h="6188" extrusionOk="0">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135"/>
            <p:cNvSpPr/>
            <p:nvPr/>
          </p:nvSpPr>
          <p:spPr>
            <a:xfrm>
              <a:off x="4952976" y="2394314"/>
              <a:ext cx="81129" cy="79816"/>
            </a:xfrm>
            <a:custGeom>
              <a:avLst/>
              <a:gdLst/>
              <a:ahLst/>
              <a:cxnLst/>
              <a:rect l="l" t="t" r="r" b="b"/>
              <a:pathLst>
                <a:path w="3088" h="3038" extrusionOk="0">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135"/>
            <p:cNvSpPr/>
            <p:nvPr/>
          </p:nvSpPr>
          <p:spPr>
            <a:xfrm>
              <a:off x="4993804" y="2493230"/>
              <a:ext cx="35205" cy="22988"/>
            </a:xfrm>
            <a:custGeom>
              <a:avLst/>
              <a:gdLst/>
              <a:ahLst/>
              <a:cxnLst/>
              <a:rect l="l" t="t" r="r" b="b"/>
              <a:pathLst>
                <a:path w="1340" h="875" extrusionOk="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135"/>
            <p:cNvSpPr/>
            <p:nvPr/>
          </p:nvSpPr>
          <p:spPr>
            <a:xfrm>
              <a:off x="4829916" y="2432278"/>
              <a:ext cx="109793" cy="18470"/>
            </a:xfrm>
            <a:custGeom>
              <a:avLst/>
              <a:gdLst/>
              <a:ahLst/>
              <a:cxnLst/>
              <a:rect l="l" t="t" r="r" b="b"/>
              <a:pathLst>
                <a:path w="4179" h="703" extrusionOk="0">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135"/>
            <p:cNvSpPr/>
            <p:nvPr/>
          </p:nvSpPr>
          <p:spPr>
            <a:xfrm>
              <a:off x="4816859" y="2306984"/>
              <a:ext cx="136170" cy="135986"/>
            </a:xfrm>
            <a:custGeom>
              <a:avLst/>
              <a:gdLst/>
              <a:ahLst/>
              <a:cxnLst/>
              <a:rect l="l" t="t" r="r" b="b"/>
              <a:pathLst>
                <a:path w="5183" h="5176" extrusionOk="0">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135"/>
            <p:cNvSpPr/>
            <p:nvPr/>
          </p:nvSpPr>
          <p:spPr>
            <a:xfrm>
              <a:off x="4966113" y="2402301"/>
              <a:ext cx="57616" cy="56775"/>
            </a:xfrm>
            <a:custGeom>
              <a:avLst/>
              <a:gdLst/>
              <a:ahLst/>
              <a:cxnLst/>
              <a:rect l="l" t="t" r="r" b="b"/>
              <a:pathLst>
                <a:path w="2193" h="2161" extrusionOk="0">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135"/>
            <p:cNvSpPr/>
            <p:nvPr/>
          </p:nvSpPr>
          <p:spPr>
            <a:xfrm>
              <a:off x="4837640" y="2327766"/>
              <a:ext cx="122115" cy="115257"/>
            </a:xfrm>
            <a:custGeom>
              <a:avLst/>
              <a:gdLst/>
              <a:ahLst/>
              <a:cxnLst/>
              <a:rect l="l" t="t" r="r" b="b"/>
              <a:pathLst>
                <a:path w="4648" h="4387" extrusionOk="0">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135"/>
            <p:cNvSpPr/>
            <p:nvPr/>
          </p:nvSpPr>
          <p:spPr>
            <a:xfrm>
              <a:off x="4864070" y="2336305"/>
              <a:ext cx="41931" cy="76611"/>
            </a:xfrm>
            <a:custGeom>
              <a:avLst/>
              <a:gdLst/>
              <a:ahLst/>
              <a:cxnLst/>
              <a:rect l="l" t="t" r="r" b="b"/>
              <a:pathLst>
                <a:path w="1596" h="2916" extrusionOk="0">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4" name="Google Shape;11374;p135"/>
          <p:cNvGrpSpPr/>
          <p:nvPr/>
        </p:nvGrpSpPr>
        <p:grpSpPr>
          <a:xfrm>
            <a:off x="4147908" y="2303017"/>
            <a:ext cx="361194" cy="359355"/>
            <a:chOff x="4147908" y="2303017"/>
            <a:chExt cx="361194" cy="359355"/>
          </a:xfrm>
        </p:grpSpPr>
        <p:sp>
          <p:nvSpPr>
            <p:cNvPr id="11375" name="Google Shape;11375;p135"/>
            <p:cNvSpPr/>
            <p:nvPr/>
          </p:nvSpPr>
          <p:spPr>
            <a:xfrm>
              <a:off x="4147908" y="2365861"/>
              <a:ext cx="296511" cy="296511"/>
            </a:xfrm>
            <a:custGeom>
              <a:avLst/>
              <a:gdLst/>
              <a:ahLst/>
              <a:cxnLst/>
              <a:rect l="l" t="t" r="r" b="b"/>
              <a:pathLst>
                <a:path w="11286" h="11286" extrusionOk="0">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135"/>
            <p:cNvSpPr/>
            <p:nvPr/>
          </p:nvSpPr>
          <p:spPr>
            <a:xfrm>
              <a:off x="4296059" y="2508179"/>
              <a:ext cx="148361" cy="11875"/>
            </a:xfrm>
            <a:custGeom>
              <a:avLst/>
              <a:gdLst/>
              <a:ahLst/>
              <a:cxnLst/>
              <a:rect l="l" t="t" r="r" b="b"/>
              <a:pathLst>
                <a:path w="5647" h="452" extrusionOk="0">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135"/>
            <p:cNvSpPr/>
            <p:nvPr/>
          </p:nvSpPr>
          <p:spPr>
            <a:xfrm>
              <a:off x="4420695" y="2303017"/>
              <a:ext cx="88407" cy="86542"/>
            </a:xfrm>
            <a:custGeom>
              <a:avLst/>
              <a:gdLst/>
              <a:ahLst/>
              <a:cxnLst/>
              <a:rect l="l" t="t" r="r" b="b"/>
              <a:pathLst>
                <a:path w="3365" h="3294" extrusionOk="0">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135"/>
            <p:cNvSpPr/>
            <p:nvPr/>
          </p:nvSpPr>
          <p:spPr>
            <a:xfrm>
              <a:off x="4420695" y="2303017"/>
              <a:ext cx="59376" cy="86542"/>
            </a:xfrm>
            <a:custGeom>
              <a:avLst/>
              <a:gdLst/>
              <a:ahLst/>
              <a:cxnLst/>
              <a:rect l="l" t="t" r="r" b="b"/>
              <a:pathLst>
                <a:path w="2260" h="3294" extrusionOk="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135"/>
            <p:cNvSpPr/>
            <p:nvPr/>
          </p:nvSpPr>
          <p:spPr>
            <a:xfrm>
              <a:off x="4183429" y="2401382"/>
              <a:ext cx="225444" cy="225444"/>
            </a:xfrm>
            <a:custGeom>
              <a:avLst/>
              <a:gdLst/>
              <a:ahLst/>
              <a:cxnLst/>
              <a:rect l="l" t="t" r="r" b="b"/>
              <a:pathLst>
                <a:path w="8581" h="8581" extrusionOk="0">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135"/>
            <p:cNvSpPr/>
            <p:nvPr/>
          </p:nvSpPr>
          <p:spPr>
            <a:xfrm>
              <a:off x="4296059" y="2508179"/>
              <a:ext cx="112814" cy="11875"/>
            </a:xfrm>
            <a:custGeom>
              <a:avLst/>
              <a:gdLst/>
              <a:ahLst/>
              <a:cxnLst/>
              <a:rect l="l" t="t" r="r" b="b"/>
              <a:pathLst>
                <a:path w="4294" h="452" extrusionOk="0">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135"/>
            <p:cNvSpPr/>
            <p:nvPr/>
          </p:nvSpPr>
          <p:spPr>
            <a:xfrm>
              <a:off x="4213143" y="2431096"/>
              <a:ext cx="166042" cy="166042"/>
            </a:xfrm>
            <a:custGeom>
              <a:avLst/>
              <a:gdLst/>
              <a:ahLst/>
              <a:cxnLst/>
              <a:rect l="l" t="t" r="r" b="b"/>
              <a:pathLst>
                <a:path w="6320" h="6320" extrusionOk="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135"/>
            <p:cNvSpPr/>
            <p:nvPr/>
          </p:nvSpPr>
          <p:spPr>
            <a:xfrm>
              <a:off x="4296059" y="2508179"/>
              <a:ext cx="83126" cy="11875"/>
            </a:xfrm>
            <a:custGeom>
              <a:avLst/>
              <a:gdLst/>
              <a:ahLst/>
              <a:cxnLst/>
              <a:rect l="l" t="t" r="r" b="b"/>
              <a:pathLst>
                <a:path w="3164" h="452" extrusionOk="0">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135"/>
            <p:cNvSpPr/>
            <p:nvPr/>
          </p:nvSpPr>
          <p:spPr>
            <a:xfrm>
              <a:off x="4248663" y="2466616"/>
              <a:ext cx="94975" cy="94975"/>
            </a:xfrm>
            <a:custGeom>
              <a:avLst/>
              <a:gdLst/>
              <a:ahLst/>
              <a:cxnLst/>
              <a:rect l="l" t="t" r="r" b="b"/>
              <a:pathLst>
                <a:path w="3615" h="3615" extrusionOk="0">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135"/>
            <p:cNvSpPr/>
            <p:nvPr/>
          </p:nvSpPr>
          <p:spPr>
            <a:xfrm>
              <a:off x="4296059" y="2508179"/>
              <a:ext cx="47763" cy="11875"/>
            </a:xfrm>
            <a:custGeom>
              <a:avLst/>
              <a:gdLst/>
              <a:ahLst/>
              <a:cxnLst/>
              <a:rect l="l" t="t" r="r" b="b"/>
              <a:pathLst>
                <a:path w="1818" h="452" extrusionOk="0">
                  <a:moveTo>
                    <a:pt x="0" y="0"/>
                  </a:moveTo>
                  <a:lnTo>
                    <a:pt x="0" y="451"/>
                  </a:lnTo>
                  <a:lnTo>
                    <a:pt x="1797" y="451"/>
                  </a:lnTo>
                  <a:cubicBezTo>
                    <a:pt x="1818" y="305"/>
                    <a:pt x="1818" y="153"/>
                    <a:pt x="1797"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135"/>
            <p:cNvSpPr/>
            <p:nvPr/>
          </p:nvSpPr>
          <p:spPr>
            <a:xfrm>
              <a:off x="4278377" y="2496330"/>
              <a:ext cx="35547" cy="35547"/>
            </a:xfrm>
            <a:custGeom>
              <a:avLst/>
              <a:gdLst/>
              <a:ahLst/>
              <a:cxnLst/>
              <a:rect l="l" t="t" r="r" b="b"/>
              <a:pathLst>
                <a:path w="1353" h="1353" extrusionOk="0">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135"/>
            <p:cNvSpPr/>
            <p:nvPr/>
          </p:nvSpPr>
          <p:spPr>
            <a:xfrm>
              <a:off x="4296059" y="2508179"/>
              <a:ext cx="18233" cy="11875"/>
            </a:xfrm>
            <a:custGeom>
              <a:avLst/>
              <a:gdLst/>
              <a:ahLst/>
              <a:cxnLst/>
              <a:rect l="l" t="t" r="r" b="b"/>
              <a:pathLst>
                <a:path w="694" h="452" extrusionOk="0">
                  <a:moveTo>
                    <a:pt x="0" y="0"/>
                  </a:moveTo>
                  <a:lnTo>
                    <a:pt x="0" y="451"/>
                  </a:lnTo>
                  <a:lnTo>
                    <a:pt x="638" y="451"/>
                  </a:lnTo>
                  <a:cubicBezTo>
                    <a:pt x="694" y="305"/>
                    <a:pt x="694" y="146"/>
                    <a:pt x="638"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135"/>
            <p:cNvSpPr/>
            <p:nvPr/>
          </p:nvSpPr>
          <p:spPr>
            <a:xfrm>
              <a:off x="4287678" y="2480094"/>
              <a:ext cx="42483" cy="40013"/>
            </a:xfrm>
            <a:custGeom>
              <a:avLst/>
              <a:gdLst/>
              <a:ahLst/>
              <a:cxnLst/>
              <a:rect l="l" t="t" r="r" b="b"/>
              <a:pathLst>
                <a:path w="1617" h="1523" extrusionOk="0">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135"/>
            <p:cNvSpPr/>
            <p:nvPr/>
          </p:nvSpPr>
          <p:spPr>
            <a:xfrm>
              <a:off x="4314817" y="2315313"/>
              <a:ext cx="182568" cy="178128"/>
            </a:xfrm>
            <a:custGeom>
              <a:avLst/>
              <a:gdLst/>
              <a:ahLst/>
              <a:cxnLst/>
              <a:rect l="l" t="t" r="r" b="b"/>
              <a:pathLst>
                <a:path w="6949" h="6780" extrusionOk="0">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9" name="Google Shape;11389;p135"/>
          <p:cNvGrpSpPr/>
          <p:nvPr/>
        </p:nvGrpSpPr>
        <p:grpSpPr>
          <a:xfrm>
            <a:off x="5292128" y="2299891"/>
            <a:ext cx="367027" cy="365214"/>
            <a:chOff x="5292128" y="2299891"/>
            <a:chExt cx="367027" cy="365214"/>
          </a:xfrm>
        </p:grpSpPr>
        <p:sp>
          <p:nvSpPr>
            <p:cNvPr id="11390" name="Google Shape;11390;p135"/>
            <p:cNvSpPr/>
            <p:nvPr/>
          </p:nvSpPr>
          <p:spPr>
            <a:xfrm>
              <a:off x="5470361" y="2467772"/>
              <a:ext cx="11323" cy="124243"/>
            </a:xfrm>
            <a:custGeom>
              <a:avLst/>
              <a:gdLst/>
              <a:ahLst/>
              <a:cxnLst/>
              <a:rect l="l" t="t" r="r" b="b"/>
              <a:pathLst>
                <a:path w="431" h="4729" extrusionOk="0">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135"/>
            <p:cNvSpPr/>
            <p:nvPr/>
          </p:nvSpPr>
          <p:spPr>
            <a:xfrm>
              <a:off x="5464870" y="2299891"/>
              <a:ext cx="22279" cy="40827"/>
            </a:xfrm>
            <a:custGeom>
              <a:avLst/>
              <a:gdLst/>
              <a:ahLst/>
              <a:cxnLst/>
              <a:rect l="l" t="t" r="r" b="b"/>
              <a:pathLst>
                <a:path w="848" h="1554" extrusionOk="0">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135"/>
            <p:cNvSpPr/>
            <p:nvPr/>
          </p:nvSpPr>
          <p:spPr>
            <a:xfrm>
              <a:off x="5292128" y="2316837"/>
              <a:ext cx="367027" cy="184433"/>
            </a:xfrm>
            <a:custGeom>
              <a:avLst/>
              <a:gdLst/>
              <a:ahLst/>
              <a:cxnLst/>
              <a:rect l="l" t="t" r="r" b="b"/>
              <a:pathLst>
                <a:path w="13970" h="7020" extrusionOk="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135"/>
            <p:cNvSpPr/>
            <p:nvPr/>
          </p:nvSpPr>
          <p:spPr>
            <a:xfrm>
              <a:off x="5293757" y="2319017"/>
              <a:ext cx="182279" cy="182436"/>
            </a:xfrm>
            <a:custGeom>
              <a:avLst/>
              <a:gdLst/>
              <a:ahLst/>
              <a:cxnLst/>
              <a:rect l="l" t="t" r="r" b="b"/>
              <a:pathLst>
                <a:path w="6938" h="6944" extrusionOk="0">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135"/>
            <p:cNvSpPr/>
            <p:nvPr/>
          </p:nvSpPr>
          <p:spPr>
            <a:xfrm>
              <a:off x="5476009" y="2319017"/>
              <a:ext cx="91139" cy="182252"/>
            </a:xfrm>
            <a:custGeom>
              <a:avLst/>
              <a:gdLst/>
              <a:ahLst/>
              <a:cxnLst/>
              <a:rect l="l" t="t" r="r" b="b"/>
              <a:pathLst>
                <a:path w="3469" h="6937" extrusionOk="0">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135"/>
            <p:cNvSpPr/>
            <p:nvPr/>
          </p:nvSpPr>
          <p:spPr>
            <a:xfrm>
              <a:off x="5404574" y="2564035"/>
              <a:ext cx="82758" cy="101070"/>
            </a:xfrm>
            <a:custGeom>
              <a:avLst/>
              <a:gdLst/>
              <a:ahLst/>
              <a:cxnLst/>
              <a:rect l="l" t="t" r="r" b="b"/>
              <a:pathLst>
                <a:path w="3150" h="3847" extrusionOk="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6" name="Google Shape;11396;p135"/>
          <p:cNvGrpSpPr/>
          <p:nvPr/>
        </p:nvGrpSpPr>
        <p:grpSpPr>
          <a:xfrm>
            <a:off x="5873617" y="2309901"/>
            <a:ext cx="345720" cy="345720"/>
            <a:chOff x="5873617" y="2309901"/>
            <a:chExt cx="345720" cy="345720"/>
          </a:xfrm>
        </p:grpSpPr>
        <p:sp>
          <p:nvSpPr>
            <p:cNvPr id="11397" name="Google Shape;11397;p135"/>
            <p:cNvSpPr/>
            <p:nvPr/>
          </p:nvSpPr>
          <p:spPr>
            <a:xfrm>
              <a:off x="5873617" y="2309901"/>
              <a:ext cx="345720" cy="345720"/>
            </a:xfrm>
            <a:custGeom>
              <a:avLst/>
              <a:gdLst/>
              <a:ahLst/>
              <a:cxnLst/>
              <a:rect l="l" t="t" r="r" b="b"/>
              <a:pathLst>
                <a:path w="13159" h="13159" extrusionOk="0">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135"/>
            <p:cNvSpPr/>
            <p:nvPr/>
          </p:nvSpPr>
          <p:spPr>
            <a:xfrm>
              <a:off x="5899496" y="2335779"/>
              <a:ext cx="293963" cy="293963"/>
            </a:xfrm>
            <a:custGeom>
              <a:avLst/>
              <a:gdLst/>
              <a:ahLst/>
              <a:cxnLst/>
              <a:rect l="l" t="t" r="r" b="b"/>
              <a:pathLst>
                <a:path w="11189" h="11189" extrusionOk="0">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135"/>
            <p:cNvSpPr/>
            <p:nvPr/>
          </p:nvSpPr>
          <p:spPr>
            <a:xfrm>
              <a:off x="6041288" y="2356088"/>
              <a:ext cx="10404" cy="131888"/>
            </a:xfrm>
            <a:custGeom>
              <a:avLst/>
              <a:gdLst/>
              <a:ahLst/>
              <a:cxnLst/>
              <a:rect l="l" t="t" r="r" b="b"/>
              <a:pathLst>
                <a:path w="396" h="5020" extrusionOk="0">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135"/>
            <p:cNvSpPr/>
            <p:nvPr/>
          </p:nvSpPr>
          <p:spPr>
            <a:xfrm>
              <a:off x="6039449" y="2477546"/>
              <a:ext cx="135435" cy="10430"/>
            </a:xfrm>
            <a:custGeom>
              <a:avLst/>
              <a:gdLst/>
              <a:ahLst/>
              <a:cxnLst/>
              <a:rect l="l" t="t" r="r" b="b"/>
              <a:pathLst>
                <a:path w="5155" h="397" extrusionOk="0">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135"/>
            <p:cNvSpPr/>
            <p:nvPr/>
          </p:nvSpPr>
          <p:spPr>
            <a:xfrm>
              <a:off x="5935778" y="2372035"/>
              <a:ext cx="275178" cy="257970"/>
            </a:xfrm>
            <a:custGeom>
              <a:avLst/>
              <a:gdLst/>
              <a:ahLst/>
              <a:cxnLst/>
              <a:rect l="l" t="t" r="r" b="b"/>
              <a:pathLst>
                <a:path w="10474" h="9819" extrusionOk="0">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135"/>
            <p:cNvSpPr/>
            <p:nvPr/>
          </p:nvSpPr>
          <p:spPr>
            <a:xfrm>
              <a:off x="5918097" y="2477546"/>
              <a:ext cx="21333" cy="10430"/>
            </a:xfrm>
            <a:custGeom>
              <a:avLst/>
              <a:gdLst/>
              <a:ahLst/>
              <a:cxnLst/>
              <a:rect l="l" t="t" r="r" b="b"/>
              <a:pathLst>
                <a:path w="812" h="397" extrusionOk="0">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135"/>
            <p:cNvSpPr/>
            <p:nvPr/>
          </p:nvSpPr>
          <p:spPr>
            <a:xfrm>
              <a:off x="6041288" y="2591542"/>
              <a:ext cx="10404" cy="17970"/>
            </a:xfrm>
            <a:custGeom>
              <a:avLst/>
              <a:gdLst/>
              <a:ahLst/>
              <a:cxnLst/>
              <a:rect l="l" t="t" r="r" b="b"/>
              <a:pathLst>
                <a:path w="396" h="684" extrusionOk="0">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135"/>
            <p:cNvSpPr/>
            <p:nvPr/>
          </p:nvSpPr>
          <p:spPr>
            <a:xfrm>
              <a:off x="5953144" y="2391556"/>
              <a:ext cx="19836" cy="15869"/>
            </a:xfrm>
            <a:custGeom>
              <a:avLst/>
              <a:gdLst/>
              <a:ahLst/>
              <a:cxnLst/>
              <a:rect l="l" t="t" r="r" b="b"/>
              <a:pathLst>
                <a:path w="755" h="604" extrusionOk="0">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135"/>
            <p:cNvSpPr/>
            <p:nvPr/>
          </p:nvSpPr>
          <p:spPr>
            <a:xfrm>
              <a:off x="6119686" y="2557939"/>
              <a:ext cx="19652" cy="15869"/>
            </a:xfrm>
            <a:custGeom>
              <a:avLst/>
              <a:gdLst/>
              <a:ahLst/>
              <a:cxnLst/>
              <a:rect l="l" t="t" r="r" b="b"/>
              <a:pathLst>
                <a:path w="748" h="604" extrusionOk="0">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135"/>
            <p:cNvSpPr/>
            <p:nvPr/>
          </p:nvSpPr>
          <p:spPr>
            <a:xfrm>
              <a:off x="6120185" y="2391556"/>
              <a:ext cx="19652" cy="15869"/>
            </a:xfrm>
            <a:custGeom>
              <a:avLst/>
              <a:gdLst/>
              <a:ahLst/>
              <a:cxnLst/>
              <a:rect l="l" t="t" r="r" b="b"/>
              <a:pathLst>
                <a:path w="748" h="604" extrusionOk="0">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135"/>
            <p:cNvSpPr/>
            <p:nvPr/>
          </p:nvSpPr>
          <p:spPr>
            <a:xfrm>
              <a:off x="5953617" y="2557939"/>
              <a:ext cx="19862" cy="15869"/>
            </a:xfrm>
            <a:custGeom>
              <a:avLst/>
              <a:gdLst/>
              <a:ahLst/>
              <a:cxnLst/>
              <a:rect l="l" t="t" r="r" b="b"/>
              <a:pathLst>
                <a:path w="756" h="604" extrusionOk="0">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135"/>
            <p:cNvSpPr/>
            <p:nvPr/>
          </p:nvSpPr>
          <p:spPr>
            <a:xfrm>
              <a:off x="5927056" y="2429887"/>
              <a:ext cx="21859" cy="13425"/>
            </a:xfrm>
            <a:custGeom>
              <a:avLst/>
              <a:gdLst/>
              <a:ahLst/>
              <a:cxnLst/>
              <a:rect l="l" t="t" r="r" b="b"/>
              <a:pathLst>
                <a:path w="832" h="511" extrusionOk="0">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135"/>
            <p:cNvSpPr/>
            <p:nvPr/>
          </p:nvSpPr>
          <p:spPr>
            <a:xfrm>
              <a:off x="6143751" y="2522077"/>
              <a:ext cx="21832" cy="13452"/>
            </a:xfrm>
            <a:custGeom>
              <a:avLst/>
              <a:gdLst/>
              <a:ahLst/>
              <a:cxnLst/>
              <a:rect l="l" t="t" r="r" b="b"/>
              <a:pathLst>
                <a:path w="831" h="512" extrusionOk="0">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135"/>
            <p:cNvSpPr/>
            <p:nvPr/>
          </p:nvSpPr>
          <p:spPr>
            <a:xfrm>
              <a:off x="6084822" y="2365730"/>
              <a:ext cx="15816" cy="17261"/>
            </a:xfrm>
            <a:custGeom>
              <a:avLst/>
              <a:gdLst/>
              <a:ahLst/>
              <a:cxnLst/>
              <a:rect l="l" t="t" r="r" b="b"/>
              <a:pathLst>
                <a:path w="602" h="657" extrusionOk="0">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135"/>
            <p:cNvSpPr/>
            <p:nvPr/>
          </p:nvSpPr>
          <p:spPr>
            <a:xfrm>
              <a:off x="5992632" y="2582399"/>
              <a:ext cx="15816" cy="17287"/>
            </a:xfrm>
            <a:custGeom>
              <a:avLst/>
              <a:gdLst/>
              <a:ahLst/>
              <a:cxnLst/>
              <a:rect l="l" t="t" r="r" b="b"/>
              <a:pathLst>
                <a:path w="602" h="658" extrusionOk="0">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135"/>
            <p:cNvSpPr/>
            <p:nvPr/>
          </p:nvSpPr>
          <p:spPr>
            <a:xfrm>
              <a:off x="5994445" y="2364758"/>
              <a:ext cx="15527" cy="17524"/>
            </a:xfrm>
            <a:custGeom>
              <a:avLst/>
              <a:gdLst/>
              <a:ahLst/>
              <a:cxnLst/>
              <a:rect l="l" t="t" r="r" b="b"/>
              <a:pathLst>
                <a:path w="591" h="667" extrusionOk="0">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135"/>
            <p:cNvSpPr/>
            <p:nvPr/>
          </p:nvSpPr>
          <p:spPr>
            <a:xfrm>
              <a:off x="6082641" y="2583161"/>
              <a:ext cx="15527" cy="17419"/>
            </a:xfrm>
            <a:custGeom>
              <a:avLst/>
              <a:gdLst/>
              <a:ahLst/>
              <a:cxnLst/>
              <a:rect l="l" t="t" r="r" b="b"/>
              <a:pathLst>
                <a:path w="591" h="663" extrusionOk="0">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135"/>
            <p:cNvSpPr/>
            <p:nvPr/>
          </p:nvSpPr>
          <p:spPr>
            <a:xfrm>
              <a:off x="6144776" y="2431936"/>
              <a:ext cx="22069" cy="13399"/>
            </a:xfrm>
            <a:custGeom>
              <a:avLst/>
              <a:gdLst/>
              <a:ahLst/>
              <a:cxnLst/>
              <a:rect l="l" t="t" r="r" b="b"/>
              <a:pathLst>
                <a:path w="840" h="510" extrusionOk="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135"/>
            <p:cNvSpPr/>
            <p:nvPr/>
          </p:nvSpPr>
          <p:spPr>
            <a:xfrm>
              <a:off x="5926530" y="2520081"/>
              <a:ext cx="21964" cy="13268"/>
            </a:xfrm>
            <a:custGeom>
              <a:avLst/>
              <a:gdLst/>
              <a:ahLst/>
              <a:cxnLst/>
              <a:rect l="l" t="t" r="r" b="b"/>
              <a:pathLst>
                <a:path w="836" h="505" extrusionOk="0">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6" name="Google Shape;11416;p135"/>
          <p:cNvGrpSpPr/>
          <p:nvPr/>
        </p:nvGrpSpPr>
        <p:grpSpPr>
          <a:xfrm>
            <a:off x="6863329" y="2297710"/>
            <a:ext cx="391460" cy="370127"/>
            <a:chOff x="6863329" y="2297710"/>
            <a:chExt cx="391460" cy="370127"/>
          </a:xfrm>
        </p:grpSpPr>
        <p:sp>
          <p:nvSpPr>
            <p:cNvPr id="11417" name="Google Shape;11417;p135"/>
            <p:cNvSpPr/>
            <p:nvPr/>
          </p:nvSpPr>
          <p:spPr>
            <a:xfrm>
              <a:off x="6979033" y="2297710"/>
              <a:ext cx="272603" cy="342961"/>
            </a:xfrm>
            <a:custGeom>
              <a:avLst/>
              <a:gdLst/>
              <a:ahLst/>
              <a:cxnLst/>
              <a:rect l="l" t="t" r="r" b="b"/>
              <a:pathLst>
                <a:path w="10376" h="13054" extrusionOk="0">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135"/>
            <p:cNvSpPr/>
            <p:nvPr/>
          </p:nvSpPr>
          <p:spPr>
            <a:xfrm>
              <a:off x="6979033" y="2606386"/>
              <a:ext cx="255342" cy="34286"/>
            </a:xfrm>
            <a:custGeom>
              <a:avLst/>
              <a:gdLst/>
              <a:ahLst/>
              <a:cxnLst/>
              <a:rect l="l" t="t" r="r" b="b"/>
              <a:pathLst>
                <a:path w="9719" h="1305" extrusionOk="0">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135"/>
            <p:cNvSpPr/>
            <p:nvPr/>
          </p:nvSpPr>
          <p:spPr>
            <a:xfrm>
              <a:off x="7176392" y="2552081"/>
              <a:ext cx="64709" cy="34102"/>
            </a:xfrm>
            <a:custGeom>
              <a:avLst/>
              <a:gdLst/>
              <a:ahLst/>
              <a:cxnLst/>
              <a:rect l="l" t="t" r="r" b="b"/>
              <a:pathLst>
                <a:path w="2463" h="1298" extrusionOk="0">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135"/>
            <p:cNvSpPr/>
            <p:nvPr/>
          </p:nvSpPr>
          <p:spPr>
            <a:xfrm>
              <a:off x="7176392" y="2497591"/>
              <a:ext cx="71461" cy="34102"/>
            </a:xfrm>
            <a:custGeom>
              <a:avLst/>
              <a:gdLst/>
              <a:ahLst/>
              <a:cxnLst/>
              <a:rect l="l" t="t" r="r" b="b"/>
              <a:pathLst>
                <a:path w="2720" h="1298" extrusionOk="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135"/>
            <p:cNvSpPr/>
            <p:nvPr/>
          </p:nvSpPr>
          <p:spPr>
            <a:xfrm>
              <a:off x="7176392" y="2443286"/>
              <a:ext cx="78397" cy="33944"/>
            </a:xfrm>
            <a:custGeom>
              <a:avLst/>
              <a:gdLst/>
              <a:ahLst/>
              <a:cxnLst/>
              <a:rect l="l" t="t" r="r" b="b"/>
              <a:pathLst>
                <a:path w="2984" h="1292" extrusionOk="0">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135"/>
            <p:cNvSpPr/>
            <p:nvPr/>
          </p:nvSpPr>
          <p:spPr>
            <a:xfrm>
              <a:off x="6863329" y="2450038"/>
              <a:ext cx="122666" cy="217799"/>
            </a:xfrm>
            <a:custGeom>
              <a:avLst/>
              <a:gdLst/>
              <a:ahLst/>
              <a:cxnLst/>
              <a:rect l="l" t="t" r="r" b="b"/>
              <a:pathLst>
                <a:path w="4669" h="8290" extrusionOk="0">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135"/>
            <p:cNvSpPr/>
            <p:nvPr/>
          </p:nvSpPr>
          <p:spPr>
            <a:xfrm>
              <a:off x="6863329" y="2449854"/>
              <a:ext cx="41011" cy="217983"/>
            </a:xfrm>
            <a:custGeom>
              <a:avLst/>
              <a:gdLst/>
              <a:ahLst/>
              <a:cxnLst/>
              <a:rect l="l" t="t" r="r" b="b"/>
              <a:pathLst>
                <a:path w="1561" h="8297" extrusionOk="0">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135"/>
            <p:cNvSpPr/>
            <p:nvPr/>
          </p:nvSpPr>
          <p:spPr>
            <a:xfrm>
              <a:off x="6917818" y="2599660"/>
              <a:ext cx="40827" cy="40827"/>
            </a:xfrm>
            <a:custGeom>
              <a:avLst/>
              <a:gdLst/>
              <a:ahLst/>
              <a:cxnLst/>
              <a:rect l="l" t="t" r="r" b="b"/>
              <a:pathLst>
                <a:path w="1554" h="1554" extrusionOk="0">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135"/>
            <p:cNvSpPr/>
            <p:nvPr/>
          </p:nvSpPr>
          <p:spPr>
            <a:xfrm>
              <a:off x="6924544" y="2606386"/>
              <a:ext cx="27376" cy="27376"/>
            </a:xfrm>
            <a:custGeom>
              <a:avLst/>
              <a:gdLst/>
              <a:ahLst/>
              <a:cxnLst/>
              <a:rect l="l" t="t" r="r" b="b"/>
              <a:pathLst>
                <a:path w="1042" h="1042" extrusionOk="0">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6" name="Google Shape;11426;p135"/>
          <p:cNvGrpSpPr/>
          <p:nvPr/>
        </p:nvGrpSpPr>
        <p:grpSpPr>
          <a:xfrm>
            <a:off x="7421488" y="2318518"/>
            <a:ext cx="342620" cy="328459"/>
            <a:chOff x="7421488" y="2318518"/>
            <a:chExt cx="342620" cy="328459"/>
          </a:xfrm>
        </p:grpSpPr>
        <p:sp>
          <p:nvSpPr>
            <p:cNvPr id="11427" name="Google Shape;11427;p135"/>
            <p:cNvSpPr/>
            <p:nvPr/>
          </p:nvSpPr>
          <p:spPr>
            <a:xfrm>
              <a:off x="7531754" y="2515641"/>
              <a:ext cx="9117" cy="18969"/>
            </a:xfrm>
            <a:custGeom>
              <a:avLst/>
              <a:gdLst/>
              <a:ahLst/>
              <a:cxnLst/>
              <a:rect l="l" t="t" r="r" b="b"/>
              <a:pathLst>
                <a:path w="347" h="722" extrusionOk="0">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135"/>
            <p:cNvSpPr/>
            <p:nvPr/>
          </p:nvSpPr>
          <p:spPr>
            <a:xfrm>
              <a:off x="7540844" y="2339983"/>
              <a:ext cx="223264" cy="234902"/>
            </a:xfrm>
            <a:custGeom>
              <a:avLst/>
              <a:gdLst/>
              <a:ahLst/>
              <a:cxnLst/>
              <a:rect l="l" t="t" r="r" b="b"/>
              <a:pathLst>
                <a:path w="8498" h="8941" extrusionOk="0">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135"/>
            <p:cNvSpPr/>
            <p:nvPr/>
          </p:nvSpPr>
          <p:spPr>
            <a:xfrm>
              <a:off x="7520456" y="2318518"/>
              <a:ext cx="235270" cy="227756"/>
            </a:xfrm>
            <a:custGeom>
              <a:avLst/>
              <a:gdLst/>
              <a:ahLst/>
              <a:cxnLst/>
              <a:rect l="l" t="t" r="r" b="b"/>
              <a:pathLst>
                <a:path w="8955" h="8669" extrusionOk="0">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135"/>
            <p:cNvSpPr/>
            <p:nvPr/>
          </p:nvSpPr>
          <p:spPr>
            <a:xfrm>
              <a:off x="7450283" y="2573598"/>
              <a:ext cx="152013" cy="73379"/>
            </a:xfrm>
            <a:custGeom>
              <a:avLst/>
              <a:gdLst/>
              <a:ahLst/>
              <a:cxnLst/>
              <a:rect l="l" t="t" r="r" b="b"/>
              <a:pathLst>
                <a:path w="5786" h="2793" extrusionOk="0">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135"/>
            <p:cNvSpPr/>
            <p:nvPr/>
          </p:nvSpPr>
          <p:spPr>
            <a:xfrm>
              <a:off x="7565093" y="2530958"/>
              <a:ext cx="83310" cy="46713"/>
            </a:xfrm>
            <a:custGeom>
              <a:avLst/>
              <a:gdLst/>
              <a:ahLst/>
              <a:cxnLst/>
              <a:rect l="l" t="t" r="r" b="b"/>
              <a:pathLst>
                <a:path w="3171" h="1778" extrusionOk="0">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135"/>
            <p:cNvSpPr/>
            <p:nvPr/>
          </p:nvSpPr>
          <p:spPr>
            <a:xfrm>
              <a:off x="7421488" y="2409447"/>
              <a:ext cx="236558" cy="227599"/>
            </a:xfrm>
            <a:custGeom>
              <a:avLst/>
              <a:gdLst/>
              <a:ahLst/>
              <a:cxnLst/>
              <a:rect l="l" t="t" r="r" b="b"/>
              <a:pathLst>
                <a:path w="9004" h="8663" extrusionOk="0">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135"/>
            <p:cNvSpPr/>
            <p:nvPr/>
          </p:nvSpPr>
          <p:spPr>
            <a:xfrm>
              <a:off x="7556161" y="2553368"/>
              <a:ext cx="36650" cy="22253"/>
            </a:xfrm>
            <a:custGeom>
              <a:avLst/>
              <a:gdLst/>
              <a:ahLst/>
              <a:cxnLst/>
              <a:rect l="l" t="t" r="r" b="b"/>
              <a:pathLst>
                <a:path w="1395" h="847" extrusionOk="0">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4" name="Google Shape;11434;p135"/>
          <p:cNvGrpSpPr/>
          <p:nvPr/>
        </p:nvGrpSpPr>
        <p:grpSpPr>
          <a:xfrm>
            <a:off x="2508373" y="2779889"/>
            <a:ext cx="337523" cy="337680"/>
            <a:chOff x="2508373" y="2779889"/>
            <a:chExt cx="337523" cy="337680"/>
          </a:xfrm>
        </p:grpSpPr>
        <p:sp>
          <p:nvSpPr>
            <p:cNvPr id="11435" name="Google Shape;11435;p135"/>
            <p:cNvSpPr/>
            <p:nvPr/>
          </p:nvSpPr>
          <p:spPr>
            <a:xfrm>
              <a:off x="2508373" y="2779889"/>
              <a:ext cx="256971" cy="256971"/>
            </a:xfrm>
            <a:custGeom>
              <a:avLst/>
              <a:gdLst/>
              <a:ahLst/>
              <a:cxnLst/>
              <a:rect l="l" t="t" r="r" b="b"/>
              <a:pathLst>
                <a:path w="9781" h="9781" extrusionOk="0">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135"/>
            <p:cNvSpPr/>
            <p:nvPr/>
          </p:nvSpPr>
          <p:spPr>
            <a:xfrm>
              <a:off x="2561391" y="2852034"/>
              <a:ext cx="131783" cy="112814"/>
            </a:xfrm>
            <a:custGeom>
              <a:avLst/>
              <a:gdLst/>
              <a:ahLst/>
              <a:cxnLst/>
              <a:rect l="l" t="t" r="r" b="b"/>
              <a:pathLst>
                <a:path w="5016" h="4294" extrusionOk="0">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135"/>
            <p:cNvSpPr/>
            <p:nvPr/>
          </p:nvSpPr>
          <p:spPr>
            <a:xfrm>
              <a:off x="2599302" y="2880277"/>
              <a:ext cx="65629" cy="56223"/>
            </a:xfrm>
            <a:custGeom>
              <a:avLst/>
              <a:gdLst/>
              <a:ahLst/>
              <a:cxnLst/>
              <a:rect l="l" t="t" r="r" b="b"/>
              <a:pathLst>
                <a:path w="2498" h="2140" extrusionOk="0">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135"/>
            <p:cNvSpPr/>
            <p:nvPr/>
          </p:nvSpPr>
          <p:spPr>
            <a:xfrm>
              <a:off x="2677121" y="2948611"/>
              <a:ext cx="168775" cy="168958"/>
            </a:xfrm>
            <a:custGeom>
              <a:avLst/>
              <a:gdLst/>
              <a:ahLst/>
              <a:cxnLst/>
              <a:rect l="l" t="t" r="r" b="b"/>
              <a:pathLst>
                <a:path w="6424" h="6431" extrusionOk="0">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135"/>
            <p:cNvSpPr/>
            <p:nvPr/>
          </p:nvSpPr>
          <p:spPr>
            <a:xfrm>
              <a:off x="2705180" y="2990910"/>
              <a:ext cx="98601" cy="84466"/>
            </a:xfrm>
            <a:custGeom>
              <a:avLst/>
              <a:gdLst/>
              <a:ahLst/>
              <a:cxnLst/>
              <a:rect l="l" t="t" r="r" b="b"/>
              <a:pathLst>
                <a:path w="3753" h="3215" extrusionOk="0">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135"/>
            <p:cNvSpPr/>
            <p:nvPr/>
          </p:nvSpPr>
          <p:spPr>
            <a:xfrm>
              <a:off x="2727774" y="3007856"/>
              <a:ext cx="59061" cy="50601"/>
            </a:xfrm>
            <a:custGeom>
              <a:avLst/>
              <a:gdLst/>
              <a:ahLst/>
              <a:cxnLst/>
              <a:rect l="l" t="t" r="r" b="b"/>
              <a:pathLst>
                <a:path w="2248" h="1926" extrusionOk="0">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1" name="Google Shape;11441;p135"/>
          <p:cNvGrpSpPr/>
          <p:nvPr/>
        </p:nvGrpSpPr>
        <p:grpSpPr>
          <a:xfrm>
            <a:off x="1884401" y="4141593"/>
            <a:ext cx="410613" cy="372229"/>
            <a:chOff x="1884401" y="4141593"/>
            <a:chExt cx="410613" cy="372229"/>
          </a:xfrm>
        </p:grpSpPr>
        <p:sp>
          <p:nvSpPr>
            <p:cNvPr id="11442" name="Google Shape;11442;p135"/>
            <p:cNvSpPr/>
            <p:nvPr/>
          </p:nvSpPr>
          <p:spPr>
            <a:xfrm>
              <a:off x="1934529" y="4484476"/>
              <a:ext cx="343697" cy="29346"/>
            </a:xfrm>
            <a:custGeom>
              <a:avLst/>
              <a:gdLst/>
              <a:ahLst/>
              <a:cxnLst/>
              <a:rect l="l" t="t" r="r" b="b"/>
              <a:pathLst>
                <a:path w="13082" h="1117" extrusionOk="0">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135"/>
            <p:cNvSpPr/>
            <p:nvPr/>
          </p:nvSpPr>
          <p:spPr>
            <a:xfrm>
              <a:off x="1884401" y="4269619"/>
              <a:ext cx="345720" cy="189635"/>
            </a:xfrm>
            <a:custGeom>
              <a:avLst/>
              <a:gdLst/>
              <a:ahLst/>
              <a:cxnLst/>
              <a:rect l="l" t="t" r="r" b="b"/>
              <a:pathLst>
                <a:path w="13159" h="7218" extrusionOk="0">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135"/>
            <p:cNvSpPr/>
            <p:nvPr/>
          </p:nvSpPr>
          <p:spPr>
            <a:xfrm>
              <a:off x="2097970" y="4322006"/>
              <a:ext cx="104827" cy="110003"/>
            </a:xfrm>
            <a:custGeom>
              <a:avLst/>
              <a:gdLst/>
              <a:ahLst/>
              <a:cxnLst/>
              <a:rect l="l" t="t" r="r" b="b"/>
              <a:pathLst>
                <a:path w="3990" h="4187" extrusionOk="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135"/>
            <p:cNvSpPr/>
            <p:nvPr/>
          </p:nvSpPr>
          <p:spPr>
            <a:xfrm>
              <a:off x="2190187" y="4269619"/>
              <a:ext cx="12611" cy="39829"/>
            </a:xfrm>
            <a:custGeom>
              <a:avLst/>
              <a:gdLst/>
              <a:ahLst/>
              <a:cxnLst/>
              <a:rect l="l" t="t" r="r" b="b"/>
              <a:pathLst>
                <a:path w="480" h="1516" extrusionOk="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135"/>
            <p:cNvSpPr/>
            <p:nvPr/>
          </p:nvSpPr>
          <p:spPr>
            <a:xfrm>
              <a:off x="2069018" y="4141593"/>
              <a:ext cx="24250" cy="109083"/>
            </a:xfrm>
            <a:custGeom>
              <a:avLst/>
              <a:gdLst/>
              <a:ahLst/>
              <a:cxnLst/>
              <a:rect l="l" t="t" r="r" b="b"/>
              <a:pathLst>
                <a:path w="923" h="4152" extrusionOk="0">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135"/>
            <p:cNvSpPr/>
            <p:nvPr/>
          </p:nvSpPr>
          <p:spPr>
            <a:xfrm>
              <a:off x="2119303" y="4141593"/>
              <a:ext cx="24276" cy="109083"/>
            </a:xfrm>
            <a:custGeom>
              <a:avLst/>
              <a:gdLst/>
              <a:ahLst/>
              <a:cxnLst/>
              <a:rect l="l" t="t" r="r" b="b"/>
              <a:pathLst>
                <a:path w="924" h="4152" extrusionOk="0">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135"/>
            <p:cNvSpPr/>
            <p:nvPr/>
          </p:nvSpPr>
          <p:spPr>
            <a:xfrm>
              <a:off x="1917583" y="4478091"/>
              <a:ext cx="377431" cy="12585"/>
            </a:xfrm>
            <a:custGeom>
              <a:avLst/>
              <a:gdLst/>
              <a:ahLst/>
              <a:cxnLst/>
              <a:rect l="l" t="t" r="r" b="b"/>
              <a:pathLst>
                <a:path w="14366" h="479" extrusionOk="0">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9" name="Google Shape;11449;p135"/>
          <p:cNvGrpSpPr/>
          <p:nvPr/>
        </p:nvGrpSpPr>
        <p:grpSpPr>
          <a:xfrm>
            <a:off x="1430832" y="2773689"/>
            <a:ext cx="294515" cy="349897"/>
            <a:chOff x="1430832" y="2773689"/>
            <a:chExt cx="294515" cy="349897"/>
          </a:xfrm>
        </p:grpSpPr>
        <p:sp>
          <p:nvSpPr>
            <p:cNvPr id="11450" name="Google Shape;11450;p135"/>
            <p:cNvSpPr/>
            <p:nvPr/>
          </p:nvSpPr>
          <p:spPr>
            <a:xfrm>
              <a:off x="1430832" y="2794996"/>
              <a:ext cx="90062" cy="149648"/>
            </a:xfrm>
            <a:custGeom>
              <a:avLst/>
              <a:gdLst/>
              <a:ahLst/>
              <a:cxnLst/>
              <a:rect l="l" t="t" r="r" b="b"/>
              <a:pathLst>
                <a:path w="3428" h="5696" extrusionOk="0">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135"/>
            <p:cNvSpPr/>
            <p:nvPr/>
          </p:nvSpPr>
          <p:spPr>
            <a:xfrm>
              <a:off x="1635127" y="2795180"/>
              <a:ext cx="90220" cy="149464"/>
            </a:xfrm>
            <a:custGeom>
              <a:avLst/>
              <a:gdLst/>
              <a:ahLst/>
              <a:cxnLst/>
              <a:rect l="l" t="t" r="r" b="b"/>
              <a:pathLst>
                <a:path w="3434" h="5689" extrusionOk="0">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135"/>
            <p:cNvSpPr/>
            <p:nvPr/>
          </p:nvSpPr>
          <p:spPr>
            <a:xfrm>
              <a:off x="1566609" y="2972861"/>
              <a:ext cx="22988" cy="104249"/>
            </a:xfrm>
            <a:custGeom>
              <a:avLst/>
              <a:gdLst/>
              <a:ahLst/>
              <a:cxnLst/>
              <a:rect l="l" t="t" r="r" b="b"/>
              <a:pathLst>
                <a:path w="875" h="3968" extrusionOk="0">
                  <a:moveTo>
                    <a:pt x="0" y="0"/>
                  </a:moveTo>
                  <a:lnTo>
                    <a:pt x="0" y="3968"/>
                  </a:lnTo>
                  <a:lnTo>
                    <a:pt x="874" y="3968"/>
                  </a:lnTo>
                  <a:lnTo>
                    <a:pt x="874"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135"/>
            <p:cNvSpPr/>
            <p:nvPr/>
          </p:nvSpPr>
          <p:spPr>
            <a:xfrm>
              <a:off x="1493703" y="2785354"/>
              <a:ext cx="168775" cy="206108"/>
            </a:xfrm>
            <a:custGeom>
              <a:avLst/>
              <a:gdLst/>
              <a:ahLst/>
              <a:cxnLst/>
              <a:rect l="l" t="t" r="r" b="b"/>
              <a:pathLst>
                <a:path w="6424" h="7845" extrusionOk="0">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135"/>
            <p:cNvSpPr/>
            <p:nvPr/>
          </p:nvSpPr>
          <p:spPr>
            <a:xfrm>
              <a:off x="1562037" y="2785354"/>
              <a:ext cx="100440" cy="206108"/>
            </a:xfrm>
            <a:custGeom>
              <a:avLst/>
              <a:gdLst/>
              <a:ahLst/>
              <a:cxnLst/>
              <a:rect l="l" t="t" r="r" b="b"/>
              <a:pathLst>
                <a:path w="3823" h="7845" extrusionOk="0">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135"/>
            <p:cNvSpPr/>
            <p:nvPr/>
          </p:nvSpPr>
          <p:spPr>
            <a:xfrm>
              <a:off x="1482773" y="2773689"/>
              <a:ext cx="190817" cy="23172"/>
            </a:xfrm>
            <a:custGeom>
              <a:avLst/>
              <a:gdLst/>
              <a:ahLst/>
              <a:cxnLst/>
              <a:rect l="l" t="t" r="r" b="b"/>
              <a:pathLst>
                <a:path w="7263" h="882" extrusionOk="0">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135"/>
            <p:cNvSpPr/>
            <p:nvPr/>
          </p:nvSpPr>
          <p:spPr>
            <a:xfrm>
              <a:off x="1641669" y="2773689"/>
              <a:ext cx="31921" cy="23172"/>
            </a:xfrm>
            <a:custGeom>
              <a:avLst/>
              <a:gdLst/>
              <a:ahLst/>
              <a:cxnLst/>
              <a:rect l="l" t="t" r="r" b="b"/>
              <a:pathLst>
                <a:path w="1215" h="882" extrusionOk="0">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135"/>
            <p:cNvSpPr/>
            <p:nvPr/>
          </p:nvSpPr>
          <p:spPr>
            <a:xfrm>
              <a:off x="1536343" y="2836060"/>
              <a:ext cx="83494" cy="78975"/>
            </a:xfrm>
            <a:custGeom>
              <a:avLst/>
              <a:gdLst/>
              <a:ahLst/>
              <a:cxnLst/>
              <a:rect l="l" t="t" r="r" b="b"/>
              <a:pathLst>
                <a:path w="3178" h="3006" extrusionOk="0">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135"/>
            <p:cNvSpPr/>
            <p:nvPr/>
          </p:nvSpPr>
          <p:spPr>
            <a:xfrm>
              <a:off x="1556205" y="2977958"/>
              <a:ext cx="43770" cy="21543"/>
            </a:xfrm>
            <a:custGeom>
              <a:avLst/>
              <a:gdLst/>
              <a:ahLst/>
              <a:cxnLst/>
              <a:rect l="l" t="t" r="r" b="b"/>
              <a:pathLst>
                <a:path w="1666" h="820" extrusionOk="0">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135"/>
            <p:cNvSpPr/>
            <p:nvPr/>
          </p:nvSpPr>
          <p:spPr>
            <a:xfrm>
              <a:off x="1533427" y="3061609"/>
              <a:ext cx="89326" cy="30818"/>
            </a:xfrm>
            <a:custGeom>
              <a:avLst/>
              <a:gdLst/>
              <a:ahLst/>
              <a:cxnLst/>
              <a:rect l="l" t="t" r="r" b="b"/>
              <a:pathLst>
                <a:path w="3400" h="1173" extrusionOk="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135"/>
            <p:cNvSpPr/>
            <p:nvPr/>
          </p:nvSpPr>
          <p:spPr>
            <a:xfrm>
              <a:off x="1591200" y="3061609"/>
              <a:ext cx="31737" cy="30818"/>
            </a:xfrm>
            <a:custGeom>
              <a:avLst/>
              <a:gdLst/>
              <a:ahLst/>
              <a:cxnLst/>
              <a:rect l="l" t="t" r="r" b="b"/>
              <a:pathLst>
                <a:path w="1208" h="1173" extrusionOk="0">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135"/>
            <p:cNvSpPr/>
            <p:nvPr/>
          </p:nvSpPr>
          <p:spPr>
            <a:xfrm>
              <a:off x="1501006" y="3084756"/>
              <a:ext cx="154193" cy="38831"/>
            </a:xfrm>
            <a:custGeom>
              <a:avLst/>
              <a:gdLst/>
              <a:ahLst/>
              <a:cxnLst/>
              <a:rect l="l" t="t" r="r" b="b"/>
              <a:pathLst>
                <a:path w="5869" h="1478" extrusionOk="0">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135"/>
            <p:cNvSpPr/>
            <p:nvPr/>
          </p:nvSpPr>
          <p:spPr>
            <a:xfrm>
              <a:off x="1616159" y="3084756"/>
              <a:ext cx="38857" cy="38647"/>
            </a:xfrm>
            <a:custGeom>
              <a:avLst/>
              <a:gdLst/>
              <a:ahLst/>
              <a:cxnLst/>
              <a:rect l="l" t="t" r="r" b="b"/>
              <a:pathLst>
                <a:path w="1479" h="1471" extrusionOk="0">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3" name="Google Shape;11463;p135"/>
          <p:cNvGrpSpPr/>
          <p:nvPr/>
        </p:nvGrpSpPr>
        <p:grpSpPr>
          <a:xfrm>
            <a:off x="3082217" y="2788586"/>
            <a:ext cx="288866" cy="320236"/>
            <a:chOff x="3082217" y="2788586"/>
            <a:chExt cx="288866" cy="320236"/>
          </a:xfrm>
        </p:grpSpPr>
        <p:sp>
          <p:nvSpPr>
            <p:cNvPr id="11464" name="Google Shape;11464;p135"/>
            <p:cNvSpPr/>
            <p:nvPr/>
          </p:nvSpPr>
          <p:spPr>
            <a:xfrm>
              <a:off x="3082401" y="2867508"/>
              <a:ext cx="275178" cy="241313"/>
            </a:xfrm>
            <a:custGeom>
              <a:avLst/>
              <a:gdLst/>
              <a:ahLst/>
              <a:cxnLst/>
              <a:rect l="l" t="t" r="r" b="b"/>
              <a:pathLst>
                <a:path w="10474" h="9185" extrusionOk="0">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135"/>
            <p:cNvSpPr/>
            <p:nvPr/>
          </p:nvSpPr>
          <p:spPr>
            <a:xfrm>
              <a:off x="3082217" y="2867508"/>
              <a:ext cx="219980" cy="241313"/>
            </a:xfrm>
            <a:custGeom>
              <a:avLst/>
              <a:gdLst/>
              <a:ahLst/>
              <a:cxnLst/>
              <a:rect l="l" t="t" r="r" b="b"/>
              <a:pathLst>
                <a:path w="8373" h="9185" extrusionOk="0">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135"/>
            <p:cNvSpPr/>
            <p:nvPr/>
          </p:nvSpPr>
          <p:spPr>
            <a:xfrm>
              <a:off x="3233100" y="2788586"/>
              <a:ext cx="137983" cy="76269"/>
            </a:xfrm>
            <a:custGeom>
              <a:avLst/>
              <a:gdLst/>
              <a:ahLst/>
              <a:cxnLst/>
              <a:rect l="l" t="t" r="r" b="b"/>
              <a:pathLst>
                <a:path w="5252" h="2903" extrusionOk="0">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135"/>
            <p:cNvSpPr/>
            <p:nvPr/>
          </p:nvSpPr>
          <p:spPr>
            <a:xfrm>
              <a:off x="3232916" y="2788586"/>
              <a:ext cx="138167" cy="51258"/>
            </a:xfrm>
            <a:custGeom>
              <a:avLst/>
              <a:gdLst/>
              <a:ahLst/>
              <a:cxnLst/>
              <a:rect l="l" t="t" r="r" b="b"/>
              <a:pathLst>
                <a:path w="5259" h="1951" extrusionOk="0">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135"/>
            <p:cNvSpPr/>
            <p:nvPr/>
          </p:nvSpPr>
          <p:spPr>
            <a:xfrm>
              <a:off x="3293605" y="2915403"/>
              <a:ext cx="38831" cy="55540"/>
            </a:xfrm>
            <a:custGeom>
              <a:avLst/>
              <a:gdLst/>
              <a:ahLst/>
              <a:cxnLst/>
              <a:rect l="l" t="t" r="r" b="b"/>
              <a:pathLst>
                <a:path w="1478" h="2114" extrusionOk="0">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135"/>
            <p:cNvSpPr/>
            <p:nvPr/>
          </p:nvSpPr>
          <p:spPr>
            <a:xfrm>
              <a:off x="3191379" y="2892677"/>
              <a:ext cx="57405" cy="13136"/>
            </a:xfrm>
            <a:custGeom>
              <a:avLst/>
              <a:gdLst/>
              <a:ahLst/>
              <a:cxnLst/>
              <a:rect l="l" t="t" r="r" b="b"/>
              <a:pathLst>
                <a:path w="2185" h="500" extrusionOk="0">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135"/>
            <p:cNvSpPr/>
            <p:nvPr/>
          </p:nvSpPr>
          <p:spPr>
            <a:xfrm>
              <a:off x="3195320" y="2830070"/>
              <a:ext cx="49708" cy="75560"/>
            </a:xfrm>
            <a:custGeom>
              <a:avLst/>
              <a:gdLst/>
              <a:ahLst/>
              <a:cxnLst/>
              <a:rect l="l" t="t" r="r" b="b"/>
              <a:pathLst>
                <a:path w="1892" h="2876" extrusionOk="0">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1" name="Google Shape;11471;p135"/>
          <p:cNvGrpSpPr/>
          <p:nvPr/>
        </p:nvGrpSpPr>
        <p:grpSpPr>
          <a:xfrm>
            <a:off x="3610557" y="2780704"/>
            <a:ext cx="325017" cy="336052"/>
            <a:chOff x="3610557" y="2780704"/>
            <a:chExt cx="325017" cy="336052"/>
          </a:xfrm>
        </p:grpSpPr>
        <p:sp>
          <p:nvSpPr>
            <p:cNvPr id="11472" name="Google Shape;11472;p135"/>
            <p:cNvSpPr/>
            <p:nvPr/>
          </p:nvSpPr>
          <p:spPr>
            <a:xfrm>
              <a:off x="3610557" y="2780704"/>
              <a:ext cx="324702" cy="335973"/>
            </a:xfrm>
            <a:custGeom>
              <a:avLst/>
              <a:gdLst/>
              <a:ahLst/>
              <a:cxnLst/>
              <a:rect l="l" t="t" r="r" b="b"/>
              <a:pathLst>
                <a:path w="12359" h="12788" extrusionOk="0">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135"/>
            <p:cNvSpPr/>
            <p:nvPr/>
          </p:nvSpPr>
          <p:spPr>
            <a:xfrm>
              <a:off x="3665703" y="2864434"/>
              <a:ext cx="67967" cy="252321"/>
            </a:xfrm>
            <a:custGeom>
              <a:avLst/>
              <a:gdLst/>
              <a:ahLst/>
              <a:cxnLst/>
              <a:rect l="l" t="t" r="r" b="b"/>
              <a:pathLst>
                <a:path w="2587" h="9604" extrusionOk="0">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135"/>
            <p:cNvSpPr/>
            <p:nvPr/>
          </p:nvSpPr>
          <p:spPr>
            <a:xfrm>
              <a:off x="3867633" y="2780704"/>
              <a:ext cx="67941" cy="294830"/>
            </a:xfrm>
            <a:custGeom>
              <a:avLst/>
              <a:gdLst/>
              <a:ahLst/>
              <a:cxnLst/>
              <a:rect l="l" t="t" r="r" b="b"/>
              <a:pathLst>
                <a:path w="2586" h="11222" extrusionOk="0">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5" name="Google Shape;11475;p135"/>
          <p:cNvGrpSpPr/>
          <p:nvPr/>
        </p:nvGrpSpPr>
        <p:grpSpPr>
          <a:xfrm>
            <a:off x="4179067" y="2811495"/>
            <a:ext cx="286475" cy="274390"/>
            <a:chOff x="4179067" y="2811495"/>
            <a:chExt cx="286475" cy="274390"/>
          </a:xfrm>
        </p:grpSpPr>
        <p:sp>
          <p:nvSpPr>
            <p:cNvPr id="11476" name="Google Shape;11476;p135"/>
            <p:cNvSpPr/>
            <p:nvPr/>
          </p:nvSpPr>
          <p:spPr>
            <a:xfrm>
              <a:off x="4333786" y="2956651"/>
              <a:ext cx="69990" cy="69990"/>
            </a:xfrm>
            <a:custGeom>
              <a:avLst/>
              <a:gdLst/>
              <a:ahLst/>
              <a:cxnLst/>
              <a:rect l="l" t="t" r="r" b="b"/>
              <a:pathLst>
                <a:path w="2664" h="2664" extrusionOk="0">
                  <a:moveTo>
                    <a:pt x="493" y="0"/>
                  </a:moveTo>
                  <a:lnTo>
                    <a:pt x="0" y="493"/>
                  </a:lnTo>
                  <a:lnTo>
                    <a:pt x="2171" y="2664"/>
                  </a:lnTo>
                  <a:lnTo>
                    <a:pt x="2664" y="2171"/>
                  </a:lnTo>
                  <a:lnTo>
                    <a:pt x="493" y="0"/>
                  </a:ln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135"/>
            <p:cNvSpPr/>
            <p:nvPr/>
          </p:nvSpPr>
          <p:spPr>
            <a:xfrm>
              <a:off x="4363290" y="2987022"/>
              <a:ext cx="102253" cy="98785"/>
            </a:xfrm>
            <a:custGeom>
              <a:avLst/>
              <a:gdLst/>
              <a:ahLst/>
              <a:cxnLst/>
              <a:rect l="l" t="t" r="r" b="b"/>
              <a:pathLst>
                <a:path w="3892" h="3760" extrusionOk="0">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135"/>
            <p:cNvSpPr/>
            <p:nvPr/>
          </p:nvSpPr>
          <p:spPr>
            <a:xfrm>
              <a:off x="4363474" y="2993826"/>
              <a:ext cx="98259" cy="92059"/>
            </a:xfrm>
            <a:custGeom>
              <a:avLst/>
              <a:gdLst/>
              <a:ahLst/>
              <a:cxnLst/>
              <a:rect l="l" t="t" r="r" b="b"/>
              <a:pathLst>
                <a:path w="3740" h="3504" extrusionOk="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135"/>
            <p:cNvSpPr/>
            <p:nvPr/>
          </p:nvSpPr>
          <p:spPr>
            <a:xfrm>
              <a:off x="4179067" y="2811495"/>
              <a:ext cx="215408" cy="196282"/>
            </a:xfrm>
            <a:custGeom>
              <a:avLst/>
              <a:gdLst/>
              <a:ahLst/>
              <a:cxnLst/>
              <a:rect l="l" t="t" r="r" b="b"/>
              <a:pathLst>
                <a:path w="8199" h="7471" extrusionOk="0">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135"/>
            <p:cNvSpPr/>
            <p:nvPr/>
          </p:nvSpPr>
          <p:spPr>
            <a:xfrm>
              <a:off x="4204210" y="2834405"/>
              <a:ext cx="165123" cy="150463"/>
            </a:xfrm>
            <a:custGeom>
              <a:avLst/>
              <a:gdLst/>
              <a:ahLst/>
              <a:cxnLst/>
              <a:rect l="l" t="t" r="r" b="b"/>
              <a:pathLst>
                <a:path w="6285" h="5727" extrusionOk="0">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135"/>
            <p:cNvSpPr/>
            <p:nvPr/>
          </p:nvSpPr>
          <p:spPr>
            <a:xfrm>
              <a:off x="4204210" y="2850037"/>
              <a:ext cx="142160" cy="133175"/>
            </a:xfrm>
            <a:custGeom>
              <a:avLst/>
              <a:gdLst/>
              <a:ahLst/>
              <a:cxnLst/>
              <a:rect l="l" t="t" r="r" b="b"/>
              <a:pathLst>
                <a:path w="5411" h="5069" extrusionOk="0">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135"/>
            <p:cNvSpPr/>
            <p:nvPr/>
          </p:nvSpPr>
          <p:spPr>
            <a:xfrm>
              <a:off x="4246666" y="2855186"/>
              <a:ext cx="81103" cy="22883"/>
            </a:xfrm>
            <a:custGeom>
              <a:avLst/>
              <a:gdLst/>
              <a:ahLst/>
              <a:cxnLst/>
              <a:rect l="l" t="t" r="r" b="b"/>
              <a:pathLst>
                <a:path w="3087" h="871" extrusionOk="0">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135"/>
            <p:cNvSpPr/>
            <p:nvPr/>
          </p:nvSpPr>
          <p:spPr>
            <a:xfrm>
              <a:off x="4363290" y="2987022"/>
              <a:ext cx="41589" cy="40722"/>
            </a:xfrm>
            <a:custGeom>
              <a:avLst/>
              <a:gdLst/>
              <a:ahLst/>
              <a:cxnLst/>
              <a:rect l="l" t="t" r="r" b="b"/>
              <a:pathLst>
                <a:path w="1583" h="1550" extrusionOk="0">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135"/>
            <p:cNvSpPr/>
            <p:nvPr/>
          </p:nvSpPr>
          <p:spPr>
            <a:xfrm>
              <a:off x="4363474" y="2993826"/>
              <a:ext cx="29189" cy="33918"/>
            </a:xfrm>
            <a:custGeom>
              <a:avLst/>
              <a:gdLst/>
              <a:ahLst/>
              <a:cxnLst/>
              <a:rect l="l" t="t" r="r" b="b"/>
              <a:pathLst>
                <a:path w="1111" h="1291" extrusionOk="0">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5" name="Google Shape;11485;p135"/>
          <p:cNvGrpSpPr/>
          <p:nvPr/>
        </p:nvGrpSpPr>
        <p:grpSpPr>
          <a:xfrm>
            <a:off x="4686757" y="2762156"/>
            <a:ext cx="371047" cy="374199"/>
            <a:chOff x="4686757" y="2762156"/>
            <a:chExt cx="371047" cy="374199"/>
          </a:xfrm>
        </p:grpSpPr>
        <p:sp>
          <p:nvSpPr>
            <p:cNvPr id="11486" name="Google Shape;11486;p135"/>
            <p:cNvSpPr/>
            <p:nvPr/>
          </p:nvSpPr>
          <p:spPr>
            <a:xfrm>
              <a:off x="4696767" y="2762156"/>
              <a:ext cx="353207" cy="374199"/>
            </a:xfrm>
            <a:custGeom>
              <a:avLst/>
              <a:gdLst/>
              <a:ahLst/>
              <a:cxnLst/>
              <a:rect l="l" t="t" r="r" b="b"/>
              <a:pathLst>
                <a:path w="13444" h="14243" extrusionOk="0">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135"/>
            <p:cNvSpPr/>
            <p:nvPr/>
          </p:nvSpPr>
          <p:spPr>
            <a:xfrm>
              <a:off x="4843656" y="2919134"/>
              <a:ext cx="62161" cy="59244"/>
            </a:xfrm>
            <a:custGeom>
              <a:avLst/>
              <a:gdLst/>
              <a:ahLst/>
              <a:cxnLst/>
              <a:rect l="l" t="t" r="r" b="b"/>
              <a:pathLst>
                <a:path w="2366" h="2255" extrusionOk="0">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135"/>
            <p:cNvSpPr/>
            <p:nvPr/>
          </p:nvSpPr>
          <p:spPr>
            <a:xfrm>
              <a:off x="4686757" y="2827311"/>
              <a:ext cx="62660" cy="48473"/>
            </a:xfrm>
            <a:custGeom>
              <a:avLst/>
              <a:gdLst/>
              <a:ahLst/>
              <a:cxnLst/>
              <a:rect l="l" t="t" r="r" b="b"/>
              <a:pathLst>
                <a:path w="2385" h="1845" extrusionOk="0">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135"/>
            <p:cNvSpPr/>
            <p:nvPr/>
          </p:nvSpPr>
          <p:spPr>
            <a:xfrm>
              <a:off x="5005600" y="3019416"/>
              <a:ext cx="52020" cy="48604"/>
            </a:xfrm>
            <a:custGeom>
              <a:avLst/>
              <a:gdLst/>
              <a:ahLst/>
              <a:cxnLst/>
              <a:rect l="l" t="t" r="r" b="b"/>
              <a:pathLst>
                <a:path w="1980" h="1850" extrusionOk="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135"/>
            <p:cNvSpPr/>
            <p:nvPr/>
          </p:nvSpPr>
          <p:spPr>
            <a:xfrm>
              <a:off x="4857476" y="2936946"/>
              <a:ext cx="48341" cy="41484"/>
            </a:xfrm>
            <a:custGeom>
              <a:avLst/>
              <a:gdLst/>
              <a:ahLst/>
              <a:cxnLst/>
              <a:rect l="l" t="t" r="r" b="b"/>
              <a:pathLst>
                <a:path w="1840" h="1579" extrusionOk="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135"/>
            <p:cNvSpPr/>
            <p:nvPr/>
          </p:nvSpPr>
          <p:spPr>
            <a:xfrm>
              <a:off x="4708563" y="2844940"/>
              <a:ext cx="34890" cy="30844"/>
            </a:xfrm>
            <a:custGeom>
              <a:avLst/>
              <a:gdLst/>
              <a:ahLst/>
              <a:cxnLst/>
              <a:rect l="l" t="t" r="r" b="b"/>
              <a:pathLst>
                <a:path w="1328" h="1174" extrusionOk="0">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135"/>
            <p:cNvSpPr/>
            <p:nvPr/>
          </p:nvSpPr>
          <p:spPr>
            <a:xfrm>
              <a:off x="5022914" y="3037176"/>
              <a:ext cx="34890" cy="30765"/>
            </a:xfrm>
            <a:custGeom>
              <a:avLst/>
              <a:gdLst/>
              <a:ahLst/>
              <a:cxnLst/>
              <a:rect l="l" t="t" r="r" b="b"/>
              <a:pathLst>
                <a:path w="1328" h="1171" extrusionOk="0">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3" name="Google Shape;11493;p135"/>
          <p:cNvGrpSpPr/>
          <p:nvPr/>
        </p:nvGrpSpPr>
        <p:grpSpPr>
          <a:xfrm>
            <a:off x="5221613" y="2784802"/>
            <a:ext cx="406567" cy="327855"/>
            <a:chOff x="5221613" y="2784802"/>
            <a:chExt cx="406567" cy="327855"/>
          </a:xfrm>
        </p:grpSpPr>
        <p:sp>
          <p:nvSpPr>
            <p:cNvPr id="11494" name="Google Shape;11494;p135"/>
            <p:cNvSpPr/>
            <p:nvPr/>
          </p:nvSpPr>
          <p:spPr>
            <a:xfrm>
              <a:off x="5221613" y="2811049"/>
              <a:ext cx="406567" cy="301608"/>
            </a:xfrm>
            <a:custGeom>
              <a:avLst/>
              <a:gdLst/>
              <a:ahLst/>
              <a:cxnLst/>
              <a:rect l="l" t="t" r="r" b="b"/>
              <a:pathLst>
                <a:path w="15475" h="11480" extrusionOk="0">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135"/>
            <p:cNvSpPr/>
            <p:nvPr/>
          </p:nvSpPr>
          <p:spPr>
            <a:xfrm>
              <a:off x="5221613" y="2811049"/>
              <a:ext cx="406567" cy="39382"/>
            </a:xfrm>
            <a:custGeom>
              <a:avLst/>
              <a:gdLst/>
              <a:ahLst/>
              <a:cxnLst/>
              <a:rect l="l" t="t" r="r" b="b"/>
              <a:pathLst>
                <a:path w="15475" h="1499" extrusionOk="0">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135"/>
            <p:cNvSpPr/>
            <p:nvPr/>
          </p:nvSpPr>
          <p:spPr>
            <a:xfrm>
              <a:off x="5247833" y="2811049"/>
              <a:ext cx="52519" cy="26246"/>
            </a:xfrm>
            <a:custGeom>
              <a:avLst/>
              <a:gdLst/>
              <a:ahLst/>
              <a:cxnLst/>
              <a:rect l="l" t="t" r="r" b="b"/>
              <a:pathLst>
                <a:path w="1999" h="999" extrusionOk="0">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135"/>
            <p:cNvSpPr/>
            <p:nvPr/>
          </p:nvSpPr>
          <p:spPr>
            <a:xfrm>
              <a:off x="5549441" y="2811049"/>
              <a:ext cx="52492" cy="26246"/>
            </a:xfrm>
            <a:custGeom>
              <a:avLst/>
              <a:gdLst/>
              <a:ahLst/>
              <a:cxnLst/>
              <a:rect l="l" t="t" r="r" b="b"/>
              <a:pathLst>
                <a:path w="1998" h="999" extrusionOk="0">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135"/>
            <p:cNvSpPr/>
            <p:nvPr/>
          </p:nvSpPr>
          <p:spPr>
            <a:xfrm>
              <a:off x="5260969" y="2784802"/>
              <a:ext cx="26272" cy="39382"/>
            </a:xfrm>
            <a:custGeom>
              <a:avLst/>
              <a:gdLst/>
              <a:ahLst/>
              <a:cxnLst/>
              <a:rect l="l" t="t" r="r" b="b"/>
              <a:pathLst>
                <a:path w="1000" h="1499" extrusionOk="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135"/>
            <p:cNvSpPr/>
            <p:nvPr/>
          </p:nvSpPr>
          <p:spPr>
            <a:xfrm>
              <a:off x="5260969" y="2784802"/>
              <a:ext cx="26272" cy="19704"/>
            </a:xfrm>
            <a:custGeom>
              <a:avLst/>
              <a:gdLst/>
              <a:ahLst/>
              <a:cxnLst/>
              <a:rect l="l" t="t" r="r" b="b"/>
              <a:pathLst>
                <a:path w="1000" h="750" extrusionOk="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135"/>
            <p:cNvSpPr/>
            <p:nvPr/>
          </p:nvSpPr>
          <p:spPr>
            <a:xfrm>
              <a:off x="5562551" y="2784802"/>
              <a:ext cx="26456" cy="39382"/>
            </a:xfrm>
            <a:custGeom>
              <a:avLst/>
              <a:gdLst/>
              <a:ahLst/>
              <a:cxnLst/>
              <a:rect l="l" t="t" r="r" b="b"/>
              <a:pathLst>
                <a:path w="1007" h="1499" extrusionOk="0">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135"/>
            <p:cNvSpPr/>
            <p:nvPr/>
          </p:nvSpPr>
          <p:spPr>
            <a:xfrm>
              <a:off x="5562551" y="2784802"/>
              <a:ext cx="26456" cy="19704"/>
            </a:xfrm>
            <a:custGeom>
              <a:avLst/>
              <a:gdLst/>
              <a:ahLst/>
              <a:cxnLst/>
              <a:rect l="l" t="t" r="r" b="b"/>
              <a:pathLst>
                <a:path w="1007" h="750" extrusionOk="0">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135"/>
            <p:cNvSpPr/>
            <p:nvPr/>
          </p:nvSpPr>
          <p:spPr>
            <a:xfrm>
              <a:off x="5221613" y="2850405"/>
              <a:ext cx="406567" cy="13136"/>
            </a:xfrm>
            <a:custGeom>
              <a:avLst/>
              <a:gdLst/>
              <a:ahLst/>
              <a:cxnLst/>
              <a:rect l="l" t="t" r="r" b="b"/>
              <a:pathLst>
                <a:path w="15475" h="500" extrusionOk="0">
                  <a:moveTo>
                    <a:pt x="0" y="0"/>
                  </a:moveTo>
                  <a:lnTo>
                    <a:pt x="0" y="500"/>
                  </a:lnTo>
                  <a:lnTo>
                    <a:pt x="15475" y="500"/>
                  </a:lnTo>
                  <a:lnTo>
                    <a:pt x="15475" y="0"/>
                  </a:lnTo>
                  <a:close/>
                </a:path>
              </a:pathLst>
            </a:custGeom>
            <a:solidFill>
              <a:srgbClr val="CB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135"/>
            <p:cNvSpPr/>
            <p:nvPr/>
          </p:nvSpPr>
          <p:spPr>
            <a:xfrm>
              <a:off x="5260969"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135"/>
            <p:cNvSpPr/>
            <p:nvPr/>
          </p:nvSpPr>
          <p:spPr>
            <a:xfrm>
              <a:off x="5260969"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135"/>
            <p:cNvSpPr/>
            <p:nvPr/>
          </p:nvSpPr>
          <p:spPr>
            <a:xfrm>
              <a:off x="5260969"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135"/>
            <p:cNvSpPr/>
            <p:nvPr/>
          </p:nvSpPr>
          <p:spPr>
            <a:xfrm>
              <a:off x="5352818"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135"/>
            <p:cNvSpPr/>
            <p:nvPr/>
          </p:nvSpPr>
          <p:spPr>
            <a:xfrm>
              <a:off x="5444482"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135"/>
            <p:cNvSpPr/>
            <p:nvPr/>
          </p:nvSpPr>
          <p:spPr>
            <a:xfrm>
              <a:off x="5352818"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135"/>
            <p:cNvSpPr/>
            <p:nvPr/>
          </p:nvSpPr>
          <p:spPr>
            <a:xfrm>
              <a:off x="5260969"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135"/>
            <p:cNvSpPr/>
            <p:nvPr/>
          </p:nvSpPr>
          <p:spPr>
            <a:xfrm>
              <a:off x="5352818"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135"/>
            <p:cNvSpPr/>
            <p:nvPr/>
          </p:nvSpPr>
          <p:spPr>
            <a:xfrm>
              <a:off x="5352818"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135"/>
            <p:cNvSpPr/>
            <p:nvPr/>
          </p:nvSpPr>
          <p:spPr>
            <a:xfrm>
              <a:off x="5536489" y="2994536"/>
              <a:ext cx="52519" cy="26272"/>
            </a:xfrm>
            <a:custGeom>
              <a:avLst/>
              <a:gdLst/>
              <a:ahLst/>
              <a:cxnLst/>
              <a:rect l="l" t="t" r="r" b="b"/>
              <a:pathLst>
                <a:path w="1999" h="1000" extrusionOk="0">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135"/>
            <p:cNvSpPr/>
            <p:nvPr/>
          </p:nvSpPr>
          <p:spPr>
            <a:xfrm>
              <a:off x="5536489" y="2889577"/>
              <a:ext cx="52519" cy="26272"/>
            </a:xfrm>
            <a:custGeom>
              <a:avLst/>
              <a:gdLst/>
              <a:ahLst/>
              <a:cxnLst/>
              <a:rect l="l" t="t" r="r" b="b"/>
              <a:pathLst>
                <a:path w="1999" h="1000" extrusionOk="0">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135"/>
            <p:cNvSpPr/>
            <p:nvPr/>
          </p:nvSpPr>
          <p:spPr>
            <a:xfrm>
              <a:off x="5536489" y="3047028"/>
              <a:ext cx="52519" cy="26272"/>
            </a:xfrm>
            <a:custGeom>
              <a:avLst/>
              <a:gdLst/>
              <a:ahLst/>
              <a:cxnLst/>
              <a:rect l="l" t="t" r="r" b="b"/>
              <a:pathLst>
                <a:path w="1999" h="1000" extrusionOk="0">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135"/>
            <p:cNvSpPr/>
            <p:nvPr/>
          </p:nvSpPr>
          <p:spPr>
            <a:xfrm>
              <a:off x="5444482"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135"/>
            <p:cNvSpPr/>
            <p:nvPr/>
          </p:nvSpPr>
          <p:spPr>
            <a:xfrm>
              <a:off x="5444482"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135"/>
            <p:cNvSpPr/>
            <p:nvPr/>
          </p:nvSpPr>
          <p:spPr>
            <a:xfrm>
              <a:off x="5536489" y="2942070"/>
              <a:ext cx="52519" cy="26272"/>
            </a:xfrm>
            <a:custGeom>
              <a:avLst/>
              <a:gdLst/>
              <a:ahLst/>
              <a:cxnLst/>
              <a:rect l="l" t="t" r="r" b="b"/>
              <a:pathLst>
                <a:path w="1999" h="1000" extrusionOk="0">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135"/>
            <p:cNvSpPr/>
            <p:nvPr/>
          </p:nvSpPr>
          <p:spPr>
            <a:xfrm>
              <a:off x="5444482"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135"/>
            <p:cNvSpPr/>
            <p:nvPr/>
          </p:nvSpPr>
          <p:spPr>
            <a:xfrm>
              <a:off x="5533178" y="2935239"/>
              <a:ext cx="58824" cy="39645"/>
            </a:xfrm>
            <a:custGeom>
              <a:avLst/>
              <a:gdLst/>
              <a:ahLst/>
              <a:cxnLst/>
              <a:rect l="l" t="t" r="r" b="b"/>
              <a:pathLst>
                <a:path w="2239" h="1509" extrusionOk="0">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135"/>
            <p:cNvSpPr/>
            <p:nvPr/>
          </p:nvSpPr>
          <p:spPr>
            <a:xfrm>
              <a:off x="5349665" y="2935607"/>
              <a:ext cx="58141" cy="39277"/>
            </a:xfrm>
            <a:custGeom>
              <a:avLst/>
              <a:gdLst/>
              <a:ahLst/>
              <a:cxnLst/>
              <a:rect l="l" t="t" r="r" b="b"/>
              <a:pathLst>
                <a:path w="2213" h="1495" extrusionOk="0">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135"/>
            <p:cNvSpPr/>
            <p:nvPr/>
          </p:nvSpPr>
          <p:spPr>
            <a:xfrm>
              <a:off x="5441487" y="2987731"/>
              <a:ext cx="58798" cy="39645"/>
            </a:xfrm>
            <a:custGeom>
              <a:avLst/>
              <a:gdLst/>
              <a:ahLst/>
              <a:cxnLst/>
              <a:rect l="l" t="t" r="r" b="b"/>
              <a:pathLst>
                <a:path w="2238" h="1509" extrusionOk="0">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135"/>
            <p:cNvSpPr/>
            <p:nvPr/>
          </p:nvSpPr>
          <p:spPr>
            <a:xfrm>
              <a:off x="5258631" y="3040565"/>
              <a:ext cx="57353" cy="39277"/>
            </a:xfrm>
            <a:custGeom>
              <a:avLst/>
              <a:gdLst/>
              <a:ahLst/>
              <a:cxnLst/>
              <a:rect l="l" t="t" r="r" b="b"/>
              <a:pathLst>
                <a:path w="2183" h="1495" extrusionOk="0">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135"/>
            <p:cNvSpPr/>
            <p:nvPr/>
          </p:nvSpPr>
          <p:spPr>
            <a:xfrm>
              <a:off x="5442118" y="2882746"/>
              <a:ext cx="58167" cy="39671"/>
            </a:xfrm>
            <a:custGeom>
              <a:avLst/>
              <a:gdLst/>
              <a:ahLst/>
              <a:cxnLst/>
              <a:rect l="l" t="t" r="r" b="b"/>
              <a:pathLst>
                <a:path w="2214" h="1510" extrusionOk="0">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4" name="Google Shape;11524;p135"/>
          <p:cNvGrpSpPr/>
          <p:nvPr/>
        </p:nvGrpSpPr>
        <p:grpSpPr>
          <a:xfrm>
            <a:off x="5812586" y="2760921"/>
            <a:ext cx="303605" cy="375434"/>
            <a:chOff x="5812586" y="2760921"/>
            <a:chExt cx="303605" cy="375434"/>
          </a:xfrm>
        </p:grpSpPr>
        <p:sp>
          <p:nvSpPr>
            <p:cNvPr id="11525" name="Google Shape;11525;p135"/>
            <p:cNvSpPr/>
            <p:nvPr/>
          </p:nvSpPr>
          <p:spPr>
            <a:xfrm>
              <a:off x="5911896" y="2760921"/>
              <a:ext cx="125215" cy="32289"/>
            </a:xfrm>
            <a:custGeom>
              <a:avLst/>
              <a:gdLst/>
              <a:ahLst/>
              <a:cxnLst/>
              <a:rect l="l" t="t" r="r" b="b"/>
              <a:pathLst>
                <a:path w="4766" h="1229" extrusionOk="0">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135"/>
            <p:cNvSpPr/>
            <p:nvPr/>
          </p:nvSpPr>
          <p:spPr>
            <a:xfrm>
              <a:off x="6001722" y="2761105"/>
              <a:ext cx="35389" cy="32105"/>
            </a:xfrm>
            <a:custGeom>
              <a:avLst/>
              <a:gdLst/>
              <a:ahLst/>
              <a:cxnLst/>
              <a:rect l="l" t="t" r="r" b="b"/>
              <a:pathLst>
                <a:path w="1347" h="1222" extrusionOk="0">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135"/>
            <p:cNvSpPr/>
            <p:nvPr/>
          </p:nvSpPr>
          <p:spPr>
            <a:xfrm>
              <a:off x="5812586" y="2793183"/>
              <a:ext cx="295960" cy="343171"/>
            </a:xfrm>
            <a:custGeom>
              <a:avLst/>
              <a:gdLst/>
              <a:ahLst/>
              <a:cxnLst/>
              <a:rect l="l" t="t" r="r" b="b"/>
              <a:pathLst>
                <a:path w="11265" h="13062" extrusionOk="0">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135"/>
            <p:cNvSpPr/>
            <p:nvPr/>
          </p:nvSpPr>
          <p:spPr>
            <a:xfrm>
              <a:off x="5934675" y="2793183"/>
              <a:ext cx="181517" cy="340965"/>
            </a:xfrm>
            <a:custGeom>
              <a:avLst/>
              <a:gdLst/>
              <a:ahLst/>
              <a:cxnLst/>
              <a:rect l="l" t="t" r="r" b="b"/>
              <a:pathLst>
                <a:path w="6909" h="12978" extrusionOk="0">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135"/>
            <p:cNvSpPr/>
            <p:nvPr/>
          </p:nvSpPr>
          <p:spPr>
            <a:xfrm>
              <a:off x="5841197" y="2978063"/>
              <a:ext cx="267349" cy="158292"/>
            </a:xfrm>
            <a:custGeom>
              <a:avLst/>
              <a:gdLst/>
              <a:ahLst/>
              <a:cxnLst/>
              <a:rect l="l" t="t" r="r" b="b"/>
              <a:pathLst>
                <a:path w="10176" h="6025" extrusionOk="0">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135"/>
            <p:cNvSpPr/>
            <p:nvPr/>
          </p:nvSpPr>
          <p:spPr>
            <a:xfrm>
              <a:off x="6052402" y="2986523"/>
              <a:ext cx="56144" cy="147809"/>
            </a:xfrm>
            <a:custGeom>
              <a:avLst/>
              <a:gdLst/>
              <a:ahLst/>
              <a:cxnLst/>
              <a:rect l="l" t="t" r="r" b="b"/>
              <a:pathLst>
                <a:path w="2137" h="5626" extrusionOk="0">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135"/>
            <p:cNvSpPr/>
            <p:nvPr/>
          </p:nvSpPr>
          <p:spPr>
            <a:xfrm>
              <a:off x="6054582" y="3027718"/>
              <a:ext cx="20256" cy="17182"/>
            </a:xfrm>
            <a:custGeom>
              <a:avLst/>
              <a:gdLst/>
              <a:ahLst/>
              <a:cxnLst/>
              <a:rect l="l" t="t" r="r" b="b"/>
              <a:pathLst>
                <a:path w="771" h="654" extrusionOk="0">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135"/>
            <p:cNvSpPr/>
            <p:nvPr/>
          </p:nvSpPr>
          <p:spPr>
            <a:xfrm>
              <a:off x="6012678" y="3090588"/>
              <a:ext cx="17681" cy="15186"/>
            </a:xfrm>
            <a:custGeom>
              <a:avLst/>
              <a:gdLst/>
              <a:ahLst/>
              <a:cxnLst/>
              <a:rect l="l" t="t" r="r" b="b"/>
              <a:pathLst>
                <a:path w="673" h="578" extrusionOk="0">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135"/>
            <p:cNvSpPr/>
            <p:nvPr/>
          </p:nvSpPr>
          <p:spPr>
            <a:xfrm>
              <a:off x="5891299" y="3017130"/>
              <a:ext cx="17708" cy="15212"/>
            </a:xfrm>
            <a:custGeom>
              <a:avLst/>
              <a:gdLst/>
              <a:ahLst/>
              <a:cxnLst/>
              <a:rect l="l" t="t" r="r" b="b"/>
              <a:pathLst>
                <a:path w="674" h="579" extrusionOk="0">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135"/>
            <p:cNvSpPr/>
            <p:nvPr/>
          </p:nvSpPr>
          <p:spPr>
            <a:xfrm>
              <a:off x="5915916" y="3090588"/>
              <a:ext cx="17681" cy="15186"/>
            </a:xfrm>
            <a:custGeom>
              <a:avLst/>
              <a:gdLst/>
              <a:ahLst/>
              <a:cxnLst/>
              <a:rect l="l" t="t" r="r" b="b"/>
              <a:pathLst>
                <a:path w="673" h="578" extrusionOk="0">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135"/>
            <p:cNvSpPr/>
            <p:nvPr/>
          </p:nvSpPr>
          <p:spPr>
            <a:xfrm>
              <a:off x="5959266" y="3032999"/>
              <a:ext cx="21360" cy="18286"/>
            </a:xfrm>
            <a:custGeom>
              <a:avLst/>
              <a:gdLst/>
              <a:ahLst/>
              <a:cxnLst/>
              <a:rect l="l" t="t" r="r" b="b"/>
              <a:pathLst>
                <a:path w="813" h="696" extrusionOk="0">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6" name="Google Shape;11536;p135"/>
          <p:cNvGrpSpPr/>
          <p:nvPr/>
        </p:nvGrpSpPr>
        <p:grpSpPr>
          <a:xfrm>
            <a:off x="6334673" y="2759633"/>
            <a:ext cx="378508" cy="378166"/>
            <a:chOff x="6334673" y="2759633"/>
            <a:chExt cx="378508" cy="378166"/>
          </a:xfrm>
        </p:grpSpPr>
        <p:sp>
          <p:nvSpPr>
            <p:cNvPr id="11537" name="Google Shape;11537;p135"/>
            <p:cNvSpPr/>
            <p:nvPr/>
          </p:nvSpPr>
          <p:spPr>
            <a:xfrm>
              <a:off x="6334673" y="2759633"/>
              <a:ext cx="287027" cy="189004"/>
            </a:xfrm>
            <a:custGeom>
              <a:avLst/>
              <a:gdLst/>
              <a:ahLst/>
              <a:cxnLst/>
              <a:rect l="l" t="t" r="r" b="b"/>
              <a:pathLst>
                <a:path w="10925" h="7194" extrusionOk="0">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135"/>
            <p:cNvSpPr/>
            <p:nvPr/>
          </p:nvSpPr>
          <p:spPr>
            <a:xfrm>
              <a:off x="6524019" y="2759660"/>
              <a:ext cx="189162" cy="286659"/>
            </a:xfrm>
            <a:custGeom>
              <a:avLst/>
              <a:gdLst/>
              <a:ahLst/>
              <a:cxnLst/>
              <a:rect l="l" t="t" r="r" b="b"/>
              <a:pathLst>
                <a:path w="7200" h="10911" extrusionOk="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135"/>
            <p:cNvSpPr/>
            <p:nvPr/>
          </p:nvSpPr>
          <p:spPr>
            <a:xfrm>
              <a:off x="6426207" y="2948611"/>
              <a:ext cx="286791" cy="189188"/>
            </a:xfrm>
            <a:custGeom>
              <a:avLst/>
              <a:gdLst/>
              <a:ahLst/>
              <a:cxnLst/>
              <a:rect l="l" t="t" r="r" b="b"/>
              <a:pathLst>
                <a:path w="10916" h="7201" extrusionOk="0">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135"/>
            <p:cNvSpPr/>
            <p:nvPr/>
          </p:nvSpPr>
          <p:spPr>
            <a:xfrm>
              <a:off x="6334857" y="2850957"/>
              <a:ext cx="189188" cy="286843"/>
            </a:xfrm>
            <a:custGeom>
              <a:avLst/>
              <a:gdLst/>
              <a:ahLst/>
              <a:cxnLst/>
              <a:rect l="l" t="t" r="r" b="b"/>
              <a:pathLst>
                <a:path w="7201" h="10918" extrusionOk="0">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1" name="Google Shape;11541;p135"/>
          <p:cNvGrpSpPr/>
          <p:nvPr/>
        </p:nvGrpSpPr>
        <p:grpSpPr>
          <a:xfrm>
            <a:off x="8012645" y="2806477"/>
            <a:ext cx="319763" cy="284505"/>
            <a:chOff x="8012645" y="2806477"/>
            <a:chExt cx="319763" cy="284505"/>
          </a:xfrm>
        </p:grpSpPr>
        <p:sp>
          <p:nvSpPr>
            <p:cNvPr id="11542" name="Google Shape;11542;p135"/>
            <p:cNvSpPr/>
            <p:nvPr/>
          </p:nvSpPr>
          <p:spPr>
            <a:xfrm>
              <a:off x="8117446" y="3039252"/>
              <a:ext cx="87855" cy="51731"/>
            </a:xfrm>
            <a:custGeom>
              <a:avLst/>
              <a:gdLst/>
              <a:ahLst/>
              <a:cxnLst/>
              <a:rect l="l" t="t" r="r" b="b"/>
              <a:pathLst>
                <a:path w="3344" h="1969" extrusionOk="0">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135"/>
            <p:cNvSpPr/>
            <p:nvPr/>
          </p:nvSpPr>
          <p:spPr>
            <a:xfrm>
              <a:off x="8138570" y="3039252"/>
              <a:ext cx="66732" cy="51731"/>
            </a:xfrm>
            <a:custGeom>
              <a:avLst/>
              <a:gdLst/>
              <a:ahLst/>
              <a:cxnLst/>
              <a:rect l="l" t="t" r="r" b="b"/>
              <a:pathLst>
                <a:path w="2540" h="1969" extrusionOk="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135"/>
            <p:cNvSpPr/>
            <p:nvPr/>
          </p:nvSpPr>
          <p:spPr>
            <a:xfrm>
              <a:off x="8012645" y="2884664"/>
              <a:ext cx="32841" cy="41747"/>
            </a:xfrm>
            <a:custGeom>
              <a:avLst/>
              <a:gdLst/>
              <a:ahLst/>
              <a:cxnLst/>
              <a:rect l="l" t="t" r="r" b="b"/>
              <a:pathLst>
                <a:path w="1250" h="1589" extrusionOk="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135"/>
            <p:cNvSpPr/>
            <p:nvPr/>
          </p:nvSpPr>
          <p:spPr>
            <a:xfrm>
              <a:off x="8025598" y="2806477"/>
              <a:ext cx="306810" cy="247513"/>
            </a:xfrm>
            <a:custGeom>
              <a:avLst/>
              <a:gdLst/>
              <a:ahLst/>
              <a:cxnLst/>
              <a:rect l="l" t="t" r="r" b="b"/>
              <a:pathLst>
                <a:path w="11678" h="9421" extrusionOk="0">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135"/>
            <p:cNvSpPr/>
            <p:nvPr/>
          </p:nvSpPr>
          <p:spPr>
            <a:xfrm>
              <a:off x="8025598" y="2806477"/>
              <a:ext cx="209576" cy="247671"/>
            </a:xfrm>
            <a:custGeom>
              <a:avLst/>
              <a:gdLst/>
              <a:ahLst/>
              <a:cxnLst/>
              <a:rect l="l" t="t" r="r" b="b"/>
              <a:pathLst>
                <a:path w="7977" h="9427" extrusionOk="0">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135"/>
            <p:cNvSpPr/>
            <p:nvPr/>
          </p:nvSpPr>
          <p:spPr>
            <a:xfrm>
              <a:off x="8110274" y="2874865"/>
              <a:ext cx="179205" cy="111290"/>
            </a:xfrm>
            <a:custGeom>
              <a:avLst/>
              <a:gdLst/>
              <a:ahLst/>
              <a:cxnLst/>
              <a:rect l="l" t="t" r="r" b="b"/>
              <a:pathLst>
                <a:path w="6821" h="4236" extrusionOk="0">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135"/>
            <p:cNvSpPr/>
            <p:nvPr/>
          </p:nvSpPr>
          <p:spPr>
            <a:xfrm>
              <a:off x="8131397" y="2917084"/>
              <a:ext cx="158082" cy="69175"/>
            </a:xfrm>
            <a:custGeom>
              <a:avLst/>
              <a:gdLst/>
              <a:ahLst/>
              <a:cxnLst/>
              <a:rect l="l" t="t" r="r" b="b"/>
              <a:pathLst>
                <a:path w="6017" h="2633" extrusionOk="0">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135"/>
            <p:cNvSpPr/>
            <p:nvPr/>
          </p:nvSpPr>
          <p:spPr>
            <a:xfrm>
              <a:off x="8066399" y="2869715"/>
              <a:ext cx="31737" cy="36834"/>
            </a:xfrm>
            <a:custGeom>
              <a:avLst/>
              <a:gdLst/>
              <a:ahLst/>
              <a:cxnLst/>
              <a:rect l="l" t="t" r="r" b="b"/>
              <a:pathLst>
                <a:path w="1208" h="1402" extrusionOk="0">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135"/>
            <p:cNvSpPr/>
            <p:nvPr/>
          </p:nvSpPr>
          <p:spPr>
            <a:xfrm>
              <a:off x="8082268" y="2869715"/>
              <a:ext cx="15869" cy="26220"/>
            </a:xfrm>
            <a:custGeom>
              <a:avLst/>
              <a:gdLst/>
              <a:ahLst/>
              <a:cxnLst/>
              <a:rect l="l" t="t" r="r" b="b"/>
              <a:pathLst>
                <a:path w="604" h="998" extrusionOk="0">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135"/>
            <p:cNvSpPr/>
            <p:nvPr/>
          </p:nvSpPr>
          <p:spPr>
            <a:xfrm>
              <a:off x="8076987" y="2874996"/>
              <a:ext cx="10588" cy="10430"/>
            </a:xfrm>
            <a:custGeom>
              <a:avLst/>
              <a:gdLst/>
              <a:ahLst/>
              <a:cxnLst/>
              <a:rect l="l" t="t" r="r" b="b"/>
              <a:pathLst>
                <a:path w="403" h="397" extrusionOk="0">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2" name="Google Shape;11552;p135"/>
          <p:cNvGrpSpPr/>
          <p:nvPr/>
        </p:nvGrpSpPr>
        <p:grpSpPr>
          <a:xfrm>
            <a:off x="2454435" y="4162138"/>
            <a:ext cx="385339" cy="388071"/>
            <a:chOff x="2454435" y="4162138"/>
            <a:chExt cx="385339" cy="388071"/>
          </a:xfrm>
        </p:grpSpPr>
        <p:sp>
          <p:nvSpPr>
            <p:cNvPr id="11553" name="Google Shape;11553;p135"/>
            <p:cNvSpPr/>
            <p:nvPr/>
          </p:nvSpPr>
          <p:spPr>
            <a:xfrm>
              <a:off x="2568511" y="4162138"/>
              <a:ext cx="184144" cy="79973"/>
            </a:xfrm>
            <a:custGeom>
              <a:avLst/>
              <a:gdLst/>
              <a:ahLst/>
              <a:cxnLst/>
              <a:rect l="l" t="t" r="r" b="b"/>
              <a:pathLst>
                <a:path w="7009" h="3044" extrusionOk="0">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135"/>
            <p:cNvSpPr/>
            <p:nvPr/>
          </p:nvSpPr>
          <p:spPr>
            <a:xfrm>
              <a:off x="2568511" y="4470236"/>
              <a:ext cx="184144" cy="79973"/>
            </a:xfrm>
            <a:custGeom>
              <a:avLst/>
              <a:gdLst/>
              <a:ahLst/>
              <a:cxnLst/>
              <a:rect l="l" t="t" r="r" b="b"/>
              <a:pathLst>
                <a:path w="7009" h="3044" extrusionOk="0">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135"/>
            <p:cNvSpPr/>
            <p:nvPr/>
          </p:nvSpPr>
          <p:spPr>
            <a:xfrm>
              <a:off x="2454435" y="4217310"/>
              <a:ext cx="385339" cy="277753"/>
            </a:xfrm>
            <a:custGeom>
              <a:avLst/>
              <a:gdLst/>
              <a:ahLst/>
              <a:cxnLst/>
              <a:rect l="l" t="t" r="r" b="b"/>
              <a:pathLst>
                <a:path w="14667" h="10572" extrusionOk="0">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135"/>
            <p:cNvSpPr/>
            <p:nvPr/>
          </p:nvSpPr>
          <p:spPr>
            <a:xfrm>
              <a:off x="2454435" y="4251386"/>
              <a:ext cx="250403" cy="243677"/>
            </a:xfrm>
            <a:custGeom>
              <a:avLst/>
              <a:gdLst/>
              <a:ahLst/>
              <a:cxnLst/>
              <a:rect l="l" t="t" r="r" b="b"/>
              <a:pathLst>
                <a:path w="9531" h="9275" extrusionOk="0">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135"/>
            <p:cNvSpPr/>
            <p:nvPr/>
          </p:nvSpPr>
          <p:spPr>
            <a:xfrm>
              <a:off x="2495420" y="4331018"/>
              <a:ext cx="31553" cy="31553"/>
            </a:xfrm>
            <a:custGeom>
              <a:avLst/>
              <a:gdLst/>
              <a:ahLst/>
              <a:cxnLst/>
              <a:rect l="l" t="t" r="r" b="b"/>
              <a:pathLst>
                <a:path w="1201" h="1201" extrusionOk="0">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135"/>
            <p:cNvSpPr/>
            <p:nvPr/>
          </p:nvSpPr>
          <p:spPr>
            <a:xfrm>
              <a:off x="2508005" y="4337218"/>
              <a:ext cx="12768" cy="12795"/>
            </a:xfrm>
            <a:custGeom>
              <a:avLst/>
              <a:gdLst/>
              <a:ahLst/>
              <a:cxnLst/>
              <a:rect l="l" t="t" r="r" b="b"/>
              <a:pathLst>
                <a:path w="486" h="487" extrusionOk="0">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135"/>
            <p:cNvSpPr/>
            <p:nvPr/>
          </p:nvSpPr>
          <p:spPr>
            <a:xfrm>
              <a:off x="2545181" y="4220227"/>
              <a:ext cx="53780" cy="271920"/>
            </a:xfrm>
            <a:custGeom>
              <a:avLst/>
              <a:gdLst/>
              <a:ahLst/>
              <a:cxnLst/>
              <a:rect l="l" t="t" r="r" b="b"/>
              <a:pathLst>
                <a:path w="2047" h="10350" extrusionOk="0">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135"/>
            <p:cNvSpPr/>
            <p:nvPr/>
          </p:nvSpPr>
          <p:spPr>
            <a:xfrm>
              <a:off x="2545181" y="4344680"/>
              <a:ext cx="53780" cy="147468"/>
            </a:xfrm>
            <a:custGeom>
              <a:avLst/>
              <a:gdLst/>
              <a:ahLst/>
              <a:cxnLst/>
              <a:rect l="l" t="t" r="r" b="b"/>
              <a:pathLst>
                <a:path w="2047" h="5613" extrusionOk="0">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135"/>
            <p:cNvSpPr/>
            <p:nvPr/>
          </p:nvSpPr>
          <p:spPr>
            <a:xfrm>
              <a:off x="2623184" y="4217678"/>
              <a:ext cx="49944" cy="277201"/>
            </a:xfrm>
            <a:custGeom>
              <a:avLst/>
              <a:gdLst/>
              <a:ahLst/>
              <a:cxnLst/>
              <a:rect l="l" t="t" r="r" b="b"/>
              <a:pathLst>
                <a:path w="1901" h="10551" extrusionOk="0">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135"/>
            <p:cNvSpPr/>
            <p:nvPr/>
          </p:nvSpPr>
          <p:spPr>
            <a:xfrm>
              <a:off x="2629542" y="4446748"/>
              <a:ext cx="43586" cy="48131"/>
            </a:xfrm>
            <a:custGeom>
              <a:avLst/>
              <a:gdLst/>
              <a:ahLst/>
              <a:cxnLst/>
              <a:rect l="l" t="t" r="r" b="b"/>
              <a:pathLst>
                <a:path w="1659" h="1832" extrusionOk="0">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135"/>
            <p:cNvSpPr/>
            <p:nvPr/>
          </p:nvSpPr>
          <p:spPr>
            <a:xfrm>
              <a:off x="2694960" y="4243925"/>
              <a:ext cx="48867" cy="224709"/>
            </a:xfrm>
            <a:custGeom>
              <a:avLst/>
              <a:gdLst/>
              <a:ahLst/>
              <a:cxnLst/>
              <a:rect l="l" t="t" r="r" b="b"/>
              <a:pathLst>
                <a:path w="1860" h="8553" extrusionOk="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4" name="Google Shape;11564;p135"/>
          <p:cNvGrpSpPr/>
          <p:nvPr/>
        </p:nvGrpSpPr>
        <p:grpSpPr>
          <a:xfrm>
            <a:off x="3601939" y="4161192"/>
            <a:ext cx="275178" cy="388912"/>
            <a:chOff x="3601939" y="4161192"/>
            <a:chExt cx="275178" cy="388912"/>
          </a:xfrm>
        </p:grpSpPr>
        <p:sp>
          <p:nvSpPr>
            <p:cNvPr id="11565" name="Google Shape;11565;p135"/>
            <p:cNvSpPr/>
            <p:nvPr/>
          </p:nvSpPr>
          <p:spPr>
            <a:xfrm>
              <a:off x="3601939" y="4161192"/>
              <a:ext cx="195546" cy="388912"/>
            </a:xfrm>
            <a:custGeom>
              <a:avLst/>
              <a:gdLst/>
              <a:ahLst/>
              <a:cxnLst/>
              <a:rect l="l" t="t" r="r" b="b"/>
              <a:pathLst>
                <a:path w="7443" h="14803" extrusionOk="0">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135"/>
            <p:cNvSpPr/>
            <p:nvPr/>
          </p:nvSpPr>
          <p:spPr>
            <a:xfrm>
              <a:off x="3630182" y="4193980"/>
              <a:ext cx="128131" cy="324597"/>
            </a:xfrm>
            <a:custGeom>
              <a:avLst/>
              <a:gdLst/>
              <a:ahLst/>
              <a:cxnLst/>
              <a:rect l="l" t="t" r="r" b="b"/>
              <a:pathLst>
                <a:path w="4877" h="12355" extrusionOk="0">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135"/>
            <p:cNvSpPr/>
            <p:nvPr/>
          </p:nvSpPr>
          <p:spPr>
            <a:xfrm>
              <a:off x="3636383" y="4193980"/>
              <a:ext cx="63448" cy="324597"/>
            </a:xfrm>
            <a:custGeom>
              <a:avLst/>
              <a:gdLst/>
              <a:ahLst/>
              <a:cxnLst/>
              <a:rect l="l" t="t" r="r" b="b"/>
              <a:pathLst>
                <a:path w="2415" h="12355" extrusionOk="0">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135"/>
            <p:cNvSpPr/>
            <p:nvPr/>
          </p:nvSpPr>
          <p:spPr>
            <a:xfrm>
              <a:off x="3679207" y="4193980"/>
              <a:ext cx="41195" cy="89326"/>
            </a:xfrm>
            <a:custGeom>
              <a:avLst/>
              <a:gdLst/>
              <a:ahLst/>
              <a:cxnLst/>
              <a:rect l="l" t="t" r="r" b="b"/>
              <a:pathLst>
                <a:path w="1568" h="3400" extrusionOk="0">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135"/>
            <p:cNvSpPr/>
            <p:nvPr/>
          </p:nvSpPr>
          <p:spPr>
            <a:xfrm>
              <a:off x="3679207" y="4368010"/>
              <a:ext cx="41195" cy="11875"/>
            </a:xfrm>
            <a:custGeom>
              <a:avLst/>
              <a:gdLst/>
              <a:ahLst/>
              <a:cxnLst/>
              <a:rect l="l" t="t" r="r" b="b"/>
              <a:pathLst>
                <a:path w="1568" h="452" extrusionOk="0">
                  <a:moveTo>
                    <a:pt x="0" y="1"/>
                  </a:moveTo>
                  <a:lnTo>
                    <a:pt x="0" y="452"/>
                  </a:lnTo>
                  <a:lnTo>
                    <a:pt x="1568" y="452"/>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135"/>
            <p:cNvSpPr/>
            <p:nvPr/>
          </p:nvSpPr>
          <p:spPr>
            <a:xfrm>
              <a:off x="3679207" y="4322637"/>
              <a:ext cx="41195" cy="12059"/>
            </a:xfrm>
            <a:custGeom>
              <a:avLst/>
              <a:gdLst/>
              <a:ahLst/>
              <a:cxnLst/>
              <a:rect l="l" t="t" r="r" b="b"/>
              <a:pathLst>
                <a:path w="1568" h="459" extrusionOk="0">
                  <a:moveTo>
                    <a:pt x="0" y="1"/>
                  </a:moveTo>
                  <a:lnTo>
                    <a:pt x="0" y="458"/>
                  </a:lnTo>
                  <a:lnTo>
                    <a:pt x="1568" y="458"/>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135"/>
            <p:cNvSpPr/>
            <p:nvPr/>
          </p:nvSpPr>
          <p:spPr>
            <a:xfrm>
              <a:off x="3679207" y="4277448"/>
              <a:ext cx="41195" cy="11875"/>
            </a:xfrm>
            <a:custGeom>
              <a:avLst/>
              <a:gdLst/>
              <a:ahLst/>
              <a:cxnLst/>
              <a:rect l="l" t="t" r="r" b="b"/>
              <a:pathLst>
                <a:path w="1568" h="452" extrusionOk="0">
                  <a:moveTo>
                    <a:pt x="0" y="1"/>
                  </a:moveTo>
                  <a:lnTo>
                    <a:pt x="0" y="451"/>
                  </a:lnTo>
                  <a:lnTo>
                    <a:pt x="1568" y="451"/>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135"/>
            <p:cNvSpPr/>
            <p:nvPr/>
          </p:nvSpPr>
          <p:spPr>
            <a:xfrm>
              <a:off x="3679207" y="4232076"/>
              <a:ext cx="41195" cy="11875"/>
            </a:xfrm>
            <a:custGeom>
              <a:avLst/>
              <a:gdLst/>
              <a:ahLst/>
              <a:cxnLst/>
              <a:rect l="l" t="t" r="r" b="b"/>
              <a:pathLst>
                <a:path w="1568" h="452" extrusionOk="0">
                  <a:moveTo>
                    <a:pt x="0" y="0"/>
                  </a:moveTo>
                  <a:lnTo>
                    <a:pt x="0" y="451"/>
                  </a:lnTo>
                  <a:lnTo>
                    <a:pt x="1568" y="451"/>
                  </a:lnTo>
                  <a:lnTo>
                    <a:pt x="1568" y="0"/>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135"/>
            <p:cNvSpPr/>
            <p:nvPr/>
          </p:nvSpPr>
          <p:spPr>
            <a:xfrm>
              <a:off x="3811489" y="4211846"/>
              <a:ext cx="65629" cy="111921"/>
            </a:xfrm>
            <a:custGeom>
              <a:avLst/>
              <a:gdLst/>
              <a:ahLst/>
              <a:cxnLst/>
              <a:rect l="l" t="t" r="r" b="b"/>
              <a:pathLst>
                <a:path w="2498" h="4260" extrusionOk="0">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135"/>
            <p:cNvSpPr/>
            <p:nvPr/>
          </p:nvSpPr>
          <p:spPr>
            <a:xfrm>
              <a:off x="3774497" y="4175485"/>
              <a:ext cx="45241" cy="38936"/>
            </a:xfrm>
            <a:custGeom>
              <a:avLst/>
              <a:gdLst/>
              <a:ahLst/>
              <a:cxnLst/>
              <a:rect l="l" t="t" r="r" b="b"/>
              <a:pathLst>
                <a:path w="1722" h="1482" extrusionOk="0">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5" name="Google Shape;11575;p135"/>
          <p:cNvGrpSpPr/>
          <p:nvPr/>
        </p:nvGrpSpPr>
        <p:grpSpPr>
          <a:xfrm>
            <a:off x="836023" y="3215146"/>
            <a:ext cx="375802" cy="371677"/>
            <a:chOff x="836023" y="3215146"/>
            <a:chExt cx="375802" cy="371677"/>
          </a:xfrm>
        </p:grpSpPr>
        <p:sp>
          <p:nvSpPr>
            <p:cNvPr id="11576" name="Google Shape;11576;p135"/>
            <p:cNvSpPr/>
            <p:nvPr/>
          </p:nvSpPr>
          <p:spPr>
            <a:xfrm>
              <a:off x="907274" y="3284847"/>
              <a:ext cx="232748" cy="231645"/>
            </a:xfrm>
            <a:custGeom>
              <a:avLst/>
              <a:gdLst/>
              <a:ahLst/>
              <a:cxnLst/>
              <a:rect l="l" t="t" r="r" b="b"/>
              <a:pathLst>
                <a:path w="8859" h="8817" extrusionOk="0">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135"/>
            <p:cNvSpPr/>
            <p:nvPr/>
          </p:nvSpPr>
          <p:spPr>
            <a:xfrm>
              <a:off x="953198" y="3284847"/>
              <a:ext cx="186456" cy="221976"/>
            </a:xfrm>
            <a:custGeom>
              <a:avLst/>
              <a:gdLst/>
              <a:ahLst/>
              <a:cxnLst/>
              <a:rect l="l" t="t" r="r" b="b"/>
              <a:pathLst>
                <a:path w="7097" h="8449" extrusionOk="0">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135"/>
            <p:cNvSpPr/>
            <p:nvPr/>
          </p:nvSpPr>
          <p:spPr>
            <a:xfrm>
              <a:off x="936437" y="3313799"/>
              <a:ext cx="175159" cy="174791"/>
            </a:xfrm>
            <a:custGeom>
              <a:avLst/>
              <a:gdLst/>
              <a:ahLst/>
              <a:cxnLst/>
              <a:rect l="l" t="t" r="r" b="b"/>
              <a:pathLst>
                <a:path w="6667" h="6653" extrusionOk="0">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135"/>
            <p:cNvSpPr/>
            <p:nvPr/>
          </p:nvSpPr>
          <p:spPr>
            <a:xfrm>
              <a:off x="947550" y="3313799"/>
              <a:ext cx="164045" cy="174791"/>
            </a:xfrm>
            <a:custGeom>
              <a:avLst/>
              <a:gdLst/>
              <a:ahLst/>
              <a:cxnLst/>
              <a:rect l="l" t="t" r="r" b="b"/>
              <a:pathLst>
                <a:path w="6244" h="6653" extrusionOk="0">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135"/>
            <p:cNvSpPr/>
            <p:nvPr/>
          </p:nvSpPr>
          <p:spPr>
            <a:xfrm>
              <a:off x="1017724" y="3215146"/>
              <a:ext cx="12585" cy="48578"/>
            </a:xfrm>
            <a:custGeom>
              <a:avLst/>
              <a:gdLst/>
              <a:ahLst/>
              <a:cxnLst/>
              <a:rect l="l" t="t" r="r" b="b"/>
              <a:pathLst>
                <a:path w="479" h="1849" extrusionOk="0">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135"/>
            <p:cNvSpPr/>
            <p:nvPr/>
          </p:nvSpPr>
          <p:spPr>
            <a:xfrm>
              <a:off x="1017724" y="3538219"/>
              <a:ext cx="12585" cy="48604"/>
            </a:xfrm>
            <a:custGeom>
              <a:avLst/>
              <a:gdLst/>
              <a:ahLst/>
              <a:cxnLst/>
              <a:rect l="l" t="t" r="r" b="b"/>
              <a:pathLst>
                <a:path w="479" h="1850" extrusionOk="0">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135"/>
            <p:cNvSpPr/>
            <p:nvPr/>
          </p:nvSpPr>
          <p:spPr>
            <a:xfrm>
              <a:off x="925901" y="3238975"/>
              <a:ext cx="34259" cy="43875"/>
            </a:xfrm>
            <a:custGeom>
              <a:avLst/>
              <a:gdLst/>
              <a:ahLst/>
              <a:cxnLst/>
              <a:rect l="l" t="t" r="r" b="b"/>
              <a:pathLst>
                <a:path w="1304" h="1670" extrusionOk="0">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135"/>
            <p:cNvSpPr/>
            <p:nvPr/>
          </p:nvSpPr>
          <p:spPr>
            <a:xfrm>
              <a:off x="1087556" y="3518961"/>
              <a:ext cx="34049" cy="43796"/>
            </a:xfrm>
            <a:custGeom>
              <a:avLst/>
              <a:gdLst/>
              <a:ahLst/>
              <a:cxnLst/>
              <a:rect l="l" t="t" r="r" b="b"/>
              <a:pathLst>
                <a:path w="1296" h="1667" extrusionOk="0">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135"/>
            <p:cNvSpPr/>
            <p:nvPr/>
          </p:nvSpPr>
          <p:spPr>
            <a:xfrm>
              <a:off x="859274" y="3304788"/>
              <a:ext cx="49130" cy="30739"/>
            </a:xfrm>
            <a:custGeom>
              <a:avLst/>
              <a:gdLst/>
              <a:ahLst/>
              <a:cxnLst/>
              <a:rect l="l" t="t" r="r" b="b"/>
              <a:pathLst>
                <a:path w="1870" h="1170" extrusionOk="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135"/>
            <p:cNvSpPr/>
            <p:nvPr/>
          </p:nvSpPr>
          <p:spPr>
            <a:xfrm>
              <a:off x="1139103" y="3466311"/>
              <a:ext cx="49024" cy="30660"/>
            </a:xfrm>
            <a:custGeom>
              <a:avLst/>
              <a:gdLst/>
              <a:ahLst/>
              <a:cxnLst/>
              <a:rect l="l" t="t" r="r" b="b"/>
              <a:pathLst>
                <a:path w="1866" h="1167" extrusionOk="0">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135"/>
            <p:cNvSpPr/>
            <p:nvPr/>
          </p:nvSpPr>
          <p:spPr>
            <a:xfrm>
              <a:off x="836023" y="3394719"/>
              <a:ext cx="52703" cy="12611"/>
            </a:xfrm>
            <a:custGeom>
              <a:avLst/>
              <a:gdLst/>
              <a:ahLst/>
              <a:cxnLst/>
              <a:rect l="l" t="t" r="r" b="b"/>
              <a:pathLst>
                <a:path w="2006" h="480" extrusionOk="0">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135"/>
            <p:cNvSpPr/>
            <p:nvPr/>
          </p:nvSpPr>
          <p:spPr>
            <a:xfrm>
              <a:off x="1159122" y="3394719"/>
              <a:ext cx="52703" cy="12611"/>
            </a:xfrm>
            <a:custGeom>
              <a:avLst/>
              <a:gdLst/>
              <a:ahLst/>
              <a:cxnLst/>
              <a:rect l="l" t="t" r="r" b="b"/>
              <a:pathLst>
                <a:path w="2006" h="480" extrusionOk="0">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135"/>
            <p:cNvSpPr/>
            <p:nvPr/>
          </p:nvSpPr>
          <p:spPr>
            <a:xfrm>
              <a:off x="859721" y="3466311"/>
              <a:ext cx="49182" cy="30660"/>
            </a:xfrm>
            <a:custGeom>
              <a:avLst/>
              <a:gdLst/>
              <a:ahLst/>
              <a:cxnLst/>
              <a:rect l="l" t="t" r="r" b="b"/>
              <a:pathLst>
                <a:path w="1872" h="1167" extrusionOk="0">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135"/>
            <p:cNvSpPr/>
            <p:nvPr/>
          </p:nvSpPr>
          <p:spPr>
            <a:xfrm>
              <a:off x="1139628" y="3304840"/>
              <a:ext cx="49024" cy="30686"/>
            </a:xfrm>
            <a:custGeom>
              <a:avLst/>
              <a:gdLst/>
              <a:ahLst/>
              <a:cxnLst/>
              <a:rect l="l" t="t" r="r" b="b"/>
              <a:pathLst>
                <a:path w="1866" h="1168" extrusionOk="0">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135"/>
            <p:cNvSpPr/>
            <p:nvPr/>
          </p:nvSpPr>
          <p:spPr>
            <a:xfrm>
              <a:off x="926427" y="3518961"/>
              <a:ext cx="34075" cy="43796"/>
            </a:xfrm>
            <a:custGeom>
              <a:avLst/>
              <a:gdLst/>
              <a:ahLst/>
              <a:cxnLst/>
              <a:rect l="l" t="t" r="r" b="b"/>
              <a:pathLst>
                <a:path w="1297" h="1667" extrusionOk="0">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135"/>
            <p:cNvSpPr/>
            <p:nvPr/>
          </p:nvSpPr>
          <p:spPr>
            <a:xfrm>
              <a:off x="1087871" y="3239106"/>
              <a:ext cx="34233" cy="43744"/>
            </a:xfrm>
            <a:custGeom>
              <a:avLst/>
              <a:gdLst/>
              <a:ahLst/>
              <a:cxnLst/>
              <a:rect l="l" t="t" r="r" b="b"/>
              <a:pathLst>
                <a:path w="1303" h="1665" extrusionOk="0">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2" name="Google Shape;11592;p135"/>
          <p:cNvGrpSpPr/>
          <p:nvPr/>
        </p:nvGrpSpPr>
        <p:grpSpPr>
          <a:xfrm>
            <a:off x="1356297" y="3210890"/>
            <a:ext cx="431368" cy="380189"/>
            <a:chOff x="1356297" y="3210890"/>
            <a:chExt cx="431368" cy="380189"/>
          </a:xfrm>
        </p:grpSpPr>
        <p:sp>
          <p:nvSpPr>
            <p:cNvPr id="11593" name="Google Shape;11593;p135"/>
            <p:cNvSpPr/>
            <p:nvPr/>
          </p:nvSpPr>
          <p:spPr>
            <a:xfrm>
              <a:off x="1418432" y="3271343"/>
              <a:ext cx="191369" cy="190843"/>
            </a:xfrm>
            <a:custGeom>
              <a:avLst/>
              <a:gdLst/>
              <a:ahLst/>
              <a:cxnLst/>
              <a:rect l="l" t="t" r="r" b="b"/>
              <a:pathLst>
                <a:path w="7284" h="7264" extrusionOk="0">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135"/>
            <p:cNvSpPr/>
            <p:nvPr/>
          </p:nvSpPr>
          <p:spPr>
            <a:xfrm>
              <a:off x="1462543" y="3271159"/>
              <a:ext cx="147257" cy="177523"/>
            </a:xfrm>
            <a:custGeom>
              <a:avLst/>
              <a:gdLst/>
              <a:ahLst/>
              <a:cxnLst/>
              <a:rect l="l" t="t" r="r" b="b"/>
              <a:pathLst>
                <a:path w="5605" h="6757" extrusionOk="0">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135"/>
            <p:cNvSpPr/>
            <p:nvPr/>
          </p:nvSpPr>
          <p:spPr>
            <a:xfrm>
              <a:off x="1442681" y="3295408"/>
              <a:ext cx="144000" cy="143264"/>
            </a:xfrm>
            <a:custGeom>
              <a:avLst/>
              <a:gdLst/>
              <a:ahLst/>
              <a:cxnLst/>
              <a:rect l="l" t="t" r="r" b="b"/>
              <a:pathLst>
                <a:path w="5481" h="5453" extrusionOk="0">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135"/>
            <p:cNvSpPr/>
            <p:nvPr/>
          </p:nvSpPr>
          <p:spPr>
            <a:xfrm>
              <a:off x="1454346" y="3295225"/>
              <a:ext cx="132335" cy="143448"/>
            </a:xfrm>
            <a:custGeom>
              <a:avLst/>
              <a:gdLst/>
              <a:ahLst/>
              <a:cxnLst/>
              <a:rect l="l" t="t" r="r" b="b"/>
              <a:pathLst>
                <a:path w="5037" h="5460" extrusionOk="0">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135"/>
            <p:cNvSpPr/>
            <p:nvPr/>
          </p:nvSpPr>
          <p:spPr>
            <a:xfrm>
              <a:off x="1506996" y="3210890"/>
              <a:ext cx="14608" cy="44453"/>
            </a:xfrm>
            <a:custGeom>
              <a:avLst/>
              <a:gdLst/>
              <a:ahLst/>
              <a:cxnLst/>
              <a:rect l="l" t="t" r="r" b="b"/>
              <a:pathLst>
                <a:path w="556" h="1692" extrusionOk="0">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135"/>
            <p:cNvSpPr/>
            <p:nvPr/>
          </p:nvSpPr>
          <p:spPr>
            <a:xfrm>
              <a:off x="1430307" y="3230489"/>
              <a:ext cx="33892" cy="40696"/>
            </a:xfrm>
            <a:custGeom>
              <a:avLst/>
              <a:gdLst/>
              <a:ahLst/>
              <a:cxnLst/>
              <a:rect l="l" t="t" r="r" b="b"/>
              <a:pathLst>
                <a:path w="1290" h="1549" extrusionOk="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135"/>
            <p:cNvSpPr/>
            <p:nvPr/>
          </p:nvSpPr>
          <p:spPr>
            <a:xfrm>
              <a:off x="1374872" y="3284768"/>
              <a:ext cx="47002" cy="29793"/>
            </a:xfrm>
            <a:custGeom>
              <a:avLst/>
              <a:gdLst/>
              <a:ahLst/>
              <a:cxnLst/>
              <a:rect l="l" t="t" r="r" b="b"/>
              <a:pathLst>
                <a:path w="1789" h="1134" extrusionOk="0">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135"/>
            <p:cNvSpPr/>
            <p:nvPr/>
          </p:nvSpPr>
          <p:spPr>
            <a:xfrm>
              <a:off x="1356297" y="3359198"/>
              <a:ext cx="49235" cy="14581"/>
            </a:xfrm>
            <a:custGeom>
              <a:avLst/>
              <a:gdLst/>
              <a:ahLst/>
              <a:cxnLst/>
              <a:rect l="l" t="t" r="r" b="b"/>
              <a:pathLst>
                <a:path w="1874" h="555" extrusionOk="0">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135"/>
            <p:cNvSpPr/>
            <p:nvPr/>
          </p:nvSpPr>
          <p:spPr>
            <a:xfrm>
              <a:off x="1375686" y="3418311"/>
              <a:ext cx="46476" cy="29478"/>
            </a:xfrm>
            <a:custGeom>
              <a:avLst/>
              <a:gdLst/>
              <a:ahLst/>
              <a:cxnLst/>
              <a:rect l="l" t="t" r="r" b="b"/>
              <a:pathLst>
                <a:path w="1769" h="1122" extrusionOk="0">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135"/>
            <p:cNvSpPr/>
            <p:nvPr/>
          </p:nvSpPr>
          <p:spPr>
            <a:xfrm>
              <a:off x="1606701" y="3284689"/>
              <a:ext cx="46870" cy="29872"/>
            </a:xfrm>
            <a:custGeom>
              <a:avLst/>
              <a:gdLst/>
              <a:ahLst/>
              <a:cxnLst/>
              <a:rect l="l" t="t" r="r" b="b"/>
              <a:pathLst>
                <a:path w="1784" h="1137" extrusionOk="0">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135"/>
            <p:cNvSpPr/>
            <p:nvPr/>
          </p:nvSpPr>
          <p:spPr>
            <a:xfrm>
              <a:off x="1564402" y="3230857"/>
              <a:ext cx="33419" cy="40328"/>
            </a:xfrm>
            <a:custGeom>
              <a:avLst/>
              <a:gdLst/>
              <a:ahLst/>
              <a:cxnLst/>
              <a:rect l="l" t="t" r="r" b="b"/>
              <a:pathLst>
                <a:path w="1272" h="1535" extrusionOk="0">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135"/>
            <p:cNvSpPr/>
            <p:nvPr/>
          </p:nvSpPr>
          <p:spPr>
            <a:xfrm>
              <a:off x="1360317" y="3362587"/>
              <a:ext cx="427348" cy="228492"/>
            </a:xfrm>
            <a:custGeom>
              <a:avLst/>
              <a:gdLst/>
              <a:ahLst/>
              <a:cxnLst/>
              <a:rect l="l" t="t" r="r" b="b"/>
              <a:pathLst>
                <a:path w="16266" h="8697" extrusionOk="0">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135"/>
            <p:cNvSpPr/>
            <p:nvPr/>
          </p:nvSpPr>
          <p:spPr>
            <a:xfrm>
              <a:off x="1360317" y="3431264"/>
              <a:ext cx="216512" cy="159737"/>
            </a:xfrm>
            <a:custGeom>
              <a:avLst/>
              <a:gdLst/>
              <a:ahLst/>
              <a:cxnLst/>
              <a:rect l="l" t="t" r="r" b="b"/>
              <a:pathLst>
                <a:path w="8241" h="6080" extrusionOk="0">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6" name="Google Shape;11606;p135"/>
          <p:cNvGrpSpPr/>
          <p:nvPr/>
        </p:nvGrpSpPr>
        <p:grpSpPr>
          <a:xfrm>
            <a:off x="1903737" y="3215540"/>
            <a:ext cx="411874" cy="370731"/>
            <a:chOff x="1903737" y="3215540"/>
            <a:chExt cx="411874" cy="370731"/>
          </a:xfrm>
        </p:grpSpPr>
        <p:sp>
          <p:nvSpPr>
            <p:cNvPr id="11607" name="Google Shape;11607;p135"/>
            <p:cNvSpPr/>
            <p:nvPr/>
          </p:nvSpPr>
          <p:spPr>
            <a:xfrm>
              <a:off x="2115940" y="3285661"/>
              <a:ext cx="77451" cy="75271"/>
            </a:xfrm>
            <a:custGeom>
              <a:avLst/>
              <a:gdLst/>
              <a:ahLst/>
              <a:cxnLst/>
              <a:rect l="l" t="t" r="r" b="b"/>
              <a:pathLst>
                <a:path w="2948" h="2865" extrusionOk="0">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135"/>
            <p:cNvSpPr/>
            <p:nvPr/>
          </p:nvSpPr>
          <p:spPr>
            <a:xfrm>
              <a:off x="2116939" y="3285425"/>
              <a:ext cx="44663" cy="74798"/>
            </a:xfrm>
            <a:custGeom>
              <a:avLst/>
              <a:gdLst/>
              <a:ahLst/>
              <a:cxnLst/>
              <a:rect l="l" t="t" r="r" b="b"/>
              <a:pathLst>
                <a:path w="1700" h="2847" extrusionOk="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135"/>
            <p:cNvSpPr/>
            <p:nvPr/>
          </p:nvSpPr>
          <p:spPr>
            <a:xfrm>
              <a:off x="2200407" y="3381609"/>
              <a:ext cx="28453" cy="28453"/>
            </a:xfrm>
            <a:custGeom>
              <a:avLst/>
              <a:gdLst/>
              <a:ahLst/>
              <a:cxnLst/>
              <a:rect l="l" t="t" r="r" b="b"/>
              <a:pathLst>
                <a:path w="1083" h="1083" extrusionOk="0">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135"/>
            <p:cNvSpPr/>
            <p:nvPr/>
          </p:nvSpPr>
          <p:spPr>
            <a:xfrm>
              <a:off x="1942174" y="3547073"/>
              <a:ext cx="28453" cy="28453"/>
            </a:xfrm>
            <a:custGeom>
              <a:avLst/>
              <a:gdLst/>
              <a:ahLst/>
              <a:cxnLst/>
              <a:rect l="l" t="t" r="r" b="b"/>
              <a:pathLst>
                <a:path w="1083" h="1083" extrusionOk="0">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135"/>
            <p:cNvSpPr/>
            <p:nvPr/>
          </p:nvSpPr>
          <p:spPr>
            <a:xfrm>
              <a:off x="1903737" y="3215540"/>
              <a:ext cx="411874" cy="370731"/>
            </a:xfrm>
            <a:custGeom>
              <a:avLst/>
              <a:gdLst/>
              <a:ahLst/>
              <a:cxnLst/>
              <a:rect l="l" t="t" r="r" b="b"/>
              <a:pathLst>
                <a:path w="15677" h="14111" extrusionOk="0">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135"/>
            <p:cNvSpPr/>
            <p:nvPr/>
          </p:nvSpPr>
          <p:spPr>
            <a:xfrm>
              <a:off x="1920867" y="3246752"/>
              <a:ext cx="360275" cy="338889"/>
            </a:xfrm>
            <a:custGeom>
              <a:avLst/>
              <a:gdLst/>
              <a:ahLst/>
              <a:cxnLst/>
              <a:rect l="l" t="t" r="r" b="b"/>
              <a:pathLst>
                <a:path w="13713" h="12899" extrusionOk="0">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135"/>
            <p:cNvSpPr/>
            <p:nvPr/>
          </p:nvSpPr>
          <p:spPr>
            <a:xfrm>
              <a:off x="2146285" y="3395822"/>
              <a:ext cx="16972" cy="16972"/>
            </a:xfrm>
            <a:custGeom>
              <a:avLst/>
              <a:gdLst/>
              <a:ahLst/>
              <a:cxnLst/>
              <a:rect l="l" t="t" r="r" b="b"/>
              <a:pathLst>
                <a:path w="646" h="646" extrusionOk="0">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135"/>
            <p:cNvSpPr/>
            <p:nvPr/>
          </p:nvSpPr>
          <p:spPr>
            <a:xfrm>
              <a:off x="1925228" y="3497497"/>
              <a:ext cx="16972" cy="16972"/>
            </a:xfrm>
            <a:custGeom>
              <a:avLst/>
              <a:gdLst/>
              <a:ahLst/>
              <a:cxnLst/>
              <a:rect l="l" t="t" r="r" b="b"/>
              <a:pathLst>
                <a:path w="646" h="646" extrusionOk="0">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135"/>
            <p:cNvSpPr/>
            <p:nvPr/>
          </p:nvSpPr>
          <p:spPr>
            <a:xfrm>
              <a:off x="2200407" y="3265169"/>
              <a:ext cx="16972" cy="16972"/>
            </a:xfrm>
            <a:custGeom>
              <a:avLst/>
              <a:gdLst/>
              <a:ahLst/>
              <a:cxnLst/>
              <a:rect l="l" t="t" r="r" b="b"/>
              <a:pathLst>
                <a:path w="646" h="646" extrusionOk="0">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6" name="Google Shape;11616;p135"/>
          <p:cNvGrpSpPr/>
          <p:nvPr/>
        </p:nvGrpSpPr>
        <p:grpSpPr>
          <a:xfrm>
            <a:off x="2468465" y="3248854"/>
            <a:ext cx="397818" cy="304078"/>
            <a:chOff x="2468465" y="3248854"/>
            <a:chExt cx="397818" cy="304078"/>
          </a:xfrm>
        </p:grpSpPr>
        <p:sp>
          <p:nvSpPr>
            <p:cNvPr id="11617" name="Google Shape;11617;p135"/>
            <p:cNvSpPr/>
            <p:nvPr/>
          </p:nvSpPr>
          <p:spPr>
            <a:xfrm>
              <a:off x="2488511" y="3248854"/>
              <a:ext cx="182988" cy="99967"/>
            </a:xfrm>
            <a:custGeom>
              <a:avLst/>
              <a:gdLst/>
              <a:ahLst/>
              <a:cxnLst/>
              <a:rect l="l" t="t" r="r" b="b"/>
              <a:pathLst>
                <a:path w="6965" h="3805" extrusionOk="0">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135"/>
            <p:cNvSpPr/>
            <p:nvPr/>
          </p:nvSpPr>
          <p:spPr>
            <a:xfrm>
              <a:off x="2468465" y="3303448"/>
              <a:ext cx="397818" cy="211389"/>
            </a:xfrm>
            <a:custGeom>
              <a:avLst/>
              <a:gdLst/>
              <a:ahLst/>
              <a:cxnLst/>
              <a:rect l="l" t="t" r="r" b="b"/>
              <a:pathLst>
                <a:path w="15142" h="8046" extrusionOk="0">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135"/>
            <p:cNvSpPr/>
            <p:nvPr/>
          </p:nvSpPr>
          <p:spPr>
            <a:xfrm>
              <a:off x="2473930" y="3387073"/>
              <a:ext cx="138141" cy="127763"/>
            </a:xfrm>
            <a:custGeom>
              <a:avLst/>
              <a:gdLst/>
              <a:ahLst/>
              <a:cxnLst/>
              <a:rect l="l" t="t" r="r" b="b"/>
              <a:pathLst>
                <a:path w="5258" h="4863" extrusionOk="0">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135"/>
            <p:cNvSpPr/>
            <p:nvPr/>
          </p:nvSpPr>
          <p:spPr>
            <a:xfrm>
              <a:off x="2488327" y="3279382"/>
              <a:ext cx="55409" cy="69438"/>
            </a:xfrm>
            <a:custGeom>
              <a:avLst/>
              <a:gdLst/>
              <a:ahLst/>
              <a:cxnLst/>
              <a:rect l="l" t="t" r="r" b="b"/>
              <a:pathLst>
                <a:path w="2109" h="2643" extrusionOk="0">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135"/>
            <p:cNvSpPr/>
            <p:nvPr/>
          </p:nvSpPr>
          <p:spPr>
            <a:xfrm>
              <a:off x="2603663" y="3420807"/>
              <a:ext cx="246226" cy="132124"/>
            </a:xfrm>
            <a:custGeom>
              <a:avLst/>
              <a:gdLst/>
              <a:ahLst/>
              <a:cxnLst/>
              <a:rect l="l" t="t" r="r" b="b"/>
              <a:pathLst>
                <a:path w="9372" h="5029" extrusionOk="0">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135"/>
            <p:cNvSpPr/>
            <p:nvPr/>
          </p:nvSpPr>
          <p:spPr>
            <a:xfrm>
              <a:off x="2603847" y="3422594"/>
              <a:ext cx="143264" cy="130338"/>
            </a:xfrm>
            <a:custGeom>
              <a:avLst/>
              <a:gdLst/>
              <a:ahLst/>
              <a:cxnLst/>
              <a:rect l="l" t="t" r="r" b="b"/>
              <a:pathLst>
                <a:path w="5453" h="4961" extrusionOk="0">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3" name="Google Shape;11623;p135"/>
          <p:cNvGrpSpPr/>
          <p:nvPr/>
        </p:nvGrpSpPr>
        <p:grpSpPr>
          <a:xfrm>
            <a:off x="3017166" y="3216013"/>
            <a:ext cx="394376" cy="369812"/>
            <a:chOff x="3017166" y="3216013"/>
            <a:chExt cx="394376" cy="369812"/>
          </a:xfrm>
        </p:grpSpPr>
        <p:sp>
          <p:nvSpPr>
            <p:cNvPr id="11624" name="Google Shape;11624;p135"/>
            <p:cNvSpPr/>
            <p:nvPr/>
          </p:nvSpPr>
          <p:spPr>
            <a:xfrm>
              <a:off x="3017166" y="3216013"/>
              <a:ext cx="394376" cy="369812"/>
            </a:xfrm>
            <a:custGeom>
              <a:avLst/>
              <a:gdLst/>
              <a:ahLst/>
              <a:cxnLst/>
              <a:rect l="l" t="t" r="r" b="b"/>
              <a:pathLst>
                <a:path w="15011"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135"/>
            <p:cNvSpPr/>
            <p:nvPr/>
          </p:nvSpPr>
          <p:spPr>
            <a:xfrm>
              <a:off x="3017166" y="3216013"/>
              <a:ext cx="231093" cy="369812"/>
            </a:xfrm>
            <a:custGeom>
              <a:avLst/>
              <a:gdLst/>
              <a:ahLst/>
              <a:cxnLst/>
              <a:rect l="l" t="t" r="r" b="b"/>
              <a:pathLst>
                <a:path w="8796"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6" name="Google Shape;11626;p135"/>
          <p:cNvGrpSpPr/>
          <p:nvPr/>
        </p:nvGrpSpPr>
        <p:grpSpPr>
          <a:xfrm>
            <a:off x="4210043" y="3213228"/>
            <a:ext cx="199014" cy="375408"/>
            <a:chOff x="4210043" y="3213228"/>
            <a:chExt cx="199014" cy="375408"/>
          </a:xfrm>
        </p:grpSpPr>
        <p:sp>
          <p:nvSpPr>
            <p:cNvPr id="11627" name="Google Shape;11627;p135"/>
            <p:cNvSpPr/>
            <p:nvPr/>
          </p:nvSpPr>
          <p:spPr>
            <a:xfrm>
              <a:off x="4295875" y="3440091"/>
              <a:ext cx="27350" cy="148545"/>
            </a:xfrm>
            <a:custGeom>
              <a:avLst/>
              <a:gdLst/>
              <a:ahLst/>
              <a:cxnLst/>
              <a:rect l="l" t="t" r="r" b="b"/>
              <a:pathLst>
                <a:path w="1041" h="5654" extrusionOk="0">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135"/>
            <p:cNvSpPr/>
            <p:nvPr/>
          </p:nvSpPr>
          <p:spPr>
            <a:xfrm>
              <a:off x="4299684" y="3447264"/>
              <a:ext cx="84781" cy="139849"/>
            </a:xfrm>
            <a:custGeom>
              <a:avLst/>
              <a:gdLst/>
              <a:ahLst/>
              <a:cxnLst/>
              <a:rect l="l" t="t" r="r" b="b"/>
              <a:pathLst>
                <a:path w="3227" h="5323" extrusionOk="0">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135"/>
            <p:cNvSpPr/>
            <p:nvPr/>
          </p:nvSpPr>
          <p:spPr>
            <a:xfrm>
              <a:off x="4234450" y="3447158"/>
              <a:ext cx="84965" cy="139954"/>
            </a:xfrm>
            <a:custGeom>
              <a:avLst/>
              <a:gdLst/>
              <a:ahLst/>
              <a:cxnLst/>
              <a:rect l="l" t="t" r="r" b="b"/>
              <a:pathLst>
                <a:path w="3234" h="5327" extrusionOk="0">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135"/>
            <p:cNvSpPr/>
            <p:nvPr/>
          </p:nvSpPr>
          <p:spPr>
            <a:xfrm>
              <a:off x="4294036" y="3213228"/>
              <a:ext cx="30844" cy="42667"/>
            </a:xfrm>
            <a:custGeom>
              <a:avLst/>
              <a:gdLst/>
              <a:ahLst/>
              <a:cxnLst/>
              <a:rect l="l" t="t" r="r" b="b"/>
              <a:pathLst>
                <a:path w="1174" h="1624" extrusionOk="0">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135"/>
            <p:cNvSpPr/>
            <p:nvPr/>
          </p:nvSpPr>
          <p:spPr>
            <a:xfrm>
              <a:off x="4229721" y="3254581"/>
              <a:ext cx="159474" cy="193392"/>
            </a:xfrm>
            <a:custGeom>
              <a:avLst/>
              <a:gdLst/>
              <a:ahLst/>
              <a:cxnLst/>
              <a:rect l="l" t="t" r="r" b="b"/>
              <a:pathLst>
                <a:path w="6070" h="7361" extrusionOk="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135"/>
            <p:cNvSpPr/>
            <p:nvPr/>
          </p:nvSpPr>
          <p:spPr>
            <a:xfrm>
              <a:off x="4253418" y="3254581"/>
              <a:ext cx="135776" cy="193392"/>
            </a:xfrm>
            <a:custGeom>
              <a:avLst/>
              <a:gdLst/>
              <a:ahLst/>
              <a:cxnLst/>
              <a:rect l="l" t="t" r="r" b="b"/>
              <a:pathLst>
                <a:path w="5168" h="7361" extrusionOk="0">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135"/>
            <p:cNvSpPr/>
            <p:nvPr/>
          </p:nvSpPr>
          <p:spPr>
            <a:xfrm>
              <a:off x="4210043" y="3237635"/>
              <a:ext cx="199014" cy="31737"/>
            </a:xfrm>
            <a:custGeom>
              <a:avLst/>
              <a:gdLst/>
              <a:ahLst/>
              <a:cxnLst/>
              <a:rect l="l" t="t" r="r" b="b"/>
              <a:pathLst>
                <a:path w="7575" h="1208" extrusionOk="0">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135"/>
            <p:cNvSpPr/>
            <p:nvPr/>
          </p:nvSpPr>
          <p:spPr>
            <a:xfrm>
              <a:off x="4210043" y="3432998"/>
              <a:ext cx="199014" cy="31737"/>
            </a:xfrm>
            <a:custGeom>
              <a:avLst/>
              <a:gdLst/>
              <a:ahLst/>
              <a:cxnLst/>
              <a:rect l="l" t="t" r="r" b="b"/>
              <a:pathLst>
                <a:path w="7575" h="1208" extrusionOk="0">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135"/>
            <p:cNvSpPr/>
            <p:nvPr/>
          </p:nvSpPr>
          <p:spPr>
            <a:xfrm>
              <a:off x="4238286" y="3237635"/>
              <a:ext cx="170771" cy="31737"/>
            </a:xfrm>
            <a:custGeom>
              <a:avLst/>
              <a:gdLst/>
              <a:ahLst/>
              <a:cxnLst/>
              <a:rect l="l" t="t" r="r" b="b"/>
              <a:pathLst>
                <a:path w="6500" h="1208" extrusionOk="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135"/>
            <p:cNvSpPr/>
            <p:nvPr/>
          </p:nvSpPr>
          <p:spPr>
            <a:xfrm>
              <a:off x="4238286" y="3432998"/>
              <a:ext cx="170771" cy="31737"/>
            </a:xfrm>
            <a:custGeom>
              <a:avLst/>
              <a:gdLst/>
              <a:ahLst/>
              <a:cxnLst/>
              <a:rect l="l" t="t" r="r" b="b"/>
              <a:pathLst>
                <a:path w="6500" h="1208" extrusionOk="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7" name="Google Shape;11637;p135"/>
          <p:cNvGrpSpPr/>
          <p:nvPr/>
        </p:nvGrpSpPr>
        <p:grpSpPr>
          <a:xfrm>
            <a:off x="4818146" y="3203323"/>
            <a:ext cx="77845" cy="395165"/>
            <a:chOff x="4818146" y="3203323"/>
            <a:chExt cx="77845" cy="395165"/>
          </a:xfrm>
        </p:grpSpPr>
        <p:sp>
          <p:nvSpPr>
            <p:cNvPr id="11638" name="Google Shape;11638;p135"/>
            <p:cNvSpPr/>
            <p:nvPr/>
          </p:nvSpPr>
          <p:spPr>
            <a:xfrm>
              <a:off x="4818146" y="3203376"/>
              <a:ext cx="77845" cy="395112"/>
            </a:xfrm>
            <a:custGeom>
              <a:avLst/>
              <a:gdLst/>
              <a:ahLst/>
              <a:cxnLst/>
              <a:rect l="l" t="t" r="r" b="b"/>
              <a:pathLst>
                <a:path w="2963" h="15039" extrusionOk="0">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135"/>
            <p:cNvSpPr/>
            <p:nvPr/>
          </p:nvSpPr>
          <p:spPr>
            <a:xfrm>
              <a:off x="4818146" y="3523927"/>
              <a:ext cx="77845" cy="35731"/>
            </a:xfrm>
            <a:custGeom>
              <a:avLst/>
              <a:gdLst/>
              <a:ahLst/>
              <a:cxnLst/>
              <a:rect l="l" t="t" r="r" b="b"/>
              <a:pathLst>
                <a:path w="2963" h="1360" extrusionOk="0">
                  <a:moveTo>
                    <a:pt x="0" y="0"/>
                  </a:moveTo>
                  <a:lnTo>
                    <a:pt x="0" y="1360"/>
                  </a:lnTo>
                  <a:lnTo>
                    <a:pt x="2962" y="1360"/>
                  </a:lnTo>
                  <a:lnTo>
                    <a:pt x="2962" y="1332"/>
                  </a:lnTo>
                  <a:lnTo>
                    <a:pt x="296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135"/>
            <p:cNvSpPr/>
            <p:nvPr/>
          </p:nvSpPr>
          <p:spPr>
            <a:xfrm>
              <a:off x="4839821" y="3203323"/>
              <a:ext cx="34286" cy="35310"/>
            </a:xfrm>
            <a:custGeom>
              <a:avLst/>
              <a:gdLst/>
              <a:ahLst/>
              <a:cxnLst/>
              <a:rect l="l" t="t" r="r" b="b"/>
              <a:pathLst>
                <a:path w="1305" h="1344" extrusionOk="0">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135"/>
            <p:cNvSpPr/>
            <p:nvPr/>
          </p:nvSpPr>
          <p:spPr>
            <a:xfrm>
              <a:off x="4818146" y="3559631"/>
              <a:ext cx="77845" cy="38857"/>
            </a:xfrm>
            <a:custGeom>
              <a:avLst/>
              <a:gdLst/>
              <a:ahLst/>
              <a:cxnLst/>
              <a:rect l="l" t="t" r="r" b="b"/>
              <a:pathLst>
                <a:path w="2963" h="1479" extrusionOk="0">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135"/>
            <p:cNvSpPr/>
            <p:nvPr/>
          </p:nvSpPr>
          <p:spPr>
            <a:xfrm>
              <a:off x="4849857" y="3523927"/>
              <a:ext cx="46135" cy="35731"/>
            </a:xfrm>
            <a:custGeom>
              <a:avLst/>
              <a:gdLst/>
              <a:ahLst/>
              <a:cxnLst/>
              <a:rect l="l" t="t" r="r" b="b"/>
              <a:pathLst>
                <a:path w="1756" h="1360" extrusionOk="0">
                  <a:moveTo>
                    <a:pt x="0" y="0"/>
                  </a:moveTo>
                  <a:lnTo>
                    <a:pt x="0" y="1360"/>
                  </a:lnTo>
                  <a:lnTo>
                    <a:pt x="1755" y="1360"/>
                  </a:lnTo>
                  <a:lnTo>
                    <a:pt x="1755" y="1332"/>
                  </a:lnTo>
                  <a:lnTo>
                    <a:pt x="175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135"/>
            <p:cNvSpPr/>
            <p:nvPr/>
          </p:nvSpPr>
          <p:spPr>
            <a:xfrm>
              <a:off x="4849857" y="3559631"/>
              <a:ext cx="46135" cy="35573"/>
            </a:xfrm>
            <a:custGeom>
              <a:avLst/>
              <a:gdLst/>
              <a:ahLst/>
              <a:cxnLst/>
              <a:rect l="l" t="t" r="r" b="b"/>
              <a:pathLst>
                <a:path w="1756" h="1354" extrusionOk="0">
                  <a:moveTo>
                    <a:pt x="0" y="1"/>
                  </a:moveTo>
                  <a:cubicBezTo>
                    <a:pt x="0" y="584"/>
                    <a:pt x="340" y="1111"/>
                    <a:pt x="874" y="1353"/>
                  </a:cubicBezTo>
                  <a:cubicBezTo>
                    <a:pt x="1401" y="1111"/>
                    <a:pt x="1748" y="584"/>
                    <a:pt x="17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135"/>
            <p:cNvSpPr/>
            <p:nvPr/>
          </p:nvSpPr>
          <p:spPr>
            <a:xfrm>
              <a:off x="4818146" y="3274259"/>
              <a:ext cx="77845" cy="249694"/>
            </a:xfrm>
            <a:custGeom>
              <a:avLst/>
              <a:gdLst/>
              <a:ahLst/>
              <a:cxnLst/>
              <a:rect l="l" t="t" r="r" b="b"/>
              <a:pathLst>
                <a:path w="2963" h="9504" extrusionOk="0">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135"/>
            <p:cNvSpPr/>
            <p:nvPr/>
          </p:nvSpPr>
          <p:spPr>
            <a:xfrm>
              <a:off x="4849857" y="3274259"/>
              <a:ext cx="46135" cy="249694"/>
            </a:xfrm>
            <a:custGeom>
              <a:avLst/>
              <a:gdLst/>
              <a:ahLst/>
              <a:cxnLst/>
              <a:rect l="l" t="t" r="r" b="b"/>
              <a:pathLst>
                <a:path w="1756" h="9504" extrusionOk="0">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6" name="Google Shape;11646;p135"/>
          <p:cNvGrpSpPr/>
          <p:nvPr/>
        </p:nvGrpSpPr>
        <p:grpSpPr>
          <a:xfrm>
            <a:off x="5228890" y="3235428"/>
            <a:ext cx="344091" cy="332767"/>
            <a:chOff x="5228890" y="3235428"/>
            <a:chExt cx="344091" cy="332767"/>
          </a:xfrm>
        </p:grpSpPr>
        <p:sp>
          <p:nvSpPr>
            <p:cNvPr id="11647" name="Google Shape;11647;p135"/>
            <p:cNvSpPr/>
            <p:nvPr/>
          </p:nvSpPr>
          <p:spPr>
            <a:xfrm>
              <a:off x="5228890" y="3261701"/>
              <a:ext cx="316741" cy="306495"/>
            </a:xfrm>
            <a:custGeom>
              <a:avLst/>
              <a:gdLst/>
              <a:ahLst/>
              <a:cxnLst/>
              <a:rect l="l" t="t" r="r" b="b"/>
              <a:pathLst>
                <a:path w="12056" h="11666" extrusionOk="0">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135"/>
            <p:cNvSpPr/>
            <p:nvPr/>
          </p:nvSpPr>
          <p:spPr>
            <a:xfrm>
              <a:off x="5277731" y="3261701"/>
              <a:ext cx="65261" cy="82942"/>
            </a:xfrm>
            <a:custGeom>
              <a:avLst/>
              <a:gdLst/>
              <a:ahLst/>
              <a:cxnLst/>
              <a:rect l="l" t="t" r="r" b="b"/>
              <a:pathLst>
                <a:path w="2484" h="3157" extrusionOk="0">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135"/>
            <p:cNvSpPr/>
            <p:nvPr/>
          </p:nvSpPr>
          <p:spPr>
            <a:xfrm>
              <a:off x="5462137" y="3463053"/>
              <a:ext cx="83494" cy="64893"/>
            </a:xfrm>
            <a:custGeom>
              <a:avLst/>
              <a:gdLst/>
              <a:ahLst/>
              <a:cxnLst/>
              <a:rect l="l" t="t" r="r" b="b"/>
              <a:pathLst>
                <a:path w="3178" h="2470" extrusionOk="0">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135"/>
            <p:cNvSpPr/>
            <p:nvPr/>
          </p:nvSpPr>
          <p:spPr>
            <a:xfrm>
              <a:off x="5286663" y="3235428"/>
              <a:ext cx="90771" cy="111973"/>
            </a:xfrm>
            <a:custGeom>
              <a:avLst/>
              <a:gdLst/>
              <a:ahLst/>
              <a:cxnLst/>
              <a:rect l="l" t="t" r="r" b="b"/>
              <a:pathLst>
                <a:path w="3455" h="4262" extrusionOk="0">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135"/>
            <p:cNvSpPr/>
            <p:nvPr/>
          </p:nvSpPr>
          <p:spPr>
            <a:xfrm>
              <a:off x="5458328" y="3429740"/>
              <a:ext cx="114653" cy="88486"/>
            </a:xfrm>
            <a:custGeom>
              <a:avLst/>
              <a:gdLst/>
              <a:ahLst/>
              <a:cxnLst/>
              <a:rect l="l" t="t" r="r" b="b"/>
              <a:pathLst>
                <a:path w="4364" h="3368" extrusionOk="0">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2" name="Google Shape;11652;p135"/>
          <p:cNvGrpSpPr/>
          <p:nvPr/>
        </p:nvGrpSpPr>
        <p:grpSpPr>
          <a:xfrm>
            <a:off x="5757913" y="3227047"/>
            <a:ext cx="388544" cy="347927"/>
            <a:chOff x="5757913" y="3227047"/>
            <a:chExt cx="388544" cy="347927"/>
          </a:xfrm>
        </p:grpSpPr>
        <p:sp>
          <p:nvSpPr>
            <p:cNvPr id="11653" name="Google Shape;11653;p135"/>
            <p:cNvSpPr/>
            <p:nvPr/>
          </p:nvSpPr>
          <p:spPr>
            <a:xfrm>
              <a:off x="5757913" y="3227047"/>
              <a:ext cx="388544" cy="347927"/>
            </a:xfrm>
            <a:custGeom>
              <a:avLst/>
              <a:gdLst/>
              <a:ahLst/>
              <a:cxnLst/>
              <a:rect l="l" t="t" r="r" b="b"/>
              <a:pathLst>
                <a:path w="14789" h="13243" extrusionOk="0">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135"/>
            <p:cNvSpPr/>
            <p:nvPr/>
          </p:nvSpPr>
          <p:spPr>
            <a:xfrm>
              <a:off x="5758097" y="3227074"/>
              <a:ext cx="194101" cy="347743"/>
            </a:xfrm>
            <a:custGeom>
              <a:avLst/>
              <a:gdLst/>
              <a:ahLst/>
              <a:cxnLst/>
              <a:rect l="l" t="t" r="r" b="b"/>
              <a:pathLst>
                <a:path w="7388" h="13236" extrusionOk="0">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55" name="Google Shape;11655;p135"/>
          <p:cNvSpPr/>
          <p:nvPr/>
        </p:nvSpPr>
        <p:spPr>
          <a:xfrm>
            <a:off x="6898849" y="3377589"/>
            <a:ext cx="316925" cy="43770"/>
          </a:xfrm>
          <a:custGeom>
            <a:avLst/>
            <a:gdLst/>
            <a:ahLst/>
            <a:cxnLst/>
            <a:rect l="l" t="t" r="r" b="b"/>
            <a:pathLst>
              <a:path w="12063" h="1666" extrusionOk="0">
                <a:moveTo>
                  <a:pt x="8" y="1"/>
                </a:moveTo>
                <a:lnTo>
                  <a:pt x="1" y="1665"/>
                </a:lnTo>
                <a:lnTo>
                  <a:pt x="12063" y="1665"/>
                </a:lnTo>
                <a:lnTo>
                  <a:pt x="1205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135"/>
          <p:cNvSpPr/>
          <p:nvPr/>
        </p:nvSpPr>
        <p:spPr>
          <a:xfrm>
            <a:off x="6996346" y="3227074"/>
            <a:ext cx="128867" cy="61977"/>
          </a:xfrm>
          <a:custGeom>
            <a:avLst/>
            <a:gdLst/>
            <a:ahLst/>
            <a:cxnLst/>
            <a:rect l="l" t="t" r="r" b="b"/>
            <a:pathLst>
              <a:path w="4905" h="2359" extrusionOk="0">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135"/>
          <p:cNvSpPr/>
          <p:nvPr/>
        </p:nvSpPr>
        <p:spPr>
          <a:xfrm>
            <a:off x="6996346" y="3262778"/>
            <a:ext cx="128867" cy="26273"/>
          </a:xfrm>
          <a:custGeom>
            <a:avLst/>
            <a:gdLst/>
            <a:ahLst/>
            <a:cxnLst/>
            <a:rect l="l" t="t" r="r" b="b"/>
            <a:pathLst>
              <a:path w="4905" h="1000" extrusionOk="0">
                <a:moveTo>
                  <a:pt x="999" y="1"/>
                </a:moveTo>
                <a:lnTo>
                  <a:pt x="1" y="1000"/>
                </a:lnTo>
                <a:lnTo>
                  <a:pt x="4905" y="1000"/>
                </a:lnTo>
                <a:lnTo>
                  <a:pt x="3906"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135"/>
          <p:cNvSpPr/>
          <p:nvPr/>
        </p:nvSpPr>
        <p:spPr>
          <a:xfrm>
            <a:off x="6918186" y="3280092"/>
            <a:ext cx="278278" cy="260439"/>
          </a:xfrm>
          <a:custGeom>
            <a:avLst/>
            <a:gdLst/>
            <a:ahLst/>
            <a:cxnLst/>
            <a:rect l="l" t="t" r="r" b="b"/>
            <a:pathLst>
              <a:path w="10592" h="9913" extrusionOk="0">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135"/>
          <p:cNvSpPr/>
          <p:nvPr/>
        </p:nvSpPr>
        <p:spPr>
          <a:xfrm>
            <a:off x="7177127" y="3279908"/>
            <a:ext cx="19337" cy="260623"/>
          </a:xfrm>
          <a:custGeom>
            <a:avLst/>
            <a:gdLst/>
            <a:ahLst/>
            <a:cxnLst/>
            <a:rect l="l" t="t" r="r" b="b"/>
            <a:pathLst>
              <a:path w="736" h="9920" extrusionOk="0">
                <a:moveTo>
                  <a:pt x="0" y="1"/>
                </a:moveTo>
                <a:lnTo>
                  <a:pt x="0" y="9920"/>
                </a:lnTo>
                <a:lnTo>
                  <a:pt x="736" y="9920"/>
                </a:lnTo>
                <a:lnTo>
                  <a:pt x="736" y="216"/>
                </a:lnTo>
                <a:cubicBezTo>
                  <a:pt x="736" y="98"/>
                  <a:pt x="638" y="1"/>
                  <a:pt x="521"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135"/>
          <p:cNvSpPr/>
          <p:nvPr/>
        </p:nvSpPr>
        <p:spPr>
          <a:xfrm>
            <a:off x="6918186" y="3367579"/>
            <a:ext cx="278278" cy="172952"/>
          </a:xfrm>
          <a:custGeom>
            <a:avLst/>
            <a:gdLst/>
            <a:ahLst/>
            <a:cxnLst/>
            <a:rect l="l" t="t" r="r" b="b"/>
            <a:pathLst>
              <a:path w="10592" h="6583" extrusionOk="0">
                <a:moveTo>
                  <a:pt x="0" y="0"/>
                </a:moveTo>
                <a:lnTo>
                  <a:pt x="0" y="6583"/>
                </a:lnTo>
                <a:lnTo>
                  <a:pt x="10592" y="6583"/>
                </a:lnTo>
                <a:lnTo>
                  <a:pt x="10592" y="0"/>
                </a:lnTo>
                <a:lnTo>
                  <a:pt x="5299" y="3794"/>
                </a:lnTo>
                <a:lnTo>
                  <a:pt x="0" y="0"/>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135"/>
          <p:cNvSpPr/>
          <p:nvPr/>
        </p:nvSpPr>
        <p:spPr>
          <a:xfrm>
            <a:off x="6958619" y="3418784"/>
            <a:ext cx="197385" cy="10588"/>
          </a:xfrm>
          <a:custGeom>
            <a:avLst/>
            <a:gdLst/>
            <a:ahLst/>
            <a:cxnLst/>
            <a:rect l="l" t="t" r="r" b="b"/>
            <a:pathLst>
              <a:path w="7513" h="403" extrusionOk="0">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135"/>
          <p:cNvSpPr/>
          <p:nvPr/>
        </p:nvSpPr>
        <p:spPr>
          <a:xfrm>
            <a:off x="6992511" y="3441378"/>
            <a:ext cx="129970" cy="10588"/>
          </a:xfrm>
          <a:custGeom>
            <a:avLst/>
            <a:gdLst/>
            <a:ahLst/>
            <a:cxnLst/>
            <a:rect l="l" t="t" r="r" b="b"/>
            <a:pathLst>
              <a:path w="4947" h="403" extrusionOk="0">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135"/>
          <p:cNvSpPr/>
          <p:nvPr/>
        </p:nvSpPr>
        <p:spPr>
          <a:xfrm>
            <a:off x="7021489" y="3463789"/>
            <a:ext cx="70016" cy="10588"/>
          </a:xfrm>
          <a:custGeom>
            <a:avLst/>
            <a:gdLst/>
            <a:ahLst/>
            <a:cxnLst/>
            <a:rect l="l" t="t" r="r" b="b"/>
            <a:pathLst>
              <a:path w="2665" h="403" extrusionOk="0">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135"/>
          <p:cNvSpPr/>
          <p:nvPr/>
        </p:nvSpPr>
        <p:spPr>
          <a:xfrm>
            <a:off x="6894856" y="3377510"/>
            <a:ext cx="324938" cy="197280"/>
          </a:xfrm>
          <a:custGeom>
            <a:avLst/>
            <a:gdLst/>
            <a:ahLst/>
            <a:cxnLst/>
            <a:rect l="l" t="t" r="r" b="b"/>
            <a:pathLst>
              <a:path w="12368" h="7509" extrusionOk="0">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135"/>
          <p:cNvSpPr/>
          <p:nvPr/>
        </p:nvSpPr>
        <p:spPr>
          <a:xfrm>
            <a:off x="7202454" y="3377641"/>
            <a:ext cx="17340" cy="197149"/>
          </a:xfrm>
          <a:custGeom>
            <a:avLst/>
            <a:gdLst/>
            <a:ahLst/>
            <a:cxnLst/>
            <a:rect l="l" t="t" r="r" b="b"/>
            <a:pathLst>
              <a:path w="660" h="7504" extrusionOk="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135"/>
          <p:cNvSpPr/>
          <p:nvPr/>
        </p:nvSpPr>
        <p:spPr>
          <a:xfrm>
            <a:off x="6955361" y="3318371"/>
            <a:ext cx="32630" cy="32630"/>
          </a:xfrm>
          <a:custGeom>
            <a:avLst/>
            <a:gdLst/>
            <a:ahLst/>
            <a:cxnLst/>
            <a:rect l="l" t="t" r="r" b="b"/>
            <a:pathLst>
              <a:path w="1242" h="1242" extrusionOk="0">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135"/>
          <p:cNvSpPr/>
          <p:nvPr/>
        </p:nvSpPr>
        <p:spPr>
          <a:xfrm>
            <a:off x="7009115" y="3313090"/>
            <a:ext cx="36466" cy="10588"/>
          </a:xfrm>
          <a:custGeom>
            <a:avLst/>
            <a:gdLst/>
            <a:ahLst/>
            <a:cxnLst/>
            <a:rect l="l" t="t" r="r" b="b"/>
            <a:pathLst>
              <a:path w="1388" h="403" extrusionOk="0">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135"/>
          <p:cNvSpPr/>
          <p:nvPr/>
        </p:nvSpPr>
        <p:spPr>
          <a:xfrm>
            <a:off x="7009115" y="3341149"/>
            <a:ext cx="113366" cy="10588"/>
          </a:xfrm>
          <a:custGeom>
            <a:avLst/>
            <a:gdLst/>
            <a:ahLst/>
            <a:cxnLst/>
            <a:rect l="l" t="t" r="r" b="b"/>
            <a:pathLst>
              <a:path w="4315" h="403" extrusionOk="0">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135"/>
          <p:cNvSpPr/>
          <p:nvPr/>
        </p:nvSpPr>
        <p:spPr>
          <a:xfrm>
            <a:off x="6961010" y="3385234"/>
            <a:ext cx="69806" cy="10614"/>
          </a:xfrm>
          <a:custGeom>
            <a:avLst/>
            <a:gdLst/>
            <a:ahLst/>
            <a:cxnLst/>
            <a:rect l="l" t="t" r="r" b="b"/>
            <a:pathLst>
              <a:path w="2657" h="404" extrusionOk="0">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135"/>
          <p:cNvSpPr/>
          <p:nvPr/>
        </p:nvSpPr>
        <p:spPr>
          <a:xfrm>
            <a:off x="6921443" y="3539060"/>
            <a:ext cx="57248" cy="10588"/>
          </a:xfrm>
          <a:custGeom>
            <a:avLst/>
            <a:gdLst/>
            <a:ahLst/>
            <a:cxnLst/>
            <a:rect l="l" t="t" r="r" b="b"/>
            <a:pathLst>
              <a:path w="2179" h="403" extrusionOk="0">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71" name="Google Shape;11671;p135"/>
          <p:cNvGrpSpPr/>
          <p:nvPr/>
        </p:nvGrpSpPr>
        <p:grpSpPr>
          <a:xfrm>
            <a:off x="7414946" y="3220873"/>
            <a:ext cx="360091" cy="360117"/>
            <a:chOff x="7414946" y="3220873"/>
            <a:chExt cx="360091" cy="360117"/>
          </a:xfrm>
        </p:grpSpPr>
        <p:sp>
          <p:nvSpPr>
            <p:cNvPr id="11672" name="Google Shape;11672;p135"/>
            <p:cNvSpPr/>
            <p:nvPr/>
          </p:nvSpPr>
          <p:spPr>
            <a:xfrm>
              <a:off x="7414946" y="3305234"/>
              <a:ext cx="151619" cy="195389"/>
            </a:xfrm>
            <a:custGeom>
              <a:avLst/>
              <a:gdLst/>
              <a:ahLst/>
              <a:cxnLst/>
              <a:rect l="l" t="t" r="r" b="b"/>
              <a:pathLst>
                <a:path w="5771" h="7437" extrusionOk="0">
                  <a:moveTo>
                    <a:pt x="0" y="1"/>
                  </a:moveTo>
                  <a:lnTo>
                    <a:pt x="0" y="4572"/>
                  </a:lnTo>
                  <a:lnTo>
                    <a:pt x="5771" y="7437"/>
                  </a:lnTo>
                  <a:lnTo>
                    <a:pt x="4571" y="1360"/>
                  </a:lnTo>
                  <a:lnTo>
                    <a:pt x="902" y="272"/>
                  </a:lnTo>
                  <a:lnTo>
                    <a:pt x="0" y="1"/>
                  </a:lnTo>
                  <a:close/>
                </a:path>
              </a:pathLst>
            </a:custGeom>
            <a:solidFill>
              <a:srgbClr val="C2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135"/>
            <p:cNvSpPr/>
            <p:nvPr/>
          </p:nvSpPr>
          <p:spPr>
            <a:xfrm>
              <a:off x="7414946" y="3425326"/>
              <a:ext cx="143789" cy="155665"/>
            </a:xfrm>
            <a:custGeom>
              <a:avLst/>
              <a:gdLst/>
              <a:ahLst/>
              <a:cxnLst/>
              <a:rect l="l" t="t" r="r" b="b"/>
              <a:pathLst>
                <a:path w="5473" h="5925" extrusionOk="0">
                  <a:moveTo>
                    <a:pt x="0" y="1"/>
                  </a:moveTo>
                  <a:lnTo>
                    <a:pt x="0" y="4572"/>
                  </a:lnTo>
                  <a:lnTo>
                    <a:pt x="4571" y="5924"/>
                  </a:lnTo>
                  <a:lnTo>
                    <a:pt x="5473" y="3642"/>
                  </a:lnTo>
                  <a:lnTo>
                    <a:pt x="4571" y="1353"/>
                  </a:lnTo>
                  <a:lnTo>
                    <a:pt x="0"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135"/>
            <p:cNvSpPr/>
            <p:nvPr/>
          </p:nvSpPr>
          <p:spPr>
            <a:xfrm>
              <a:off x="7735471" y="3430265"/>
              <a:ext cx="39566" cy="150725"/>
            </a:xfrm>
            <a:custGeom>
              <a:avLst/>
              <a:gdLst/>
              <a:ahLst/>
              <a:cxnLst/>
              <a:rect l="l" t="t" r="r" b="b"/>
              <a:pathLst>
                <a:path w="1506" h="5737" extrusionOk="0">
                  <a:moveTo>
                    <a:pt x="1" y="0"/>
                  </a:moveTo>
                  <a:lnTo>
                    <a:pt x="604" y="5466"/>
                  </a:lnTo>
                  <a:lnTo>
                    <a:pt x="1506" y="5736"/>
                  </a:lnTo>
                  <a:lnTo>
                    <a:pt x="1506" y="1165"/>
                  </a:lnTo>
                  <a:lnTo>
                    <a:pt x="1" y="0"/>
                  </a:lnTo>
                  <a:close/>
                </a:path>
              </a:pathLst>
            </a:custGeom>
            <a:solidFill>
              <a:srgbClr val="94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135"/>
            <p:cNvSpPr/>
            <p:nvPr/>
          </p:nvSpPr>
          <p:spPr>
            <a:xfrm>
              <a:off x="7623418" y="3393641"/>
              <a:ext cx="127947" cy="180229"/>
            </a:xfrm>
            <a:custGeom>
              <a:avLst/>
              <a:gdLst/>
              <a:ahLst/>
              <a:cxnLst/>
              <a:rect l="l" t="t" r="r" b="b"/>
              <a:pathLst>
                <a:path w="4870" h="6860" extrusionOk="0">
                  <a:moveTo>
                    <a:pt x="0" y="0"/>
                  </a:moveTo>
                  <a:lnTo>
                    <a:pt x="1200" y="5778"/>
                  </a:lnTo>
                  <a:lnTo>
                    <a:pt x="4869" y="6860"/>
                  </a:lnTo>
                  <a:lnTo>
                    <a:pt x="4869" y="2296"/>
                  </a:lnTo>
                  <a:lnTo>
                    <a:pt x="0" y="0"/>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135"/>
            <p:cNvSpPr/>
            <p:nvPr/>
          </p:nvSpPr>
          <p:spPr>
            <a:xfrm>
              <a:off x="7535038" y="3420045"/>
              <a:ext cx="119908" cy="160945"/>
            </a:xfrm>
            <a:custGeom>
              <a:avLst/>
              <a:gdLst/>
              <a:ahLst/>
              <a:cxnLst/>
              <a:rect l="l" t="t" r="r" b="b"/>
              <a:pathLst>
                <a:path w="4564" h="6126" extrusionOk="0">
                  <a:moveTo>
                    <a:pt x="2282" y="1"/>
                  </a:moveTo>
                  <a:lnTo>
                    <a:pt x="0" y="1554"/>
                  </a:lnTo>
                  <a:lnTo>
                    <a:pt x="0" y="6125"/>
                  </a:lnTo>
                  <a:lnTo>
                    <a:pt x="4564" y="4773"/>
                  </a:lnTo>
                  <a:lnTo>
                    <a:pt x="4564" y="202"/>
                  </a:lnTo>
                  <a:lnTo>
                    <a:pt x="2282" y="1"/>
                  </a:lnTo>
                  <a:close/>
                </a:path>
              </a:pathLst>
            </a:custGeom>
            <a:solidFill>
              <a:srgbClr val="94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135"/>
            <p:cNvSpPr/>
            <p:nvPr/>
          </p:nvSpPr>
          <p:spPr>
            <a:xfrm>
              <a:off x="7735471" y="3333845"/>
              <a:ext cx="39566" cy="127054"/>
            </a:xfrm>
            <a:custGeom>
              <a:avLst/>
              <a:gdLst/>
              <a:ahLst/>
              <a:cxnLst/>
              <a:rect l="l" t="t" r="r" b="b"/>
              <a:pathLst>
                <a:path w="1506" h="4836" extrusionOk="0">
                  <a:moveTo>
                    <a:pt x="604" y="1"/>
                  </a:moveTo>
                  <a:lnTo>
                    <a:pt x="1" y="2290"/>
                  </a:lnTo>
                  <a:lnTo>
                    <a:pt x="604" y="4572"/>
                  </a:lnTo>
                  <a:lnTo>
                    <a:pt x="1506" y="4835"/>
                  </a:lnTo>
                  <a:lnTo>
                    <a:pt x="1506" y="271"/>
                  </a:lnTo>
                  <a:lnTo>
                    <a:pt x="604"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135"/>
            <p:cNvSpPr/>
            <p:nvPr/>
          </p:nvSpPr>
          <p:spPr>
            <a:xfrm>
              <a:off x="7631248" y="3305234"/>
              <a:ext cx="120118" cy="148729"/>
            </a:xfrm>
            <a:custGeom>
              <a:avLst/>
              <a:gdLst/>
              <a:ahLst/>
              <a:cxnLst/>
              <a:rect l="l" t="t" r="r" b="b"/>
              <a:pathLst>
                <a:path w="4572" h="5661" extrusionOk="0">
                  <a:moveTo>
                    <a:pt x="902" y="1"/>
                  </a:moveTo>
                  <a:lnTo>
                    <a:pt x="0" y="2290"/>
                  </a:lnTo>
                  <a:lnTo>
                    <a:pt x="902" y="4572"/>
                  </a:lnTo>
                  <a:lnTo>
                    <a:pt x="4571" y="5661"/>
                  </a:lnTo>
                  <a:lnTo>
                    <a:pt x="4571" y="1090"/>
                  </a:lnTo>
                  <a:lnTo>
                    <a:pt x="902" y="1"/>
                  </a:lnTo>
                  <a:close/>
                </a:path>
              </a:pathLst>
            </a:custGeom>
            <a:solidFill>
              <a:srgbClr val="C2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135"/>
            <p:cNvSpPr/>
            <p:nvPr/>
          </p:nvSpPr>
          <p:spPr>
            <a:xfrm>
              <a:off x="7535038" y="3305234"/>
              <a:ext cx="119908" cy="155665"/>
            </a:xfrm>
            <a:custGeom>
              <a:avLst/>
              <a:gdLst/>
              <a:ahLst/>
              <a:cxnLst/>
              <a:rect l="l" t="t" r="r" b="b"/>
              <a:pathLst>
                <a:path w="4564" h="5925" extrusionOk="0">
                  <a:moveTo>
                    <a:pt x="4564" y="1"/>
                  </a:moveTo>
                  <a:lnTo>
                    <a:pt x="0" y="1360"/>
                  </a:lnTo>
                  <a:lnTo>
                    <a:pt x="0" y="5924"/>
                  </a:lnTo>
                  <a:lnTo>
                    <a:pt x="4564" y="4572"/>
                  </a:lnTo>
                  <a:lnTo>
                    <a:pt x="4564"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135"/>
            <p:cNvSpPr/>
            <p:nvPr/>
          </p:nvSpPr>
          <p:spPr>
            <a:xfrm>
              <a:off x="7654945" y="3220873"/>
              <a:ext cx="67258" cy="180807"/>
            </a:xfrm>
            <a:custGeom>
              <a:avLst/>
              <a:gdLst/>
              <a:ahLst/>
              <a:cxnLst/>
              <a:rect l="l" t="t" r="r" b="b"/>
              <a:pathLst>
                <a:path w="2560" h="6882" extrusionOk="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135"/>
            <p:cNvSpPr/>
            <p:nvPr/>
          </p:nvSpPr>
          <p:spPr>
            <a:xfrm>
              <a:off x="7587688" y="3220873"/>
              <a:ext cx="118831" cy="180807"/>
            </a:xfrm>
            <a:custGeom>
              <a:avLst/>
              <a:gdLst/>
              <a:ahLst/>
              <a:cxnLst/>
              <a:rect l="l" t="t" r="r" b="b"/>
              <a:pathLst>
                <a:path w="4523" h="6882" extrusionOk="0">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135"/>
            <p:cNvSpPr/>
            <p:nvPr/>
          </p:nvSpPr>
          <p:spPr>
            <a:xfrm>
              <a:off x="7607366" y="3252479"/>
              <a:ext cx="83310" cy="71382"/>
            </a:xfrm>
            <a:custGeom>
              <a:avLst/>
              <a:gdLst/>
              <a:ahLst/>
              <a:cxnLst/>
              <a:rect l="l" t="t" r="r" b="b"/>
              <a:pathLst>
                <a:path w="3171" h="2717" extrusionOk="0">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3" name="Google Shape;11683;p135"/>
          <p:cNvGrpSpPr/>
          <p:nvPr/>
        </p:nvGrpSpPr>
        <p:grpSpPr>
          <a:xfrm>
            <a:off x="8027227" y="3215041"/>
            <a:ext cx="231829" cy="371782"/>
            <a:chOff x="8027227" y="3215041"/>
            <a:chExt cx="231829" cy="371782"/>
          </a:xfrm>
        </p:grpSpPr>
        <p:sp>
          <p:nvSpPr>
            <p:cNvPr id="11684" name="Google Shape;11684;p135"/>
            <p:cNvSpPr/>
            <p:nvPr/>
          </p:nvSpPr>
          <p:spPr>
            <a:xfrm>
              <a:off x="8135102" y="3239080"/>
              <a:ext cx="123954" cy="131967"/>
            </a:xfrm>
            <a:custGeom>
              <a:avLst/>
              <a:gdLst/>
              <a:ahLst/>
              <a:cxnLst/>
              <a:rect l="l" t="t" r="r" b="b"/>
              <a:pathLst>
                <a:path w="4718" h="5023" extrusionOk="0">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135"/>
            <p:cNvSpPr/>
            <p:nvPr/>
          </p:nvSpPr>
          <p:spPr>
            <a:xfrm>
              <a:off x="8135285" y="3240184"/>
              <a:ext cx="40302" cy="22805"/>
            </a:xfrm>
            <a:custGeom>
              <a:avLst/>
              <a:gdLst/>
              <a:ahLst/>
              <a:cxnLst/>
              <a:rect l="l" t="t" r="r" b="b"/>
              <a:pathLst>
                <a:path w="1534" h="868" extrusionOk="0">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135"/>
            <p:cNvSpPr/>
            <p:nvPr/>
          </p:nvSpPr>
          <p:spPr>
            <a:xfrm>
              <a:off x="8057309" y="3262962"/>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135"/>
            <p:cNvSpPr/>
            <p:nvPr/>
          </p:nvSpPr>
          <p:spPr>
            <a:xfrm>
              <a:off x="8057309" y="3382870"/>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135"/>
            <p:cNvSpPr/>
            <p:nvPr/>
          </p:nvSpPr>
          <p:spPr>
            <a:xfrm>
              <a:off x="8075148" y="3256946"/>
              <a:ext cx="102095" cy="144000"/>
            </a:xfrm>
            <a:custGeom>
              <a:avLst/>
              <a:gdLst/>
              <a:ahLst/>
              <a:cxnLst/>
              <a:rect l="l" t="t" r="r" b="b"/>
              <a:pathLst>
                <a:path w="3886" h="5481" extrusionOk="0">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135"/>
            <p:cNvSpPr/>
            <p:nvPr/>
          </p:nvSpPr>
          <p:spPr>
            <a:xfrm>
              <a:off x="8051292" y="3232906"/>
              <a:ext cx="12033" cy="335868"/>
            </a:xfrm>
            <a:custGeom>
              <a:avLst/>
              <a:gdLst/>
              <a:ahLst/>
              <a:cxnLst/>
              <a:rect l="l" t="t" r="r" b="b"/>
              <a:pathLst>
                <a:path w="458" h="12784" extrusionOk="0">
                  <a:moveTo>
                    <a:pt x="0" y="0"/>
                  </a:moveTo>
                  <a:lnTo>
                    <a:pt x="0" y="12784"/>
                  </a:lnTo>
                  <a:lnTo>
                    <a:pt x="458" y="12784"/>
                  </a:lnTo>
                  <a:lnTo>
                    <a:pt x="458"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135"/>
            <p:cNvSpPr/>
            <p:nvPr/>
          </p:nvSpPr>
          <p:spPr>
            <a:xfrm>
              <a:off x="8027411" y="3562915"/>
              <a:ext cx="59980" cy="23908"/>
            </a:xfrm>
            <a:custGeom>
              <a:avLst/>
              <a:gdLst/>
              <a:ahLst/>
              <a:cxnLst/>
              <a:rect l="l" t="t" r="r" b="b"/>
              <a:pathLst>
                <a:path w="2283" h="910" extrusionOk="0">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135"/>
            <p:cNvSpPr/>
            <p:nvPr/>
          </p:nvSpPr>
          <p:spPr>
            <a:xfrm>
              <a:off x="8045276" y="3215041"/>
              <a:ext cx="23882" cy="24092"/>
            </a:xfrm>
            <a:custGeom>
              <a:avLst/>
              <a:gdLst/>
              <a:ahLst/>
              <a:cxnLst/>
              <a:rect l="l" t="t" r="r" b="b"/>
              <a:pathLst>
                <a:path w="909" h="917" extrusionOk="0">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135"/>
            <p:cNvSpPr/>
            <p:nvPr/>
          </p:nvSpPr>
          <p:spPr>
            <a:xfrm>
              <a:off x="8027227" y="3562915"/>
              <a:ext cx="30108" cy="23908"/>
            </a:xfrm>
            <a:custGeom>
              <a:avLst/>
              <a:gdLst/>
              <a:ahLst/>
              <a:cxnLst/>
              <a:rect l="l" t="t" r="r" b="b"/>
              <a:pathLst>
                <a:path w="1146" h="910" extrusionOk="0">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135"/>
            <p:cNvSpPr/>
            <p:nvPr/>
          </p:nvSpPr>
          <p:spPr>
            <a:xfrm>
              <a:off x="8043095" y="3216144"/>
              <a:ext cx="25169" cy="22778"/>
            </a:xfrm>
            <a:custGeom>
              <a:avLst/>
              <a:gdLst/>
              <a:ahLst/>
              <a:cxnLst/>
              <a:rect l="l" t="t" r="r" b="b"/>
              <a:pathLst>
                <a:path w="958" h="867" extrusionOk="0">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4" name="Google Shape;11694;p135"/>
          <p:cNvGrpSpPr/>
          <p:nvPr/>
        </p:nvGrpSpPr>
        <p:grpSpPr>
          <a:xfrm>
            <a:off x="4093603" y="4146138"/>
            <a:ext cx="395638" cy="420544"/>
            <a:chOff x="4093603" y="4146138"/>
            <a:chExt cx="395638" cy="420544"/>
          </a:xfrm>
        </p:grpSpPr>
        <p:sp>
          <p:nvSpPr>
            <p:cNvPr id="11695" name="Google Shape;11695;p135"/>
            <p:cNvSpPr/>
            <p:nvPr/>
          </p:nvSpPr>
          <p:spPr>
            <a:xfrm>
              <a:off x="4158286" y="4218414"/>
              <a:ext cx="266088" cy="326567"/>
            </a:xfrm>
            <a:custGeom>
              <a:avLst/>
              <a:gdLst/>
              <a:ahLst/>
              <a:cxnLst/>
              <a:rect l="l" t="t" r="r" b="b"/>
              <a:pathLst>
                <a:path w="10128" h="12430" extrusionOk="0">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135"/>
            <p:cNvSpPr/>
            <p:nvPr/>
          </p:nvSpPr>
          <p:spPr>
            <a:xfrm>
              <a:off x="4189813" y="4240089"/>
              <a:ext cx="203218" cy="203218"/>
            </a:xfrm>
            <a:custGeom>
              <a:avLst/>
              <a:gdLst/>
              <a:ahLst/>
              <a:cxnLst/>
              <a:rect l="l" t="t" r="r" b="b"/>
              <a:pathLst>
                <a:path w="7735" h="7735" extrusionOk="0">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135"/>
            <p:cNvSpPr/>
            <p:nvPr/>
          </p:nvSpPr>
          <p:spPr>
            <a:xfrm>
              <a:off x="4211671" y="4261947"/>
              <a:ext cx="159658" cy="159684"/>
            </a:xfrm>
            <a:custGeom>
              <a:avLst/>
              <a:gdLst/>
              <a:ahLst/>
              <a:cxnLst/>
              <a:rect l="l" t="t" r="r" b="b"/>
              <a:pathLst>
                <a:path w="6077" h="6078" extrusionOk="0">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135"/>
            <p:cNvSpPr/>
            <p:nvPr/>
          </p:nvSpPr>
          <p:spPr>
            <a:xfrm>
              <a:off x="4269629" y="4537677"/>
              <a:ext cx="43586" cy="29005"/>
            </a:xfrm>
            <a:custGeom>
              <a:avLst/>
              <a:gdLst/>
              <a:ahLst/>
              <a:cxnLst/>
              <a:rect l="l" t="t" r="r" b="b"/>
              <a:pathLst>
                <a:path w="1659" h="1104" extrusionOk="0">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135"/>
            <p:cNvSpPr/>
            <p:nvPr/>
          </p:nvSpPr>
          <p:spPr>
            <a:xfrm>
              <a:off x="4434725" y="4334486"/>
              <a:ext cx="54515" cy="14608"/>
            </a:xfrm>
            <a:custGeom>
              <a:avLst/>
              <a:gdLst/>
              <a:ahLst/>
              <a:cxnLst/>
              <a:rect l="l" t="t" r="r" b="b"/>
              <a:pathLst>
                <a:path w="2075" h="556" extrusionOk="0">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135"/>
            <p:cNvSpPr/>
            <p:nvPr/>
          </p:nvSpPr>
          <p:spPr>
            <a:xfrm>
              <a:off x="4093603" y="4334460"/>
              <a:ext cx="62896" cy="14634"/>
            </a:xfrm>
            <a:custGeom>
              <a:avLst/>
              <a:gdLst/>
              <a:ahLst/>
              <a:cxnLst/>
              <a:rect l="l" t="t" r="r" b="b"/>
              <a:pathLst>
                <a:path w="2394" h="557" extrusionOk="0">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135"/>
            <p:cNvSpPr/>
            <p:nvPr/>
          </p:nvSpPr>
          <p:spPr>
            <a:xfrm>
              <a:off x="4284210" y="4146138"/>
              <a:ext cx="14424" cy="50417"/>
            </a:xfrm>
            <a:custGeom>
              <a:avLst/>
              <a:gdLst/>
              <a:ahLst/>
              <a:cxnLst/>
              <a:rect l="l" t="t" r="r" b="b"/>
              <a:pathLst>
                <a:path w="549" h="1919" extrusionOk="0">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135"/>
            <p:cNvSpPr/>
            <p:nvPr/>
          </p:nvSpPr>
          <p:spPr>
            <a:xfrm>
              <a:off x="4358561" y="4183813"/>
              <a:ext cx="29294" cy="33156"/>
            </a:xfrm>
            <a:custGeom>
              <a:avLst/>
              <a:gdLst/>
              <a:ahLst/>
              <a:cxnLst/>
              <a:rect l="l" t="t" r="r" b="b"/>
              <a:pathLst>
                <a:path w="1115" h="1262" extrusionOk="0">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135"/>
            <p:cNvSpPr/>
            <p:nvPr/>
          </p:nvSpPr>
          <p:spPr>
            <a:xfrm>
              <a:off x="4195277" y="4466505"/>
              <a:ext cx="29268" cy="33287"/>
            </a:xfrm>
            <a:custGeom>
              <a:avLst/>
              <a:gdLst/>
              <a:ahLst/>
              <a:cxnLst/>
              <a:rect l="l" t="t" r="r" b="b"/>
              <a:pathLst>
                <a:path w="1114" h="1267" extrusionOk="0">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135"/>
            <p:cNvSpPr/>
            <p:nvPr/>
          </p:nvSpPr>
          <p:spPr>
            <a:xfrm>
              <a:off x="4195172" y="4183813"/>
              <a:ext cx="29294" cy="33156"/>
            </a:xfrm>
            <a:custGeom>
              <a:avLst/>
              <a:gdLst/>
              <a:ahLst/>
              <a:cxnLst/>
              <a:rect l="l" t="t" r="r" b="b"/>
              <a:pathLst>
                <a:path w="1115" h="1262" extrusionOk="0">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135"/>
            <p:cNvSpPr/>
            <p:nvPr/>
          </p:nvSpPr>
          <p:spPr>
            <a:xfrm>
              <a:off x="4358272" y="4466505"/>
              <a:ext cx="29294" cy="33287"/>
            </a:xfrm>
            <a:custGeom>
              <a:avLst/>
              <a:gdLst/>
              <a:ahLst/>
              <a:cxnLst/>
              <a:rect l="l" t="t" r="r" b="b"/>
              <a:pathLst>
                <a:path w="1115" h="1267" extrusionOk="0">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135"/>
            <p:cNvSpPr/>
            <p:nvPr/>
          </p:nvSpPr>
          <p:spPr>
            <a:xfrm>
              <a:off x="4412315" y="4410335"/>
              <a:ext cx="39934" cy="25668"/>
            </a:xfrm>
            <a:custGeom>
              <a:avLst/>
              <a:gdLst/>
              <a:ahLst/>
              <a:cxnLst/>
              <a:rect l="l" t="t" r="r" b="b"/>
              <a:pathLst>
                <a:path w="1520" h="977" extrusionOk="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135"/>
            <p:cNvSpPr/>
            <p:nvPr/>
          </p:nvSpPr>
          <p:spPr>
            <a:xfrm>
              <a:off x="4130306" y="4247340"/>
              <a:ext cx="39304" cy="25589"/>
            </a:xfrm>
            <a:custGeom>
              <a:avLst/>
              <a:gdLst/>
              <a:ahLst/>
              <a:cxnLst/>
              <a:rect l="l" t="t" r="r" b="b"/>
              <a:pathLst>
                <a:path w="1496" h="974" extrusionOk="0">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135"/>
            <p:cNvSpPr/>
            <p:nvPr/>
          </p:nvSpPr>
          <p:spPr>
            <a:xfrm>
              <a:off x="4413418" y="4247182"/>
              <a:ext cx="39908" cy="25747"/>
            </a:xfrm>
            <a:custGeom>
              <a:avLst/>
              <a:gdLst/>
              <a:ahLst/>
              <a:cxnLst/>
              <a:rect l="l" t="t" r="r" b="b"/>
              <a:pathLst>
                <a:path w="1519" h="980" extrusionOk="0">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135"/>
            <p:cNvSpPr/>
            <p:nvPr/>
          </p:nvSpPr>
          <p:spPr>
            <a:xfrm>
              <a:off x="4130595" y="4410624"/>
              <a:ext cx="39304" cy="25379"/>
            </a:xfrm>
            <a:custGeom>
              <a:avLst/>
              <a:gdLst/>
              <a:ahLst/>
              <a:cxnLst/>
              <a:rect l="l" t="t" r="r" b="b"/>
              <a:pathLst>
                <a:path w="1496" h="966" extrusionOk="0">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135"/>
            <p:cNvSpPr/>
            <p:nvPr/>
          </p:nvSpPr>
          <p:spPr>
            <a:xfrm>
              <a:off x="4255231" y="4494118"/>
              <a:ext cx="72565" cy="50864"/>
            </a:xfrm>
            <a:custGeom>
              <a:avLst/>
              <a:gdLst/>
              <a:ahLst/>
              <a:cxnLst/>
              <a:rect l="l" t="t" r="r" b="b"/>
              <a:pathLst>
                <a:path w="2762" h="1936" extrusionOk="0">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135"/>
            <p:cNvSpPr/>
            <p:nvPr/>
          </p:nvSpPr>
          <p:spPr>
            <a:xfrm>
              <a:off x="4247954" y="4494118"/>
              <a:ext cx="87120" cy="14608"/>
            </a:xfrm>
            <a:custGeom>
              <a:avLst/>
              <a:gdLst/>
              <a:ahLst/>
              <a:cxnLst/>
              <a:rect l="l" t="t" r="r" b="b"/>
              <a:pathLst>
                <a:path w="3316" h="556" extrusionOk="0">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2" name="Google Shape;11712;p135"/>
          <p:cNvGrpSpPr/>
          <p:nvPr/>
        </p:nvGrpSpPr>
        <p:grpSpPr>
          <a:xfrm>
            <a:off x="4644406" y="4162322"/>
            <a:ext cx="392065" cy="387887"/>
            <a:chOff x="4644406" y="4162322"/>
            <a:chExt cx="392065" cy="387887"/>
          </a:xfrm>
        </p:grpSpPr>
        <p:sp>
          <p:nvSpPr>
            <p:cNvPr id="11713" name="Google Shape;11713;p135"/>
            <p:cNvSpPr/>
            <p:nvPr/>
          </p:nvSpPr>
          <p:spPr>
            <a:xfrm>
              <a:off x="4644406" y="4334118"/>
              <a:ext cx="217326" cy="216065"/>
            </a:xfrm>
            <a:custGeom>
              <a:avLst/>
              <a:gdLst/>
              <a:ahLst/>
              <a:cxnLst/>
              <a:rect l="l" t="t" r="r" b="b"/>
              <a:pathLst>
                <a:path w="8272" h="8224" extrusionOk="0">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135"/>
            <p:cNvSpPr/>
            <p:nvPr/>
          </p:nvSpPr>
          <p:spPr>
            <a:xfrm>
              <a:off x="4646481" y="4345783"/>
              <a:ext cx="215251" cy="204426"/>
            </a:xfrm>
            <a:custGeom>
              <a:avLst/>
              <a:gdLst/>
              <a:ahLst/>
              <a:cxnLst/>
              <a:rect l="l" t="t" r="r" b="b"/>
              <a:pathLst>
                <a:path w="8193" h="7781" extrusionOk="0">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135"/>
            <p:cNvSpPr/>
            <p:nvPr/>
          </p:nvSpPr>
          <p:spPr>
            <a:xfrm>
              <a:off x="4720780" y="4162322"/>
              <a:ext cx="315690" cy="299743"/>
            </a:xfrm>
            <a:custGeom>
              <a:avLst/>
              <a:gdLst/>
              <a:ahLst/>
              <a:cxnLst/>
              <a:rect l="l" t="t" r="r" b="b"/>
              <a:pathLst>
                <a:path w="12016" h="11409" extrusionOk="0">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135"/>
            <p:cNvSpPr/>
            <p:nvPr/>
          </p:nvSpPr>
          <p:spPr>
            <a:xfrm>
              <a:off x="4727952" y="4227872"/>
              <a:ext cx="308518" cy="233668"/>
            </a:xfrm>
            <a:custGeom>
              <a:avLst/>
              <a:gdLst/>
              <a:ahLst/>
              <a:cxnLst/>
              <a:rect l="l" t="t" r="r" b="b"/>
              <a:pathLst>
                <a:path w="11743" h="8894" extrusionOk="0">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135"/>
            <p:cNvSpPr/>
            <p:nvPr/>
          </p:nvSpPr>
          <p:spPr>
            <a:xfrm>
              <a:off x="4892497" y="4162322"/>
              <a:ext cx="143973" cy="138062"/>
            </a:xfrm>
            <a:custGeom>
              <a:avLst/>
              <a:gdLst/>
              <a:ahLst/>
              <a:cxnLst/>
              <a:rect l="l" t="t" r="r" b="b"/>
              <a:pathLst>
                <a:path w="5480" h="5255" extrusionOk="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135"/>
            <p:cNvSpPr/>
            <p:nvPr/>
          </p:nvSpPr>
          <p:spPr>
            <a:xfrm>
              <a:off x="4893758" y="4185048"/>
              <a:ext cx="142712" cy="115336"/>
            </a:xfrm>
            <a:custGeom>
              <a:avLst/>
              <a:gdLst/>
              <a:ahLst/>
              <a:cxnLst/>
              <a:rect l="l" t="t" r="r" b="b"/>
              <a:pathLst>
                <a:path w="5432" h="4390" extrusionOk="0">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9" name="Google Shape;11719;p135"/>
          <p:cNvGrpSpPr/>
          <p:nvPr/>
        </p:nvGrpSpPr>
        <p:grpSpPr>
          <a:xfrm>
            <a:off x="5728383" y="4221698"/>
            <a:ext cx="417128" cy="269162"/>
            <a:chOff x="5728383" y="4221698"/>
            <a:chExt cx="417128" cy="269162"/>
          </a:xfrm>
        </p:grpSpPr>
        <p:sp>
          <p:nvSpPr>
            <p:cNvPr id="11720" name="Google Shape;11720;p135"/>
            <p:cNvSpPr/>
            <p:nvPr/>
          </p:nvSpPr>
          <p:spPr>
            <a:xfrm>
              <a:off x="5728383" y="4221698"/>
              <a:ext cx="417128" cy="225260"/>
            </a:xfrm>
            <a:custGeom>
              <a:avLst/>
              <a:gdLst/>
              <a:ahLst/>
              <a:cxnLst/>
              <a:rect l="l" t="t" r="r" b="b"/>
              <a:pathLst>
                <a:path w="15877" h="8574" extrusionOk="0">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135"/>
            <p:cNvSpPr/>
            <p:nvPr/>
          </p:nvSpPr>
          <p:spPr>
            <a:xfrm>
              <a:off x="5728383" y="4226059"/>
              <a:ext cx="417128" cy="220899"/>
            </a:xfrm>
            <a:custGeom>
              <a:avLst/>
              <a:gdLst/>
              <a:ahLst/>
              <a:cxnLst/>
              <a:rect l="l" t="t" r="r" b="b"/>
              <a:pathLst>
                <a:path w="15877" h="8408" extrusionOk="0">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135"/>
            <p:cNvSpPr/>
            <p:nvPr/>
          </p:nvSpPr>
          <p:spPr>
            <a:xfrm>
              <a:off x="5822964" y="4246657"/>
              <a:ext cx="100440" cy="75271"/>
            </a:xfrm>
            <a:custGeom>
              <a:avLst/>
              <a:gdLst/>
              <a:ahLst/>
              <a:cxnLst/>
              <a:rect l="l" t="t" r="r" b="b"/>
              <a:pathLst>
                <a:path w="3823" h="2865" extrusionOk="0">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135"/>
            <p:cNvSpPr/>
            <p:nvPr/>
          </p:nvSpPr>
          <p:spPr>
            <a:xfrm>
              <a:off x="5948336" y="4246657"/>
              <a:ext cx="109924" cy="75271"/>
            </a:xfrm>
            <a:custGeom>
              <a:avLst/>
              <a:gdLst/>
              <a:ahLst/>
              <a:cxnLst/>
              <a:rect l="l" t="t" r="r" b="b"/>
              <a:pathLst>
                <a:path w="4184" h="2865" extrusionOk="0">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135"/>
            <p:cNvSpPr/>
            <p:nvPr/>
          </p:nvSpPr>
          <p:spPr>
            <a:xfrm>
              <a:off x="5738787" y="4403057"/>
              <a:ext cx="102436" cy="87803"/>
            </a:xfrm>
            <a:custGeom>
              <a:avLst/>
              <a:gdLst/>
              <a:ahLst/>
              <a:cxnLst/>
              <a:rect l="l" t="t" r="r" b="b"/>
              <a:pathLst>
                <a:path w="3899" h="3342" extrusionOk="0">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135"/>
            <p:cNvSpPr/>
            <p:nvPr/>
          </p:nvSpPr>
          <p:spPr>
            <a:xfrm>
              <a:off x="5754445" y="4404108"/>
              <a:ext cx="98443" cy="86673"/>
            </a:xfrm>
            <a:custGeom>
              <a:avLst/>
              <a:gdLst/>
              <a:ahLst/>
              <a:cxnLst/>
              <a:rect l="l" t="t" r="r" b="b"/>
              <a:pathLst>
                <a:path w="3747" h="3299" extrusionOk="0">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135"/>
            <p:cNvSpPr/>
            <p:nvPr/>
          </p:nvSpPr>
          <p:spPr>
            <a:xfrm>
              <a:off x="5772311" y="4428147"/>
              <a:ext cx="43744" cy="37648"/>
            </a:xfrm>
            <a:custGeom>
              <a:avLst/>
              <a:gdLst/>
              <a:ahLst/>
              <a:cxnLst/>
              <a:rect l="l" t="t" r="r" b="b"/>
              <a:pathLst>
                <a:path w="1665" h="1433" extrusionOk="0">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135"/>
            <p:cNvSpPr/>
            <p:nvPr/>
          </p:nvSpPr>
          <p:spPr>
            <a:xfrm>
              <a:off x="6000277" y="4403057"/>
              <a:ext cx="102436" cy="87803"/>
            </a:xfrm>
            <a:custGeom>
              <a:avLst/>
              <a:gdLst/>
              <a:ahLst/>
              <a:cxnLst/>
              <a:rect l="l" t="t" r="r" b="b"/>
              <a:pathLst>
                <a:path w="3899" h="3342" extrusionOk="0">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135"/>
            <p:cNvSpPr/>
            <p:nvPr/>
          </p:nvSpPr>
          <p:spPr>
            <a:xfrm>
              <a:off x="6016119" y="4404108"/>
              <a:ext cx="98443" cy="86673"/>
            </a:xfrm>
            <a:custGeom>
              <a:avLst/>
              <a:gdLst/>
              <a:ahLst/>
              <a:cxnLst/>
              <a:rect l="l" t="t" r="r" b="b"/>
              <a:pathLst>
                <a:path w="3747" h="3299" extrusionOk="0">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135"/>
            <p:cNvSpPr/>
            <p:nvPr/>
          </p:nvSpPr>
          <p:spPr>
            <a:xfrm>
              <a:off x="6033801" y="4428147"/>
              <a:ext cx="43954" cy="37648"/>
            </a:xfrm>
            <a:custGeom>
              <a:avLst/>
              <a:gdLst/>
              <a:ahLst/>
              <a:cxnLst/>
              <a:rect l="l" t="t" r="r" b="b"/>
              <a:pathLst>
                <a:path w="1673" h="1433" extrusionOk="0">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135"/>
            <p:cNvSpPr/>
            <p:nvPr/>
          </p:nvSpPr>
          <p:spPr>
            <a:xfrm>
              <a:off x="5728567" y="4328469"/>
              <a:ext cx="39382" cy="49051"/>
            </a:xfrm>
            <a:custGeom>
              <a:avLst/>
              <a:gdLst/>
              <a:ahLst/>
              <a:cxnLst/>
              <a:rect l="l" t="t" r="r" b="b"/>
              <a:pathLst>
                <a:path w="1499" h="1867" extrusionOk="0">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135"/>
            <p:cNvSpPr/>
            <p:nvPr/>
          </p:nvSpPr>
          <p:spPr>
            <a:xfrm>
              <a:off x="6109071" y="4346886"/>
              <a:ext cx="28821" cy="24985"/>
            </a:xfrm>
            <a:custGeom>
              <a:avLst/>
              <a:gdLst/>
              <a:ahLst/>
              <a:cxnLst/>
              <a:rect l="l" t="t" r="r" b="b"/>
              <a:pathLst>
                <a:path w="1097" h="951" extrusionOk="0">
                  <a:moveTo>
                    <a:pt x="0" y="0"/>
                  </a:moveTo>
                  <a:lnTo>
                    <a:pt x="0" y="950"/>
                  </a:lnTo>
                  <a:lnTo>
                    <a:pt x="951" y="950"/>
                  </a:lnTo>
                  <a:lnTo>
                    <a:pt x="951" y="319"/>
                  </a:lnTo>
                  <a:lnTo>
                    <a:pt x="1096" y="0"/>
                  </a:ln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2" name="Google Shape;11732;p135"/>
          <p:cNvGrpSpPr/>
          <p:nvPr/>
        </p:nvGrpSpPr>
        <p:grpSpPr>
          <a:xfrm>
            <a:off x="834210" y="3696905"/>
            <a:ext cx="371782" cy="342751"/>
            <a:chOff x="834210" y="3696905"/>
            <a:chExt cx="371782" cy="342751"/>
          </a:xfrm>
        </p:grpSpPr>
        <p:sp>
          <p:nvSpPr>
            <p:cNvPr id="11733" name="Google Shape;11733;p135"/>
            <p:cNvSpPr/>
            <p:nvPr/>
          </p:nvSpPr>
          <p:spPr>
            <a:xfrm>
              <a:off x="866289" y="3696905"/>
              <a:ext cx="138876" cy="111500"/>
            </a:xfrm>
            <a:custGeom>
              <a:avLst/>
              <a:gdLst/>
              <a:ahLst/>
              <a:cxnLst/>
              <a:rect l="l" t="t" r="r" b="b"/>
              <a:pathLst>
                <a:path w="5286" h="4244" extrusionOk="0">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135"/>
            <p:cNvSpPr/>
            <p:nvPr/>
          </p:nvSpPr>
          <p:spPr>
            <a:xfrm>
              <a:off x="1035221" y="3696905"/>
              <a:ext cx="138693" cy="111500"/>
            </a:xfrm>
            <a:custGeom>
              <a:avLst/>
              <a:gdLst/>
              <a:ahLst/>
              <a:cxnLst/>
              <a:rect l="l" t="t" r="r" b="b"/>
              <a:pathLst>
                <a:path w="5279" h="4244" extrusionOk="0">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135"/>
            <p:cNvSpPr/>
            <p:nvPr/>
          </p:nvSpPr>
          <p:spPr>
            <a:xfrm>
              <a:off x="867550" y="3750080"/>
              <a:ext cx="137615" cy="58325"/>
            </a:xfrm>
            <a:custGeom>
              <a:avLst/>
              <a:gdLst/>
              <a:ahLst/>
              <a:cxnLst/>
              <a:rect l="l" t="t" r="r" b="b"/>
              <a:pathLst>
                <a:path w="5238" h="2220" extrusionOk="0">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135"/>
            <p:cNvSpPr/>
            <p:nvPr/>
          </p:nvSpPr>
          <p:spPr>
            <a:xfrm>
              <a:off x="1035221" y="3750080"/>
              <a:ext cx="137431" cy="58325"/>
            </a:xfrm>
            <a:custGeom>
              <a:avLst/>
              <a:gdLst/>
              <a:ahLst/>
              <a:cxnLst/>
              <a:rect l="l" t="t" r="r" b="b"/>
              <a:pathLst>
                <a:path w="5231" h="2220" extrusionOk="0">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135"/>
            <p:cNvSpPr/>
            <p:nvPr/>
          </p:nvSpPr>
          <p:spPr>
            <a:xfrm>
              <a:off x="994210" y="3756438"/>
              <a:ext cx="51967" cy="51967"/>
            </a:xfrm>
            <a:custGeom>
              <a:avLst/>
              <a:gdLst/>
              <a:ahLst/>
              <a:cxnLst/>
              <a:rect l="l" t="t" r="r" b="b"/>
              <a:pathLst>
                <a:path w="1978" h="1978" extrusionOk="0">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135"/>
            <p:cNvSpPr/>
            <p:nvPr/>
          </p:nvSpPr>
          <p:spPr>
            <a:xfrm>
              <a:off x="994210" y="3783420"/>
              <a:ext cx="51967" cy="24985"/>
            </a:xfrm>
            <a:custGeom>
              <a:avLst/>
              <a:gdLst/>
              <a:ahLst/>
              <a:cxnLst/>
              <a:rect l="l" t="t" r="r" b="b"/>
              <a:pathLst>
                <a:path w="1978" h="951" extrusionOk="0">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135"/>
            <p:cNvSpPr/>
            <p:nvPr/>
          </p:nvSpPr>
          <p:spPr>
            <a:xfrm>
              <a:off x="861718" y="3851387"/>
              <a:ext cx="316768" cy="188269"/>
            </a:xfrm>
            <a:custGeom>
              <a:avLst/>
              <a:gdLst/>
              <a:ahLst/>
              <a:cxnLst/>
              <a:rect l="l" t="t" r="r" b="b"/>
              <a:pathLst>
                <a:path w="12057" h="7166" extrusionOk="0">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135"/>
            <p:cNvSpPr/>
            <p:nvPr/>
          </p:nvSpPr>
          <p:spPr>
            <a:xfrm>
              <a:off x="861718" y="3851387"/>
              <a:ext cx="316768" cy="29005"/>
            </a:xfrm>
            <a:custGeom>
              <a:avLst/>
              <a:gdLst/>
              <a:ahLst/>
              <a:cxnLst/>
              <a:rect l="l" t="t" r="r" b="b"/>
              <a:pathLst>
                <a:path w="12057" h="1104" extrusionOk="0">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135"/>
            <p:cNvSpPr/>
            <p:nvPr/>
          </p:nvSpPr>
          <p:spPr>
            <a:xfrm>
              <a:off x="834394" y="3797450"/>
              <a:ext cx="371598" cy="64893"/>
            </a:xfrm>
            <a:custGeom>
              <a:avLst/>
              <a:gdLst/>
              <a:ahLst/>
              <a:cxnLst/>
              <a:rect l="l" t="t" r="r" b="b"/>
              <a:pathLst>
                <a:path w="14144" h="2470" extrusionOk="0">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135"/>
            <p:cNvSpPr/>
            <p:nvPr/>
          </p:nvSpPr>
          <p:spPr>
            <a:xfrm>
              <a:off x="834210" y="3837174"/>
              <a:ext cx="371782" cy="25169"/>
            </a:xfrm>
            <a:custGeom>
              <a:avLst/>
              <a:gdLst/>
              <a:ahLst/>
              <a:cxnLst/>
              <a:rect l="l" t="t" r="r" b="b"/>
              <a:pathLst>
                <a:path w="14151" h="958" extrusionOk="0">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135"/>
            <p:cNvSpPr/>
            <p:nvPr/>
          </p:nvSpPr>
          <p:spPr>
            <a:xfrm>
              <a:off x="987642" y="3797450"/>
              <a:ext cx="64919" cy="242206"/>
            </a:xfrm>
            <a:custGeom>
              <a:avLst/>
              <a:gdLst/>
              <a:ahLst/>
              <a:cxnLst/>
              <a:rect l="l" t="t" r="r" b="b"/>
              <a:pathLst>
                <a:path w="2471" h="9219" extrusionOk="0">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135"/>
            <p:cNvSpPr/>
            <p:nvPr/>
          </p:nvSpPr>
          <p:spPr>
            <a:xfrm>
              <a:off x="1027366" y="3797450"/>
              <a:ext cx="25195" cy="242206"/>
            </a:xfrm>
            <a:custGeom>
              <a:avLst/>
              <a:gdLst/>
              <a:ahLst/>
              <a:cxnLst/>
              <a:rect l="l" t="t" r="r" b="b"/>
              <a:pathLst>
                <a:path w="959" h="9219" extrusionOk="0">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5" name="Google Shape;11745;p135"/>
          <p:cNvGrpSpPr/>
          <p:nvPr/>
        </p:nvGrpSpPr>
        <p:grpSpPr>
          <a:xfrm>
            <a:off x="1359398" y="3682271"/>
            <a:ext cx="395296" cy="371966"/>
            <a:chOff x="1359398" y="3682271"/>
            <a:chExt cx="395296" cy="371966"/>
          </a:xfrm>
        </p:grpSpPr>
        <p:sp>
          <p:nvSpPr>
            <p:cNvPr id="11746" name="Google Shape;11746;p135"/>
            <p:cNvSpPr/>
            <p:nvPr/>
          </p:nvSpPr>
          <p:spPr>
            <a:xfrm>
              <a:off x="1382911" y="3682271"/>
              <a:ext cx="371782" cy="371966"/>
            </a:xfrm>
            <a:custGeom>
              <a:avLst/>
              <a:gdLst/>
              <a:ahLst/>
              <a:cxnLst/>
              <a:rect l="l" t="t" r="r" b="b"/>
              <a:pathLst>
                <a:path w="14151" h="14158" extrusionOk="0">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135"/>
            <p:cNvSpPr/>
            <p:nvPr/>
          </p:nvSpPr>
          <p:spPr>
            <a:xfrm>
              <a:off x="1498090" y="3920668"/>
              <a:ext cx="141241" cy="39172"/>
            </a:xfrm>
            <a:custGeom>
              <a:avLst/>
              <a:gdLst/>
              <a:ahLst/>
              <a:cxnLst/>
              <a:rect l="l" t="t" r="r" b="b"/>
              <a:pathLst>
                <a:path w="5376" h="1491" extrusionOk="0">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135"/>
            <p:cNvSpPr/>
            <p:nvPr/>
          </p:nvSpPr>
          <p:spPr>
            <a:xfrm>
              <a:off x="1490786" y="3826428"/>
              <a:ext cx="30108" cy="41931"/>
            </a:xfrm>
            <a:custGeom>
              <a:avLst/>
              <a:gdLst/>
              <a:ahLst/>
              <a:cxnLst/>
              <a:rect l="l" t="t" r="r" b="b"/>
              <a:pathLst>
                <a:path w="1146" h="1596" extrusionOk="0">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135"/>
            <p:cNvSpPr/>
            <p:nvPr/>
          </p:nvSpPr>
          <p:spPr>
            <a:xfrm>
              <a:off x="1502819" y="3826349"/>
              <a:ext cx="18075" cy="29951"/>
            </a:xfrm>
            <a:custGeom>
              <a:avLst/>
              <a:gdLst/>
              <a:ahLst/>
              <a:cxnLst/>
              <a:rect l="l" t="t" r="r" b="b"/>
              <a:pathLst>
                <a:path w="688"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135"/>
            <p:cNvSpPr/>
            <p:nvPr/>
          </p:nvSpPr>
          <p:spPr>
            <a:xfrm>
              <a:off x="1616710" y="3826244"/>
              <a:ext cx="30082" cy="42115"/>
            </a:xfrm>
            <a:custGeom>
              <a:avLst/>
              <a:gdLst/>
              <a:ahLst/>
              <a:cxnLst/>
              <a:rect l="l" t="t" r="r" b="b"/>
              <a:pathLst>
                <a:path w="1145" h="1603" extrusionOk="0">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135"/>
            <p:cNvSpPr/>
            <p:nvPr/>
          </p:nvSpPr>
          <p:spPr>
            <a:xfrm>
              <a:off x="1628743" y="3826349"/>
              <a:ext cx="18049" cy="29951"/>
            </a:xfrm>
            <a:custGeom>
              <a:avLst/>
              <a:gdLst/>
              <a:ahLst/>
              <a:cxnLst/>
              <a:rect l="l" t="t" r="r" b="b"/>
              <a:pathLst>
                <a:path w="687" h="1140" extrusionOk="0">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135"/>
            <p:cNvSpPr/>
            <p:nvPr/>
          </p:nvSpPr>
          <p:spPr>
            <a:xfrm>
              <a:off x="1359398" y="3724018"/>
              <a:ext cx="353733" cy="330114"/>
            </a:xfrm>
            <a:custGeom>
              <a:avLst/>
              <a:gdLst/>
              <a:ahLst/>
              <a:cxnLst/>
              <a:rect l="l" t="t" r="r" b="b"/>
              <a:pathLst>
                <a:path w="13464" h="12565" extrusionOk="0">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3" name="Google Shape;11753;p135"/>
          <p:cNvGrpSpPr/>
          <p:nvPr/>
        </p:nvGrpSpPr>
        <p:grpSpPr>
          <a:xfrm>
            <a:off x="1908099" y="3682271"/>
            <a:ext cx="395296" cy="371966"/>
            <a:chOff x="1908099" y="3682271"/>
            <a:chExt cx="395296" cy="371966"/>
          </a:xfrm>
        </p:grpSpPr>
        <p:sp>
          <p:nvSpPr>
            <p:cNvPr id="11754" name="Google Shape;11754;p135"/>
            <p:cNvSpPr/>
            <p:nvPr/>
          </p:nvSpPr>
          <p:spPr>
            <a:xfrm>
              <a:off x="1931613" y="3682271"/>
              <a:ext cx="371782" cy="371966"/>
            </a:xfrm>
            <a:custGeom>
              <a:avLst/>
              <a:gdLst/>
              <a:ahLst/>
              <a:cxnLst/>
              <a:rect l="l" t="t" r="r" b="b"/>
              <a:pathLst>
                <a:path w="14151"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135"/>
            <p:cNvSpPr/>
            <p:nvPr/>
          </p:nvSpPr>
          <p:spPr>
            <a:xfrm>
              <a:off x="2039487"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135"/>
            <p:cNvSpPr/>
            <p:nvPr/>
          </p:nvSpPr>
          <p:spPr>
            <a:xfrm>
              <a:off x="2051520"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135"/>
            <p:cNvSpPr/>
            <p:nvPr/>
          </p:nvSpPr>
          <p:spPr>
            <a:xfrm>
              <a:off x="2165412"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135"/>
            <p:cNvSpPr/>
            <p:nvPr/>
          </p:nvSpPr>
          <p:spPr>
            <a:xfrm>
              <a:off x="2177444"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135"/>
            <p:cNvSpPr/>
            <p:nvPr/>
          </p:nvSpPr>
          <p:spPr>
            <a:xfrm>
              <a:off x="2047501" y="3920825"/>
              <a:ext cx="140532" cy="39015"/>
            </a:xfrm>
            <a:custGeom>
              <a:avLst/>
              <a:gdLst/>
              <a:ahLst/>
              <a:cxnLst/>
              <a:rect l="l" t="t" r="r" b="b"/>
              <a:pathLst>
                <a:path w="5349" h="1485" extrusionOk="0">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135"/>
            <p:cNvSpPr/>
            <p:nvPr/>
          </p:nvSpPr>
          <p:spPr>
            <a:xfrm>
              <a:off x="1908099"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1" name="Google Shape;11761;p135"/>
          <p:cNvGrpSpPr/>
          <p:nvPr/>
        </p:nvGrpSpPr>
        <p:grpSpPr>
          <a:xfrm>
            <a:off x="2456800" y="3682271"/>
            <a:ext cx="395270" cy="371966"/>
            <a:chOff x="2456800" y="3682271"/>
            <a:chExt cx="395270" cy="371966"/>
          </a:xfrm>
        </p:grpSpPr>
        <p:sp>
          <p:nvSpPr>
            <p:cNvPr id="11762" name="Google Shape;11762;p135"/>
            <p:cNvSpPr/>
            <p:nvPr/>
          </p:nvSpPr>
          <p:spPr>
            <a:xfrm>
              <a:off x="2480314" y="3682271"/>
              <a:ext cx="371756" cy="371966"/>
            </a:xfrm>
            <a:custGeom>
              <a:avLst/>
              <a:gdLst/>
              <a:ahLst/>
              <a:cxnLst/>
              <a:rect l="l" t="t" r="r" b="b"/>
              <a:pathLst>
                <a:path w="14150"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135"/>
            <p:cNvSpPr/>
            <p:nvPr/>
          </p:nvSpPr>
          <p:spPr>
            <a:xfrm>
              <a:off x="2456800"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135"/>
            <p:cNvSpPr/>
            <p:nvPr/>
          </p:nvSpPr>
          <p:spPr>
            <a:xfrm>
              <a:off x="2557318" y="3892267"/>
              <a:ext cx="217589" cy="96000"/>
            </a:xfrm>
            <a:custGeom>
              <a:avLst/>
              <a:gdLst/>
              <a:ahLst/>
              <a:cxnLst/>
              <a:rect l="l" t="t" r="r" b="b"/>
              <a:pathLst>
                <a:path w="8282" h="3654" extrusionOk="0">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135"/>
            <p:cNvSpPr/>
            <p:nvPr/>
          </p:nvSpPr>
          <p:spPr>
            <a:xfrm>
              <a:off x="2557318" y="3892267"/>
              <a:ext cx="217746" cy="53359"/>
            </a:xfrm>
            <a:custGeom>
              <a:avLst/>
              <a:gdLst/>
              <a:ahLst/>
              <a:cxnLst/>
              <a:rect l="l" t="t" r="r" b="b"/>
              <a:pathLst>
                <a:path w="8288" h="2031" extrusionOk="0">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135"/>
            <p:cNvSpPr/>
            <p:nvPr/>
          </p:nvSpPr>
          <p:spPr>
            <a:xfrm>
              <a:off x="2588189"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135"/>
            <p:cNvSpPr/>
            <p:nvPr/>
          </p:nvSpPr>
          <p:spPr>
            <a:xfrm>
              <a:off x="2600221"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135"/>
            <p:cNvSpPr/>
            <p:nvPr/>
          </p:nvSpPr>
          <p:spPr>
            <a:xfrm>
              <a:off x="2714113"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135"/>
            <p:cNvSpPr/>
            <p:nvPr/>
          </p:nvSpPr>
          <p:spPr>
            <a:xfrm>
              <a:off x="2726146"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135"/>
            <p:cNvSpPr/>
            <p:nvPr/>
          </p:nvSpPr>
          <p:spPr>
            <a:xfrm>
              <a:off x="2577259" y="3895131"/>
              <a:ext cx="177681" cy="33156"/>
            </a:xfrm>
            <a:custGeom>
              <a:avLst/>
              <a:gdLst/>
              <a:ahLst/>
              <a:cxnLst/>
              <a:rect l="l" t="t" r="r" b="b"/>
              <a:pathLst>
                <a:path w="6763" h="1262" extrusionOk="0">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1" name="Google Shape;11771;p135"/>
          <p:cNvGrpSpPr/>
          <p:nvPr/>
        </p:nvGrpSpPr>
        <p:grpSpPr>
          <a:xfrm>
            <a:off x="3014250" y="3682271"/>
            <a:ext cx="391092" cy="371940"/>
            <a:chOff x="3014250" y="3682271"/>
            <a:chExt cx="391092" cy="371940"/>
          </a:xfrm>
        </p:grpSpPr>
        <p:sp>
          <p:nvSpPr>
            <p:cNvPr id="11772" name="Google Shape;11772;p135"/>
            <p:cNvSpPr/>
            <p:nvPr/>
          </p:nvSpPr>
          <p:spPr>
            <a:xfrm>
              <a:off x="3014250" y="3682271"/>
              <a:ext cx="386521" cy="371940"/>
            </a:xfrm>
            <a:custGeom>
              <a:avLst/>
              <a:gdLst/>
              <a:ahLst/>
              <a:cxnLst/>
              <a:rect l="l" t="t" r="r" b="b"/>
              <a:pathLst>
                <a:path w="14712" h="14157" extrusionOk="0">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135"/>
            <p:cNvSpPr/>
            <p:nvPr/>
          </p:nvSpPr>
          <p:spPr>
            <a:xfrm>
              <a:off x="3028279" y="3694567"/>
              <a:ext cx="377063" cy="347480"/>
            </a:xfrm>
            <a:custGeom>
              <a:avLst/>
              <a:gdLst/>
              <a:ahLst/>
              <a:cxnLst/>
              <a:rect l="l" t="t" r="r" b="b"/>
              <a:pathLst>
                <a:path w="14352" h="13226" extrusionOk="0">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135"/>
            <p:cNvSpPr/>
            <p:nvPr/>
          </p:nvSpPr>
          <p:spPr>
            <a:xfrm>
              <a:off x="3144167" y="3741332"/>
              <a:ext cx="141267" cy="253871"/>
            </a:xfrm>
            <a:custGeom>
              <a:avLst/>
              <a:gdLst/>
              <a:ahLst/>
              <a:cxnLst/>
              <a:rect l="l" t="t" r="r" b="b"/>
              <a:pathLst>
                <a:path w="5377" h="9663" extrusionOk="0">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5" name="Google Shape;11775;p135"/>
          <p:cNvGrpSpPr/>
          <p:nvPr/>
        </p:nvGrpSpPr>
        <p:grpSpPr>
          <a:xfrm>
            <a:off x="3569125" y="3702947"/>
            <a:ext cx="388728" cy="330692"/>
            <a:chOff x="3569125" y="3702947"/>
            <a:chExt cx="388728" cy="330692"/>
          </a:xfrm>
        </p:grpSpPr>
        <p:sp>
          <p:nvSpPr>
            <p:cNvPr id="11776" name="Google Shape;11776;p135"/>
            <p:cNvSpPr/>
            <p:nvPr/>
          </p:nvSpPr>
          <p:spPr>
            <a:xfrm>
              <a:off x="3569125" y="3702947"/>
              <a:ext cx="388728" cy="330692"/>
            </a:xfrm>
            <a:custGeom>
              <a:avLst/>
              <a:gdLst/>
              <a:ahLst/>
              <a:cxnLst/>
              <a:rect l="l" t="t" r="r" b="b"/>
              <a:pathLst>
                <a:path w="14796" h="12587" extrusionOk="0">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135"/>
            <p:cNvSpPr/>
            <p:nvPr/>
          </p:nvSpPr>
          <p:spPr>
            <a:xfrm>
              <a:off x="3607036" y="3733135"/>
              <a:ext cx="313089" cy="270265"/>
            </a:xfrm>
            <a:custGeom>
              <a:avLst/>
              <a:gdLst/>
              <a:ahLst/>
              <a:cxnLst/>
              <a:rect l="l" t="t" r="r" b="b"/>
              <a:pathLst>
                <a:path w="11917" h="10287" extrusionOk="0">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135"/>
            <p:cNvSpPr/>
            <p:nvPr/>
          </p:nvSpPr>
          <p:spPr>
            <a:xfrm>
              <a:off x="3731489" y="3930126"/>
              <a:ext cx="55987" cy="47816"/>
            </a:xfrm>
            <a:custGeom>
              <a:avLst/>
              <a:gdLst/>
              <a:ahLst/>
              <a:cxnLst/>
              <a:rect l="l" t="t" r="r" b="b"/>
              <a:pathLst>
                <a:path w="2131" h="1820" extrusionOk="0">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135"/>
            <p:cNvSpPr/>
            <p:nvPr/>
          </p:nvSpPr>
          <p:spPr>
            <a:xfrm>
              <a:off x="3742812" y="3798185"/>
              <a:ext cx="41379" cy="112446"/>
            </a:xfrm>
            <a:custGeom>
              <a:avLst/>
              <a:gdLst/>
              <a:ahLst/>
              <a:cxnLst/>
              <a:rect l="l" t="t" r="r" b="b"/>
              <a:pathLst>
                <a:path w="1575" h="4280" extrusionOk="0">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0" name="Google Shape;11780;p135"/>
          <p:cNvGrpSpPr/>
          <p:nvPr/>
        </p:nvGrpSpPr>
        <p:grpSpPr>
          <a:xfrm>
            <a:off x="4111994" y="3682455"/>
            <a:ext cx="387992" cy="371625"/>
            <a:chOff x="4111994" y="3682455"/>
            <a:chExt cx="387992" cy="371625"/>
          </a:xfrm>
        </p:grpSpPr>
        <p:sp>
          <p:nvSpPr>
            <p:cNvPr id="11781" name="Google Shape;11781;p135"/>
            <p:cNvSpPr/>
            <p:nvPr/>
          </p:nvSpPr>
          <p:spPr>
            <a:xfrm>
              <a:off x="4111994" y="3682455"/>
              <a:ext cx="386179" cy="371572"/>
            </a:xfrm>
            <a:custGeom>
              <a:avLst/>
              <a:gdLst/>
              <a:ahLst/>
              <a:cxnLst/>
              <a:rect l="l" t="t" r="r" b="b"/>
              <a:pathLst>
                <a:path w="14699" h="14143" extrusionOk="0">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135"/>
            <p:cNvSpPr/>
            <p:nvPr/>
          </p:nvSpPr>
          <p:spPr>
            <a:xfrm>
              <a:off x="4301156" y="3682455"/>
              <a:ext cx="198830" cy="371625"/>
            </a:xfrm>
            <a:custGeom>
              <a:avLst/>
              <a:gdLst/>
              <a:ahLst/>
              <a:cxnLst/>
              <a:rect l="l" t="t" r="r" b="b"/>
              <a:pathLst>
                <a:path w="7568" h="14145" extrusionOk="0">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3" name="Google Shape;11783;p135"/>
          <p:cNvGrpSpPr/>
          <p:nvPr/>
        </p:nvGrpSpPr>
        <p:grpSpPr>
          <a:xfrm>
            <a:off x="4674908" y="3682271"/>
            <a:ext cx="371966" cy="371966"/>
            <a:chOff x="4674908" y="3682271"/>
            <a:chExt cx="371966" cy="371966"/>
          </a:xfrm>
        </p:grpSpPr>
        <p:sp>
          <p:nvSpPr>
            <p:cNvPr id="11784" name="Google Shape;11784;p135"/>
            <p:cNvSpPr/>
            <p:nvPr/>
          </p:nvSpPr>
          <p:spPr>
            <a:xfrm>
              <a:off x="4674908" y="3682271"/>
              <a:ext cx="371966" cy="371966"/>
            </a:xfrm>
            <a:custGeom>
              <a:avLst/>
              <a:gdLst/>
              <a:ahLst/>
              <a:cxnLst/>
              <a:rect l="l" t="t" r="r" b="b"/>
              <a:pathLst>
                <a:path w="14158" h="14158" extrusionOk="0">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135"/>
            <p:cNvSpPr/>
            <p:nvPr/>
          </p:nvSpPr>
          <p:spPr>
            <a:xfrm>
              <a:off x="4690934" y="3698140"/>
              <a:ext cx="339887" cy="340071"/>
            </a:xfrm>
            <a:custGeom>
              <a:avLst/>
              <a:gdLst/>
              <a:ahLst/>
              <a:cxnLst/>
              <a:rect l="l" t="t" r="r" b="b"/>
              <a:pathLst>
                <a:path w="12937" h="12944" extrusionOk="0">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135"/>
            <p:cNvSpPr/>
            <p:nvPr/>
          </p:nvSpPr>
          <p:spPr>
            <a:xfrm>
              <a:off x="4802829" y="3742409"/>
              <a:ext cx="103908" cy="89169"/>
            </a:xfrm>
            <a:custGeom>
              <a:avLst/>
              <a:gdLst/>
              <a:ahLst/>
              <a:cxnLst/>
              <a:rect l="l" t="t" r="r" b="b"/>
              <a:pathLst>
                <a:path w="3955" h="3394" extrusionOk="0">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135"/>
            <p:cNvSpPr/>
            <p:nvPr/>
          </p:nvSpPr>
          <p:spPr>
            <a:xfrm>
              <a:off x="4789167" y="3855591"/>
              <a:ext cx="143448" cy="138509"/>
            </a:xfrm>
            <a:custGeom>
              <a:avLst/>
              <a:gdLst/>
              <a:ahLst/>
              <a:cxnLst/>
              <a:rect l="l" t="t" r="r" b="b"/>
              <a:pathLst>
                <a:path w="5460" h="5272" extrusionOk="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8" name="Google Shape;11788;p135"/>
          <p:cNvGrpSpPr/>
          <p:nvPr/>
        </p:nvGrpSpPr>
        <p:grpSpPr>
          <a:xfrm>
            <a:off x="5223609" y="3731112"/>
            <a:ext cx="371782" cy="274285"/>
            <a:chOff x="5223609" y="3731112"/>
            <a:chExt cx="371782" cy="274285"/>
          </a:xfrm>
        </p:grpSpPr>
        <p:sp>
          <p:nvSpPr>
            <p:cNvPr id="11789" name="Google Shape;11789;p135"/>
            <p:cNvSpPr/>
            <p:nvPr/>
          </p:nvSpPr>
          <p:spPr>
            <a:xfrm>
              <a:off x="5223609" y="3731112"/>
              <a:ext cx="371782" cy="274285"/>
            </a:xfrm>
            <a:custGeom>
              <a:avLst/>
              <a:gdLst/>
              <a:ahLst/>
              <a:cxnLst/>
              <a:rect l="l" t="t" r="r" b="b"/>
              <a:pathLst>
                <a:path w="14151" h="10440" extrusionOk="0">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135"/>
            <p:cNvSpPr/>
            <p:nvPr/>
          </p:nvSpPr>
          <p:spPr>
            <a:xfrm>
              <a:off x="5338236" y="3769391"/>
              <a:ext cx="257155" cy="236006"/>
            </a:xfrm>
            <a:custGeom>
              <a:avLst/>
              <a:gdLst/>
              <a:ahLst/>
              <a:cxnLst/>
              <a:rect l="l" t="t" r="r" b="b"/>
              <a:pathLst>
                <a:path w="9788" h="8983" extrusionOk="0">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91" name="Google Shape;11791;p135"/>
          <p:cNvSpPr/>
          <p:nvPr/>
        </p:nvSpPr>
        <p:spPr>
          <a:xfrm>
            <a:off x="5812218" y="3723834"/>
            <a:ext cx="291966" cy="289050"/>
          </a:xfrm>
          <a:custGeom>
            <a:avLst/>
            <a:gdLst/>
            <a:ahLst/>
            <a:cxnLst/>
            <a:rect l="l" t="t" r="r" b="b"/>
            <a:pathLst>
              <a:path w="11113" h="11002" extrusionOk="0">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92" name="Google Shape;11792;p135"/>
          <p:cNvGrpSpPr/>
          <p:nvPr/>
        </p:nvGrpSpPr>
        <p:grpSpPr>
          <a:xfrm>
            <a:off x="6319908" y="3696721"/>
            <a:ext cx="373963" cy="343119"/>
            <a:chOff x="6319908" y="3696721"/>
            <a:chExt cx="373963" cy="343119"/>
          </a:xfrm>
        </p:grpSpPr>
        <p:sp>
          <p:nvSpPr>
            <p:cNvPr id="11793" name="Google Shape;11793;p135"/>
            <p:cNvSpPr/>
            <p:nvPr/>
          </p:nvSpPr>
          <p:spPr>
            <a:xfrm>
              <a:off x="6378049" y="3745325"/>
              <a:ext cx="48315" cy="66180"/>
            </a:xfrm>
            <a:custGeom>
              <a:avLst/>
              <a:gdLst/>
              <a:ahLst/>
              <a:cxnLst/>
              <a:rect l="l" t="t" r="r" b="b"/>
              <a:pathLst>
                <a:path w="1839" h="2519" extrusionOk="0">
                  <a:moveTo>
                    <a:pt x="0" y="1"/>
                  </a:moveTo>
                  <a:lnTo>
                    <a:pt x="0" y="2519"/>
                  </a:lnTo>
                  <a:lnTo>
                    <a:pt x="1838" y="923"/>
                  </a:lnTo>
                  <a:lnTo>
                    <a:pt x="1838" y="1"/>
                  </a:lnTo>
                  <a:close/>
                </a:path>
              </a:pathLst>
            </a:custGeom>
            <a:solidFill>
              <a:srgbClr val="B7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135"/>
            <p:cNvSpPr/>
            <p:nvPr/>
          </p:nvSpPr>
          <p:spPr>
            <a:xfrm>
              <a:off x="6401195" y="3745325"/>
              <a:ext cx="25169" cy="46135"/>
            </a:xfrm>
            <a:custGeom>
              <a:avLst/>
              <a:gdLst/>
              <a:ahLst/>
              <a:cxnLst/>
              <a:rect l="l" t="t" r="r" b="b"/>
              <a:pathLst>
                <a:path w="958" h="1756" extrusionOk="0">
                  <a:moveTo>
                    <a:pt x="0" y="1"/>
                  </a:moveTo>
                  <a:lnTo>
                    <a:pt x="0" y="1756"/>
                  </a:lnTo>
                  <a:lnTo>
                    <a:pt x="957" y="923"/>
                  </a:lnTo>
                  <a:lnTo>
                    <a:pt x="957" y="1"/>
                  </a:ln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135"/>
            <p:cNvSpPr/>
            <p:nvPr/>
          </p:nvSpPr>
          <p:spPr>
            <a:xfrm>
              <a:off x="6366016" y="3736813"/>
              <a:ext cx="281562" cy="303027"/>
            </a:xfrm>
            <a:custGeom>
              <a:avLst/>
              <a:gdLst/>
              <a:ahLst/>
              <a:cxnLst/>
              <a:rect l="l" t="t" r="r" b="b"/>
              <a:pathLst>
                <a:path w="10717" h="11534" extrusionOk="0">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135"/>
            <p:cNvSpPr/>
            <p:nvPr/>
          </p:nvSpPr>
          <p:spPr>
            <a:xfrm>
              <a:off x="6493753" y="3736813"/>
              <a:ext cx="153825" cy="303027"/>
            </a:xfrm>
            <a:custGeom>
              <a:avLst/>
              <a:gdLst/>
              <a:ahLst/>
              <a:cxnLst/>
              <a:rect l="l" t="t" r="r" b="b"/>
              <a:pathLst>
                <a:path w="5855" h="11534" extrusionOk="0">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135"/>
            <p:cNvSpPr/>
            <p:nvPr/>
          </p:nvSpPr>
          <p:spPr>
            <a:xfrm>
              <a:off x="6366200" y="3726750"/>
              <a:ext cx="70174" cy="22069"/>
            </a:xfrm>
            <a:custGeom>
              <a:avLst/>
              <a:gdLst/>
              <a:ahLst/>
              <a:cxnLst/>
              <a:rect l="l" t="t" r="r" b="b"/>
              <a:pathLst>
                <a:path w="2671" h="840" extrusionOk="0">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135"/>
            <p:cNvSpPr/>
            <p:nvPr/>
          </p:nvSpPr>
          <p:spPr>
            <a:xfrm>
              <a:off x="6467691" y="3889298"/>
              <a:ext cx="85123" cy="150541"/>
            </a:xfrm>
            <a:custGeom>
              <a:avLst/>
              <a:gdLst/>
              <a:ahLst/>
              <a:cxnLst/>
              <a:rect l="l" t="t" r="r" b="b"/>
              <a:pathLst>
                <a:path w="3240" h="5730" extrusionOk="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135"/>
            <p:cNvSpPr/>
            <p:nvPr/>
          </p:nvSpPr>
          <p:spPr>
            <a:xfrm>
              <a:off x="6519632" y="3889298"/>
              <a:ext cx="33182" cy="150541"/>
            </a:xfrm>
            <a:custGeom>
              <a:avLst/>
              <a:gdLst/>
              <a:ahLst/>
              <a:cxnLst/>
              <a:rect l="l" t="t" r="r" b="b"/>
              <a:pathLst>
                <a:path w="1263" h="5730" extrusionOk="0">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135"/>
            <p:cNvSpPr/>
            <p:nvPr/>
          </p:nvSpPr>
          <p:spPr>
            <a:xfrm>
              <a:off x="6319908" y="3696721"/>
              <a:ext cx="373963" cy="165096"/>
            </a:xfrm>
            <a:custGeom>
              <a:avLst/>
              <a:gdLst/>
              <a:ahLst/>
              <a:cxnLst/>
              <a:rect l="l" t="t" r="r" b="b"/>
              <a:pathLst>
                <a:path w="14234" h="6284" extrusionOk="0">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135"/>
            <p:cNvSpPr/>
            <p:nvPr/>
          </p:nvSpPr>
          <p:spPr>
            <a:xfrm>
              <a:off x="6411021" y="3726750"/>
              <a:ext cx="25353" cy="22253"/>
            </a:xfrm>
            <a:custGeom>
              <a:avLst/>
              <a:gdLst/>
              <a:ahLst/>
              <a:cxnLst/>
              <a:rect l="l" t="t" r="r" b="b"/>
              <a:pathLst>
                <a:path w="965" h="847" extrusionOk="0">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2" name="Google Shape;11802;p135"/>
          <p:cNvGrpSpPr/>
          <p:nvPr/>
        </p:nvGrpSpPr>
        <p:grpSpPr>
          <a:xfrm>
            <a:off x="6871342" y="3740044"/>
            <a:ext cx="371966" cy="256420"/>
            <a:chOff x="6871342" y="3740044"/>
            <a:chExt cx="371966" cy="256420"/>
          </a:xfrm>
        </p:grpSpPr>
        <p:sp>
          <p:nvSpPr>
            <p:cNvPr id="11803" name="Google Shape;11803;p135"/>
            <p:cNvSpPr/>
            <p:nvPr/>
          </p:nvSpPr>
          <p:spPr>
            <a:xfrm>
              <a:off x="6871342" y="3816944"/>
              <a:ext cx="371966" cy="179520"/>
            </a:xfrm>
            <a:custGeom>
              <a:avLst/>
              <a:gdLst/>
              <a:ahLst/>
              <a:cxnLst/>
              <a:rect l="l" t="t" r="r" b="b"/>
              <a:pathLst>
                <a:path w="14158" h="6833" extrusionOk="0">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135"/>
            <p:cNvSpPr/>
            <p:nvPr/>
          </p:nvSpPr>
          <p:spPr>
            <a:xfrm>
              <a:off x="6871342" y="3740044"/>
              <a:ext cx="371966" cy="179520"/>
            </a:xfrm>
            <a:custGeom>
              <a:avLst/>
              <a:gdLst/>
              <a:ahLst/>
              <a:cxnLst/>
              <a:rect l="l" t="t" r="r" b="b"/>
              <a:pathLst>
                <a:path w="14158" h="6833" extrusionOk="0">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135"/>
            <p:cNvSpPr/>
            <p:nvPr/>
          </p:nvSpPr>
          <p:spPr>
            <a:xfrm>
              <a:off x="6890652" y="3759355"/>
              <a:ext cx="333319" cy="140899"/>
            </a:xfrm>
            <a:custGeom>
              <a:avLst/>
              <a:gdLst/>
              <a:ahLst/>
              <a:cxnLst/>
              <a:rect l="l" t="t" r="r" b="b"/>
              <a:pathLst>
                <a:path w="12687" h="5363" extrusionOk="0">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135"/>
            <p:cNvSpPr/>
            <p:nvPr/>
          </p:nvSpPr>
          <p:spPr>
            <a:xfrm>
              <a:off x="6986862" y="3759355"/>
              <a:ext cx="140899" cy="141083"/>
            </a:xfrm>
            <a:custGeom>
              <a:avLst/>
              <a:gdLst/>
              <a:ahLst/>
              <a:cxnLst/>
              <a:rect l="l" t="t" r="r" b="b"/>
              <a:pathLst>
                <a:path w="5363" h="5370" extrusionOk="0">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135"/>
            <p:cNvSpPr/>
            <p:nvPr/>
          </p:nvSpPr>
          <p:spPr>
            <a:xfrm>
              <a:off x="7025141" y="3785023"/>
              <a:ext cx="64184" cy="89773"/>
            </a:xfrm>
            <a:custGeom>
              <a:avLst/>
              <a:gdLst/>
              <a:ahLst/>
              <a:cxnLst/>
              <a:rect l="l" t="t" r="r" b="b"/>
              <a:pathLst>
                <a:path w="2443" h="3417" extrusionOk="0">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135"/>
            <p:cNvSpPr/>
            <p:nvPr/>
          </p:nvSpPr>
          <p:spPr>
            <a:xfrm>
              <a:off x="6890652" y="3759355"/>
              <a:ext cx="12795" cy="12795"/>
            </a:xfrm>
            <a:custGeom>
              <a:avLst/>
              <a:gdLst/>
              <a:ahLst/>
              <a:cxnLst/>
              <a:rect l="l" t="t" r="r" b="b"/>
              <a:pathLst>
                <a:path w="487" h="487" extrusionOk="0">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135"/>
            <p:cNvSpPr/>
            <p:nvPr/>
          </p:nvSpPr>
          <p:spPr>
            <a:xfrm>
              <a:off x="7211203" y="3759355"/>
              <a:ext cx="12768" cy="12795"/>
            </a:xfrm>
            <a:custGeom>
              <a:avLst/>
              <a:gdLst/>
              <a:ahLst/>
              <a:cxnLst/>
              <a:rect l="l" t="t" r="r" b="b"/>
              <a:pathLst>
                <a:path w="486" h="487" extrusionOk="0">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135"/>
            <p:cNvSpPr/>
            <p:nvPr/>
          </p:nvSpPr>
          <p:spPr>
            <a:xfrm>
              <a:off x="6890652" y="3887486"/>
              <a:ext cx="12795" cy="12768"/>
            </a:xfrm>
            <a:custGeom>
              <a:avLst/>
              <a:gdLst/>
              <a:ahLst/>
              <a:cxnLst/>
              <a:rect l="l" t="t" r="r" b="b"/>
              <a:pathLst>
                <a:path w="487" h="486" extrusionOk="0">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135"/>
            <p:cNvSpPr/>
            <p:nvPr/>
          </p:nvSpPr>
          <p:spPr>
            <a:xfrm>
              <a:off x="7211203" y="3887486"/>
              <a:ext cx="12768" cy="12768"/>
            </a:xfrm>
            <a:custGeom>
              <a:avLst/>
              <a:gdLst/>
              <a:ahLst/>
              <a:cxnLst/>
              <a:rect l="l" t="t" r="r" b="b"/>
              <a:pathLst>
                <a:path w="486" h="486" extrusionOk="0">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135"/>
            <p:cNvSpPr/>
            <p:nvPr/>
          </p:nvSpPr>
          <p:spPr>
            <a:xfrm>
              <a:off x="6871342" y="3932306"/>
              <a:ext cx="371966" cy="12952"/>
            </a:xfrm>
            <a:custGeom>
              <a:avLst/>
              <a:gdLst/>
              <a:ahLst/>
              <a:cxnLst/>
              <a:rect l="l" t="t" r="r" b="b"/>
              <a:pathLst>
                <a:path w="14158" h="493" extrusionOk="0">
                  <a:moveTo>
                    <a:pt x="0" y="0"/>
                  </a:moveTo>
                  <a:lnTo>
                    <a:pt x="0" y="493"/>
                  </a:lnTo>
                  <a:lnTo>
                    <a:pt x="14157" y="493"/>
                  </a:ln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135"/>
            <p:cNvSpPr/>
            <p:nvPr/>
          </p:nvSpPr>
          <p:spPr>
            <a:xfrm>
              <a:off x="6871342" y="3958001"/>
              <a:ext cx="371966" cy="12768"/>
            </a:xfrm>
            <a:custGeom>
              <a:avLst/>
              <a:gdLst/>
              <a:ahLst/>
              <a:cxnLst/>
              <a:rect l="l" t="t" r="r" b="b"/>
              <a:pathLst>
                <a:path w="14158" h="486" extrusionOk="0">
                  <a:moveTo>
                    <a:pt x="0" y="0"/>
                  </a:moveTo>
                  <a:lnTo>
                    <a:pt x="0" y="486"/>
                  </a:lnTo>
                  <a:lnTo>
                    <a:pt x="14157" y="486"/>
                  </a:ln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135"/>
            <p:cNvSpPr/>
            <p:nvPr/>
          </p:nvSpPr>
          <p:spPr>
            <a:xfrm>
              <a:off x="6871342" y="3983695"/>
              <a:ext cx="371966" cy="12768"/>
            </a:xfrm>
            <a:custGeom>
              <a:avLst/>
              <a:gdLst/>
              <a:ahLst/>
              <a:cxnLst/>
              <a:rect l="l" t="t" r="r" b="b"/>
              <a:pathLst>
                <a:path w="14158" h="486" extrusionOk="0">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5" name="Google Shape;11815;p135"/>
          <p:cNvGrpSpPr/>
          <p:nvPr/>
        </p:nvGrpSpPr>
        <p:grpSpPr>
          <a:xfrm>
            <a:off x="7402362" y="3681535"/>
            <a:ext cx="402757" cy="372728"/>
            <a:chOff x="7402362" y="3681535"/>
            <a:chExt cx="402757" cy="372728"/>
          </a:xfrm>
        </p:grpSpPr>
        <p:sp>
          <p:nvSpPr>
            <p:cNvPr id="11816" name="Google Shape;11816;p135"/>
            <p:cNvSpPr/>
            <p:nvPr/>
          </p:nvSpPr>
          <p:spPr>
            <a:xfrm>
              <a:off x="7471248" y="3681535"/>
              <a:ext cx="333871" cy="303763"/>
            </a:xfrm>
            <a:custGeom>
              <a:avLst/>
              <a:gdLst/>
              <a:ahLst/>
              <a:cxnLst/>
              <a:rect l="l" t="t" r="r" b="b"/>
              <a:pathLst>
                <a:path w="12708" h="11562" extrusionOk="0">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135"/>
            <p:cNvSpPr/>
            <p:nvPr/>
          </p:nvSpPr>
          <p:spPr>
            <a:xfrm>
              <a:off x="7540502" y="3735683"/>
              <a:ext cx="236741" cy="236558"/>
            </a:xfrm>
            <a:custGeom>
              <a:avLst/>
              <a:gdLst/>
              <a:ahLst/>
              <a:cxnLst/>
              <a:rect l="l" t="t" r="r" b="b"/>
              <a:pathLst>
                <a:path w="9011" h="9004" extrusionOk="0">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135"/>
            <p:cNvSpPr/>
            <p:nvPr/>
          </p:nvSpPr>
          <p:spPr>
            <a:xfrm>
              <a:off x="7472693" y="3728274"/>
              <a:ext cx="283585" cy="256998"/>
            </a:xfrm>
            <a:custGeom>
              <a:avLst/>
              <a:gdLst/>
              <a:ahLst/>
              <a:cxnLst/>
              <a:rect l="l" t="t" r="r" b="b"/>
              <a:pathLst>
                <a:path w="10794" h="9782" extrusionOk="0">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135"/>
            <p:cNvSpPr/>
            <p:nvPr/>
          </p:nvSpPr>
          <p:spPr>
            <a:xfrm>
              <a:off x="7508791" y="3711985"/>
              <a:ext cx="251691" cy="243572"/>
            </a:xfrm>
            <a:custGeom>
              <a:avLst/>
              <a:gdLst/>
              <a:ahLst/>
              <a:cxnLst/>
              <a:rect l="l" t="t" r="r" b="b"/>
              <a:pathLst>
                <a:path w="9580" h="9271" extrusionOk="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135"/>
            <p:cNvSpPr/>
            <p:nvPr/>
          </p:nvSpPr>
          <p:spPr>
            <a:xfrm>
              <a:off x="7496575" y="3728248"/>
              <a:ext cx="251323" cy="227310"/>
            </a:xfrm>
            <a:custGeom>
              <a:avLst/>
              <a:gdLst/>
              <a:ahLst/>
              <a:cxnLst/>
              <a:rect l="l" t="t" r="r" b="b"/>
              <a:pathLst>
                <a:path w="9566" h="8652" extrusionOk="0">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135"/>
            <p:cNvSpPr/>
            <p:nvPr/>
          </p:nvSpPr>
          <p:spPr>
            <a:xfrm>
              <a:off x="7511524" y="3731296"/>
              <a:ext cx="221976" cy="232564"/>
            </a:xfrm>
            <a:custGeom>
              <a:avLst/>
              <a:gdLst/>
              <a:ahLst/>
              <a:cxnLst/>
              <a:rect l="l" t="t" r="r" b="b"/>
              <a:pathLst>
                <a:path w="8449" h="8852" extrusionOk="0">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135"/>
            <p:cNvSpPr/>
            <p:nvPr/>
          </p:nvSpPr>
          <p:spPr>
            <a:xfrm>
              <a:off x="7519721" y="3712169"/>
              <a:ext cx="144157" cy="136696"/>
            </a:xfrm>
            <a:custGeom>
              <a:avLst/>
              <a:gdLst/>
              <a:ahLst/>
              <a:cxnLst/>
              <a:rect l="l" t="t" r="r" b="b"/>
              <a:pathLst>
                <a:path w="5487" h="5203" extrusionOk="0">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135"/>
            <p:cNvSpPr/>
            <p:nvPr/>
          </p:nvSpPr>
          <p:spPr>
            <a:xfrm>
              <a:off x="7502039" y="3706442"/>
              <a:ext cx="276466" cy="254686"/>
            </a:xfrm>
            <a:custGeom>
              <a:avLst/>
              <a:gdLst/>
              <a:ahLst/>
              <a:cxnLst/>
              <a:rect l="l" t="t" r="r" b="b"/>
              <a:pathLst>
                <a:path w="10523" h="9694" extrusionOk="0">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135"/>
            <p:cNvSpPr/>
            <p:nvPr/>
          </p:nvSpPr>
          <p:spPr>
            <a:xfrm>
              <a:off x="7402362" y="3750580"/>
              <a:ext cx="333871" cy="303684"/>
            </a:xfrm>
            <a:custGeom>
              <a:avLst/>
              <a:gdLst/>
              <a:ahLst/>
              <a:cxnLst/>
              <a:rect l="l" t="t" r="r" b="b"/>
              <a:pathLst>
                <a:path w="12708" h="11559" extrusionOk="0">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135"/>
            <p:cNvSpPr/>
            <p:nvPr/>
          </p:nvSpPr>
          <p:spPr>
            <a:xfrm>
              <a:off x="7471432" y="3804570"/>
              <a:ext cx="236741" cy="236741"/>
            </a:xfrm>
            <a:custGeom>
              <a:avLst/>
              <a:gdLst/>
              <a:ahLst/>
              <a:cxnLst/>
              <a:rect l="l" t="t" r="r" b="b"/>
              <a:pathLst>
                <a:path w="9011" h="9011" extrusionOk="0">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135"/>
            <p:cNvSpPr/>
            <p:nvPr/>
          </p:nvSpPr>
          <p:spPr>
            <a:xfrm>
              <a:off x="7435334" y="3781029"/>
              <a:ext cx="256078" cy="243520"/>
            </a:xfrm>
            <a:custGeom>
              <a:avLst/>
              <a:gdLst/>
              <a:ahLst/>
              <a:cxnLst/>
              <a:rect l="l" t="t" r="r" b="b"/>
              <a:pathLst>
                <a:path w="9747" h="9269" extrusionOk="0">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135"/>
            <p:cNvSpPr/>
            <p:nvPr/>
          </p:nvSpPr>
          <p:spPr>
            <a:xfrm>
              <a:off x="7435701" y="3780924"/>
              <a:ext cx="211231" cy="198962"/>
            </a:xfrm>
            <a:custGeom>
              <a:avLst/>
              <a:gdLst/>
              <a:ahLst/>
              <a:cxnLst/>
              <a:rect l="l" t="t" r="r" b="b"/>
              <a:pathLst>
                <a:path w="8040" h="7573" extrusionOk="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135"/>
            <p:cNvSpPr/>
            <p:nvPr/>
          </p:nvSpPr>
          <p:spPr>
            <a:xfrm>
              <a:off x="7452122" y="3785417"/>
              <a:ext cx="174949" cy="174791"/>
            </a:xfrm>
            <a:custGeom>
              <a:avLst/>
              <a:gdLst/>
              <a:ahLst/>
              <a:cxnLst/>
              <a:rect l="l" t="t" r="r" b="b"/>
              <a:pathLst>
                <a:path w="6659" h="6653" extrusionOk="0">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135"/>
            <p:cNvSpPr/>
            <p:nvPr/>
          </p:nvSpPr>
          <p:spPr>
            <a:xfrm>
              <a:off x="7432969" y="3775407"/>
              <a:ext cx="276466" cy="254791"/>
            </a:xfrm>
            <a:custGeom>
              <a:avLst/>
              <a:gdLst/>
              <a:ahLst/>
              <a:cxnLst/>
              <a:rect l="l" t="t" r="r" b="b"/>
              <a:pathLst>
                <a:path w="10523" h="9698" extrusionOk="0">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135"/>
            <p:cNvSpPr/>
            <p:nvPr/>
          </p:nvSpPr>
          <p:spPr>
            <a:xfrm>
              <a:off x="7528286" y="3838093"/>
              <a:ext cx="82758" cy="129418"/>
            </a:xfrm>
            <a:custGeom>
              <a:avLst/>
              <a:gdLst/>
              <a:ahLst/>
              <a:cxnLst/>
              <a:rect l="l" t="t" r="r" b="b"/>
              <a:pathLst>
                <a:path w="3150" h="4926" extrusionOk="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135"/>
            <p:cNvSpPr/>
            <p:nvPr/>
          </p:nvSpPr>
          <p:spPr>
            <a:xfrm>
              <a:off x="7563622" y="3825798"/>
              <a:ext cx="12164" cy="153353"/>
            </a:xfrm>
            <a:custGeom>
              <a:avLst/>
              <a:gdLst/>
              <a:ahLst/>
              <a:cxnLst/>
              <a:rect l="l" t="t" r="r" b="b"/>
              <a:pathLst>
                <a:path w="463" h="5837" extrusionOk="0">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2" name="Google Shape;11832;p135"/>
          <p:cNvGrpSpPr/>
          <p:nvPr/>
        </p:nvGrpSpPr>
        <p:grpSpPr>
          <a:xfrm>
            <a:off x="7960705" y="3736235"/>
            <a:ext cx="378902" cy="264065"/>
            <a:chOff x="7960705" y="3736235"/>
            <a:chExt cx="378902" cy="264065"/>
          </a:xfrm>
        </p:grpSpPr>
        <p:sp>
          <p:nvSpPr>
            <p:cNvPr id="11833" name="Google Shape;11833;p135"/>
            <p:cNvSpPr/>
            <p:nvPr/>
          </p:nvSpPr>
          <p:spPr>
            <a:xfrm>
              <a:off x="7960705" y="3736235"/>
              <a:ext cx="378902" cy="235638"/>
            </a:xfrm>
            <a:custGeom>
              <a:avLst/>
              <a:gdLst/>
              <a:ahLst/>
              <a:cxnLst/>
              <a:rect l="l" t="t" r="r" b="b"/>
              <a:pathLst>
                <a:path w="14422" h="8969" extrusionOk="0">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135"/>
            <p:cNvSpPr/>
            <p:nvPr/>
          </p:nvSpPr>
          <p:spPr>
            <a:xfrm>
              <a:off x="8295653" y="3797450"/>
              <a:ext cx="43034" cy="174423"/>
            </a:xfrm>
            <a:custGeom>
              <a:avLst/>
              <a:gdLst/>
              <a:ahLst/>
              <a:cxnLst/>
              <a:rect l="l" t="t" r="r" b="b"/>
              <a:pathLst>
                <a:path w="1638" h="6639" extrusionOk="0">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135"/>
            <p:cNvSpPr/>
            <p:nvPr/>
          </p:nvSpPr>
          <p:spPr>
            <a:xfrm>
              <a:off x="8109407" y="3875821"/>
              <a:ext cx="76033" cy="64972"/>
            </a:xfrm>
            <a:custGeom>
              <a:avLst/>
              <a:gdLst/>
              <a:ahLst/>
              <a:cxnLst/>
              <a:rect l="l" t="t" r="r" b="b"/>
              <a:pathLst>
                <a:path w="2894" h="2473" extrusionOk="0">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135"/>
            <p:cNvSpPr/>
            <p:nvPr/>
          </p:nvSpPr>
          <p:spPr>
            <a:xfrm>
              <a:off x="7961624" y="3897495"/>
              <a:ext cx="50496" cy="43245"/>
            </a:xfrm>
            <a:custGeom>
              <a:avLst/>
              <a:gdLst/>
              <a:ahLst/>
              <a:cxnLst/>
              <a:rect l="l" t="t" r="r" b="b"/>
              <a:pathLst>
                <a:path w="1922" h="1646" extrusionOk="0">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135"/>
            <p:cNvSpPr/>
            <p:nvPr/>
          </p:nvSpPr>
          <p:spPr>
            <a:xfrm>
              <a:off x="8037447" y="3897495"/>
              <a:ext cx="50496" cy="43245"/>
            </a:xfrm>
            <a:custGeom>
              <a:avLst/>
              <a:gdLst/>
              <a:ahLst/>
              <a:cxnLst/>
              <a:rect l="l" t="t" r="r" b="b"/>
              <a:pathLst>
                <a:path w="1922" h="1646" extrusionOk="0">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135"/>
            <p:cNvSpPr/>
            <p:nvPr/>
          </p:nvSpPr>
          <p:spPr>
            <a:xfrm>
              <a:off x="8286352" y="3897495"/>
              <a:ext cx="50522" cy="43245"/>
            </a:xfrm>
            <a:custGeom>
              <a:avLst/>
              <a:gdLst/>
              <a:ahLst/>
              <a:cxnLst/>
              <a:rect l="l" t="t" r="r" b="b"/>
              <a:pathLst>
                <a:path w="1923" h="1646" extrusionOk="0">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135"/>
            <p:cNvSpPr/>
            <p:nvPr/>
          </p:nvSpPr>
          <p:spPr>
            <a:xfrm>
              <a:off x="8210556" y="3897495"/>
              <a:ext cx="50496" cy="43245"/>
            </a:xfrm>
            <a:custGeom>
              <a:avLst/>
              <a:gdLst/>
              <a:ahLst/>
              <a:cxnLst/>
              <a:rect l="l" t="t" r="r" b="b"/>
              <a:pathLst>
                <a:path w="1922" h="1646" extrusionOk="0">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135"/>
            <p:cNvSpPr/>
            <p:nvPr/>
          </p:nvSpPr>
          <p:spPr>
            <a:xfrm>
              <a:off x="8143666" y="3875821"/>
              <a:ext cx="44138" cy="64919"/>
            </a:xfrm>
            <a:custGeom>
              <a:avLst/>
              <a:gdLst/>
              <a:ahLst/>
              <a:cxnLst/>
              <a:rect l="l" t="t" r="r" b="b"/>
              <a:pathLst>
                <a:path w="1680" h="2471" extrusionOk="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135"/>
            <p:cNvSpPr/>
            <p:nvPr/>
          </p:nvSpPr>
          <p:spPr>
            <a:xfrm>
              <a:off x="7981302" y="3897495"/>
              <a:ext cx="33392" cy="43192"/>
            </a:xfrm>
            <a:custGeom>
              <a:avLst/>
              <a:gdLst/>
              <a:ahLst/>
              <a:cxnLst/>
              <a:rect l="l" t="t" r="r" b="b"/>
              <a:pathLst>
                <a:path w="1271" h="1644" extrusionOk="0">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135"/>
            <p:cNvSpPr/>
            <p:nvPr/>
          </p:nvSpPr>
          <p:spPr>
            <a:xfrm>
              <a:off x="8057125"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135"/>
            <p:cNvSpPr/>
            <p:nvPr/>
          </p:nvSpPr>
          <p:spPr>
            <a:xfrm>
              <a:off x="8306057"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135"/>
            <p:cNvSpPr/>
            <p:nvPr/>
          </p:nvSpPr>
          <p:spPr>
            <a:xfrm>
              <a:off x="8230234" y="3897495"/>
              <a:ext cx="33366" cy="43192"/>
            </a:xfrm>
            <a:custGeom>
              <a:avLst/>
              <a:gdLst/>
              <a:ahLst/>
              <a:cxnLst/>
              <a:rect l="l" t="t" r="r" b="b"/>
              <a:pathLst>
                <a:path w="1270" h="1644" extrusionOk="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135"/>
            <p:cNvSpPr/>
            <p:nvPr/>
          </p:nvSpPr>
          <p:spPr>
            <a:xfrm>
              <a:off x="7970373" y="3960733"/>
              <a:ext cx="365030" cy="39566"/>
            </a:xfrm>
            <a:custGeom>
              <a:avLst/>
              <a:gdLst/>
              <a:ahLst/>
              <a:cxnLst/>
              <a:rect l="l" t="t" r="r" b="b"/>
              <a:pathLst>
                <a:path w="13894" h="1506" extrusionOk="0">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135"/>
            <p:cNvSpPr/>
            <p:nvPr/>
          </p:nvSpPr>
          <p:spPr>
            <a:xfrm>
              <a:off x="8291108" y="3960733"/>
              <a:ext cx="44295" cy="39566"/>
            </a:xfrm>
            <a:custGeom>
              <a:avLst/>
              <a:gdLst/>
              <a:ahLst/>
              <a:cxnLst/>
              <a:rect l="l" t="t" r="r" b="b"/>
              <a:pathLst>
                <a:path w="1686" h="1506" extrusionOk="0">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135"/>
          <p:cNvGrpSpPr/>
          <p:nvPr/>
        </p:nvGrpSpPr>
        <p:grpSpPr>
          <a:xfrm>
            <a:off x="6400828" y="4162270"/>
            <a:ext cx="166200" cy="388019"/>
            <a:chOff x="6400828" y="4162270"/>
            <a:chExt cx="166200" cy="388019"/>
          </a:xfrm>
        </p:grpSpPr>
        <p:sp>
          <p:nvSpPr>
            <p:cNvPr id="11848" name="Google Shape;11848;p135"/>
            <p:cNvSpPr/>
            <p:nvPr/>
          </p:nvSpPr>
          <p:spPr>
            <a:xfrm>
              <a:off x="6433432" y="4162270"/>
              <a:ext cx="88407" cy="75717"/>
            </a:xfrm>
            <a:custGeom>
              <a:avLst/>
              <a:gdLst/>
              <a:ahLst/>
              <a:cxnLst/>
              <a:rect l="l" t="t" r="r" b="b"/>
              <a:pathLst>
                <a:path w="3365" h="2882" extrusionOk="0">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135"/>
            <p:cNvSpPr/>
            <p:nvPr/>
          </p:nvSpPr>
          <p:spPr>
            <a:xfrm>
              <a:off x="6475888" y="4162270"/>
              <a:ext cx="48157" cy="75612"/>
            </a:xfrm>
            <a:custGeom>
              <a:avLst/>
              <a:gdLst/>
              <a:ahLst/>
              <a:cxnLst/>
              <a:rect l="l" t="t" r="r" b="b"/>
              <a:pathLst>
                <a:path w="1833" h="2878" extrusionOk="0">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135"/>
            <p:cNvSpPr/>
            <p:nvPr/>
          </p:nvSpPr>
          <p:spPr>
            <a:xfrm>
              <a:off x="6400828" y="4244292"/>
              <a:ext cx="166042" cy="305996"/>
            </a:xfrm>
            <a:custGeom>
              <a:avLst/>
              <a:gdLst/>
              <a:ahLst/>
              <a:cxnLst/>
              <a:rect l="l" t="t" r="r" b="b"/>
              <a:pathLst>
                <a:path w="6320" h="11647" extrusionOk="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135"/>
            <p:cNvSpPr/>
            <p:nvPr/>
          </p:nvSpPr>
          <p:spPr>
            <a:xfrm>
              <a:off x="6452400" y="4421947"/>
              <a:ext cx="31553" cy="127973"/>
            </a:xfrm>
            <a:custGeom>
              <a:avLst/>
              <a:gdLst/>
              <a:ahLst/>
              <a:cxnLst/>
              <a:rect l="l" t="t" r="r" b="b"/>
              <a:pathLst>
                <a:path w="1201" h="4871" extrusionOk="0">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135"/>
            <p:cNvSpPr/>
            <p:nvPr/>
          </p:nvSpPr>
          <p:spPr>
            <a:xfrm>
              <a:off x="6501583" y="4288745"/>
              <a:ext cx="29005" cy="261359"/>
            </a:xfrm>
            <a:custGeom>
              <a:avLst/>
              <a:gdLst/>
              <a:ahLst/>
              <a:cxnLst/>
              <a:rect l="l" t="t" r="r" b="b"/>
              <a:pathLst>
                <a:path w="1104" h="9948" extrusionOk="0">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135"/>
            <p:cNvSpPr/>
            <p:nvPr/>
          </p:nvSpPr>
          <p:spPr>
            <a:xfrm>
              <a:off x="6408105" y="4288745"/>
              <a:ext cx="29189" cy="109924"/>
            </a:xfrm>
            <a:custGeom>
              <a:avLst/>
              <a:gdLst/>
              <a:ahLst/>
              <a:cxnLst/>
              <a:rect l="l" t="t" r="r" b="b"/>
              <a:pathLst>
                <a:path w="1111" h="4184" extrusionOk="0">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135"/>
            <p:cNvSpPr/>
            <p:nvPr/>
          </p:nvSpPr>
          <p:spPr>
            <a:xfrm>
              <a:off x="6508519" y="4244292"/>
              <a:ext cx="58509" cy="154298"/>
            </a:xfrm>
            <a:custGeom>
              <a:avLst/>
              <a:gdLst/>
              <a:ahLst/>
              <a:cxnLst/>
              <a:rect l="l" t="t" r="r" b="b"/>
              <a:pathLst>
                <a:path w="2227" h="5873" extrusionOk="0">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5" name="Google Shape;11855;p135"/>
          <p:cNvGrpSpPr/>
          <p:nvPr/>
        </p:nvGrpSpPr>
        <p:grpSpPr>
          <a:xfrm>
            <a:off x="6919815" y="4162270"/>
            <a:ext cx="225260" cy="388019"/>
            <a:chOff x="6919815" y="4162270"/>
            <a:chExt cx="225260" cy="388019"/>
          </a:xfrm>
        </p:grpSpPr>
        <p:sp>
          <p:nvSpPr>
            <p:cNvPr id="11856" name="Google Shape;11856;p135"/>
            <p:cNvSpPr/>
            <p:nvPr/>
          </p:nvSpPr>
          <p:spPr>
            <a:xfrm>
              <a:off x="6919815" y="4244634"/>
              <a:ext cx="224157" cy="305654"/>
            </a:xfrm>
            <a:custGeom>
              <a:avLst/>
              <a:gdLst/>
              <a:ahLst/>
              <a:cxnLst/>
              <a:rect l="l" t="t" r="r" b="b"/>
              <a:pathLst>
                <a:path w="8532" h="11634" extrusionOk="0">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135"/>
            <p:cNvSpPr/>
            <p:nvPr/>
          </p:nvSpPr>
          <p:spPr>
            <a:xfrm>
              <a:off x="6981581" y="4162270"/>
              <a:ext cx="88407" cy="75717"/>
            </a:xfrm>
            <a:custGeom>
              <a:avLst/>
              <a:gdLst/>
              <a:ahLst/>
              <a:cxnLst/>
              <a:rect l="l" t="t" r="r" b="b"/>
              <a:pathLst>
                <a:path w="3365" h="2882" extrusionOk="0">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135"/>
            <p:cNvSpPr/>
            <p:nvPr/>
          </p:nvSpPr>
          <p:spPr>
            <a:xfrm>
              <a:off x="7024038" y="4162270"/>
              <a:ext cx="48157" cy="75612"/>
            </a:xfrm>
            <a:custGeom>
              <a:avLst/>
              <a:gdLst/>
              <a:ahLst/>
              <a:cxnLst/>
              <a:rect l="l" t="t" r="r" b="b"/>
              <a:pathLst>
                <a:path w="1833" h="2878" extrusionOk="0">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135"/>
            <p:cNvSpPr/>
            <p:nvPr/>
          </p:nvSpPr>
          <p:spPr>
            <a:xfrm>
              <a:off x="6928563" y="4289113"/>
              <a:ext cx="54515" cy="109556"/>
            </a:xfrm>
            <a:custGeom>
              <a:avLst/>
              <a:gdLst/>
              <a:ahLst/>
              <a:cxnLst/>
              <a:rect l="l" t="t" r="r" b="b"/>
              <a:pathLst>
                <a:path w="2075" h="4170" extrusionOk="0">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135"/>
            <p:cNvSpPr/>
            <p:nvPr/>
          </p:nvSpPr>
          <p:spPr>
            <a:xfrm>
              <a:off x="7056484" y="4244634"/>
              <a:ext cx="88591" cy="154167"/>
            </a:xfrm>
            <a:custGeom>
              <a:avLst/>
              <a:gdLst/>
              <a:ahLst/>
              <a:cxnLst/>
              <a:rect l="l" t="t" r="r" b="b"/>
              <a:pathLst>
                <a:path w="3372" h="5868" extrusionOk="0">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135"/>
            <p:cNvSpPr/>
            <p:nvPr/>
          </p:nvSpPr>
          <p:spPr>
            <a:xfrm>
              <a:off x="7000550" y="4429251"/>
              <a:ext cx="21333" cy="121037"/>
            </a:xfrm>
            <a:custGeom>
              <a:avLst/>
              <a:gdLst/>
              <a:ahLst/>
              <a:cxnLst/>
              <a:rect l="l" t="t" r="r" b="b"/>
              <a:pathLst>
                <a:path w="812" h="4607" extrusionOk="0">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135"/>
            <p:cNvSpPr/>
            <p:nvPr/>
          </p:nvSpPr>
          <p:spPr>
            <a:xfrm>
              <a:off x="7049574" y="4429251"/>
              <a:ext cx="21517" cy="120932"/>
            </a:xfrm>
            <a:custGeom>
              <a:avLst/>
              <a:gdLst/>
              <a:ahLst/>
              <a:cxnLst/>
              <a:rect l="l" t="t" r="r" b="b"/>
              <a:pathLst>
                <a:path w="819" h="4603" extrusionOk="0">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135"/>
            <p:cNvSpPr/>
            <p:nvPr/>
          </p:nvSpPr>
          <p:spPr>
            <a:xfrm>
              <a:off x="7058139" y="4289113"/>
              <a:ext cx="48315" cy="140164"/>
            </a:xfrm>
            <a:custGeom>
              <a:avLst/>
              <a:gdLst/>
              <a:ahLst/>
              <a:cxnLst/>
              <a:rect l="l" t="t" r="r" b="b"/>
              <a:pathLst>
                <a:path w="1839" h="5335" extrusionOk="0">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4" name="Google Shape;11864;p135"/>
          <p:cNvGrpSpPr/>
          <p:nvPr/>
        </p:nvGrpSpPr>
        <p:grpSpPr>
          <a:xfrm>
            <a:off x="7385600" y="4177035"/>
            <a:ext cx="388728" cy="358383"/>
            <a:chOff x="7385600" y="4177035"/>
            <a:chExt cx="388728" cy="358383"/>
          </a:xfrm>
        </p:grpSpPr>
        <p:sp>
          <p:nvSpPr>
            <p:cNvPr id="11865" name="Google Shape;11865;p135"/>
            <p:cNvSpPr/>
            <p:nvPr/>
          </p:nvSpPr>
          <p:spPr>
            <a:xfrm>
              <a:off x="7385600" y="4314808"/>
              <a:ext cx="230541" cy="220610"/>
            </a:xfrm>
            <a:custGeom>
              <a:avLst/>
              <a:gdLst/>
              <a:ahLst/>
              <a:cxnLst/>
              <a:rect l="l" t="t" r="r" b="b"/>
              <a:pathLst>
                <a:path w="8775" h="8397" extrusionOk="0">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135"/>
            <p:cNvSpPr/>
            <p:nvPr/>
          </p:nvSpPr>
          <p:spPr>
            <a:xfrm>
              <a:off x="7541212" y="4315176"/>
              <a:ext cx="74561" cy="179704"/>
            </a:xfrm>
            <a:custGeom>
              <a:avLst/>
              <a:gdLst/>
              <a:ahLst/>
              <a:cxnLst/>
              <a:rect l="l" t="t" r="r" b="b"/>
              <a:pathLst>
                <a:path w="2838" h="6840" extrusionOk="0">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135"/>
            <p:cNvSpPr/>
            <p:nvPr/>
          </p:nvSpPr>
          <p:spPr>
            <a:xfrm>
              <a:off x="7435334" y="4177035"/>
              <a:ext cx="338994" cy="281011"/>
            </a:xfrm>
            <a:custGeom>
              <a:avLst/>
              <a:gdLst/>
              <a:ahLst/>
              <a:cxnLst/>
              <a:rect l="l" t="t" r="r" b="b"/>
              <a:pathLst>
                <a:path w="12903" h="10696" extrusionOk="0">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135"/>
            <p:cNvSpPr/>
            <p:nvPr/>
          </p:nvSpPr>
          <p:spPr>
            <a:xfrm>
              <a:off x="7700843" y="4177035"/>
              <a:ext cx="73484" cy="215618"/>
            </a:xfrm>
            <a:custGeom>
              <a:avLst/>
              <a:gdLst/>
              <a:ahLst/>
              <a:cxnLst/>
              <a:rect l="l" t="t" r="r" b="b"/>
              <a:pathLst>
                <a:path w="2797" h="8207" extrusionOk="0">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135"/>
            <p:cNvSpPr/>
            <p:nvPr/>
          </p:nvSpPr>
          <p:spPr>
            <a:xfrm>
              <a:off x="7516069" y="4261764"/>
              <a:ext cx="28085" cy="28112"/>
            </a:xfrm>
            <a:custGeom>
              <a:avLst/>
              <a:gdLst/>
              <a:ahLst/>
              <a:cxnLst/>
              <a:rect l="l" t="t" r="r" b="b"/>
              <a:pathLst>
                <a:path w="1069" h="1070" extrusionOk="0">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135"/>
            <p:cNvSpPr/>
            <p:nvPr/>
          </p:nvSpPr>
          <p:spPr>
            <a:xfrm>
              <a:off x="7586059" y="4261764"/>
              <a:ext cx="28085" cy="28112"/>
            </a:xfrm>
            <a:custGeom>
              <a:avLst/>
              <a:gdLst/>
              <a:ahLst/>
              <a:cxnLst/>
              <a:rect l="l" t="t" r="r" b="b"/>
              <a:pathLst>
                <a:path w="1069" h="1070" extrusionOk="0">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135"/>
            <p:cNvSpPr/>
            <p:nvPr/>
          </p:nvSpPr>
          <p:spPr>
            <a:xfrm>
              <a:off x="7655839" y="4261764"/>
              <a:ext cx="28269" cy="28112"/>
            </a:xfrm>
            <a:custGeom>
              <a:avLst/>
              <a:gdLst/>
              <a:ahLst/>
              <a:cxnLst/>
              <a:rect l="l" t="t" r="r" b="b"/>
              <a:pathLst>
                <a:path w="1076" h="1070" extrusionOk="0">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2" name="Google Shape;11872;p135"/>
          <p:cNvGrpSpPr/>
          <p:nvPr/>
        </p:nvGrpSpPr>
        <p:grpSpPr>
          <a:xfrm>
            <a:off x="3625085" y="3259862"/>
            <a:ext cx="369207" cy="258259"/>
            <a:chOff x="3625085" y="3259862"/>
            <a:chExt cx="369207" cy="258259"/>
          </a:xfrm>
        </p:grpSpPr>
        <p:sp>
          <p:nvSpPr>
            <p:cNvPr id="11873" name="Google Shape;11873;p135"/>
            <p:cNvSpPr/>
            <p:nvPr/>
          </p:nvSpPr>
          <p:spPr>
            <a:xfrm>
              <a:off x="3779069" y="3268978"/>
              <a:ext cx="109372" cy="40670"/>
            </a:xfrm>
            <a:custGeom>
              <a:avLst/>
              <a:gdLst/>
              <a:ahLst/>
              <a:cxnLst/>
              <a:rect l="l" t="t" r="r" b="b"/>
              <a:pathLst>
                <a:path w="4163" h="1548" extrusionOk="0">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135"/>
            <p:cNvSpPr/>
            <p:nvPr/>
          </p:nvSpPr>
          <p:spPr>
            <a:xfrm>
              <a:off x="3913374" y="3283192"/>
              <a:ext cx="57432" cy="31369"/>
            </a:xfrm>
            <a:custGeom>
              <a:avLst/>
              <a:gdLst/>
              <a:ahLst/>
              <a:cxnLst/>
              <a:rect l="l" t="t" r="r" b="b"/>
              <a:pathLst>
                <a:path w="2186" h="1194" extrusionOk="0">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135"/>
            <p:cNvSpPr/>
            <p:nvPr/>
          </p:nvSpPr>
          <p:spPr>
            <a:xfrm>
              <a:off x="3625085" y="3309070"/>
              <a:ext cx="369207" cy="209050"/>
            </a:xfrm>
            <a:custGeom>
              <a:avLst/>
              <a:gdLst/>
              <a:ahLst/>
              <a:cxnLst/>
              <a:rect l="l" t="t" r="r" b="b"/>
              <a:pathLst>
                <a:path w="14053" h="7957" extrusionOk="0">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135"/>
            <p:cNvSpPr/>
            <p:nvPr/>
          </p:nvSpPr>
          <p:spPr>
            <a:xfrm>
              <a:off x="3941616" y="3344065"/>
              <a:ext cx="52676" cy="145996"/>
            </a:xfrm>
            <a:custGeom>
              <a:avLst/>
              <a:gdLst/>
              <a:ahLst/>
              <a:cxnLst/>
              <a:rect l="l" t="t" r="r" b="b"/>
              <a:pathLst>
                <a:path w="2005" h="5557" extrusionOk="0">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135"/>
            <p:cNvSpPr/>
            <p:nvPr/>
          </p:nvSpPr>
          <p:spPr>
            <a:xfrm>
              <a:off x="3739161" y="3324203"/>
              <a:ext cx="187349" cy="179783"/>
            </a:xfrm>
            <a:custGeom>
              <a:avLst/>
              <a:gdLst/>
              <a:ahLst/>
              <a:cxnLst/>
              <a:rect l="l" t="t" r="r" b="b"/>
              <a:pathLst>
                <a:path w="7131" h="6843" extrusionOk="0">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135"/>
            <p:cNvSpPr/>
            <p:nvPr/>
          </p:nvSpPr>
          <p:spPr>
            <a:xfrm>
              <a:off x="3755739" y="3339494"/>
              <a:ext cx="155297" cy="149096"/>
            </a:xfrm>
            <a:custGeom>
              <a:avLst/>
              <a:gdLst/>
              <a:ahLst/>
              <a:cxnLst/>
              <a:rect l="l" t="t" r="r" b="b"/>
              <a:pathLst>
                <a:path w="5911" h="5675" extrusionOk="0">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135"/>
            <p:cNvSpPr/>
            <p:nvPr/>
          </p:nvSpPr>
          <p:spPr>
            <a:xfrm>
              <a:off x="3775049" y="3359172"/>
              <a:ext cx="122298" cy="108479"/>
            </a:xfrm>
            <a:custGeom>
              <a:avLst/>
              <a:gdLst/>
              <a:ahLst/>
              <a:cxnLst/>
              <a:rect l="l" t="t" r="r" b="b"/>
              <a:pathLst>
                <a:path w="4655" h="4129" extrusionOk="0">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135"/>
            <p:cNvSpPr/>
            <p:nvPr/>
          </p:nvSpPr>
          <p:spPr>
            <a:xfrm>
              <a:off x="3798563" y="3359093"/>
              <a:ext cx="98075" cy="90982"/>
            </a:xfrm>
            <a:custGeom>
              <a:avLst/>
              <a:gdLst/>
              <a:ahLst/>
              <a:cxnLst/>
              <a:rect l="l" t="t" r="r" b="b"/>
              <a:pathLst>
                <a:path w="3733" h="3463" extrusionOk="0">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135"/>
            <p:cNvSpPr/>
            <p:nvPr/>
          </p:nvSpPr>
          <p:spPr>
            <a:xfrm>
              <a:off x="3828461" y="3387441"/>
              <a:ext cx="34286" cy="34286"/>
            </a:xfrm>
            <a:custGeom>
              <a:avLst/>
              <a:gdLst/>
              <a:ahLst/>
              <a:cxnLst/>
              <a:rect l="l" t="t" r="r" b="b"/>
              <a:pathLst>
                <a:path w="1305" h="1305" extrusionOk="0">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135"/>
            <p:cNvSpPr/>
            <p:nvPr/>
          </p:nvSpPr>
          <p:spPr>
            <a:xfrm>
              <a:off x="3658057" y="3259862"/>
              <a:ext cx="35573" cy="31028"/>
            </a:xfrm>
            <a:custGeom>
              <a:avLst/>
              <a:gdLst/>
              <a:ahLst/>
              <a:cxnLst/>
              <a:rect l="l" t="t" r="r" b="b"/>
              <a:pathLst>
                <a:path w="1354" h="1181" extrusionOk="0">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135"/>
            <p:cNvSpPr/>
            <p:nvPr/>
          </p:nvSpPr>
          <p:spPr>
            <a:xfrm>
              <a:off x="3625085" y="3281931"/>
              <a:ext cx="101517" cy="236190"/>
            </a:xfrm>
            <a:custGeom>
              <a:avLst/>
              <a:gdLst/>
              <a:ahLst/>
              <a:cxnLst/>
              <a:rect l="l" t="t" r="r" b="b"/>
              <a:pathLst>
                <a:path w="3864" h="8990" extrusionOk="0">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135"/>
            <p:cNvSpPr/>
            <p:nvPr/>
          </p:nvSpPr>
          <p:spPr>
            <a:xfrm>
              <a:off x="3625269" y="3281931"/>
              <a:ext cx="79474" cy="209944"/>
            </a:xfrm>
            <a:custGeom>
              <a:avLst/>
              <a:gdLst/>
              <a:ahLst/>
              <a:cxnLst/>
              <a:rect l="l" t="t" r="r" b="b"/>
              <a:pathLst>
                <a:path w="3025" h="7991" extrusionOk="0">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135"/>
            <p:cNvSpPr/>
            <p:nvPr/>
          </p:nvSpPr>
          <p:spPr>
            <a:xfrm>
              <a:off x="3912822" y="3327671"/>
              <a:ext cx="22621" cy="22621"/>
            </a:xfrm>
            <a:custGeom>
              <a:avLst/>
              <a:gdLst/>
              <a:ahLst/>
              <a:cxnLst/>
              <a:rect l="l" t="t" r="r" b="b"/>
              <a:pathLst>
                <a:path w="861" h="861" extrusionOk="0">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6" name="Google Shape;11886;p135"/>
          <p:cNvGrpSpPr/>
          <p:nvPr/>
        </p:nvGrpSpPr>
        <p:grpSpPr>
          <a:xfrm>
            <a:off x="6317360" y="3276808"/>
            <a:ext cx="363217" cy="248590"/>
            <a:chOff x="6317360" y="3276808"/>
            <a:chExt cx="363217" cy="248590"/>
          </a:xfrm>
        </p:grpSpPr>
        <p:sp>
          <p:nvSpPr>
            <p:cNvPr id="11887" name="Google Shape;11887;p135"/>
            <p:cNvSpPr/>
            <p:nvPr/>
          </p:nvSpPr>
          <p:spPr>
            <a:xfrm>
              <a:off x="6568840" y="3420045"/>
              <a:ext cx="77110" cy="49051"/>
            </a:xfrm>
            <a:custGeom>
              <a:avLst/>
              <a:gdLst/>
              <a:ahLst/>
              <a:cxnLst/>
              <a:rect l="l" t="t" r="r" b="b"/>
              <a:pathLst>
                <a:path w="2935" h="1867" extrusionOk="0">
                  <a:moveTo>
                    <a:pt x="0" y="1"/>
                  </a:moveTo>
                  <a:lnTo>
                    <a:pt x="0" y="1867"/>
                  </a:lnTo>
                  <a:lnTo>
                    <a:pt x="2934" y="1867"/>
                  </a:lnTo>
                  <a:lnTo>
                    <a:pt x="2934" y="1"/>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135"/>
            <p:cNvSpPr/>
            <p:nvPr/>
          </p:nvSpPr>
          <p:spPr>
            <a:xfrm>
              <a:off x="6568840" y="3444663"/>
              <a:ext cx="77110" cy="24433"/>
            </a:xfrm>
            <a:custGeom>
              <a:avLst/>
              <a:gdLst/>
              <a:ahLst/>
              <a:cxnLst/>
              <a:rect l="l" t="t" r="r" b="b"/>
              <a:pathLst>
                <a:path w="2935" h="930" extrusionOk="0">
                  <a:moveTo>
                    <a:pt x="0" y="0"/>
                  </a:moveTo>
                  <a:lnTo>
                    <a:pt x="0" y="930"/>
                  </a:lnTo>
                  <a:lnTo>
                    <a:pt x="2934" y="930"/>
                  </a:lnTo>
                  <a:lnTo>
                    <a:pt x="2934"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135"/>
            <p:cNvSpPr/>
            <p:nvPr/>
          </p:nvSpPr>
          <p:spPr>
            <a:xfrm>
              <a:off x="6626797" y="3387178"/>
              <a:ext cx="53780" cy="114890"/>
            </a:xfrm>
            <a:custGeom>
              <a:avLst/>
              <a:gdLst/>
              <a:ahLst/>
              <a:cxnLst/>
              <a:rect l="l" t="t" r="r" b="b"/>
              <a:pathLst>
                <a:path w="2047" h="4373" extrusionOk="0">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135"/>
            <p:cNvSpPr/>
            <p:nvPr/>
          </p:nvSpPr>
          <p:spPr>
            <a:xfrm>
              <a:off x="6345051" y="3363743"/>
              <a:ext cx="247855" cy="161655"/>
            </a:xfrm>
            <a:custGeom>
              <a:avLst/>
              <a:gdLst/>
              <a:ahLst/>
              <a:cxnLst/>
              <a:rect l="l" t="t" r="r" b="b"/>
              <a:pathLst>
                <a:path w="9434" h="6153" extrusionOk="0">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135"/>
            <p:cNvSpPr/>
            <p:nvPr/>
          </p:nvSpPr>
          <p:spPr>
            <a:xfrm>
              <a:off x="6345051" y="3363743"/>
              <a:ext cx="247671" cy="161655"/>
            </a:xfrm>
            <a:custGeom>
              <a:avLst/>
              <a:gdLst/>
              <a:ahLst/>
              <a:cxnLst/>
              <a:rect l="l" t="t" r="r" b="b"/>
              <a:pathLst>
                <a:path w="9427" h="6153" extrusionOk="0">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135"/>
            <p:cNvSpPr/>
            <p:nvPr/>
          </p:nvSpPr>
          <p:spPr>
            <a:xfrm>
              <a:off x="6317360" y="3276808"/>
              <a:ext cx="147993" cy="147835"/>
            </a:xfrm>
            <a:custGeom>
              <a:avLst/>
              <a:gdLst/>
              <a:ahLst/>
              <a:cxnLst/>
              <a:rect l="l" t="t" r="r" b="b"/>
              <a:pathLst>
                <a:path w="5633" h="5627" extrusionOk="0">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135"/>
            <p:cNvSpPr/>
            <p:nvPr/>
          </p:nvSpPr>
          <p:spPr>
            <a:xfrm>
              <a:off x="6339035" y="3298325"/>
              <a:ext cx="133622" cy="126344"/>
            </a:xfrm>
            <a:custGeom>
              <a:avLst/>
              <a:gdLst/>
              <a:ahLst/>
              <a:cxnLst/>
              <a:rect l="l" t="t" r="r" b="b"/>
              <a:pathLst>
                <a:path w="5086" h="4809" extrusionOk="0">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135"/>
            <p:cNvSpPr/>
            <p:nvPr/>
          </p:nvSpPr>
          <p:spPr>
            <a:xfrm>
              <a:off x="6505051" y="3446659"/>
              <a:ext cx="54148" cy="54148"/>
            </a:xfrm>
            <a:custGeom>
              <a:avLst/>
              <a:gdLst/>
              <a:ahLst/>
              <a:cxnLst/>
              <a:rect l="l" t="t" r="r" b="b"/>
              <a:pathLst>
                <a:path w="2061" h="2061" extrusionOk="0">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135"/>
            <p:cNvSpPr/>
            <p:nvPr/>
          </p:nvSpPr>
          <p:spPr>
            <a:xfrm>
              <a:off x="6358371" y="3325885"/>
              <a:ext cx="57773" cy="49550"/>
            </a:xfrm>
            <a:custGeom>
              <a:avLst/>
              <a:gdLst/>
              <a:ahLst/>
              <a:cxnLst/>
              <a:rect l="l" t="t" r="r" b="b"/>
              <a:pathLst>
                <a:path w="2199" h="1886" extrusionOk="0">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135"/>
            <p:cNvSpPr/>
            <p:nvPr/>
          </p:nvSpPr>
          <p:spPr>
            <a:xfrm>
              <a:off x="6484821" y="3293937"/>
              <a:ext cx="113734" cy="113576"/>
            </a:xfrm>
            <a:custGeom>
              <a:avLst/>
              <a:gdLst/>
              <a:ahLst/>
              <a:cxnLst/>
              <a:rect l="l" t="t" r="r" b="b"/>
              <a:pathLst>
                <a:path w="4329" h="4323" extrusionOk="0">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135"/>
            <p:cNvSpPr/>
            <p:nvPr/>
          </p:nvSpPr>
          <p:spPr>
            <a:xfrm>
              <a:off x="6501583" y="3310541"/>
              <a:ext cx="102463" cy="96919"/>
            </a:xfrm>
            <a:custGeom>
              <a:avLst/>
              <a:gdLst/>
              <a:ahLst/>
              <a:cxnLst/>
              <a:rect l="l" t="t" r="r" b="b"/>
              <a:pathLst>
                <a:path w="3900" h="3689" extrusionOk="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135"/>
            <p:cNvSpPr/>
            <p:nvPr/>
          </p:nvSpPr>
          <p:spPr>
            <a:xfrm>
              <a:off x="6521445" y="3335448"/>
              <a:ext cx="35389" cy="30502"/>
            </a:xfrm>
            <a:custGeom>
              <a:avLst/>
              <a:gdLst/>
              <a:ahLst/>
              <a:cxnLst/>
              <a:rect l="l" t="t" r="r" b="b"/>
              <a:pathLst>
                <a:path w="1347" h="1161" extrusionOk="0">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135"/>
            <p:cNvSpPr/>
            <p:nvPr/>
          </p:nvSpPr>
          <p:spPr>
            <a:xfrm>
              <a:off x="6413071" y="3305234"/>
              <a:ext cx="25800" cy="21806"/>
            </a:xfrm>
            <a:custGeom>
              <a:avLst/>
              <a:gdLst/>
              <a:ahLst/>
              <a:cxnLst/>
              <a:rect l="l" t="t" r="r" b="b"/>
              <a:pathLst>
                <a:path w="982" h="830" extrusionOk="0">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135"/>
            <p:cNvSpPr/>
            <p:nvPr/>
          </p:nvSpPr>
          <p:spPr>
            <a:xfrm>
              <a:off x="6343869" y="3373779"/>
              <a:ext cx="26956" cy="22358"/>
            </a:xfrm>
            <a:custGeom>
              <a:avLst/>
              <a:gdLst/>
              <a:ahLst/>
              <a:cxnLst/>
              <a:rect l="l" t="t" r="r" b="b"/>
              <a:pathLst>
                <a:path w="1026" h="851" extrusionOk="0">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135"/>
            <p:cNvSpPr/>
            <p:nvPr/>
          </p:nvSpPr>
          <p:spPr>
            <a:xfrm>
              <a:off x="6412072" y="3373779"/>
              <a:ext cx="27823" cy="22962"/>
            </a:xfrm>
            <a:custGeom>
              <a:avLst/>
              <a:gdLst/>
              <a:ahLst/>
              <a:cxnLst/>
              <a:rect l="l" t="t" r="r" b="b"/>
              <a:pathLst>
                <a:path w="1059" h="874" extrusionOk="0">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135"/>
            <p:cNvSpPr/>
            <p:nvPr/>
          </p:nvSpPr>
          <p:spPr>
            <a:xfrm>
              <a:off x="6342870" y="3304656"/>
              <a:ext cx="27980" cy="22988"/>
            </a:xfrm>
            <a:custGeom>
              <a:avLst/>
              <a:gdLst/>
              <a:ahLst/>
              <a:cxnLst/>
              <a:rect l="l" t="t" r="r" b="b"/>
              <a:pathLst>
                <a:path w="1065" h="875" extrusionOk="0">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135"/>
            <p:cNvSpPr/>
            <p:nvPr/>
          </p:nvSpPr>
          <p:spPr>
            <a:xfrm>
              <a:off x="6557727" y="3315402"/>
              <a:ext cx="21754" cy="17392"/>
            </a:xfrm>
            <a:custGeom>
              <a:avLst/>
              <a:gdLst/>
              <a:ahLst/>
              <a:cxnLst/>
              <a:rect l="l" t="t" r="r" b="b"/>
              <a:pathLst>
                <a:path w="828" h="662" extrusionOk="0">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135"/>
            <p:cNvSpPr/>
            <p:nvPr/>
          </p:nvSpPr>
          <p:spPr>
            <a:xfrm>
              <a:off x="6504945" y="3368761"/>
              <a:ext cx="20676" cy="16683"/>
            </a:xfrm>
            <a:custGeom>
              <a:avLst/>
              <a:gdLst/>
              <a:ahLst/>
              <a:cxnLst/>
              <a:rect l="l" t="t" r="r" b="b"/>
              <a:pathLst>
                <a:path w="787" h="635" extrusionOk="0">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135"/>
            <p:cNvSpPr/>
            <p:nvPr/>
          </p:nvSpPr>
          <p:spPr>
            <a:xfrm>
              <a:off x="6557753" y="3368761"/>
              <a:ext cx="20703" cy="16683"/>
            </a:xfrm>
            <a:custGeom>
              <a:avLst/>
              <a:gdLst/>
              <a:ahLst/>
              <a:cxnLst/>
              <a:rect l="l" t="t" r="r" b="b"/>
              <a:pathLst>
                <a:path w="788" h="635" extrusionOk="0">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135"/>
            <p:cNvSpPr/>
            <p:nvPr/>
          </p:nvSpPr>
          <p:spPr>
            <a:xfrm>
              <a:off x="6504945" y="3316006"/>
              <a:ext cx="20808" cy="16604"/>
            </a:xfrm>
            <a:custGeom>
              <a:avLst/>
              <a:gdLst/>
              <a:ahLst/>
              <a:cxnLst/>
              <a:rect l="l" t="t" r="r" b="b"/>
              <a:pathLst>
                <a:path w="792" h="632" extrusionOk="0">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135"/>
            <p:cNvSpPr/>
            <p:nvPr/>
          </p:nvSpPr>
          <p:spPr>
            <a:xfrm>
              <a:off x="6367094" y="3441168"/>
              <a:ext cx="105931" cy="11008"/>
            </a:xfrm>
            <a:custGeom>
              <a:avLst/>
              <a:gdLst/>
              <a:ahLst/>
              <a:cxnLst/>
              <a:rect l="l" t="t" r="r" b="b"/>
              <a:pathLst>
                <a:path w="4032" h="419" extrusionOk="0">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135"/>
            <p:cNvSpPr/>
            <p:nvPr/>
          </p:nvSpPr>
          <p:spPr>
            <a:xfrm>
              <a:off x="6368013" y="3495290"/>
              <a:ext cx="105011" cy="11008"/>
            </a:xfrm>
            <a:custGeom>
              <a:avLst/>
              <a:gdLst/>
              <a:ahLst/>
              <a:cxnLst/>
              <a:rect l="l" t="t" r="r" b="b"/>
              <a:pathLst>
                <a:path w="3997" h="419" extrusionOk="0">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135"/>
            <p:cNvSpPr/>
            <p:nvPr/>
          </p:nvSpPr>
          <p:spPr>
            <a:xfrm>
              <a:off x="6367094" y="3468334"/>
              <a:ext cx="105931" cy="10982"/>
            </a:xfrm>
            <a:custGeom>
              <a:avLst/>
              <a:gdLst/>
              <a:ahLst/>
              <a:cxnLst/>
              <a:rect l="l" t="t" r="r" b="b"/>
              <a:pathLst>
                <a:path w="4032" h="418" extrusionOk="0">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135"/>
            <p:cNvSpPr/>
            <p:nvPr/>
          </p:nvSpPr>
          <p:spPr>
            <a:xfrm>
              <a:off x="6532216" y="3446659"/>
              <a:ext cx="27166" cy="54148"/>
            </a:xfrm>
            <a:custGeom>
              <a:avLst/>
              <a:gdLst/>
              <a:ahLst/>
              <a:cxnLst/>
              <a:rect l="l" t="t" r="r" b="b"/>
              <a:pathLst>
                <a:path w="1034" h="2061" extrusionOk="0">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135"/>
            <p:cNvSpPr/>
            <p:nvPr/>
          </p:nvSpPr>
          <p:spPr>
            <a:xfrm>
              <a:off x="6626797" y="3444663"/>
              <a:ext cx="53780" cy="57458"/>
            </a:xfrm>
            <a:custGeom>
              <a:avLst/>
              <a:gdLst/>
              <a:ahLst/>
              <a:cxnLst/>
              <a:rect l="l" t="t" r="r" b="b"/>
              <a:pathLst>
                <a:path w="2047" h="2187" extrusionOk="0">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135"/>
            <p:cNvSpPr/>
            <p:nvPr/>
          </p:nvSpPr>
          <p:spPr>
            <a:xfrm>
              <a:off x="6391343" y="3325832"/>
              <a:ext cx="24801" cy="49602"/>
            </a:xfrm>
            <a:custGeom>
              <a:avLst/>
              <a:gdLst/>
              <a:ahLst/>
              <a:cxnLst/>
              <a:rect l="l" t="t" r="r" b="b"/>
              <a:pathLst>
                <a:path w="944" h="1888" extrusionOk="0">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135"/>
            <p:cNvSpPr/>
            <p:nvPr/>
          </p:nvSpPr>
          <p:spPr>
            <a:xfrm>
              <a:off x="6541674" y="3335500"/>
              <a:ext cx="14608" cy="30450"/>
            </a:xfrm>
            <a:custGeom>
              <a:avLst/>
              <a:gdLst/>
              <a:ahLst/>
              <a:cxnLst/>
              <a:rect l="l" t="t" r="r" b="b"/>
              <a:pathLst>
                <a:path w="556" h="1159" extrusionOk="0">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4" name="Google Shape;11914;p135"/>
          <p:cNvGrpSpPr/>
          <p:nvPr/>
        </p:nvGrpSpPr>
        <p:grpSpPr>
          <a:xfrm>
            <a:off x="5084391" y="4183682"/>
            <a:ext cx="504064" cy="325595"/>
            <a:chOff x="5084391" y="4183682"/>
            <a:chExt cx="504064" cy="325595"/>
          </a:xfrm>
        </p:grpSpPr>
        <p:sp>
          <p:nvSpPr>
            <p:cNvPr id="11915" name="Google Shape;11915;p135"/>
            <p:cNvSpPr/>
            <p:nvPr/>
          </p:nvSpPr>
          <p:spPr>
            <a:xfrm>
              <a:off x="5209948" y="4186887"/>
              <a:ext cx="186981" cy="137957"/>
            </a:xfrm>
            <a:custGeom>
              <a:avLst/>
              <a:gdLst/>
              <a:ahLst/>
              <a:cxnLst/>
              <a:rect l="l" t="t" r="r" b="b"/>
              <a:pathLst>
                <a:path w="7117" h="5251" extrusionOk="0">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135"/>
            <p:cNvSpPr/>
            <p:nvPr/>
          </p:nvSpPr>
          <p:spPr>
            <a:xfrm>
              <a:off x="5212680" y="4186887"/>
              <a:ext cx="184249" cy="137957"/>
            </a:xfrm>
            <a:custGeom>
              <a:avLst/>
              <a:gdLst/>
              <a:ahLst/>
              <a:cxnLst/>
              <a:rect l="l" t="t" r="r" b="b"/>
              <a:pathLst>
                <a:path w="7013" h="5251" extrusionOk="0">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135"/>
            <p:cNvSpPr/>
            <p:nvPr/>
          </p:nvSpPr>
          <p:spPr>
            <a:xfrm>
              <a:off x="5084391" y="4236069"/>
              <a:ext cx="504064" cy="145103"/>
            </a:xfrm>
            <a:custGeom>
              <a:avLst/>
              <a:gdLst/>
              <a:ahLst/>
              <a:cxnLst/>
              <a:rect l="l" t="t" r="r" b="b"/>
              <a:pathLst>
                <a:path w="19186" h="5523" extrusionOk="0">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135"/>
            <p:cNvSpPr/>
            <p:nvPr/>
          </p:nvSpPr>
          <p:spPr>
            <a:xfrm>
              <a:off x="5209948" y="4348148"/>
              <a:ext cx="209050" cy="161129"/>
            </a:xfrm>
            <a:custGeom>
              <a:avLst/>
              <a:gdLst/>
              <a:ahLst/>
              <a:cxnLst/>
              <a:rect l="l" t="t" r="r" b="b"/>
              <a:pathLst>
                <a:path w="7957" h="6133" extrusionOk="0">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135"/>
            <p:cNvSpPr/>
            <p:nvPr/>
          </p:nvSpPr>
          <p:spPr>
            <a:xfrm>
              <a:off x="5382322" y="4183682"/>
              <a:ext cx="203218" cy="76663"/>
            </a:xfrm>
            <a:custGeom>
              <a:avLst/>
              <a:gdLst/>
              <a:ahLst/>
              <a:cxnLst/>
              <a:rect l="l" t="t" r="r" b="b"/>
              <a:pathLst>
                <a:path w="7735" h="2918" extrusionOk="0">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135"/>
            <p:cNvSpPr/>
            <p:nvPr/>
          </p:nvSpPr>
          <p:spPr>
            <a:xfrm>
              <a:off x="5274263" y="4337901"/>
              <a:ext cx="23724" cy="20309"/>
            </a:xfrm>
            <a:custGeom>
              <a:avLst/>
              <a:gdLst/>
              <a:ahLst/>
              <a:cxnLst/>
              <a:rect l="l" t="t" r="r" b="b"/>
              <a:pathLst>
                <a:path w="903" h="773" extrusionOk="0">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135"/>
            <p:cNvSpPr/>
            <p:nvPr/>
          </p:nvSpPr>
          <p:spPr>
            <a:xfrm>
              <a:off x="5233619" y="4337901"/>
              <a:ext cx="23724" cy="20309"/>
            </a:xfrm>
            <a:custGeom>
              <a:avLst/>
              <a:gdLst/>
              <a:ahLst/>
              <a:cxnLst/>
              <a:rect l="l" t="t" r="r" b="b"/>
              <a:pathLst>
                <a:path w="903" h="773" extrusionOk="0">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135"/>
            <p:cNvSpPr/>
            <p:nvPr/>
          </p:nvSpPr>
          <p:spPr>
            <a:xfrm>
              <a:off x="5193002" y="4337901"/>
              <a:ext cx="23698" cy="20309"/>
            </a:xfrm>
            <a:custGeom>
              <a:avLst/>
              <a:gdLst/>
              <a:ahLst/>
              <a:cxnLst/>
              <a:rect l="l" t="t" r="r" b="b"/>
              <a:pathLst>
                <a:path w="902" h="773" extrusionOk="0">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135"/>
            <p:cNvSpPr/>
            <p:nvPr/>
          </p:nvSpPr>
          <p:spPr>
            <a:xfrm>
              <a:off x="5152542" y="4337901"/>
              <a:ext cx="23724" cy="20309"/>
            </a:xfrm>
            <a:custGeom>
              <a:avLst/>
              <a:gdLst/>
              <a:ahLst/>
              <a:cxnLst/>
              <a:rect l="l" t="t" r="r" b="b"/>
              <a:pathLst>
                <a:path w="903" h="773" extrusionOk="0">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135"/>
            <p:cNvSpPr/>
            <p:nvPr/>
          </p:nvSpPr>
          <p:spPr>
            <a:xfrm>
              <a:off x="5446479" y="4337901"/>
              <a:ext cx="23724" cy="20309"/>
            </a:xfrm>
            <a:custGeom>
              <a:avLst/>
              <a:gdLst/>
              <a:ahLst/>
              <a:cxnLst/>
              <a:rect l="l" t="t" r="r" b="b"/>
              <a:pathLst>
                <a:path w="903" h="773" extrusionOk="0">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135"/>
            <p:cNvSpPr/>
            <p:nvPr/>
          </p:nvSpPr>
          <p:spPr>
            <a:xfrm>
              <a:off x="5467261" y="4183944"/>
              <a:ext cx="118279" cy="76400"/>
            </a:xfrm>
            <a:custGeom>
              <a:avLst/>
              <a:gdLst/>
              <a:ahLst/>
              <a:cxnLst/>
              <a:rect l="l" t="t" r="r" b="b"/>
              <a:pathLst>
                <a:path w="4502" h="2908" extrusionOk="0">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135"/>
            <p:cNvSpPr/>
            <p:nvPr/>
          </p:nvSpPr>
          <p:spPr>
            <a:xfrm>
              <a:off x="5212680" y="4348148"/>
              <a:ext cx="206265" cy="161129"/>
            </a:xfrm>
            <a:custGeom>
              <a:avLst/>
              <a:gdLst/>
              <a:ahLst/>
              <a:cxnLst/>
              <a:rect l="l" t="t" r="r" b="b"/>
              <a:pathLst>
                <a:path w="7851" h="6133" extrusionOk="0">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135"/>
            <p:cNvSpPr/>
            <p:nvPr/>
          </p:nvSpPr>
          <p:spPr>
            <a:xfrm>
              <a:off x="5479819" y="4315176"/>
              <a:ext cx="27376" cy="6410"/>
            </a:xfrm>
            <a:custGeom>
              <a:avLst/>
              <a:gdLst/>
              <a:ahLst/>
              <a:cxnLst/>
              <a:rect l="l" t="t" r="r" b="b"/>
              <a:pathLst>
                <a:path w="1042" h="244" extrusionOk="0">
                  <a:moveTo>
                    <a:pt x="1" y="0"/>
                  </a:moveTo>
                  <a:cubicBezTo>
                    <a:pt x="361" y="0"/>
                    <a:pt x="715" y="84"/>
                    <a:pt x="1041" y="243"/>
                  </a:cubicBezTo>
                  <a:lnTo>
                    <a:pt x="1041"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135"/>
            <p:cNvSpPr/>
            <p:nvPr/>
          </p:nvSpPr>
          <p:spPr>
            <a:xfrm>
              <a:off x="5540508" y="4350696"/>
              <a:ext cx="47947" cy="30476"/>
            </a:xfrm>
            <a:custGeom>
              <a:avLst/>
              <a:gdLst/>
              <a:ahLst/>
              <a:cxnLst/>
              <a:rect l="l" t="t" r="r" b="b"/>
              <a:pathLst>
                <a:path w="1825" h="1160" extrusionOk="0">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135"/>
            <p:cNvSpPr/>
            <p:nvPr/>
          </p:nvSpPr>
          <p:spPr>
            <a:xfrm>
              <a:off x="5507352" y="4315176"/>
              <a:ext cx="63606" cy="35547"/>
            </a:xfrm>
            <a:custGeom>
              <a:avLst/>
              <a:gdLst/>
              <a:ahLst/>
              <a:cxnLst/>
              <a:rect l="l" t="t" r="r" b="b"/>
              <a:pathLst>
                <a:path w="2421" h="1353" extrusionOk="0">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135"/>
            <p:cNvSpPr/>
            <p:nvPr/>
          </p:nvSpPr>
          <p:spPr>
            <a:xfrm>
              <a:off x="5507352" y="4315176"/>
              <a:ext cx="63606" cy="35547"/>
            </a:xfrm>
            <a:custGeom>
              <a:avLst/>
              <a:gdLst/>
              <a:ahLst/>
              <a:cxnLst/>
              <a:rect l="l" t="t" r="r" b="b"/>
              <a:pathLst>
                <a:path w="2421" h="1353" extrusionOk="0">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1" name="Google Shape;11931;p135"/>
          <p:cNvGrpSpPr/>
          <p:nvPr/>
        </p:nvGrpSpPr>
        <p:grpSpPr>
          <a:xfrm>
            <a:off x="7947595" y="2347996"/>
            <a:ext cx="379795" cy="267165"/>
            <a:chOff x="7947595" y="2347996"/>
            <a:chExt cx="379795" cy="267165"/>
          </a:xfrm>
        </p:grpSpPr>
        <p:sp>
          <p:nvSpPr>
            <p:cNvPr id="11932" name="Google Shape;11932;p135"/>
            <p:cNvSpPr/>
            <p:nvPr/>
          </p:nvSpPr>
          <p:spPr>
            <a:xfrm>
              <a:off x="7947779" y="2386432"/>
              <a:ext cx="379611" cy="228728"/>
            </a:xfrm>
            <a:custGeom>
              <a:avLst/>
              <a:gdLst/>
              <a:ahLst/>
              <a:cxnLst/>
              <a:rect l="l" t="t" r="r" b="b"/>
              <a:pathLst>
                <a:path w="14449" h="8706" extrusionOk="0">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135"/>
            <p:cNvSpPr/>
            <p:nvPr/>
          </p:nvSpPr>
          <p:spPr>
            <a:xfrm>
              <a:off x="7947595" y="2386432"/>
              <a:ext cx="208866" cy="228728"/>
            </a:xfrm>
            <a:custGeom>
              <a:avLst/>
              <a:gdLst/>
              <a:ahLst/>
              <a:cxnLst/>
              <a:rect l="l" t="t" r="r" b="b"/>
              <a:pathLst>
                <a:path w="7950" h="8706" extrusionOk="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135"/>
            <p:cNvSpPr/>
            <p:nvPr/>
          </p:nvSpPr>
          <p:spPr>
            <a:xfrm>
              <a:off x="8049269" y="2419063"/>
              <a:ext cx="170062" cy="163678"/>
            </a:xfrm>
            <a:custGeom>
              <a:avLst/>
              <a:gdLst/>
              <a:ahLst/>
              <a:cxnLst/>
              <a:rect l="l" t="t" r="r" b="b"/>
              <a:pathLst>
                <a:path w="6473" h="6230" extrusionOk="0">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135"/>
            <p:cNvSpPr/>
            <p:nvPr/>
          </p:nvSpPr>
          <p:spPr>
            <a:xfrm>
              <a:off x="8055837" y="2418984"/>
              <a:ext cx="97340" cy="163599"/>
            </a:xfrm>
            <a:custGeom>
              <a:avLst/>
              <a:gdLst/>
              <a:ahLst/>
              <a:cxnLst/>
              <a:rect l="l" t="t" r="r" b="b"/>
              <a:pathLst>
                <a:path w="3705" h="6227" extrusionOk="0">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135"/>
            <p:cNvSpPr/>
            <p:nvPr/>
          </p:nvSpPr>
          <p:spPr>
            <a:xfrm>
              <a:off x="8082451" y="2459444"/>
              <a:ext cx="96420" cy="82653"/>
            </a:xfrm>
            <a:custGeom>
              <a:avLst/>
              <a:gdLst/>
              <a:ahLst/>
              <a:cxnLst/>
              <a:rect l="l" t="t" r="r" b="b"/>
              <a:pathLst>
                <a:path w="3670" h="3146" extrusionOk="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135"/>
            <p:cNvSpPr/>
            <p:nvPr/>
          </p:nvSpPr>
          <p:spPr>
            <a:xfrm>
              <a:off x="8096113" y="2459496"/>
              <a:ext cx="57432" cy="82601"/>
            </a:xfrm>
            <a:custGeom>
              <a:avLst/>
              <a:gdLst/>
              <a:ahLst/>
              <a:cxnLst/>
              <a:rect l="l" t="t" r="r" b="b"/>
              <a:pathLst>
                <a:path w="2186" h="3144" extrusionOk="0">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135"/>
            <p:cNvSpPr/>
            <p:nvPr/>
          </p:nvSpPr>
          <p:spPr>
            <a:xfrm>
              <a:off x="8254563" y="2401513"/>
              <a:ext cx="38174" cy="26325"/>
            </a:xfrm>
            <a:custGeom>
              <a:avLst/>
              <a:gdLst/>
              <a:ahLst/>
              <a:cxnLst/>
              <a:rect l="l" t="t" r="r" b="b"/>
              <a:pathLst>
                <a:path w="1453" h="1002" extrusionOk="0">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135"/>
            <p:cNvSpPr/>
            <p:nvPr/>
          </p:nvSpPr>
          <p:spPr>
            <a:xfrm>
              <a:off x="8013933" y="2347996"/>
              <a:ext cx="230331" cy="58693"/>
            </a:xfrm>
            <a:custGeom>
              <a:avLst/>
              <a:gdLst/>
              <a:ahLst/>
              <a:cxnLst/>
              <a:rect l="l" t="t" r="r" b="b"/>
              <a:pathLst>
                <a:path w="8767" h="2234" extrusionOk="0">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135"/>
            <p:cNvSpPr/>
            <p:nvPr/>
          </p:nvSpPr>
          <p:spPr>
            <a:xfrm>
              <a:off x="8147686" y="2462097"/>
              <a:ext cx="33366" cy="28427"/>
            </a:xfrm>
            <a:custGeom>
              <a:avLst/>
              <a:gdLst/>
              <a:ahLst/>
              <a:cxnLst/>
              <a:rect l="l" t="t" r="r" b="b"/>
              <a:pathLst>
                <a:path w="1270" h="1082" extrusionOk="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1" name="Google Shape;11941;p135"/>
          <p:cNvGrpSpPr/>
          <p:nvPr/>
        </p:nvGrpSpPr>
        <p:grpSpPr>
          <a:xfrm>
            <a:off x="6400644" y="2310269"/>
            <a:ext cx="275362" cy="338784"/>
            <a:chOff x="6400644" y="2310269"/>
            <a:chExt cx="275362" cy="338784"/>
          </a:xfrm>
        </p:grpSpPr>
        <p:sp>
          <p:nvSpPr>
            <p:cNvPr id="11942" name="Google Shape;11942;p135"/>
            <p:cNvSpPr/>
            <p:nvPr/>
          </p:nvSpPr>
          <p:spPr>
            <a:xfrm>
              <a:off x="6503789" y="2310269"/>
              <a:ext cx="69070" cy="45399"/>
            </a:xfrm>
            <a:custGeom>
              <a:avLst/>
              <a:gdLst/>
              <a:ahLst/>
              <a:cxnLst/>
              <a:rect l="l" t="t" r="r" b="b"/>
              <a:pathLst>
                <a:path w="2629" h="1728" extrusionOk="0">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135"/>
            <p:cNvSpPr/>
            <p:nvPr/>
          </p:nvSpPr>
          <p:spPr>
            <a:xfrm>
              <a:off x="6434351" y="2389533"/>
              <a:ext cx="207763" cy="259520"/>
            </a:xfrm>
            <a:custGeom>
              <a:avLst/>
              <a:gdLst/>
              <a:ahLst/>
              <a:cxnLst/>
              <a:rect l="l" t="t" r="r" b="b"/>
              <a:pathLst>
                <a:path w="7908" h="9878" extrusionOk="0">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135"/>
            <p:cNvSpPr/>
            <p:nvPr/>
          </p:nvSpPr>
          <p:spPr>
            <a:xfrm>
              <a:off x="6447645" y="2389533"/>
              <a:ext cx="194653" cy="259520"/>
            </a:xfrm>
            <a:custGeom>
              <a:avLst/>
              <a:gdLst/>
              <a:ahLst/>
              <a:cxnLst/>
              <a:rect l="l" t="t" r="r" b="b"/>
              <a:pathLst>
                <a:path w="7409" h="9878" extrusionOk="0">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135"/>
            <p:cNvSpPr/>
            <p:nvPr/>
          </p:nvSpPr>
          <p:spPr>
            <a:xfrm>
              <a:off x="6434351" y="2343424"/>
              <a:ext cx="207211" cy="42850"/>
            </a:xfrm>
            <a:custGeom>
              <a:avLst/>
              <a:gdLst/>
              <a:ahLst/>
              <a:cxnLst/>
              <a:rect l="l" t="t" r="r" b="b"/>
              <a:pathLst>
                <a:path w="7887" h="1631" extrusionOk="0">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135"/>
            <p:cNvSpPr/>
            <p:nvPr/>
          </p:nvSpPr>
          <p:spPr>
            <a:xfrm>
              <a:off x="6555178" y="2343424"/>
              <a:ext cx="86568" cy="42850"/>
            </a:xfrm>
            <a:custGeom>
              <a:avLst/>
              <a:gdLst/>
              <a:ahLst/>
              <a:cxnLst/>
              <a:rect l="l" t="t" r="r" b="b"/>
              <a:pathLst>
                <a:path w="3295" h="1631" extrusionOk="0">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135"/>
            <p:cNvSpPr/>
            <p:nvPr/>
          </p:nvSpPr>
          <p:spPr>
            <a:xfrm>
              <a:off x="6400644" y="2368751"/>
              <a:ext cx="275362" cy="30844"/>
            </a:xfrm>
            <a:custGeom>
              <a:avLst/>
              <a:gdLst/>
              <a:ahLst/>
              <a:cxnLst/>
              <a:rect l="l" t="t" r="r" b="b"/>
              <a:pathLst>
                <a:path w="10481" h="1174" extrusionOk="0">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135"/>
            <p:cNvSpPr/>
            <p:nvPr/>
          </p:nvSpPr>
          <p:spPr>
            <a:xfrm>
              <a:off x="6400644" y="2368751"/>
              <a:ext cx="275362" cy="31028"/>
            </a:xfrm>
            <a:custGeom>
              <a:avLst/>
              <a:gdLst/>
              <a:ahLst/>
              <a:cxnLst/>
              <a:rect l="l" t="t" r="r" b="b"/>
              <a:pathLst>
                <a:path w="10481" h="1181" extrusionOk="0">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135"/>
            <p:cNvSpPr/>
            <p:nvPr/>
          </p:nvSpPr>
          <p:spPr>
            <a:xfrm>
              <a:off x="6528748" y="2430912"/>
              <a:ext cx="19153" cy="165858"/>
            </a:xfrm>
            <a:custGeom>
              <a:avLst/>
              <a:gdLst/>
              <a:ahLst/>
              <a:cxnLst/>
              <a:rect l="l" t="t" r="r" b="b"/>
              <a:pathLst>
                <a:path w="729" h="6313" extrusionOk="0">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135"/>
            <p:cNvSpPr/>
            <p:nvPr/>
          </p:nvSpPr>
          <p:spPr>
            <a:xfrm>
              <a:off x="6582870" y="2430912"/>
              <a:ext cx="23356" cy="165438"/>
            </a:xfrm>
            <a:custGeom>
              <a:avLst/>
              <a:gdLst/>
              <a:ahLst/>
              <a:cxnLst/>
              <a:rect l="l" t="t" r="r" b="b"/>
              <a:pathLst>
                <a:path w="889" h="6297" extrusionOk="0">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135"/>
            <p:cNvSpPr/>
            <p:nvPr/>
          </p:nvSpPr>
          <p:spPr>
            <a:xfrm>
              <a:off x="6470423" y="2430912"/>
              <a:ext cx="23356" cy="165438"/>
            </a:xfrm>
            <a:custGeom>
              <a:avLst/>
              <a:gdLst/>
              <a:ahLst/>
              <a:cxnLst/>
              <a:rect l="l" t="t" r="r" b="b"/>
              <a:pathLst>
                <a:path w="889" h="6297" extrusionOk="0">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135"/>
            <p:cNvSpPr/>
            <p:nvPr/>
          </p:nvSpPr>
          <p:spPr>
            <a:xfrm>
              <a:off x="6529668" y="2430912"/>
              <a:ext cx="18233" cy="165858"/>
            </a:xfrm>
            <a:custGeom>
              <a:avLst/>
              <a:gdLst/>
              <a:ahLst/>
              <a:cxnLst/>
              <a:rect l="l" t="t" r="r" b="b"/>
              <a:pathLst>
                <a:path w="694" h="6313" extrusionOk="0">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135"/>
            <p:cNvSpPr/>
            <p:nvPr/>
          </p:nvSpPr>
          <p:spPr>
            <a:xfrm>
              <a:off x="6583789" y="2430912"/>
              <a:ext cx="22437" cy="165858"/>
            </a:xfrm>
            <a:custGeom>
              <a:avLst/>
              <a:gdLst/>
              <a:ahLst/>
              <a:cxnLst/>
              <a:rect l="l" t="t" r="r" b="b"/>
              <a:pathLst>
                <a:path w="854" h="6313" extrusionOk="0">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135"/>
            <p:cNvSpPr/>
            <p:nvPr/>
          </p:nvSpPr>
          <p:spPr>
            <a:xfrm>
              <a:off x="6475547" y="2430912"/>
              <a:ext cx="18338" cy="165963"/>
            </a:xfrm>
            <a:custGeom>
              <a:avLst/>
              <a:gdLst/>
              <a:ahLst/>
              <a:cxnLst/>
              <a:rect l="l" t="t" r="r" b="b"/>
              <a:pathLst>
                <a:path w="698" h="6317" extrusionOk="0">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5" name="Google Shape;11955;p135"/>
          <p:cNvGrpSpPr/>
          <p:nvPr/>
        </p:nvGrpSpPr>
        <p:grpSpPr>
          <a:xfrm>
            <a:off x="1342268" y="4161009"/>
            <a:ext cx="359565" cy="358094"/>
            <a:chOff x="1342268" y="4161009"/>
            <a:chExt cx="359565" cy="358094"/>
          </a:xfrm>
        </p:grpSpPr>
        <p:sp>
          <p:nvSpPr>
            <p:cNvPr id="11956" name="Google Shape;11956;p135"/>
            <p:cNvSpPr/>
            <p:nvPr/>
          </p:nvSpPr>
          <p:spPr>
            <a:xfrm>
              <a:off x="1342268" y="4371845"/>
              <a:ext cx="65077" cy="147257"/>
            </a:xfrm>
            <a:custGeom>
              <a:avLst/>
              <a:gdLst/>
              <a:ahLst/>
              <a:cxnLst/>
              <a:rect l="l" t="t" r="r" b="b"/>
              <a:pathLst>
                <a:path w="2477" h="5605" extrusionOk="0">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135"/>
            <p:cNvSpPr/>
            <p:nvPr/>
          </p:nvSpPr>
          <p:spPr>
            <a:xfrm>
              <a:off x="1342268" y="4371845"/>
              <a:ext cx="31002" cy="147257"/>
            </a:xfrm>
            <a:custGeom>
              <a:avLst/>
              <a:gdLst/>
              <a:ahLst/>
              <a:cxnLst/>
              <a:rect l="l" t="t" r="r" b="b"/>
              <a:pathLst>
                <a:path w="1180" h="5605" extrusionOk="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135"/>
            <p:cNvSpPr/>
            <p:nvPr/>
          </p:nvSpPr>
          <p:spPr>
            <a:xfrm>
              <a:off x="1440501" y="4335589"/>
              <a:ext cx="65077" cy="183513"/>
            </a:xfrm>
            <a:custGeom>
              <a:avLst/>
              <a:gdLst/>
              <a:ahLst/>
              <a:cxnLst/>
              <a:rect l="l" t="t" r="r" b="b"/>
              <a:pathLst>
                <a:path w="2477" h="6985" extrusionOk="0">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135"/>
            <p:cNvSpPr/>
            <p:nvPr/>
          </p:nvSpPr>
          <p:spPr>
            <a:xfrm>
              <a:off x="1440501" y="4335589"/>
              <a:ext cx="31002" cy="183513"/>
            </a:xfrm>
            <a:custGeom>
              <a:avLst/>
              <a:gdLst/>
              <a:ahLst/>
              <a:cxnLst/>
              <a:rect l="l" t="t" r="r" b="b"/>
              <a:pathLst>
                <a:path w="1180" h="6985" extrusionOk="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135"/>
            <p:cNvSpPr/>
            <p:nvPr/>
          </p:nvSpPr>
          <p:spPr>
            <a:xfrm>
              <a:off x="1538707" y="4299123"/>
              <a:ext cx="64919" cy="219980"/>
            </a:xfrm>
            <a:custGeom>
              <a:avLst/>
              <a:gdLst/>
              <a:ahLst/>
              <a:cxnLst/>
              <a:rect l="l" t="t" r="r" b="b"/>
              <a:pathLst>
                <a:path w="2471" h="8373" extrusionOk="0">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135"/>
            <p:cNvSpPr/>
            <p:nvPr/>
          </p:nvSpPr>
          <p:spPr>
            <a:xfrm>
              <a:off x="1538707" y="4299123"/>
              <a:ext cx="31002" cy="219980"/>
            </a:xfrm>
            <a:custGeom>
              <a:avLst/>
              <a:gdLst/>
              <a:ahLst/>
              <a:cxnLst/>
              <a:rect l="l" t="t" r="r" b="b"/>
              <a:pathLst>
                <a:path w="1180" h="8373" extrusionOk="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135"/>
            <p:cNvSpPr/>
            <p:nvPr/>
          </p:nvSpPr>
          <p:spPr>
            <a:xfrm>
              <a:off x="1636940" y="4262683"/>
              <a:ext cx="64893" cy="256420"/>
            </a:xfrm>
            <a:custGeom>
              <a:avLst/>
              <a:gdLst/>
              <a:ahLst/>
              <a:cxnLst/>
              <a:rect l="l" t="t" r="r" b="b"/>
              <a:pathLst>
                <a:path w="2470" h="9760" extrusionOk="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135"/>
            <p:cNvSpPr/>
            <p:nvPr/>
          </p:nvSpPr>
          <p:spPr>
            <a:xfrm>
              <a:off x="1636940" y="4262683"/>
              <a:ext cx="31002" cy="256420"/>
            </a:xfrm>
            <a:custGeom>
              <a:avLst/>
              <a:gdLst/>
              <a:ahLst/>
              <a:cxnLst/>
              <a:rect l="l" t="t" r="r" b="b"/>
              <a:pathLst>
                <a:path w="1180" h="9760" extrusionOk="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135"/>
            <p:cNvSpPr/>
            <p:nvPr/>
          </p:nvSpPr>
          <p:spPr>
            <a:xfrm>
              <a:off x="1357953" y="4161009"/>
              <a:ext cx="333687" cy="134699"/>
            </a:xfrm>
            <a:custGeom>
              <a:avLst/>
              <a:gdLst/>
              <a:ahLst/>
              <a:cxnLst/>
              <a:rect l="l" t="t" r="r" b="b"/>
              <a:pathLst>
                <a:path w="12701" h="5127" extrusionOk="0">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5" name="Google Shape;11965;p135"/>
          <p:cNvGrpSpPr/>
          <p:nvPr/>
        </p:nvGrpSpPr>
        <p:grpSpPr>
          <a:xfrm>
            <a:off x="1913012" y="2764940"/>
            <a:ext cx="417523" cy="374252"/>
            <a:chOff x="1913012" y="2764940"/>
            <a:chExt cx="417523" cy="374252"/>
          </a:xfrm>
        </p:grpSpPr>
        <p:sp>
          <p:nvSpPr>
            <p:cNvPr id="11966" name="Google Shape;11966;p135"/>
            <p:cNvSpPr/>
            <p:nvPr/>
          </p:nvSpPr>
          <p:spPr>
            <a:xfrm>
              <a:off x="2010693" y="2813676"/>
              <a:ext cx="285214" cy="163494"/>
            </a:xfrm>
            <a:custGeom>
              <a:avLst/>
              <a:gdLst/>
              <a:ahLst/>
              <a:cxnLst/>
              <a:rect l="l" t="t" r="r" b="b"/>
              <a:pathLst>
                <a:path w="10856" h="6223" extrusionOk="0">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135"/>
            <p:cNvSpPr/>
            <p:nvPr/>
          </p:nvSpPr>
          <p:spPr>
            <a:xfrm>
              <a:off x="2022174" y="3062529"/>
              <a:ext cx="89694" cy="76663"/>
            </a:xfrm>
            <a:custGeom>
              <a:avLst/>
              <a:gdLst/>
              <a:ahLst/>
              <a:cxnLst/>
              <a:rect l="l" t="t" r="r" b="b"/>
              <a:pathLst>
                <a:path w="3414" h="2918" extrusionOk="0">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135"/>
            <p:cNvSpPr/>
            <p:nvPr/>
          </p:nvSpPr>
          <p:spPr>
            <a:xfrm>
              <a:off x="2050233" y="3083284"/>
              <a:ext cx="40670" cy="34969"/>
            </a:xfrm>
            <a:custGeom>
              <a:avLst/>
              <a:gdLst/>
              <a:ahLst/>
              <a:cxnLst/>
              <a:rect l="l" t="t" r="r" b="b"/>
              <a:pathLst>
                <a:path w="1548" h="1331" extrusionOk="0">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135"/>
            <p:cNvSpPr/>
            <p:nvPr/>
          </p:nvSpPr>
          <p:spPr>
            <a:xfrm>
              <a:off x="2174344" y="3062529"/>
              <a:ext cx="89668" cy="76663"/>
            </a:xfrm>
            <a:custGeom>
              <a:avLst/>
              <a:gdLst/>
              <a:ahLst/>
              <a:cxnLst/>
              <a:rect l="l" t="t" r="r" b="b"/>
              <a:pathLst>
                <a:path w="3413" h="2918" extrusionOk="0">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135"/>
            <p:cNvSpPr/>
            <p:nvPr/>
          </p:nvSpPr>
          <p:spPr>
            <a:xfrm>
              <a:off x="2202219" y="3083284"/>
              <a:ext cx="40854" cy="34969"/>
            </a:xfrm>
            <a:custGeom>
              <a:avLst/>
              <a:gdLst/>
              <a:ahLst/>
              <a:cxnLst/>
              <a:rect l="l" t="t" r="r" b="b"/>
              <a:pathLst>
                <a:path w="1555" h="1331" extrusionOk="0">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135"/>
            <p:cNvSpPr/>
            <p:nvPr/>
          </p:nvSpPr>
          <p:spPr>
            <a:xfrm>
              <a:off x="1995376" y="2792632"/>
              <a:ext cx="335158" cy="174975"/>
            </a:xfrm>
            <a:custGeom>
              <a:avLst/>
              <a:gdLst/>
              <a:ahLst/>
              <a:cxnLst/>
              <a:rect l="l" t="t" r="r" b="b"/>
              <a:pathLst>
                <a:path w="12757" h="6660" extrusionOk="0">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135"/>
            <p:cNvSpPr/>
            <p:nvPr/>
          </p:nvSpPr>
          <p:spPr>
            <a:xfrm>
              <a:off x="2273654" y="2792632"/>
              <a:ext cx="56696" cy="174975"/>
            </a:xfrm>
            <a:custGeom>
              <a:avLst/>
              <a:gdLst/>
              <a:ahLst/>
              <a:cxnLst/>
              <a:rect l="l" t="t" r="r" b="b"/>
              <a:pathLst>
                <a:path w="2158" h="6660" extrusionOk="0">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135"/>
            <p:cNvSpPr/>
            <p:nvPr/>
          </p:nvSpPr>
          <p:spPr>
            <a:xfrm>
              <a:off x="1913012" y="2764940"/>
              <a:ext cx="412610" cy="236006"/>
            </a:xfrm>
            <a:custGeom>
              <a:avLst/>
              <a:gdLst/>
              <a:ahLst/>
              <a:cxnLst/>
              <a:rect l="l" t="t" r="r" b="b"/>
              <a:pathLst>
                <a:path w="15705" h="8983" extrusionOk="0">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135"/>
            <p:cNvSpPr/>
            <p:nvPr/>
          </p:nvSpPr>
          <p:spPr>
            <a:xfrm>
              <a:off x="2026903" y="2967580"/>
              <a:ext cx="299270" cy="33182"/>
            </a:xfrm>
            <a:custGeom>
              <a:avLst/>
              <a:gdLst/>
              <a:ahLst/>
              <a:cxnLst/>
              <a:rect l="l" t="t" r="r" b="b"/>
              <a:pathLst>
                <a:path w="11391" h="1263" extrusionOk="0">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135"/>
            <p:cNvSpPr/>
            <p:nvPr/>
          </p:nvSpPr>
          <p:spPr>
            <a:xfrm>
              <a:off x="1994483" y="2978326"/>
              <a:ext cx="287027" cy="92427"/>
            </a:xfrm>
            <a:custGeom>
              <a:avLst/>
              <a:gdLst/>
              <a:ahLst/>
              <a:cxnLst/>
              <a:rect l="l" t="t" r="r" b="b"/>
              <a:pathLst>
                <a:path w="10925" h="3518" extrusionOk="0">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135"/>
            <p:cNvSpPr/>
            <p:nvPr/>
          </p:nvSpPr>
          <p:spPr>
            <a:xfrm>
              <a:off x="2003757" y="3021518"/>
              <a:ext cx="277569" cy="49235"/>
            </a:xfrm>
            <a:custGeom>
              <a:avLst/>
              <a:gdLst/>
              <a:ahLst/>
              <a:cxnLst/>
              <a:rect l="l" t="t" r="r" b="b"/>
              <a:pathLst>
                <a:path w="10565" h="1874" extrusionOk="0">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135"/>
            <p:cNvSpPr/>
            <p:nvPr/>
          </p:nvSpPr>
          <p:spPr>
            <a:xfrm>
              <a:off x="2020361" y="2978326"/>
              <a:ext cx="38463" cy="32841"/>
            </a:xfrm>
            <a:custGeom>
              <a:avLst/>
              <a:gdLst/>
              <a:ahLst/>
              <a:cxnLst/>
              <a:rect l="l" t="t" r="r" b="b"/>
              <a:pathLst>
                <a:path w="1464" h="1250" extrusionOk="0">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8" name="Google Shape;11978;p135"/>
          <p:cNvGrpSpPr/>
          <p:nvPr/>
        </p:nvGrpSpPr>
        <p:grpSpPr>
          <a:xfrm>
            <a:off x="830742" y="2763601"/>
            <a:ext cx="384734" cy="381556"/>
            <a:chOff x="830742" y="2763601"/>
            <a:chExt cx="384734" cy="381556"/>
          </a:xfrm>
        </p:grpSpPr>
        <p:sp>
          <p:nvSpPr>
            <p:cNvPr id="11979" name="Google Shape;11979;p135"/>
            <p:cNvSpPr/>
            <p:nvPr/>
          </p:nvSpPr>
          <p:spPr>
            <a:xfrm>
              <a:off x="830742" y="2881012"/>
              <a:ext cx="174423" cy="83678"/>
            </a:xfrm>
            <a:custGeom>
              <a:avLst/>
              <a:gdLst/>
              <a:ahLst/>
              <a:cxnLst/>
              <a:rect l="l" t="t" r="r" b="b"/>
              <a:pathLst>
                <a:path w="6639" h="3185" extrusionOk="0">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135"/>
            <p:cNvSpPr/>
            <p:nvPr/>
          </p:nvSpPr>
          <p:spPr>
            <a:xfrm>
              <a:off x="1013520" y="2973045"/>
              <a:ext cx="83494" cy="172111"/>
            </a:xfrm>
            <a:custGeom>
              <a:avLst/>
              <a:gdLst/>
              <a:ahLst/>
              <a:cxnLst/>
              <a:rect l="l" t="t" r="r" b="b"/>
              <a:pathLst>
                <a:path w="3178" h="6551" extrusionOk="0">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135"/>
            <p:cNvSpPr/>
            <p:nvPr/>
          </p:nvSpPr>
          <p:spPr>
            <a:xfrm>
              <a:off x="830742" y="2885557"/>
              <a:ext cx="125583" cy="72932"/>
            </a:xfrm>
            <a:custGeom>
              <a:avLst/>
              <a:gdLst/>
              <a:ahLst/>
              <a:cxnLst/>
              <a:rect l="l" t="t" r="r" b="b"/>
              <a:pathLst>
                <a:path w="4780" h="2776" extrusionOk="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135"/>
            <p:cNvSpPr/>
            <p:nvPr/>
          </p:nvSpPr>
          <p:spPr>
            <a:xfrm>
              <a:off x="1013520" y="3041012"/>
              <a:ext cx="24460" cy="104144"/>
            </a:xfrm>
            <a:custGeom>
              <a:avLst/>
              <a:gdLst/>
              <a:ahLst/>
              <a:cxnLst/>
              <a:rect l="l" t="t" r="r" b="b"/>
              <a:pathLst>
                <a:path w="931" h="3964" extrusionOk="0">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135"/>
            <p:cNvSpPr/>
            <p:nvPr/>
          </p:nvSpPr>
          <p:spPr>
            <a:xfrm>
              <a:off x="903281" y="2763601"/>
              <a:ext cx="312038" cy="310383"/>
            </a:xfrm>
            <a:custGeom>
              <a:avLst/>
              <a:gdLst/>
              <a:ahLst/>
              <a:cxnLst/>
              <a:rect l="l" t="t" r="r" b="b"/>
              <a:pathLst>
                <a:path w="11877" h="11814" extrusionOk="0">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135"/>
            <p:cNvSpPr/>
            <p:nvPr/>
          </p:nvSpPr>
          <p:spPr>
            <a:xfrm>
              <a:off x="903281" y="2763601"/>
              <a:ext cx="312012" cy="232065"/>
            </a:xfrm>
            <a:custGeom>
              <a:avLst/>
              <a:gdLst/>
              <a:ahLst/>
              <a:cxnLst/>
              <a:rect l="l" t="t" r="r" b="b"/>
              <a:pathLst>
                <a:path w="11876" h="8833" extrusionOk="0">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135"/>
            <p:cNvSpPr/>
            <p:nvPr/>
          </p:nvSpPr>
          <p:spPr>
            <a:xfrm>
              <a:off x="1060732" y="2852218"/>
              <a:ext cx="65261" cy="65261"/>
            </a:xfrm>
            <a:custGeom>
              <a:avLst/>
              <a:gdLst/>
              <a:ahLst/>
              <a:cxnLst/>
              <a:rect l="l" t="t" r="r" b="b"/>
              <a:pathLst>
                <a:path w="2484" h="2484" extrusionOk="0">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135"/>
            <p:cNvSpPr/>
            <p:nvPr/>
          </p:nvSpPr>
          <p:spPr>
            <a:xfrm>
              <a:off x="1060732" y="2852218"/>
              <a:ext cx="40302" cy="65287"/>
            </a:xfrm>
            <a:custGeom>
              <a:avLst/>
              <a:gdLst/>
              <a:ahLst/>
              <a:cxnLst/>
              <a:rect l="l" t="t" r="r" b="b"/>
              <a:pathLst>
                <a:path w="1534" h="2485" extrusionOk="0">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135"/>
            <p:cNvSpPr/>
            <p:nvPr/>
          </p:nvSpPr>
          <p:spPr>
            <a:xfrm>
              <a:off x="895084" y="2998739"/>
              <a:ext cx="84387" cy="83520"/>
            </a:xfrm>
            <a:custGeom>
              <a:avLst/>
              <a:gdLst/>
              <a:ahLst/>
              <a:cxnLst/>
              <a:rect l="l" t="t" r="r" b="b"/>
              <a:pathLst>
                <a:path w="3212" h="3179" extrusionOk="0">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135"/>
            <p:cNvSpPr/>
            <p:nvPr/>
          </p:nvSpPr>
          <p:spPr>
            <a:xfrm>
              <a:off x="895084" y="2998555"/>
              <a:ext cx="32814" cy="36650"/>
            </a:xfrm>
            <a:custGeom>
              <a:avLst/>
              <a:gdLst/>
              <a:ahLst/>
              <a:cxnLst/>
              <a:rect l="l" t="t" r="r" b="b"/>
              <a:pathLst>
                <a:path w="1249" h="1395" extrusionOk="0">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135"/>
            <p:cNvSpPr/>
            <p:nvPr/>
          </p:nvSpPr>
          <p:spPr>
            <a:xfrm>
              <a:off x="903281" y="2964480"/>
              <a:ext cx="110266" cy="109504"/>
            </a:xfrm>
            <a:custGeom>
              <a:avLst/>
              <a:gdLst/>
              <a:ahLst/>
              <a:cxnLst/>
              <a:rect l="l" t="t" r="r" b="b"/>
              <a:pathLst>
                <a:path w="4197" h="4168" extrusionOk="0">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135"/>
            <p:cNvSpPr/>
            <p:nvPr/>
          </p:nvSpPr>
          <p:spPr>
            <a:xfrm>
              <a:off x="903281" y="2964480"/>
              <a:ext cx="29557" cy="31185"/>
            </a:xfrm>
            <a:custGeom>
              <a:avLst/>
              <a:gdLst/>
              <a:ahLst/>
              <a:cxnLst/>
              <a:rect l="l" t="t" r="r" b="b"/>
              <a:pathLst>
                <a:path w="1125" h="1187" extrusionOk="0">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135"/>
            <p:cNvSpPr/>
            <p:nvPr/>
          </p:nvSpPr>
          <p:spPr>
            <a:xfrm>
              <a:off x="854992" y="3038831"/>
              <a:ext cx="34154" cy="31185"/>
            </a:xfrm>
            <a:custGeom>
              <a:avLst/>
              <a:gdLst/>
              <a:ahLst/>
              <a:cxnLst/>
              <a:rect l="l" t="t" r="r" b="b"/>
              <a:pathLst>
                <a:path w="1300" h="1187" extrusionOk="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135"/>
            <p:cNvSpPr/>
            <p:nvPr/>
          </p:nvSpPr>
          <p:spPr>
            <a:xfrm>
              <a:off x="873934" y="3057800"/>
              <a:ext cx="34286" cy="31343"/>
            </a:xfrm>
            <a:custGeom>
              <a:avLst/>
              <a:gdLst/>
              <a:ahLst/>
              <a:cxnLst/>
              <a:rect l="l" t="t" r="r" b="b"/>
              <a:pathLst>
                <a:path w="1305" h="1193" extrusionOk="0">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135"/>
            <p:cNvSpPr/>
            <p:nvPr/>
          </p:nvSpPr>
          <p:spPr>
            <a:xfrm>
              <a:off x="912213" y="3095895"/>
              <a:ext cx="34102" cy="31343"/>
            </a:xfrm>
            <a:custGeom>
              <a:avLst/>
              <a:gdLst/>
              <a:ahLst/>
              <a:cxnLst/>
              <a:rect l="l" t="t" r="r" b="b"/>
              <a:pathLst>
                <a:path w="1298" h="1193" extrusionOk="0">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135"/>
            <p:cNvSpPr/>
            <p:nvPr/>
          </p:nvSpPr>
          <p:spPr>
            <a:xfrm>
              <a:off x="893061" y="3076926"/>
              <a:ext cx="34312" cy="31343"/>
            </a:xfrm>
            <a:custGeom>
              <a:avLst/>
              <a:gdLst/>
              <a:ahLst/>
              <a:cxnLst/>
              <a:rect l="l" t="t" r="r" b="b"/>
              <a:pathLst>
                <a:path w="1306" h="1193" extrusionOk="0">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135"/>
            <p:cNvSpPr/>
            <p:nvPr/>
          </p:nvSpPr>
          <p:spPr>
            <a:xfrm>
              <a:off x="1141809" y="2763601"/>
              <a:ext cx="73668" cy="72801"/>
            </a:xfrm>
            <a:custGeom>
              <a:avLst/>
              <a:gdLst/>
              <a:ahLst/>
              <a:cxnLst/>
              <a:rect l="l" t="t" r="r" b="b"/>
              <a:pathLst>
                <a:path w="2804" h="2771" extrusionOk="0">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135"/>
            <p:cNvSpPr/>
            <p:nvPr/>
          </p:nvSpPr>
          <p:spPr>
            <a:xfrm>
              <a:off x="1141809" y="2763601"/>
              <a:ext cx="73484" cy="31974"/>
            </a:xfrm>
            <a:custGeom>
              <a:avLst/>
              <a:gdLst/>
              <a:ahLst/>
              <a:cxnLst/>
              <a:rect l="l" t="t" r="r" b="b"/>
              <a:pathLst>
                <a:path w="2797" h="1217" extrusionOk="0">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135"/>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135"/>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135"/>
            <p:cNvSpPr/>
            <p:nvPr/>
          </p:nvSpPr>
          <p:spPr>
            <a:xfrm>
              <a:off x="919491" y="2924152"/>
              <a:ext cx="133254" cy="133648"/>
            </a:xfrm>
            <a:custGeom>
              <a:avLst/>
              <a:gdLst/>
              <a:ahLst/>
              <a:cxnLst/>
              <a:rect l="l" t="t" r="r" b="b"/>
              <a:pathLst>
                <a:path w="5072" h="5087" extrusionOk="0">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0" name="Google Shape;12000;p135"/>
          <p:cNvGrpSpPr/>
          <p:nvPr/>
        </p:nvGrpSpPr>
        <p:grpSpPr>
          <a:xfrm>
            <a:off x="3007498" y="4183419"/>
            <a:ext cx="375434" cy="329667"/>
            <a:chOff x="3007498" y="4183419"/>
            <a:chExt cx="375434" cy="329667"/>
          </a:xfrm>
        </p:grpSpPr>
        <p:sp>
          <p:nvSpPr>
            <p:cNvPr id="12001" name="Google Shape;12001;p135"/>
            <p:cNvSpPr/>
            <p:nvPr/>
          </p:nvSpPr>
          <p:spPr>
            <a:xfrm>
              <a:off x="3046302" y="4196792"/>
              <a:ext cx="53622" cy="53465"/>
            </a:xfrm>
            <a:custGeom>
              <a:avLst/>
              <a:gdLst/>
              <a:ahLst/>
              <a:cxnLst/>
              <a:rect l="l" t="t" r="r" b="b"/>
              <a:pathLst>
                <a:path w="2041" h="2035" extrusionOk="0">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135"/>
            <p:cNvSpPr/>
            <p:nvPr/>
          </p:nvSpPr>
          <p:spPr>
            <a:xfrm>
              <a:off x="3007498" y="4244292"/>
              <a:ext cx="50680" cy="42483"/>
            </a:xfrm>
            <a:custGeom>
              <a:avLst/>
              <a:gdLst/>
              <a:ahLst/>
              <a:cxnLst/>
              <a:rect l="l" t="t" r="r" b="b"/>
              <a:pathLst>
                <a:path w="1929" h="1617" extrusionOk="0">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135"/>
            <p:cNvSpPr/>
            <p:nvPr/>
          </p:nvSpPr>
          <p:spPr>
            <a:xfrm>
              <a:off x="3169126" y="4210112"/>
              <a:ext cx="43218" cy="47763"/>
            </a:xfrm>
            <a:custGeom>
              <a:avLst/>
              <a:gdLst/>
              <a:ahLst/>
              <a:cxnLst/>
              <a:rect l="l" t="t" r="r" b="b"/>
              <a:pathLst>
                <a:path w="1645" h="1818" extrusionOk="0">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135"/>
            <p:cNvSpPr/>
            <p:nvPr/>
          </p:nvSpPr>
          <p:spPr>
            <a:xfrm>
              <a:off x="3056338" y="4262263"/>
              <a:ext cx="135592" cy="89195"/>
            </a:xfrm>
            <a:custGeom>
              <a:avLst/>
              <a:gdLst/>
              <a:ahLst/>
              <a:cxnLst/>
              <a:rect l="l" t="t" r="r" b="b"/>
              <a:pathLst>
                <a:path w="5161" h="3395" extrusionOk="0">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135"/>
            <p:cNvSpPr/>
            <p:nvPr/>
          </p:nvSpPr>
          <p:spPr>
            <a:xfrm>
              <a:off x="3111563" y="4183419"/>
              <a:ext cx="46292" cy="57589"/>
            </a:xfrm>
            <a:custGeom>
              <a:avLst/>
              <a:gdLst/>
              <a:ahLst/>
              <a:cxnLst/>
              <a:rect l="l" t="t" r="r" b="b"/>
              <a:pathLst>
                <a:path w="1762" h="2192" extrusionOk="0">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135"/>
            <p:cNvSpPr/>
            <p:nvPr/>
          </p:nvSpPr>
          <p:spPr>
            <a:xfrm>
              <a:off x="3056706" y="4265415"/>
              <a:ext cx="50496" cy="86069"/>
            </a:xfrm>
            <a:custGeom>
              <a:avLst/>
              <a:gdLst/>
              <a:ahLst/>
              <a:cxnLst/>
              <a:rect l="l" t="t" r="r" b="b"/>
              <a:pathLst>
                <a:path w="1922" h="3276" extrusionOk="0">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135"/>
            <p:cNvSpPr/>
            <p:nvPr/>
          </p:nvSpPr>
          <p:spPr>
            <a:xfrm>
              <a:off x="3007498" y="4248286"/>
              <a:ext cx="46502" cy="38489"/>
            </a:xfrm>
            <a:custGeom>
              <a:avLst/>
              <a:gdLst/>
              <a:ahLst/>
              <a:cxnLst/>
              <a:rect l="l" t="t" r="r" b="b"/>
              <a:pathLst>
                <a:path w="1770" h="1465" extrusionOk="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135"/>
            <p:cNvSpPr/>
            <p:nvPr/>
          </p:nvSpPr>
          <p:spPr>
            <a:xfrm>
              <a:off x="3046302" y="4197448"/>
              <a:ext cx="44506" cy="52887"/>
            </a:xfrm>
            <a:custGeom>
              <a:avLst/>
              <a:gdLst/>
              <a:ahLst/>
              <a:cxnLst/>
              <a:rect l="l" t="t" r="r" b="b"/>
              <a:pathLst>
                <a:path w="1694" h="2013" extrusionOk="0">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135"/>
            <p:cNvSpPr/>
            <p:nvPr/>
          </p:nvSpPr>
          <p:spPr>
            <a:xfrm>
              <a:off x="3111905" y="4183419"/>
              <a:ext cx="34837" cy="55593"/>
            </a:xfrm>
            <a:custGeom>
              <a:avLst/>
              <a:gdLst/>
              <a:ahLst/>
              <a:cxnLst/>
              <a:rect l="l" t="t" r="r" b="b"/>
              <a:pathLst>
                <a:path w="1326" h="2116" extrusionOk="0">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135"/>
            <p:cNvSpPr/>
            <p:nvPr/>
          </p:nvSpPr>
          <p:spPr>
            <a:xfrm>
              <a:off x="3169678" y="4210086"/>
              <a:ext cx="37937" cy="42982"/>
            </a:xfrm>
            <a:custGeom>
              <a:avLst/>
              <a:gdLst/>
              <a:ahLst/>
              <a:cxnLst/>
              <a:rect l="l" t="t" r="r" b="b"/>
              <a:pathLst>
                <a:path w="1444" h="1636" extrusionOk="0">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135"/>
            <p:cNvSpPr/>
            <p:nvPr/>
          </p:nvSpPr>
          <p:spPr>
            <a:xfrm>
              <a:off x="3245316" y="4339740"/>
              <a:ext cx="43034" cy="57826"/>
            </a:xfrm>
            <a:custGeom>
              <a:avLst/>
              <a:gdLst/>
              <a:ahLst/>
              <a:cxnLst/>
              <a:rect l="l" t="t" r="r" b="b"/>
              <a:pathLst>
                <a:path w="1638" h="2201" extrusionOk="0">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135"/>
            <p:cNvSpPr/>
            <p:nvPr/>
          </p:nvSpPr>
          <p:spPr>
            <a:xfrm>
              <a:off x="3187175" y="4355793"/>
              <a:ext cx="41038" cy="49366"/>
            </a:xfrm>
            <a:custGeom>
              <a:avLst/>
              <a:gdLst/>
              <a:ahLst/>
              <a:cxnLst/>
              <a:rect l="l" t="t" r="r" b="b"/>
              <a:pathLst>
                <a:path w="1562" h="1879" extrusionOk="0">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135"/>
            <p:cNvSpPr/>
            <p:nvPr/>
          </p:nvSpPr>
          <p:spPr>
            <a:xfrm>
              <a:off x="3329861" y="4419977"/>
              <a:ext cx="53070" cy="39671"/>
            </a:xfrm>
            <a:custGeom>
              <a:avLst/>
              <a:gdLst/>
              <a:ahLst/>
              <a:cxnLst/>
              <a:rect l="l" t="t" r="r" b="b"/>
              <a:pathLst>
                <a:path w="2020" h="1510" extrusionOk="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135"/>
            <p:cNvSpPr/>
            <p:nvPr/>
          </p:nvSpPr>
          <p:spPr>
            <a:xfrm>
              <a:off x="3187911" y="4418111"/>
              <a:ext cx="136328" cy="94975"/>
            </a:xfrm>
            <a:custGeom>
              <a:avLst/>
              <a:gdLst/>
              <a:ahLst/>
              <a:cxnLst/>
              <a:rect l="l" t="t" r="r" b="b"/>
              <a:pathLst>
                <a:path w="5189" h="3615" extrusionOk="0">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135"/>
            <p:cNvSpPr/>
            <p:nvPr/>
          </p:nvSpPr>
          <p:spPr>
            <a:xfrm>
              <a:off x="3294682" y="4365277"/>
              <a:ext cx="56171" cy="51336"/>
            </a:xfrm>
            <a:custGeom>
              <a:avLst/>
              <a:gdLst/>
              <a:ahLst/>
              <a:cxnLst/>
              <a:rect l="l" t="t" r="r" b="b"/>
              <a:pathLst>
                <a:path w="2138" h="1954" extrusionOk="0">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135"/>
            <p:cNvSpPr/>
            <p:nvPr/>
          </p:nvSpPr>
          <p:spPr>
            <a:xfrm>
              <a:off x="3191011" y="4418111"/>
              <a:ext cx="80026" cy="70384"/>
            </a:xfrm>
            <a:custGeom>
              <a:avLst/>
              <a:gdLst/>
              <a:ahLst/>
              <a:cxnLst/>
              <a:rect l="l" t="t" r="r" b="b"/>
              <a:pathLst>
                <a:path w="3046" h="2679" extrusionOk="0">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135"/>
            <p:cNvSpPr/>
            <p:nvPr/>
          </p:nvSpPr>
          <p:spPr>
            <a:xfrm>
              <a:off x="3187175" y="4355977"/>
              <a:ext cx="33182" cy="49182"/>
            </a:xfrm>
            <a:custGeom>
              <a:avLst/>
              <a:gdLst/>
              <a:ahLst/>
              <a:cxnLst/>
              <a:rect l="l" t="t" r="r" b="b"/>
              <a:pathLst>
                <a:path w="1263" h="1872" extrusionOk="0">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135"/>
            <p:cNvSpPr/>
            <p:nvPr/>
          </p:nvSpPr>
          <p:spPr>
            <a:xfrm>
              <a:off x="3245316" y="4339740"/>
              <a:ext cx="28453" cy="57826"/>
            </a:xfrm>
            <a:custGeom>
              <a:avLst/>
              <a:gdLst/>
              <a:ahLst/>
              <a:cxnLst/>
              <a:rect l="l" t="t" r="r" b="b"/>
              <a:pathLst>
                <a:path w="1083" h="2201" extrusionOk="0">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135"/>
            <p:cNvSpPr/>
            <p:nvPr/>
          </p:nvSpPr>
          <p:spPr>
            <a:xfrm>
              <a:off x="3296338" y="4365198"/>
              <a:ext cx="51047" cy="44033"/>
            </a:xfrm>
            <a:custGeom>
              <a:avLst/>
              <a:gdLst/>
              <a:ahLst/>
              <a:cxnLst/>
              <a:rect l="l" t="t" r="r" b="b"/>
              <a:pathLst>
                <a:path w="1943" h="1676" extrusionOk="0">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135"/>
            <p:cNvSpPr/>
            <p:nvPr/>
          </p:nvSpPr>
          <p:spPr>
            <a:xfrm>
              <a:off x="3333697" y="4419898"/>
              <a:ext cx="46844" cy="28138"/>
            </a:xfrm>
            <a:custGeom>
              <a:avLst/>
              <a:gdLst/>
              <a:ahLst/>
              <a:cxnLst/>
              <a:rect l="l" t="t" r="r" b="b"/>
              <a:pathLst>
                <a:path w="1783" h="1071" extrusionOk="0">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1" name="Google Shape;12021;p135"/>
          <p:cNvGrpSpPr/>
          <p:nvPr/>
        </p:nvGrpSpPr>
        <p:grpSpPr>
          <a:xfrm>
            <a:off x="6919276" y="2766990"/>
            <a:ext cx="274550" cy="354728"/>
            <a:chOff x="7606826" y="2419290"/>
            <a:chExt cx="274550" cy="354728"/>
          </a:xfrm>
        </p:grpSpPr>
        <p:sp>
          <p:nvSpPr>
            <p:cNvPr id="12022" name="Google Shape;12022;p135"/>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135"/>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135"/>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135"/>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135"/>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135"/>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135"/>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135"/>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135"/>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135"/>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135"/>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135"/>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135"/>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135"/>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135"/>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7" name="Google Shape;12037;p135"/>
          <p:cNvGrpSpPr/>
          <p:nvPr/>
        </p:nvGrpSpPr>
        <p:grpSpPr>
          <a:xfrm>
            <a:off x="7550168" y="2777003"/>
            <a:ext cx="263316" cy="354728"/>
            <a:chOff x="8062968" y="2419290"/>
            <a:chExt cx="263316" cy="354728"/>
          </a:xfrm>
        </p:grpSpPr>
        <p:sp>
          <p:nvSpPr>
            <p:cNvPr id="12038" name="Google Shape;12038;p135"/>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135"/>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135"/>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135"/>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135"/>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135"/>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135"/>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135"/>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135"/>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135"/>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135"/>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135"/>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135"/>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135"/>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135"/>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135"/>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135"/>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Shape 12058"/>
        <p:cNvGrpSpPr/>
        <p:nvPr/>
      </p:nvGrpSpPr>
      <p:grpSpPr>
        <a:xfrm>
          <a:off x="0" y="0"/>
          <a:ext cx="0" cy="0"/>
          <a:chOff x="0" y="0"/>
          <a:chExt cx="0" cy="0"/>
        </a:xfrm>
      </p:grpSpPr>
      <p:sp>
        <p:nvSpPr>
          <p:cNvPr id="12059" name="Google Shape;12059;p136"/>
          <p:cNvSpPr txBox="1">
            <a:spLocks noGrp="1"/>
          </p:cNvSpPr>
          <p:nvPr>
            <p:ph type="title" idx="4294967295"/>
          </p:nvPr>
        </p:nvSpPr>
        <p:spPr>
          <a:xfrm>
            <a:off x="849675"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060" name="Google Shape;12060;p136"/>
          <p:cNvSpPr txBox="1">
            <a:spLocks noGrp="1"/>
          </p:cNvSpPr>
          <p:nvPr>
            <p:ph type="title" idx="4294967295"/>
          </p:nvPr>
        </p:nvSpPr>
        <p:spPr>
          <a:xfrm>
            <a:off x="4858400"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2061" name="Google Shape;12061;p136"/>
          <p:cNvGrpSpPr/>
          <p:nvPr/>
        </p:nvGrpSpPr>
        <p:grpSpPr>
          <a:xfrm>
            <a:off x="7075663" y="2444129"/>
            <a:ext cx="362163" cy="347098"/>
            <a:chOff x="7075663" y="2444129"/>
            <a:chExt cx="362163" cy="347098"/>
          </a:xfrm>
        </p:grpSpPr>
        <p:sp>
          <p:nvSpPr>
            <p:cNvPr id="12062" name="Google Shape;12062;p136"/>
            <p:cNvSpPr/>
            <p:nvPr/>
          </p:nvSpPr>
          <p:spPr>
            <a:xfrm>
              <a:off x="7165817" y="2444129"/>
              <a:ext cx="181854" cy="100713"/>
            </a:xfrm>
            <a:custGeom>
              <a:avLst/>
              <a:gdLst/>
              <a:ahLst/>
              <a:cxnLst/>
              <a:rect l="l" t="t" r="r" b="b"/>
              <a:pathLst>
                <a:path w="6941" h="3844" extrusionOk="0">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136"/>
            <p:cNvSpPr/>
            <p:nvPr/>
          </p:nvSpPr>
          <p:spPr>
            <a:xfrm>
              <a:off x="7166053" y="2517201"/>
              <a:ext cx="27405" cy="27405"/>
            </a:xfrm>
            <a:custGeom>
              <a:avLst/>
              <a:gdLst/>
              <a:ahLst/>
              <a:cxnLst/>
              <a:rect l="l" t="t" r="r" b="b"/>
              <a:pathLst>
                <a:path w="1046" h="1046" extrusionOk="0">
                  <a:moveTo>
                    <a:pt x="260" y="1"/>
                  </a:moveTo>
                  <a:cubicBezTo>
                    <a:pt x="173" y="1"/>
                    <a:pt x="87" y="1"/>
                    <a:pt x="1" y="10"/>
                  </a:cubicBezTo>
                  <a:lnTo>
                    <a:pt x="1" y="1045"/>
                  </a:lnTo>
                  <a:lnTo>
                    <a:pt x="1046" y="1045"/>
                  </a:lnTo>
                  <a:lnTo>
                    <a:pt x="1046" y="1"/>
                  </a:ln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136"/>
            <p:cNvSpPr/>
            <p:nvPr/>
          </p:nvSpPr>
          <p:spPr>
            <a:xfrm>
              <a:off x="7320266" y="2517201"/>
              <a:ext cx="27405" cy="27641"/>
            </a:xfrm>
            <a:custGeom>
              <a:avLst/>
              <a:gdLst/>
              <a:ahLst/>
              <a:cxnLst/>
              <a:rect l="l" t="t" r="r" b="b"/>
              <a:pathLst>
                <a:path w="1046" h="1055" extrusionOk="0">
                  <a:moveTo>
                    <a:pt x="0" y="1"/>
                  </a:moveTo>
                  <a:lnTo>
                    <a:pt x="0" y="1055"/>
                  </a:lnTo>
                  <a:lnTo>
                    <a:pt x="1045" y="1055"/>
                  </a:lnTo>
                  <a:lnTo>
                    <a:pt x="1045" y="10"/>
                  </a:lnTo>
                  <a:cubicBezTo>
                    <a:pt x="959" y="10"/>
                    <a:pt x="863" y="1"/>
                    <a:pt x="777"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136"/>
            <p:cNvSpPr/>
            <p:nvPr/>
          </p:nvSpPr>
          <p:spPr>
            <a:xfrm>
              <a:off x="7075899" y="2544580"/>
              <a:ext cx="361927" cy="246647"/>
            </a:xfrm>
            <a:custGeom>
              <a:avLst/>
              <a:gdLst/>
              <a:ahLst/>
              <a:cxnLst/>
              <a:rect l="l" t="t" r="r" b="b"/>
              <a:pathLst>
                <a:path w="13814" h="9414" extrusionOk="0">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136"/>
            <p:cNvSpPr/>
            <p:nvPr/>
          </p:nvSpPr>
          <p:spPr>
            <a:xfrm>
              <a:off x="7298153" y="2544580"/>
              <a:ext cx="139672" cy="246647"/>
            </a:xfrm>
            <a:custGeom>
              <a:avLst/>
              <a:gdLst/>
              <a:ahLst/>
              <a:cxnLst/>
              <a:rect l="l" t="t" r="r" b="b"/>
              <a:pathLst>
                <a:path w="5331" h="9414" extrusionOk="0">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136"/>
            <p:cNvSpPr/>
            <p:nvPr/>
          </p:nvSpPr>
          <p:spPr>
            <a:xfrm>
              <a:off x="7075663" y="2743229"/>
              <a:ext cx="362163" cy="47998"/>
            </a:xfrm>
            <a:custGeom>
              <a:avLst/>
              <a:gdLst/>
              <a:ahLst/>
              <a:cxnLst/>
              <a:rect l="l" t="t" r="r" b="b"/>
              <a:pathLst>
                <a:path w="13823" h="1832" extrusionOk="0">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136"/>
            <p:cNvSpPr/>
            <p:nvPr/>
          </p:nvSpPr>
          <p:spPr>
            <a:xfrm>
              <a:off x="7374002" y="2743464"/>
              <a:ext cx="63823" cy="47763"/>
            </a:xfrm>
            <a:custGeom>
              <a:avLst/>
              <a:gdLst/>
              <a:ahLst/>
              <a:cxnLst/>
              <a:rect l="l" t="t" r="r" b="b"/>
              <a:pathLst>
                <a:path w="2436" h="1823" extrusionOk="0">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136"/>
            <p:cNvSpPr/>
            <p:nvPr/>
          </p:nvSpPr>
          <p:spPr>
            <a:xfrm>
              <a:off x="7198960" y="2593286"/>
              <a:ext cx="115542" cy="115306"/>
            </a:xfrm>
            <a:custGeom>
              <a:avLst/>
              <a:gdLst/>
              <a:ahLst/>
              <a:cxnLst/>
              <a:rect l="l" t="t" r="r" b="b"/>
              <a:pathLst>
                <a:path w="4410" h="4401" extrusionOk="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0" name="Google Shape;12070;p136"/>
          <p:cNvGrpSpPr/>
          <p:nvPr/>
        </p:nvGrpSpPr>
        <p:grpSpPr>
          <a:xfrm>
            <a:off x="6638175" y="2436584"/>
            <a:ext cx="372197" cy="362163"/>
            <a:chOff x="6638175" y="2436584"/>
            <a:chExt cx="372197" cy="362163"/>
          </a:xfrm>
        </p:grpSpPr>
        <p:sp>
          <p:nvSpPr>
            <p:cNvPr id="12071" name="Google Shape;12071;p136"/>
            <p:cNvSpPr/>
            <p:nvPr/>
          </p:nvSpPr>
          <p:spPr>
            <a:xfrm>
              <a:off x="6638175" y="2436584"/>
              <a:ext cx="182090" cy="362163"/>
            </a:xfrm>
            <a:custGeom>
              <a:avLst/>
              <a:gdLst/>
              <a:ahLst/>
              <a:cxnLst/>
              <a:rect l="l" t="t" r="r" b="b"/>
              <a:pathLst>
                <a:path w="6950" h="13823" extrusionOk="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136"/>
            <p:cNvSpPr/>
            <p:nvPr/>
          </p:nvSpPr>
          <p:spPr>
            <a:xfrm>
              <a:off x="6662017" y="2441850"/>
              <a:ext cx="158248" cy="356792"/>
            </a:xfrm>
            <a:custGeom>
              <a:avLst/>
              <a:gdLst/>
              <a:ahLst/>
              <a:cxnLst/>
              <a:rect l="l" t="t" r="r" b="b"/>
              <a:pathLst>
                <a:path w="6040" h="13618" extrusionOk="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136"/>
            <p:cNvSpPr/>
            <p:nvPr/>
          </p:nvSpPr>
          <p:spPr>
            <a:xfrm>
              <a:off x="6638175" y="2617652"/>
              <a:ext cx="182090" cy="181094"/>
            </a:xfrm>
            <a:custGeom>
              <a:avLst/>
              <a:gdLst/>
              <a:ahLst/>
              <a:cxnLst/>
              <a:rect l="l" t="t" r="r" b="b"/>
              <a:pathLst>
                <a:path w="6950" h="6912" extrusionOk="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136"/>
            <p:cNvSpPr/>
            <p:nvPr/>
          </p:nvSpPr>
          <p:spPr>
            <a:xfrm>
              <a:off x="6662017" y="2617652"/>
              <a:ext cx="158248" cy="180990"/>
            </a:xfrm>
            <a:custGeom>
              <a:avLst/>
              <a:gdLst/>
              <a:ahLst/>
              <a:cxnLst/>
              <a:rect l="l" t="t" r="r" b="b"/>
              <a:pathLst>
                <a:path w="6040" h="6908" extrusionOk="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136"/>
            <p:cNvSpPr/>
            <p:nvPr/>
          </p:nvSpPr>
          <p:spPr>
            <a:xfrm>
              <a:off x="6846623" y="2467762"/>
              <a:ext cx="160999" cy="153899"/>
            </a:xfrm>
            <a:custGeom>
              <a:avLst/>
              <a:gdLst/>
              <a:ahLst/>
              <a:cxnLst/>
              <a:rect l="l" t="t" r="r" b="b"/>
              <a:pathLst>
                <a:path w="6145" h="5874" extrusionOk="0">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136"/>
            <p:cNvSpPr/>
            <p:nvPr/>
          </p:nvSpPr>
          <p:spPr>
            <a:xfrm>
              <a:off x="6857155" y="2478530"/>
              <a:ext cx="151462" cy="143576"/>
            </a:xfrm>
            <a:custGeom>
              <a:avLst/>
              <a:gdLst/>
              <a:ahLst/>
              <a:cxnLst/>
              <a:rect l="l" t="t" r="r" b="b"/>
              <a:pathLst>
                <a:path w="5781" h="5480" extrusionOk="0">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136"/>
            <p:cNvSpPr/>
            <p:nvPr/>
          </p:nvSpPr>
          <p:spPr>
            <a:xfrm>
              <a:off x="6846623" y="2636621"/>
              <a:ext cx="160999" cy="153794"/>
            </a:xfrm>
            <a:custGeom>
              <a:avLst/>
              <a:gdLst/>
              <a:ahLst/>
              <a:cxnLst/>
              <a:rect l="l" t="t" r="r" b="b"/>
              <a:pathLst>
                <a:path w="6145" h="5870" extrusionOk="0">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136"/>
            <p:cNvSpPr/>
            <p:nvPr/>
          </p:nvSpPr>
          <p:spPr>
            <a:xfrm>
              <a:off x="6857155" y="2647546"/>
              <a:ext cx="153218" cy="142790"/>
            </a:xfrm>
            <a:custGeom>
              <a:avLst/>
              <a:gdLst/>
              <a:ahLst/>
              <a:cxnLst/>
              <a:rect l="l" t="t" r="r" b="b"/>
              <a:pathLst>
                <a:path w="5848" h="5450" extrusionOk="0">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136"/>
            <p:cNvSpPr/>
            <p:nvPr/>
          </p:nvSpPr>
          <p:spPr>
            <a:xfrm>
              <a:off x="6863941" y="2485552"/>
              <a:ext cx="118555" cy="118581"/>
            </a:xfrm>
            <a:custGeom>
              <a:avLst/>
              <a:gdLst/>
              <a:ahLst/>
              <a:cxnLst/>
              <a:rect l="l" t="t" r="r" b="b"/>
              <a:pathLst>
                <a:path w="4525" h="4526" extrusionOk="0">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136"/>
            <p:cNvSpPr/>
            <p:nvPr/>
          </p:nvSpPr>
          <p:spPr>
            <a:xfrm>
              <a:off x="6863941" y="2654332"/>
              <a:ext cx="118555" cy="118555"/>
            </a:xfrm>
            <a:custGeom>
              <a:avLst/>
              <a:gdLst/>
              <a:ahLst/>
              <a:cxnLst/>
              <a:rect l="l" t="t" r="r" b="b"/>
              <a:pathLst>
                <a:path w="4525" h="4525" extrusionOk="0">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136"/>
            <p:cNvSpPr/>
            <p:nvPr/>
          </p:nvSpPr>
          <p:spPr>
            <a:xfrm>
              <a:off x="6863941" y="2758294"/>
              <a:ext cx="20881" cy="14593"/>
            </a:xfrm>
            <a:custGeom>
              <a:avLst/>
              <a:gdLst/>
              <a:ahLst/>
              <a:cxnLst/>
              <a:rect l="l" t="t" r="r" b="b"/>
              <a:pathLst>
                <a:path w="797" h="557" extrusionOk="0">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136"/>
            <p:cNvSpPr/>
            <p:nvPr/>
          </p:nvSpPr>
          <p:spPr>
            <a:xfrm>
              <a:off x="6967902" y="2654332"/>
              <a:ext cx="14593" cy="20619"/>
            </a:xfrm>
            <a:custGeom>
              <a:avLst/>
              <a:gdLst/>
              <a:ahLst/>
              <a:cxnLst/>
              <a:rect l="l" t="t" r="r" b="b"/>
              <a:pathLst>
                <a:path w="557" h="787" extrusionOk="0">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136"/>
            <p:cNvSpPr/>
            <p:nvPr/>
          </p:nvSpPr>
          <p:spPr>
            <a:xfrm>
              <a:off x="6944820" y="2566169"/>
              <a:ext cx="37676" cy="37702"/>
            </a:xfrm>
            <a:custGeom>
              <a:avLst/>
              <a:gdLst/>
              <a:ahLst/>
              <a:cxnLst/>
              <a:rect l="l" t="t" r="r" b="b"/>
              <a:pathLst>
                <a:path w="1438" h="1439" extrusionOk="0">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136"/>
          <p:cNvGrpSpPr/>
          <p:nvPr/>
        </p:nvGrpSpPr>
        <p:grpSpPr>
          <a:xfrm>
            <a:off x="6192906" y="2439440"/>
            <a:ext cx="371699" cy="356084"/>
            <a:chOff x="6192906" y="2439440"/>
            <a:chExt cx="371699" cy="356084"/>
          </a:xfrm>
        </p:grpSpPr>
        <p:sp>
          <p:nvSpPr>
            <p:cNvPr id="12085" name="Google Shape;12085;p136"/>
            <p:cNvSpPr/>
            <p:nvPr/>
          </p:nvSpPr>
          <p:spPr>
            <a:xfrm>
              <a:off x="6227805" y="2461710"/>
              <a:ext cx="247904" cy="110381"/>
            </a:xfrm>
            <a:custGeom>
              <a:avLst/>
              <a:gdLst/>
              <a:ahLst/>
              <a:cxnLst/>
              <a:rect l="l" t="t" r="r" b="b"/>
              <a:pathLst>
                <a:path w="9462" h="4213" extrusionOk="0">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136"/>
            <p:cNvSpPr/>
            <p:nvPr/>
          </p:nvSpPr>
          <p:spPr>
            <a:xfrm>
              <a:off x="6483962" y="2670078"/>
              <a:ext cx="14593" cy="54575"/>
            </a:xfrm>
            <a:custGeom>
              <a:avLst/>
              <a:gdLst/>
              <a:ahLst/>
              <a:cxnLst/>
              <a:rect l="l" t="t" r="r" b="b"/>
              <a:pathLst>
                <a:path w="557" h="2083" extrusionOk="0">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136"/>
            <p:cNvSpPr/>
            <p:nvPr/>
          </p:nvSpPr>
          <p:spPr>
            <a:xfrm>
              <a:off x="6246905" y="2554117"/>
              <a:ext cx="251651" cy="128118"/>
            </a:xfrm>
            <a:custGeom>
              <a:avLst/>
              <a:gdLst/>
              <a:ahLst/>
              <a:cxnLst/>
              <a:rect l="l" t="t" r="r" b="b"/>
              <a:pathLst>
                <a:path w="9605" h="4890" extrusionOk="0">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136"/>
            <p:cNvSpPr/>
            <p:nvPr/>
          </p:nvSpPr>
          <p:spPr>
            <a:xfrm>
              <a:off x="6246905" y="2584142"/>
              <a:ext cx="167287" cy="97831"/>
            </a:xfrm>
            <a:custGeom>
              <a:avLst/>
              <a:gdLst/>
              <a:ahLst/>
              <a:cxnLst/>
              <a:rect l="l" t="t" r="r" b="b"/>
              <a:pathLst>
                <a:path w="6385" h="3734" extrusionOk="0">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136"/>
            <p:cNvSpPr/>
            <p:nvPr/>
          </p:nvSpPr>
          <p:spPr>
            <a:xfrm>
              <a:off x="6192906" y="2605102"/>
              <a:ext cx="197915" cy="190369"/>
            </a:xfrm>
            <a:custGeom>
              <a:avLst/>
              <a:gdLst/>
              <a:ahLst/>
              <a:cxnLst/>
              <a:rect l="l" t="t" r="r" b="b"/>
              <a:pathLst>
                <a:path w="7554" h="7266" extrusionOk="0">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136"/>
            <p:cNvSpPr/>
            <p:nvPr/>
          </p:nvSpPr>
          <p:spPr>
            <a:xfrm>
              <a:off x="6280807" y="2605102"/>
              <a:ext cx="113787" cy="190291"/>
            </a:xfrm>
            <a:custGeom>
              <a:avLst/>
              <a:gdLst/>
              <a:ahLst/>
              <a:cxnLst/>
              <a:rect l="l" t="t" r="r" b="b"/>
              <a:pathLst>
                <a:path w="4343" h="7263" extrusionOk="0">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136"/>
            <p:cNvSpPr/>
            <p:nvPr/>
          </p:nvSpPr>
          <p:spPr>
            <a:xfrm>
              <a:off x="6499787" y="2747735"/>
              <a:ext cx="64819" cy="14593"/>
            </a:xfrm>
            <a:custGeom>
              <a:avLst/>
              <a:gdLst/>
              <a:ahLst/>
              <a:cxnLst/>
              <a:rect l="l" t="t" r="r" b="b"/>
              <a:pathLst>
                <a:path w="2474" h="557" extrusionOk="0">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136"/>
            <p:cNvSpPr/>
            <p:nvPr/>
          </p:nvSpPr>
          <p:spPr>
            <a:xfrm>
              <a:off x="6437274" y="2714592"/>
              <a:ext cx="94189" cy="80932"/>
            </a:xfrm>
            <a:custGeom>
              <a:avLst/>
              <a:gdLst/>
              <a:ahLst/>
              <a:cxnLst/>
              <a:rect l="l" t="t" r="r" b="b"/>
              <a:pathLst>
                <a:path w="3595" h="3089" extrusionOk="0">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136"/>
            <p:cNvSpPr/>
            <p:nvPr/>
          </p:nvSpPr>
          <p:spPr>
            <a:xfrm>
              <a:off x="6477438" y="2714854"/>
              <a:ext cx="54024" cy="80644"/>
            </a:xfrm>
            <a:custGeom>
              <a:avLst/>
              <a:gdLst/>
              <a:ahLst/>
              <a:cxnLst/>
              <a:rect l="l" t="t" r="r" b="b"/>
              <a:pathLst>
                <a:path w="2062" h="3078" extrusionOk="0">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136"/>
            <p:cNvSpPr/>
            <p:nvPr/>
          </p:nvSpPr>
          <p:spPr>
            <a:xfrm>
              <a:off x="6193902" y="2439440"/>
              <a:ext cx="47003" cy="37466"/>
            </a:xfrm>
            <a:custGeom>
              <a:avLst/>
              <a:gdLst/>
              <a:ahLst/>
              <a:cxnLst/>
              <a:rect l="l" t="t" r="r" b="b"/>
              <a:pathLst>
                <a:path w="1794" h="1430" extrusionOk="0">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136"/>
            <p:cNvSpPr/>
            <p:nvPr/>
          </p:nvSpPr>
          <p:spPr>
            <a:xfrm>
              <a:off x="6241376" y="2659598"/>
              <a:ext cx="94949" cy="81351"/>
            </a:xfrm>
            <a:custGeom>
              <a:avLst/>
              <a:gdLst/>
              <a:ahLst/>
              <a:cxnLst/>
              <a:rect l="l" t="t" r="r" b="b"/>
              <a:pathLst>
                <a:path w="3624" h="3105" extrusionOk="0">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136"/>
            <p:cNvSpPr/>
            <p:nvPr/>
          </p:nvSpPr>
          <p:spPr>
            <a:xfrm>
              <a:off x="6282065" y="2659598"/>
              <a:ext cx="54024" cy="81403"/>
            </a:xfrm>
            <a:custGeom>
              <a:avLst/>
              <a:gdLst/>
              <a:ahLst/>
              <a:cxnLst/>
              <a:rect l="l" t="t" r="r" b="b"/>
              <a:pathLst>
                <a:path w="2062" h="3107" extrusionOk="0">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136"/>
            <p:cNvSpPr/>
            <p:nvPr/>
          </p:nvSpPr>
          <p:spPr>
            <a:xfrm>
              <a:off x="6439265" y="2510180"/>
              <a:ext cx="65317" cy="28899"/>
            </a:xfrm>
            <a:custGeom>
              <a:avLst/>
              <a:gdLst/>
              <a:ahLst/>
              <a:cxnLst/>
              <a:rect l="l" t="t" r="r" b="b"/>
              <a:pathLst>
                <a:path w="2493" h="1103" extrusionOk="0">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8" name="Google Shape;12098;p136"/>
          <p:cNvGrpSpPr/>
          <p:nvPr/>
        </p:nvGrpSpPr>
        <p:grpSpPr>
          <a:xfrm>
            <a:off x="5762467" y="2436584"/>
            <a:ext cx="362163" cy="362163"/>
            <a:chOff x="5762467" y="2436584"/>
            <a:chExt cx="362163" cy="362163"/>
          </a:xfrm>
        </p:grpSpPr>
        <p:sp>
          <p:nvSpPr>
            <p:cNvPr id="12099" name="Google Shape;12099;p136"/>
            <p:cNvSpPr/>
            <p:nvPr/>
          </p:nvSpPr>
          <p:spPr>
            <a:xfrm>
              <a:off x="5762467" y="2778127"/>
              <a:ext cx="362163" cy="20619"/>
            </a:xfrm>
            <a:custGeom>
              <a:avLst/>
              <a:gdLst/>
              <a:ahLst/>
              <a:cxnLst/>
              <a:rect l="l" t="t" r="r" b="b"/>
              <a:pathLst>
                <a:path w="13823" h="787" extrusionOk="0">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136"/>
            <p:cNvSpPr/>
            <p:nvPr/>
          </p:nvSpPr>
          <p:spPr>
            <a:xfrm>
              <a:off x="5762702" y="2777891"/>
              <a:ext cx="361927" cy="9301"/>
            </a:xfrm>
            <a:custGeom>
              <a:avLst/>
              <a:gdLst/>
              <a:ahLst/>
              <a:cxnLst/>
              <a:rect l="l" t="t" r="r" b="b"/>
              <a:pathLst>
                <a:path w="13814" h="355" extrusionOk="0">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136"/>
            <p:cNvSpPr/>
            <p:nvPr/>
          </p:nvSpPr>
          <p:spPr>
            <a:xfrm>
              <a:off x="5852359" y="2528493"/>
              <a:ext cx="182352" cy="249660"/>
            </a:xfrm>
            <a:custGeom>
              <a:avLst/>
              <a:gdLst/>
              <a:ahLst/>
              <a:cxnLst/>
              <a:rect l="l" t="t" r="r" b="b"/>
              <a:pathLst>
                <a:path w="6960" h="9529" extrusionOk="0">
                  <a:moveTo>
                    <a:pt x="1" y="1"/>
                  </a:moveTo>
                  <a:lnTo>
                    <a:pt x="1" y="9529"/>
                  </a:lnTo>
                  <a:lnTo>
                    <a:pt x="6960" y="9529"/>
                  </a:lnTo>
                  <a:lnTo>
                    <a:pt x="6960"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136"/>
            <p:cNvSpPr/>
            <p:nvPr/>
          </p:nvSpPr>
          <p:spPr>
            <a:xfrm>
              <a:off x="5838551" y="2508922"/>
              <a:ext cx="209967" cy="19860"/>
            </a:xfrm>
            <a:custGeom>
              <a:avLst/>
              <a:gdLst/>
              <a:ahLst/>
              <a:cxnLst/>
              <a:rect l="l" t="t" r="r" b="b"/>
              <a:pathLst>
                <a:path w="8014" h="758" extrusionOk="0">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136"/>
            <p:cNvSpPr/>
            <p:nvPr/>
          </p:nvSpPr>
          <p:spPr>
            <a:xfrm>
              <a:off x="6014589" y="2508922"/>
              <a:ext cx="33929" cy="19598"/>
            </a:xfrm>
            <a:custGeom>
              <a:avLst/>
              <a:gdLst/>
              <a:ahLst/>
              <a:cxnLst/>
              <a:rect l="l" t="t" r="r" b="b"/>
              <a:pathLst>
                <a:path w="1295" h="748" extrusionOk="0">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136"/>
            <p:cNvSpPr/>
            <p:nvPr/>
          </p:nvSpPr>
          <p:spPr>
            <a:xfrm>
              <a:off x="5762467" y="2565173"/>
              <a:ext cx="89918" cy="19598"/>
            </a:xfrm>
            <a:custGeom>
              <a:avLst/>
              <a:gdLst/>
              <a:ahLst/>
              <a:cxnLst/>
              <a:rect l="l" t="t" r="r" b="b"/>
              <a:pathLst>
                <a:path w="3432" h="748" extrusionOk="0">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136"/>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136"/>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136"/>
            <p:cNvSpPr/>
            <p:nvPr/>
          </p:nvSpPr>
          <p:spPr>
            <a:xfrm>
              <a:off x="5894803" y="2686217"/>
              <a:ext cx="97726" cy="91936"/>
            </a:xfrm>
            <a:custGeom>
              <a:avLst/>
              <a:gdLst/>
              <a:ahLst/>
              <a:cxnLst/>
              <a:rect l="l" t="t" r="r" b="b"/>
              <a:pathLst>
                <a:path w="3730" h="3509" extrusionOk="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136"/>
            <p:cNvSpPr/>
            <p:nvPr/>
          </p:nvSpPr>
          <p:spPr>
            <a:xfrm>
              <a:off x="5930959" y="2686217"/>
              <a:ext cx="25152" cy="91700"/>
            </a:xfrm>
            <a:custGeom>
              <a:avLst/>
              <a:gdLst/>
              <a:ahLst/>
              <a:cxnLst/>
              <a:rect l="l" t="t" r="r" b="b"/>
              <a:pathLst>
                <a:path w="960" h="3500" extrusionOk="0">
                  <a:moveTo>
                    <a:pt x="1" y="0"/>
                  </a:moveTo>
                  <a:lnTo>
                    <a:pt x="1" y="3499"/>
                  </a:lnTo>
                  <a:lnTo>
                    <a:pt x="959" y="3499"/>
                  </a:lnTo>
                  <a:lnTo>
                    <a:pt x="959"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136"/>
            <p:cNvSpPr/>
            <p:nvPr/>
          </p:nvSpPr>
          <p:spPr>
            <a:xfrm>
              <a:off x="5770484" y="2584745"/>
              <a:ext cx="81901" cy="193173"/>
            </a:xfrm>
            <a:custGeom>
              <a:avLst/>
              <a:gdLst/>
              <a:ahLst/>
              <a:cxnLst/>
              <a:rect l="l" t="t" r="r" b="b"/>
              <a:pathLst>
                <a:path w="3126" h="7373" extrusionOk="0">
                  <a:moveTo>
                    <a:pt x="1" y="1"/>
                  </a:moveTo>
                  <a:lnTo>
                    <a:pt x="1" y="7372"/>
                  </a:lnTo>
                  <a:lnTo>
                    <a:pt x="3126" y="7372"/>
                  </a:lnTo>
                  <a:lnTo>
                    <a:pt x="3126"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136"/>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136"/>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136"/>
            <p:cNvSpPr/>
            <p:nvPr/>
          </p:nvSpPr>
          <p:spPr>
            <a:xfrm>
              <a:off x="6034685" y="2584745"/>
              <a:ext cx="81901" cy="193408"/>
            </a:xfrm>
            <a:custGeom>
              <a:avLst/>
              <a:gdLst/>
              <a:ahLst/>
              <a:cxnLst/>
              <a:rect l="l" t="t" r="r" b="b"/>
              <a:pathLst>
                <a:path w="3126" h="7382" extrusionOk="0">
                  <a:moveTo>
                    <a:pt x="1" y="1"/>
                  </a:moveTo>
                  <a:lnTo>
                    <a:pt x="1" y="7382"/>
                  </a:lnTo>
                  <a:lnTo>
                    <a:pt x="3126" y="7382"/>
                  </a:lnTo>
                  <a:lnTo>
                    <a:pt x="3126"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136"/>
            <p:cNvSpPr/>
            <p:nvPr/>
          </p:nvSpPr>
          <p:spPr>
            <a:xfrm>
              <a:off x="6034685" y="2584745"/>
              <a:ext cx="17371" cy="193173"/>
            </a:xfrm>
            <a:custGeom>
              <a:avLst/>
              <a:gdLst/>
              <a:ahLst/>
              <a:cxnLst/>
              <a:rect l="l" t="t" r="r" b="b"/>
              <a:pathLst>
                <a:path w="663" h="7373" extrusionOk="0">
                  <a:moveTo>
                    <a:pt x="1" y="1"/>
                  </a:moveTo>
                  <a:lnTo>
                    <a:pt x="1"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136"/>
            <p:cNvSpPr/>
            <p:nvPr/>
          </p:nvSpPr>
          <p:spPr>
            <a:xfrm>
              <a:off x="5872192"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136"/>
            <p:cNvSpPr/>
            <p:nvPr/>
          </p:nvSpPr>
          <p:spPr>
            <a:xfrm>
              <a:off x="5928706" y="2567400"/>
              <a:ext cx="29920" cy="58819"/>
            </a:xfrm>
            <a:custGeom>
              <a:avLst/>
              <a:gdLst/>
              <a:ahLst/>
              <a:cxnLst/>
              <a:rect l="l" t="t" r="r" b="b"/>
              <a:pathLst>
                <a:path w="1142" h="2245" extrusionOk="0">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136"/>
            <p:cNvSpPr/>
            <p:nvPr/>
          </p:nvSpPr>
          <p:spPr>
            <a:xfrm>
              <a:off x="5984957"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136"/>
            <p:cNvSpPr/>
            <p:nvPr/>
          </p:nvSpPr>
          <p:spPr>
            <a:xfrm>
              <a:off x="5796369" y="2651817"/>
              <a:ext cx="29894" cy="59029"/>
            </a:xfrm>
            <a:custGeom>
              <a:avLst/>
              <a:gdLst/>
              <a:ahLst/>
              <a:cxnLst/>
              <a:rect l="l" t="t" r="r" b="b"/>
              <a:pathLst>
                <a:path w="1141" h="2253" extrusionOk="0">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136"/>
            <p:cNvSpPr/>
            <p:nvPr/>
          </p:nvSpPr>
          <p:spPr>
            <a:xfrm>
              <a:off x="6060806" y="2651817"/>
              <a:ext cx="29658" cy="59029"/>
            </a:xfrm>
            <a:custGeom>
              <a:avLst/>
              <a:gdLst/>
              <a:ahLst/>
              <a:cxnLst/>
              <a:rect l="l" t="t" r="r" b="b"/>
              <a:pathLst>
                <a:path w="1132" h="2253" extrusionOk="0">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136"/>
            <p:cNvSpPr/>
            <p:nvPr/>
          </p:nvSpPr>
          <p:spPr>
            <a:xfrm>
              <a:off x="6034685" y="2565173"/>
              <a:ext cx="89945" cy="19860"/>
            </a:xfrm>
            <a:custGeom>
              <a:avLst/>
              <a:gdLst/>
              <a:ahLst/>
              <a:cxnLst/>
              <a:rect l="l" t="t" r="r" b="b"/>
              <a:pathLst>
                <a:path w="3433" h="758" extrusionOk="0">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136"/>
            <p:cNvSpPr/>
            <p:nvPr/>
          </p:nvSpPr>
          <p:spPr>
            <a:xfrm>
              <a:off x="6034685" y="2565173"/>
              <a:ext cx="17371" cy="19598"/>
            </a:xfrm>
            <a:custGeom>
              <a:avLst/>
              <a:gdLst/>
              <a:ahLst/>
              <a:cxnLst/>
              <a:rect l="l" t="t" r="r" b="b"/>
              <a:pathLst>
                <a:path w="663" h="748" extrusionOk="0">
                  <a:moveTo>
                    <a:pt x="1" y="0"/>
                  </a:moveTo>
                  <a:lnTo>
                    <a:pt x="1"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136"/>
            <p:cNvSpPr/>
            <p:nvPr/>
          </p:nvSpPr>
          <p:spPr>
            <a:xfrm>
              <a:off x="5892550" y="2436584"/>
              <a:ext cx="101735" cy="72364"/>
            </a:xfrm>
            <a:custGeom>
              <a:avLst/>
              <a:gdLst/>
              <a:ahLst/>
              <a:cxnLst/>
              <a:rect l="l" t="t" r="r" b="b"/>
              <a:pathLst>
                <a:path w="3883" h="2762" extrusionOk="0">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136"/>
            <p:cNvSpPr/>
            <p:nvPr/>
          </p:nvSpPr>
          <p:spPr>
            <a:xfrm>
              <a:off x="5976416" y="2436584"/>
              <a:ext cx="18130" cy="72364"/>
            </a:xfrm>
            <a:custGeom>
              <a:avLst/>
              <a:gdLst/>
              <a:ahLst/>
              <a:cxnLst/>
              <a:rect l="l" t="t" r="r" b="b"/>
              <a:pathLst>
                <a:path w="692" h="2762" extrusionOk="0">
                  <a:moveTo>
                    <a:pt x="1" y="1"/>
                  </a:moveTo>
                  <a:lnTo>
                    <a:pt x="1" y="2761"/>
                  </a:lnTo>
                  <a:lnTo>
                    <a:pt x="691" y="2761"/>
                  </a:lnTo>
                  <a:lnTo>
                    <a:pt x="691" y="451"/>
                  </a:lnTo>
                  <a:cubicBezTo>
                    <a:pt x="691" y="202"/>
                    <a:pt x="490" y="1"/>
                    <a:pt x="241"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136"/>
            <p:cNvSpPr/>
            <p:nvPr/>
          </p:nvSpPr>
          <p:spPr>
            <a:xfrm>
              <a:off x="5919405" y="2450706"/>
              <a:ext cx="48260" cy="44619"/>
            </a:xfrm>
            <a:custGeom>
              <a:avLst/>
              <a:gdLst/>
              <a:ahLst/>
              <a:cxnLst/>
              <a:rect l="l" t="t" r="r" b="b"/>
              <a:pathLst>
                <a:path w="1842" h="1703" extrusionOk="0">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4" name="Google Shape;12124;p136"/>
          <p:cNvGrpSpPr/>
          <p:nvPr/>
        </p:nvGrpSpPr>
        <p:grpSpPr>
          <a:xfrm>
            <a:off x="5323721" y="2437029"/>
            <a:ext cx="362922" cy="361219"/>
            <a:chOff x="5323721" y="2437029"/>
            <a:chExt cx="362922" cy="361219"/>
          </a:xfrm>
        </p:grpSpPr>
        <p:sp>
          <p:nvSpPr>
            <p:cNvPr id="12125" name="Google Shape;12125;p136"/>
            <p:cNvSpPr/>
            <p:nvPr/>
          </p:nvSpPr>
          <p:spPr>
            <a:xfrm>
              <a:off x="5611528" y="2437029"/>
              <a:ext cx="75115" cy="73989"/>
            </a:xfrm>
            <a:custGeom>
              <a:avLst/>
              <a:gdLst/>
              <a:ahLst/>
              <a:cxnLst/>
              <a:rect l="l" t="t" r="r" b="b"/>
              <a:pathLst>
                <a:path w="2867" h="2824" extrusionOk="0">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136"/>
            <p:cNvSpPr/>
            <p:nvPr/>
          </p:nvSpPr>
          <p:spPr>
            <a:xfrm>
              <a:off x="5323721" y="2714042"/>
              <a:ext cx="88346" cy="84207"/>
            </a:xfrm>
            <a:custGeom>
              <a:avLst/>
              <a:gdLst/>
              <a:ahLst/>
              <a:cxnLst/>
              <a:rect l="l" t="t" r="r" b="b"/>
              <a:pathLst>
                <a:path w="3372" h="3214" extrusionOk="0">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136"/>
            <p:cNvSpPr/>
            <p:nvPr/>
          </p:nvSpPr>
          <p:spPr>
            <a:xfrm>
              <a:off x="5395536" y="2683702"/>
              <a:ext cx="43728" cy="42601"/>
            </a:xfrm>
            <a:custGeom>
              <a:avLst/>
              <a:gdLst/>
              <a:ahLst/>
              <a:cxnLst/>
              <a:rect l="l" t="t" r="r" b="b"/>
              <a:pathLst>
                <a:path w="1669" h="1626" extrusionOk="0">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136"/>
            <p:cNvSpPr/>
            <p:nvPr/>
          </p:nvSpPr>
          <p:spPr>
            <a:xfrm>
              <a:off x="5413640" y="2504651"/>
              <a:ext cx="204936" cy="203155"/>
            </a:xfrm>
            <a:custGeom>
              <a:avLst/>
              <a:gdLst/>
              <a:ahLst/>
              <a:cxnLst/>
              <a:rect l="l" t="t" r="r" b="b"/>
              <a:pathLst>
                <a:path w="7822" h="7754" extrusionOk="0">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136"/>
            <p:cNvSpPr/>
            <p:nvPr/>
          </p:nvSpPr>
          <p:spPr>
            <a:xfrm>
              <a:off x="5417386" y="2554877"/>
              <a:ext cx="201190" cy="153191"/>
            </a:xfrm>
            <a:custGeom>
              <a:avLst/>
              <a:gdLst/>
              <a:ahLst/>
              <a:cxnLst/>
              <a:rect l="l" t="t" r="r" b="b"/>
              <a:pathLst>
                <a:path w="7679" h="5847" extrusionOk="0">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136"/>
            <p:cNvSpPr/>
            <p:nvPr/>
          </p:nvSpPr>
          <p:spPr>
            <a:xfrm>
              <a:off x="5413640" y="2579243"/>
              <a:ext cx="132362" cy="128563"/>
            </a:xfrm>
            <a:custGeom>
              <a:avLst/>
              <a:gdLst/>
              <a:ahLst/>
              <a:cxnLst/>
              <a:rect l="l" t="t" r="r" b="b"/>
              <a:pathLst>
                <a:path w="5052" h="4907" extrusionOk="0">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136"/>
            <p:cNvSpPr/>
            <p:nvPr/>
          </p:nvSpPr>
          <p:spPr>
            <a:xfrm>
              <a:off x="5417386" y="2632481"/>
              <a:ext cx="128616" cy="75325"/>
            </a:xfrm>
            <a:custGeom>
              <a:avLst/>
              <a:gdLst/>
              <a:ahLst/>
              <a:cxnLst/>
              <a:rect l="l" t="t" r="r" b="b"/>
              <a:pathLst>
                <a:path w="4909" h="2875" extrusionOk="0">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136"/>
            <p:cNvSpPr/>
            <p:nvPr/>
          </p:nvSpPr>
          <p:spPr>
            <a:xfrm>
              <a:off x="5540710" y="2480102"/>
              <a:ext cx="103228" cy="101342"/>
            </a:xfrm>
            <a:custGeom>
              <a:avLst/>
              <a:gdLst/>
              <a:ahLst/>
              <a:cxnLst/>
              <a:rect l="l" t="t" r="r" b="b"/>
              <a:pathLst>
                <a:path w="3940" h="3868" extrusionOk="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136"/>
            <p:cNvSpPr/>
            <p:nvPr/>
          </p:nvSpPr>
          <p:spPr>
            <a:xfrm>
              <a:off x="5619310" y="2557890"/>
              <a:ext cx="26750" cy="23213"/>
            </a:xfrm>
            <a:custGeom>
              <a:avLst/>
              <a:gdLst/>
              <a:ahLst/>
              <a:cxnLst/>
              <a:rect l="l" t="t" r="r" b="b"/>
              <a:pathLst>
                <a:path w="1021" h="886" extrusionOk="0">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136"/>
            <p:cNvSpPr/>
            <p:nvPr/>
          </p:nvSpPr>
          <p:spPr>
            <a:xfrm>
              <a:off x="5575608" y="2456181"/>
              <a:ext cx="91202" cy="91176"/>
            </a:xfrm>
            <a:custGeom>
              <a:avLst/>
              <a:gdLst/>
              <a:ahLst/>
              <a:cxnLst/>
              <a:rect l="l" t="t" r="r" b="b"/>
              <a:pathLst>
                <a:path w="3481" h="3480" extrusionOk="0">
                  <a:moveTo>
                    <a:pt x="1745" y="0"/>
                  </a:moveTo>
                  <a:lnTo>
                    <a:pt x="1" y="1745"/>
                  </a:lnTo>
                  <a:lnTo>
                    <a:pt x="1745" y="3480"/>
                  </a:lnTo>
                  <a:lnTo>
                    <a:pt x="3480" y="1745"/>
                  </a:lnTo>
                  <a:lnTo>
                    <a:pt x="1745" y="0"/>
                  </a:ln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136"/>
            <p:cNvSpPr/>
            <p:nvPr/>
          </p:nvSpPr>
          <p:spPr>
            <a:xfrm>
              <a:off x="5575608" y="2456181"/>
              <a:ext cx="91438" cy="91176"/>
            </a:xfrm>
            <a:custGeom>
              <a:avLst/>
              <a:gdLst/>
              <a:ahLst/>
              <a:cxnLst/>
              <a:rect l="l" t="t" r="r" b="b"/>
              <a:pathLst>
                <a:path w="3490" h="3480" extrusionOk="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136"/>
            <p:cNvSpPr/>
            <p:nvPr/>
          </p:nvSpPr>
          <p:spPr>
            <a:xfrm>
              <a:off x="5523680" y="2521865"/>
              <a:ext cx="29868" cy="27012"/>
            </a:xfrm>
            <a:custGeom>
              <a:avLst/>
              <a:gdLst/>
              <a:ahLst/>
              <a:cxnLst/>
              <a:rect l="l" t="t" r="r" b="b"/>
              <a:pathLst>
                <a:path w="1140" h="1031" extrusionOk="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136"/>
            <p:cNvSpPr/>
            <p:nvPr/>
          </p:nvSpPr>
          <p:spPr>
            <a:xfrm>
              <a:off x="5505366" y="2541358"/>
              <a:ext cx="29344" cy="26593"/>
            </a:xfrm>
            <a:custGeom>
              <a:avLst/>
              <a:gdLst/>
              <a:ahLst/>
              <a:cxnLst/>
              <a:rect l="l" t="t" r="r" b="b"/>
              <a:pathLst>
                <a:path w="1120" h="1015" extrusionOk="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136"/>
            <p:cNvSpPr/>
            <p:nvPr/>
          </p:nvSpPr>
          <p:spPr>
            <a:xfrm>
              <a:off x="5486266" y="2560222"/>
              <a:ext cx="43675" cy="40898"/>
            </a:xfrm>
            <a:custGeom>
              <a:avLst/>
              <a:gdLst/>
              <a:ahLst/>
              <a:cxnLst/>
              <a:rect l="l" t="t" r="r" b="b"/>
              <a:pathLst>
                <a:path w="1667" h="1561" extrusionOk="0">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136"/>
            <p:cNvSpPr/>
            <p:nvPr/>
          </p:nvSpPr>
          <p:spPr>
            <a:xfrm>
              <a:off x="5467376" y="2579295"/>
              <a:ext cx="29161" cy="26593"/>
            </a:xfrm>
            <a:custGeom>
              <a:avLst/>
              <a:gdLst/>
              <a:ahLst/>
              <a:cxnLst/>
              <a:rect l="l" t="t" r="r" b="b"/>
              <a:pathLst>
                <a:path w="1113" h="1015" extrusionOk="0">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136"/>
            <p:cNvSpPr/>
            <p:nvPr/>
          </p:nvSpPr>
          <p:spPr>
            <a:xfrm>
              <a:off x="5448381" y="2598264"/>
              <a:ext cx="29318" cy="26698"/>
            </a:xfrm>
            <a:custGeom>
              <a:avLst/>
              <a:gdLst/>
              <a:ahLst/>
              <a:cxnLst/>
              <a:rect l="l" t="t" r="r" b="b"/>
              <a:pathLst>
                <a:path w="1119" h="1019" extrusionOk="0">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136"/>
            <p:cNvSpPr/>
            <p:nvPr/>
          </p:nvSpPr>
          <p:spPr>
            <a:xfrm>
              <a:off x="5429491" y="2617364"/>
              <a:ext cx="43440" cy="40741"/>
            </a:xfrm>
            <a:custGeom>
              <a:avLst/>
              <a:gdLst/>
              <a:ahLst/>
              <a:cxnLst/>
              <a:rect l="l" t="t" r="r" b="b"/>
              <a:pathLst>
                <a:path w="1658" h="1555" extrusionOk="0">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2" name="Google Shape;12142;p136"/>
          <p:cNvGrpSpPr/>
          <p:nvPr/>
        </p:nvGrpSpPr>
        <p:grpSpPr>
          <a:xfrm>
            <a:off x="4875937" y="2468731"/>
            <a:ext cx="407122" cy="315448"/>
            <a:chOff x="4875937" y="2468731"/>
            <a:chExt cx="407122" cy="315448"/>
          </a:xfrm>
        </p:grpSpPr>
        <p:sp>
          <p:nvSpPr>
            <p:cNvPr id="12143" name="Google Shape;12143;p136"/>
            <p:cNvSpPr/>
            <p:nvPr/>
          </p:nvSpPr>
          <p:spPr>
            <a:xfrm>
              <a:off x="4876199" y="2482801"/>
              <a:ext cx="223041" cy="247380"/>
            </a:xfrm>
            <a:custGeom>
              <a:avLst/>
              <a:gdLst/>
              <a:ahLst/>
              <a:cxnLst/>
              <a:rect l="l" t="t" r="r" b="b"/>
              <a:pathLst>
                <a:path w="8513" h="9442" extrusionOk="0">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136"/>
            <p:cNvSpPr/>
            <p:nvPr/>
          </p:nvSpPr>
          <p:spPr>
            <a:xfrm>
              <a:off x="5044456" y="2482801"/>
              <a:ext cx="54784" cy="247642"/>
            </a:xfrm>
            <a:custGeom>
              <a:avLst/>
              <a:gdLst/>
              <a:ahLst/>
              <a:cxnLst/>
              <a:rect l="l" t="t" r="r" b="b"/>
              <a:pathLst>
                <a:path w="2091" h="9452" extrusionOk="0">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136"/>
            <p:cNvSpPr/>
            <p:nvPr/>
          </p:nvSpPr>
          <p:spPr>
            <a:xfrm>
              <a:off x="5099214" y="2530249"/>
              <a:ext cx="183845" cy="200194"/>
            </a:xfrm>
            <a:custGeom>
              <a:avLst/>
              <a:gdLst/>
              <a:ahLst/>
              <a:cxnLst/>
              <a:rect l="l" t="t" r="r" b="b"/>
              <a:pathLst>
                <a:path w="7017" h="7641" extrusionOk="0">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136"/>
            <p:cNvSpPr/>
            <p:nvPr/>
          </p:nvSpPr>
          <p:spPr>
            <a:xfrm>
              <a:off x="5169770" y="2530249"/>
              <a:ext cx="113289" cy="200194"/>
            </a:xfrm>
            <a:custGeom>
              <a:avLst/>
              <a:gdLst/>
              <a:ahLst/>
              <a:cxnLst/>
              <a:rect l="l" t="t" r="r" b="b"/>
              <a:pathLst>
                <a:path w="4324" h="7641" extrusionOk="0">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136"/>
            <p:cNvSpPr/>
            <p:nvPr/>
          </p:nvSpPr>
          <p:spPr>
            <a:xfrm>
              <a:off x="5141396" y="2560405"/>
              <a:ext cx="75115" cy="69849"/>
            </a:xfrm>
            <a:custGeom>
              <a:avLst/>
              <a:gdLst/>
              <a:ahLst/>
              <a:cxnLst/>
              <a:rect l="l" t="t" r="r" b="b"/>
              <a:pathLst>
                <a:path w="2867" h="2666" extrusionOk="0">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136"/>
            <p:cNvSpPr/>
            <p:nvPr/>
          </p:nvSpPr>
          <p:spPr>
            <a:xfrm>
              <a:off x="5128846" y="2512669"/>
              <a:ext cx="62042" cy="17606"/>
            </a:xfrm>
            <a:custGeom>
              <a:avLst/>
              <a:gdLst/>
              <a:ahLst/>
              <a:cxnLst/>
              <a:rect l="l" t="t" r="r" b="b"/>
              <a:pathLst>
                <a:path w="2368" h="672" extrusionOk="0">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136"/>
            <p:cNvSpPr/>
            <p:nvPr/>
          </p:nvSpPr>
          <p:spPr>
            <a:xfrm>
              <a:off x="5135867" y="2468731"/>
              <a:ext cx="47998" cy="43728"/>
            </a:xfrm>
            <a:custGeom>
              <a:avLst/>
              <a:gdLst/>
              <a:ahLst/>
              <a:cxnLst/>
              <a:rect l="l" t="t" r="r" b="b"/>
              <a:pathLst>
                <a:path w="1832" h="1669" extrusionOk="0">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136"/>
            <p:cNvSpPr/>
            <p:nvPr/>
          </p:nvSpPr>
          <p:spPr>
            <a:xfrm>
              <a:off x="5150697" y="2468731"/>
              <a:ext cx="33405" cy="43728"/>
            </a:xfrm>
            <a:custGeom>
              <a:avLst/>
              <a:gdLst/>
              <a:ahLst/>
              <a:cxnLst/>
              <a:rect l="l" t="t" r="r" b="b"/>
              <a:pathLst>
                <a:path w="1275" h="1669" extrusionOk="0">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136"/>
            <p:cNvSpPr/>
            <p:nvPr/>
          </p:nvSpPr>
          <p:spPr>
            <a:xfrm>
              <a:off x="4924905" y="2690488"/>
              <a:ext cx="109778" cy="93691"/>
            </a:xfrm>
            <a:custGeom>
              <a:avLst/>
              <a:gdLst/>
              <a:ahLst/>
              <a:cxnLst/>
              <a:rect l="l" t="t" r="r" b="b"/>
              <a:pathLst>
                <a:path w="4190" h="3576" extrusionOk="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136"/>
            <p:cNvSpPr/>
            <p:nvPr/>
          </p:nvSpPr>
          <p:spPr>
            <a:xfrm>
              <a:off x="4949533" y="2697772"/>
              <a:ext cx="93691" cy="86303"/>
            </a:xfrm>
            <a:custGeom>
              <a:avLst/>
              <a:gdLst/>
              <a:ahLst/>
              <a:cxnLst/>
              <a:rect l="l" t="t" r="r" b="b"/>
              <a:pathLst>
                <a:path w="3576" h="3294" extrusionOk="0">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136"/>
            <p:cNvSpPr/>
            <p:nvPr/>
          </p:nvSpPr>
          <p:spPr>
            <a:xfrm>
              <a:off x="4961087" y="2717605"/>
              <a:ext cx="46479" cy="39824"/>
            </a:xfrm>
            <a:custGeom>
              <a:avLst/>
              <a:gdLst/>
              <a:ahLst/>
              <a:cxnLst/>
              <a:rect l="l" t="t" r="r" b="b"/>
              <a:pathLst>
                <a:path w="1774" h="1520" extrusionOk="0">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136"/>
            <p:cNvSpPr/>
            <p:nvPr/>
          </p:nvSpPr>
          <p:spPr>
            <a:xfrm>
              <a:off x="5121300" y="2690488"/>
              <a:ext cx="109516" cy="93691"/>
            </a:xfrm>
            <a:custGeom>
              <a:avLst/>
              <a:gdLst/>
              <a:ahLst/>
              <a:cxnLst/>
              <a:rect l="l" t="t" r="r" b="b"/>
              <a:pathLst>
                <a:path w="4180" h="3576" extrusionOk="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136"/>
            <p:cNvSpPr/>
            <p:nvPr/>
          </p:nvSpPr>
          <p:spPr>
            <a:xfrm>
              <a:off x="5144409" y="2697772"/>
              <a:ext cx="93691" cy="86303"/>
            </a:xfrm>
            <a:custGeom>
              <a:avLst/>
              <a:gdLst/>
              <a:ahLst/>
              <a:cxnLst/>
              <a:rect l="l" t="t" r="r" b="b"/>
              <a:pathLst>
                <a:path w="3576" h="3294" extrusionOk="0">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136"/>
            <p:cNvSpPr/>
            <p:nvPr/>
          </p:nvSpPr>
          <p:spPr>
            <a:xfrm>
              <a:off x="5157220" y="2717605"/>
              <a:ext cx="46741" cy="39824"/>
            </a:xfrm>
            <a:custGeom>
              <a:avLst/>
              <a:gdLst/>
              <a:ahLst/>
              <a:cxnLst/>
              <a:rect l="l" t="t" r="r" b="b"/>
              <a:pathLst>
                <a:path w="1784" h="1520" extrusionOk="0">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136"/>
            <p:cNvSpPr/>
            <p:nvPr/>
          </p:nvSpPr>
          <p:spPr>
            <a:xfrm>
              <a:off x="4936223" y="2525245"/>
              <a:ext cx="102730" cy="102494"/>
            </a:xfrm>
            <a:custGeom>
              <a:avLst/>
              <a:gdLst/>
              <a:ahLst/>
              <a:cxnLst/>
              <a:rect l="l" t="t" r="r" b="b"/>
              <a:pathLst>
                <a:path w="3921" h="3912" extrusionOk="0">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136"/>
            <p:cNvSpPr/>
            <p:nvPr/>
          </p:nvSpPr>
          <p:spPr>
            <a:xfrm>
              <a:off x="5098952" y="2670890"/>
              <a:ext cx="183872" cy="59815"/>
            </a:xfrm>
            <a:custGeom>
              <a:avLst/>
              <a:gdLst/>
              <a:ahLst/>
              <a:cxnLst/>
              <a:rect l="l" t="t" r="r" b="b"/>
              <a:pathLst>
                <a:path w="7018" h="2283" extrusionOk="0">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136"/>
            <p:cNvSpPr/>
            <p:nvPr/>
          </p:nvSpPr>
          <p:spPr>
            <a:xfrm>
              <a:off x="5233069" y="2670890"/>
              <a:ext cx="49990" cy="59553"/>
            </a:xfrm>
            <a:custGeom>
              <a:avLst/>
              <a:gdLst/>
              <a:ahLst/>
              <a:cxnLst/>
              <a:rect l="l" t="t" r="r" b="b"/>
              <a:pathLst>
                <a:path w="1908" h="2273" extrusionOk="0">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136"/>
            <p:cNvSpPr/>
            <p:nvPr/>
          </p:nvSpPr>
          <p:spPr>
            <a:xfrm>
              <a:off x="4875937" y="2670655"/>
              <a:ext cx="223303" cy="59788"/>
            </a:xfrm>
            <a:custGeom>
              <a:avLst/>
              <a:gdLst/>
              <a:ahLst/>
              <a:cxnLst/>
              <a:rect l="l" t="t" r="r" b="b"/>
              <a:pathLst>
                <a:path w="8523" h="2282" extrusionOk="0">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136"/>
            <p:cNvSpPr/>
            <p:nvPr/>
          </p:nvSpPr>
          <p:spPr>
            <a:xfrm>
              <a:off x="5063529" y="2670890"/>
              <a:ext cx="35711" cy="59815"/>
            </a:xfrm>
            <a:custGeom>
              <a:avLst/>
              <a:gdLst/>
              <a:ahLst/>
              <a:cxnLst/>
              <a:rect l="l" t="t" r="r" b="b"/>
              <a:pathLst>
                <a:path w="1363" h="2283" extrusionOk="0">
                  <a:moveTo>
                    <a:pt x="1" y="1"/>
                  </a:moveTo>
                  <a:lnTo>
                    <a:pt x="1" y="2282"/>
                  </a:lnTo>
                  <a:lnTo>
                    <a:pt x="1362" y="2282"/>
                  </a:lnTo>
                  <a:lnTo>
                    <a:pt x="1362"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2" name="Google Shape;12162;p136"/>
          <p:cNvGrpSpPr/>
          <p:nvPr/>
        </p:nvGrpSpPr>
        <p:grpSpPr>
          <a:xfrm>
            <a:off x="4893282" y="3804774"/>
            <a:ext cx="242114" cy="362163"/>
            <a:chOff x="4893282" y="3804774"/>
            <a:chExt cx="242114" cy="362163"/>
          </a:xfrm>
        </p:grpSpPr>
        <p:sp>
          <p:nvSpPr>
            <p:cNvPr id="12163" name="Google Shape;12163;p136"/>
            <p:cNvSpPr/>
            <p:nvPr/>
          </p:nvSpPr>
          <p:spPr>
            <a:xfrm>
              <a:off x="4893517" y="3804774"/>
              <a:ext cx="241878" cy="361927"/>
            </a:xfrm>
            <a:custGeom>
              <a:avLst/>
              <a:gdLst/>
              <a:ahLst/>
              <a:cxnLst/>
              <a:rect l="l" t="t" r="r" b="b"/>
              <a:pathLst>
                <a:path w="9232" h="13814" extrusionOk="0">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136"/>
            <p:cNvSpPr/>
            <p:nvPr/>
          </p:nvSpPr>
          <p:spPr>
            <a:xfrm>
              <a:off x="4893282" y="3804774"/>
              <a:ext cx="242114" cy="362163"/>
            </a:xfrm>
            <a:custGeom>
              <a:avLst/>
              <a:gdLst/>
              <a:ahLst/>
              <a:cxnLst/>
              <a:rect l="l" t="t" r="r" b="b"/>
              <a:pathLst>
                <a:path w="9241" h="13823" extrusionOk="0">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136"/>
            <p:cNvSpPr/>
            <p:nvPr/>
          </p:nvSpPr>
          <p:spPr>
            <a:xfrm>
              <a:off x="4917124" y="3834668"/>
              <a:ext cx="83159" cy="71264"/>
            </a:xfrm>
            <a:custGeom>
              <a:avLst/>
              <a:gdLst/>
              <a:ahLst/>
              <a:cxnLst/>
              <a:rect l="l" t="t" r="r" b="b"/>
              <a:pathLst>
                <a:path w="3174" h="2720" extrusionOk="0">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136"/>
            <p:cNvSpPr/>
            <p:nvPr/>
          </p:nvSpPr>
          <p:spPr>
            <a:xfrm>
              <a:off x="4957812" y="3834668"/>
              <a:ext cx="42470" cy="71343"/>
            </a:xfrm>
            <a:custGeom>
              <a:avLst/>
              <a:gdLst/>
              <a:ahLst/>
              <a:cxnLst/>
              <a:rect l="l" t="t" r="r" b="b"/>
              <a:pathLst>
                <a:path w="1621" h="2723" extrusionOk="0">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136"/>
            <p:cNvSpPr/>
            <p:nvPr/>
          </p:nvSpPr>
          <p:spPr>
            <a:xfrm>
              <a:off x="4935961" y="3841454"/>
              <a:ext cx="57535" cy="57535"/>
            </a:xfrm>
            <a:custGeom>
              <a:avLst/>
              <a:gdLst/>
              <a:ahLst/>
              <a:cxnLst/>
              <a:rect l="l" t="t" r="r" b="b"/>
              <a:pathLst>
                <a:path w="2196" h="2196" extrusionOk="0">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136"/>
            <p:cNvSpPr/>
            <p:nvPr/>
          </p:nvSpPr>
          <p:spPr>
            <a:xfrm>
              <a:off x="4979401" y="3841690"/>
              <a:ext cx="14358" cy="16611"/>
            </a:xfrm>
            <a:custGeom>
              <a:avLst/>
              <a:gdLst/>
              <a:ahLst/>
              <a:cxnLst/>
              <a:rect l="l" t="t" r="r" b="b"/>
              <a:pathLst>
                <a:path w="548" h="634" extrusionOk="0">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136"/>
            <p:cNvSpPr/>
            <p:nvPr/>
          </p:nvSpPr>
          <p:spPr>
            <a:xfrm>
              <a:off x="5016317" y="3834668"/>
              <a:ext cx="83421" cy="71264"/>
            </a:xfrm>
            <a:custGeom>
              <a:avLst/>
              <a:gdLst/>
              <a:ahLst/>
              <a:cxnLst/>
              <a:rect l="l" t="t" r="r" b="b"/>
              <a:pathLst>
                <a:path w="3184" h="2720" extrusionOk="0">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136"/>
            <p:cNvSpPr/>
            <p:nvPr/>
          </p:nvSpPr>
          <p:spPr>
            <a:xfrm>
              <a:off x="5057267" y="3834668"/>
              <a:ext cx="42470" cy="71343"/>
            </a:xfrm>
            <a:custGeom>
              <a:avLst/>
              <a:gdLst/>
              <a:ahLst/>
              <a:cxnLst/>
              <a:rect l="l" t="t" r="r" b="b"/>
              <a:pathLst>
                <a:path w="1621" h="2723" extrusionOk="0">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136"/>
            <p:cNvSpPr/>
            <p:nvPr/>
          </p:nvSpPr>
          <p:spPr>
            <a:xfrm>
              <a:off x="5035155" y="3841454"/>
              <a:ext cx="57535" cy="57535"/>
            </a:xfrm>
            <a:custGeom>
              <a:avLst/>
              <a:gdLst/>
              <a:ahLst/>
              <a:cxnLst/>
              <a:rect l="l" t="t" r="r" b="b"/>
              <a:pathLst>
                <a:path w="2196" h="2196" extrusionOk="0">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136"/>
            <p:cNvSpPr/>
            <p:nvPr/>
          </p:nvSpPr>
          <p:spPr>
            <a:xfrm>
              <a:off x="5078620" y="3841690"/>
              <a:ext cx="14593" cy="16611"/>
            </a:xfrm>
            <a:custGeom>
              <a:avLst/>
              <a:gdLst/>
              <a:ahLst/>
              <a:cxnLst/>
              <a:rect l="l" t="t" r="r" b="b"/>
              <a:pathLst>
                <a:path w="557" h="634" extrusionOk="0">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136"/>
            <p:cNvSpPr/>
            <p:nvPr/>
          </p:nvSpPr>
          <p:spPr>
            <a:xfrm>
              <a:off x="4917124" y="3947669"/>
              <a:ext cx="83159" cy="71264"/>
            </a:xfrm>
            <a:custGeom>
              <a:avLst/>
              <a:gdLst/>
              <a:ahLst/>
              <a:cxnLst/>
              <a:rect l="l" t="t" r="r" b="b"/>
              <a:pathLst>
                <a:path w="3174" h="2720" extrusionOk="0">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136"/>
            <p:cNvSpPr/>
            <p:nvPr/>
          </p:nvSpPr>
          <p:spPr>
            <a:xfrm>
              <a:off x="4957812" y="3947433"/>
              <a:ext cx="42470" cy="71578"/>
            </a:xfrm>
            <a:custGeom>
              <a:avLst/>
              <a:gdLst/>
              <a:ahLst/>
              <a:cxnLst/>
              <a:rect l="l" t="t" r="r" b="b"/>
              <a:pathLst>
                <a:path w="1621" h="2732" extrusionOk="0">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136"/>
            <p:cNvSpPr/>
            <p:nvPr/>
          </p:nvSpPr>
          <p:spPr>
            <a:xfrm>
              <a:off x="4935961" y="3954455"/>
              <a:ext cx="57535" cy="57535"/>
            </a:xfrm>
            <a:custGeom>
              <a:avLst/>
              <a:gdLst/>
              <a:ahLst/>
              <a:cxnLst/>
              <a:rect l="l" t="t" r="r" b="b"/>
              <a:pathLst>
                <a:path w="2196" h="2196" extrusionOk="0">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136"/>
            <p:cNvSpPr/>
            <p:nvPr/>
          </p:nvSpPr>
          <p:spPr>
            <a:xfrm>
              <a:off x="4979401" y="3954717"/>
              <a:ext cx="14358" cy="16585"/>
            </a:xfrm>
            <a:custGeom>
              <a:avLst/>
              <a:gdLst/>
              <a:ahLst/>
              <a:cxnLst/>
              <a:rect l="l" t="t" r="r" b="b"/>
              <a:pathLst>
                <a:path w="548" h="633" extrusionOk="0">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136"/>
            <p:cNvSpPr/>
            <p:nvPr/>
          </p:nvSpPr>
          <p:spPr>
            <a:xfrm>
              <a:off x="5016317" y="3947669"/>
              <a:ext cx="83421" cy="71264"/>
            </a:xfrm>
            <a:custGeom>
              <a:avLst/>
              <a:gdLst/>
              <a:ahLst/>
              <a:cxnLst/>
              <a:rect l="l" t="t" r="r" b="b"/>
              <a:pathLst>
                <a:path w="3184" h="2720" extrusionOk="0">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136"/>
            <p:cNvSpPr/>
            <p:nvPr/>
          </p:nvSpPr>
          <p:spPr>
            <a:xfrm>
              <a:off x="5057267" y="3947433"/>
              <a:ext cx="42470" cy="71578"/>
            </a:xfrm>
            <a:custGeom>
              <a:avLst/>
              <a:gdLst/>
              <a:ahLst/>
              <a:cxnLst/>
              <a:rect l="l" t="t" r="r" b="b"/>
              <a:pathLst>
                <a:path w="1621" h="2732" extrusionOk="0">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136"/>
            <p:cNvSpPr/>
            <p:nvPr/>
          </p:nvSpPr>
          <p:spPr>
            <a:xfrm>
              <a:off x="5035155" y="3954455"/>
              <a:ext cx="57535" cy="57535"/>
            </a:xfrm>
            <a:custGeom>
              <a:avLst/>
              <a:gdLst/>
              <a:ahLst/>
              <a:cxnLst/>
              <a:rect l="l" t="t" r="r" b="b"/>
              <a:pathLst>
                <a:path w="2196" h="2196" extrusionOk="0">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136"/>
            <p:cNvSpPr/>
            <p:nvPr/>
          </p:nvSpPr>
          <p:spPr>
            <a:xfrm>
              <a:off x="5078620" y="3954717"/>
              <a:ext cx="14593" cy="16585"/>
            </a:xfrm>
            <a:custGeom>
              <a:avLst/>
              <a:gdLst/>
              <a:ahLst/>
              <a:cxnLst/>
              <a:rect l="l" t="t" r="r" b="b"/>
              <a:pathLst>
                <a:path w="557" h="633" extrusionOk="0">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136"/>
            <p:cNvSpPr/>
            <p:nvPr/>
          </p:nvSpPr>
          <p:spPr>
            <a:xfrm>
              <a:off x="4917124" y="4060434"/>
              <a:ext cx="83159" cy="71264"/>
            </a:xfrm>
            <a:custGeom>
              <a:avLst/>
              <a:gdLst/>
              <a:ahLst/>
              <a:cxnLst/>
              <a:rect l="l" t="t" r="r" b="b"/>
              <a:pathLst>
                <a:path w="3174" h="2720" extrusionOk="0">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136"/>
            <p:cNvSpPr/>
            <p:nvPr/>
          </p:nvSpPr>
          <p:spPr>
            <a:xfrm>
              <a:off x="4957812" y="4060434"/>
              <a:ext cx="42470" cy="71343"/>
            </a:xfrm>
            <a:custGeom>
              <a:avLst/>
              <a:gdLst/>
              <a:ahLst/>
              <a:cxnLst/>
              <a:rect l="l" t="t" r="r" b="b"/>
              <a:pathLst>
                <a:path w="1621" h="2723" extrusionOk="0">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136"/>
            <p:cNvSpPr/>
            <p:nvPr/>
          </p:nvSpPr>
          <p:spPr>
            <a:xfrm>
              <a:off x="4935961" y="4067219"/>
              <a:ext cx="57535" cy="57535"/>
            </a:xfrm>
            <a:custGeom>
              <a:avLst/>
              <a:gdLst/>
              <a:ahLst/>
              <a:cxnLst/>
              <a:rect l="l" t="t" r="r" b="b"/>
              <a:pathLst>
                <a:path w="2196" h="2196" extrusionOk="0">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136"/>
            <p:cNvSpPr/>
            <p:nvPr/>
          </p:nvSpPr>
          <p:spPr>
            <a:xfrm>
              <a:off x="4979401" y="4067455"/>
              <a:ext cx="14358" cy="16611"/>
            </a:xfrm>
            <a:custGeom>
              <a:avLst/>
              <a:gdLst/>
              <a:ahLst/>
              <a:cxnLst/>
              <a:rect l="l" t="t" r="r" b="b"/>
              <a:pathLst>
                <a:path w="548" h="634" extrusionOk="0">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136"/>
            <p:cNvSpPr/>
            <p:nvPr/>
          </p:nvSpPr>
          <p:spPr>
            <a:xfrm>
              <a:off x="5016317" y="4060434"/>
              <a:ext cx="83421" cy="71264"/>
            </a:xfrm>
            <a:custGeom>
              <a:avLst/>
              <a:gdLst/>
              <a:ahLst/>
              <a:cxnLst/>
              <a:rect l="l" t="t" r="r" b="b"/>
              <a:pathLst>
                <a:path w="3184" h="2720" extrusionOk="0">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136"/>
            <p:cNvSpPr/>
            <p:nvPr/>
          </p:nvSpPr>
          <p:spPr>
            <a:xfrm>
              <a:off x="5057267" y="4060434"/>
              <a:ext cx="42470" cy="71343"/>
            </a:xfrm>
            <a:custGeom>
              <a:avLst/>
              <a:gdLst/>
              <a:ahLst/>
              <a:cxnLst/>
              <a:rect l="l" t="t" r="r" b="b"/>
              <a:pathLst>
                <a:path w="1621" h="2723" extrusionOk="0">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136"/>
            <p:cNvSpPr/>
            <p:nvPr/>
          </p:nvSpPr>
          <p:spPr>
            <a:xfrm>
              <a:off x="5035155" y="4067219"/>
              <a:ext cx="57535" cy="57535"/>
            </a:xfrm>
            <a:custGeom>
              <a:avLst/>
              <a:gdLst/>
              <a:ahLst/>
              <a:cxnLst/>
              <a:rect l="l" t="t" r="r" b="b"/>
              <a:pathLst>
                <a:path w="2196" h="2196" extrusionOk="0">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136"/>
            <p:cNvSpPr/>
            <p:nvPr/>
          </p:nvSpPr>
          <p:spPr>
            <a:xfrm>
              <a:off x="5078620" y="4067455"/>
              <a:ext cx="14593" cy="16611"/>
            </a:xfrm>
            <a:custGeom>
              <a:avLst/>
              <a:gdLst/>
              <a:ahLst/>
              <a:cxnLst/>
              <a:rect l="l" t="t" r="r" b="b"/>
              <a:pathLst>
                <a:path w="557" h="634" extrusionOk="0">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9" name="Google Shape;12189;p136"/>
          <p:cNvGrpSpPr/>
          <p:nvPr/>
        </p:nvGrpSpPr>
        <p:grpSpPr>
          <a:xfrm>
            <a:off x="6248162" y="3804774"/>
            <a:ext cx="231058" cy="362425"/>
            <a:chOff x="6248162" y="3804774"/>
            <a:chExt cx="231058" cy="362425"/>
          </a:xfrm>
        </p:grpSpPr>
        <p:sp>
          <p:nvSpPr>
            <p:cNvPr id="12190" name="Google Shape;12190;p136"/>
            <p:cNvSpPr/>
            <p:nvPr/>
          </p:nvSpPr>
          <p:spPr>
            <a:xfrm>
              <a:off x="6248162" y="3845646"/>
              <a:ext cx="231058" cy="321553"/>
            </a:xfrm>
            <a:custGeom>
              <a:avLst/>
              <a:gdLst/>
              <a:ahLst/>
              <a:cxnLst/>
              <a:rect l="l" t="t" r="r" b="b"/>
              <a:pathLst>
                <a:path w="8819" h="12273" extrusionOk="0">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136"/>
            <p:cNvSpPr/>
            <p:nvPr/>
          </p:nvSpPr>
          <p:spPr>
            <a:xfrm>
              <a:off x="6316963" y="3845463"/>
              <a:ext cx="162257" cy="256157"/>
            </a:xfrm>
            <a:custGeom>
              <a:avLst/>
              <a:gdLst/>
              <a:ahLst/>
              <a:cxnLst/>
              <a:rect l="l" t="t" r="r" b="b"/>
              <a:pathLst>
                <a:path w="6193" h="9777" extrusionOk="0">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136"/>
            <p:cNvSpPr/>
            <p:nvPr/>
          </p:nvSpPr>
          <p:spPr>
            <a:xfrm>
              <a:off x="6256939" y="3804774"/>
              <a:ext cx="61046" cy="102232"/>
            </a:xfrm>
            <a:custGeom>
              <a:avLst/>
              <a:gdLst/>
              <a:ahLst/>
              <a:cxnLst/>
              <a:rect l="l" t="t" r="r" b="b"/>
              <a:pathLst>
                <a:path w="2330" h="3902" extrusionOk="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136"/>
            <p:cNvSpPr/>
            <p:nvPr/>
          </p:nvSpPr>
          <p:spPr>
            <a:xfrm>
              <a:off x="6288589" y="3870562"/>
              <a:ext cx="29396" cy="36706"/>
            </a:xfrm>
            <a:custGeom>
              <a:avLst/>
              <a:gdLst/>
              <a:ahLst/>
              <a:cxnLst/>
              <a:rect l="l" t="t" r="r" b="b"/>
              <a:pathLst>
                <a:path w="1122" h="1401" extrusionOk="0">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4" name="Google Shape;12194;p136"/>
          <p:cNvGrpSpPr/>
          <p:nvPr/>
        </p:nvGrpSpPr>
        <p:grpSpPr>
          <a:xfrm>
            <a:off x="5346568" y="3804774"/>
            <a:ext cx="233337" cy="362163"/>
            <a:chOff x="5346568" y="3804774"/>
            <a:chExt cx="233337" cy="362163"/>
          </a:xfrm>
        </p:grpSpPr>
        <p:sp>
          <p:nvSpPr>
            <p:cNvPr id="12195" name="Google Shape;12195;p136"/>
            <p:cNvSpPr/>
            <p:nvPr/>
          </p:nvSpPr>
          <p:spPr>
            <a:xfrm>
              <a:off x="5346568" y="3804774"/>
              <a:ext cx="233337" cy="264463"/>
            </a:xfrm>
            <a:custGeom>
              <a:avLst/>
              <a:gdLst/>
              <a:ahLst/>
              <a:cxnLst/>
              <a:rect l="l" t="t" r="r" b="b"/>
              <a:pathLst>
                <a:path w="8906" h="10094" extrusionOk="0">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136"/>
            <p:cNvSpPr/>
            <p:nvPr/>
          </p:nvSpPr>
          <p:spPr>
            <a:xfrm>
              <a:off x="5494231" y="3804774"/>
              <a:ext cx="85674" cy="264463"/>
            </a:xfrm>
            <a:custGeom>
              <a:avLst/>
              <a:gdLst/>
              <a:ahLst/>
              <a:cxnLst/>
              <a:rect l="l" t="t" r="r" b="b"/>
              <a:pathLst>
                <a:path w="3270" h="10094" extrusionOk="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136"/>
            <p:cNvSpPr/>
            <p:nvPr/>
          </p:nvSpPr>
          <p:spPr>
            <a:xfrm>
              <a:off x="5398811" y="3829900"/>
              <a:ext cx="129114" cy="110014"/>
            </a:xfrm>
            <a:custGeom>
              <a:avLst/>
              <a:gdLst/>
              <a:ahLst/>
              <a:cxnLst/>
              <a:rect l="l" t="t" r="r" b="b"/>
              <a:pathLst>
                <a:path w="4928" h="4199" extrusionOk="0">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136"/>
            <p:cNvSpPr/>
            <p:nvPr/>
          </p:nvSpPr>
          <p:spPr>
            <a:xfrm>
              <a:off x="5398811" y="3840930"/>
              <a:ext cx="129114" cy="98984"/>
            </a:xfrm>
            <a:custGeom>
              <a:avLst/>
              <a:gdLst/>
              <a:ahLst/>
              <a:cxnLst/>
              <a:rect l="l" t="t" r="r" b="b"/>
              <a:pathLst>
                <a:path w="4928" h="3778" extrusionOk="0">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136"/>
            <p:cNvSpPr/>
            <p:nvPr/>
          </p:nvSpPr>
          <p:spPr>
            <a:xfrm>
              <a:off x="5438477" y="4034076"/>
              <a:ext cx="50016" cy="132860"/>
            </a:xfrm>
            <a:custGeom>
              <a:avLst/>
              <a:gdLst/>
              <a:ahLst/>
              <a:cxnLst/>
              <a:rect l="l" t="t" r="r" b="b"/>
              <a:pathLst>
                <a:path w="1909" h="5071" extrusionOk="0">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136"/>
            <p:cNvSpPr/>
            <p:nvPr/>
          </p:nvSpPr>
          <p:spPr>
            <a:xfrm>
              <a:off x="5471647" y="4034076"/>
              <a:ext cx="16847" cy="132860"/>
            </a:xfrm>
            <a:custGeom>
              <a:avLst/>
              <a:gdLst/>
              <a:ahLst/>
              <a:cxnLst/>
              <a:rect l="l" t="t" r="r" b="b"/>
              <a:pathLst>
                <a:path w="643" h="5071" extrusionOk="0">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136"/>
            <p:cNvSpPr/>
            <p:nvPr/>
          </p:nvSpPr>
          <p:spPr>
            <a:xfrm>
              <a:off x="5369938" y="3977799"/>
              <a:ext cx="35920" cy="27667"/>
            </a:xfrm>
            <a:custGeom>
              <a:avLst/>
              <a:gdLst/>
              <a:ahLst/>
              <a:cxnLst/>
              <a:rect l="l" t="t" r="r" b="b"/>
              <a:pathLst>
                <a:path w="1371" h="1056" extrusionOk="0">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136"/>
            <p:cNvSpPr/>
            <p:nvPr/>
          </p:nvSpPr>
          <p:spPr>
            <a:xfrm>
              <a:off x="5370174" y="3985344"/>
              <a:ext cx="36208" cy="20122"/>
            </a:xfrm>
            <a:custGeom>
              <a:avLst/>
              <a:gdLst/>
              <a:ahLst/>
              <a:cxnLst/>
              <a:rect l="l" t="t" r="r" b="b"/>
              <a:pathLst>
                <a:path w="1382" h="768" extrusionOk="0">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136"/>
            <p:cNvSpPr/>
            <p:nvPr/>
          </p:nvSpPr>
          <p:spPr>
            <a:xfrm>
              <a:off x="5438477" y="3977799"/>
              <a:ext cx="49754" cy="27667"/>
            </a:xfrm>
            <a:custGeom>
              <a:avLst/>
              <a:gdLst/>
              <a:ahLst/>
              <a:cxnLst/>
              <a:rect l="l" t="t" r="r" b="b"/>
              <a:pathLst>
                <a:path w="1899" h="1056" extrusionOk="0">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136"/>
            <p:cNvSpPr/>
            <p:nvPr/>
          </p:nvSpPr>
          <p:spPr>
            <a:xfrm>
              <a:off x="5438739" y="3985344"/>
              <a:ext cx="50016" cy="20122"/>
            </a:xfrm>
            <a:custGeom>
              <a:avLst/>
              <a:gdLst/>
              <a:ahLst/>
              <a:cxnLst/>
              <a:rect l="l" t="t" r="r" b="b"/>
              <a:pathLst>
                <a:path w="1909" h="768" extrusionOk="0">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136"/>
            <p:cNvSpPr/>
            <p:nvPr/>
          </p:nvSpPr>
          <p:spPr>
            <a:xfrm>
              <a:off x="5520850" y="3977799"/>
              <a:ext cx="35946" cy="27667"/>
            </a:xfrm>
            <a:custGeom>
              <a:avLst/>
              <a:gdLst/>
              <a:ahLst/>
              <a:cxnLst/>
              <a:rect l="l" t="t" r="r" b="b"/>
              <a:pathLst>
                <a:path w="1372" h="1056" extrusionOk="0">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136"/>
            <p:cNvSpPr/>
            <p:nvPr/>
          </p:nvSpPr>
          <p:spPr>
            <a:xfrm>
              <a:off x="5520850" y="3985842"/>
              <a:ext cx="36208" cy="19624"/>
            </a:xfrm>
            <a:custGeom>
              <a:avLst/>
              <a:gdLst/>
              <a:ahLst/>
              <a:cxnLst/>
              <a:rect l="l" t="t" r="r" b="b"/>
              <a:pathLst>
                <a:path w="1382" h="749" extrusionOk="0">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136"/>
            <p:cNvSpPr/>
            <p:nvPr/>
          </p:nvSpPr>
          <p:spPr>
            <a:xfrm>
              <a:off x="5438477" y="4113410"/>
              <a:ext cx="49754" cy="53527"/>
            </a:xfrm>
            <a:custGeom>
              <a:avLst/>
              <a:gdLst/>
              <a:ahLst/>
              <a:cxnLst/>
              <a:rect l="l" t="t" r="r" b="b"/>
              <a:pathLst>
                <a:path w="1899" h="2043" extrusionOk="0">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136"/>
            <p:cNvSpPr/>
            <p:nvPr/>
          </p:nvSpPr>
          <p:spPr>
            <a:xfrm>
              <a:off x="5471647" y="4113174"/>
              <a:ext cx="16847" cy="53762"/>
            </a:xfrm>
            <a:custGeom>
              <a:avLst/>
              <a:gdLst/>
              <a:ahLst/>
              <a:cxnLst/>
              <a:rect l="l" t="t" r="r" b="b"/>
              <a:pathLst>
                <a:path w="643" h="2052" extrusionOk="0">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136"/>
            <p:cNvSpPr/>
            <p:nvPr/>
          </p:nvSpPr>
          <p:spPr>
            <a:xfrm>
              <a:off x="5452311" y="4132772"/>
              <a:ext cx="19362" cy="16427"/>
            </a:xfrm>
            <a:custGeom>
              <a:avLst/>
              <a:gdLst/>
              <a:ahLst/>
              <a:cxnLst/>
              <a:rect l="l" t="t" r="r" b="b"/>
              <a:pathLst>
                <a:path w="739" h="627" extrusionOk="0">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136"/>
            <p:cNvSpPr/>
            <p:nvPr/>
          </p:nvSpPr>
          <p:spPr>
            <a:xfrm>
              <a:off x="5419902" y="3867811"/>
              <a:ext cx="30916" cy="51011"/>
            </a:xfrm>
            <a:custGeom>
              <a:avLst/>
              <a:gdLst/>
              <a:ahLst/>
              <a:cxnLst/>
              <a:rect l="l" t="t" r="r" b="b"/>
              <a:pathLst>
                <a:path w="1180" h="1947" extrusionOk="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136"/>
            <p:cNvSpPr/>
            <p:nvPr/>
          </p:nvSpPr>
          <p:spPr>
            <a:xfrm>
              <a:off x="5475917" y="3867811"/>
              <a:ext cx="32671" cy="51011"/>
            </a:xfrm>
            <a:custGeom>
              <a:avLst/>
              <a:gdLst/>
              <a:ahLst/>
              <a:cxnLst/>
              <a:rect l="l" t="t" r="r" b="b"/>
              <a:pathLst>
                <a:path w="1247" h="1947" extrusionOk="0">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136"/>
            <p:cNvSpPr/>
            <p:nvPr/>
          </p:nvSpPr>
          <p:spPr>
            <a:xfrm>
              <a:off x="5456817" y="3905696"/>
              <a:ext cx="16349" cy="18890"/>
            </a:xfrm>
            <a:custGeom>
              <a:avLst/>
              <a:gdLst/>
              <a:ahLst/>
              <a:cxnLst/>
              <a:rect l="l" t="t" r="r" b="b"/>
              <a:pathLst>
                <a:path w="624" h="721" extrusionOk="0">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136"/>
            <p:cNvSpPr/>
            <p:nvPr/>
          </p:nvSpPr>
          <p:spPr>
            <a:xfrm>
              <a:off x="5419142" y="4028548"/>
              <a:ext cx="88425" cy="11056"/>
            </a:xfrm>
            <a:custGeom>
              <a:avLst/>
              <a:gdLst/>
              <a:ahLst/>
              <a:cxnLst/>
              <a:rect l="l" t="t" r="r" b="b"/>
              <a:pathLst>
                <a:path w="3375" h="422" extrusionOk="0">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4" name="Google Shape;12214;p136"/>
          <p:cNvGrpSpPr/>
          <p:nvPr/>
        </p:nvGrpSpPr>
        <p:grpSpPr>
          <a:xfrm>
            <a:off x="6704985" y="3805141"/>
            <a:ext cx="209967" cy="361639"/>
            <a:chOff x="6704985" y="3805141"/>
            <a:chExt cx="209967" cy="361639"/>
          </a:xfrm>
        </p:grpSpPr>
        <p:sp>
          <p:nvSpPr>
            <p:cNvPr id="12215" name="Google Shape;12215;p136"/>
            <p:cNvSpPr/>
            <p:nvPr/>
          </p:nvSpPr>
          <p:spPr>
            <a:xfrm>
              <a:off x="6704985" y="3965013"/>
              <a:ext cx="209967" cy="201426"/>
            </a:xfrm>
            <a:custGeom>
              <a:avLst/>
              <a:gdLst/>
              <a:ahLst/>
              <a:cxnLst/>
              <a:rect l="l" t="t" r="r" b="b"/>
              <a:pathLst>
                <a:path w="8014" h="7688" extrusionOk="0">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136"/>
            <p:cNvSpPr/>
            <p:nvPr/>
          </p:nvSpPr>
          <p:spPr>
            <a:xfrm>
              <a:off x="6796895" y="3965013"/>
              <a:ext cx="118057" cy="201766"/>
            </a:xfrm>
            <a:custGeom>
              <a:avLst/>
              <a:gdLst/>
              <a:ahLst/>
              <a:cxnLst/>
              <a:rect l="l" t="t" r="r" b="b"/>
              <a:pathLst>
                <a:path w="4506" h="7701" extrusionOk="0">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136"/>
            <p:cNvSpPr/>
            <p:nvPr/>
          </p:nvSpPr>
          <p:spPr>
            <a:xfrm>
              <a:off x="6789847" y="3965013"/>
              <a:ext cx="7074" cy="7808"/>
            </a:xfrm>
            <a:custGeom>
              <a:avLst/>
              <a:gdLst/>
              <a:ahLst/>
              <a:cxnLst/>
              <a:rect l="l" t="t" r="r" b="b"/>
              <a:pathLst>
                <a:path w="270" h="298" extrusionOk="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136"/>
            <p:cNvSpPr/>
            <p:nvPr/>
          </p:nvSpPr>
          <p:spPr>
            <a:xfrm>
              <a:off x="6744495" y="3965013"/>
              <a:ext cx="132939" cy="201426"/>
            </a:xfrm>
            <a:custGeom>
              <a:avLst/>
              <a:gdLst/>
              <a:ahLst/>
              <a:cxnLst/>
              <a:rect l="l" t="t" r="r" b="b"/>
              <a:pathLst>
                <a:path w="5074" h="7688" extrusionOk="0">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136"/>
            <p:cNvSpPr/>
            <p:nvPr/>
          </p:nvSpPr>
          <p:spPr>
            <a:xfrm>
              <a:off x="6772791" y="3965013"/>
              <a:ext cx="73858" cy="135873"/>
            </a:xfrm>
            <a:custGeom>
              <a:avLst/>
              <a:gdLst/>
              <a:ahLst/>
              <a:cxnLst/>
              <a:rect l="l" t="t" r="r" b="b"/>
              <a:pathLst>
                <a:path w="2819" h="5186" extrusionOk="0">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136"/>
            <p:cNvSpPr/>
            <p:nvPr/>
          </p:nvSpPr>
          <p:spPr>
            <a:xfrm>
              <a:off x="6772791" y="3978323"/>
              <a:ext cx="74094" cy="49492"/>
            </a:xfrm>
            <a:custGeom>
              <a:avLst/>
              <a:gdLst/>
              <a:ahLst/>
              <a:cxnLst/>
              <a:rect l="l" t="t" r="r" b="b"/>
              <a:pathLst>
                <a:path w="2828" h="1889" extrusionOk="0">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136"/>
            <p:cNvSpPr/>
            <p:nvPr/>
          </p:nvSpPr>
          <p:spPr>
            <a:xfrm>
              <a:off x="6727570" y="3805141"/>
              <a:ext cx="162021" cy="136528"/>
            </a:xfrm>
            <a:custGeom>
              <a:avLst/>
              <a:gdLst/>
              <a:ahLst/>
              <a:cxnLst/>
              <a:rect l="l" t="t" r="r" b="b"/>
              <a:pathLst>
                <a:path w="6184" h="5211" extrusionOk="0">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136"/>
            <p:cNvSpPr/>
            <p:nvPr/>
          </p:nvSpPr>
          <p:spPr>
            <a:xfrm>
              <a:off x="6728330" y="3805219"/>
              <a:ext cx="161261" cy="131681"/>
            </a:xfrm>
            <a:custGeom>
              <a:avLst/>
              <a:gdLst/>
              <a:ahLst/>
              <a:cxnLst/>
              <a:rect l="l" t="t" r="r" b="b"/>
              <a:pathLst>
                <a:path w="6155" h="5026" extrusionOk="0">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136"/>
            <p:cNvSpPr/>
            <p:nvPr/>
          </p:nvSpPr>
          <p:spPr>
            <a:xfrm>
              <a:off x="6789847" y="3965013"/>
              <a:ext cx="40217" cy="35999"/>
            </a:xfrm>
            <a:custGeom>
              <a:avLst/>
              <a:gdLst/>
              <a:ahLst/>
              <a:cxnLst/>
              <a:rect l="l" t="t" r="r" b="b"/>
              <a:pathLst>
                <a:path w="1535" h="1374" extrusionOk="0">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136"/>
            <p:cNvSpPr/>
            <p:nvPr/>
          </p:nvSpPr>
          <p:spPr>
            <a:xfrm>
              <a:off x="6789847" y="3969782"/>
              <a:ext cx="40217" cy="19598"/>
            </a:xfrm>
            <a:custGeom>
              <a:avLst/>
              <a:gdLst/>
              <a:ahLst/>
              <a:cxnLst/>
              <a:rect l="l" t="t" r="r" b="b"/>
              <a:pathLst>
                <a:path w="1535" h="748" extrusionOk="0">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136"/>
            <p:cNvSpPr/>
            <p:nvPr/>
          </p:nvSpPr>
          <p:spPr>
            <a:xfrm>
              <a:off x="6760477" y="3866318"/>
              <a:ext cx="99219" cy="113525"/>
            </a:xfrm>
            <a:custGeom>
              <a:avLst/>
              <a:gdLst/>
              <a:ahLst/>
              <a:cxnLst/>
              <a:rect l="l" t="t" r="r" b="b"/>
              <a:pathLst>
                <a:path w="3787" h="4333" extrusionOk="0">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136"/>
            <p:cNvSpPr/>
            <p:nvPr/>
          </p:nvSpPr>
          <p:spPr>
            <a:xfrm>
              <a:off x="6777297" y="3866318"/>
              <a:ext cx="82163" cy="109752"/>
            </a:xfrm>
            <a:custGeom>
              <a:avLst/>
              <a:gdLst/>
              <a:ahLst/>
              <a:cxnLst/>
              <a:rect l="l" t="t" r="r" b="b"/>
              <a:pathLst>
                <a:path w="3136" h="4189" extrusionOk="0">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7" name="Google Shape;12227;p136"/>
          <p:cNvGrpSpPr/>
          <p:nvPr/>
        </p:nvGrpSpPr>
        <p:grpSpPr>
          <a:xfrm>
            <a:off x="7513884" y="2448269"/>
            <a:ext cx="363184" cy="338792"/>
            <a:chOff x="7513884" y="2448269"/>
            <a:chExt cx="363184" cy="338792"/>
          </a:xfrm>
        </p:grpSpPr>
        <p:sp>
          <p:nvSpPr>
            <p:cNvPr id="12228" name="Google Shape;12228;p136"/>
            <p:cNvSpPr/>
            <p:nvPr/>
          </p:nvSpPr>
          <p:spPr>
            <a:xfrm>
              <a:off x="7666316" y="2448269"/>
              <a:ext cx="210753" cy="206954"/>
            </a:xfrm>
            <a:custGeom>
              <a:avLst/>
              <a:gdLst/>
              <a:ahLst/>
              <a:cxnLst/>
              <a:rect l="l" t="t" r="r" b="b"/>
              <a:pathLst>
                <a:path w="8044" h="7899" extrusionOk="0">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136"/>
            <p:cNvSpPr/>
            <p:nvPr/>
          </p:nvSpPr>
          <p:spPr>
            <a:xfrm>
              <a:off x="7691442" y="2471482"/>
              <a:ext cx="185627" cy="183741"/>
            </a:xfrm>
            <a:custGeom>
              <a:avLst/>
              <a:gdLst/>
              <a:ahLst/>
              <a:cxnLst/>
              <a:rect l="l" t="t" r="r" b="b"/>
              <a:pathLst>
                <a:path w="7085" h="7013" extrusionOk="0">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136"/>
            <p:cNvSpPr/>
            <p:nvPr/>
          </p:nvSpPr>
          <p:spPr>
            <a:xfrm>
              <a:off x="7755972" y="2483298"/>
              <a:ext cx="84416" cy="84154"/>
            </a:xfrm>
            <a:custGeom>
              <a:avLst/>
              <a:gdLst/>
              <a:ahLst/>
              <a:cxnLst/>
              <a:rect l="l" t="t" r="r" b="b"/>
              <a:pathLst>
                <a:path w="3222" h="3212" extrusionOk="0">
                  <a:moveTo>
                    <a:pt x="624" y="0"/>
                  </a:moveTo>
                  <a:lnTo>
                    <a:pt x="1" y="614"/>
                  </a:lnTo>
                  <a:lnTo>
                    <a:pt x="2599" y="3212"/>
                  </a:lnTo>
                  <a:lnTo>
                    <a:pt x="3222" y="2589"/>
                  </a:lnTo>
                  <a:lnTo>
                    <a:pt x="624"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136"/>
            <p:cNvSpPr/>
            <p:nvPr/>
          </p:nvSpPr>
          <p:spPr>
            <a:xfrm>
              <a:off x="7800931" y="2528258"/>
              <a:ext cx="39457" cy="39195"/>
            </a:xfrm>
            <a:custGeom>
              <a:avLst/>
              <a:gdLst/>
              <a:ahLst/>
              <a:cxnLst/>
              <a:rect l="l" t="t" r="r" b="b"/>
              <a:pathLst>
                <a:path w="1506" h="1496" extrusionOk="0">
                  <a:moveTo>
                    <a:pt x="614" y="0"/>
                  </a:moveTo>
                  <a:lnTo>
                    <a:pt x="1" y="614"/>
                  </a:lnTo>
                  <a:lnTo>
                    <a:pt x="883" y="1496"/>
                  </a:lnTo>
                  <a:lnTo>
                    <a:pt x="1506" y="882"/>
                  </a:lnTo>
                  <a:lnTo>
                    <a:pt x="614"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136"/>
            <p:cNvSpPr/>
            <p:nvPr/>
          </p:nvSpPr>
          <p:spPr>
            <a:xfrm>
              <a:off x="7513884" y="2611888"/>
              <a:ext cx="195662" cy="175068"/>
            </a:xfrm>
            <a:custGeom>
              <a:avLst/>
              <a:gdLst/>
              <a:ahLst/>
              <a:cxnLst/>
              <a:rect l="l" t="t" r="r" b="b"/>
              <a:pathLst>
                <a:path w="7468" h="6682" extrusionOk="0">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136"/>
            <p:cNvSpPr/>
            <p:nvPr/>
          </p:nvSpPr>
          <p:spPr>
            <a:xfrm>
              <a:off x="7513884" y="2626691"/>
              <a:ext cx="195426" cy="160370"/>
            </a:xfrm>
            <a:custGeom>
              <a:avLst/>
              <a:gdLst/>
              <a:ahLst/>
              <a:cxnLst/>
              <a:rect l="l" t="t" r="r" b="b"/>
              <a:pathLst>
                <a:path w="7459" h="6121" extrusionOk="0">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4" name="Google Shape;12234;p136"/>
          <p:cNvGrpSpPr/>
          <p:nvPr/>
        </p:nvGrpSpPr>
        <p:grpSpPr>
          <a:xfrm>
            <a:off x="5777767" y="3804826"/>
            <a:ext cx="258699" cy="362136"/>
            <a:chOff x="5777767" y="3804826"/>
            <a:chExt cx="258699" cy="362136"/>
          </a:xfrm>
        </p:grpSpPr>
        <p:sp>
          <p:nvSpPr>
            <p:cNvPr id="12235" name="Google Shape;12235;p136"/>
            <p:cNvSpPr/>
            <p:nvPr/>
          </p:nvSpPr>
          <p:spPr>
            <a:xfrm>
              <a:off x="5777767" y="3804826"/>
              <a:ext cx="258699" cy="362136"/>
            </a:xfrm>
            <a:custGeom>
              <a:avLst/>
              <a:gdLst/>
              <a:ahLst/>
              <a:cxnLst/>
              <a:rect l="l" t="t" r="r" b="b"/>
              <a:pathLst>
                <a:path w="9874" h="13822" extrusionOk="0">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136"/>
            <p:cNvSpPr/>
            <p:nvPr/>
          </p:nvSpPr>
          <p:spPr>
            <a:xfrm>
              <a:off x="5820211" y="3822852"/>
              <a:ext cx="216255" cy="344085"/>
            </a:xfrm>
            <a:custGeom>
              <a:avLst/>
              <a:gdLst/>
              <a:ahLst/>
              <a:cxnLst/>
              <a:rect l="l" t="t" r="r" b="b"/>
              <a:pathLst>
                <a:path w="8254" h="13133" extrusionOk="0">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136"/>
            <p:cNvSpPr/>
            <p:nvPr/>
          </p:nvSpPr>
          <p:spPr>
            <a:xfrm>
              <a:off x="5841067" y="3853427"/>
              <a:ext cx="154973" cy="205775"/>
            </a:xfrm>
            <a:custGeom>
              <a:avLst/>
              <a:gdLst/>
              <a:ahLst/>
              <a:cxnLst/>
              <a:rect l="l" t="t" r="r" b="b"/>
              <a:pathLst>
                <a:path w="5915" h="7854" extrusionOk="0">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8" name="Google Shape;12238;p136"/>
          <p:cNvGrpSpPr/>
          <p:nvPr/>
        </p:nvGrpSpPr>
        <p:grpSpPr>
          <a:xfrm>
            <a:off x="7953101" y="2436584"/>
            <a:ext cx="361691" cy="362163"/>
            <a:chOff x="7953101" y="2436584"/>
            <a:chExt cx="361691" cy="362163"/>
          </a:xfrm>
        </p:grpSpPr>
        <p:sp>
          <p:nvSpPr>
            <p:cNvPr id="12239" name="Google Shape;12239;p136"/>
            <p:cNvSpPr/>
            <p:nvPr/>
          </p:nvSpPr>
          <p:spPr>
            <a:xfrm>
              <a:off x="7960673" y="2452906"/>
              <a:ext cx="304392" cy="345840"/>
            </a:xfrm>
            <a:custGeom>
              <a:avLst/>
              <a:gdLst/>
              <a:ahLst/>
              <a:cxnLst/>
              <a:rect l="l" t="t" r="r" b="b"/>
              <a:pathLst>
                <a:path w="11618" h="13200" extrusionOk="0">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136"/>
            <p:cNvSpPr/>
            <p:nvPr/>
          </p:nvSpPr>
          <p:spPr>
            <a:xfrm>
              <a:off x="8012156" y="2436846"/>
              <a:ext cx="40453" cy="46977"/>
            </a:xfrm>
            <a:custGeom>
              <a:avLst/>
              <a:gdLst/>
              <a:ahLst/>
              <a:cxnLst/>
              <a:rect l="l" t="t" r="r" b="b"/>
              <a:pathLst>
                <a:path w="1544" h="1793" extrusionOk="0">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136"/>
            <p:cNvSpPr/>
            <p:nvPr/>
          </p:nvSpPr>
          <p:spPr>
            <a:xfrm>
              <a:off x="8012156" y="2436584"/>
              <a:ext cx="23108" cy="47239"/>
            </a:xfrm>
            <a:custGeom>
              <a:avLst/>
              <a:gdLst/>
              <a:ahLst/>
              <a:cxnLst/>
              <a:rect l="l" t="t" r="r" b="b"/>
              <a:pathLst>
                <a:path w="882" h="1803" extrusionOk="0">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136"/>
            <p:cNvSpPr/>
            <p:nvPr/>
          </p:nvSpPr>
          <p:spPr>
            <a:xfrm>
              <a:off x="8098773" y="2436846"/>
              <a:ext cx="40479" cy="46977"/>
            </a:xfrm>
            <a:custGeom>
              <a:avLst/>
              <a:gdLst/>
              <a:ahLst/>
              <a:cxnLst/>
              <a:rect l="l" t="t" r="r" b="b"/>
              <a:pathLst>
                <a:path w="1545" h="1793" extrusionOk="0">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136"/>
            <p:cNvSpPr/>
            <p:nvPr/>
          </p:nvSpPr>
          <p:spPr>
            <a:xfrm>
              <a:off x="8116117" y="2436584"/>
              <a:ext cx="23135" cy="47239"/>
            </a:xfrm>
            <a:custGeom>
              <a:avLst/>
              <a:gdLst/>
              <a:ahLst/>
              <a:cxnLst/>
              <a:rect l="l" t="t" r="r" b="b"/>
              <a:pathLst>
                <a:path w="883" h="1803" extrusionOk="0">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136"/>
            <p:cNvSpPr/>
            <p:nvPr/>
          </p:nvSpPr>
          <p:spPr>
            <a:xfrm>
              <a:off x="8204254" y="2591085"/>
              <a:ext cx="108023" cy="102940"/>
            </a:xfrm>
            <a:custGeom>
              <a:avLst/>
              <a:gdLst/>
              <a:ahLst/>
              <a:cxnLst/>
              <a:rect l="l" t="t" r="r" b="b"/>
              <a:pathLst>
                <a:path w="4123" h="3929" extrusionOk="0">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136"/>
            <p:cNvSpPr/>
            <p:nvPr/>
          </p:nvSpPr>
          <p:spPr>
            <a:xfrm>
              <a:off x="8244183" y="2591085"/>
              <a:ext cx="70609" cy="102992"/>
            </a:xfrm>
            <a:custGeom>
              <a:avLst/>
              <a:gdLst/>
              <a:ahLst/>
              <a:cxnLst/>
              <a:rect l="l" t="t" r="r" b="b"/>
              <a:pathLst>
                <a:path w="2695" h="3931" extrusionOk="0">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136"/>
            <p:cNvSpPr/>
            <p:nvPr/>
          </p:nvSpPr>
          <p:spPr>
            <a:xfrm>
              <a:off x="8234646" y="2624936"/>
              <a:ext cx="40977" cy="35291"/>
            </a:xfrm>
            <a:custGeom>
              <a:avLst/>
              <a:gdLst/>
              <a:ahLst/>
              <a:cxnLst/>
              <a:rect l="l" t="t" r="r" b="b"/>
              <a:pathLst>
                <a:path w="1564" h="1347" extrusionOk="0">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136"/>
            <p:cNvSpPr/>
            <p:nvPr/>
          </p:nvSpPr>
          <p:spPr>
            <a:xfrm>
              <a:off x="7953101" y="2520214"/>
              <a:ext cx="244446" cy="184867"/>
            </a:xfrm>
            <a:custGeom>
              <a:avLst/>
              <a:gdLst/>
              <a:ahLst/>
              <a:cxnLst/>
              <a:rect l="l" t="t" r="r" b="b"/>
              <a:pathLst>
                <a:path w="9330" h="7056" extrusionOk="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8" name="Google Shape;12248;p136"/>
          <p:cNvGrpSpPr/>
          <p:nvPr/>
        </p:nvGrpSpPr>
        <p:grpSpPr>
          <a:xfrm>
            <a:off x="4859353" y="3355130"/>
            <a:ext cx="373481" cy="362267"/>
            <a:chOff x="4859353" y="3355130"/>
            <a:chExt cx="373481" cy="362267"/>
          </a:xfrm>
        </p:grpSpPr>
        <p:sp>
          <p:nvSpPr>
            <p:cNvPr id="12249" name="Google Shape;12249;p136"/>
            <p:cNvSpPr/>
            <p:nvPr/>
          </p:nvSpPr>
          <p:spPr>
            <a:xfrm>
              <a:off x="4859353" y="3355130"/>
              <a:ext cx="373219" cy="362005"/>
            </a:xfrm>
            <a:custGeom>
              <a:avLst/>
              <a:gdLst/>
              <a:ahLst/>
              <a:cxnLst/>
              <a:rect l="l" t="t" r="r" b="b"/>
              <a:pathLst>
                <a:path w="14245" h="13817" extrusionOk="0">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136"/>
            <p:cNvSpPr/>
            <p:nvPr/>
          </p:nvSpPr>
          <p:spPr>
            <a:xfrm>
              <a:off x="4868418" y="3388142"/>
              <a:ext cx="364154" cy="329255"/>
            </a:xfrm>
            <a:custGeom>
              <a:avLst/>
              <a:gdLst/>
              <a:ahLst/>
              <a:cxnLst/>
              <a:rect l="l" t="t" r="r" b="b"/>
              <a:pathLst>
                <a:path w="13899" h="12567" extrusionOk="0">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136"/>
            <p:cNvSpPr/>
            <p:nvPr/>
          </p:nvSpPr>
          <p:spPr>
            <a:xfrm>
              <a:off x="4969497" y="3355627"/>
              <a:ext cx="263336" cy="251415"/>
            </a:xfrm>
            <a:custGeom>
              <a:avLst/>
              <a:gdLst/>
              <a:ahLst/>
              <a:cxnLst/>
              <a:rect l="l" t="t" r="r" b="b"/>
              <a:pathLst>
                <a:path w="10051" h="9596" extrusionOk="0">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136"/>
            <p:cNvSpPr/>
            <p:nvPr/>
          </p:nvSpPr>
          <p:spPr>
            <a:xfrm>
              <a:off x="5178809" y="3364038"/>
              <a:ext cx="12078" cy="12078"/>
            </a:xfrm>
            <a:custGeom>
              <a:avLst/>
              <a:gdLst/>
              <a:ahLst/>
              <a:cxnLst/>
              <a:rect l="l" t="t" r="r" b="b"/>
              <a:pathLst>
                <a:path w="461" h="461" extrusionOk="0">
                  <a:moveTo>
                    <a:pt x="461" y="460"/>
                  </a:moveTo>
                  <a:lnTo>
                    <a:pt x="1" y="0"/>
                  </a:ln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136"/>
            <p:cNvSpPr/>
            <p:nvPr/>
          </p:nvSpPr>
          <p:spPr>
            <a:xfrm>
              <a:off x="4983934" y="3388142"/>
              <a:ext cx="248900" cy="218849"/>
            </a:xfrm>
            <a:custGeom>
              <a:avLst/>
              <a:gdLst/>
              <a:ahLst/>
              <a:cxnLst/>
              <a:rect l="l" t="t" r="r" b="b"/>
              <a:pathLst>
                <a:path w="9500" h="8353" extrusionOk="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136"/>
            <p:cNvSpPr/>
            <p:nvPr/>
          </p:nvSpPr>
          <p:spPr>
            <a:xfrm>
              <a:off x="4865641" y="3654098"/>
              <a:ext cx="65579" cy="63299"/>
            </a:xfrm>
            <a:custGeom>
              <a:avLst/>
              <a:gdLst/>
              <a:ahLst/>
              <a:cxnLst/>
              <a:rect l="l" t="t" r="r" b="b"/>
              <a:pathLst>
                <a:path w="2503" h="2416" extrusionOk="0">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136"/>
            <p:cNvSpPr/>
            <p:nvPr/>
          </p:nvSpPr>
          <p:spPr>
            <a:xfrm>
              <a:off x="4868156" y="3668665"/>
              <a:ext cx="63063" cy="48732"/>
            </a:xfrm>
            <a:custGeom>
              <a:avLst/>
              <a:gdLst/>
              <a:ahLst/>
              <a:cxnLst/>
              <a:rect l="l" t="t" r="r" b="b"/>
              <a:pathLst>
                <a:path w="2407" h="1860" extrusionOk="0">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136"/>
            <p:cNvSpPr/>
            <p:nvPr/>
          </p:nvSpPr>
          <p:spPr>
            <a:xfrm>
              <a:off x="5010160" y="3403076"/>
              <a:ext cx="178527" cy="165689"/>
            </a:xfrm>
            <a:custGeom>
              <a:avLst/>
              <a:gdLst/>
              <a:ahLst/>
              <a:cxnLst/>
              <a:rect l="l" t="t" r="r" b="b"/>
              <a:pathLst>
                <a:path w="6814" h="6324" extrusionOk="0">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136"/>
            <p:cNvSpPr/>
            <p:nvPr/>
          </p:nvSpPr>
          <p:spPr>
            <a:xfrm>
              <a:off x="5115274" y="3375592"/>
              <a:ext cx="27143" cy="26200"/>
            </a:xfrm>
            <a:custGeom>
              <a:avLst/>
              <a:gdLst/>
              <a:ahLst/>
              <a:cxnLst/>
              <a:rect l="l" t="t" r="r" b="b"/>
              <a:pathLst>
                <a:path w="1036" h="1000" extrusionOk="0">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136"/>
            <p:cNvSpPr/>
            <p:nvPr/>
          </p:nvSpPr>
          <p:spPr>
            <a:xfrm>
              <a:off x="5094681" y="3396185"/>
              <a:ext cx="27143" cy="26200"/>
            </a:xfrm>
            <a:custGeom>
              <a:avLst/>
              <a:gdLst/>
              <a:ahLst/>
              <a:cxnLst/>
              <a:rect l="l" t="t" r="r" b="b"/>
              <a:pathLst>
                <a:path w="1036" h="1000" extrusionOk="0">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136"/>
            <p:cNvSpPr/>
            <p:nvPr/>
          </p:nvSpPr>
          <p:spPr>
            <a:xfrm>
              <a:off x="5074088" y="3416778"/>
              <a:ext cx="29344" cy="26357"/>
            </a:xfrm>
            <a:custGeom>
              <a:avLst/>
              <a:gdLst/>
              <a:ahLst/>
              <a:cxnLst/>
              <a:rect l="l" t="t" r="r" b="b"/>
              <a:pathLst>
                <a:path w="1120" h="1006" extrusionOk="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136"/>
            <p:cNvSpPr/>
            <p:nvPr/>
          </p:nvSpPr>
          <p:spPr>
            <a:xfrm>
              <a:off x="5053495" y="3437371"/>
              <a:ext cx="26907" cy="26200"/>
            </a:xfrm>
            <a:custGeom>
              <a:avLst/>
              <a:gdLst/>
              <a:ahLst/>
              <a:cxnLst/>
              <a:rect l="l" t="t" r="r" b="b"/>
              <a:pathLst>
                <a:path w="1027" h="1000" extrusionOk="0">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136"/>
            <p:cNvSpPr/>
            <p:nvPr/>
          </p:nvSpPr>
          <p:spPr>
            <a:xfrm>
              <a:off x="5032901" y="3457965"/>
              <a:ext cx="26907" cy="26200"/>
            </a:xfrm>
            <a:custGeom>
              <a:avLst/>
              <a:gdLst/>
              <a:ahLst/>
              <a:cxnLst/>
              <a:rect l="l" t="t" r="r" b="b"/>
              <a:pathLst>
                <a:path w="1027" h="1000" extrusionOk="0">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136"/>
            <p:cNvSpPr/>
            <p:nvPr/>
          </p:nvSpPr>
          <p:spPr>
            <a:xfrm>
              <a:off x="5013304" y="3478794"/>
              <a:ext cx="25912" cy="26148"/>
            </a:xfrm>
            <a:custGeom>
              <a:avLst/>
              <a:gdLst/>
              <a:ahLst/>
              <a:cxnLst/>
              <a:rect l="l" t="t" r="r" b="b"/>
              <a:pathLst>
                <a:path w="989" h="998" extrusionOk="0">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3" name="Google Shape;12263;p136"/>
          <p:cNvGrpSpPr/>
          <p:nvPr/>
        </p:nvGrpSpPr>
        <p:grpSpPr>
          <a:xfrm>
            <a:off x="6637678" y="1500982"/>
            <a:ext cx="378721" cy="362005"/>
            <a:chOff x="6637678" y="1500982"/>
            <a:chExt cx="378721" cy="362005"/>
          </a:xfrm>
        </p:grpSpPr>
        <p:sp>
          <p:nvSpPr>
            <p:cNvPr id="12264" name="Google Shape;12264;p136"/>
            <p:cNvSpPr/>
            <p:nvPr/>
          </p:nvSpPr>
          <p:spPr>
            <a:xfrm>
              <a:off x="6637678" y="1500982"/>
              <a:ext cx="377725" cy="361717"/>
            </a:xfrm>
            <a:custGeom>
              <a:avLst/>
              <a:gdLst/>
              <a:ahLst/>
              <a:cxnLst/>
              <a:rect l="l" t="t" r="r" b="b"/>
              <a:pathLst>
                <a:path w="14417" h="13806" extrusionOk="0">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136"/>
            <p:cNvSpPr/>
            <p:nvPr/>
          </p:nvSpPr>
          <p:spPr>
            <a:xfrm>
              <a:off x="6696680" y="1551338"/>
              <a:ext cx="260218" cy="260454"/>
            </a:xfrm>
            <a:custGeom>
              <a:avLst/>
              <a:gdLst/>
              <a:ahLst/>
              <a:cxnLst/>
              <a:rect l="l" t="t" r="r" b="b"/>
              <a:pathLst>
                <a:path w="9932" h="9941" extrusionOk="0">
                  <a:moveTo>
                    <a:pt x="5464" y="0"/>
                  </a:moveTo>
                  <a:lnTo>
                    <a:pt x="1" y="5464"/>
                  </a:lnTo>
                  <a:lnTo>
                    <a:pt x="4468" y="9940"/>
                  </a:lnTo>
                  <a:lnTo>
                    <a:pt x="9931" y="4477"/>
                  </a:lnTo>
                  <a:lnTo>
                    <a:pt x="5464" y="0"/>
                  </a:ln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136"/>
            <p:cNvSpPr/>
            <p:nvPr/>
          </p:nvSpPr>
          <p:spPr>
            <a:xfrm>
              <a:off x="6638175" y="1500982"/>
              <a:ext cx="377725" cy="361717"/>
            </a:xfrm>
            <a:custGeom>
              <a:avLst/>
              <a:gdLst/>
              <a:ahLst/>
              <a:cxnLst/>
              <a:rect l="l" t="t" r="r" b="b"/>
              <a:pathLst>
                <a:path w="14417" h="13806" extrusionOk="0">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136"/>
            <p:cNvSpPr/>
            <p:nvPr/>
          </p:nvSpPr>
          <p:spPr>
            <a:xfrm>
              <a:off x="6842090" y="1696748"/>
              <a:ext cx="174309" cy="166239"/>
            </a:xfrm>
            <a:custGeom>
              <a:avLst/>
              <a:gdLst/>
              <a:ahLst/>
              <a:cxnLst/>
              <a:rect l="l" t="t" r="r" b="b"/>
              <a:pathLst>
                <a:path w="6653" h="6345" extrusionOk="0">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136"/>
            <p:cNvSpPr/>
            <p:nvPr/>
          </p:nvSpPr>
          <p:spPr>
            <a:xfrm>
              <a:off x="6752931" y="1608847"/>
              <a:ext cx="146458" cy="144179"/>
            </a:xfrm>
            <a:custGeom>
              <a:avLst/>
              <a:gdLst/>
              <a:ahLst/>
              <a:cxnLst/>
              <a:rect l="l" t="t" r="r" b="b"/>
              <a:pathLst>
                <a:path w="5590" h="5503" extrusionOk="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136"/>
            <p:cNvSpPr/>
            <p:nvPr/>
          </p:nvSpPr>
          <p:spPr>
            <a:xfrm>
              <a:off x="6797393" y="1608847"/>
              <a:ext cx="101735" cy="144414"/>
            </a:xfrm>
            <a:custGeom>
              <a:avLst/>
              <a:gdLst/>
              <a:ahLst/>
              <a:cxnLst/>
              <a:rect l="l" t="t" r="r" b="b"/>
              <a:pathLst>
                <a:path w="3883" h="5512" extrusionOk="0">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136"/>
            <p:cNvSpPr/>
            <p:nvPr/>
          </p:nvSpPr>
          <p:spPr>
            <a:xfrm>
              <a:off x="6697309" y="1620087"/>
              <a:ext cx="22270" cy="18654"/>
            </a:xfrm>
            <a:custGeom>
              <a:avLst/>
              <a:gdLst/>
              <a:ahLst/>
              <a:cxnLst/>
              <a:rect l="l" t="t" r="r" b="b"/>
              <a:pathLst>
                <a:path w="850" h="712" extrusionOk="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136"/>
            <p:cNvSpPr/>
            <p:nvPr/>
          </p:nvSpPr>
          <p:spPr>
            <a:xfrm>
              <a:off x="6690995" y="1582123"/>
              <a:ext cx="22296" cy="18707"/>
            </a:xfrm>
            <a:custGeom>
              <a:avLst/>
              <a:gdLst/>
              <a:ahLst/>
              <a:cxnLst/>
              <a:rect l="l" t="t" r="r" b="b"/>
              <a:pathLst>
                <a:path w="851" h="714" extrusionOk="0">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136"/>
            <p:cNvSpPr/>
            <p:nvPr/>
          </p:nvSpPr>
          <p:spPr>
            <a:xfrm>
              <a:off x="6724190" y="1548771"/>
              <a:ext cx="22244" cy="18654"/>
            </a:xfrm>
            <a:custGeom>
              <a:avLst/>
              <a:gdLst/>
              <a:ahLst/>
              <a:cxnLst/>
              <a:rect l="l" t="t" r="r" b="b"/>
              <a:pathLst>
                <a:path w="849" h="712" extrusionOk="0">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136"/>
            <p:cNvSpPr/>
            <p:nvPr/>
          </p:nvSpPr>
          <p:spPr>
            <a:xfrm>
              <a:off x="6729902" y="1587782"/>
              <a:ext cx="22322" cy="18576"/>
            </a:xfrm>
            <a:custGeom>
              <a:avLst/>
              <a:gdLst/>
              <a:ahLst/>
              <a:cxnLst/>
              <a:rect l="l" t="t" r="r" b="b"/>
              <a:pathLst>
                <a:path w="852" h="709" extrusionOk="0">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136"/>
            <p:cNvSpPr/>
            <p:nvPr/>
          </p:nvSpPr>
          <p:spPr>
            <a:xfrm>
              <a:off x="6762285" y="1555137"/>
              <a:ext cx="22322" cy="18812"/>
            </a:xfrm>
            <a:custGeom>
              <a:avLst/>
              <a:gdLst/>
              <a:ahLst/>
              <a:cxnLst/>
              <a:rect l="l" t="t" r="r" b="b"/>
              <a:pathLst>
                <a:path w="852" h="718" extrusionOk="0">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136"/>
            <p:cNvSpPr/>
            <p:nvPr/>
          </p:nvSpPr>
          <p:spPr>
            <a:xfrm>
              <a:off x="6866508" y="1789208"/>
              <a:ext cx="22322" cy="18812"/>
            </a:xfrm>
            <a:custGeom>
              <a:avLst/>
              <a:gdLst/>
              <a:ahLst/>
              <a:cxnLst/>
              <a:rect l="l" t="t" r="r" b="b"/>
              <a:pathLst>
                <a:path w="852" h="718" extrusionOk="0">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136"/>
            <p:cNvSpPr/>
            <p:nvPr/>
          </p:nvSpPr>
          <p:spPr>
            <a:xfrm>
              <a:off x="6903450" y="1794998"/>
              <a:ext cx="23554" cy="19309"/>
            </a:xfrm>
            <a:custGeom>
              <a:avLst/>
              <a:gdLst/>
              <a:ahLst/>
              <a:cxnLst/>
              <a:rect l="l" t="t" r="r" b="b"/>
              <a:pathLst>
                <a:path w="899" h="737" extrusionOk="0">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136"/>
            <p:cNvSpPr/>
            <p:nvPr/>
          </p:nvSpPr>
          <p:spPr>
            <a:xfrm>
              <a:off x="6937877" y="1762432"/>
              <a:ext cx="22270" cy="18707"/>
            </a:xfrm>
            <a:custGeom>
              <a:avLst/>
              <a:gdLst/>
              <a:ahLst/>
              <a:cxnLst/>
              <a:rect l="l" t="t" r="r" b="b"/>
              <a:pathLst>
                <a:path w="850" h="714" extrusionOk="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136"/>
            <p:cNvSpPr/>
            <p:nvPr/>
          </p:nvSpPr>
          <p:spPr>
            <a:xfrm>
              <a:off x="6898970" y="1756799"/>
              <a:ext cx="22270" cy="18812"/>
            </a:xfrm>
            <a:custGeom>
              <a:avLst/>
              <a:gdLst/>
              <a:ahLst/>
              <a:cxnLst/>
              <a:rect l="l" t="t" r="r" b="b"/>
              <a:pathLst>
                <a:path w="850" h="718" extrusionOk="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136"/>
            <p:cNvSpPr/>
            <p:nvPr/>
          </p:nvSpPr>
          <p:spPr>
            <a:xfrm>
              <a:off x="6931380" y="1724311"/>
              <a:ext cx="22506" cy="18654"/>
            </a:xfrm>
            <a:custGeom>
              <a:avLst/>
              <a:gdLst/>
              <a:ahLst/>
              <a:cxnLst/>
              <a:rect l="l" t="t" r="r" b="b"/>
              <a:pathLst>
                <a:path w="859" h="712" extrusionOk="0">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0" name="Google Shape;12280;p136"/>
          <p:cNvGrpSpPr/>
          <p:nvPr/>
        </p:nvGrpSpPr>
        <p:grpSpPr>
          <a:xfrm>
            <a:off x="5827993" y="3355496"/>
            <a:ext cx="223041" cy="362163"/>
            <a:chOff x="5827993" y="3355496"/>
            <a:chExt cx="223041" cy="362163"/>
          </a:xfrm>
        </p:grpSpPr>
        <p:sp>
          <p:nvSpPr>
            <p:cNvPr id="12281" name="Google Shape;12281;p136"/>
            <p:cNvSpPr/>
            <p:nvPr/>
          </p:nvSpPr>
          <p:spPr>
            <a:xfrm>
              <a:off x="5827993" y="3448664"/>
              <a:ext cx="223041" cy="268995"/>
            </a:xfrm>
            <a:custGeom>
              <a:avLst/>
              <a:gdLst/>
              <a:ahLst/>
              <a:cxnLst/>
              <a:rect l="l" t="t" r="r" b="b"/>
              <a:pathLst>
                <a:path w="8513" h="10267" extrusionOk="0">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136"/>
            <p:cNvSpPr/>
            <p:nvPr/>
          </p:nvSpPr>
          <p:spPr>
            <a:xfrm>
              <a:off x="5989987" y="3448664"/>
              <a:ext cx="60810" cy="268733"/>
            </a:xfrm>
            <a:custGeom>
              <a:avLst/>
              <a:gdLst/>
              <a:ahLst/>
              <a:cxnLst/>
              <a:rect l="l" t="t" r="r" b="b"/>
              <a:pathLst>
                <a:path w="2321" h="10257" extrusionOk="0">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136"/>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136"/>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136"/>
            <p:cNvSpPr/>
            <p:nvPr/>
          </p:nvSpPr>
          <p:spPr>
            <a:xfrm>
              <a:off x="5963630" y="3424560"/>
              <a:ext cx="36942" cy="24130"/>
            </a:xfrm>
            <a:custGeom>
              <a:avLst/>
              <a:gdLst/>
              <a:ahLst/>
              <a:cxnLst/>
              <a:rect l="l" t="t" r="r" b="b"/>
              <a:pathLst>
                <a:path w="1410" h="921" extrusionOk="0">
                  <a:moveTo>
                    <a:pt x="0" y="0"/>
                  </a:moveTo>
                  <a:lnTo>
                    <a:pt x="0" y="921"/>
                  </a:lnTo>
                  <a:lnTo>
                    <a:pt x="1409" y="921"/>
                  </a:lnTo>
                  <a:lnTo>
                    <a:pt x="1409"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136"/>
            <p:cNvSpPr/>
            <p:nvPr/>
          </p:nvSpPr>
          <p:spPr>
            <a:xfrm>
              <a:off x="5852857" y="3355496"/>
              <a:ext cx="172815" cy="69089"/>
            </a:xfrm>
            <a:custGeom>
              <a:avLst/>
              <a:gdLst/>
              <a:ahLst/>
              <a:cxnLst/>
              <a:rect l="l" t="t" r="r" b="b"/>
              <a:pathLst>
                <a:path w="6596" h="2637" extrusionOk="0">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136"/>
            <p:cNvSpPr/>
            <p:nvPr/>
          </p:nvSpPr>
          <p:spPr>
            <a:xfrm>
              <a:off x="5981708" y="3355496"/>
              <a:ext cx="43964" cy="69089"/>
            </a:xfrm>
            <a:custGeom>
              <a:avLst/>
              <a:gdLst/>
              <a:ahLst/>
              <a:cxnLst/>
              <a:rect l="l" t="t" r="r" b="b"/>
              <a:pathLst>
                <a:path w="1678" h="2637" extrusionOk="0">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136"/>
            <p:cNvSpPr/>
            <p:nvPr/>
          </p:nvSpPr>
          <p:spPr>
            <a:xfrm>
              <a:off x="5862917" y="3488854"/>
              <a:ext cx="152720" cy="188378"/>
            </a:xfrm>
            <a:custGeom>
              <a:avLst/>
              <a:gdLst/>
              <a:ahLst/>
              <a:cxnLst/>
              <a:rect l="l" t="t" r="r" b="b"/>
              <a:pathLst>
                <a:path w="5829" h="7190" extrusionOk="0">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136"/>
            <p:cNvSpPr/>
            <p:nvPr/>
          </p:nvSpPr>
          <p:spPr>
            <a:xfrm>
              <a:off x="5971412" y="3488854"/>
              <a:ext cx="44226" cy="188614"/>
            </a:xfrm>
            <a:custGeom>
              <a:avLst/>
              <a:gdLst/>
              <a:ahLst/>
              <a:cxnLst/>
              <a:rect l="l" t="t" r="r" b="b"/>
              <a:pathLst>
                <a:path w="1688" h="7199" extrusionOk="0">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136"/>
            <p:cNvSpPr/>
            <p:nvPr/>
          </p:nvSpPr>
          <p:spPr>
            <a:xfrm>
              <a:off x="5869939" y="3531036"/>
              <a:ext cx="121568" cy="104197"/>
            </a:xfrm>
            <a:custGeom>
              <a:avLst/>
              <a:gdLst/>
              <a:ahLst/>
              <a:cxnLst/>
              <a:rect l="l" t="t" r="r" b="b"/>
              <a:pathLst>
                <a:path w="4640" h="3977" extrusionOk="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136"/>
            <p:cNvSpPr/>
            <p:nvPr/>
          </p:nvSpPr>
          <p:spPr>
            <a:xfrm>
              <a:off x="5894043" y="3538058"/>
              <a:ext cx="106529" cy="97202"/>
            </a:xfrm>
            <a:custGeom>
              <a:avLst/>
              <a:gdLst/>
              <a:ahLst/>
              <a:cxnLst/>
              <a:rect l="l" t="t" r="r" b="b"/>
              <a:pathLst>
                <a:path w="4066" h="3710" extrusionOk="0">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136"/>
            <p:cNvSpPr/>
            <p:nvPr/>
          </p:nvSpPr>
          <p:spPr>
            <a:xfrm>
              <a:off x="5905597" y="3551813"/>
              <a:ext cx="67334" cy="62513"/>
            </a:xfrm>
            <a:custGeom>
              <a:avLst/>
              <a:gdLst/>
              <a:ahLst/>
              <a:cxnLst/>
              <a:rect l="l" t="t" r="r" b="b"/>
              <a:pathLst>
                <a:path w="2570" h="2386" extrusionOk="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136"/>
            <p:cNvSpPr/>
            <p:nvPr/>
          </p:nvSpPr>
          <p:spPr>
            <a:xfrm>
              <a:off x="5887781" y="3355496"/>
              <a:ext cx="14593" cy="69089"/>
            </a:xfrm>
            <a:custGeom>
              <a:avLst/>
              <a:gdLst/>
              <a:ahLst/>
              <a:cxnLst/>
              <a:rect l="l" t="t" r="r" b="b"/>
              <a:pathLst>
                <a:path w="557" h="2637" extrusionOk="0">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136"/>
            <p:cNvSpPr/>
            <p:nvPr/>
          </p:nvSpPr>
          <p:spPr>
            <a:xfrm>
              <a:off x="5931719" y="3355496"/>
              <a:ext cx="14855" cy="69089"/>
            </a:xfrm>
            <a:custGeom>
              <a:avLst/>
              <a:gdLst/>
              <a:ahLst/>
              <a:cxnLst/>
              <a:rect l="l" t="t" r="r" b="b"/>
              <a:pathLst>
                <a:path w="567" h="2637" extrusionOk="0">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136"/>
            <p:cNvSpPr/>
            <p:nvPr/>
          </p:nvSpPr>
          <p:spPr>
            <a:xfrm>
              <a:off x="5976416" y="3355496"/>
              <a:ext cx="14593" cy="69089"/>
            </a:xfrm>
            <a:custGeom>
              <a:avLst/>
              <a:gdLst/>
              <a:ahLst/>
              <a:cxnLst/>
              <a:rect l="l" t="t" r="r" b="b"/>
              <a:pathLst>
                <a:path w="557" h="2637" extrusionOk="0">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6" name="Google Shape;12296;p136"/>
          <p:cNvGrpSpPr/>
          <p:nvPr/>
        </p:nvGrpSpPr>
        <p:grpSpPr>
          <a:xfrm>
            <a:off x="7528713" y="1500641"/>
            <a:ext cx="370520" cy="361586"/>
            <a:chOff x="7528713" y="1500641"/>
            <a:chExt cx="370520" cy="361586"/>
          </a:xfrm>
        </p:grpSpPr>
        <p:sp>
          <p:nvSpPr>
            <p:cNvPr id="12297" name="Google Shape;12297;p136"/>
            <p:cNvSpPr/>
            <p:nvPr/>
          </p:nvSpPr>
          <p:spPr>
            <a:xfrm>
              <a:off x="7684158" y="1587809"/>
              <a:ext cx="121070" cy="119603"/>
            </a:xfrm>
            <a:custGeom>
              <a:avLst/>
              <a:gdLst/>
              <a:ahLst/>
              <a:cxnLst/>
              <a:rect l="l" t="t" r="r" b="b"/>
              <a:pathLst>
                <a:path w="4621" h="4565" extrusionOk="0">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136"/>
            <p:cNvSpPr/>
            <p:nvPr/>
          </p:nvSpPr>
          <p:spPr>
            <a:xfrm>
              <a:off x="7750208" y="1653282"/>
              <a:ext cx="54784" cy="53972"/>
            </a:xfrm>
            <a:custGeom>
              <a:avLst/>
              <a:gdLst/>
              <a:ahLst/>
              <a:cxnLst/>
              <a:rect l="l" t="t" r="r" b="b"/>
              <a:pathLst>
                <a:path w="2091" h="2060" extrusionOk="0">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136"/>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136"/>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136"/>
            <p:cNvSpPr/>
            <p:nvPr/>
          </p:nvSpPr>
          <p:spPr>
            <a:xfrm>
              <a:off x="7764775" y="1501846"/>
              <a:ext cx="128616" cy="155497"/>
            </a:xfrm>
            <a:custGeom>
              <a:avLst/>
              <a:gdLst/>
              <a:ahLst/>
              <a:cxnLst/>
              <a:rect l="l" t="t" r="r" b="b"/>
              <a:pathLst>
                <a:path w="4909" h="5935" extrusionOk="0">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136"/>
            <p:cNvSpPr/>
            <p:nvPr/>
          </p:nvSpPr>
          <p:spPr>
            <a:xfrm>
              <a:off x="7528713" y="1618279"/>
              <a:ext cx="252673" cy="243948"/>
            </a:xfrm>
            <a:custGeom>
              <a:avLst/>
              <a:gdLst/>
              <a:ahLst/>
              <a:cxnLst/>
              <a:rect l="l" t="t" r="r" b="b"/>
              <a:pathLst>
                <a:path w="9644" h="9311" extrusionOk="0">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136"/>
            <p:cNvSpPr/>
            <p:nvPr/>
          </p:nvSpPr>
          <p:spPr>
            <a:xfrm>
              <a:off x="7570136" y="1670627"/>
              <a:ext cx="211251" cy="191574"/>
            </a:xfrm>
            <a:custGeom>
              <a:avLst/>
              <a:gdLst/>
              <a:ahLst/>
              <a:cxnLst/>
              <a:rect l="l" t="t" r="r" b="b"/>
              <a:pathLst>
                <a:path w="8063" h="7312" extrusionOk="0">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4" name="Google Shape;12304;p136"/>
          <p:cNvGrpSpPr/>
          <p:nvPr/>
        </p:nvGrpSpPr>
        <p:grpSpPr>
          <a:xfrm>
            <a:off x="5317198" y="3355496"/>
            <a:ext cx="367429" cy="362163"/>
            <a:chOff x="5317198" y="3355496"/>
            <a:chExt cx="367429" cy="362163"/>
          </a:xfrm>
        </p:grpSpPr>
        <p:sp>
          <p:nvSpPr>
            <p:cNvPr id="12305" name="Google Shape;12305;p136"/>
            <p:cNvSpPr/>
            <p:nvPr/>
          </p:nvSpPr>
          <p:spPr>
            <a:xfrm>
              <a:off x="5378715" y="3535883"/>
              <a:ext cx="256184" cy="181776"/>
            </a:xfrm>
            <a:custGeom>
              <a:avLst/>
              <a:gdLst/>
              <a:ahLst/>
              <a:cxnLst/>
              <a:rect l="l" t="t" r="r" b="b"/>
              <a:pathLst>
                <a:path w="9778" h="6938" extrusionOk="0">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136"/>
            <p:cNvSpPr/>
            <p:nvPr/>
          </p:nvSpPr>
          <p:spPr>
            <a:xfrm>
              <a:off x="5455822" y="3438419"/>
              <a:ext cx="112031" cy="218220"/>
            </a:xfrm>
            <a:custGeom>
              <a:avLst/>
              <a:gdLst/>
              <a:ahLst/>
              <a:cxnLst/>
              <a:rect l="l" t="t" r="r" b="b"/>
              <a:pathLst>
                <a:path w="4276" h="8329" extrusionOk="0">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136"/>
            <p:cNvSpPr/>
            <p:nvPr/>
          </p:nvSpPr>
          <p:spPr>
            <a:xfrm>
              <a:off x="5448276" y="3359505"/>
              <a:ext cx="59815" cy="185129"/>
            </a:xfrm>
            <a:custGeom>
              <a:avLst/>
              <a:gdLst/>
              <a:ahLst/>
              <a:cxnLst/>
              <a:rect l="l" t="t" r="r" b="b"/>
              <a:pathLst>
                <a:path w="2283" h="7066" extrusionOk="0">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136"/>
            <p:cNvSpPr/>
            <p:nvPr/>
          </p:nvSpPr>
          <p:spPr>
            <a:xfrm>
              <a:off x="5448276" y="3359505"/>
              <a:ext cx="21877" cy="185129"/>
            </a:xfrm>
            <a:custGeom>
              <a:avLst/>
              <a:gdLst/>
              <a:ahLst/>
              <a:cxnLst/>
              <a:rect l="l" t="t" r="r" b="b"/>
              <a:pathLst>
                <a:path w="835" h="7066" extrusionOk="0">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136"/>
            <p:cNvSpPr/>
            <p:nvPr/>
          </p:nvSpPr>
          <p:spPr>
            <a:xfrm>
              <a:off x="5529653" y="3432839"/>
              <a:ext cx="67570" cy="21379"/>
            </a:xfrm>
            <a:custGeom>
              <a:avLst/>
              <a:gdLst/>
              <a:ahLst/>
              <a:cxnLst/>
              <a:rect l="l" t="t" r="r" b="b"/>
              <a:pathLst>
                <a:path w="2579" h="816" extrusionOk="0">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136"/>
            <p:cNvSpPr/>
            <p:nvPr/>
          </p:nvSpPr>
          <p:spPr>
            <a:xfrm>
              <a:off x="5571102" y="3432839"/>
              <a:ext cx="26383" cy="21877"/>
            </a:xfrm>
            <a:custGeom>
              <a:avLst/>
              <a:gdLst/>
              <a:ahLst/>
              <a:cxnLst/>
              <a:rect l="l" t="t" r="r" b="b"/>
              <a:pathLst>
                <a:path w="1007" h="835" extrusionOk="0">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136"/>
            <p:cNvSpPr/>
            <p:nvPr/>
          </p:nvSpPr>
          <p:spPr>
            <a:xfrm>
              <a:off x="5596699" y="3538058"/>
              <a:ext cx="67832" cy="21405"/>
            </a:xfrm>
            <a:custGeom>
              <a:avLst/>
              <a:gdLst/>
              <a:ahLst/>
              <a:cxnLst/>
              <a:rect l="l" t="t" r="r" b="b"/>
              <a:pathLst>
                <a:path w="2589" h="817" extrusionOk="0">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136"/>
            <p:cNvSpPr/>
            <p:nvPr/>
          </p:nvSpPr>
          <p:spPr>
            <a:xfrm>
              <a:off x="5639903" y="3538058"/>
              <a:ext cx="24628" cy="21641"/>
            </a:xfrm>
            <a:custGeom>
              <a:avLst/>
              <a:gdLst/>
              <a:ahLst/>
              <a:cxnLst/>
              <a:rect l="l" t="t" r="r" b="b"/>
              <a:pathLst>
                <a:path w="940" h="826" extrusionOk="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136"/>
            <p:cNvSpPr/>
            <p:nvPr/>
          </p:nvSpPr>
          <p:spPr>
            <a:xfrm>
              <a:off x="5576604" y="3470514"/>
              <a:ext cx="108023" cy="68592"/>
            </a:xfrm>
            <a:custGeom>
              <a:avLst/>
              <a:gdLst/>
              <a:ahLst/>
              <a:cxnLst/>
              <a:rect l="l" t="t" r="r" b="b"/>
              <a:pathLst>
                <a:path w="4123" h="2618" extrusionOk="0">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136"/>
            <p:cNvSpPr/>
            <p:nvPr/>
          </p:nvSpPr>
          <p:spPr>
            <a:xfrm>
              <a:off x="5600734" y="3538058"/>
              <a:ext cx="5528" cy="1284"/>
            </a:xfrm>
            <a:custGeom>
              <a:avLst/>
              <a:gdLst/>
              <a:ahLst/>
              <a:cxnLst/>
              <a:rect l="l" t="t" r="r" b="b"/>
              <a:pathLst>
                <a:path w="211" h="49" extrusionOk="0">
                  <a:moveTo>
                    <a:pt x="0" y="1"/>
                  </a:moveTo>
                  <a:cubicBezTo>
                    <a:pt x="10" y="20"/>
                    <a:pt x="29" y="30"/>
                    <a:pt x="38" y="49"/>
                  </a:cubicBezTo>
                  <a:cubicBezTo>
                    <a:pt x="86" y="20"/>
                    <a:pt x="153" y="1"/>
                    <a:pt x="211" y="1"/>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136"/>
            <p:cNvSpPr/>
            <p:nvPr/>
          </p:nvSpPr>
          <p:spPr>
            <a:xfrm>
              <a:off x="5621327" y="3470776"/>
              <a:ext cx="63299" cy="68565"/>
            </a:xfrm>
            <a:custGeom>
              <a:avLst/>
              <a:gdLst/>
              <a:ahLst/>
              <a:cxnLst/>
              <a:rect l="l" t="t" r="r" b="b"/>
              <a:pathLst>
                <a:path w="2416" h="2617" extrusionOk="0">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136"/>
            <p:cNvSpPr/>
            <p:nvPr/>
          </p:nvSpPr>
          <p:spPr>
            <a:xfrm>
              <a:off x="5528396" y="3355496"/>
              <a:ext cx="70085" cy="77369"/>
            </a:xfrm>
            <a:custGeom>
              <a:avLst/>
              <a:gdLst/>
              <a:ahLst/>
              <a:cxnLst/>
              <a:rect l="l" t="t" r="r" b="b"/>
              <a:pathLst>
                <a:path w="2675" h="2953" extrusionOk="0">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136"/>
            <p:cNvSpPr/>
            <p:nvPr/>
          </p:nvSpPr>
          <p:spPr>
            <a:xfrm>
              <a:off x="5554779" y="3355496"/>
              <a:ext cx="43964" cy="77369"/>
            </a:xfrm>
            <a:custGeom>
              <a:avLst/>
              <a:gdLst/>
              <a:ahLst/>
              <a:cxnLst/>
              <a:rect l="l" t="t" r="r" b="b"/>
              <a:pathLst>
                <a:path w="1678" h="2953" extrusionOk="0">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136"/>
            <p:cNvSpPr/>
            <p:nvPr/>
          </p:nvSpPr>
          <p:spPr>
            <a:xfrm>
              <a:off x="5317433" y="3355496"/>
              <a:ext cx="135637" cy="193146"/>
            </a:xfrm>
            <a:custGeom>
              <a:avLst/>
              <a:gdLst/>
              <a:ahLst/>
              <a:cxnLst/>
              <a:rect l="l" t="t" r="r" b="b"/>
              <a:pathLst>
                <a:path w="5177" h="7372" extrusionOk="0">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136"/>
            <p:cNvSpPr/>
            <p:nvPr/>
          </p:nvSpPr>
          <p:spPr>
            <a:xfrm>
              <a:off x="5317198" y="3357514"/>
              <a:ext cx="135873" cy="191129"/>
            </a:xfrm>
            <a:custGeom>
              <a:avLst/>
              <a:gdLst/>
              <a:ahLst/>
              <a:cxnLst/>
              <a:rect l="l" t="t" r="r" b="b"/>
              <a:pathLst>
                <a:path w="5186" h="7295" extrusionOk="0">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136"/>
            <p:cNvSpPr/>
            <p:nvPr/>
          </p:nvSpPr>
          <p:spPr>
            <a:xfrm>
              <a:off x="5625336" y="3485579"/>
              <a:ext cx="10821" cy="27641"/>
            </a:xfrm>
            <a:custGeom>
              <a:avLst/>
              <a:gdLst/>
              <a:ahLst/>
              <a:cxnLst/>
              <a:rect l="l" t="t" r="r" b="b"/>
              <a:pathLst>
                <a:path w="413" h="1055" extrusionOk="0">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1" name="Google Shape;12321;p136"/>
          <p:cNvGrpSpPr/>
          <p:nvPr/>
        </p:nvGrpSpPr>
        <p:grpSpPr>
          <a:xfrm>
            <a:off x="5302971" y="1500563"/>
            <a:ext cx="383175" cy="362241"/>
            <a:chOff x="5302971" y="1500563"/>
            <a:chExt cx="383175" cy="362241"/>
          </a:xfrm>
        </p:grpSpPr>
        <p:sp>
          <p:nvSpPr>
            <p:cNvPr id="12322" name="Google Shape;12322;p136"/>
            <p:cNvSpPr/>
            <p:nvPr/>
          </p:nvSpPr>
          <p:spPr>
            <a:xfrm>
              <a:off x="5302971" y="1500563"/>
              <a:ext cx="383175" cy="362241"/>
            </a:xfrm>
            <a:custGeom>
              <a:avLst/>
              <a:gdLst/>
              <a:ahLst/>
              <a:cxnLst/>
              <a:rect l="l" t="t" r="r" b="b"/>
              <a:pathLst>
                <a:path w="14625" h="13826" extrusionOk="0">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136"/>
            <p:cNvSpPr/>
            <p:nvPr/>
          </p:nvSpPr>
          <p:spPr>
            <a:xfrm>
              <a:off x="5375964" y="1557102"/>
              <a:ext cx="309920" cy="305675"/>
            </a:xfrm>
            <a:custGeom>
              <a:avLst/>
              <a:gdLst/>
              <a:ahLst/>
              <a:cxnLst/>
              <a:rect l="l" t="t" r="r" b="b"/>
              <a:pathLst>
                <a:path w="11829" h="11667" extrusionOk="0">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4" name="Google Shape;12324;p136"/>
          <p:cNvGrpSpPr/>
          <p:nvPr/>
        </p:nvGrpSpPr>
        <p:grpSpPr>
          <a:xfrm>
            <a:off x="6202705" y="1525453"/>
            <a:ext cx="364180" cy="312461"/>
            <a:chOff x="6202705" y="1525453"/>
            <a:chExt cx="364180" cy="312461"/>
          </a:xfrm>
        </p:grpSpPr>
        <p:sp>
          <p:nvSpPr>
            <p:cNvPr id="12325" name="Google Shape;12325;p136"/>
            <p:cNvSpPr/>
            <p:nvPr/>
          </p:nvSpPr>
          <p:spPr>
            <a:xfrm>
              <a:off x="6407615" y="1616891"/>
              <a:ext cx="159270" cy="221023"/>
            </a:xfrm>
            <a:custGeom>
              <a:avLst/>
              <a:gdLst/>
              <a:ahLst/>
              <a:cxnLst/>
              <a:rect l="l" t="t" r="r" b="b"/>
              <a:pathLst>
                <a:path w="6079" h="8436" extrusionOk="0">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136"/>
            <p:cNvSpPr/>
            <p:nvPr/>
          </p:nvSpPr>
          <p:spPr>
            <a:xfrm>
              <a:off x="6454592" y="1616891"/>
              <a:ext cx="112031" cy="221023"/>
            </a:xfrm>
            <a:custGeom>
              <a:avLst/>
              <a:gdLst/>
              <a:ahLst/>
              <a:cxnLst/>
              <a:rect l="l" t="t" r="r" b="b"/>
              <a:pathLst>
                <a:path w="4276" h="8436" extrusionOk="0">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136"/>
            <p:cNvSpPr/>
            <p:nvPr/>
          </p:nvSpPr>
          <p:spPr>
            <a:xfrm>
              <a:off x="6202705" y="1616891"/>
              <a:ext cx="158982" cy="221023"/>
            </a:xfrm>
            <a:custGeom>
              <a:avLst/>
              <a:gdLst/>
              <a:ahLst/>
              <a:cxnLst/>
              <a:rect l="l" t="t" r="r" b="b"/>
              <a:pathLst>
                <a:path w="6068" h="8436" extrusionOk="0">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136"/>
            <p:cNvSpPr/>
            <p:nvPr/>
          </p:nvSpPr>
          <p:spPr>
            <a:xfrm>
              <a:off x="6202705" y="1616891"/>
              <a:ext cx="112031" cy="221023"/>
            </a:xfrm>
            <a:custGeom>
              <a:avLst/>
              <a:gdLst/>
              <a:ahLst/>
              <a:cxnLst/>
              <a:rect l="l" t="t" r="r" b="b"/>
              <a:pathLst>
                <a:path w="4276" h="8436" extrusionOk="0">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136"/>
            <p:cNvSpPr/>
            <p:nvPr/>
          </p:nvSpPr>
          <p:spPr>
            <a:xfrm>
              <a:off x="6288327"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136"/>
            <p:cNvSpPr/>
            <p:nvPr/>
          </p:nvSpPr>
          <p:spPr>
            <a:xfrm>
              <a:off x="6453072"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136"/>
            <p:cNvSpPr/>
            <p:nvPr/>
          </p:nvSpPr>
          <p:spPr>
            <a:xfrm>
              <a:off x="6295086" y="1525453"/>
              <a:ext cx="177924" cy="246411"/>
            </a:xfrm>
            <a:custGeom>
              <a:avLst/>
              <a:gdLst/>
              <a:ahLst/>
              <a:cxnLst/>
              <a:rect l="l" t="t" r="r" b="b"/>
              <a:pathLst>
                <a:path w="6791" h="9405" extrusionOk="0">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2" name="Google Shape;12332;p136"/>
          <p:cNvGrpSpPr/>
          <p:nvPr/>
        </p:nvGrpSpPr>
        <p:grpSpPr>
          <a:xfrm>
            <a:off x="7087217" y="1503602"/>
            <a:ext cx="362398" cy="356163"/>
            <a:chOff x="7087217" y="1503602"/>
            <a:chExt cx="362398" cy="356163"/>
          </a:xfrm>
        </p:grpSpPr>
        <p:sp>
          <p:nvSpPr>
            <p:cNvPr id="12333" name="Google Shape;12333;p136"/>
            <p:cNvSpPr/>
            <p:nvPr/>
          </p:nvSpPr>
          <p:spPr>
            <a:xfrm>
              <a:off x="7087217" y="1503602"/>
              <a:ext cx="362398" cy="356163"/>
            </a:xfrm>
            <a:custGeom>
              <a:avLst/>
              <a:gdLst/>
              <a:ahLst/>
              <a:cxnLst/>
              <a:rect l="l" t="t" r="r" b="b"/>
              <a:pathLst>
                <a:path w="13832" h="13594" extrusionOk="0">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136"/>
            <p:cNvSpPr/>
            <p:nvPr/>
          </p:nvSpPr>
          <p:spPr>
            <a:xfrm>
              <a:off x="7140953" y="1772833"/>
              <a:ext cx="23135" cy="19781"/>
            </a:xfrm>
            <a:custGeom>
              <a:avLst/>
              <a:gdLst/>
              <a:ahLst/>
              <a:cxnLst/>
              <a:rect l="l" t="t" r="r" b="b"/>
              <a:pathLst>
                <a:path w="883" h="755" extrusionOk="0">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136"/>
            <p:cNvSpPr/>
            <p:nvPr/>
          </p:nvSpPr>
          <p:spPr>
            <a:xfrm>
              <a:off x="7278818" y="1541277"/>
              <a:ext cx="23135" cy="19912"/>
            </a:xfrm>
            <a:custGeom>
              <a:avLst/>
              <a:gdLst/>
              <a:ahLst/>
              <a:cxnLst/>
              <a:rect l="l" t="t" r="r" b="b"/>
              <a:pathLst>
                <a:path w="883" h="760" extrusionOk="0">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136"/>
            <p:cNvSpPr/>
            <p:nvPr/>
          </p:nvSpPr>
          <p:spPr>
            <a:xfrm>
              <a:off x="7322781" y="1635204"/>
              <a:ext cx="23108" cy="19781"/>
            </a:xfrm>
            <a:custGeom>
              <a:avLst/>
              <a:gdLst/>
              <a:ahLst/>
              <a:cxnLst/>
              <a:rect l="l" t="t" r="r" b="b"/>
              <a:pathLst>
                <a:path w="882" h="755" extrusionOk="0">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136"/>
            <p:cNvSpPr/>
            <p:nvPr/>
          </p:nvSpPr>
          <p:spPr>
            <a:xfrm>
              <a:off x="7258722" y="1616367"/>
              <a:ext cx="23397" cy="19781"/>
            </a:xfrm>
            <a:custGeom>
              <a:avLst/>
              <a:gdLst/>
              <a:ahLst/>
              <a:cxnLst/>
              <a:rect l="l" t="t" r="r" b="b"/>
              <a:pathLst>
                <a:path w="893" h="755" extrusionOk="0">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136"/>
            <p:cNvSpPr/>
            <p:nvPr/>
          </p:nvSpPr>
          <p:spPr>
            <a:xfrm>
              <a:off x="7231370" y="1692713"/>
              <a:ext cx="23108" cy="19912"/>
            </a:xfrm>
            <a:custGeom>
              <a:avLst/>
              <a:gdLst/>
              <a:ahLst/>
              <a:cxnLst/>
              <a:rect l="l" t="t" r="r" b="b"/>
              <a:pathLst>
                <a:path w="882" h="760" extrusionOk="0">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136"/>
            <p:cNvSpPr/>
            <p:nvPr/>
          </p:nvSpPr>
          <p:spPr>
            <a:xfrm>
              <a:off x="7399626" y="1590009"/>
              <a:ext cx="23135" cy="19833"/>
            </a:xfrm>
            <a:custGeom>
              <a:avLst/>
              <a:gdLst/>
              <a:ahLst/>
              <a:cxnLst/>
              <a:rect l="l" t="t" r="r" b="b"/>
              <a:pathLst>
                <a:path w="883" h="757" extrusionOk="0">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136"/>
            <p:cNvSpPr/>
            <p:nvPr/>
          </p:nvSpPr>
          <p:spPr>
            <a:xfrm>
              <a:off x="7108806" y="1792431"/>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136"/>
            <p:cNvSpPr/>
            <p:nvPr/>
          </p:nvSpPr>
          <p:spPr>
            <a:xfrm>
              <a:off x="7128639" y="1823320"/>
              <a:ext cx="23135" cy="19755"/>
            </a:xfrm>
            <a:custGeom>
              <a:avLst/>
              <a:gdLst/>
              <a:ahLst/>
              <a:cxnLst/>
              <a:rect l="l" t="t" r="r" b="b"/>
              <a:pathLst>
                <a:path w="883" h="754" extrusionOk="0">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136"/>
            <p:cNvSpPr/>
            <p:nvPr/>
          </p:nvSpPr>
          <p:spPr>
            <a:xfrm>
              <a:off x="7129635" y="1561137"/>
              <a:ext cx="319981" cy="298628"/>
            </a:xfrm>
            <a:custGeom>
              <a:avLst/>
              <a:gdLst/>
              <a:ahLst/>
              <a:cxnLst/>
              <a:rect l="l" t="t" r="r" b="b"/>
              <a:pathLst>
                <a:path w="12213" h="11398" extrusionOk="0">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136"/>
            <p:cNvSpPr/>
            <p:nvPr/>
          </p:nvSpPr>
          <p:spPr>
            <a:xfrm>
              <a:off x="7117583" y="1646523"/>
              <a:ext cx="107027" cy="112162"/>
            </a:xfrm>
            <a:custGeom>
              <a:avLst/>
              <a:gdLst/>
              <a:ahLst/>
              <a:cxnLst/>
              <a:rect l="l" t="t" r="r" b="b"/>
              <a:pathLst>
                <a:path w="4085" h="4281" extrusionOk="0">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136"/>
            <p:cNvSpPr/>
            <p:nvPr/>
          </p:nvSpPr>
          <p:spPr>
            <a:xfrm>
              <a:off x="7117347" y="1646523"/>
              <a:ext cx="107499" cy="112057"/>
            </a:xfrm>
            <a:custGeom>
              <a:avLst/>
              <a:gdLst/>
              <a:ahLst/>
              <a:cxnLst/>
              <a:rect l="l" t="t" r="r" b="b"/>
              <a:pathLst>
                <a:path w="4103" h="4277" extrusionOk="0">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136"/>
            <p:cNvSpPr/>
            <p:nvPr/>
          </p:nvSpPr>
          <p:spPr>
            <a:xfrm>
              <a:off x="7136421" y="1769322"/>
              <a:ext cx="23135" cy="19912"/>
            </a:xfrm>
            <a:custGeom>
              <a:avLst/>
              <a:gdLst/>
              <a:ahLst/>
              <a:cxnLst/>
              <a:rect l="l" t="t" r="r" b="b"/>
              <a:pathLst>
                <a:path w="883" h="760" extrusionOk="0">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136"/>
            <p:cNvSpPr/>
            <p:nvPr/>
          </p:nvSpPr>
          <p:spPr>
            <a:xfrm>
              <a:off x="7274311" y="1538029"/>
              <a:ext cx="23108" cy="19833"/>
            </a:xfrm>
            <a:custGeom>
              <a:avLst/>
              <a:gdLst/>
              <a:ahLst/>
              <a:cxnLst/>
              <a:rect l="l" t="t" r="r" b="b"/>
              <a:pathLst>
                <a:path w="882" h="757" extrusionOk="0">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136"/>
            <p:cNvSpPr/>
            <p:nvPr/>
          </p:nvSpPr>
          <p:spPr>
            <a:xfrm>
              <a:off x="7318249" y="1631956"/>
              <a:ext cx="23135" cy="19833"/>
            </a:xfrm>
            <a:custGeom>
              <a:avLst/>
              <a:gdLst/>
              <a:ahLst/>
              <a:cxnLst/>
              <a:rect l="l" t="t" r="r" b="b"/>
              <a:pathLst>
                <a:path w="883" h="757" extrusionOk="0">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136"/>
            <p:cNvSpPr/>
            <p:nvPr/>
          </p:nvSpPr>
          <p:spPr>
            <a:xfrm>
              <a:off x="7254216" y="1613118"/>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136"/>
            <p:cNvSpPr/>
            <p:nvPr/>
          </p:nvSpPr>
          <p:spPr>
            <a:xfrm>
              <a:off x="7226575" y="1689465"/>
              <a:ext cx="23397" cy="19833"/>
            </a:xfrm>
            <a:custGeom>
              <a:avLst/>
              <a:gdLst/>
              <a:ahLst/>
              <a:cxnLst/>
              <a:rect l="l" t="t" r="r" b="b"/>
              <a:pathLst>
                <a:path w="893" h="757" extrusionOk="0">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136"/>
            <p:cNvSpPr/>
            <p:nvPr/>
          </p:nvSpPr>
          <p:spPr>
            <a:xfrm>
              <a:off x="7395093" y="1586734"/>
              <a:ext cx="23135" cy="19833"/>
            </a:xfrm>
            <a:custGeom>
              <a:avLst/>
              <a:gdLst/>
              <a:ahLst/>
              <a:cxnLst/>
              <a:rect l="l" t="t" r="r" b="b"/>
              <a:pathLst>
                <a:path w="883" h="757" extrusionOk="0">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136"/>
            <p:cNvSpPr/>
            <p:nvPr/>
          </p:nvSpPr>
          <p:spPr>
            <a:xfrm>
              <a:off x="7104273" y="1789156"/>
              <a:ext cx="23135" cy="19912"/>
            </a:xfrm>
            <a:custGeom>
              <a:avLst/>
              <a:gdLst/>
              <a:ahLst/>
              <a:cxnLst/>
              <a:rect l="l" t="t" r="r" b="b"/>
              <a:pathLst>
                <a:path w="883" h="760" extrusionOk="0">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136"/>
            <p:cNvSpPr/>
            <p:nvPr/>
          </p:nvSpPr>
          <p:spPr>
            <a:xfrm>
              <a:off x="7124133" y="1820045"/>
              <a:ext cx="23108" cy="19781"/>
            </a:xfrm>
            <a:custGeom>
              <a:avLst/>
              <a:gdLst/>
              <a:ahLst/>
              <a:cxnLst/>
              <a:rect l="l" t="t" r="r" b="b"/>
              <a:pathLst>
                <a:path w="882" h="755" extrusionOk="0">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136"/>
            <p:cNvSpPr/>
            <p:nvPr/>
          </p:nvSpPr>
          <p:spPr>
            <a:xfrm>
              <a:off x="7159529" y="1730677"/>
              <a:ext cx="86670" cy="97438"/>
            </a:xfrm>
            <a:custGeom>
              <a:avLst/>
              <a:gdLst/>
              <a:ahLst/>
              <a:cxnLst/>
              <a:rect l="l" t="t" r="r" b="b"/>
              <a:pathLst>
                <a:path w="3308" h="3719" extrusionOk="0">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4" name="Google Shape;12354;p136"/>
          <p:cNvGrpSpPr/>
          <p:nvPr/>
        </p:nvGrpSpPr>
        <p:grpSpPr>
          <a:xfrm>
            <a:off x="7968952" y="1500877"/>
            <a:ext cx="378747" cy="361455"/>
            <a:chOff x="7968952" y="1500877"/>
            <a:chExt cx="378747" cy="361455"/>
          </a:xfrm>
        </p:grpSpPr>
        <p:sp>
          <p:nvSpPr>
            <p:cNvPr id="12355" name="Google Shape;12355;p136"/>
            <p:cNvSpPr/>
            <p:nvPr/>
          </p:nvSpPr>
          <p:spPr>
            <a:xfrm>
              <a:off x="8160579" y="1622393"/>
              <a:ext cx="52505" cy="51771"/>
            </a:xfrm>
            <a:custGeom>
              <a:avLst/>
              <a:gdLst/>
              <a:ahLst/>
              <a:cxnLst/>
              <a:rect l="l" t="t" r="r" b="b"/>
              <a:pathLst>
                <a:path w="2004" h="1976" extrusionOk="0">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136"/>
            <p:cNvSpPr/>
            <p:nvPr/>
          </p:nvSpPr>
          <p:spPr>
            <a:xfrm>
              <a:off x="8163592" y="1642750"/>
              <a:ext cx="49728" cy="31230"/>
            </a:xfrm>
            <a:custGeom>
              <a:avLst/>
              <a:gdLst/>
              <a:ahLst/>
              <a:cxnLst/>
              <a:rect l="l" t="t" r="r" b="b"/>
              <a:pathLst>
                <a:path w="1898" h="1192" extrusionOk="0">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136"/>
            <p:cNvSpPr/>
            <p:nvPr/>
          </p:nvSpPr>
          <p:spPr>
            <a:xfrm>
              <a:off x="7968952" y="1652549"/>
              <a:ext cx="215233" cy="209364"/>
            </a:xfrm>
            <a:custGeom>
              <a:avLst/>
              <a:gdLst/>
              <a:ahLst/>
              <a:cxnLst/>
              <a:rect l="l" t="t" r="r" b="b"/>
              <a:pathLst>
                <a:path w="8215" h="7991" extrusionOk="0">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136"/>
            <p:cNvSpPr/>
            <p:nvPr/>
          </p:nvSpPr>
          <p:spPr>
            <a:xfrm>
              <a:off x="8164587" y="1652287"/>
              <a:ext cx="9825" cy="10061"/>
            </a:xfrm>
            <a:custGeom>
              <a:avLst/>
              <a:gdLst/>
              <a:ahLst/>
              <a:cxnLst/>
              <a:rect l="l" t="t" r="r" b="b"/>
              <a:pathLst>
                <a:path w="375" h="384" extrusionOk="0">
                  <a:moveTo>
                    <a:pt x="374" y="384"/>
                  </a:moveTo>
                  <a:lnTo>
                    <a:pt x="0" y="1"/>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136"/>
            <p:cNvSpPr/>
            <p:nvPr/>
          </p:nvSpPr>
          <p:spPr>
            <a:xfrm>
              <a:off x="7972463" y="1662583"/>
              <a:ext cx="211722" cy="199565"/>
            </a:xfrm>
            <a:custGeom>
              <a:avLst/>
              <a:gdLst/>
              <a:ahLst/>
              <a:cxnLst/>
              <a:rect l="l" t="t" r="r" b="b"/>
              <a:pathLst>
                <a:path w="8081" h="7617" extrusionOk="0">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136"/>
            <p:cNvSpPr/>
            <p:nvPr/>
          </p:nvSpPr>
          <p:spPr>
            <a:xfrm>
              <a:off x="8167103" y="1502554"/>
              <a:ext cx="180597" cy="157750"/>
            </a:xfrm>
            <a:custGeom>
              <a:avLst/>
              <a:gdLst/>
              <a:ahLst/>
              <a:cxnLst/>
              <a:rect l="l" t="t" r="r" b="b"/>
              <a:pathLst>
                <a:path w="6893" h="6021" extrusionOk="0">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136"/>
            <p:cNvSpPr/>
            <p:nvPr/>
          </p:nvSpPr>
          <p:spPr>
            <a:xfrm>
              <a:off x="8187198" y="1506877"/>
              <a:ext cx="160501" cy="153427"/>
            </a:xfrm>
            <a:custGeom>
              <a:avLst/>
              <a:gdLst/>
              <a:ahLst/>
              <a:cxnLst/>
              <a:rect l="l" t="t" r="r" b="b"/>
              <a:pathLst>
                <a:path w="6126" h="5856" extrusionOk="0">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136"/>
            <p:cNvSpPr/>
            <p:nvPr/>
          </p:nvSpPr>
          <p:spPr>
            <a:xfrm>
              <a:off x="8073176" y="1500877"/>
              <a:ext cx="93193" cy="81430"/>
            </a:xfrm>
            <a:custGeom>
              <a:avLst/>
              <a:gdLst/>
              <a:ahLst/>
              <a:cxnLst/>
              <a:rect l="l" t="t" r="r" b="b"/>
              <a:pathLst>
                <a:path w="3557" h="3108" extrusionOk="0">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136"/>
            <p:cNvSpPr/>
            <p:nvPr/>
          </p:nvSpPr>
          <p:spPr>
            <a:xfrm>
              <a:off x="8081455" y="1501846"/>
              <a:ext cx="85176" cy="80696"/>
            </a:xfrm>
            <a:custGeom>
              <a:avLst/>
              <a:gdLst/>
              <a:ahLst/>
              <a:cxnLst/>
              <a:rect l="l" t="t" r="r" b="b"/>
              <a:pathLst>
                <a:path w="3251" h="3080" extrusionOk="0">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136"/>
            <p:cNvSpPr/>
            <p:nvPr/>
          </p:nvSpPr>
          <p:spPr>
            <a:xfrm>
              <a:off x="8069901" y="1562630"/>
              <a:ext cx="26907" cy="26593"/>
            </a:xfrm>
            <a:custGeom>
              <a:avLst/>
              <a:gdLst/>
              <a:ahLst/>
              <a:cxnLst/>
              <a:rect l="l" t="t" r="r" b="b"/>
              <a:pathLst>
                <a:path w="1027" h="1015" extrusionOk="0">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136"/>
            <p:cNvSpPr/>
            <p:nvPr/>
          </p:nvSpPr>
          <p:spPr>
            <a:xfrm>
              <a:off x="7970969" y="1578193"/>
              <a:ext cx="111009" cy="108337"/>
            </a:xfrm>
            <a:custGeom>
              <a:avLst/>
              <a:gdLst/>
              <a:ahLst/>
              <a:cxnLst/>
              <a:rect l="l" t="t" r="r" b="b"/>
              <a:pathLst>
                <a:path w="4237" h="4135" extrusionOk="0">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136"/>
            <p:cNvSpPr/>
            <p:nvPr/>
          </p:nvSpPr>
          <p:spPr>
            <a:xfrm>
              <a:off x="8247458" y="1676758"/>
              <a:ext cx="92958" cy="81534"/>
            </a:xfrm>
            <a:custGeom>
              <a:avLst/>
              <a:gdLst/>
              <a:ahLst/>
              <a:cxnLst/>
              <a:rect l="l" t="t" r="r" b="b"/>
              <a:pathLst>
                <a:path w="3548" h="3112" extrusionOk="0">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136"/>
            <p:cNvSpPr/>
            <p:nvPr/>
          </p:nvSpPr>
          <p:spPr>
            <a:xfrm>
              <a:off x="8255501" y="1677648"/>
              <a:ext cx="85150" cy="80460"/>
            </a:xfrm>
            <a:custGeom>
              <a:avLst/>
              <a:gdLst/>
              <a:ahLst/>
              <a:cxnLst/>
              <a:rect l="l" t="t" r="r" b="b"/>
              <a:pathLst>
                <a:path w="3250" h="3071" extrusionOk="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136"/>
            <p:cNvSpPr/>
            <p:nvPr/>
          </p:nvSpPr>
          <p:spPr>
            <a:xfrm>
              <a:off x="8244183" y="1738432"/>
              <a:ext cx="27169" cy="26776"/>
            </a:xfrm>
            <a:custGeom>
              <a:avLst/>
              <a:gdLst/>
              <a:ahLst/>
              <a:cxnLst/>
              <a:rect l="l" t="t" r="r" b="b"/>
              <a:pathLst>
                <a:path w="1037" h="1022" extrusionOk="0">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136"/>
            <p:cNvSpPr/>
            <p:nvPr/>
          </p:nvSpPr>
          <p:spPr>
            <a:xfrm>
              <a:off x="8145252" y="1753995"/>
              <a:ext cx="111036" cy="108337"/>
            </a:xfrm>
            <a:custGeom>
              <a:avLst/>
              <a:gdLst/>
              <a:ahLst/>
              <a:cxnLst/>
              <a:rect l="l" t="t" r="r" b="b"/>
              <a:pathLst>
                <a:path w="4238" h="4135" extrusionOk="0">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0" name="Google Shape;12370;p136"/>
          <p:cNvGrpSpPr/>
          <p:nvPr/>
        </p:nvGrpSpPr>
        <p:grpSpPr>
          <a:xfrm>
            <a:off x="5761445" y="1541723"/>
            <a:ext cx="362163" cy="279737"/>
            <a:chOff x="5761445" y="1541723"/>
            <a:chExt cx="362163" cy="279737"/>
          </a:xfrm>
        </p:grpSpPr>
        <p:sp>
          <p:nvSpPr>
            <p:cNvPr id="12371" name="Google Shape;12371;p136"/>
            <p:cNvSpPr/>
            <p:nvPr/>
          </p:nvSpPr>
          <p:spPr>
            <a:xfrm>
              <a:off x="5870699" y="1603371"/>
              <a:ext cx="64059" cy="218089"/>
            </a:xfrm>
            <a:custGeom>
              <a:avLst/>
              <a:gdLst/>
              <a:ahLst/>
              <a:cxnLst/>
              <a:rect l="l" t="t" r="r" b="b"/>
              <a:pathLst>
                <a:path w="2445" h="8324" extrusionOk="0">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136"/>
            <p:cNvSpPr/>
            <p:nvPr/>
          </p:nvSpPr>
          <p:spPr>
            <a:xfrm>
              <a:off x="5761445" y="1541723"/>
              <a:ext cx="139567" cy="223198"/>
            </a:xfrm>
            <a:custGeom>
              <a:avLst/>
              <a:gdLst/>
              <a:ahLst/>
              <a:cxnLst/>
              <a:rect l="l" t="t" r="r" b="b"/>
              <a:pathLst>
                <a:path w="5327" h="8519" extrusionOk="0">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136"/>
            <p:cNvSpPr/>
            <p:nvPr/>
          </p:nvSpPr>
          <p:spPr>
            <a:xfrm>
              <a:off x="5761707" y="1541854"/>
              <a:ext cx="83159" cy="222962"/>
            </a:xfrm>
            <a:custGeom>
              <a:avLst/>
              <a:gdLst/>
              <a:ahLst/>
              <a:cxnLst/>
              <a:rect l="l" t="t" r="r" b="b"/>
              <a:pathLst>
                <a:path w="3174" h="8510" extrusionOk="0">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136"/>
            <p:cNvSpPr/>
            <p:nvPr/>
          </p:nvSpPr>
          <p:spPr>
            <a:xfrm>
              <a:off x="5950059" y="1603371"/>
              <a:ext cx="64059" cy="218089"/>
            </a:xfrm>
            <a:custGeom>
              <a:avLst/>
              <a:gdLst/>
              <a:ahLst/>
              <a:cxnLst/>
              <a:rect l="l" t="t" r="r" b="b"/>
              <a:pathLst>
                <a:path w="2445" h="8324" extrusionOk="0">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136"/>
            <p:cNvSpPr/>
            <p:nvPr/>
          </p:nvSpPr>
          <p:spPr>
            <a:xfrm>
              <a:off x="5984040" y="1541723"/>
              <a:ext cx="139567" cy="223250"/>
            </a:xfrm>
            <a:custGeom>
              <a:avLst/>
              <a:gdLst/>
              <a:ahLst/>
              <a:cxnLst/>
              <a:rect l="l" t="t" r="r" b="b"/>
              <a:pathLst>
                <a:path w="5327" h="8521" extrusionOk="0">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136"/>
            <p:cNvSpPr/>
            <p:nvPr/>
          </p:nvSpPr>
          <p:spPr>
            <a:xfrm>
              <a:off x="6038955" y="1541959"/>
              <a:ext cx="84652" cy="223119"/>
            </a:xfrm>
            <a:custGeom>
              <a:avLst/>
              <a:gdLst/>
              <a:ahLst/>
              <a:cxnLst/>
              <a:rect l="l" t="t" r="r" b="b"/>
              <a:pathLst>
                <a:path w="3231" h="8516" extrusionOk="0">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7" name="Google Shape;12377;p136"/>
          <p:cNvGrpSpPr/>
          <p:nvPr/>
        </p:nvGrpSpPr>
        <p:grpSpPr>
          <a:xfrm>
            <a:off x="6204958" y="3355575"/>
            <a:ext cx="358390" cy="362320"/>
            <a:chOff x="6204958" y="3355575"/>
            <a:chExt cx="358390" cy="362320"/>
          </a:xfrm>
        </p:grpSpPr>
        <p:sp>
          <p:nvSpPr>
            <p:cNvPr id="12378" name="Google Shape;12378;p136"/>
            <p:cNvSpPr/>
            <p:nvPr/>
          </p:nvSpPr>
          <p:spPr>
            <a:xfrm>
              <a:off x="6204958" y="3355706"/>
              <a:ext cx="358154" cy="362189"/>
            </a:xfrm>
            <a:custGeom>
              <a:avLst/>
              <a:gdLst/>
              <a:ahLst/>
              <a:cxnLst/>
              <a:rect l="l" t="t" r="r" b="b"/>
              <a:pathLst>
                <a:path w="13670" h="13824" extrusionOk="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136"/>
            <p:cNvSpPr/>
            <p:nvPr/>
          </p:nvSpPr>
          <p:spPr>
            <a:xfrm>
              <a:off x="6253428" y="3355575"/>
              <a:ext cx="309920" cy="221442"/>
            </a:xfrm>
            <a:custGeom>
              <a:avLst/>
              <a:gdLst/>
              <a:ahLst/>
              <a:cxnLst/>
              <a:rect l="l" t="t" r="r" b="b"/>
              <a:pathLst>
                <a:path w="11829" h="8452" extrusionOk="0">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136"/>
            <p:cNvSpPr/>
            <p:nvPr/>
          </p:nvSpPr>
          <p:spPr>
            <a:xfrm>
              <a:off x="6225814" y="3425057"/>
              <a:ext cx="3537" cy="6550"/>
            </a:xfrm>
            <a:custGeom>
              <a:avLst/>
              <a:gdLst/>
              <a:ahLst/>
              <a:cxnLst/>
              <a:rect l="l" t="t" r="r" b="b"/>
              <a:pathLst>
                <a:path w="135" h="250" extrusionOk="0">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136"/>
            <p:cNvSpPr/>
            <p:nvPr/>
          </p:nvSpPr>
          <p:spPr>
            <a:xfrm>
              <a:off x="6367451" y="3577751"/>
              <a:ext cx="139148" cy="140144"/>
            </a:xfrm>
            <a:custGeom>
              <a:avLst/>
              <a:gdLst/>
              <a:ahLst/>
              <a:cxnLst/>
              <a:rect l="l" t="t" r="r" b="b"/>
              <a:pathLst>
                <a:path w="5311" h="5349" extrusionOk="0">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136"/>
            <p:cNvSpPr/>
            <p:nvPr/>
          </p:nvSpPr>
          <p:spPr>
            <a:xfrm>
              <a:off x="6460120" y="3595069"/>
              <a:ext cx="46479" cy="122328"/>
            </a:xfrm>
            <a:custGeom>
              <a:avLst/>
              <a:gdLst/>
              <a:ahLst/>
              <a:cxnLst/>
              <a:rect l="l" t="t" r="r" b="b"/>
              <a:pathLst>
                <a:path w="1774" h="4669" extrusionOk="0">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136"/>
            <p:cNvSpPr/>
            <p:nvPr/>
          </p:nvSpPr>
          <p:spPr>
            <a:xfrm>
              <a:off x="6419929" y="3572485"/>
              <a:ext cx="101997" cy="56513"/>
            </a:xfrm>
            <a:custGeom>
              <a:avLst/>
              <a:gdLst/>
              <a:ahLst/>
              <a:cxnLst/>
              <a:rect l="l" t="t" r="r" b="b"/>
              <a:pathLst>
                <a:path w="3893" h="2157" extrusionOk="0">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136"/>
            <p:cNvSpPr/>
            <p:nvPr/>
          </p:nvSpPr>
          <p:spPr>
            <a:xfrm>
              <a:off x="6426453" y="3572485"/>
              <a:ext cx="95211" cy="56513"/>
            </a:xfrm>
            <a:custGeom>
              <a:avLst/>
              <a:gdLst/>
              <a:ahLst/>
              <a:cxnLst/>
              <a:rect l="l" t="t" r="r" b="b"/>
              <a:pathLst>
                <a:path w="3634" h="2157" extrusionOk="0">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136"/>
            <p:cNvSpPr/>
            <p:nvPr/>
          </p:nvSpPr>
          <p:spPr>
            <a:xfrm>
              <a:off x="6381232" y="3407006"/>
              <a:ext cx="100503" cy="62277"/>
            </a:xfrm>
            <a:custGeom>
              <a:avLst/>
              <a:gdLst/>
              <a:ahLst/>
              <a:cxnLst/>
              <a:rect l="l" t="t" r="r" b="b"/>
              <a:pathLst>
                <a:path w="3836" h="2377" extrusionOk="0">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136"/>
            <p:cNvSpPr/>
            <p:nvPr/>
          </p:nvSpPr>
          <p:spPr>
            <a:xfrm>
              <a:off x="6255865" y="3454873"/>
              <a:ext cx="84259" cy="48811"/>
            </a:xfrm>
            <a:custGeom>
              <a:avLst/>
              <a:gdLst/>
              <a:ahLst/>
              <a:cxnLst/>
              <a:rect l="l" t="t" r="r" b="b"/>
              <a:pathLst>
                <a:path w="3216" h="1863" extrusionOk="0">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136"/>
            <p:cNvSpPr/>
            <p:nvPr/>
          </p:nvSpPr>
          <p:spPr>
            <a:xfrm>
              <a:off x="6422183" y="3506932"/>
              <a:ext cx="51273" cy="22637"/>
            </a:xfrm>
            <a:custGeom>
              <a:avLst/>
              <a:gdLst/>
              <a:ahLst/>
              <a:cxnLst/>
              <a:rect l="l" t="t" r="r" b="b"/>
              <a:pathLst>
                <a:path w="1957" h="864" extrusionOk="0">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136"/>
            <p:cNvSpPr/>
            <p:nvPr/>
          </p:nvSpPr>
          <p:spPr>
            <a:xfrm>
              <a:off x="6358621" y="3569236"/>
              <a:ext cx="52793" cy="23292"/>
            </a:xfrm>
            <a:custGeom>
              <a:avLst/>
              <a:gdLst/>
              <a:ahLst/>
              <a:cxnLst/>
              <a:rect l="l" t="t" r="r" b="b"/>
              <a:pathLst>
                <a:path w="2015" h="889" extrusionOk="0">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136"/>
            <p:cNvSpPr/>
            <p:nvPr/>
          </p:nvSpPr>
          <p:spPr>
            <a:xfrm>
              <a:off x="6345076" y="3480470"/>
              <a:ext cx="45509" cy="34532"/>
            </a:xfrm>
            <a:custGeom>
              <a:avLst/>
              <a:gdLst/>
              <a:ahLst/>
              <a:cxnLst/>
              <a:rect l="l" t="t" r="r" b="b"/>
              <a:pathLst>
                <a:path w="1737" h="1318" extrusionOk="0">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136"/>
            <p:cNvSpPr/>
            <p:nvPr/>
          </p:nvSpPr>
          <p:spPr>
            <a:xfrm>
              <a:off x="6278030" y="3534285"/>
              <a:ext cx="15353" cy="32933"/>
            </a:xfrm>
            <a:custGeom>
              <a:avLst/>
              <a:gdLst/>
              <a:ahLst/>
              <a:cxnLst/>
              <a:rect l="l" t="t" r="r" b="b"/>
              <a:pathLst>
                <a:path w="586" h="1257" extrusionOk="0">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136"/>
            <p:cNvSpPr/>
            <p:nvPr/>
          </p:nvSpPr>
          <p:spPr>
            <a:xfrm>
              <a:off x="6325767" y="3362911"/>
              <a:ext cx="20672" cy="25519"/>
            </a:xfrm>
            <a:custGeom>
              <a:avLst/>
              <a:gdLst/>
              <a:ahLst/>
              <a:cxnLst/>
              <a:rect l="l" t="t" r="r" b="b"/>
              <a:pathLst>
                <a:path w="789" h="974" extrusionOk="0">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136"/>
            <p:cNvSpPr/>
            <p:nvPr/>
          </p:nvSpPr>
          <p:spPr>
            <a:xfrm>
              <a:off x="6305042" y="3381146"/>
              <a:ext cx="50880" cy="19205"/>
            </a:xfrm>
            <a:custGeom>
              <a:avLst/>
              <a:gdLst/>
              <a:ahLst/>
              <a:cxnLst/>
              <a:rect l="l" t="t" r="r" b="b"/>
              <a:pathLst>
                <a:path w="1942" h="733" extrusionOk="0">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136"/>
            <p:cNvSpPr/>
            <p:nvPr/>
          </p:nvSpPr>
          <p:spPr>
            <a:xfrm>
              <a:off x="6526275" y="3501037"/>
              <a:ext cx="29056" cy="37309"/>
            </a:xfrm>
            <a:custGeom>
              <a:avLst/>
              <a:gdLst/>
              <a:ahLst/>
              <a:cxnLst/>
              <a:rect l="l" t="t" r="r" b="b"/>
              <a:pathLst>
                <a:path w="1109" h="1424" extrusionOk="0">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4" name="Google Shape;12394;p136"/>
          <p:cNvGrpSpPr/>
          <p:nvPr/>
        </p:nvGrpSpPr>
        <p:grpSpPr>
          <a:xfrm>
            <a:off x="4939970" y="1499855"/>
            <a:ext cx="242979" cy="362660"/>
            <a:chOff x="4939970" y="1499855"/>
            <a:chExt cx="242979" cy="362660"/>
          </a:xfrm>
        </p:grpSpPr>
        <p:sp>
          <p:nvSpPr>
            <p:cNvPr id="12395" name="Google Shape;12395;p136"/>
            <p:cNvSpPr/>
            <p:nvPr/>
          </p:nvSpPr>
          <p:spPr>
            <a:xfrm>
              <a:off x="4992973" y="1499855"/>
              <a:ext cx="43728" cy="120075"/>
            </a:xfrm>
            <a:custGeom>
              <a:avLst/>
              <a:gdLst/>
              <a:ahLst/>
              <a:cxnLst/>
              <a:rect l="l" t="t" r="r" b="b"/>
              <a:pathLst>
                <a:path w="1669" h="4583" extrusionOk="0">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136"/>
            <p:cNvSpPr/>
            <p:nvPr/>
          </p:nvSpPr>
          <p:spPr>
            <a:xfrm>
              <a:off x="4993470" y="1584979"/>
              <a:ext cx="42732" cy="34951"/>
            </a:xfrm>
            <a:custGeom>
              <a:avLst/>
              <a:gdLst/>
              <a:ahLst/>
              <a:cxnLst/>
              <a:rect l="l" t="t" r="r" b="b"/>
              <a:pathLst>
                <a:path w="1631" h="1334" extrusionOk="0">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136"/>
            <p:cNvSpPr/>
            <p:nvPr/>
          </p:nvSpPr>
          <p:spPr>
            <a:xfrm>
              <a:off x="4939970" y="1536588"/>
              <a:ext cx="203207" cy="325928"/>
            </a:xfrm>
            <a:custGeom>
              <a:avLst/>
              <a:gdLst/>
              <a:ahLst/>
              <a:cxnLst/>
              <a:rect l="l" t="t" r="r" b="b"/>
              <a:pathLst>
                <a:path w="7756" h="12440" extrusionOk="0">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136"/>
            <p:cNvSpPr/>
            <p:nvPr/>
          </p:nvSpPr>
          <p:spPr>
            <a:xfrm>
              <a:off x="5033163" y="1662321"/>
              <a:ext cx="149785" cy="191155"/>
            </a:xfrm>
            <a:custGeom>
              <a:avLst/>
              <a:gdLst/>
              <a:ahLst/>
              <a:cxnLst/>
              <a:rect l="l" t="t" r="r" b="b"/>
              <a:pathLst>
                <a:path w="5717" h="7296" extrusionOk="0">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136"/>
            <p:cNvSpPr/>
            <p:nvPr/>
          </p:nvSpPr>
          <p:spPr>
            <a:xfrm>
              <a:off x="5033399" y="1662321"/>
              <a:ext cx="25388" cy="27667"/>
            </a:xfrm>
            <a:custGeom>
              <a:avLst/>
              <a:gdLst/>
              <a:ahLst/>
              <a:cxnLst/>
              <a:rect l="l" t="t" r="r" b="b"/>
              <a:pathLst>
                <a:path w="969" h="1056" extrusionOk="0">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136"/>
            <p:cNvSpPr/>
            <p:nvPr/>
          </p:nvSpPr>
          <p:spPr>
            <a:xfrm>
              <a:off x="5006780" y="1626427"/>
              <a:ext cx="30680" cy="26279"/>
            </a:xfrm>
            <a:custGeom>
              <a:avLst/>
              <a:gdLst/>
              <a:ahLst/>
              <a:cxnLst/>
              <a:rect l="l" t="t" r="r" b="b"/>
              <a:pathLst>
                <a:path w="1171" h="1003" extrusionOk="0">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1" name="Google Shape;12401;p136"/>
          <p:cNvGrpSpPr/>
          <p:nvPr/>
        </p:nvGrpSpPr>
        <p:grpSpPr>
          <a:xfrm>
            <a:off x="8023448" y="3355496"/>
            <a:ext cx="284322" cy="362163"/>
            <a:chOff x="8023448" y="3355496"/>
            <a:chExt cx="284322" cy="362163"/>
          </a:xfrm>
        </p:grpSpPr>
        <p:sp>
          <p:nvSpPr>
            <p:cNvPr id="12402" name="Google Shape;12402;p136"/>
            <p:cNvSpPr/>
            <p:nvPr/>
          </p:nvSpPr>
          <p:spPr>
            <a:xfrm>
              <a:off x="8023448" y="3372815"/>
              <a:ext cx="284322" cy="344844"/>
            </a:xfrm>
            <a:custGeom>
              <a:avLst/>
              <a:gdLst/>
              <a:ahLst/>
              <a:cxnLst/>
              <a:rect l="l" t="t" r="r" b="b"/>
              <a:pathLst>
                <a:path w="10852" h="13162" extrusionOk="0">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136"/>
            <p:cNvSpPr/>
            <p:nvPr/>
          </p:nvSpPr>
          <p:spPr>
            <a:xfrm>
              <a:off x="8241930" y="3373077"/>
              <a:ext cx="65841" cy="344582"/>
            </a:xfrm>
            <a:custGeom>
              <a:avLst/>
              <a:gdLst/>
              <a:ahLst/>
              <a:cxnLst/>
              <a:rect l="l" t="t" r="r" b="b"/>
              <a:pathLst>
                <a:path w="2513" h="13152" extrusionOk="0">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136"/>
            <p:cNvSpPr/>
            <p:nvPr/>
          </p:nvSpPr>
          <p:spPr>
            <a:xfrm>
              <a:off x="8058111" y="3373077"/>
              <a:ext cx="214997" cy="312435"/>
            </a:xfrm>
            <a:custGeom>
              <a:avLst/>
              <a:gdLst/>
              <a:ahLst/>
              <a:cxnLst/>
              <a:rect l="l" t="t" r="r" b="b"/>
              <a:pathLst>
                <a:path w="8206" h="11925" extrusionOk="0">
                  <a:moveTo>
                    <a:pt x="0" y="0"/>
                  </a:moveTo>
                  <a:lnTo>
                    <a:pt x="0" y="11925"/>
                  </a:lnTo>
                  <a:lnTo>
                    <a:pt x="8205" y="11925"/>
                  </a:lnTo>
                  <a:lnTo>
                    <a:pt x="8205" y="0"/>
                  </a:ln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136"/>
            <p:cNvSpPr/>
            <p:nvPr/>
          </p:nvSpPr>
          <p:spPr>
            <a:xfrm>
              <a:off x="8058346" y="3373077"/>
              <a:ext cx="214761" cy="312435"/>
            </a:xfrm>
            <a:custGeom>
              <a:avLst/>
              <a:gdLst/>
              <a:ahLst/>
              <a:cxnLst/>
              <a:rect l="l" t="t" r="r" b="b"/>
              <a:pathLst>
                <a:path w="8197" h="11925" extrusionOk="0">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136"/>
            <p:cNvSpPr/>
            <p:nvPr/>
          </p:nvSpPr>
          <p:spPr>
            <a:xfrm>
              <a:off x="8092013" y="3355496"/>
              <a:ext cx="147427" cy="72338"/>
            </a:xfrm>
            <a:custGeom>
              <a:avLst/>
              <a:gdLst/>
              <a:ahLst/>
              <a:cxnLst/>
              <a:rect l="l" t="t" r="r" b="b"/>
              <a:pathLst>
                <a:path w="5627" h="2761" extrusionOk="0">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136"/>
            <p:cNvSpPr/>
            <p:nvPr/>
          </p:nvSpPr>
          <p:spPr>
            <a:xfrm>
              <a:off x="8162570" y="3355496"/>
              <a:ext cx="76871" cy="72102"/>
            </a:xfrm>
            <a:custGeom>
              <a:avLst/>
              <a:gdLst/>
              <a:ahLst/>
              <a:cxnLst/>
              <a:rect l="l" t="t" r="r" b="b"/>
              <a:pathLst>
                <a:path w="2934" h="2752" extrusionOk="0">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136"/>
            <p:cNvSpPr/>
            <p:nvPr/>
          </p:nvSpPr>
          <p:spPr>
            <a:xfrm>
              <a:off x="8090992" y="3448402"/>
              <a:ext cx="147454" cy="103516"/>
            </a:xfrm>
            <a:custGeom>
              <a:avLst/>
              <a:gdLst/>
              <a:ahLst/>
              <a:cxnLst/>
              <a:rect l="l" t="t" r="r" b="b"/>
              <a:pathLst>
                <a:path w="5628" h="3951" extrusionOk="0">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136"/>
            <p:cNvSpPr/>
            <p:nvPr/>
          </p:nvSpPr>
          <p:spPr>
            <a:xfrm>
              <a:off x="8091254" y="3588310"/>
              <a:ext cx="148947" cy="10559"/>
            </a:xfrm>
            <a:custGeom>
              <a:avLst/>
              <a:gdLst/>
              <a:ahLst/>
              <a:cxnLst/>
              <a:rect l="l" t="t" r="r" b="b"/>
              <a:pathLst>
                <a:path w="5685" h="403" extrusionOk="0">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136"/>
            <p:cNvSpPr/>
            <p:nvPr/>
          </p:nvSpPr>
          <p:spPr>
            <a:xfrm>
              <a:off x="8091254" y="3634998"/>
              <a:ext cx="148947" cy="10585"/>
            </a:xfrm>
            <a:custGeom>
              <a:avLst/>
              <a:gdLst/>
              <a:ahLst/>
              <a:cxnLst/>
              <a:rect l="l" t="t" r="r" b="b"/>
              <a:pathLst>
                <a:path w="5685" h="404" extrusionOk="0">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1" name="Google Shape;12411;p136"/>
          <p:cNvGrpSpPr/>
          <p:nvPr/>
        </p:nvGrpSpPr>
        <p:grpSpPr>
          <a:xfrm>
            <a:off x="6644201" y="3355496"/>
            <a:ext cx="366695" cy="361979"/>
            <a:chOff x="6644201" y="3355496"/>
            <a:chExt cx="366695" cy="361979"/>
          </a:xfrm>
        </p:grpSpPr>
        <p:sp>
          <p:nvSpPr>
            <p:cNvPr id="12412" name="Google Shape;12412;p136"/>
            <p:cNvSpPr/>
            <p:nvPr/>
          </p:nvSpPr>
          <p:spPr>
            <a:xfrm>
              <a:off x="6824274" y="3378421"/>
              <a:ext cx="11056" cy="52190"/>
            </a:xfrm>
            <a:custGeom>
              <a:avLst/>
              <a:gdLst/>
              <a:ahLst/>
              <a:cxnLst/>
              <a:rect l="l" t="t" r="r" b="b"/>
              <a:pathLst>
                <a:path w="422" h="1992" extrusionOk="0">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136"/>
            <p:cNvSpPr/>
            <p:nvPr/>
          </p:nvSpPr>
          <p:spPr>
            <a:xfrm>
              <a:off x="6904944" y="3402709"/>
              <a:ext cx="60994" cy="56802"/>
            </a:xfrm>
            <a:custGeom>
              <a:avLst/>
              <a:gdLst/>
              <a:ahLst/>
              <a:cxnLst/>
              <a:rect l="l" t="t" r="r" b="b"/>
              <a:pathLst>
                <a:path w="2328" h="2168" extrusionOk="0">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136"/>
            <p:cNvSpPr/>
            <p:nvPr/>
          </p:nvSpPr>
          <p:spPr>
            <a:xfrm>
              <a:off x="6942541" y="3531036"/>
              <a:ext cx="47239" cy="10821"/>
            </a:xfrm>
            <a:custGeom>
              <a:avLst/>
              <a:gdLst/>
              <a:ahLst/>
              <a:cxnLst/>
              <a:rect l="l" t="t" r="r" b="b"/>
              <a:pathLst>
                <a:path w="1803" h="413" extrusionOk="0">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136"/>
            <p:cNvSpPr/>
            <p:nvPr/>
          </p:nvSpPr>
          <p:spPr>
            <a:xfrm>
              <a:off x="6927397" y="3636518"/>
              <a:ext cx="30759" cy="26645"/>
            </a:xfrm>
            <a:custGeom>
              <a:avLst/>
              <a:gdLst/>
              <a:ahLst/>
              <a:cxnLst/>
              <a:rect l="l" t="t" r="r" b="b"/>
              <a:pathLst>
                <a:path w="1174" h="1017" extrusionOk="0">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136"/>
            <p:cNvSpPr/>
            <p:nvPr/>
          </p:nvSpPr>
          <p:spPr>
            <a:xfrm>
              <a:off x="6905049" y="3614169"/>
              <a:ext cx="23973" cy="21117"/>
            </a:xfrm>
            <a:custGeom>
              <a:avLst/>
              <a:gdLst/>
              <a:ahLst/>
              <a:cxnLst/>
              <a:rect l="l" t="t" r="r" b="b"/>
              <a:pathLst>
                <a:path w="915" h="806" extrusionOk="0">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136"/>
            <p:cNvSpPr/>
            <p:nvPr/>
          </p:nvSpPr>
          <p:spPr>
            <a:xfrm>
              <a:off x="6824274" y="3642360"/>
              <a:ext cx="11056" cy="52190"/>
            </a:xfrm>
            <a:custGeom>
              <a:avLst/>
              <a:gdLst/>
              <a:ahLst/>
              <a:cxnLst/>
              <a:rect l="l" t="t" r="r" b="b"/>
              <a:pathLst>
                <a:path w="422" h="1992" extrusionOk="0">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136"/>
            <p:cNvSpPr/>
            <p:nvPr/>
          </p:nvSpPr>
          <p:spPr>
            <a:xfrm>
              <a:off x="6715780" y="3612754"/>
              <a:ext cx="40034" cy="37099"/>
            </a:xfrm>
            <a:custGeom>
              <a:avLst/>
              <a:gdLst/>
              <a:ahLst/>
              <a:cxnLst/>
              <a:rect l="l" t="t" r="r" b="b"/>
              <a:pathLst>
                <a:path w="1528" h="1416" extrusionOk="0">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136"/>
            <p:cNvSpPr/>
            <p:nvPr/>
          </p:nvSpPr>
          <p:spPr>
            <a:xfrm>
              <a:off x="6669825" y="3531036"/>
              <a:ext cx="47239" cy="10821"/>
            </a:xfrm>
            <a:custGeom>
              <a:avLst/>
              <a:gdLst/>
              <a:ahLst/>
              <a:cxnLst/>
              <a:rect l="l" t="t" r="r" b="b"/>
              <a:pathLst>
                <a:path w="1803" h="413" extrusionOk="0">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136"/>
            <p:cNvSpPr/>
            <p:nvPr/>
          </p:nvSpPr>
          <p:spPr>
            <a:xfrm>
              <a:off x="6700924" y="3410097"/>
              <a:ext cx="54548" cy="50409"/>
            </a:xfrm>
            <a:custGeom>
              <a:avLst/>
              <a:gdLst/>
              <a:ahLst/>
              <a:cxnLst/>
              <a:rect l="l" t="t" r="r" b="b"/>
              <a:pathLst>
                <a:path w="2082" h="1924" extrusionOk="0">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136"/>
            <p:cNvSpPr/>
            <p:nvPr/>
          </p:nvSpPr>
          <p:spPr>
            <a:xfrm>
              <a:off x="6709492" y="3418953"/>
              <a:ext cx="240621" cy="234988"/>
            </a:xfrm>
            <a:custGeom>
              <a:avLst/>
              <a:gdLst/>
              <a:ahLst/>
              <a:cxnLst/>
              <a:rect l="l" t="t" r="r" b="b"/>
              <a:pathLst>
                <a:path w="9184" h="8969" extrusionOk="0">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136"/>
            <p:cNvSpPr/>
            <p:nvPr/>
          </p:nvSpPr>
          <p:spPr>
            <a:xfrm>
              <a:off x="6749683" y="3436114"/>
              <a:ext cx="200430" cy="218010"/>
            </a:xfrm>
            <a:custGeom>
              <a:avLst/>
              <a:gdLst/>
              <a:ahLst/>
              <a:cxnLst/>
              <a:rect l="l" t="t" r="r" b="b"/>
              <a:pathLst>
                <a:path w="7650" h="8321" extrusionOk="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136"/>
            <p:cNvSpPr/>
            <p:nvPr/>
          </p:nvSpPr>
          <p:spPr>
            <a:xfrm>
              <a:off x="6774049" y="3464226"/>
              <a:ext cx="33169" cy="28244"/>
            </a:xfrm>
            <a:custGeom>
              <a:avLst/>
              <a:gdLst/>
              <a:ahLst/>
              <a:cxnLst/>
              <a:rect l="l" t="t" r="r" b="b"/>
              <a:pathLst>
                <a:path w="1266" h="1078" extrusionOk="0">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136"/>
            <p:cNvSpPr/>
            <p:nvPr/>
          </p:nvSpPr>
          <p:spPr>
            <a:xfrm>
              <a:off x="6810964" y="3355496"/>
              <a:ext cx="33169" cy="28479"/>
            </a:xfrm>
            <a:custGeom>
              <a:avLst/>
              <a:gdLst/>
              <a:ahLst/>
              <a:cxnLst/>
              <a:rect l="l" t="t" r="r" b="b"/>
              <a:pathLst>
                <a:path w="1266" h="1087" extrusionOk="0">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136"/>
            <p:cNvSpPr/>
            <p:nvPr/>
          </p:nvSpPr>
          <p:spPr>
            <a:xfrm>
              <a:off x="6866194" y="3511203"/>
              <a:ext cx="33195" cy="28401"/>
            </a:xfrm>
            <a:custGeom>
              <a:avLst/>
              <a:gdLst/>
              <a:ahLst/>
              <a:cxnLst/>
              <a:rect l="l" t="t" r="r" b="b"/>
              <a:pathLst>
                <a:path w="1267" h="1084" extrusionOk="0">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136"/>
            <p:cNvSpPr/>
            <p:nvPr/>
          </p:nvSpPr>
          <p:spPr>
            <a:xfrm>
              <a:off x="6762992" y="3556896"/>
              <a:ext cx="52505" cy="44828"/>
            </a:xfrm>
            <a:custGeom>
              <a:avLst/>
              <a:gdLst/>
              <a:ahLst/>
              <a:cxnLst/>
              <a:rect l="l" t="t" r="r" b="b"/>
              <a:pathLst>
                <a:path w="2004" h="1711" extrusionOk="0">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136"/>
            <p:cNvSpPr/>
            <p:nvPr/>
          </p:nvSpPr>
          <p:spPr>
            <a:xfrm>
              <a:off x="6953859" y="3377426"/>
              <a:ext cx="36680" cy="35003"/>
            </a:xfrm>
            <a:custGeom>
              <a:avLst/>
              <a:gdLst/>
              <a:ahLst/>
              <a:cxnLst/>
              <a:rect l="l" t="t" r="r" b="b"/>
              <a:pathLst>
                <a:path w="1400" h="1336" extrusionOk="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136"/>
            <p:cNvSpPr/>
            <p:nvPr/>
          </p:nvSpPr>
          <p:spPr>
            <a:xfrm>
              <a:off x="6977701" y="3522259"/>
              <a:ext cx="33195" cy="28479"/>
            </a:xfrm>
            <a:custGeom>
              <a:avLst/>
              <a:gdLst/>
              <a:ahLst/>
              <a:cxnLst/>
              <a:rect l="l" t="t" r="r" b="b"/>
              <a:pathLst>
                <a:path w="1267" h="1087" extrusionOk="0">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136"/>
            <p:cNvSpPr/>
            <p:nvPr/>
          </p:nvSpPr>
          <p:spPr>
            <a:xfrm>
              <a:off x="6945816" y="3652473"/>
              <a:ext cx="38462" cy="36680"/>
            </a:xfrm>
            <a:custGeom>
              <a:avLst/>
              <a:gdLst/>
              <a:ahLst/>
              <a:cxnLst/>
              <a:rect l="l" t="t" r="r" b="b"/>
              <a:pathLst>
                <a:path w="1468" h="1400" extrusionOk="0">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136"/>
            <p:cNvSpPr/>
            <p:nvPr/>
          </p:nvSpPr>
          <p:spPr>
            <a:xfrm>
              <a:off x="6810964" y="3688996"/>
              <a:ext cx="33169" cy="28479"/>
            </a:xfrm>
            <a:custGeom>
              <a:avLst/>
              <a:gdLst/>
              <a:ahLst/>
              <a:cxnLst/>
              <a:rect l="l" t="t" r="r" b="b"/>
              <a:pathLst>
                <a:path w="1266" h="1087" extrusionOk="0">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136"/>
            <p:cNvSpPr/>
            <p:nvPr/>
          </p:nvSpPr>
          <p:spPr>
            <a:xfrm>
              <a:off x="6697702" y="3640212"/>
              <a:ext cx="29894" cy="28479"/>
            </a:xfrm>
            <a:custGeom>
              <a:avLst/>
              <a:gdLst/>
              <a:ahLst/>
              <a:cxnLst/>
              <a:rect l="l" t="t" r="r" b="b"/>
              <a:pathLst>
                <a:path w="1141" h="1087" extrusionOk="0">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136"/>
            <p:cNvSpPr/>
            <p:nvPr/>
          </p:nvSpPr>
          <p:spPr>
            <a:xfrm>
              <a:off x="6644201" y="3522259"/>
              <a:ext cx="33169" cy="28479"/>
            </a:xfrm>
            <a:custGeom>
              <a:avLst/>
              <a:gdLst/>
              <a:ahLst/>
              <a:cxnLst/>
              <a:rect l="l" t="t" r="r" b="b"/>
              <a:pathLst>
                <a:path w="1266" h="1087" extrusionOk="0">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136"/>
            <p:cNvSpPr/>
            <p:nvPr/>
          </p:nvSpPr>
          <p:spPr>
            <a:xfrm>
              <a:off x="6676349" y="3383242"/>
              <a:ext cx="39457" cy="37754"/>
            </a:xfrm>
            <a:custGeom>
              <a:avLst/>
              <a:gdLst/>
              <a:ahLst/>
              <a:cxnLst/>
              <a:rect l="l" t="t" r="r" b="b"/>
              <a:pathLst>
                <a:path w="1506" h="1441" extrusionOk="0">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4" name="Google Shape;12434;p136"/>
          <p:cNvGrpSpPr/>
          <p:nvPr/>
        </p:nvGrpSpPr>
        <p:grpSpPr>
          <a:xfrm>
            <a:off x="7955145" y="2019192"/>
            <a:ext cx="365176" cy="271013"/>
            <a:chOff x="7955145" y="2019192"/>
            <a:chExt cx="365176" cy="271013"/>
          </a:xfrm>
        </p:grpSpPr>
        <p:sp>
          <p:nvSpPr>
            <p:cNvPr id="12435" name="Google Shape;12435;p136"/>
            <p:cNvSpPr/>
            <p:nvPr/>
          </p:nvSpPr>
          <p:spPr>
            <a:xfrm>
              <a:off x="7977729" y="2019192"/>
              <a:ext cx="320243" cy="271013"/>
            </a:xfrm>
            <a:custGeom>
              <a:avLst/>
              <a:gdLst/>
              <a:ahLst/>
              <a:cxnLst/>
              <a:rect l="l" t="t" r="r" b="b"/>
              <a:pathLst>
                <a:path w="12223" h="10344" extrusionOk="0">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136"/>
            <p:cNvSpPr/>
            <p:nvPr/>
          </p:nvSpPr>
          <p:spPr>
            <a:xfrm>
              <a:off x="8084468" y="2023226"/>
              <a:ext cx="213504" cy="266978"/>
            </a:xfrm>
            <a:custGeom>
              <a:avLst/>
              <a:gdLst/>
              <a:ahLst/>
              <a:cxnLst/>
              <a:rect l="l" t="t" r="r" b="b"/>
              <a:pathLst>
                <a:path w="8149" h="10190" extrusionOk="0">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136"/>
            <p:cNvSpPr/>
            <p:nvPr/>
          </p:nvSpPr>
          <p:spPr>
            <a:xfrm>
              <a:off x="8182377" y="2136437"/>
              <a:ext cx="95735" cy="76163"/>
            </a:xfrm>
            <a:custGeom>
              <a:avLst/>
              <a:gdLst/>
              <a:ahLst/>
              <a:cxnLst/>
              <a:rect l="l" t="t" r="r" b="b"/>
              <a:pathLst>
                <a:path w="3654" h="2907" extrusionOk="0">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136"/>
            <p:cNvSpPr/>
            <p:nvPr/>
          </p:nvSpPr>
          <p:spPr>
            <a:xfrm>
              <a:off x="7997327" y="2098866"/>
              <a:ext cx="191601" cy="125026"/>
            </a:xfrm>
            <a:custGeom>
              <a:avLst/>
              <a:gdLst/>
              <a:ahLst/>
              <a:cxnLst/>
              <a:rect l="l" t="t" r="r" b="b"/>
              <a:pathLst>
                <a:path w="7313" h="4772" extrusionOk="0">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136"/>
            <p:cNvSpPr/>
            <p:nvPr/>
          </p:nvSpPr>
          <p:spPr>
            <a:xfrm>
              <a:off x="8182220" y="2122917"/>
              <a:ext cx="138100" cy="76373"/>
            </a:xfrm>
            <a:custGeom>
              <a:avLst/>
              <a:gdLst/>
              <a:ahLst/>
              <a:cxnLst/>
              <a:rect l="l" t="t" r="r" b="b"/>
              <a:pathLst>
                <a:path w="5271" h="2915" extrusionOk="0">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136"/>
            <p:cNvSpPr/>
            <p:nvPr/>
          </p:nvSpPr>
          <p:spPr>
            <a:xfrm>
              <a:off x="7955145" y="2085504"/>
              <a:ext cx="234123" cy="125341"/>
            </a:xfrm>
            <a:custGeom>
              <a:avLst/>
              <a:gdLst/>
              <a:ahLst/>
              <a:cxnLst/>
              <a:rect l="l" t="t" r="r" b="b"/>
              <a:pathLst>
                <a:path w="8936" h="4784" extrusionOk="0">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1" name="Google Shape;12441;p136"/>
          <p:cNvGrpSpPr/>
          <p:nvPr/>
        </p:nvGrpSpPr>
        <p:grpSpPr>
          <a:xfrm>
            <a:off x="7518155" y="2009471"/>
            <a:ext cx="361927" cy="290270"/>
            <a:chOff x="7518155" y="2009471"/>
            <a:chExt cx="361927" cy="290270"/>
          </a:xfrm>
        </p:grpSpPr>
        <p:sp>
          <p:nvSpPr>
            <p:cNvPr id="12442" name="Google Shape;12442;p136"/>
            <p:cNvSpPr/>
            <p:nvPr/>
          </p:nvSpPr>
          <p:spPr>
            <a:xfrm>
              <a:off x="7518155" y="2133712"/>
              <a:ext cx="361403" cy="166029"/>
            </a:xfrm>
            <a:custGeom>
              <a:avLst/>
              <a:gdLst/>
              <a:ahLst/>
              <a:cxnLst/>
              <a:rect l="l" t="t" r="r" b="b"/>
              <a:pathLst>
                <a:path w="13794" h="6337" extrusionOk="0">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136"/>
            <p:cNvSpPr/>
            <p:nvPr/>
          </p:nvSpPr>
          <p:spPr>
            <a:xfrm>
              <a:off x="7765037" y="2147781"/>
              <a:ext cx="114782" cy="40217"/>
            </a:xfrm>
            <a:custGeom>
              <a:avLst/>
              <a:gdLst/>
              <a:ahLst/>
              <a:cxnLst/>
              <a:rect l="l" t="t" r="r" b="b"/>
              <a:pathLst>
                <a:path w="4381" h="1535" extrusionOk="0">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136"/>
            <p:cNvSpPr/>
            <p:nvPr/>
          </p:nvSpPr>
          <p:spPr>
            <a:xfrm>
              <a:off x="7518417" y="2147781"/>
              <a:ext cx="114782" cy="40217"/>
            </a:xfrm>
            <a:custGeom>
              <a:avLst/>
              <a:gdLst/>
              <a:ahLst/>
              <a:cxnLst/>
              <a:rect l="l" t="t" r="r" b="b"/>
              <a:pathLst>
                <a:path w="4381" h="1535" extrusionOk="0">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136"/>
            <p:cNvSpPr/>
            <p:nvPr/>
          </p:nvSpPr>
          <p:spPr>
            <a:xfrm>
              <a:off x="7518417" y="2133712"/>
              <a:ext cx="117533" cy="39955"/>
            </a:xfrm>
            <a:custGeom>
              <a:avLst/>
              <a:gdLst/>
              <a:ahLst/>
              <a:cxnLst/>
              <a:rect l="l" t="t" r="r" b="b"/>
              <a:pathLst>
                <a:path w="4486" h="1525" extrusionOk="0">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136"/>
            <p:cNvSpPr/>
            <p:nvPr/>
          </p:nvSpPr>
          <p:spPr>
            <a:xfrm>
              <a:off x="7762548" y="2133712"/>
              <a:ext cx="117533" cy="39955"/>
            </a:xfrm>
            <a:custGeom>
              <a:avLst/>
              <a:gdLst/>
              <a:ahLst/>
              <a:cxnLst/>
              <a:rect l="l" t="t" r="r" b="b"/>
              <a:pathLst>
                <a:path w="4486" h="1525" extrusionOk="0">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136"/>
            <p:cNvSpPr/>
            <p:nvPr/>
          </p:nvSpPr>
          <p:spPr>
            <a:xfrm>
              <a:off x="7604536" y="2228896"/>
              <a:ext cx="22139" cy="18916"/>
            </a:xfrm>
            <a:custGeom>
              <a:avLst/>
              <a:gdLst/>
              <a:ahLst/>
              <a:cxnLst/>
              <a:rect l="l" t="t" r="r" b="b"/>
              <a:pathLst>
                <a:path w="845" h="722" extrusionOk="0">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136"/>
            <p:cNvSpPr/>
            <p:nvPr/>
          </p:nvSpPr>
          <p:spPr>
            <a:xfrm>
              <a:off x="7526696" y="2253000"/>
              <a:ext cx="22113" cy="18916"/>
            </a:xfrm>
            <a:custGeom>
              <a:avLst/>
              <a:gdLst/>
              <a:ahLst/>
              <a:cxnLst/>
              <a:rect l="l" t="t" r="r" b="b"/>
              <a:pathLst>
                <a:path w="844" h="722" extrusionOk="0">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136"/>
            <p:cNvSpPr/>
            <p:nvPr/>
          </p:nvSpPr>
          <p:spPr>
            <a:xfrm>
              <a:off x="7550564" y="2206286"/>
              <a:ext cx="22113" cy="18943"/>
            </a:xfrm>
            <a:custGeom>
              <a:avLst/>
              <a:gdLst/>
              <a:ahLst/>
              <a:cxnLst/>
              <a:rect l="l" t="t" r="r" b="b"/>
              <a:pathLst>
                <a:path w="844" h="723" extrusionOk="0">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136"/>
            <p:cNvSpPr/>
            <p:nvPr/>
          </p:nvSpPr>
          <p:spPr>
            <a:xfrm>
              <a:off x="7768286" y="2228896"/>
              <a:ext cx="21877" cy="18916"/>
            </a:xfrm>
            <a:custGeom>
              <a:avLst/>
              <a:gdLst/>
              <a:ahLst/>
              <a:cxnLst/>
              <a:rect l="l" t="t" r="r" b="b"/>
              <a:pathLst>
                <a:path w="835" h="722" extrusionOk="0">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136"/>
            <p:cNvSpPr/>
            <p:nvPr/>
          </p:nvSpPr>
          <p:spPr>
            <a:xfrm>
              <a:off x="7845891" y="2253000"/>
              <a:ext cx="22113" cy="18916"/>
            </a:xfrm>
            <a:custGeom>
              <a:avLst/>
              <a:gdLst/>
              <a:ahLst/>
              <a:cxnLst/>
              <a:rect l="l" t="t" r="r" b="b"/>
              <a:pathLst>
                <a:path w="844" h="722" extrusionOk="0">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136"/>
            <p:cNvSpPr/>
            <p:nvPr/>
          </p:nvSpPr>
          <p:spPr>
            <a:xfrm>
              <a:off x="7822022" y="2206286"/>
              <a:ext cx="22139" cy="18943"/>
            </a:xfrm>
            <a:custGeom>
              <a:avLst/>
              <a:gdLst/>
              <a:ahLst/>
              <a:cxnLst/>
              <a:rect l="l" t="t" r="r" b="b"/>
              <a:pathLst>
                <a:path w="845" h="723" extrusionOk="0">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136"/>
            <p:cNvSpPr/>
            <p:nvPr/>
          </p:nvSpPr>
          <p:spPr>
            <a:xfrm>
              <a:off x="7636500" y="2009471"/>
              <a:ext cx="125026" cy="206901"/>
            </a:xfrm>
            <a:custGeom>
              <a:avLst/>
              <a:gdLst/>
              <a:ahLst/>
              <a:cxnLst/>
              <a:rect l="l" t="t" r="r" b="b"/>
              <a:pathLst>
                <a:path w="4772" h="7897" extrusionOk="0">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136"/>
            <p:cNvSpPr/>
            <p:nvPr/>
          </p:nvSpPr>
          <p:spPr>
            <a:xfrm>
              <a:off x="7688167" y="2009471"/>
              <a:ext cx="73412" cy="206639"/>
            </a:xfrm>
            <a:custGeom>
              <a:avLst/>
              <a:gdLst/>
              <a:ahLst/>
              <a:cxnLst/>
              <a:rect l="l" t="t" r="r" b="b"/>
              <a:pathLst>
                <a:path w="2802" h="7887" extrusionOk="0">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5" name="Google Shape;12455;p136"/>
          <p:cNvGrpSpPr/>
          <p:nvPr/>
        </p:nvGrpSpPr>
        <p:grpSpPr>
          <a:xfrm>
            <a:off x="7079672" y="1991053"/>
            <a:ext cx="362163" cy="327264"/>
            <a:chOff x="7079672" y="1991053"/>
            <a:chExt cx="362163" cy="327264"/>
          </a:xfrm>
        </p:grpSpPr>
        <p:sp>
          <p:nvSpPr>
            <p:cNvPr id="12456" name="Google Shape;12456;p136"/>
            <p:cNvSpPr/>
            <p:nvPr/>
          </p:nvSpPr>
          <p:spPr>
            <a:xfrm>
              <a:off x="7418202" y="2117651"/>
              <a:ext cx="23632" cy="200666"/>
            </a:xfrm>
            <a:custGeom>
              <a:avLst/>
              <a:gdLst/>
              <a:ahLst/>
              <a:cxnLst/>
              <a:rect l="l" t="t" r="r" b="b"/>
              <a:pathLst>
                <a:path w="902" h="7659" extrusionOk="0">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136"/>
            <p:cNvSpPr/>
            <p:nvPr/>
          </p:nvSpPr>
          <p:spPr>
            <a:xfrm>
              <a:off x="7423992" y="2117651"/>
              <a:ext cx="17842" cy="200666"/>
            </a:xfrm>
            <a:custGeom>
              <a:avLst/>
              <a:gdLst/>
              <a:ahLst/>
              <a:cxnLst/>
              <a:rect l="l" t="t" r="r" b="b"/>
              <a:pathLst>
                <a:path w="681" h="7659" extrusionOk="0">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136"/>
            <p:cNvSpPr/>
            <p:nvPr/>
          </p:nvSpPr>
          <p:spPr>
            <a:xfrm>
              <a:off x="7103540" y="2161353"/>
              <a:ext cx="104748" cy="94687"/>
            </a:xfrm>
            <a:custGeom>
              <a:avLst/>
              <a:gdLst/>
              <a:ahLst/>
              <a:cxnLst/>
              <a:rect l="l" t="t" r="r" b="b"/>
              <a:pathLst>
                <a:path w="3998" h="3614" extrusionOk="0">
                  <a:moveTo>
                    <a:pt x="0" y="0"/>
                  </a:moveTo>
                  <a:lnTo>
                    <a:pt x="0" y="3614"/>
                  </a:lnTo>
                  <a:lnTo>
                    <a:pt x="3997" y="3614"/>
                  </a:lnTo>
                  <a:lnTo>
                    <a:pt x="3997" y="0"/>
                  </a:lnTo>
                  <a:close/>
                </a:path>
              </a:pathLst>
            </a:custGeom>
            <a:solidFill>
              <a:srgbClr val="D2D9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136"/>
            <p:cNvSpPr/>
            <p:nvPr/>
          </p:nvSpPr>
          <p:spPr>
            <a:xfrm>
              <a:off x="7190419" y="2161353"/>
              <a:ext cx="17868" cy="94687"/>
            </a:xfrm>
            <a:custGeom>
              <a:avLst/>
              <a:gdLst/>
              <a:ahLst/>
              <a:cxnLst/>
              <a:rect l="l" t="t" r="r" b="b"/>
              <a:pathLst>
                <a:path w="682" h="3614" extrusionOk="0">
                  <a:moveTo>
                    <a:pt x="1" y="0"/>
                  </a:moveTo>
                  <a:lnTo>
                    <a:pt x="1" y="3614"/>
                  </a:lnTo>
                  <a:lnTo>
                    <a:pt x="681" y="3614"/>
                  </a:lnTo>
                  <a:lnTo>
                    <a:pt x="681" y="0"/>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136"/>
            <p:cNvSpPr/>
            <p:nvPr/>
          </p:nvSpPr>
          <p:spPr>
            <a:xfrm>
              <a:off x="7103540" y="2090010"/>
              <a:ext cx="71343" cy="71369"/>
            </a:xfrm>
            <a:custGeom>
              <a:avLst/>
              <a:gdLst/>
              <a:ahLst/>
              <a:cxnLst/>
              <a:rect l="l" t="t" r="r" b="b"/>
              <a:pathLst>
                <a:path w="2723" h="2724" extrusionOk="0">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136"/>
            <p:cNvSpPr/>
            <p:nvPr/>
          </p:nvSpPr>
          <p:spPr>
            <a:xfrm>
              <a:off x="7103540" y="2090010"/>
              <a:ext cx="71343" cy="71369"/>
            </a:xfrm>
            <a:custGeom>
              <a:avLst/>
              <a:gdLst/>
              <a:ahLst/>
              <a:cxnLst/>
              <a:rect l="l" t="t" r="r" b="b"/>
              <a:pathLst>
                <a:path w="2723" h="2724" extrusionOk="0">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136"/>
            <p:cNvSpPr/>
            <p:nvPr/>
          </p:nvSpPr>
          <p:spPr>
            <a:xfrm>
              <a:off x="7139198" y="2256013"/>
              <a:ext cx="16847" cy="62304"/>
            </a:xfrm>
            <a:custGeom>
              <a:avLst/>
              <a:gdLst/>
              <a:ahLst/>
              <a:cxnLst/>
              <a:rect l="l" t="t" r="r" b="b"/>
              <a:pathLst>
                <a:path w="643" h="2378" extrusionOk="0">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136"/>
            <p:cNvSpPr/>
            <p:nvPr/>
          </p:nvSpPr>
          <p:spPr>
            <a:xfrm>
              <a:off x="7193930" y="2002424"/>
              <a:ext cx="11083" cy="38147"/>
            </a:xfrm>
            <a:custGeom>
              <a:avLst/>
              <a:gdLst/>
              <a:ahLst/>
              <a:cxnLst/>
              <a:rect l="l" t="t" r="r" b="b"/>
              <a:pathLst>
                <a:path w="423" h="1456" extrusionOk="0">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136"/>
            <p:cNvSpPr/>
            <p:nvPr/>
          </p:nvSpPr>
          <p:spPr>
            <a:xfrm>
              <a:off x="7193930" y="2072063"/>
              <a:ext cx="11083" cy="47108"/>
            </a:xfrm>
            <a:custGeom>
              <a:avLst/>
              <a:gdLst/>
              <a:ahLst/>
              <a:cxnLst/>
              <a:rect l="l" t="t" r="r" b="b"/>
              <a:pathLst>
                <a:path w="423" h="1798" extrusionOk="0">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136"/>
            <p:cNvSpPr/>
            <p:nvPr/>
          </p:nvSpPr>
          <p:spPr>
            <a:xfrm>
              <a:off x="7177371" y="2029488"/>
              <a:ext cx="43964" cy="47998"/>
            </a:xfrm>
            <a:custGeom>
              <a:avLst/>
              <a:gdLst/>
              <a:ahLst/>
              <a:cxnLst/>
              <a:rect l="l" t="t" r="r" b="b"/>
              <a:pathLst>
                <a:path w="1678" h="1832" extrusionOk="0">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136"/>
            <p:cNvSpPr/>
            <p:nvPr/>
          </p:nvSpPr>
          <p:spPr>
            <a:xfrm>
              <a:off x="7197205" y="2029488"/>
              <a:ext cx="24130" cy="47998"/>
            </a:xfrm>
            <a:custGeom>
              <a:avLst/>
              <a:gdLst/>
              <a:ahLst/>
              <a:cxnLst/>
              <a:rect l="l" t="t" r="r" b="b"/>
              <a:pathLst>
                <a:path w="921" h="1832" extrusionOk="0">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136"/>
            <p:cNvSpPr/>
            <p:nvPr/>
          </p:nvSpPr>
          <p:spPr>
            <a:xfrm>
              <a:off x="7208261" y="2145528"/>
              <a:ext cx="209705" cy="129611"/>
            </a:xfrm>
            <a:custGeom>
              <a:avLst/>
              <a:gdLst/>
              <a:ahLst/>
              <a:cxnLst/>
              <a:rect l="l" t="t" r="r" b="b"/>
              <a:pathLst>
                <a:path w="8004" h="4947" extrusionOk="0">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136"/>
            <p:cNvSpPr/>
            <p:nvPr/>
          </p:nvSpPr>
          <p:spPr>
            <a:xfrm>
              <a:off x="7391321" y="2145528"/>
              <a:ext cx="26645" cy="129611"/>
            </a:xfrm>
            <a:custGeom>
              <a:avLst/>
              <a:gdLst/>
              <a:ahLst/>
              <a:cxnLst/>
              <a:rect l="l" t="t" r="r" b="b"/>
              <a:pathLst>
                <a:path w="1017" h="4947" extrusionOk="0">
                  <a:moveTo>
                    <a:pt x="1" y="0"/>
                  </a:moveTo>
                  <a:lnTo>
                    <a:pt x="1" y="4946"/>
                  </a:lnTo>
                  <a:lnTo>
                    <a:pt x="1017" y="4946"/>
                  </a:lnTo>
                  <a:lnTo>
                    <a:pt x="1017"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136"/>
            <p:cNvSpPr/>
            <p:nvPr/>
          </p:nvSpPr>
          <p:spPr>
            <a:xfrm>
              <a:off x="7139198" y="1991053"/>
              <a:ext cx="88189" cy="122092"/>
            </a:xfrm>
            <a:custGeom>
              <a:avLst/>
              <a:gdLst/>
              <a:ahLst/>
              <a:cxnLst/>
              <a:rect l="l" t="t" r="r" b="b"/>
              <a:pathLst>
                <a:path w="3366" h="4660" extrusionOk="0">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136"/>
            <p:cNvSpPr/>
            <p:nvPr/>
          </p:nvSpPr>
          <p:spPr>
            <a:xfrm>
              <a:off x="7079672" y="2018406"/>
              <a:ext cx="23894" cy="299911"/>
            </a:xfrm>
            <a:custGeom>
              <a:avLst/>
              <a:gdLst/>
              <a:ahLst/>
              <a:cxnLst/>
              <a:rect l="l" t="t" r="r" b="b"/>
              <a:pathLst>
                <a:path w="912" h="11447" extrusionOk="0">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136"/>
            <p:cNvSpPr/>
            <p:nvPr/>
          </p:nvSpPr>
          <p:spPr>
            <a:xfrm>
              <a:off x="7085698" y="2018379"/>
              <a:ext cx="17868" cy="299938"/>
            </a:xfrm>
            <a:custGeom>
              <a:avLst/>
              <a:gdLst/>
              <a:ahLst/>
              <a:cxnLst/>
              <a:rect l="l" t="t" r="r" b="b"/>
              <a:pathLst>
                <a:path w="682" h="11448" extrusionOk="0">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2" name="Google Shape;12472;p136"/>
          <p:cNvGrpSpPr/>
          <p:nvPr/>
        </p:nvGrpSpPr>
        <p:grpSpPr>
          <a:xfrm>
            <a:off x="6641188" y="2035514"/>
            <a:ext cx="361901" cy="238132"/>
            <a:chOff x="6641188" y="2035514"/>
            <a:chExt cx="361901" cy="238132"/>
          </a:xfrm>
        </p:grpSpPr>
        <p:sp>
          <p:nvSpPr>
            <p:cNvPr id="12473" name="Google Shape;12473;p136"/>
            <p:cNvSpPr/>
            <p:nvPr/>
          </p:nvSpPr>
          <p:spPr>
            <a:xfrm>
              <a:off x="6641188" y="2035514"/>
              <a:ext cx="361901" cy="220787"/>
            </a:xfrm>
            <a:custGeom>
              <a:avLst/>
              <a:gdLst/>
              <a:ahLst/>
              <a:cxnLst/>
              <a:rect l="l" t="t" r="r" b="b"/>
              <a:pathLst>
                <a:path w="13813" h="8427" extrusionOk="0">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136"/>
            <p:cNvSpPr/>
            <p:nvPr/>
          </p:nvSpPr>
          <p:spPr>
            <a:xfrm>
              <a:off x="6641188" y="2035514"/>
              <a:ext cx="361901" cy="220787"/>
            </a:xfrm>
            <a:custGeom>
              <a:avLst/>
              <a:gdLst/>
              <a:ahLst/>
              <a:cxnLst/>
              <a:rect l="l" t="t" r="r" b="b"/>
              <a:pathLst>
                <a:path w="13813" h="8427" extrusionOk="0">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136"/>
            <p:cNvSpPr/>
            <p:nvPr/>
          </p:nvSpPr>
          <p:spPr>
            <a:xfrm>
              <a:off x="6681615" y="2256275"/>
              <a:ext cx="65579" cy="17371"/>
            </a:xfrm>
            <a:custGeom>
              <a:avLst/>
              <a:gdLst/>
              <a:ahLst/>
              <a:cxnLst/>
              <a:rect l="l" t="t" r="r" b="b"/>
              <a:pathLst>
                <a:path w="2503" h="663" extrusionOk="0">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136"/>
            <p:cNvSpPr/>
            <p:nvPr/>
          </p:nvSpPr>
          <p:spPr>
            <a:xfrm>
              <a:off x="6897084" y="2256275"/>
              <a:ext cx="65579" cy="17371"/>
            </a:xfrm>
            <a:custGeom>
              <a:avLst/>
              <a:gdLst/>
              <a:ahLst/>
              <a:cxnLst/>
              <a:rect l="l" t="t" r="r" b="b"/>
              <a:pathLst>
                <a:path w="2503" h="663" extrusionOk="0">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136"/>
            <p:cNvSpPr/>
            <p:nvPr/>
          </p:nvSpPr>
          <p:spPr>
            <a:xfrm>
              <a:off x="6666288" y="2064151"/>
              <a:ext cx="191653" cy="163776"/>
            </a:xfrm>
            <a:custGeom>
              <a:avLst/>
              <a:gdLst/>
              <a:ahLst/>
              <a:cxnLst/>
              <a:rect l="l" t="t" r="r" b="b"/>
              <a:pathLst>
                <a:path w="7315" h="6251" extrusionOk="0">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136"/>
            <p:cNvSpPr/>
            <p:nvPr/>
          </p:nvSpPr>
          <p:spPr>
            <a:xfrm>
              <a:off x="6666288" y="2063653"/>
              <a:ext cx="191915" cy="164274"/>
            </a:xfrm>
            <a:custGeom>
              <a:avLst/>
              <a:gdLst/>
              <a:ahLst/>
              <a:cxnLst/>
              <a:rect l="l" t="t" r="r" b="b"/>
              <a:pathLst>
                <a:path w="7325" h="6270" extrusionOk="0">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136"/>
            <p:cNvSpPr/>
            <p:nvPr/>
          </p:nvSpPr>
          <p:spPr>
            <a:xfrm>
              <a:off x="6892315" y="2171387"/>
              <a:ext cx="75115" cy="64321"/>
            </a:xfrm>
            <a:custGeom>
              <a:avLst/>
              <a:gdLst/>
              <a:ahLst/>
              <a:cxnLst/>
              <a:rect l="l" t="t" r="r" b="b"/>
              <a:pathLst>
                <a:path w="2867" h="2455" extrusionOk="0">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136"/>
            <p:cNvSpPr/>
            <p:nvPr/>
          </p:nvSpPr>
          <p:spPr>
            <a:xfrm>
              <a:off x="6925485" y="2171387"/>
              <a:ext cx="44461" cy="64111"/>
            </a:xfrm>
            <a:custGeom>
              <a:avLst/>
              <a:gdLst/>
              <a:ahLst/>
              <a:cxnLst/>
              <a:rect l="l" t="t" r="r" b="b"/>
              <a:pathLst>
                <a:path w="1697" h="2447" extrusionOk="0">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136"/>
            <p:cNvSpPr/>
            <p:nvPr/>
          </p:nvSpPr>
          <p:spPr>
            <a:xfrm>
              <a:off x="6889302" y="2064151"/>
              <a:ext cx="40715" cy="19624"/>
            </a:xfrm>
            <a:custGeom>
              <a:avLst/>
              <a:gdLst/>
              <a:ahLst/>
              <a:cxnLst/>
              <a:rect l="l" t="t" r="r" b="b"/>
              <a:pathLst>
                <a:path w="1554" h="749" extrusionOk="0">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136"/>
            <p:cNvSpPr/>
            <p:nvPr/>
          </p:nvSpPr>
          <p:spPr>
            <a:xfrm>
              <a:off x="6908402" y="2063889"/>
              <a:ext cx="21615" cy="19886"/>
            </a:xfrm>
            <a:custGeom>
              <a:avLst/>
              <a:gdLst/>
              <a:ahLst/>
              <a:cxnLst/>
              <a:rect l="l" t="t" r="r" b="b"/>
              <a:pathLst>
                <a:path w="825" h="759" extrusionOk="0">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136"/>
            <p:cNvSpPr/>
            <p:nvPr/>
          </p:nvSpPr>
          <p:spPr>
            <a:xfrm>
              <a:off x="6889302" y="2099049"/>
              <a:ext cx="40715" cy="19624"/>
            </a:xfrm>
            <a:custGeom>
              <a:avLst/>
              <a:gdLst/>
              <a:ahLst/>
              <a:cxnLst/>
              <a:rect l="l" t="t" r="r" b="b"/>
              <a:pathLst>
                <a:path w="1554" h="749" extrusionOk="0">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136"/>
            <p:cNvSpPr/>
            <p:nvPr/>
          </p:nvSpPr>
          <p:spPr>
            <a:xfrm>
              <a:off x="6889302" y="2133974"/>
              <a:ext cx="40715" cy="19598"/>
            </a:xfrm>
            <a:custGeom>
              <a:avLst/>
              <a:gdLst/>
              <a:ahLst/>
              <a:cxnLst/>
              <a:rect l="l" t="t" r="r" b="b"/>
              <a:pathLst>
                <a:path w="1554" h="748" extrusionOk="0">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136"/>
            <p:cNvSpPr/>
            <p:nvPr/>
          </p:nvSpPr>
          <p:spPr>
            <a:xfrm>
              <a:off x="6908402" y="2099049"/>
              <a:ext cx="21615" cy="19624"/>
            </a:xfrm>
            <a:custGeom>
              <a:avLst/>
              <a:gdLst/>
              <a:ahLst/>
              <a:cxnLst/>
              <a:rect l="l" t="t" r="r" b="b"/>
              <a:pathLst>
                <a:path w="825" h="749" extrusionOk="0">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136"/>
            <p:cNvSpPr/>
            <p:nvPr/>
          </p:nvSpPr>
          <p:spPr>
            <a:xfrm>
              <a:off x="6908402" y="2133974"/>
              <a:ext cx="21615" cy="19598"/>
            </a:xfrm>
            <a:custGeom>
              <a:avLst/>
              <a:gdLst/>
              <a:ahLst/>
              <a:cxnLst/>
              <a:rect l="l" t="t" r="r" b="b"/>
              <a:pathLst>
                <a:path w="825" h="748" extrusionOk="0">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136"/>
            <p:cNvSpPr/>
            <p:nvPr/>
          </p:nvSpPr>
          <p:spPr>
            <a:xfrm>
              <a:off x="6947833" y="2064151"/>
              <a:ext cx="33405" cy="89421"/>
            </a:xfrm>
            <a:custGeom>
              <a:avLst/>
              <a:gdLst/>
              <a:ahLst/>
              <a:cxnLst/>
              <a:rect l="l" t="t" r="r" b="b"/>
              <a:pathLst>
                <a:path w="1275" h="3413" extrusionOk="0">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136"/>
            <p:cNvSpPr/>
            <p:nvPr/>
          </p:nvSpPr>
          <p:spPr>
            <a:xfrm>
              <a:off x="6960645" y="2063889"/>
              <a:ext cx="20593" cy="89683"/>
            </a:xfrm>
            <a:custGeom>
              <a:avLst/>
              <a:gdLst/>
              <a:ahLst/>
              <a:cxnLst/>
              <a:rect l="l" t="t" r="r" b="b"/>
              <a:pathLst>
                <a:path w="786" h="3423" extrusionOk="0">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136"/>
            <p:cNvSpPr/>
            <p:nvPr/>
          </p:nvSpPr>
          <p:spPr>
            <a:xfrm>
              <a:off x="6816728" y="2076203"/>
              <a:ext cx="31676" cy="11083"/>
            </a:xfrm>
            <a:custGeom>
              <a:avLst/>
              <a:gdLst/>
              <a:ahLst/>
              <a:cxnLst/>
              <a:rect l="l" t="t" r="r" b="b"/>
              <a:pathLst>
                <a:path w="1209" h="423" extrusionOk="0">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136"/>
            <p:cNvSpPr/>
            <p:nvPr/>
          </p:nvSpPr>
          <p:spPr>
            <a:xfrm>
              <a:off x="6677842" y="2076203"/>
              <a:ext cx="15353" cy="11083"/>
            </a:xfrm>
            <a:custGeom>
              <a:avLst/>
              <a:gdLst/>
              <a:ahLst/>
              <a:cxnLst/>
              <a:rect l="l" t="t" r="r" b="b"/>
              <a:pathLst>
                <a:path w="586" h="423" extrusionOk="0">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136"/>
            <p:cNvSpPr/>
            <p:nvPr/>
          </p:nvSpPr>
          <p:spPr>
            <a:xfrm>
              <a:off x="6685126" y="2100569"/>
              <a:ext cx="155995" cy="90678"/>
            </a:xfrm>
            <a:custGeom>
              <a:avLst/>
              <a:gdLst/>
              <a:ahLst/>
              <a:cxnLst/>
              <a:rect l="l" t="t" r="r" b="b"/>
              <a:pathLst>
                <a:path w="5954" h="3461" extrusionOk="0">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2" name="Google Shape;12492;p136"/>
          <p:cNvGrpSpPr/>
          <p:nvPr/>
        </p:nvGrpSpPr>
        <p:grpSpPr>
          <a:xfrm>
            <a:off x="6202443" y="1986677"/>
            <a:ext cx="362425" cy="335884"/>
            <a:chOff x="6202443" y="1986677"/>
            <a:chExt cx="362425" cy="335884"/>
          </a:xfrm>
        </p:grpSpPr>
        <p:sp>
          <p:nvSpPr>
            <p:cNvPr id="12493" name="Google Shape;12493;p136"/>
            <p:cNvSpPr/>
            <p:nvPr/>
          </p:nvSpPr>
          <p:spPr>
            <a:xfrm>
              <a:off x="6202705" y="2077460"/>
              <a:ext cx="202945" cy="244891"/>
            </a:xfrm>
            <a:custGeom>
              <a:avLst/>
              <a:gdLst/>
              <a:ahLst/>
              <a:cxnLst/>
              <a:rect l="l" t="t" r="r" b="b"/>
              <a:pathLst>
                <a:path w="7746" h="9347" extrusionOk="0">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136"/>
            <p:cNvSpPr/>
            <p:nvPr/>
          </p:nvSpPr>
          <p:spPr>
            <a:xfrm>
              <a:off x="6202443" y="2077460"/>
              <a:ext cx="202185" cy="244891"/>
            </a:xfrm>
            <a:custGeom>
              <a:avLst/>
              <a:gdLst/>
              <a:ahLst/>
              <a:cxnLst/>
              <a:rect l="l" t="t" r="r" b="b"/>
              <a:pathLst>
                <a:path w="7717" h="9347" extrusionOk="0">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136"/>
            <p:cNvSpPr/>
            <p:nvPr/>
          </p:nvSpPr>
          <p:spPr>
            <a:xfrm>
              <a:off x="6248398" y="2055610"/>
              <a:ext cx="111298" cy="22139"/>
            </a:xfrm>
            <a:custGeom>
              <a:avLst/>
              <a:gdLst/>
              <a:ahLst/>
              <a:cxnLst/>
              <a:rect l="l" t="t" r="r" b="b"/>
              <a:pathLst>
                <a:path w="4248" h="845" extrusionOk="0">
                  <a:moveTo>
                    <a:pt x="1" y="1"/>
                  </a:moveTo>
                  <a:lnTo>
                    <a:pt x="1" y="844"/>
                  </a:lnTo>
                  <a:lnTo>
                    <a:pt x="4247" y="844"/>
                  </a:lnTo>
                  <a:lnTo>
                    <a:pt x="4247" y="1"/>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136"/>
            <p:cNvSpPr/>
            <p:nvPr/>
          </p:nvSpPr>
          <p:spPr>
            <a:xfrm>
              <a:off x="6331295" y="2055610"/>
              <a:ext cx="28401" cy="22139"/>
            </a:xfrm>
            <a:custGeom>
              <a:avLst/>
              <a:gdLst/>
              <a:ahLst/>
              <a:cxnLst/>
              <a:rect l="l" t="t" r="r" b="b"/>
              <a:pathLst>
                <a:path w="1084" h="845" extrusionOk="0">
                  <a:moveTo>
                    <a:pt x="0" y="1"/>
                  </a:moveTo>
                  <a:lnTo>
                    <a:pt x="0" y="844"/>
                  </a:lnTo>
                  <a:lnTo>
                    <a:pt x="1083" y="844"/>
                  </a:lnTo>
                  <a:lnTo>
                    <a:pt x="1083" y="1"/>
                  </a:ln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136"/>
            <p:cNvSpPr/>
            <p:nvPr/>
          </p:nvSpPr>
          <p:spPr>
            <a:xfrm>
              <a:off x="6225290" y="1992834"/>
              <a:ext cx="157514" cy="62801"/>
            </a:xfrm>
            <a:custGeom>
              <a:avLst/>
              <a:gdLst/>
              <a:ahLst/>
              <a:cxnLst/>
              <a:rect l="l" t="t" r="r" b="b"/>
              <a:pathLst>
                <a:path w="6012" h="2397" extrusionOk="0">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136"/>
            <p:cNvSpPr/>
            <p:nvPr/>
          </p:nvSpPr>
          <p:spPr>
            <a:xfrm>
              <a:off x="6343085" y="1992572"/>
              <a:ext cx="39719" cy="63063"/>
            </a:xfrm>
            <a:custGeom>
              <a:avLst/>
              <a:gdLst/>
              <a:ahLst/>
              <a:cxnLst/>
              <a:rect l="l" t="t" r="r" b="b"/>
              <a:pathLst>
                <a:path w="1516" h="2407" extrusionOk="0">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136"/>
            <p:cNvSpPr/>
            <p:nvPr/>
          </p:nvSpPr>
          <p:spPr>
            <a:xfrm>
              <a:off x="6222539" y="2138978"/>
              <a:ext cx="142685" cy="122223"/>
            </a:xfrm>
            <a:custGeom>
              <a:avLst/>
              <a:gdLst/>
              <a:ahLst/>
              <a:cxnLst/>
              <a:rect l="l" t="t" r="r" b="b"/>
              <a:pathLst>
                <a:path w="5446" h="4665" extrusionOk="0">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136"/>
            <p:cNvSpPr/>
            <p:nvPr/>
          </p:nvSpPr>
          <p:spPr>
            <a:xfrm>
              <a:off x="6253926" y="2149799"/>
              <a:ext cx="121070" cy="111586"/>
            </a:xfrm>
            <a:custGeom>
              <a:avLst/>
              <a:gdLst/>
              <a:ahLst/>
              <a:cxnLst/>
              <a:rect l="l" t="t" r="r" b="b"/>
              <a:pathLst>
                <a:path w="4621" h="4259" extrusionOk="0">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136"/>
            <p:cNvSpPr/>
            <p:nvPr/>
          </p:nvSpPr>
          <p:spPr>
            <a:xfrm>
              <a:off x="6355137" y="2176654"/>
              <a:ext cx="170562" cy="145908"/>
            </a:xfrm>
            <a:custGeom>
              <a:avLst/>
              <a:gdLst/>
              <a:ahLst/>
              <a:cxnLst/>
              <a:rect l="l" t="t" r="r" b="b"/>
              <a:pathLst>
                <a:path w="6510" h="5569" extrusionOk="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136"/>
            <p:cNvSpPr/>
            <p:nvPr/>
          </p:nvSpPr>
          <p:spPr>
            <a:xfrm>
              <a:off x="6394568" y="2191483"/>
              <a:ext cx="141166" cy="131026"/>
            </a:xfrm>
            <a:custGeom>
              <a:avLst/>
              <a:gdLst/>
              <a:ahLst/>
              <a:cxnLst/>
              <a:rect l="l" t="t" r="r" b="b"/>
              <a:pathLst>
                <a:path w="5388" h="5001" extrusionOk="0">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136"/>
            <p:cNvSpPr/>
            <p:nvPr/>
          </p:nvSpPr>
          <p:spPr>
            <a:xfrm>
              <a:off x="6402611" y="2199002"/>
              <a:ext cx="109516" cy="109542"/>
            </a:xfrm>
            <a:custGeom>
              <a:avLst/>
              <a:gdLst/>
              <a:ahLst/>
              <a:cxnLst/>
              <a:rect l="l" t="t" r="r" b="b"/>
              <a:pathLst>
                <a:path w="4180" h="4181" extrusionOk="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136"/>
            <p:cNvSpPr/>
            <p:nvPr/>
          </p:nvSpPr>
          <p:spPr>
            <a:xfrm>
              <a:off x="6451841" y="2085320"/>
              <a:ext cx="113027" cy="215181"/>
            </a:xfrm>
            <a:custGeom>
              <a:avLst/>
              <a:gdLst/>
              <a:ahLst/>
              <a:cxnLst/>
              <a:rect l="l" t="t" r="r" b="b"/>
              <a:pathLst>
                <a:path w="4314" h="8213" extrusionOk="0">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136"/>
            <p:cNvSpPr/>
            <p:nvPr/>
          </p:nvSpPr>
          <p:spPr>
            <a:xfrm>
              <a:off x="6497796" y="2085242"/>
              <a:ext cx="66810" cy="215259"/>
            </a:xfrm>
            <a:custGeom>
              <a:avLst/>
              <a:gdLst/>
              <a:ahLst/>
              <a:cxnLst/>
              <a:rect l="l" t="t" r="r" b="b"/>
              <a:pathLst>
                <a:path w="2550" h="8216" extrusionOk="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136"/>
            <p:cNvSpPr/>
            <p:nvPr/>
          </p:nvSpPr>
          <p:spPr>
            <a:xfrm>
              <a:off x="6498791" y="2192740"/>
              <a:ext cx="66076" cy="107761"/>
            </a:xfrm>
            <a:custGeom>
              <a:avLst/>
              <a:gdLst/>
              <a:ahLst/>
              <a:cxnLst/>
              <a:rect l="l" t="t" r="r" b="b"/>
              <a:pathLst>
                <a:path w="2522" h="4113" extrusionOk="0">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136"/>
            <p:cNvSpPr/>
            <p:nvPr/>
          </p:nvSpPr>
          <p:spPr>
            <a:xfrm>
              <a:off x="6504555" y="2192740"/>
              <a:ext cx="60050" cy="107761"/>
            </a:xfrm>
            <a:custGeom>
              <a:avLst/>
              <a:gdLst/>
              <a:ahLst/>
              <a:cxnLst/>
              <a:rect l="l" t="t" r="r" b="b"/>
              <a:pathLst>
                <a:path w="2292" h="4113" extrusionOk="0">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136"/>
            <p:cNvSpPr/>
            <p:nvPr/>
          </p:nvSpPr>
          <p:spPr>
            <a:xfrm>
              <a:off x="6268493" y="2166226"/>
              <a:ext cx="71343" cy="67596"/>
            </a:xfrm>
            <a:custGeom>
              <a:avLst/>
              <a:gdLst/>
              <a:ahLst/>
              <a:cxnLst/>
              <a:rect l="l" t="t" r="r" b="b"/>
              <a:pathLst>
                <a:path w="2723" h="2580" extrusionOk="0">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136"/>
            <p:cNvSpPr/>
            <p:nvPr/>
          </p:nvSpPr>
          <p:spPr>
            <a:xfrm>
              <a:off x="6258459" y="1986677"/>
              <a:ext cx="11318" cy="74487"/>
            </a:xfrm>
            <a:custGeom>
              <a:avLst/>
              <a:gdLst/>
              <a:ahLst/>
              <a:cxnLst/>
              <a:rect l="l" t="t" r="r" b="b"/>
              <a:pathLst>
                <a:path w="432" h="2843" extrusionOk="0">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136"/>
            <p:cNvSpPr/>
            <p:nvPr/>
          </p:nvSpPr>
          <p:spPr>
            <a:xfrm>
              <a:off x="6298623" y="1986677"/>
              <a:ext cx="11345" cy="74487"/>
            </a:xfrm>
            <a:custGeom>
              <a:avLst/>
              <a:gdLst/>
              <a:ahLst/>
              <a:cxnLst/>
              <a:rect l="l" t="t" r="r" b="b"/>
              <a:pathLst>
                <a:path w="433" h="2843" extrusionOk="0">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136"/>
            <p:cNvSpPr/>
            <p:nvPr/>
          </p:nvSpPr>
          <p:spPr>
            <a:xfrm>
              <a:off x="6338814" y="1986677"/>
              <a:ext cx="11318" cy="74487"/>
            </a:xfrm>
            <a:custGeom>
              <a:avLst/>
              <a:gdLst/>
              <a:ahLst/>
              <a:cxnLst/>
              <a:rect l="l" t="t" r="r" b="b"/>
              <a:pathLst>
                <a:path w="432" h="2843" extrusionOk="0">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136"/>
            <p:cNvSpPr/>
            <p:nvPr/>
          </p:nvSpPr>
          <p:spPr>
            <a:xfrm>
              <a:off x="6394306" y="2194286"/>
              <a:ext cx="116118" cy="111979"/>
            </a:xfrm>
            <a:custGeom>
              <a:avLst/>
              <a:gdLst/>
              <a:ahLst/>
              <a:cxnLst/>
              <a:rect l="l" t="t" r="r" b="b"/>
              <a:pathLst>
                <a:path w="4432" h="4274" extrusionOk="0">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3" name="Google Shape;12513;p136"/>
          <p:cNvGrpSpPr/>
          <p:nvPr/>
        </p:nvGrpSpPr>
        <p:grpSpPr>
          <a:xfrm>
            <a:off x="5764222" y="2016598"/>
            <a:ext cx="374293" cy="276069"/>
            <a:chOff x="5764222" y="2016598"/>
            <a:chExt cx="374293" cy="276069"/>
          </a:xfrm>
        </p:grpSpPr>
        <p:sp>
          <p:nvSpPr>
            <p:cNvPr id="12514" name="Google Shape;12514;p136"/>
            <p:cNvSpPr/>
            <p:nvPr/>
          </p:nvSpPr>
          <p:spPr>
            <a:xfrm>
              <a:off x="5925693" y="2209823"/>
              <a:ext cx="37440" cy="82844"/>
            </a:xfrm>
            <a:custGeom>
              <a:avLst/>
              <a:gdLst/>
              <a:ahLst/>
              <a:cxnLst/>
              <a:rect l="l" t="t" r="r" b="b"/>
              <a:pathLst>
                <a:path w="1429" h="3162" extrusionOk="0">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136"/>
            <p:cNvSpPr/>
            <p:nvPr/>
          </p:nvSpPr>
          <p:spPr>
            <a:xfrm>
              <a:off x="5932478" y="2209823"/>
              <a:ext cx="29973" cy="29396"/>
            </a:xfrm>
            <a:custGeom>
              <a:avLst/>
              <a:gdLst/>
              <a:ahLst/>
              <a:cxnLst/>
              <a:rect l="l" t="t" r="r" b="b"/>
              <a:pathLst>
                <a:path w="1144" h="1122" extrusionOk="0">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136"/>
            <p:cNvSpPr/>
            <p:nvPr/>
          </p:nvSpPr>
          <p:spPr>
            <a:xfrm>
              <a:off x="5913824" y="2016598"/>
              <a:ext cx="39772" cy="54103"/>
            </a:xfrm>
            <a:custGeom>
              <a:avLst/>
              <a:gdLst/>
              <a:ahLst/>
              <a:cxnLst/>
              <a:rect l="l" t="t" r="r" b="b"/>
              <a:pathLst>
                <a:path w="1518" h="2065" extrusionOk="0">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136"/>
            <p:cNvSpPr/>
            <p:nvPr/>
          </p:nvSpPr>
          <p:spPr>
            <a:xfrm>
              <a:off x="5919667" y="2050081"/>
              <a:ext cx="34191" cy="20619"/>
            </a:xfrm>
            <a:custGeom>
              <a:avLst/>
              <a:gdLst/>
              <a:ahLst/>
              <a:cxnLst/>
              <a:rect l="l" t="t" r="r" b="b"/>
              <a:pathLst>
                <a:path w="1305" h="787" extrusionOk="0">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136"/>
            <p:cNvSpPr/>
            <p:nvPr/>
          </p:nvSpPr>
          <p:spPr>
            <a:xfrm>
              <a:off x="6013096" y="2018301"/>
              <a:ext cx="39510" cy="52898"/>
            </a:xfrm>
            <a:custGeom>
              <a:avLst/>
              <a:gdLst/>
              <a:ahLst/>
              <a:cxnLst/>
              <a:rect l="l" t="t" r="r" b="b"/>
              <a:pathLst>
                <a:path w="1508" h="2019" extrusionOk="0">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136"/>
            <p:cNvSpPr/>
            <p:nvPr/>
          </p:nvSpPr>
          <p:spPr>
            <a:xfrm>
              <a:off x="6012834" y="2050841"/>
              <a:ext cx="34191" cy="20619"/>
            </a:xfrm>
            <a:custGeom>
              <a:avLst/>
              <a:gdLst/>
              <a:ahLst/>
              <a:cxnLst/>
              <a:rect l="l" t="t" r="r" b="b"/>
              <a:pathLst>
                <a:path w="1305" h="787" extrusionOk="0">
                  <a:moveTo>
                    <a:pt x="173" y="1"/>
                  </a:moveTo>
                  <a:lnTo>
                    <a:pt x="1" y="787"/>
                  </a:lnTo>
                  <a:lnTo>
                    <a:pt x="1141" y="787"/>
                  </a:lnTo>
                  <a:lnTo>
                    <a:pt x="1304"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136"/>
            <p:cNvSpPr/>
            <p:nvPr/>
          </p:nvSpPr>
          <p:spPr>
            <a:xfrm>
              <a:off x="5764222" y="2069679"/>
              <a:ext cx="201190" cy="176798"/>
            </a:xfrm>
            <a:custGeom>
              <a:avLst/>
              <a:gdLst/>
              <a:ahLst/>
              <a:cxnLst/>
              <a:rect l="l" t="t" r="r" b="b"/>
              <a:pathLst>
                <a:path w="7679" h="6748" extrusionOk="0">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136"/>
            <p:cNvSpPr/>
            <p:nvPr/>
          </p:nvSpPr>
          <p:spPr>
            <a:xfrm>
              <a:off x="5769750" y="2069679"/>
              <a:ext cx="195662" cy="176562"/>
            </a:xfrm>
            <a:custGeom>
              <a:avLst/>
              <a:gdLst/>
              <a:ahLst/>
              <a:cxnLst/>
              <a:rect l="l" t="t" r="r" b="b"/>
              <a:pathLst>
                <a:path w="7468" h="6739" extrusionOk="0">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136"/>
            <p:cNvSpPr/>
            <p:nvPr/>
          </p:nvSpPr>
          <p:spPr>
            <a:xfrm>
              <a:off x="5987236" y="2069679"/>
              <a:ext cx="151279" cy="119289"/>
            </a:xfrm>
            <a:custGeom>
              <a:avLst/>
              <a:gdLst/>
              <a:ahLst/>
              <a:cxnLst/>
              <a:rect l="l" t="t" r="r" b="b"/>
              <a:pathLst>
                <a:path w="5774" h="4553" extrusionOk="0">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136"/>
            <p:cNvSpPr/>
            <p:nvPr/>
          </p:nvSpPr>
          <p:spPr>
            <a:xfrm>
              <a:off x="5986974" y="2071434"/>
              <a:ext cx="146930" cy="117533"/>
            </a:xfrm>
            <a:custGeom>
              <a:avLst/>
              <a:gdLst/>
              <a:ahLst/>
              <a:cxnLst/>
              <a:rect l="l" t="t" r="r" b="b"/>
              <a:pathLst>
                <a:path w="5608" h="4486" extrusionOk="0">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136"/>
            <p:cNvSpPr/>
            <p:nvPr/>
          </p:nvSpPr>
          <p:spPr>
            <a:xfrm>
              <a:off x="5958836" y="2073452"/>
              <a:ext cx="44985" cy="133122"/>
            </a:xfrm>
            <a:custGeom>
              <a:avLst/>
              <a:gdLst/>
              <a:ahLst/>
              <a:cxnLst/>
              <a:rect l="l" t="t" r="r" b="b"/>
              <a:pathLst>
                <a:path w="1717" h="5081" extrusionOk="0">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5" name="Google Shape;12525;p136"/>
          <p:cNvGrpSpPr/>
          <p:nvPr/>
        </p:nvGrpSpPr>
        <p:grpSpPr>
          <a:xfrm>
            <a:off x="5325477" y="2016441"/>
            <a:ext cx="361927" cy="276515"/>
            <a:chOff x="5325477" y="2016441"/>
            <a:chExt cx="361927" cy="276515"/>
          </a:xfrm>
        </p:grpSpPr>
        <p:sp>
          <p:nvSpPr>
            <p:cNvPr id="12526" name="Google Shape;12526;p136"/>
            <p:cNvSpPr/>
            <p:nvPr/>
          </p:nvSpPr>
          <p:spPr>
            <a:xfrm>
              <a:off x="5514091" y="2232853"/>
              <a:ext cx="35449" cy="60103"/>
            </a:xfrm>
            <a:custGeom>
              <a:avLst/>
              <a:gdLst/>
              <a:ahLst/>
              <a:cxnLst/>
              <a:rect l="l" t="t" r="r" b="b"/>
              <a:pathLst>
                <a:path w="1353" h="2294" extrusionOk="0">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136"/>
            <p:cNvSpPr/>
            <p:nvPr/>
          </p:nvSpPr>
          <p:spPr>
            <a:xfrm>
              <a:off x="5605633" y="2232879"/>
              <a:ext cx="35291" cy="60077"/>
            </a:xfrm>
            <a:custGeom>
              <a:avLst/>
              <a:gdLst/>
              <a:ahLst/>
              <a:cxnLst/>
              <a:rect l="l" t="t" r="r" b="b"/>
              <a:pathLst>
                <a:path w="1347" h="2293" extrusionOk="0">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136"/>
            <p:cNvSpPr/>
            <p:nvPr/>
          </p:nvSpPr>
          <p:spPr>
            <a:xfrm>
              <a:off x="5466852" y="2264476"/>
              <a:ext cx="219530" cy="28479"/>
            </a:xfrm>
            <a:custGeom>
              <a:avLst/>
              <a:gdLst/>
              <a:ahLst/>
              <a:cxnLst/>
              <a:rect l="l" t="t" r="r" b="b"/>
              <a:pathLst>
                <a:path w="8379" h="1087" extrusionOk="0">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136"/>
            <p:cNvSpPr/>
            <p:nvPr/>
          </p:nvSpPr>
          <p:spPr>
            <a:xfrm>
              <a:off x="5325477" y="2064413"/>
              <a:ext cx="361665" cy="177060"/>
            </a:xfrm>
            <a:custGeom>
              <a:avLst/>
              <a:gdLst/>
              <a:ahLst/>
              <a:cxnLst/>
              <a:rect l="l" t="t" r="r" b="b"/>
              <a:pathLst>
                <a:path w="13804" h="6758" extrusionOk="0">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136"/>
            <p:cNvSpPr/>
            <p:nvPr/>
          </p:nvSpPr>
          <p:spPr>
            <a:xfrm>
              <a:off x="5325477" y="2064413"/>
              <a:ext cx="361927" cy="171793"/>
            </a:xfrm>
            <a:custGeom>
              <a:avLst/>
              <a:gdLst/>
              <a:ahLst/>
              <a:cxnLst/>
              <a:rect l="l" t="t" r="r" b="b"/>
              <a:pathLst>
                <a:path w="13814" h="6557" extrusionOk="0">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136"/>
            <p:cNvSpPr/>
            <p:nvPr/>
          </p:nvSpPr>
          <p:spPr>
            <a:xfrm>
              <a:off x="5567329" y="2102062"/>
              <a:ext cx="111036" cy="101735"/>
            </a:xfrm>
            <a:custGeom>
              <a:avLst/>
              <a:gdLst/>
              <a:ahLst/>
              <a:cxnLst/>
              <a:rect l="l" t="t" r="r" b="b"/>
              <a:pathLst>
                <a:path w="4238" h="3883" extrusionOk="0">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136"/>
            <p:cNvSpPr/>
            <p:nvPr/>
          </p:nvSpPr>
          <p:spPr>
            <a:xfrm>
              <a:off x="5567329" y="2102062"/>
              <a:ext cx="111036" cy="101735"/>
            </a:xfrm>
            <a:custGeom>
              <a:avLst/>
              <a:gdLst/>
              <a:ahLst/>
              <a:cxnLst/>
              <a:rect l="l" t="t" r="r" b="b"/>
              <a:pathLst>
                <a:path w="4238" h="3883" extrusionOk="0">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136"/>
            <p:cNvSpPr/>
            <p:nvPr/>
          </p:nvSpPr>
          <p:spPr>
            <a:xfrm>
              <a:off x="5506309" y="2128943"/>
              <a:ext cx="37676" cy="63587"/>
            </a:xfrm>
            <a:custGeom>
              <a:avLst/>
              <a:gdLst/>
              <a:ahLst/>
              <a:cxnLst/>
              <a:rect l="l" t="t" r="r" b="b"/>
              <a:pathLst>
                <a:path w="1438" h="2427" extrusionOk="0">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136"/>
            <p:cNvSpPr/>
            <p:nvPr/>
          </p:nvSpPr>
          <p:spPr>
            <a:xfrm>
              <a:off x="5530413" y="2128681"/>
              <a:ext cx="13572" cy="63823"/>
            </a:xfrm>
            <a:custGeom>
              <a:avLst/>
              <a:gdLst/>
              <a:ahLst/>
              <a:cxnLst/>
              <a:rect l="l" t="t" r="r" b="b"/>
              <a:pathLst>
                <a:path w="518" h="2436" extrusionOk="0">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136"/>
            <p:cNvSpPr/>
            <p:nvPr/>
          </p:nvSpPr>
          <p:spPr>
            <a:xfrm>
              <a:off x="5503532" y="2078718"/>
              <a:ext cx="17606" cy="17868"/>
            </a:xfrm>
            <a:custGeom>
              <a:avLst/>
              <a:gdLst/>
              <a:ahLst/>
              <a:cxnLst/>
              <a:rect l="l" t="t" r="r" b="b"/>
              <a:pathLst>
                <a:path w="672" h="682" extrusionOk="0">
                  <a:moveTo>
                    <a:pt x="1" y="0"/>
                  </a:moveTo>
                  <a:lnTo>
                    <a:pt x="1" y="681"/>
                  </a:lnTo>
                  <a:lnTo>
                    <a:pt x="672" y="681"/>
                  </a:lnTo>
                  <a:lnTo>
                    <a:pt x="672" y="0"/>
                  </a:lnTo>
                  <a:close/>
                </a:path>
              </a:pathLst>
            </a:custGeom>
            <a:solidFill>
              <a:srgbClr val="C3CB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136"/>
            <p:cNvSpPr/>
            <p:nvPr/>
          </p:nvSpPr>
          <p:spPr>
            <a:xfrm>
              <a:off x="5489960" y="2060876"/>
              <a:ext cx="44226" cy="17868"/>
            </a:xfrm>
            <a:custGeom>
              <a:avLst/>
              <a:gdLst/>
              <a:ahLst/>
              <a:cxnLst/>
              <a:rect l="l" t="t" r="r" b="b"/>
              <a:pathLst>
                <a:path w="1688" h="682" extrusionOk="0">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136"/>
            <p:cNvSpPr/>
            <p:nvPr/>
          </p:nvSpPr>
          <p:spPr>
            <a:xfrm>
              <a:off x="5518859" y="2060640"/>
              <a:ext cx="15589" cy="18104"/>
            </a:xfrm>
            <a:custGeom>
              <a:avLst/>
              <a:gdLst/>
              <a:ahLst/>
              <a:cxnLst/>
              <a:rect l="l" t="t" r="r" b="b"/>
              <a:pathLst>
                <a:path w="595" h="691" extrusionOk="0">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136"/>
            <p:cNvSpPr/>
            <p:nvPr/>
          </p:nvSpPr>
          <p:spPr>
            <a:xfrm>
              <a:off x="5496746" y="2016441"/>
              <a:ext cx="31178" cy="44461"/>
            </a:xfrm>
            <a:custGeom>
              <a:avLst/>
              <a:gdLst/>
              <a:ahLst/>
              <a:cxnLst/>
              <a:rect l="l" t="t" r="r" b="b"/>
              <a:pathLst>
                <a:path w="1190" h="1697" extrusionOk="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136"/>
            <p:cNvSpPr/>
            <p:nvPr/>
          </p:nvSpPr>
          <p:spPr>
            <a:xfrm>
              <a:off x="5502039" y="2016441"/>
              <a:ext cx="25886" cy="44226"/>
            </a:xfrm>
            <a:custGeom>
              <a:avLst/>
              <a:gdLst/>
              <a:ahLst/>
              <a:cxnLst/>
              <a:rect l="l" t="t" r="r" b="b"/>
              <a:pathLst>
                <a:path w="988" h="1688" extrusionOk="0">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136"/>
            <p:cNvSpPr/>
            <p:nvPr/>
          </p:nvSpPr>
          <p:spPr>
            <a:xfrm>
              <a:off x="5363676" y="2019165"/>
              <a:ext cx="133096" cy="34741"/>
            </a:xfrm>
            <a:custGeom>
              <a:avLst/>
              <a:gdLst/>
              <a:ahLst/>
              <a:cxnLst/>
              <a:rect l="l" t="t" r="r" b="b"/>
              <a:pathLst>
                <a:path w="5080" h="1326" extrusionOk="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136"/>
            <p:cNvSpPr/>
            <p:nvPr/>
          </p:nvSpPr>
          <p:spPr>
            <a:xfrm>
              <a:off x="5482939" y="2025977"/>
              <a:ext cx="14331" cy="21379"/>
            </a:xfrm>
            <a:custGeom>
              <a:avLst/>
              <a:gdLst/>
              <a:ahLst/>
              <a:cxnLst/>
              <a:rect l="l" t="t" r="r" b="b"/>
              <a:pathLst>
                <a:path w="547" h="816" extrusionOk="0">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136"/>
            <p:cNvSpPr/>
            <p:nvPr/>
          </p:nvSpPr>
          <p:spPr>
            <a:xfrm>
              <a:off x="5584647" y="2123179"/>
              <a:ext cx="26645" cy="52007"/>
            </a:xfrm>
            <a:custGeom>
              <a:avLst/>
              <a:gdLst/>
              <a:ahLst/>
              <a:cxnLst/>
              <a:rect l="l" t="t" r="r" b="b"/>
              <a:pathLst>
                <a:path w="1017" h="1985" extrusionOk="0">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136"/>
            <p:cNvSpPr/>
            <p:nvPr/>
          </p:nvSpPr>
          <p:spPr>
            <a:xfrm>
              <a:off x="5592429" y="2123913"/>
              <a:ext cx="18366" cy="51011"/>
            </a:xfrm>
            <a:custGeom>
              <a:avLst/>
              <a:gdLst/>
              <a:ahLst/>
              <a:cxnLst/>
              <a:rect l="l" t="t" r="r" b="b"/>
              <a:pathLst>
                <a:path w="701" h="1947" extrusionOk="0">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136"/>
            <p:cNvSpPr/>
            <p:nvPr/>
          </p:nvSpPr>
          <p:spPr>
            <a:xfrm>
              <a:off x="5526378" y="2019165"/>
              <a:ext cx="133096" cy="34558"/>
            </a:xfrm>
            <a:custGeom>
              <a:avLst/>
              <a:gdLst/>
              <a:ahLst/>
              <a:cxnLst/>
              <a:rect l="l" t="t" r="r" b="b"/>
              <a:pathLst>
                <a:path w="5080" h="1319" extrusionOk="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136"/>
            <p:cNvSpPr/>
            <p:nvPr/>
          </p:nvSpPr>
          <p:spPr>
            <a:xfrm>
              <a:off x="5526143" y="2025977"/>
              <a:ext cx="14593" cy="21379"/>
            </a:xfrm>
            <a:custGeom>
              <a:avLst/>
              <a:gdLst/>
              <a:ahLst/>
              <a:cxnLst/>
              <a:rect l="l" t="t" r="r" b="b"/>
              <a:pathLst>
                <a:path w="557" h="816" extrusionOk="0">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6" name="Google Shape;12546;p136"/>
          <p:cNvGrpSpPr/>
          <p:nvPr/>
        </p:nvGrpSpPr>
        <p:grpSpPr>
          <a:xfrm>
            <a:off x="4870671" y="2017200"/>
            <a:ext cx="364180" cy="274812"/>
            <a:chOff x="4870671" y="2017200"/>
            <a:chExt cx="364180" cy="274812"/>
          </a:xfrm>
        </p:grpSpPr>
        <p:sp>
          <p:nvSpPr>
            <p:cNvPr id="12547" name="Google Shape;12547;p136"/>
            <p:cNvSpPr/>
            <p:nvPr/>
          </p:nvSpPr>
          <p:spPr>
            <a:xfrm>
              <a:off x="5143151" y="2097294"/>
              <a:ext cx="91700" cy="115044"/>
            </a:xfrm>
            <a:custGeom>
              <a:avLst/>
              <a:gdLst/>
              <a:ahLst/>
              <a:cxnLst/>
              <a:rect l="l" t="t" r="r" b="b"/>
              <a:pathLst>
                <a:path w="3500" h="4391" extrusionOk="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136"/>
            <p:cNvSpPr/>
            <p:nvPr/>
          </p:nvSpPr>
          <p:spPr>
            <a:xfrm>
              <a:off x="5143151" y="2097058"/>
              <a:ext cx="33667" cy="115280"/>
            </a:xfrm>
            <a:custGeom>
              <a:avLst/>
              <a:gdLst/>
              <a:ahLst/>
              <a:cxnLst/>
              <a:rect l="l" t="t" r="r" b="b"/>
              <a:pathLst>
                <a:path w="1285" h="4400" extrusionOk="0">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136"/>
            <p:cNvSpPr/>
            <p:nvPr/>
          </p:nvSpPr>
          <p:spPr>
            <a:xfrm>
              <a:off x="4870671" y="2017200"/>
              <a:ext cx="290584" cy="274471"/>
            </a:xfrm>
            <a:custGeom>
              <a:avLst/>
              <a:gdLst/>
              <a:ahLst/>
              <a:cxnLst/>
              <a:rect l="l" t="t" r="r" b="b"/>
              <a:pathLst>
                <a:path w="11091" h="10476" extrusionOk="0">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136"/>
            <p:cNvSpPr/>
            <p:nvPr/>
          </p:nvSpPr>
          <p:spPr>
            <a:xfrm>
              <a:off x="4911595" y="2046309"/>
              <a:ext cx="263729" cy="245704"/>
            </a:xfrm>
            <a:custGeom>
              <a:avLst/>
              <a:gdLst/>
              <a:ahLst/>
              <a:cxnLst/>
              <a:rect l="l" t="t" r="r" b="b"/>
              <a:pathLst>
                <a:path w="10066" h="9378" extrusionOk="0">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136"/>
            <p:cNvSpPr/>
            <p:nvPr/>
          </p:nvSpPr>
          <p:spPr>
            <a:xfrm>
              <a:off x="4872688" y="2101774"/>
              <a:ext cx="28899" cy="103045"/>
            </a:xfrm>
            <a:custGeom>
              <a:avLst/>
              <a:gdLst/>
              <a:ahLst/>
              <a:cxnLst/>
              <a:rect l="l" t="t" r="r" b="b"/>
              <a:pathLst>
                <a:path w="1103" h="3933" extrusionOk="0">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136"/>
            <p:cNvSpPr/>
            <p:nvPr/>
          </p:nvSpPr>
          <p:spPr>
            <a:xfrm>
              <a:off x="4873946" y="2075024"/>
              <a:ext cx="73858" cy="159427"/>
            </a:xfrm>
            <a:custGeom>
              <a:avLst/>
              <a:gdLst/>
              <a:ahLst/>
              <a:cxnLst/>
              <a:rect l="l" t="t" r="r" b="b"/>
              <a:pathLst>
                <a:path w="2819" h="6085" extrusionOk="0">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136"/>
            <p:cNvSpPr/>
            <p:nvPr/>
          </p:nvSpPr>
          <p:spPr>
            <a:xfrm>
              <a:off x="4904312" y="2074945"/>
              <a:ext cx="43492" cy="159244"/>
            </a:xfrm>
            <a:custGeom>
              <a:avLst/>
              <a:gdLst/>
              <a:ahLst/>
              <a:cxnLst/>
              <a:rect l="l" t="t" r="r" b="b"/>
              <a:pathLst>
                <a:path w="1660" h="6078" extrusionOk="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136"/>
            <p:cNvSpPr/>
            <p:nvPr/>
          </p:nvSpPr>
          <p:spPr>
            <a:xfrm>
              <a:off x="4877693" y="2119407"/>
              <a:ext cx="36706" cy="70583"/>
            </a:xfrm>
            <a:custGeom>
              <a:avLst/>
              <a:gdLst/>
              <a:ahLst/>
              <a:cxnLst/>
              <a:rect l="l" t="t" r="r" b="b"/>
              <a:pathLst>
                <a:path w="1401" h="2694" extrusionOk="0">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136"/>
            <p:cNvSpPr/>
            <p:nvPr/>
          </p:nvSpPr>
          <p:spPr>
            <a:xfrm>
              <a:off x="5047888" y="2085504"/>
              <a:ext cx="106346" cy="54024"/>
            </a:xfrm>
            <a:custGeom>
              <a:avLst/>
              <a:gdLst/>
              <a:ahLst/>
              <a:cxnLst/>
              <a:rect l="l" t="t" r="r" b="b"/>
              <a:pathLst>
                <a:path w="4059" h="2062" extrusionOk="0">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136"/>
            <p:cNvSpPr/>
            <p:nvPr/>
          </p:nvSpPr>
          <p:spPr>
            <a:xfrm>
              <a:off x="5056508" y="2170313"/>
              <a:ext cx="99717" cy="68644"/>
            </a:xfrm>
            <a:custGeom>
              <a:avLst/>
              <a:gdLst/>
              <a:ahLst/>
              <a:cxnLst/>
              <a:rect l="l" t="t" r="r" b="b"/>
              <a:pathLst>
                <a:path w="3806" h="2620" extrusionOk="0">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136"/>
            <p:cNvSpPr/>
            <p:nvPr/>
          </p:nvSpPr>
          <p:spPr>
            <a:xfrm>
              <a:off x="5064368" y="2140995"/>
              <a:ext cx="45405" cy="20567"/>
            </a:xfrm>
            <a:custGeom>
              <a:avLst/>
              <a:gdLst/>
              <a:ahLst/>
              <a:cxnLst/>
              <a:rect l="l" t="t" r="r" b="b"/>
              <a:pathLst>
                <a:path w="1733" h="785" extrusionOk="0">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136"/>
            <p:cNvSpPr/>
            <p:nvPr/>
          </p:nvSpPr>
          <p:spPr>
            <a:xfrm>
              <a:off x="5039556" y="2037479"/>
              <a:ext cx="75482" cy="44016"/>
            </a:xfrm>
            <a:custGeom>
              <a:avLst/>
              <a:gdLst/>
              <a:ahLst/>
              <a:cxnLst/>
              <a:rect l="l" t="t" r="r" b="b"/>
              <a:pathLst>
                <a:path w="2881" h="1680" extrusionOk="0">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136"/>
            <p:cNvSpPr/>
            <p:nvPr/>
          </p:nvSpPr>
          <p:spPr>
            <a:xfrm>
              <a:off x="5016002" y="2240634"/>
              <a:ext cx="61884" cy="30995"/>
            </a:xfrm>
            <a:custGeom>
              <a:avLst/>
              <a:gdLst/>
              <a:ahLst/>
              <a:cxnLst/>
              <a:rect l="l" t="t" r="r" b="b"/>
              <a:pathLst>
                <a:path w="2362" h="1183" extrusionOk="0">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0" name="Google Shape;12560;p136"/>
          <p:cNvGrpSpPr/>
          <p:nvPr/>
        </p:nvGrpSpPr>
        <p:grpSpPr>
          <a:xfrm>
            <a:off x="7144726" y="3355496"/>
            <a:ext cx="260690" cy="362032"/>
            <a:chOff x="7144726" y="3355496"/>
            <a:chExt cx="260690" cy="362032"/>
          </a:xfrm>
        </p:grpSpPr>
        <p:sp>
          <p:nvSpPr>
            <p:cNvPr id="12561" name="Google Shape;12561;p136"/>
            <p:cNvSpPr/>
            <p:nvPr/>
          </p:nvSpPr>
          <p:spPr>
            <a:xfrm>
              <a:off x="7144726" y="3355496"/>
              <a:ext cx="260690" cy="362032"/>
            </a:xfrm>
            <a:custGeom>
              <a:avLst/>
              <a:gdLst/>
              <a:ahLst/>
              <a:cxnLst/>
              <a:rect l="l" t="t" r="r" b="b"/>
              <a:pathLst>
                <a:path w="9950" h="13818" extrusionOk="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136"/>
            <p:cNvSpPr/>
            <p:nvPr/>
          </p:nvSpPr>
          <p:spPr>
            <a:xfrm>
              <a:off x="7232601" y="3355496"/>
              <a:ext cx="172579" cy="330277"/>
            </a:xfrm>
            <a:custGeom>
              <a:avLst/>
              <a:gdLst/>
              <a:ahLst/>
              <a:cxnLst/>
              <a:rect l="l" t="t" r="r" b="b"/>
              <a:pathLst>
                <a:path w="6587" h="12606" extrusionOk="0">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136"/>
            <p:cNvSpPr/>
            <p:nvPr/>
          </p:nvSpPr>
          <p:spPr>
            <a:xfrm>
              <a:off x="7302424" y="3660936"/>
              <a:ext cx="85910" cy="52950"/>
            </a:xfrm>
            <a:custGeom>
              <a:avLst/>
              <a:gdLst/>
              <a:ahLst/>
              <a:cxnLst/>
              <a:rect l="l" t="t" r="r" b="b"/>
              <a:pathLst>
                <a:path w="3279" h="2021" extrusionOk="0">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136"/>
            <p:cNvSpPr/>
            <p:nvPr/>
          </p:nvSpPr>
          <p:spPr>
            <a:xfrm>
              <a:off x="7161285" y="3661198"/>
              <a:ext cx="84652" cy="52452"/>
            </a:xfrm>
            <a:custGeom>
              <a:avLst/>
              <a:gdLst/>
              <a:ahLst/>
              <a:cxnLst/>
              <a:rect l="l" t="t" r="r" b="b"/>
              <a:pathLst>
                <a:path w="3231" h="2002" extrusionOk="0">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136"/>
            <p:cNvSpPr/>
            <p:nvPr/>
          </p:nvSpPr>
          <p:spPr>
            <a:xfrm>
              <a:off x="7175066" y="3655617"/>
              <a:ext cx="71631" cy="39195"/>
            </a:xfrm>
            <a:custGeom>
              <a:avLst/>
              <a:gdLst/>
              <a:ahLst/>
              <a:cxnLst/>
              <a:rect l="l" t="t" r="r" b="b"/>
              <a:pathLst>
                <a:path w="2734" h="1496" extrusionOk="0">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136"/>
            <p:cNvSpPr/>
            <p:nvPr/>
          </p:nvSpPr>
          <p:spPr>
            <a:xfrm>
              <a:off x="7302686" y="3655670"/>
              <a:ext cx="72784" cy="39143"/>
            </a:xfrm>
            <a:custGeom>
              <a:avLst/>
              <a:gdLst/>
              <a:ahLst/>
              <a:cxnLst/>
              <a:rect l="l" t="t" r="r" b="b"/>
              <a:pathLst>
                <a:path w="2778" h="1494" extrusionOk="0">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7" name="Google Shape;12567;p136"/>
          <p:cNvGrpSpPr/>
          <p:nvPr/>
        </p:nvGrpSpPr>
        <p:grpSpPr>
          <a:xfrm>
            <a:off x="6705719" y="4278051"/>
            <a:ext cx="261712" cy="361770"/>
            <a:chOff x="6705719" y="4278051"/>
            <a:chExt cx="261712" cy="361770"/>
          </a:xfrm>
        </p:grpSpPr>
        <p:sp>
          <p:nvSpPr>
            <p:cNvPr id="12568" name="Google Shape;12568;p136"/>
            <p:cNvSpPr/>
            <p:nvPr/>
          </p:nvSpPr>
          <p:spPr>
            <a:xfrm>
              <a:off x="6863443" y="4340328"/>
              <a:ext cx="14331" cy="32802"/>
            </a:xfrm>
            <a:custGeom>
              <a:avLst/>
              <a:gdLst/>
              <a:ahLst/>
              <a:cxnLst/>
              <a:rect l="l" t="t" r="r" b="b"/>
              <a:pathLst>
                <a:path w="547" h="1252" extrusionOk="0">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136"/>
            <p:cNvSpPr/>
            <p:nvPr/>
          </p:nvSpPr>
          <p:spPr>
            <a:xfrm>
              <a:off x="6863443" y="4573875"/>
              <a:ext cx="14331" cy="65945"/>
            </a:xfrm>
            <a:custGeom>
              <a:avLst/>
              <a:gdLst/>
              <a:ahLst/>
              <a:cxnLst/>
              <a:rect l="l" t="t" r="r" b="b"/>
              <a:pathLst>
                <a:path w="547" h="2517" extrusionOk="0">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136"/>
            <p:cNvSpPr/>
            <p:nvPr/>
          </p:nvSpPr>
          <p:spPr>
            <a:xfrm>
              <a:off x="6773787" y="4364563"/>
              <a:ext cx="193644" cy="190133"/>
            </a:xfrm>
            <a:custGeom>
              <a:avLst/>
              <a:gdLst/>
              <a:ahLst/>
              <a:cxnLst/>
              <a:rect l="l" t="t" r="r" b="b"/>
              <a:pathLst>
                <a:path w="7391" h="7257" extrusionOk="0">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136"/>
            <p:cNvSpPr/>
            <p:nvPr/>
          </p:nvSpPr>
          <p:spPr>
            <a:xfrm>
              <a:off x="6877512" y="4364563"/>
              <a:ext cx="89918" cy="190133"/>
            </a:xfrm>
            <a:custGeom>
              <a:avLst/>
              <a:gdLst/>
              <a:ahLst/>
              <a:cxnLst/>
              <a:rect l="l" t="t" r="r" b="b"/>
              <a:pathLst>
                <a:path w="3432" h="7257" extrusionOk="0">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136"/>
            <p:cNvSpPr/>
            <p:nvPr/>
          </p:nvSpPr>
          <p:spPr>
            <a:xfrm>
              <a:off x="6779315" y="4427600"/>
              <a:ext cx="182850" cy="127096"/>
            </a:xfrm>
            <a:custGeom>
              <a:avLst/>
              <a:gdLst/>
              <a:ahLst/>
              <a:cxnLst/>
              <a:rect l="l" t="t" r="r" b="b"/>
              <a:pathLst>
                <a:path w="6979" h="4851" extrusionOk="0">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136"/>
            <p:cNvSpPr/>
            <p:nvPr/>
          </p:nvSpPr>
          <p:spPr>
            <a:xfrm>
              <a:off x="6877512" y="4427600"/>
              <a:ext cx="84652" cy="127096"/>
            </a:xfrm>
            <a:custGeom>
              <a:avLst/>
              <a:gdLst/>
              <a:ahLst/>
              <a:cxnLst/>
              <a:rect l="l" t="t" r="r" b="b"/>
              <a:pathLst>
                <a:path w="3231" h="4851" extrusionOk="0">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136"/>
            <p:cNvSpPr/>
            <p:nvPr/>
          </p:nvSpPr>
          <p:spPr>
            <a:xfrm>
              <a:off x="6826029" y="4554670"/>
              <a:ext cx="89421" cy="29396"/>
            </a:xfrm>
            <a:custGeom>
              <a:avLst/>
              <a:gdLst/>
              <a:ahLst/>
              <a:cxnLst/>
              <a:rect l="l" t="t" r="r" b="b"/>
              <a:pathLst>
                <a:path w="3413" h="1122" extrusionOk="0">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136"/>
            <p:cNvSpPr/>
            <p:nvPr/>
          </p:nvSpPr>
          <p:spPr>
            <a:xfrm>
              <a:off x="6871722" y="4554670"/>
              <a:ext cx="43728" cy="29396"/>
            </a:xfrm>
            <a:custGeom>
              <a:avLst/>
              <a:gdLst/>
              <a:ahLst/>
              <a:cxnLst/>
              <a:rect l="l" t="t" r="r" b="b"/>
              <a:pathLst>
                <a:path w="1669" h="1122" extrusionOk="0">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136"/>
            <p:cNvSpPr/>
            <p:nvPr/>
          </p:nvSpPr>
          <p:spPr>
            <a:xfrm>
              <a:off x="6863443" y="4278051"/>
              <a:ext cx="14331" cy="32540"/>
            </a:xfrm>
            <a:custGeom>
              <a:avLst/>
              <a:gdLst/>
              <a:ahLst/>
              <a:cxnLst/>
              <a:rect l="l" t="t" r="r" b="b"/>
              <a:pathLst>
                <a:path w="547" h="1242" extrusionOk="0">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136"/>
            <p:cNvSpPr/>
            <p:nvPr/>
          </p:nvSpPr>
          <p:spPr>
            <a:xfrm>
              <a:off x="6705719" y="4296312"/>
              <a:ext cx="200430" cy="343508"/>
            </a:xfrm>
            <a:custGeom>
              <a:avLst/>
              <a:gdLst/>
              <a:ahLst/>
              <a:cxnLst/>
              <a:rect l="l" t="t" r="r" b="b"/>
              <a:pathLst>
                <a:path w="7650" h="13111" extrusionOk="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136"/>
            <p:cNvSpPr/>
            <p:nvPr/>
          </p:nvSpPr>
          <p:spPr>
            <a:xfrm>
              <a:off x="6922367" y="4395689"/>
              <a:ext cx="42811" cy="14358"/>
            </a:xfrm>
            <a:custGeom>
              <a:avLst/>
              <a:gdLst/>
              <a:ahLst/>
              <a:cxnLst/>
              <a:rect l="l" t="t" r="r" b="b"/>
              <a:pathLst>
                <a:path w="1634" h="548" extrusionOk="0">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136"/>
            <p:cNvSpPr/>
            <p:nvPr/>
          </p:nvSpPr>
          <p:spPr>
            <a:xfrm>
              <a:off x="6901092" y="4445390"/>
              <a:ext cx="59317" cy="14148"/>
            </a:xfrm>
            <a:custGeom>
              <a:avLst/>
              <a:gdLst/>
              <a:ahLst/>
              <a:cxnLst/>
              <a:rect l="l" t="t" r="r" b="b"/>
              <a:pathLst>
                <a:path w="2264" h="540" extrusionOk="0">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136"/>
            <p:cNvSpPr/>
            <p:nvPr/>
          </p:nvSpPr>
          <p:spPr>
            <a:xfrm>
              <a:off x="6922445" y="4420526"/>
              <a:ext cx="40217" cy="14148"/>
            </a:xfrm>
            <a:custGeom>
              <a:avLst/>
              <a:gdLst/>
              <a:ahLst/>
              <a:cxnLst/>
              <a:rect l="l" t="t" r="r" b="b"/>
              <a:pathLst>
                <a:path w="1535" h="540" extrusionOk="0">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136"/>
            <p:cNvSpPr/>
            <p:nvPr/>
          </p:nvSpPr>
          <p:spPr>
            <a:xfrm>
              <a:off x="6922445" y="4470254"/>
              <a:ext cx="35449" cy="14148"/>
            </a:xfrm>
            <a:custGeom>
              <a:avLst/>
              <a:gdLst/>
              <a:ahLst/>
              <a:cxnLst/>
              <a:rect l="l" t="t" r="r" b="b"/>
              <a:pathLst>
                <a:path w="1353" h="540" extrusionOk="0">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136"/>
            <p:cNvSpPr/>
            <p:nvPr/>
          </p:nvSpPr>
          <p:spPr>
            <a:xfrm>
              <a:off x="6901014" y="4494882"/>
              <a:ext cx="54365" cy="14358"/>
            </a:xfrm>
            <a:custGeom>
              <a:avLst/>
              <a:gdLst/>
              <a:ahLst/>
              <a:cxnLst/>
              <a:rect l="l" t="t" r="r" b="b"/>
              <a:pathLst>
                <a:path w="2075" h="548" extrusionOk="0">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3" name="Google Shape;12583;p136"/>
          <p:cNvGrpSpPr/>
          <p:nvPr/>
        </p:nvGrpSpPr>
        <p:grpSpPr>
          <a:xfrm>
            <a:off x="5750650" y="2891652"/>
            <a:ext cx="320216" cy="361403"/>
            <a:chOff x="5750650" y="2891652"/>
            <a:chExt cx="320216" cy="361403"/>
          </a:xfrm>
        </p:grpSpPr>
        <p:sp>
          <p:nvSpPr>
            <p:cNvPr id="12584" name="Google Shape;12584;p136"/>
            <p:cNvSpPr/>
            <p:nvPr/>
          </p:nvSpPr>
          <p:spPr>
            <a:xfrm>
              <a:off x="5750650" y="2891652"/>
              <a:ext cx="196919" cy="193644"/>
            </a:xfrm>
            <a:custGeom>
              <a:avLst/>
              <a:gdLst/>
              <a:ahLst/>
              <a:cxnLst/>
              <a:rect l="l" t="t" r="r" b="b"/>
              <a:pathLst>
                <a:path w="7516" h="7391" extrusionOk="0">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136"/>
            <p:cNvSpPr/>
            <p:nvPr/>
          </p:nvSpPr>
          <p:spPr>
            <a:xfrm>
              <a:off x="5847590" y="2891652"/>
              <a:ext cx="99979" cy="193644"/>
            </a:xfrm>
            <a:custGeom>
              <a:avLst/>
              <a:gdLst/>
              <a:ahLst/>
              <a:cxnLst/>
              <a:rect l="l" t="t" r="r" b="b"/>
              <a:pathLst>
                <a:path w="3816" h="7391" extrusionOk="0">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136"/>
            <p:cNvSpPr/>
            <p:nvPr/>
          </p:nvSpPr>
          <p:spPr>
            <a:xfrm>
              <a:off x="5753428" y="2930821"/>
              <a:ext cx="191129" cy="154475"/>
            </a:xfrm>
            <a:custGeom>
              <a:avLst/>
              <a:gdLst/>
              <a:ahLst/>
              <a:cxnLst/>
              <a:rect l="l" t="t" r="r" b="b"/>
              <a:pathLst>
                <a:path w="7295" h="5896" extrusionOk="0">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136"/>
            <p:cNvSpPr/>
            <p:nvPr/>
          </p:nvSpPr>
          <p:spPr>
            <a:xfrm>
              <a:off x="5847852" y="2930821"/>
              <a:ext cx="96966" cy="154475"/>
            </a:xfrm>
            <a:custGeom>
              <a:avLst/>
              <a:gdLst/>
              <a:ahLst/>
              <a:cxnLst/>
              <a:rect l="l" t="t" r="r" b="b"/>
              <a:pathLst>
                <a:path w="3701" h="5896" extrusionOk="0">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136"/>
            <p:cNvSpPr/>
            <p:nvPr/>
          </p:nvSpPr>
          <p:spPr>
            <a:xfrm>
              <a:off x="5803653" y="3085270"/>
              <a:ext cx="90940" cy="29920"/>
            </a:xfrm>
            <a:custGeom>
              <a:avLst/>
              <a:gdLst/>
              <a:ahLst/>
              <a:cxnLst/>
              <a:rect l="l" t="t" r="r" b="b"/>
              <a:pathLst>
                <a:path w="3471" h="1142" extrusionOk="0">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136"/>
            <p:cNvSpPr/>
            <p:nvPr/>
          </p:nvSpPr>
          <p:spPr>
            <a:xfrm>
              <a:off x="5847093" y="3085270"/>
              <a:ext cx="47501" cy="29920"/>
            </a:xfrm>
            <a:custGeom>
              <a:avLst/>
              <a:gdLst/>
              <a:ahLst/>
              <a:cxnLst/>
              <a:rect l="l" t="t" r="r" b="b"/>
              <a:pathLst>
                <a:path w="1813" h="1142" extrusionOk="0">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136"/>
            <p:cNvSpPr/>
            <p:nvPr/>
          </p:nvSpPr>
          <p:spPr>
            <a:xfrm>
              <a:off x="6041470" y="2936611"/>
              <a:ext cx="14331" cy="56016"/>
            </a:xfrm>
            <a:custGeom>
              <a:avLst/>
              <a:gdLst/>
              <a:ahLst/>
              <a:cxnLst/>
              <a:rect l="l" t="t" r="r" b="b"/>
              <a:pathLst>
                <a:path w="547" h="2138" extrusionOk="0">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136"/>
            <p:cNvSpPr/>
            <p:nvPr/>
          </p:nvSpPr>
          <p:spPr>
            <a:xfrm>
              <a:off x="6026405" y="2971247"/>
              <a:ext cx="44226" cy="94451"/>
            </a:xfrm>
            <a:custGeom>
              <a:avLst/>
              <a:gdLst/>
              <a:ahLst/>
              <a:cxnLst/>
              <a:rect l="l" t="t" r="r" b="b"/>
              <a:pathLst>
                <a:path w="1688" h="3605" extrusionOk="0">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136"/>
            <p:cNvSpPr/>
            <p:nvPr/>
          </p:nvSpPr>
          <p:spPr>
            <a:xfrm>
              <a:off x="6038955" y="2971247"/>
              <a:ext cx="31912" cy="94215"/>
            </a:xfrm>
            <a:custGeom>
              <a:avLst/>
              <a:gdLst/>
              <a:ahLst/>
              <a:cxnLst/>
              <a:rect l="l" t="t" r="r" b="b"/>
              <a:pathLst>
                <a:path w="1218" h="3596" extrusionOk="0">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136"/>
            <p:cNvSpPr/>
            <p:nvPr/>
          </p:nvSpPr>
          <p:spPr>
            <a:xfrm>
              <a:off x="5841826" y="3065934"/>
              <a:ext cx="212718" cy="187120"/>
            </a:xfrm>
            <a:custGeom>
              <a:avLst/>
              <a:gdLst/>
              <a:ahLst/>
              <a:cxnLst/>
              <a:rect l="l" t="t" r="r" b="b"/>
              <a:pathLst>
                <a:path w="8119" h="7142" extrusionOk="0">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136"/>
            <p:cNvSpPr/>
            <p:nvPr/>
          </p:nvSpPr>
          <p:spPr>
            <a:xfrm>
              <a:off x="5908610" y="2923511"/>
              <a:ext cx="36706" cy="14384"/>
            </a:xfrm>
            <a:custGeom>
              <a:avLst/>
              <a:gdLst/>
              <a:ahLst/>
              <a:cxnLst/>
              <a:rect l="l" t="t" r="r" b="b"/>
              <a:pathLst>
                <a:path w="1401" h="549" extrusionOk="0">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136"/>
            <p:cNvSpPr/>
            <p:nvPr/>
          </p:nvSpPr>
          <p:spPr>
            <a:xfrm>
              <a:off x="5886917" y="2973998"/>
              <a:ext cx="53369" cy="14620"/>
            </a:xfrm>
            <a:custGeom>
              <a:avLst/>
              <a:gdLst/>
              <a:ahLst/>
              <a:cxnLst/>
              <a:rect l="l" t="t" r="r" b="b"/>
              <a:pathLst>
                <a:path w="2037" h="558" extrusionOk="0">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136"/>
            <p:cNvSpPr/>
            <p:nvPr/>
          </p:nvSpPr>
          <p:spPr>
            <a:xfrm>
              <a:off x="5908532" y="2948637"/>
              <a:ext cx="34270" cy="14646"/>
            </a:xfrm>
            <a:custGeom>
              <a:avLst/>
              <a:gdLst/>
              <a:ahLst/>
              <a:cxnLst/>
              <a:rect l="l" t="t" r="r" b="b"/>
              <a:pathLst>
                <a:path w="1308" h="559" extrusionOk="0">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136"/>
            <p:cNvSpPr/>
            <p:nvPr/>
          </p:nvSpPr>
          <p:spPr>
            <a:xfrm>
              <a:off x="5908532" y="2999124"/>
              <a:ext cx="29501" cy="14620"/>
            </a:xfrm>
            <a:custGeom>
              <a:avLst/>
              <a:gdLst/>
              <a:ahLst/>
              <a:cxnLst/>
              <a:rect l="l" t="t" r="r" b="b"/>
              <a:pathLst>
                <a:path w="1126" h="558" extrusionOk="0">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136"/>
            <p:cNvSpPr/>
            <p:nvPr/>
          </p:nvSpPr>
          <p:spPr>
            <a:xfrm>
              <a:off x="5886995" y="3024459"/>
              <a:ext cx="48522" cy="14410"/>
            </a:xfrm>
            <a:custGeom>
              <a:avLst/>
              <a:gdLst/>
              <a:ahLst/>
              <a:cxnLst/>
              <a:rect l="l" t="t" r="r" b="b"/>
              <a:pathLst>
                <a:path w="1852" h="550" extrusionOk="0">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9" name="Google Shape;12599;p136"/>
          <p:cNvGrpSpPr/>
          <p:nvPr/>
        </p:nvGrpSpPr>
        <p:grpSpPr>
          <a:xfrm>
            <a:off x="6658009" y="2891390"/>
            <a:ext cx="315972" cy="361927"/>
            <a:chOff x="6658009" y="2891390"/>
            <a:chExt cx="315972" cy="361927"/>
          </a:xfrm>
        </p:grpSpPr>
        <p:sp>
          <p:nvSpPr>
            <p:cNvPr id="12600" name="Google Shape;12600;p136"/>
            <p:cNvSpPr/>
            <p:nvPr/>
          </p:nvSpPr>
          <p:spPr>
            <a:xfrm>
              <a:off x="6658009" y="2891390"/>
              <a:ext cx="315972" cy="361927"/>
            </a:xfrm>
            <a:custGeom>
              <a:avLst/>
              <a:gdLst/>
              <a:ahLst/>
              <a:cxnLst/>
              <a:rect l="l" t="t" r="r" b="b"/>
              <a:pathLst>
                <a:path w="12060" h="13814" extrusionOk="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136"/>
            <p:cNvSpPr/>
            <p:nvPr/>
          </p:nvSpPr>
          <p:spPr>
            <a:xfrm>
              <a:off x="6658507" y="2921284"/>
              <a:ext cx="315474" cy="332033"/>
            </a:xfrm>
            <a:custGeom>
              <a:avLst/>
              <a:gdLst/>
              <a:ahLst/>
              <a:cxnLst/>
              <a:rect l="l" t="t" r="r" b="b"/>
              <a:pathLst>
                <a:path w="12041" h="12673" extrusionOk="0">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136"/>
            <p:cNvSpPr/>
            <p:nvPr/>
          </p:nvSpPr>
          <p:spPr>
            <a:xfrm>
              <a:off x="6742897" y="2928567"/>
              <a:ext cx="146432" cy="55780"/>
            </a:xfrm>
            <a:custGeom>
              <a:avLst/>
              <a:gdLst/>
              <a:ahLst/>
              <a:cxnLst/>
              <a:rect l="l" t="t" r="r" b="b"/>
              <a:pathLst>
                <a:path w="5589" h="2129" extrusionOk="0">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136"/>
            <p:cNvSpPr/>
            <p:nvPr/>
          </p:nvSpPr>
          <p:spPr>
            <a:xfrm>
              <a:off x="6836562" y="2928567"/>
              <a:ext cx="52767" cy="55780"/>
            </a:xfrm>
            <a:custGeom>
              <a:avLst/>
              <a:gdLst/>
              <a:ahLst/>
              <a:cxnLst/>
              <a:rect l="l" t="t" r="r" b="b"/>
              <a:pathLst>
                <a:path w="2014" h="2129" extrusionOk="0">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136"/>
            <p:cNvSpPr/>
            <p:nvPr/>
          </p:nvSpPr>
          <p:spPr>
            <a:xfrm>
              <a:off x="6810702" y="3035856"/>
              <a:ext cx="11083" cy="162702"/>
            </a:xfrm>
            <a:custGeom>
              <a:avLst/>
              <a:gdLst/>
              <a:ahLst/>
              <a:cxnLst/>
              <a:rect l="l" t="t" r="r" b="b"/>
              <a:pathLst>
                <a:path w="423" h="6210" extrusionOk="0">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136"/>
            <p:cNvSpPr/>
            <p:nvPr/>
          </p:nvSpPr>
          <p:spPr>
            <a:xfrm>
              <a:off x="6724059" y="3209091"/>
              <a:ext cx="11083" cy="44226"/>
            </a:xfrm>
            <a:custGeom>
              <a:avLst/>
              <a:gdLst/>
              <a:ahLst/>
              <a:cxnLst/>
              <a:rect l="l" t="t" r="r" b="b"/>
              <a:pathLst>
                <a:path w="423" h="1688" extrusionOk="0">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136"/>
            <p:cNvSpPr/>
            <p:nvPr/>
          </p:nvSpPr>
          <p:spPr>
            <a:xfrm>
              <a:off x="6897346" y="3209091"/>
              <a:ext cx="11083" cy="44226"/>
            </a:xfrm>
            <a:custGeom>
              <a:avLst/>
              <a:gdLst/>
              <a:ahLst/>
              <a:cxnLst/>
              <a:rect l="l" t="t" r="r" b="b"/>
              <a:pathLst>
                <a:path w="423" h="1688" extrusionOk="0">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7" name="Google Shape;12607;p136"/>
          <p:cNvGrpSpPr/>
          <p:nvPr/>
        </p:nvGrpSpPr>
        <p:grpSpPr>
          <a:xfrm>
            <a:off x="6203465" y="2891206"/>
            <a:ext cx="320478" cy="362110"/>
            <a:chOff x="6203465" y="2891206"/>
            <a:chExt cx="320478" cy="362110"/>
          </a:xfrm>
        </p:grpSpPr>
        <p:sp>
          <p:nvSpPr>
            <p:cNvPr id="12608" name="Google Shape;12608;p136"/>
            <p:cNvSpPr/>
            <p:nvPr/>
          </p:nvSpPr>
          <p:spPr>
            <a:xfrm>
              <a:off x="6203465" y="2902158"/>
              <a:ext cx="320478" cy="351159"/>
            </a:xfrm>
            <a:custGeom>
              <a:avLst/>
              <a:gdLst/>
              <a:ahLst/>
              <a:cxnLst/>
              <a:rect l="l" t="t" r="r" b="b"/>
              <a:pathLst>
                <a:path w="12232" h="13403" extrusionOk="0">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136"/>
            <p:cNvSpPr/>
            <p:nvPr/>
          </p:nvSpPr>
          <p:spPr>
            <a:xfrm>
              <a:off x="6286833" y="2902132"/>
              <a:ext cx="184867" cy="71159"/>
            </a:xfrm>
            <a:custGeom>
              <a:avLst/>
              <a:gdLst/>
              <a:ahLst/>
              <a:cxnLst/>
              <a:rect l="l" t="t" r="r" b="b"/>
              <a:pathLst>
                <a:path w="7056" h="2716" extrusionOk="0">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136"/>
            <p:cNvSpPr/>
            <p:nvPr/>
          </p:nvSpPr>
          <p:spPr>
            <a:xfrm>
              <a:off x="6457107" y="2973265"/>
              <a:ext cx="57771" cy="131865"/>
            </a:xfrm>
            <a:custGeom>
              <a:avLst/>
              <a:gdLst/>
              <a:ahLst/>
              <a:cxnLst/>
              <a:rect l="l" t="t" r="r" b="b"/>
              <a:pathLst>
                <a:path w="2205" h="5033" extrusionOk="0">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136"/>
            <p:cNvSpPr/>
            <p:nvPr/>
          </p:nvSpPr>
          <p:spPr>
            <a:xfrm>
              <a:off x="6423807" y="2891206"/>
              <a:ext cx="97988" cy="103752"/>
            </a:xfrm>
            <a:custGeom>
              <a:avLst/>
              <a:gdLst/>
              <a:ahLst/>
              <a:cxnLst/>
              <a:rect l="l" t="t" r="r" b="b"/>
              <a:pathLst>
                <a:path w="3740" h="3960" extrusionOk="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136"/>
            <p:cNvSpPr/>
            <p:nvPr/>
          </p:nvSpPr>
          <p:spPr>
            <a:xfrm>
              <a:off x="6396087" y="2978085"/>
              <a:ext cx="33405" cy="38907"/>
            </a:xfrm>
            <a:custGeom>
              <a:avLst/>
              <a:gdLst/>
              <a:ahLst/>
              <a:cxnLst/>
              <a:rect l="l" t="t" r="r" b="b"/>
              <a:pathLst>
                <a:path w="1275" h="1485" extrusionOk="0">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3" name="Google Shape;12613;p136"/>
          <p:cNvGrpSpPr/>
          <p:nvPr/>
        </p:nvGrpSpPr>
        <p:grpSpPr>
          <a:xfrm>
            <a:off x="7567280" y="2891259"/>
            <a:ext cx="307116" cy="362294"/>
            <a:chOff x="7567280" y="2891259"/>
            <a:chExt cx="307116" cy="362294"/>
          </a:xfrm>
        </p:grpSpPr>
        <p:sp>
          <p:nvSpPr>
            <p:cNvPr id="12614" name="Google Shape;12614;p136"/>
            <p:cNvSpPr/>
            <p:nvPr/>
          </p:nvSpPr>
          <p:spPr>
            <a:xfrm>
              <a:off x="7612082" y="2891337"/>
              <a:ext cx="217250" cy="207006"/>
            </a:xfrm>
            <a:custGeom>
              <a:avLst/>
              <a:gdLst/>
              <a:ahLst/>
              <a:cxnLst/>
              <a:rect l="l" t="t" r="r" b="b"/>
              <a:pathLst>
                <a:path w="8292" h="7901" extrusionOk="0">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136"/>
            <p:cNvSpPr/>
            <p:nvPr/>
          </p:nvSpPr>
          <p:spPr>
            <a:xfrm>
              <a:off x="7677870" y="3190698"/>
              <a:ext cx="85936" cy="62618"/>
            </a:xfrm>
            <a:custGeom>
              <a:avLst/>
              <a:gdLst/>
              <a:ahLst/>
              <a:cxnLst/>
              <a:rect l="l" t="t" r="r" b="b"/>
              <a:pathLst>
                <a:path w="3280" h="2390" extrusionOk="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136"/>
            <p:cNvSpPr/>
            <p:nvPr/>
          </p:nvSpPr>
          <p:spPr>
            <a:xfrm>
              <a:off x="7644229" y="2891285"/>
              <a:ext cx="63299" cy="21091"/>
            </a:xfrm>
            <a:custGeom>
              <a:avLst/>
              <a:gdLst/>
              <a:ahLst/>
              <a:cxnLst/>
              <a:rect l="l" t="t" r="r" b="b"/>
              <a:pathLst>
                <a:path w="2416" h="805" extrusionOk="0">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136"/>
            <p:cNvSpPr/>
            <p:nvPr/>
          </p:nvSpPr>
          <p:spPr>
            <a:xfrm>
              <a:off x="7707502" y="2891259"/>
              <a:ext cx="121830" cy="207268"/>
            </a:xfrm>
            <a:custGeom>
              <a:avLst/>
              <a:gdLst/>
              <a:ahLst/>
              <a:cxnLst/>
              <a:rect l="l" t="t" r="r" b="b"/>
              <a:pathLst>
                <a:path w="4650" h="7911" extrusionOk="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136"/>
            <p:cNvSpPr/>
            <p:nvPr/>
          </p:nvSpPr>
          <p:spPr>
            <a:xfrm>
              <a:off x="7707502" y="3190751"/>
              <a:ext cx="56304" cy="62801"/>
            </a:xfrm>
            <a:custGeom>
              <a:avLst/>
              <a:gdLst/>
              <a:ahLst/>
              <a:cxnLst/>
              <a:rect l="l" t="t" r="r" b="b"/>
              <a:pathLst>
                <a:path w="2149" h="2397" extrusionOk="0">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136"/>
            <p:cNvSpPr/>
            <p:nvPr/>
          </p:nvSpPr>
          <p:spPr>
            <a:xfrm>
              <a:off x="7677870" y="3190698"/>
              <a:ext cx="85936" cy="28191"/>
            </a:xfrm>
            <a:custGeom>
              <a:avLst/>
              <a:gdLst/>
              <a:ahLst/>
              <a:cxnLst/>
              <a:rect l="l" t="t" r="r" b="b"/>
              <a:pathLst>
                <a:path w="3280" h="1076" extrusionOk="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136"/>
            <p:cNvSpPr/>
            <p:nvPr/>
          </p:nvSpPr>
          <p:spPr>
            <a:xfrm>
              <a:off x="7669958" y="3221588"/>
              <a:ext cx="99874" cy="17397"/>
            </a:xfrm>
            <a:custGeom>
              <a:avLst/>
              <a:gdLst/>
              <a:ahLst/>
              <a:cxnLst/>
              <a:rect l="l" t="t" r="r" b="b"/>
              <a:pathLst>
                <a:path w="3812" h="664" extrusionOk="0">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136"/>
            <p:cNvSpPr/>
            <p:nvPr/>
          </p:nvSpPr>
          <p:spPr>
            <a:xfrm>
              <a:off x="7669958" y="3012879"/>
              <a:ext cx="99874" cy="17423"/>
            </a:xfrm>
            <a:custGeom>
              <a:avLst/>
              <a:gdLst/>
              <a:ahLst/>
              <a:cxnLst/>
              <a:rect l="l" t="t" r="r" b="b"/>
              <a:pathLst>
                <a:path w="3812" h="665" extrusionOk="0">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136"/>
            <p:cNvSpPr/>
            <p:nvPr/>
          </p:nvSpPr>
          <p:spPr>
            <a:xfrm>
              <a:off x="7670010" y="3041070"/>
              <a:ext cx="99822" cy="17423"/>
            </a:xfrm>
            <a:custGeom>
              <a:avLst/>
              <a:gdLst/>
              <a:ahLst/>
              <a:cxnLst/>
              <a:rect l="l" t="t" r="r" b="b"/>
              <a:pathLst>
                <a:path w="3810" h="665" extrusionOk="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136"/>
            <p:cNvSpPr/>
            <p:nvPr/>
          </p:nvSpPr>
          <p:spPr>
            <a:xfrm>
              <a:off x="7669958" y="3066615"/>
              <a:ext cx="99874" cy="17423"/>
            </a:xfrm>
            <a:custGeom>
              <a:avLst/>
              <a:gdLst/>
              <a:ahLst/>
              <a:cxnLst/>
              <a:rect l="l" t="t" r="r" b="b"/>
              <a:pathLst>
                <a:path w="3812" h="665" extrusionOk="0">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136"/>
            <p:cNvSpPr/>
            <p:nvPr/>
          </p:nvSpPr>
          <p:spPr>
            <a:xfrm>
              <a:off x="7567280" y="2994880"/>
              <a:ext cx="307116" cy="226368"/>
            </a:xfrm>
            <a:custGeom>
              <a:avLst/>
              <a:gdLst/>
              <a:ahLst/>
              <a:cxnLst/>
              <a:rect l="l" t="t" r="r" b="b"/>
              <a:pathLst>
                <a:path w="11722" h="8640" extrusionOk="0">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136"/>
            <p:cNvSpPr/>
            <p:nvPr/>
          </p:nvSpPr>
          <p:spPr>
            <a:xfrm>
              <a:off x="7568144" y="3019717"/>
              <a:ext cx="305151" cy="201530"/>
            </a:xfrm>
            <a:custGeom>
              <a:avLst/>
              <a:gdLst/>
              <a:ahLst/>
              <a:cxnLst/>
              <a:rect l="l" t="t" r="r" b="b"/>
              <a:pathLst>
                <a:path w="11647" h="7692" extrusionOk="0">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6" name="Google Shape;12626;p136"/>
          <p:cNvGrpSpPr/>
          <p:nvPr/>
        </p:nvGrpSpPr>
        <p:grpSpPr>
          <a:xfrm>
            <a:off x="7112579" y="2891521"/>
            <a:ext cx="338556" cy="361534"/>
            <a:chOff x="7112579" y="2891521"/>
            <a:chExt cx="338556" cy="361534"/>
          </a:xfrm>
        </p:grpSpPr>
        <p:sp>
          <p:nvSpPr>
            <p:cNvPr id="12627" name="Google Shape;12627;p136"/>
            <p:cNvSpPr/>
            <p:nvPr/>
          </p:nvSpPr>
          <p:spPr>
            <a:xfrm>
              <a:off x="7112579" y="2891521"/>
              <a:ext cx="312671" cy="361534"/>
            </a:xfrm>
            <a:custGeom>
              <a:avLst/>
              <a:gdLst/>
              <a:ahLst/>
              <a:cxnLst/>
              <a:rect l="l" t="t" r="r" b="b"/>
              <a:pathLst>
                <a:path w="11934" h="13799" extrusionOk="0">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136"/>
            <p:cNvSpPr/>
            <p:nvPr/>
          </p:nvSpPr>
          <p:spPr>
            <a:xfrm>
              <a:off x="7302424" y="2891783"/>
              <a:ext cx="148711" cy="361272"/>
            </a:xfrm>
            <a:custGeom>
              <a:avLst/>
              <a:gdLst/>
              <a:ahLst/>
              <a:cxnLst/>
              <a:rect l="l" t="t" r="r" b="b"/>
              <a:pathLst>
                <a:path w="5676" h="13789" extrusionOk="0">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9" name="Google Shape;12629;p136"/>
          <p:cNvGrpSpPr/>
          <p:nvPr/>
        </p:nvGrpSpPr>
        <p:grpSpPr>
          <a:xfrm>
            <a:off x="7155259" y="3805036"/>
            <a:ext cx="207478" cy="361272"/>
            <a:chOff x="7155259" y="3805036"/>
            <a:chExt cx="207478" cy="361272"/>
          </a:xfrm>
        </p:grpSpPr>
        <p:sp>
          <p:nvSpPr>
            <p:cNvPr id="12630" name="Google Shape;12630;p136"/>
            <p:cNvSpPr/>
            <p:nvPr/>
          </p:nvSpPr>
          <p:spPr>
            <a:xfrm>
              <a:off x="7178865" y="3839175"/>
              <a:ext cx="160265" cy="144179"/>
            </a:xfrm>
            <a:custGeom>
              <a:avLst/>
              <a:gdLst/>
              <a:ahLst/>
              <a:cxnLst/>
              <a:rect l="l" t="t" r="r" b="b"/>
              <a:pathLst>
                <a:path w="6117" h="5503" extrusionOk="0">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136"/>
            <p:cNvSpPr/>
            <p:nvPr/>
          </p:nvSpPr>
          <p:spPr>
            <a:xfrm>
              <a:off x="7281071" y="3839175"/>
              <a:ext cx="58059" cy="144179"/>
            </a:xfrm>
            <a:custGeom>
              <a:avLst/>
              <a:gdLst/>
              <a:ahLst/>
              <a:cxnLst/>
              <a:rect l="l" t="t" r="r" b="b"/>
              <a:pathLst>
                <a:path w="2216" h="5503" extrusionOk="0">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136"/>
            <p:cNvSpPr/>
            <p:nvPr/>
          </p:nvSpPr>
          <p:spPr>
            <a:xfrm>
              <a:off x="7204488" y="3805036"/>
              <a:ext cx="108756" cy="54417"/>
            </a:xfrm>
            <a:custGeom>
              <a:avLst/>
              <a:gdLst/>
              <a:ahLst/>
              <a:cxnLst/>
              <a:rect l="l" t="t" r="r" b="b"/>
              <a:pathLst>
                <a:path w="4151" h="2077" extrusionOk="0">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136"/>
            <p:cNvSpPr/>
            <p:nvPr/>
          </p:nvSpPr>
          <p:spPr>
            <a:xfrm>
              <a:off x="7275805" y="3809307"/>
              <a:ext cx="37440" cy="50252"/>
            </a:xfrm>
            <a:custGeom>
              <a:avLst/>
              <a:gdLst/>
              <a:ahLst/>
              <a:cxnLst/>
              <a:rect l="l" t="t" r="r" b="b"/>
              <a:pathLst>
                <a:path w="1429" h="1918" extrusionOk="0">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136"/>
            <p:cNvSpPr/>
            <p:nvPr/>
          </p:nvSpPr>
          <p:spPr>
            <a:xfrm>
              <a:off x="7243815" y="3815568"/>
              <a:ext cx="30104" cy="24707"/>
            </a:xfrm>
            <a:custGeom>
              <a:avLst/>
              <a:gdLst/>
              <a:ahLst/>
              <a:cxnLst/>
              <a:rect l="l" t="t" r="r" b="b"/>
              <a:pathLst>
                <a:path w="1149" h="943" extrusionOk="0">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136"/>
            <p:cNvSpPr/>
            <p:nvPr/>
          </p:nvSpPr>
          <p:spPr>
            <a:xfrm>
              <a:off x="7155259" y="3970515"/>
              <a:ext cx="207216" cy="195793"/>
            </a:xfrm>
            <a:custGeom>
              <a:avLst/>
              <a:gdLst/>
              <a:ahLst/>
              <a:cxnLst/>
              <a:rect l="l" t="t" r="r" b="b"/>
              <a:pathLst>
                <a:path w="7909" h="7473" extrusionOk="0">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136"/>
            <p:cNvSpPr/>
            <p:nvPr/>
          </p:nvSpPr>
          <p:spPr>
            <a:xfrm>
              <a:off x="7239151" y="3970515"/>
              <a:ext cx="6550" cy="4297"/>
            </a:xfrm>
            <a:custGeom>
              <a:avLst/>
              <a:gdLst/>
              <a:ahLst/>
              <a:cxnLst/>
              <a:rect l="l" t="t" r="r" b="b"/>
              <a:pathLst>
                <a:path w="250" h="164" extrusionOk="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136"/>
            <p:cNvSpPr/>
            <p:nvPr/>
          </p:nvSpPr>
          <p:spPr>
            <a:xfrm>
              <a:off x="7245675" y="3970515"/>
              <a:ext cx="117062" cy="195766"/>
            </a:xfrm>
            <a:custGeom>
              <a:avLst/>
              <a:gdLst/>
              <a:ahLst/>
              <a:cxnLst/>
              <a:rect l="l" t="t" r="r" b="b"/>
              <a:pathLst>
                <a:path w="4468" h="7472" extrusionOk="0">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136"/>
            <p:cNvSpPr/>
            <p:nvPr/>
          </p:nvSpPr>
          <p:spPr>
            <a:xfrm>
              <a:off x="7221571" y="3970515"/>
              <a:ext cx="73098" cy="84285"/>
            </a:xfrm>
            <a:custGeom>
              <a:avLst/>
              <a:gdLst/>
              <a:ahLst/>
              <a:cxnLst/>
              <a:rect l="l" t="t" r="r" b="b"/>
              <a:pathLst>
                <a:path w="2790" h="3217" extrusionOk="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136"/>
            <p:cNvSpPr/>
            <p:nvPr/>
          </p:nvSpPr>
          <p:spPr>
            <a:xfrm>
              <a:off x="7239151" y="3970515"/>
              <a:ext cx="39693" cy="19362"/>
            </a:xfrm>
            <a:custGeom>
              <a:avLst/>
              <a:gdLst/>
              <a:ahLst/>
              <a:cxnLst/>
              <a:rect l="l" t="t" r="r" b="b"/>
              <a:pathLst>
                <a:path w="1515" h="739" extrusionOk="0">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136"/>
            <p:cNvSpPr/>
            <p:nvPr/>
          </p:nvSpPr>
          <p:spPr>
            <a:xfrm>
              <a:off x="7210017" y="3869069"/>
              <a:ext cx="97962" cy="110774"/>
            </a:xfrm>
            <a:custGeom>
              <a:avLst/>
              <a:gdLst/>
              <a:ahLst/>
              <a:cxnLst/>
              <a:rect l="l" t="t" r="r" b="b"/>
              <a:pathLst>
                <a:path w="3739" h="4228" extrusionOk="0">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136"/>
            <p:cNvSpPr/>
            <p:nvPr/>
          </p:nvSpPr>
          <p:spPr>
            <a:xfrm>
              <a:off x="7261735" y="3869069"/>
              <a:ext cx="46243" cy="112031"/>
            </a:xfrm>
            <a:custGeom>
              <a:avLst/>
              <a:gdLst/>
              <a:ahLst/>
              <a:cxnLst/>
              <a:rect l="l" t="t" r="r" b="b"/>
              <a:pathLst>
                <a:path w="1765" h="4276" extrusionOk="0">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2" name="Google Shape;12642;p136"/>
          <p:cNvGrpSpPr/>
          <p:nvPr/>
        </p:nvGrpSpPr>
        <p:grpSpPr>
          <a:xfrm>
            <a:off x="4915368" y="2891390"/>
            <a:ext cx="182850" cy="361927"/>
            <a:chOff x="4915368" y="2891390"/>
            <a:chExt cx="182850" cy="361927"/>
          </a:xfrm>
        </p:grpSpPr>
        <p:sp>
          <p:nvSpPr>
            <p:cNvPr id="12643" name="Google Shape;12643;p136"/>
            <p:cNvSpPr/>
            <p:nvPr/>
          </p:nvSpPr>
          <p:spPr>
            <a:xfrm>
              <a:off x="4940992" y="2925292"/>
              <a:ext cx="131367" cy="326504"/>
            </a:xfrm>
            <a:custGeom>
              <a:avLst/>
              <a:gdLst/>
              <a:ahLst/>
              <a:cxnLst/>
              <a:rect l="l" t="t" r="r" b="b"/>
              <a:pathLst>
                <a:path w="5014" h="12462" extrusionOk="0">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136"/>
            <p:cNvSpPr/>
            <p:nvPr/>
          </p:nvSpPr>
          <p:spPr>
            <a:xfrm>
              <a:off x="4991977" y="2925292"/>
              <a:ext cx="80644" cy="328024"/>
            </a:xfrm>
            <a:custGeom>
              <a:avLst/>
              <a:gdLst/>
              <a:ahLst/>
              <a:cxnLst/>
              <a:rect l="l" t="t" r="r" b="b"/>
              <a:pathLst>
                <a:path w="3078" h="12520" extrusionOk="0">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136"/>
            <p:cNvSpPr/>
            <p:nvPr/>
          </p:nvSpPr>
          <p:spPr>
            <a:xfrm>
              <a:off x="4940992" y="3044345"/>
              <a:ext cx="131367" cy="208971"/>
            </a:xfrm>
            <a:custGeom>
              <a:avLst/>
              <a:gdLst/>
              <a:ahLst/>
              <a:cxnLst/>
              <a:rect l="l" t="t" r="r" b="b"/>
              <a:pathLst>
                <a:path w="5014" h="7976" extrusionOk="0">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136"/>
            <p:cNvSpPr/>
            <p:nvPr/>
          </p:nvSpPr>
          <p:spPr>
            <a:xfrm>
              <a:off x="4991977" y="3048852"/>
              <a:ext cx="80382" cy="203443"/>
            </a:xfrm>
            <a:custGeom>
              <a:avLst/>
              <a:gdLst/>
              <a:ahLst/>
              <a:cxnLst/>
              <a:rect l="l" t="t" r="r" b="b"/>
              <a:pathLst>
                <a:path w="3068" h="7765" extrusionOk="0">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136"/>
            <p:cNvSpPr/>
            <p:nvPr/>
          </p:nvSpPr>
          <p:spPr>
            <a:xfrm>
              <a:off x="4963838" y="3076493"/>
              <a:ext cx="19624" cy="16558"/>
            </a:xfrm>
            <a:custGeom>
              <a:avLst/>
              <a:gdLst/>
              <a:ahLst/>
              <a:cxnLst/>
              <a:rect l="l" t="t" r="r" b="b"/>
              <a:pathLst>
                <a:path w="749" h="632" extrusionOk="0">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136"/>
            <p:cNvSpPr/>
            <p:nvPr/>
          </p:nvSpPr>
          <p:spPr>
            <a:xfrm>
              <a:off x="5030386" y="3100099"/>
              <a:ext cx="16847" cy="14436"/>
            </a:xfrm>
            <a:custGeom>
              <a:avLst/>
              <a:gdLst/>
              <a:ahLst/>
              <a:cxnLst/>
              <a:rect l="l" t="t" r="r" b="b"/>
              <a:pathLst>
                <a:path w="643" h="551" extrusionOk="0">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136"/>
            <p:cNvSpPr/>
            <p:nvPr/>
          </p:nvSpPr>
          <p:spPr>
            <a:xfrm>
              <a:off x="4980921" y="3202803"/>
              <a:ext cx="16847" cy="14436"/>
            </a:xfrm>
            <a:custGeom>
              <a:avLst/>
              <a:gdLst/>
              <a:ahLst/>
              <a:cxnLst/>
              <a:rect l="l" t="t" r="r" b="b"/>
              <a:pathLst>
                <a:path w="643" h="551" extrusionOk="0">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136"/>
            <p:cNvSpPr/>
            <p:nvPr/>
          </p:nvSpPr>
          <p:spPr>
            <a:xfrm>
              <a:off x="5030386" y="3171651"/>
              <a:ext cx="16847" cy="14698"/>
            </a:xfrm>
            <a:custGeom>
              <a:avLst/>
              <a:gdLst/>
              <a:ahLst/>
              <a:cxnLst/>
              <a:rect l="l" t="t" r="r" b="b"/>
              <a:pathLst>
                <a:path w="643" h="561" extrusionOk="0">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136"/>
            <p:cNvSpPr/>
            <p:nvPr/>
          </p:nvSpPr>
          <p:spPr>
            <a:xfrm>
              <a:off x="4974135" y="3132246"/>
              <a:ext cx="20357" cy="17397"/>
            </a:xfrm>
            <a:custGeom>
              <a:avLst/>
              <a:gdLst/>
              <a:ahLst/>
              <a:cxnLst/>
              <a:rect l="l" t="t" r="r" b="b"/>
              <a:pathLst>
                <a:path w="777" h="664" extrusionOk="0">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136"/>
            <p:cNvSpPr/>
            <p:nvPr/>
          </p:nvSpPr>
          <p:spPr>
            <a:xfrm>
              <a:off x="4915368" y="2891390"/>
              <a:ext cx="182850" cy="33693"/>
            </a:xfrm>
            <a:custGeom>
              <a:avLst/>
              <a:gdLst/>
              <a:ahLst/>
              <a:cxnLst/>
              <a:rect l="l" t="t" r="r" b="b"/>
              <a:pathLst>
                <a:path w="6979" h="1286" extrusionOk="0">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136"/>
            <p:cNvSpPr/>
            <p:nvPr/>
          </p:nvSpPr>
          <p:spPr>
            <a:xfrm>
              <a:off x="5055250" y="2891390"/>
              <a:ext cx="42732" cy="33693"/>
            </a:xfrm>
            <a:custGeom>
              <a:avLst/>
              <a:gdLst/>
              <a:ahLst/>
              <a:cxnLst/>
              <a:rect l="l" t="t" r="r" b="b"/>
              <a:pathLst>
                <a:path w="1631" h="1286" extrusionOk="0">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4" name="Google Shape;12654;p136"/>
          <p:cNvGrpSpPr/>
          <p:nvPr/>
        </p:nvGrpSpPr>
        <p:grpSpPr>
          <a:xfrm>
            <a:off x="8028714" y="2891652"/>
            <a:ext cx="289589" cy="361403"/>
            <a:chOff x="8028714" y="2891652"/>
            <a:chExt cx="289589" cy="361403"/>
          </a:xfrm>
        </p:grpSpPr>
        <p:sp>
          <p:nvSpPr>
            <p:cNvPr id="12655" name="Google Shape;12655;p136"/>
            <p:cNvSpPr/>
            <p:nvPr/>
          </p:nvSpPr>
          <p:spPr>
            <a:xfrm>
              <a:off x="8096520" y="3139006"/>
              <a:ext cx="167025" cy="83421"/>
            </a:xfrm>
            <a:custGeom>
              <a:avLst/>
              <a:gdLst/>
              <a:ahLst/>
              <a:cxnLst/>
              <a:rect l="l" t="t" r="r" b="b"/>
              <a:pathLst>
                <a:path w="6375" h="3184" extrusionOk="0">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136"/>
            <p:cNvSpPr/>
            <p:nvPr/>
          </p:nvSpPr>
          <p:spPr>
            <a:xfrm>
              <a:off x="8168360" y="3139006"/>
              <a:ext cx="95185" cy="83421"/>
            </a:xfrm>
            <a:custGeom>
              <a:avLst/>
              <a:gdLst/>
              <a:ahLst/>
              <a:cxnLst/>
              <a:rect l="l" t="t" r="r" b="b"/>
              <a:pathLst>
                <a:path w="3633" h="3184" extrusionOk="0">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136"/>
            <p:cNvSpPr/>
            <p:nvPr/>
          </p:nvSpPr>
          <p:spPr>
            <a:xfrm>
              <a:off x="8028714" y="3109871"/>
              <a:ext cx="104748" cy="24392"/>
            </a:xfrm>
            <a:custGeom>
              <a:avLst/>
              <a:gdLst/>
              <a:ahLst/>
              <a:cxnLst/>
              <a:rect l="l" t="t" r="r" b="b"/>
              <a:pathLst>
                <a:path w="3998" h="931" extrusionOk="0">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136"/>
            <p:cNvSpPr/>
            <p:nvPr/>
          </p:nvSpPr>
          <p:spPr>
            <a:xfrm>
              <a:off x="8101812" y="3109871"/>
              <a:ext cx="31650" cy="24392"/>
            </a:xfrm>
            <a:custGeom>
              <a:avLst/>
              <a:gdLst/>
              <a:ahLst/>
              <a:cxnLst/>
              <a:rect l="l" t="t" r="r" b="b"/>
              <a:pathLst>
                <a:path w="1208" h="931" extrusionOk="0">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136"/>
            <p:cNvSpPr/>
            <p:nvPr/>
          </p:nvSpPr>
          <p:spPr>
            <a:xfrm>
              <a:off x="8053342" y="3134237"/>
              <a:ext cx="67570" cy="53527"/>
            </a:xfrm>
            <a:custGeom>
              <a:avLst/>
              <a:gdLst/>
              <a:ahLst/>
              <a:cxnLst/>
              <a:rect l="l" t="t" r="r" b="b"/>
              <a:pathLst>
                <a:path w="2579" h="2043" extrusionOk="0">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136"/>
            <p:cNvSpPr/>
            <p:nvPr/>
          </p:nvSpPr>
          <p:spPr>
            <a:xfrm>
              <a:off x="8159321" y="3165127"/>
              <a:ext cx="36182" cy="31099"/>
            </a:xfrm>
            <a:custGeom>
              <a:avLst/>
              <a:gdLst/>
              <a:ahLst/>
              <a:cxnLst/>
              <a:rect l="l" t="t" r="r" b="b"/>
              <a:pathLst>
                <a:path w="1381" h="1187" extrusionOk="0">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136"/>
            <p:cNvSpPr/>
            <p:nvPr/>
          </p:nvSpPr>
          <p:spPr>
            <a:xfrm>
              <a:off x="8232655" y="2960453"/>
              <a:ext cx="74356" cy="219530"/>
            </a:xfrm>
            <a:custGeom>
              <a:avLst/>
              <a:gdLst/>
              <a:ahLst/>
              <a:cxnLst/>
              <a:rect l="l" t="t" r="r" b="b"/>
              <a:pathLst>
                <a:path w="2838" h="8379" extrusionOk="0">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136"/>
            <p:cNvSpPr/>
            <p:nvPr/>
          </p:nvSpPr>
          <p:spPr>
            <a:xfrm>
              <a:off x="8243685" y="2960453"/>
              <a:ext cx="63063" cy="219766"/>
            </a:xfrm>
            <a:custGeom>
              <a:avLst/>
              <a:gdLst/>
              <a:ahLst/>
              <a:cxnLst/>
              <a:rect l="l" t="t" r="r" b="b"/>
              <a:pathLst>
                <a:path w="2407" h="8388" extrusionOk="0">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136"/>
            <p:cNvSpPr/>
            <p:nvPr/>
          </p:nvSpPr>
          <p:spPr>
            <a:xfrm>
              <a:off x="8041788" y="3222400"/>
              <a:ext cx="276515" cy="30654"/>
            </a:xfrm>
            <a:custGeom>
              <a:avLst/>
              <a:gdLst/>
              <a:ahLst/>
              <a:cxnLst/>
              <a:rect l="l" t="t" r="r" b="b"/>
              <a:pathLst>
                <a:path w="10554" h="1170" extrusionOk="0">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136"/>
            <p:cNvSpPr/>
            <p:nvPr/>
          </p:nvSpPr>
          <p:spPr>
            <a:xfrm>
              <a:off x="8286627" y="3222400"/>
              <a:ext cx="31676" cy="30654"/>
            </a:xfrm>
            <a:custGeom>
              <a:avLst/>
              <a:gdLst/>
              <a:ahLst/>
              <a:cxnLst/>
              <a:rect l="l" t="t" r="r" b="b"/>
              <a:pathLst>
                <a:path w="1209" h="1170" extrusionOk="0">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136"/>
            <p:cNvSpPr/>
            <p:nvPr/>
          </p:nvSpPr>
          <p:spPr>
            <a:xfrm>
              <a:off x="8235668" y="2891652"/>
              <a:ext cx="58531" cy="57037"/>
            </a:xfrm>
            <a:custGeom>
              <a:avLst/>
              <a:gdLst/>
              <a:ahLst/>
              <a:cxnLst/>
              <a:rect l="l" t="t" r="r" b="b"/>
              <a:pathLst>
                <a:path w="2234" h="2177" extrusionOk="0">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136"/>
            <p:cNvSpPr/>
            <p:nvPr/>
          </p:nvSpPr>
          <p:spPr>
            <a:xfrm>
              <a:off x="8240698" y="2912507"/>
              <a:ext cx="53500" cy="36182"/>
            </a:xfrm>
            <a:custGeom>
              <a:avLst/>
              <a:gdLst/>
              <a:ahLst/>
              <a:cxnLst/>
              <a:rect l="l" t="t" r="r" b="b"/>
              <a:pathLst>
                <a:path w="2042" h="1381" extrusionOk="0">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136"/>
            <p:cNvSpPr/>
            <p:nvPr/>
          </p:nvSpPr>
          <p:spPr>
            <a:xfrm>
              <a:off x="8094005" y="3011490"/>
              <a:ext cx="80408" cy="79281"/>
            </a:xfrm>
            <a:custGeom>
              <a:avLst/>
              <a:gdLst/>
              <a:ahLst/>
              <a:cxnLst/>
              <a:rect l="l" t="t" r="r" b="b"/>
              <a:pathLst>
                <a:path w="3069" h="3026" extrusionOk="0">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136"/>
            <p:cNvSpPr/>
            <p:nvPr/>
          </p:nvSpPr>
          <p:spPr>
            <a:xfrm>
              <a:off x="8140221" y="3057157"/>
              <a:ext cx="34427" cy="33536"/>
            </a:xfrm>
            <a:custGeom>
              <a:avLst/>
              <a:gdLst/>
              <a:ahLst/>
              <a:cxnLst/>
              <a:rect l="l" t="t" r="r" b="b"/>
              <a:pathLst>
                <a:path w="1314" h="1280" extrusionOk="0">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136"/>
            <p:cNvSpPr/>
            <p:nvPr/>
          </p:nvSpPr>
          <p:spPr>
            <a:xfrm>
              <a:off x="8086485" y="3036564"/>
              <a:ext cx="32907" cy="31912"/>
            </a:xfrm>
            <a:custGeom>
              <a:avLst/>
              <a:gdLst/>
              <a:ahLst/>
              <a:cxnLst/>
              <a:rect l="l" t="t" r="r" b="b"/>
              <a:pathLst>
                <a:path w="1256" h="1218" extrusionOk="0">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136"/>
            <p:cNvSpPr/>
            <p:nvPr/>
          </p:nvSpPr>
          <p:spPr>
            <a:xfrm>
              <a:off x="8115855" y="3065934"/>
              <a:ext cx="32933" cy="31912"/>
            </a:xfrm>
            <a:custGeom>
              <a:avLst/>
              <a:gdLst/>
              <a:ahLst/>
              <a:cxnLst/>
              <a:rect l="l" t="t" r="r" b="b"/>
              <a:pathLst>
                <a:path w="1257" h="1218" extrusionOk="0">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136"/>
            <p:cNvSpPr/>
            <p:nvPr/>
          </p:nvSpPr>
          <p:spPr>
            <a:xfrm>
              <a:off x="8212062" y="2913738"/>
              <a:ext cx="61544" cy="61570"/>
            </a:xfrm>
            <a:custGeom>
              <a:avLst/>
              <a:gdLst/>
              <a:ahLst/>
              <a:cxnLst/>
              <a:rect l="l" t="t" r="r" b="b"/>
              <a:pathLst>
                <a:path w="2349" h="2350" extrusionOk="0">
                  <a:moveTo>
                    <a:pt x="1150" y="1"/>
                  </a:moveTo>
                  <a:lnTo>
                    <a:pt x="0" y="1151"/>
                  </a:lnTo>
                  <a:lnTo>
                    <a:pt x="1198" y="2349"/>
                  </a:lnTo>
                  <a:lnTo>
                    <a:pt x="2348" y="1199"/>
                  </a:lnTo>
                  <a:lnTo>
                    <a:pt x="1150" y="1"/>
                  </a:ln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136"/>
            <p:cNvSpPr/>
            <p:nvPr/>
          </p:nvSpPr>
          <p:spPr>
            <a:xfrm>
              <a:off x="8212953" y="2932078"/>
              <a:ext cx="60653" cy="43466"/>
            </a:xfrm>
            <a:custGeom>
              <a:avLst/>
              <a:gdLst/>
              <a:ahLst/>
              <a:cxnLst/>
              <a:rect l="l" t="t" r="r" b="b"/>
              <a:pathLst>
                <a:path w="2315" h="1659" extrusionOk="0">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136"/>
            <p:cNvSpPr/>
            <p:nvPr/>
          </p:nvSpPr>
          <p:spPr>
            <a:xfrm>
              <a:off x="8119890" y="2937423"/>
              <a:ext cx="128354" cy="128039"/>
            </a:xfrm>
            <a:custGeom>
              <a:avLst/>
              <a:gdLst/>
              <a:ahLst/>
              <a:cxnLst/>
              <a:rect l="l" t="t" r="r" b="b"/>
              <a:pathLst>
                <a:path w="4899" h="4887" extrusionOk="0">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136"/>
            <p:cNvSpPr/>
            <p:nvPr/>
          </p:nvSpPr>
          <p:spPr>
            <a:xfrm>
              <a:off x="8153531" y="2968732"/>
              <a:ext cx="94713" cy="96730"/>
            </a:xfrm>
            <a:custGeom>
              <a:avLst/>
              <a:gdLst/>
              <a:ahLst/>
              <a:cxnLst/>
              <a:rect l="l" t="t" r="r" b="b"/>
              <a:pathLst>
                <a:path w="3615" h="3692" extrusionOk="0">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5" name="Google Shape;12675;p136"/>
          <p:cNvGrpSpPr/>
          <p:nvPr/>
        </p:nvGrpSpPr>
        <p:grpSpPr>
          <a:xfrm>
            <a:off x="7551822" y="3804774"/>
            <a:ext cx="293335" cy="361927"/>
            <a:chOff x="7551822" y="3804774"/>
            <a:chExt cx="293335" cy="361927"/>
          </a:xfrm>
        </p:grpSpPr>
        <p:sp>
          <p:nvSpPr>
            <p:cNvPr id="12676" name="Google Shape;12676;p136"/>
            <p:cNvSpPr/>
            <p:nvPr/>
          </p:nvSpPr>
          <p:spPr>
            <a:xfrm>
              <a:off x="7647242" y="3804774"/>
              <a:ext cx="121070" cy="30916"/>
            </a:xfrm>
            <a:custGeom>
              <a:avLst/>
              <a:gdLst/>
              <a:ahLst/>
              <a:cxnLst/>
              <a:rect l="l" t="t" r="r" b="b"/>
              <a:pathLst>
                <a:path w="4621" h="1180" extrusionOk="0">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136"/>
            <p:cNvSpPr/>
            <p:nvPr/>
          </p:nvSpPr>
          <p:spPr>
            <a:xfrm>
              <a:off x="7734148" y="3804774"/>
              <a:ext cx="34165" cy="31178"/>
            </a:xfrm>
            <a:custGeom>
              <a:avLst/>
              <a:gdLst/>
              <a:ahLst/>
              <a:cxnLst/>
              <a:rect l="l" t="t" r="r" b="b"/>
              <a:pathLst>
                <a:path w="1304" h="1190" extrusionOk="0">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136"/>
            <p:cNvSpPr/>
            <p:nvPr/>
          </p:nvSpPr>
          <p:spPr>
            <a:xfrm>
              <a:off x="7551822" y="3835664"/>
              <a:ext cx="285056" cy="331037"/>
            </a:xfrm>
            <a:custGeom>
              <a:avLst/>
              <a:gdLst/>
              <a:ahLst/>
              <a:cxnLst/>
              <a:rect l="l" t="t" r="r" b="b"/>
              <a:pathLst>
                <a:path w="10880" h="12635" extrusionOk="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136"/>
            <p:cNvSpPr/>
            <p:nvPr/>
          </p:nvSpPr>
          <p:spPr>
            <a:xfrm>
              <a:off x="7669329" y="3835664"/>
              <a:ext cx="174833" cy="329020"/>
            </a:xfrm>
            <a:custGeom>
              <a:avLst/>
              <a:gdLst/>
              <a:ahLst/>
              <a:cxnLst/>
              <a:rect l="l" t="t" r="r" b="b"/>
              <a:pathLst>
                <a:path w="6673" h="12558" extrusionOk="0">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136"/>
            <p:cNvSpPr/>
            <p:nvPr/>
          </p:nvSpPr>
          <p:spPr>
            <a:xfrm>
              <a:off x="7571655" y="4014007"/>
              <a:ext cx="273502" cy="152694"/>
            </a:xfrm>
            <a:custGeom>
              <a:avLst/>
              <a:gdLst/>
              <a:ahLst/>
              <a:cxnLst/>
              <a:rect l="l" t="t" r="r" b="b"/>
              <a:pathLst>
                <a:path w="10439" h="5828" extrusionOk="0">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136"/>
            <p:cNvSpPr/>
            <p:nvPr/>
          </p:nvSpPr>
          <p:spPr>
            <a:xfrm>
              <a:off x="7785369" y="4022260"/>
              <a:ext cx="52269" cy="142423"/>
            </a:xfrm>
            <a:custGeom>
              <a:avLst/>
              <a:gdLst/>
              <a:ahLst/>
              <a:cxnLst/>
              <a:rect l="l" t="t" r="r" b="b"/>
              <a:pathLst>
                <a:path w="1995" h="5436" extrusionOk="0">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136"/>
            <p:cNvSpPr/>
            <p:nvPr/>
          </p:nvSpPr>
          <p:spPr>
            <a:xfrm>
              <a:off x="7785107" y="4061927"/>
              <a:ext cx="19362" cy="16558"/>
            </a:xfrm>
            <a:custGeom>
              <a:avLst/>
              <a:gdLst/>
              <a:ahLst/>
              <a:cxnLst/>
              <a:rect l="l" t="t" r="r" b="b"/>
              <a:pathLst>
                <a:path w="739" h="632" extrusionOk="0">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136"/>
            <p:cNvSpPr/>
            <p:nvPr/>
          </p:nvSpPr>
          <p:spPr>
            <a:xfrm>
              <a:off x="7744680" y="4122711"/>
              <a:ext cx="17109" cy="14436"/>
            </a:xfrm>
            <a:custGeom>
              <a:avLst/>
              <a:gdLst/>
              <a:ahLst/>
              <a:cxnLst/>
              <a:rect l="l" t="t" r="r" b="b"/>
              <a:pathLst>
                <a:path w="653" h="551" extrusionOk="0">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136"/>
            <p:cNvSpPr/>
            <p:nvPr/>
          </p:nvSpPr>
          <p:spPr>
            <a:xfrm>
              <a:off x="7627645" y="4051892"/>
              <a:ext cx="17109" cy="14436"/>
            </a:xfrm>
            <a:custGeom>
              <a:avLst/>
              <a:gdLst/>
              <a:ahLst/>
              <a:cxnLst/>
              <a:rect l="l" t="t" r="r" b="b"/>
              <a:pathLst>
                <a:path w="653" h="551" extrusionOk="0">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136"/>
            <p:cNvSpPr/>
            <p:nvPr/>
          </p:nvSpPr>
          <p:spPr>
            <a:xfrm>
              <a:off x="7651513" y="4122711"/>
              <a:ext cx="16847" cy="14436"/>
            </a:xfrm>
            <a:custGeom>
              <a:avLst/>
              <a:gdLst/>
              <a:ahLst/>
              <a:cxnLst/>
              <a:rect l="l" t="t" r="r" b="b"/>
              <a:pathLst>
                <a:path w="643" h="551" extrusionOk="0">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136"/>
            <p:cNvSpPr/>
            <p:nvPr/>
          </p:nvSpPr>
          <p:spPr>
            <a:xfrm>
              <a:off x="7693459" y="4066957"/>
              <a:ext cx="20095" cy="17423"/>
            </a:xfrm>
            <a:custGeom>
              <a:avLst/>
              <a:gdLst/>
              <a:ahLst/>
              <a:cxnLst/>
              <a:rect l="l" t="t" r="r" b="b"/>
              <a:pathLst>
                <a:path w="767" h="665" extrusionOk="0">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7" name="Google Shape;12687;p136"/>
          <p:cNvGrpSpPr/>
          <p:nvPr/>
        </p:nvGrpSpPr>
        <p:grpSpPr>
          <a:xfrm>
            <a:off x="6263725" y="4277658"/>
            <a:ext cx="210491" cy="362163"/>
            <a:chOff x="6263725" y="4277658"/>
            <a:chExt cx="210491" cy="362163"/>
          </a:xfrm>
        </p:grpSpPr>
        <p:sp>
          <p:nvSpPr>
            <p:cNvPr id="12688" name="Google Shape;12688;p136"/>
            <p:cNvSpPr/>
            <p:nvPr/>
          </p:nvSpPr>
          <p:spPr>
            <a:xfrm>
              <a:off x="6265480" y="4277658"/>
              <a:ext cx="88189" cy="362163"/>
            </a:xfrm>
            <a:custGeom>
              <a:avLst/>
              <a:gdLst/>
              <a:ahLst/>
              <a:cxnLst/>
              <a:rect l="l" t="t" r="r" b="b"/>
              <a:pathLst>
                <a:path w="3366" h="13823" extrusionOk="0">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136"/>
            <p:cNvSpPr/>
            <p:nvPr/>
          </p:nvSpPr>
          <p:spPr>
            <a:xfrm>
              <a:off x="6265480" y="4277658"/>
              <a:ext cx="88189" cy="155497"/>
            </a:xfrm>
            <a:custGeom>
              <a:avLst/>
              <a:gdLst/>
              <a:ahLst/>
              <a:cxnLst/>
              <a:rect l="l" t="t" r="r" b="b"/>
              <a:pathLst>
                <a:path w="3366" h="5935" extrusionOk="0">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136"/>
            <p:cNvSpPr/>
            <p:nvPr/>
          </p:nvSpPr>
          <p:spPr>
            <a:xfrm>
              <a:off x="6265480" y="4433600"/>
              <a:ext cx="88189" cy="206220"/>
            </a:xfrm>
            <a:custGeom>
              <a:avLst/>
              <a:gdLst/>
              <a:ahLst/>
              <a:cxnLst/>
              <a:rect l="l" t="t" r="r" b="b"/>
              <a:pathLst>
                <a:path w="3366" h="7871" extrusionOk="0">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136"/>
            <p:cNvSpPr/>
            <p:nvPr/>
          </p:nvSpPr>
          <p:spPr>
            <a:xfrm>
              <a:off x="6267996" y="4349498"/>
              <a:ext cx="83159" cy="10559"/>
            </a:xfrm>
            <a:custGeom>
              <a:avLst/>
              <a:gdLst/>
              <a:ahLst/>
              <a:cxnLst/>
              <a:rect l="l" t="t" r="r" b="b"/>
              <a:pathLst>
                <a:path w="3174" h="403"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136"/>
            <p:cNvSpPr/>
            <p:nvPr/>
          </p:nvSpPr>
          <p:spPr>
            <a:xfrm>
              <a:off x="6263725" y="4453460"/>
              <a:ext cx="89945" cy="10585"/>
            </a:xfrm>
            <a:custGeom>
              <a:avLst/>
              <a:gdLst/>
              <a:ahLst/>
              <a:cxnLst/>
              <a:rect l="l" t="t" r="r" b="b"/>
              <a:pathLst>
                <a:path w="3433" h="404" extrusionOk="0">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136"/>
            <p:cNvSpPr/>
            <p:nvPr/>
          </p:nvSpPr>
          <p:spPr>
            <a:xfrm>
              <a:off x="6267996" y="4381881"/>
              <a:ext cx="83159" cy="10585"/>
            </a:xfrm>
            <a:custGeom>
              <a:avLst/>
              <a:gdLst/>
              <a:ahLst/>
              <a:cxnLst/>
              <a:rect l="l" t="t" r="r" b="b"/>
              <a:pathLst>
                <a:path w="3174" h="404" extrusionOk="0">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136"/>
            <p:cNvSpPr/>
            <p:nvPr/>
          </p:nvSpPr>
          <p:spPr>
            <a:xfrm>
              <a:off x="6267996" y="4525772"/>
              <a:ext cx="83159" cy="10585"/>
            </a:xfrm>
            <a:custGeom>
              <a:avLst/>
              <a:gdLst/>
              <a:ahLst/>
              <a:cxnLst/>
              <a:rect l="l" t="t" r="r" b="b"/>
              <a:pathLst>
                <a:path w="3174" h="404" extrusionOk="0">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136"/>
            <p:cNvSpPr/>
            <p:nvPr/>
          </p:nvSpPr>
          <p:spPr>
            <a:xfrm>
              <a:off x="6267996" y="4557683"/>
              <a:ext cx="83159" cy="10585"/>
            </a:xfrm>
            <a:custGeom>
              <a:avLst/>
              <a:gdLst/>
              <a:ahLst/>
              <a:cxnLst/>
              <a:rect l="l" t="t" r="r" b="b"/>
              <a:pathLst>
                <a:path w="3174" h="404"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136"/>
            <p:cNvSpPr/>
            <p:nvPr/>
          </p:nvSpPr>
          <p:spPr>
            <a:xfrm>
              <a:off x="6384271" y="4277658"/>
              <a:ext cx="88163" cy="362163"/>
            </a:xfrm>
            <a:custGeom>
              <a:avLst/>
              <a:gdLst/>
              <a:ahLst/>
              <a:cxnLst/>
              <a:rect l="l" t="t" r="r" b="b"/>
              <a:pathLst>
                <a:path w="3365" h="13823" extrusionOk="0">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136"/>
            <p:cNvSpPr/>
            <p:nvPr/>
          </p:nvSpPr>
          <p:spPr>
            <a:xfrm>
              <a:off x="6403371" y="4277920"/>
              <a:ext cx="69063" cy="66076"/>
            </a:xfrm>
            <a:custGeom>
              <a:avLst/>
              <a:gdLst/>
              <a:ahLst/>
              <a:cxnLst/>
              <a:rect l="l" t="t" r="r" b="b"/>
              <a:pathLst>
                <a:path w="2636" h="2522" extrusionOk="0">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136"/>
            <p:cNvSpPr/>
            <p:nvPr/>
          </p:nvSpPr>
          <p:spPr>
            <a:xfrm>
              <a:off x="6384271" y="4344835"/>
              <a:ext cx="88425" cy="294986"/>
            </a:xfrm>
            <a:custGeom>
              <a:avLst/>
              <a:gdLst/>
              <a:ahLst/>
              <a:cxnLst/>
              <a:rect l="l" t="t" r="r" b="b"/>
              <a:pathLst>
                <a:path w="3375" h="11259" extrusionOk="0">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136"/>
            <p:cNvSpPr/>
            <p:nvPr/>
          </p:nvSpPr>
          <p:spPr>
            <a:xfrm>
              <a:off x="6382516" y="4364563"/>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136"/>
            <p:cNvSpPr/>
            <p:nvPr/>
          </p:nvSpPr>
          <p:spPr>
            <a:xfrm>
              <a:off x="6382516" y="4541361"/>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136"/>
            <p:cNvSpPr/>
            <p:nvPr/>
          </p:nvSpPr>
          <p:spPr>
            <a:xfrm>
              <a:off x="6386524" y="4437399"/>
              <a:ext cx="81665" cy="10585"/>
            </a:xfrm>
            <a:custGeom>
              <a:avLst/>
              <a:gdLst/>
              <a:ahLst/>
              <a:cxnLst/>
              <a:rect l="l" t="t" r="r" b="b"/>
              <a:pathLst>
                <a:path w="3117" h="404" extrusionOk="0">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136"/>
            <p:cNvSpPr/>
            <p:nvPr/>
          </p:nvSpPr>
          <p:spPr>
            <a:xfrm>
              <a:off x="6386524" y="4469782"/>
              <a:ext cx="83421" cy="10585"/>
            </a:xfrm>
            <a:custGeom>
              <a:avLst/>
              <a:gdLst/>
              <a:ahLst/>
              <a:cxnLst/>
              <a:rect l="l" t="t" r="r" b="b"/>
              <a:pathLst>
                <a:path w="3184" h="404" extrusionOk="0">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3" name="Google Shape;12703;p136"/>
          <p:cNvGrpSpPr/>
          <p:nvPr/>
        </p:nvGrpSpPr>
        <p:grpSpPr>
          <a:xfrm>
            <a:off x="7987790" y="3804695"/>
            <a:ext cx="336303" cy="362005"/>
            <a:chOff x="7987790" y="3804695"/>
            <a:chExt cx="336303" cy="362005"/>
          </a:xfrm>
        </p:grpSpPr>
        <p:sp>
          <p:nvSpPr>
            <p:cNvPr id="12704" name="Google Shape;12704;p136"/>
            <p:cNvSpPr/>
            <p:nvPr/>
          </p:nvSpPr>
          <p:spPr>
            <a:xfrm>
              <a:off x="8053080" y="3851489"/>
              <a:ext cx="218010" cy="208080"/>
            </a:xfrm>
            <a:custGeom>
              <a:avLst/>
              <a:gdLst/>
              <a:ahLst/>
              <a:cxnLst/>
              <a:rect l="l" t="t" r="r" b="b"/>
              <a:pathLst>
                <a:path w="8321" h="7942" extrusionOk="0">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136"/>
            <p:cNvSpPr/>
            <p:nvPr/>
          </p:nvSpPr>
          <p:spPr>
            <a:xfrm>
              <a:off x="8057534" y="3969939"/>
              <a:ext cx="179575" cy="21196"/>
            </a:xfrm>
            <a:custGeom>
              <a:avLst/>
              <a:gdLst/>
              <a:ahLst/>
              <a:cxnLst/>
              <a:rect l="l" t="t" r="r" b="b"/>
              <a:pathLst>
                <a:path w="6854" h="809" extrusionOk="0">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136"/>
            <p:cNvSpPr/>
            <p:nvPr/>
          </p:nvSpPr>
          <p:spPr>
            <a:xfrm>
              <a:off x="8050329" y="3909312"/>
              <a:ext cx="187330" cy="27589"/>
            </a:xfrm>
            <a:custGeom>
              <a:avLst/>
              <a:gdLst/>
              <a:ahLst/>
              <a:cxnLst/>
              <a:rect l="l" t="t" r="r" b="b"/>
              <a:pathLst>
                <a:path w="7150" h="1053" extrusionOk="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136"/>
            <p:cNvSpPr/>
            <p:nvPr/>
          </p:nvSpPr>
          <p:spPr>
            <a:xfrm>
              <a:off x="8083367" y="3946568"/>
              <a:ext cx="178946" cy="18209"/>
            </a:xfrm>
            <a:custGeom>
              <a:avLst/>
              <a:gdLst/>
              <a:ahLst/>
              <a:cxnLst/>
              <a:rect l="l" t="t" r="r" b="b"/>
              <a:pathLst>
                <a:path w="6830" h="695" extrusionOk="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136"/>
            <p:cNvSpPr/>
            <p:nvPr/>
          </p:nvSpPr>
          <p:spPr>
            <a:xfrm>
              <a:off x="8082188" y="3881173"/>
              <a:ext cx="178867" cy="18052"/>
            </a:xfrm>
            <a:custGeom>
              <a:avLst/>
              <a:gdLst/>
              <a:ahLst/>
              <a:cxnLst/>
              <a:rect l="l" t="t" r="r" b="b"/>
              <a:pathLst>
                <a:path w="6827" h="689" extrusionOk="0">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136"/>
            <p:cNvSpPr/>
            <p:nvPr/>
          </p:nvSpPr>
          <p:spPr>
            <a:xfrm>
              <a:off x="8083970" y="3999492"/>
              <a:ext cx="183610" cy="28322"/>
            </a:xfrm>
            <a:custGeom>
              <a:avLst/>
              <a:gdLst/>
              <a:ahLst/>
              <a:cxnLst/>
              <a:rect l="l" t="t" r="r" b="b"/>
              <a:pathLst>
                <a:path w="7008" h="1081" extrusionOk="0">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136"/>
            <p:cNvSpPr/>
            <p:nvPr/>
          </p:nvSpPr>
          <p:spPr>
            <a:xfrm>
              <a:off x="8059106" y="3851489"/>
              <a:ext cx="129611" cy="29554"/>
            </a:xfrm>
            <a:custGeom>
              <a:avLst/>
              <a:gdLst/>
              <a:ahLst/>
              <a:cxnLst/>
              <a:rect l="l" t="t" r="r" b="b"/>
              <a:pathLst>
                <a:path w="4947" h="1128" extrusionOk="0">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136"/>
            <p:cNvSpPr/>
            <p:nvPr/>
          </p:nvSpPr>
          <p:spPr>
            <a:xfrm>
              <a:off x="7987790" y="3804695"/>
              <a:ext cx="336041" cy="362005"/>
            </a:xfrm>
            <a:custGeom>
              <a:avLst/>
              <a:gdLst/>
              <a:ahLst/>
              <a:cxnLst/>
              <a:rect l="l" t="t" r="r" b="b"/>
              <a:pathLst>
                <a:path w="12826" h="13817" extrusionOk="0">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136"/>
            <p:cNvSpPr/>
            <p:nvPr/>
          </p:nvSpPr>
          <p:spPr>
            <a:xfrm>
              <a:off x="8018680" y="3869331"/>
              <a:ext cx="51011" cy="251153"/>
            </a:xfrm>
            <a:custGeom>
              <a:avLst/>
              <a:gdLst/>
              <a:ahLst/>
              <a:cxnLst/>
              <a:rect l="l" t="t" r="r" b="b"/>
              <a:pathLst>
                <a:path w="1947" h="9586" extrusionOk="0">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136"/>
            <p:cNvSpPr/>
            <p:nvPr/>
          </p:nvSpPr>
          <p:spPr>
            <a:xfrm>
              <a:off x="8006366" y="3804695"/>
              <a:ext cx="317727" cy="300724"/>
            </a:xfrm>
            <a:custGeom>
              <a:avLst/>
              <a:gdLst/>
              <a:ahLst/>
              <a:cxnLst/>
              <a:rect l="l" t="t" r="r" b="b"/>
              <a:pathLst>
                <a:path w="12127" h="11478" extrusionOk="0">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4" name="Google Shape;12714;p136"/>
          <p:cNvGrpSpPr/>
          <p:nvPr/>
        </p:nvGrpSpPr>
        <p:grpSpPr>
          <a:xfrm>
            <a:off x="5273444" y="2891285"/>
            <a:ext cx="371123" cy="362267"/>
            <a:chOff x="5273444" y="2891285"/>
            <a:chExt cx="371123" cy="362267"/>
          </a:xfrm>
        </p:grpSpPr>
        <p:sp>
          <p:nvSpPr>
            <p:cNvPr id="12715" name="Google Shape;12715;p136"/>
            <p:cNvSpPr/>
            <p:nvPr/>
          </p:nvSpPr>
          <p:spPr>
            <a:xfrm>
              <a:off x="5301373" y="2914996"/>
              <a:ext cx="315186" cy="314452"/>
            </a:xfrm>
            <a:custGeom>
              <a:avLst/>
              <a:gdLst/>
              <a:ahLst/>
              <a:cxnLst/>
              <a:rect l="l" t="t" r="r" b="b"/>
              <a:pathLst>
                <a:path w="12030" h="12002" extrusionOk="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136"/>
            <p:cNvSpPr/>
            <p:nvPr/>
          </p:nvSpPr>
          <p:spPr>
            <a:xfrm>
              <a:off x="5427945" y="2958200"/>
              <a:ext cx="188614" cy="271249"/>
            </a:xfrm>
            <a:custGeom>
              <a:avLst/>
              <a:gdLst/>
              <a:ahLst/>
              <a:cxnLst/>
              <a:rect l="l" t="t" r="r" b="b"/>
              <a:pathLst>
                <a:path w="7199" h="10353" extrusionOk="0">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136"/>
            <p:cNvSpPr/>
            <p:nvPr/>
          </p:nvSpPr>
          <p:spPr>
            <a:xfrm>
              <a:off x="5430539" y="3027210"/>
              <a:ext cx="131786" cy="142318"/>
            </a:xfrm>
            <a:custGeom>
              <a:avLst/>
              <a:gdLst/>
              <a:ahLst/>
              <a:cxnLst/>
              <a:rect l="l" t="t" r="r" b="b"/>
              <a:pathLst>
                <a:path w="5030" h="5432" extrusionOk="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136"/>
            <p:cNvSpPr/>
            <p:nvPr/>
          </p:nvSpPr>
          <p:spPr>
            <a:xfrm>
              <a:off x="5441752" y="3027761"/>
              <a:ext cx="120572" cy="141585"/>
            </a:xfrm>
            <a:custGeom>
              <a:avLst/>
              <a:gdLst/>
              <a:ahLst/>
              <a:cxnLst/>
              <a:rect l="l" t="t" r="r" b="b"/>
              <a:pathLst>
                <a:path w="4602" h="5404" extrusionOk="0">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136"/>
            <p:cNvSpPr/>
            <p:nvPr/>
          </p:nvSpPr>
          <p:spPr>
            <a:xfrm>
              <a:off x="5382986" y="2999779"/>
              <a:ext cx="69640" cy="69587"/>
            </a:xfrm>
            <a:custGeom>
              <a:avLst/>
              <a:gdLst/>
              <a:ahLst/>
              <a:cxnLst/>
              <a:rect l="l" t="t" r="r" b="b"/>
              <a:pathLst>
                <a:path w="2658" h="2656" extrusionOk="0">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136"/>
            <p:cNvSpPr/>
            <p:nvPr/>
          </p:nvSpPr>
          <p:spPr>
            <a:xfrm>
              <a:off x="5390767" y="3000644"/>
              <a:ext cx="61858" cy="68932"/>
            </a:xfrm>
            <a:custGeom>
              <a:avLst/>
              <a:gdLst/>
              <a:ahLst/>
              <a:cxnLst/>
              <a:rect l="l" t="t" r="r" b="b"/>
              <a:pathLst>
                <a:path w="2361" h="2631" extrusionOk="0">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136"/>
            <p:cNvSpPr/>
            <p:nvPr/>
          </p:nvSpPr>
          <p:spPr>
            <a:xfrm>
              <a:off x="5510554" y="2894429"/>
              <a:ext cx="37571" cy="42706"/>
            </a:xfrm>
            <a:custGeom>
              <a:avLst/>
              <a:gdLst/>
              <a:ahLst/>
              <a:cxnLst/>
              <a:rect l="l" t="t" r="r" b="b"/>
              <a:pathLst>
                <a:path w="1434" h="1630" extrusionOk="0">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136"/>
            <p:cNvSpPr/>
            <p:nvPr/>
          </p:nvSpPr>
          <p:spPr>
            <a:xfrm>
              <a:off x="5597721" y="2995928"/>
              <a:ext cx="46846" cy="32619"/>
            </a:xfrm>
            <a:custGeom>
              <a:avLst/>
              <a:gdLst/>
              <a:ahLst/>
              <a:cxnLst/>
              <a:rect l="l" t="t" r="r" b="b"/>
              <a:pathLst>
                <a:path w="1788" h="1245" extrusionOk="0">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136"/>
            <p:cNvSpPr/>
            <p:nvPr/>
          </p:nvSpPr>
          <p:spPr>
            <a:xfrm>
              <a:off x="5594184" y="3123941"/>
              <a:ext cx="47448" cy="33824"/>
            </a:xfrm>
            <a:custGeom>
              <a:avLst/>
              <a:gdLst/>
              <a:ahLst/>
              <a:cxnLst/>
              <a:rect l="l" t="t" r="r" b="b"/>
              <a:pathLst>
                <a:path w="1811" h="1291" extrusionOk="0">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136"/>
            <p:cNvSpPr/>
            <p:nvPr/>
          </p:nvSpPr>
          <p:spPr>
            <a:xfrm>
              <a:off x="5503034" y="3211082"/>
              <a:ext cx="35894" cy="42470"/>
            </a:xfrm>
            <a:custGeom>
              <a:avLst/>
              <a:gdLst/>
              <a:ahLst/>
              <a:cxnLst/>
              <a:rect l="l" t="t" r="r" b="b"/>
              <a:pathLst>
                <a:path w="1370" h="1621" extrusionOk="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136"/>
            <p:cNvSpPr/>
            <p:nvPr/>
          </p:nvSpPr>
          <p:spPr>
            <a:xfrm>
              <a:off x="5369912" y="3207571"/>
              <a:ext cx="37466" cy="42706"/>
            </a:xfrm>
            <a:custGeom>
              <a:avLst/>
              <a:gdLst/>
              <a:ahLst/>
              <a:cxnLst/>
              <a:rect l="l" t="t" r="r" b="b"/>
              <a:pathLst>
                <a:path w="1430" h="1630" extrusionOk="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136"/>
            <p:cNvSpPr/>
            <p:nvPr/>
          </p:nvSpPr>
          <p:spPr>
            <a:xfrm>
              <a:off x="5273444" y="3116159"/>
              <a:ext cx="47029" cy="32698"/>
            </a:xfrm>
            <a:custGeom>
              <a:avLst/>
              <a:gdLst/>
              <a:ahLst/>
              <a:cxnLst/>
              <a:rect l="l" t="t" r="r" b="b"/>
              <a:pathLst>
                <a:path w="1795" h="1248" extrusionOk="0">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136"/>
            <p:cNvSpPr/>
            <p:nvPr/>
          </p:nvSpPr>
          <p:spPr>
            <a:xfrm>
              <a:off x="5277452" y="2987517"/>
              <a:ext cx="46295" cy="33248"/>
            </a:xfrm>
            <a:custGeom>
              <a:avLst/>
              <a:gdLst/>
              <a:ahLst/>
              <a:cxnLst/>
              <a:rect l="l" t="t" r="r" b="b"/>
              <a:pathLst>
                <a:path w="1767" h="1269" extrusionOk="0">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136"/>
            <p:cNvSpPr/>
            <p:nvPr/>
          </p:nvSpPr>
          <p:spPr>
            <a:xfrm>
              <a:off x="5379265" y="2891285"/>
              <a:ext cx="35632" cy="42575"/>
            </a:xfrm>
            <a:custGeom>
              <a:avLst/>
              <a:gdLst/>
              <a:ahLst/>
              <a:cxnLst/>
              <a:rect l="l" t="t" r="r" b="b"/>
              <a:pathLst>
                <a:path w="1360" h="1625" extrusionOk="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9" name="Google Shape;12729;p136"/>
          <p:cNvGrpSpPr/>
          <p:nvPr/>
        </p:nvGrpSpPr>
        <p:grpSpPr>
          <a:xfrm>
            <a:off x="7630397" y="3358399"/>
            <a:ext cx="214759" cy="357030"/>
            <a:chOff x="2235125" y="238075"/>
            <a:chExt cx="3144350" cy="5227375"/>
          </a:xfrm>
        </p:grpSpPr>
        <p:sp>
          <p:nvSpPr>
            <p:cNvPr id="12730" name="Google Shape;12730;p136"/>
            <p:cNvSpPr/>
            <p:nvPr/>
          </p:nvSpPr>
          <p:spPr>
            <a:xfrm>
              <a:off x="2650075" y="593150"/>
              <a:ext cx="2312675" cy="2882350"/>
            </a:xfrm>
            <a:custGeom>
              <a:avLst/>
              <a:gdLst/>
              <a:ahLst/>
              <a:cxnLst/>
              <a:rect l="l" t="t" r="r" b="b"/>
              <a:pathLst>
                <a:path w="92507" h="115294" extrusionOk="0">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136"/>
            <p:cNvSpPr/>
            <p:nvPr/>
          </p:nvSpPr>
          <p:spPr>
            <a:xfrm>
              <a:off x="3257850" y="3360975"/>
              <a:ext cx="269025" cy="1808275"/>
            </a:xfrm>
            <a:custGeom>
              <a:avLst/>
              <a:gdLst/>
              <a:ahLst/>
              <a:cxnLst/>
              <a:rect l="l" t="t" r="r" b="b"/>
              <a:pathLst>
                <a:path w="10761" h="72331" extrusionOk="0">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136"/>
            <p:cNvSpPr/>
            <p:nvPr/>
          </p:nvSpPr>
          <p:spPr>
            <a:xfrm>
              <a:off x="3093300" y="5170300"/>
              <a:ext cx="596675" cy="295150"/>
            </a:xfrm>
            <a:custGeom>
              <a:avLst/>
              <a:gdLst/>
              <a:ahLst/>
              <a:cxnLst/>
              <a:rect l="l" t="t" r="r" b="b"/>
              <a:pathLst>
                <a:path w="23867" h="11806" extrusionOk="0">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136"/>
            <p:cNvSpPr/>
            <p:nvPr/>
          </p:nvSpPr>
          <p:spPr>
            <a:xfrm>
              <a:off x="3921750" y="5170300"/>
              <a:ext cx="596700" cy="295150"/>
            </a:xfrm>
            <a:custGeom>
              <a:avLst/>
              <a:gdLst/>
              <a:ahLst/>
              <a:cxnLst/>
              <a:rect l="l" t="t" r="r" b="b"/>
              <a:pathLst>
                <a:path w="23868" h="11806" extrusionOk="0">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136"/>
            <p:cNvSpPr/>
            <p:nvPr/>
          </p:nvSpPr>
          <p:spPr>
            <a:xfrm>
              <a:off x="2235125" y="238575"/>
              <a:ext cx="2312300" cy="451450"/>
            </a:xfrm>
            <a:custGeom>
              <a:avLst/>
              <a:gdLst/>
              <a:ahLst/>
              <a:cxnLst/>
              <a:rect l="l" t="t" r="r" b="b"/>
              <a:pathLst>
                <a:path w="92492" h="18058" extrusionOk="0">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136"/>
            <p:cNvSpPr/>
            <p:nvPr/>
          </p:nvSpPr>
          <p:spPr>
            <a:xfrm>
              <a:off x="2251950" y="243125"/>
              <a:ext cx="2337325" cy="448250"/>
            </a:xfrm>
            <a:custGeom>
              <a:avLst/>
              <a:gdLst/>
              <a:ahLst/>
              <a:cxnLst/>
              <a:rect l="l" t="t" r="r" b="b"/>
              <a:pathLst>
                <a:path w="93493" h="17930" extrusionOk="0">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136"/>
            <p:cNvSpPr/>
            <p:nvPr/>
          </p:nvSpPr>
          <p:spPr>
            <a:xfrm>
              <a:off x="3807650" y="238075"/>
              <a:ext cx="1571825" cy="453150"/>
            </a:xfrm>
            <a:custGeom>
              <a:avLst/>
              <a:gdLst/>
              <a:ahLst/>
              <a:cxnLst/>
              <a:rect l="l" t="t" r="r" b="b"/>
              <a:pathLst>
                <a:path w="62873" h="18126" extrusionOk="0">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136"/>
            <p:cNvSpPr/>
            <p:nvPr/>
          </p:nvSpPr>
          <p:spPr>
            <a:xfrm>
              <a:off x="3805500" y="298575"/>
              <a:ext cx="1011300" cy="385275"/>
            </a:xfrm>
            <a:custGeom>
              <a:avLst/>
              <a:gdLst/>
              <a:ahLst/>
              <a:cxnLst/>
              <a:rect l="l" t="t" r="r" b="b"/>
              <a:pathLst>
                <a:path w="40452" h="15411" extrusionOk="0">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136"/>
            <p:cNvSpPr/>
            <p:nvPr/>
          </p:nvSpPr>
          <p:spPr>
            <a:xfrm>
              <a:off x="4086300" y="3360975"/>
              <a:ext cx="269025" cy="1808275"/>
            </a:xfrm>
            <a:custGeom>
              <a:avLst/>
              <a:gdLst/>
              <a:ahLst/>
              <a:cxnLst/>
              <a:rect l="l" t="t" r="r" b="b"/>
              <a:pathLst>
                <a:path w="10761" h="72331" extrusionOk="0">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9" name="Google Shape;12739;p136"/>
          <p:cNvGrpSpPr/>
          <p:nvPr/>
        </p:nvGrpSpPr>
        <p:grpSpPr>
          <a:xfrm>
            <a:off x="2810729" y="4267107"/>
            <a:ext cx="342496" cy="351944"/>
            <a:chOff x="2810729" y="4267107"/>
            <a:chExt cx="342496" cy="351944"/>
          </a:xfrm>
        </p:grpSpPr>
        <p:sp>
          <p:nvSpPr>
            <p:cNvPr id="12740" name="Google Shape;12740;p136"/>
            <p:cNvSpPr/>
            <p:nvPr/>
          </p:nvSpPr>
          <p:spPr>
            <a:xfrm>
              <a:off x="2890682" y="4267422"/>
              <a:ext cx="35575" cy="23627"/>
            </a:xfrm>
            <a:custGeom>
              <a:avLst/>
              <a:gdLst/>
              <a:ahLst/>
              <a:cxnLst/>
              <a:rect l="l" t="t" r="r" b="b"/>
              <a:pathLst>
                <a:path w="2376" h="1578" extrusionOk="0">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136"/>
            <p:cNvSpPr/>
            <p:nvPr/>
          </p:nvSpPr>
          <p:spPr>
            <a:xfrm>
              <a:off x="2890996" y="4390181"/>
              <a:ext cx="34946" cy="36533"/>
            </a:xfrm>
            <a:custGeom>
              <a:avLst/>
              <a:gdLst/>
              <a:ahLst/>
              <a:cxnLst/>
              <a:rect l="l" t="t" r="r" b="b"/>
              <a:pathLst>
                <a:path w="2334" h="2440" extrusionOk="0">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136"/>
            <p:cNvSpPr/>
            <p:nvPr/>
          </p:nvSpPr>
          <p:spPr>
            <a:xfrm>
              <a:off x="2886579" y="4287245"/>
              <a:ext cx="43780" cy="105466"/>
            </a:xfrm>
            <a:custGeom>
              <a:avLst/>
              <a:gdLst/>
              <a:ahLst/>
              <a:cxnLst/>
              <a:rect l="l" t="t" r="r" b="b"/>
              <a:pathLst>
                <a:path w="2924" h="7044" extrusionOk="0">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136"/>
            <p:cNvSpPr/>
            <p:nvPr/>
          </p:nvSpPr>
          <p:spPr>
            <a:xfrm>
              <a:off x="2909248" y="4287245"/>
              <a:ext cx="20797" cy="105466"/>
            </a:xfrm>
            <a:custGeom>
              <a:avLst/>
              <a:gdLst/>
              <a:ahLst/>
              <a:cxnLst/>
              <a:rect l="l" t="t" r="r" b="b"/>
              <a:pathLst>
                <a:path w="1389" h="7044" extrusionOk="0">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136"/>
            <p:cNvSpPr/>
            <p:nvPr/>
          </p:nvSpPr>
          <p:spPr>
            <a:xfrm>
              <a:off x="2819532" y="4267496"/>
              <a:ext cx="38419" cy="39917"/>
            </a:xfrm>
            <a:custGeom>
              <a:avLst/>
              <a:gdLst/>
              <a:ahLst/>
              <a:cxnLst/>
              <a:rect l="l" t="t" r="r" b="b"/>
              <a:pathLst>
                <a:path w="2566" h="2666" extrusionOk="0">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136"/>
            <p:cNvSpPr/>
            <p:nvPr/>
          </p:nvSpPr>
          <p:spPr>
            <a:xfrm>
              <a:off x="2815130" y="4306140"/>
              <a:ext cx="46924" cy="230442"/>
            </a:xfrm>
            <a:custGeom>
              <a:avLst/>
              <a:gdLst/>
              <a:ahLst/>
              <a:cxnLst/>
              <a:rect l="l" t="t" r="r" b="b"/>
              <a:pathLst>
                <a:path w="3134" h="15391" extrusionOk="0">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136"/>
            <p:cNvSpPr/>
            <p:nvPr/>
          </p:nvSpPr>
          <p:spPr>
            <a:xfrm>
              <a:off x="2838742" y="4306140"/>
              <a:ext cx="23312" cy="230442"/>
            </a:xfrm>
            <a:custGeom>
              <a:avLst/>
              <a:gdLst/>
              <a:ahLst/>
              <a:cxnLst/>
              <a:rect l="l" t="t" r="r" b="b"/>
              <a:pathLst>
                <a:path w="1557" h="15391" extrusionOk="0">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136"/>
            <p:cNvSpPr/>
            <p:nvPr/>
          </p:nvSpPr>
          <p:spPr>
            <a:xfrm>
              <a:off x="2815130" y="4505080"/>
              <a:ext cx="46924" cy="31502"/>
            </a:xfrm>
            <a:custGeom>
              <a:avLst/>
              <a:gdLst/>
              <a:ahLst/>
              <a:cxnLst/>
              <a:rect l="l" t="t" r="r" b="b"/>
              <a:pathLst>
                <a:path w="3134" h="2104" extrusionOk="0">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136"/>
            <p:cNvSpPr/>
            <p:nvPr/>
          </p:nvSpPr>
          <p:spPr>
            <a:xfrm>
              <a:off x="2888795" y="4455970"/>
              <a:ext cx="39677" cy="54799"/>
            </a:xfrm>
            <a:custGeom>
              <a:avLst/>
              <a:gdLst/>
              <a:ahLst/>
              <a:cxnLst/>
              <a:rect l="l" t="t" r="r" b="b"/>
              <a:pathLst>
                <a:path w="2650" h="3660" extrusionOk="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136"/>
            <p:cNvSpPr/>
            <p:nvPr/>
          </p:nvSpPr>
          <p:spPr>
            <a:xfrm>
              <a:off x="2883435" y="4475180"/>
              <a:ext cx="50068" cy="61402"/>
            </a:xfrm>
            <a:custGeom>
              <a:avLst/>
              <a:gdLst/>
              <a:ahLst/>
              <a:cxnLst/>
              <a:rect l="l" t="t" r="r" b="b"/>
              <a:pathLst>
                <a:path w="3344" h="4101" extrusionOk="0">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136"/>
            <p:cNvSpPr/>
            <p:nvPr/>
          </p:nvSpPr>
          <p:spPr>
            <a:xfrm>
              <a:off x="2912077" y="4475180"/>
              <a:ext cx="21426" cy="61402"/>
            </a:xfrm>
            <a:custGeom>
              <a:avLst/>
              <a:gdLst/>
              <a:ahLst/>
              <a:cxnLst/>
              <a:rect l="l" t="t" r="r" b="b"/>
              <a:pathLst>
                <a:path w="1431" h="4101" extrusionOk="0">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136"/>
            <p:cNvSpPr/>
            <p:nvPr/>
          </p:nvSpPr>
          <p:spPr>
            <a:xfrm>
              <a:off x="2955842" y="4272767"/>
              <a:ext cx="192666" cy="259399"/>
            </a:xfrm>
            <a:custGeom>
              <a:avLst/>
              <a:gdLst/>
              <a:ahLst/>
              <a:cxnLst/>
              <a:rect l="l" t="t" r="r" b="b"/>
              <a:pathLst>
                <a:path w="12868" h="17325" extrusionOk="0">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136"/>
            <p:cNvSpPr/>
            <p:nvPr/>
          </p:nvSpPr>
          <p:spPr>
            <a:xfrm>
              <a:off x="3116063" y="4273081"/>
              <a:ext cx="32445" cy="259084"/>
            </a:xfrm>
            <a:custGeom>
              <a:avLst/>
              <a:gdLst/>
              <a:ahLst/>
              <a:cxnLst/>
              <a:rect l="l" t="t" r="r" b="b"/>
              <a:pathLst>
                <a:path w="2167" h="17304" extrusionOk="0">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136"/>
            <p:cNvSpPr/>
            <p:nvPr/>
          </p:nvSpPr>
          <p:spPr>
            <a:xfrm>
              <a:off x="2984484" y="4267107"/>
              <a:ext cx="18266" cy="270733"/>
            </a:xfrm>
            <a:custGeom>
              <a:avLst/>
              <a:gdLst/>
              <a:ahLst/>
              <a:cxnLst/>
              <a:rect l="l" t="t" r="r" b="b"/>
              <a:pathLst>
                <a:path w="1220" h="18082" extrusionOk="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136"/>
            <p:cNvSpPr/>
            <p:nvPr/>
          </p:nvSpPr>
          <p:spPr>
            <a:xfrm>
              <a:off x="3091193" y="4499106"/>
              <a:ext cx="32445" cy="10705"/>
            </a:xfrm>
            <a:custGeom>
              <a:avLst/>
              <a:gdLst/>
              <a:ahLst/>
              <a:cxnLst/>
              <a:rect l="l" t="t" r="r" b="b"/>
              <a:pathLst>
                <a:path w="2167" h="715" extrusionOk="0">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136"/>
            <p:cNvSpPr/>
            <p:nvPr/>
          </p:nvSpPr>
          <p:spPr>
            <a:xfrm>
              <a:off x="3110718" y="4485571"/>
              <a:ext cx="12292" cy="10705"/>
            </a:xfrm>
            <a:custGeom>
              <a:avLst/>
              <a:gdLst/>
              <a:ahLst/>
              <a:cxnLst/>
              <a:rect l="l" t="t" r="r" b="b"/>
              <a:pathLst>
                <a:path w="821" h="715" extrusionOk="0">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136"/>
            <p:cNvSpPr/>
            <p:nvPr/>
          </p:nvSpPr>
          <p:spPr>
            <a:xfrm>
              <a:off x="2810729" y="4557334"/>
              <a:ext cx="342496" cy="61717"/>
            </a:xfrm>
            <a:custGeom>
              <a:avLst/>
              <a:gdLst/>
              <a:ahLst/>
              <a:cxnLst/>
              <a:rect l="l" t="t" r="r" b="b"/>
              <a:pathLst>
                <a:path w="22875" h="4122" extrusionOk="0">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136"/>
            <p:cNvSpPr/>
            <p:nvPr/>
          </p:nvSpPr>
          <p:spPr>
            <a:xfrm>
              <a:off x="3129598" y="4557334"/>
              <a:ext cx="23627" cy="61717"/>
            </a:xfrm>
            <a:custGeom>
              <a:avLst/>
              <a:gdLst/>
              <a:ahLst/>
              <a:cxnLst/>
              <a:rect l="l" t="t" r="r" b="b"/>
              <a:pathLst>
                <a:path w="1578" h="4122" extrusionOk="0">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136"/>
            <p:cNvSpPr/>
            <p:nvPr/>
          </p:nvSpPr>
          <p:spPr>
            <a:xfrm>
              <a:off x="2838428" y="4553711"/>
              <a:ext cx="10720" cy="22219"/>
            </a:xfrm>
            <a:custGeom>
              <a:avLst/>
              <a:gdLst/>
              <a:ahLst/>
              <a:cxnLst/>
              <a:rect l="l" t="t" r="r" b="b"/>
              <a:pathLst>
                <a:path w="716"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136"/>
            <p:cNvSpPr/>
            <p:nvPr/>
          </p:nvSpPr>
          <p:spPr>
            <a:xfrm>
              <a:off x="2863611" y="4553711"/>
              <a:ext cx="10705" cy="22219"/>
            </a:xfrm>
            <a:custGeom>
              <a:avLst/>
              <a:gdLst/>
              <a:ahLst/>
              <a:cxnLst/>
              <a:rect l="l" t="t" r="r" b="b"/>
              <a:pathLst>
                <a:path w="715"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136"/>
            <p:cNvSpPr/>
            <p:nvPr/>
          </p:nvSpPr>
          <p:spPr>
            <a:xfrm>
              <a:off x="2888795" y="4553711"/>
              <a:ext cx="10705" cy="22219"/>
            </a:xfrm>
            <a:custGeom>
              <a:avLst/>
              <a:gdLst/>
              <a:ahLst/>
              <a:cxnLst/>
              <a:rect l="l" t="t" r="r" b="b"/>
              <a:pathLst>
                <a:path w="715" h="1484" extrusionOk="0">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136"/>
            <p:cNvSpPr/>
            <p:nvPr/>
          </p:nvSpPr>
          <p:spPr>
            <a:xfrm>
              <a:off x="2913664" y="4553711"/>
              <a:ext cx="10705" cy="22219"/>
            </a:xfrm>
            <a:custGeom>
              <a:avLst/>
              <a:gdLst/>
              <a:ahLst/>
              <a:cxnLst/>
              <a:rect l="l" t="t" r="r" b="b"/>
              <a:pathLst>
                <a:path w="715" h="1484" extrusionOk="0">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136"/>
            <p:cNvSpPr/>
            <p:nvPr/>
          </p:nvSpPr>
          <p:spPr>
            <a:xfrm>
              <a:off x="2938833" y="4553711"/>
              <a:ext cx="10720" cy="22219"/>
            </a:xfrm>
            <a:custGeom>
              <a:avLst/>
              <a:gdLst/>
              <a:ahLst/>
              <a:cxnLst/>
              <a:rect l="l" t="t" r="r" b="b"/>
              <a:pathLst>
                <a:path w="716" h="1484" extrusionOk="0">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136"/>
            <p:cNvSpPr/>
            <p:nvPr/>
          </p:nvSpPr>
          <p:spPr>
            <a:xfrm>
              <a:off x="2964017" y="4553711"/>
              <a:ext cx="10720" cy="22219"/>
            </a:xfrm>
            <a:custGeom>
              <a:avLst/>
              <a:gdLst/>
              <a:ahLst/>
              <a:cxnLst/>
              <a:rect l="l" t="t" r="r" b="b"/>
              <a:pathLst>
                <a:path w="716" h="1484" extrusionOk="0">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136"/>
            <p:cNvSpPr/>
            <p:nvPr/>
          </p:nvSpPr>
          <p:spPr>
            <a:xfrm>
              <a:off x="2989201" y="4553711"/>
              <a:ext cx="10406" cy="22219"/>
            </a:xfrm>
            <a:custGeom>
              <a:avLst/>
              <a:gdLst/>
              <a:ahLst/>
              <a:cxnLst/>
              <a:rect l="l" t="t" r="r" b="b"/>
              <a:pathLst>
                <a:path w="695" h="1484" extrusionOk="0">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136"/>
            <p:cNvSpPr/>
            <p:nvPr/>
          </p:nvSpPr>
          <p:spPr>
            <a:xfrm>
              <a:off x="3014070"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136"/>
            <p:cNvSpPr/>
            <p:nvPr/>
          </p:nvSpPr>
          <p:spPr>
            <a:xfrm>
              <a:off x="3039254"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136"/>
            <p:cNvSpPr/>
            <p:nvPr/>
          </p:nvSpPr>
          <p:spPr>
            <a:xfrm>
              <a:off x="3064438"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136"/>
            <p:cNvSpPr/>
            <p:nvPr/>
          </p:nvSpPr>
          <p:spPr>
            <a:xfrm>
              <a:off x="3089472" y="4553711"/>
              <a:ext cx="10556" cy="22219"/>
            </a:xfrm>
            <a:custGeom>
              <a:avLst/>
              <a:gdLst/>
              <a:ahLst/>
              <a:cxnLst/>
              <a:rect l="l" t="t" r="r" b="b"/>
              <a:pathLst>
                <a:path w="705" h="1484" extrusionOk="0">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136"/>
            <p:cNvSpPr/>
            <p:nvPr/>
          </p:nvSpPr>
          <p:spPr>
            <a:xfrm>
              <a:off x="3114491"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0" name="Google Shape;12770;p136"/>
          <p:cNvGrpSpPr/>
          <p:nvPr/>
        </p:nvGrpSpPr>
        <p:grpSpPr>
          <a:xfrm>
            <a:off x="1779168" y="3805625"/>
            <a:ext cx="282381" cy="343454"/>
            <a:chOff x="1779168" y="3805625"/>
            <a:chExt cx="282381" cy="343454"/>
          </a:xfrm>
        </p:grpSpPr>
        <p:sp>
          <p:nvSpPr>
            <p:cNvPr id="12771" name="Google Shape;12771;p136"/>
            <p:cNvSpPr/>
            <p:nvPr/>
          </p:nvSpPr>
          <p:spPr>
            <a:xfrm>
              <a:off x="1798048" y="3814758"/>
              <a:ext cx="243662" cy="314797"/>
            </a:xfrm>
            <a:custGeom>
              <a:avLst/>
              <a:gdLst/>
              <a:ahLst/>
              <a:cxnLst/>
              <a:rect l="l" t="t" r="r" b="b"/>
              <a:pathLst>
                <a:path w="16274" h="21025" extrusionOk="0">
                  <a:moveTo>
                    <a:pt x="1" y="0"/>
                  </a:moveTo>
                  <a:lnTo>
                    <a:pt x="1" y="21025"/>
                  </a:lnTo>
                  <a:lnTo>
                    <a:pt x="16274" y="21025"/>
                  </a:lnTo>
                  <a:lnTo>
                    <a:pt x="16274"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136"/>
            <p:cNvSpPr/>
            <p:nvPr/>
          </p:nvSpPr>
          <p:spPr>
            <a:xfrm>
              <a:off x="1798048" y="3814758"/>
              <a:ext cx="54485" cy="314797"/>
            </a:xfrm>
            <a:custGeom>
              <a:avLst/>
              <a:gdLst/>
              <a:ahLst/>
              <a:cxnLst/>
              <a:rect l="l" t="t" r="r" b="b"/>
              <a:pathLst>
                <a:path w="3639" h="21025" extrusionOk="0">
                  <a:moveTo>
                    <a:pt x="1" y="0"/>
                  </a:moveTo>
                  <a:lnTo>
                    <a:pt x="1" y="21025"/>
                  </a:lnTo>
                  <a:lnTo>
                    <a:pt x="3638" y="21025"/>
                  </a:lnTo>
                  <a:lnTo>
                    <a:pt x="36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136"/>
            <p:cNvSpPr/>
            <p:nvPr/>
          </p:nvSpPr>
          <p:spPr>
            <a:xfrm>
              <a:off x="1779168" y="4116319"/>
              <a:ext cx="282381" cy="32760"/>
            </a:xfrm>
            <a:custGeom>
              <a:avLst/>
              <a:gdLst/>
              <a:ahLst/>
              <a:cxnLst/>
              <a:rect l="l" t="t" r="r" b="b"/>
              <a:pathLst>
                <a:path w="18860" h="2188" extrusionOk="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136"/>
            <p:cNvSpPr/>
            <p:nvPr/>
          </p:nvSpPr>
          <p:spPr>
            <a:xfrm>
              <a:off x="1930585" y="3847488"/>
              <a:ext cx="90359" cy="247750"/>
            </a:xfrm>
            <a:custGeom>
              <a:avLst/>
              <a:gdLst/>
              <a:ahLst/>
              <a:cxnLst/>
              <a:rect l="l" t="t" r="r" b="b"/>
              <a:pathLst>
                <a:path w="6035" h="16547" extrusionOk="0">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136"/>
            <p:cNvSpPr/>
            <p:nvPr/>
          </p:nvSpPr>
          <p:spPr>
            <a:xfrm>
              <a:off x="1818830" y="3847488"/>
              <a:ext cx="90988" cy="147659"/>
            </a:xfrm>
            <a:custGeom>
              <a:avLst/>
              <a:gdLst/>
              <a:ahLst/>
              <a:cxnLst/>
              <a:rect l="l" t="t" r="r" b="b"/>
              <a:pathLst>
                <a:path w="6077" h="9862" extrusionOk="0">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136"/>
            <p:cNvSpPr/>
            <p:nvPr/>
          </p:nvSpPr>
          <p:spPr>
            <a:xfrm>
              <a:off x="1818830" y="3847802"/>
              <a:ext cx="33703" cy="147344"/>
            </a:xfrm>
            <a:custGeom>
              <a:avLst/>
              <a:gdLst/>
              <a:ahLst/>
              <a:cxnLst/>
              <a:rect l="l" t="t" r="r" b="b"/>
              <a:pathLst>
                <a:path w="2251" h="9841" extrusionOk="0">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136"/>
            <p:cNvSpPr/>
            <p:nvPr/>
          </p:nvSpPr>
          <p:spPr>
            <a:xfrm>
              <a:off x="1831737" y="3916107"/>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136"/>
            <p:cNvSpPr/>
            <p:nvPr/>
          </p:nvSpPr>
          <p:spPr>
            <a:xfrm>
              <a:off x="1831737" y="3916107"/>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136"/>
            <p:cNvSpPr/>
            <p:nvPr/>
          </p:nvSpPr>
          <p:spPr>
            <a:xfrm>
              <a:off x="1831737" y="3892510"/>
              <a:ext cx="63603" cy="10391"/>
            </a:xfrm>
            <a:custGeom>
              <a:avLst/>
              <a:gdLst/>
              <a:ahLst/>
              <a:cxnLst/>
              <a:rect l="l" t="t" r="r" b="b"/>
              <a:pathLst>
                <a:path w="4248" h="694"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136"/>
            <p:cNvSpPr/>
            <p:nvPr/>
          </p:nvSpPr>
          <p:spPr>
            <a:xfrm>
              <a:off x="1831737" y="3892510"/>
              <a:ext cx="20797" cy="10391"/>
            </a:xfrm>
            <a:custGeom>
              <a:avLst/>
              <a:gdLst/>
              <a:ahLst/>
              <a:cxnLst/>
              <a:rect l="l" t="t" r="r" b="b"/>
              <a:pathLst>
                <a:path w="1389" h="694"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136"/>
            <p:cNvSpPr/>
            <p:nvPr/>
          </p:nvSpPr>
          <p:spPr>
            <a:xfrm>
              <a:off x="1831737" y="3868584"/>
              <a:ext cx="63603" cy="10406"/>
            </a:xfrm>
            <a:custGeom>
              <a:avLst/>
              <a:gdLst/>
              <a:ahLst/>
              <a:cxnLst/>
              <a:rect l="l" t="t" r="r" b="b"/>
              <a:pathLst>
                <a:path w="4248" h="695"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136"/>
            <p:cNvSpPr/>
            <p:nvPr/>
          </p:nvSpPr>
          <p:spPr>
            <a:xfrm>
              <a:off x="1831737" y="3868584"/>
              <a:ext cx="20797" cy="10406"/>
            </a:xfrm>
            <a:custGeom>
              <a:avLst/>
              <a:gdLst/>
              <a:ahLst/>
              <a:cxnLst/>
              <a:rect l="l" t="t" r="r" b="b"/>
              <a:pathLst>
                <a:path w="1389" h="695"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136"/>
            <p:cNvSpPr/>
            <p:nvPr/>
          </p:nvSpPr>
          <p:spPr>
            <a:xfrm>
              <a:off x="1831737" y="3940033"/>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136"/>
            <p:cNvSpPr/>
            <p:nvPr/>
          </p:nvSpPr>
          <p:spPr>
            <a:xfrm>
              <a:off x="1831737" y="3940033"/>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136"/>
            <p:cNvSpPr/>
            <p:nvPr/>
          </p:nvSpPr>
          <p:spPr>
            <a:xfrm>
              <a:off x="1831737" y="3963644"/>
              <a:ext cx="63603" cy="10406"/>
            </a:xfrm>
            <a:custGeom>
              <a:avLst/>
              <a:gdLst/>
              <a:ahLst/>
              <a:cxnLst/>
              <a:rect l="l" t="t" r="r" b="b"/>
              <a:pathLst>
                <a:path w="4248" h="695" extrusionOk="0">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136"/>
            <p:cNvSpPr/>
            <p:nvPr/>
          </p:nvSpPr>
          <p:spPr>
            <a:xfrm>
              <a:off x="1831737" y="3963644"/>
              <a:ext cx="20797" cy="10406"/>
            </a:xfrm>
            <a:custGeom>
              <a:avLst/>
              <a:gdLst/>
              <a:ahLst/>
              <a:cxnLst/>
              <a:rect l="l" t="t" r="r" b="b"/>
              <a:pathLst>
                <a:path w="1389" h="695" extrusionOk="0">
                  <a:moveTo>
                    <a:pt x="463" y="1"/>
                  </a:moveTo>
                  <a:cubicBezTo>
                    <a:pt x="0" y="1"/>
                    <a:pt x="0" y="694"/>
                    <a:pt x="463" y="694"/>
                  </a:cubicBezTo>
                  <a:lnTo>
                    <a:pt x="1388" y="694"/>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136"/>
            <p:cNvSpPr/>
            <p:nvPr/>
          </p:nvSpPr>
          <p:spPr>
            <a:xfrm>
              <a:off x="1818830" y="4022202"/>
              <a:ext cx="22369" cy="58557"/>
            </a:xfrm>
            <a:custGeom>
              <a:avLst/>
              <a:gdLst/>
              <a:ahLst/>
              <a:cxnLst/>
              <a:rect l="l" t="t" r="r" b="b"/>
              <a:pathLst>
                <a:path w="1494" h="3911" extrusionOk="0">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136"/>
            <p:cNvSpPr/>
            <p:nvPr/>
          </p:nvSpPr>
          <p:spPr>
            <a:xfrm>
              <a:off x="1865739" y="4039510"/>
              <a:ext cx="19839" cy="20168"/>
            </a:xfrm>
            <a:custGeom>
              <a:avLst/>
              <a:gdLst/>
              <a:ahLst/>
              <a:cxnLst/>
              <a:rect l="l" t="t" r="r" b="b"/>
              <a:pathLst>
                <a:path w="1325" h="1347" extrusionOk="0">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136"/>
            <p:cNvSpPr/>
            <p:nvPr/>
          </p:nvSpPr>
          <p:spPr>
            <a:xfrm>
              <a:off x="1813800" y="4009760"/>
              <a:ext cx="10391" cy="83277"/>
            </a:xfrm>
            <a:custGeom>
              <a:avLst/>
              <a:gdLst/>
              <a:ahLst/>
              <a:cxnLst/>
              <a:rect l="l" t="t" r="r" b="b"/>
              <a:pathLst>
                <a:path w="694" h="5562" extrusionOk="0">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136"/>
            <p:cNvSpPr/>
            <p:nvPr/>
          </p:nvSpPr>
          <p:spPr>
            <a:xfrm>
              <a:off x="1930585" y="3967732"/>
              <a:ext cx="90359" cy="20797"/>
            </a:xfrm>
            <a:custGeom>
              <a:avLst/>
              <a:gdLst/>
              <a:ahLst/>
              <a:cxnLst/>
              <a:rect l="l" t="t" r="r" b="b"/>
              <a:pathLst>
                <a:path w="6035" h="1389" extrusionOk="0">
                  <a:moveTo>
                    <a:pt x="0" y="1"/>
                  </a:moveTo>
                  <a:lnTo>
                    <a:pt x="0" y="1389"/>
                  </a:lnTo>
                  <a:lnTo>
                    <a:pt x="6034" y="1389"/>
                  </a:lnTo>
                  <a:lnTo>
                    <a:pt x="6034"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136"/>
            <p:cNvSpPr/>
            <p:nvPr/>
          </p:nvSpPr>
          <p:spPr>
            <a:xfrm>
              <a:off x="1992901" y="3889351"/>
              <a:ext cx="28043" cy="78396"/>
            </a:xfrm>
            <a:custGeom>
              <a:avLst/>
              <a:gdLst/>
              <a:ahLst/>
              <a:cxnLst/>
              <a:rect l="l" t="t" r="r" b="b"/>
              <a:pathLst>
                <a:path w="1873" h="5236" extrusionOk="0">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136"/>
            <p:cNvSpPr/>
            <p:nvPr/>
          </p:nvSpPr>
          <p:spPr>
            <a:xfrm>
              <a:off x="1972134" y="3913591"/>
              <a:ext cx="20782" cy="54156"/>
            </a:xfrm>
            <a:custGeom>
              <a:avLst/>
              <a:gdLst/>
              <a:ahLst/>
              <a:cxnLst/>
              <a:rect l="l" t="t" r="r" b="b"/>
              <a:pathLst>
                <a:path w="1388" h="3617" extrusionOk="0">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136"/>
            <p:cNvSpPr/>
            <p:nvPr/>
          </p:nvSpPr>
          <p:spPr>
            <a:xfrm>
              <a:off x="1930585" y="3889980"/>
              <a:ext cx="20782" cy="77767"/>
            </a:xfrm>
            <a:custGeom>
              <a:avLst/>
              <a:gdLst/>
              <a:ahLst/>
              <a:cxnLst/>
              <a:rect l="l" t="t" r="r" b="b"/>
              <a:pathLst>
                <a:path w="1388" h="5194" extrusionOk="0">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136"/>
            <p:cNvSpPr/>
            <p:nvPr/>
          </p:nvSpPr>
          <p:spPr>
            <a:xfrm>
              <a:off x="1951352" y="3921467"/>
              <a:ext cx="20797" cy="46280"/>
            </a:xfrm>
            <a:custGeom>
              <a:avLst/>
              <a:gdLst/>
              <a:ahLst/>
              <a:cxnLst/>
              <a:rect l="l" t="t" r="r" b="b"/>
              <a:pathLst>
                <a:path w="1389" h="3091" extrusionOk="0">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136"/>
            <p:cNvSpPr/>
            <p:nvPr/>
          </p:nvSpPr>
          <p:spPr>
            <a:xfrm>
              <a:off x="1974964" y="4026289"/>
              <a:ext cx="44393" cy="68948"/>
            </a:xfrm>
            <a:custGeom>
              <a:avLst/>
              <a:gdLst/>
              <a:ahLst/>
              <a:cxnLst/>
              <a:rect l="l" t="t" r="r" b="b"/>
              <a:pathLst>
                <a:path w="2965" h="4605" extrusionOk="0">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136"/>
            <p:cNvSpPr/>
            <p:nvPr/>
          </p:nvSpPr>
          <p:spPr>
            <a:xfrm>
              <a:off x="1930585" y="4017770"/>
              <a:ext cx="20782" cy="77782"/>
            </a:xfrm>
            <a:custGeom>
              <a:avLst/>
              <a:gdLst/>
              <a:ahLst/>
              <a:cxnLst/>
              <a:rect l="l" t="t" r="r" b="b"/>
              <a:pathLst>
                <a:path w="1388" h="5195" extrusionOk="0">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136"/>
            <p:cNvSpPr/>
            <p:nvPr/>
          </p:nvSpPr>
          <p:spPr>
            <a:xfrm>
              <a:off x="1951352" y="4044855"/>
              <a:ext cx="20797" cy="50697"/>
            </a:xfrm>
            <a:custGeom>
              <a:avLst/>
              <a:gdLst/>
              <a:ahLst/>
              <a:cxnLst/>
              <a:rect l="l" t="t" r="r" b="b"/>
              <a:pathLst>
                <a:path w="1389" h="3386" extrusionOk="0">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136"/>
            <p:cNvSpPr/>
            <p:nvPr/>
          </p:nvSpPr>
          <p:spPr>
            <a:xfrm>
              <a:off x="1789245" y="3805625"/>
              <a:ext cx="261914" cy="21426"/>
            </a:xfrm>
            <a:custGeom>
              <a:avLst/>
              <a:gdLst/>
              <a:ahLst/>
              <a:cxnLst/>
              <a:rect l="l" t="t" r="r" b="b"/>
              <a:pathLst>
                <a:path w="17493" h="1431" extrusionOk="0">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9" name="Google Shape;12799;p136"/>
          <p:cNvGrpSpPr/>
          <p:nvPr/>
        </p:nvGrpSpPr>
        <p:grpSpPr>
          <a:xfrm>
            <a:off x="2593522" y="2407029"/>
            <a:ext cx="391606" cy="364535"/>
            <a:chOff x="2593522" y="2407029"/>
            <a:chExt cx="391606" cy="364535"/>
          </a:xfrm>
        </p:grpSpPr>
        <p:sp>
          <p:nvSpPr>
            <p:cNvPr id="12800" name="Google Shape;12800;p136"/>
            <p:cNvSpPr/>
            <p:nvPr/>
          </p:nvSpPr>
          <p:spPr>
            <a:xfrm>
              <a:off x="2602641" y="2573867"/>
              <a:ext cx="97291" cy="197697"/>
            </a:xfrm>
            <a:custGeom>
              <a:avLst/>
              <a:gdLst/>
              <a:ahLst/>
              <a:cxnLst/>
              <a:rect l="l" t="t" r="r" b="b"/>
              <a:pathLst>
                <a:path w="6498" h="13204" extrusionOk="0">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136"/>
            <p:cNvSpPr/>
            <p:nvPr/>
          </p:nvSpPr>
          <p:spPr>
            <a:xfrm>
              <a:off x="2680078" y="2573867"/>
              <a:ext cx="19854" cy="156148"/>
            </a:xfrm>
            <a:custGeom>
              <a:avLst/>
              <a:gdLst/>
              <a:ahLst/>
              <a:cxnLst/>
              <a:rect l="l" t="t" r="r" b="b"/>
              <a:pathLst>
                <a:path w="1326" h="10429" extrusionOk="0">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136"/>
            <p:cNvSpPr/>
            <p:nvPr/>
          </p:nvSpPr>
          <p:spPr>
            <a:xfrm>
              <a:off x="2602641" y="2742907"/>
              <a:ext cx="57629" cy="28657"/>
            </a:xfrm>
            <a:custGeom>
              <a:avLst/>
              <a:gdLst/>
              <a:ahLst/>
              <a:cxnLst/>
              <a:rect l="l" t="t" r="r" b="b"/>
              <a:pathLst>
                <a:path w="3849" h="1914" extrusionOk="0">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136"/>
            <p:cNvSpPr/>
            <p:nvPr/>
          </p:nvSpPr>
          <p:spPr>
            <a:xfrm>
              <a:off x="2593522" y="2516552"/>
              <a:ext cx="106410" cy="57330"/>
            </a:xfrm>
            <a:custGeom>
              <a:avLst/>
              <a:gdLst/>
              <a:ahLst/>
              <a:cxnLst/>
              <a:rect l="l" t="t" r="r" b="b"/>
              <a:pathLst>
                <a:path w="7107" h="3829" extrusionOk="0">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136"/>
            <p:cNvSpPr/>
            <p:nvPr/>
          </p:nvSpPr>
          <p:spPr>
            <a:xfrm>
              <a:off x="2593522" y="2516567"/>
              <a:ext cx="106410" cy="56985"/>
            </a:xfrm>
            <a:custGeom>
              <a:avLst/>
              <a:gdLst/>
              <a:ahLst/>
              <a:cxnLst/>
              <a:rect l="l" t="t" r="r" b="b"/>
              <a:pathLst>
                <a:path w="7107" h="3806" extrusionOk="0">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136"/>
            <p:cNvSpPr/>
            <p:nvPr/>
          </p:nvSpPr>
          <p:spPr>
            <a:xfrm>
              <a:off x="2629726" y="2602794"/>
              <a:ext cx="43136" cy="61432"/>
            </a:xfrm>
            <a:custGeom>
              <a:avLst/>
              <a:gdLst/>
              <a:ahLst/>
              <a:cxnLst/>
              <a:rect l="l" t="t" r="r" b="b"/>
              <a:pathLst>
                <a:path w="2881" h="4103" extrusionOk="0">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136"/>
            <p:cNvSpPr/>
            <p:nvPr/>
          </p:nvSpPr>
          <p:spPr>
            <a:xfrm>
              <a:off x="2646091" y="2602704"/>
              <a:ext cx="26771" cy="61522"/>
            </a:xfrm>
            <a:custGeom>
              <a:avLst/>
              <a:gdLst/>
              <a:ahLst/>
              <a:cxnLst/>
              <a:rect l="l" t="t" r="r" b="b"/>
              <a:pathLst>
                <a:path w="1788" h="4109" extrusionOk="0">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136"/>
            <p:cNvSpPr/>
            <p:nvPr/>
          </p:nvSpPr>
          <p:spPr>
            <a:xfrm>
              <a:off x="2878719" y="2573867"/>
              <a:ext cx="97276" cy="197697"/>
            </a:xfrm>
            <a:custGeom>
              <a:avLst/>
              <a:gdLst/>
              <a:ahLst/>
              <a:cxnLst/>
              <a:rect l="l" t="t" r="r" b="b"/>
              <a:pathLst>
                <a:path w="6497" h="13204" extrusionOk="0">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136"/>
            <p:cNvSpPr/>
            <p:nvPr/>
          </p:nvSpPr>
          <p:spPr>
            <a:xfrm>
              <a:off x="2959929" y="2573867"/>
              <a:ext cx="15751" cy="197697"/>
            </a:xfrm>
            <a:custGeom>
              <a:avLst/>
              <a:gdLst/>
              <a:ahLst/>
              <a:cxnLst/>
              <a:rect l="l" t="t" r="r" b="b"/>
              <a:pathLst>
                <a:path w="1052" h="13204" extrusionOk="0">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136"/>
            <p:cNvSpPr/>
            <p:nvPr/>
          </p:nvSpPr>
          <p:spPr>
            <a:xfrm>
              <a:off x="2878719" y="2573867"/>
              <a:ext cx="20782" cy="156148"/>
            </a:xfrm>
            <a:custGeom>
              <a:avLst/>
              <a:gdLst/>
              <a:ahLst/>
              <a:cxnLst/>
              <a:rect l="l" t="t" r="r" b="b"/>
              <a:pathLst>
                <a:path w="1388" h="10429" extrusionOk="0">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136"/>
            <p:cNvSpPr/>
            <p:nvPr/>
          </p:nvSpPr>
          <p:spPr>
            <a:xfrm>
              <a:off x="2918381" y="2742907"/>
              <a:ext cx="57614" cy="28657"/>
            </a:xfrm>
            <a:custGeom>
              <a:avLst/>
              <a:gdLst/>
              <a:ahLst/>
              <a:cxnLst/>
              <a:rect l="l" t="t" r="r" b="b"/>
              <a:pathLst>
                <a:path w="3848" h="1914" extrusionOk="0">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136"/>
            <p:cNvSpPr/>
            <p:nvPr/>
          </p:nvSpPr>
          <p:spPr>
            <a:xfrm>
              <a:off x="2959929" y="2742907"/>
              <a:ext cx="15751" cy="28657"/>
            </a:xfrm>
            <a:custGeom>
              <a:avLst/>
              <a:gdLst/>
              <a:ahLst/>
              <a:cxnLst/>
              <a:rect l="l" t="t" r="r" b="b"/>
              <a:pathLst>
                <a:path w="1052" h="1914" extrusionOk="0">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136"/>
            <p:cNvSpPr/>
            <p:nvPr/>
          </p:nvSpPr>
          <p:spPr>
            <a:xfrm>
              <a:off x="2878719" y="2516552"/>
              <a:ext cx="106410" cy="57330"/>
            </a:xfrm>
            <a:custGeom>
              <a:avLst/>
              <a:gdLst/>
              <a:ahLst/>
              <a:cxnLst/>
              <a:rect l="l" t="t" r="r" b="b"/>
              <a:pathLst>
                <a:path w="7107" h="3829" extrusionOk="0">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136"/>
            <p:cNvSpPr/>
            <p:nvPr/>
          </p:nvSpPr>
          <p:spPr>
            <a:xfrm>
              <a:off x="2878719" y="2516552"/>
              <a:ext cx="106410" cy="57330"/>
            </a:xfrm>
            <a:custGeom>
              <a:avLst/>
              <a:gdLst/>
              <a:ahLst/>
              <a:cxnLst/>
              <a:rect l="l" t="t" r="r" b="b"/>
              <a:pathLst>
                <a:path w="7107" h="3829" extrusionOk="0">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136"/>
            <p:cNvSpPr/>
            <p:nvPr/>
          </p:nvSpPr>
          <p:spPr>
            <a:xfrm>
              <a:off x="2675991" y="2714249"/>
              <a:ext cx="226669" cy="28672"/>
            </a:xfrm>
            <a:custGeom>
              <a:avLst/>
              <a:gdLst/>
              <a:ahLst/>
              <a:cxnLst/>
              <a:rect l="l" t="t" r="r" b="b"/>
              <a:pathLst>
                <a:path w="15139" h="1915" extrusionOk="0">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136"/>
            <p:cNvSpPr/>
            <p:nvPr/>
          </p:nvSpPr>
          <p:spPr>
            <a:xfrm>
              <a:off x="2676305" y="2714249"/>
              <a:ext cx="226354" cy="28672"/>
            </a:xfrm>
            <a:custGeom>
              <a:avLst/>
              <a:gdLst/>
              <a:ahLst/>
              <a:cxnLst/>
              <a:rect l="l" t="t" r="r" b="b"/>
              <a:pathLst>
                <a:path w="15118" h="1915" extrusionOk="0">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136"/>
            <p:cNvSpPr/>
            <p:nvPr/>
          </p:nvSpPr>
          <p:spPr>
            <a:xfrm>
              <a:off x="2660255" y="2742907"/>
              <a:ext cx="258141" cy="28657"/>
            </a:xfrm>
            <a:custGeom>
              <a:avLst/>
              <a:gdLst/>
              <a:ahLst/>
              <a:cxnLst/>
              <a:rect l="l" t="t" r="r" b="b"/>
              <a:pathLst>
                <a:path w="17241" h="1914" extrusionOk="0">
                  <a:moveTo>
                    <a:pt x="0" y="0"/>
                  </a:moveTo>
                  <a:lnTo>
                    <a:pt x="0" y="1913"/>
                  </a:lnTo>
                  <a:lnTo>
                    <a:pt x="17240" y="1913"/>
                  </a:lnTo>
                  <a:lnTo>
                    <a:pt x="17240"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136"/>
            <p:cNvSpPr/>
            <p:nvPr/>
          </p:nvSpPr>
          <p:spPr>
            <a:xfrm>
              <a:off x="2660255" y="2742907"/>
              <a:ext cx="258141" cy="28657"/>
            </a:xfrm>
            <a:custGeom>
              <a:avLst/>
              <a:gdLst/>
              <a:ahLst/>
              <a:cxnLst/>
              <a:rect l="l" t="t" r="r" b="b"/>
              <a:pathLst>
                <a:path w="17241" h="1914" extrusionOk="0">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136"/>
            <p:cNvSpPr/>
            <p:nvPr/>
          </p:nvSpPr>
          <p:spPr>
            <a:xfrm>
              <a:off x="2715968" y="2516567"/>
              <a:ext cx="147344" cy="197697"/>
            </a:xfrm>
            <a:custGeom>
              <a:avLst/>
              <a:gdLst/>
              <a:ahLst/>
              <a:cxnLst/>
              <a:rect l="l" t="t" r="r" b="b"/>
              <a:pathLst>
                <a:path w="9841" h="13204" extrusionOk="0">
                  <a:moveTo>
                    <a:pt x="1" y="1"/>
                  </a:moveTo>
                  <a:lnTo>
                    <a:pt x="1" y="13204"/>
                  </a:lnTo>
                  <a:lnTo>
                    <a:pt x="9840" y="13204"/>
                  </a:lnTo>
                  <a:lnTo>
                    <a:pt x="984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136"/>
            <p:cNvSpPr/>
            <p:nvPr/>
          </p:nvSpPr>
          <p:spPr>
            <a:xfrm>
              <a:off x="2763191" y="2618560"/>
              <a:ext cx="52583" cy="95704"/>
            </a:xfrm>
            <a:custGeom>
              <a:avLst/>
              <a:gdLst/>
              <a:ahLst/>
              <a:cxnLst/>
              <a:rect l="l" t="t" r="r" b="b"/>
              <a:pathLst>
                <a:path w="3512" h="6392" extrusionOk="0">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136"/>
            <p:cNvSpPr/>
            <p:nvPr/>
          </p:nvSpPr>
          <p:spPr>
            <a:xfrm>
              <a:off x="2783329" y="2618515"/>
              <a:ext cx="32445" cy="95749"/>
            </a:xfrm>
            <a:custGeom>
              <a:avLst/>
              <a:gdLst/>
              <a:ahLst/>
              <a:cxnLst/>
              <a:rect l="l" t="t" r="r" b="b"/>
              <a:pathLst>
                <a:path w="2167" h="6395" extrusionOk="0">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136"/>
            <p:cNvSpPr/>
            <p:nvPr/>
          </p:nvSpPr>
          <p:spPr>
            <a:xfrm>
              <a:off x="2692041" y="2516253"/>
              <a:ext cx="47867" cy="32131"/>
            </a:xfrm>
            <a:custGeom>
              <a:avLst/>
              <a:gdLst/>
              <a:ahLst/>
              <a:cxnLst/>
              <a:rect l="l" t="t" r="r" b="b"/>
              <a:pathLst>
                <a:path w="3197" h="2146" extrusionOk="0">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136"/>
            <p:cNvSpPr/>
            <p:nvPr/>
          </p:nvSpPr>
          <p:spPr>
            <a:xfrm>
              <a:off x="2719112" y="2516253"/>
              <a:ext cx="20797" cy="31817"/>
            </a:xfrm>
            <a:custGeom>
              <a:avLst/>
              <a:gdLst/>
              <a:ahLst/>
              <a:cxnLst/>
              <a:rect l="l" t="t" r="r" b="b"/>
              <a:pathLst>
                <a:path w="1389" h="2125" extrusionOk="0">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136"/>
            <p:cNvSpPr/>
            <p:nvPr/>
          </p:nvSpPr>
          <p:spPr>
            <a:xfrm>
              <a:off x="2692041" y="2682148"/>
              <a:ext cx="47867" cy="32116"/>
            </a:xfrm>
            <a:custGeom>
              <a:avLst/>
              <a:gdLst/>
              <a:ahLst/>
              <a:cxnLst/>
              <a:rect l="l" t="t" r="r" b="b"/>
              <a:pathLst>
                <a:path w="3197" h="2145" extrusionOk="0">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136"/>
            <p:cNvSpPr/>
            <p:nvPr/>
          </p:nvSpPr>
          <p:spPr>
            <a:xfrm>
              <a:off x="2719112" y="2682148"/>
              <a:ext cx="20797" cy="31802"/>
            </a:xfrm>
            <a:custGeom>
              <a:avLst/>
              <a:gdLst/>
              <a:ahLst/>
              <a:cxnLst/>
              <a:rect l="l" t="t" r="r" b="b"/>
              <a:pathLst>
                <a:path w="1389" h="2124" extrusionOk="0">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136"/>
            <p:cNvSpPr/>
            <p:nvPr/>
          </p:nvSpPr>
          <p:spPr>
            <a:xfrm>
              <a:off x="2699917" y="2548369"/>
              <a:ext cx="31802" cy="133794"/>
            </a:xfrm>
            <a:custGeom>
              <a:avLst/>
              <a:gdLst/>
              <a:ahLst/>
              <a:cxnLst/>
              <a:rect l="l" t="t" r="r" b="b"/>
              <a:pathLst>
                <a:path w="2124" h="8936" extrusionOk="0">
                  <a:moveTo>
                    <a:pt x="0" y="0"/>
                  </a:moveTo>
                  <a:lnTo>
                    <a:pt x="0" y="8935"/>
                  </a:lnTo>
                  <a:lnTo>
                    <a:pt x="2124" y="8935"/>
                  </a:lnTo>
                  <a:lnTo>
                    <a:pt x="2124"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136"/>
            <p:cNvSpPr/>
            <p:nvPr/>
          </p:nvSpPr>
          <p:spPr>
            <a:xfrm>
              <a:off x="2838742" y="2516253"/>
              <a:ext cx="47852" cy="32131"/>
            </a:xfrm>
            <a:custGeom>
              <a:avLst/>
              <a:gdLst/>
              <a:ahLst/>
              <a:cxnLst/>
              <a:rect l="l" t="t" r="r" b="b"/>
              <a:pathLst>
                <a:path w="3196" h="2146" extrusionOk="0">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136"/>
            <p:cNvSpPr/>
            <p:nvPr/>
          </p:nvSpPr>
          <p:spPr>
            <a:xfrm>
              <a:off x="2838742" y="2682148"/>
              <a:ext cx="47852" cy="32116"/>
            </a:xfrm>
            <a:custGeom>
              <a:avLst/>
              <a:gdLst/>
              <a:ahLst/>
              <a:cxnLst/>
              <a:rect l="l" t="t" r="r" b="b"/>
              <a:pathLst>
                <a:path w="3196" h="2145" extrusionOk="0">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136"/>
            <p:cNvSpPr/>
            <p:nvPr/>
          </p:nvSpPr>
          <p:spPr>
            <a:xfrm>
              <a:off x="2866127" y="2516253"/>
              <a:ext cx="20467" cy="31817"/>
            </a:xfrm>
            <a:custGeom>
              <a:avLst/>
              <a:gdLst/>
              <a:ahLst/>
              <a:cxnLst/>
              <a:rect l="l" t="t" r="r" b="b"/>
              <a:pathLst>
                <a:path w="1367" h="2125" extrusionOk="0">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136"/>
            <p:cNvSpPr/>
            <p:nvPr/>
          </p:nvSpPr>
          <p:spPr>
            <a:xfrm>
              <a:off x="2865812" y="2682148"/>
              <a:ext cx="20782" cy="31802"/>
            </a:xfrm>
            <a:custGeom>
              <a:avLst/>
              <a:gdLst/>
              <a:ahLst/>
              <a:cxnLst/>
              <a:rect l="l" t="t" r="r" b="b"/>
              <a:pathLst>
                <a:path w="1388" h="2124" extrusionOk="0">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136"/>
            <p:cNvSpPr/>
            <p:nvPr/>
          </p:nvSpPr>
          <p:spPr>
            <a:xfrm>
              <a:off x="2846603" y="2548369"/>
              <a:ext cx="32131" cy="133794"/>
            </a:xfrm>
            <a:custGeom>
              <a:avLst/>
              <a:gdLst/>
              <a:ahLst/>
              <a:cxnLst/>
              <a:rect l="l" t="t" r="r" b="b"/>
              <a:pathLst>
                <a:path w="2146" h="8936" extrusionOk="0">
                  <a:moveTo>
                    <a:pt x="1" y="0"/>
                  </a:moveTo>
                  <a:lnTo>
                    <a:pt x="1" y="8935"/>
                  </a:lnTo>
                  <a:lnTo>
                    <a:pt x="2145" y="8935"/>
                  </a:lnTo>
                  <a:lnTo>
                    <a:pt x="2145"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136"/>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136"/>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136"/>
            <p:cNvSpPr/>
            <p:nvPr/>
          </p:nvSpPr>
          <p:spPr>
            <a:xfrm>
              <a:off x="2668130" y="2487925"/>
              <a:ext cx="242390" cy="28657"/>
            </a:xfrm>
            <a:custGeom>
              <a:avLst/>
              <a:gdLst/>
              <a:ahLst/>
              <a:cxnLst/>
              <a:rect l="l" t="t" r="r" b="b"/>
              <a:pathLst>
                <a:path w="16189" h="1914" extrusionOk="0">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136"/>
            <p:cNvSpPr/>
            <p:nvPr/>
          </p:nvSpPr>
          <p:spPr>
            <a:xfrm>
              <a:off x="2668130" y="2487611"/>
              <a:ext cx="242390" cy="28657"/>
            </a:xfrm>
            <a:custGeom>
              <a:avLst/>
              <a:gdLst/>
              <a:ahLst/>
              <a:cxnLst/>
              <a:rect l="l" t="t" r="r" b="b"/>
              <a:pathLst>
                <a:path w="16189" h="1914" extrusionOk="0">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136"/>
            <p:cNvSpPr/>
            <p:nvPr/>
          </p:nvSpPr>
          <p:spPr>
            <a:xfrm>
              <a:off x="2905789" y="2602495"/>
              <a:ext cx="43136" cy="61432"/>
            </a:xfrm>
            <a:custGeom>
              <a:avLst/>
              <a:gdLst/>
              <a:ahLst/>
              <a:cxnLst/>
              <a:rect l="l" t="t" r="r" b="b"/>
              <a:pathLst>
                <a:path w="2881" h="4103" extrusionOk="0">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136"/>
            <p:cNvSpPr/>
            <p:nvPr/>
          </p:nvSpPr>
          <p:spPr>
            <a:xfrm>
              <a:off x="2922154" y="2602704"/>
              <a:ext cx="26456" cy="61522"/>
            </a:xfrm>
            <a:custGeom>
              <a:avLst/>
              <a:gdLst/>
              <a:ahLst/>
              <a:cxnLst/>
              <a:rect l="l" t="t" r="r" b="b"/>
              <a:pathLst>
                <a:path w="1767" h="4109" extrusionOk="0">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136"/>
            <p:cNvSpPr/>
            <p:nvPr/>
          </p:nvSpPr>
          <p:spPr>
            <a:xfrm>
              <a:off x="2758789" y="2542066"/>
              <a:ext cx="54156" cy="46115"/>
            </a:xfrm>
            <a:custGeom>
              <a:avLst/>
              <a:gdLst/>
              <a:ahLst/>
              <a:cxnLst/>
              <a:rect l="l" t="t" r="r" b="b"/>
              <a:pathLst>
                <a:path w="3617" h="3080" extrusionOk="0">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136"/>
            <p:cNvSpPr/>
            <p:nvPr/>
          </p:nvSpPr>
          <p:spPr>
            <a:xfrm>
              <a:off x="2769794" y="2545210"/>
              <a:ext cx="46924" cy="43046"/>
            </a:xfrm>
            <a:custGeom>
              <a:avLst/>
              <a:gdLst/>
              <a:ahLst/>
              <a:cxnLst/>
              <a:rect l="l" t="t" r="r" b="b"/>
              <a:pathLst>
                <a:path w="3134" h="2875" extrusionOk="0">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9" name="Google Shape;12839;p136"/>
          <p:cNvGrpSpPr/>
          <p:nvPr/>
        </p:nvGrpSpPr>
        <p:grpSpPr>
          <a:xfrm>
            <a:off x="3955047" y="2432242"/>
            <a:ext cx="322912" cy="334396"/>
            <a:chOff x="3955047" y="2432242"/>
            <a:chExt cx="322912" cy="334396"/>
          </a:xfrm>
        </p:grpSpPr>
        <p:sp>
          <p:nvSpPr>
            <p:cNvPr id="12840" name="Google Shape;12840;p136"/>
            <p:cNvSpPr/>
            <p:nvPr/>
          </p:nvSpPr>
          <p:spPr>
            <a:xfrm>
              <a:off x="3955047" y="2432242"/>
              <a:ext cx="322912" cy="334291"/>
            </a:xfrm>
            <a:custGeom>
              <a:avLst/>
              <a:gdLst/>
              <a:ahLst/>
              <a:cxnLst/>
              <a:rect l="l" t="t" r="r" b="b"/>
              <a:pathLst>
                <a:path w="21567" h="22327" extrusionOk="0">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136"/>
            <p:cNvSpPr/>
            <p:nvPr/>
          </p:nvSpPr>
          <p:spPr>
            <a:xfrm>
              <a:off x="4009741" y="2515624"/>
              <a:ext cx="67361" cy="251014"/>
            </a:xfrm>
            <a:custGeom>
              <a:avLst/>
              <a:gdLst/>
              <a:ahLst/>
              <a:cxnLst/>
              <a:rect l="l" t="t" r="r" b="b"/>
              <a:pathLst>
                <a:path w="4499" h="16765" extrusionOk="0">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136"/>
            <p:cNvSpPr/>
            <p:nvPr/>
          </p:nvSpPr>
          <p:spPr>
            <a:xfrm>
              <a:off x="4210582" y="2432317"/>
              <a:ext cx="67346" cy="293087"/>
            </a:xfrm>
            <a:custGeom>
              <a:avLst/>
              <a:gdLst/>
              <a:ahLst/>
              <a:cxnLst/>
              <a:rect l="l" t="t" r="r" b="b"/>
              <a:pathLst>
                <a:path w="4498" h="19575" extrusionOk="0">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3" name="Google Shape;12843;p136"/>
          <p:cNvGrpSpPr/>
          <p:nvPr/>
        </p:nvGrpSpPr>
        <p:grpSpPr>
          <a:xfrm>
            <a:off x="1802465" y="1962854"/>
            <a:ext cx="265373" cy="351944"/>
            <a:chOff x="1802465" y="1962854"/>
            <a:chExt cx="265373" cy="351944"/>
          </a:xfrm>
        </p:grpSpPr>
        <p:sp>
          <p:nvSpPr>
            <p:cNvPr id="12844" name="Google Shape;12844;p136"/>
            <p:cNvSpPr/>
            <p:nvPr/>
          </p:nvSpPr>
          <p:spPr>
            <a:xfrm>
              <a:off x="1802465" y="2243020"/>
              <a:ext cx="265373" cy="71778"/>
            </a:xfrm>
            <a:custGeom>
              <a:avLst/>
              <a:gdLst/>
              <a:ahLst/>
              <a:cxnLst/>
              <a:rect l="l" t="t" r="r" b="b"/>
              <a:pathLst>
                <a:path w="17724" h="4794" extrusionOk="0">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136"/>
            <p:cNvSpPr/>
            <p:nvPr/>
          </p:nvSpPr>
          <p:spPr>
            <a:xfrm>
              <a:off x="1802465" y="2208074"/>
              <a:ext cx="265373" cy="83442"/>
            </a:xfrm>
            <a:custGeom>
              <a:avLst/>
              <a:gdLst/>
              <a:ahLst/>
              <a:cxnLst/>
              <a:rect l="l" t="t" r="r" b="b"/>
              <a:pathLst>
                <a:path w="17724" h="5573" extrusionOk="0">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136"/>
            <p:cNvSpPr/>
            <p:nvPr/>
          </p:nvSpPr>
          <p:spPr>
            <a:xfrm>
              <a:off x="1802465" y="1962854"/>
              <a:ext cx="35889" cy="316069"/>
            </a:xfrm>
            <a:custGeom>
              <a:avLst/>
              <a:gdLst/>
              <a:ahLst/>
              <a:cxnLst/>
              <a:rect l="l" t="t" r="r" b="b"/>
              <a:pathLst>
                <a:path w="2397" h="21110" extrusionOk="0">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136"/>
            <p:cNvSpPr/>
            <p:nvPr/>
          </p:nvSpPr>
          <p:spPr>
            <a:xfrm>
              <a:off x="1837082" y="2286141"/>
              <a:ext cx="230756" cy="8834"/>
            </a:xfrm>
            <a:custGeom>
              <a:avLst/>
              <a:gdLst/>
              <a:ahLst/>
              <a:cxnLst/>
              <a:rect l="l" t="t" r="r" b="b"/>
              <a:pathLst>
                <a:path w="15412" h="590" extrusionOk="0">
                  <a:moveTo>
                    <a:pt x="1" y="1"/>
                  </a:moveTo>
                  <a:lnTo>
                    <a:pt x="1" y="589"/>
                  </a:lnTo>
                  <a:lnTo>
                    <a:pt x="15412" y="589"/>
                  </a:lnTo>
                  <a:lnTo>
                    <a:pt x="15412"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136"/>
            <p:cNvSpPr/>
            <p:nvPr/>
          </p:nvSpPr>
          <p:spPr>
            <a:xfrm>
              <a:off x="1900041" y="2262843"/>
              <a:ext cx="167797" cy="9148"/>
            </a:xfrm>
            <a:custGeom>
              <a:avLst/>
              <a:gdLst/>
              <a:ahLst/>
              <a:cxnLst/>
              <a:rect l="l" t="t" r="r" b="b"/>
              <a:pathLst>
                <a:path w="11207" h="611" extrusionOk="0">
                  <a:moveTo>
                    <a:pt x="1" y="1"/>
                  </a:moveTo>
                  <a:lnTo>
                    <a:pt x="1" y="611"/>
                  </a:lnTo>
                  <a:lnTo>
                    <a:pt x="11207" y="611"/>
                  </a:lnTo>
                  <a:lnTo>
                    <a:pt x="11207"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136"/>
            <p:cNvSpPr/>
            <p:nvPr/>
          </p:nvSpPr>
          <p:spPr>
            <a:xfrm>
              <a:off x="1838339" y="1962854"/>
              <a:ext cx="229498" cy="280180"/>
            </a:xfrm>
            <a:custGeom>
              <a:avLst/>
              <a:gdLst/>
              <a:ahLst/>
              <a:cxnLst/>
              <a:rect l="l" t="t" r="r" b="b"/>
              <a:pathLst>
                <a:path w="15328" h="18713" extrusionOk="0">
                  <a:moveTo>
                    <a:pt x="1" y="1"/>
                  </a:moveTo>
                  <a:lnTo>
                    <a:pt x="1" y="18712"/>
                  </a:lnTo>
                  <a:lnTo>
                    <a:pt x="15328" y="18712"/>
                  </a:lnTo>
                  <a:lnTo>
                    <a:pt x="15328"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136"/>
            <p:cNvSpPr/>
            <p:nvPr/>
          </p:nvSpPr>
          <p:spPr>
            <a:xfrm>
              <a:off x="1854091" y="1978905"/>
              <a:ext cx="197697" cy="248394"/>
            </a:xfrm>
            <a:custGeom>
              <a:avLst/>
              <a:gdLst/>
              <a:ahLst/>
              <a:cxnLst/>
              <a:rect l="l" t="t" r="r" b="b"/>
              <a:pathLst>
                <a:path w="13204" h="16590" extrusionOk="0">
                  <a:moveTo>
                    <a:pt x="0" y="1"/>
                  </a:moveTo>
                  <a:lnTo>
                    <a:pt x="0" y="16589"/>
                  </a:lnTo>
                  <a:lnTo>
                    <a:pt x="13203" y="16589"/>
                  </a:lnTo>
                  <a:lnTo>
                    <a:pt x="13203"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1" name="Google Shape;12851;p136"/>
          <p:cNvGrpSpPr/>
          <p:nvPr/>
        </p:nvGrpSpPr>
        <p:grpSpPr>
          <a:xfrm>
            <a:off x="3512070" y="1956222"/>
            <a:ext cx="373983" cy="363622"/>
            <a:chOff x="3512070" y="1956222"/>
            <a:chExt cx="373983" cy="363622"/>
          </a:xfrm>
        </p:grpSpPr>
        <p:sp>
          <p:nvSpPr>
            <p:cNvPr id="12852" name="Google Shape;12852;p136"/>
            <p:cNvSpPr/>
            <p:nvPr/>
          </p:nvSpPr>
          <p:spPr>
            <a:xfrm>
              <a:off x="3547316" y="2232314"/>
              <a:ext cx="316069" cy="53841"/>
            </a:xfrm>
            <a:custGeom>
              <a:avLst/>
              <a:gdLst/>
              <a:ahLst/>
              <a:cxnLst/>
              <a:rect l="l" t="t" r="r" b="b"/>
              <a:pathLst>
                <a:path w="21110" h="3596" extrusionOk="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136"/>
            <p:cNvSpPr/>
            <p:nvPr/>
          </p:nvSpPr>
          <p:spPr>
            <a:xfrm>
              <a:off x="3548903" y="2232314"/>
              <a:ext cx="314482" cy="53841"/>
            </a:xfrm>
            <a:custGeom>
              <a:avLst/>
              <a:gdLst/>
              <a:ahLst/>
              <a:cxnLst/>
              <a:rect l="l" t="t" r="r" b="b"/>
              <a:pathLst>
                <a:path w="21004" h="3596" extrusionOk="0">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136"/>
            <p:cNvSpPr/>
            <p:nvPr/>
          </p:nvSpPr>
          <p:spPr>
            <a:xfrm>
              <a:off x="3515215" y="2198312"/>
              <a:ext cx="370524" cy="121217"/>
            </a:xfrm>
            <a:custGeom>
              <a:avLst/>
              <a:gdLst/>
              <a:ahLst/>
              <a:cxnLst/>
              <a:rect l="l" t="t" r="r" b="b"/>
              <a:pathLst>
                <a:path w="24747" h="8096" extrusionOk="0">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136"/>
            <p:cNvSpPr/>
            <p:nvPr/>
          </p:nvSpPr>
          <p:spPr>
            <a:xfrm>
              <a:off x="3864628" y="2198626"/>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136"/>
            <p:cNvSpPr/>
            <p:nvPr/>
          </p:nvSpPr>
          <p:spPr>
            <a:xfrm>
              <a:off x="3864628" y="2286141"/>
              <a:ext cx="21426" cy="33703"/>
            </a:xfrm>
            <a:custGeom>
              <a:avLst/>
              <a:gdLst/>
              <a:ahLst/>
              <a:cxnLst/>
              <a:rect l="l" t="t" r="r" b="b"/>
              <a:pathLst>
                <a:path w="1431" h="2251" extrusionOk="0">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136"/>
            <p:cNvSpPr/>
            <p:nvPr/>
          </p:nvSpPr>
          <p:spPr>
            <a:xfrm>
              <a:off x="3574401" y="2259070"/>
              <a:ext cx="52583" cy="52838"/>
            </a:xfrm>
            <a:custGeom>
              <a:avLst/>
              <a:gdLst/>
              <a:ahLst/>
              <a:cxnLst/>
              <a:rect l="l" t="t" r="r" b="b"/>
              <a:pathLst>
                <a:path w="3512" h="3529" extrusionOk="0">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136"/>
            <p:cNvSpPr/>
            <p:nvPr/>
          </p:nvSpPr>
          <p:spPr>
            <a:xfrm>
              <a:off x="3547316" y="1990239"/>
              <a:ext cx="316069" cy="53841"/>
            </a:xfrm>
            <a:custGeom>
              <a:avLst/>
              <a:gdLst/>
              <a:ahLst/>
              <a:cxnLst/>
              <a:rect l="l" t="t" r="r" b="b"/>
              <a:pathLst>
                <a:path w="21110" h="3596" extrusionOk="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136"/>
            <p:cNvSpPr/>
            <p:nvPr/>
          </p:nvSpPr>
          <p:spPr>
            <a:xfrm>
              <a:off x="3548903" y="1990239"/>
              <a:ext cx="314482" cy="53841"/>
            </a:xfrm>
            <a:custGeom>
              <a:avLst/>
              <a:gdLst/>
              <a:ahLst/>
              <a:cxnLst/>
              <a:rect l="l" t="t" r="r" b="b"/>
              <a:pathLst>
                <a:path w="21004" h="3596" extrusionOk="0">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136"/>
            <p:cNvSpPr/>
            <p:nvPr/>
          </p:nvSpPr>
          <p:spPr>
            <a:xfrm>
              <a:off x="3512070" y="1956222"/>
              <a:ext cx="373669" cy="121247"/>
            </a:xfrm>
            <a:custGeom>
              <a:avLst/>
              <a:gdLst/>
              <a:ahLst/>
              <a:cxnLst/>
              <a:rect l="l" t="t" r="r" b="b"/>
              <a:pathLst>
                <a:path w="24957" h="8098" extrusionOk="0">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136"/>
            <p:cNvSpPr/>
            <p:nvPr/>
          </p:nvSpPr>
          <p:spPr>
            <a:xfrm>
              <a:off x="3864628" y="1956566"/>
              <a:ext cx="21426" cy="33688"/>
            </a:xfrm>
            <a:custGeom>
              <a:avLst/>
              <a:gdLst/>
              <a:ahLst/>
              <a:cxnLst/>
              <a:rect l="l" t="t" r="r" b="b"/>
              <a:pathLst>
                <a:path w="1431" h="2250" extrusionOk="0">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136"/>
            <p:cNvSpPr/>
            <p:nvPr/>
          </p:nvSpPr>
          <p:spPr>
            <a:xfrm>
              <a:off x="3864628" y="2044065"/>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136"/>
            <p:cNvSpPr/>
            <p:nvPr/>
          </p:nvSpPr>
          <p:spPr>
            <a:xfrm>
              <a:off x="3574401" y="2016995"/>
              <a:ext cx="52583" cy="52733"/>
            </a:xfrm>
            <a:custGeom>
              <a:avLst/>
              <a:gdLst/>
              <a:ahLst/>
              <a:cxnLst/>
              <a:rect l="l" t="t" r="r" b="b"/>
              <a:pathLst>
                <a:path w="3512" h="3522" extrusionOk="0">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136"/>
            <p:cNvSpPr/>
            <p:nvPr/>
          </p:nvSpPr>
          <p:spPr>
            <a:xfrm>
              <a:off x="3536311" y="2111127"/>
              <a:ext cx="315740" cy="53841"/>
            </a:xfrm>
            <a:custGeom>
              <a:avLst/>
              <a:gdLst/>
              <a:ahLst/>
              <a:cxnLst/>
              <a:rect l="l" t="t" r="r" b="b"/>
              <a:pathLst>
                <a:path w="21088" h="3596" extrusionOk="0">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136"/>
            <p:cNvSpPr/>
            <p:nvPr/>
          </p:nvSpPr>
          <p:spPr>
            <a:xfrm>
              <a:off x="3536311" y="2111127"/>
              <a:ext cx="315740" cy="53841"/>
            </a:xfrm>
            <a:custGeom>
              <a:avLst/>
              <a:gdLst/>
              <a:ahLst/>
              <a:cxnLst/>
              <a:rect l="l" t="t" r="r" b="b"/>
              <a:pathLst>
                <a:path w="21088" h="3596" extrusionOk="0">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136"/>
            <p:cNvSpPr/>
            <p:nvPr/>
          </p:nvSpPr>
          <p:spPr>
            <a:xfrm>
              <a:off x="3513642" y="2077439"/>
              <a:ext cx="370509" cy="120888"/>
            </a:xfrm>
            <a:custGeom>
              <a:avLst/>
              <a:gdLst/>
              <a:ahLst/>
              <a:cxnLst/>
              <a:rect l="l" t="t" r="r" b="b"/>
              <a:pathLst>
                <a:path w="24746" h="8074" extrusionOk="0">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136"/>
            <p:cNvSpPr/>
            <p:nvPr/>
          </p:nvSpPr>
          <p:spPr>
            <a:xfrm>
              <a:off x="3806385" y="2077753"/>
              <a:ext cx="77767" cy="120888"/>
            </a:xfrm>
            <a:custGeom>
              <a:avLst/>
              <a:gdLst/>
              <a:ahLst/>
              <a:cxnLst/>
              <a:rect l="l" t="t" r="r" b="b"/>
              <a:pathLst>
                <a:path w="5194" h="8074" extrusionOk="0">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136"/>
            <p:cNvSpPr/>
            <p:nvPr/>
          </p:nvSpPr>
          <p:spPr>
            <a:xfrm>
              <a:off x="3772397" y="2138182"/>
              <a:ext cx="52898" cy="52568"/>
            </a:xfrm>
            <a:custGeom>
              <a:avLst/>
              <a:gdLst/>
              <a:ahLst/>
              <a:cxnLst/>
              <a:rect l="l" t="t" r="r" b="b"/>
              <a:pathLst>
                <a:path w="3533" h="3511" extrusionOk="0">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9" name="Google Shape;12869;p136"/>
          <p:cNvGrpSpPr/>
          <p:nvPr/>
        </p:nvGrpSpPr>
        <p:grpSpPr>
          <a:xfrm>
            <a:off x="842683" y="2394751"/>
            <a:ext cx="345640" cy="356660"/>
            <a:chOff x="842683" y="2394751"/>
            <a:chExt cx="345640" cy="356660"/>
          </a:xfrm>
        </p:grpSpPr>
        <p:sp>
          <p:nvSpPr>
            <p:cNvPr id="12870" name="Google Shape;12870;p136"/>
            <p:cNvSpPr/>
            <p:nvPr/>
          </p:nvSpPr>
          <p:spPr>
            <a:xfrm>
              <a:off x="1099042" y="2499888"/>
              <a:ext cx="89266" cy="107353"/>
            </a:xfrm>
            <a:custGeom>
              <a:avLst/>
              <a:gdLst/>
              <a:ahLst/>
              <a:cxnLst/>
              <a:rect l="l" t="t" r="r" b="b"/>
              <a:pathLst>
                <a:path w="5962" h="7170" extrusionOk="0">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136"/>
            <p:cNvSpPr/>
            <p:nvPr/>
          </p:nvSpPr>
          <p:spPr>
            <a:xfrm>
              <a:off x="1098908" y="2603138"/>
              <a:ext cx="89416" cy="47852"/>
            </a:xfrm>
            <a:custGeom>
              <a:avLst/>
              <a:gdLst/>
              <a:ahLst/>
              <a:cxnLst/>
              <a:rect l="l" t="t" r="r" b="b"/>
              <a:pathLst>
                <a:path w="5972" h="3196" extrusionOk="0">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136"/>
            <p:cNvSpPr/>
            <p:nvPr/>
          </p:nvSpPr>
          <p:spPr>
            <a:xfrm>
              <a:off x="1127236" y="2603138"/>
              <a:ext cx="61088" cy="48182"/>
            </a:xfrm>
            <a:custGeom>
              <a:avLst/>
              <a:gdLst/>
              <a:ahLst/>
              <a:cxnLst/>
              <a:rect l="l" t="t" r="r" b="b"/>
              <a:pathLst>
                <a:path w="4080" h="3218" extrusionOk="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136"/>
            <p:cNvSpPr/>
            <p:nvPr/>
          </p:nvSpPr>
          <p:spPr>
            <a:xfrm>
              <a:off x="842803" y="2499888"/>
              <a:ext cx="89281" cy="107353"/>
            </a:xfrm>
            <a:custGeom>
              <a:avLst/>
              <a:gdLst/>
              <a:ahLst/>
              <a:cxnLst/>
              <a:rect l="l" t="t" r="r" b="b"/>
              <a:pathLst>
                <a:path w="5963" h="7170" extrusionOk="0">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136"/>
            <p:cNvSpPr/>
            <p:nvPr/>
          </p:nvSpPr>
          <p:spPr>
            <a:xfrm>
              <a:off x="842683" y="2603138"/>
              <a:ext cx="89715" cy="47867"/>
            </a:xfrm>
            <a:custGeom>
              <a:avLst/>
              <a:gdLst/>
              <a:ahLst/>
              <a:cxnLst/>
              <a:rect l="l" t="t" r="r" b="b"/>
              <a:pathLst>
                <a:path w="5992" h="3197" extrusionOk="0">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136"/>
            <p:cNvSpPr/>
            <p:nvPr/>
          </p:nvSpPr>
          <p:spPr>
            <a:xfrm>
              <a:off x="871011" y="2603138"/>
              <a:ext cx="61073" cy="48182"/>
            </a:xfrm>
            <a:custGeom>
              <a:avLst/>
              <a:gdLst/>
              <a:ahLst/>
              <a:cxnLst/>
              <a:rect l="l" t="t" r="r" b="b"/>
              <a:pathLst>
                <a:path w="4079" h="3218" extrusionOk="0">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136"/>
            <p:cNvSpPr/>
            <p:nvPr/>
          </p:nvSpPr>
          <p:spPr>
            <a:xfrm>
              <a:off x="1003533" y="2433470"/>
              <a:ext cx="23941" cy="274506"/>
            </a:xfrm>
            <a:custGeom>
              <a:avLst/>
              <a:gdLst/>
              <a:ahLst/>
              <a:cxnLst/>
              <a:rect l="l" t="t" r="r" b="b"/>
              <a:pathLst>
                <a:path w="1599" h="18334" extrusionOk="0">
                  <a:moveTo>
                    <a:pt x="0" y="0"/>
                  </a:moveTo>
                  <a:lnTo>
                    <a:pt x="0" y="18333"/>
                  </a:lnTo>
                  <a:lnTo>
                    <a:pt x="1598" y="18333"/>
                  </a:lnTo>
                  <a:lnTo>
                    <a:pt x="159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136"/>
            <p:cNvSpPr/>
            <p:nvPr/>
          </p:nvSpPr>
          <p:spPr>
            <a:xfrm>
              <a:off x="1015496" y="2433470"/>
              <a:ext cx="11978" cy="274506"/>
            </a:xfrm>
            <a:custGeom>
              <a:avLst/>
              <a:gdLst/>
              <a:ahLst/>
              <a:cxnLst/>
              <a:rect l="l" t="t" r="r" b="b"/>
              <a:pathLst>
                <a:path w="800" h="18334" extrusionOk="0">
                  <a:moveTo>
                    <a:pt x="0" y="0"/>
                  </a:moveTo>
                  <a:lnTo>
                    <a:pt x="0" y="18333"/>
                  </a:lnTo>
                  <a:lnTo>
                    <a:pt x="799" y="18333"/>
                  </a:lnTo>
                  <a:lnTo>
                    <a:pt x="799"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136"/>
            <p:cNvSpPr/>
            <p:nvPr/>
          </p:nvSpPr>
          <p:spPr>
            <a:xfrm>
              <a:off x="932698" y="2697570"/>
              <a:ext cx="165910" cy="34646"/>
            </a:xfrm>
            <a:custGeom>
              <a:avLst/>
              <a:gdLst/>
              <a:ahLst/>
              <a:cxnLst/>
              <a:rect l="l" t="t" r="r" b="b"/>
              <a:pathLst>
                <a:path w="11081" h="2314" extrusionOk="0">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136"/>
            <p:cNvSpPr/>
            <p:nvPr/>
          </p:nvSpPr>
          <p:spPr>
            <a:xfrm>
              <a:off x="993771" y="2394751"/>
              <a:ext cx="43465" cy="43450"/>
            </a:xfrm>
            <a:custGeom>
              <a:avLst/>
              <a:gdLst/>
              <a:ahLst/>
              <a:cxnLst/>
              <a:rect l="l" t="t" r="r" b="b"/>
              <a:pathLst>
                <a:path w="2903" h="2902" extrusionOk="0">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136"/>
            <p:cNvSpPr/>
            <p:nvPr/>
          </p:nvSpPr>
          <p:spPr>
            <a:xfrm>
              <a:off x="996286" y="2397266"/>
              <a:ext cx="45037" cy="40950"/>
            </a:xfrm>
            <a:custGeom>
              <a:avLst/>
              <a:gdLst/>
              <a:ahLst/>
              <a:cxnLst/>
              <a:rect l="l" t="t" r="r" b="b"/>
              <a:pathLst>
                <a:path w="3008" h="2735" extrusionOk="0">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136"/>
            <p:cNvSpPr/>
            <p:nvPr/>
          </p:nvSpPr>
          <p:spPr>
            <a:xfrm>
              <a:off x="844570" y="2454237"/>
              <a:ext cx="341867" cy="50068"/>
            </a:xfrm>
            <a:custGeom>
              <a:avLst/>
              <a:gdLst/>
              <a:ahLst/>
              <a:cxnLst/>
              <a:rect l="l" t="t" r="r" b="b"/>
              <a:pathLst>
                <a:path w="22833" h="3344" extrusionOk="0">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136"/>
            <p:cNvSpPr/>
            <p:nvPr/>
          </p:nvSpPr>
          <p:spPr>
            <a:xfrm>
              <a:off x="844570" y="2466499"/>
              <a:ext cx="341867" cy="37821"/>
            </a:xfrm>
            <a:custGeom>
              <a:avLst/>
              <a:gdLst/>
              <a:ahLst/>
              <a:cxnLst/>
              <a:rect l="l" t="t" r="r" b="b"/>
              <a:pathLst>
                <a:path w="22833" h="2526" extrusionOk="0">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136"/>
            <p:cNvSpPr/>
            <p:nvPr/>
          </p:nvSpPr>
          <p:spPr>
            <a:xfrm>
              <a:off x="932698" y="2697555"/>
              <a:ext cx="165910" cy="34661"/>
            </a:xfrm>
            <a:custGeom>
              <a:avLst/>
              <a:gdLst/>
              <a:ahLst/>
              <a:cxnLst/>
              <a:rect l="l" t="t" r="r" b="b"/>
              <a:pathLst>
                <a:path w="11081" h="2315" extrusionOk="0">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136"/>
            <p:cNvSpPr/>
            <p:nvPr/>
          </p:nvSpPr>
          <p:spPr>
            <a:xfrm>
              <a:off x="906885" y="2723068"/>
              <a:ext cx="217221" cy="28343"/>
            </a:xfrm>
            <a:custGeom>
              <a:avLst/>
              <a:gdLst/>
              <a:ahLst/>
              <a:cxnLst/>
              <a:rect l="l" t="t" r="r" b="b"/>
              <a:pathLst>
                <a:path w="14508" h="1893" extrusionOk="0">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136"/>
            <p:cNvSpPr/>
            <p:nvPr/>
          </p:nvSpPr>
          <p:spPr>
            <a:xfrm>
              <a:off x="907200" y="2723068"/>
              <a:ext cx="216907" cy="28029"/>
            </a:xfrm>
            <a:custGeom>
              <a:avLst/>
              <a:gdLst/>
              <a:ahLst/>
              <a:cxnLst/>
              <a:rect l="l" t="t" r="r" b="b"/>
              <a:pathLst>
                <a:path w="14487" h="1872" extrusionOk="0">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6" name="Google Shape;12886;p136"/>
          <p:cNvGrpSpPr/>
          <p:nvPr/>
        </p:nvGrpSpPr>
        <p:grpSpPr>
          <a:xfrm>
            <a:off x="1290615" y="2399467"/>
            <a:ext cx="336836" cy="342511"/>
            <a:chOff x="1290615" y="2399467"/>
            <a:chExt cx="336836" cy="342511"/>
          </a:xfrm>
        </p:grpSpPr>
        <p:sp>
          <p:nvSpPr>
            <p:cNvPr id="12887" name="Google Shape;12887;p136"/>
            <p:cNvSpPr/>
            <p:nvPr/>
          </p:nvSpPr>
          <p:spPr>
            <a:xfrm>
              <a:off x="1399226" y="2683720"/>
              <a:ext cx="119316" cy="39363"/>
            </a:xfrm>
            <a:custGeom>
              <a:avLst/>
              <a:gdLst/>
              <a:ahLst/>
              <a:cxnLst/>
              <a:rect l="l" t="t" r="r" b="b"/>
              <a:pathLst>
                <a:path w="7969" h="2629" extrusionOk="0">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136"/>
            <p:cNvSpPr/>
            <p:nvPr/>
          </p:nvSpPr>
          <p:spPr>
            <a:xfrm>
              <a:off x="1321788" y="2662624"/>
              <a:ext cx="58872" cy="79354"/>
            </a:xfrm>
            <a:custGeom>
              <a:avLst/>
              <a:gdLst/>
              <a:ahLst/>
              <a:cxnLst/>
              <a:rect l="l" t="t" r="r" b="b"/>
              <a:pathLst>
                <a:path w="3932" h="5300" extrusionOk="0">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136"/>
            <p:cNvSpPr/>
            <p:nvPr/>
          </p:nvSpPr>
          <p:spPr>
            <a:xfrm>
              <a:off x="1540866" y="2676159"/>
              <a:ext cx="58887" cy="65819"/>
            </a:xfrm>
            <a:custGeom>
              <a:avLst/>
              <a:gdLst/>
              <a:ahLst/>
              <a:cxnLst/>
              <a:rect l="l" t="t" r="r" b="b"/>
              <a:pathLst>
                <a:path w="3933" h="4396" extrusionOk="0">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136"/>
            <p:cNvSpPr/>
            <p:nvPr/>
          </p:nvSpPr>
          <p:spPr>
            <a:xfrm>
              <a:off x="1290615" y="2471560"/>
              <a:ext cx="115857" cy="80283"/>
            </a:xfrm>
            <a:custGeom>
              <a:avLst/>
              <a:gdLst/>
              <a:ahLst/>
              <a:cxnLst/>
              <a:rect l="l" t="t" r="r" b="b"/>
              <a:pathLst>
                <a:path w="7738" h="5362" extrusionOk="0">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136"/>
            <p:cNvSpPr/>
            <p:nvPr/>
          </p:nvSpPr>
          <p:spPr>
            <a:xfrm>
              <a:off x="1555045" y="2471859"/>
              <a:ext cx="72407" cy="79983"/>
            </a:xfrm>
            <a:custGeom>
              <a:avLst/>
              <a:gdLst/>
              <a:ahLst/>
              <a:cxnLst/>
              <a:rect l="l" t="t" r="r" b="b"/>
              <a:pathLst>
                <a:path w="4836" h="5342" extrusionOk="0">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136"/>
            <p:cNvSpPr/>
            <p:nvPr/>
          </p:nvSpPr>
          <p:spPr>
            <a:xfrm>
              <a:off x="1313598" y="2399467"/>
              <a:ext cx="290871" cy="263172"/>
            </a:xfrm>
            <a:custGeom>
              <a:avLst/>
              <a:gdLst/>
              <a:ahLst/>
              <a:cxnLst/>
              <a:rect l="l" t="t" r="r" b="b"/>
              <a:pathLst>
                <a:path w="19427" h="17577" extrusionOk="0">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136"/>
            <p:cNvSpPr/>
            <p:nvPr/>
          </p:nvSpPr>
          <p:spPr>
            <a:xfrm>
              <a:off x="1313598" y="2399467"/>
              <a:ext cx="77138" cy="263172"/>
            </a:xfrm>
            <a:custGeom>
              <a:avLst/>
              <a:gdLst/>
              <a:ahLst/>
              <a:cxnLst/>
              <a:rect l="l" t="t" r="r" b="b"/>
              <a:pathLst>
                <a:path w="5152" h="17577" extrusionOk="0">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136"/>
            <p:cNvSpPr/>
            <p:nvPr/>
          </p:nvSpPr>
          <p:spPr>
            <a:xfrm>
              <a:off x="1332793" y="2446376"/>
              <a:ext cx="252481" cy="129392"/>
            </a:xfrm>
            <a:custGeom>
              <a:avLst/>
              <a:gdLst/>
              <a:ahLst/>
              <a:cxnLst/>
              <a:rect l="l" t="t" r="r" b="b"/>
              <a:pathLst>
                <a:path w="16863" h="8642" extrusionOk="0">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136"/>
            <p:cNvSpPr/>
            <p:nvPr/>
          </p:nvSpPr>
          <p:spPr>
            <a:xfrm>
              <a:off x="1332479" y="2446376"/>
              <a:ext cx="44094" cy="129392"/>
            </a:xfrm>
            <a:custGeom>
              <a:avLst/>
              <a:gdLst/>
              <a:ahLst/>
              <a:cxnLst/>
              <a:rect l="l" t="t" r="r" b="b"/>
              <a:pathLst>
                <a:path w="2945" h="8642" extrusionOk="0">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136"/>
            <p:cNvSpPr/>
            <p:nvPr/>
          </p:nvSpPr>
          <p:spPr>
            <a:xfrm>
              <a:off x="1332479" y="2446376"/>
              <a:ext cx="252796" cy="38105"/>
            </a:xfrm>
            <a:custGeom>
              <a:avLst/>
              <a:gdLst/>
              <a:ahLst/>
              <a:cxnLst/>
              <a:rect l="l" t="t" r="r" b="b"/>
              <a:pathLst>
                <a:path w="16884" h="2545" extrusionOk="0">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136"/>
            <p:cNvSpPr/>
            <p:nvPr/>
          </p:nvSpPr>
          <p:spPr>
            <a:xfrm>
              <a:off x="1335323" y="2597464"/>
              <a:ext cx="40935" cy="40620"/>
            </a:xfrm>
            <a:custGeom>
              <a:avLst/>
              <a:gdLst/>
              <a:ahLst/>
              <a:cxnLst/>
              <a:rect l="l" t="t" r="r" b="b"/>
              <a:pathLst>
                <a:path w="2734" h="2713" extrusionOk="0">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136"/>
            <p:cNvSpPr/>
            <p:nvPr/>
          </p:nvSpPr>
          <p:spPr>
            <a:xfrm>
              <a:off x="1541824" y="2597464"/>
              <a:ext cx="40620" cy="40620"/>
            </a:xfrm>
            <a:custGeom>
              <a:avLst/>
              <a:gdLst/>
              <a:ahLst/>
              <a:cxnLst/>
              <a:rect l="l" t="t" r="r" b="b"/>
              <a:pathLst>
                <a:path w="2713" h="2713" extrusionOk="0">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136"/>
            <p:cNvSpPr/>
            <p:nvPr/>
          </p:nvSpPr>
          <p:spPr>
            <a:xfrm>
              <a:off x="1327448" y="2441331"/>
              <a:ext cx="263172" cy="139783"/>
            </a:xfrm>
            <a:custGeom>
              <a:avLst/>
              <a:gdLst/>
              <a:ahLst/>
              <a:cxnLst/>
              <a:rect l="l" t="t" r="r" b="b"/>
              <a:pathLst>
                <a:path w="17577" h="9336" extrusionOk="0">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136"/>
            <p:cNvSpPr/>
            <p:nvPr/>
          </p:nvSpPr>
          <p:spPr>
            <a:xfrm>
              <a:off x="1321459"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136"/>
            <p:cNvSpPr/>
            <p:nvPr/>
          </p:nvSpPr>
          <p:spPr>
            <a:xfrm>
              <a:off x="1527960"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136"/>
            <p:cNvSpPr/>
            <p:nvPr/>
          </p:nvSpPr>
          <p:spPr>
            <a:xfrm>
              <a:off x="1401427" y="2594005"/>
              <a:ext cx="115228" cy="84385"/>
            </a:xfrm>
            <a:custGeom>
              <a:avLst/>
              <a:gdLst/>
              <a:ahLst/>
              <a:cxnLst/>
              <a:rect l="l" t="t" r="r" b="b"/>
              <a:pathLst>
                <a:path w="7696" h="5636" extrusionOk="0">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136"/>
            <p:cNvSpPr/>
            <p:nvPr/>
          </p:nvSpPr>
          <p:spPr>
            <a:xfrm>
              <a:off x="1396067" y="2588660"/>
              <a:ext cx="125619" cy="70520"/>
            </a:xfrm>
            <a:custGeom>
              <a:avLst/>
              <a:gdLst/>
              <a:ahLst/>
              <a:cxnLst/>
              <a:rect l="l" t="t" r="r" b="b"/>
              <a:pathLst>
                <a:path w="8390" h="4710" extrusionOk="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136"/>
            <p:cNvSpPr/>
            <p:nvPr/>
          </p:nvSpPr>
          <p:spPr>
            <a:xfrm>
              <a:off x="1301950" y="2659165"/>
              <a:ext cx="317956" cy="49125"/>
            </a:xfrm>
            <a:custGeom>
              <a:avLst/>
              <a:gdLst/>
              <a:ahLst/>
              <a:cxnLst/>
              <a:rect l="l" t="t" r="r" b="b"/>
              <a:pathLst>
                <a:path w="21236" h="3281" extrusionOk="0">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136"/>
            <p:cNvSpPr/>
            <p:nvPr/>
          </p:nvSpPr>
          <p:spPr>
            <a:xfrm>
              <a:off x="1301950" y="2659165"/>
              <a:ext cx="45666" cy="49125"/>
            </a:xfrm>
            <a:custGeom>
              <a:avLst/>
              <a:gdLst/>
              <a:ahLst/>
              <a:cxnLst/>
              <a:rect l="l" t="t" r="r" b="b"/>
              <a:pathLst>
                <a:path w="3050" h="3281" extrusionOk="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6" name="Google Shape;12906;p136"/>
          <p:cNvGrpSpPr/>
          <p:nvPr/>
        </p:nvGrpSpPr>
        <p:grpSpPr>
          <a:xfrm>
            <a:off x="1748310" y="2408601"/>
            <a:ext cx="308508" cy="333378"/>
            <a:chOff x="1748310" y="2408601"/>
            <a:chExt cx="308508" cy="333378"/>
          </a:xfrm>
        </p:grpSpPr>
        <p:sp>
          <p:nvSpPr>
            <p:cNvPr id="12907" name="Google Shape;12907;p136"/>
            <p:cNvSpPr/>
            <p:nvPr/>
          </p:nvSpPr>
          <p:spPr>
            <a:xfrm>
              <a:off x="1748310" y="2433470"/>
              <a:ext cx="308508" cy="308508"/>
            </a:xfrm>
            <a:custGeom>
              <a:avLst/>
              <a:gdLst/>
              <a:ahLst/>
              <a:cxnLst/>
              <a:rect l="l" t="t" r="r" b="b"/>
              <a:pathLst>
                <a:path w="20605" h="20605" extrusionOk="0">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136"/>
            <p:cNvSpPr/>
            <p:nvPr/>
          </p:nvSpPr>
          <p:spPr>
            <a:xfrm>
              <a:off x="2022187" y="2433470"/>
              <a:ext cx="34631" cy="308508"/>
            </a:xfrm>
            <a:custGeom>
              <a:avLst/>
              <a:gdLst/>
              <a:ahLst/>
              <a:cxnLst/>
              <a:rect l="l" t="t" r="r" b="b"/>
              <a:pathLst>
                <a:path w="2313" h="20605" extrusionOk="0">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136"/>
            <p:cNvSpPr/>
            <p:nvPr/>
          </p:nvSpPr>
          <p:spPr>
            <a:xfrm>
              <a:off x="1748310" y="2433470"/>
              <a:ext cx="308508" cy="55728"/>
            </a:xfrm>
            <a:custGeom>
              <a:avLst/>
              <a:gdLst/>
              <a:ahLst/>
              <a:cxnLst/>
              <a:rect l="l" t="t" r="r" b="b"/>
              <a:pathLst>
                <a:path w="20605" h="3722" extrusionOk="0">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136"/>
            <p:cNvSpPr/>
            <p:nvPr/>
          </p:nvSpPr>
          <p:spPr>
            <a:xfrm>
              <a:off x="2022187" y="2433470"/>
              <a:ext cx="34631" cy="55728"/>
            </a:xfrm>
            <a:custGeom>
              <a:avLst/>
              <a:gdLst/>
              <a:ahLst/>
              <a:cxnLst/>
              <a:rect l="l" t="t" r="r" b="b"/>
              <a:pathLst>
                <a:path w="2313" h="3722" extrusionOk="0">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136"/>
            <p:cNvSpPr/>
            <p:nvPr/>
          </p:nvSpPr>
          <p:spPr>
            <a:xfrm>
              <a:off x="1780111" y="2408601"/>
              <a:ext cx="28657" cy="49754"/>
            </a:xfrm>
            <a:custGeom>
              <a:avLst/>
              <a:gdLst/>
              <a:ahLst/>
              <a:cxnLst/>
              <a:rect l="l" t="t" r="r" b="b"/>
              <a:pathLst>
                <a:path w="1914" h="3323" extrusionOk="0">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136"/>
            <p:cNvSpPr/>
            <p:nvPr/>
          </p:nvSpPr>
          <p:spPr>
            <a:xfrm>
              <a:off x="1852189" y="2408601"/>
              <a:ext cx="28358" cy="49754"/>
            </a:xfrm>
            <a:custGeom>
              <a:avLst/>
              <a:gdLst/>
              <a:ahLst/>
              <a:cxnLst/>
              <a:rect l="l" t="t" r="r" b="b"/>
              <a:pathLst>
                <a:path w="1894" h="3323" extrusionOk="0">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136"/>
            <p:cNvSpPr/>
            <p:nvPr/>
          </p:nvSpPr>
          <p:spPr>
            <a:xfrm>
              <a:off x="1924282" y="2408601"/>
              <a:ext cx="28343" cy="49754"/>
            </a:xfrm>
            <a:custGeom>
              <a:avLst/>
              <a:gdLst/>
              <a:ahLst/>
              <a:cxnLst/>
              <a:rect l="l" t="t" r="r" b="b"/>
              <a:pathLst>
                <a:path w="1893" h="3323" extrusionOk="0">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136"/>
            <p:cNvSpPr/>
            <p:nvPr/>
          </p:nvSpPr>
          <p:spPr>
            <a:xfrm>
              <a:off x="1996060" y="2408601"/>
              <a:ext cx="28657" cy="49754"/>
            </a:xfrm>
            <a:custGeom>
              <a:avLst/>
              <a:gdLst/>
              <a:ahLst/>
              <a:cxnLst/>
              <a:rect l="l" t="t" r="r" b="b"/>
              <a:pathLst>
                <a:path w="1914" h="3323" extrusionOk="0">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5" name="Google Shape;12915;p136"/>
          <p:cNvGrpSpPr/>
          <p:nvPr/>
        </p:nvGrpSpPr>
        <p:grpSpPr>
          <a:xfrm>
            <a:off x="3044614" y="2418033"/>
            <a:ext cx="376184" cy="315141"/>
            <a:chOff x="3044614" y="2418033"/>
            <a:chExt cx="376184" cy="315141"/>
          </a:xfrm>
        </p:grpSpPr>
        <p:sp>
          <p:nvSpPr>
            <p:cNvPr id="12916" name="Google Shape;12916;p136"/>
            <p:cNvSpPr/>
            <p:nvPr/>
          </p:nvSpPr>
          <p:spPr>
            <a:xfrm>
              <a:off x="3326965" y="2418033"/>
              <a:ext cx="93833" cy="233601"/>
            </a:xfrm>
            <a:custGeom>
              <a:avLst/>
              <a:gdLst/>
              <a:ahLst/>
              <a:cxnLst/>
              <a:rect l="l" t="t" r="r" b="b"/>
              <a:pathLst>
                <a:path w="6267" h="15602" extrusionOk="0">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136"/>
            <p:cNvSpPr/>
            <p:nvPr/>
          </p:nvSpPr>
          <p:spPr>
            <a:xfrm>
              <a:off x="3393398" y="2639656"/>
              <a:ext cx="27400" cy="29286"/>
            </a:xfrm>
            <a:custGeom>
              <a:avLst/>
              <a:gdLst/>
              <a:ahLst/>
              <a:cxnLst/>
              <a:rect l="l" t="t" r="r" b="b"/>
              <a:pathLst>
                <a:path w="1830" h="1956" extrusionOk="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136"/>
            <p:cNvSpPr/>
            <p:nvPr/>
          </p:nvSpPr>
          <p:spPr>
            <a:xfrm>
              <a:off x="3044928" y="2418033"/>
              <a:ext cx="93503" cy="233601"/>
            </a:xfrm>
            <a:custGeom>
              <a:avLst/>
              <a:gdLst/>
              <a:ahLst/>
              <a:cxnLst/>
              <a:rect l="l" t="t" r="r" b="b"/>
              <a:pathLst>
                <a:path w="6245" h="15602" extrusionOk="0">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136"/>
            <p:cNvSpPr/>
            <p:nvPr/>
          </p:nvSpPr>
          <p:spPr>
            <a:xfrm>
              <a:off x="3044614" y="2639641"/>
              <a:ext cx="27400" cy="29301"/>
            </a:xfrm>
            <a:custGeom>
              <a:avLst/>
              <a:gdLst/>
              <a:ahLst/>
              <a:cxnLst/>
              <a:rect l="l" t="t" r="r" b="b"/>
              <a:pathLst>
                <a:path w="1830" h="1957" extrusionOk="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136"/>
            <p:cNvSpPr/>
            <p:nvPr/>
          </p:nvSpPr>
          <p:spPr>
            <a:xfrm>
              <a:off x="3061922" y="2599275"/>
              <a:ext cx="341238" cy="133899"/>
            </a:xfrm>
            <a:custGeom>
              <a:avLst/>
              <a:gdLst/>
              <a:ahLst/>
              <a:cxnLst/>
              <a:rect l="l" t="t" r="r" b="b"/>
              <a:pathLst>
                <a:path w="22791" h="8943" extrusionOk="0">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136"/>
            <p:cNvSpPr/>
            <p:nvPr/>
          </p:nvSpPr>
          <p:spPr>
            <a:xfrm>
              <a:off x="3261176" y="2611628"/>
              <a:ext cx="129707" cy="108625"/>
            </a:xfrm>
            <a:custGeom>
              <a:avLst/>
              <a:gdLst/>
              <a:ahLst/>
              <a:cxnLst/>
              <a:rect l="l" t="t" r="r" b="b"/>
              <a:pathLst>
                <a:path w="8663" h="7255" extrusionOk="0">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136"/>
            <p:cNvSpPr/>
            <p:nvPr/>
          </p:nvSpPr>
          <p:spPr>
            <a:xfrm>
              <a:off x="3074828" y="2611628"/>
              <a:ext cx="129707" cy="108625"/>
            </a:xfrm>
            <a:custGeom>
              <a:avLst/>
              <a:gdLst/>
              <a:ahLst/>
              <a:cxnLst/>
              <a:rect l="l" t="t" r="r" b="b"/>
              <a:pathLst>
                <a:path w="8663" h="7255" extrusionOk="0">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136"/>
            <p:cNvSpPr/>
            <p:nvPr/>
          </p:nvSpPr>
          <p:spPr>
            <a:xfrm>
              <a:off x="3090250" y="2617302"/>
              <a:ext cx="102322" cy="95704"/>
            </a:xfrm>
            <a:custGeom>
              <a:avLst/>
              <a:gdLst/>
              <a:ahLst/>
              <a:cxnLst/>
              <a:rect l="l" t="t" r="r" b="b"/>
              <a:pathLst>
                <a:path w="6834" h="6392" extrusionOk="0">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136"/>
            <p:cNvSpPr/>
            <p:nvPr/>
          </p:nvSpPr>
          <p:spPr>
            <a:xfrm>
              <a:off x="3276613" y="2617302"/>
              <a:ext cx="102307" cy="95704"/>
            </a:xfrm>
            <a:custGeom>
              <a:avLst/>
              <a:gdLst/>
              <a:ahLst/>
              <a:cxnLst/>
              <a:rect l="l" t="t" r="r" b="b"/>
              <a:pathLst>
                <a:path w="6833" h="6392" extrusionOk="0">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5" name="Google Shape;12925;p136"/>
          <p:cNvGrpSpPr/>
          <p:nvPr/>
        </p:nvGrpSpPr>
        <p:grpSpPr>
          <a:xfrm>
            <a:off x="3943638" y="3815072"/>
            <a:ext cx="357933" cy="342676"/>
            <a:chOff x="3943638" y="3815072"/>
            <a:chExt cx="357933" cy="342676"/>
          </a:xfrm>
        </p:grpSpPr>
        <p:sp>
          <p:nvSpPr>
            <p:cNvPr id="12926" name="Google Shape;12926;p136"/>
            <p:cNvSpPr/>
            <p:nvPr/>
          </p:nvSpPr>
          <p:spPr>
            <a:xfrm>
              <a:off x="4136918" y="3996389"/>
              <a:ext cx="87215" cy="87514"/>
            </a:xfrm>
            <a:custGeom>
              <a:avLst/>
              <a:gdLst/>
              <a:ahLst/>
              <a:cxnLst/>
              <a:rect l="l" t="t" r="r" b="b"/>
              <a:pathLst>
                <a:path w="5825" h="5845" extrusionOk="0">
                  <a:moveTo>
                    <a:pt x="1073" y="0"/>
                  </a:moveTo>
                  <a:lnTo>
                    <a:pt x="1" y="1072"/>
                  </a:lnTo>
                  <a:lnTo>
                    <a:pt x="4752" y="5845"/>
                  </a:lnTo>
                  <a:lnTo>
                    <a:pt x="5824" y="4752"/>
                  </a:lnTo>
                  <a:lnTo>
                    <a:pt x="1073" y="0"/>
                  </a:ln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136"/>
            <p:cNvSpPr/>
            <p:nvPr/>
          </p:nvSpPr>
          <p:spPr>
            <a:xfrm>
              <a:off x="4173750" y="4034240"/>
              <a:ext cx="127820" cy="123508"/>
            </a:xfrm>
            <a:custGeom>
              <a:avLst/>
              <a:gdLst/>
              <a:ahLst/>
              <a:cxnLst/>
              <a:rect l="l" t="t" r="r" b="b"/>
              <a:pathLst>
                <a:path w="8537" h="8249" extrusionOk="0">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136"/>
            <p:cNvSpPr/>
            <p:nvPr/>
          </p:nvSpPr>
          <p:spPr>
            <a:xfrm>
              <a:off x="4173750" y="4042969"/>
              <a:ext cx="122460" cy="114779"/>
            </a:xfrm>
            <a:custGeom>
              <a:avLst/>
              <a:gdLst/>
              <a:ahLst/>
              <a:cxnLst/>
              <a:rect l="l" t="t" r="r" b="b"/>
              <a:pathLst>
                <a:path w="8179" h="7666" extrusionOk="0">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136"/>
            <p:cNvSpPr/>
            <p:nvPr/>
          </p:nvSpPr>
          <p:spPr>
            <a:xfrm>
              <a:off x="3943638" y="3815072"/>
              <a:ext cx="268846" cy="245235"/>
            </a:xfrm>
            <a:custGeom>
              <a:avLst/>
              <a:gdLst/>
              <a:ahLst/>
              <a:cxnLst/>
              <a:rect l="l" t="t" r="r" b="b"/>
              <a:pathLst>
                <a:path w="17956" h="16379" extrusionOk="0">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136"/>
            <p:cNvSpPr/>
            <p:nvPr/>
          </p:nvSpPr>
          <p:spPr>
            <a:xfrm>
              <a:off x="3974795" y="3843715"/>
              <a:ext cx="206516" cy="187860"/>
            </a:xfrm>
            <a:custGeom>
              <a:avLst/>
              <a:gdLst/>
              <a:ahLst/>
              <a:cxnLst/>
              <a:rect l="l" t="t" r="r" b="b"/>
              <a:pathLst>
                <a:path w="13793" h="12547" extrusionOk="0">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136"/>
            <p:cNvSpPr/>
            <p:nvPr/>
          </p:nvSpPr>
          <p:spPr>
            <a:xfrm>
              <a:off x="3973538" y="3863538"/>
              <a:ext cx="178817" cy="167857"/>
            </a:xfrm>
            <a:custGeom>
              <a:avLst/>
              <a:gdLst/>
              <a:ahLst/>
              <a:cxnLst/>
              <a:rect l="l" t="t" r="r" b="b"/>
              <a:pathLst>
                <a:path w="11943" h="11211" extrusionOk="0">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136"/>
            <p:cNvSpPr/>
            <p:nvPr/>
          </p:nvSpPr>
          <p:spPr>
            <a:xfrm>
              <a:off x="4028008" y="3869842"/>
              <a:ext cx="102202" cy="29017"/>
            </a:xfrm>
            <a:custGeom>
              <a:avLst/>
              <a:gdLst/>
              <a:ahLst/>
              <a:cxnLst/>
              <a:rect l="l" t="t" r="r" b="b"/>
              <a:pathLst>
                <a:path w="6826" h="1938" extrusionOk="0">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136"/>
            <p:cNvSpPr/>
            <p:nvPr/>
          </p:nvSpPr>
          <p:spPr>
            <a:xfrm>
              <a:off x="4173750" y="4034240"/>
              <a:ext cx="51640" cy="50936"/>
            </a:xfrm>
            <a:custGeom>
              <a:avLst/>
              <a:gdLst/>
              <a:ahLst/>
              <a:cxnLst/>
              <a:rect l="l" t="t" r="r" b="b"/>
              <a:pathLst>
                <a:path w="3449" h="3402" extrusionOk="0">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136"/>
            <p:cNvSpPr/>
            <p:nvPr/>
          </p:nvSpPr>
          <p:spPr>
            <a:xfrm>
              <a:off x="4173750" y="4042969"/>
              <a:ext cx="36533" cy="42207"/>
            </a:xfrm>
            <a:custGeom>
              <a:avLst/>
              <a:gdLst/>
              <a:ahLst/>
              <a:cxnLst/>
              <a:rect l="l" t="t" r="r" b="b"/>
              <a:pathLst>
                <a:path w="2440" h="2819" extrusionOk="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5" name="Google Shape;12935;p136"/>
          <p:cNvGrpSpPr/>
          <p:nvPr/>
        </p:nvGrpSpPr>
        <p:grpSpPr>
          <a:xfrm>
            <a:off x="3508282" y="3810341"/>
            <a:ext cx="351644" cy="351959"/>
            <a:chOff x="3508282" y="3810341"/>
            <a:chExt cx="351644" cy="351959"/>
          </a:xfrm>
        </p:grpSpPr>
        <p:sp>
          <p:nvSpPr>
            <p:cNvPr id="12936" name="Google Shape;12936;p136"/>
            <p:cNvSpPr/>
            <p:nvPr/>
          </p:nvSpPr>
          <p:spPr>
            <a:xfrm>
              <a:off x="3508282" y="3810341"/>
              <a:ext cx="133180" cy="64232"/>
            </a:xfrm>
            <a:custGeom>
              <a:avLst/>
              <a:gdLst/>
              <a:ahLst/>
              <a:cxnLst/>
              <a:rect l="l" t="t" r="r" b="b"/>
              <a:pathLst>
                <a:path w="8895" h="4290" extrusionOk="0">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136"/>
            <p:cNvSpPr/>
            <p:nvPr/>
          </p:nvSpPr>
          <p:spPr>
            <a:xfrm>
              <a:off x="3535053" y="3847802"/>
              <a:ext cx="58872" cy="26771"/>
            </a:xfrm>
            <a:custGeom>
              <a:avLst/>
              <a:gdLst/>
              <a:ahLst/>
              <a:cxnLst/>
              <a:rect l="l" t="t" r="r" b="b"/>
              <a:pathLst>
                <a:path w="3932" h="1788" extrusionOk="0">
                  <a:moveTo>
                    <a:pt x="1808" y="1"/>
                  </a:moveTo>
                  <a:cubicBezTo>
                    <a:pt x="1808" y="989"/>
                    <a:pt x="1009" y="1788"/>
                    <a:pt x="0" y="1788"/>
                  </a:cubicBezTo>
                  <a:lnTo>
                    <a:pt x="3932" y="1788"/>
                  </a:lnTo>
                  <a:lnTo>
                    <a:pt x="3932"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136"/>
            <p:cNvSpPr/>
            <p:nvPr/>
          </p:nvSpPr>
          <p:spPr>
            <a:xfrm>
              <a:off x="3545743" y="3810341"/>
              <a:ext cx="239261" cy="351959"/>
            </a:xfrm>
            <a:custGeom>
              <a:avLst/>
              <a:gdLst/>
              <a:ahLst/>
              <a:cxnLst/>
              <a:rect l="l" t="t" r="r" b="b"/>
              <a:pathLst>
                <a:path w="15980" h="23507" extrusionOk="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136"/>
            <p:cNvSpPr/>
            <p:nvPr/>
          </p:nvSpPr>
          <p:spPr>
            <a:xfrm>
              <a:off x="3583205" y="4082317"/>
              <a:ext cx="201799" cy="79983"/>
            </a:xfrm>
            <a:custGeom>
              <a:avLst/>
              <a:gdLst/>
              <a:ahLst/>
              <a:cxnLst/>
              <a:rect l="l" t="t" r="r" b="b"/>
              <a:pathLst>
                <a:path w="13478" h="5342" extrusionOk="0">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136"/>
            <p:cNvSpPr/>
            <p:nvPr/>
          </p:nvSpPr>
          <p:spPr>
            <a:xfrm>
              <a:off x="3545429" y="3810341"/>
              <a:ext cx="232328" cy="15437"/>
            </a:xfrm>
            <a:custGeom>
              <a:avLst/>
              <a:gdLst/>
              <a:ahLst/>
              <a:cxnLst/>
              <a:rect l="l" t="t" r="r" b="b"/>
              <a:pathLst>
                <a:path w="15517" h="1031" extrusionOk="0">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136"/>
            <p:cNvSpPr/>
            <p:nvPr/>
          </p:nvSpPr>
          <p:spPr>
            <a:xfrm>
              <a:off x="3620666" y="4097753"/>
              <a:ext cx="239261" cy="64546"/>
            </a:xfrm>
            <a:custGeom>
              <a:avLst/>
              <a:gdLst/>
              <a:ahLst/>
              <a:cxnLst/>
              <a:rect l="l" t="t" r="r" b="b"/>
              <a:pathLst>
                <a:path w="15980" h="4311" extrusionOk="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136"/>
            <p:cNvSpPr/>
            <p:nvPr/>
          </p:nvSpPr>
          <p:spPr>
            <a:xfrm>
              <a:off x="3620666" y="4147791"/>
              <a:ext cx="231385" cy="14508"/>
            </a:xfrm>
            <a:custGeom>
              <a:avLst/>
              <a:gdLst/>
              <a:ahLst/>
              <a:cxnLst/>
              <a:rect l="l" t="t" r="r" b="b"/>
              <a:pathLst>
                <a:path w="15454" h="969" extrusionOk="0">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136"/>
            <p:cNvSpPr/>
            <p:nvPr/>
          </p:nvSpPr>
          <p:spPr>
            <a:xfrm>
              <a:off x="3604301" y="4097753"/>
              <a:ext cx="53841" cy="27085"/>
            </a:xfrm>
            <a:custGeom>
              <a:avLst/>
              <a:gdLst/>
              <a:ahLst/>
              <a:cxnLst/>
              <a:rect l="l" t="t" r="r" b="b"/>
              <a:pathLst>
                <a:path w="3596" h="1809" extrusionOk="0">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136"/>
            <p:cNvSpPr/>
            <p:nvPr/>
          </p:nvSpPr>
          <p:spPr>
            <a:xfrm>
              <a:off x="3606187" y="3867401"/>
              <a:ext cx="159292" cy="25124"/>
            </a:xfrm>
            <a:custGeom>
              <a:avLst/>
              <a:gdLst/>
              <a:ahLst/>
              <a:cxnLst/>
              <a:rect l="l" t="t" r="r" b="b"/>
              <a:pathLst>
                <a:path w="10639" h="1678" extrusionOk="0">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136"/>
            <p:cNvSpPr/>
            <p:nvPr/>
          </p:nvSpPr>
          <p:spPr>
            <a:xfrm>
              <a:off x="3606187" y="3904159"/>
              <a:ext cx="159292" cy="25184"/>
            </a:xfrm>
            <a:custGeom>
              <a:avLst/>
              <a:gdLst/>
              <a:ahLst/>
              <a:cxnLst/>
              <a:rect l="l" t="t" r="r" b="b"/>
              <a:pathLst>
                <a:path w="10639" h="1682" extrusionOk="0">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136"/>
            <p:cNvSpPr/>
            <p:nvPr/>
          </p:nvSpPr>
          <p:spPr>
            <a:xfrm>
              <a:off x="3606187" y="3940976"/>
              <a:ext cx="159292" cy="25199"/>
            </a:xfrm>
            <a:custGeom>
              <a:avLst/>
              <a:gdLst/>
              <a:ahLst/>
              <a:cxnLst/>
              <a:rect l="l" t="t" r="r" b="b"/>
              <a:pathLst>
                <a:path w="10639" h="1683" extrusionOk="0">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136"/>
            <p:cNvSpPr/>
            <p:nvPr/>
          </p:nvSpPr>
          <p:spPr>
            <a:xfrm>
              <a:off x="3711639" y="3882434"/>
              <a:ext cx="147030" cy="147015"/>
            </a:xfrm>
            <a:custGeom>
              <a:avLst/>
              <a:gdLst/>
              <a:ahLst/>
              <a:cxnLst/>
              <a:rect l="l" t="t" r="r" b="b"/>
              <a:pathLst>
                <a:path w="9820" h="9819" extrusionOk="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136"/>
            <p:cNvSpPr/>
            <p:nvPr/>
          </p:nvSpPr>
          <p:spPr>
            <a:xfrm>
              <a:off x="3682996" y="3930915"/>
              <a:ext cx="127191" cy="127176"/>
            </a:xfrm>
            <a:custGeom>
              <a:avLst/>
              <a:gdLst/>
              <a:ahLst/>
              <a:cxnLst/>
              <a:rect l="l" t="t" r="r" b="b"/>
              <a:pathLst>
                <a:path w="8495" h="8494" extrusionOk="0">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9" name="Google Shape;12949;p136"/>
          <p:cNvGrpSpPr/>
          <p:nvPr/>
        </p:nvGrpSpPr>
        <p:grpSpPr>
          <a:xfrm>
            <a:off x="2224585" y="1962854"/>
            <a:ext cx="303163" cy="351809"/>
            <a:chOff x="2224585" y="1962854"/>
            <a:chExt cx="303163" cy="351809"/>
          </a:xfrm>
        </p:grpSpPr>
        <p:sp>
          <p:nvSpPr>
            <p:cNvPr id="12950" name="Google Shape;12950;p136"/>
            <p:cNvSpPr/>
            <p:nvPr/>
          </p:nvSpPr>
          <p:spPr>
            <a:xfrm>
              <a:off x="2283143" y="1962854"/>
              <a:ext cx="181018" cy="81870"/>
            </a:xfrm>
            <a:custGeom>
              <a:avLst/>
              <a:gdLst/>
              <a:ahLst/>
              <a:cxnLst/>
              <a:rect l="l" t="t" r="r" b="b"/>
              <a:pathLst>
                <a:path w="12090" h="5468" extrusionOk="0">
                  <a:moveTo>
                    <a:pt x="652" y="1"/>
                  </a:moveTo>
                  <a:lnTo>
                    <a:pt x="0" y="5467"/>
                  </a:lnTo>
                  <a:lnTo>
                    <a:pt x="12089" y="5467"/>
                  </a:lnTo>
                  <a:lnTo>
                    <a:pt x="11774"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136"/>
            <p:cNvSpPr/>
            <p:nvPr/>
          </p:nvSpPr>
          <p:spPr>
            <a:xfrm>
              <a:off x="2224899" y="1962854"/>
              <a:ext cx="141355" cy="186378"/>
            </a:xfrm>
            <a:custGeom>
              <a:avLst/>
              <a:gdLst/>
              <a:ahLst/>
              <a:cxnLst/>
              <a:rect l="l" t="t" r="r" b="b"/>
              <a:pathLst>
                <a:path w="9441" h="12448" extrusionOk="0">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136"/>
            <p:cNvSpPr/>
            <p:nvPr/>
          </p:nvSpPr>
          <p:spPr>
            <a:xfrm>
              <a:off x="2386393" y="1962854"/>
              <a:ext cx="141355" cy="186378"/>
            </a:xfrm>
            <a:custGeom>
              <a:avLst/>
              <a:gdLst/>
              <a:ahLst/>
              <a:cxnLst/>
              <a:rect l="l" t="t" r="r" b="b"/>
              <a:pathLst>
                <a:path w="9441" h="12448" extrusionOk="0">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136"/>
            <p:cNvSpPr/>
            <p:nvPr/>
          </p:nvSpPr>
          <p:spPr>
            <a:xfrm>
              <a:off x="2279684" y="2074609"/>
              <a:ext cx="86571" cy="74623"/>
            </a:xfrm>
            <a:custGeom>
              <a:avLst/>
              <a:gdLst/>
              <a:ahLst/>
              <a:cxnLst/>
              <a:rect l="l" t="t" r="r" b="b"/>
              <a:pathLst>
                <a:path w="5782" h="4984" extrusionOk="0">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136"/>
            <p:cNvSpPr/>
            <p:nvPr/>
          </p:nvSpPr>
          <p:spPr>
            <a:xfrm>
              <a:off x="2386393" y="2074609"/>
              <a:ext cx="86571" cy="74623"/>
            </a:xfrm>
            <a:custGeom>
              <a:avLst/>
              <a:gdLst/>
              <a:ahLst/>
              <a:cxnLst/>
              <a:rect l="l" t="t" r="r" b="b"/>
              <a:pathLst>
                <a:path w="5782" h="4984" extrusionOk="0">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136"/>
            <p:cNvSpPr/>
            <p:nvPr/>
          </p:nvSpPr>
          <p:spPr>
            <a:xfrm>
              <a:off x="2224585" y="2087830"/>
              <a:ext cx="265073" cy="226833"/>
            </a:xfrm>
            <a:custGeom>
              <a:avLst/>
              <a:gdLst/>
              <a:ahLst/>
              <a:cxnLst/>
              <a:rect l="l" t="t" r="r" b="b"/>
              <a:pathLst>
                <a:path w="17704" h="15150" extrusionOk="0">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136"/>
            <p:cNvSpPr/>
            <p:nvPr/>
          </p:nvSpPr>
          <p:spPr>
            <a:xfrm>
              <a:off x="2274953" y="2125605"/>
              <a:ext cx="177244" cy="151627"/>
            </a:xfrm>
            <a:custGeom>
              <a:avLst/>
              <a:gdLst/>
              <a:ahLst/>
              <a:cxnLst/>
              <a:rect l="l" t="t" r="r" b="b"/>
              <a:pathLst>
                <a:path w="11838" h="10127" extrusionOk="0">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136"/>
            <p:cNvSpPr/>
            <p:nvPr/>
          </p:nvSpPr>
          <p:spPr>
            <a:xfrm>
              <a:off x="2326263" y="2154053"/>
              <a:ext cx="99492" cy="89191"/>
            </a:xfrm>
            <a:custGeom>
              <a:avLst/>
              <a:gdLst/>
              <a:ahLst/>
              <a:cxnLst/>
              <a:rect l="l" t="t" r="r" b="b"/>
              <a:pathLst>
                <a:path w="6645" h="5957" extrusionOk="0">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8" name="Google Shape;12958;p136"/>
          <p:cNvGrpSpPr/>
          <p:nvPr/>
        </p:nvGrpSpPr>
        <p:grpSpPr>
          <a:xfrm>
            <a:off x="2622794" y="1990868"/>
            <a:ext cx="389090" cy="296231"/>
            <a:chOff x="2622794" y="1990868"/>
            <a:chExt cx="389090" cy="296231"/>
          </a:xfrm>
        </p:grpSpPr>
        <p:sp>
          <p:nvSpPr>
            <p:cNvPr id="12959" name="Google Shape;12959;p136"/>
            <p:cNvSpPr/>
            <p:nvPr/>
          </p:nvSpPr>
          <p:spPr>
            <a:xfrm>
              <a:off x="2654910" y="1990868"/>
              <a:ext cx="324873" cy="224468"/>
            </a:xfrm>
            <a:custGeom>
              <a:avLst/>
              <a:gdLst/>
              <a:ahLst/>
              <a:cxnLst/>
              <a:rect l="l" t="t" r="r" b="b"/>
              <a:pathLst>
                <a:path w="21698" h="14992" extrusionOk="0">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136"/>
            <p:cNvSpPr/>
            <p:nvPr/>
          </p:nvSpPr>
          <p:spPr>
            <a:xfrm>
              <a:off x="2654910" y="1990868"/>
              <a:ext cx="324873" cy="224468"/>
            </a:xfrm>
            <a:custGeom>
              <a:avLst/>
              <a:gdLst/>
              <a:ahLst/>
              <a:cxnLst/>
              <a:rect l="l" t="t" r="r" b="b"/>
              <a:pathLst>
                <a:path w="21698" h="14992" extrusionOk="0">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136"/>
            <p:cNvSpPr/>
            <p:nvPr/>
          </p:nvSpPr>
          <p:spPr>
            <a:xfrm>
              <a:off x="2679135" y="2015108"/>
              <a:ext cx="276407" cy="162137"/>
            </a:xfrm>
            <a:custGeom>
              <a:avLst/>
              <a:gdLst/>
              <a:ahLst/>
              <a:cxnLst/>
              <a:rect l="l" t="t" r="r" b="b"/>
              <a:pathLst>
                <a:path w="18461" h="10829" extrusionOk="0">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136"/>
            <p:cNvSpPr/>
            <p:nvPr/>
          </p:nvSpPr>
          <p:spPr>
            <a:xfrm>
              <a:off x="2679135" y="2015108"/>
              <a:ext cx="276722" cy="162137"/>
            </a:xfrm>
            <a:custGeom>
              <a:avLst/>
              <a:gdLst/>
              <a:ahLst/>
              <a:cxnLst/>
              <a:rect l="l" t="t" r="r" b="b"/>
              <a:pathLst>
                <a:path w="18482" h="10829" extrusionOk="0">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136"/>
            <p:cNvSpPr/>
            <p:nvPr/>
          </p:nvSpPr>
          <p:spPr>
            <a:xfrm>
              <a:off x="2622794" y="2264430"/>
              <a:ext cx="388776" cy="22668"/>
            </a:xfrm>
            <a:custGeom>
              <a:avLst/>
              <a:gdLst/>
              <a:ahLst/>
              <a:cxnLst/>
              <a:rect l="l" t="t" r="r" b="b"/>
              <a:pathLst>
                <a:path w="25966" h="1514" extrusionOk="0">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136"/>
            <p:cNvSpPr/>
            <p:nvPr/>
          </p:nvSpPr>
          <p:spPr>
            <a:xfrm>
              <a:off x="2623108" y="2201471"/>
              <a:ext cx="388776" cy="62974"/>
            </a:xfrm>
            <a:custGeom>
              <a:avLst/>
              <a:gdLst/>
              <a:ahLst/>
              <a:cxnLst/>
              <a:rect l="l" t="t" r="r" b="b"/>
              <a:pathLst>
                <a:path w="25966" h="4206" extrusionOk="0">
                  <a:moveTo>
                    <a:pt x="2124" y="0"/>
                  </a:moveTo>
                  <a:lnTo>
                    <a:pt x="1" y="4205"/>
                  </a:lnTo>
                  <a:lnTo>
                    <a:pt x="25966" y="4205"/>
                  </a:lnTo>
                  <a:lnTo>
                    <a:pt x="23821" y="0"/>
                  </a:lnTo>
                  <a:close/>
                </a:path>
              </a:pathLst>
            </a:custGeom>
            <a:solidFill>
              <a:srgbClr val="A1B4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136"/>
            <p:cNvSpPr/>
            <p:nvPr/>
          </p:nvSpPr>
          <p:spPr>
            <a:xfrm>
              <a:off x="2623108" y="2201471"/>
              <a:ext cx="388776" cy="62974"/>
            </a:xfrm>
            <a:custGeom>
              <a:avLst/>
              <a:gdLst/>
              <a:ahLst/>
              <a:cxnLst/>
              <a:rect l="l" t="t" r="r" b="b"/>
              <a:pathLst>
                <a:path w="25966" h="4206" extrusionOk="0">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136"/>
            <p:cNvSpPr/>
            <p:nvPr/>
          </p:nvSpPr>
          <p:spPr>
            <a:xfrm>
              <a:off x="2766021" y="2232943"/>
              <a:ext cx="102951" cy="31502"/>
            </a:xfrm>
            <a:custGeom>
              <a:avLst/>
              <a:gdLst/>
              <a:ahLst/>
              <a:cxnLst/>
              <a:rect l="l" t="t" r="r" b="b"/>
              <a:pathLst>
                <a:path w="6876" h="2104" extrusionOk="0">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136"/>
            <p:cNvSpPr/>
            <p:nvPr/>
          </p:nvSpPr>
          <p:spPr>
            <a:xfrm>
              <a:off x="2766021" y="2253096"/>
              <a:ext cx="102951" cy="11349"/>
            </a:xfrm>
            <a:custGeom>
              <a:avLst/>
              <a:gdLst/>
              <a:ahLst/>
              <a:cxnLst/>
              <a:rect l="l" t="t" r="r" b="b"/>
              <a:pathLst>
                <a:path w="6876" h="758" extrusionOk="0">
                  <a:moveTo>
                    <a:pt x="211" y="0"/>
                  </a:moveTo>
                  <a:lnTo>
                    <a:pt x="1" y="757"/>
                  </a:lnTo>
                  <a:lnTo>
                    <a:pt x="6876" y="757"/>
                  </a:lnTo>
                  <a:lnTo>
                    <a:pt x="6665"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8" name="Google Shape;12968;p136"/>
          <p:cNvGrpSpPr/>
          <p:nvPr/>
        </p:nvGrpSpPr>
        <p:grpSpPr>
          <a:xfrm>
            <a:off x="3977326" y="1952149"/>
            <a:ext cx="327074" cy="375241"/>
            <a:chOff x="3977326" y="1952149"/>
            <a:chExt cx="327074" cy="375241"/>
          </a:xfrm>
        </p:grpSpPr>
        <p:sp>
          <p:nvSpPr>
            <p:cNvPr id="12969" name="Google Shape;12969;p136"/>
            <p:cNvSpPr/>
            <p:nvPr/>
          </p:nvSpPr>
          <p:spPr>
            <a:xfrm>
              <a:off x="4035868" y="2103566"/>
              <a:ext cx="209974" cy="49754"/>
            </a:xfrm>
            <a:custGeom>
              <a:avLst/>
              <a:gdLst/>
              <a:ahLst/>
              <a:cxnLst/>
              <a:rect l="l" t="t" r="r" b="b"/>
              <a:pathLst>
                <a:path w="14024" h="3323" extrusionOk="0">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136"/>
            <p:cNvSpPr/>
            <p:nvPr/>
          </p:nvSpPr>
          <p:spPr>
            <a:xfrm>
              <a:off x="4035868" y="2142285"/>
              <a:ext cx="209974" cy="185105"/>
            </a:xfrm>
            <a:custGeom>
              <a:avLst/>
              <a:gdLst/>
              <a:ahLst/>
              <a:cxnLst/>
              <a:rect l="l" t="t" r="r" b="b"/>
              <a:pathLst>
                <a:path w="14024" h="12363" extrusionOk="0">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136"/>
            <p:cNvSpPr/>
            <p:nvPr/>
          </p:nvSpPr>
          <p:spPr>
            <a:xfrm>
              <a:off x="4064825" y="2171242"/>
              <a:ext cx="41264" cy="156148"/>
            </a:xfrm>
            <a:custGeom>
              <a:avLst/>
              <a:gdLst/>
              <a:ahLst/>
              <a:cxnLst/>
              <a:rect l="l" t="t" r="r" b="b"/>
              <a:pathLst>
                <a:path w="2756" h="10429" extrusionOk="0">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136"/>
            <p:cNvSpPr/>
            <p:nvPr/>
          </p:nvSpPr>
          <p:spPr>
            <a:xfrm>
              <a:off x="4120553" y="2171242"/>
              <a:ext cx="40935" cy="156148"/>
            </a:xfrm>
            <a:custGeom>
              <a:avLst/>
              <a:gdLst/>
              <a:ahLst/>
              <a:cxnLst/>
              <a:rect l="l" t="t" r="r" b="b"/>
              <a:pathLst>
                <a:path w="2734" h="10429" extrusionOk="0">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136"/>
            <p:cNvSpPr/>
            <p:nvPr/>
          </p:nvSpPr>
          <p:spPr>
            <a:xfrm>
              <a:off x="4175951" y="2171242"/>
              <a:ext cx="41249" cy="156148"/>
            </a:xfrm>
            <a:custGeom>
              <a:avLst/>
              <a:gdLst/>
              <a:ahLst/>
              <a:cxnLst/>
              <a:rect l="l" t="t" r="r" b="b"/>
              <a:pathLst>
                <a:path w="2755" h="10429" extrusionOk="0">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136"/>
            <p:cNvSpPr/>
            <p:nvPr/>
          </p:nvSpPr>
          <p:spPr>
            <a:xfrm>
              <a:off x="3977326" y="1952149"/>
              <a:ext cx="327074" cy="64232"/>
            </a:xfrm>
            <a:custGeom>
              <a:avLst/>
              <a:gdLst/>
              <a:ahLst/>
              <a:cxnLst/>
              <a:rect l="l" t="t" r="r" b="b"/>
              <a:pathLst>
                <a:path w="21845" h="4290" extrusionOk="0">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136"/>
            <p:cNvSpPr/>
            <p:nvPr/>
          </p:nvSpPr>
          <p:spPr>
            <a:xfrm>
              <a:off x="4223489" y="2103566"/>
              <a:ext cx="22354" cy="49754"/>
            </a:xfrm>
            <a:custGeom>
              <a:avLst/>
              <a:gdLst/>
              <a:ahLst/>
              <a:cxnLst/>
              <a:rect l="l" t="t" r="r" b="b"/>
              <a:pathLst>
                <a:path w="1493" h="3323" extrusionOk="0">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136"/>
            <p:cNvSpPr/>
            <p:nvPr/>
          </p:nvSpPr>
          <p:spPr>
            <a:xfrm>
              <a:off x="4223489" y="2142285"/>
              <a:ext cx="22354" cy="185105"/>
            </a:xfrm>
            <a:custGeom>
              <a:avLst/>
              <a:gdLst/>
              <a:ahLst/>
              <a:cxnLst/>
              <a:rect l="l" t="t" r="r" b="b"/>
              <a:pathLst>
                <a:path w="1493" h="12363" extrusionOk="0">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136"/>
            <p:cNvSpPr/>
            <p:nvPr/>
          </p:nvSpPr>
          <p:spPr>
            <a:xfrm>
              <a:off x="4077103" y="2171242"/>
              <a:ext cx="28987" cy="156148"/>
            </a:xfrm>
            <a:custGeom>
              <a:avLst/>
              <a:gdLst/>
              <a:ahLst/>
              <a:cxnLst/>
              <a:rect l="l" t="t" r="r" b="b"/>
              <a:pathLst>
                <a:path w="1936" h="10429" extrusionOk="0">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136"/>
            <p:cNvSpPr/>
            <p:nvPr/>
          </p:nvSpPr>
          <p:spPr>
            <a:xfrm>
              <a:off x="4132516" y="2171242"/>
              <a:ext cx="28972" cy="156148"/>
            </a:xfrm>
            <a:custGeom>
              <a:avLst/>
              <a:gdLst/>
              <a:ahLst/>
              <a:cxnLst/>
              <a:rect l="l" t="t" r="r" b="b"/>
              <a:pathLst>
                <a:path w="1935" h="10429" extrusionOk="0">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136"/>
            <p:cNvSpPr/>
            <p:nvPr/>
          </p:nvSpPr>
          <p:spPr>
            <a:xfrm>
              <a:off x="4188228" y="2171242"/>
              <a:ext cx="28657" cy="156148"/>
            </a:xfrm>
            <a:custGeom>
              <a:avLst/>
              <a:gdLst/>
              <a:ahLst/>
              <a:cxnLst/>
              <a:rect l="l" t="t" r="r" b="b"/>
              <a:pathLst>
                <a:path w="1914" h="10429" extrusionOk="0">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136"/>
            <p:cNvSpPr/>
            <p:nvPr/>
          </p:nvSpPr>
          <p:spPr>
            <a:xfrm>
              <a:off x="4255590" y="1952149"/>
              <a:ext cx="48810" cy="64232"/>
            </a:xfrm>
            <a:custGeom>
              <a:avLst/>
              <a:gdLst/>
              <a:ahLst/>
              <a:cxnLst/>
              <a:rect l="l" t="t" r="r" b="b"/>
              <a:pathLst>
                <a:path w="3260" h="4290" extrusionOk="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136"/>
            <p:cNvSpPr/>
            <p:nvPr/>
          </p:nvSpPr>
          <p:spPr>
            <a:xfrm>
              <a:off x="3988346" y="2010706"/>
              <a:ext cx="307865" cy="98235"/>
            </a:xfrm>
            <a:custGeom>
              <a:avLst/>
              <a:gdLst/>
              <a:ahLst/>
              <a:cxnLst/>
              <a:rect l="l" t="t" r="r" b="b"/>
              <a:pathLst>
                <a:path w="20562" h="6561" extrusionOk="0">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136"/>
            <p:cNvSpPr/>
            <p:nvPr/>
          </p:nvSpPr>
          <p:spPr>
            <a:xfrm>
              <a:off x="4230092" y="2010706"/>
              <a:ext cx="66119" cy="98549"/>
            </a:xfrm>
            <a:custGeom>
              <a:avLst/>
              <a:gdLst/>
              <a:ahLst/>
              <a:cxnLst/>
              <a:rect l="l" t="t" r="r" b="b"/>
              <a:pathLst>
                <a:path w="4416" h="6582" extrusionOk="0">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136"/>
            <p:cNvSpPr/>
            <p:nvPr/>
          </p:nvSpPr>
          <p:spPr>
            <a:xfrm>
              <a:off x="3982671" y="2005346"/>
              <a:ext cx="318899" cy="109254"/>
            </a:xfrm>
            <a:custGeom>
              <a:avLst/>
              <a:gdLst/>
              <a:ahLst/>
              <a:cxnLst/>
              <a:rect l="l" t="t" r="r" b="b"/>
              <a:pathLst>
                <a:path w="21299" h="7297" extrusionOk="0">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136"/>
            <p:cNvSpPr/>
            <p:nvPr/>
          </p:nvSpPr>
          <p:spPr>
            <a:xfrm>
              <a:off x="4014158" y="2043871"/>
              <a:ext cx="65175" cy="71045"/>
            </a:xfrm>
            <a:custGeom>
              <a:avLst/>
              <a:gdLst/>
              <a:ahLst/>
              <a:cxnLst/>
              <a:rect l="l" t="t" r="r" b="b"/>
              <a:pathLst>
                <a:path w="4353" h="4745" extrusionOk="0">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136"/>
            <p:cNvSpPr/>
            <p:nvPr/>
          </p:nvSpPr>
          <p:spPr>
            <a:xfrm>
              <a:off x="4204908" y="2043751"/>
              <a:ext cx="65490" cy="71164"/>
            </a:xfrm>
            <a:custGeom>
              <a:avLst/>
              <a:gdLst/>
              <a:ahLst/>
              <a:cxnLst/>
              <a:rect l="l" t="t" r="r" b="b"/>
              <a:pathLst>
                <a:path w="4374" h="4753" extrusionOk="0">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6" name="Google Shape;12986;p136"/>
          <p:cNvGrpSpPr/>
          <p:nvPr/>
        </p:nvGrpSpPr>
        <p:grpSpPr>
          <a:xfrm>
            <a:off x="1341612" y="3340055"/>
            <a:ext cx="259399" cy="370524"/>
            <a:chOff x="1341612" y="3340055"/>
            <a:chExt cx="259399" cy="370524"/>
          </a:xfrm>
        </p:grpSpPr>
        <p:sp>
          <p:nvSpPr>
            <p:cNvPr id="12987" name="Google Shape;12987;p136"/>
            <p:cNvSpPr/>
            <p:nvPr/>
          </p:nvSpPr>
          <p:spPr>
            <a:xfrm>
              <a:off x="1383954" y="3340055"/>
              <a:ext cx="43615" cy="35664"/>
            </a:xfrm>
            <a:custGeom>
              <a:avLst/>
              <a:gdLst/>
              <a:ahLst/>
              <a:cxnLst/>
              <a:rect l="l" t="t" r="r" b="b"/>
              <a:pathLst>
                <a:path w="2913" h="2382" extrusionOk="0">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136"/>
            <p:cNvSpPr/>
            <p:nvPr/>
          </p:nvSpPr>
          <p:spPr>
            <a:xfrm>
              <a:off x="1363966" y="3403329"/>
              <a:ext cx="237045" cy="307251"/>
            </a:xfrm>
            <a:custGeom>
              <a:avLst/>
              <a:gdLst/>
              <a:ahLst/>
              <a:cxnLst/>
              <a:rect l="l" t="t" r="r" b="b"/>
              <a:pathLst>
                <a:path w="15832" h="20521" extrusionOk="0">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136"/>
            <p:cNvSpPr/>
            <p:nvPr/>
          </p:nvSpPr>
          <p:spPr>
            <a:xfrm>
              <a:off x="1341612" y="3371841"/>
              <a:ext cx="237045" cy="306936"/>
            </a:xfrm>
            <a:custGeom>
              <a:avLst/>
              <a:gdLst/>
              <a:ahLst/>
              <a:cxnLst/>
              <a:rect l="l" t="t" r="r" b="b"/>
              <a:pathLst>
                <a:path w="15832" h="20500" extrusionOk="0">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136"/>
            <p:cNvSpPr/>
            <p:nvPr/>
          </p:nvSpPr>
          <p:spPr>
            <a:xfrm>
              <a:off x="1556303" y="3371841"/>
              <a:ext cx="22354" cy="306936"/>
            </a:xfrm>
            <a:custGeom>
              <a:avLst/>
              <a:gdLst/>
              <a:ahLst/>
              <a:cxnLst/>
              <a:rect l="l" t="t" r="r" b="b"/>
              <a:pathLst>
                <a:path w="1493" h="20500" extrusionOk="0">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136"/>
            <p:cNvSpPr/>
            <p:nvPr/>
          </p:nvSpPr>
          <p:spPr>
            <a:xfrm>
              <a:off x="1379387" y="3455583"/>
              <a:ext cx="44708" cy="44708"/>
            </a:xfrm>
            <a:custGeom>
              <a:avLst/>
              <a:gdLst/>
              <a:ahLst/>
              <a:cxnLst/>
              <a:rect l="l" t="t" r="r" b="b"/>
              <a:pathLst>
                <a:path w="2986" h="2986" extrusionOk="0">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136"/>
            <p:cNvSpPr/>
            <p:nvPr/>
          </p:nvSpPr>
          <p:spPr>
            <a:xfrm>
              <a:off x="1379387" y="3527975"/>
              <a:ext cx="44708" cy="44723"/>
            </a:xfrm>
            <a:custGeom>
              <a:avLst/>
              <a:gdLst/>
              <a:ahLst/>
              <a:cxnLst/>
              <a:rect l="l" t="t" r="r" b="b"/>
              <a:pathLst>
                <a:path w="2986" h="2987" extrusionOk="0">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136"/>
            <p:cNvSpPr/>
            <p:nvPr/>
          </p:nvSpPr>
          <p:spPr>
            <a:xfrm>
              <a:off x="1379387" y="3600067"/>
              <a:ext cx="44708" cy="44708"/>
            </a:xfrm>
            <a:custGeom>
              <a:avLst/>
              <a:gdLst/>
              <a:ahLst/>
              <a:cxnLst/>
              <a:rect l="l" t="t" r="r" b="b"/>
              <a:pathLst>
                <a:path w="2986" h="2986" extrusionOk="0">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136"/>
            <p:cNvSpPr/>
            <p:nvPr/>
          </p:nvSpPr>
          <p:spPr>
            <a:xfrm>
              <a:off x="1444233" y="3459041"/>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136"/>
            <p:cNvSpPr/>
            <p:nvPr/>
          </p:nvSpPr>
          <p:spPr>
            <a:xfrm>
              <a:off x="1444233" y="3482967"/>
              <a:ext cx="103894" cy="10720"/>
            </a:xfrm>
            <a:custGeom>
              <a:avLst/>
              <a:gdLst/>
              <a:ahLst/>
              <a:cxnLst/>
              <a:rect l="l" t="t" r="r" b="b"/>
              <a:pathLst>
                <a:path w="6939" h="716" extrusionOk="0">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136"/>
            <p:cNvSpPr/>
            <p:nvPr/>
          </p:nvSpPr>
          <p:spPr>
            <a:xfrm>
              <a:off x="1444233" y="3531433"/>
              <a:ext cx="103894" cy="10735"/>
            </a:xfrm>
            <a:custGeom>
              <a:avLst/>
              <a:gdLst/>
              <a:ahLst/>
              <a:cxnLst/>
              <a:rect l="l" t="t" r="r" b="b"/>
              <a:pathLst>
                <a:path w="6939" h="717"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136"/>
            <p:cNvSpPr/>
            <p:nvPr/>
          </p:nvSpPr>
          <p:spPr>
            <a:xfrm>
              <a:off x="1444233" y="3555359"/>
              <a:ext cx="103894" cy="10720"/>
            </a:xfrm>
            <a:custGeom>
              <a:avLst/>
              <a:gdLst/>
              <a:ahLst/>
              <a:cxnLst/>
              <a:rect l="l" t="t" r="r" b="b"/>
              <a:pathLst>
                <a:path w="6939" h="716"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136"/>
            <p:cNvSpPr/>
            <p:nvPr/>
          </p:nvSpPr>
          <p:spPr>
            <a:xfrm>
              <a:off x="1444233" y="3603526"/>
              <a:ext cx="103894" cy="11035"/>
            </a:xfrm>
            <a:custGeom>
              <a:avLst/>
              <a:gdLst/>
              <a:ahLst/>
              <a:cxnLst/>
              <a:rect l="l" t="t" r="r" b="b"/>
              <a:pathLst>
                <a:path w="6939" h="737" extrusionOk="0">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136"/>
            <p:cNvSpPr/>
            <p:nvPr/>
          </p:nvSpPr>
          <p:spPr>
            <a:xfrm>
              <a:off x="1444233" y="3627452"/>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136"/>
            <p:cNvSpPr/>
            <p:nvPr/>
          </p:nvSpPr>
          <p:spPr>
            <a:xfrm>
              <a:off x="1390183" y="3448845"/>
              <a:ext cx="55413" cy="37087"/>
            </a:xfrm>
            <a:custGeom>
              <a:avLst/>
              <a:gdLst/>
              <a:ahLst/>
              <a:cxnLst/>
              <a:rect l="l" t="t" r="r" b="b"/>
              <a:pathLst>
                <a:path w="3701" h="2477" extrusionOk="0">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136"/>
            <p:cNvSpPr/>
            <p:nvPr/>
          </p:nvSpPr>
          <p:spPr>
            <a:xfrm>
              <a:off x="1390183" y="3521686"/>
              <a:ext cx="54874" cy="37147"/>
            </a:xfrm>
            <a:custGeom>
              <a:avLst/>
              <a:gdLst/>
              <a:ahLst/>
              <a:cxnLst/>
              <a:rect l="l" t="t" r="r" b="b"/>
              <a:pathLst>
                <a:path w="3665" h="2481" extrusionOk="0">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136"/>
            <p:cNvSpPr/>
            <p:nvPr/>
          </p:nvSpPr>
          <p:spPr>
            <a:xfrm>
              <a:off x="1390183" y="3595216"/>
              <a:ext cx="55413" cy="37267"/>
            </a:xfrm>
            <a:custGeom>
              <a:avLst/>
              <a:gdLst/>
              <a:ahLst/>
              <a:cxnLst/>
              <a:rect l="l" t="t" r="r" b="b"/>
              <a:pathLst>
                <a:path w="3701" h="2489" extrusionOk="0">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136"/>
            <p:cNvSpPr/>
            <p:nvPr/>
          </p:nvSpPr>
          <p:spPr>
            <a:xfrm>
              <a:off x="1368682" y="3362409"/>
              <a:ext cx="74309" cy="38734"/>
            </a:xfrm>
            <a:custGeom>
              <a:avLst/>
              <a:gdLst/>
              <a:ahLst/>
              <a:cxnLst/>
              <a:rect l="l" t="t" r="r" b="b"/>
              <a:pathLst>
                <a:path w="4963" h="2587" extrusionOk="0">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136"/>
            <p:cNvSpPr/>
            <p:nvPr/>
          </p:nvSpPr>
          <p:spPr>
            <a:xfrm>
              <a:off x="1409602" y="3362409"/>
              <a:ext cx="33389" cy="38734"/>
            </a:xfrm>
            <a:custGeom>
              <a:avLst/>
              <a:gdLst/>
              <a:ahLst/>
              <a:cxnLst/>
              <a:rect l="l" t="t" r="r" b="b"/>
              <a:pathLst>
                <a:path w="2230" h="2587" extrusionOk="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5" name="Google Shape;13005;p136"/>
          <p:cNvGrpSpPr/>
          <p:nvPr/>
        </p:nvGrpSpPr>
        <p:grpSpPr>
          <a:xfrm>
            <a:off x="2179892" y="3844972"/>
            <a:ext cx="351629" cy="282381"/>
            <a:chOff x="2179892" y="3844972"/>
            <a:chExt cx="351629" cy="282381"/>
          </a:xfrm>
        </p:grpSpPr>
        <p:sp>
          <p:nvSpPr>
            <p:cNvPr id="13006" name="Google Shape;13006;p136"/>
            <p:cNvSpPr/>
            <p:nvPr/>
          </p:nvSpPr>
          <p:spPr>
            <a:xfrm>
              <a:off x="2179892"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136"/>
            <p:cNvSpPr/>
            <p:nvPr/>
          </p:nvSpPr>
          <p:spPr>
            <a:xfrm>
              <a:off x="2179892" y="3844972"/>
              <a:ext cx="15751" cy="282381"/>
            </a:xfrm>
            <a:custGeom>
              <a:avLst/>
              <a:gdLst/>
              <a:ahLst/>
              <a:cxnLst/>
              <a:rect l="l" t="t" r="r" b="b"/>
              <a:pathLst>
                <a:path w="1052" h="18860" extrusionOk="0">
                  <a:moveTo>
                    <a:pt x="0" y="0"/>
                  </a:moveTo>
                  <a:lnTo>
                    <a:pt x="0" y="18859"/>
                  </a:lnTo>
                  <a:lnTo>
                    <a:pt x="1052" y="18859"/>
                  </a:lnTo>
                  <a:lnTo>
                    <a:pt x="1052"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136"/>
            <p:cNvSpPr/>
            <p:nvPr/>
          </p:nvSpPr>
          <p:spPr>
            <a:xfrm>
              <a:off x="2250083" y="3844972"/>
              <a:ext cx="70535" cy="282381"/>
            </a:xfrm>
            <a:custGeom>
              <a:avLst/>
              <a:gdLst/>
              <a:ahLst/>
              <a:cxnLst/>
              <a:rect l="l" t="t" r="r" b="b"/>
              <a:pathLst>
                <a:path w="4711" h="18860" extrusionOk="0">
                  <a:moveTo>
                    <a:pt x="1" y="0"/>
                  </a:moveTo>
                  <a:lnTo>
                    <a:pt x="1" y="11732"/>
                  </a:ln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136"/>
            <p:cNvSpPr/>
            <p:nvPr/>
          </p:nvSpPr>
          <p:spPr>
            <a:xfrm>
              <a:off x="2250083"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136"/>
            <p:cNvSpPr/>
            <p:nvPr/>
          </p:nvSpPr>
          <p:spPr>
            <a:xfrm>
              <a:off x="2320604"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136"/>
            <p:cNvSpPr/>
            <p:nvPr/>
          </p:nvSpPr>
          <p:spPr>
            <a:xfrm>
              <a:off x="2390795" y="3844972"/>
              <a:ext cx="70535" cy="282381"/>
            </a:xfrm>
            <a:custGeom>
              <a:avLst/>
              <a:gdLst/>
              <a:ahLst/>
              <a:cxnLst/>
              <a:rect l="l" t="t" r="r" b="b"/>
              <a:pathLst>
                <a:path w="4711" h="18860" extrusionOk="0">
                  <a:moveTo>
                    <a:pt x="1" y="0"/>
                  </a:move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136"/>
            <p:cNvSpPr/>
            <p:nvPr/>
          </p:nvSpPr>
          <p:spPr>
            <a:xfrm>
              <a:off x="2461315" y="3844972"/>
              <a:ext cx="70206" cy="282381"/>
            </a:xfrm>
            <a:custGeom>
              <a:avLst/>
              <a:gdLst/>
              <a:ahLst/>
              <a:cxnLst/>
              <a:rect l="l" t="t" r="r" b="b"/>
              <a:pathLst>
                <a:path w="4689" h="18860" extrusionOk="0">
                  <a:moveTo>
                    <a:pt x="0" y="0"/>
                  </a:moveTo>
                  <a:lnTo>
                    <a:pt x="0" y="11732"/>
                  </a:lnTo>
                  <a:lnTo>
                    <a:pt x="0" y="18859"/>
                  </a:lnTo>
                  <a:lnTo>
                    <a:pt x="4688" y="18859"/>
                  </a:lnTo>
                  <a:lnTo>
                    <a:pt x="4688"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136"/>
            <p:cNvSpPr/>
            <p:nvPr/>
          </p:nvSpPr>
          <p:spPr>
            <a:xfrm>
              <a:off x="2320604"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136"/>
            <p:cNvSpPr/>
            <p:nvPr/>
          </p:nvSpPr>
          <p:spPr>
            <a:xfrm>
              <a:off x="2390795"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136"/>
            <p:cNvSpPr/>
            <p:nvPr/>
          </p:nvSpPr>
          <p:spPr>
            <a:xfrm>
              <a:off x="2461315"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136"/>
            <p:cNvSpPr/>
            <p:nvPr/>
          </p:nvSpPr>
          <p:spPr>
            <a:xfrm>
              <a:off x="2229631"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136"/>
            <p:cNvSpPr/>
            <p:nvPr/>
          </p:nvSpPr>
          <p:spPr>
            <a:xfrm>
              <a:off x="2229631"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136"/>
            <p:cNvSpPr/>
            <p:nvPr/>
          </p:nvSpPr>
          <p:spPr>
            <a:xfrm>
              <a:off x="2370342"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136"/>
            <p:cNvSpPr/>
            <p:nvPr/>
          </p:nvSpPr>
          <p:spPr>
            <a:xfrm>
              <a:off x="2370342"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136"/>
            <p:cNvSpPr/>
            <p:nvPr/>
          </p:nvSpPr>
          <p:spPr>
            <a:xfrm>
              <a:off x="2440533" y="3844972"/>
              <a:ext cx="41249" cy="175672"/>
            </a:xfrm>
            <a:custGeom>
              <a:avLst/>
              <a:gdLst/>
              <a:ahLst/>
              <a:cxnLst/>
              <a:rect l="l" t="t" r="r" b="b"/>
              <a:pathLst>
                <a:path w="2755" h="11733" extrusionOk="0">
                  <a:moveTo>
                    <a:pt x="0" y="0"/>
                  </a:moveTo>
                  <a:lnTo>
                    <a:pt x="0" y="11732"/>
                  </a:lnTo>
                  <a:lnTo>
                    <a:pt x="2755" y="11732"/>
                  </a:lnTo>
                  <a:lnTo>
                    <a:pt x="275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136"/>
            <p:cNvSpPr/>
            <p:nvPr/>
          </p:nvSpPr>
          <p:spPr>
            <a:xfrm>
              <a:off x="2440533" y="3844972"/>
              <a:ext cx="13550" cy="175672"/>
            </a:xfrm>
            <a:custGeom>
              <a:avLst/>
              <a:gdLst/>
              <a:ahLst/>
              <a:cxnLst/>
              <a:rect l="l" t="t" r="r" b="b"/>
              <a:pathLst>
                <a:path w="905" h="11733" extrusionOk="0">
                  <a:moveTo>
                    <a:pt x="0" y="0"/>
                  </a:moveTo>
                  <a:lnTo>
                    <a:pt x="0" y="11732"/>
                  </a:lnTo>
                  <a:lnTo>
                    <a:pt x="905" y="11732"/>
                  </a:lnTo>
                  <a:lnTo>
                    <a:pt x="905"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136"/>
            <p:cNvSpPr/>
            <p:nvPr/>
          </p:nvSpPr>
          <p:spPr>
            <a:xfrm>
              <a:off x="2244738"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136"/>
            <p:cNvSpPr/>
            <p:nvPr/>
          </p:nvSpPr>
          <p:spPr>
            <a:xfrm>
              <a:off x="2315244" y="3844972"/>
              <a:ext cx="10720" cy="282381"/>
            </a:xfrm>
            <a:custGeom>
              <a:avLst/>
              <a:gdLst/>
              <a:ahLst/>
              <a:cxnLst/>
              <a:rect l="l" t="t" r="r" b="b"/>
              <a:pathLst>
                <a:path w="716" h="18860" extrusionOk="0">
                  <a:moveTo>
                    <a:pt x="1" y="0"/>
                  </a:moveTo>
                  <a:lnTo>
                    <a:pt x="1" y="18859"/>
                  </a:lnTo>
                  <a:lnTo>
                    <a:pt x="716" y="18859"/>
                  </a:lnTo>
                  <a:lnTo>
                    <a:pt x="716"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136"/>
            <p:cNvSpPr/>
            <p:nvPr/>
          </p:nvSpPr>
          <p:spPr>
            <a:xfrm>
              <a:off x="2385450"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136"/>
            <p:cNvSpPr/>
            <p:nvPr/>
          </p:nvSpPr>
          <p:spPr>
            <a:xfrm>
              <a:off x="2455955" y="3985684"/>
              <a:ext cx="10720" cy="141670"/>
            </a:xfrm>
            <a:custGeom>
              <a:avLst/>
              <a:gdLst/>
              <a:ahLst/>
              <a:cxnLst/>
              <a:rect l="l" t="t" r="r" b="b"/>
              <a:pathLst>
                <a:path w="716" h="9462" extrusionOk="0">
                  <a:moveTo>
                    <a:pt x="1" y="0"/>
                  </a:moveTo>
                  <a:lnTo>
                    <a:pt x="1"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6" name="Google Shape;13026;p136"/>
          <p:cNvGrpSpPr/>
          <p:nvPr/>
        </p:nvGrpSpPr>
        <p:grpSpPr>
          <a:xfrm>
            <a:off x="3131170" y="3816884"/>
            <a:ext cx="220051" cy="338169"/>
            <a:chOff x="3131170" y="3816884"/>
            <a:chExt cx="220051" cy="338169"/>
          </a:xfrm>
        </p:grpSpPr>
        <p:sp>
          <p:nvSpPr>
            <p:cNvPr id="13027" name="Google Shape;13027;p136"/>
            <p:cNvSpPr/>
            <p:nvPr/>
          </p:nvSpPr>
          <p:spPr>
            <a:xfrm>
              <a:off x="3131170" y="3816884"/>
              <a:ext cx="220051" cy="258530"/>
            </a:xfrm>
            <a:custGeom>
              <a:avLst/>
              <a:gdLst/>
              <a:ahLst/>
              <a:cxnLst/>
              <a:rect l="l" t="t" r="r" b="b"/>
              <a:pathLst>
                <a:path w="14697"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136"/>
            <p:cNvSpPr/>
            <p:nvPr/>
          </p:nvSpPr>
          <p:spPr>
            <a:xfrm>
              <a:off x="3131170" y="3816884"/>
              <a:ext cx="118373" cy="258530"/>
            </a:xfrm>
            <a:custGeom>
              <a:avLst/>
              <a:gdLst/>
              <a:ahLst/>
              <a:cxnLst/>
              <a:rect l="l" t="t" r="r" b="b"/>
              <a:pathLst>
                <a:path w="7906"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136"/>
            <p:cNvSpPr/>
            <p:nvPr/>
          </p:nvSpPr>
          <p:spPr>
            <a:xfrm>
              <a:off x="3235049" y="3816884"/>
              <a:ext cx="12292" cy="179041"/>
            </a:xfrm>
            <a:custGeom>
              <a:avLst/>
              <a:gdLst/>
              <a:ahLst/>
              <a:cxnLst/>
              <a:rect l="l" t="t" r="r" b="b"/>
              <a:pathLst>
                <a:path w="821" h="11958" extrusionOk="0">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136"/>
            <p:cNvSpPr/>
            <p:nvPr/>
          </p:nvSpPr>
          <p:spPr>
            <a:xfrm>
              <a:off x="3212396" y="3974350"/>
              <a:ext cx="57929" cy="30858"/>
            </a:xfrm>
            <a:custGeom>
              <a:avLst/>
              <a:gdLst/>
              <a:ahLst/>
              <a:cxnLst/>
              <a:rect l="l" t="t" r="r" b="b"/>
              <a:pathLst>
                <a:path w="3869" h="2061" extrusionOk="0">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136"/>
            <p:cNvSpPr/>
            <p:nvPr/>
          </p:nvSpPr>
          <p:spPr>
            <a:xfrm>
              <a:off x="3213339" y="3981597"/>
              <a:ext cx="56042" cy="23612"/>
            </a:xfrm>
            <a:custGeom>
              <a:avLst/>
              <a:gdLst/>
              <a:ahLst/>
              <a:cxnLst/>
              <a:rect l="l" t="t" r="r" b="b"/>
              <a:pathLst>
                <a:path w="3743" h="1577" extrusionOk="0">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136"/>
            <p:cNvSpPr/>
            <p:nvPr/>
          </p:nvSpPr>
          <p:spPr>
            <a:xfrm>
              <a:off x="3199804" y="4118834"/>
              <a:ext cx="83112" cy="36218"/>
            </a:xfrm>
            <a:custGeom>
              <a:avLst/>
              <a:gdLst/>
              <a:ahLst/>
              <a:cxnLst/>
              <a:rect l="l" t="t" r="r" b="b"/>
              <a:pathLst>
                <a:path w="5551" h="2419" extrusionOk="0">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136"/>
            <p:cNvSpPr/>
            <p:nvPr/>
          </p:nvSpPr>
          <p:spPr>
            <a:xfrm>
              <a:off x="3199804" y="4118834"/>
              <a:ext cx="25199" cy="36218"/>
            </a:xfrm>
            <a:custGeom>
              <a:avLst/>
              <a:gdLst/>
              <a:ahLst/>
              <a:cxnLst/>
              <a:rect l="l" t="t" r="r" b="b"/>
              <a:pathLst>
                <a:path w="1683" h="2419" extrusionOk="0">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136"/>
            <p:cNvSpPr/>
            <p:nvPr/>
          </p:nvSpPr>
          <p:spPr>
            <a:xfrm>
              <a:off x="3176192" y="4074770"/>
              <a:ext cx="130021" cy="44708"/>
            </a:xfrm>
            <a:custGeom>
              <a:avLst/>
              <a:gdLst/>
              <a:ahLst/>
              <a:cxnLst/>
              <a:rect l="l" t="t" r="r" b="b"/>
              <a:pathLst>
                <a:path w="8684" h="2986" extrusionOk="0">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136"/>
            <p:cNvSpPr/>
            <p:nvPr/>
          </p:nvSpPr>
          <p:spPr>
            <a:xfrm>
              <a:off x="3176192" y="4093336"/>
              <a:ext cx="130021" cy="26142"/>
            </a:xfrm>
            <a:custGeom>
              <a:avLst/>
              <a:gdLst/>
              <a:ahLst/>
              <a:cxnLst/>
              <a:rect l="l" t="t" r="r" b="b"/>
              <a:pathLst>
                <a:path w="8684" h="1746" extrusionOk="0">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6" name="Google Shape;13036;p136"/>
          <p:cNvGrpSpPr/>
          <p:nvPr/>
        </p:nvGrpSpPr>
        <p:grpSpPr>
          <a:xfrm>
            <a:off x="903502" y="3359564"/>
            <a:ext cx="247990" cy="333393"/>
            <a:chOff x="903502" y="3359564"/>
            <a:chExt cx="247990" cy="333393"/>
          </a:xfrm>
        </p:grpSpPr>
        <p:sp>
          <p:nvSpPr>
            <p:cNvPr id="13037" name="Google Shape;13037;p136"/>
            <p:cNvSpPr/>
            <p:nvPr/>
          </p:nvSpPr>
          <p:spPr>
            <a:xfrm>
              <a:off x="903502" y="3364610"/>
              <a:ext cx="247930" cy="328347"/>
            </a:xfrm>
            <a:custGeom>
              <a:avLst/>
              <a:gdLst/>
              <a:ahLst/>
              <a:cxnLst/>
              <a:rect l="l" t="t" r="r" b="b"/>
              <a:pathLst>
                <a:path w="16559" h="21930" extrusionOk="0">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136"/>
            <p:cNvSpPr/>
            <p:nvPr/>
          </p:nvSpPr>
          <p:spPr>
            <a:xfrm>
              <a:off x="1032175" y="3364610"/>
              <a:ext cx="119316" cy="328347"/>
            </a:xfrm>
            <a:custGeom>
              <a:avLst/>
              <a:gdLst/>
              <a:ahLst/>
              <a:cxnLst/>
              <a:rect l="l" t="t" r="r" b="b"/>
              <a:pathLst>
                <a:path w="7969" h="21930" extrusionOk="0">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136"/>
            <p:cNvSpPr/>
            <p:nvPr/>
          </p:nvSpPr>
          <p:spPr>
            <a:xfrm>
              <a:off x="953480" y="3587460"/>
              <a:ext cx="147958" cy="77782"/>
            </a:xfrm>
            <a:custGeom>
              <a:avLst/>
              <a:gdLst/>
              <a:ahLst/>
              <a:cxnLst/>
              <a:rect l="l" t="t" r="r" b="b"/>
              <a:pathLst>
                <a:path w="9882" h="5195" extrusionOk="0">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136"/>
            <p:cNvSpPr/>
            <p:nvPr/>
          </p:nvSpPr>
          <p:spPr>
            <a:xfrm>
              <a:off x="1013295" y="3587490"/>
              <a:ext cx="88473" cy="77752"/>
            </a:xfrm>
            <a:custGeom>
              <a:avLst/>
              <a:gdLst/>
              <a:ahLst/>
              <a:cxnLst/>
              <a:rect l="l" t="t" r="r" b="b"/>
              <a:pathLst>
                <a:path w="5909" h="5193" extrusionOk="0">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136"/>
            <p:cNvSpPr/>
            <p:nvPr/>
          </p:nvSpPr>
          <p:spPr>
            <a:xfrm>
              <a:off x="1048226" y="3630282"/>
              <a:ext cx="19854" cy="17323"/>
            </a:xfrm>
            <a:custGeom>
              <a:avLst/>
              <a:gdLst/>
              <a:ahLst/>
              <a:cxnLst/>
              <a:rect l="l" t="t" r="r" b="b"/>
              <a:pathLst>
                <a:path w="1326" h="1157" extrusionOk="0">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136"/>
            <p:cNvSpPr/>
            <p:nvPr/>
          </p:nvSpPr>
          <p:spPr>
            <a:xfrm>
              <a:off x="1056101" y="3630282"/>
              <a:ext cx="12682" cy="17173"/>
            </a:xfrm>
            <a:custGeom>
              <a:avLst/>
              <a:gdLst/>
              <a:ahLst/>
              <a:cxnLst/>
              <a:rect l="l" t="t" r="r" b="b"/>
              <a:pathLst>
                <a:path w="847" h="1147" extrusionOk="0">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136"/>
            <p:cNvSpPr/>
            <p:nvPr/>
          </p:nvSpPr>
          <p:spPr>
            <a:xfrm>
              <a:off x="981493" y="3635013"/>
              <a:ext cx="19854" cy="16994"/>
            </a:xfrm>
            <a:custGeom>
              <a:avLst/>
              <a:gdLst/>
              <a:ahLst/>
              <a:cxnLst/>
              <a:rect l="l" t="t" r="r" b="b"/>
              <a:pathLst>
                <a:path w="1326" h="1135" extrusionOk="0">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136"/>
            <p:cNvSpPr/>
            <p:nvPr/>
          </p:nvSpPr>
          <p:spPr>
            <a:xfrm>
              <a:off x="989369" y="3635013"/>
              <a:ext cx="12682" cy="16844"/>
            </a:xfrm>
            <a:custGeom>
              <a:avLst/>
              <a:gdLst/>
              <a:ahLst/>
              <a:cxnLst/>
              <a:rect l="l" t="t" r="r" b="b"/>
              <a:pathLst>
                <a:path w="847" h="1125" extrusionOk="0">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136"/>
            <p:cNvSpPr/>
            <p:nvPr/>
          </p:nvSpPr>
          <p:spPr>
            <a:xfrm>
              <a:off x="1008249" y="3606041"/>
              <a:ext cx="24255" cy="20602"/>
            </a:xfrm>
            <a:custGeom>
              <a:avLst/>
              <a:gdLst/>
              <a:ahLst/>
              <a:cxnLst/>
              <a:rect l="l" t="t" r="r" b="b"/>
              <a:pathLst>
                <a:path w="1620" h="1376" extrusionOk="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136"/>
            <p:cNvSpPr/>
            <p:nvPr/>
          </p:nvSpPr>
          <p:spPr>
            <a:xfrm>
              <a:off x="1018011" y="3606041"/>
              <a:ext cx="14179" cy="20662"/>
            </a:xfrm>
            <a:custGeom>
              <a:avLst/>
              <a:gdLst/>
              <a:ahLst/>
              <a:cxnLst/>
              <a:rect l="l" t="t" r="r" b="b"/>
              <a:pathLst>
                <a:path w="947" h="1380" extrusionOk="0">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136"/>
            <p:cNvSpPr/>
            <p:nvPr/>
          </p:nvSpPr>
          <p:spPr>
            <a:xfrm>
              <a:off x="995657" y="3550329"/>
              <a:ext cx="24255" cy="20602"/>
            </a:xfrm>
            <a:custGeom>
              <a:avLst/>
              <a:gdLst/>
              <a:ahLst/>
              <a:cxnLst/>
              <a:rect l="l" t="t" r="r" b="b"/>
              <a:pathLst>
                <a:path w="1620" h="1376" extrusionOk="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136"/>
            <p:cNvSpPr/>
            <p:nvPr/>
          </p:nvSpPr>
          <p:spPr>
            <a:xfrm>
              <a:off x="1004790" y="3550329"/>
              <a:ext cx="15751" cy="20363"/>
            </a:xfrm>
            <a:custGeom>
              <a:avLst/>
              <a:gdLst/>
              <a:ahLst/>
              <a:cxnLst/>
              <a:rect l="l" t="t" r="r" b="b"/>
              <a:pathLst>
                <a:path w="1052" h="1360" extrusionOk="0">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136"/>
            <p:cNvSpPr/>
            <p:nvPr/>
          </p:nvSpPr>
          <p:spPr>
            <a:xfrm>
              <a:off x="1026830" y="3523558"/>
              <a:ext cx="23941" cy="20437"/>
            </a:xfrm>
            <a:custGeom>
              <a:avLst/>
              <a:gdLst/>
              <a:ahLst/>
              <a:cxnLst/>
              <a:rect l="l" t="t" r="r" b="b"/>
              <a:pathLst>
                <a:path w="1599" h="1365" extrusionOk="0">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136"/>
            <p:cNvSpPr/>
            <p:nvPr/>
          </p:nvSpPr>
          <p:spPr>
            <a:xfrm>
              <a:off x="1035948" y="3523258"/>
              <a:ext cx="15766" cy="20677"/>
            </a:xfrm>
            <a:custGeom>
              <a:avLst/>
              <a:gdLst/>
              <a:ahLst/>
              <a:cxnLst/>
              <a:rect l="l" t="t" r="r" b="b"/>
              <a:pathLst>
                <a:path w="1053" h="1381" extrusionOk="0">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136"/>
            <p:cNvSpPr/>
            <p:nvPr/>
          </p:nvSpPr>
          <p:spPr>
            <a:xfrm>
              <a:off x="1012666" y="3484854"/>
              <a:ext cx="19839" cy="17144"/>
            </a:xfrm>
            <a:custGeom>
              <a:avLst/>
              <a:gdLst/>
              <a:ahLst/>
              <a:cxnLst/>
              <a:rect l="l" t="t" r="r" b="b"/>
              <a:pathLst>
                <a:path w="1325" h="1145" extrusionOk="0">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136"/>
            <p:cNvSpPr/>
            <p:nvPr/>
          </p:nvSpPr>
          <p:spPr>
            <a:xfrm>
              <a:off x="1020527" y="3484854"/>
              <a:ext cx="12622" cy="16934"/>
            </a:xfrm>
            <a:custGeom>
              <a:avLst/>
              <a:gdLst/>
              <a:ahLst/>
              <a:cxnLst/>
              <a:rect l="l" t="t" r="r" b="b"/>
              <a:pathLst>
                <a:path w="843" h="1131" extrusionOk="0">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136"/>
            <p:cNvSpPr/>
            <p:nvPr/>
          </p:nvSpPr>
          <p:spPr>
            <a:xfrm>
              <a:off x="918534" y="3642559"/>
              <a:ext cx="24884" cy="10091"/>
            </a:xfrm>
            <a:custGeom>
              <a:avLst/>
              <a:gdLst/>
              <a:ahLst/>
              <a:cxnLst/>
              <a:rect l="l" t="t" r="r" b="b"/>
              <a:pathLst>
                <a:path w="1662" h="674" extrusionOk="0">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136"/>
            <p:cNvSpPr/>
            <p:nvPr/>
          </p:nvSpPr>
          <p:spPr>
            <a:xfrm>
              <a:off x="933342" y="3615175"/>
              <a:ext cx="24555" cy="10091"/>
            </a:xfrm>
            <a:custGeom>
              <a:avLst/>
              <a:gdLst/>
              <a:ahLst/>
              <a:cxnLst/>
              <a:rect l="l" t="t" r="r" b="b"/>
              <a:pathLst>
                <a:path w="1640" h="674" extrusionOk="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136"/>
            <p:cNvSpPr/>
            <p:nvPr/>
          </p:nvSpPr>
          <p:spPr>
            <a:xfrm>
              <a:off x="947820" y="3587790"/>
              <a:ext cx="24884" cy="10091"/>
            </a:xfrm>
            <a:custGeom>
              <a:avLst/>
              <a:gdLst/>
              <a:ahLst/>
              <a:cxnLst/>
              <a:rect l="l" t="t" r="r" b="b"/>
              <a:pathLst>
                <a:path w="1662" h="674" extrusionOk="0">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136"/>
            <p:cNvSpPr/>
            <p:nvPr/>
          </p:nvSpPr>
          <p:spPr>
            <a:xfrm>
              <a:off x="962299" y="3560405"/>
              <a:ext cx="24884" cy="10406"/>
            </a:xfrm>
            <a:custGeom>
              <a:avLst/>
              <a:gdLst/>
              <a:ahLst/>
              <a:cxnLst/>
              <a:rect l="l" t="t" r="r" b="b"/>
              <a:pathLst>
                <a:path w="1662" h="695" extrusionOk="0">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136"/>
            <p:cNvSpPr/>
            <p:nvPr/>
          </p:nvSpPr>
          <p:spPr>
            <a:xfrm>
              <a:off x="984637" y="3359564"/>
              <a:ext cx="85957" cy="26456"/>
            </a:xfrm>
            <a:custGeom>
              <a:avLst/>
              <a:gdLst/>
              <a:ahLst/>
              <a:cxnLst/>
              <a:rect l="l" t="t" r="r" b="b"/>
              <a:pathLst>
                <a:path w="5741" h="1767" extrusionOk="0">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136"/>
            <p:cNvSpPr/>
            <p:nvPr/>
          </p:nvSpPr>
          <p:spPr>
            <a:xfrm>
              <a:off x="1037535" y="3359564"/>
              <a:ext cx="33059" cy="26456"/>
            </a:xfrm>
            <a:custGeom>
              <a:avLst/>
              <a:gdLst/>
              <a:ahLst/>
              <a:cxnLst/>
              <a:rect l="l" t="t" r="r" b="b"/>
              <a:pathLst>
                <a:path w="2208" h="1767" extrusionOk="0">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9" name="Google Shape;13059;p136"/>
          <p:cNvGrpSpPr/>
          <p:nvPr/>
        </p:nvGrpSpPr>
        <p:grpSpPr>
          <a:xfrm>
            <a:off x="2616191" y="2890461"/>
            <a:ext cx="365793" cy="361152"/>
            <a:chOff x="2616191" y="2890461"/>
            <a:chExt cx="365793" cy="361152"/>
          </a:xfrm>
        </p:grpSpPr>
        <p:sp>
          <p:nvSpPr>
            <p:cNvPr id="13060" name="Google Shape;13060;p136"/>
            <p:cNvSpPr/>
            <p:nvPr/>
          </p:nvSpPr>
          <p:spPr>
            <a:xfrm>
              <a:off x="2616191" y="3225545"/>
              <a:ext cx="30604" cy="26067"/>
            </a:xfrm>
            <a:custGeom>
              <a:avLst/>
              <a:gdLst/>
              <a:ahLst/>
              <a:cxnLst/>
              <a:rect l="l" t="t" r="r" b="b"/>
              <a:pathLst>
                <a:path w="2044" h="1741" extrusionOk="0">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136"/>
            <p:cNvSpPr/>
            <p:nvPr/>
          </p:nvSpPr>
          <p:spPr>
            <a:xfrm>
              <a:off x="2627196" y="3189506"/>
              <a:ext cx="53527" cy="51326"/>
            </a:xfrm>
            <a:custGeom>
              <a:avLst/>
              <a:gdLst/>
              <a:ahLst/>
              <a:cxnLst/>
              <a:rect l="l" t="t" r="r" b="b"/>
              <a:pathLst>
                <a:path w="3575" h="3428" extrusionOk="0">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136"/>
            <p:cNvSpPr/>
            <p:nvPr/>
          </p:nvSpPr>
          <p:spPr>
            <a:xfrm>
              <a:off x="2631298" y="3201544"/>
              <a:ext cx="49424" cy="39288"/>
            </a:xfrm>
            <a:custGeom>
              <a:avLst/>
              <a:gdLst/>
              <a:ahLst/>
              <a:cxnLst/>
              <a:rect l="l" t="t" r="r" b="b"/>
              <a:pathLst>
                <a:path w="3301" h="2624" extrusionOk="0">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136"/>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136"/>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136"/>
            <p:cNvSpPr/>
            <p:nvPr/>
          </p:nvSpPr>
          <p:spPr>
            <a:xfrm>
              <a:off x="2663085" y="2897153"/>
              <a:ext cx="318899" cy="327314"/>
            </a:xfrm>
            <a:custGeom>
              <a:avLst/>
              <a:gdLst/>
              <a:ahLst/>
              <a:cxnLst/>
              <a:rect l="l" t="t" r="r" b="b"/>
              <a:pathLst>
                <a:path w="21299" h="21861" extrusionOk="0">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136"/>
            <p:cNvSpPr/>
            <p:nvPr/>
          </p:nvSpPr>
          <p:spPr>
            <a:xfrm>
              <a:off x="2643576" y="3148033"/>
              <a:ext cx="78082" cy="76435"/>
            </a:xfrm>
            <a:custGeom>
              <a:avLst/>
              <a:gdLst/>
              <a:ahLst/>
              <a:cxnLst/>
              <a:rect l="l" t="t" r="r" b="b"/>
              <a:pathLst>
                <a:path w="5215" h="5105" extrusionOk="0">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136"/>
            <p:cNvSpPr/>
            <p:nvPr/>
          </p:nvSpPr>
          <p:spPr>
            <a:xfrm>
              <a:off x="2815759" y="2931141"/>
              <a:ext cx="122774" cy="122789"/>
            </a:xfrm>
            <a:custGeom>
              <a:avLst/>
              <a:gdLst/>
              <a:ahLst/>
              <a:cxnLst/>
              <a:rect l="l" t="t" r="r" b="b"/>
              <a:pathLst>
                <a:path w="8200" h="8201" extrusionOk="0">
                  <a:moveTo>
                    <a:pt x="4962" y="1"/>
                  </a:moveTo>
                  <a:lnTo>
                    <a:pt x="0" y="4962"/>
                  </a:lnTo>
                  <a:lnTo>
                    <a:pt x="3238" y="8200"/>
                  </a:lnTo>
                  <a:lnTo>
                    <a:pt x="8200" y="3238"/>
                  </a:lnTo>
                  <a:lnTo>
                    <a:pt x="4962"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136"/>
            <p:cNvSpPr/>
            <p:nvPr/>
          </p:nvSpPr>
          <p:spPr>
            <a:xfrm>
              <a:off x="2663085" y="3185179"/>
              <a:ext cx="58572" cy="39288"/>
            </a:xfrm>
            <a:custGeom>
              <a:avLst/>
              <a:gdLst/>
              <a:ahLst/>
              <a:cxnLst/>
              <a:rect l="l" t="t" r="r" b="b"/>
              <a:pathLst>
                <a:path w="3912" h="2624" extrusionOk="0">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136"/>
            <p:cNvSpPr/>
            <p:nvPr/>
          </p:nvSpPr>
          <p:spPr>
            <a:xfrm>
              <a:off x="2852906" y="2968288"/>
              <a:ext cx="85628" cy="85643"/>
            </a:xfrm>
            <a:custGeom>
              <a:avLst/>
              <a:gdLst/>
              <a:ahLst/>
              <a:cxnLst/>
              <a:rect l="l" t="t" r="r" b="b"/>
              <a:pathLst>
                <a:path w="5719" h="5720" extrusionOk="0">
                  <a:moveTo>
                    <a:pt x="4962" y="1"/>
                  </a:moveTo>
                  <a:lnTo>
                    <a:pt x="0" y="4962"/>
                  </a:lnTo>
                  <a:lnTo>
                    <a:pt x="757" y="5719"/>
                  </a:lnTo>
                  <a:lnTo>
                    <a:pt x="5719" y="757"/>
                  </a:lnTo>
                  <a:lnTo>
                    <a:pt x="4962"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136"/>
            <p:cNvSpPr/>
            <p:nvPr/>
          </p:nvSpPr>
          <p:spPr>
            <a:xfrm>
              <a:off x="2874302" y="2921783"/>
              <a:ext cx="82813" cy="146311"/>
            </a:xfrm>
            <a:custGeom>
              <a:avLst/>
              <a:gdLst/>
              <a:ahLst/>
              <a:cxnLst/>
              <a:rect l="l" t="t" r="r" b="b"/>
              <a:pathLst>
                <a:path w="5531" h="9772" extrusionOk="0">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1" name="Google Shape;13071;p136"/>
          <p:cNvGrpSpPr/>
          <p:nvPr/>
        </p:nvGrpSpPr>
        <p:grpSpPr>
          <a:xfrm>
            <a:off x="3049959" y="1945861"/>
            <a:ext cx="402940" cy="388536"/>
            <a:chOff x="3049959" y="1945861"/>
            <a:chExt cx="402940" cy="388536"/>
          </a:xfrm>
        </p:grpSpPr>
        <p:sp>
          <p:nvSpPr>
            <p:cNvPr id="13072" name="Google Shape;13072;p136"/>
            <p:cNvSpPr/>
            <p:nvPr/>
          </p:nvSpPr>
          <p:spPr>
            <a:xfrm>
              <a:off x="3049959" y="1993398"/>
              <a:ext cx="355402" cy="340999"/>
            </a:xfrm>
            <a:custGeom>
              <a:avLst/>
              <a:gdLst/>
              <a:ahLst/>
              <a:cxnLst/>
              <a:rect l="l" t="t" r="r" b="b"/>
              <a:pathLst>
                <a:path w="23737" h="22775" extrusionOk="0">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136"/>
            <p:cNvSpPr/>
            <p:nvPr/>
          </p:nvSpPr>
          <p:spPr>
            <a:xfrm>
              <a:off x="3093080" y="2196350"/>
              <a:ext cx="12607" cy="11184"/>
            </a:xfrm>
            <a:custGeom>
              <a:avLst/>
              <a:gdLst/>
              <a:ahLst/>
              <a:cxnLst/>
              <a:rect l="l" t="t" r="r" b="b"/>
              <a:pathLst>
                <a:path w="842" h="747" extrusionOk="0">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136"/>
            <p:cNvSpPr/>
            <p:nvPr/>
          </p:nvSpPr>
          <p:spPr>
            <a:xfrm>
              <a:off x="3093080" y="2164564"/>
              <a:ext cx="12607" cy="11184"/>
            </a:xfrm>
            <a:custGeom>
              <a:avLst/>
              <a:gdLst/>
              <a:ahLst/>
              <a:cxnLst/>
              <a:rect l="l" t="t" r="r" b="b"/>
              <a:pathLst>
                <a:path w="842" h="747" extrusionOk="0">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136"/>
            <p:cNvSpPr/>
            <p:nvPr/>
          </p:nvSpPr>
          <p:spPr>
            <a:xfrm>
              <a:off x="3336413" y="2211458"/>
              <a:ext cx="12292" cy="11514"/>
            </a:xfrm>
            <a:custGeom>
              <a:avLst/>
              <a:gdLst/>
              <a:ahLst/>
              <a:cxnLst/>
              <a:rect l="l" t="t" r="r" b="b"/>
              <a:pathLst>
                <a:path w="821" h="769" extrusionOk="0">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136"/>
            <p:cNvSpPr/>
            <p:nvPr/>
          </p:nvSpPr>
          <p:spPr>
            <a:xfrm>
              <a:off x="3196330" y="1945861"/>
              <a:ext cx="116172" cy="116486"/>
            </a:xfrm>
            <a:custGeom>
              <a:avLst/>
              <a:gdLst/>
              <a:ahLst/>
              <a:cxnLst/>
              <a:rect l="l" t="t" r="r" b="b"/>
              <a:pathLst>
                <a:path w="7759" h="7780" extrusionOk="0">
                  <a:moveTo>
                    <a:pt x="3176" y="0"/>
                  </a:moveTo>
                  <a:lnTo>
                    <a:pt x="1" y="3175"/>
                  </a:lnTo>
                  <a:lnTo>
                    <a:pt x="4584" y="7779"/>
                  </a:lnTo>
                  <a:lnTo>
                    <a:pt x="7759" y="4584"/>
                  </a:lnTo>
                  <a:lnTo>
                    <a:pt x="3176"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136"/>
            <p:cNvSpPr/>
            <p:nvPr/>
          </p:nvSpPr>
          <p:spPr>
            <a:xfrm>
              <a:off x="3336413" y="2085943"/>
              <a:ext cx="116486" cy="116486"/>
            </a:xfrm>
            <a:custGeom>
              <a:avLst/>
              <a:gdLst/>
              <a:ahLst/>
              <a:cxnLst/>
              <a:rect l="l" t="t" r="r" b="b"/>
              <a:pathLst>
                <a:path w="7780" h="7780" extrusionOk="0">
                  <a:moveTo>
                    <a:pt x="3175" y="0"/>
                  </a:moveTo>
                  <a:lnTo>
                    <a:pt x="1" y="3196"/>
                  </a:lnTo>
                  <a:lnTo>
                    <a:pt x="4605" y="7779"/>
                  </a:lnTo>
                  <a:lnTo>
                    <a:pt x="7780" y="4605"/>
                  </a:lnTo>
                  <a:lnTo>
                    <a:pt x="317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8" name="Google Shape;13078;p136"/>
          <p:cNvGrpSpPr/>
          <p:nvPr/>
        </p:nvGrpSpPr>
        <p:grpSpPr>
          <a:xfrm>
            <a:off x="2483025" y="4268679"/>
            <a:ext cx="202428" cy="349114"/>
            <a:chOff x="2483025" y="4268679"/>
            <a:chExt cx="202428" cy="349114"/>
          </a:xfrm>
        </p:grpSpPr>
        <p:sp>
          <p:nvSpPr>
            <p:cNvPr id="13079" name="Google Shape;13079;p136"/>
            <p:cNvSpPr/>
            <p:nvPr/>
          </p:nvSpPr>
          <p:spPr>
            <a:xfrm>
              <a:off x="2497818" y="4274339"/>
              <a:ext cx="172528" cy="337780"/>
            </a:xfrm>
            <a:custGeom>
              <a:avLst/>
              <a:gdLst/>
              <a:ahLst/>
              <a:cxnLst/>
              <a:rect l="l" t="t" r="r" b="b"/>
              <a:pathLst>
                <a:path w="11523" h="22560" extrusionOk="0">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136"/>
            <p:cNvSpPr/>
            <p:nvPr/>
          </p:nvSpPr>
          <p:spPr>
            <a:xfrm>
              <a:off x="2599811" y="4274339"/>
              <a:ext cx="76195" cy="337780"/>
            </a:xfrm>
            <a:custGeom>
              <a:avLst/>
              <a:gdLst/>
              <a:ahLst/>
              <a:cxnLst/>
              <a:rect l="l" t="t" r="r" b="b"/>
              <a:pathLst>
                <a:path w="5089" h="22560" extrusionOk="0">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136"/>
            <p:cNvSpPr/>
            <p:nvPr/>
          </p:nvSpPr>
          <p:spPr>
            <a:xfrm>
              <a:off x="2492159" y="4274339"/>
              <a:ext cx="76195" cy="337780"/>
            </a:xfrm>
            <a:custGeom>
              <a:avLst/>
              <a:gdLst/>
              <a:ahLst/>
              <a:cxnLst/>
              <a:rect l="l" t="t" r="r" b="b"/>
              <a:pathLst>
                <a:path w="5089" h="22560" extrusionOk="0">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136"/>
            <p:cNvSpPr/>
            <p:nvPr/>
          </p:nvSpPr>
          <p:spPr>
            <a:xfrm>
              <a:off x="2483025" y="4606444"/>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136"/>
            <p:cNvSpPr/>
            <p:nvPr/>
          </p:nvSpPr>
          <p:spPr>
            <a:xfrm>
              <a:off x="2483025" y="4268679"/>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136"/>
            <p:cNvSpPr/>
            <p:nvPr/>
          </p:nvSpPr>
          <p:spPr>
            <a:xfrm>
              <a:off x="2520487" y="4378847"/>
              <a:ext cx="127506" cy="210933"/>
            </a:xfrm>
            <a:custGeom>
              <a:avLst/>
              <a:gdLst/>
              <a:ahLst/>
              <a:cxnLst/>
              <a:rect l="l" t="t" r="r" b="b"/>
              <a:pathLst>
                <a:path w="8516" h="14088" extrusionOk="0">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5" name="Google Shape;13085;p136"/>
          <p:cNvGrpSpPr/>
          <p:nvPr/>
        </p:nvGrpSpPr>
        <p:grpSpPr>
          <a:xfrm>
            <a:off x="862507" y="2885984"/>
            <a:ext cx="329590" cy="365000"/>
            <a:chOff x="862507" y="2885984"/>
            <a:chExt cx="329590" cy="365000"/>
          </a:xfrm>
        </p:grpSpPr>
        <p:sp>
          <p:nvSpPr>
            <p:cNvPr id="13086" name="Google Shape;13086;p136"/>
            <p:cNvSpPr/>
            <p:nvPr/>
          </p:nvSpPr>
          <p:spPr>
            <a:xfrm>
              <a:off x="862821" y="2975834"/>
              <a:ext cx="313854" cy="275150"/>
            </a:xfrm>
            <a:custGeom>
              <a:avLst/>
              <a:gdLst/>
              <a:ahLst/>
              <a:cxnLst/>
              <a:rect l="l" t="t" r="r" b="b"/>
              <a:pathLst>
                <a:path w="20962" h="18377" extrusionOk="0">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136"/>
            <p:cNvSpPr/>
            <p:nvPr/>
          </p:nvSpPr>
          <p:spPr>
            <a:xfrm>
              <a:off x="862507" y="2975819"/>
              <a:ext cx="250894" cy="275165"/>
            </a:xfrm>
            <a:custGeom>
              <a:avLst/>
              <a:gdLst/>
              <a:ahLst/>
              <a:cxnLst/>
              <a:rect l="l" t="t" r="r" b="b"/>
              <a:pathLst>
                <a:path w="16757" h="18378" extrusionOk="0">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136"/>
            <p:cNvSpPr/>
            <p:nvPr/>
          </p:nvSpPr>
          <p:spPr>
            <a:xfrm>
              <a:off x="1034691" y="2885984"/>
              <a:ext cx="157406" cy="87050"/>
            </a:xfrm>
            <a:custGeom>
              <a:avLst/>
              <a:gdLst/>
              <a:ahLst/>
              <a:cxnLst/>
              <a:rect l="l" t="t" r="r" b="b"/>
              <a:pathLst>
                <a:path w="10513" h="5814" extrusionOk="0">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136"/>
            <p:cNvSpPr/>
            <p:nvPr/>
          </p:nvSpPr>
          <p:spPr>
            <a:xfrm>
              <a:off x="1034691" y="2885984"/>
              <a:ext cx="157406" cy="58707"/>
            </a:xfrm>
            <a:custGeom>
              <a:avLst/>
              <a:gdLst/>
              <a:ahLst/>
              <a:cxnLst/>
              <a:rect l="l" t="t" r="r" b="b"/>
              <a:pathLst>
                <a:path w="10513" h="3921" extrusionOk="0">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136"/>
            <p:cNvSpPr/>
            <p:nvPr/>
          </p:nvSpPr>
          <p:spPr>
            <a:xfrm>
              <a:off x="1103639" y="3030843"/>
              <a:ext cx="44393" cy="63139"/>
            </a:xfrm>
            <a:custGeom>
              <a:avLst/>
              <a:gdLst/>
              <a:ahLst/>
              <a:cxnLst/>
              <a:rect l="l" t="t" r="r" b="b"/>
              <a:pathLst>
                <a:path w="2965" h="4217" extrusionOk="0">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136"/>
            <p:cNvSpPr/>
            <p:nvPr/>
          </p:nvSpPr>
          <p:spPr>
            <a:xfrm>
              <a:off x="986853" y="3004491"/>
              <a:ext cx="65804" cy="14808"/>
            </a:xfrm>
            <a:custGeom>
              <a:avLst/>
              <a:gdLst/>
              <a:ahLst/>
              <a:cxnLst/>
              <a:rect l="l" t="t" r="r" b="b"/>
              <a:pathLst>
                <a:path w="4395" h="989" extrusionOk="0">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136"/>
            <p:cNvSpPr/>
            <p:nvPr/>
          </p:nvSpPr>
          <p:spPr>
            <a:xfrm>
              <a:off x="991330" y="2933641"/>
              <a:ext cx="56356" cy="85972"/>
            </a:xfrm>
            <a:custGeom>
              <a:avLst/>
              <a:gdLst/>
              <a:ahLst/>
              <a:cxnLst/>
              <a:rect l="l" t="t" r="r" b="b"/>
              <a:pathLst>
                <a:path w="3764" h="5742" extrusionOk="0">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3" name="Google Shape;13093;p136"/>
          <p:cNvGrpSpPr/>
          <p:nvPr/>
        </p:nvGrpSpPr>
        <p:grpSpPr>
          <a:xfrm>
            <a:off x="3082075" y="2871805"/>
            <a:ext cx="318884" cy="379807"/>
            <a:chOff x="3082075" y="2871805"/>
            <a:chExt cx="318884" cy="379807"/>
          </a:xfrm>
        </p:grpSpPr>
        <p:sp>
          <p:nvSpPr>
            <p:cNvPr id="13094" name="Google Shape;13094;p136"/>
            <p:cNvSpPr/>
            <p:nvPr/>
          </p:nvSpPr>
          <p:spPr>
            <a:xfrm>
              <a:off x="3105357" y="2915584"/>
              <a:ext cx="248708" cy="281887"/>
            </a:xfrm>
            <a:custGeom>
              <a:avLst/>
              <a:gdLst/>
              <a:ahLst/>
              <a:cxnLst/>
              <a:rect l="l" t="t" r="r" b="b"/>
              <a:pathLst>
                <a:path w="16611" h="18827" extrusionOk="0">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136"/>
            <p:cNvSpPr/>
            <p:nvPr/>
          </p:nvSpPr>
          <p:spPr>
            <a:xfrm>
              <a:off x="3210180" y="2990956"/>
              <a:ext cx="62974" cy="68005"/>
            </a:xfrm>
            <a:custGeom>
              <a:avLst/>
              <a:gdLst/>
              <a:ahLst/>
              <a:cxnLst/>
              <a:rect l="l" t="t" r="r" b="b"/>
              <a:pathLst>
                <a:path w="4206" h="4542" extrusionOk="0">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136"/>
            <p:cNvSpPr/>
            <p:nvPr/>
          </p:nvSpPr>
          <p:spPr>
            <a:xfrm>
              <a:off x="3241667" y="3020542"/>
              <a:ext cx="31487" cy="163709"/>
            </a:xfrm>
            <a:custGeom>
              <a:avLst/>
              <a:gdLst/>
              <a:ahLst/>
              <a:cxnLst/>
              <a:rect l="l" t="t" r="r" b="b"/>
              <a:pathLst>
                <a:path w="2103" h="10934" extrusionOk="0">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136"/>
            <p:cNvSpPr/>
            <p:nvPr/>
          </p:nvSpPr>
          <p:spPr>
            <a:xfrm>
              <a:off x="3210180" y="3020542"/>
              <a:ext cx="31502" cy="163709"/>
            </a:xfrm>
            <a:custGeom>
              <a:avLst/>
              <a:gdLst/>
              <a:ahLst/>
              <a:cxnLst/>
              <a:rect l="l" t="t" r="r" b="b"/>
              <a:pathLst>
                <a:path w="2104" h="10934" extrusionOk="0">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136"/>
            <p:cNvSpPr/>
            <p:nvPr/>
          </p:nvSpPr>
          <p:spPr>
            <a:xfrm>
              <a:off x="3236307" y="3026845"/>
              <a:ext cx="10720" cy="157406"/>
            </a:xfrm>
            <a:custGeom>
              <a:avLst/>
              <a:gdLst/>
              <a:ahLst/>
              <a:cxnLst/>
              <a:rect l="l" t="t" r="r" b="b"/>
              <a:pathLst>
                <a:path w="716" h="10513" extrusionOk="0">
                  <a:moveTo>
                    <a:pt x="1" y="0"/>
                  </a:moveTo>
                  <a:lnTo>
                    <a:pt x="1" y="10512"/>
                  </a:lnTo>
                  <a:lnTo>
                    <a:pt x="716" y="10512"/>
                  </a:lnTo>
                  <a:lnTo>
                    <a:pt x="716"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136"/>
            <p:cNvSpPr/>
            <p:nvPr/>
          </p:nvSpPr>
          <p:spPr>
            <a:xfrm>
              <a:off x="3224673" y="2973318"/>
              <a:ext cx="33688" cy="30080"/>
            </a:xfrm>
            <a:custGeom>
              <a:avLst/>
              <a:gdLst/>
              <a:ahLst/>
              <a:cxnLst/>
              <a:rect l="l" t="t" r="r" b="b"/>
              <a:pathLst>
                <a:path w="2250" h="2009" extrusionOk="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136"/>
            <p:cNvSpPr/>
            <p:nvPr/>
          </p:nvSpPr>
          <p:spPr>
            <a:xfrm>
              <a:off x="3255651" y="2935558"/>
              <a:ext cx="81720" cy="99477"/>
            </a:xfrm>
            <a:custGeom>
              <a:avLst/>
              <a:gdLst/>
              <a:ahLst/>
              <a:cxnLst/>
              <a:rect l="l" t="t" r="r" b="b"/>
              <a:pathLst>
                <a:path w="5458" h="6644" extrusionOk="0">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136"/>
            <p:cNvSpPr/>
            <p:nvPr/>
          </p:nvSpPr>
          <p:spPr>
            <a:xfrm>
              <a:off x="3230752" y="2932399"/>
              <a:ext cx="25304" cy="13880"/>
            </a:xfrm>
            <a:custGeom>
              <a:avLst/>
              <a:gdLst/>
              <a:ahLst/>
              <a:cxnLst/>
              <a:rect l="l" t="t" r="r" b="b"/>
              <a:pathLst>
                <a:path w="1690" h="927" extrusionOk="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136"/>
            <p:cNvSpPr/>
            <p:nvPr/>
          </p:nvSpPr>
          <p:spPr>
            <a:xfrm>
              <a:off x="3374817" y="3024629"/>
              <a:ext cx="26142" cy="10091"/>
            </a:xfrm>
            <a:custGeom>
              <a:avLst/>
              <a:gdLst/>
              <a:ahLst/>
              <a:cxnLst/>
              <a:rect l="l" t="t" r="r" b="b"/>
              <a:pathLst>
                <a:path w="1746" h="674" extrusionOk="0">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136"/>
            <p:cNvSpPr/>
            <p:nvPr/>
          </p:nvSpPr>
          <p:spPr>
            <a:xfrm>
              <a:off x="3082075" y="3024629"/>
              <a:ext cx="26142" cy="10091"/>
            </a:xfrm>
            <a:custGeom>
              <a:avLst/>
              <a:gdLst/>
              <a:ahLst/>
              <a:cxnLst/>
              <a:rect l="l" t="t" r="r" b="b"/>
              <a:pathLst>
                <a:path w="1746" h="674" extrusionOk="0">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136"/>
            <p:cNvSpPr/>
            <p:nvPr/>
          </p:nvSpPr>
          <p:spPr>
            <a:xfrm>
              <a:off x="3355623" y="2948000"/>
              <a:ext cx="25528" cy="16844"/>
            </a:xfrm>
            <a:custGeom>
              <a:avLst/>
              <a:gdLst/>
              <a:ahLst/>
              <a:cxnLst/>
              <a:rect l="l" t="t" r="r" b="b"/>
              <a:pathLst>
                <a:path w="1705" h="1125" extrusionOk="0">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136"/>
            <p:cNvSpPr/>
            <p:nvPr/>
          </p:nvSpPr>
          <p:spPr>
            <a:xfrm>
              <a:off x="3102213" y="3094371"/>
              <a:ext cx="25528" cy="16844"/>
            </a:xfrm>
            <a:custGeom>
              <a:avLst/>
              <a:gdLst/>
              <a:ahLst/>
              <a:cxnLst/>
              <a:rect l="l" t="t" r="r" b="b"/>
              <a:pathLst>
                <a:path w="1705" h="1125" extrusionOk="0">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136"/>
            <p:cNvSpPr/>
            <p:nvPr/>
          </p:nvSpPr>
          <p:spPr>
            <a:xfrm>
              <a:off x="3305001" y="2892257"/>
              <a:ext cx="19629" cy="20976"/>
            </a:xfrm>
            <a:custGeom>
              <a:avLst/>
              <a:gdLst/>
              <a:ahLst/>
              <a:cxnLst/>
              <a:rect l="l" t="t" r="r" b="b"/>
              <a:pathLst>
                <a:path w="1311" h="1401" extrusionOk="0">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136"/>
            <p:cNvSpPr/>
            <p:nvPr/>
          </p:nvSpPr>
          <p:spPr>
            <a:xfrm>
              <a:off x="3236307" y="2871805"/>
              <a:ext cx="10406" cy="22833"/>
            </a:xfrm>
            <a:custGeom>
              <a:avLst/>
              <a:gdLst/>
              <a:ahLst/>
              <a:cxnLst/>
              <a:rect l="l" t="t" r="r" b="b"/>
              <a:pathLst>
                <a:path w="695" h="1525" extrusionOk="0">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136"/>
            <p:cNvSpPr/>
            <p:nvPr/>
          </p:nvSpPr>
          <p:spPr>
            <a:xfrm>
              <a:off x="3158405" y="2892257"/>
              <a:ext cx="19689" cy="21276"/>
            </a:xfrm>
            <a:custGeom>
              <a:avLst/>
              <a:gdLst/>
              <a:ahLst/>
              <a:cxnLst/>
              <a:rect l="l" t="t" r="r" b="b"/>
              <a:pathLst>
                <a:path w="1315" h="1421" extrusionOk="0">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136"/>
            <p:cNvSpPr/>
            <p:nvPr/>
          </p:nvSpPr>
          <p:spPr>
            <a:xfrm>
              <a:off x="3101884" y="2948000"/>
              <a:ext cx="25528" cy="16844"/>
            </a:xfrm>
            <a:custGeom>
              <a:avLst/>
              <a:gdLst/>
              <a:ahLst/>
              <a:cxnLst/>
              <a:rect l="l" t="t" r="r" b="b"/>
              <a:pathLst>
                <a:path w="1705" h="1125" extrusionOk="0">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136"/>
            <p:cNvSpPr/>
            <p:nvPr/>
          </p:nvSpPr>
          <p:spPr>
            <a:xfrm>
              <a:off x="3355278" y="3094371"/>
              <a:ext cx="25543" cy="16844"/>
            </a:xfrm>
            <a:custGeom>
              <a:avLst/>
              <a:gdLst/>
              <a:ahLst/>
              <a:cxnLst/>
              <a:rect l="l" t="t" r="r" b="b"/>
              <a:pathLst>
                <a:path w="1706" h="1125" extrusionOk="0">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136"/>
            <p:cNvSpPr/>
            <p:nvPr/>
          </p:nvSpPr>
          <p:spPr>
            <a:xfrm>
              <a:off x="3223401" y="3230187"/>
              <a:ext cx="36533" cy="21426"/>
            </a:xfrm>
            <a:custGeom>
              <a:avLst/>
              <a:gdLst/>
              <a:ahLst/>
              <a:cxnLst/>
              <a:rect l="l" t="t" r="r" b="b"/>
              <a:pathLst>
                <a:path w="2440" h="1431" extrusionOk="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136"/>
            <p:cNvSpPr/>
            <p:nvPr/>
          </p:nvSpPr>
          <p:spPr>
            <a:xfrm>
              <a:off x="3188470" y="3173531"/>
              <a:ext cx="106095" cy="61088"/>
            </a:xfrm>
            <a:custGeom>
              <a:avLst/>
              <a:gdLst/>
              <a:ahLst/>
              <a:cxnLst/>
              <a:rect l="l" t="t" r="r" b="b"/>
              <a:pathLst>
                <a:path w="7086" h="4080" extrusionOk="0">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136"/>
            <p:cNvSpPr/>
            <p:nvPr/>
          </p:nvSpPr>
          <p:spPr>
            <a:xfrm>
              <a:off x="3188470" y="3191153"/>
              <a:ext cx="106095" cy="13865"/>
            </a:xfrm>
            <a:custGeom>
              <a:avLst/>
              <a:gdLst/>
              <a:ahLst/>
              <a:cxnLst/>
              <a:rect l="l" t="t" r="r" b="b"/>
              <a:pathLst>
                <a:path w="7086" h="926" extrusionOk="0">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4" name="Google Shape;13114;p136"/>
          <p:cNvGrpSpPr/>
          <p:nvPr/>
        </p:nvGrpSpPr>
        <p:grpSpPr>
          <a:xfrm>
            <a:off x="2594780" y="1516494"/>
            <a:ext cx="410187" cy="324244"/>
            <a:chOff x="2594780" y="1516494"/>
            <a:chExt cx="410187" cy="324244"/>
          </a:xfrm>
        </p:grpSpPr>
        <p:sp>
          <p:nvSpPr>
            <p:cNvPr id="13115" name="Google Shape;13115;p136"/>
            <p:cNvSpPr/>
            <p:nvPr/>
          </p:nvSpPr>
          <p:spPr>
            <a:xfrm>
              <a:off x="2594780" y="1641455"/>
              <a:ext cx="241776" cy="199284"/>
            </a:xfrm>
            <a:custGeom>
              <a:avLst/>
              <a:gdLst/>
              <a:ahLst/>
              <a:cxnLst/>
              <a:rect l="l" t="t" r="r" b="b"/>
              <a:pathLst>
                <a:path w="16148" h="13310" extrusionOk="0">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136"/>
            <p:cNvSpPr/>
            <p:nvPr/>
          </p:nvSpPr>
          <p:spPr>
            <a:xfrm>
              <a:off x="2632556" y="1738731"/>
              <a:ext cx="204000" cy="102008"/>
            </a:xfrm>
            <a:custGeom>
              <a:avLst/>
              <a:gdLst/>
              <a:ahLst/>
              <a:cxnLst/>
              <a:rect l="l" t="t" r="r" b="b"/>
              <a:pathLst>
                <a:path w="13625" h="6813" extrusionOk="0">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136"/>
            <p:cNvSpPr/>
            <p:nvPr/>
          </p:nvSpPr>
          <p:spPr>
            <a:xfrm>
              <a:off x="2721957" y="1516494"/>
              <a:ext cx="241132" cy="239560"/>
            </a:xfrm>
            <a:custGeom>
              <a:avLst/>
              <a:gdLst/>
              <a:ahLst/>
              <a:cxnLst/>
              <a:rect l="l" t="t" r="r" b="b"/>
              <a:pathLst>
                <a:path w="16105" h="16000" extrusionOk="0">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136"/>
            <p:cNvSpPr/>
            <p:nvPr/>
          </p:nvSpPr>
          <p:spPr>
            <a:xfrm>
              <a:off x="2881234" y="1828446"/>
              <a:ext cx="40306" cy="12292"/>
            </a:xfrm>
            <a:custGeom>
              <a:avLst/>
              <a:gdLst/>
              <a:ahLst/>
              <a:cxnLst/>
              <a:rect l="l" t="t" r="r" b="b"/>
              <a:pathLst>
                <a:path w="2692" h="821" extrusionOk="0">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136"/>
            <p:cNvSpPr/>
            <p:nvPr/>
          </p:nvSpPr>
          <p:spPr>
            <a:xfrm>
              <a:off x="2735177" y="1828446"/>
              <a:ext cx="89101" cy="12292"/>
            </a:xfrm>
            <a:custGeom>
              <a:avLst/>
              <a:gdLst/>
              <a:ahLst/>
              <a:cxnLst/>
              <a:rect l="l" t="t" r="r" b="b"/>
              <a:pathLst>
                <a:path w="5951" h="821" extrusionOk="0">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136"/>
            <p:cNvSpPr/>
            <p:nvPr/>
          </p:nvSpPr>
          <p:spPr>
            <a:xfrm>
              <a:off x="2832439" y="1828446"/>
              <a:ext cx="14179" cy="12203"/>
            </a:xfrm>
            <a:custGeom>
              <a:avLst/>
              <a:gdLst/>
              <a:ahLst/>
              <a:cxnLst/>
              <a:rect l="l" t="t" r="r" b="b"/>
              <a:pathLst>
                <a:path w="947" h="815" extrusionOk="0">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136"/>
            <p:cNvSpPr/>
            <p:nvPr/>
          </p:nvSpPr>
          <p:spPr>
            <a:xfrm>
              <a:off x="2990773" y="1828446"/>
              <a:ext cx="14194" cy="12203"/>
            </a:xfrm>
            <a:custGeom>
              <a:avLst/>
              <a:gdLst/>
              <a:ahLst/>
              <a:cxnLst/>
              <a:rect l="l" t="t" r="r" b="b"/>
              <a:pathLst>
                <a:path w="948" h="815" extrusionOk="0">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136"/>
            <p:cNvSpPr/>
            <p:nvPr/>
          </p:nvSpPr>
          <p:spPr>
            <a:xfrm>
              <a:off x="2928143" y="1828446"/>
              <a:ext cx="45022" cy="12292"/>
            </a:xfrm>
            <a:custGeom>
              <a:avLst/>
              <a:gdLst/>
              <a:ahLst/>
              <a:cxnLst/>
              <a:rect l="l" t="t" r="r" b="b"/>
              <a:pathLst>
                <a:path w="3007" h="821" extrusionOk="0">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3" name="Google Shape;13123;p136"/>
          <p:cNvGrpSpPr/>
          <p:nvPr/>
        </p:nvGrpSpPr>
        <p:grpSpPr>
          <a:xfrm>
            <a:off x="1742965" y="1502959"/>
            <a:ext cx="333692" cy="333363"/>
            <a:chOff x="1742965" y="1502959"/>
            <a:chExt cx="333692" cy="333363"/>
          </a:xfrm>
        </p:grpSpPr>
        <p:sp>
          <p:nvSpPr>
            <p:cNvPr id="13124" name="Google Shape;13124;p136"/>
            <p:cNvSpPr/>
            <p:nvPr/>
          </p:nvSpPr>
          <p:spPr>
            <a:xfrm>
              <a:off x="1742965" y="1502959"/>
              <a:ext cx="333692" cy="333363"/>
            </a:xfrm>
            <a:custGeom>
              <a:avLst/>
              <a:gdLst/>
              <a:ahLst/>
              <a:cxnLst/>
              <a:rect l="l" t="t" r="r" b="b"/>
              <a:pathLst>
                <a:path w="22287" h="22265" extrusionOk="0">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136"/>
            <p:cNvSpPr/>
            <p:nvPr/>
          </p:nvSpPr>
          <p:spPr>
            <a:xfrm>
              <a:off x="1854719" y="1629492"/>
              <a:ext cx="22040" cy="21740"/>
            </a:xfrm>
            <a:custGeom>
              <a:avLst/>
              <a:gdLst/>
              <a:ahLst/>
              <a:cxnLst/>
              <a:rect l="l" t="t" r="r" b="b"/>
              <a:pathLst>
                <a:path w="1472" h="1452" extrusionOk="0">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136"/>
            <p:cNvSpPr/>
            <p:nvPr/>
          </p:nvSpPr>
          <p:spPr>
            <a:xfrm>
              <a:off x="1898783" y="1629492"/>
              <a:ext cx="22054" cy="21740"/>
            </a:xfrm>
            <a:custGeom>
              <a:avLst/>
              <a:gdLst/>
              <a:ahLst/>
              <a:cxnLst/>
              <a:rect l="l" t="t" r="r" b="b"/>
              <a:pathLst>
                <a:path w="1473" h="1452" extrusionOk="0">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136"/>
            <p:cNvSpPr/>
            <p:nvPr/>
          </p:nvSpPr>
          <p:spPr>
            <a:xfrm>
              <a:off x="1942863" y="1629492"/>
              <a:ext cx="21725" cy="21740"/>
            </a:xfrm>
            <a:custGeom>
              <a:avLst/>
              <a:gdLst/>
              <a:ahLst/>
              <a:cxnLst/>
              <a:rect l="l" t="t" r="r" b="b"/>
              <a:pathLst>
                <a:path w="1451" h="1452" extrusionOk="0">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8" name="Google Shape;13128;p136"/>
          <p:cNvGrpSpPr/>
          <p:nvPr/>
        </p:nvGrpSpPr>
        <p:grpSpPr>
          <a:xfrm>
            <a:off x="3051531" y="1516809"/>
            <a:ext cx="390034" cy="296545"/>
            <a:chOff x="3051531" y="1516809"/>
            <a:chExt cx="390034" cy="296545"/>
          </a:xfrm>
        </p:grpSpPr>
        <p:sp>
          <p:nvSpPr>
            <p:cNvPr id="13129" name="Google Shape;13129;p136"/>
            <p:cNvSpPr/>
            <p:nvPr/>
          </p:nvSpPr>
          <p:spPr>
            <a:xfrm>
              <a:off x="3051531" y="1516809"/>
              <a:ext cx="389719" cy="296545"/>
            </a:xfrm>
            <a:custGeom>
              <a:avLst/>
              <a:gdLst/>
              <a:ahLst/>
              <a:cxnLst/>
              <a:rect l="l" t="t" r="r" b="b"/>
              <a:pathLst>
                <a:path w="26029" h="19806" extrusionOk="0">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136"/>
            <p:cNvSpPr/>
            <p:nvPr/>
          </p:nvSpPr>
          <p:spPr>
            <a:xfrm>
              <a:off x="3051531" y="1744391"/>
              <a:ext cx="389719" cy="68963"/>
            </a:xfrm>
            <a:custGeom>
              <a:avLst/>
              <a:gdLst/>
              <a:ahLst/>
              <a:cxnLst/>
              <a:rect l="l" t="t" r="r" b="b"/>
              <a:pathLst>
                <a:path w="26029" h="4606" extrusionOk="0">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136"/>
            <p:cNvSpPr/>
            <p:nvPr/>
          </p:nvSpPr>
          <p:spPr>
            <a:xfrm>
              <a:off x="3051531" y="1753838"/>
              <a:ext cx="389719" cy="59516"/>
            </a:xfrm>
            <a:custGeom>
              <a:avLst/>
              <a:gdLst/>
              <a:ahLst/>
              <a:cxnLst/>
              <a:rect l="l" t="t" r="r" b="b"/>
              <a:pathLst>
                <a:path w="26029" h="3975" extrusionOk="0">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136"/>
            <p:cNvSpPr/>
            <p:nvPr/>
          </p:nvSpPr>
          <p:spPr>
            <a:xfrm>
              <a:off x="3051846" y="1516809"/>
              <a:ext cx="389405" cy="65804"/>
            </a:xfrm>
            <a:custGeom>
              <a:avLst/>
              <a:gdLst/>
              <a:ahLst/>
              <a:cxnLst/>
              <a:rect l="l" t="t" r="r" b="b"/>
              <a:pathLst>
                <a:path w="26008" h="4395" extrusionOk="0">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136"/>
            <p:cNvSpPr/>
            <p:nvPr/>
          </p:nvSpPr>
          <p:spPr>
            <a:xfrm>
              <a:off x="3051846" y="1516809"/>
              <a:ext cx="389719" cy="56356"/>
            </a:xfrm>
            <a:custGeom>
              <a:avLst/>
              <a:gdLst/>
              <a:ahLst/>
              <a:cxnLst/>
              <a:rect l="l" t="t" r="r" b="b"/>
              <a:pathLst>
                <a:path w="26029" h="3764" extrusionOk="0">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136"/>
            <p:cNvSpPr/>
            <p:nvPr/>
          </p:nvSpPr>
          <p:spPr>
            <a:xfrm>
              <a:off x="3077973" y="1539148"/>
              <a:ext cx="15751" cy="11978"/>
            </a:xfrm>
            <a:custGeom>
              <a:avLst/>
              <a:gdLst/>
              <a:ahLst/>
              <a:cxnLst/>
              <a:rect l="l" t="t" r="r" b="b"/>
              <a:pathLst>
                <a:path w="1052" h="800" extrusionOk="0">
                  <a:moveTo>
                    <a:pt x="526" y="1"/>
                  </a:moveTo>
                  <a:cubicBezTo>
                    <a:pt x="1" y="1"/>
                    <a:pt x="1" y="779"/>
                    <a:pt x="526" y="800"/>
                  </a:cubicBezTo>
                  <a:cubicBezTo>
                    <a:pt x="1052" y="779"/>
                    <a:pt x="1052" y="1"/>
                    <a:pt x="526"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136"/>
            <p:cNvSpPr/>
            <p:nvPr/>
          </p:nvSpPr>
          <p:spPr>
            <a:xfrm>
              <a:off x="3100012" y="1539148"/>
              <a:ext cx="15751" cy="11978"/>
            </a:xfrm>
            <a:custGeom>
              <a:avLst/>
              <a:gdLst/>
              <a:ahLst/>
              <a:cxnLst/>
              <a:rect l="l" t="t" r="r" b="b"/>
              <a:pathLst>
                <a:path w="1052" h="800" extrusionOk="0">
                  <a:moveTo>
                    <a:pt x="526" y="1"/>
                  </a:moveTo>
                  <a:cubicBezTo>
                    <a:pt x="0" y="1"/>
                    <a:pt x="0" y="779"/>
                    <a:pt x="526" y="800"/>
                  </a:cubicBezTo>
                  <a:cubicBezTo>
                    <a:pt x="1052" y="779"/>
                    <a:pt x="1052" y="1"/>
                    <a:pt x="526"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136"/>
            <p:cNvSpPr/>
            <p:nvPr/>
          </p:nvSpPr>
          <p:spPr>
            <a:xfrm>
              <a:off x="3121737" y="1539148"/>
              <a:ext cx="15751" cy="11978"/>
            </a:xfrm>
            <a:custGeom>
              <a:avLst/>
              <a:gdLst/>
              <a:ahLst/>
              <a:cxnLst/>
              <a:rect l="l" t="t" r="r" b="b"/>
              <a:pathLst>
                <a:path w="1052" h="800" extrusionOk="0">
                  <a:moveTo>
                    <a:pt x="526" y="1"/>
                  </a:moveTo>
                  <a:cubicBezTo>
                    <a:pt x="0" y="1"/>
                    <a:pt x="0" y="800"/>
                    <a:pt x="526" y="800"/>
                  </a:cubicBezTo>
                  <a:cubicBezTo>
                    <a:pt x="1051" y="800"/>
                    <a:pt x="1051" y="1"/>
                    <a:pt x="52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136"/>
            <p:cNvSpPr/>
            <p:nvPr/>
          </p:nvSpPr>
          <p:spPr>
            <a:xfrm>
              <a:off x="3336727" y="1539148"/>
              <a:ext cx="81226" cy="11978"/>
            </a:xfrm>
            <a:custGeom>
              <a:avLst/>
              <a:gdLst/>
              <a:ahLst/>
              <a:cxnLst/>
              <a:rect l="l" t="t" r="r" b="b"/>
              <a:pathLst>
                <a:path w="5425" h="800" extrusionOk="0">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136"/>
            <p:cNvSpPr/>
            <p:nvPr/>
          </p:nvSpPr>
          <p:spPr>
            <a:xfrm>
              <a:off x="3301153" y="1539148"/>
              <a:ext cx="30244" cy="11978"/>
            </a:xfrm>
            <a:custGeom>
              <a:avLst/>
              <a:gdLst/>
              <a:ahLst/>
              <a:cxnLst/>
              <a:rect l="l" t="t" r="r" b="b"/>
              <a:pathLst>
                <a:path w="2020" h="800" extrusionOk="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136"/>
            <p:cNvSpPr/>
            <p:nvPr/>
          </p:nvSpPr>
          <p:spPr>
            <a:xfrm>
              <a:off x="3170832" y="1608096"/>
              <a:ext cx="151432" cy="107667"/>
            </a:xfrm>
            <a:custGeom>
              <a:avLst/>
              <a:gdLst/>
              <a:ahLst/>
              <a:cxnLst/>
              <a:rect l="l" t="t" r="r" b="b"/>
              <a:pathLst>
                <a:path w="10114" h="7191" extrusionOk="0">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136"/>
            <p:cNvSpPr/>
            <p:nvPr/>
          </p:nvSpPr>
          <p:spPr>
            <a:xfrm>
              <a:off x="3170832" y="1608096"/>
              <a:ext cx="151432" cy="44079"/>
            </a:xfrm>
            <a:custGeom>
              <a:avLst/>
              <a:gdLst/>
              <a:ahLst/>
              <a:cxnLst/>
              <a:rect l="l" t="t" r="r" b="b"/>
              <a:pathLst>
                <a:path w="10114" h="2944" extrusionOk="0">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136"/>
            <p:cNvSpPr/>
            <p:nvPr/>
          </p:nvSpPr>
          <p:spPr>
            <a:xfrm>
              <a:off x="3227503" y="1642084"/>
              <a:ext cx="41878" cy="40007"/>
            </a:xfrm>
            <a:custGeom>
              <a:avLst/>
              <a:gdLst/>
              <a:ahLst/>
              <a:cxnLst/>
              <a:rect l="l" t="t" r="r" b="b"/>
              <a:pathLst>
                <a:path w="2797" h="2672" extrusionOk="0">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136"/>
            <p:cNvSpPr/>
            <p:nvPr/>
          </p:nvSpPr>
          <p:spPr>
            <a:xfrm>
              <a:off x="3087106" y="1776177"/>
              <a:ext cx="160865" cy="11679"/>
            </a:xfrm>
            <a:custGeom>
              <a:avLst/>
              <a:gdLst/>
              <a:ahLst/>
              <a:cxnLst/>
              <a:rect l="l" t="t" r="r" b="b"/>
              <a:pathLst>
                <a:path w="10744" h="780" extrusionOk="0">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136"/>
            <p:cNvSpPr/>
            <p:nvPr/>
          </p:nvSpPr>
          <p:spPr>
            <a:xfrm>
              <a:off x="3362540" y="1775563"/>
              <a:ext cx="46295" cy="11978"/>
            </a:xfrm>
            <a:custGeom>
              <a:avLst/>
              <a:gdLst/>
              <a:ahLst/>
              <a:cxnLst/>
              <a:rect l="l" t="t" r="r" b="b"/>
              <a:pathLst>
                <a:path w="3092" h="800" extrusionOk="0">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4" name="Google Shape;13144;p136"/>
          <p:cNvGrpSpPr/>
          <p:nvPr/>
        </p:nvGrpSpPr>
        <p:grpSpPr>
          <a:xfrm>
            <a:off x="3514900" y="1489020"/>
            <a:ext cx="354145" cy="351869"/>
            <a:chOff x="3514900" y="1489020"/>
            <a:chExt cx="354145" cy="351869"/>
          </a:xfrm>
        </p:grpSpPr>
        <p:sp>
          <p:nvSpPr>
            <p:cNvPr id="13145" name="Google Shape;13145;p136"/>
            <p:cNvSpPr/>
            <p:nvPr/>
          </p:nvSpPr>
          <p:spPr>
            <a:xfrm>
              <a:off x="3514900" y="1489020"/>
              <a:ext cx="354145" cy="351869"/>
            </a:xfrm>
            <a:custGeom>
              <a:avLst/>
              <a:gdLst/>
              <a:ahLst/>
              <a:cxnLst/>
              <a:rect l="l" t="t" r="r" b="b"/>
              <a:pathLst>
                <a:path w="23653" h="23501" extrusionOk="0">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136"/>
            <p:cNvSpPr/>
            <p:nvPr/>
          </p:nvSpPr>
          <p:spPr>
            <a:xfrm>
              <a:off x="3619094" y="1759498"/>
              <a:ext cx="24570" cy="24884"/>
            </a:xfrm>
            <a:custGeom>
              <a:avLst/>
              <a:gdLst/>
              <a:ahLst/>
              <a:cxnLst/>
              <a:rect l="l" t="t" r="r" b="b"/>
              <a:pathLst>
                <a:path w="1641" h="1662" extrusionOk="0">
                  <a:moveTo>
                    <a:pt x="526" y="1"/>
                  </a:moveTo>
                  <a:lnTo>
                    <a:pt x="1"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136"/>
            <p:cNvSpPr/>
            <p:nvPr/>
          </p:nvSpPr>
          <p:spPr>
            <a:xfrm>
              <a:off x="3623181" y="1722052"/>
              <a:ext cx="41249" cy="41249"/>
            </a:xfrm>
            <a:custGeom>
              <a:avLst/>
              <a:gdLst/>
              <a:ahLst/>
              <a:cxnLst/>
              <a:rect l="l" t="t" r="r" b="b"/>
              <a:pathLst>
                <a:path w="2755" h="2755" extrusionOk="0">
                  <a:moveTo>
                    <a:pt x="526" y="0"/>
                  </a:moveTo>
                  <a:lnTo>
                    <a:pt x="1" y="526"/>
                  </a:lnTo>
                  <a:lnTo>
                    <a:pt x="2229" y="2754"/>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136"/>
            <p:cNvSpPr/>
            <p:nvPr/>
          </p:nvSpPr>
          <p:spPr>
            <a:xfrm>
              <a:off x="3560536" y="1784682"/>
              <a:ext cx="41264" cy="41579"/>
            </a:xfrm>
            <a:custGeom>
              <a:avLst/>
              <a:gdLst/>
              <a:ahLst/>
              <a:cxnLst/>
              <a:rect l="l" t="t" r="r" b="b"/>
              <a:pathLst>
                <a:path w="2756" h="2777" extrusionOk="0">
                  <a:moveTo>
                    <a:pt x="527" y="1"/>
                  </a:moveTo>
                  <a:lnTo>
                    <a:pt x="1" y="548"/>
                  </a:lnTo>
                  <a:lnTo>
                    <a:pt x="2230" y="2776"/>
                  </a:lnTo>
                  <a:lnTo>
                    <a:pt x="2755" y="2251"/>
                  </a:lnTo>
                  <a:lnTo>
                    <a:pt x="527"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136"/>
            <p:cNvSpPr/>
            <p:nvPr/>
          </p:nvSpPr>
          <p:spPr>
            <a:xfrm>
              <a:off x="3660957" y="1717635"/>
              <a:ext cx="24570" cy="24884"/>
            </a:xfrm>
            <a:custGeom>
              <a:avLst/>
              <a:gdLst/>
              <a:ahLst/>
              <a:cxnLst/>
              <a:rect l="l" t="t" r="r" b="b"/>
              <a:pathLst>
                <a:path w="1641" h="1662" extrusionOk="0">
                  <a:moveTo>
                    <a:pt x="526" y="1"/>
                  </a:moveTo>
                  <a:lnTo>
                    <a:pt x="1" y="547"/>
                  </a:lnTo>
                  <a:lnTo>
                    <a:pt x="1115" y="1662"/>
                  </a:lnTo>
                  <a:lnTo>
                    <a:pt x="1641"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136"/>
            <p:cNvSpPr/>
            <p:nvPr/>
          </p:nvSpPr>
          <p:spPr>
            <a:xfrm>
              <a:off x="3681739" y="1696868"/>
              <a:ext cx="24570" cy="24555"/>
            </a:xfrm>
            <a:custGeom>
              <a:avLst/>
              <a:gdLst/>
              <a:ahLst/>
              <a:cxnLst/>
              <a:rect l="l" t="t" r="r" b="b"/>
              <a:pathLst>
                <a:path w="1641" h="1640" extrusionOk="0">
                  <a:moveTo>
                    <a:pt x="526" y="0"/>
                  </a:moveTo>
                  <a:lnTo>
                    <a:pt x="0" y="526"/>
                  </a:lnTo>
                  <a:lnTo>
                    <a:pt x="1115" y="1640"/>
                  </a:lnTo>
                  <a:lnTo>
                    <a:pt x="1640" y="1114"/>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136"/>
            <p:cNvSpPr/>
            <p:nvPr/>
          </p:nvSpPr>
          <p:spPr>
            <a:xfrm>
              <a:off x="3686141" y="1659092"/>
              <a:ext cx="41249" cy="41564"/>
            </a:xfrm>
            <a:custGeom>
              <a:avLst/>
              <a:gdLst/>
              <a:ahLst/>
              <a:cxnLst/>
              <a:rect l="l" t="t" r="r" b="b"/>
              <a:pathLst>
                <a:path w="2755" h="2776" extrusionOk="0">
                  <a:moveTo>
                    <a:pt x="526" y="0"/>
                  </a:moveTo>
                  <a:lnTo>
                    <a:pt x="1" y="547"/>
                  </a:lnTo>
                  <a:lnTo>
                    <a:pt x="2229" y="2775"/>
                  </a:lnTo>
                  <a:lnTo>
                    <a:pt x="2755" y="2250"/>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136"/>
            <p:cNvSpPr/>
            <p:nvPr/>
          </p:nvSpPr>
          <p:spPr>
            <a:xfrm>
              <a:off x="3723602" y="1654990"/>
              <a:ext cx="24884" cy="24570"/>
            </a:xfrm>
            <a:custGeom>
              <a:avLst/>
              <a:gdLst/>
              <a:ahLst/>
              <a:cxnLst/>
              <a:rect l="l" t="t" r="r" b="b"/>
              <a:pathLst>
                <a:path w="1662" h="1641" extrusionOk="0">
                  <a:moveTo>
                    <a:pt x="526" y="1"/>
                  </a:moveTo>
                  <a:lnTo>
                    <a:pt x="1" y="526"/>
                  </a:lnTo>
                  <a:lnTo>
                    <a:pt x="1115" y="1641"/>
                  </a:lnTo>
                  <a:lnTo>
                    <a:pt x="1662"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136"/>
            <p:cNvSpPr/>
            <p:nvPr/>
          </p:nvSpPr>
          <p:spPr>
            <a:xfrm>
              <a:off x="3744698" y="1633909"/>
              <a:ext cx="24570" cy="24884"/>
            </a:xfrm>
            <a:custGeom>
              <a:avLst/>
              <a:gdLst/>
              <a:ahLst/>
              <a:cxnLst/>
              <a:rect l="l" t="t" r="r" b="b"/>
              <a:pathLst>
                <a:path w="1641" h="1662" extrusionOk="0">
                  <a:moveTo>
                    <a:pt x="526" y="0"/>
                  </a:moveTo>
                  <a:lnTo>
                    <a:pt x="0" y="547"/>
                  </a:lnTo>
                  <a:lnTo>
                    <a:pt x="1115" y="1661"/>
                  </a:lnTo>
                  <a:lnTo>
                    <a:pt x="1640"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136"/>
            <p:cNvSpPr/>
            <p:nvPr/>
          </p:nvSpPr>
          <p:spPr>
            <a:xfrm>
              <a:off x="3748786" y="1596447"/>
              <a:ext cx="41564" cy="41249"/>
            </a:xfrm>
            <a:custGeom>
              <a:avLst/>
              <a:gdLst/>
              <a:ahLst/>
              <a:cxnLst/>
              <a:rect l="l" t="t" r="r" b="b"/>
              <a:pathLst>
                <a:path w="2776" h="2755" extrusionOk="0">
                  <a:moveTo>
                    <a:pt x="526" y="0"/>
                  </a:moveTo>
                  <a:lnTo>
                    <a:pt x="1" y="526"/>
                  </a:lnTo>
                  <a:lnTo>
                    <a:pt x="2229" y="2755"/>
                  </a:lnTo>
                  <a:lnTo>
                    <a:pt x="2776"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136"/>
            <p:cNvSpPr/>
            <p:nvPr/>
          </p:nvSpPr>
          <p:spPr>
            <a:xfrm>
              <a:off x="3786561" y="1592030"/>
              <a:ext cx="24570" cy="24884"/>
            </a:xfrm>
            <a:custGeom>
              <a:avLst/>
              <a:gdLst/>
              <a:ahLst/>
              <a:cxnLst/>
              <a:rect l="l" t="t" r="r" b="b"/>
              <a:pathLst>
                <a:path w="1641" h="1662" extrusionOk="0">
                  <a:moveTo>
                    <a:pt x="526" y="1"/>
                  </a:moveTo>
                  <a:lnTo>
                    <a:pt x="0"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136"/>
            <p:cNvSpPr/>
            <p:nvPr/>
          </p:nvSpPr>
          <p:spPr>
            <a:xfrm>
              <a:off x="3807343" y="1571264"/>
              <a:ext cx="24869" cy="24570"/>
            </a:xfrm>
            <a:custGeom>
              <a:avLst/>
              <a:gdLst/>
              <a:ahLst/>
              <a:cxnLst/>
              <a:rect l="l" t="t" r="r" b="b"/>
              <a:pathLst>
                <a:path w="1661" h="1641" extrusionOk="0">
                  <a:moveTo>
                    <a:pt x="526" y="0"/>
                  </a:moveTo>
                  <a:lnTo>
                    <a:pt x="0" y="526"/>
                  </a:lnTo>
                  <a:lnTo>
                    <a:pt x="1114" y="1640"/>
                  </a:lnTo>
                  <a:lnTo>
                    <a:pt x="1661"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136"/>
            <p:cNvSpPr/>
            <p:nvPr/>
          </p:nvSpPr>
          <p:spPr>
            <a:xfrm>
              <a:off x="3811745" y="1533488"/>
              <a:ext cx="41249" cy="41564"/>
            </a:xfrm>
            <a:custGeom>
              <a:avLst/>
              <a:gdLst/>
              <a:ahLst/>
              <a:cxnLst/>
              <a:rect l="l" t="t" r="r" b="b"/>
              <a:pathLst>
                <a:path w="2755" h="2776" extrusionOk="0">
                  <a:moveTo>
                    <a:pt x="526" y="0"/>
                  </a:moveTo>
                  <a:lnTo>
                    <a:pt x="0" y="526"/>
                  </a:lnTo>
                  <a:lnTo>
                    <a:pt x="2229" y="2776"/>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136"/>
            <p:cNvSpPr/>
            <p:nvPr/>
          </p:nvSpPr>
          <p:spPr>
            <a:xfrm>
              <a:off x="3597998" y="1780594"/>
              <a:ext cx="24570" cy="24570"/>
            </a:xfrm>
            <a:custGeom>
              <a:avLst/>
              <a:gdLst/>
              <a:ahLst/>
              <a:cxnLst/>
              <a:rect l="l" t="t" r="r" b="b"/>
              <a:pathLst>
                <a:path w="1641" h="1641" extrusionOk="0">
                  <a:moveTo>
                    <a:pt x="526" y="1"/>
                  </a:moveTo>
                  <a:lnTo>
                    <a:pt x="1" y="526"/>
                  </a:lnTo>
                  <a:lnTo>
                    <a:pt x="1115" y="1640"/>
                  </a:lnTo>
                  <a:lnTo>
                    <a:pt x="1641"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136"/>
            <p:cNvSpPr/>
            <p:nvPr/>
          </p:nvSpPr>
          <p:spPr>
            <a:xfrm>
              <a:off x="3623181" y="1625090"/>
              <a:ext cx="108940" cy="108925"/>
            </a:xfrm>
            <a:custGeom>
              <a:avLst/>
              <a:gdLst/>
              <a:ahLst/>
              <a:cxnLst/>
              <a:rect l="l" t="t" r="r" b="b"/>
              <a:pathLst>
                <a:path w="7276" h="7275" extrusionOk="0">
                  <a:moveTo>
                    <a:pt x="3070" y="1"/>
                  </a:moveTo>
                  <a:lnTo>
                    <a:pt x="1" y="3049"/>
                  </a:lnTo>
                  <a:lnTo>
                    <a:pt x="4206" y="7275"/>
                  </a:lnTo>
                  <a:lnTo>
                    <a:pt x="7275" y="4205"/>
                  </a:lnTo>
                  <a:lnTo>
                    <a:pt x="3070" y="1"/>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136"/>
            <p:cNvSpPr/>
            <p:nvPr/>
          </p:nvSpPr>
          <p:spPr>
            <a:xfrm>
              <a:off x="3517416" y="1493826"/>
              <a:ext cx="316698" cy="313225"/>
            </a:xfrm>
            <a:custGeom>
              <a:avLst/>
              <a:gdLst/>
              <a:ahLst/>
              <a:cxnLst/>
              <a:rect l="l" t="t" r="r" b="b"/>
              <a:pathLst>
                <a:path w="21152" h="20920" extrusionOk="0">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136"/>
            <p:cNvSpPr/>
            <p:nvPr/>
          </p:nvSpPr>
          <p:spPr>
            <a:xfrm>
              <a:off x="3788133" y="1761399"/>
              <a:ext cx="73230" cy="72287"/>
            </a:xfrm>
            <a:custGeom>
              <a:avLst/>
              <a:gdLst/>
              <a:ahLst/>
              <a:cxnLst/>
              <a:rect l="l" t="t" r="r" b="b"/>
              <a:pathLst>
                <a:path w="4891" h="4828" extrusionOk="0">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136"/>
            <p:cNvSpPr/>
            <p:nvPr/>
          </p:nvSpPr>
          <p:spPr>
            <a:xfrm>
              <a:off x="3822136" y="1761399"/>
              <a:ext cx="39198" cy="72407"/>
            </a:xfrm>
            <a:custGeom>
              <a:avLst/>
              <a:gdLst/>
              <a:ahLst/>
              <a:cxnLst/>
              <a:rect l="l" t="t" r="r" b="b"/>
              <a:pathLst>
                <a:path w="2618" h="4836" extrusionOk="0">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136"/>
            <p:cNvSpPr/>
            <p:nvPr/>
          </p:nvSpPr>
          <p:spPr>
            <a:xfrm>
              <a:off x="3541656" y="1493781"/>
              <a:ext cx="292458" cy="313270"/>
            </a:xfrm>
            <a:custGeom>
              <a:avLst/>
              <a:gdLst/>
              <a:ahLst/>
              <a:cxnLst/>
              <a:rect l="l" t="t" r="r" b="b"/>
              <a:pathLst>
                <a:path w="19533" h="20923" extrusionOk="0">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136"/>
            <p:cNvSpPr/>
            <p:nvPr/>
          </p:nvSpPr>
          <p:spPr>
            <a:xfrm>
              <a:off x="3834728" y="1807979"/>
              <a:ext cx="26636" cy="25708"/>
            </a:xfrm>
            <a:custGeom>
              <a:avLst/>
              <a:gdLst/>
              <a:ahLst/>
              <a:cxnLst/>
              <a:rect l="l" t="t" r="r" b="b"/>
              <a:pathLst>
                <a:path w="1779" h="1717" extrusionOk="0">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136"/>
            <p:cNvSpPr/>
            <p:nvPr/>
          </p:nvSpPr>
          <p:spPr>
            <a:xfrm>
              <a:off x="3552047" y="1524984"/>
              <a:ext cx="68320" cy="68334"/>
            </a:xfrm>
            <a:custGeom>
              <a:avLst/>
              <a:gdLst/>
              <a:ahLst/>
              <a:cxnLst/>
              <a:rect l="l" t="t" r="r" b="b"/>
              <a:pathLst>
                <a:path w="4563" h="4564" extrusionOk="0">
                  <a:moveTo>
                    <a:pt x="3049" y="1"/>
                  </a:moveTo>
                  <a:lnTo>
                    <a:pt x="0" y="3070"/>
                  </a:lnTo>
                  <a:lnTo>
                    <a:pt x="1493" y="4563"/>
                  </a:lnTo>
                  <a:lnTo>
                    <a:pt x="4563" y="1494"/>
                  </a:lnTo>
                  <a:lnTo>
                    <a:pt x="3049" y="1"/>
                  </a:ln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136"/>
            <p:cNvSpPr/>
            <p:nvPr/>
          </p:nvSpPr>
          <p:spPr>
            <a:xfrm>
              <a:off x="3593281" y="1566218"/>
              <a:ext cx="221623" cy="221952"/>
            </a:xfrm>
            <a:custGeom>
              <a:avLst/>
              <a:gdLst/>
              <a:ahLst/>
              <a:cxnLst/>
              <a:rect l="l" t="t" r="r" b="b"/>
              <a:pathLst>
                <a:path w="14802" h="14824" extrusionOk="0">
                  <a:moveTo>
                    <a:pt x="526" y="1"/>
                  </a:moveTo>
                  <a:lnTo>
                    <a:pt x="1" y="548"/>
                  </a:lnTo>
                  <a:lnTo>
                    <a:pt x="14276" y="14823"/>
                  </a:lnTo>
                  <a:lnTo>
                    <a:pt x="14802" y="14298"/>
                  </a:lnTo>
                  <a:lnTo>
                    <a:pt x="526"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7" name="Google Shape;13167;p136"/>
          <p:cNvGrpSpPr/>
          <p:nvPr/>
        </p:nvGrpSpPr>
        <p:grpSpPr>
          <a:xfrm>
            <a:off x="3066324" y="3350446"/>
            <a:ext cx="346598" cy="333183"/>
            <a:chOff x="3066324" y="3350446"/>
            <a:chExt cx="346598" cy="333183"/>
          </a:xfrm>
        </p:grpSpPr>
        <p:sp>
          <p:nvSpPr>
            <p:cNvPr id="13168" name="Google Shape;13168;p136"/>
            <p:cNvSpPr/>
            <p:nvPr/>
          </p:nvSpPr>
          <p:spPr>
            <a:xfrm>
              <a:off x="3077658" y="3672759"/>
              <a:ext cx="297174" cy="10735"/>
            </a:xfrm>
            <a:custGeom>
              <a:avLst/>
              <a:gdLst/>
              <a:ahLst/>
              <a:cxnLst/>
              <a:rect l="l" t="t" r="r" b="b"/>
              <a:pathLst>
                <a:path w="19848" h="717" extrusionOk="0">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136"/>
            <p:cNvSpPr/>
            <p:nvPr/>
          </p:nvSpPr>
          <p:spPr>
            <a:xfrm>
              <a:off x="3066324" y="3350446"/>
              <a:ext cx="346598" cy="333183"/>
            </a:xfrm>
            <a:custGeom>
              <a:avLst/>
              <a:gdLst/>
              <a:ahLst/>
              <a:cxnLst/>
              <a:rect l="l" t="t" r="r" b="b"/>
              <a:pathLst>
                <a:path w="23149" h="22253" extrusionOk="0">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136"/>
            <p:cNvSpPr/>
            <p:nvPr/>
          </p:nvSpPr>
          <p:spPr>
            <a:xfrm>
              <a:off x="3079545" y="3516970"/>
              <a:ext cx="333378" cy="166524"/>
            </a:xfrm>
            <a:custGeom>
              <a:avLst/>
              <a:gdLst/>
              <a:ahLst/>
              <a:cxnLst/>
              <a:rect l="l" t="t" r="r" b="b"/>
              <a:pathLst>
                <a:path w="22266" h="11122" extrusionOk="0">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136"/>
            <p:cNvSpPr/>
            <p:nvPr/>
          </p:nvSpPr>
          <p:spPr>
            <a:xfrm>
              <a:off x="3079545" y="3371841"/>
              <a:ext cx="333378" cy="145143"/>
            </a:xfrm>
            <a:custGeom>
              <a:avLst/>
              <a:gdLst/>
              <a:ahLst/>
              <a:cxnLst/>
              <a:rect l="l" t="t" r="r" b="b"/>
              <a:pathLst>
                <a:path w="22266" h="9694" extrusionOk="0">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136"/>
            <p:cNvSpPr/>
            <p:nvPr/>
          </p:nvSpPr>
          <p:spPr>
            <a:xfrm>
              <a:off x="3188784" y="3371841"/>
              <a:ext cx="224138" cy="145143"/>
            </a:xfrm>
            <a:custGeom>
              <a:avLst/>
              <a:gdLst/>
              <a:ahLst/>
              <a:cxnLst/>
              <a:rect l="l" t="t" r="r" b="b"/>
              <a:pathLst>
                <a:path w="14970" h="9694" extrusionOk="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136"/>
            <p:cNvSpPr/>
            <p:nvPr/>
          </p:nvSpPr>
          <p:spPr>
            <a:xfrm>
              <a:off x="3079545" y="3516970"/>
              <a:ext cx="333378" cy="144814"/>
            </a:xfrm>
            <a:custGeom>
              <a:avLst/>
              <a:gdLst/>
              <a:ahLst/>
              <a:cxnLst/>
              <a:rect l="l" t="t" r="r" b="b"/>
              <a:pathLst>
                <a:path w="22266" h="9672" extrusionOk="0">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136"/>
            <p:cNvSpPr/>
            <p:nvPr/>
          </p:nvSpPr>
          <p:spPr>
            <a:xfrm>
              <a:off x="3079545" y="3516970"/>
              <a:ext cx="181018" cy="136938"/>
            </a:xfrm>
            <a:custGeom>
              <a:avLst/>
              <a:gdLst/>
              <a:ahLst/>
              <a:cxnLst/>
              <a:rect l="l" t="t" r="r" b="b"/>
              <a:pathLst>
                <a:path w="12090" h="9146" extrusionOk="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136"/>
            <p:cNvSpPr/>
            <p:nvPr/>
          </p:nvSpPr>
          <p:spPr>
            <a:xfrm>
              <a:off x="3079545" y="3430084"/>
              <a:ext cx="333378" cy="173771"/>
            </a:xfrm>
            <a:custGeom>
              <a:avLst/>
              <a:gdLst/>
              <a:ahLst/>
              <a:cxnLst/>
              <a:rect l="l" t="t" r="r" b="b"/>
              <a:pathLst>
                <a:path w="22266" h="11606" extrusionOk="0">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136"/>
            <p:cNvSpPr/>
            <p:nvPr/>
          </p:nvSpPr>
          <p:spPr>
            <a:xfrm>
              <a:off x="3079545" y="3444563"/>
              <a:ext cx="333378" cy="144814"/>
            </a:xfrm>
            <a:custGeom>
              <a:avLst/>
              <a:gdLst/>
              <a:ahLst/>
              <a:cxnLst/>
              <a:rect l="l" t="t" r="r" b="b"/>
              <a:pathLst>
                <a:path w="22266" h="9672" extrusionOk="0">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136"/>
            <p:cNvSpPr/>
            <p:nvPr/>
          </p:nvSpPr>
          <p:spPr>
            <a:xfrm>
              <a:off x="3079545" y="3444563"/>
              <a:ext cx="186692" cy="144814"/>
            </a:xfrm>
            <a:custGeom>
              <a:avLst/>
              <a:gdLst/>
              <a:ahLst/>
              <a:cxnLst/>
              <a:rect l="l" t="t" r="r" b="b"/>
              <a:pathLst>
                <a:path w="12469" h="9672" extrusionOk="0">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8" name="Google Shape;13178;p136"/>
          <p:cNvGrpSpPr/>
          <p:nvPr/>
        </p:nvGrpSpPr>
        <p:grpSpPr>
          <a:xfrm>
            <a:off x="1282755" y="1952089"/>
            <a:ext cx="363278" cy="363338"/>
            <a:chOff x="1282755" y="1952089"/>
            <a:chExt cx="363278" cy="363338"/>
          </a:xfrm>
        </p:grpSpPr>
        <p:sp>
          <p:nvSpPr>
            <p:cNvPr id="13179" name="Google Shape;13179;p136"/>
            <p:cNvSpPr/>
            <p:nvPr/>
          </p:nvSpPr>
          <p:spPr>
            <a:xfrm>
              <a:off x="1282755" y="1952089"/>
              <a:ext cx="359924" cy="363338"/>
            </a:xfrm>
            <a:custGeom>
              <a:avLst/>
              <a:gdLst/>
              <a:ahLst/>
              <a:cxnLst/>
              <a:rect l="l" t="t" r="r" b="b"/>
              <a:pathLst>
                <a:path w="24039" h="24267" extrusionOk="0">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136"/>
            <p:cNvSpPr/>
            <p:nvPr/>
          </p:nvSpPr>
          <p:spPr>
            <a:xfrm>
              <a:off x="1437900" y="2104404"/>
              <a:ext cx="61118" cy="57644"/>
            </a:xfrm>
            <a:custGeom>
              <a:avLst/>
              <a:gdLst/>
              <a:ahLst/>
              <a:cxnLst/>
              <a:rect l="l" t="t" r="r" b="b"/>
              <a:pathLst>
                <a:path w="4082" h="3850" extrusionOk="0">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136"/>
            <p:cNvSpPr/>
            <p:nvPr/>
          </p:nvSpPr>
          <p:spPr>
            <a:xfrm>
              <a:off x="1286214" y="2015019"/>
              <a:ext cx="61148" cy="47313"/>
            </a:xfrm>
            <a:custGeom>
              <a:avLst/>
              <a:gdLst/>
              <a:ahLst/>
              <a:cxnLst/>
              <a:rect l="l" t="t" r="r" b="b"/>
              <a:pathLst>
                <a:path w="4084" h="3160" extrusionOk="0">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136"/>
            <p:cNvSpPr/>
            <p:nvPr/>
          </p:nvSpPr>
          <p:spPr>
            <a:xfrm>
              <a:off x="1595396" y="2201696"/>
              <a:ext cx="50637" cy="47253"/>
            </a:xfrm>
            <a:custGeom>
              <a:avLst/>
              <a:gdLst/>
              <a:ahLst/>
              <a:cxnLst/>
              <a:rect l="l" t="t" r="r" b="b"/>
              <a:pathLst>
                <a:path w="3382" h="3156" extrusionOk="0">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136"/>
            <p:cNvSpPr/>
            <p:nvPr/>
          </p:nvSpPr>
          <p:spPr>
            <a:xfrm>
              <a:off x="1452034" y="2121653"/>
              <a:ext cx="46984" cy="40276"/>
            </a:xfrm>
            <a:custGeom>
              <a:avLst/>
              <a:gdLst/>
              <a:ahLst/>
              <a:cxnLst/>
              <a:rect l="l" t="t" r="r" b="b"/>
              <a:pathLst>
                <a:path w="3138" h="2690" extrusionOk="0">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136"/>
            <p:cNvSpPr/>
            <p:nvPr/>
          </p:nvSpPr>
          <p:spPr>
            <a:xfrm>
              <a:off x="1307445" y="2032701"/>
              <a:ext cx="33868" cy="29631"/>
            </a:xfrm>
            <a:custGeom>
              <a:avLst/>
              <a:gdLst/>
              <a:ahLst/>
              <a:cxnLst/>
              <a:rect l="l" t="t" r="r" b="b"/>
              <a:pathLst>
                <a:path w="2262" h="1979" extrusionOk="0">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136"/>
            <p:cNvSpPr/>
            <p:nvPr/>
          </p:nvSpPr>
          <p:spPr>
            <a:xfrm>
              <a:off x="1612464" y="2219064"/>
              <a:ext cx="33568" cy="29750"/>
            </a:xfrm>
            <a:custGeom>
              <a:avLst/>
              <a:gdLst/>
              <a:ahLst/>
              <a:cxnLst/>
              <a:rect l="l" t="t" r="r" b="b"/>
              <a:pathLst>
                <a:path w="2242" h="1987" extrusionOk="0">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6" name="Google Shape;13186;p136"/>
          <p:cNvGrpSpPr/>
          <p:nvPr/>
        </p:nvGrpSpPr>
        <p:grpSpPr>
          <a:xfrm>
            <a:off x="3510094" y="2909281"/>
            <a:ext cx="355133" cy="343574"/>
            <a:chOff x="3510094" y="2909281"/>
            <a:chExt cx="355133" cy="343574"/>
          </a:xfrm>
        </p:grpSpPr>
        <p:sp>
          <p:nvSpPr>
            <p:cNvPr id="13187" name="Google Shape;13187;p136"/>
            <p:cNvSpPr/>
            <p:nvPr/>
          </p:nvSpPr>
          <p:spPr>
            <a:xfrm>
              <a:off x="3583205" y="3134527"/>
              <a:ext cx="50652" cy="47523"/>
            </a:xfrm>
            <a:custGeom>
              <a:avLst/>
              <a:gdLst/>
              <a:ahLst/>
              <a:cxnLst/>
              <a:rect l="l" t="t" r="r" b="b"/>
              <a:pathLst>
                <a:path w="3383" h="3174" extrusionOk="0">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136"/>
            <p:cNvSpPr/>
            <p:nvPr/>
          </p:nvSpPr>
          <p:spPr>
            <a:xfrm>
              <a:off x="3655746" y="2909281"/>
              <a:ext cx="209480" cy="192127"/>
            </a:xfrm>
            <a:custGeom>
              <a:avLst/>
              <a:gdLst/>
              <a:ahLst/>
              <a:cxnLst/>
              <a:rect l="l" t="t" r="r" b="b"/>
              <a:pathLst>
                <a:path w="13991" h="12832" extrusionOk="0">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136"/>
            <p:cNvSpPr/>
            <p:nvPr/>
          </p:nvSpPr>
          <p:spPr>
            <a:xfrm>
              <a:off x="3673863" y="2923430"/>
              <a:ext cx="184806" cy="179550"/>
            </a:xfrm>
            <a:custGeom>
              <a:avLst/>
              <a:gdLst/>
              <a:ahLst/>
              <a:cxnLst/>
              <a:rect l="l" t="t" r="r" b="b"/>
              <a:pathLst>
                <a:path w="12343" h="11992" extrusionOk="0">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136"/>
            <p:cNvSpPr/>
            <p:nvPr/>
          </p:nvSpPr>
          <p:spPr>
            <a:xfrm>
              <a:off x="3541970" y="3007531"/>
              <a:ext cx="218793" cy="216383"/>
            </a:xfrm>
            <a:custGeom>
              <a:avLst/>
              <a:gdLst/>
              <a:ahLst/>
              <a:cxnLst/>
              <a:rect l="l" t="t" r="r" b="b"/>
              <a:pathLst>
                <a:path w="14613" h="14452" extrusionOk="0">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136"/>
            <p:cNvSpPr/>
            <p:nvPr/>
          </p:nvSpPr>
          <p:spPr>
            <a:xfrm>
              <a:off x="3562123" y="3027504"/>
              <a:ext cx="198640" cy="196409"/>
            </a:xfrm>
            <a:custGeom>
              <a:avLst/>
              <a:gdLst/>
              <a:ahLst/>
              <a:cxnLst/>
              <a:rect l="l" t="t" r="r" b="b"/>
              <a:pathLst>
                <a:path w="13267" h="13118" extrusionOk="0">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136"/>
            <p:cNvSpPr/>
            <p:nvPr/>
          </p:nvSpPr>
          <p:spPr>
            <a:xfrm>
              <a:off x="3516562" y="3033523"/>
              <a:ext cx="217446" cy="210304"/>
            </a:xfrm>
            <a:custGeom>
              <a:avLst/>
              <a:gdLst/>
              <a:ahLst/>
              <a:cxnLst/>
              <a:rect l="l" t="t" r="r" b="b"/>
              <a:pathLst>
                <a:path w="14523" h="14046" extrusionOk="0">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136"/>
            <p:cNvSpPr/>
            <p:nvPr/>
          </p:nvSpPr>
          <p:spPr>
            <a:xfrm>
              <a:off x="3524033" y="3056041"/>
              <a:ext cx="202413" cy="188100"/>
            </a:xfrm>
            <a:custGeom>
              <a:avLst/>
              <a:gdLst/>
              <a:ahLst/>
              <a:cxnLst/>
              <a:rect l="l" t="t" r="r" b="b"/>
              <a:pathLst>
                <a:path w="13519" h="12563" extrusionOk="0">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136"/>
            <p:cNvSpPr/>
            <p:nvPr/>
          </p:nvSpPr>
          <p:spPr>
            <a:xfrm>
              <a:off x="3556389" y="3171360"/>
              <a:ext cx="39108" cy="35620"/>
            </a:xfrm>
            <a:custGeom>
              <a:avLst/>
              <a:gdLst/>
              <a:ahLst/>
              <a:cxnLst/>
              <a:rect l="l" t="t" r="r" b="b"/>
              <a:pathLst>
                <a:path w="2612" h="2379" extrusionOk="0">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136"/>
            <p:cNvSpPr/>
            <p:nvPr/>
          </p:nvSpPr>
          <p:spPr>
            <a:xfrm>
              <a:off x="3573413" y="3180268"/>
              <a:ext cx="22084" cy="21920"/>
            </a:xfrm>
            <a:custGeom>
              <a:avLst/>
              <a:gdLst/>
              <a:ahLst/>
              <a:cxnLst/>
              <a:rect l="l" t="t" r="r" b="b"/>
              <a:pathLst>
                <a:path w="1475" h="1464" extrusionOk="0">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136"/>
            <p:cNvSpPr/>
            <p:nvPr/>
          </p:nvSpPr>
          <p:spPr>
            <a:xfrm>
              <a:off x="3510094" y="2969111"/>
              <a:ext cx="174534" cy="41549"/>
            </a:xfrm>
            <a:custGeom>
              <a:avLst/>
              <a:gdLst/>
              <a:ahLst/>
              <a:cxnLst/>
              <a:rect l="l" t="t" r="r" b="b"/>
              <a:pathLst>
                <a:path w="11657" h="2775" extrusionOk="0">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136"/>
            <p:cNvSpPr/>
            <p:nvPr/>
          </p:nvSpPr>
          <p:spPr>
            <a:xfrm>
              <a:off x="3529948" y="2930572"/>
              <a:ext cx="133270" cy="33928"/>
            </a:xfrm>
            <a:custGeom>
              <a:avLst/>
              <a:gdLst/>
              <a:ahLst/>
              <a:cxnLst/>
              <a:rect l="l" t="t" r="r" b="b"/>
              <a:pathLst>
                <a:path w="8901" h="2266" extrusionOk="0">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136"/>
            <p:cNvSpPr/>
            <p:nvPr/>
          </p:nvSpPr>
          <p:spPr>
            <a:xfrm>
              <a:off x="3753292" y="3083980"/>
              <a:ext cx="52793" cy="168875"/>
            </a:xfrm>
            <a:custGeom>
              <a:avLst/>
              <a:gdLst/>
              <a:ahLst/>
              <a:cxnLst/>
              <a:rect l="l" t="t" r="r" b="b"/>
              <a:pathLst>
                <a:path w="3526" h="11279" extrusionOk="0">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136"/>
            <p:cNvSpPr/>
            <p:nvPr/>
          </p:nvSpPr>
          <p:spPr>
            <a:xfrm>
              <a:off x="3799243" y="3105481"/>
              <a:ext cx="43046" cy="127700"/>
            </a:xfrm>
            <a:custGeom>
              <a:avLst/>
              <a:gdLst/>
              <a:ahLst/>
              <a:cxnLst/>
              <a:rect l="l" t="t" r="r" b="b"/>
              <a:pathLst>
                <a:path w="2875" h="8529" extrusionOk="0">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00" name="Google Shape;13200;p136"/>
          <p:cNvSpPr/>
          <p:nvPr/>
        </p:nvSpPr>
        <p:spPr>
          <a:xfrm>
            <a:off x="2513884" y="1812081"/>
            <a:ext cx="32745" cy="26456"/>
          </a:xfrm>
          <a:custGeom>
            <a:avLst/>
            <a:gdLst/>
            <a:ahLst/>
            <a:cxnLst/>
            <a:rect l="l" t="t" r="r" b="b"/>
            <a:pathLst>
              <a:path w="2187" h="1767" extrusionOk="0">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01" name="Google Shape;13201;p136"/>
          <p:cNvGrpSpPr/>
          <p:nvPr/>
        </p:nvGrpSpPr>
        <p:grpSpPr>
          <a:xfrm>
            <a:off x="2163842" y="1506972"/>
            <a:ext cx="382787" cy="331566"/>
            <a:chOff x="2163842" y="1506972"/>
            <a:chExt cx="382787" cy="331566"/>
          </a:xfrm>
        </p:grpSpPr>
        <p:sp>
          <p:nvSpPr>
            <p:cNvPr id="13202" name="Google Shape;13202;p136"/>
            <p:cNvSpPr/>
            <p:nvPr/>
          </p:nvSpPr>
          <p:spPr>
            <a:xfrm>
              <a:off x="2247253" y="1506972"/>
              <a:ext cx="214152" cy="101768"/>
            </a:xfrm>
            <a:custGeom>
              <a:avLst/>
              <a:gdLst/>
              <a:ahLst/>
              <a:cxnLst/>
              <a:rect l="l" t="t" r="r" b="b"/>
              <a:pathLst>
                <a:path w="14303" h="6797" extrusionOk="0">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136"/>
            <p:cNvSpPr/>
            <p:nvPr/>
          </p:nvSpPr>
          <p:spPr>
            <a:xfrm>
              <a:off x="2163842" y="1812081"/>
              <a:ext cx="382787" cy="26456"/>
            </a:xfrm>
            <a:custGeom>
              <a:avLst/>
              <a:gdLst/>
              <a:ahLst/>
              <a:cxnLst/>
              <a:rect l="l" t="t" r="r" b="b"/>
              <a:pathLst>
                <a:path w="25566" h="1767" extrusionOk="0">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136"/>
            <p:cNvSpPr/>
            <p:nvPr/>
          </p:nvSpPr>
          <p:spPr>
            <a:xfrm>
              <a:off x="2178634" y="1592030"/>
              <a:ext cx="353201" cy="220066"/>
            </a:xfrm>
            <a:custGeom>
              <a:avLst/>
              <a:gdLst/>
              <a:ahLst/>
              <a:cxnLst/>
              <a:rect l="l" t="t" r="r" b="b"/>
              <a:pathLst>
                <a:path w="23590" h="14698" extrusionOk="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136"/>
            <p:cNvSpPr/>
            <p:nvPr/>
          </p:nvSpPr>
          <p:spPr>
            <a:xfrm>
              <a:off x="2178634" y="1592030"/>
              <a:ext cx="353201" cy="220066"/>
            </a:xfrm>
            <a:custGeom>
              <a:avLst/>
              <a:gdLst/>
              <a:ahLst/>
              <a:cxnLst/>
              <a:rect l="l" t="t" r="r" b="b"/>
              <a:pathLst>
                <a:path w="23590" h="14698" extrusionOk="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136"/>
            <p:cNvSpPr/>
            <p:nvPr/>
          </p:nvSpPr>
          <p:spPr>
            <a:xfrm>
              <a:off x="2201602" y="1615013"/>
              <a:ext cx="307251" cy="174100"/>
            </a:xfrm>
            <a:custGeom>
              <a:avLst/>
              <a:gdLst/>
              <a:ahLst/>
              <a:cxnLst/>
              <a:rect l="l" t="t" r="r" b="b"/>
              <a:pathLst>
                <a:path w="20521" h="11628" extrusionOk="0">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136"/>
            <p:cNvSpPr/>
            <p:nvPr/>
          </p:nvSpPr>
          <p:spPr>
            <a:xfrm>
              <a:off x="2201932" y="1615013"/>
              <a:ext cx="306921" cy="173786"/>
            </a:xfrm>
            <a:custGeom>
              <a:avLst/>
              <a:gdLst/>
              <a:ahLst/>
              <a:cxnLst/>
              <a:rect l="l" t="t" r="r" b="b"/>
              <a:pathLst>
                <a:path w="20499" h="11607" extrusionOk="0">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136"/>
            <p:cNvSpPr/>
            <p:nvPr/>
          </p:nvSpPr>
          <p:spPr>
            <a:xfrm>
              <a:off x="2254500" y="1777450"/>
              <a:ext cx="76824" cy="34646"/>
            </a:xfrm>
            <a:custGeom>
              <a:avLst/>
              <a:gdLst/>
              <a:ahLst/>
              <a:cxnLst/>
              <a:rect l="l" t="t" r="r" b="b"/>
              <a:pathLst>
                <a:path w="5131" h="2314" extrusionOk="0">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136"/>
            <p:cNvSpPr/>
            <p:nvPr/>
          </p:nvSpPr>
          <p:spPr>
            <a:xfrm>
              <a:off x="2300765" y="1777450"/>
              <a:ext cx="30873" cy="34646"/>
            </a:xfrm>
            <a:custGeom>
              <a:avLst/>
              <a:gdLst/>
              <a:ahLst/>
              <a:cxnLst/>
              <a:rect l="l" t="t" r="r" b="b"/>
              <a:pathLst>
                <a:path w="2062" h="2314" extrusionOk="0">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0" name="Google Shape;13210;p136"/>
          <p:cNvGrpSpPr/>
          <p:nvPr/>
        </p:nvGrpSpPr>
        <p:grpSpPr>
          <a:xfrm>
            <a:off x="1738877" y="3349652"/>
            <a:ext cx="357918" cy="350536"/>
            <a:chOff x="1738877" y="3349652"/>
            <a:chExt cx="357918" cy="350536"/>
          </a:xfrm>
        </p:grpSpPr>
        <p:sp>
          <p:nvSpPr>
            <p:cNvPr id="13211" name="Google Shape;13211;p136"/>
            <p:cNvSpPr/>
            <p:nvPr/>
          </p:nvSpPr>
          <p:spPr>
            <a:xfrm>
              <a:off x="1814114" y="3407461"/>
              <a:ext cx="154516" cy="282965"/>
            </a:xfrm>
            <a:custGeom>
              <a:avLst/>
              <a:gdLst/>
              <a:ahLst/>
              <a:cxnLst/>
              <a:rect l="l" t="t" r="r" b="b"/>
              <a:pathLst>
                <a:path w="10320" h="18899" extrusionOk="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136"/>
            <p:cNvSpPr/>
            <p:nvPr/>
          </p:nvSpPr>
          <p:spPr>
            <a:xfrm>
              <a:off x="1813800" y="3521057"/>
              <a:ext cx="47538" cy="80402"/>
            </a:xfrm>
            <a:custGeom>
              <a:avLst/>
              <a:gdLst/>
              <a:ahLst/>
              <a:cxnLst/>
              <a:rect l="l" t="t" r="r" b="b"/>
              <a:pathLst>
                <a:path w="3175" h="5370" extrusionOk="0">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136"/>
            <p:cNvSpPr/>
            <p:nvPr/>
          </p:nvSpPr>
          <p:spPr>
            <a:xfrm>
              <a:off x="1900041" y="3407506"/>
              <a:ext cx="61402" cy="56896"/>
            </a:xfrm>
            <a:custGeom>
              <a:avLst/>
              <a:gdLst/>
              <a:ahLst/>
              <a:cxnLst/>
              <a:rect l="l" t="t" r="r" b="b"/>
              <a:pathLst>
                <a:path w="4101" h="3800" extrusionOk="0">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136"/>
            <p:cNvSpPr/>
            <p:nvPr/>
          </p:nvSpPr>
          <p:spPr>
            <a:xfrm>
              <a:off x="1738877" y="3658310"/>
              <a:ext cx="215320" cy="41878"/>
            </a:xfrm>
            <a:custGeom>
              <a:avLst/>
              <a:gdLst/>
              <a:ahLst/>
              <a:cxnLst/>
              <a:rect l="l" t="t" r="r" b="b"/>
              <a:pathLst>
                <a:path w="14381" h="2797" extrusionOk="0">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136"/>
            <p:cNvSpPr/>
            <p:nvPr/>
          </p:nvSpPr>
          <p:spPr>
            <a:xfrm>
              <a:off x="1901928" y="3658310"/>
              <a:ext cx="52269" cy="41878"/>
            </a:xfrm>
            <a:custGeom>
              <a:avLst/>
              <a:gdLst/>
              <a:ahLst/>
              <a:cxnLst/>
              <a:rect l="l" t="t" r="r" b="b"/>
              <a:pathLst>
                <a:path w="3491" h="2797" extrusionOk="0">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136"/>
            <p:cNvSpPr/>
            <p:nvPr/>
          </p:nvSpPr>
          <p:spPr>
            <a:xfrm>
              <a:off x="1781369" y="3503749"/>
              <a:ext cx="93818" cy="80402"/>
            </a:xfrm>
            <a:custGeom>
              <a:avLst/>
              <a:gdLst/>
              <a:ahLst/>
              <a:cxnLst/>
              <a:rect l="l" t="t" r="r" b="b"/>
              <a:pathLst>
                <a:path w="6266" h="5370" extrusionOk="0">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136"/>
            <p:cNvSpPr/>
            <p:nvPr/>
          </p:nvSpPr>
          <p:spPr>
            <a:xfrm>
              <a:off x="1829221" y="3503749"/>
              <a:ext cx="45966" cy="80283"/>
            </a:xfrm>
            <a:custGeom>
              <a:avLst/>
              <a:gdLst/>
              <a:ahLst/>
              <a:cxnLst/>
              <a:rect l="l" t="t" r="r" b="b"/>
              <a:pathLst>
                <a:path w="3070" h="5362" extrusionOk="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136"/>
            <p:cNvSpPr/>
            <p:nvPr/>
          </p:nvSpPr>
          <p:spPr>
            <a:xfrm>
              <a:off x="1813800" y="3528289"/>
              <a:ext cx="36832" cy="31337"/>
            </a:xfrm>
            <a:custGeom>
              <a:avLst/>
              <a:gdLst/>
              <a:ahLst/>
              <a:cxnLst/>
              <a:rect l="l" t="t" r="r" b="b"/>
              <a:pathLst>
                <a:path w="2460" h="2093" extrusionOk="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136"/>
            <p:cNvSpPr/>
            <p:nvPr/>
          </p:nvSpPr>
          <p:spPr>
            <a:xfrm>
              <a:off x="1881475" y="3351479"/>
              <a:ext cx="95075" cy="97186"/>
            </a:xfrm>
            <a:custGeom>
              <a:avLst/>
              <a:gdLst/>
              <a:ahLst/>
              <a:cxnLst/>
              <a:rect l="l" t="t" r="r" b="b"/>
              <a:pathLst>
                <a:path w="6350" h="6491" extrusionOk="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136"/>
            <p:cNvSpPr/>
            <p:nvPr/>
          </p:nvSpPr>
          <p:spPr>
            <a:xfrm>
              <a:off x="1914834" y="3370584"/>
              <a:ext cx="61717" cy="78082"/>
            </a:xfrm>
            <a:custGeom>
              <a:avLst/>
              <a:gdLst/>
              <a:ahLst/>
              <a:cxnLst/>
              <a:rect l="l" t="t" r="r" b="b"/>
              <a:pathLst>
                <a:path w="4122" h="5215" extrusionOk="0">
                  <a:moveTo>
                    <a:pt x="2755" y="1"/>
                  </a:moveTo>
                  <a:lnTo>
                    <a:pt x="1" y="4374"/>
                  </a:lnTo>
                  <a:lnTo>
                    <a:pt x="1346" y="5215"/>
                  </a:lnTo>
                  <a:lnTo>
                    <a:pt x="4122" y="821"/>
                  </a:lnTo>
                  <a:lnTo>
                    <a:pt x="2818"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136"/>
            <p:cNvSpPr/>
            <p:nvPr/>
          </p:nvSpPr>
          <p:spPr>
            <a:xfrm>
              <a:off x="1934987" y="3382861"/>
              <a:ext cx="140412" cy="147255"/>
            </a:xfrm>
            <a:custGeom>
              <a:avLst/>
              <a:gdLst/>
              <a:ahLst/>
              <a:cxnLst/>
              <a:rect l="l" t="t" r="r" b="b"/>
              <a:pathLst>
                <a:path w="9378" h="9835" extrusionOk="0">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136"/>
            <p:cNvSpPr/>
            <p:nvPr/>
          </p:nvSpPr>
          <p:spPr>
            <a:xfrm>
              <a:off x="1974020" y="3389165"/>
              <a:ext cx="101379" cy="140801"/>
            </a:xfrm>
            <a:custGeom>
              <a:avLst/>
              <a:gdLst/>
              <a:ahLst/>
              <a:cxnLst/>
              <a:rect l="l" t="t" r="r" b="b"/>
              <a:pathLst>
                <a:path w="6771" h="9404" extrusionOk="0">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136"/>
            <p:cNvSpPr/>
            <p:nvPr/>
          </p:nvSpPr>
          <p:spPr>
            <a:xfrm>
              <a:off x="2010538" y="3427884"/>
              <a:ext cx="86257" cy="88937"/>
            </a:xfrm>
            <a:custGeom>
              <a:avLst/>
              <a:gdLst/>
              <a:ahLst/>
              <a:cxnLst/>
              <a:rect l="l" t="t" r="r" b="b"/>
              <a:pathLst>
                <a:path w="5761" h="5940" extrusionOk="0">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136"/>
            <p:cNvSpPr/>
            <p:nvPr/>
          </p:nvSpPr>
          <p:spPr>
            <a:xfrm>
              <a:off x="2020929" y="3432600"/>
              <a:ext cx="75866" cy="84370"/>
            </a:xfrm>
            <a:custGeom>
              <a:avLst/>
              <a:gdLst/>
              <a:ahLst/>
              <a:cxnLst/>
              <a:rect l="l" t="t" r="r" b="b"/>
              <a:pathLst>
                <a:path w="5067" h="5635" extrusionOk="0">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136"/>
            <p:cNvSpPr/>
            <p:nvPr/>
          </p:nvSpPr>
          <p:spPr>
            <a:xfrm>
              <a:off x="1861322" y="3349652"/>
              <a:ext cx="46924" cy="44873"/>
            </a:xfrm>
            <a:custGeom>
              <a:avLst/>
              <a:gdLst/>
              <a:ahLst/>
              <a:cxnLst/>
              <a:rect l="l" t="t" r="r" b="b"/>
              <a:pathLst>
                <a:path w="3134" h="2997" extrusionOk="0">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136"/>
            <p:cNvSpPr/>
            <p:nvPr/>
          </p:nvSpPr>
          <p:spPr>
            <a:xfrm>
              <a:off x="1877687" y="3358306"/>
              <a:ext cx="30559" cy="36218"/>
            </a:xfrm>
            <a:custGeom>
              <a:avLst/>
              <a:gdLst/>
              <a:ahLst/>
              <a:cxnLst/>
              <a:rect l="l" t="t" r="r" b="b"/>
              <a:pathLst>
                <a:path w="2041" h="2419" extrusionOk="0">
                  <a:moveTo>
                    <a:pt x="1136" y="1"/>
                  </a:moveTo>
                  <a:lnTo>
                    <a:pt x="1" y="1851"/>
                  </a:lnTo>
                  <a:lnTo>
                    <a:pt x="863" y="2419"/>
                  </a:lnTo>
                  <a:lnTo>
                    <a:pt x="2040" y="547"/>
                  </a:lnTo>
                  <a:lnTo>
                    <a:pt x="1136"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136"/>
            <p:cNvSpPr/>
            <p:nvPr/>
          </p:nvSpPr>
          <p:spPr>
            <a:xfrm>
              <a:off x="1872656" y="3625880"/>
              <a:ext cx="42193" cy="32430"/>
            </a:xfrm>
            <a:custGeom>
              <a:avLst/>
              <a:gdLst/>
              <a:ahLst/>
              <a:cxnLst/>
              <a:rect l="l" t="t" r="r" b="b"/>
              <a:pathLst>
                <a:path w="2818" h="2166" extrusionOk="0">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136"/>
            <p:cNvSpPr/>
            <p:nvPr/>
          </p:nvSpPr>
          <p:spPr>
            <a:xfrm>
              <a:off x="1885563" y="3625745"/>
              <a:ext cx="28972" cy="32565"/>
            </a:xfrm>
            <a:custGeom>
              <a:avLst/>
              <a:gdLst/>
              <a:ahLst/>
              <a:cxnLst/>
              <a:rect l="l" t="t" r="r" b="b"/>
              <a:pathLst>
                <a:path w="1935" h="2175" extrusionOk="0">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9" name="Google Shape;13229;p136"/>
          <p:cNvGrpSpPr/>
          <p:nvPr/>
        </p:nvGrpSpPr>
        <p:grpSpPr>
          <a:xfrm>
            <a:off x="1971819" y="4276854"/>
            <a:ext cx="383281" cy="333947"/>
            <a:chOff x="1971819" y="4276854"/>
            <a:chExt cx="383281" cy="333947"/>
          </a:xfrm>
        </p:grpSpPr>
        <p:sp>
          <p:nvSpPr>
            <p:cNvPr id="13230" name="Google Shape;13230;p136"/>
            <p:cNvSpPr/>
            <p:nvPr/>
          </p:nvSpPr>
          <p:spPr>
            <a:xfrm>
              <a:off x="1971819" y="4277094"/>
              <a:ext cx="383281" cy="333707"/>
            </a:xfrm>
            <a:custGeom>
              <a:avLst/>
              <a:gdLst/>
              <a:ahLst/>
              <a:cxnLst/>
              <a:rect l="l" t="t" r="r" b="b"/>
              <a:pathLst>
                <a:path w="25599" h="22288" extrusionOk="0">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136"/>
            <p:cNvSpPr/>
            <p:nvPr/>
          </p:nvSpPr>
          <p:spPr>
            <a:xfrm>
              <a:off x="2071910" y="4276854"/>
              <a:ext cx="281124" cy="183233"/>
            </a:xfrm>
            <a:custGeom>
              <a:avLst/>
              <a:gdLst/>
              <a:ahLst/>
              <a:cxnLst/>
              <a:rect l="l" t="t" r="r" b="b"/>
              <a:pathLst>
                <a:path w="18776" h="12238" extrusionOk="0">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136"/>
            <p:cNvSpPr/>
            <p:nvPr/>
          </p:nvSpPr>
          <p:spPr>
            <a:xfrm>
              <a:off x="2169187" y="4328644"/>
              <a:ext cx="141984" cy="106574"/>
            </a:xfrm>
            <a:custGeom>
              <a:avLst/>
              <a:gdLst/>
              <a:ahLst/>
              <a:cxnLst/>
              <a:rect l="l" t="t" r="r" b="b"/>
              <a:pathLst>
                <a:path w="9483" h="7118" extrusionOk="0">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136"/>
            <p:cNvSpPr/>
            <p:nvPr/>
          </p:nvSpPr>
          <p:spPr>
            <a:xfrm>
              <a:off x="2194685" y="4328959"/>
              <a:ext cx="103894" cy="98699"/>
            </a:xfrm>
            <a:custGeom>
              <a:avLst/>
              <a:gdLst/>
              <a:ahLst/>
              <a:cxnLst/>
              <a:rect l="l" t="t" r="r" b="b"/>
              <a:pathLst>
                <a:path w="6939" h="6592" extrusionOk="0">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136"/>
            <p:cNvSpPr/>
            <p:nvPr/>
          </p:nvSpPr>
          <p:spPr>
            <a:xfrm>
              <a:off x="2061849" y="4499810"/>
              <a:ext cx="81226" cy="60684"/>
            </a:xfrm>
            <a:custGeom>
              <a:avLst/>
              <a:gdLst/>
              <a:ahLst/>
              <a:cxnLst/>
              <a:rect l="l" t="t" r="r" b="b"/>
              <a:pathLst>
                <a:path w="5425" h="4053" extrusionOk="0">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136"/>
            <p:cNvSpPr/>
            <p:nvPr/>
          </p:nvSpPr>
          <p:spPr>
            <a:xfrm>
              <a:off x="2075384" y="4499600"/>
              <a:ext cx="62660" cy="57435"/>
            </a:xfrm>
            <a:custGeom>
              <a:avLst/>
              <a:gdLst/>
              <a:ahLst/>
              <a:cxnLst/>
              <a:rect l="l" t="t" r="r" b="b"/>
              <a:pathLst>
                <a:path w="4185" h="3836" extrusionOk="0">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136"/>
            <p:cNvSpPr/>
            <p:nvPr/>
          </p:nvSpPr>
          <p:spPr>
            <a:xfrm>
              <a:off x="2030047" y="4417027"/>
              <a:ext cx="81241" cy="60684"/>
            </a:xfrm>
            <a:custGeom>
              <a:avLst/>
              <a:gdLst/>
              <a:ahLst/>
              <a:cxnLst/>
              <a:rect l="l" t="t" r="r" b="b"/>
              <a:pathLst>
                <a:path w="5426" h="4053" extrusionOk="0">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136"/>
            <p:cNvSpPr/>
            <p:nvPr/>
          </p:nvSpPr>
          <p:spPr>
            <a:xfrm>
              <a:off x="2043897" y="4416937"/>
              <a:ext cx="62345" cy="57315"/>
            </a:xfrm>
            <a:custGeom>
              <a:avLst/>
              <a:gdLst/>
              <a:ahLst/>
              <a:cxnLst/>
              <a:rect l="l" t="t" r="r" b="b"/>
              <a:pathLst>
                <a:path w="4164" h="3828" extrusionOk="0">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136"/>
            <p:cNvSpPr/>
            <p:nvPr/>
          </p:nvSpPr>
          <p:spPr>
            <a:xfrm>
              <a:off x="2067194" y="4330845"/>
              <a:ext cx="80911" cy="60609"/>
            </a:xfrm>
            <a:custGeom>
              <a:avLst/>
              <a:gdLst/>
              <a:ahLst/>
              <a:cxnLst/>
              <a:rect l="l" t="t" r="r" b="b"/>
              <a:pathLst>
                <a:path w="5404" h="4048" extrusionOk="0">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136"/>
            <p:cNvSpPr/>
            <p:nvPr/>
          </p:nvSpPr>
          <p:spPr>
            <a:xfrm>
              <a:off x="2080415" y="4330845"/>
              <a:ext cx="62974" cy="57464"/>
            </a:xfrm>
            <a:custGeom>
              <a:avLst/>
              <a:gdLst/>
              <a:ahLst/>
              <a:cxnLst/>
              <a:rect l="l" t="t" r="r" b="b"/>
              <a:pathLst>
                <a:path w="4206" h="3838" extrusionOk="0">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0" name="Google Shape;13240;p136"/>
          <p:cNvGrpSpPr/>
          <p:nvPr/>
        </p:nvGrpSpPr>
        <p:grpSpPr>
          <a:xfrm>
            <a:off x="1825119" y="2885819"/>
            <a:ext cx="175987" cy="361391"/>
            <a:chOff x="1825119" y="2885819"/>
            <a:chExt cx="175987" cy="361391"/>
          </a:xfrm>
        </p:grpSpPr>
        <p:sp>
          <p:nvSpPr>
            <p:cNvPr id="13241" name="Google Shape;13241;p136"/>
            <p:cNvSpPr/>
            <p:nvPr/>
          </p:nvSpPr>
          <p:spPr>
            <a:xfrm>
              <a:off x="1825119" y="2885819"/>
              <a:ext cx="175987" cy="56356"/>
            </a:xfrm>
            <a:custGeom>
              <a:avLst/>
              <a:gdLst/>
              <a:ahLst/>
              <a:cxnLst/>
              <a:rect l="l" t="t" r="r" b="b"/>
              <a:pathLst>
                <a:path w="11754" h="3764" extrusionOk="0">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136"/>
            <p:cNvSpPr/>
            <p:nvPr/>
          </p:nvSpPr>
          <p:spPr>
            <a:xfrm>
              <a:off x="1951666" y="2886119"/>
              <a:ext cx="49439" cy="56371"/>
            </a:xfrm>
            <a:custGeom>
              <a:avLst/>
              <a:gdLst/>
              <a:ahLst/>
              <a:cxnLst/>
              <a:rect l="l" t="t" r="r" b="b"/>
              <a:pathLst>
                <a:path w="3302" h="3765" extrusionOk="0">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136"/>
            <p:cNvSpPr/>
            <p:nvPr/>
          </p:nvSpPr>
          <p:spPr>
            <a:xfrm>
              <a:off x="1853776" y="2942161"/>
              <a:ext cx="118058" cy="304735"/>
            </a:xfrm>
            <a:custGeom>
              <a:avLst/>
              <a:gdLst/>
              <a:ahLst/>
              <a:cxnLst/>
              <a:rect l="l" t="t" r="r" b="b"/>
              <a:pathLst>
                <a:path w="7885" h="20353" extrusionOk="0">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136"/>
            <p:cNvSpPr/>
            <p:nvPr/>
          </p:nvSpPr>
          <p:spPr>
            <a:xfrm>
              <a:off x="1853776" y="2942161"/>
              <a:ext cx="118058" cy="305050"/>
            </a:xfrm>
            <a:custGeom>
              <a:avLst/>
              <a:gdLst/>
              <a:ahLst/>
              <a:cxnLst/>
              <a:rect l="l" t="t" r="r" b="b"/>
              <a:pathLst>
                <a:path w="7885" h="20374" extrusionOk="0">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136"/>
            <p:cNvSpPr/>
            <p:nvPr/>
          </p:nvSpPr>
          <p:spPr>
            <a:xfrm>
              <a:off x="1933100" y="2963257"/>
              <a:ext cx="38419" cy="10705"/>
            </a:xfrm>
            <a:custGeom>
              <a:avLst/>
              <a:gdLst/>
              <a:ahLst/>
              <a:cxnLst/>
              <a:rect l="l" t="t" r="r" b="b"/>
              <a:pathLst>
                <a:path w="2566" h="715" extrusionOk="0">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136"/>
            <p:cNvSpPr/>
            <p:nvPr/>
          </p:nvSpPr>
          <p:spPr>
            <a:xfrm>
              <a:off x="1933100" y="300134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136"/>
            <p:cNvSpPr/>
            <p:nvPr/>
          </p:nvSpPr>
          <p:spPr>
            <a:xfrm>
              <a:off x="1933100" y="303943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136"/>
            <p:cNvSpPr/>
            <p:nvPr/>
          </p:nvSpPr>
          <p:spPr>
            <a:xfrm>
              <a:off x="1933100" y="3077527"/>
              <a:ext cx="38419" cy="11020"/>
            </a:xfrm>
            <a:custGeom>
              <a:avLst/>
              <a:gdLst/>
              <a:ahLst/>
              <a:cxnLst/>
              <a:rect l="l" t="t" r="r" b="b"/>
              <a:pathLst>
                <a:path w="2566" h="736" extrusionOk="0">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136"/>
            <p:cNvSpPr/>
            <p:nvPr/>
          </p:nvSpPr>
          <p:spPr>
            <a:xfrm>
              <a:off x="1933100" y="3115931"/>
              <a:ext cx="38419" cy="10705"/>
            </a:xfrm>
            <a:custGeom>
              <a:avLst/>
              <a:gdLst/>
              <a:ahLst/>
              <a:cxnLst/>
              <a:rect l="l" t="t" r="r" b="b"/>
              <a:pathLst>
                <a:path w="2566" h="715" extrusionOk="0">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136"/>
            <p:cNvSpPr/>
            <p:nvPr/>
          </p:nvSpPr>
          <p:spPr>
            <a:xfrm>
              <a:off x="1933100" y="3154007"/>
              <a:ext cx="38419" cy="10720"/>
            </a:xfrm>
            <a:custGeom>
              <a:avLst/>
              <a:gdLst/>
              <a:ahLst/>
              <a:cxnLst/>
              <a:rect l="l" t="t" r="r" b="b"/>
              <a:pathLst>
                <a:path w="2566" h="716" extrusionOk="0">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1" name="Google Shape;13251;p136"/>
          <p:cNvGrpSpPr/>
          <p:nvPr/>
        </p:nvGrpSpPr>
        <p:grpSpPr>
          <a:xfrm>
            <a:off x="3504824" y="3405844"/>
            <a:ext cx="369896" cy="226339"/>
            <a:chOff x="3504824" y="3405844"/>
            <a:chExt cx="369896" cy="226339"/>
          </a:xfrm>
        </p:grpSpPr>
        <p:sp>
          <p:nvSpPr>
            <p:cNvPr id="13252" name="Google Shape;13252;p136"/>
            <p:cNvSpPr/>
            <p:nvPr/>
          </p:nvSpPr>
          <p:spPr>
            <a:xfrm>
              <a:off x="3504824" y="3461871"/>
              <a:ext cx="369896" cy="141984"/>
            </a:xfrm>
            <a:custGeom>
              <a:avLst/>
              <a:gdLst/>
              <a:ahLst/>
              <a:cxnLst/>
              <a:rect l="l" t="t" r="r" b="b"/>
              <a:pathLst>
                <a:path w="24705" h="9483" extrusionOk="0">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136"/>
            <p:cNvSpPr/>
            <p:nvPr/>
          </p:nvSpPr>
          <p:spPr>
            <a:xfrm>
              <a:off x="3835357" y="3461557"/>
              <a:ext cx="39363" cy="142299"/>
            </a:xfrm>
            <a:custGeom>
              <a:avLst/>
              <a:gdLst/>
              <a:ahLst/>
              <a:cxnLst/>
              <a:rect l="l" t="t" r="r" b="b"/>
              <a:pathLst>
                <a:path w="2629" h="9504" extrusionOk="0">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136"/>
            <p:cNvSpPr/>
            <p:nvPr/>
          </p:nvSpPr>
          <p:spPr>
            <a:xfrm>
              <a:off x="3554877" y="3603840"/>
              <a:ext cx="73051" cy="28343"/>
            </a:xfrm>
            <a:custGeom>
              <a:avLst/>
              <a:gdLst/>
              <a:ahLst/>
              <a:cxnLst/>
              <a:rect l="l" t="t" r="r" b="b"/>
              <a:pathLst>
                <a:path w="4879" h="1893" extrusionOk="0">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136"/>
            <p:cNvSpPr/>
            <p:nvPr/>
          </p:nvSpPr>
          <p:spPr>
            <a:xfrm>
              <a:off x="3595797" y="3603840"/>
              <a:ext cx="32131" cy="28343"/>
            </a:xfrm>
            <a:custGeom>
              <a:avLst/>
              <a:gdLst/>
              <a:ahLst/>
              <a:cxnLst/>
              <a:rect l="l" t="t" r="r" b="b"/>
              <a:pathLst>
                <a:path w="2146" h="1893" extrusionOk="0">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136"/>
            <p:cNvSpPr/>
            <p:nvPr/>
          </p:nvSpPr>
          <p:spPr>
            <a:xfrm>
              <a:off x="3751930" y="3603840"/>
              <a:ext cx="73051" cy="28343"/>
            </a:xfrm>
            <a:custGeom>
              <a:avLst/>
              <a:gdLst/>
              <a:ahLst/>
              <a:cxnLst/>
              <a:rect l="l" t="t" r="r" b="b"/>
              <a:pathLst>
                <a:path w="4879" h="1893" extrusionOk="0">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136"/>
            <p:cNvSpPr/>
            <p:nvPr/>
          </p:nvSpPr>
          <p:spPr>
            <a:xfrm>
              <a:off x="3796638" y="3603840"/>
              <a:ext cx="28343" cy="28343"/>
            </a:xfrm>
            <a:custGeom>
              <a:avLst/>
              <a:gdLst/>
              <a:ahLst/>
              <a:cxnLst/>
              <a:rect l="l" t="t" r="r" b="b"/>
              <a:pathLst>
                <a:path w="1893" h="1893" extrusionOk="0">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136"/>
            <p:cNvSpPr/>
            <p:nvPr/>
          </p:nvSpPr>
          <p:spPr>
            <a:xfrm>
              <a:off x="3510813" y="3405844"/>
              <a:ext cx="184791" cy="158229"/>
            </a:xfrm>
            <a:custGeom>
              <a:avLst/>
              <a:gdLst/>
              <a:ahLst/>
              <a:cxnLst/>
              <a:rect l="l" t="t" r="r" b="b"/>
              <a:pathLst>
                <a:path w="12342" h="10568" extrusionOk="0">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136"/>
            <p:cNvSpPr/>
            <p:nvPr/>
          </p:nvSpPr>
          <p:spPr>
            <a:xfrm>
              <a:off x="3600528" y="3405844"/>
              <a:ext cx="99792" cy="158110"/>
            </a:xfrm>
            <a:custGeom>
              <a:avLst/>
              <a:gdLst/>
              <a:ahLst/>
              <a:cxnLst/>
              <a:rect l="l" t="t" r="r" b="b"/>
              <a:pathLst>
                <a:path w="6665" h="10560" extrusionOk="0">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136"/>
            <p:cNvSpPr/>
            <p:nvPr/>
          </p:nvSpPr>
          <p:spPr>
            <a:xfrm>
              <a:off x="3548274" y="3433543"/>
              <a:ext cx="119630" cy="102562"/>
            </a:xfrm>
            <a:custGeom>
              <a:avLst/>
              <a:gdLst/>
              <a:ahLst/>
              <a:cxnLst/>
              <a:rect l="l" t="t" r="r" b="b"/>
              <a:pathLst>
                <a:path w="7990" h="6850" extrusionOk="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136"/>
            <p:cNvSpPr/>
            <p:nvPr/>
          </p:nvSpPr>
          <p:spPr>
            <a:xfrm>
              <a:off x="3603987" y="3433543"/>
              <a:ext cx="65490" cy="102322"/>
            </a:xfrm>
            <a:custGeom>
              <a:avLst/>
              <a:gdLst/>
              <a:ahLst/>
              <a:cxnLst/>
              <a:rect l="l" t="t" r="r" b="b"/>
              <a:pathLst>
                <a:path w="4374" h="6834" extrusionOk="0">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136"/>
            <p:cNvSpPr/>
            <p:nvPr/>
          </p:nvSpPr>
          <p:spPr>
            <a:xfrm>
              <a:off x="3705979" y="3507208"/>
              <a:ext cx="59815" cy="50981"/>
            </a:xfrm>
            <a:custGeom>
              <a:avLst/>
              <a:gdLst/>
              <a:ahLst/>
              <a:cxnLst/>
              <a:rect l="l" t="t" r="r" b="b"/>
              <a:pathLst>
                <a:path w="3995" h="3405" extrusionOk="0">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136"/>
            <p:cNvSpPr/>
            <p:nvPr/>
          </p:nvSpPr>
          <p:spPr>
            <a:xfrm>
              <a:off x="3730849" y="3507208"/>
              <a:ext cx="37476" cy="50966"/>
            </a:xfrm>
            <a:custGeom>
              <a:avLst/>
              <a:gdLst/>
              <a:ahLst/>
              <a:cxnLst/>
              <a:rect l="l" t="t" r="r" b="b"/>
              <a:pathLst>
                <a:path w="2503" h="3404" extrusionOk="0">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136"/>
            <p:cNvSpPr/>
            <p:nvPr/>
          </p:nvSpPr>
          <p:spPr>
            <a:xfrm>
              <a:off x="3779943" y="3507208"/>
              <a:ext cx="59516" cy="50981"/>
            </a:xfrm>
            <a:custGeom>
              <a:avLst/>
              <a:gdLst/>
              <a:ahLst/>
              <a:cxnLst/>
              <a:rect l="l" t="t" r="r" b="b"/>
              <a:pathLst>
                <a:path w="3975" h="3405" extrusionOk="0">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136"/>
            <p:cNvSpPr/>
            <p:nvPr/>
          </p:nvSpPr>
          <p:spPr>
            <a:xfrm>
              <a:off x="3804498" y="3506893"/>
              <a:ext cx="37476" cy="51281"/>
            </a:xfrm>
            <a:custGeom>
              <a:avLst/>
              <a:gdLst/>
              <a:ahLst/>
              <a:cxnLst/>
              <a:rect l="l" t="t" r="r" b="b"/>
              <a:pathLst>
                <a:path w="2503" h="3425" extrusionOk="0">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136"/>
            <p:cNvSpPr/>
            <p:nvPr/>
          </p:nvSpPr>
          <p:spPr>
            <a:xfrm>
              <a:off x="3751930" y="3436059"/>
              <a:ext cx="65175" cy="25513"/>
            </a:xfrm>
            <a:custGeom>
              <a:avLst/>
              <a:gdLst/>
              <a:ahLst/>
              <a:cxnLst/>
              <a:rect l="l" t="t" r="r" b="b"/>
              <a:pathLst>
                <a:path w="4353" h="1704" extrusionOk="0">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136"/>
            <p:cNvSpPr/>
            <p:nvPr/>
          </p:nvSpPr>
          <p:spPr>
            <a:xfrm>
              <a:off x="3777428" y="3436059"/>
              <a:ext cx="39677" cy="25513"/>
            </a:xfrm>
            <a:custGeom>
              <a:avLst/>
              <a:gdLst/>
              <a:ahLst/>
              <a:cxnLst/>
              <a:rect l="l" t="t" r="r" b="b"/>
              <a:pathLst>
                <a:path w="2650" h="1704" extrusionOk="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8" name="Google Shape;13268;p136"/>
          <p:cNvGrpSpPr/>
          <p:nvPr/>
        </p:nvGrpSpPr>
        <p:grpSpPr>
          <a:xfrm>
            <a:off x="1295661" y="3819594"/>
            <a:ext cx="345640" cy="342900"/>
            <a:chOff x="1295661" y="3819594"/>
            <a:chExt cx="345640" cy="342900"/>
          </a:xfrm>
        </p:grpSpPr>
        <p:sp>
          <p:nvSpPr>
            <p:cNvPr id="13269" name="Google Shape;13269;p136"/>
            <p:cNvSpPr/>
            <p:nvPr/>
          </p:nvSpPr>
          <p:spPr>
            <a:xfrm>
              <a:off x="1465015" y="4073902"/>
              <a:ext cx="10391" cy="88233"/>
            </a:xfrm>
            <a:custGeom>
              <a:avLst/>
              <a:gdLst/>
              <a:ahLst/>
              <a:cxnLst/>
              <a:rect l="l" t="t" r="r" b="b"/>
              <a:pathLst>
                <a:path w="694" h="5893" extrusionOk="0">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136"/>
            <p:cNvSpPr/>
            <p:nvPr/>
          </p:nvSpPr>
          <p:spPr>
            <a:xfrm>
              <a:off x="1465015" y="4011961"/>
              <a:ext cx="10391" cy="60773"/>
            </a:xfrm>
            <a:custGeom>
              <a:avLst/>
              <a:gdLst/>
              <a:ahLst/>
              <a:cxnLst/>
              <a:rect l="l" t="t" r="r" b="b"/>
              <a:pathLst>
                <a:path w="694" h="4059" extrusionOk="0">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136"/>
            <p:cNvSpPr/>
            <p:nvPr/>
          </p:nvSpPr>
          <p:spPr>
            <a:xfrm>
              <a:off x="1497610" y="4073947"/>
              <a:ext cx="71434" cy="88547"/>
            </a:xfrm>
            <a:custGeom>
              <a:avLst/>
              <a:gdLst/>
              <a:ahLst/>
              <a:cxnLst/>
              <a:rect l="l" t="t" r="r" b="b"/>
              <a:pathLst>
                <a:path w="4771" h="5914" extrusionOk="0">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136"/>
            <p:cNvSpPr/>
            <p:nvPr/>
          </p:nvSpPr>
          <p:spPr>
            <a:xfrm>
              <a:off x="1372455" y="4073797"/>
              <a:ext cx="70341" cy="88428"/>
            </a:xfrm>
            <a:custGeom>
              <a:avLst/>
              <a:gdLst/>
              <a:ahLst/>
              <a:cxnLst/>
              <a:rect l="l" t="t" r="r" b="b"/>
              <a:pathLst>
                <a:path w="4698" h="5906" extrusionOk="0">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136"/>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136"/>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136"/>
            <p:cNvSpPr/>
            <p:nvPr/>
          </p:nvSpPr>
          <p:spPr>
            <a:xfrm>
              <a:off x="1359549" y="3850318"/>
              <a:ext cx="205572" cy="136639"/>
            </a:xfrm>
            <a:custGeom>
              <a:avLst/>
              <a:gdLst/>
              <a:ahLst/>
              <a:cxnLst/>
              <a:rect l="l" t="t" r="r" b="b"/>
              <a:pathLst>
                <a:path w="13730" h="9126" extrusionOk="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136"/>
            <p:cNvSpPr/>
            <p:nvPr/>
          </p:nvSpPr>
          <p:spPr>
            <a:xfrm>
              <a:off x="1359549" y="3850318"/>
              <a:ext cx="188893" cy="136639"/>
            </a:xfrm>
            <a:custGeom>
              <a:avLst/>
              <a:gdLst/>
              <a:ahLst/>
              <a:cxnLst/>
              <a:rect l="l" t="t" r="r" b="b"/>
              <a:pathLst>
                <a:path w="12616" h="9126" extrusionOk="0">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136"/>
            <p:cNvSpPr/>
            <p:nvPr/>
          </p:nvSpPr>
          <p:spPr>
            <a:xfrm>
              <a:off x="1323360" y="3819594"/>
              <a:ext cx="68005" cy="151507"/>
            </a:xfrm>
            <a:custGeom>
              <a:avLst/>
              <a:gdLst/>
              <a:ahLst/>
              <a:cxnLst/>
              <a:rect l="l" t="t" r="r" b="b"/>
              <a:pathLst>
                <a:path w="4542" h="10119" extrusionOk="0">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136"/>
            <p:cNvSpPr/>
            <p:nvPr/>
          </p:nvSpPr>
          <p:spPr>
            <a:xfrm>
              <a:off x="1324304" y="3819774"/>
              <a:ext cx="55099" cy="151132"/>
            </a:xfrm>
            <a:custGeom>
              <a:avLst/>
              <a:gdLst/>
              <a:ahLst/>
              <a:cxnLst/>
              <a:rect l="l" t="t" r="r" b="b"/>
              <a:pathLst>
                <a:path w="3680" h="10094" extrusionOk="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136"/>
            <p:cNvSpPr/>
            <p:nvPr/>
          </p:nvSpPr>
          <p:spPr>
            <a:xfrm>
              <a:off x="1295976" y="3845482"/>
              <a:ext cx="57929" cy="89850"/>
            </a:xfrm>
            <a:custGeom>
              <a:avLst/>
              <a:gdLst/>
              <a:ahLst/>
              <a:cxnLst/>
              <a:rect l="l" t="t" r="r" b="b"/>
              <a:pathLst>
                <a:path w="3869" h="6001" extrusionOk="0">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136"/>
            <p:cNvSpPr/>
            <p:nvPr/>
          </p:nvSpPr>
          <p:spPr>
            <a:xfrm>
              <a:off x="1295661" y="3845332"/>
              <a:ext cx="55728" cy="90000"/>
            </a:xfrm>
            <a:custGeom>
              <a:avLst/>
              <a:gdLst/>
              <a:ahLst/>
              <a:cxnLst/>
              <a:rect l="l" t="t" r="r" b="b"/>
              <a:pathLst>
                <a:path w="3722" h="6011" extrusionOk="0">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136"/>
            <p:cNvSpPr/>
            <p:nvPr/>
          </p:nvSpPr>
          <p:spPr>
            <a:xfrm>
              <a:off x="1549999" y="3927755"/>
              <a:ext cx="65175" cy="56057"/>
            </a:xfrm>
            <a:custGeom>
              <a:avLst/>
              <a:gdLst/>
              <a:ahLst/>
              <a:cxnLst/>
              <a:rect l="l" t="t" r="r" b="b"/>
              <a:pathLst>
                <a:path w="4353" h="3744" extrusionOk="0">
                  <a:moveTo>
                    <a:pt x="737" y="1"/>
                  </a:moveTo>
                  <a:lnTo>
                    <a:pt x="1" y="2776"/>
                  </a:lnTo>
                  <a:lnTo>
                    <a:pt x="3617" y="3743"/>
                  </a:lnTo>
                  <a:lnTo>
                    <a:pt x="4353" y="968"/>
                  </a:lnTo>
                  <a:lnTo>
                    <a:pt x="73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136"/>
            <p:cNvSpPr/>
            <p:nvPr/>
          </p:nvSpPr>
          <p:spPr>
            <a:xfrm>
              <a:off x="1549999" y="3927755"/>
              <a:ext cx="28972" cy="46295"/>
            </a:xfrm>
            <a:custGeom>
              <a:avLst/>
              <a:gdLst/>
              <a:ahLst/>
              <a:cxnLst/>
              <a:rect l="l" t="t" r="r" b="b"/>
              <a:pathLst>
                <a:path w="1935" h="3092" extrusionOk="0">
                  <a:moveTo>
                    <a:pt x="737" y="1"/>
                  </a:moveTo>
                  <a:lnTo>
                    <a:pt x="1" y="2776"/>
                  </a:lnTo>
                  <a:lnTo>
                    <a:pt x="1178" y="3091"/>
                  </a:lnTo>
                  <a:lnTo>
                    <a:pt x="1935" y="316"/>
                  </a:lnTo>
                  <a:lnTo>
                    <a:pt x="737"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136"/>
            <p:cNvSpPr/>
            <p:nvPr/>
          </p:nvSpPr>
          <p:spPr>
            <a:xfrm>
              <a:off x="1600995" y="3929477"/>
              <a:ext cx="40306" cy="73710"/>
            </a:xfrm>
            <a:custGeom>
              <a:avLst/>
              <a:gdLst/>
              <a:ahLst/>
              <a:cxnLst/>
              <a:rect l="l" t="t" r="r" b="b"/>
              <a:pathLst>
                <a:path w="2692" h="4923" extrusionOk="0">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136"/>
            <p:cNvSpPr/>
            <p:nvPr/>
          </p:nvSpPr>
          <p:spPr>
            <a:xfrm>
              <a:off x="1403942" y="4059663"/>
              <a:ext cx="132537" cy="23926"/>
            </a:xfrm>
            <a:custGeom>
              <a:avLst/>
              <a:gdLst/>
              <a:ahLst/>
              <a:cxnLst/>
              <a:rect l="l" t="t" r="r" b="b"/>
              <a:pathLst>
                <a:path w="8852" h="1598" extrusionOk="0">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136"/>
            <p:cNvSpPr/>
            <p:nvPr/>
          </p:nvSpPr>
          <p:spPr>
            <a:xfrm>
              <a:off x="1403942" y="4059663"/>
              <a:ext cx="33688" cy="24240"/>
            </a:xfrm>
            <a:custGeom>
              <a:avLst/>
              <a:gdLst/>
              <a:ahLst/>
              <a:cxnLst/>
              <a:rect l="l" t="t" r="r" b="b"/>
              <a:pathLst>
                <a:path w="2250" h="1619" extrusionOk="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6" name="Google Shape;13286;p136"/>
          <p:cNvGrpSpPr/>
          <p:nvPr/>
        </p:nvGrpSpPr>
        <p:grpSpPr>
          <a:xfrm>
            <a:off x="3486572" y="2433470"/>
            <a:ext cx="379328" cy="281738"/>
            <a:chOff x="3486572" y="2433470"/>
            <a:chExt cx="379328" cy="281738"/>
          </a:xfrm>
        </p:grpSpPr>
        <p:sp>
          <p:nvSpPr>
            <p:cNvPr id="13287" name="Google Shape;13287;p136"/>
            <p:cNvSpPr/>
            <p:nvPr/>
          </p:nvSpPr>
          <p:spPr>
            <a:xfrm>
              <a:off x="3549217" y="2556544"/>
              <a:ext cx="253724" cy="139858"/>
            </a:xfrm>
            <a:custGeom>
              <a:avLst/>
              <a:gdLst/>
              <a:ahLst/>
              <a:cxnLst/>
              <a:rect l="l" t="t" r="r" b="b"/>
              <a:pathLst>
                <a:path w="16946" h="9341" extrusionOk="0">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136"/>
            <p:cNvSpPr/>
            <p:nvPr/>
          </p:nvSpPr>
          <p:spPr>
            <a:xfrm>
              <a:off x="3549532" y="2556544"/>
              <a:ext cx="62016" cy="129392"/>
            </a:xfrm>
            <a:custGeom>
              <a:avLst/>
              <a:gdLst/>
              <a:ahLst/>
              <a:cxnLst/>
              <a:rect l="l" t="t" r="r" b="b"/>
              <a:pathLst>
                <a:path w="4142" h="8642" extrusionOk="0">
                  <a:moveTo>
                    <a:pt x="0" y="1"/>
                  </a:moveTo>
                  <a:lnTo>
                    <a:pt x="0" y="6371"/>
                  </a:lnTo>
                  <a:cubicBezTo>
                    <a:pt x="1241" y="7359"/>
                    <a:pt x="2649" y="8137"/>
                    <a:pt x="4142" y="8642"/>
                  </a:cubicBezTo>
                  <a:lnTo>
                    <a:pt x="414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136"/>
            <p:cNvSpPr/>
            <p:nvPr/>
          </p:nvSpPr>
          <p:spPr>
            <a:xfrm>
              <a:off x="3746734" y="2570079"/>
              <a:ext cx="12921" cy="113342"/>
            </a:xfrm>
            <a:custGeom>
              <a:avLst/>
              <a:gdLst/>
              <a:ahLst/>
              <a:cxnLst/>
              <a:rect l="l" t="t" r="r" b="b"/>
              <a:pathLst>
                <a:path w="863" h="7570" extrusionOk="0">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136"/>
            <p:cNvSpPr/>
            <p:nvPr/>
          </p:nvSpPr>
          <p:spPr>
            <a:xfrm>
              <a:off x="3549532" y="2556544"/>
              <a:ext cx="253410" cy="56057"/>
            </a:xfrm>
            <a:custGeom>
              <a:avLst/>
              <a:gdLst/>
              <a:ahLst/>
              <a:cxnLst/>
              <a:rect l="l" t="t" r="r" b="b"/>
              <a:pathLst>
                <a:path w="16925" h="3744" extrusionOk="0">
                  <a:moveTo>
                    <a:pt x="0" y="1"/>
                  </a:moveTo>
                  <a:lnTo>
                    <a:pt x="0" y="526"/>
                  </a:lnTo>
                  <a:lnTo>
                    <a:pt x="8452" y="3743"/>
                  </a:lnTo>
                  <a:lnTo>
                    <a:pt x="16925" y="526"/>
                  </a:lnTo>
                  <a:lnTo>
                    <a:pt x="1692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136"/>
            <p:cNvSpPr/>
            <p:nvPr/>
          </p:nvSpPr>
          <p:spPr>
            <a:xfrm>
              <a:off x="3486572" y="2433470"/>
              <a:ext cx="379328" cy="171255"/>
            </a:xfrm>
            <a:custGeom>
              <a:avLst/>
              <a:gdLst/>
              <a:ahLst/>
              <a:cxnLst/>
              <a:rect l="l" t="t" r="r" b="b"/>
              <a:pathLst>
                <a:path w="25335" h="11438" extrusionOk="0">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136"/>
            <p:cNvSpPr/>
            <p:nvPr/>
          </p:nvSpPr>
          <p:spPr>
            <a:xfrm>
              <a:off x="3486572" y="2505862"/>
              <a:ext cx="189507" cy="98863"/>
            </a:xfrm>
            <a:custGeom>
              <a:avLst/>
              <a:gdLst/>
              <a:ahLst/>
              <a:cxnLst/>
              <a:rect l="l" t="t" r="r" b="b"/>
              <a:pathLst>
                <a:path w="12657" h="6603" extrusionOk="0">
                  <a:moveTo>
                    <a:pt x="0" y="1"/>
                  </a:moveTo>
                  <a:lnTo>
                    <a:pt x="0" y="1788"/>
                  </a:lnTo>
                  <a:lnTo>
                    <a:pt x="12657" y="6602"/>
                  </a:lnTo>
                  <a:lnTo>
                    <a:pt x="12657" y="4836"/>
                  </a:lnTo>
                  <a:lnTo>
                    <a:pt x="0"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136"/>
            <p:cNvSpPr/>
            <p:nvPr/>
          </p:nvSpPr>
          <p:spPr>
            <a:xfrm>
              <a:off x="3667994" y="2491294"/>
              <a:ext cx="111650" cy="223914"/>
            </a:xfrm>
            <a:custGeom>
              <a:avLst/>
              <a:gdLst/>
              <a:ahLst/>
              <a:cxnLst/>
              <a:rect l="l" t="t" r="r" b="b"/>
              <a:pathLst>
                <a:path w="7457" h="14955" extrusionOk="0">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94" name="Google Shape;13294;p136"/>
          <p:cNvSpPr/>
          <p:nvPr/>
        </p:nvSpPr>
        <p:spPr>
          <a:xfrm>
            <a:off x="3751930" y="2709533"/>
            <a:ext cx="38105" cy="32535"/>
          </a:xfrm>
          <a:custGeom>
            <a:avLst/>
            <a:gdLst/>
            <a:ahLst/>
            <a:cxnLst/>
            <a:rect l="l" t="t" r="r" b="b"/>
            <a:pathLst>
              <a:path w="2545" h="2173" extrusionOk="0">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95" name="Google Shape;13295;p136"/>
          <p:cNvGrpSpPr/>
          <p:nvPr/>
        </p:nvGrpSpPr>
        <p:grpSpPr>
          <a:xfrm>
            <a:off x="3997149" y="3329634"/>
            <a:ext cx="270733" cy="355762"/>
            <a:chOff x="3997149" y="3329634"/>
            <a:chExt cx="270733" cy="355762"/>
          </a:xfrm>
        </p:grpSpPr>
        <p:sp>
          <p:nvSpPr>
            <p:cNvPr id="13296" name="Google Shape;13296;p136"/>
            <p:cNvSpPr/>
            <p:nvPr/>
          </p:nvSpPr>
          <p:spPr>
            <a:xfrm>
              <a:off x="4161787" y="3488627"/>
              <a:ext cx="32430" cy="32445"/>
            </a:xfrm>
            <a:custGeom>
              <a:avLst/>
              <a:gdLst/>
              <a:ahLst/>
              <a:cxnLst/>
              <a:rect l="l" t="t" r="r" b="b"/>
              <a:pathLst>
                <a:path w="2166" h="2167" extrusionOk="0">
                  <a:moveTo>
                    <a:pt x="0" y="1"/>
                  </a:moveTo>
                  <a:lnTo>
                    <a:pt x="0" y="2166"/>
                  </a:lnTo>
                  <a:lnTo>
                    <a:pt x="2166" y="2166"/>
                  </a:lnTo>
                  <a:lnTo>
                    <a:pt x="1346"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136"/>
            <p:cNvSpPr/>
            <p:nvPr/>
          </p:nvSpPr>
          <p:spPr>
            <a:xfrm>
              <a:off x="4181925" y="3488627"/>
              <a:ext cx="20168" cy="55114"/>
            </a:xfrm>
            <a:custGeom>
              <a:avLst/>
              <a:gdLst/>
              <a:ahLst/>
              <a:cxnLst/>
              <a:rect l="l" t="t" r="r" b="b"/>
              <a:pathLst>
                <a:path w="1347" h="3681" extrusionOk="0">
                  <a:moveTo>
                    <a:pt x="1" y="1"/>
                  </a:moveTo>
                  <a:lnTo>
                    <a:pt x="1" y="3680"/>
                  </a:lnTo>
                  <a:lnTo>
                    <a:pt x="1347" y="3680"/>
                  </a:lnTo>
                  <a:lnTo>
                    <a:pt x="1347"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136"/>
            <p:cNvSpPr/>
            <p:nvPr/>
          </p:nvSpPr>
          <p:spPr>
            <a:xfrm>
              <a:off x="4181925" y="3488627"/>
              <a:ext cx="20168" cy="17338"/>
            </a:xfrm>
            <a:custGeom>
              <a:avLst/>
              <a:gdLst/>
              <a:ahLst/>
              <a:cxnLst/>
              <a:rect l="l" t="t" r="r" b="b"/>
              <a:pathLst>
                <a:path w="1347" h="1158" extrusionOk="0">
                  <a:moveTo>
                    <a:pt x="1" y="1"/>
                  </a:moveTo>
                  <a:lnTo>
                    <a:pt x="1" y="1157"/>
                  </a:lnTo>
                  <a:lnTo>
                    <a:pt x="1347" y="1157"/>
                  </a:lnTo>
                  <a:lnTo>
                    <a:pt x="1347"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136"/>
            <p:cNvSpPr/>
            <p:nvPr/>
          </p:nvSpPr>
          <p:spPr>
            <a:xfrm>
              <a:off x="4181925" y="3488627"/>
              <a:ext cx="7576" cy="55114"/>
            </a:xfrm>
            <a:custGeom>
              <a:avLst/>
              <a:gdLst/>
              <a:ahLst/>
              <a:cxnLst/>
              <a:rect l="l" t="t" r="r" b="b"/>
              <a:pathLst>
                <a:path w="506" h="3681" extrusionOk="0">
                  <a:moveTo>
                    <a:pt x="1" y="1"/>
                  </a:moveTo>
                  <a:lnTo>
                    <a:pt x="1" y="3680"/>
                  </a:lnTo>
                  <a:lnTo>
                    <a:pt x="506" y="3680"/>
                  </a:lnTo>
                  <a:lnTo>
                    <a:pt x="506"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136"/>
            <p:cNvSpPr/>
            <p:nvPr/>
          </p:nvSpPr>
          <p:spPr>
            <a:xfrm>
              <a:off x="4161787" y="3493673"/>
              <a:ext cx="20153" cy="8819"/>
            </a:xfrm>
            <a:custGeom>
              <a:avLst/>
              <a:gdLst/>
              <a:ahLst/>
              <a:cxnLst/>
              <a:rect l="l" t="t" r="r" b="b"/>
              <a:pathLst>
                <a:path w="1346" h="589" extrusionOk="0">
                  <a:moveTo>
                    <a:pt x="0" y="0"/>
                  </a:moveTo>
                  <a:lnTo>
                    <a:pt x="0" y="589"/>
                  </a:lnTo>
                  <a:lnTo>
                    <a:pt x="1346" y="589"/>
                  </a:lnTo>
                  <a:lnTo>
                    <a:pt x="134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136"/>
            <p:cNvSpPr/>
            <p:nvPr/>
          </p:nvSpPr>
          <p:spPr>
            <a:xfrm>
              <a:off x="4161787" y="3493673"/>
              <a:ext cx="7576" cy="27400"/>
            </a:xfrm>
            <a:custGeom>
              <a:avLst/>
              <a:gdLst/>
              <a:ahLst/>
              <a:cxnLst/>
              <a:rect l="l" t="t" r="r" b="b"/>
              <a:pathLst>
                <a:path w="506" h="1830" extrusionOk="0">
                  <a:moveTo>
                    <a:pt x="0" y="0"/>
                  </a:moveTo>
                  <a:lnTo>
                    <a:pt x="0" y="1829"/>
                  </a:lnTo>
                  <a:lnTo>
                    <a:pt x="505" y="1829"/>
                  </a:lnTo>
                  <a:lnTo>
                    <a:pt x="505"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136"/>
            <p:cNvSpPr/>
            <p:nvPr/>
          </p:nvSpPr>
          <p:spPr>
            <a:xfrm>
              <a:off x="4163988" y="3331550"/>
              <a:ext cx="35904" cy="33389"/>
            </a:xfrm>
            <a:custGeom>
              <a:avLst/>
              <a:gdLst/>
              <a:ahLst/>
              <a:cxnLst/>
              <a:rect l="l" t="t" r="r" b="b"/>
              <a:pathLst>
                <a:path w="2398" h="2230" extrusionOk="0">
                  <a:moveTo>
                    <a:pt x="1" y="1"/>
                  </a:moveTo>
                  <a:lnTo>
                    <a:pt x="1" y="2229"/>
                  </a:lnTo>
                  <a:lnTo>
                    <a:pt x="2397" y="2229"/>
                  </a:lnTo>
                  <a:lnTo>
                    <a:pt x="2397"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136"/>
            <p:cNvSpPr/>
            <p:nvPr/>
          </p:nvSpPr>
          <p:spPr>
            <a:xfrm>
              <a:off x="4163988" y="3331550"/>
              <a:ext cx="13550" cy="33389"/>
            </a:xfrm>
            <a:custGeom>
              <a:avLst/>
              <a:gdLst/>
              <a:ahLst/>
              <a:cxnLst/>
              <a:rect l="l" t="t" r="r" b="b"/>
              <a:pathLst>
                <a:path w="905" h="2230" extrusionOk="0">
                  <a:moveTo>
                    <a:pt x="1" y="1"/>
                  </a:moveTo>
                  <a:lnTo>
                    <a:pt x="1" y="2229"/>
                  </a:lnTo>
                  <a:lnTo>
                    <a:pt x="905" y="2229"/>
                  </a:lnTo>
                  <a:lnTo>
                    <a:pt x="90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136"/>
            <p:cNvSpPr/>
            <p:nvPr/>
          </p:nvSpPr>
          <p:spPr>
            <a:xfrm>
              <a:off x="3997149" y="3374342"/>
              <a:ext cx="180074" cy="268577"/>
            </a:xfrm>
            <a:custGeom>
              <a:avLst/>
              <a:gdLst/>
              <a:ahLst/>
              <a:cxnLst/>
              <a:rect l="l" t="t" r="r" b="b"/>
              <a:pathLst>
                <a:path w="12027" h="17938" extrusionOk="0">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136"/>
            <p:cNvSpPr/>
            <p:nvPr/>
          </p:nvSpPr>
          <p:spPr>
            <a:xfrm>
              <a:off x="4133459" y="3631539"/>
              <a:ext cx="52269" cy="42207"/>
            </a:xfrm>
            <a:custGeom>
              <a:avLst/>
              <a:gdLst/>
              <a:ahLst/>
              <a:cxnLst/>
              <a:rect l="l" t="t" r="r" b="b"/>
              <a:pathLst>
                <a:path w="3491" h="2819" extrusionOk="0">
                  <a:moveTo>
                    <a:pt x="0" y="1"/>
                  </a:moveTo>
                  <a:lnTo>
                    <a:pt x="0" y="2818"/>
                  </a:lnTo>
                  <a:lnTo>
                    <a:pt x="3490" y="2818"/>
                  </a:lnTo>
                  <a:lnTo>
                    <a:pt x="349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136"/>
            <p:cNvSpPr/>
            <p:nvPr/>
          </p:nvSpPr>
          <p:spPr>
            <a:xfrm>
              <a:off x="4152339" y="3354219"/>
              <a:ext cx="59201" cy="141355"/>
            </a:xfrm>
            <a:custGeom>
              <a:avLst/>
              <a:gdLst/>
              <a:ahLst/>
              <a:cxnLst/>
              <a:rect l="l" t="t" r="r" b="b"/>
              <a:pathLst>
                <a:path w="3954" h="9441" extrusionOk="0">
                  <a:moveTo>
                    <a:pt x="1" y="0"/>
                  </a:moveTo>
                  <a:lnTo>
                    <a:pt x="1" y="9440"/>
                  </a:lnTo>
                  <a:lnTo>
                    <a:pt x="3953" y="9440"/>
                  </a:lnTo>
                  <a:lnTo>
                    <a:pt x="3953"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136"/>
            <p:cNvSpPr/>
            <p:nvPr/>
          </p:nvSpPr>
          <p:spPr>
            <a:xfrm>
              <a:off x="4152339" y="3354219"/>
              <a:ext cx="21111" cy="141355"/>
            </a:xfrm>
            <a:custGeom>
              <a:avLst/>
              <a:gdLst/>
              <a:ahLst/>
              <a:cxnLst/>
              <a:rect l="l" t="t" r="r" b="b"/>
              <a:pathLst>
                <a:path w="1410" h="9441" extrusionOk="0">
                  <a:moveTo>
                    <a:pt x="1" y="0"/>
                  </a:moveTo>
                  <a:lnTo>
                    <a:pt x="1" y="9440"/>
                  </a:lnTo>
                  <a:lnTo>
                    <a:pt x="1409" y="9440"/>
                  </a:lnTo>
                  <a:lnTo>
                    <a:pt x="1409"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136"/>
            <p:cNvSpPr/>
            <p:nvPr/>
          </p:nvSpPr>
          <p:spPr>
            <a:xfrm>
              <a:off x="4133459" y="3577713"/>
              <a:ext cx="99477" cy="36533"/>
            </a:xfrm>
            <a:custGeom>
              <a:avLst/>
              <a:gdLst/>
              <a:ahLst/>
              <a:cxnLst/>
              <a:rect l="l" t="t" r="r" b="b"/>
              <a:pathLst>
                <a:path w="6644" h="2440" extrusionOk="0">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136"/>
            <p:cNvSpPr/>
            <p:nvPr/>
          </p:nvSpPr>
          <p:spPr>
            <a:xfrm>
              <a:off x="4133459" y="3577713"/>
              <a:ext cx="97276" cy="19225"/>
            </a:xfrm>
            <a:custGeom>
              <a:avLst/>
              <a:gdLst/>
              <a:ahLst/>
              <a:cxnLst/>
              <a:rect l="l" t="t" r="r" b="b"/>
              <a:pathLst>
                <a:path w="6497" h="1284" extrusionOk="0">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136"/>
            <p:cNvSpPr/>
            <p:nvPr/>
          </p:nvSpPr>
          <p:spPr>
            <a:xfrm>
              <a:off x="4133459" y="3614231"/>
              <a:ext cx="73979" cy="28657"/>
            </a:xfrm>
            <a:custGeom>
              <a:avLst/>
              <a:gdLst/>
              <a:ahLst/>
              <a:cxnLst/>
              <a:rect l="l" t="t" r="r" b="b"/>
              <a:pathLst>
                <a:path w="4941" h="1914" extrusionOk="0">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136"/>
            <p:cNvSpPr/>
            <p:nvPr/>
          </p:nvSpPr>
          <p:spPr>
            <a:xfrm>
              <a:off x="4145736" y="3329664"/>
              <a:ext cx="71149" cy="11035"/>
            </a:xfrm>
            <a:custGeom>
              <a:avLst/>
              <a:gdLst/>
              <a:ahLst/>
              <a:cxnLst/>
              <a:rect l="l" t="t" r="r" b="b"/>
              <a:pathLst>
                <a:path w="4752" h="737" extrusionOk="0">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136"/>
            <p:cNvSpPr/>
            <p:nvPr/>
          </p:nvSpPr>
          <p:spPr>
            <a:xfrm>
              <a:off x="4161667" y="3329634"/>
              <a:ext cx="55219" cy="11080"/>
            </a:xfrm>
            <a:custGeom>
              <a:avLst/>
              <a:gdLst/>
              <a:ahLst/>
              <a:cxnLst/>
              <a:rect l="l" t="t" r="r" b="b"/>
              <a:pathLst>
                <a:path w="3688" h="740" extrusionOk="0">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136"/>
            <p:cNvSpPr/>
            <p:nvPr/>
          </p:nvSpPr>
          <p:spPr>
            <a:xfrm>
              <a:off x="4043744" y="3662712"/>
              <a:ext cx="224138" cy="22683"/>
            </a:xfrm>
            <a:custGeom>
              <a:avLst/>
              <a:gdLst/>
              <a:ahLst/>
              <a:cxnLst/>
              <a:rect l="l" t="t" r="r" b="b"/>
              <a:pathLst>
                <a:path w="14970" h="1515" extrusionOk="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136"/>
            <p:cNvSpPr/>
            <p:nvPr/>
          </p:nvSpPr>
          <p:spPr>
            <a:xfrm>
              <a:off x="4084035" y="3662712"/>
              <a:ext cx="183847" cy="22683"/>
            </a:xfrm>
            <a:custGeom>
              <a:avLst/>
              <a:gdLst/>
              <a:ahLst/>
              <a:cxnLst/>
              <a:rect l="l" t="t" r="r" b="b"/>
              <a:pathLst>
                <a:path w="12279" h="1515" extrusionOk="0">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136"/>
            <p:cNvSpPr/>
            <p:nvPr/>
          </p:nvSpPr>
          <p:spPr>
            <a:xfrm>
              <a:off x="4105131" y="3396396"/>
              <a:ext cx="30544" cy="25917"/>
            </a:xfrm>
            <a:custGeom>
              <a:avLst/>
              <a:gdLst/>
              <a:ahLst/>
              <a:cxnLst/>
              <a:rect l="l" t="t" r="r" b="b"/>
              <a:pathLst>
                <a:path w="2040" h="1731" extrusionOk="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136"/>
            <p:cNvSpPr/>
            <p:nvPr/>
          </p:nvSpPr>
          <p:spPr>
            <a:xfrm>
              <a:off x="4087179" y="3593135"/>
              <a:ext cx="30559" cy="25917"/>
            </a:xfrm>
            <a:custGeom>
              <a:avLst/>
              <a:gdLst/>
              <a:ahLst/>
              <a:cxnLst/>
              <a:rect l="l" t="t" r="r" b="b"/>
              <a:pathLst>
                <a:path w="2041" h="1731" extrusionOk="0">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7" name="Google Shape;13317;p136"/>
          <p:cNvGrpSpPr/>
          <p:nvPr/>
        </p:nvGrpSpPr>
        <p:grpSpPr>
          <a:xfrm>
            <a:off x="3954343" y="2899354"/>
            <a:ext cx="345655" cy="343529"/>
            <a:chOff x="3954343" y="2899354"/>
            <a:chExt cx="345655" cy="343529"/>
          </a:xfrm>
        </p:grpSpPr>
        <p:sp>
          <p:nvSpPr>
            <p:cNvPr id="13318" name="Google Shape;13318;p136"/>
            <p:cNvSpPr/>
            <p:nvPr/>
          </p:nvSpPr>
          <p:spPr>
            <a:xfrm>
              <a:off x="3954343" y="2899354"/>
              <a:ext cx="345655" cy="343529"/>
            </a:xfrm>
            <a:custGeom>
              <a:avLst/>
              <a:gdLst/>
              <a:ahLst/>
              <a:cxnLst/>
              <a:rect l="l" t="t" r="r" b="b"/>
              <a:pathLst>
                <a:path w="23086" h="22944" extrusionOk="0">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136"/>
            <p:cNvSpPr/>
            <p:nvPr/>
          </p:nvSpPr>
          <p:spPr>
            <a:xfrm>
              <a:off x="4210897" y="2911946"/>
              <a:ext cx="33434" cy="31502"/>
            </a:xfrm>
            <a:custGeom>
              <a:avLst/>
              <a:gdLst/>
              <a:ahLst/>
              <a:cxnLst/>
              <a:rect l="l" t="t" r="r" b="b"/>
              <a:pathLst>
                <a:path w="2233" h="2104" extrusionOk="0">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136"/>
            <p:cNvSpPr/>
            <p:nvPr/>
          </p:nvSpPr>
          <p:spPr>
            <a:xfrm>
              <a:off x="4186656" y="2936501"/>
              <a:ext cx="27834" cy="25049"/>
            </a:xfrm>
            <a:custGeom>
              <a:avLst/>
              <a:gdLst/>
              <a:ahLst/>
              <a:cxnLst/>
              <a:rect l="l" t="t" r="r" b="b"/>
              <a:pathLst>
                <a:path w="1859" h="1673" extrusionOk="0">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136"/>
            <p:cNvSpPr/>
            <p:nvPr/>
          </p:nvSpPr>
          <p:spPr>
            <a:xfrm>
              <a:off x="4162101" y="2960727"/>
              <a:ext cx="26501" cy="24600"/>
            </a:xfrm>
            <a:custGeom>
              <a:avLst/>
              <a:gdLst/>
              <a:ahLst/>
              <a:cxnLst/>
              <a:rect l="l" t="t" r="r" b="b"/>
              <a:pathLst>
                <a:path w="1770" h="1643" extrusionOk="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136"/>
            <p:cNvSpPr/>
            <p:nvPr/>
          </p:nvSpPr>
          <p:spPr>
            <a:xfrm>
              <a:off x="4137861" y="2985281"/>
              <a:ext cx="27834" cy="25064"/>
            </a:xfrm>
            <a:custGeom>
              <a:avLst/>
              <a:gdLst/>
              <a:ahLst/>
              <a:cxnLst/>
              <a:rect l="l" t="t" r="r" b="b"/>
              <a:pathLst>
                <a:path w="1859" h="1674" extrusionOk="0">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136"/>
            <p:cNvSpPr/>
            <p:nvPr/>
          </p:nvSpPr>
          <p:spPr>
            <a:xfrm>
              <a:off x="4113306" y="3009522"/>
              <a:ext cx="33434" cy="31517"/>
            </a:xfrm>
            <a:custGeom>
              <a:avLst/>
              <a:gdLst/>
              <a:ahLst/>
              <a:cxnLst/>
              <a:rect l="l" t="t" r="r" b="b"/>
              <a:pathLst>
                <a:path w="2233" h="2105" extrusionOk="0">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136"/>
            <p:cNvSpPr/>
            <p:nvPr/>
          </p:nvSpPr>
          <p:spPr>
            <a:xfrm>
              <a:off x="4089066" y="3034077"/>
              <a:ext cx="27504" cy="25184"/>
            </a:xfrm>
            <a:custGeom>
              <a:avLst/>
              <a:gdLst/>
              <a:ahLst/>
              <a:cxnLst/>
              <a:rect l="l" t="t" r="r" b="b"/>
              <a:pathLst>
                <a:path w="1837" h="1682" extrusionOk="0">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136"/>
            <p:cNvSpPr/>
            <p:nvPr/>
          </p:nvSpPr>
          <p:spPr>
            <a:xfrm>
              <a:off x="4064511" y="3058317"/>
              <a:ext cx="26516" cy="24585"/>
            </a:xfrm>
            <a:custGeom>
              <a:avLst/>
              <a:gdLst/>
              <a:ahLst/>
              <a:cxnLst/>
              <a:rect l="l" t="t" r="r" b="b"/>
              <a:pathLst>
                <a:path w="1771" h="1642" extrusionOk="0">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136"/>
            <p:cNvSpPr/>
            <p:nvPr/>
          </p:nvSpPr>
          <p:spPr>
            <a:xfrm>
              <a:off x="4040285" y="3082872"/>
              <a:ext cx="27729" cy="25184"/>
            </a:xfrm>
            <a:custGeom>
              <a:avLst/>
              <a:gdLst/>
              <a:ahLst/>
              <a:cxnLst/>
              <a:rect l="l" t="t" r="r" b="b"/>
              <a:pathLst>
                <a:path w="1852" h="1682" extrusionOk="0">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136"/>
            <p:cNvSpPr/>
            <p:nvPr/>
          </p:nvSpPr>
          <p:spPr>
            <a:xfrm>
              <a:off x="4015730" y="3107113"/>
              <a:ext cx="34751" cy="32281"/>
            </a:xfrm>
            <a:custGeom>
              <a:avLst/>
              <a:gdLst/>
              <a:ahLst/>
              <a:cxnLst/>
              <a:rect l="l" t="t" r="r" b="b"/>
              <a:pathLst>
                <a:path w="2321" h="2156" extrusionOk="0">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136"/>
            <p:cNvSpPr/>
            <p:nvPr/>
          </p:nvSpPr>
          <p:spPr>
            <a:xfrm>
              <a:off x="3991490" y="3131668"/>
              <a:ext cx="27789" cy="25318"/>
            </a:xfrm>
            <a:custGeom>
              <a:avLst/>
              <a:gdLst/>
              <a:ahLst/>
              <a:cxnLst/>
              <a:rect l="l" t="t" r="r" b="b"/>
              <a:pathLst>
                <a:path w="1856" h="1691" extrusionOk="0">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136"/>
            <p:cNvSpPr/>
            <p:nvPr/>
          </p:nvSpPr>
          <p:spPr>
            <a:xfrm>
              <a:off x="3966935" y="3155908"/>
              <a:ext cx="27834" cy="25348"/>
            </a:xfrm>
            <a:custGeom>
              <a:avLst/>
              <a:gdLst/>
              <a:ahLst/>
              <a:cxnLst/>
              <a:rect l="l" t="t" r="r" b="b"/>
              <a:pathLst>
                <a:path w="1859" h="1693" extrusionOk="0">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0" name="Google Shape;13330;p136"/>
          <p:cNvGrpSpPr/>
          <p:nvPr/>
        </p:nvGrpSpPr>
        <p:grpSpPr>
          <a:xfrm>
            <a:off x="2166043" y="3351344"/>
            <a:ext cx="369566" cy="349803"/>
            <a:chOff x="2166043" y="3351344"/>
            <a:chExt cx="369566" cy="349803"/>
          </a:xfrm>
        </p:grpSpPr>
        <p:sp>
          <p:nvSpPr>
            <p:cNvPr id="13331" name="Google Shape;13331;p136"/>
            <p:cNvSpPr/>
            <p:nvPr/>
          </p:nvSpPr>
          <p:spPr>
            <a:xfrm>
              <a:off x="2166357" y="3351344"/>
              <a:ext cx="369252" cy="349803"/>
            </a:xfrm>
            <a:custGeom>
              <a:avLst/>
              <a:gdLst/>
              <a:ahLst/>
              <a:cxnLst/>
              <a:rect l="l" t="t" r="r" b="b"/>
              <a:pathLst>
                <a:path w="24662" h="23363" extrusionOk="0">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136"/>
            <p:cNvSpPr/>
            <p:nvPr/>
          </p:nvSpPr>
          <p:spPr>
            <a:xfrm>
              <a:off x="2166043" y="3351344"/>
              <a:ext cx="353516" cy="335624"/>
            </a:xfrm>
            <a:custGeom>
              <a:avLst/>
              <a:gdLst/>
              <a:ahLst/>
              <a:cxnLst/>
              <a:rect l="l" t="t" r="r" b="b"/>
              <a:pathLst>
                <a:path w="23611" h="22416" extrusionOk="0">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136"/>
            <p:cNvSpPr/>
            <p:nvPr/>
          </p:nvSpPr>
          <p:spPr>
            <a:xfrm>
              <a:off x="2373487" y="3352332"/>
              <a:ext cx="159292" cy="158978"/>
            </a:xfrm>
            <a:custGeom>
              <a:avLst/>
              <a:gdLst/>
              <a:ahLst/>
              <a:cxnLst/>
              <a:rect l="l" t="t" r="r" b="b"/>
              <a:pathLst>
                <a:path w="10639" h="10618" extrusionOk="0">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136"/>
            <p:cNvSpPr/>
            <p:nvPr/>
          </p:nvSpPr>
          <p:spPr>
            <a:xfrm>
              <a:off x="2373487" y="3352332"/>
              <a:ext cx="71149" cy="45337"/>
            </a:xfrm>
            <a:custGeom>
              <a:avLst/>
              <a:gdLst/>
              <a:ahLst/>
              <a:cxnLst/>
              <a:rect l="l" t="t" r="r" b="b"/>
              <a:pathLst>
                <a:path w="4752" h="3028" extrusionOk="0">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136"/>
            <p:cNvSpPr/>
            <p:nvPr/>
          </p:nvSpPr>
          <p:spPr>
            <a:xfrm>
              <a:off x="2275596" y="3447587"/>
              <a:ext cx="166195" cy="157032"/>
            </a:xfrm>
            <a:custGeom>
              <a:avLst/>
              <a:gdLst/>
              <a:ahLst/>
              <a:cxnLst/>
              <a:rect l="l" t="t" r="r" b="b"/>
              <a:pathLst>
                <a:path w="11100" h="10488" extrusionOk="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136"/>
            <p:cNvSpPr/>
            <p:nvPr/>
          </p:nvSpPr>
          <p:spPr>
            <a:xfrm>
              <a:off x="2284191" y="3555853"/>
              <a:ext cx="46774" cy="42657"/>
            </a:xfrm>
            <a:custGeom>
              <a:avLst/>
              <a:gdLst/>
              <a:ahLst/>
              <a:cxnLst/>
              <a:rect l="l" t="t" r="r" b="b"/>
              <a:pathLst>
                <a:path w="3124" h="2849" extrusionOk="0">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136"/>
            <p:cNvSpPr/>
            <p:nvPr/>
          </p:nvSpPr>
          <p:spPr>
            <a:xfrm>
              <a:off x="2317235" y="3521342"/>
              <a:ext cx="47418" cy="43166"/>
            </a:xfrm>
            <a:custGeom>
              <a:avLst/>
              <a:gdLst/>
              <a:ahLst/>
              <a:cxnLst/>
              <a:rect l="l" t="t" r="r" b="b"/>
              <a:pathLst>
                <a:path w="3167" h="2883" extrusionOk="0">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136"/>
            <p:cNvSpPr/>
            <p:nvPr/>
          </p:nvSpPr>
          <p:spPr>
            <a:xfrm>
              <a:off x="2352121" y="3487863"/>
              <a:ext cx="46475" cy="42657"/>
            </a:xfrm>
            <a:custGeom>
              <a:avLst/>
              <a:gdLst/>
              <a:ahLst/>
              <a:cxnLst/>
              <a:rect l="l" t="t" r="r" b="b"/>
              <a:pathLst>
                <a:path w="3104" h="2849" extrusionOk="0">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136"/>
            <p:cNvSpPr/>
            <p:nvPr/>
          </p:nvSpPr>
          <p:spPr>
            <a:xfrm>
              <a:off x="2386108" y="3453861"/>
              <a:ext cx="46475" cy="42732"/>
            </a:xfrm>
            <a:custGeom>
              <a:avLst/>
              <a:gdLst/>
              <a:ahLst/>
              <a:cxnLst/>
              <a:rect l="l" t="t" r="r" b="b"/>
              <a:pathLst>
                <a:path w="3104" h="2854" extrusionOk="0">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0" name="Google Shape;13340;p136"/>
          <p:cNvGrpSpPr/>
          <p:nvPr/>
        </p:nvGrpSpPr>
        <p:grpSpPr>
          <a:xfrm>
            <a:off x="2619649" y="3352332"/>
            <a:ext cx="365793" cy="329275"/>
            <a:chOff x="2619649" y="3352332"/>
            <a:chExt cx="365793" cy="329275"/>
          </a:xfrm>
        </p:grpSpPr>
        <p:sp>
          <p:nvSpPr>
            <p:cNvPr id="13341" name="Google Shape;13341;p136"/>
            <p:cNvSpPr/>
            <p:nvPr/>
          </p:nvSpPr>
          <p:spPr>
            <a:xfrm>
              <a:off x="2707164" y="3352332"/>
              <a:ext cx="190765" cy="72437"/>
            </a:xfrm>
            <a:custGeom>
              <a:avLst/>
              <a:gdLst/>
              <a:ahLst/>
              <a:cxnLst/>
              <a:rect l="l" t="t" r="r" b="b"/>
              <a:pathLst>
                <a:path w="12741" h="4838" extrusionOk="0">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136"/>
            <p:cNvSpPr/>
            <p:nvPr/>
          </p:nvSpPr>
          <p:spPr>
            <a:xfrm>
              <a:off x="2743038" y="3358306"/>
              <a:ext cx="118687" cy="29301"/>
            </a:xfrm>
            <a:custGeom>
              <a:avLst/>
              <a:gdLst/>
              <a:ahLst/>
              <a:cxnLst/>
              <a:rect l="l" t="t" r="r" b="b"/>
              <a:pathLst>
                <a:path w="7927" h="1957" extrusionOk="0">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136"/>
            <p:cNvSpPr/>
            <p:nvPr/>
          </p:nvSpPr>
          <p:spPr>
            <a:xfrm>
              <a:off x="2632556" y="3552530"/>
              <a:ext cx="339666" cy="129078"/>
            </a:xfrm>
            <a:custGeom>
              <a:avLst/>
              <a:gdLst/>
              <a:ahLst/>
              <a:cxnLst/>
              <a:rect l="l" t="t" r="r" b="b"/>
              <a:pathLst>
                <a:path w="22686" h="8621" extrusionOk="0">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136"/>
            <p:cNvSpPr/>
            <p:nvPr/>
          </p:nvSpPr>
          <p:spPr>
            <a:xfrm>
              <a:off x="2632556" y="3552530"/>
              <a:ext cx="48810" cy="129078"/>
            </a:xfrm>
            <a:custGeom>
              <a:avLst/>
              <a:gdLst/>
              <a:ahLst/>
              <a:cxnLst/>
              <a:rect l="l" t="t" r="r" b="b"/>
              <a:pathLst>
                <a:path w="3260" h="8621" extrusionOk="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136"/>
            <p:cNvSpPr/>
            <p:nvPr/>
          </p:nvSpPr>
          <p:spPr>
            <a:xfrm>
              <a:off x="2632870" y="3552530"/>
              <a:ext cx="339352" cy="69907"/>
            </a:xfrm>
            <a:custGeom>
              <a:avLst/>
              <a:gdLst/>
              <a:ahLst/>
              <a:cxnLst/>
              <a:rect l="l" t="t" r="r" b="b"/>
              <a:pathLst>
                <a:path w="22665" h="4669" extrusionOk="0">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136"/>
            <p:cNvSpPr/>
            <p:nvPr/>
          </p:nvSpPr>
          <p:spPr>
            <a:xfrm>
              <a:off x="2619649" y="3415606"/>
              <a:ext cx="365793" cy="177544"/>
            </a:xfrm>
            <a:custGeom>
              <a:avLst/>
              <a:gdLst/>
              <a:ahLst/>
              <a:cxnLst/>
              <a:rect l="l" t="t" r="r" b="b"/>
              <a:pathLst>
                <a:path w="24431" h="11858" extrusionOk="0">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136"/>
            <p:cNvSpPr/>
            <p:nvPr/>
          </p:nvSpPr>
          <p:spPr>
            <a:xfrm>
              <a:off x="2619649" y="3415591"/>
              <a:ext cx="48167" cy="140113"/>
            </a:xfrm>
            <a:custGeom>
              <a:avLst/>
              <a:gdLst/>
              <a:ahLst/>
              <a:cxnLst/>
              <a:rect l="l" t="t" r="r" b="b"/>
              <a:pathLst>
                <a:path w="3217" h="9358" extrusionOk="0">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136"/>
            <p:cNvSpPr/>
            <p:nvPr/>
          </p:nvSpPr>
          <p:spPr>
            <a:xfrm>
              <a:off x="2726358" y="3508151"/>
              <a:ext cx="152061" cy="81540"/>
            </a:xfrm>
            <a:custGeom>
              <a:avLst/>
              <a:gdLst/>
              <a:ahLst/>
              <a:cxnLst/>
              <a:rect l="l" t="t" r="r" b="b"/>
              <a:pathLst>
                <a:path w="10156" h="5446" extrusionOk="0">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136"/>
            <p:cNvSpPr/>
            <p:nvPr/>
          </p:nvSpPr>
          <p:spPr>
            <a:xfrm>
              <a:off x="2770108" y="3553473"/>
              <a:ext cx="64861" cy="80926"/>
            </a:xfrm>
            <a:custGeom>
              <a:avLst/>
              <a:gdLst/>
              <a:ahLst/>
              <a:cxnLst/>
              <a:rect l="l" t="t" r="r" b="b"/>
              <a:pathLst>
                <a:path w="4332" h="5405" extrusionOk="0">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136"/>
            <p:cNvSpPr/>
            <p:nvPr/>
          </p:nvSpPr>
          <p:spPr>
            <a:xfrm>
              <a:off x="2787431" y="3572368"/>
              <a:ext cx="29915" cy="42821"/>
            </a:xfrm>
            <a:custGeom>
              <a:avLst/>
              <a:gdLst/>
              <a:ahLst/>
              <a:cxnLst/>
              <a:rect l="l" t="t" r="r" b="b"/>
              <a:pathLst>
                <a:path w="1998" h="2860" extrusionOk="0">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1" name="Google Shape;13351;p136"/>
          <p:cNvGrpSpPr/>
          <p:nvPr/>
        </p:nvGrpSpPr>
        <p:grpSpPr>
          <a:xfrm>
            <a:off x="1293760" y="1498228"/>
            <a:ext cx="340624" cy="351944"/>
            <a:chOff x="1293760" y="1498228"/>
            <a:chExt cx="340624" cy="351944"/>
          </a:xfrm>
        </p:grpSpPr>
        <p:sp>
          <p:nvSpPr>
            <p:cNvPr id="13352" name="Google Shape;13352;p136"/>
            <p:cNvSpPr/>
            <p:nvPr/>
          </p:nvSpPr>
          <p:spPr>
            <a:xfrm>
              <a:off x="1331535" y="1498228"/>
              <a:ext cx="265388" cy="71164"/>
            </a:xfrm>
            <a:custGeom>
              <a:avLst/>
              <a:gdLst/>
              <a:ahLst/>
              <a:cxnLst/>
              <a:rect l="l" t="t" r="r" b="b"/>
              <a:pathLst>
                <a:path w="17725" h="4753" extrusionOk="0">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136"/>
            <p:cNvSpPr/>
            <p:nvPr/>
          </p:nvSpPr>
          <p:spPr>
            <a:xfrm>
              <a:off x="1337839" y="1585353"/>
              <a:ext cx="69263" cy="67212"/>
            </a:xfrm>
            <a:custGeom>
              <a:avLst/>
              <a:gdLst/>
              <a:ahLst/>
              <a:cxnLst/>
              <a:rect l="l" t="t" r="r" b="b"/>
              <a:pathLst>
                <a:path w="4626" h="4489" extrusionOk="0">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136"/>
            <p:cNvSpPr/>
            <p:nvPr/>
          </p:nvSpPr>
          <p:spPr>
            <a:xfrm>
              <a:off x="1521042" y="1585353"/>
              <a:ext cx="69577" cy="67212"/>
            </a:xfrm>
            <a:custGeom>
              <a:avLst/>
              <a:gdLst/>
              <a:ahLst/>
              <a:cxnLst/>
              <a:rect l="l" t="t" r="r" b="b"/>
              <a:pathLst>
                <a:path w="4647" h="4489" extrusionOk="0">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136"/>
            <p:cNvSpPr/>
            <p:nvPr/>
          </p:nvSpPr>
          <p:spPr>
            <a:xfrm>
              <a:off x="1349173" y="1766505"/>
              <a:ext cx="87514" cy="83666"/>
            </a:xfrm>
            <a:custGeom>
              <a:avLst/>
              <a:gdLst/>
              <a:ahLst/>
              <a:cxnLst/>
              <a:rect l="l" t="t" r="r" b="b"/>
              <a:pathLst>
                <a:path w="5845" h="5588" extrusionOk="0">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136"/>
            <p:cNvSpPr/>
            <p:nvPr/>
          </p:nvSpPr>
          <p:spPr>
            <a:xfrm>
              <a:off x="1491457" y="1766505"/>
              <a:ext cx="87829" cy="83666"/>
            </a:xfrm>
            <a:custGeom>
              <a:avLst/>
              <a:gdLst/>
              <a:ahLst/>
              <a:cxnLst/>
              <a:rect l="l" t="t" r="r" b="b"/>
              <a:pathLst>
                <a:path w="5866" h="5588" extrusionOk="0">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136"/>
            <p:cNvSpPr/>
            <p:nvPr/>
          </p:nvSpPr>
          <p:spPr>
            <a:xfrm>
              <a:off x="1342870" y="1588257"/>
              <a:ext cx="242405" cy="242405"/>
            </a:xfrm>
            <a:custGeom>
              <a:avLst/>
              <a:gdLst/>
              <a:ahLst/>
              <a:cxnLst/>
              <a:rect l="l" t="t" r="r" b="b"/>
              <a:pathLst>
                <a:path w="16190" h="16190" extrusionOk="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136"/>
            <p:cNvSpPr/>
            <p:nvPr/>
          </p:nvSpPr>
          <p:spPr>
            <a:xfrm>
              <a:off x="1364205" y="1611420"/>
              <a:ext cx="208792" cy="196334"/>
            </a:xfrm>
            <a:custGeom>
              <a:avLst/>
              <a:gdLst/>
              <a:ahLst/>
              <a:cxnLst/>
              <a:rect l="l" t="t" r="r" b="b"/>
              <a:pathLst>
                <a:path w="13945" h="13113" extrusionOk="0">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136"/>
            <p:cNvSpPr/>
            <p:nvPr/>
          </p:nvSpPr>
          <p:spPr>
            <a:xfrm>
              <a:off x="1402370" y="1612812"/>
              <a:ext cx="187620" cy="192981"/>
            </a:xfrm>
            <a:custGeom>
              <a:avLst/>
              <a:gdLst/>
              <a:ahLst/>
              <a:cxnLst/>
              <a:rect l="l" t="t" r="r" b="b"/>
              <a:pathLst>
                <a:path w="12531" h="12889" extrusionOk="0">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136"/>
            <p:cNvSpPr/>
            <p:nvPr/>
          </p:nvSpPr>
          <p:spPr>
            <a:xfrm>
              <a:off x="1449893" y="1635795"/>
              <a:ext cx="26456" cy="94447"/>
            </a:xfrm>
            <a:custGeom>
              <a:avLst/>
              <a:gdLst/>
              <a:ahLst/>
              <a:cxnLst/>
              <a:rect l="l" t="t" r="r" b="b"/>
              <a:pathLst>
                <a:path w="1767" h="6308" extrusionOk="0">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136"/>
            <p:cNvSpPr/>
            <p:nvPr/>
          </p:nvSpPr>
          <p:spPr>
            <a:xfrm>
              <a:off x="1448635" y="1704414"/>
              <a:ext cx="65175" cy="62660"/>
            </a:xfrm>
            <a:custGeom>
              <a:avLst/>
              <a:gdLst/>
              <a:ahLst/>
              <a:cxnLst/>
              <a:rect l="l" t="t" r="r" b="b"/>
              <a:pathLst>
                <a:path w="4353" h="4185" extrusionOk="0">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136"/>
            <p:cNvSpPr/>
            <p:nvPr/>
          </p:nvSpPr>
          <p:spPr>
            <a:xfrm>
              <a:off x="1293760" y="1542382"/>
              <a:ext cx="95405" cy="89655"/>
            </a:xfrm>
            <a:custGeom>
              <a:avLst/>
              <a:gdLst/>
              <a:ahLst/>
              <a:cxnLst/>
              <a:rect l="l" t="t" r="r" b="b"/>
              <a:pathLst>
                <a:path w="6372" h="5988" extrusionOk="0">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136"/>
            <p:cNvSpPr/>
            <p:nvPr/>
          </p:nvSpPr>
          <p:spPr>
            <a:xfrm>
              <a:off x="1309511" y="1542382"/>
              <a:ext cx="77453" cy="61552"/>
            </a:xfrm>
            <a:custGeom>
              <a:avLst/>
              <a:gdLst/>
              <a:ahLst/>
              <a:cxnLst/>
              <a:rect l="l" t="t" r="r" b="b"/>
              <a:pathLst>
                <a:path w="5173" h="4111" extrusionOk="0">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136"/>
            <p:cNvSpPr/>
            <p:nvPr/>
          </p:nvSpPr>
          <p:spPr>
            <a:xfrm>
              <a:off x="1538350" y="1542546"/>
              <a:ext cx="96034" cy="89551"/>
            </a:xfrm>
            <a:custGeom>
              <a:avLst/>
              <a:gdLst/>
              <a:ahLst/>
              <a:cxnLst/>
              <a:rect l="l" t="t" r="r" b="b"/>
              <a:pathLst>
                <a:path w="6414" h="5981" extrusionOk="0">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136"/>
            <p:cNvSpPr/>
            <p:nvPr/>
          </p:nvSpPr>
          <p:spPr>
            <a:xfrm>
              <a:off x="1565735" y="1550167"/>
              <a:ext cx="68649" cy="80283"/>
            </a:xfrm>
            <a:custGeom>
              <a:avLst/>
              <a:gdLst/>
              <a:ahLst/>
              <a:cxnLst/>
              <a:rect l="l" t="t" r="r" b="b"/>
              <a:pathLst>
                <a:path w="4585" h="5362" extrusionOk="0">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6" name="Google Shape;13366;p136"/>
          <p:cNvGrpSpPr/>
          <p:nvPr/>
        </p:nvGrpSpPr>
        <p:grpSpPr>
          <a:xfrm>
            <a:off x="849601" y="1952074"/>
            <a:ext cx="406713" cy="383745"/>
            <a:chOff x="849601" y="1952074"/>
            <a:chExt cx="406713" cy="383745"/>
          </a:xfrm>
        </p:grpSpPr>
        <p:sp>
          <p:nvSpPr>
            <p:cNvPr id="13367" name="Google Shape;13367;p136"/>
            <p:cNvSpPr/>
            <p:nvPr/>
          </p:nvSpPr>
          <p:spPr>
            <a:xfrm>
              <a:off x="849601" y="2240819"/>
              <a:ext cx="130650" cy="95001"/>
            </a:xfrm>
            <a:custGeom>
              <a:avLst/>
              <a:gdLst/>
              <a:ahLst/>
              <a:cxnLst/>
              <a:rect l="l" t="t" r="r" b="b"/>
              <a:pathLst>
                <a:path w="8726" h="6345" extrusionOk="0">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136"/>
            <p:cNvSpPr/>
            <p:nvPr/>
          </p:nvSpPr>
          <p:spPr>
            <a:xfrm>
              <a:off x="875728" y="2284494"/>
              <a:ext cx="75252" cy="51326"/>
            </a:xfrm>
            <a:custGeom>
              <a:avLst/>
              <a:gdLst/>
              <a:ahLst/>
              <a:cxnLst/>
              <a:rect l="l" t="t" r="r" b="b"/>
              <a:pathLst>
                <a:path w="5026" h="3428" extrusionOk="0">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136"/>
            <p:cNvSpPr/>
            <p:nvPr/>
          </p:nvSpPr>
          <p:spPr>
            <a:xfrm>
              <a:off x="890520" y="2158335"/>
              <a:ext cx="156777" cy="155519"/>
            </a:xfrm>
            <a:custGeom>
              <a:avLst/>
              <a:gdLst/>
              <a:ahLst/>
              <a:cxnLst/>
              <a:rect l="l" t="t" r="r" b="b"/>
              <a:pathLst>
                <a:path w="10471" h="10387" extrusionOk="0">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136"/>
            <p:cNvSpPr/>
            <p:nvPr/>
          </p:nvSpPr>
          <p:spPr>
            <a:xfrm>
              <a:off x="890206" y="2158335"/>
              <a:ext cx="157091" cy="138840"/>
            </a:xfrm>
            <a:custGeom>
              <a:avLst/>
              <a:gdLst/>
              <a:ahLst/>
              <a:cxnLst/>
              <a:rect l="l" t="t" r="r" b="b"/>
              <a:pathLst>
                <a:path w="10492" h="9273" extrusionOk="0">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136"/>
            <p:cNvSpPr/>
            <p:nvPr/>
          </p:nvSpPr>
          <p:spPr>
            <a:xfrm>
              <a:off x="903741" y="1952074"/>
              <a:ext cx="352572" cy="349817"/>
            </a:xfrm>
            <a:custGeom>
              <a:avLst/>
              <a:gdLst/>
              <a:ahLst/>
              <a:cxnLst/>
              <a:rect l="l" t="t" r="r" b="b"/>
              <a:pathLst>
                <a:path w="23548" h="23364" extrusionOk="0">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136"/>
            <p:cNvSpPr/>
            <p:nvPr/>
          </p:nvSpPr>
          <p:spPr>
            <a:xfrm>
              <a:off x="903741" y="1952074"/>
              <a:ext cx="258141" cy="227372"/>
            </a:xfrm>
            <a:custGeom>
              <a:avLst/>
              <a:gdLst/>
              <a:ahLst/>
              <a:cxnLst/>
              <a:rect l="l" t="t" r="r" b="b"/>
              <a:pathLst>
                <a:path w="17241" h="15186" extrusionOk="0">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136"/>
            <p:cNvSpPr/>
            <p:nvPr/>
          </p:nvSpPr>
          <p:spPr>
            <a:xfrm>
              <a:off x="989054" y="2039274"/>
              <a:ext cx="178817" cy="175268"/>
            </a:xfrm>
            <a:custGeom>
              <a:avLst/>
              <a:gdLst/>
              <a:ahLst/>
              <a:cxnLst/>
              <a:rect l="l" t="t" r="r" b="b"/>
              <a:pathLst>
                <a:path w="11943" h="11706" extrusionOk="0">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4" name="Google Shape;13374;p136"/>
          <p:cNvGrpSpPr/>
          <p:nvPr/>
        </p:nvGrpSpPr>
        <p:grpSpPr>
          <a:xfrm>
            <a:off x="2253871" y="2893365"/>
            <a:ext cx="203985" cy="355417"/>
            <a:chOff x="2253871" y="2893365"/>
            <a:chExt cx="203985" cy="355417"/>
          </a:xfrm>
        </p:grpSpPr>
        <p:sp>
          <p:nvSpPr>
            <p:cNvPr id="13375" name="Google Shape;13375;p136"/>
            <p:cNvSpPr/>
            <p:nvPr/>
          </p:nvSpPr>
          <p:spPr>
            <a:xfrm>
              <a:off x="2329722" y="3200915"/>
              <a:ext cx="51326" cy="47553"/>
            </a:xfrm>
            <a:custGeom>
              <a:avLst/>
              <a:gdLst/>
              <a:ahLst/>
              <a:cxnLst/>
              <a:rect l="l" t="t" r="r" b="b"/>
              <a:pathLst>
                <a:path w="3428" h="3176" extrusionOk="0">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136"/>
            <p:cNvSpPr/>
            <p:nvPr/>
          </p:nvSpPr>
          <p:spPr>
            <a:xfrm>
              <a:off x="2342628" y="3200915"/>
              <a:ext cx="38419" cy="47867"/>
            </a:xfrm>
            <a:custGeom>
              <a:avLst/>
              <a:gdLst/>
              <a:ahLst/>
              <a:cxnLst/>
              <a:rect l="l" t="t" r="r" b="b"/>
              <a:pathLst>
                <a:path w="2566" h="3197" extrusionOk="0">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136"/>
            <p:cNvSpPr/>
            <p:nvPr/>
          </p:nvSpPr>
          <p:spPr>
            <a:xfrm>
              <a:off x="2253871" y="2893365"/>
              <a:ext cx="203985" cy="326775"/>
            </a:xfrm>
            <a:custGeom>
              <a:avLst/>
              <a:gdLst/>
              <a:ahLst/>
              <a:cxnLst/>
              <a:rect l="l" t="t" r="r" b="b"/>
              <a:pathLst>
                <a:path w="13624" h="21825" extrusionOk="0">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136"/>
            <p:cNvSpPr/>
            <p:nvPr/>
          </p:nvSpPr>
          <p:spPr>
            <a:xfrm>
              <a:off x="2326578" y="2893365"/>
              <a:ext cx="131279" cy="326775"/>
            </a:xfrm>
            <a:custGeom>
              <a:avLst/>
              <a:gdLst/>
              <a:ahLst/>
              <a:cxnLst/>
              <a:rect l="l" t="t" r="r" b="b"/>
              <a:pathLst>
                <a:path w="8768" h="21825" extrusionOk="0">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136"/>
            <p:cNvSpPr/>
            <p:nvPr/>
          </p:nvSpPr>
          <p:spPr>
            <a:xfrm>
              <a:off x="2350504" y="2893365"/>
              <a:ext cx="10720" cy="58093"/>
            </a:xfrm>
            <a:custGeom>
              <a:avLst/>
              <a:gdLst/>
              <a:ahLst/>
              <a:cxnLst/>
              <a:rect l="l" t="t" r="r" b="b"/>
              <a:pathLst>
                <a:path w="716" h="3880" extrusionOk="0">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136"/>
            <p:cNvSpPr/>
            <p:nvPr/>
          </p:nvSpPr>
          <p:spPr>
            <a:xfrm>
              <a:off x="2330036" y="2946248"/>
              <a:ext cx="51326" cy="50068"/>
            </a:xfrm>
            <a:custGeom>
              <a:avLst/>
              <a:gdLst/>
              <a:ahLst/>
              <a:cxnLst/>
              <a:rect l="l" t="t" r="r" b="b"/>
              <a:pathLst>
                <a:path w="3428" h="3344" extrusionOk="0">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136"/>
            <p:cNvSpPr/>
            <p:nvPr/>
          </p:nvSpPr>
          <p:spPr>
            <a:xfrm>
              <a:off x="2342943" y="2946248"/>
              <a:ext cx="38419" cy="49754"/>
            </a:xfrm>
            <a:custGeom>
              <a:avLst/>
              <a:gdLst/>
              <a:ahLst/>
              <a:cxnLst/>
              <a:rect l="l" t="t" r="r" b="b"/>
              <a:pathLst>
                <a:path w="2566" h="3323" extrusionOk="0">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136"/>
            <p:cNvSpPr/>
            <p:nvPr/>
          </p:nvSpPr>
          <p:spPr>
            <a:xfrm>
              <a:off x="2254186" y="3012037"/>
              <a:ext cx="32116" cy="118073"/>
            </a:xfrm>
            <a:custGeom>
              <a:avLst/>
              <a:gdLst/>
              <a:ahLst/>
              <a:cxnLst/>
              <a:rect l="l" t="t" r="r" b="b"/>
              <a:pathLst>
                <a:path w="2145" h="7886" extrusionOk="0">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136"/>
            <p:cNvSpPr/>
            <p:nvPr/>
          </p:nvSpPr>
          <p:spPr>
            <a:xfrm>
              <a:off x="2255758" y="3012037"/>
              <a:ext cx="30544" cy="117759"/>
            </a:xfrm>
            <a:custGeom>
              <a:avLst/>
              <a:gdLst/>
              <a:ahLst/>
              <a:cxnLst/>
              <a:rect l="l" t="t" r="r" b="b"/>
              <a:pathLst>
                <a:path w="2040" h="7865" extrusionOk="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136"/>
            <p:cNvSpPr/>
            <p:nvPr/>
          </p:nvSpPr>
          <p:spPr>
            <a:xfrm>
              <a:off x="2425426" y="3012037"/>
              <a:ext cx="32430" cy="118073"/>
            </a:xfrm>
            <a:custGeom>
              <a:avLst/>
              <a:gdLst/>
              <a:ahLst/>
              <a:cxnLst/>
              <a:rect l="l" t="t" r="r" b="b"/>
              <a:pathLst>
                <a:path w="2166" h="7886" extrusionOk="0">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136"/>
            <p:cNvSpPr/>
            <p:nvPr/>
          </p:nvSpPr>
          <p:spPr>
            <a:xfrm>
              <a:off x="2441791" y="3012037"/>
              <a:ext cx="16065" cy="118073"/>
            </a:xfrm>
            <a:custGeom>
              <a:avLst/>
              <a:gdLst/>
              <a:ahLst/>
              <a:cxnLst/>
              <a:rect l="l" t="t" r="r" b="b"/>
              <a:pathLst>
                <a:path w="1073" h="7886" extrusionOk="0">
                  <a:moveTo>
                    <a:pt x="1" y="1"/>
                  </a:moveTo>
                  <a:lnTo>
                    <a:pt x="1" y="7885"/>
                  </a:lnTo>
                  <a:lnTo>
                    <a:pt x="1073" y="7885"/>
                  </a:lnTo>
                  <a:lnTo>
                    <a:pt x="1073" y="1"/>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6" name="Google Shape;13386;p136"/>
          <p:cNvGrpSpPr/>
          <p:nvPr/>
        </p:nvGrpSpPr>
        <p:grpSpPr>
          <a:xfrm>
            <a:off x="2191541" y="2408601"/>
            <a:ext cx="308823" cy="342571"/>
            <a:chOff x="2191541" y="2408601"/>
            <a:chExt cx="308823" cy="342571"/>
          </a:xfrm>
        </p:grpSpPr>
        <p:sp>
          <p:nvSpPr>
            <p:cNvPr id="13387" name="Google Shape;13387;p136"/>
            <p:cNvSpPr/>
            <p:nvPr/>
          </p:nvSpPr>
          <p:spPr>
            <a:xfrm>
              <a:off x="2222384" y="2722754"/>
              <a:ext cx="22054" cy="28418"/>
            </a:xfrm>
            <a:custGeom>
              <a:avLst/>
              <a:gdLst/>
              <a:ahLst/>
              <a:cxnLst/>
              <a:rect l="l" t="t" r="r" b="b"/>
              <a:pathLst>
                <a:path w="1473" h="1898" extrusionOk="0">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136"/>
            <p:cNvSpPr/>
            <p:nvPr/>
          </p:nvSpPr>
          <p:spPr>
            <a:xfrm>
              <a:off x="2447451" y="2724640"/>
              <a:ext cx="22054" cy="26456"/>
            </a:xfrm>
            <a:custGeom>
              <a:avLst/>
              <a:gdLst/>
              <a:ahLst/>
              <a:cxnLst/>
              <a:rect l="l" t="t" r="r" b="b"/>
              <a:pathLst>
                <a:path w="1473" h="1767" extrusionOk="0">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136"/>
            <p:cNvSpPr/>
            <p:nvPr/>
          </p:nvSpPr>
          <p:spPr>
            <a:xfrm>
              <a:off x="2191541" y="2611313"/>
              <a:ext cx="308823" cy="16709"/>
            </a:xfrm>
            <a:custGeom>
              <a:avLst/>
              <a:gdLst/>
              <a:ahLst/>
              <a:cxnLst/>
              <a:rect l="l" t="t" r="r" b="b"/>
              <a:pathLst>
                <a:path w="20626" h="1116" extrusionOk="0">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136"/>
            <p:cNvSpPr/>
            <p:nvPr/>
          </p:nvSpPr>
          <p:spPr>
            <a:xfrm>
              <a:off x="2211993" y="2470287"/>
              <a:ext cx="140412" cy="263052"/>
            </a:xfrm>
            <a:custGeom>
              <a:avLst/>
              <a:gdLst/>
              <a:ahLst/>
              <a:cxnLst/>
              <a:rect l="l" t="t" r="r" b="b"/>
              <a:pathLst>
                <a:path w="9378" h="17569" extrusionOk="0">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136"/>
            <p:cNvSpPr/>
            <p:nvPr/>
          </p:nvSpPr>
          <p:spPr>
            <a:xfrm>
              <a:off x="2233718" y="2470287"/>
              <a:ext cx="118687" cy="262917"/>
            </a:xfrm>
            <a:custGeom>
              <a:avLst/>
              <a:gdLst/>
              <a:ahLst/>
              <a:cxnLst/>
              <a:rect l="l" t="t" r="r" b="b"/>
              <a:pathLst>
                <a:path w="7927" h="17560" extrusionOk="0">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136"/>
            <p:cNvSpPr/>
            <p:nvPr/>
          </p:nvSpPr>
          <p:spPr>
            <a:xfrm>
              <a:off x="2339484" y="2470287"/>
              <a:ext cx="140098" cy="263052"/>
            </a:xfrm>
            <a:custGeom>
              <a:avLst/>
              <a:gdLst/>
              <a:ahLst/>
              <a:cxnLst/>
              <a:rect l="l" t="t" r="r" b="b"/>
              <a:pathLst>
                <a:path w="9357" h="17569" extrusionOk="0">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136"/>
            <p:cNvSpPr/>
            <p:nvPr/>
          </p:nvSpPr>
          <p:spPr>
            <a:xfrm>
              <a:off x="2339484" y="2470287"/>
              <a:ext cx="140412" cy="257512"/>
            </a:xfrm>
            <a:custGeom>
              <a:avLst/>
              <a:gdLst/>
              <a:ahLst/>
              <a:cxnLst/>
              <a:rect l="l" t="t" r="r" b="b"/>
              <a:pathLst>
                <a:path w="9378" h="17199" extrusionOk="0">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136"/>
            <p:cNvSpPr/>
            <p:nvPr/>
          </p:nvSpPr>
          <p:spPr>
            <a:xfrm>
              <a:off x="2328150" y="2408601"/>
              <a:ext cx="35275" cy="32116"/>
            </a:xfrm>
            <a:custGeom>
              <a:avLst/>
              <a:gdLst/>
              <a:ahLst/>
              <a:cxnLst/>
              <a:rect l="l" t="t" r="r" b="b"/>
              <a:pathLst>
                <a:path w="2356" h="2145" extrusionOk="0">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136"/>
            <p:cNvSpPr/>
            <p:nvPr/>
          </p:nvSpPr>
          <p:spPr>
            <a:xfrm>
              <a:off x="2291632" y="2434728"/>
              <a:ext cx="94776" cy="80911"/>
            </a:xfrm>
            <a:custGeom>
              <a:avLst/>
              <a:gdLst/>
              <a:ahLst/>
              <a:cxnLst/>
              <a:rect l="l" t="t" r="r" b="b"/>
              <a:pathLst>
                <a:path w="6330" h="5404" extrusionOk="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136"/>
            <p:cNvSpPr/>
            <p:nvPr/>
          </p:nvSpPr>
          <p:spPr>
            <a:xfrm>
              <a:off x="2336025" y="2434728"/>
              <a:ext cx="53212" cy="80911"/>
            </a:xfrm>
            <a:custGeom>
              <a:avLst/>
              <a:gdLst/>
              <a:ahLst/>
              <a:cxnLst/>
              <a:rect l="l" t="t" r="r" b="b"/>
              <a:pathLst>
                <a:path w="3554" h="5404" extrusionOk="0">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136"/>
            <p:cNvSpPr/>
            <p:nvPr/>
          </p:nvSpPr>
          <p:spPr>
            <a:xfrm>
              <a:off x="2324691" y="2459283"/>
              <a:ext cx="36847" cy="31637"/>
            </a:xfrm>
            <a:custGeom>
              <a:avLst/>
              <a:gdLst/>
              <a:ahLst/>
              <a:cxnLst/>
              <a:rect l="l" t="t" r="r" b="b"/>
              <a:pathLst>
                <a:path w="2461" h="2113" extrusionOk="0">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136"/>
            <p:cNvSpPr/>
            <p:nvPr/>
          </p:nvSpPr>
          <p:spPr>
            <a:xfrm>
              <a:off x="2328464" y="2591804"/>
              <a:ext cx="34961" cy="56042"/>
            </a:xfrm>
            <a:custGeom>
              <a:avLst/>
              <a:gdLst/>
              <a:ahLst/>
              <a:cxnLst/>
              <a:rect l="l" t="t" r="r" b="b"/>
              <a:pathLst>
                <a:path w="2335" h="3743" extrusionOk="0">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136"/>
            <p:cNvSpPr/>
            <p:nvPr/>
          </p:nvSpPr>
          <p:spPr>
            <a:xfrm>
              <a:off x="2339484" y="2591804"/>
              <a:ext cx="23941" cy="56042"/>
            </a:xfrm>
            <a:custGeom>
              <a:avLst/>
              <a:gdLst/>
              <a:ahLst/>
              <a:cxnLst/>
              <a:rect l="l" t="t" r="r" b="b"/>
              <a:pathLst>
                <a:path w="1599" h="3743" extrusionOk="0">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0" name="Google Shape;13400;p136"/>
          <p:cNvGrpSpPr/>
          <p:nvPr/>
        </p:nvGrpSpPr>
        <p:grpSpPr>
          <a:xfrm>
            <a:off x="847400" y="1503588"/>
            <a:ext cx="342496" cy="341553"/>
            <a:chOff x="847400" y="1503588"/>
            <a:chExt cx="342496" cy="341553"/>
          </a:xfrm>
        </p:grpSpPr>
        <p:sp>
          <p:nvSpPr>
            <p:cNvPr id="13401" name="Google Shape;13401;p136"/>
            <p:cNvSpPr/>
            <p:nvPr/>
          </p:nvSpPr>
          <p:spPr>
            <a:xfrm>
              <a:off x="989998" y="1503588"/>
              <a:ext cx="57300" cy="31487"/>
            </a:xfrm>
            <a:custGeom>
              <a:avLst/>
              <a:gdLst/>
              <a:ahLst/>
              <a:cxnLst/>
              <a:rect l="l" t="t" r="r" b="b"/>
              <a:pathLst>
                <a:path w="3827" h="2103" extrusionOk="0">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136"/>
            <p:cNvSpPr/>
            <p:nvPr/>
          </p:nvSpPr>
          <p:spPr>
            <a:xfrm>
              <a:off x="1025572" y="1503588"/>
              <a:ext cx="21725" cy="31487"/>
            </a:xfrm>
            <a:custGeom>
              <a:avLst/>
              <a:gdLst/>
              <a:ahLst/>
              <a:cxnLst/>
              <a:rect l="l" t="t" r="r" b="b"/>
              <a:pathLst>
                <a:path w="1451" h="2103" extrusionOk="0">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136"/>
            <p:cNvSpPr/>
            <p:nvPr/>
          </p:nvSpPr>
          <p:spPr>
            <a:xfrm>
              <a:off x="867538" y="1552368"/>
              <a:ext cx="302220" cy="183233"/>
            </a:xfrm>
            <a:custGeom>
              <a:avLst/>
              <a:gdLst/>
              <a:ahLst/>
              <a:cxnLst/>
              <a:rect l="l" t="t" r="r" b="b"/>
              <a:pathLst>
                <a:path w="20185" h="12238" extrusionOk="0">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136"/>
            <p:cNvSpPr/>
            <p:nvPr/>
          </p:nvSpPr>
          <p:spPr>
            <a:xfrm>
              <a:off x="1149275" y="1552368"/>
              <a:ext cx="20482" cy="183233"/>
            </a:xfrm>
            <a:custGeom>
              <a:avLst/>
              <a:gdLst/>
              <a:ahLst/>
              <a:cxnLst/>
              <a:rect l="l" t="t" r="r" b="b"/>
              <a:pathLst>
                <a:path w="1368" h="12238" extrusionOk="0">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136"/>
            <p:cNvSpPr/>
            <p:nvPr/>
          </p:nvSpPr>
          <p:spPr>
            <a:xfrm>
              <a:off x="847400" y="1524984"/>
              <a:ext cx="342496" cy="37476"/>
            </a:xfrm>
            <a:custGeom>
              <a:avLst/>
              <a:gdLst/>
              <a:ahLst/>
              <a:cxnLst/>
              <a:rect l="l" t="t" r="r" b="b"/>
              <a:pathLst>
                <a:path w="22875" h="2503" extrusionOk="0">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136"/>
            <p:cNvSpPr/>
            <p:nvPr/>
          </p:nvSpPr>
          <p:spPr>
            <a:xfrm>
              <a:off x="950964" y="1790042"/>
              <a:ext cx="135366" cy="31487"/>
            </a:xfrm>
            <a:custGeom>
              <a:avLst/>
              <a:gdLst/>
              <a:ahLst/>
              <a:cxnLst/>
              <a:rect l="l" t="t" r="r" b="b"/>
              <a:pathLst>
                <a:path w="9041" h="2103" extrusionOk="0">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136"/>
            <p:cNvSpPr/>
            <p:nvPr/>
          </p:nvSpPr>
          <p:spPr>
            <a:xfrm>
              <a:off x="911931" y="1752581"/>
              <a:ext cx="82798" cy="92560"/>
            </a:xfrm>
            <a:custGeom>
              <a:avLst/>
              <a:gdLst/>
              <a:ahLst/>
              <a:cxnLst/>
              <a:rect l="l" t="t" r="r" b="b"/>
              <a:pathLst>
                <a:path w="5530" h="6182" extrusionOk="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136"/>
            <p:cNvSpPr/>
            <p:nvPr/>
          </p:nvSpPr>
          <p:spPr>
            <a:xfrm>
              <a:off x="1041623" y="1752850"/>
              <a:ext cx="83741" cy="92290"/>
            </a:xfrm>
            <a:custGeom>
              <a:avLst/>
              <a:gdLst/>
              <a:ahLst/>
              <a:cxnLst/>
              <a:rect l="l" t="t" r="r" b="b"/>
              <a:pathLst>
                <a:path w="5593" h="6164" extrusionOk="0">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136"/>
            <p:cNvSpPr/>
            <p:nvPr/>
          </p:nvSpPr>
          <p:spPr>
            <a:xfrm>
              <a:off x="949392" y="1752850"/>
              <a:ext cx="46535" cy="20198"/>
            </a:xfrm>
            <a:custGeom>
              <a:avLst/>
              <a:gdLst/>
              <a:ahLst/>
              <a:cxnLst/>
              <a:rect l="l" t="t" r="r" b="b"/>
              <a:pathLst>
                <a:path w="3108" h="1349" extrusionOk="0">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136"/>
            <p:cNvSpPr/>
            <p:nvPr/>
          </p:nvSpPr>
          <p:spPr>
            <a:xfrm>
              <a:off x="1041623" y="1752850"/>
              <a:ext cx="46280" cy="20198"/>
            </a:xfrm>
            <a:custGeom>
              <a:avLst/>
              <a:gdLst/>
              <a:ahLst/>
              <a:cxnLst/>
              <a:rect l="l" t="t" r="r" b="b"/>
              <a:pathLst>
                <a:path w="3091" h="1349" extrusionOk="0">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136"/>
            <p:cNvSpPr/>
            <p:nvPr/>
          </p:nvSpPr>
          <p:spPr>
            <a:xfrm>
              <a:off x="847400" y="1725510"/>
              <a:ext cx="342496" cy="37162"/>
            </a:xfrm>
            <a:custGeom>
              <a:avLst/>
              <a:gdLst/>
              <a:ahLst/>
              <a:cxnLst/>
              <a:rect l="l" t="t" r="r" b="b"/>
              <a:pathLst>
                <a:path w="22875" h="2482" extrusionOk="0">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136"/>
            <p:cNvSpPr/>
            <p:nvPr/>
          </p:nvSpPr>
          <p:spPr>
            <a:xfrm>
              <a:off x="1168799" y="1524984"/>
              <a:ext cx="21096" cy="37476"/>
            </a:xfrm>
            <a:custGeom>
              <a:avLst/>
              <a:gdLst/>
              <a:ahLst/>
              <a:cxnLst/>
              <a:rect l="l" t="t" r="r" b="b"/>
              <a:pathLst>
                <a:path w="1409" h="2503" extrusionOk="0">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136"/>
            <p:cNvSpPr/>
            <p:nvPr/>
          </p:nvSpPr>
          <p:spPr>
            <a:xfrm>
              <a:off x="1168799" y="1725510"/>
              <a:ext cx="21096" cy="37162"/>
            </a:xfrm>
            <a:custGeom>
              <a:avLst/>
              <a:gdLst/>
              <a:ahLst/>
              <a:cxnLst/>
              <a:rect l="l" t="t" r="r" b="b"/>
              <a:pathLst>
                <a:path w="1409" h="2482" extrusionOk="0">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136"/>
            <p:cNvSpPr/>
            <p:nvPr/>
          </p:nvSpPr>
          <p:spPr>
            <a:xfrm>
              <a:off x="1046339" y="1601703"/>
              <a:ext cx="47418" cy="50787"/>
            </a:xfrm>
            <a:custGeom>
              <a:avLst/>
              <a:gdLst/>
              <a:ahLst/>
              <a:cxnLst/>
              <a:rect l="l" t="t" r="r" b="b"/>
              <a:pathLst>
                <a:path w="3167" h="3392" extrusionOk="0">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136"/>
            <p:cNvSpPr/>
            <p:nvPr/>
          </p:nvSpPr>
          <p:spPr>
            <a:xfrm>
              <a:off x="990567" y="1630091"/>
              <a:ext cx="48556" cy="29331"/>
            </a:xfrm>
            <a:custGeom>
              <a:avLst/>
              <a:gdLst/>
              <a:ahLst/>
              <a:cxnLst/>
              <a:rect l="l" t="t" r="r" b="b"/>
              <a:pathLst>
                <a:path w="3243" h="1959" extrusionOk="0">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136"/>
            <p:cNvSpPr/>
            <p:nvPr/>
          </p:nvSpPr>
          <p:spPr>
            <a:xfrm>
              <a:off x="940573" y="1633983"/>
              <a:ext cx="44543" cy="51565"/>
            </a:xfrm>
            <a:custGeom>
              <a:avLst/>
              <a:gdLst/>
              <a:ahLst/>
              <a:cxnLst/>
              <a:rect l="l" t="t" r="r" b="b"/>
              <a:pathLst>
                <a:path w="2975" h="3444" extrusionOk="0">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136"/>
            <p:cNvSpPr/>
            <p:nvPr/>
          </p:nvSpPr>
          <p:spPr>
            <a:xfrm>
              <a:off x="912560" y="1673256"/>
              <a:ext cx="45966" cy="39408"/>
            </a:xfrm>
            <a:custGeom>
              <a:avLst/>
              <a:gdLst/>
              <a:ahLst/>
              <a:cxnLst/>
              <a:rect l="l" t="t" r="r" b="b"/>
              <a:pathLst>
                <a:path w="3070" h="2632" extrusionOk="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136"/>
            <p:cNvSpPr/>
            <p:nvPr/>
          </p:nvSpPr>
          <p:spPr>
            <a:xfrm>
              <a:off x="960502" y="1606823"/>
              <a:ext cx="45876" cy="39318"/>
            </a:xfrm>
            <a:custGeom>
              <a:avLst/>
              <a:gdLst/>
              <a:ahLst/>
              <a:cxnLst/>
              <a:rect l="l" t="t" r="r" b="b"/>
              <a:pathLst>
                <a:path w="3064" h="2626" extrusionOk="0">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136"/>
            <p:cNvSpPr/>
            <p:nvPr/>
          </p:nvSpPr>
          <p:spPr>
            <a:xfrm>
              <a:off x="1019269" y="1640197"/>
              <a:ext cx="45981" cy="39423"/>
            </a:xfrm>
            <a:custGeom>
              <a:avLst/>
              <a:gdLst/>
              <a:ahLst/>
              <a:cxnLst/>
              <a:rect l="l" t="t" r="r" b="b"/>
              <a:pathLst>
                <a:path w="3071" h="2633" extrusionOk="0">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136"/>
            <p:cNvSpPr/>
            <p:nvPr/>
          </p:nvSpPr>
          <p:spPr>
            <a:xfrm>
              <a:off x="1067750" y="1575037"/>
              <a:ext cx="46280" cy="39318"/>
            </a:xfrm>
            <a:custGeom>
              <a:avLst/>
              <a:gdLst/>
              <a:ahLst/>
              <a:cxnLst/>
              <a:rect l="l" t="t" r="r" b="b"/>
              <a:pathLst>
                <a:path w="3091" h="2626" extrusionOk="0">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1" name="Google Shape;13421;p136"/>
          <p:cNvGrpSpPr/>
          <p:nvPr/>
        </p:nvGrpSpPr>
        <p:grpSpPr>
          <a:xfrm>
            <a:off x="1329963" y="2899669"/>
            <a:ext cx="280495" cy="361077"/>
            <a:chOff x="1329963" y="2899669"/>
            <a:chExt cx="280495" cy="361077"/>
          </a:xfrm>
        </p:grpSpPr>
        <p:sp>
          <p:nvSpPr>
            <p:cNvPr id="13422" name="Google Shape;13422;p136"/>
            <p:cNvSpPr/>
            <p:nvPr/>
          </p:nvSpPr>
          <p:spPr>
            <a:xfrm>
              <a:off x="1329963" y="2899669"/>
              <a:ext cx="280495" cy="361077"/>
            </a:xfrm>
            <a:custGeom>
              <a:avLst/>
              <a:gdLst/>
              <a:ahLst/>
              <a:cxnLst/>
              <a:rect l="l" t="t" r="r" b="b"/>
              <a:pathLst>
                <a:path w="18734" h="24116" extrusionOk="0">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136"/>
            <p:cNvSpPr/>
            <p:nvPr/>
          </p:nvSpPr>
          <p:spPr>
            <a:xfrm>
              <a:off x="1537722" y="2899669"/>
              <a:ext cx="72736" cy="361077"/>
            </a:xfrm>
            <a:custGeom>
              <a:avLst/>
              <a:gdLst/>
              <a:ahLst/>
              <a:cxnLst/>
              <a:rect l="l" t="t" r="r" b="b"/>
              <a:pathLst>
                <a:path w="4858" h="24116" extrusionOk="0">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136"/>
            <p:cNvSpPr/>
            <p:nvPr/>
          </p:nvSpPr>
          <p:spPr>
            <a:xfrm>
              <a:off x="1402685" y="3004806"/>
              <a:ext cx="135052" cy="255940"/>
            </a:xfrm>
            <a:custGeom>
              <a:avLst/>
              <a:gdLst/>
              <a:ahLst/>
              <a:cxnLst/>
              <a:rect l="l" t="t" r="r" b="b"/>
              <a:pathLst>
                <a:path w="9020" h="17094" extrusionOk="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136"/>
            <p:cNvSpPr/>
            <p:nvPr/>
          </p:nvSpPr>
          <p:spPr>
            <a:xfrm>
              <a:off x="1459655" y="3004806"/>
              <a:ext cx="57315" cy="255940"/>
            </a:xfrm>
            <a:custGeom>
              <a:avLst/>
              <a:gdLst/>
              <a:ahLst/>
              <a:cxnLst/>
              <a:rect l="l" t="t" r="r" b="b"/>
              <a:pathLst>
                <a:path w="3828" h="17094" extrusionOk="0">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136"/>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136"/>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136"/>
            <p:cNvSpPr/>
            <p:nvPr/>
          </p:nvSpPr>
          <p:spPr>
            <a:xfrm>
              <a:off x="1425024" y="3119390"/>
              <a:ext cx="31502" cy="26906"/>
            </a:xfrm>
            <a:custGeom>
              <a:avLst/>
              <a:gdLst/>
              <a:ahLst/>
              <a:cxnLst/>
              <a:rect l="l" t="t" r="r" b="b"/>
              <a:pathLst>
                <a:path w="2104" h="1797" extrusionOk="0">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9" name="Google Shape;13429;p136"/>
          <p:cNvGrpSpPr/>
          <p:nvPr/>
        </p:nvGrpSpPr>
        <p:grpSpPr>
          <a:xfrm>
            <a:off x="937429" y="3800908"/>
            <a:ext cx="195496" cy="343439"/>
            <a:chOff x="937429" y="3800908"/>
            <a:chExt cx="195496" cy="343439"/>
          </a:xfrm>
        </p:grpSpPr>
        <p:sp>
          <p:nvSpPr>
            <p:cNvPr id="13430" name="Google Shape;13430;p136"/>
            <p:cNvSpPr/>
            <p:nvPr/>
          </p:nvSpPr>
          <p:spPr>
            <a:xfrm>
              <a:off x="1010450" y="3957356"/>
              <a:ext cx="49439" cy="88473"/>
            </a:xfrm>
            <a:custGeom>
              <a:avLst/>
              <a:gdLst/>
              <a:ahLst/>
              <a:cxnLst/>
              <a:rect l="l" t="t" r="r" b="b"/>
              <a:pathLst>
                <a:path w="3302" h="5909" extrusionOk="0">
                  <a:moveTo>
                    <a:pt x="1" y="0"/>
                  </a:moveTo>
                  <a:lnTo>
                    <a:pt x="1" y="5908"/>
                  </a:lnTo>
                  <a:lnTo>
                    <a:pt x="3302" y="5908"/>
                  </a:lnTo>
                  <a:lnTo>
                    <a:pt x="3302"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136"/>
            <p:cNvSpPr/>
            <p:nvPr/>
          </p:nvSpPr>
          <p:spPr>
            <a:xfrm>
              <a:off x="1035005" y="3957356"/>
              <a:ext cx="24570" cy="88473"/>
            </a:xfrm>
            <a:custGeom>
              <a:avLst/>
              <a:gdLst/>
              <a:ahLst/>
              <a:cxnLst/>
              <a:rect l="l" t="t" r="r" b="b"/>
              <a:pathLst>
                <a:path w="1641" h="5909" extrusionOk="0">
                  <a:moveTo>
                    <a:pt x="1" y="0"/>
                  </a:moveTo>
                  <a:lnTo>
                    <a:pt x="1" y="5908"/>
                  </a:lnTo>
                  <a:lnTo>
                    <a:pt x="1641" y="5908"/>
                  </a:lnTo>
                  <a:lnTo>
                    <a:pt x="164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136"/>
            <p:cNvSpPr/>
            <p:nvPr/>
          </p:nvSpPr>
          <p:spPr>
            <a:xfrm>
              <a:off x="967015" y="3818845"/>
              <a:ext cx="136325" cy="164653"/>
            </a:xfrm>
            <a:custGeom>
              <a:avLst/>
              <a:gdLst/>
              <a:ahLst/>
              <a:cxnLst/>
              <a:rect l="l" t="t" r="r" b="b"/>
              <a:pathLst>
                <a:path w="9105" h="10997" extrusionOk="0">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136"/>
            <p:cNvSpPr/>
            <p:nvPr/>
          </p:nvSpPr>
          <p:spPr>
            <a:xfrm>
              <a:off x="986225" y="3818845"/>
              <a:ext cx="117115" cy="146925"/>
            </a:xfrm>
            <a:custGeom>
              <a:avLst/>
              <a:gdLst/>
              <a:ahLst/>
              <a:cxnLst/>
              <a:rect l="l" t="t" r="r" b="b"/>
              <a:pathLst>
                <a:path w="7822" h="9813" extrusionOk="0">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136"/>
            <p:cNvSpPr/>
            <p:nvPr/>
          </p:nvSpPr>
          <p:spPr>
            <a:xfrm>
              <a:off x="937429" y="3800908"/>
              <a:ext cx="195496" cy="37776"/>
            </a:xfrm>
            <a:custGeom>
              <a:avLst/>
              <a:gdLst/>
              <a:ahLst/>
              <a:cxnLst/>
              <a:rect l="l" t="t" r="r" b="b"/>
              <a:pathLst>
                <a:path w="13057" h="2523" extrusionOk="0">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136"/>
            <p:cNvSpPr/>
            <p:nvPr/>
          </p:nvSpPr>
          <p:spPr>
            <a:xfrm>
              <a:off x="961984" y="3800908"/>
              <a:ext cx="170941" cy="37776"/>
            </a:xfrm>
            <a:custGeom>
              <a:avLst/>
              <a:gdLst/>
              <a:ahLst/>
              <a:cxnLst/>
              <a:rect l="l" t="t" r="r" b="b"/>
              <a:pathLst>
                <a:path w="11417" h="2523" extrusionOk="0">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136"/>
            <p:cNvSpPr/>
            <p:nvPr/>
          </p:nvSpPr>
          <p:spPr>
            <a:xfrm>
              <a:off x="988740" y="3858987"/>
              <a:ext cx="92560" cy="85493"/>
            </a:xfrm>
            <a:custGeom>
              <a:avLst/>
              <a:gdLst/>
              <a:ahLst/>
              <a:cxnLst/>
              <a:rect l="l" t="t" r="r" b="b"/>
              <a:pathLst>
                <a:path w="6182" h="5710" extrusionOk="0">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136"/>
            <p:cNvSpPr/>
            <p:nvPr/>
          </p:nvSpPr>
          <p:spPr>
            <a:xfrm>
              <a:off x="988426" y="4031320"/>
              <a:ext cx="93818" cy="37162"/>
            </a:xfrm>
            <a:custGeom>
              <a:avLst/>
              <a:gdLst/>
              <a:ahLst/>
              <a:cxnLst/>
              <a:rect l="l" t="t" r="r" b="b"/>
              <a:pathLst>
                <a:path w="6266" h="2482" extrusionOk="0">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136"/>
            <p:cNvSpPr/>
            <p:nvPr/>
          </p:nvSpPr>
          <p:spPr>
            <a:xfrm>
              <a:off x="967015" y="4057762"/>
              <a:ext cx="136325" cy="38734"/>
            </a:xfrm>
            <a:custGeom>
              <a:avLst/>
              <a:gdLst/>
              <a:ahLst/>
              <a:cxnLst/>
              <a:rect l="l" t="t" r="r" b="b"/>
              <a:pathLst>
                <a:path w="9105" h="2587" extrusionOk="0">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136"/>
            <p:cNvSpPr/>
            <p:nvPr/>
          </p:nvSpPr>
          <p:spPr>
            <a:xfrm>
              <a:off x="937429" y="4076971"/>
              <a:ext cx="195496" cy="67376"/>
            </a:xfrm>
            <a:custGeom>
              <a:avLst/>
              <a:gdLst/>
              <a:ahLst/>
              <a:cxnLst/>
              <a:rect l="l" t="t" r="r" b="b"/>
              <a:pathLst>
                <a:path w="13057" h="4500" extrusionOk="0">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136"/>
            <p:cNvSpPr/>
            <p:nvPr/>
          </p:nvSpPr>
          <p:spPr>
            <a:xfrm>
              <a:off x="961984" y="4076971"/>
              <a:ext cx="170941" cy="67376"/>
            </a:xfrm>
            <a:custGeom>
              <a:avLst/>
              <a:gdLst/>
              <a:ahLst/>
              <a:cxnLst/>
              <a:rect l="l" t="t" r="r" b="b"/>
              <a:pathLst>
                <a:path w="11417" h="4500" extrusionOk="0">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136"/>
            <p:cNvSpPr/>
            <p:nvPr/>
          </p:nvSpPr>
          <p:spPr>
            <a:xfrm>
              <a:off x="992513" y="4093336"/>
              <a:ext cx="85328" cy="10406"/>
            </a:xfrm>
            <a:custGeom>
              <a:avLst/>
              <a:gdLst/>
              <a:ahLst/>
              <a:cxnLst/>
              <a:rect l="l" t="t" r="r" b="b"/>
              <a:pathLst>
                <a:path w="5699" h="695" extrusionOk="0">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136"/>
            <p:cNvSpPr/>
            <p:nvPr/>
          </p:nvSpPr>
          <p:spPr>
            <a:xfrm>
              <a:off x="992513" y="4116319"/>
              <a:ext cx="85328" cy="10406"/>
            </a:xfrm>
            <a:custGeom>
              <a:avLst/>
              <a:gdLst/>
              <a:ahLst/>
              <a:cxnLst/>
              <a:rect l="l" t="t" r="r" b="b"/>
              <a:pathLst>
                <a:path w="5699" h="695" extrusionOk="0">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3" name="Google Shape;13443;p136"/>
          <p:cNvGrpSpPr/>
          <p:nvPr/>
        </p:nvGrpSpPr>
        <p:grpSpPr>
          <a:xfrm>
            <a:off x="2687659" y="3810655"/>
            <a:ext cx="365164" cy="342511"/>
            <a:chOff x="2611459" y="3810655"/>
            <a:chExt cx="365164" cy="342511"/>
          </a:xfrm>
        </p:grpSpPr>
        <p:sp>
          <p:nvSpPr>
            <p:cNvPr id="13444" name="Google Shape;13444;p136"/>
            <p:cNvSpPr/>
            <p:nvPr/>
          </p:nvSpPr>
          <p:spPr>
            <a:xfrm>
              <a:off x="2901073" y="3962941"/>
              <a:ext cx="56042" cy="160640"/>
            </a:xfrm>
            <a:custGeom>
              <a:avLst/>
              <a:gdLst/>
              <a:ahLst/>
              <a:cxnLst/>
              <a:rect l="l" t="t" r="r" b="b"/>
              <a:pathLst>
                <a:path w="3743" h="10729" extrusionOk="0">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136"/>
            <p:cNvSpPr/>
            <p:nvPr/>
          </p:nvSpPr>
          <p:spPr>
            <a:xfrm>
              <a:off x="2879976" y="4089249"/>
              <a:ext cx="39677" cy="54470"/>
            </a:xfrm>
            <a:custGeom>
              <a:avLst/>
              <a:gdLst/>
              <a:ahLst/>
              <a:cxnLst/>
              <a:rect l="l" t="t" r="r" b="b"/>
              <a:pathLst>
                <a:path w="2650" h="3638" extrusionOk="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136"/>
            <p:cNvSpPr/>
            <p:nvPr/>
          </p:nvSpPr>
          <p:spPr>
            <a:xfrm>
              <a:off x="2901073" y="4089249"/>
              <a:ext cx="18581" cy="54470"/>
            </a:xfrm>
            <a:custGeom>
              <a:avLst/>
              <a:gdLst/>
              <a:ahLst/>
              <a:cxnLst/>
              <a:rect l="l" t="t" r="r" b="b"/>
              <a:pathLst>
                <a:path w="1241" h="3638" extrusionOk="0">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136"/>
            <p:cNvSpPr/>
            <p:nvPr/>
          </p:nvSpPr>
          <p:spPr>
            <a:xfrm>
              <a:off x="2622479" y="4021573"/>
              <a:ext cx="269475" cy="131593"/>
            </a:xfrm>
            <a:custGeom>
              <a:avLst/>
              <a:gdLst/>
              <a:ahLst/>
              <a:cxnLst/>
              <a:rect l="l" t="t" r="r" b="b"/>
              <a:pathLst>
                <a:path w="17998" h="8789" extrusionOk="0">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136"/>
            <p:cNvSpPr/>
            <p:nvPr/>
          </p:nvSpPr>
          <p:spPr>
            <a:xfrm>
              <a:off x="2642947" y="4021573"/>
              <a:ext cx="248693" cy="131279"/>
            </a:xfrm>
            <a:custGeom>
              <a:avLst/>
              <a:gdLst/>
              <a:ahLst/>
              <a:cxnLst/>
              <a:rect l="l" t="t" r="r" b="b"/>
              <a:pathLst>
                <a:path w="16610" h="8768" extrusionOk="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136"/>
            <p:cNvSpPr/>
            <p:nvPr/>
          </p:nvSpPr>
          <p:spPr>
            <a:xfrm>
              <a:off x="2921525" y="3936889"/>
              <a:ext cx="52898" cy="45352"/>
            </a:xfrm>
            <a:custGeom>
              <a:avLst/>
              <a:gdLst/>
              <a:ahLst/>
              <a:cxnLst/>
              <a:rect l="l" t="t" r="r" b="b"/>
              <a:pathLst>
                <a:path w="3533" h="3029" extrusionOk="0">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136"/>
            <p:cNvSpPr/>
            <p:nvPr/>
          </p:nvSpPr>
          <p:spPr>
            <a:xfrm>
              <a:off x="2942621" y="3936889"/>
              <a:ext cx="34003" cy="45307"/>
            </a:xfrm>
            <a:custGeom>
              <a:avLst/>
              <a:gdLst/>
              <a:ahLst/>
              <a:cxnLst/>
              <a:rect l="l" t="t" r="r" b="b"/>
              <a:pathLst>
                <a:path w="2271" h="3026" extrusionOk="0">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136"/>
            <p:cNvSpPr/>
            <p:nvPr/>
          </p:nvSpPr>
          <p:spPr>
            <a:xfrm>
              <a:off x="2611459" y="3810655"/>
              <a:ext cx="295288" cy="284163"/>
            </a:xfrm>
            <a:custGeom>
              <a:avLst/>
              <a:gdLst/>
              <a:ahLst/>
              <a:cxnLst/>
              <a:rect l="l" t="t" r="r" b="b"/>
              <a:pathLst>
                <a:path w="19722" h="18979" extrusionOk="0">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136"/>
            <p:cNvSpPr/>
            <p:nvPr/>
          </p:nvSpPr>
          <p:spPr>
            <a:xfrm>
              <a:off x="2744924" y="3810655"/>
              <a:ext cx="166854" cy="284313"/>
            </a:xfrm>
            <a:custGeom>
              <a:avLst/>
              <a:gdLst/>
              <a:ahLst/>
              <a:cxnLst/>
              <a:rect l="l" t="t" r="r" b="b"/>
              <a:pathLst>
                <a:path w="11144" h="18989" extrusionOk="0">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136"/>
            <p:cNvSpPr/>
            <p:nvPr/>
          </p:nvSpPr>
          <p:spPr>
            <a:xfrm>
              <a:off x="2722900" y="3921467"/>
              <a:ext cx="73036" cy="62540"/>
            </a:xfrm>
            <a:custGeom>
              <a:avLst/>
              <a:gdLst/>
              <a:ahLst/>
              <a:cxnLst/>
              <a:rect l="l" t="t" r="r" b="b"/>
              <a:pathLst>
                <a:path w="4878" h="4177" extrusionOk="0">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136"/>
            <p:cNvSpPr/>
            <p:nvPr/>
          </p:nvSpPr>
          <p:spPr>
            <a:xfrm>
              <a:off x="2752800" y="3921467"/>
              <a:ext cx="46295" cy="62540"/>
            </a:xfrm>
            <a:custGeom>
              <a:avLst/>
              <a:gdLst/>
              <a:ahLst/>
              <a:cxnLst/>
              <a:rect l="l" t="t" r="r" b="b"/>
              <a:pathLst>
                <a:path w="3092" h="4177" extrusionOk="0">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5" name="Google Shape;13455;p136"/>
          <p:cNvGrpSpPr/>
          <p:nvPr/>
        </p:nvGrpSpPr>
        <p:grpSpPr>
          <a:xfrm>
            <a:off x="3952456" y="1524280"/>
            <a:ext cx="370195" cy="300154"/>
            <a:chOff x="3952456" y="1524280"/>
            <a:chExt cx="370195" cy="300154"/>
          </a:xfrm>
        </p:grpSpPr>
        <p:sp>
          <p:nvSpPr>
            <p:cNvPr id="13456" name="Google Shape;13456;p136"/>
            <p:cNvSpPr/>
            <p:nvPr/>
          </p:nvSpPr>
          <p:spPr>
            <a:xfrm>
              <a:off x="3952456" y="1550482"/>
              <a:ext cx="370195" cy="248064"/>
            </a:xfrm>
            <a:custGeom>
              <a:avLst/>
              <a:gdLst/>
              <a:ahLst/>
              <a:cxnLst/>
              <a:rect l="l" t="t" r="r" b="b"/>
              <a:pathLst>
                <a:path w="24725" h="16568" extrusionOk="0">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136"/>
            <p:cNvSpPr/>
            <p:nvPr/>
          </p:nvSpPr>
          <p:spPr>
            <a:xfrm>
              <a:off x="3977955" y="1550482"/>
              <a:ext cx="344697" cy="226669"/>
            </a:xfrm>
            <a:custGeom>
              <a:avLst/>
              <a:gdLst/>
              <a:ahLst/>
              <a:cxnLst/>
              <a:rect l="l" t="t" r="r" b="b"/>
              <a:pathLst>
                <a:path w="23022" h="15139" extrusionOk="0">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136"/>
            <p:cNvSpPr/>
            <p:nvPr/>
          </p:nvSpPr>
          <p:spPr>
            <a:xfrm>
              <a:off x="3990232" y="1524280"/>
              <a:ext cx="294644" cy="251613"/>
            </a:xfrm>
            <a:custGeom>
              <a:avLst/>
              <a:gdLst/>
              <a:ahLst/>
              <a:cxnLst/>
              <a:rect l="l" t="t" r="r" b="b"/>
              <a:pathLst>
                <a:path w="19679" h="16805" extrusionOk="0">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136"/>
            <p:cNvSpPr/>
            <p:nvPr/>
          </p:nvSpPr>
          <p:spPr>
            <a:xfrm>
              <a:off x="4003138" y="1524430"/>
              <a:ext cx="281738" cy="230367"/>
            </a:xfrm>
            <a:custGeom>
              <a:avLst/>
              <a:gdLst/>
              <a:ahLst/>
              <a:cxnLst/>
              <a:rect l="l" t="t" r="r" b="b"/>
              <a:pathLst>
                <a:path w="18817" h="15386" extrusionOk="0">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136"/>
            <p:cNvSpPr/>
            <p:nvPr/>
          </p:nvSpPr>
          <p:spPr>
            <a:xfrm>
              <a:off x="4137547" y="1524280"/>
              <a:ext cx="147329" cy="230517"/>
            </a:xfrm>
            <a:custGeom>
              <a:avLst/>
              <a:gdLst/>
              <a:ahLst/>
              <a:cxnLst/>
              <a:rect l="l" t="t" r="r" b="b"/>
              <a:pathLst>
                <a:path w="9840" h="15396" extrusionOk="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136"/>
            <p:cNvSpPr/>
            <p:nvPr/>
          </p:nvSpPr>
          <p:spPr>
            <a:xfrm>
              <a:off x="4137547" y="1766430"/>
              <a:ext cx="25828" cy="58003"/>
            </a:xfrm>
            <a:custGeom>
              <a:avLst/>
              <a:gdLst/>
              <a:ahLst/>
              <a:cxnLst/>
              <a:rect l="l" t="t" r="r" b="b"/>
              <a:pathLst>
                <a:path w="1725" h="3874" extrusionOk="0">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465"/>
        <p:cNvGrpSpPr/>
        <p:nvPr/>
      </p:nvGrpSpPr>
      <p:grpSpPr>
        <a:xfrm>
          <a:off x="0" y="0"/>
          <a:ext cx="0" cy="0"/>
          <a:chOff x="0" y="0"/>
          <a:chExt cx="0" cy="0"/>
        </a:xfrm>
      </p:grpSpPr>
      <p:sp>
        <p:nvSpPr>
          <p:cNvPr id="13466" name="Google Shape;13466;p137"/>
          <p:cNvSpPr txBox="1">
            <a:spLocks noGrp="1"/>
          </p:cNvSpPr>
          <p:nvPr>
            <p:ph type="title" idx="4294967295"/>
          </p:nvPr>
        </p:nvSpPr>
        <p:spPr>
          <a:xfrm>
            <a:off x="849675"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467" name="Google Shape;13467;p137"/>
          <p:cNvSpPr txBox="1">
            <a:spLocks noGrp="1"/>
          </p:cNvSpPr>
          <p:nvPr>
            <p:ph type="title" idx="4294967295"/>
          </p:nvPr>
        </p:nvSpPr>
        <p:spPr>
          <a:xfrm>
            <a:off x="4858400"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3468" name="Google Shape;13468;p137"/>
          <p:cNvGrpSpPr/>
          <p:nvPr/>
        </p:nvGrpSpPr>
        <p:grpSpPr>
          <a:xfrm>
            <a:off x="908482" y="1502585"/>
            <a:ext cx="257112" cy="362808"/>
            <a:chOff x="908482" y="1502585"/>
            <a:chExt cx="257112" cy="362808"/>
          </a:xfrm>
        </p:grpSpPr>
        <p:sp>
          <p:nvSpPr>
            <p:cNvPr id="13469" name="Google Shape;13469;p137"/>
            <p:cNvSpPr/>
            <p:nvPr/>
          </p:nvSpPr>
          <p:spPr>
            <a:xfrm>
              <a:off x="908482" y="1526088"/>
              <a:ext cx="257112" cy="339305"/>
            </a:xfrm>
            <a:custGeom>
              <a:avLst/>
              <a:gdLst/>
              <a:ahLst/>
              <a:cxnLst/>
              <a:rect l="l" t="t" r="r" b="b"/>
              <a:pathLst>
                <a:path w="9791" h="12921" extrusionOk="0">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137"/>
            <p:cNvSpPr/>
            <p:nvPr/>
          </p:nvSpPr>
          <p:spPr>
            <a:xfrm>
              <a:off x="920036" y="1526088"/>
              <a:ext cx="234003" cy="315671"/>
            </a:xfrm>
            <a:custGeom>
              <a:avLst/>
              <a:gdLst/>
              <a:ahLst/>
              <a:cxnLst/>
              <a:rect l="l" t="t" r="r" b="b"/>
              <a:pathLst>
                <a:path w="8911" h="12021" extrusionOk="0">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137"/>
            <p:cNvSpPr/>
            <p:nvPr/>
          </p:nvSpPr>
          <p:spPr>
            <a:xfrm>
              <a:off x="931853" y="1549459"/>
              <a:ext cx="210631" cy="280746"/>
            </a:xfrm>
            <a:custGeom>
              <a:avLst/>
              <a:gdLst/>
              <a:ahLst/>
              <a:cxnLst/>
              <a:rect l="l" t="t" r="r" b="b"/>
              <a:pathLst>
                <a:path w="8021" h="10691" extrusionOk="0">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137"/>
            <p:cNvSpPr/>
            <p:nvPr/>
          </p:nvSpPr>
          <p:spPr>
            <a:xfrm>
              <a:off x="984373" y="1502585"/>
              <a:ext cx="105329" cy="52678"/>
            </a:xfrm>
            <a:custGeom>
              <a:avLst/>
              <a:gdLst/>
              <a:ahLst/>
              <a:cxnLst/>
              <a:rect l="l" t="t" r="r" b="b"/>
              <a:pathLst>
                <a:path w="4011" h="2006" extrusionOk="0">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137"/>
            <p:cNvSpPr/>
            <p:nvPr/>
          </p:nvSpPr>
          <p:spPr>
            <a:xfrm>
              <a:off x="964022" y="1663559"/>
              <a:ext cx="29175" cy="29175"/>
            </a:xfrm>
            <a:custGeom>
              <a:avLst/>
              <a:gdLst/>
              <a:ahLst/>
              <a:cxnLst/>
              <a:rect l="l" t="t" r="r" b="b"/>
              <a:pathLst>
                <a:path w="1111" h="1111" extrusionOk="0">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137"/>
            <p:cNvSpPr/>
            <p:nvPr/>
          </p:nvSpPr>
          <p:spPr>
            <a:xfrm>
              <a:off x="964022" y="1716079"/>
              <a:ext cx="29175" cy="29437"/>
            </a:xfrm>
            <a:custGeom>
              <a:avLst/>
              <a:gdLst/>
              <a:ahLst/>
              <a:cxnLst/>
              <a:rect l="l" t="t" r="r" b="b"/>
              <a:pathLst>
                <a:path w="1111" h="1121" extrusionOk="0">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137"/>
            <p:cNvSpPr/>
            <p:nvPr/>
          </p:nvSpPr>
          <p:spPr>
            <a:xfrm>
              <a:off x="964022" y="1768862"/>
              <a:ext cx="29175" cy="29175"/>
            </a:xfrm>
            <a:custGeom>
              <a:avLst/>
              <a:gdLst/>
              <a:ahLst/>
              <a:cxnLst/>
              <a:rect l="l" t="t" r="r" b="b"/>
              <a:pathLst>
                <a:path w="1111" h="1111" extrusionOk="0">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137"/>
            <p:cNvSpPr/>
            <p:nvPr/>
          </p:nvSpPr>
          <p:spPr>
            <a:xfrm>
              <a:off x="1005985" y="1660539"/>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137"/>
            <p:cNvSpPr/>
            <p:nvPr/>
          </p:nvSpPr>
          <p:spPr>
            <a:xfrm>
              <a:off x="1005985" y="1683910"/>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137"/>
            <p:cNvSpPr/>
            <p:nvPr/>
          </p:nvSpPr>
          <p:spPr>
            <a:xfrm>
              <a:off x="1005985" y="1713322"/>
              <a:ext cx="68145" cy="11581"/>
            </a:xfrm>
            <a:custGeom>
              <a:avLst/>
              <a:gdLst/>
              <a:ahLst/>
              <a:cxnLst/>
              <a:rect l="l" t="t" r="r" b="b"/>
              <a:pathLst>
                <a:path w="2595" h="441" extrusionOk="0">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137"/>
            <p:cNvSpPr/>
            <p:nvPr/>
          </p:nvSpPr>
          <p:spPr>
            <a:xfrm>
              <a:off x="1005985" y="1736693"/>
              <a:ext cx="109110" cy="11581"/>
            </a:xfrm>
            <a:custGeom>
              <a:avLst/>
              <a:gdLst/>
              <a:ahLst/>
              <a:cxnLst/>
              <a:rect l="l" t="t" r="r" b="b"/>
              <a:pathLst>
                <a:path w="4155" h="441" extrusionOk="0">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137"/>
            <p:cNvSpPr/>
            <p:nvPr/>
          </p:nvSpPr>
          <p:spPr>
            <a:xfrm>
              <a:off x="1005985" y="1765842"/>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137"/>
            <p:cNvSpPr/>
            <p:nvPr/>
          </p:nvSpPr>
          <p:spPr>
            <a:xfrm>
              <a:off x="1005985" y="1789213"/>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137"/>
            <p:cNvSpPr/>
            <p:nvPr/>
          </p:nvSpPr>
          <p:spPr>
            <a:xfrm>
              <a:off x="1005985" y="1572831"/>
              <a:ext cx="103333" cy="11843"/>
            </a:xfrm>
            <a:custGeom>
              <a:avLst/>
              <a:gdLst/>
              <a:ahLst/>
              <a:cxnLst/>
              <a:rect l="l" t="t" r="r" b="b"/>
              <a:pathLst>
                <a:path w="3935" h="451" extrusionOk="0">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137"/>
            <p:cNvSpPr/>
            <p:nvPr/>
          </p:nvSpPr>
          <p:spPr>
            <a:xfrm>
              <a:off x="959243" y="1625613"/>
              <a:ext cx="155853" cy="11581"/>
            </a:xfrm>
            <a:custGeom>
              <a:avLst/>
              <a:gdLst/>
              <a:ahLst/>
              <a:cxnLst/>
              <a:rect l="l" t="t" r="r" b="b"/>
              <a:pathLst>
                <a:path w="5935" h="441" extrusionOk="0">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4" name="Google Shape;13484;p137"/>
            <p:cNvSpPr/>
            <p:nvPr/>
          </p:nvSpPr>
          <p:spPr>
            <a:xfrm>
              <a:off x="1005985" y="1596202"/>
              <a:ext cx="27179" cy="11843"/>
            </a:xfrm>
            <a:custGeom>
              <a:avLst/>
              <a:gdLst/>
              <a:ahLst/>
              <a:cxnLst/>
              <a:rect l="l" t="t" r="r" b="b"/>
              <a:pathLst>
                <a:path w="1035" h="451" extrusionOk="0">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137"/>
            <p:cNvSpPr/>
            <p:nvPr/>
          </p:nvSpPr>
          <p:spPr>
            <a:xfrm>
              <a:off x="1040911" y="1596202"/>
              <a:ext cx="38996" cy="11843"/>
            </a:xfrm>
            <a:custGeom>
              <a:avLst/>
              <a:gdLst/>
              <a:ahLst/>
              <a:cxnLst/>
              <a:rect l="l" t="t" r="r" b="b"/>
              <a:pathLst>
                <a:path w="1485" h="451" extrusionOk="0">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137"/>
            <p:cNvSpPr/>
            <p:nvPr/>
          </p:nvSpPr>
          <p:spPr>
            <a:xfrm>
              <a:off x="961002" y="1572831"/>
              <a:ext cx="35215" cy="35215"/>
            </a:xfrm>
            <a:custGeom>
              <a:avLst/>
              <a:gdLst/>
              <a:ahLst/>
              <a:cxnLst/>
              <a:rect l="l" t="t" r="r" b="b"/>
              <a:pathLst>
                <a:path w="1341" h="1341" extrusionOk="0">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137"/>
            <p:cNvSpPr/>
            <p:nvPr/>
          </p:nvSpPr>
          <p:spPr>
            <a:xfrm>
              <a:off x="984373" y="1543682"/>
              <a:ext cx="105329" cy="11581"/>
            </a:xfrm>
            <a:custGeom>
              <a:avLst/>
              <a:gdLst/>
              <a:ahLst/>
              <a:cxnLst/>
              <a:rect l="l" t="t" r="r" b="b"/>
              <a:pathLst>
                <a:path w="4011" h="441" extrusionOk="0">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137"/>
            <p:cNvSpPr/>
            <p:nvPr/>
          </p:nvSpPr>
          <p:spPr>
            <a:xfrm>
              <a:off x="969799" y="1581628"/>
              <a:ext cx="17620" cy="17620"/>
            </a:xfrm>
            <a:custGeom>
              <a:avLst/>
              <a:gdLst/>
              <a:ahLst/>
              <a:cxnLst/>
              <a:rect l="l" t="t" r="r" b="b"/>
              <a:pathLst>
                <a:path w="671" h="671" extrusionOk="0">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9" name="Google Shape;13489;p137"/>
          <p:cNvGrpSpPr/>
          <p:nvPr/>
        </p:nvGrpSpPr>
        <p:grpSpPr>
          <a:xfrm>
            <a:off x="1303537" y="1502716"/>
            <a:ext cx="362939" cy="362677"/>
            <a:chOff x="1303537" y="1502716"/>
            <a:chExt cx="362939" cy="362677"/>
          </a:xfrm>
        </p:grpSpPr>
        <p:sp>
          <p:nvSpPr>
            <p:cNvPr id="13490" name="Google Shape;13490;p137"/>
            <p:cNvSpPr/>
            <p:nvPr/>
          </p:nvSpPr>
          <p:spPr>
            <a:xfrm>
              <a:off x="1426697" y="1695727"/>
              <a:ext cx="116883" cy="99552"/>
            </a:xfrm>
            <a:custGeom>
              <a:avLst/>
              <a:gdLst/>
              <a:ahLst/>
              <a:cxnLst/>
              <a:rect l="l" t="t" r="r" b="b"/>
              <a:pathLst>
                <a:path w="4451" h="3791" extrusionOk="0">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137"/>
            <p:cNvSpPr/>
            <p:nvPr/>
          </p:nvSpPr>
          <p:spPr>
            <a:xfrm>
              <a:off x="1464643" y="1695727"/>
              <a:ext cx="40992" cy="17620"/>
            </a:xfrm>
            <a:custGeom>
              <a:avLst/>
              <a:gdLst/>
              <a:ahLst/>
              <a:cxnLst/>
              <a:rect l="l" t="t" r="r" b="b"/>
              <a:pathLst>
                <a:path w="1561" h="671" extrusionOk="0">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137"/>
            <p:cNvSpPr/>
            <p:nvPr/>
          </p:nvSpPr>
          <p:spPr>
            <a:xfrm>
              <a:off x="1426697" y="1710538"/>
              <a:ext cx="116883" cy="84741"/>
            </a:xfrm>
            <a:custGeom>
              <a:avLst/>
              <a:gdLst/>
              <a:ahLst/>
              <a:cxnLst/>
              <a:rect l="l" t="t" r="r" b="b"/>
              <a:pathLst>
                <a:path w="4451" h="3227" extrusionOk="0">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137"/>
            <p:cNvSpPr/>
            <p:nvPr/>
          </p:nvSpPr>
          <p:spPr>
            <a:xfrm>
              <a:off x="1444291" y="1613796"/>
              <a:ext cx="29437" cy="64363"/>
            </a:xfrm>
            <a:custGeom>
              <a:avLst/>
              <a:gdLst/>
              <a:ahLst/>
              <a:cxnLst/>
              <a:rect l="l" t="t" r="r" b="b"/>
              <a:pathLst>
                <a:path w="1121" h="2451" extrusionOk="0">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137"/>
            <p:cNvSpPr/>
            <p:nvPr/>
          </p:nvSpPr>
          <p:spPr>
            <a:xfrm>
              <a:off x="1456108" y="1608019"/>
              <a:ext cx="69878" cy="70140"/>
            </a:xfrm>
            <a:custGeom>
              <a:avLst/>
              <a:gdLst/>
              <a:ahLst/>
              <a:cxnLst/>
              <a:rect l="l" t="t" r="r" b="b"/>
              <a:pathLst>
                <a:path w="2661" h="2671" extrusionOk="0">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137"/>
            <p:cNvSpPr/>
            <p:nvPr/>
          </p:nvSpPr>
          <p:spPr>
            <a:xfrm>
              <a:off x="1450068" y="1637168"/>
              <a:ext cx="70140" cy="64363"/>
            </a:xfrm>
            <a:custGeom>
              <a:avLst/>
              <a:gdLst/>
              <a:ahLst/>
              <a:cxnLst/>
              <a:rect l="l" t="t" r="r" b="b"/>
              <a:pathLst>
                <a:path w="2671" h="2451" extrusionOk="0">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137"/>
            <p:cNvSpPr/>
            <p:nvPr/>
          </p:nvSpPr>
          <p:spPr>
            <a:xfrm>
              <a:off x="1450068" y="1637168"/>
              <a:ext cx="70140" cy="63103"/>
            </a:xfrm>
            <a:custGeom>
              <a:avLst/>
              <a:gdLst/>
              <a:ahLst/>
              <a:cxnLst/>
              <a:rect l="l" t="t" r="r" b="b"/>
              <a:pathLst>
                <a:path w="2671" h="2403" extrusionOk="0">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137"/>
            <p:cNvSpPr/>
            <p:nvPr/>
          </p:nvSpPr>
          <p:spPr>
            <a:xfrm>
              <a:off x="1426697" y="1725638"/>
              <a:ext cx="23398" cy="69642"/>
            </a:xfrm>
            <a:custGeom>
              <a:avLst/>
              <a:gdLst/>
              <a:ahLst/>
              <a:cxnLst/>
              <a:rect l="l" t="t" r="r" b="b"/>
              <a:pathLst>
                <a:path w="891" h="2652" extrusionOk="0">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137"/>
            <p:cNvSpPr/>
            <p:nvPr/>
          </p:nvSpPr>
          <p:spPr>
            <a:xfrm>
              <a:off x="1520182" y="1725638"/>
              <a:ext cx="23398" cy="69642"/>
            </a:xfrm>
            <a:custGeom>
              <a:avLst/>
              <a:gdLst/>
              <a:ahLst/>
              <a:cxnLst/>
              <a:rect l="l" t="t" r="r" b="b"/>
              <a:pathLst>
                <a:path w="891" h="2652" extrusionOk="0">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137"/>
            <p:cNvSpPr/>
            <p:nvPr/>
          </p:nvSpPr>
          <p:spPr>
            <a:xfrm>
              <a:off x="1303537" y="1502716"/>
              <a:ext cx="362939" cy="362677"/>
            </a:xfrm>
            <a:custGeom>
              <a:avLst/>
              <a:gdLst/>
              <a:ahLst/>
              <a:cxnLst/>
              <a:rect l="l" t="t" r="r" b="b"/>
              <a:pathLst>
                <a:path w="13821" h="13811" extrusionOk="0">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137"/>
            <p:cNvSpPr/>
            <p:nvPr/>
          </p:nvSpPr>
          <p:spPr>
            <a:xfrm>
              <a:off x="1346262" y="1555236"/>
              <a:ext cx="267694" cy="257742"/>
            </a:xfrm>
            <a:custGeom>
              <a:avLst/>
              <a:gdLst/>
              <a:ahLst/>
              <a:cxnLst/>
              <a:rect l="l" t="t" r="r" b="b"/>
              <a:pathLst>
                <a:path w="10194" h="9815" extrusionOk="0">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1" name="Google Shape;13501;p137"/>
          <p:cNvGrpSpPr/>
          <p:nvPr/>
        </p:nvGrpSpPr>
        <p:grpSpPr>
          <a:xfrm>
            <a:off x="1751901" y="1502716"/>
            <a:ext cx="362677" cy="362677"/>
            <a:chOff x="1751901" y="1502716"/>
            <a:chExt cx="362677" cy="362677"/>
          </a:xfrm>
        </p:grpSpPr>
        <p:sp>
          <p:nvSpPr>
            <p:cNvPr id="13502" name="Google Shape;13502;p137"/>
            <p:cNvSpPr/>
            <p:nvPr/>
          </p:nvSpPr>
          <p:spPr>
            <a:xfrm>
              <a:off x="1751901" y="1502716"/>
              <a:ext cx="362677" cy="362677"/>
            </a:xfrm>
            <a:custGeom>
              <a:avLst/>
              <a:gdLst/>
              <a:ahLst/>
              <a:cxnLst/>
              <a:rect l="l" t="t" r="r" b="b"/>
              <a:pathLst>
                <a:path w="13811" h="13811" extrusionOk="0">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137"/>
            <p:cNvSpPr/>
            <p:nvPr/>
          </p:nvSpPr>
          <p:spPr>
            <a:xfrm>
              <a:off x="1779027" y="1529843"/>
              <a:ext cx="308397" cy="308397"/>
            </a:xfrm>
            <a:custGeom>
              <a:avLst/>
              <a:gdLst/>
              <a:ahLst/>
              <a:cxnLst/>
              <a:rect l="l" t="t" r="r" b="b"/>
              <a:pathLst>
                <a:path w="11744" h="11744" extrusionOk="0">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137"/>
            <p:cNvSpPr/>
            <p:nvPr/>
          </p:nvSpPr>
          <p:spPr>
            <a:xfrm>
              <a:off x="1927816" y="1551035"/>
              <a:ext cx="10845" cy="138416"/>
            </a:xfrm>
            <a:custGeom>
              <a:avLst/>
              <a:gdLst/>
              <a:ahLst/>
              <a:cxnLst/>
              <a:rect l="l" t="t" r="r" b="b"/>
              <a:pathLst>
                <a:path w="413" h="5271" extrusionOk="0">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137"/>
            <p:cNvSpPr/>
            <p:nvPr/>
          </p:nvSpPr>
          <p:spPr>
            <a:xfrm>
              <a:off x="1925821" y="1678632"/>
              <a:ext cx="142014" cy="10819"/>
            </a:xfrm>
            <a:custGeom>
              <a:avLst/>
              <a:gdLst/>
              <a:ahLst/>
              <a:cxnLst/>
              <a:rect l="l" t="t" r="r" b="b"/>
              <a:pathLst>
                <a:path w="5408" h="412" extrusionOk="0">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137"/>
            <p:cNvSpPr/>
            <p:nvPr/>
          </p:nvSpPr>
          <p:spPr>
            <a:xfrm>
              <a:off x="1816999" y="1567789"/>
              <a:ext cx="288020" cy="270215"/>
            </a:xfrm>
            <a:custGeom>
              <a:avLst/>
              <a:gdLst/>
              <a:ahLst/>
              <a:cxnLst/>
              <a:rect l="l" t="t" r="r" b="b"/>
              <a:pathLst>
                <a:path w="10968" h="10290" extrusionOk="0">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137"/>
            <p:cNvSpPr/>
            <p:nvPr/>
          </p:nvSpPr>
          <p:spPr>
            <a:xfrm>
              <a:off x="1798644" y="1678632"/>
              <a:ext cx="22400" cy="10819"/>
            </a:xfrm>
            <a:custGeom>
              <a:avLst/>
              <a:gdLst/>
              <a:ahLst/>
              <a:cxnLst/>
              <a:rect l="l" t="t" r="r" b="b"/>
              <a:pathLst>
                <a:path w="853" h="412" extrusionOk="0">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137"/>
            <p:cNvSpPr/>
            <p:nvPr/>
          </p:nvSpPr>
          <p:spPr>
            <a:xfrm>
              <a:off x="1927816" y="1798063"/>
              <a:ext cx="10845" cy="18828"/>
            </a:xfrm>
            <a:custGeom>
              <a:avLst/>
              <a:gdLst/>
              <a:ahLst/>
              <a:cxnLst/>
              <a:rect l="l" t="t" r="r" b="b"/>
              <a:pathLst>
                <a:path w="413" h="717" extrusionOk="0">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137"/>
            <p:cNvSpPr/>
            <p:nvPr/>
          </p:nvSpPr>
          <p:spPr>
            <a:xfrm>
              <a:off x="1835486" y="1588508"/>
              <a:ext cx="20667" cy="16518"/>
            </a:xfrm>
            <a:custGeom>
              <a:avLst/>
              <a:gdLst/>
              <a:ahLst/>
              <a:cxnLst/>
              <a:rect l="l" t="t" r="r" b="b"/>
              <a:pathLst>
                <a:path w="787" h="629" extrusionOk="0">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137"/>
            <p:cNvSpPr/>
            <p:nvPr/>
          </p:nvSpPr>
          <p:spPr>
            <a:xfrm>
              <a:off x="2009958" y="1763189"/>
              <a:ext cx="20667" cy="16491"/>
            </a:xfrm>
            <a:custGeom>
              <a:avLst/>
              <a:gdLst/>
              <a:ahLst/>
              <a:cxnLst/>
              <a:rect l="l" t="t" r="r" b="b"/>
              <a:pathLst>
                <a:path w="787" h="628" extrusionOk="0">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137"/>
            <p:cNvSpPr/>
            <p:nvPr/>
          </p:nvSpPr>
          <p:spPr>
            <a:xfrm>
              <a:off x="2010247" y="1588193"/>
              <a:ext cx="21113" cy="16833"/>
            </a:xfrm>
            <a:custGeom>
              <a:avLst/>
              <a:gdLst/>
              <a:ahLst/>
              <a:cxnLst/>
              <a:rect l="l" t="t" r="r" b="b"/>
              <a:pathLst>
                <a:path w="804" h="641" extrusionOk="0">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137"/>
            <p:cNvSpPr/>
            <p:nvPr/>
          </p:nvSpPr>
          <p:spPr>
            <a:xfrm>
              <a:off x="1835591" y="1762927"/>
              <a:ext cx="20719" cy="16754"/>
            </a:xfrm>
            <a:custGeom>
              <a:avLst/>
              <a:gdLst/>
              <a:ahLst/>
              <a:cxnLst/>
              <a:rect l="l" t="t" r="r" b="b"/>
              <a:pathLst>
                <a:path w="789" h="638" extrusionOk="0">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137"/>
            <p:cNvSpPr/>
            <p:nvPr/>
          </p:nvSpPr>
          <p:spPr>
            <a:xfrm>
              <a:off x="1808018" y="1628581"/>
              <a:ext cx="22820" cy="14128"/>
            </a:xfrm>
            <a:custGeom>
              <a:avLst/>
              <a:gdLst/>
              <a:ahLst/>
              <a:cxnLst/>
              <a:rect l="l" t="t" r="r" b="b"/>
              <a:pathLst>
                <a:path w="869" h="538" extrusionOk="0">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137"/>
            <p:cNvSpPr/>
            <p:nvPr/>
          </p:nvSpPr>
          <p:spPr>
            <a:xfrm>
              <a:off x="2035194" y="1725139"/>
              <a:ext cx="23004" cy="14102"/>
            </a:xfrm>
            <a:custGeom>
              <a:avLst/>
              <a:gdLst/>
              <a:ahLst/>
              <a:cxnLst/>
              <a:rect l="l" t="t" r="r" b="b"/>
              <a:pathLst>
                <a:path w="876" h="537" extrusionOk="0">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137"/>
            <p:cNvSpPr/>
            <p:nvPr/>
          </p:nvSpPr>
          <p:spPr>
            <a:xfrm>
              <a:off x="1973299" y="1561276"/>
              <a:ext cx="16649" cy="18119"/>
            </a:xfrm>
            <a:custGeom>
              <a:avLst/>
              <a:gdLst/>
              <a:ahLst/>
              <a:cxnLst/>
              <a:rect l="l" t="t" r="r" b="b"/>
              <a:pathLst>
                <a:path w="634" h="690" extrusionOk="0">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137"/>
            <p:cNvSpPr/>
            <p:nvPr/>
          </p:nvSpPr>
          <p:spPr>
            <a:xfrm>
              <a:off x="1876557" y="1788557"/>
              <a:ext cx="16623" cy="18277"/>
            </a:xfrm>
            <a:custGeom>
              <a:avLst/>
              <a:gdLst/>
              <a:ahLst/>
              <a:cxnLst/>
              <a:rect l="l" t="t" r="r" b="b"/>
              <a:pathLst>
                <a:path w="633" h="696" extrusionOk="0">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137"/>
            <p:cNvSpPr/>
            <p:nvPr/>
          </p:nvSpPr>
          <p:spPr>
            <a:xfrm>
              <a:off x="1878710" y="1560541"/>
              <a:ext cx="15966" cy="18093"/>
            </a:xfrm>
            <a:custGeom>
              <a:avLst/>
              <a:gdLst/>
              <a:ahLst/>
              <a:cxnLst/>
              <a:rect l="l" t="t" r="r" b="b"/>
              <a:pathLst>
                <a:path w="608" h="689" extrusionOk="0">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137"/>
            <p:cNvSpPr/>
            <p:nvPr/>
          </p:nvSpPr>
          <p:spPr>
            <a:xfrm>
              <a:off x="1971014" y="1789292"/>
              <a:ext cx="16386" cy="18277"/>
            </a:xfrm>
            <a:custGeom>
              <a:avLst/>
              <a:gdLst/>
              <a:ahLst/>
              <a:cxnLst/>
              <a:rect l="l" t="t" r="r" b="b"/>
              <a:pathLst>
                <a:path w="624" h="696" extrusionOk="0">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137"/>
            <p:cNvSpPr/>
            <p:nvPr/>
          </p:nvSpPr>
          <p:spPr>
            <a:xfrm>
              <a:off x="2036375" y="1630734"/>
              <a:ext cx="22951" cy="13997"/>
            </a:xfrm>
            <a:custGeom>
              <a:avLst/>
              <a:gdLst/>
              <a:ahLst/>
              <a:cxnLst/>
              <a:rect l="l" t="t" r="r" b="b"/>
              <a:pathLst>
                <a:path w="874" h="533" extrusionOk="0">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137"/>
            <p:cNvSpPr/>
            <p:nvPr/>
          </p:nvSpPr>
          <p:spPr>
            <a:xfrm>
              <a:off x="1807441" y="1723143"/>
              <a:ext cx="22846" cy="14075"/>
            </a:xfrm>
            <a:custGeom>
              <a:avLst/>
              <a:gdLst/>
              <a:ahLst/>
              <a:cxnLst/>
              <a:rect l="l" t="t" r="r" b="b"/>
              <a:pathLst>
                <a:path w="870" h="536" extrusionOk="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1" name="Google Shape;13521;p137"/>
          <p:cNvGrpSpPr/>
          <p:nvPr/>
        </p:nvGrpSpPr>
        <p:grpSpPr>
          <a:xfrm>
            <a:off x="3095178" y="1502716"/>
            <a:ext cx="334290" cy="362677"/>
            <a:chOff x="3095178" y="1502716"/>
            <a:chExt cx="334290" cy="362677"/>
          </a:xfrm>
        </p:grpSpPr>
        <p:sp>
          <p:nvSpPr>
            <p:cNvPr id="13522" name="Google Shape;13522;p137"/>
            <p:cNvSpPr/>
            <p:nvPr/>
          </p:nvSpPr>
          <p:spPr>
            <a:xfrm>
              <a:off x="3125351" y="1502716"/>
              <a:ext cx="304117" cy="304117"/>
            </a:xfrm>
            <a:custGeom>
              <a:avLst/>
              <a:gdLst/>
              <a:ahLst/>
              <a:cxnLst/>
              <a:rect l="l" t="t" r="r" b="b"/>
              <a:pathLst>
                <a:path w="11581" h="11581" extrusionOk="0">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137"/>
            <p:cNvSpPr/>
            <p:nvPr/>
          </p:nvSpPr>
          <p:spPr>
            <a:xfrm>
              <a:off x="3095178" y="1505973"/>
              <a:ext cx="289306" cy="300887"/>
            </a:xfrm>
            <a:custGeom>
              <a:avLst/>
              <a:gdLst/>
              <a:ahLst/>
              <a:cxnLst/>
              <a:rect l="l" t="t" r="r" b="b"/>
              <a:pathLst>
                <a:path w="11017" h="11458" extrusionOk="0">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137"/>
            <p:cNvSpPr/>
            <p:nvPr/>
          </p:nvSpPr>
          <p:spPr>
            <a:xfrm>
              <a:off x="3125351" y="1503215"/>
              <a:ext cx="303854" cy="303356"/>
            </a:xfrm>
            <a:custGeom>
              <a:avLst/>
              <a:gdLst/>
              <a:ahLst/>
              <a:cxnLst/>
              <a:rect l="l" t="t" r="r" b="b"/>
              <a:pathLst>
                <a:path w="11571" h="11552" extrusionOk="0">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137"/>
            <p:cNvSpPr/>
            <p:nvPr/>
          </p:nvSpPr>
          <p:spPr>
            <a:xfrm>
              <a:off x="3125351" y="1505973"/>
              <a:ext cx="229224" cy="300598"/>
            </a:xfrm>
            <a:custGeom>
              <a:avLst/>
              <a:gdLst/>
              <a:ahLst/>
              <a:cxnLst/>
              <a:rect l="l" t="t" r="r" b="b"/>
              <a:pathLst>
                <a:path w="8729" h="11447" extrusionOk="0">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137"/>
            <p:cNvSpPr/>
            <p:nvPr/>
          </p:nvSpPr>
          <p:spPr>
            <a:xfrm>
              <a:off x="3177871" y="1795253"/>
              <a:ext cx="198814" cy="70140"/>
            </a:xfrm>
            <a:custGeom>
              <a:avLst/>
              <a:gdLst/>
              <a:ahLst/>
              <a:cxnLst/>
              <a:rect l="l" t="t" r="r" b="b"/>
              <a:pathLst>
                <a:path w="7571" h="2671" extrusionOk="0">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137"/>
            <p:cNvSpPr/>
            <p:nvPr/>
          </p:nvSpPr>
          <p:spPr>
            <a:xfrm>
              <a:off x="3265580" y="1818624"/>
              <a:ext cx="23398" cy="46769"/>
            </a:xfrm>
            <a:custGeom>
              <a:avLst/>
              <a:gdLst/>
              <a:ahLst/>
              <a:cxnLst/>
              <a:rect l="l" t="t" r="r" b="b"/>
              <a:pathLst>
                <a:path w="891" h="1781" extrusionOk="0">
                  <a:moveTo>
                    <a:pt x="211" y="0"/>
                  </a:moveTo>
                  <a:lnTo>
                    <a:pt x="0" y="1780"/>
                  </a:lnTo>
                  <a:lnTo>
                    <a:pt x="890" y="1780"/>
                  </a:lnTo>
                  <a:lnTo>
                    <a:pt x="680"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137"/>
            <p:cNvSpPr/>
            <p:nvPr/>
          </p:nvSpPr>
          <p:spPr>
            <a:xfrm>
              <a:off x="3267076" y="1806807"/>
              <a:ext cx="20378" cy="19879"/>
            </a:xfrm>
            <a:custGeom>
              <a:avLst/>
              <a:gdLst/>
              <a:ahLst/>
              <a:cxnLst/>
              <a:rect l="l" t="t" r="r" b="b"/>
              <a:pathLst>
                <a:path w="776" h="757" extrusionOk="0">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137"/>
            <p:cNvSpPr/>
            <p:nvPr/>
          </p:nvSpPr>
          <p:spPr>
            <a:xfrm>
              <a:off x="3341734" y="1818861"/>
              <a:ext cx="34952" cy="46533"/>
            </a:xfrm>
            <a:custGeom>
              <a:avLst/>
              <a:gdLst/>
              <a:ahLst/>
              <a:cxnLst/>
              <a:rect l="l" t="t" r="r" b="b"/>
              <a:pathLst>
                <a:path w="1331" h="1772" extrusionOk="0">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137"/>
            <p:cNvSpPr/>
            <p:nvPr/>
          </p:nvSpPr>
          <p:spPr>
            <a:xfrm>
              <a:off x="3213060" y="1614033"/>
              <a:ext cx="128700" cy="93538"/>
            </a:xfrm>
            <a:custGeom>
              <a:avLst/>
              <a:gdLst/>
              <a:ahLst/>
              <a:cxnLst/>
              <a:rect l="l" t="t" r="r" b="b"/>
              <a:pathLst>
                <a:path w="4901" h="3562" extrusionOk="0">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137"/>
            <p:cNvSpPr/>
            <p:nvPr/>
          </p:nvSpPr>
          <p:spPr>
            <a:xfrm>
              <a:off x="3242208" y="1614033"/>
              <a:ext cx="99552" cy="93276"/>
            </a:xfrm>
            <a:custGeom>
              <a:avLst/>
              <a:gdLst/>
              <a:ahLst/>
              <a:cxnLst/>
              <a:rect l="l" t="t" r="r" b="b"/>
              <a:pathLst>
                <a:path w="3791" h="3552" extrusionOk="0">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137"/>
            <p:cNvSpPr/>
            <p:nvPr/>
          </p:nvSpPr>
          <p:spPr>
            <a:xfrm>
              <a:off x="3242208" y="1754287"/>
              <a:ext cx="70140" cy="52546"/>
            </a:xfrm>
            <a:custGeom>
              <a:avLst/>
              <a:gdLst/>
              <a:ahLst/>
              <a:cxnLst/>
              <a:rect l="l" t="t" r="r" b="b"/>
              <a:pathLst>
                <a:path w="2671" h="2001" extrusionOk="0">
                  <a:moveTo>
                    <a:pt x="0" y="0"/>
                  </a:moveTo>
                  <a:lnTo>
                    <a:pt x="0" y="2000"/>
                  </a:lnTo>
                  <a:lnTo>
                    <a:pt x="2670" y="2000"/>
                  </a:lnTo>
                  <a:lnTo>
                    <a:pt x="2670"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137"/>
            <p:cNvSpPr/>
            <p:nvPr/>
          </p:nvSpPr>
          <p:spPr>
            <a:xfrm>
              <a:off x="3242208" y="1754287"/>
              <a:ext cx="70140" cy="29044"/>
            </a:xfrm>
            <a:custGeom>
              <a:avLst/>
              <a:gdLst/>
              <a:ahLst/>
              <a:cxnLst/>
              <a:rect l="l" t="t" r="r" b="b"/>
              <a:pathLst>
                <a:path w="2671" h="1106" extrusionOk="0">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137"/>
            <p:cNvSpPr/>
            <p:nvPr/>
          </p:nvSpPr>
          <p:spPr>
            <a:xfrm>
              <a:off x="3230654" y="1785379"/>
              <a:ext cx="46769" cy="41780"/>
            </a:xfrm>
            <a:custGeom>
              <a:avLst/>
              <a:gdLst/>
              <a:ahLst/>
              <a:cxnLst/>
              <a:rect l="l" t="t" r="r" b="b"/>
              <a:pathLst>
                <a:path w="1781" h="1591" extrusionOk="0">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137"/>
            <p:cNvSpPr/>
            <p:nvPr/>
          </p:nvSpPr>
          <p:spPr>
            <a:xfrm>
              <a:off x="3277397" y="1785379"/>
              <a:ext cx="46769" cy="41780"/>
            </a:xfrm>
            <a:custGeom>
              <a:avLst/>
              <a:gdLst/>
              <a:ahLst/>
              <a:cxnLst/>
              <a:rect l="l" t="t" r="r" b="b"/>
              <a:pathLst>
                <a:path w="1781" h="1591" extrusionOk="0">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137"/>
            <p:cNvSpPr/>
            <p:nvPr/>
          </p:nvSpPr>
          <p:spPr>
            <a:xfrm>
              <a:off x="3218837" y="1661327"/>
              <a:ext cx="116883" cy="110318"/>
            </a:xfrm>
            <a:custGeom>
              <a:avLst/>
              <a:gdLst/>
              <a:ahLst/>
              <a:cxnLst/>
              <a:rect l="l" t="t" r="r" b="b"/>
              <a:pathLst>
                <a:path w="4451" h="4201" extrusionOk="0">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137"/>
            <p:cNvSpPr/>
            <p:nvPr/>
          </p:nvSpPr>
          <p:spPr>
            <a:xfrm>
              <a:off x="3218837" y="1661327"/>
              <a:ext cx="105329" cy="110056"/>
            </a:xfrm>
            <a:custGeom>
              <a:avLst/>
              <a:gdLst/>
              <a:ahLst/>
              <a:cxnLst/>
              <a:rect l="l" t="t" r="r" b="b"/>
              <a:pathLst>
                <a:path w="4011" h="4191" extrusionOk="0">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137"/>
            <p:cNvSpPr/>
            <p:nvPr/>
          </p:nvSpPr>
          <p:spPr>
            <a:xfrm>
              <a:off x="3177871" y="1818861"/>
              <a:ext cx="35215" cy="46533"/>
            </a:xfrm>
            <a:custGeom>
              <a:avLst/>
              <a:gdLst/>
              <a:ahLst/>
              <a:cxnLst/>
              <a:rect l="l" t="t" r="r" b="b"/>
              <a:pathLst>
                <a:path w="1341" h="1772" extrusionOk="0">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9" name="Google Shape;13539;p137"/>
          <p:cNvGrpSpPr/>
          <p:nvPr/>
        </p:nvGrpSpPr>
        <p:grpSpPr>
          <a:xfrm>
            <a:off x="3542281" y="1505605"/>
            <a:ext cx="366196" cy="357005"/>
            <a:chOff x="3542281" y="1505605"/>
            <a:chExt cx="366196" cy="357005"/>
          </a:xfrm>
        </p:grpSpPr>
        <p:sp>
          <p:nvSpPr>
            <p:cNvPr id="13540" name="Google Shape;13540;p137"/>
            <p:cNvSpPr/>
            <p:nvPr/>
          </p:nvSpPr>
          <p:spPr>
            <a:xfrm>
              <a:off x="3612133" y="1573592"/>
              <a:ext cx="226466" cy="226703"/>
            </a:xfrm>
            <a:custGeom>
              <a:avLst/>
              <a:gdLst/>
              <a:ahLst/>
              <a:cxnLst/>
              <a:rect l="l" t="t" r="r" b="b"/>
              <a:pathLst>
                <a:path w="8624" h="8633" extrusionOk="0">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137"/>
            <p:cNvSpPr/>
            <p:nvPr/>
          </p:nvSpPr>
          <p:spPr>
            <a:xfrm>
              <a:off x="3657379" y="1652740"/>
              <a:ext cx="135974" cy="136001"/>
            </a:xfrm>
            <a:custGeom>
              <a:avLst/>
              <a:gdLst/>
              <a:ahLst/>
              <a:cxnLst/>
              <a:rect l="l" t="t" r="r" b="b"/>
              <a:pathLst>
                <a:path w="5178" h="5179" extrusionOk="0">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137"/>
            <p:cNvSpPr/>
            <p:nvPr/>
          </p:nvSpPr>
          <p:spPr>
            <a:xfrm>
              <a:off x="3542281" y="1681153"/>
              <a:ext cx="54805" cy="11318"/>
            </a:xfrm>
            <a:custGeom>
              <a:avLst/>
              <a:gdLst/>
              <a:ahLst/>
              <a:cxnLst/>
              <a:rect l="l" t="t" r="r" b="b"/>
              <a:pathLst>
                <a:path w="2087" h="431" extrusionOk="0">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137"/>
            <p:cNvSpPr/>
            <p:nvPr/>
          </p:nvSpPr>
          <p:spPr>
            <a:xfrm>
              <a:off x="3853909" y="1681153"/>
              <a:ext cx="54568" cy="11318"/>
            </a:xfrm>
            <a:custGeom>
              <a:avLst/>
              <a:gdLst/>
              <a:ahLst/>
              <a:cxnLst/>
              <a:rect l="l" t="t" r="r" b="b"/>
              <a:pathLst>
                <a:path w="2078" h="431" extrusionOk="0">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137"/>
            <p:cNvSpPr/>
            <p:nvPr/>
          </p:nvSpPr>
          <p:spPr>
            <a:xfrm>
              <a:off x="3719694" y="1505605"/>
              <a:ext cx="11344" cy="50918"/>
            </a:xfrm>
            <a:custGeom>
              <a:avLst/>
              <a:gdLst/>
              <a:ahLst/>
              <a:cxnLst/>
              <a:rect l="l" t="t" r="r" b="b"/>
              <a:pathLst>
                <a:path w="432" h="1939" extrusionOk="0">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137"/>
            <p:cNvSpPr/>
            <p:nvPr/>
          </p:nvSpPr>
          <p:spPr>
            <a:xfrm>
              <a:off x="3639023" y="1798850"/>
              <a:ext cx="25814" cy="31092"/>
            </a:xfrm>
            <a:custGeom>
              <a:avLst/>
              <a:gdLst/>
              <a:ahLst/>
              <a:cxnLst/>
              <a:rect l="l" t="t" r="r" b="b"/>
              <a:pathLst>
                <a:path w="983" h="1184" extrusionOk="0">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137"/>
            <p:cNvSpPr/>
            <p:nvPr/>
          </p:nvSpPr>
          <p:spPr>
            <a:xfrm>
              <a:off x="3786053" y="1543761"/>
              <a:ext cx="25971" cy="31092"/>
            </a:xfrm>
            <a:custGeom>
              <a:avLst/>
              <a:gdLst/>
              <a:ahLst/>
              <a:cxnLst/>
              <a:rect l="l" t="t" r="r" b="b"/>
              <a:pathLst>
                <a:path w="989" h="1184" extrusionOk="0">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137"/>
            <p:cNvSpPr/>
            <p:nvPr/>
          </p:nvSpPr>
          <p:spPr>
            <a:xfrm>
              <a:off x="3579728" y="1601874"/>
              <a:ext cx="35950" cy="22741"/>
            </a:xfrm>
            <a:custGeom>
              <a:avLst/>
              <a:gdLst/>
              <a:ahLst/>
              <a:cxnLst/>
              <a:rect l="l" t="t" r="r" b="b"/>
              <a:pathLst>
                <a:path w="1369" h="866" extrusionOk="0">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137"/>
            <p:cNvSpPr/>
            <p:nvPr/>
          </p:nvSpPr>
          <p:spPr>
            <a:xfrm>
              <a:off x="3834818" y="1749167"/>
              <a:ext cx="35687" cy="22741"/>
            </a:xfrm>
            <a:custGeom>
              <a:avLst/>
              <a:gdLst/>
              <a:ahLst/>
              <a:cxnLst/>
              <a:rect l="l" t="t" r="r" b="b"/>
              <a:pathLst>
                <a:path w="1359" h="866" extrusionOk="0">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137"/>
            <p:cNvSpPr/>
            <p:nvPr/>
          </p:nvSpPr>
          <p:spPr>
            <a:xfrm>
              <a:off x="3786000" y="1798850"/>
              <a:ext cx="25709" cy="31092"/>
            </a:xfrm>
            <a:custGeom>
              <a:avLst/>
              <a:gdLst/>
              <a:ahLst/>
              <a:cxnLst/>
              <a:rect l="l" t="t" r="r" b="b"/>
              <a:pathLst>
                <a:path w="979" h="1184" extrusionOk="0">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137"/>
            <p:cNvSpPr/>
            <p:nvPr/>
          </p:nvSpPr>
          <p:spPr>
            <a:xfrm>
              <a:off x="3638472" y="1543761"/>
              <a:ext cx="25971" cy="31092"/>
            </a:xfrm>
            <a:custGeom>
              <a:avLst/>
              <a:gdLst/>
              <a:ahLst/>
              <a:cxnLst/>
              <a:rect l="l" t="t" r="r" b="b"/>
              <a:pathLst>
                <a:path w="989" h="1184" extrusionOk="0">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137"/>
            <p:cNvSpPr/>
            <p:nvPr/>
          </p:nvSpPr>
          <p:spPr>
            <a:xfrm>
              <a:off x="3835317" y="1601507"/>
              <a:ext cx="36291" cy="23109"/>
            </a:xfrm>
            <a:custGeom>
              <a:avLst/>
              <a:gdLst/>
              <a:ahLst/>
              <a:cxnLst/>
              <a:rect l="l" t="t" r="r" b="b"/>
              <a:pathLst>
                <a:path w="1382" h="880" extrusionOk="0">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137"/>
            <p:cNvSpPr/>
            <p:nvPr/>
          </p:nvSpPr>
          <p:spPr>
            <a:xfrm>
              <a:off x="3579964" y="1749167"/>
              <a:ext cx="35950" cy="22741"/>
            </a:xfrm>
            <a:custGeom>
              <a:avLst/>
              <a:gdLst/>
              <a:ahLst/>
              <a:cxnLst/>
              <a:rect l="l" t="t" r="r" b="b"/>
              <a:pathLst>
                <a:path w="1369" h="866" extrusionOk="0">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137"/>
            <p:cNvSpPr/>
            <p:nvPr/>
          </p:nvSpPr>
          <p:spPr>
            <a:xfrm>
              <a:off x="3737209" y="1591764"/>
              <a:ext cx="80776" cy="68302"/>
            </a:xfrm>
            <a:custGeom>
              <a:avLst/>
              <a:gdLst/>
              <a:ahLst/>
              <a:cxnLst/>
              <a:rect l="l" t="t" r="r" b="b"/>
              <a:pathLst>
                <a:path w="3076" h="2601" extrusionOk="0">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137"/>
            <p:cNvSpPr/>
            <p:nvPr/>
          </p:nvSpPr>
          <p:spPr>
            <a:xfrm>
              <a:off x="3691307" y="1732150"/>
              <a:ext cx="68118" cy="102073"/>
            </a:xfrm>
            <a:custGeom>
              <a:avLst/>
              <a:gdLst/>
              <a:ahLst/>
              <a:cxnLst/>
              <a:rect l="l" t="t" r="r" b="b"/>
              <a:pathLst>
                <a:path w="2594" h="3887" extrusionOk="0">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137"/>
            <p:cNvSpPr/>
            <p:nvPr/>
          </p:nvSpPr>
          <p:spPr>
            <a:xfrm>
              <a:off x="3691307" y="1751267"/>
              <a:ext cx="68118" cy="82955"/>
            </a:xfrm>
            <a:custGeom>
              <a:avLst/>
              <a:gdLst/>
              <a:ahLst/>
              <a:cxnLst/>
              <a:rect l="l" t="t" r="r" b="b"/>
              <a:pathLst>
                <a:path w="2594" h="3159" extrusionOk="0">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137"/>
            <p:cNvSpPr/>
            <p:nvPr/>
          </p:nvSpPr>
          <p:spPr>
            <a:xfrm>
              <a:off x="3712656" y="1732150"/>
              <a:ext cx="25420" cy="17122"/>
            </a:xfrm>
            <a:custGeom>
              <a:avLst/>
              <a:gdLst/>
              <a:ahLst/>
              <a:cxnLst/>
              <a:rect l="l" t="t" r="r" b="b"/>
              <a:pathLst>
                <a:path w="968" h="652" extrusionOk="0">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137"/>
            <p:cNvSpPr/>
            <p:nvPr/>
          </p:nvSpPr>
          <p:spPr>
            <a:xfrm>
              <a:off x="3702625" y="1686930"/>
              <a:ext cx="45509" cy="51049"/>
            </a:xfrm>
            <a:custGeom>
              <a:avLst/>
              <a:gdLst/>
              <a:ahLst/>
              <a:cxnLst/>
              <a:rect l="l" t="t" r="r" b="b"/>
              <a:pathLst>
                <a:path w="1733" h="1944" extrusionOk="0">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137"/>
            <p:cNvSpPr/>
            <p:nvPr/>
          </p:nvSpPr>
          <p:spPr>
            <a:xfrm>
              <a:off x="3702625" y="1686930"/>
              <a:ext cx="31171" cy="50944"/>
            </a:xfrm>
            <a:custGeom>
              <a:avLst/>
              <a:gdLst/>
              <a:ahLst/>
              <a:cxnLst/>
              <a:rect l="l" t="t" r="r" b="b"/>
              <a:pathLst>
                <a:path w="1187" h="1940" extrusionOk="0">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137"/>
            <p:cNvSpPr/>
            <p:nvPr/>
          </p:nvSpPr>
          <p:spPr>
            <a:xfrm>
              <a:off x="3702625" y="1834196"/>
              <a:ext cx="45509" cy="28177"/>
            </a:xfrm>
            <a:custGeom>
              <a:avLst/>
              <a:gdLst/>
              <a:ahLst/>
              <a:cxnLst/>
              <a:rect l="l" t="t" r="r" b="b"/>
              <a:pathLst>
                <a:path w="1733" h="1073" extrusionOk="0">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137"/>
            <p:cNvSpPr/>
            <p:nvPr/>
          </p:nvSpPr>
          <p:spPr>
            <a:xfrm>
              <a:off x="3691307" y="1759303"/>
              <a:ext cx="11344" cy="74920"/>
            </a:xfrm>
            <a:custGeom>
              <a:avLst/>
              <a:gdLst/>
              <a:ahLst/>
              <a:cxnLst/>
              <a:rect l="l" t="t" r="r" b="b"/>
              <a:pathLst>
                <a:path w="432" h="2853" extrusionOk="0">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137"/>
            <p:cNvSpPr/>
            <p:nvPr/>
          </p:nvSpPr>
          <p:spPr>
            <a:xfrm>
              <a:off x="3748107" y="1759303"/>
              <a:ext cx="11318" cy="74920"/>
            </a:xfrm>
            <a:custGeom>
              <a:avLst/>
              <a:gdLst/>
              <a:ahLst/>
              <a:cxnLst/>
              <a:rect l="l" t="t" r="r" b="b"/>
              <a:pathLst>
                <a:path w="431" h="2853" extrusionOk="0">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137"/>
            <p:cNvSpPr/>
            <p:nvPr/>
          </p:nvSpPr>
          <p:spPr>
            <a:xfrm>
              <a:off x="3722477" y="1845514"/>
              <a:ext cx="5803" cy="17095"/>
            </a:xfrm>
            <a:custGeom>
              <a:avLst/>
              <a:gdLst/>
              <a:ahLst/>
              <a:cxnLst/>
              <a:rect l="l" t="t" r="r" b="b"/>
              <a:pathLst>
                <a:path w="221" h="651" extrusionOk="0">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137"/>
            <p:cNvSpPr/>
            <p:nvPr/>
          </p:nvSpPr>
          <p:spPr>
            <a:xfrm>
              <a:off x="3702625" y="1686930"/>
              <a:ext cx="45509" cy="22662"/>
            </a:xfrm>
            <a:custGeom>
              <a:avLst/>
              <a:gdLst/>
              <a:ahLst/>
              <a:cxnLst/>
              <a:rect l="l" t="t" r="r" b="b"/>
              <a:pathLst>
                <a:path w="1733" h="863" extrusionOk="0">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137"/>
            <p:cNvSpPr/>
            <p:nvPr/>
          </p:nvSpPr>
          <p:spPr>
            <a:xfrm>
              <a:off x="3702625" y="1686930"/>
              <a:ext cx="31171" cy="20640"/>
            </a:xfrm>
            <a:custGeom>
              <a:avLst/>
              <a:gdLst/>
              <a:ahLst/>
              <a:cxnLst/>
              <a:rect l="l" t="t" r="r" b="b"/>
              <a:pathLst>
                <a:path w="1187" h="786" extrusionOk="0">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5" name="Google Shape;13565;p137"/>
          <p:cNvGrpSpPr/>
          <p:nvPr/>
        </p:nvGrpSpPr>
        <p:grpSpPr>
          <a:xfrm>
            <a:off x="1748382" y="3384797"/>
            <a:ext cx="364673" cy="340067"/>
            <a:chOff x="1748382" y="3384797"/>
            <a:chExt cx="364673" cy="340067"/>
          </a:xfrm>
        </p:grpSpPr>
        <p:sp>
          <p:nvSpPr>
            <p:cNvPr id="13566" name="Google Shape;13566;p137"/>
            <p:cNvSpPr/>
            <p:nvPr/>
          </p:nvSpPr>
          <p:spPr>
            <a:xfrm>
              <a:off x="1805182" y="3628332"/>
              <a:ext cx="45509" cy="45509"/>
            </a:xfrm>
            <a:custGeom>
              <a:avLst/>
              <a:gdLst/>
              <a:ahLst/>
              <a:cxnLst/>
              <a:rect l="l" t="t" r="r" b="b"/>
              <a:pathLst>
                <a:path w="1733" h="1733" extrusionOk="0">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137"/>
            <p:cNvSpPr/>
            <p:nvPr/>
          </p:nvSpPr>
          <p:spPr>
            <a:xfrm>
              <a:off x="1954208" y="3509453"/>
              <a:ext cx="105828" cy="90728"/>
            </a:xfrm>
            <a:custGeom>
              <a:avLst/>
              <a:gdLst/>
              <a:ahLst/>
              <a:cxnLst/>
              <a:rect l="l" t="t" r="r" b="b"/>
              <a:pathLst>
                <a:path w="4030" h="3455" extrusionOk="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137"/>
            <p:cNvSpPr/>
            <p:nvPr/>
          </p:nvSpPr>
          <p:spPr>
            <a:xfrm>
              <a:off x="1964764" y="3546165"/>
              <a:ext cx="100051" cy="54043"/>
            </a:xfrm>
            <a:custGeom>
              <a:avLst/>
              <a:gdLst/>
              <a:ahLst/>
              <a:cxnLst/>
              <a:rect l="l" t="t" r="r" b="b"/>
              <a:pathLst>
                <a:path w="3810" h="2058" extrusionOk="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137"/>
            <p:cNvSpPr/>
            <p:nvPr/>
          </p:nvSpPr>
          <p:spPr>
            <a:xfrm>
              <a:off x="1833569" y="3407433"/>
              <a:ext cx="153096" cy="294585"/>
            </a:xfrm>
            <a:custGeom>
              <a:avLst/>
              <a:gdLst/>
              <a:ahLst/>
              <a:cxnLst/>
              <a:rect l="l" t="t" r="r" b="b"/>
              <a:pathLst>
                <a:path w="5830" h="11218" extrusionOk="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137"/>
            <p:cNvSpPr/>
            <p:nvPr/>
          </p:nvSpPr>
          <p:spPr>
            <a:xfrm>
              <a:off x="1833569" y="3583086"/>
              <a:ext cx="152991" cy="118932"/>
            </a:xfrm>
            <a:custGeom>
              <a:avLst/>
              <a:gdLst/>
              <a:ahLst/>
              <a:cxnLst/>
              <a:rect l="l" t="t" r="r" b="b"/>
              <a:pathLst>
                <a:path w="5826" h="4529" extrusionOk="0">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137"/>
            <p:cNvSpPr/>
            <p:nvPr/>
          </p:nvSpPr>
          <p:spPr>
            <a:xfrm>
              <a:off x="1975058" y="3384797"/>
              <a:ext cx="45535" cy="340067"/>
            </a:xfrm>
            <a:custGeom>
              <a:avLst/>
              <a:gdLst/>
              <a:ahLst/>
              <a:cxnLst/>
              <a:rect l="l" t="t" r="r" b="b"/>
              <a:pathLst>
                <a:path w="1734" h="12950" extrusionOk="0">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137"/>
            <p:cNvSpPr/>
            <p:nvPr/>
          </p:nvSpPr>
          <p:spPr>
            <a:xfrm>
              <a:off x="1975058" y="3696451"/>
              <a:ext cx="45535" cy="28413"/>
            </a:xfrm>
            <a:custGeom>
              <a:avLst/>
              <a:gdLst/>
              <a:ahLst/>
              <a:cxnLst/>
              <a:rect l="l" t="t" r="r" b="b"/>
              <a:pathLst>
                <a:path w="1734" h="1082" extrusionOk="0">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137"/>
            <p:cNvSpPr/>
            <p:nvPr/>
          </p:nvSpPr>
          <p:spPr>
            <a:xfrm>
              <a:off x="1748618" y="3503676"/>
              <a:ext cx="45272" cy="102073"/>
            </a:xfrm>
            <a:custGeom>
              <a:avLst/>
              <a:gdLst/>
              <a:ahLst/>
              <a:cxnLst/>
              <a:rect l="l" t="t" r="r" b="b"/>
              <a:pathLst>
                <a:path w="1724" h="3887" extrusionOk="0">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137"/>
            <p:cNvSpPr/>
            <p:nvPr/>
          </p:nvSpPr>
          <p:spPr>
            <a:xfrm>
              <a:off x="1748382" y="3508954"/>
              <a:ext cx="45509" cy="96794"/>
            </a:xfrm>
            <a:custGeom>
              <a:avLst/>
              <a:gdLst/>
              <a:ahLst/>
              <a:cxnLst/>
              <a:rect l="l" t="t" r="r" b="b"/>
              <a:pathLst>
                <a:path w="1733" h="3686" extrusionOk="0">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137"/>
            <p:cNvSpPr/>
            <p:nvPr/>
          </p:nvSpPr>
          <p:spPr>
            <a:xfrm>
              <a:off x="1788087" y="3503676"/>
              <a:ext cx="56827" cy="102073"/>
            </a:xfrm>
            <a:custGeom>
              <a:avLst/>
              <a:gdLst/>
              <a:ahLst/>
              <a:cxnLst/>
              <a:rect l="l" t="t" r="r" b="b"/>
              <a:pathLst>
                <a:path w="2164"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137"/>
            <p:cNvSpPr/>
            <p:nvPr/>
          </p:nvSpPr>
          <p:spPr>
            <a:xfrm>
              <a:off x="1788087" y="3588627"/>
              <a:ext cx="56827" cy="17122"/>
            </a:xfrm>
            <a:custGeom>
              <a:avLst/>
              <a:gdLst/>
              <a:ahLst/>
              <a:cxnLst/>
              <a:rect l="l" t="t" r="r" b="b"/>
              <a:pathLst>
                <a:path w="2164" h="652" extrusionOk="0">
                  <a:moveTo>
                    <a:pt x="0" y="0"/>
                  </a:moveTo>
                  <a:lnTo>
                    <a:pt x="0" y="651"/>
                  </a:lnTo>
                  <a:lnTo>
                    <a:pt x="2163" y="651"/>
                  </a:lnTo>
                  <a:lnTo>
                    <a:pt x="2163"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137"/>
            <p:cNvSpPr/>
            <p:nvPr/>
          </p:nvSpPr>
          <p:spPr>
            <a:xfrm>
              <a:off x="1788087" y="3605722"/>
              <a:ext cx="56827" cy="90755"/>
            </a:xfrm>
            <a:custGeom>
              <a:avLst/>
              <a:gdLst/>
              <a:ahLst/>
              <a:cxnLst/>
              <a:rect l="l" t="t" r="r" b="b"/>
              <a:pathLst>
                <a:path w="2164" h="3456" extrusionOk="0">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137"/>
            <p:cNvSpPr/>
            <p:nvPr/>
          </p:nvSpPr>
          <p:spPr>
            <a:xfrm>
              <a:off x="2080860" y="3548922"/>
              <a:ext cx="32195" cy="11581"/>
            </a:xfrm>
            <a:custGeom>
              <a:avLst/>
              <a:gdLst/>
              <a:ahLst/>
              <a:cxnLst/>
              <a:rect l="l" t="t" r="r" b="b"/>
              <a:pathLst>
                <a:path w="1226" h="441" extrusionOk="0">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137"/>
            <p:cNvSpPr/>
            <p:nvPr/>
          </p:nvSpPr>
          <p:spPr>
            <a:xfrm>
              <a:off x="2059510" y="3484874"/>
              <a:ext cx="27468" cy="23345"/>
            </a:xfrm>
            <a:custGeom>
              <a:avLst/>
              <a:gdLst/>
              <a:ahLst/>
              <a:cxnLst/>
              <a:rect l="l" t="t" r="r" b="b"/>
              <a:pathLst>
                <a:path w="1046" h="889" extrusionOk="0">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137"/>
            <p:cNvSpPr/>
            <p:nvPr/>
          </p:nvSpPr>
          <p:spPr>
            <a:xfrm>
              <a:off x="2058723" y="3600969"/>
              <a:ext cx="27704" cy="23608"/>
            </a:xfrm>
            <a:custGeom>
              <a:avLst/>
              <a:gdLst/>
              <a:ahLst/>
              <a:cxnLst/>
              <a:rect l="l" t="t" r="r" b="b"/>
              <a:pathLst>
                <a:path w="1055" h="899" extrusionOk="0">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1" name="Google Shape;13581;p137"/>
          <p:cNvGrpSpPr/>
          <p:nvPr/>
        </p:nvGrpSpPr>
        <p:grpSpPr>
          <a:xfrm>
            <a:off x="6221064" y="3811049"/>
            <a:ext cx="364673" cy="339804"/>
            <a:chOff x="6221064" y="3811049"/>
            <a:chExt cx="364673" cy="339804"/>
          </a:xfrm>
        </p:grpSpPr>
        <p:sp>
          <p:nvSpPr>
            <p:cNvPr id="13582" name="Google Shape;13582;p137"/>
            <p:cNvSpPr/>
            <p:nvPr/>
          </p:nvSpPr>
          <p:spPr>
            <a:xfrm>
              <a:off x="6277838" y="4054558"/>
              <a:ext cx="45272" cy="45272"/>
            </a:xfrm>
            <a:custGeom>
              <a:avLst/>
              <a:gdLst/>
              <a:ahLst/>
              <a:cxnLst/>
              <a:rect l="l" t="t" r="r" b="b"/>
              <a:pathLst>
                <a:path w="1724" h="1724" extrusionOk="0">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137"/>
            <p:cNvSpPr/>
            <p:nvPr/>
          </p:nvSpPr>
          <p:spPr>
            <a:xfrm>
              <a:off x="6426890" y="3935679"/>
              <a:ext cx="105828" cy="90728"/>
            </a:xfrm>
            <a:custGeom>
              <a:avLst/>
              <a:gdLst/>
              <a:ahLst/>
              <a:cxnLst/>
              <a:rect l="l" t="t" r="r" b="b"/>
              <a:pathLst>
                <a:path w="4030" h="3455" extrusionOk="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137"/>
            <p:cNvSpPr/>
            <p:nvPr/>
          </p:nvSpPr>
          <p:spPr>
            <a:xfrm>
              <a:off x="6437446" y="3972391"/>
              <a:ext cx="100051" cy="54043"/>
            </a:xfrm>
            <a:custGeom>
              <a:avLst/>
              <a:gdLst/>
              <a:ahLst/>
              <a:cxnLst/>
              <a:rect l="l" t="t" r="r" b="b"/>
              <a:pathLst>
                <a:path w="3810" h="2058" extrusionOk="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137"/>
            <p:cNvSpPr/>
            <p:nvPr/>
          </p:nvSpPr>
          <p:spPr>
            <a:xfrm>
              <a:off x="6306251" y="3833659"/>
              <a:ext cx="153070" cy="294585"/>
            </a:xfrm>
            <a:custGeom>
              <a:avLst/>
              <a:gdLst/>
              <a:ahLst/>
              <a:cxnLst/>
              <a:rect l="l" t="t" r="r" b="b"/>
              <a:pathLst>
                <a:path w="5829" h="11218" extrusionOk="0">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137"/>
            <p:cNvSpPr/>
            <p:nvPr/>
          </p:nvSpPr>
          <p:spPr>
            <a:xfrm>
              <a:off x="6306251" y="4009312"/>
              <a:ext cx="152833" cy="119010"/>
            </a:xfrm>
            <a:custGeom>
              <a:avLst/>
              <a:gdLst/>
              <a:ahLst/>
              <a:cxnLst/>
              <a:rect l="l" t="t" r="r" b="b"/>
              <a:pathLst>
                <a:path w="5820" h="4532" extrusionOk="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137"/>
            <p:cNvSpPr/>
            <p:nvPr/>
          </p:nvSpPr>
          <p:spPr>
            <a:xfrm>
              <a:off x="6447740" y="3811049"/>
              <a:ext cx="45509" cy="339804"/>
            </a:xfrm>
            <a:custGeom>
              <a:avLst/>
              <a:gdLst/>
              <a:ahLst/>
              <a:cxnLst/>
              <a:rect l="l" t="t" r="r" b="b"/>
              <a:pathLst>
                <a:path w="1733" h="12940" extrusionOk="0">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137"/>
            <p:cNvSpPr/>
            <p:nvPr/>
          </p:nvSpPr>
          <p:spPr>
            <a:xfrm>
              <a:off x="6447740" y="4122677"/>
              <a:ext cx="45509" cy="28177"/>
            </a:xfrm>
            <a:custGeom>
              <a:avLst/>
              <a:gdLst/>
              <a:ahLst/>
              <a:cxnLst/>
              <a:rect l="l" t="t" r="r" b="b"/>
              <a:pathLst>
                <a:path w="1733" h="1073" extrusionOk="0">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137"/>
            <p:cNvSpPr/>
            <p:nvPr/>
          </p:nvSpPr>
          <p:spPr>
            <a:xfrm>
              <a:off x="6221300" y="3929902"/>
              <a:ext cx="45272" cy="102073"/>
            </a:xfrm>
            <a:custGeom>
              <a:avLst/>
              <a:gdLst/>
              <a:ahLst/>
              <a:cxnLst/>
              <a:rect l="l" t="t" r="r" b="b"/>
              <a:pathLst>
                <a:path w="1724" h="3887" extrusionOk="0">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137"/>
            <p:cNvSpPr/>
            <p:nvPr/>
          </p:nvSpPr>
          <p:spPr>
            <a:xfrm>
              <a:off x="6221064" y="3935180"/>
              <a:ext cx="45509" cy="96794"/>
            </a:xfrm>
            <a:custGeom>
              <a:avLst/>
              <a:gdLst/>
              <a:ahLst/>
              <a:cxnLst/>
              <a:rect l="l" t="t" r="r" b="b"/>
              <a:pathLst>
                <a:path w="1733" h="3686" extrusionOk="0">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137"/>
            <p:cNvSpPr/>
            <p:nvPr/>
          </p:nvSpPr>
          <p:spPr>
            <a:xfrm>
              <a:off x="6260769" y="3929902"/>
              <a:ext cx="56800" cy="102073"/>
            </a:xfrm>
            <a:custGeom>
              <a:avLst/>
              <a:gdLst/>
              <a:ahLst/>
              <a:cxnLst/>
              <a:rect l="l" t="t" r="r" b="b"/>
              <a:pathLst>
                <a:path w="2163"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137"/>
            <p:cNvSpPr/>
            <p:nvPr/>
          </p:nvSpPr>
          <p:spPr>
            <a:xfrm>
              <a:off x="6260769" y="4014853"/>
              <a:ext cx="56800" cy="17122"/>
            </a:xfrm>
            <a:custGeom>
              <a:avLst/>
              <a:gdLst/>
              <a:ahLst/>
              <a:cxnLst/>
              <a:rect l="l" t="t" r="r" b="b"/>
              <a:pathLst>
                <a:path w="2163" h="652" extrusionOk="0">
                  <a:moveTo>
                    <a:pt x="0" y="1"/>
                  </a:moveTo>
                  <a:lnTo>
                    <a:pt x="0" y="651"/>
                  </a:lnTo>
                  <a:lnTo>
                    <a:pt x="2163" y="651"/>
                  </a:lnTo>
                  <a:lnTo>
                    <a:pt x="216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137"/>
            <p:cNvSpPr/>
            <p:nvPr/>
          </p:nvSpPr>
          <p:spPr>
            <a:xfrm>
              <a:off x="6260769" y="4031686"/>
              <a:ext cx="56800" cy="90755"/>
            </a:xfrm>
            <a:custGeom>
              <a:avLst/>
              <a:gdLst/>
              <a:ahLst/>
              <a:cxnLst/>
              <a:rect l="l" t="t" r="r" b="b"/>
              <a:pathLst>
                <a:path w="2163" h="3456" extrusionOk="0">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137"/>
            <p:cNvSpPr/>
            <p:nvPr/>
          </p:nvSpPr>
          <p:spPr>
            <a:xfrm>
              <a:off x="6553542" y="3975148"/>
              <a:ext cx="32195" cy="11581"/>
            </a:xfrm>
            <a:custGeom>
              <a:avLst/>
              <a:gdLst/>
              <a:ahLst/>
              <a:cxnLst/>
              <a:rect l="l" t="t" r="r" b="b"/>
              <a:pathLst>
                <a:path w="1226" h="441" extrusionOk="0">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137"/>
            <p:cNvSpPr/>
            <p:nvPr/>
          </p:nvSpPr>
          <p:spPr>
            <a:xfrm>
              <a:off x="6532192" y="3911100"/>
              <a:ext cx="27442" cy="23608"/>
            </a:xfrm>
            <a:custGeom>
              <a:avLst/>
              <a:gdLst/>
              <a:ahLst/>
              <a:cxnLst/>
              <a:rect l="l" t="t" r="r" b="b"/>
              <a:pathLst>
                <a:path w="1045" h="899" extrusionOk="0">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137"/>
            <p:cNvSpPr/>
            <p:nvPr/>
          </p:nvSpPr>
          <p:spPr>
            <a:xfrm>
              <a:off x="6531221" y="4027327"/>
              <a:ext cx="27626" cy="23503"/>
            </a:xfrm>
            <a:custGeom>
              <a:avLst/>
              <a:gdLst/>
              <a:ahLst/>
              <a:cxnLst/>
              <a:rect l="l" t="t" r="r" b="b"/>
              <a:pathLst>
                <a:path w="1052" h="895" extrusionOk="0">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7" name="Google Shape;13597;p137"/>
          <p:cNvGrpSpPr/>
          <p:nvPr/>
        </p:nvGrpSpPr>
        <p:grpSpPr>
          <a:xfrm>
            <a:off x="2182643" y="3386320"/>
            <a:ext cx="382030" cy="320451"/>
            <a:chOff x="2182643" y="3386320"/>
            <a:chExt cx="382030" cy="320451"/>
          </a:xfrm>
        </p:grpSpPr>
        <p:sp>
          <p:nvSpPr>
            <p:cNvPr id="13598" name="Google Shape;13598;p137"/>
            <p:cNvSpPr/>
            <p:nvPr/>
          </p:nvSpPr>
          <p:spPr>
            <a:xfrm>
              <a:off x="2182643" y="3386320"/>
              <a:ext cx="382030" cy="320451"/>
            </a:xfrm>
            <a:custGeom>
              <a:avLst/>
              <a:gdLst/>
              <a:ahLst/>
              <a:cxnLst/>
              <a:rect l="l" t="t" r="r" b="b"/>
              <a:pathLst>
                <a:path w="14548" h="12203" extrusionOk="0">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137"/>
            <p:cNvSpPr/>
            <p:nvPr/>
          </p:nvSpPr>
          <p:spPr>
            <a:xfrm>
              <a:off x="2281171" y="3466492"/>
              <a:ext cx="185002" cy="184739"/>
            </a:xfrm>
            <a:custGeom>
              <a:avLst/>
              <a:gdLst/>
              <a:ahLst/>
              <a:cxnLst/>
              <a:rect l="l" t="t" r="r" b="b"/>
              <a:pathLst>
                <a:path w="7045" h="7035" extrusionOk="0">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137"/>
            <p:cNvSpPr/>
            <p:nvPr/>
          </p:nvSpPr>
          <p:spPr>
            <a:xfrm>
              <a:off x="2299763" y="3484821"/>
              <a:ext cx="147791" cy="148054"/>
            </a:xfrm>
            <a:custGeom>
              <a:avLst/>
              <a:gdLst/>
              <a:ahLst/>
              <a:cxnLst/>
              <a:rect l="l" t="t" r="r" b="b"/>
              <a:pathLst>
                <a:path w="5628" h="5638" extrusionOk="0">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137"/>
            <p:cNvSpPr/>
            <p:nvPr/>
          </p:nvSpPr>
          <p:spPr>
            <a:xfrm>
              <a:off x="2336711" y="3564993"/>
              <a:ext cx="73922" cy="67830"/>
            </a:xfrm>
            <a:custGeom>
              <a:avLst/>
              <a:gdLst/>
              <a:ahLst/>
              <a:cxnLst/>
              <a:rect l="l" t="t" r="r" b="b"/>
              <a:pathLst>
                <a:path w="2815" h="2583" extrusionOk="0">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137"/>
            <p:cNvSpPr/>
            <p:nvPr/>
          </p:nvSpPr>
          <p:spPr>
            <a:xfrm>
              <a:off x="2295745" y="3386320"/>
              <a:ext cx="139519" cy="36974"/>
            </a:xfrm>
            <a:custGeom>
              <a:avLst/>
              <a:gdLst/>
              <a:ahLst/>
              <a:cxnLst/>
              <a:rect l="l" t="t" r="r" b="b"/>
              <a:pathLst>
                <a:path w="5313" h="1408" extrusionOk="0">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137"/>
            <p:cNvSpPr/>
            <p:nvPr/>
          </p:nvSpPr>
          <p:spPr>
            <a:xfrm>
              <a:off x="2342987" y="3386320"/>
              <a:ext cx="92514" cy="36974"/>
            </a:xfrm>
            <a:custGeom>
              <a:avLst/>
              <a:gdLst/>
              <a:ahLst/>
              <a:cxnLst/>
              <a:rect l="l" t="t" r="r" b="b"/>
              <a:pathLst>
                <a:path w="3523" h="1408" extrusionOk="0">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137"/>
            <p:cNvSpPr/>
            <p:nvPr/>
          </p:nvSpPr>
          <p:spPr>
            <a:xfrm>
              <a:off x="2182643" y="3676073"/>
              <a:ext cx="382030" cy="30698"/>
            </a:xfrm>
            <a:custGeom>
              <a:avLst/>
              <a:gdLst/>
              <a:ahLst/>
              <a:cxnLst/>
              <a:rect l="l" t="t" r="r" b="b"/>
              <a:pathLst>
                <a:path w="14548" h="1169" extrusionOk="0">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137"/>
            <p:cNvSpPr/>
            <p:nvPr/>
          </p:nvSpPr>
          <p:spPr>
            <a:xfrm>
              <a:off x="2336711" y="3584609"/>
              <a:ext cx="74158" cy="48213"/>
            </a:xfrm>
            <a:custGeom>
              <a:avLst/>
              <a:gdLst/>
              <a:ahLst/>
              <a:cxnLst/>
              <a:rect l="l" t="t" r="r" b="b"/>
              <a:pathLst>
                <a:path w="2824" h="1836" extrusionOk="0">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137"/>
            <p:cNvSpPr/>
            <p:nvPr/>
          </p:nvSpPr>
          <p:spPr>
            <a:xfrm>
              <a:off x="2360082" y="3564993"/>
              <a:ext cx="27179" cy="18513"/>
            </a:xfrm>
            <a:custGeom>
              <a:avLst/>
              <a:gdLst/>
              <a:ahLst/>
              <a:cxnLst/>
              <a:rect l="l" t="t" r="r" b="b"/>
              <a:pathLst>
                <a:path w="1035" h="705" extrusionOk="0">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137"/>
            <p:cNvSpPr/>
            <p:nvPr/>
          </p:nvSpPr>
          <p:spPr>
            <a:xfrm>
              <a:off x="2349027" y="3515756"/>
              <a:ext cx="49290" cy="55566"/>
            </a:xfrm>
            <a:custGeom>
              <a:avLst/>
              <a:gdLst/>
              <a:ahLst/>
              <a:cxnLst/>
              <a:rect l="l" t="t" r="r" b="b"/>
              <a:pathLst>
                <a:path w="1877" h="2116" extrusionOk="0">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137"/>
            <p:cNvSpPr/>
            <p:nvPr/>
          </p:nvSpPr>
          <p:spPr>
            <a:xfrm>
              <a:off x="2349027" y="3515756"/>
              <a:ext cx="33954" cy="55461"/>
            </a:xfrm>
            <a:custGeom>
              <a:avLst/>
              <a:gdLst/>
              <a:ahLst/>
              <a:cxnLst/>
              <a:rect l="l" t="t" r="r" b="b"/>
              <a:pathLst>
                <a:path w="1293" h="2112" extrusionOk="0">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137"/>
            <p:cNvSpPr/>
            <p:nvPr/>
          </p:nvSpPr>
          <p:spPr>
            <a:xfrm>
              <a:off x="2349027" y="3515756"/>
              <a:ext cx="49290" cy="24894"/>
            </a:xfrm>
            <a:custGeom>
              <a:avLst/>
              <a:gdLst/>
              <a:ahLst/>
              <a:cxnLst/>
              <a:rect l="l" t="t" r="r" b="b"/>
              <a:pathLst>
                <a:path w="1877" h="948" extrusionOk="0">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137"/>
            <p:cNvSpPr/>
            <p:nvPr/>
          </p:nvSpPr>
          <p:spPr>
            <a:xfrm>
              <a:off x="2349027" y="3515755"/>
              <a:ext cx="33954" cy="22374"/>
            </a:xfrm>
            <a:custGeom>
              <a:avLst/>
              <a:gdLst/>
              <a:ahLst/>
              <a:cxnLst/>
              <a:rect l="l" t="t" r="r" b="b"/>
              <a:pathLst>
                <a:path w="1293" h="852" extrusionOk="0">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137"/>
            <p:cNvSpPr/>
            <p:nvPr/>
          </p:nvSpPr>
          <p:spPr>
            <a:xfrm>
              <a:off x="2336711" y="3595402"/>
              <a:ext cx="18382" cy="34978"/>
            </a:xfrm>
            <a:custGeom>
              <a:avLst/>
              <a:gdLst/>
              <a:ahLst/>
              <a:cxnLst/>
              <a:rect l="l" t="t" r="r" b="b"/>
              <a:pathLst>
                <a:path w="700" h="1332" extrusionOk="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137"/>
            <p:cNvSpPr/>
            <p:nvPr/>
          </p:nvSpPr>
          <p:spPr>
            <a:xfrm>
              <a:off x="2392251" y="3595402"/>
              <a:ext cx="18382" cy="34978"/>
            </a:xfrm>
            <a:custGeom>
              <a:avLst/>
              <a:gdLst/>
              <a:ahLst/>
              <a:cxnLst/>
              <a:rect l="l" t="t" r="r" b="b"/>
              <a:pathLst>
                <a:path w="700" h="1332" extrusionOk="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3" name="Google Shape;13613;p137"/>
          <p:cNvGrpSpPr/>
          <p:nvPr/>
        </p:nvGrpSpPr>
        <p:grpSpPr>
          <a:xfrm>
            <a:off x="3084386" y="3389340"/>
            <a:ext cx="353880" cy="330745"/>
            <a:chOff x="3084386" y="3389340"/>
            <a:chExt cx="353880" cy="330745"/>
          </a:xfrm>
        </p:grpSpPr>
        <p:sp>
          <p:nvSpPr>
            <p:cNvPr id="13614" name="Google Shape;13614;p137"/>
            <p:cNvSpPr/>
            <p:nvPr/>
          </p:nvSpPr>
          <p:spPr>
            <a:xfrm>
              <a:off x="3084386" y="3458430"/>
              <a:ext cx="353880" cy="261655"/>
            </a:xfrm>
            <a:custGeom>
              <a:avLst/>
              <a:gdLst/>
              <a:ahLst/>
              <a:cxnLst/>
              <a:rect l="l" t="t" r="r" b="b"/>
              <a:pathLst>
                <a:path w="13476" h="9964" extrusionOk="0">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137"/>
            <p:cNvSpPr/>
            <p:nvPr/>
          </p:nvSpPr>
          <p:spPr>
            <a:xfrm>
              <a:off x="3084386" y="3458430"/>
              <a:ext cx="176940" cy="261655"/>
            </a:xfrm>
            <a:custGeom>
              <a:avLst/>
              <a:gdLst/>
              <a:ahLst/>
              <a:cxnLst/>
              <a:rect l="l" t="t" r="r" b="b"/>
              <a:pathLst>
                <a:path w="6738" h="9964" extrusionOk="0">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137"/>
            <p:cNvSpPr/>
            <p:nvPr/>
          </p:nvSpPr>
          <p:spPr>
            <a:xfrm>
              <a:off x="3115031" y="3489102"/>
              <a:ext cx="292825" cy="200574"/>
            </a:xfrm>
            <a:custGeom>
              <a:avLst/>
              <a:gdLst/>
              <a:ahLst/>
              <a:cxnLst/>
              <a:rect l="l" t="t" r="r" b="b"/>
              <a:pathLst>
                <a:path w="11151" h="7638" extrusionOk="0">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137"/>
            <p:cNvSpPr/>
            <p:nvPr/>
          </p:nvSpPr>
          <p:spPr>
            <a:xfrm>
              <a:off x="3115031" y="3489102"/>
              <a:ext cx="146294" cy="200338"/>
            </a:xfrm>
            <a:custGeom>
              <a:avLst/>
              <a:gdLst/>
              <a:ahLst/>
              <a:cxnLst/>
              <a:rect l="l" t="t" r="r" b="b"/>
              <a:pathLst>
                <a:path w="5571" h="7629" extrusionOk="0">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137"/>
            <p:cNvSpPr/>
            <p:nvPr/>
          </p:nvSpPr>
          <p:spPr>
            <a:xfrm>
              <a:off x="3191947" y="3389340"/>
              <a:ext cx="138994" cy="115885"/>
            </a:xfrm>
            <a:custGeom>
              <a:avLst/>
              <a:gdLst/>
              <a:ahLst/>
              <a:cxnLst/>
              <a:rect l="l" t="t" r="r" b="b"/>
              <a:pathLst>
                <a:path w="5293"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137"/>
            <p:cNvSpPr/>
            <p:nvPr/>
          </p:nvSpPr>
          <p:spPr>
            <a:xfrm>
              <a:off x="3223091" y="3538103"/>
              <a:ext cx="137261" cy="97792"/>
            </a:xfrm>
            <a:custGeom>
              <a:avLst/>
              <a:gdLst/>
              <a:ahLst/>
              <a:cxnLst/>
              <a:rect l="l" t="t" r="r" b="b"/>
              <a:pathLst>
                <a:path w="5227" h="3724" extrusionOk="0">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137"/>
            <p:cNvSpPr/>
            <p:nvPr/>
          </p:nvSpPr>
          <p:spPr>
            <a:xfrm>
              <a:off x="3182651" y="3610475"/>
              <a:ext cx="40467" cy="34532"/>
            </a:xfrm>
            <a:custGeom>
              <a:avLst/>
              <a:gdLst/>
              <a:ahLst/>
              <a:cxnLst/>
              <a:rect l="l" t="t" r="r" b="b"/>
              <a:pathLst>
                <a:path w="1541" h="1315" extrusionOk="0">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137"/>
            <p:cNvSpPr/>
            <p:nvPr/>
          </p:nvSpPr>
          <p:spPr>
            <a:xfrm>
              <a:off x="3145729" y="3529489"/>
              <a:ext cx="39495" cy="35005"/>
            </a:xfrm>
            <a:custGeom>
              <a:avLst/>
              <a:gdLst/>
              <a:ahLst/>
              <a:cxnLst/>
              <a:rect l="l" t="t" r="r" b="b"/>
              <a:pathLst>
                <a:path w="1504" h="1333" extrusionOk="0">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137"/>
            <p:cNvSpPr/>
            <p:nvPr/>
          </p:nvSpPr>
          <p:spPr>
            <a:xfrm>
              <a:off x="3345252" y="3621741"/>
              <a:ext cx="39521" cy="34978"/>
            </a:xfrm>
            <a:custGeom>
              <a:avLst/>
              <a:gdLst/>
              <a:ahLst/>
              <a:cxnLst/>
              <a:rect l="l" t="t" r="r" b="b"/>
              <a:pathLst>
                <a:path w="1505" h="1332" extrusionOk="0">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137"/>
            <p:cNvSpPr/>
            <p:nvPr/>
          </p:nvSpPr>
          <p:spPr>
            <a:xfrm>
              <a:off x="3245491" y="3544930"/>
              <a:ext cx="39705" cy="34873"/>
            </a:xfrm>
            <a:custGeom>
              <a:avLst/>
              <a:gdLst/>
              <a:ahLst/>
              <a:cxnLst/>
              <a:rect l="l" t="t" r="r" b="b"/>
              <a:pathLst>
                <a:path w="1512" h="1328" extrusionOk="0">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137"/>
            <p:cNvSpPr/>
            <p:nvPr/>
          </p:nvSpPr>
          <p:spPr>
            <a:xfrm>
              <a:off x="3191947" y="3389340"/>
              <a:ext cx="69642" cy="115885"/>
            </a:xfrm>
            <a:custGeom>
              <a:avLst/>
              <a:gdLst/>
              <a:ahLst/>
              <a:cxnLst/>
              <a:rect l="l" t="t" r="r" b="b"/>
              <a:pathLst>
                <a:path w="2652"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137"/>
            <p:cNvSpPr/>
            <p:nvPr/>
          </p:nvSpPr>
          <p:spPr>
            <a:xfrm>
              <a:off x="3240449" y="3450683"/>
              <a:ext cx="36711" cy="31670"/>
            </a:xfrm>
            <a:custGeom>
              <a:avLst/>
              <a:gdLst/>
              <a:ahLst/>
              <a:cxnLst/>
              <a:rect l="l" t="t" r="r" b="b"/>
              <a:pathLst>
                <a:path w="1398" h="1206" extrusionOk="0">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6" name="Google Shape;13626;p137"/>
          <p:cNvGrpSpPr/>
          <p:nvPr/>
        </p:nvGrpSpPr>
        <p:grpSpPr>
          <a:xfrm>
            <a:off x="863499" y="1970906"/>
            <a:ext cx="347078" cy="364016"/>
            <a:chOff x="863499" y="1970906"/>
            <a:chExt cx="347078" cy="364016"/>
          </a:xfrm>
        </p:grpSpPr>
        <p:sp>
          <p:nvSpPr>
            <p:cNvPr id="13627" name="Google Shape;13627;p137"/>
            <p:cNvSpPr/>
            <p:nvPr/>
          </p:nvSpPr>
          <p:spPr>
            <a:xfrm>
              <a:off x="984872" y="1970906"/>
              <a:ext cx="225705" cy="173447"/>
            </a:xfrm>
            <a:custGeom>
              <a:avLst/>
              <a:gdLst/>
              <a:ahLst/>
              <a:cxnLst/>
              <a:rect l="l" t="t" r="r" b="b"/>
              <a:pathLst>
                <a:path w="8595" h="6605" extrusionOk="0">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137"/>
            <p:cNvSpPr/>
            <p:nvPr/>
          </p:nvSpPr>
          <p:spPr>
            <a:xfrm>
              <a:off x="1020822" y="1970906"/>
              <a:ext cx="159871" cy="173447"/>
            </a:xfrm>
            <a:custGeom>
              <a:avLst/>
              <a:gdLst/>
              <a:ahLst/>
              <a:cxnLst/>
              <a:rect l="l" t="t" r="r" b="b"/>
              <a:pathLst>
                <a:path w="6088" h="6605" extrusionOk="0">
                  <a:moveTo>
                    <a:pt x="4728" y="1"/>
                  </a:moveTo>
                  <a:lnTo>
                    <a:pt x="0" y="6604"/>
                  </a:lnTo>
                  <a:lnTo>
                    <a:pt x="1369" y="6604"/>
                  </a:lnTo>
                  <a:lnTo>
                    <a:pt x="6087"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137"/>
            <p:cNvSpPr/>
            <p:nvPr/>
          </p:nvSpPr>
          <p:spPr>
            <a:xfrm>
              <a:off x="1056746" y="1970906"/>
              <a:ext cx="153831" cy="173447"/>
            </a:xfrm>
            <a:custGeom>
              <a:avLst/>
              <a:gdLst/>
              <a:ahLst/>
              <a:cxnLst/>
              <a:rect l="l" t="t" r="r" b="b"/>
              <a:pathLst>
                <a:path w="5858" h="6605" extrusionOk="0">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137"/>
            <p:cNvSpPr/>
            <p:nvPr/>
          </p:nvSpPr>
          <p:spPr>
            <a:xfrm>
              <a:off x="863499" y="1970906"/>
              <a:ext cx="225967" cy="173447"/>
            </a:xfrm>
            <a:custGeom>
              <a:avLst/>
              <a:gdLst/>
              <a:ahLst/>
              <a:cxnLst/>
              <a:rect l="l" t="t" r="r" b="b"/>
              <a:pathLst>
                <a:path w="8605" h="6605" extrusionOk="0">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137"/>
            <p:cNvSpPr/>
            <p:nvPr/>
          </p:nvSpPr>
          <p:spPr>
            <a:xfrm>
              <a:off x="895405" y="1970906"/>
              <a:ext cx="159871" cy="173447"/>
            </a:xfrm>
            <a:custGeom>
              <a:avLst/>
              <a:gdLst/>
              <a:ahLst/>
              <a:cxnLst/>
              <a:rect l="l" t="t" r="r" b="b"/>
              <a:pathLst>
                <a:path w="6088" h="6605" extrusionOk="0">
                  <a:moveTo>
                    <a:pt x="1" y="1"/>
                  </a:moveTo>
                  <a:lnTo>
                    <a:pt x="4719" y="6604"/>
                  </a:lnTo>
                  <a:lnTo>
                    <a:pt x="6088" y="6604"/>
                  </a:lnTo>
                  <a:lnTo>
                    <a:pt x="136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137"/>
            <p:cNvSpPr/>
            <p:nvPr/>
          </p:nvSpPr>
          <p:spPr>
            <a:xfrm>
              <a:off x="863499" y="1970906"/>
              <a:ext cx="155827" cy="173185"/>
            </a:xfrm>
            <a:custGeom>
              <a:avLst/>
              <a:gdLst/>
              <a:ahLst/>
              <a:cxnLst/>
              <a:rect l="l" t="t" r="r" b="b"/>
              <a:pathLst>
                <a:path w="5934" h="6595" extrusionOk="0">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137"/>
            <p:cNvSpPr/>
            <p:nvPr/>
          </p:nvSpPr>
          <p:spPr>
            <a:xfrm>
              <a:off x="1073080" y="2094302"/>
              <a:ext cx="35714" cy="49789"/>
            </a:xfrm>
            <a:custGeom>
              <a:avLst/>
              <a:gdLst/>
              <a:ahLst/>
              <a:cxnLst/>
              <a:rect l="l" t="t" r="r" b="b"/>
              <a:pathLst>
                <a:path w="1360" h="1896" extrusionOk="0">
                  <a:moveTo>
                    <a:pt x="738" y="1"/>
                  </a:moveTo>
                  <a:lnTo>
                    <a:pt x="1" y="1034"/>
                  </a:lnTo>
                  <a:lnTo>
                    <a:pt x="613" y="1896"/>
                  </a:lnTo>
                  <a:lnTo>
                    <a:pt x="1130" y="1187"/>
                  </a:lnTo>
                  <a:lnTo>
                    <a:pt x="1360" y="862"/>
                  </a:lnTo>
                  <a:lnTo>
                    <a:pt x="738"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137"/>
            <p:cNvSpPr/>
            <p:nvPr/>
          </p:nvSpPr>
          <p:spPr>
            <a:xfrm>
              <a:off x="1054987" y="2069171"/>
              <a:ext cx="37473" cy="52310"/>
            </a:xfrm>
            <a:custGeom>
              <a:avLst/>
              <a:gdLst/>
              <a:ahLst/>
              <a:cxnLst/>
              <a:rect l="l" t="t" r="r" b="b"/>
              <a:pathLst>
                <a:path w="1427" h="1992" extrusionOk="0">
                  <a:moveTo>
                    <a:pt x="747" y="1"/>
                  </a:moveTo>
                  <a:lnTo>
                    <a:pt x="1" y="1034"/>
                  </a:lnTo>
                  <a:lnTo>
                    <a:pt x="690" y="1991"/>
                  </a:lnTo>
                  <a:lnTo>
                    <a:pt x="1427" y="958"/>
                  </a:lnTo>
                  <a:lnTo>
                    <a:pt x="747"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137"/>
            <p:cNvSpPr/>
            <p:nvPr/>
          </p:nvSpPr>
          <p:spPr>
            <a:xfrm>
              <a:off x="1037156" y="2044040"/>
              <a:ext cx="37473" cy="52310"/>
            </a:xfrm>
            <a:custGeom>
              <a:avLst/>
              <a:gdLst/>
              <a:ahLst/>
              <a:cxnLst/>
              <a:rect l="l" t="t" r="r" b="b"/>
              <a:pathLst>
                <a:path w="1427" h="1992" extrusionOk="0">
                  <a:moveTo>
                    <a:pt x="737" y="1"/>
                  </a:moveTo>
                  <a:lnTo>
                    <a:pt x="0" y="1034"/>
                  </a:lnTo>
                  <a:lnTo>
                    <a:pt x="680" y="1991"/>
                  </a:lnTo>
                  <a:lnTo>
                    <a:pt x="1426" y="958"/>
                  </a:lnTo>
                  <a:lnTo>
                    <a:pt x="73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137"/>
            <p:cNvSpPr/>
            <p:nvPr/>
          </p:nvSpPr>
          <p:spPr>
            <a:xfrm>
              <a:off x="924317" y="2114890"/>
              <a:ext cx="225442" cy="220033"/>
            </a:xfrm>
            <a:custGeom>
              <a:avLst/>
              <a:gdLst/>
              <a:ahLst/>
              <a:cxnLst/>
              <a:rect l="l" t="t" r="r" b="b"/>
              <a:pathLst>
                <a:path w="8585" h="8379" extrusionOk="0">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137"/>
            <p:cNvSpPr/>
            <p:nvPr/>
          </p:nvSpPr>
          <p:spPr>
            <a:xfrm>
              <a:off x="1020822" y="2115100"/>
              <a:ext cx="128937" cy="219822"/>
            </a:xfrm>
            <a:custGeom>
              <a:avLst/>
              <a:gdLst/>
              <a:ahLst/>
              <a:cxnLst/>
              <a:rect l="l" t="t" r="r" b="b"/>
              <a:pathLst>
                <a:path w="4910" h="8371" extrusionOk="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137"/>
            <p:cNvSpPr/>
            <p:nvPr/>
          </p:nvSpPr>
          <p:spPr>
            <a:xfrm>
              <a:off x="953964" y="2141806"/>
              <a:ext cx="166147" cy="166147"/>
            </a:xfrm>
            <a:custGeom>
              <a:avLst/>
              <a:gdLst/>
              <a:ahLst/>
              <a:cxnLst/>
              <a:rect l="l" t="t" r="r" b="b"/>
              <a:pathLst>
                <a:path w="6327" h="6327" extrusionOk="0">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137"/>
            <p:cNvSpPr/>
            <p:nvPr/>
          </p:nvSpPr>
          <p:spPr>
            <a:xfrm>
              <a:off x="1020560" y="2141806"/>
              <a:ext cx="104068" cy="166252"/>
            </a:xfrm>
            <a:custGeom>
              <a:avLst/>
              <a:gdLst/>
              <a:ahLst/>
              <a:cxnLst/>
              <a:rect l="l" t="t" r="r" b="b"/>
              <a:pathLst>
                <a:path w="3963" h="6331" extrusionOk="0">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137"/>
            <p:cNvSpPr/>
            <p:nvPr/>
          </p:nvSpPr>
          <p:spPr>
            <a:xfrm>
              <a:off x="1020560" y="2187551"/>
              <a:ext cx="20378" cy="74657"/>
            </a:xfrm>
            <a:custGeom>
              <a:avLst/>
              <a:gdLst/>
              <a:ahLst/>
              <a:cxnLst/>
              <a:rect l="l" t="t" r="r" b="b"/>
              <a:pathLst>
                <a:path w="776" h="2843" extrusionOk="0">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1" name="Google Shape;13641;p137"/>
          <p:cNvGrpSpPr/>
          <p:nvPr/>
        </p:nvGrpSpPr>
        <p:grpSpPr>
          <a:xfrm>
            <a:off x="1749879" y="1970906"/>
            <a:ext cx="364436" cy="364174"/>
            <a:chOff x="1749879" y="1970906"/>
            <a:chExt cx="364436" cy="364174"/>
          </a:xfrm>
        </p:grpSpPr>
        <p:sp>
          <p:nvSpPr>
            <p:cNvPr id="13642" name="Google Shape;13642;p137"/>
            <p:cNvSpPr/>
            <p:nvPr/>
          </p:nvSpPr>
          <p:spPr>
            <a:xfrm>
              <a:off x="1750141" y="1970906"/>
              <a:ext cx="276124" cy="181982"/>
            </a:xfrm>
            <a:custGeom>
              <a:avLst/>
              <a:gdLst/>
              <a:ahLst/>
              <a:cxnLst/>
              <a:rect l="l" t="t" r="r" b="b"/>
              <a:pathLst>
                <a:path w="10515" h="6930" extrusionOk="0">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137"/>
            <p:cNvSpPr/>
            <p:nvPr/>
          </p:nvSpPr>
          <p:spPr>
            <a:xfrm>
              <a:off x="1932097" y="1970906"/>
              <a:ext cx="182218" cy="275966"/>
            </a:xfrm>
            <a:custGeom>
              <a:avLst/>
              <a:gdLst/>
              <a:ahLst/>
              <a:cxnLst/>
              <a:rect l="l" t="t" r="r" b="b"/>
              <a:pathLst>
                <a:path w="6939" h="10509" extrusionOk="0">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137"/>
            <p:cNvSpPr/>
            <p:nvPr/>
          </p:nvSpPr>
          <p:spPr>
            <a:xfrm>
              <a:off x="1838086" y="2152862"/>
              <a:ext cx="276229" cy="182218"/>
            </a:xfrm>
            <a:custGeom>
              <a:avLst/>
              <a:gdLst/>
              <a:ahLst/>
              <a:cxnLst/>
              <a:rect l="l" t="t" r="r" b="b"/>
              <a:pathLst>
                <a:path w="10519" h="6939" extrusionOk="0">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137"/>
            <p:cNvSpPr/>
            <p:nvPr/>
          </p:nvSpPr>
          <p:spPr>
            <a:xfrm>
              <a:off x="1749879" y="2058877"/>
              <a:ext cx="182244" cy="276203"/>
            </a:xfrm>
            <a:custGeom>
              <a:avLst/>
              <a:gdLst/>
              <a:ahLst/>
              <a:cxnLst/>
              <a:rect l="l" t="t" r="r" b="b"/>
              <a:pathLst>
                <a:path w="6940" h="10518" extrusionOk="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137"/>
            <p:cNvSpPr/>
            <p:nvPr/>
          </p:nvSpPr>
          <p:spPr>
            <a:xfrm>
              <a:off x="1750141" y="2152862"/>
              <a:ext cx="41228" cy="182218"/>
            </a:xfrm>
            <a:custGeom>
              <a:avLst/>
              <a:gdLst/>
              <a:ahLst/>
              <a:cxnLst/>
              <a:rect l="l" t="t" r="r" b="b"/>
              <a:pathLst>
                <a:path w="1570" h="6939" extrusionOk="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137"/>
            <p:cNvSpPr/>
            <p:nvPr/>
          </p:nvSpPr>
          <p:spPr>
            <a:xfrm>
              <a:off x="1796832" y="2059035"/>
              <a:ext cx="50340" cy="93853"/>
            </a:xfrm>
            <a:custGeom>
              <a:avLst/>
              <a:gdLst/>
              <a:ahLst/>
              <a:cxnLst/>
              <a:rect l="l" t="t" r="r" b="b"/>
              <a:pathLst>
                <a:path w="1917" h="3574" extrusionOk="0">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137"/>
            <p:cNvSpPr/>
            <p:nvPr/>
          </p:nvSpPr>
          <p:spPr>
            <a:xfrm>
              <a:off x="1750141" y="1970906"/>
              <a:ext cx="41228" cy="181982"/>
            </a:xfrm>
            <a:custGeom>
              <a:avLst/>
              <a:gdLst/>
              <a:ahLst/>
              <a:cxnLst/>
              <a:rect l="l" t="t" r="r" b="b"/>
              <a:pathLst>
                <a:path w="1570" h="6930" extrusionOk="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137"/>
            <p:cNvSpPr/>
            <p:nvPr/>
          </p:nvSpPr>
          <p:spPr>
            <a:xfrm>
              <a:off x="1999953" y="2029518"/>
              <a:ext cx="41990" cy="64678"/>
            </a:xfrm>
            <a:custGeom>
              <a:avLst/>
              <a:gdLst/>
              <a:ahLst/>
              <a:cxnLst/>
              <a:rect l="l" t="t" r="r" b="b"/>
              <a:pathLst>
                <a:path w="1599" h="2463" extrusionOk="0">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137"/>
            <p:cNvSpPr/>
            <p:nvPr/>
          </p:nvSpPr>
          <p:spPr>
            <a:xfrm>
              <a:off x="1932097" y="1970906"/>
              <a:ext cx="23634" cy="76443"/>
            </a:xfrm>
            <a:custGeom>
              <a:avLst/>
              <a:gdLst/>
              <a:ahLst/>
              <a:cxnLst/>
              <a:rect l="l" t="t" r="r" b="b"/>
              <a:pathLst>
                <a:path w="900" h="2911" extrusionOk="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137"/>
            <p:cNvSpPr/>
            <p:nvPr/>
          </p:nvSpPr>
          <p:spPr>
            <a:xfrm>
              <a:off x="1932097" y="2076708"/>
              <a:ext cx="23634" cy="76180"/>
            </a:xfrm>
            <a:custGeom>
              <a:avLst/>
              <a:gdLst/>
              <a:ahLst/>
              <a:cxnLst/>
              <a:rect l="l" t="t" r="r" b="b"/>
              <a:pathLst>
                <a:path w="900" h="2901" extrusionOk="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137"/>
            <p:cNvSpPr/>
            <p:nvPr/>
          </p:nvSpPr>
          <p:spPr>
            <a:xfrm>
              <a:off x="1981860" y="2152862"/>
              <a:ext cx="47268" cy="94011"/>
            </a:xfrm>
            <a:custGeom>
              <a:avLst/>
              <a:gdLst/>
              <a:ahLst/>
              <a:cxnLst/>
              <a:rect l="l" t="t" r="r" b="b"/>
              <a:pathLst>
                <a:path w="1800" h="3580" extrusionOk="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137"/>
            <p:cNvSpPr/>
            <p:nvPr/>
          </p:nvSpPr>
          <p:spPr>
            <a:xfrm>
              <a:off x="1920542" y="2152862"/>
              <a:ext cx="23398" cy="76417"/>
            </a:xfrm>
            <a:custGeom>
              <a:avLst/>
              <a:gdLst/>
              <a:ahLst/>
              <a:cxnLst/>
              <a:rect l="l" t="t" r="r" b="b"/>
              <a:pathLst>
                <a:path w="891" h="2910" extrusionOk="0">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137"/>
            <p:cNvSpPr/>
            <p:nvPr/>
          </p:nvSpPr>
          <p:spPr>
            <a:xfrm>
              <a:off x="1834068" y="2211605"/>
              <a:ext cx="42252" cy="64888"/>
            </a:xfrm>
            <a:custGeom>
              <a:avLst/>
              <a:gdLst/>
              <a:ahLst/>
              <a:cxnLst/>
              <a:rect l="l" t="t" r="r" b="b"/>
              <a:pathLst>
                <a:path w="1609" h="2471" extrusionOk="0">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137"/>
            <p:cNvSpPr/>
            <p:nvPr/>
          </p:nvSpPr>
          <p:spPr>
            <a:xfrm>
              <a:off x="1920542" y="2258663"/>
              <a:ext cx="29175" cy="76417"/>
            </a:xfrm>
            <a:custGeom>
              <a:avLst/>
              <a:gdLst/>
              <a:ahLst/>
              <a:cxnLst/>
              <a:rect l="l" t="t" r="r" b="b"/>
              <a:pathLst>
                <a:path w="1111" h="2910" extrusionOk="0">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6" name="Google Shape;13656;p137"/>
          <p:cNvGrpSpPr/>
          <p:nvPr/>
        </p:nvGrpSpPr>
        <p:grpSpPr>
          <a:xfrm>
            <a:off x="2186425" y="1976158"/>
            <a:ext cx="396106" cy="353985"/>
            <a:chOff x="2186425" y="1976158"/>
            <a:chExt cx="396106" cy="353985"/>
          </a:xfrm>
        </p:grpSpPr>
        <p:sp>
          <p:nvSpPr>
            <p:cNvPr id="13657" name="Google Shape;13657;p137"/>
            <p:cNvSpPr/>
            <p:nvPr/>
          </p:nvSpPr>
          <p:spPr>
            <a:xfrm>
              <a:off x="2256277" y="2024949"/>
              <a:ext cx="255379" cy="255352"/>
            </a:xfrm>
            <a:custGeom>
              <a:avLst/>
              <a:gdLst/>
              <a:ahLst/>
              <a:cxnLst/>
              <a:rect l="l" t="t" r="r" b="b"/>
              <a:pathLst>
                <a:path w="9725" h="9724" extrusionOk="0">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137"/>
            <p:cNvSpPr/>
            <p:nvPr/>
          </p:nvSpPr>
          <p:spPr>
            <a:xfrm>
              <a:off x="2230909" y="2027706"/>
              <a:ext cx="243036" cy="252700"/>
            </a:xfrm>
            <a:custGeom>
              <a:avLst/>
              <a:gdLst/>
              <a:ahLst/>
              <a:cxnLst/>
              <a:rect l="l" t="t" r="r" b="b"/>
              <a:pathLst>
                <a:path w="9255" h="9623" extrusionOk="0">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137"/>
            <p:cNvSpPr/>
            <p:nvPr/>
          </p:nvSpPr>
          <p:spPr>
            <a:xfrm>
              <a:off x="2309322" y="2026210"/>
              <a:ext cx="202570" cy="252332"/>
            </a:xfrm>
            <a:custGeom>
              <a:avLst/>
              <a:gdLst/>
              <a:ahLst/>
              <a:cxnLst/>
              <a:rect l="l" t="t" r="r" b="b"/>
              <a:pathLst>
                <a:path w="7714" h="9609" extrusionOk="0">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137"/>
            <p:cNvSpPr/>
            <p:nvPr/>
          </p:nvSpPr>
          <p:spPr>
            <a:xfrm>
              <a:off x="2339468" y="2073189"/>
              <a:ext cx="16360" cy="26181"/>
            </a:xfrm>
            <a:custGeom>
              <a:avLst/>
              <a:gdLst/>
              <a:ahLst/>
              <a:cxnLst/>
              <a:rect l="l" t="t" r="r" b="b"/>
              <a:pathLst>
                <a:path w="623" h="997" extrusionOk="0">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137"/>
            <p:cNvSpPr/>
            <p:nvPr/>
          </p:nvSpPr>
          <p:spPr>
            <a:xfrm>
              <a:off x="2309322" y="2158901"/>
              <a:ext cx="146531" cy="119641"/>
            </a:xfrm>
            <a:custGeom>
              <a:avLst/>
              <a:gdLst/>
              <a:ahLst/>
              <a:cxnLst/>
              <a:rect l="l" t="t" r="r" b="b"/>
              <a:pathLst>
                <a:path w="5580" h="4556" extrusionOk="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137"/>
            <p:cNvSpPr/>
            <p:nvPr/>
          </p:nvSpPr>
          <p:spPr>
            <a:xfrm>
              <a:off x="2236765" y="2073740"/>
              <a:ext cx="345765" cy="256403"/>
            </a:xfrm>
            <a:custGeom>
              <a:avLst/>
              <a:gdLst/>
              <a:ahLst/>
              <a:cxnLst/>
              <a:rect l="l" t="t" r="r" b="b"/>
              <a:pathLst>
                <a:path w="13167" h="9764" extrusionOk="0">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137"/>
            <p:cNvSpPr/>
            <p:nvPr/>
          </p:nvSpPr>
          <p:spPr>
            <a:xfrm>
              <a:off x="2186425" y="1976158"/>
              <a:ext cx="344820" cy="255510"/>
            </a:xfrm>
            <a:custGeom>
              <a:avLst/>
              <a:gdLst/>
              <a:ahLst/>
              <a:cxnLst/>
              <a:rect l="l" t="t" r="r" b="b"/>
              <a:pathLst>
                <a:path w="13131" h="9730" extrusionOk="0">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4" name="Google Shape;13664;p137"/>
          <p:cNvGrpSpPr/>
          <p:nvPr/>
        </p:nvGrpSpPr>
        <p:grpSpPr>
          <a:xfrm>
            <a:off x="2659157" y="2017412"/>
            <a:ext cx="319190" cy="271240"/>
            <a:chOff x="2659157" y="2017412"/>
            <a:chExt cx="319190" cy="271240"/>
          </a:xfrm>
        </p:grpSpPr>
        <p:sp>
          <p:nvSpPr>
            <p:cNvPr id="13665" name="Google Shape;13665;p137"/>
            <p:cNvSpPr/>
            <p:nvPr/>
          </p:nvSpPr>
          <p:spPr>
            <a:xfrm>
              <a:off x="2808183" y="2086765"/>
              <a:ext cx="164125" cy="149314"/>
            </a:xfrm>
            <a:custGeom>
              <a:avLst/>
              <a:gdLst/>
              <a:ahLst/>
              <a:cxnLst/>
              <a:rect l="l" t="t" r="r" b="b"/>
              <a:pathLst>
                <a:path w="6250" h="5686" extrusionOk="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137"/>
            <p:cNvSpPr/>
            <p:nvPr/>
          </p:nvSpPr>
          <p:spPr>
            <a:xfrm>
              <a:off x="2881816" y="2017412"/>
              <a:ext cx="96532" cy="177334"/>
            </a:xfrm>
            <a:custGeom>
              <a:avLst/>
              <a:gdLst/>
              <a:ahLst/>
              <a:cxnLst/>
              <a:rect l="l" t="t" r="r" b="b"/>
              <a:pathLst>
                <a:path w="3676" h="6753" extrusionOk="0">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137"/>
            <p:cNvSpPr/>
            <p:nvPr/>
          </p:nvSpPr>
          <p:spPr>
            <a:xfrm>
              <a:off x="2947650" y="2150603"/>
              <a:ext cx="30698" cy="44196"/>
            </a:xfrm>
            <a:custGeom>
              <a:avLst/>
              <a:gdLst/>
              <a:ahLst/>
              <a:cxnLst/>
              <a:rect l="l" t="t" r="r" b="b"/>
              <a:pathLst>
                <a:path w="1169" h="1683" extrusionOk="0">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137"/>
            <p:cNvSpPr/>
            <p:nvPr/>
          </p:nvSpPr>
          <p:spPr>
            <a:xfrm>
              <a:off x="2818976" y="2136029"/>
              <a:ext cx="124682" cy="83034"/>
            </a:xfrm>
            <a:custGeom>
              <a:avLst/>
              <a:gdLst/>
              <a:ahLst/>
              <a:cxnLst/>
              <a:rect l="l" t="t" r="r" b="b"/>
              <a:pathLst>
                <a:path w="4748" h="3162" extrusionOk="0">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137"/>
            <p:cNvSpPr/>
            <p:nvPr/>
          </p:nvSpPr>
          <p:spPr>
            <a:xfrm>
              <a:off x="2867741" y="2177730"/>
              <a:ext cx="73160" cy="41360"/>
            </a:xfrm>
            <a:custGeom>
              <a:avLst/>
              <a:gdLst/>
              <a:ahLst/>
              <a:cxnLst/>
              <a:rect l="l" t="t" r="r" b="b"/>
              <a:pathLst>
                <a:path w="2786" h="1575" extrusionOk="0">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137"/>
            <p:cNvSpPr/>
            <p:nvPr/>
          </p:nvSpPr>
          <p:spPr>
            <a:xfrm>
              <a:off x="2795867" y="2157641"/>
              <a:ext cx="124919" cy="82798"/>
            </a:xfrm>
            <a:custGeom>
              <a:avLst/>
              <a:gdLst/>
              <a:ahLst/>
              <a:cxnLst/>
              <a:rect l="l" t="t" r="r" b="b"/>
              <a:pathLst>
                <a:path w="4757" h="3153" extrusionOk="0">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137"/>
            <p:cNvSpPr/>
            <p:nvPr/>
          </p:nvSpPr>
          <p:spPr>
            <a:xfrm>
              <a:off x="2852667" y="2204620"/>
              <a:ext cx="65099" cy="35845"/>
            </a:xfrm>
            <a:custGeom>
              <a:avLst/>
              <a:gdLst/>
              <a:ahLst/>
              <a:cxnLst/>
              <a:rect l="l" t="t" r="r" b="b"/>
              <a:pathLst>
                <a:path w="2479" h="1365" extrusionOk="0">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137"/>
            <p:cNvSpPr/>
            <p:nvPr/>
          </p:nvSpPr>
          <p:spPr>
            <a:xfrm>
              <a:off x="2772732" y="2178990"/>
              <a:ext cx="124945" cy="83060"/>
            </a:xfrm>
            <a:custGeom>
              <a:avLst/>
              <a:gdLst/>
              <a:ahLst/>
              <a:cxnLst/>
              <a:rect l="l" t="t" r="r" b="b"/>
              <a:pathLst>
                <a:path w="4758" h="3163" extrusionOk="0">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137"/>
            <p:cNvSpPr/>
            <p:nvPr/>
          </p:nvSpPr>
          <p:spPr>
            <a:xfrm>
              <a:off x="2837594" y="2231011"/>
              <a:ext cx="56800" cy="31013"/>
            </a:xfrm>
            <a:custGeom>
              <a:avLst/>
              <a:gdLst/>
              <a:ahLst/>
              <a:cxnLst/>
              <a:rect l="l" t="t" r="r" b="b"/>
              <a:pathLst>
                <a:path w="2163" h="1181" extrusionOk="0">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137"/>
            <p:cNvSpPr/>
            <p:nvPr/>
          </p:nvSpPr>
          <p:spPr>
            <a:xfrm>
              <a:off x="2749623" y="2200602"/>
              <a:ext cx="124919" cy="82955"/>
            </a:xfrm>
            <a:custGeom>
              <a:avLst/>
              <a:gdLst/>
              <a:ahLst/>
              <a:cxnLst/>
              <a:rect l="l" t="t" r="r" b="b"/>
              <a:pathLst>
                <a:path w="4757" h="3159" extrusionOk="0">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137"/>
            <p:cNvSpPr/>
            <p:nvPr/>
          </p:nvSpPr>
          <p:spPr>
            <a:xfrm>
              <a:off x="2822495" y="2255906"/>
              <a:ext cx="49054" cy="27494"/>
            </a:xfrm>
            <a:custGeom>
              <a:avLst/>
              <a:gdLst/>
              <a:ahLst/>
              <a:cxnLst/>
              <a:rect l="l" t="t" r="r" b="b"/>
              <a:pathLst>
                <a:path w="1868" h="1047" extrusionOk="0">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137"/>
            <p:cNvSpPr/>
            <p:nvPr/>
          </p:nvSpPr>
          <p:spPr>
            <a:xfrm>
              <a:off x="2673968" y="2097059"/>
              <a:ext cx="159109" cy="144036"/>
            </a:xfrm>
            <a:custGeom>
              <a:avLst/>
              <a:gdLst/>
              <a:ahLst/>
              <a:cxnLst/>
              <a:rect l="l" t="t" r="r" b="b"/>
              <a:pathLst>
                <a:path w="6059" h="5485" extrusionOk="0">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137"/>
            <p:cNvSpPr/>
            <p:nvPr/>
          </p:nvSpPr>
          <p:spPr>
            <a:xfrm>
              <a:off x="2659157" y="2039261"/>
              <a:ext cx="98528" cy="170191"/>
            </a:xfrm>
            <a:custGeom>
              <a:avLst/>
              <a:gdLst/>
              <a:ahLst/>
              <a:cxnLst/>
              <a:rect l="l" t="t" r="r" b="b"/>
              <a:pathLst>
                <a:path w="3752" h="6481" extrusionOk="0">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137"/>
            <p:cNvSpPr/>
            <p:nvPr/>
          </p:nvSpPr>
          <p:spPr>
            <a:xfrm>
              <a:off x="2659157" y="2039261"/>
              <a:ext cx="75918" cy="159109"/>
            </a:xfrm>
            <a:custGeom>
              <a:avLst/>
              <a:gdLst/>
              <a:ahLst/>
              <a:cxnLst/>
              <a:rect l="l" t="t" r="r" b="b"/>
              <a:pathLst>
                <a:path w="2891" h="6059" extrusionOk="0">
                  <a:moveTo>
                    <a:pt x="0" y="1"/>
                  </a:moveTo>
                  <a:lnTo>
                    <a:pt x="0" y="5810"/>
                  </a:lnTo>
                  <a:lnTo>
                    <a:pt x="431" y="6059"/>
                  </a:lnTo>
                  <a:lnTo>
                    <a:pt x="2890" y="1676"/>
                  </a:lnTo>
                  <a:lnTo>
                    <a:pt x="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137"/>
            <p:cNvSpPr/>
            <p:nvPr/>
          </p:nvSpPr>
          <p:spPr>
            <a:xfrm>
              <a:off x="2659157" y="2159138"/>
              <a:ext cx="47268" cy="50314"/>
            </a:xfrm>
            <a:custGeom>
              <a:avLst/>
              <a:gdLst/>
              <a:ahLst/>
              <a:cxnLst/>
              <a:rect l="l" t="t" r="r" b="b"/>
              <a:pathLst>
                <a:path w="1800" h="1916" extrusionOk="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137"/>
            <p:cNvSpPr/>
            <p:nvPr/>
          </p:nvSpPr>
          <p:spPr>
            <a:xfrm>
              <a:off x="2659157" y="2159138"/>
              <a:ext cx="24894" cy="39232"/>
            </a:xfrm>
            <a:custGeom>
              <a:avLst/>
              <a:gdLst/>
              <a:ahLst/>
              <a:cxnLst/>
              <a:rect l="l" t="t" r="r" b="b"/>
              <a:pathLst>
                <a:path w="948" h="1494" extrusionOk="0">
                  <a:moveTo>
                    <a:pt x="0" y="1"/>
                  </a:moveTo>
                  <a:lnTo>
                    <a:pt x="0" y="1245"/>
                  </a:lnTo>
                  <a:lnTo>
                    <a:pt x="431" y="1494"/>
                  </a:lnTo>
                  <a:lnTo>
                    <a:pt x="948" y="575"/>
                  </a:lnTo>
                  <a:lnTo>
                    <a:pt x="0"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137"/>
            <p:cNvSpPr/>
            <p:nvPr/>
          </p:nvSpPr>
          <p:spPr>
            <a:xfrm>
              <a:off x="2706898" y="2179463"/>
              <a:ext cx="67121" cy="53859"/>
            </a:xfrm>
            <a:custGeom>
              <a:avLst/>
              <a:gdLst/>
              <a:ahLst/>
              <a:cxnLst/>
              <a:rect l="l" t="t" r="r" b="b"/>
              <a:pathLst>
                <a:path w="2556" h="2051" extrusionOk="0">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137"/>
            <p:cNvSpPr/>
            <p:nvPr/>
          </p:nvSpPr>
          <p:spPr>
            <a:xfrm>
              <a:off x="2710154" y="2180513"/>
              <a:ext cx="63864" cy="52914"/>
            </a:xfrm>
            <a:custGeom>
              <a:avLst/>
              <a:gdLst/>
              <a:ahLst/>
              <a:cxnLst/>
              <a:rect l="l" t="t" r="r" b="b"/>
              <a:pathLst>
                <a:path w="2432" h="2015" extrusionOk="0">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137"/>
            <p:cNvSpPr/>
            <p:nvPr/>
          </p:nvSpPr>
          <p:spPr>
            <a:xfrm>
              <a:off x="2732528" y="2203254"/>
              <a:ext cx="59847" cy="48528"/>
            </a:xfrm>
            <a:custGeom>
              <a:avLst/>
              <a:gdLst/>
              <a:ahLst/>
              <a:cxnLst/>
              <a:rect l="l" t="t" r="r" b="b"/>
              <a:pathLst>
                <a:path w="2279" h="1848" extrusionOk="0">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137"/>
            <p:cNvSpPr/>
            <p:nvPr/>
          </p:nvSpPr>
          <p:spPr>
            <a:xfrm>
              <a:off x="2735810" y="2204384"/>
              <a:ext cx="56564" cy="47399"/>
            </a:xfrm>
            <a:custGeom>
              <a:avLst/>
              <a:gdLst/>
              <a:ahLst/>
              <a:cxnLst/>
              <a:rect l="l" t="t" r="r" b="b"/>
              <a:pathLst>
                <a:path w="2154" h="1805" extrusionOk="0">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137"/>
            <p:cNvSpPr/>
            <p:nvPr/>
          </p:nvSpPr>
          <p:spPr>
            <a:xfrm>
              <a:off x="2758158" y="2226967"/>
              <a:ext cx="52310" cy="43303"/>
            </a:xfrm>
            <a:custGeom>
              <a:avLst/>
              <a:gdLst/>
              <a:ahLst/>
              <a:cxnLst/>
              <a:rect l="l" t="t" r="r" b="b"/>
              <a:pathLst>
                <a:path w="1992" h="1649" extrusionOk="0">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137"/>
            <p:cNvSpPr/>
            <p:nvPr/>
          </p:nvSpPr>
          <p:spPr>
            <a:xfrm>
              <a:off x="2761178" y="2228018"/>
              <a:ext cx="49290" cy="42252"/>
            </a:xfrm>
            <a:custGeom>
              <a:avLst/>
              <a:gdLst/>
              <a:ahLst/>
              <a:cxnLst/>
              <a:rect l="l" t="t" r="r" b="b"/>
              <a:pathLst>
                <a:path w="1877" h="1609" extrusionOk="0">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137"/>
            <p:cNvSpPr/>
            <p:nvPr/>
          </p:nvSpPr>
          <p:spPr>
            <a:xfrm>
              <a:off x="2783814" y="2250706"/>
              <a:ext cx="45010" cy="37919"/>
            </a:xfrm>
            <a:custGeom>
              <a:avLst/>
              <a:gdLst/>
              <a:ahLst/>
              <a:cxnLst/>
              <a:rect l="l" t="t" r="r" b="b"/>
              <a:pathLst>
                <a:path w="1714" h="1444" extrusionOk="0">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137"/>
            <p:cNvSpPr/>
            <p:nvPr/>
          </p:nvSpPr>
          <p:spPr>
            <a:xfrm>
              <a:off x="2786807" y="2251888"/>
              <a:ext cx="42016" cy="36764"/>
            </a:xfrm>
            <a:custGeom>
              <a:avLst/>
              <a:gdLst/>
              <a:ahLst/>
              <a:cxnLst/>
              <a:rect l="l" t="t" r="r" b="b"/>
              <a:pathLst>
                <a:path w="1600" h="1400" extrusionOk="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137"/>
            <p:cNvSpPr/>
            <p:nvPr/>
          </p:nvSpPr>
          <p:spPr>
            <a:xfrm>
              <a:off x="2788829" y="2102101"/>
              <a:ext cx="64862" cy="99788"/>
            </a:xfrm>
            <a:custGeom>
              <a:avLst/>
              <a:gdLst/>
              <a:ahLst/>
              <a:cxnLst/>
              <a:rect l="l" t="t" r="r" b="b"/>
              <a:pathLst>
                <a:path w="2470" h="3800" extrusionOk="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137"/>
            <p:cNvSpPr/>
            <p:nvPr/>
          </p:nvSpPr>
          <p:spPr>
            <a:xfrm>
              <a:off x="2788829" y="2102101"/>
              <a:ext cx="27415" cy="99788"/>
            </a:xfrm>
            <a:custGeom>
              <a:avLst/>
              <a:gdLst/>
              <a:ahLst/>
              <a:cxnLst/>
              <a:rect l="l" t="t" r="r" b="b"/>
              <a:pathLst>
                <a:path w="1044" h="3800" extrusionOk="0">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1" name="Google Shape;13691;p137"/>
          <p:cNvGrpSpPr/>
          <p:nvPr/>
        </p:nvGrpSpPr>
        <p:grpSpPr>
          <a:xfrm>
            <a:off x="3111775" y="1993516"/>
            <a:ext cx="318928" cy="319217"/>
            <a:chOff x="3111775" y="1993516"/>
            <a:chExt cx="318928" cy="319217"/>
          </a:xfrm>
        </p:grpSpPr>
        <p:sp>
          <p:nvSpPr>
            <p:cNvPr id="13692" name="Google Shape;13692;p137"/>
            <p:cNvSpPr/>
            <p:nvPr/>
          </p:nvSpPr>
          <p:spPr>
            <a:xfrm>
              <a:off x="3204263" y="2013894"/>
              <a:ext cx="154067" cy="140964"/>
            </a:xfrm>
            <a:custGeom>
              <a:avLst/>
              <a:gdLst/>
              <a:ahLst/>
              <a:cxnLst/>
              <a:rect l="l" t="t" r="r" b="b"/>
              <a:pathLst>
                <a:path w="5867" h="5368" extrusionOk="0">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137"/>
            <p:cNvSpPr/>
            <p:nvPr/>
          </p:nvSpPr>
          <p:spPr>
            <a:xfrm>
              <a:off x="3204263" y="2013894"/>
              <a:ext cx="143773" cy="102808"/>
            </a:xfrm>
            <a:custGeom>
              <a:avLst/>
              <a:gdLst/>
              <a:ahLst/>
              <a:cxnLst/>
              <a:rect l="l" t="t" r="r" b="b"/>
              <a:pathLst>
                <a:path w="5475" h="3915" extrusionOk="0">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137"/>
            <p:cNvSpPr/>
            <p:nvPr/>
          </p:nvSpPr>
          <p:spPr>
            <a:xfrm>
              <a:off x="3112773" y="2137788"/>
              <a:ext cx="112865" cy="113102"/>
            </a:xfrm>
            <a:custGeom>
              <a:avLst/>
              <a:gdLst/>
              <a:ahLst/>
              <a:cxnLst/>
              <a:rect l="l" t="t" r="r" b="b"/>
              <a:pathLst>
                <a:path w="4298" h="4307" extrusionOk="0">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137"/>
            <p:cNvSpPr/>
            <p:nvPr/>
          </p:nvSpPr>
          <p:spPr>
            <a:xfrm>
              <a:off x="3143182" y="2138025"/>
              <a:ext cx="82220" cy="112865"/>
            </a:xfrm>
            <a:custGeom>
              <a:avLst/>
              <a:gdLst/>
              <a:ahLst/>
              <a:cxnLst/>
              <a:rect l="l" t="t" r="r" b="b"/>
              <a:pathLst>
                <a:path w="3131" h="4298" extrusionOk="0">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137"/>
            <p:cNvSpPr/>
            <p:nvPr/>
          </p:nvSpPr>
          <p:spPr>
            <a:xfrm>
              <a:off x="3111775" y="2223238"/>
              <a:ext cx="113102" cy="89231"/>
            </a:xfrm>
            <a:custGeom>
              <a:avLst/>
              <a:gdLst/>
              <a:ahLst/>
              <a:cxnLst/>
              <a:rect l="l" t="t" r="r" b="b"/>
              <a:pathLst>
                <a:path w="4307" h="3398" extrusionOk="0">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137"/>
            <p:cNvSpPr/>
            <p:nvPr/>
          </p:nvSpPr>
          <p:spPr>
            <a:xfrm>
              <a:off x="3149222" y="2223238"/>
              <a:ext cx="38208" cy="25157"/>
            </a:xfrm>
            <a:custGeom>
              <a:avLst/>
              <a:gdLst/>
              <a:ahLst/>
              <a:cxnLst/>
              <a:rect l="l" t="t" r="r" b="b"/>
              <a:pathLst>
                <a:path w="1455" h="958" extrusionOk="0">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137"/>
            <p:cNvSpPr/>
            <p:nvPr/>
          </p:nvSpPr>
          <p:spPr>
            <a:xfrm>
              <a:off x="3112011" y="2256142"/>
              <a:ext cx="113128" cy="56328"/>
            </a:xfrm>
            <a:custGeom>
              <a:avLst/>
              <a:gdLst/>
              <a:ahLst/>
              <a:cxnLst/>
              <a:rect l="l" t="t" r="r" b="b"/>
              <a:pathLst>
                <a:path w="4308" h="2145" extrusionOk="0">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137"/>
            <p:cNvSpPr/>
            <p:nvPr/>
          </p:nvSpPr>
          <p:spPr>
            <a:xfrm>
              <a:off x="3130629" y="2174106"/>
              <a:ext cx="75419" cy="61711"/>
            </a:xfrm>
            <a:custGeom>
              <a:avLst/>
              <a:gdLst/>
              <a:ahLst/>
              <a:cxnLst/>
              <a:rect l="l" t="t" r="r" b="b"/>
              <a:pathLst>
                <a:path w="2872" h="2350" extrusionOk="0">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137"/>
            <p:cNvSpPr/>
            <p:nvPr/>
          </p:nvSpPr>
          <p:spPr>
            <a:xfrm>
              <a:off x="3130629" y="2174106"/>
              <a:ext cx="75419" cy="61212"/>
            </a:xfrm>
            <a:custGeom>
              <a:avLst/>
              <a:gdLst/>
              <a:ahLst/>
              <a:cxnLst/>
              <a:rect l="l" t="t" r="r" b="b"/>
              <a:pathLst>
                <a:path w="2872" h="2331" extrusionOk="0">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137"/>
            <p:cNvSpPr/>
            <p:nvPr/>
          </p:nvSpPr>
          <p:spPr>
            <a:xfrm>
              <a:off x="3111775" y="2268957"/>
              <a:ext cx="25157" cy="43513"/>
            </a:xfrm>
            <a:custGeom>
              <a:avLst/>
              <a:gdLst/>
              <a:ahLst/>
              <a:cxnLst/>
              <a:rect l="l" t="t" r="r" b="b"/>
              <a:pathLst>
                <a:path w="958" h="1657" extrusionOk="0">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137"/>
            <p:cNvSpPr/>
            <p:nvPr/>
          </p:nvSpPr>
          <p:spPr>
            <a:xfrm>
              <a:off x="3199720" y="2268957"/>
              <a:ext cx="25157" cy="43513"/>
            </a:xfrm>
            <a:custGeom>
              <a:avLst/>
              <a:gdLst/>
              <a:ahLst/>
              <a:cxnLst/>
              <a:rect l="l" t="t" r="r" b="b"/>
              <a:pathLst>
                <a:path w="958" h="1657" extrusionOk="0">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137"/>
            <p:cNvSpPr/>
            <p:nvPr/>
          </p:nvSpPr>
          <p:spPr>
            <a:xfrm>
              <a:off x="3325636" y="2149343"/>
              <a:ext cx="30934" cy="67882"/>
            </a:xfrm>
            <a:custGeom>
              <a:avLst/>
              <a:gdLst/>
              <a:ahLst/>
              <a:cxnLst/>
              <a:rect l="l" t="t" r="r" b="b"/>
              <a:pathLst>
                <a:path w="1178" h="2585" extrusionOk="0">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137"/>
            <p:cNvSpPr/>
            <p:nvPr/>
          </p:nvSpPr>
          <p:spPr>
            <a:xfrm>
              <a:off x="3337952" y="2143067"/>
              <a:ext cx="73922" cy="73896"/>
            </a:xfrm>
            <a:custGeom>
              <a:avLst/>
              <a:gdLst/>
              <a:ahLst/>
              <a:cxnLst/>
              <a:rect l="l" t="t" r="r" b="b"/>
              <a:pathLst>
                <a:path w="2815" h="2814" extrusionOk="0">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137"/>
            <p:cNvSpPr/>
            <p:nvPr/>
          </p:nvSpPr>
          <p:spPr>
            <a:xfrm>
              <a:off x="3350268" y="2235554"/>
              <a:ext cx="36974" cy="27153"/>
            </a:xfrm>
            <a:custGeom>
              <a:avLst/>
              <a:gdLst/>
              <a:ahLst/>
              <a:cxnLst/>
              <a:rect l="l" t="t" r="r" b="b"/>
              <a:pathLst>
                <a:path w="1408" h="1034" extrusionOk="0">
                  <a:moveTo>
                    <a:pt x="0" y="0"/>
                  </a:moveTo>
                  <a:lnTo>
                    <a:pt x="0" y="1034"/>
                  </a:lnTo>
                  <a:lnTo>
                    <a:pt x="1407" y="1034"/>
                  </a:lnTo>
                  <a:lnTo>
                    <a:pt x="140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137"/>
            <p:cNvSpPr/>
            <p:nvPr/>
          </p:nvSpPr>
          <p:spPr>
            <a:xfrm>
              <a:off x="3350268" y="2235554"/>
              <a:ext cx="36974" cy="14916"/>
            </a:xfrm>
            <a:custGeom>
              <a:avLst/>
              <a:gdLst/>
              <a:ahLst/>
              <a:cxnLst/>
              <a:rect l="l" t="t" r="r" b="b"/>
              <a:pathLst>
                <a:path w="1408" h="568" extrusionOk="0">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137"/>
            <p:cNvSpPr/>
            <p:nvPr/>
          </p:nvSpPr>
          <p:spPr>
            <a:xfrm>
              <a:off x="3307044" y="2250365"/>
              <a:ext cx="123658" cy="62367"/>
            </a:xfrm>
            <a:custGeom>
              <a:avLst/>
              <a:gdLst/>
              <a:ahLst/>
              <a:cxnLst/>
              <a:rect l="l" t="t" r="r" b="b"/>
              <a:pathLst>
                <a:path w="4709" h="2375" extrusionOk="0">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137"/>
            <p:cNvSpPr/>
            <p:nvPr/>
          </p:nvSpPr>
          <p:spPr>
            <a:xfrm>
              <a:off x="3362584" y="2262681"/>
              <a:ext cx="12342" cy="49789"/>
            </a:xfrm>
            <a:custGeom>
              <a:avLst/>
              <a:gdLst/>
              <a:ahLst/>
              <a:cxnLst/>
              <a:rect l="l" t="t" r="r" b="b"/>
              <a:pathLst>
                <a:path w="470" h="1896" extrusionOk="0">
                  <a:moveTo>
                    <a:pt x="115" y="1"/>
                  </a:moveTo>
                  <a:lnTo>
                    <a:pt x="0" y="1896"/>
                  </a:lnTo>
                  <a:lnTo>
                    <a:pt x="469" y="1896"/>
                  </a:lnTo>
                  <a:lnTo>
                    <a:pt x="355"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137"/>
            <p:cNvSpPr/>
            <p:nvPr/>
          </p:nvSpPr>
          <p:spPr>
            <a:xfrm>
              <a:off x="3331676" y="2173948"/>
              <a:ext cx="74158" cy="67646"/>
            </a:xfrm>
            <a:custGeom>
              <a:avLst/>
              <a:gdLst/>
              <a:ahLst/>
              <a:cxnLst/>
              <a:rect l="l" t="t" r="r" b="b"/>
              <a:pathLst>
                <a:path w="2824" h="2576" extrusionOk="0">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137"/>
            <p:cNvSpPr/>
            <p:nvPr/>
          </p:nvSpPr>
          <p:spPr>
            <a:xfrm>
              <a:off x="3331676" y="2173975"/>
              <a:ext cx="73896" cy="66123"/>
            </a:xfrm>
            <a:custGeom>
              <a:avLst/>
              <a:gdLst/>
              <a:ahLst/>
              <a:cxnLst/>
              <a:rect l="l" t="t" r="r" b="b"/>
              <a:pathLst>
                <a:path w="2814" h="2518" extrusionOk="0">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137"/>
            <p:cNvSpPr/>
            <p:nvPr/>
          </p:nvSpPr>
          <p:spPr>
            <a:xfrm>
              <a:off x="3307281" y="2266200"/>
              <a:ext cx="24921" cy="46533"/>
            </a:xfrm>
            <a:custGeom>
              <a:avLst/>
              <a:gdLst/>
              <a:ahLst/>
              <a:cxnLst/>
              <a:rect l="l" t="t" r="r" b="b"/>
              <a:pathLst>
                <a:path w="949" h="1772" extrusionOk="0">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137"/>
            <p:cNvSpPr/>
            <p:nvPr/>
          </p:nvSpPr>
          <p:spPr>
            <a:xfrm>
              <a:off x="3405545" y="2266200"/>
              <a:ext cx="24658" cy="46533"/>
            </a:xfrm>
            <a:custGeom>
              <a:avLst/>
              <a:gdLst/>
              <a:ahLst/>
              <a:cxnLst/>
              <a:rect l="l" t="t" r="r" b="b"/>
              <a:pathLst>
                <a:path w="939" h="1772" extrusionOk="0">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137"/>
            <p:cNvSpPr/>
            <p:nvPr/>
          </p:nvSpPr>
          <p:spPr>
            <a:xfrm>
              <a:off x="3362584" y="2262681"/>
              <a:ext cx="12342" cy="12342"/>
            </a:xfrm>
            <a:custGeom>
              <a:avLst/>
              <a:gdLst/>
              <a:ahLst/>
              <a:cxnLst/>
              <a:rect l="l" t="t" r="r" b="b"/>
              <a:pathLst>
                <a:path w="470" h="470" extrusionOk="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137"/>
            <p:cNvSpPr/>
            <p:nvPr/>
          </p:nvSpPr>
          <p:spPr>
            <a:xfrm>
              <a:off x="3343493" y="2245481"/>
              <a:ext cx="25393" cy="25971"/>
            </a:xfrm>
            <a:custGeom>
              <a:avLst/>
              <a:gdLst/>
              <a:ahLst/>
              <a:cxnLst/>
              <a:rect l="l" t="t" r="r" b="b"/>
              <a:pathLst>
                <a:path w="967" h="989" extrusionOk="0">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137"/>
            <p:cNvSpPr/>
            <p:nvPr/>
          </p:nvSpPr>
          <p:spPr>
            <a:xfrm>
              <a:off x="3368860" y="2245559"/>
              <a:ext cx="25420" cy="26076"/>
            </a:xfrm>
            <a:custGeom>
              <a:avLst/>
              <a:gdLst/>
              <a:ahLst/>
              <a:cxnLst/>
              <a:rect l="l" t="t" r="r" b="b"/>
              <a:pathLst>
                <a:path w="968" h="993" extrusionOk="0">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137"/>
            <p:cNvSpPr/>
            <p:nvPr/>
          </p:nvSpPr>
          <p:spPr>
            <a:xfrm>
              <a:off x="3163297" y="1993516"/>
              <a:ext cx="174419" cy="150233"/>
            </a:xfrm>
            <a:custGeom>
              <a:avLst/>
              <a:gdLst/>
              <a:ahLst/>
              <a:cxnLst/>
              <a:rect l="l" t="t" r="r" b="b"/>
              <a:pathLst>
                <a:path w="6642" h="5721" extrusionOk="0">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137"/>
            <p:cNvSpPr/>
            <p:nvPr/>
          </p:nvSpPr>
          <p:spPr>
            <a:xfrm>
              <a:off x="3192446" y="2019172"/>
              <a:ext cx="28912" cy="10320"/>
            </a:xfrm>
            <a:custGeom>
              <a:avLst/>
              <a:gdLst/>
              <a:ahLst/>
              <a:cxnLst/>
              <a:rect l="l" t="t" r="r" b="b"/>
              <a:pathLst>
                <a:path w="1101" h="393" extrusionOk="0">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137"/>
            <p:cNvSpPr/>
            <p:nvPr/>
          </p:nvSpPr>
          <p:spPr>
            <a:xfrm>
              <a:off x="3228133" y="2019172"/>
              <a:ext cx="80434" cy="10320"/>
            </a:xfrm>
            <a:custGeom>
              <a:avLst/>
              <a:gdLst/>
              <a:ahLst/>
              <a:cxnLst/>
              <a:rect l="l" t="t" r="r" b="b"/>
              <a:pathLst>
                <a:path w="3063" h="393" extrusionOk="0">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137"/>
            <p:cNvSpPr/>
            <p:nvPr/>
          </p:nvSpPr>
          <p:spPr>
            <a:xfrm>
              <a:off x="3192183" y="2044802"/>
              <a:ext cx="116384" cy="10320"/>
            </a:xfrm>
            <a:custGeom>
              <a:avLst/>
              <a:gdLst/>
              <a:ahLst/>
              <a:cxnLst/>
              <a:rect l="l" t="t" r="r" b="b"/>
              <a:pathLst>
                <a:path w="4432" h="393" extrusionOk="0">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137"/>
            <p:cNvSpPr/>
            <p:nvPr/>
          </p:nvSpPr>
          <p:spPr>
            <a:xfrm>
              <a:off x="3192183" y="2070431"/>
              <a:ext cx="80461" cy="10320"/>
            </a:xfrm>
            <a:custGeom>
              <a:avLst/>
              <a:gdLst/>
              <a:ahLst/>
              <a:cxnLst/>
              <a:rect l="l" t="t" r="r" b="b"/>
              <a:pathLst>
                <a:path w="3064" h="393" extrusionOk="0">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137"/>
            <p:cNvSpPr/>
            <p:nvPr/>
          </p:nvSpPr>
          <p:spPr>
            <a:xfrm>
              <a:off x="3279655" y="2070431"/>
              <a:ext cx="28912" cy="10320"/>
            </a:xfrm>
            <a:custGeom>
              <a:avLst/>
              <a:gdLst/>
              <a:ahLst/>
              <a:cxnLst/>
              <a:rect l="l" t="t" r="r" b="b"/>
              <a:pathLst>
                <a:path w="1101" h="393" extrusionOk="0">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2" name="Google Shape;13722;p137"/>
          <p:cNvGrpSpPr/>
          <p:nvPr/>
        </p:nvGrpSpPr>
        <p:grpSpPr>
          <a:xfrm>
            <a:off x="4023785" y="1970407"/>
            <a:ext cx="288807" cy="355377"/>
            <a:chOff x="4023785" y="1970407"/>
            <a:chExt cx="288807" cy="355377"/>
          </a:xfrm>
        </p:grpSpPr>
        <p:sp>
          <p:nvSpPr>
            <p:cNvPr id="13723" name="Google Shape;13723;p137"/>
            <p:cNvSpPr/>
            <p:nvPr/>
          </p:nvSpPr>
          <p:spPr>
            <a:xfrm>
              <a:off x="4062492" y="2036766"/>
              <a:ext cx="31197" cy="34191"/>
            </a:xfrm>
            <a:custGeom>
              <a:avLst/>
              <a:gdLst/>
              <a:ahLst/>
              <a:cxnLst/>
              <a:rect l="l" t="t" r="r" b="b"/>
              <a:pathLst>
                <a:path w="1188" h="1302" extrusionOk="0">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137"/>
            <p:cNvSpPr/>
            <p:nvPr/>
          </p:nvSpPr>
          <p:spPr>
            <a:xfrm>
              <a:off x="4242452" y="2036766"/>
              <a:ext cx="31433" cy="34191"/>
            </a:xfrm>
            <a:custGeom>
              <a:avLst/>
              <a:gdLst/>
              <a:ahLst/>
              <a:cxnLst/>
              <a:rect l="l" t="t" r="r" b="b"/>
              <a:pathLst>
                <a:path w="1197" h="1302" extrusionOk="0">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137"/>
            <p:cNvSpPr/>
            <p:nvPr/>
          </p:nvSpPr>
          <p:spPr>
            <a:xfrm>
              <a:off x="4152222" y="2009613"/>
              <a:ext cx="31932" cy="32457"/>
            </a:xfrm>
            <a:custGeom>
              <a:avLst/>
              <a:gdLst/>
              <a:ahLst/>
              <a:cxnLst/>
              <a:rect l="l" t="t" r="r" b="b"/>
              <a:pathLst>
                <a:path w="1216" h="1236" extrusionOk="0">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137"/>
            <p:cNvSpPr/>
            <p:nvPr/>
          </p:nvSpPr>
          <p:spPr>
            <a:xfrm>
              <a:off x="4152222" y="2009613"/>
              <a:ext cx="21376" cy="32457"/>
            </a:xfrm>
            <a:custGeom>
              <a:avLst/>
              <a:gdLst/>
              <a:ahLst/>
              <a:cxnLst/>
              <a:rect l="l" t="t" r="r" b="b"/>
              <a:pathLst>
                <a:path w="814" h="1236" extrusionOk="0">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137"/>
            <p:cNvSpPr/>
            <p:nvPr/>
          </p:nvSpPr>
          <p:spPr>
            <a:xfrm>
              <a:off x="4023785" y="2036766"/>
              <a:ext cx="288807" cy="288781"/>
            </a:xfrm>
            <a:custGeom>
              <a:avLst/>
              <a:gdLst/>
              <a:ahLst/>
              <a:cxnLst/>
              <a:rect l="l" t="t" r="r" b="b"/>
              <a:pathLst>
                <a:path w="10998" h="10997" extrusionOk="0">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137"/>
            <p:cNvSpPr/>
            <p:nvPr/>
          </p:nvSpPr>
          <p:spPr>
            <a:xfrm>
              <a:off x="4030087" y="2037002"/>
              <a:ext cx="151048" cy="288781"/>
            </a:xfrm>
            <a:custGeom>
              <a:avLst/>
              <a:gdLst/>
              <a:ahLst/>
              <a:cxnLst/>
              <a:rect l="l" t="t" r="r" b="b"/>
              <a:pathLst>
                <a:path w="5752" h="10997" extrusionOk="0">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137"/>
            <p:cNvSpPr/>
            <p:nvPr/>
          </p:nvSpPr>
          <p:spPr>
            <a:xfrm>
              <a:off x="4037624" y="2060111"/>
              <a:ext cx="251597" cy="242065"/>
            </a:xfrm>
            <a:custGeom>
              <a:avLst/>
              <a:gdLst/>
              <a:ahLst/>
              <a:cxnLst/>
              <a:rect l="l" t="t" r="r" b="b"/>
              <a:pathLst>
                <a:path w="9581" h="9218" extrusionOk="0">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137"/>
            <p:cNvSpPr/>
            <p:nvPr/>
          </p:nvSpPr>
          <p:spPr>
            <a:xfrm>
              <a:off x="4049940" y="2060137"/>
              <a:ext cx="125418" cy="242038"/>
            </a:xfrm>
            <a:custGeom>
              <a:avLst/>
              <a:gdLst/>
              <a:ahLst/>
              <a:cxnLst/>
              <a:rect l="l" t="t" r="r" b="b"/>
              <a:pathLst>
                <a:path w="4776" h="9217" extrusionOk="0">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137"/>
            <p:cNvSpPr/>
            <p:nvPr/>
          </p:nvSpPr>
          <p:spPr>
            <a:xfrm>
              <a:off x="4054194" y="2076340"/>
              <a:ext cx="217932" cy="209739"/>
            </a:xfrm>
            <a:custGeom>
              <a:avLst/>
              <a:gdLst/>
              <a:ahLst/>
              <a:cxnLst/>
              <a:rect l="l" t="t" r="r" b="b"/>
              <a:pathLst>
                <a:path w="8299" h="7987" extrusionOk="0">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137"/>
            <p:cNvSpPr/>
            <p:nvPr/>
          </p:nvSpPr>
          <p:spPr>
            <a:xfrm>
              <a:off x="4062492" y="2076340"/>
              <a:ext cx="118144" cy="209607"/>
            </a:xfrm>
            <a:custGeom>
              <a:avLst/>
              <a:gdLst/>
              <a:ahLst/>
              <a:cxnLst/>
              <a:rect l="l" t="t" r="r" b="b"/>
              <a:pathLst>
                <a:path w="4499" h="7982" extrusionOk="0">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137"/>
            <p:cNvSpPr/>
            <p:nvPr/>
          </p:nvSpPr>
          <p:spPr>
            <a:xfrm>
              <a:off x="4162516" y="2109821"/>
              <a:ext cx="11344" cy="74736"/>
            </a:xfrm>
            <a:custGeom>
              <a:avLst/>
              <a:gdLst/>
              <a:ahLst/>
              <a:cxnLst/>
              <a:rect l="l" t="t" r="r" b="b"/>
              <a:pathLst>
                <a:path w="432" h="2846" extrusionOk="0">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137"/>
            <p:cNvSpPr/>
            <p:nvPr/>
          </p:nvSpPr>
          <p:spPr>
            <a:xfrm>
              <a:off x="4245970" y="2009561"/>
              <a:ext cx="55803" cy="47294"/>
            </a:xfrm>
            <a:custGeom>
              <a:avLst/>
              <a:gdLst/>
              <a:ahLst/>
              <a:cxnLst/>
              <a:rect l="l" t="t" r="r" b="b"/>
              <a:pathLst>
                <a:path w="2125" h="1801" extrusionOk="0">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137"/>
            <p:cNvSpPr/>
            <p:nvPr/>
          </p:nvSpPr>
          <p:spPr>
            <a:xfrm>
              <a:off x="4034604" y="2009561"/>
              <a:ext cx="55829" cy="47294"/>
            </a:xfrm>
            <a:custGeom>
              <a:avLst/>
              <a:gdLst/>
              <a:ahLst/>
              <a:cxnLst/>
              <a:rect l="l" t="t" r="r" b="b"/>
              <a:pathLst>
                <a:path w="2126" h="1801" extrusionOk="0">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137"/>
            <p:cNvSpPr/>
            <p:nvPr/>
          </p:nvSpPr>
          <p:spPr>
            <a:xfrm>
              <a:off x="4133368" y="1970407"/>
              <a:ext cx="69642" cy="41753"/>
            </a:xfrm>
            <a:custGeom>
              <a:avLst/>
              <a:gdLst/>
              <a:ahLst/>
              <a:cxnLst/>
              <a:rect l="l" t="t" r="r" b="b"/>
              <a:pathLst>
                <a:path w="2652" h="1590" extrusionOk="0">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137"/>
            <p:cNvSpPr/>
            <p:nvPr/>
          </p:nvSpPr>
          <p:spPr>
            <a:xfrm>
              <a:off x="4245970" y="2009561"/>
              <a:ext cx="49526" cy="47294"/>
            </a:xfrm>
            <a:custGeom>
              <a:avLst/>
              <a:gdLst/>
              <a:ahLst/>
              <a:cxnLst/>
              <a:rect l="l" t="t" r="r" b="b"/>
              <a:pathLst>
                <a:path w="1886" h="1801" extrusionOk="0">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137"/>
            <p:cNvSpPr/>
            <p:nvPr/>
          </p:nvSpPr>
          <p:spPr>
            <a:xfrm>
              <a:off x="4034604" y="2009561"/>
              <a:ext cx="49789" cy="47294"/>
            </a:xfrm>
            <a:custGeom>
              <a:avLst/>
              <a:gdLst/>
              <a:ahLst/>
              <a:cxnLst/>
              <a:rect l="l" t="t" r="r" b="b"/>
              <a:pathLst>
                <a:path w="1896" h="1801" extrusionOk="0">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137"/>
            <p:cNvSpPr/>
            <p:nvPr/>
          </p:nvSpPr>
          <p:spPr>
            <a:xfrm>
              <a:off x="4133368" y="1970407"/>
              <a:ext cx="30435" cy="41990"/>
            </a:xfrm>
            <a:custGeom>
              <a:avLst/>
              <a:gdLst/>
              <a:ahLst/>
              <a:cxnLst/>
              <a:rect l="l" t="t" r="r" b="b"/>
              <a:pathLst>
                <a:path w="1159" h="1599" extrusionOk="0">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137"/>
            <p:cNvSpPr/>
            <p:nvPr/>
          </p:nvSpPr>
          <p:spPr>
            <a:xfrm>
              <a:off x="4049178" y="2070930"/>
              <a:ext cx="229224" cy="220426"/>
            </a:xfrm>
            <a:custGeom>
              <a:avLst/>
              <a:gdLst/>
              <a:ahLst/>
              <a:cxnLst/>
              <a:rect l="l" t="t" r="r" b="b"/>
              <a:pathLst>
                <a:path w="8729" h="8394" extrusionOk="0">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137"/>
            <p:cNvSpPr/>
            <p:nvPr/>
          </p:nvSpPr>
          <p:spPr>
            <a:xfrm>
              <a:off x="4153719" y="2166674"/>
              <a:ext cx="28676" cy="28939"/>
            </a:xfrm>
            <a:custGeom>
              <a:avLst/>
              <a:gdLst/>
              <a:ahLst/>
              <a:cxnLst/>
              <a:rect l="l" t="t" r="r" b="b"/>
              <a:pathLst>
                <a:path w="1092" h="1102" extrusionOk="0">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137"/>
            <p:cNvSpPr/>
            <p:nvPr/>
          </p:nvSpPr>
          <p:spPr>
            <a:xfrm>
              <a:off x="4153982" y="2166832"/>
              <a:ext cx="23398" cy="28833"/>
            </a:xfrm>
            <a:custGeom>
              <a:avLst/>
              <a:gdLst/>
              <a:ahLst/>
              <a:cxnLst/>
              <a:rect l="l" t="t" r="r" b="b"/>
              <a:pathLst>
                <a:path w="891" h="1098" extrusionOk="0">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3" name="Google Shape;13743;p137"/>
          <p:cNvGrpSpPr/>
          <p:nvPr/>
        </p:nvGrpSpPr>
        <p:grpSpPr>
          <a:xfrm>
            <a:off x="3544540" y="3380963"/>
            <a:ext cx="320188" cy="319269"/>
            <a:chOff x="3544540" y="3380963"/>
            <a:chExt cx="320188" cy="319269"/>
          </a:xfrm>
        </p:grpSpPr>
        <p:sp>
          <p:nvSpPr>
            <p:cNvPr id="13744" name="Google Shape;13744;p137"/>
            <p:cNvSpPr/>
            <p:nvPr/>
          </p:nvSpPr>
          <p:spPr>
            <a:xfrm>
              <a:off x="3636528" y="3558218"/>
              <a:ext cx="51023" cy="51049"/>
            </a:xfrm>
            <a:custGeom>
              <a:avLst/>
              <a:gdLst/>
              <a:ahLst/>
              <a:cxnLst/>
              <a:rect l="l" t="t" r="r" b="b"/>
              <a:pathLst>
                <a:path w="1943" h="1944" extrusionOk="0">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137"/>
            <p:cNvSpPr/>
            <p:nvPr/>
          </p:nvSpPr>
          <p:spPr>
            <a:xfrm>
              <a:off x="3636765" y="3558454"/>
              <a:ext cx="40992" cy="50813"/>
            </a:xfrm>
            <a:custGeom>
              <a:avLst/>
              <a:gdLst/>
              <a:ahLst/>
              <a:cxnLst/>
              <a:rect l="l" t="t" r="r" b="b"/>
              <a:pathLst>
                <a:path w="1561" h="1935" extrusionOk="0">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137"/>
            <p:cNvSpPr/>
            <p:nvPr/>
          </p:nvSpPr>
          <p:spPr>
            <a:xfrm>
              <a:off x="3632248" y="3380963"/>
              <a:ext cx="232480" cy="221897"/>
            </a:xfrm>
            <a:custGeom>
              <a:avLst/>
              <a:gdLst/>
              <a:ahLst/>
              <a:cxnLst/>
              <a:rect l="l" t="t" r="r" b="b"/>
              <a:pathLst>
                <a:path w="8853" h="8450" extrusionOk="0">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137"/>
            <p:cNvSpPr/>
            <p:nvPr/>
          </p:nvSpPr>
          <p:spPr>
            <a:xfrm>
              <a:off x="3627731" y="3381094"/>
              <a:ext cx="135738" cy="221792"/>
            </a:xfrm>
            <a:custGeom>
              <a:avLst/>
              <a:gdLst/>
              <a:ahLst/>
              <a:cxnLst/>
              <a:rect l="l" t="t" r="r" b="b"/>
              <a:pathLst>
                <a:path w="5169" h="8446" extrusionOk="0">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137"/>
            <p:cNvSpPr/>
            <p:nvPr/>
          </p:nvSpPr>
          <p:spPr>
            <a:xfrm>
              <a:off x="3664154" y="3402050"/>
              <a:ext cx="188258" cy="179723"/>
            </a:xfrm>
            <a:custGeom>
              <a:avLst/>
              <a:gdLst/>
              <a:ahLst/>
              <a:cxnLst/>
              <a:rect l="l" t="t" r="r" b="b"/>
              <a:pathLst>
                <a:path w="7169" h="6844" extrusionOk="0">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137"/>
            <p:cNvSpPr/>
            <p:nvPr/>
          </p:nvSpPr>
          <p:spPr>
            <a:xfrm>
              <a:off x="3656381" y="3402102"/>
              <a:ext cx="107088" cy="179540"/>
            </a:xfrm>
            <a:custGeom>
              <a:avLst/>
              <a:gdLst/>
              <a:ahLst/>
              <a:cxnLst/>
              <a:rect l="l" t="t" r="r" b="b"/>
              <a:pathLst>
                <a:path w="4078" h="6837" extrusionOk="0">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137"/>
            <p:cNvSpPr/>
            <p:nvPr/>
          </p:nvSpPr>
          <p:spPr>
            <a:xfrm>
              <a:off x="3729252" y="3437579"/>
              <a:ext cx="49290" cy="49027"/>
            </a:xfrm>
            <a:custGeom>
              <a:avLst/>
              <a:gdLst/>
              <a:ahLst/>
              <a:cxnLst/>
              <a:rect l="l" t="t" r="r" b="b"/>
              <a:pathLst>
                <a:path w="1877" h="1867" extrusionOk="0">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137"/>
            <p:cNvSpPr/>
            <p:nvPr/>
          </p:nvSpPr>
          <p:spPr>
            <a:xfrm>
              <a:off x="3729252" y="3437658"/>
              <a:ext cx="34217" cy="49132"/>
            </a:xfrm>
            <a:custGeom>
              <a:avLst/>
              <a:gdLst/>
              <a:ahLst/>
              <a:cxnLst/>
              <a:rect l="l" t="t" r="r" b="b"/>
              <a:pathLst>
                <a:path w="1303" h="1871" extrusionOk="0">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137"/>
            <p:cNvSpPr/>
            <p:nvPr/>
          </p:nvSpPr>
          <p:spPr>
            <a:xfrm>
              <a:off x="3713680" y="3486581"/>
              <a:ext cx="80434" cy="51548"/>
            </a:xfrm>
            <a:custGeom>
              <a:avLst/>
              <a:gdLst/>
              <a:ahLst/>
              <a:cxnLst/>
              <a:rect l="l" t="t" r="r" b="b"/>
              <a:pathLst>
                <a:path w="3063" h="1963" extrusionOk="0">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137"/>
            <p:cNvSpPr/>
            <p:nvPr/>
          </p:nvSpPr>
          <p:spPr>
            <a:xfrm>
              <a:off x="3713680" y="3486581"/>
              <a:ext cx="45745" cy="51548"/>
            </a:xfrm>
            <a:custGeom>
              <a:avLst/>
              <a:gdLst/>
              <a:ahLst/>
              <a:cxnLst/>
              <a:rect l="l" t="t" r="r" b="b"/>
              <a:pathLst>
                <a:path w="1742" h="1963" extrusionOk="0">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137"/>
            <p:cNvSpPr/>
            <p:nvPr/>
          </p:nvSpPr>
          <p:spPr>
            <a:xfrm>
              <a:off x="3728990" y="3507274"/>
              <a:ext cx="9847" cy="30856"/>
            </a:xfrm>
            <a:custGeom>
              <a:avLst/>
              <a:gdLst/>
              <a:ahLst/>
              <a:cxnLst/>
              <a:rect l="l" t="t" r="r" b="b"/>
              <a:pathLst>
                <a:path w="375" h="1175" extrusionOk="0">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137"/>
            <p:cNvSpPr/>
            <p:nvPr/>
          </p:nvSpPr>
          <p:spPr>
            <a:xfrm>
              <a:off x="3768958" y="3507274"/>
              <a:ext cx="9821" cy="30856"/>
            </a:xfrm>
            <a:custGeom>
              <a:avLst/>
              <a:gdLst/>
              <a:ahLst/>
              <a:cxnLst/>
              <a:rect l="l" t="t" r="r" b="b"/>
              <a:pathLst>
                <a:path w="374" h="1175" extrusionOk="0">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137"/>
            <p:cNvSpPr/>
            <p:nvPr/>
          </p:nvSpPr>
          <p:spPr>
            <a:xfrm>
              <a:off x="3544540" y="3586342"/>
              <a:ext cx="116384" cy="113890"/>
            </a:xfrm>
            <a:custGeom>
              <a:avLst/>
              <a:gdLst/>
              <a:ahLst/>
              <a:cxnLst/>
              <a:rect l="l" t="t" r="r" b="b"/>
              <a:pathLst>
                <a:path w="4432" h="4337" extrusionOk="0">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137"/>
            <p:cNvSpPr/>
            <p:nvPr/>
          </p:nvSpPr>
          <p:spPr>
            <a:xfrm>
              <a:off x="3544540" y="3586369"/>
              <a:ext cx="101810" cy="113863"/>
            </a:xfrm>
            <a:custGeom>
              <a:avLst/>
              <a:gdLst/>
              <a:ahLst/>
              <a:cxnLst/>
              <a:rect l="l" t="t" r="r" b="b"/>
              <a:pathLst>
                <a:path w="3877" h="4336" extrusionOk="0">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137"/>
            <p:cNvSpPr/>
            <p:nvPr/>
          </p:nvSpPr>
          <p:spPr>
            <a:xfrm>
              <a:off x="3618409" y="3586106"/>
              <a:ext cx="42515" cy="41491"/>
            </a:xfrm>
            <a:custGeom>
              <a:avLst/>
              <a:gdLst/>
              <a:ahLst/>
              <a:cxnLst/>
              <a:rect l="l" t="t" r="r" b="b"/>
              <a:pathLst>
                <a:path w="1619" h="1580" extrusionOk="0">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137"/>
            <p:cNvSpPr/>
            <p:nvPr/>
          </p:nvSpPr>
          <p:spPr>
            <a:xfrm>
              <a:off x="3618409" y="3586106"/>
              <a:ext cx="27941" cy="22899"/>
            </a:xfrm>
            <a:custGeom>
              <a:avLst/>
              <a:gdLst/>
              <a:ahLst/>
              <a:cxnLst/>
              <a:rect l="l" t="t" r="r" b="b"/>
              <a:pathLst>
                <a:path w="1064" h="872" extrusionOk="0">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0" name="Google Shape;13760;p137"/>
          <p:cNvGrpSpPr/>
          <p:nvPr/>
        </p:nvGrpSpPr>
        <p:grpSpPr>
          <a:xfrm>
            <a:off x="3944637" y="3354834"/>
            <a:ext cx="415696" cy="371605"/>
            <a:chOff x="3944637" y="3354834"/>
            <a:chExt cx="415696" cy="371605"/>
          </a:xfrm>
        </p:grpSpPr>
        <p:sp>
          <p:nvSpPr>
            <p:cNvPr id="13761" name="Google Shape;13761;p137"/>
            <p:cNvSpPr/>
            <p:nvPr/>
          </p:nvSpPr>
          <p:spPr>
            <a:xfrm>
              <a:off x="4069031" y="3391598"/>
              <a:ext cx="126941" cy="126941"/>
            </a:xfrm>
            <a:custGeom>
              <a:avLst/>
              <a:gdLst/>
              <a:ahLst/>
              <a:cxnLst/>
              <a:rect l="l" t="t" r="r" b="b"/>
              <a:pathLst>
                <a:path w="4834" h="4834" extrusionOk="0">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137"/>
            <p:cNvSpPr/>
            <p:nvPr/>
          </p:nvSpPr>
          <p:spPr>
            <a:xfrm>
              <a:off x="4068768" y="3391546"/>
              <a:ext cx="71926" cy="126731"/>
            </a:xfrm>
            <a:custGeom>
              <a:avLst/>
              <a:gdLst/>
              <a:ahLst/>
              <a:cxnLst/>
              <a:rect l="l" t="t" r="r" b="b"/>
              <a:pathLst>
                <a:path w="2739" h="4826" extrusionOk="0">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137"/>
            <p:cNvSpPr/>
            <p:nvPr/>
          </p:nvSpPr>
          <p:spPr>
            <a:xfrm>
              <a:off x="4089382" y="3411950"/>
              <a:ext cx="86238" cy="86238"/>
            </a:xfrm>
            <a:custGeom>
              <a:avLst/>
              <a:gdLst/>
              <a:ahLst/>
              <a:cxnLst/>
              <a:rect l="l" t="t" r="r" b="b"/>
              <a:pathLst>
                <a:path w="3284" h="3284" extrusionOk="0">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137"/>
            <p:cNvSpPr/>
            <p:nvPr/>
          </p:nvSpPr>
          <p:spPr>
            <a:xfrm>
              <a:off x="4088909" y="3411792"/>
              <a:ext cx="51785" cy="86212"/>
            </a:xfrm>
            <a:custGeom>
              <a:avLst/>
              <a:gdLst/>
              <a:ahLst/>
              <a:cxnLst/>
              <a:rect l="l" t="t" r="r" b="b"/>
              <a:pathLst>
                <a:path w="1972" h="3283" extrusionOk="0">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137"/>
            <p:cNvSpPr/>
            <p:nvPr/>
          </p:nvSpPr>
          <p:spPr>
            <a:xfrm>
              <a:off x="4114776" y="3426025"/>
              <a:ext cx="34453" cy="59085"/>
            </a:xfrm>
            <a:custGeom>
              <a:avLst/>
              <a:gdLst/>
              <a:ahLst/>
              <a:cxnLst/>
              <a:rect l="l" t="t" r="r" b="b"/>
              <a:pathLst>
                <a:path w="1312" h="2250" extrusionOk="0">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137"/>
            <p:cNvSpPr/>
            <p:nvPr/>
          </p:nvSpPr>
          <p:spPr>
            <a:xfrm>
              <a:off x="4167296" y="3354913"/>
              <a:ext cx="126941" cy="126678"/>
            </a:xfrm>
            <a:custGeom>
              <a:avLst/>
              <a:gdLst/>
              <a:ahLst/>
              <a:cxnLst/>
              <a:rect l="l" t="t" r="r" b="b"/>
              <a:pathLst>
                <a:path w="4834" h="4824" extrusionOk="0">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137"/>
            <p:cNvSpPr/>
            <p:nvPr/>
          </p:nvSpPr>
          <p:spPr>
            <a:xfrm>
              <a:off x="4167033" y="3354834"/>
              <a:ext cx="71926" cy="126757"/>
            </a:xfrm>
            <a:custGeom>
              <a:avLst/>
              <a:gdLst/>
              <a:ahLst/>
              <a:cxnLst/>
              <a:rect l="l" t="t" r="r" b="b"/>
              <a:pathLst>
                <a:path w="2739" h="4827" extrusionOk="0">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137"/>
            <p:cNvSpPr/>
            <p:nvPr/>
          </p:nvSpPr>
          <p:spPr>
            <a:xfrm>
              <a:off x="4187647" y="3375264"/>
              <a:ext cx="86238" cy="86212"/>
            </a:xfrm>
            <a:custGeom>
              <a:avLst/>
              <a:gdLst/>
              <a:ahLst/>
              <a:cxnLst/>
              <a:rect l="l" t="t" r="r" b="b"/>
              <a:pathLst>
                <a:path w="3284" h="3283" extrusionOk="0">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137"/>
            <p:cNvSpPr/>
            <p:nvPr/>
          </p:nvSpPr>
          <p:spPr>
            <a:xfrm>
              <a:off x="4187174" y="3375107"/>
              <a:ext cx="51785" cy="86212"/>
            </a:xfrm>
            <a:custGeom>
              <a:avLst/>
              <a:gdLst/>
              <a:ahLst/>
              <a:cxnLst/>
              <a:rect l="l" t="t" r="r" b="b"/>
              <a:pathLst>
                <a:path w="1972" h="3283" extrusionOk="0">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137"/>
            <p:cNvSpPr/>
            <p:nvPr/>
          </p:nvSpPr>
          <p:spPr>
            <a:xfrm>
              <a:off x="4213040" y="3389340"/>
              <a:ext cx="34453" cy="59085"/>
            </a:xfrm>
            <a:custGeom>
              <a:avLst/>
              <a:gdLst/>
              <a:ahLst/>
              <a:cxnLst/>
              <a:rect l="l" t="t" r="r" b="b"/>
              <a:pathLst>
                <a:path w="1312" h="2250" extrusionOk="0">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137"/>
            <p:cNvSpPr/>
            <p:nvPr/>
          </p:nvSpPr>
          <p:spPr>
            <a:xfrm>
              <a:off x="3944637" y="3566017"/>
              <a:ext cx="142513" cy="160422"/>
            </a:xfrm>
            <a:custGeom>
              <a:avLst/>
              <a:gdLst/>
              <a:ahLst/>
              <a:cxnLst/>
              <a:rect l="l" t="t" r="r" b="b"/>
              <a:pathLst>
                <a:path w="5427" h="6109" extrusionOk="0">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137"/>
            <p:cNvSpPr/>
            <p:nvPr/>
          </p:nvSpPr>
          <p:spPr>
            <a:xfrm>
              <a:off x="3983843" y="3674313"/>
              <a:ext cx="103307" cy="52126"/>
            </a:xfrm>
            <a:custGeom>
              <a:avLst/>
              <a:gdLst/>
              <a:ahLst/>
              <a:cxnLst/>
              <a:rect l="l" t="t" r="r" b="b"/>
              <a:pathLst>
                <a:path w="3934" h="1985" extrusionOk="0">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137"/>
            <p:cNvSpPr/>
            <p:nvPr/>
          </p:nvSpPr>
          <p:spPr>
            <a:xfrm>
              <a:off x="4082843" y="3493513"/>
              <a:ext cx="277489" cy="171294"/>
            </a:xfrm>
            <a:custGeom>
              <a:avLst/>
              <a:gdLst/>
              <a:ahLst/>
              <a:cxnLst/>
              <a:rect l="l" t="t" r="r" b="b"/>
              <a:pathLst>
                <a:path w="10567" h="6523" extrusionOk="0">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137"/>
            <p:cNvSpPr/>
            <p:nvPr/>
          </p:nvSpPr>
          <p:spPr>
            <a:xfrm>
              <a:off x="4082843" y="3558454"/>
              <a:ext cx="56328" cy="106353"/>
            </a:xfrm>
            <a:custGeom>
              <a:avLst/>
              <a:gdLst/>
              <a:ahLst/>
              <a:cxnLst/>
              <a:rect l="l" t="t" r="r" b="b"/>
              <a:pathLst>
                <a:path w="2145" h="4050" extrusionOk="0">
                  <a:moveTo>
                    <a:pt x="747" y="1"/>
                  </a:moveTo>
                  <a:lnTo>
                    <a:pt x="1" y="307"/>
                  </a:lnTo>
                  <a:lnTo>
                    <a:pt x="1398" y="4049"/>
                  </a:lnTo>
                  <a:lnTo>
                    <a:pt x="2145" y="3743"/>
                  </a:lnTo>
                  <a:lnTo>
                    <a:pt x="74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137"/>
            <p:cNvSpPr/>
            <p:nvPr/>
          </p:nvSpPr>
          <p:spPr>
            <a:xfrm>
              <a:off x="4155977" y="3543880"/>
              <a:ext cx="79962" cy="50944"/>
            </a:xfrm>
            <a:custGeom>
              <a:avLst/>
              <a:gdLst/>
              <a:ahLst/>
              <a:cxnLst/>
              <a:rect l="l" t="t" r="r" b="b"/>
              <a:pathLst>
                <a:path w="3045" h="1940" extrusionOk="0">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137"/>
            <p:cNvSpPr/>
            <p:nvPr/>
          </p:nvSpPr>
          <p:spPr>
            <a:xfrm>
              <a:off x="4038359" y="3553701"/>
              <a:ext cx="86500" cy="139756"/>
            </a:xfrm>
            <a:custGeom>
              <a:avLst/>
              <a:gdLst/>
              <a:ahLst/>
              <a:cxnLst/>
              <a:rect l="l" t="t" r="r" b="b"/>
              <a:pathLst>
                <a:path w="3294" h="5322" extrusionOk="0">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137"/>
            <p:cNvSpPr/>
            <p:nvPr/>
          </p:nvSpPr>
          <p:spPr>
            <a:xfrm>
              <a:off x="4078826" y="3658741"/>
              <a:ext cx="46034" cy="34716"/>
            </a:xfrm>
            <a:custGeom>
              <a:avLst/>
              <a:gdLst/>
              <a:ahLst/>
              <a:cxnLst/>
              <a:rect l="l" t="t" r="r" b="b"/>
              <a:pathLst>
                <a:path w="1753" h="1322" extrusionOk="0">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8" name="Google Shape;13778;p137"/>
          <p:cNvGrpSpPr/>
          <p:nvPr/>
        </p:nvGrpSpPr>
        <p:grpSpPr>
          <a:xfrm>
            <a:off x="1314619" y="3821527"/>
            <a:ext cx="346317" cy="332136"/>
            <a:chOff x="1314619" y="3821527"/>
            <a:chExt cx="346317" cy="332136"/>
          </a:xfrm>
        </p:grpSpPr>
        <p:sp>
          <p:nvSpPr>
            <p:cNvPr id="13779" name="Google Shape;13779;p137"/>
            <p:cNvSpPr/>
            <p:nvPr/>
          </p:nvSpPr>
          <p:spPr>
            <a:xfrm>
              <a:off x="1426198" y="4020893"/>
              <a:ext cx="9060" cy="19117"/>
            </a:xfrm>
            <a:custGeom>
              <a:avLst/>
              <a:gdLst/>
              <a:ahLst/>
              <a:cxnLst/>
              <a:rect l="l" t="t" r="r" b="b"/>
              <a:pathLst>
                <a:path w="345" h="728" extrusionOk="0">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137"/>
            <p:cNvSpPr/>
            <p:nvPr/>
          </p:nvSpPr>
          <p:spPr>
            <a:xfrm>
              <a:off x="1435231" y="3843218"/>
              <a:ext cx="225705" cy="237495"/>
            </a:xfrm>
            <a:custGeom>
              <a:avLst/>
              <a:gdLst/>
              <a:ahLst/>
              <a:cxnLst/>
              <a:rect l="l" t="t" r="r" b="b"/>
              <a:pathLst>
                <a:path w="8595" h="9044" extrusionOk="0">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137"/>
            <p:cNvSpPr/>
            <p:nvPr/>
          </p:nvSpPr>
          <p:spPr>
            <a:xfrm>
              <a:off x="1414381" y="3821527"/>
              <a:ext cx="238021" cy="230195"/>
            </a:xfrm>
            <a:custGeom>
              <a:avLst/>
              <a:gdLst/>
              <a:ahLst/>
              <a:cxnLst/>
              <a:rect l="l" t="t" r="r" b="b"/>
              <a:pathLst>
                <a:path w="9064" h="8766" extrusionOk="0">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137"/>
            <p:cNvSpPr/>
            <p:nvPr/>
          </p:nvSpPr>
          <p:spPr>
            <a:xfrm>
              <a:off x="1536280" y="3935180"/>
              <a:ext cx="22872" cy="55330"/>
            </a:xfrm>
            <a:custGeom>
              <a:avLst/>
              <a:gdLst/>
              <a:ahLst/>
              <a:cxnLst/>
              <a:rect l="l" t="t" r="r" b="b"/>
              <a:pathLst>
                <a:path w="871" h="2107" extrusionOk="0">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137"/>
            <p:cNvSpPr/>
            <p:nvPr/>
          </p:nvSpPr>
          <p:spPr>
            <a:xfrm>
              <a:off x="1343505" y="4079453"/>
              <a:ext cx="153831" cy="74211"/>
            </a:xfrm>
            <a:custGeom>
              <a:avLst/>
              <a:gdLst/>
              <a:ahLst/>
              <a:cxnLst/>
              <a:rect l="l" t="t" r="r" b="b"/>
              <a:pathLst>
                <a:path w="5858" h="2826" extrusionOk="0">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137"/>
            <p:cNvSpPr/>
            <p:nvPr/>
          </p:nvSpPr>
          <p:spPr>
            <a:xfrm>
              <a:off x="1459627" y="4036465"/>
              <a:ext cx="84216" cy="47005"/>
            </a:xfrm>
            <a:custGeom>
              <a:avLst/>
              <a:gdLst/>
              <a:ahLst/>
              <a:cxnLst/>
              <a:rect l="l" t="t" r="r" b="b"/>
              <a:pathLst>
                <a:path w="3207" h="1790" extrusionOk="0">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137"/>
            <p:cNvSpPr/>
            <p:nvPr/>
          </p:nvSpPr>
          <p:spPr>
            <a:xfrm>
              <a:off x="1314619" y="3913516"/>
              <a:ext cx="239019" cy="230195"/>
            </a:xfrm>
            <a:custGeom>
              <a:avLst/>
              <a:gdLst/>
              <a:ahLst/>
              <a:cxnLst/>
              <a:rect l="l" t="t" r="r" b="b"/>
              <a:pathLst>
                <a:path w="9102" h="8766" extrusionOk="0">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137"/>
            <p:cNvSpPr/>
            <p:nvPr/>
          </p:nvSpPr>
          <p:spPr>
            <a:xfrm>
              <a:off x="1450830" y="4059075"/>
              <a:ext cx="36948" cy="22400"/>
            </a:xfrm>
            <a:custGeom>
              <a:avLst/>
              <a:gdLst/>
              <a:ahLst/>
              <a:cxnLst/>
              <a:rect l="l" t="t" r="r" b="b"/>
              <a:pathLst>
                <a:path w="1407" h="853" extrusionOk="0">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7" name="Google Shape;13787;p137"/>
          <p:cNvGrpSpPr/>
          <p:nvPr/>
        </p:nvGrpSpPr>
        <p:grpSpPr>
          <a:xfrm>
            <a:off x="1751139" y="3790934"/>
            <a:ext cx="386258" cy="380507"/>
            <a:chOff x="1751139" y="3790934"/>
            <a:chExt cx="386258" cy="380507"/>
          </a:xfrm>
        </p:grpSpPr>
        <p:sp>
          <p:nvSpPr>
            <p:cNvPr id="13788" name="Google Shape;13788;p137"/>
            <p:cNvSpPr/>
            <p:nvPr/>
          </p:nvSpPr>
          <p:spPr>
            <a:xfrm>
              <a:off x="1751139" y="3913069"/>
              <a:ext cx="195059" cy="195296"/>
            </a:xfrm>
            <a:custGeom>
              <a:avLst/>
              <a:gdLst/>
              <a:ahLst/>
              <a:cxnLst/>
              <a:rect l="l" t="t" r="r" b="b"/>
              <a:pathLst>
                <a:path w="7428" h="7437" extrusionOk="0">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137"/>
            <p:cNvSpPr/>
            <p:nvPr/>
          </p:nvSpPr>
          <p:spPr>
            <a:xfrm>
              <a:off x="1837902" y="3913122"/>
              <a:ext cx="46979" cy="68591"/>
            </a:xfrm>
            <a:custGeom>
              <a:avLst/>
              <a:gdLst/>
              <a:ahLst/>
              <a:cxnLst/>
              <a:rect l="l" t="t" r="r" b="b"/>
              <a:pathLst>
                <a:path w="1789" h="2612" extrusionOk="0">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137"/>
            <p:cNvSpPr/>
            <p:nvPr/>
          </p:nvSpPr>
          <p:spPr>
            <a:xfrm>
              <a:off x="1752137" y="4011597"/>
              <a:ext cx="34217" cy="60319"/>
            </a:xfrm>
            <a:custGeom>
              <a:avLst/>
              <a:gdLst/>
              <a:ahLst/>
              <a:cxnLst/>
              <a:rect l="l" t="t" r="r" b="b"/>
              <a:pathLst>
                <a:path w="1303" h="2297" extrusionOk="0">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137"/>
            <p:cNvSpPr/>
            <p:nvPr/>
          </p:nvSpPr>
          <p:spPr>
            <a:xfrm>
              <a:off x="1813480" y="3981687"/>
              <a:ext cx="9821" cy="42751"/>
            </a:xfrm>
            <a:custGeom>
              <a:avLst/>
              <a:gdLst/>
              <a:ahLst/>
              <a:cxnLst/>
              <a:rect l="l" t="t" r="r" b="b"/>
              <a:pathLst>
                <a:path w="374" h="1628" extrusionOk="0">
                  <a:moveTo>
                    <a:pt x="0" y="0"/>
                  </a:moveTo>
                  <a:lnTo>
                    <a:pt x="0" y="1436"/>
                  </a:lnTo>
                  <a:lnTo>
                    <a:pt x="0" y="1541"/>
                  </a:lnTo>
                  <a:lnTo>
                    <a:pt x="0" y="1627"/>
                  </a:lnTo>
                  <a:lnTo>
                    <a:pt x="373" y="1627"/>
                  </a:lnTo>
                  <a:lnTo>
                    <a:pt x="373"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137"/>
            <p:cNvSpPr/>
            <p:nvPr/>
          </p:nvSpPr>
          <p:spPr>
            <a:xfrm>
              <a:off x="1813480" y="4059075"/>
              <a:ext cx="9821" cy="48030"/>
            </a:xfrm>
            <a:custGeom>
              <a:avLst/>
              <a:gdLst/>
              <a:ahLst/>
              <a:cxnLst/>
              <a:rect l="l" t="t" r="r" b="b"/>
              <a:pathLst>
                <a:path w="374" h="1829" extrusionOk="0">
                  <a:moveTo>
                    <a:pt x="0" y="1"/>
                  </a:moveTo>
                  <a:lnTo>
                    <a:pt x="0" y="1197"/>
                  </a:lnTo>
                  <a:cubicBezTo>
                    <a:pt x="10" y="1599"/>
                    <a:pt x="192" y="1762"/>
                    <a:pt x="373" y="1829"/>
                  </a:cubicBezTo>
                  <a:lnTo>
                    <a:pt x="373"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137"/>
            <p:cNvSpPr/>
            <p:nvPr/>
          </p:nvSpPr>
          <p:spPr>
            <a:xfrm>
              <a:off x="1939870" y="3853748"/>
              <a:ext cx="197528" cy="191042"/>
            </a:xfrm>
            <a:custGeom>
              <a:avLst/>
              <a:gdLst/>
              <a:ahLst/>
              <a:cxnLst/>
              <a:rect l="l" t="t" r="r" b="b"/>
              <a:pathLst>
                <a:path w="7522" h="7275" extrusionOk="0">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137"/>
            <p:cNvSpPr/>
            <p:nvPr/>
          </p:nvSpPr>
          <p:spPr>
            <a:xfrm>
              <a:off x="1981098" y="3893217"/>
              <a:ext cx="29674" cy="49290"/>
            </a:xfrm>
            <a:custGeom>
              <a:avLst/>
              <a:gdLst/>
              <a:ahLst/>
              <a:cxnLst/>
              <a:rect l="l" t="t" r="r" b="b"/>
              <a:pathLst>
                <a:path w="1130" h="1877" extrusionOk="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137"/>
            <p:cNvSpPr/>
            <p:nvPr/>
          </p:nvSpPr>
          <p:spPr>
            <a:xfrm>
              <a:off x="1879052" y="3981687"/>
              <a:ext cx="188783" cy="189755"/>
            </a:xfrm>
            <a:custGeom>
              <a:avLst/>
              <a:gdLst/>
              <a:ahLst/>
              <a:cxnLst/>
              <a:rect l="l" t="t" r="r" b="b"/>
              <a:pathLst>
                <a:path w="7189" h="7226" extrusionOk="0">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137"/>
            <p:cNvSpPr/>
            <p:nvPr/>
          </p:nvSpPr>
          <p:spPr>
            <a:xfrm>
              <a:off x="1878815" y="4016875"/>
              <a:ext cx="33193" cy="56564"/>
            </a:xfrm>
            <a:custGeom>
              <a:avLst/>
              <a:gdLst/>
              <a:ahLst/>
              <a:cxnLst/>
              <a:rect l="l" t="t" r="r" b="b"/>
              <a:pathLst>
                <a:path w="1264" h="2154" extrusionOk="0">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137"/>
            <p:cNvSpPr/>
            <p:nvPr/>
          </p:nvSpPr>
          <p:spPr>
            <a:xfrm>
              <a:off x="1941130" y="3981687"/>
              <a:ext cx="8324" cy="48266"/>
            </a:xfrm>
            <a:custGeom>
              <a:avLst/>
              <a:gdLst/>
              <a:ahLst/>
              <a:cxnLst/>
              <a:rect l="l" t="t" r="r" b="b"/>
              <a:pathLst>
                <a:path w="317" h="1838" extrusionOk="0">
                  <a:moveTo>
                    <a:pt x="1" y="0"/>
                  </a:moveTo>
                  <a:lnTo>
                    <a:pt x="1" y="1838"/>
                  </a:lnTo>
                  <a:lnTo>
                    <a:pt x="317" y="1838"/>
                  </a:lnTo>
                  <a:lnTo>
                    <a:pt x="31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137"/>
            <p:cNvSpPr/>
            <p:nvPr/>
          </p:nvSpPr>
          <p:spPr>
            <a:xfrm>
              <a:off x="1941130" y="4060598"/>
              <a:ext cx="8324" cy="47767"/>
            </a:xfrm>
            <a:custGeom>
              <a:avLst/>
              <a:gdLst/>
              <a:ahLst/>
              <a:cxnLst/>
              <a:rect l="l" t="t" r="r" b="b"/>
              <a:pathLst>
                <a:path w="317" h="1819" extrusionOk="0">
                  <a:moveTo>
                    <a:pt x="1" y="0"/>
                  </a:moveTo>
                  <a:lnTo>
                    <a:pt x="1" y="1819"/>
                  </a:lnTo>
                  <a:lnTo>
                    <a:pt x="317" y="1819"/>
                  </a:lnTo>
                  <a:lnTo>
                    <a:pt x="31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137"/>
            <p:cNvSpPr/>
            <p:nvPr/>
          </p:nvSpPr>
          <p:spPr>
            <a:xfrm>
              <a:off x="1966261" y="4108339"/>
              <a:ext cx="44012" cy="62551"/>
            </a:xfrm>
            <a:custGeom>
              <a:avLst/>
              <a:gdLst/>
              <a:ahLst/>
              <a:cxnLst/>
              <a:rect l="l" t="t" r="r" b="b"/>
              <a:pathLst>
                <a:path w="1676" h="2382" extrusionOk="0">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137"/>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137"/>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137"/>
            <p:cNvSpPr/>
            <p:nvPr/>
          </p:nvSpPr>
          <p:spPr>
            <a:xfrm>
              <a:off x="1838349" y="3791249"/>
              <a:ext cx="44012" cy="62525"/>
            </a:xfrm>
            <a:custGeom>
              <a:avLst/>
              <a:gdLst/>
              <a:ahLst/>
              <a:cxnLst/>
              <a:rect l="l" t="t" r="r" b="b"/>
              <a:pathLst>
                <a:path w="1676" h="2381" extrusionOk="0">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137"/>
            <p:cNvSpPr/>
            <p:nvPr/>
          </p:nvSpPr>
          <p:spPr>
            <a:xfrm>
              <a:off x="1813480" y="3854772"/>
              <a:ext cx="9821" cy="126941"/>
            </a:xfrm>
            <a:custGeom>
              <a:avLst/>
              <a:gdLst/>
              <a:ahLst/>
              <a:cxnLst/>
              <a:rect l="l" t="t" r="r" b="b"/>
              <a:pathLst>
                <a:path w="374" h="4834" extrusionOk="0">
                  <a:moveTo>
                    <a:pt x="373" y="0"/>
                  </a:moveTo>
                  <a:cubicBezTo>
                    <a:pt x="201" y="67"/>
                    <a:pt x="29" y="211"/>
                    <a:pt x="0" y="546"/>
                  </a:cubicBezTo>
                  <a:lnTo>
                    <a:pt x="0" y="4833"/>
                  </a:lnTo>
                  <a:lnTo>
                    <a:pt x="373" y="4833"/>
                  </a:lnTo>
                  <a:lnTo>
                    <a:pt x="37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137"/>
            <p:cNvSpPr/>
            <p:nvPr/>
          </p:nvSpPr>
          <p:spPr>
            <a:xfrm>
              <a:off x="1940894" y="3853748"/>
              <a:ext cx="8823" cy="48791"/>
            </a:xfrm>
            <a:custGeom>
              <a:avLst/>
              <a:gdLst/>
              <a:ahLst/>
              <a:cxnLst/>
              <a:rect l="l" t="t" r="r" b="b"/>
              <a:pathLst>
                <a:path w="336" h="1858" extrusionOk="0">
                  <a:moveTo>
                    <a:pt x="0" y="1"/>
                  </a:moveTo>
                  <a:lnTo>
                    <a:pt x="0" y="1858"/>
                  </a:lnTo>
                  <a:lnTo>
                    <a:pt x="335" y="1858"/>
                  </a:lnTo>
                  <a:lnTo>
                    <a:pt x="335"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137"/>
            <p:cNvSpPr/>
            <p:nvPr/>
          </p:nvSpPr>
          <p:spPr>
            <a:xfrm>
              <a:off x="1940894" y="3933184"/>
              <a:ext cx="8823" cy="48528"/>
            </a:xfrm>
            <a:custGeom>
              <a:avLst/>
              <a:gdLst/>
              <a:ahLst/>
              <a:cxnLst/>
              <a:rect l="l" t="t" r="r" b="b"/>
              <a:pathLst>
                <a:path w="336" h="1848" extrusionOk="0">
                  <a:moveTo>
                    <a:pt x="0" y="0"/>
                  </a:moveTo>
                  <a:lnTo>
                    <a:pt x="0" y="1847"/>
                  </a:lnTo>
                  <a:lnTo>
                    <a:pt x="335" y="1847"/>
                  </a:lnTo>
                  <a:lnTo>
                    <a:pt x="335"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6" name="Google Shape;13806;p137"/>
          <p:cNvGrpSpPr/>
          <p:nvPr/>
        </p:nvGrpSpPr>
        <p:grpSpPr>
          <a:xfrm>
            <a:off x="2189681" y="3821606"/>
            <a:ext cx="395607" cy="318928"/>
            <a:chOff x="2189681" y="3821606"/>
            <a:chExt cx="395607" cy="318928"/>
          </a:xfrm>
        </p:grpSpPr>
        <p:sp>
          <p:nvSpPr>
            <p:cNvPr id="13807" name="Google Shape;13807;p137"/>
            <p:cNvSpPr/>
            <p:nvPr/>
          </p:nvSpPr>
          <p:spPr>
            <a:xfrm>
              <a:off x="2189681" y="3846973"/>
              <a:ext cx="395607" cy="293561"/>
            </a:xfrm>
            <a:custGeom>
              <a:avLst/>
              <a:gdLst/>
              <a:ahLst/>
              <a:cxnLst/>
              <a:rect l="l" t="t" r="r" b="b"/>
              <a:pathLst>
                <a:path w="15065" h="11179" extrusionOk="0">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137"/>
            <p:cNvSpPr/>
            <p:nvPr/>
          </p:nvSpPr>
          <p:spPr>
            <a:xfrm>
              <a:off x="2189681" y="3846973"/>
              <a:ext cx="395607" cy="38235"/>
            </a:xfrm>
            <a:custGeom>
              <a:avLst/>
              <a:gdLst/>
              <a:ahLst/>
              <a:cxnLst/>
              <a:rect l="l" t="t" r="r" b="b"/>
              <a:pathLst>
                <a:path w="15065" h="1456" extrusionOk="0">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137"/>
            <p:cNvSpPr/>
            <p:nvPr/>
          </p:nvSpPr>
          <p:spPr>
            <a:xfrm>
              <a:off x="2215075" y="3847235"/>
              <a:ext cx="51286" cy="25393"/>
            </a:xfrm>
            <a:custGeom>
              <a:avLst/>
              <a:gdLst/>
              <a:ahLst/>
              <a:cxnLst/>
              <a:rect l="l" t="t" r="r" b="b"/>
              <a:pathLst>
                <a:path w="1953" h="967" extrusionOk="0">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137"/>
            <p:cNvSpPr/>
            <p:nvPr/>
          </p:nvSpPr>
          <p:spPr>
            <a:xfrm>
              <a:off x="2508609" y="3847235"/>
              <a:ext cx="51286" cy="25393"/>
            </a:xfrm>
            <a:custGeom>
              <a:avLst/>
              <a:gdLst/>
              <a:ahLst/>
              <a:cxnLst/>
              <a:rect l="l" t="t" r="r" b="b"/>
              <a:pathLst>
                <a:path w="1953" h="967" extrusionOk="0">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137"/>
            <p:cNvSpPr/>
            <p:nvPr/>
          </p:nvSpPr>
          <p:spPr>
            <a:xfrm>
              <a:off x="2228152"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137"/>
            <p:cNvSpPr/>
            <p:nvPr/>
          </p:nvSpPr>
          <p:spPr>
            <a:xfrm>
              <a:off x="2228152"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137"/>
            <p:cNvSpPr/>
            <p:nvPr/>
          </p:nvSpPr>
          <p:spPr>
            <a:xfrm>
              <a:off x="2521686"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137"/>
            <p:cNvSpPr/>
            <p:nvPr/>
          </p:nvSpPr>
          <p:spPr>
            <a:xfrm>
              <a:off x="2521686"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137"/>
            <p:cNvSpPr/>
            <p:nvPr/>
          </p:nvSpPr>
          <p:spPr>
            <a:xfrm>
              <a:off x="2189681" y="3885418"/>
              <a:ext cx="395607" cy="12605"/>
            </a:xfrm>
            <a:custGeom>
              <a:avLst/>
              <a:gdLst/>
              <a:ahLst/>
              <a:cxnLst/>
              <a:rect l="l" t="t" r="r" b="b"/>
              <a:pathLst>
                <a:path w="15065" h="480" extrusionOk="0">
                  <a:moveTo>
                    <a:pt x="1" y="1"/>
                  </a:moveTo>
                  <a:lnTo>
                    <a:pt x="1" y="479"/>
                  </a:lnTo>
                  <a:lnTo>
                    <a:pt x="15064" y="479"/>
                  </a:lnTo>
                  <a:lnTo>
                    <a:pt x="15064"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137"/>
            <p:cNvSpPr/>
            <p:nvPr/>
          </p:nvSpPr>
          <p:spPr>
            <a:xfrm>
              <a:off x="2228152"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137"/>
            <p:cNvSpPr/>
            <p:nvPr/>
          </p:nvSpPr>
          <p:spPr>
            <a:xfrm>
              <a:off x="2228152"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137"/>
            <p:cNvSpPr/>
            <p:nvPr/>
          </p:nvSpPr>
          <p:spPr>
            <a:xfrm>
              <a:off x="2228152"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137"/>
            <p:cNvSpPr/>
            <p:nvPr/>
          </p:nvSpPr>
          <p:spPr>
            <a:xfrm>
              <a:off x="2317357" y="4025672"/>
              <a:ext cx="51049" cy="25656"/>
            </a:xfrm>
            <a:custGeom>
              <a:avLst/>
              <a:gdLst/>
              <a:ahLst/>
              <a:cxnLst/>
              <a:rect l="l" t="t" r="r" b="b"/>
              <a:pathLst>
                <a:path w="1944" h="977" extrusionOk="0">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137"/>
            <p:cNvSpPr/>
            <p:nvPr/>
          </p:nvSpPr>
          <p:spPr>
            <a:xfrm>
              <a:off x="2406825" y="4025672"/>
              <a:ext cx="50787" cy="25656"/>
            </a:xfrm>
            <a:custGeom>
              <a:avLst/>
              <a:gdLst/>
              <a:ahLst/>
              <a:cxnLst/>
              <a:rect l="l" t="t" r="r" b="b"/>
              <a:pathLst>
                <a:path w="1934" h="977" extrusionOk="0">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137"/>
            <p:cNvSpPr/>
            <p:nvPr/>
          </p:nvSpPr>
          <p:spPr>
            <a:xfrm>
              <a:off x="2317357" y="3974885"/>
              <a:ext cx="51049" cy="25420"/>
            </a:xfrm>
            <a:custGeom>
              <a:avLst/>
              <a:gdLst/>
              <a:ahLst/>
              <a:cxnLst/>
              <a:rect l="l" t="t" r="r" b="b"/>
              <a:pathLst>
                <a:path w="1944" h="968" extrusionOk="0">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137"/>
            <p:cNvSpPr/>
            <p:nvPr/>
          </p:nvSpPr>
          <p:spPr>
            <a:xfrm>
              <a:off x="2228152"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137"/>
            <p:cNvSpPr/>
            <p:nvPr/>
          </p:nvSpPr>
          <p:spPr>
            <a:xfrm>
              <a:off x="2317357" y="3923888"/>
              <a:ext cx="51049" cy="25157"/>
            </a:xfrm>
            <a:custGeom>
              <a:avLst/>
              <a:gdLst/>
              <a:ahLst/>
              <a:cxnLst/>
              <a:rect l="l" t="t" r="r" b="b"/>
              <a:pathLst>
                <a:path w="1944" h="958" extrusionOk="0">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137"/>
            <p:cNvSpPr/>
            <p:nvPr/>
          </p:nvSpPr>
          <p:spPr>
            <a:xfrm>
              <a:off x="2317357" y="4076932"/>
              <a:ext cx="51049" cy="25393"/>
            </a:xfrm>
            <a:custGeom>
              <a:avLst/>
              <a:gdLst/>
              <a:ahLst/>
              <a:cxnLst/>
              <a:rect l="l" t="t" r="r" b="b"/>
              <a:pathLst>
                <a:path w="1944" h="967" extrusionOk="0">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137"/>
            <p:cNvSpPr/>
            <p:nvPr/>
          </p:nvSpPr>
          <p:spPr>
            <a:xfrm>
              <a:off x="2496057"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137"/>
            <p:cNvSpPr/>
            <p:nvPr/>
          </p:nvSpPr>
          <p:spPr>
            <a:xfrm>
              <a:off x="2496057"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137"/>
            <p:cNvSpPr/>
            <p:nvPr/>
          </p:nvSpPr>
          <p:spPr>
            <a:xfrm>
              <a:off x="2496057"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137"/>
            <p:cNvSpPr/>
            <p:nvPr/>
          </p:nvSpPr>
          <p:spPr>
            <a:xfrm>
              <a:off x="2406825" y="3974885"/>
              <a:ext cx="50787" cy="25420"/>
            </a:xfrm>
            <a:custGeom>
              <a:avLst/>
              <a:gdLst/>
              <a:ahLst/>
              <a:cxnLst/>
              <a:rect l="l" t="t" r="r" b="b"/>
              <a:pathLst>
                <a:path w="1934" h="968" extrusionOk="0">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137"/>
            <p:cNvSpPr/>
            <p:nvPr/>
          </p:nvSpPr>
          <p:spPr>
            <a:xfrm>
              <a:off x="2406825" y="3923888"/>
              <a:ext cx="50787" cy="25157"/>
            </a:xfrm>
            <a:custGeom>
              <a:avLst/>
              <a:gdLst/>
              <a:ahLst/>
              <a:cxnLst/>
              <a:rect l="l" t="t" r="r" b="b"/>
              <a:pathLst>
                <a:path w="1934" h="958" extrusionOk="0">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137"/>
            <p:cNvSpPr/>
            <p:nvPr/>
          </p:nvSpPr>
          <p:spPr>
            <a:xfrm>
              <a:off x="2496057"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137"/>
            <p:cNvSpPr/>
            <p:nvPr/>
          </p:nvSpPr>
          <p:spPr>
            <a:xfrm>
              <a:off x="2406825" y="4076932"/>
              <a:ext cx="50787" cy="25393"/>
            </a:xfrm>
            <a:custGeom>
              <a:avLst/>
              <a:gdLst/>
              <a:ahLst/>
              <a:cxnLst/>
              <a:rect l="l" t="t" r="r" b="b"/>
              <a:pathLst>
                <a:path w="1934" h="967" extrusionOk="0">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137"/>
            <p:cNvSpPr/>
            <p:nvPr/>
          </p:nvSpPr>
          <p:spPr>
            <a:xfrm>
              <a:off x="2493168" y="3968137"/>
              <a:ext cx="56538" cy="38445"/>
            </a:xfrm>
            <a:custGeom>
              <a:avLst/>
              <a:gdLst/>
              <a:ahLst/>
              <a:cxnLst/>
              <a:rect l="l" t="t" r="r" b="b"/>
              <a:pathLst>
                <a:path w="2153" h="1464" extrusionOk="0">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137"/>
            <p:cNvSpPr/>
            <p:nvPr/>
          </p:nvSpPr>
          <p:spPr>
            <a:xfrm>
              <a:off x="2314495" y="3968137"/>
              <a:ext cx="56590" cy="38445"/>
            </a:xfrm>
            <a:custGeom>
              <a:avLst/>
              <a:gdLst/>
              <a:ahLst/>
              <a:cxnLst/>
              <a:rect l="l" t="t" r="r" b="b"/>
              <a:pathLst>
                <a:path w="2155" h="1464" extrusionOk="0">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137"/>
            <p:cNvSpPr/>
            <p:nvPr/>
          </p:nvSpPr>
          <p:spPr>
            <a:xfrm>
              <a:off x="2403963" y="4019160"/>
              <a:ext cx="56538" cy="38445"/>
            </a:xfrm>
            <a:custGeom>
              <a:avLst/>
              <a:gdLst/>
              <a:ahLst/>
              <a:cxnLst/>
              <a:rect l="l" t="t" r="r" b="b"/>
              <a:pathLst>
                <a:path w="2153" h="1464" extrusionOk="0">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137"/>
            <p:cNvSpPr/>
            <p:nvPr/>
          </p:nvSpPr>
          <p:spPr>
            <a:xfrm>
              <a:off x="2225263" y="4070157"/>
              <a:ext cx="56538" cy="38471"/>
            </a:xfrm>
            <a:custGeom>
              <a:avLst/>
              <a:gdLst/>
              <a:ahLst/>
              <a:cxnLst/>
              <a:rect l="l" t="t" r="r" b="b"/>
              <a:pathLst>
                <a:path w="2153" h="1465" extrusionOk="0">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137"/>
            <p:cNvSpPr/>
            <p:nvPr/>
          </p:nvSpPr>
          <p:spPr>
            <a:xfrm>
              <a:off x="2403963" y="3917113"/>
              <a:ext cx="56538" cy="38445"/>
            </a:xfrm>
            <a:custGeom>
              <a:avLst/>
              <a:gdLst/>
              <a:ahLst/>
              <a:cxnLst/>
              <a:rect l="l" t="t" r="r" b="b"/>
              <a:pathLst>
                <a:path w="2153" h="1464" extrusionOk="0">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37" name="Google Shape;13837;p137"/>
          <p:cNvSpPr/>
          <p:nvPr/>
        </p:nvSpPr>
        <p:spPr>
          <a:xfrm>
            <a:off x="1288464" y="2040049"/>
            <a:ext cx="62341" cy="140885"/>
          </a:xfrm>
          <a:custGeom>
            <a:avLst/>
            <a:gdLst/>
            <a:ahLst/>
            <a:cxnLst/>
            <a:rect l="l" t="t" r="r" b="b"/>
            <a:pathLst>
              <a:path w="2374" h="5365" extrusionOk="0">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38" name="Google Shape;13838;p137"/>
          <p:cNvGrpSpPr/>
          <p:nvPr/>
        </p:nvGrpSpPr>
        <p:grpSpPr>
          <a:xfrm>
            <a:off x="1277409" y="1961347"/>
            <a:ext cx="420475" cy="383055"/>
            <a:chOff x="1277409" y="1961347"/>
            <a:chExt cx="420475" cy="383055"/>
          </a:xfrm>
        </p:grpSpPr>
        <p:sp>
          <p:nvSpPr>
            <p:cNvPr id="13839" name="Google Shape;13839;p137"/>
            <p:cNvSpPr/>
            <p:nvPr/>
          </p:nvSpPr>
          <p:spPr>
            <a:xfrm>
              <a:off x="1293244" y="2187288"/>
              <a:ext cx="108848" cy="47531"/>
            </a:xfrm>
            <a:custGeom>
              <a:avLst/>
              <a:gdLst/>
              <a:ahLst/>
              <a:cxnLst/>
              <a:rect l="l" t="t" r="r" b="b"/>
              <a:pathLst>
                <a:path w="4145" h="1810" extrusionOk="0">
                  <a:moveTo>
                    <a:pt x="1" y="1"/>
                  </a:moveTo>
                  <a:cubicBezTo>
                    <a:pt x="144" y="1034"/>
                    <a:pt x="1025" y="1809"/>
                    <a:pt x="2077" y="1809"/>
                  </a:cubicBezTo>
                  <a:cubicBezTo>
                    <a:pt x="3120" y="1809"/>
                    <a:pt x="4011" y="1034"/>
                    <a:pt x="414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137"/>
            <p:cNvSpPr/>
            <p:nvPr/>
          </p:nvSpPr>
          <p:spPr>
            <a:xfrm>
              <a:off x="1349650" y="2040049"/>
              <a:ext cx="63129" cy="140832"/>
            </a:xfrm>
            <a:custGeom>
              <a:avLst/>
              <a:gdLst/>
              <a:ahLst/>
              <a:cxnLst/>
              <a:rect l="l" t="t" r="r" b="b"/>
              <a:pathLst>
                <a:path w="2404" h="5363" extrusionOk="0">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137"/>
            <p:cNvSpPr/>
            <p:nvPr/>
          </p:nvSpPr>
          <p:spPr>
            <a:xfrm>
              <a:off x="1562907" y="2041493"/>
              <a:ext cx="62499" cy="139441"/>
            </a:xfrm>
            <a:custGeom>
              <a:avLst/>
              <a:gdLst/>
              <a:ahLst/>
              <a:cxnLst/>
              <a:rect l="l" t="t" r="r" b="b"/>
              <a:pathLst>
                <a:path w="2380" h="5310" extrusionOk="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137"/>
            <p:cNvSpPr/>
            <p:nvPr/>
          </p:nvSpPr>
          <p:spPr>
            <a:xfrm>
              <a:off x="1624330" y="2041493"/>
              <a:ext cx="62919" cy="139309"/>
            </a:xfrm>
            <a:custGeom>
              <a:avLst/>
              <a:gdLst/>
              <a:ahLst/>
              <a:cxnLst/>
              <a:rect l="l" t="t" r="r" b="b"/>
              <a:pathLst>
                <a:path w="2396" h="5305" extrusionOk="0">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137"/>
            <p:cNvSpPr/>
            <p:nvPr/>
          </p:nvSpPr>
          <p:spPr>
            <a:xfrm>
              <a:off x="1351725" y="2013106"/>
              <a:ext cx="129357" cy="40257"/>
            </a:xfrm>
            <a:custGeom>
              <a:avLst/>
              <a:gdLst/>
              <a:ahLst/>
              <a:cxnLst/>
              <a:rect l="l" t="t" r="r" b="b"/>
              <a:pathLst>
                <a:path w="4926" h="1533" extrusionOk="0">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137"/>
            <p:cNvSpPr/>
            <p:nvPr/>
          </p:nvSpPr>
          <p:spPr>
            <a:xfrm>
              <a:off x="1491191" y="2012344"/>
              <a:ext cx="133900" cy="41281"/>
            </a:xfrm>
            <a:custGeom>
              <a:avLst/>
              <a:gdLst/>
              <a:ahLst/>
              <a:cxnLst/>
              <a:rect l="l" t="t" r="r" b="b"/>
              <a:pathLst>
                <a:path w="5099" h="1572" extrusionOk="0">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137"/>
            <p:cNvSpPr/>
            <p:nvPr/>
          </p:nvSpPr>
          <p:spPr>
            <a:xfrm>
              <a:off x="1474700" y="1961347"/>
              <a:ext cx="25157" cy="32195"/>
            </a:xfrm>
            <a:custGeom>
              <a:avLst/>
              <a:gdLst/>
              <a:ahLst/>
              <a:cxnLst/>
              <a:rect l="l" t="t" r="r" b="b"/>
              <a:pathLst>
                <a:path w="958" h="1226" extrusionOk="0">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137"/>
            <p:cNvSpPr/>
            <p:nvPr/>
          </p:nvSpPr>
          <p:spPr>
            <a:xfrm>
              <a:off x="1474700" y="2036503"/>
              <a:ext cx="24894" cy="259633"/>
            </a:xfrm>
            <a:custGeom>
              <a:avLst/>
              <a:gdLst/>
              <a:ahLst/>
              <a:cxnLst/>
              <a:rect l="l" t="t" r="r" b="b"/>
              <a:pathLst>
                <a:path w="948" h="9887" extrusionOk="0">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137"/>
            <p:cNvSpPr/>
            <p:nvPr/>
          </p:nvSpPr>
          <p:spPr>
            <a:xfrm>
              <a:off x="1474700" y="1961347"/>
              <a:ext cx="20877" cy="32195"/>
            </a:xfrm>
            <a:custGeom>
              <a:avLst/>
              <a:gdLst/>
              <a:ahLst/>
              <a:cxnLst/>
              <a:rect l="l" t="t" r="r" b="b"/>
              <a:pathLst>
                <a:path w="795" h="1226" extrusionOk="0">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137"/>
            <p:cNvSpPr/>
            <p:nvPr/>
          </p:nvSpPr>
          <p:spPr>
            <a:xfrm>
              <a:off x="1474700" y="2036503"/>
              <a:ext cx="16596" cy="259633"/>
            </a:xfrm>
            <a:custGeom>
              <a:avLst/>
              <a:gdLst/>
              <a:ahLst/>
              <a:cxnLst/>
              <a:rect l="l" t="t" r="r" b="b"/>
              <a:pathLst>
                <a:path w="632" h="9887" extrusionOk="0">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137"/>
            <p:cNvSpPr/>
            <p:nvPr/>
          </p:nvSpPr>
          <p:spPr>
            <a:xfrm>
              <a:off x="1551852" y="2161921"/>
              <a:ext cx="145796" cy="25393"/>
            </a:xfrm>
            <a:custGeom>
              <a:avLst/>
              <a:gdLst/>
              <a:ahLst/>
              <a:cxnLst/>
              <a:rect l="l" t="t" r="r" b="b"/>
              <a:pathLst>
                <a:path w="5552" h="967" extrusionOk="0">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137"/>
            <p:cNvSpPr/>
            <p:nvPr/>
          </p:nvSpPr>
          <p:spPr>
            <a:xfrm>
              <a:off x="1551852" y="2166175"/>
              <a:ext cx="146032" cy="21139"/>
            </a:xfrm>
            <a:custGeom>
              <a:avLst/>
              <a:gdLst/>
              <a:ahLst/>
              <a:cxnLst/>
              <a:rect l="l" t="t" r="r" b="b"/>
              <a:pathLst>
                <a:path w="5561" h="805" extrusionOk="0">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137"/>
            <p:cNvSpPr/>
            <p:nvPr/>
          </p:nvSpPr>
          <p:spPr>
            <a:xfrm>
              <a:off x="1572965" y="2187288"/>
              <a:ext cx="108848" cy="47531"/>
            </a:xfrm>
            <a:custGeom>
              <a:avLst/>
              <a:gdLst/>
              <a:ahLst/>
              <a:cxnLst/>
              <a:rect l="l" t="t" r="r" b="b"/>
              <a:pathLst>
                <a:path w="4145" h="1810" extrusionOk="0">
                  <a:moveTo>
                    <a:pt x="0" y="1"/>
                  </a:moveTo>
                  <a:cubicBezTo>
                    <a:pt x="144" y="1034"/>
                    <a:pt x="1024" y="1809"/>
                    <a:pt x="2077" y="1809"/>
                  </a:cubicBezTo>
                  <a:cubicBezTo>
                    <a:pt x="3120" y="1809"/>
                    <a:pt x="4010" y="1034"/>
                    <a:pt x="4144"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137"/>
            <p:cNvSpPr/>
            <p:nvPr/>
          </p:nvSpPr>
          <p:spPr>
            <a:xfrm>
              <a:off x="1293244" y="2187288"/>
              <a:ext cx="67121" cy="47531"/>
            </a:xfrm>
            <a:custGeom>
              <a:avLst/>
              <a:gdLst/>
              <a:ahLst/>
              <a:cxnLst/>
              <a:rect l="l" t="t" r="r" b="b"/>
              <a:pathLst>
                <a:path w="2556" h="1810" extrusionOk="0">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137"/>
            <p:cNvSpPr/>
            <p:nvPr/>
          </p:nvSpPr>
          <p:spPr>
            <a:xfrm>
              <a:off x="1572965" y="2187288"/>
              <a:ext cx="67121" cy="47531"/>
            </a:xfrm>
            <a:custGeom>
              <a:avLst/>
              <a:gdLst/>
              <a:ahLst/>
              <a:cxnLst/>
              <a:rect l="l" t="t" r="r" b="b"/>
              <a:pathLst>
                <a:path w="2556" h="1810" extrusionOk="0">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137"/>
            <p:cNvSpPr/>
            <p:nvPr/>
          </p:nvSpPr>
          <p:spPr>
            <a:xfrm>
              <a:off x="1333211" y="2029466"/>
              <a:ext cx="34191" cy="33954"/>
            </a:xfrm>
            <a:custGeom>
              <a:avLst/>
              <a:gdLst/>
              <a:ahLst/>
              <a:cxnLst/>
              <a:rect l="l" t="t" r="r" b="b"/>
              <a:pathLst>
                <a:path w="1302" h="1293" extrusionOk="0">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137"/>
            <p:cNvSpPr/>
            <p:nvPr/>
          </p:nvSpPr>
          <p:spPr>
            <a:xfrm>
              <a:off x="1607891" y="2029466"/>
              <a:ext cx="33954" cy="33954"/>
            </a:xfrm>
            <a:custGeom>
              <a:avLst/>
              <a:gdLst/>
              <a:ahLst/>
              <a:cxnLst/>
              <a:rect l="l" t="t" r="r" b="b"/>
              <a:pathLst>
                <a:path w="1293" h="1293" extrusionOk="0">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137"/>
            <p:cNvSpPr/>
            <p:nvPr/>
          </p:nvSpPr>
          <p:spPr>
            <a:xfrm>
              <a:off x="1428456" y="2293589"/>
              <a:ext cx="117382" cy="27941"/>
            </a:xfrm>
            <a:custGeom>
              <a:avLst/>
              <a:gdLst/>
              <a:ahLst/>
              <a:cxnLst/>
              <a:rect l="l" t="t" r="r" b="b"/>
              <a:pathLst>
                <a:path w="4470" h="1064" extrusionOk="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137"/>
            <p:cNvSpPr/>
            <p:nvPr/>
          </p:nvSpPr>
          <p:spPr>
            <a:xfrm>
              <a:off x="1428456" y="2302150"/>
              <a:ext cx="117382" cy="19380"/>
            </a:xfrm>
            <a:custGeom>
              <a:avLst/>
              <a:gdLst/>
              <a:ahLst/>
              <a:cxnLst/>
              <a:rect l="l" t="t" r="r" b="b"/>
              <a:pathLst>
                <a:path w="4470" h="738" extrusionOk="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137"/>
            <p:cNvSpPr/>
            <p:nvPr/>
          </p:nvSpPr>
          <p:spPr>
            <a:xfrm>
              <a:off x="1414381" y="2318982"/>
              <a:ext cx="146032" cy="25420"/>
            </a:xfrm>
            <a:custGeom>
              <a:avLst/>
              <a:gdLst/>
              <a:ahLst/>
              <a:cxnLst/>
              <a:rect l="l" t="t" r="r" b="b"/>
              <a:pathLst>
                <a:path w="5561" h="968" extrusionOk="0">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137"/>
            <p:cNvSpPr/>
            <p:nvPr/>
          </p:nvSpPr>
          <p:spPr>
            <a:xfrm>
              <a:off x="1414381" y="2323263"/>
              <a:ext cx="146032" cy="21139"/>
            </a:xfrm>
            <a:custGeom>
              <a:avLst/>
              <a:gdLst/>
              <a:ahLst/>
              <a:cxnLst/>
              <a:rect l="l" t="t" r="r" b="b"/>
              <a:pathLst>
                <a:path w="5561" h="805" extrusionOk="0">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137"/>
            <p:cNvSpPr/>
            <p:nvPr/>
          </p:nvSpPr>
          <p:spPr>
            <a:xfrm>
              <a:off x="1462384" y="1990260"/>
              <a:ext cx="49526" cy="49526"/>
            </a:xfrm>
            <a:custGeom>
              <a:avLst/>
              <a:gdLst/>
              <a:ahLst/>
              <a:cxnLst/>
              <a:rect l="l" t="t" r="r" b="b"/>
              <a:pathLst>
                <a:path w="1886" h="1886" extrusionOk="0">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137"/>
            <p:cNvSpPr/>
            <p:nvPr/>
          </p:nvSpPr>
          <p:spPr>
            <a:xfrm>
              <a:off x="1333211" y="2029571"/>
              <a:ext cx="29674" cy="33980"/>
            </a:xfrm>
            <a:custGeom>
              <a:avLst/>
              <a:gdLst/>
              <a:ahLst/>
              <a:cxnLst/>
              <a:rect l="l" t="t" r="r" b="b"/>
              <a:pathLst>
                <a:path w="1130" h="1294" extrusionOk="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137"/>
            <p:cNvSpPr/>
            <p:nvPr/>
          </p:nvSpPr>
          <p:spPr>
            <a:xfrm>
              <a:off x="1607891" y="2029571"/>
              <a:ext cx="29674" cy="33980"/>
            </a:xfrm>
            <a:custGeom>
              <a:avLst/>
              <a:gdLst/>
              <a:ahLst/>
              <a:cxnLst/>
              <a:rect l="l" t="t" r="r" b="b"/>
              <a:pathLst>
                <a:path w="1130" h="1294" extrusionOk="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137"/>
            <p:cNvSpPr/>
            <p:nvPr/>
          </p:nvSpPr>
          <p:spPr>
            <a:xfrm>
              <a:off x="1462384" y="1990286"/>
              <a:ext cx="37473" cy="49763"/>
            </a:xfrm>
            <a:custGeom>
              <a:avLst/>
              <a:gdLst/>
              <a:ahLst/>
              <a:cxnLst/>
              <a:rect l="l" t="t" r="r" b="b"/>
              <a:pathLst>
                <a:path w="1427" h="1895" extrusionOk="0">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137"/>
            <p:cNvSpPr/>
            <p:nvPr/>
          </p:nvSpPr>
          <p:spPr>
            <a:xfrm>
              <a:off x="1277409" y="2161921"/>
              <a:ext cx="145796" cy="25393"/>
            </a:xfrm>
            <a:custGeom>
              <a:avLst/>
              <a:gdLst/>
              <a:ahLst/>
              <a:cxnLst/>
              <a:rect l="l" t="t" r="r" b="b"/>
              <a:pathLst>
                <a:path w="5552" h="967" extrusionOk="0">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137"/>
            <p:cNvSpPr/>
            <p:nvPr/>
          </p:nvSpPr>
          <p:spPr>
            <a:xfrm>
              <a:off x="1277409" y="2166175"/>
              <a:ext cx="145796" cy="21139"/>
            </a:xfrm>
            <a:custGeom>
              <a:avLst/>
              <a:gdLst/>
              <a:ahLst/>
              <a:cxnLst/>
              <a:rect l="l" t="t" r="r" b="b"/>
              <a:pathLst>
                <a:path w="5552" h="805" extrusionOk="0">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6" name="Google Shape;13866;p137"/>
          <p:cNvGrpSpPr/>
          <p:nvPr/>
        </p:nvGrpSpPr>
        <p:grpSpPr>
          <a:xfrm>
            <a:off x="2215075" y="2432819"/>
            <a:ext cx="380008" cy="351648"/>
            <a:chOff x="2215075" y="2432819"/>
            <a:chExt cx="380008" cy="351648"/>
          </a:xfrm>
        </p:grpSpPr>
        <p:sp>
          <p:nvSpPr>
            <p:cNvPr id="13867" name="Google Shape;13867;p137"/>
            <p:cNvSpPr/>
            <p:nvPr/>
          </p:nvSpPr>
          <p:spPr>
            <a:xfrm>
              <a:off x="2339311" y="2615536"/>
              <a:ext cx="124499" cy="104725"/>
            </a:xfrm>
            <a:custGeom>
              <a:avLst/>
              <a:gdLst/>
              <a:ahLst/>
              <a:cxnLst/>
              <a:rect l="l" t="t" r="r" b="b"/>
              <a:pathLst>
                <a:path w="4741" h="3988" extrusionOk="0">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137"/>
            <p:cNvSpPr/>
            <p:nvPr/>
          </p:nvSpPr>
          <p:spPr>
            <a:xfrm>
              <a:off x="2472659" y="2719841"/>
              <a:ext cx="122424" cy="64626"/>
            </a:xfrm>
            <a:custGeom>
              <a:avLst/>
              <a:gdLst/>
              <a:ahLst/>
              <a:cxnLst/>
              <a:rect l="l" t="t" r="r" b="b"/>
              <a:pathLst>
                <a:path w="4662" h="2461" extrusionOk="0">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137"/>
            <p:cNvSpPr/>
            <p:nvPr/>
          </p:nvSpPr>
          <p:spPr>
            <a:xfrm>
              <a:off x="2471162" y="2720078"/>
              <a:ext cx="50052" cy="64390"/>
            </a:xfrm>
            <a:custGeom>
              <a:avLst/>
              <a:gdLst/>
              <a:ahLst/>
              <a:cxnLst/>
              <a:rect l="l" t="t" r="r" b="b"/>
              <a:pathLst>
                <a:path w="1906" h="2452" extrusionOk="0">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137"/>
            <p:cNvSpPr/>
            <p:nvPr/>
          </p:nvSpPr>
          <p:spPr>
            <a:xfrm>
              <a:off x="2494035" y="2618294"/>
              <a:ext cx="77178" cy="54805"/>
            </a:xfrm>
            <a:custGeom>
              <a:avLst/>
              <a:gdLst/>
              <a:ahLst/>
              <a:cxnLst/>
              <a:rect l="l" t="t" r="r" b="b"/>
              <a:pathLst>
                <a:path w="2939" h="2087" extrusionOk="0">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137"/>
            <p:cNvSpPr/>
            <p:nvPr/>
          </p:nvSpPr>
          <p:spPr>
            <a:xfrm>
              <a:off x="2494035" y="2618294"/>
              <a:ext cx="41990" cy="54805"/>
            </a:xfrm>
            <a:custGeom>
              <a:avLst/>
              <a:gdLst/>
              <a:ahLst/>
              <a:cxnLst/>
              <a:rect l="l" t="t" r="r" b="b"/>
              <a:pathLst>
                <a:path w="1599" h="2087" extrusionOk="0">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137"/>
            <p:cNvSpPr/>
            <p:nvPr/>
          </p:nvSpPr>
          <p:spPr>
            <a:xfrm>
              <a:off x="2560893" y="2667321"/>
              <a:ext cx="16859" cy="22794"/>
            </a:xfrm>
            <a:custGeom>
              <a:avLst/>
              <a:gdLst/>
              <a:ahLst/>
              <a:cxnLst/>
              <a:rect l="l" t="t" r="r" b="b"/>
              <a:pathLst>
                <a:path w="642" h="868" extrusionOk="0">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137"/>
            <p:cNvSpPr/>
            <p:nvPr/>
          </p:nvSpPr>
          <p:spPr>
            <a:xfrm>
              <a:off x="2487758" y="2667295"/>
              <a:ext cx="17095" cy="22899"/>
            </a:xfrm>
            <a:custGeom>
              <a:avLst/>
              <a:gdLst/>
              <a:ahLst/>
              <a:cxnLst/>
              <a:rect l="l" t="t" r="r" b="b"/>
              <a:pathLst>
                <a:path w="651" h="872" extrusionOk="0">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137"/>
            <p:cNvSpPr/>
            <p:nvPr/>
          </p:nvSpPr>
          <p:spPr>
            <a:xfrm>
              <a:off x="2518666" y="2707184"/>
              <a:ext cx="28413" cy="32536"/>
            </a:xfrm>
            <a:custGeom>
              <a:avLst/>
              <a:gdLst/>
              <a:ahLst/>
              <a:cxnLst/>
              <a:rect l="l" t="t" r="r" b="b"/>
              <a:pathLst>
                <a:path w="1082" h="1239" extrusionOk="0">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137"/>
            <p:cNvSpPr/>
            <p:nvPr/>
          </p:nvSpPr>
          <p:spPr>
            <a:xfrm>
              <a:off x="2518404"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137"/>
            <p:cNvSpPr/>
            <p:nvPr/>
          </p:nvSpPr>
          <p:spPr>
            <a:xfrm>
              <a:off x="2502333" y="2650357"/>
              <a:ext cx="60844" cy="65230"/>
            </a:xfrm>
            <a:custGeom>
              <a:avLst/>
              <a:gdLst/>
              <a:ahLst/>
              <a:cxnLst/>
              <a:rect l="l" t="t" r="r" b="b"/>
              <a:pathLst>
                <a:path w="2317" h="2484" extrusionOk="0">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137"/>
            <p:cNvSpPr/>
            <p:nvPr/>
          </p:nvSpPr>
          <p:spPr>
            <a:xfrm>
              <a:off x="2502569" y="2650331"/>
              <a:ext cx="44012" cy="65256"/>
            </a:xfrm>
            <a:custGeom>
              <a:avLst/>
              <a:gdLst/>
              <a:ahLst/>
              <a:cxnLst/>
              <a:rect l="l" t="t" r="r" b="b"/>
              <a:pathLst>
                <a:path w="1676" h="2485" extrusionOk="0">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137"/>
            <p:cNvSpPr/>
            <p:nvPr/>
          </p:nvSpPr>
          <p:spPr>
            <a:xfrm>
              <a:off x="2345009" y="2534367"/>
              <a:ext cx="122162" cy="64363"/>
            </a:xfrm>
            <a:custGeom>
              <a:avLst/>
              <a:gdLst/>
              <a:ahLst/>
              <a:cxnLst/>
              <a:rect l="l" t="t" r="r" b="b"/>
              <a:pathLst>
                <a:path w="4652" h="2451" extrusionOk="0">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137"/>
            <p:cNvSpPr/>
            <p:nvPr/>
          </p:nvSpPr>
          <p:spPr>
            <a:xfrm>
              <a:off x="2343486" y="2534367"/>
              <a:ext cx="49789" cy="64416"/>
            </a:xfrm>
            <a:custGeom>
              <a:avLst/>
              <a:gdLst/>
              <a:ahLst/>
              <a:cxnLst/>
              <a:rect l="l" t="t" r="r" b="b"/>
              <a:pathLst>
                <a:path w="1896" h="2453" extrusionOk="0">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137"/>
            <p:cNvSpPr/>
            <p:nvPr/>
          </p:nvSpPr>
          <p:spPr>
            <a:xfrm>
              <a:off x="2366122" y="2432819"/>
              <a:ext cx="77414" cy="54831"/>
            </a:xfrm>
            <a:custGeom>
              <a:avLst/>
              <a:gdLst/>
              <a:ahLst/>
              <a:cxnLst/>
              <a:rect l="l" t="t" r="r" b="b"/>
              <a:pathLst>
                <a:path w="2948" h="2088" extrusionOk="0">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137"/>
            <p:cNvSpPr/>
            <p:nvPr/>
          </p:nvSpPr>
          <p:spPr>
            <a:xfrm>
              <a:off x="2366358" y="2433082"/>
              <a:ext cx="41990" cy="54568"/>
            </a:xfrm>
            <a:custGeom>
              <a:avLst/>
              <a:gdLst/>
              <a:ahLst/>
              <a:cxnLst/>
              <a:rect l="l" t="t" r="r" b="b"/>
              <a:pathLst>
                <a:path w="1599" h="2078" extrusionOk="0">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137"/>
            <p:cNvSpPr/>
            <p:nvPr/>
          </p:nvSpPr>
          <p:spPr>
            <a:xfrm>
              <a:off x="2433216" y="2481847"/>
              <a:ext cx="16859" cy="22610"/>
            </a:xfrm>
            <a:custGeom>
              <a:avLst/>
              <a:gdLst/>
              <a:ahLst/>
              <a:cxnLst/>
              <a:rect l="l" t="t" r="r" b="b"/>
              <a:pathLst>
                <a:path w="642" h="861" extrusionOk="0">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137"/>
            <p:cNvSpPr/>
            <p:nvPr/>
          </p:nvSpPr>
          <p:spPr>
            <a:xfrm>
              <a:off x="2360082" y="2481821"/>
              <a:ext cx="16859" cy="22636"/>
            </a:xfrm>
            <a:custGeom>
              <a:avLst/>
              <a:gdLst/>
              <a:ahLst/>
              <a:cxnLst/>
              <a:rect l="l" t="t" r="r" b="b"/>
              <a:pathLst>
                <a:path w="642" h="862" extrusionOk="0">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137"/>
            <p:cNvSpPr/>
            <p:nvPr/>
          </p:nvSpPr>
          <p:spPr>
            <a:xfrm>
              <a:off x="2390754" y="2521657"/>
              <a:ext cx="28413" cy="32326"/>
            </a:xfrm>
            <a:custGeom>
              <a:avLst/>
              <a:gdLst/>
              <a:ahLst/>
              <a:cxnLst/>
              <a:rect l="l" t="t" r="r" b="b"/>
              <a:pathLst>
                <a:path w="1082" h="1231" extrusionOk="0">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137"/>
            <p:cNvSpPr/>
            <p:nvPr/>
          </p:nvSpPr>
          <p:spPr>
            <a:xfrm>
              <a:off x="2390754" y="2521972"/>
              <a:ext cx="17358" cy="32274"/>
            </a:xfrm>
            <a:custGeom>
              <a:avLst/>
              <a:gdLst/>
              <a:ahLst/>
              <a:cxnLst/>
              <a:rect l="l" t="t" r="r" b="b"/>
              <a:pathLst>
                <a:path w="661" h="1229" extrusionOk="0">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137"/>
            <p:cNvSpPr/>
            <p:nvPr/>
          </p:nvSpPr>
          <p:spPr>
            <a:xfrm>
              <a:off x="2374657" y="2464804"/>
              <a:ext cx="60844" cy="65309"/>
            </a:xfrm>
            <a:custGeom>
              <a:avLst/>
              <a:gdLst/>
              <a:ahLst/>
              <a:cxnLst/>
              <a:rect l="l" t="t" r="r" b="b"/>
              <a:pathLst>
                <a:path w="2317" h="2487" extrusionOk="0">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137"/>
            <p:cNvSpPr/>
            <p:nvPr/>
          </p:nvSpPr>
          <p:spPr>
            <a:xfrm>
              <a:off x="2374657" y="2464620"/>
              <a:ext cx="44248" cy="65230"/>
            </a:xfrm>
            <a:custGeom>
              <a:avLst/>
              <a:gdLst/>
              <a:ahLst/>
              <a:cxnLst/>
              <a:rect l="l" t="t" r="r" b="b"/>
              <a:pathLst>
                <a:path w="1685" h="2484" extrusionOk="0">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137"/>
            <p:cNvSpPr/>
            <p:nvPr/>
          </p:nvSpPr>
          <p:spPr>
            <a:xfrm>
              <a:off x="2216072" y="2719579"/>
              <a:ext cx="122424" cy="64888"/>
            </a:xfrm>
            <a:custGeom>
              <a:avLst/>
              <a:gdLst/>
              <a:ahLst/>
              <a:cxnLst/>
              <a:rect l="l" t="t" r="r" b="b"/>
              <a:pathLst>
                <a:path w="4662" h="2471" extrusionOk="0">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137"/>
            <p:cNvSpPr/>
            <p:nvPr/>
          </p:nvSpPr>
          <p:spPr>
            <a:xfrm>
              <a:off x="2215075" y="2720078"/>
              <a:ext cx="50025" cy="64390"/>
            </a:xfrm>
            <a:custGeom>
              <a:avLst/>
              <a:gdLst/>
              <a:ahLst/>
              <a:cxnLst/>
              <a:rect l="l" t="t" r="r" b="b"/>
              <a:pathLst>
                <a:path w="1905" h="2452" extrusionOk="0">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137"/>
            <p:cNvSpPr/>
            <p:nvPr/>
          </p:nvSpPr>
          <p:spPr>
            <a:xfrm>
              <a:off x="2237947" y="2618294"/>
              <a:ext cx="77178" cy="54805"/>
            </a:xfrm>
            <a:custGeom>
              <a:avLst/>
              <a:gdLst/>
              <a:ahLst/>
              <a:cxnLst/>
              <a:rect l="l" t="t" r="r" b="b"/>
              <a:pathLst>
                <a:path w="2939" h="2087" extrusionOk="0">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137"/>
            <p:cNvSpPr/>
            <p:nvPr/>
          </p:nvSpPr>
          <p:spPr>
            <a:xfrm>
              <a:off x="2237947" y="2618294"/>
              <a:ext cx="41990" cy="54805"/>
            </a:xfrm>
            <a:custGeom>
              <a:avLst/>
              <a:gdLst/>
              <a:ahLst/>
              <a:cxnLst/>
              <a:rect l="l" t="t" r="r" b="b"/>
              <a:pathLst>
                <a:path w="1599" h="2087" extrusionOk="0">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137"/>
            <p:cNvSpPr/>
            <p:nvPr/>
          </p:nvSpPr>
          <p:spPr>
            <a:xfrm>
              <a:off x="2304805" y="2667321"/>
              <a:ext cx="16859" cy="22794"/>
            </a:xfrm>
            <a:custGeom>
              <a:avLst/>
              <a:gdLst/>
              <a:ahLst/>
              <a:cxnLst/>
              <a:rect l="l" t="t" r="r" b="b"/>
              <a:pathLst>
                <a:path w="642" h="868" extrusionOk="0">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137"/>
            <p:cNvSpPr/>
            <p:nvPr/>
          </p:nvSpPr>
          <p:spPr>
            <a:xfrm>
              <a:off x="2231671" y="2667295"/>
              <a:ext cx="17095" cy="22899"/>
            </a:xfrm>
            <a:custGeom>
              <a:avLst/>
              <a:gdLst/>
              <a:ahLst/>
              <a:cxnLst/>
              <a:rect l="l" t="t" r="r" b="b"/>
              <a:pathLst>
                <a:path w="651" h="872" extrusionOk="0">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137"/>
            <p:cNvSpPr/>
            <p:nvPr/>
          </p:nvSpPr>
          <p:spPr>
            <a:xfrm>
              <a:off x="2262579" y="2707184"/>
              <a:ext cx="28413" cy="32536"/>
            </a:xfrm>
            <a:custGeom>
              <a:avLst/>
              <a:gdLst/>
              <a:ahLst/>
              <a:cxnLst/>
              <a:rect l="l" t="t" r="r" b="b"/>
              <a:pathLst>
                <a:path w="1082" h="1239" extrusionOk="0">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137"/>
            <p:cNvSpPr/>
            <p:nvPr/>
          </p:nvSpPr>
          <p:spPr>
            <a:xfrm>
              <a:off x="2262316"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137"/>
            <p:cNvSpPr/>
            <p:nvPr/>
          </p:nvSpPr>
          <p:spPr>
            <a:xfrm>
              <a:off x="2246245" y="2650357"/>
              <a:ext cx="60844" cy="65230"/>
            </a:xfrm>
            <a:custGeom>
              <a:avLst/>
              <a:gdLst/>
              <a:ahLst/>
              <a:cxnLst/>
              <a:rect l="l" t="t" r="r" b="b"/>
              <a:pathLst>
                <a:path w="2317" h="2484" extrusionOk="0">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137"/>
            <p:cNvSpPr/>
            <p:nvPr/>
          </p:nvSpPr>
          <p:spPr>
            <a:xfrm>
              <a:off x="2246482" y="2650331"/>
              <a:ext cx="44012" cy="65256"/>
            </a:xfrm>
            <a:custGeom>
              <a:avLst/>
              <a:gdLst/>
              <a:ahLst/>
              <a:cxnLst/>
              <a:rect l="l" t="t" r="r" b="b"/>
              <a:pathLst>
                <a:path w="1676" h="2485" extrusionOk="0">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8" name="Google Shape;13898;p137"/>
          <p:cNvGrpSpPr/>
          <p:nvPr/>
        </p:nvGrpSpPr>
        <p:grpSpPr>
          <a:xfrm>
            <a:off x="2661416" y="2422342"/>
            <a:ext cx="344059" cy="340671"/>
            <a:chOff x="2661416" y="2422342"/>
            <a:chExt cx="344059" cy="340671"/>
          </a:xfrm>
        </p:grpSpPr>
        <p:sp>
          <p:nvSpPr>
            <p:cNvPr id="13899" name="Google Shape;13899;p137"/>
            <p:cNvSpPr/>
            <p:nvPr/>
          </p:nvSpPr>
          <p:spPr>
            <a:xfrm>
              <a:off x="2906947" y="2604481"/>
              <a:ext cx="39994" cy="39469"/>
            </a:xfrm>
            <a:custGeom>
              <a:avLst/>
              <a:gdLst/>
              <a:ahLst/>
              <a:cxnLst/>
              <a:rect l="l" t="t" r="r" b="b"/>
              <a:pathLst>
                <a:path w="1523" h="1503" extrusionOk="0">
                  <a:moveTo>
                    <a:pt x="0" y="0"/>
                  </a:moveTo>
                  <a:lnTo>
                    <a:pt x="977" y="1503"/>
                  </a:lnTo>
                  <a:lnTo>
                    <a:pt x="1522" y="1503"/>
                  </a:lnTo>
                  <a:cubicBezTo>
                    <a:pt x="1513" y="670"/>
                    <a:pt x="833" y="0"/>
                    <a:pt x="0"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137"/>
            <p:cNvSpPr/>
            <p:nvPr/>
          </p:nvSpPr>
          <p:spPr>
            <a:xfrm>
              <a:off x="2866979" y="2604481"/>
              <a:ext cx="65624" cy="39469"/>
            </a:xfrm>
            <a:custGeom>
              <a:avLst/>
              <a:gdLst/>
              <a:ahLst/>
              <a:cxnLst/>
              <a:rect l="l" t="t" r="r" b="b"/>
              <a:pathLst>
                <a:path w="2499" h="1503" extrusionOk="0">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137"/>
            <p:cNvSpPr/>
            <p:nvPr/>
          </p:nvSpPr>
          <p:spPr>
            <a:xfrm>
              <a:off x="2906448" y="2539146"/>
              <a:ext cx="21638" cy="43487"/>
            </a:xfrm>
            <a:custGeom>
              <a:avLst/>
              <a:gdLst/>
              <a:ahLst/>
              <a:cxnLst/>
              <a:rect l="l" t="t" r="r" b="b"/>
              <a:pathLst>
                <a:path w="824" h="1656" extrusionOk="0">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137"/>
            <p:cNvSpPr/>
            <p:nvPr/>
          </p:nvSpPr>
          <p:spPr>
            <a:xfrm>
              <a:off x="2759681" y="2604481"/>
              <a:ext cx="39968" cy="39469"/>
            </a:xfrm>
            <a:custGeom>
              <a:avLst/>
              <a:gdLst/>
              <a:ahLst/>
              <a:cxnLst/>
              <a:rect l="l" t="t" r="r" b="b"/>
              <a:pathLst>
                <a:path w="1522" h="1503" extrusionOk="0">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137"/>
            <p:cNvSpPr/>
            <p:nvPr/>
          </p:nvSpPr>
          <p:spPr>
            <a:xfrm>
              <a:off x="2719713" y="2604481"/>
              <a:ext cx="65361" cy="39469"/>
            </a:xfrm>
            <a:custGeom>
              <a:avLst/>
              <a:gdLst/>
              <a:ahLst/>
              <a:cxnLst/>
              <a:rect l="l" t="t" r="r" b="b"/>
              <a:pathLst>
                <a:path w="2489" h="1503" extrusionOk="0">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137"/>
            <p:cNvSpPr/>
            <p:nvPr/>
          </p:nvSpPr>
          <p:spPr>
            <a:xfrm>
              <a:off x="2759182" y="2539146"/>
              <a:ext cx="21875" cy="43487"/>
            </a:xfrm>
            <a:custGeom>
              <a:avLst/>
              <a:gdLst/>
              <a:ahLst/>
              <a:cxnLst/>
              <a:rect l="l" t="t" r="r" b="b"/>
              <a:pathLst>
                <a:path w="833" h="1656" extrusionOk="0">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137"/>
            <p:cNvSpPr/>
            <p:nvPr/>
          </p:nvSpPr>
          <p:spPr>
            <a:xfrm>
              <a:off x="2833314" y="2606477"/>
              <a:ext cx="53544" cy="53570"/>
            </a:xfrm>
            <a:custGeom>
              <a:avLst/>
              <a:gdLst/>
              <a:ahLst/>
              <a:cxnLst/>
              <a:rect l="l" t="t" r="r" b="b"/>
              <a:pathLst>
                <a:path w="2039" h="2040" extrusionOk="0">
                  <a:moveTo>
                    <a:pt x="0" y="1"/>
                  </a:moveTo>
                  <a:lnTo>
                    <a:pt x="1216" y="2039"/>
                  </a:lnTo>
                  <a:lnTo>
                    <a:pt x="2039" y="2039"/>
                  </a:lnTo>
                  <a:cubicBezTo>
                    <a:pt x="2039" y="910"/>
                    <a:pt x="1130" y="1"/>
                    <a:pt x="0"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137"/>
            <p:cNvSpPr/>
            <p:nvPr/>
          </p:nvSpPr>
          <p:spPr>
            <a:xfrm>
              <a:off x="2779770" y="2606477"/>
              <a:ext cx="85476" cy="53570"/>
            </a:xfrm>
            <a:custGeom>
              <a:avLst/>
              <a:gdLst/>
              <a:ahLst/>
              <a:cxnLst/>
              <a:rect l="l" t="t" r="r" b="b"/>
              <a:pathLst>
                <a:path w="3255" h="2040" extrusionOk="0">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137"/>
            <p:cNvSpPr/>
            <p:nvPr/>
          </p:nvSpPr>
          <p:spPr>
            <a:xfrm>
              <a:off x="2833813" y="2525570"/>
              <a:ext cx="29437" cy="59085"/>
            </a:xfrm>
            <a:custGeom>
              <a:avLst/>
              <a:gdLst/>
              <a:ahLst/>
              <a:cxnLst/>
              <a:rect l="l" t="t" r="r" b="b"/>
              <a:pathLst>
                <a:path w="1121" h="2250" extrusionOk="0">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137"/>
            <p:cNvSpPr/>
            <p:nvPr/>
          </p:nvSpPr>
          <p:spPr>
            <a:xfrm>
              <a:off x="2803404" y="2525570"/>
              <a:ext cx="45010" cy="59085"/>
            </a:xfrm>
            <a:custGeom>
              <a:avLst/>
              <a:gdLst/>
              <a:ahLst/>
              <a:cxnLst/>
              <a:rect l="l" t="t" r="r" b="b"/>
              <a:pathLst>
                <a:path w="1714" h="2250" extrusionOk="0">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137"/>
            <p:cNvSpPr/>
            <p:nvPr/>
          </p:nvSpPr>
          <p:spPr>
            <a:xfrm>
              <a:off x="2737570" y="2539146"/>
              <a:ext cx="28912" cy="43487"/>
            </a:xfrm>
            <a:custGeom>
              <a:avLst/>
              <a:gdLst/>
              <a:ahLst/>
              <a:cxnLst/>
              <a:rect l="l" t="t" r="r" b="b"/>
              <a:pathLst>
                <a:path w="1101" h="1656" extrusionOk="0">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137"/>
            <p:cNvSpPr/>
            <p:nvPr/>
          </p:nvSpPr>
          <p:spPr>
            <a:xfrm>
              <a:off x="2884573" y="2539146"/>
              <a:ext cx="29175" cy="43487"/>
            </a:xfrm>
            <a:custGeom>
              <a:avLst/>
              <a:gdLst/>
              <a:ahLst/>
              <a:cxnLst/>
              <a:rect l="l" t="t" r="r" b="b"/>
              <a:pathLst>
                <a:path w="1111" h="1656" extrusionOk="0">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137"/>
            <p:cNvSpPr/>
            <p:nvPr/>
          </p:nvSpPr>
          <p:spPr>
            <a:xfrm>
              <a:off x="2661416" y="2422342"/>
              <a:ext cx="344059" cy="340671"/>
            </a:xfrm>
            <a:custGeom>
              <a:avLst/>
              <a:gdLst/>
              <a:ahLst/>
              <a:cxnLst/>
              <a:rect l="l" t="t" r="r" b="b"/>
              <a:pathLst>
                <a:path w="13102" h="12973" extrusionOk="0">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2" name="Google Shape;13912;p137"/>
          <p:cNvGrpSpPr/>
          <p:nvPr/>
        </p:nvGrpSpPr>
        <p:grpSpPr>
          <a:xfrm>
            <a:off x="4066510" y="2422342"/>
            <a:ext cx="206876" cy="348470"/>
            <a:chOff x="4066510" y="2422342"/>
            <a:chExt cx="206876" cy="348470"/>
          </a:xfrm>
        </p:grpSpPr>
        <p:sp>
          <p:nvSpPr>
            <p:cNvPr id="13913" name="Google Shape;13913;p137"/>
            <p:cNvSpPr/>
            <p:nvPr/>
          </p:nvSpPr>
          <p:spPr>
            <a:xfrm>
              <a:off x="4093662" y="2737934"/>
              <a:ext cx="152334" cy="11082"/>
            </a:xfrm>
            <a:custGeom>
              <a:avLst/>
              <a:gdLst/>
              <a:ahLst/>
              <a:cxnLst/>
              <a:rect l="l" t="t" r="r" b="b"/>
              <a:pathLst>
                <a:path w="5801" h="422" extrusionOk="0">
                  <a:moveTo>
                    <a:pt x="0" y="0"/>
                  </a:moveTo>
                  <a:lnTo>
                    <a:pt x="0" y="421"/>
                  </a:lnTo>
                  <a:lnTo>
                    <a:pt x="5800" y="421"/>
                  </a:lnTo>
                  <a:lnTo>
                    <a:pt x="5800"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137"/>
            <p:cNvSpPr/>
            <p:nvPr/>
          </p:nvSpPr>
          <p:spPr>
            <a:xfrm>
              <a:off x="4164538" y="2422342"/>
              <a:ext cx="10819" cy="348286"/>
            </a:xfrm>
            <a:custGeom>
              <a:avLst/>
              <a:gdLst/>
              <a:ahLst/>
              <a:cxnLst/>
              <a:rect l="l" t="t" r="r" b="b"/>
              <a:pathLst>
                <a:path w="412" h="13263" extrusionOk="0">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137"/>
            <p:cNvSpPr/>
            <p:nvPr/>
          </p:nvSpPr>
          <p:spPr>
            <a:xfrm>
              <a:off x="4082344" y="2645657"/>
              <a:ext cx="33823" cy="125155"/>
            </a:xfrm>
            <a:custGeom>
              <a:avLst/>
              <a:gdLst/>
              <a:ahLst/>
              <a:cxnLst/>
              <a:rect l="l" t="t" r="r" b="b"/>
              <a:pathLst>
                <a:path w="1288" h="4766" extrusionOk="0">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137"/>
            <p:cNvSpPr/>
            <p:nvPr/>
          </p:nvSpPr>
          <p:spPr>
            <a:xfrm>
              <a:off x="4223623" y="2645578"/>
              <a:ext cx="33665" cy="125050"/>
            </a:xfrm>
            <a:custGeom>
              <a:avLst/>
              <a:gdLst/>
              <a:ahLst/>
              <a:cxnLst/>
              <a:rect l="l" t="t" r="r" b="b"/>
              <a:pathLst>
                <a:path w="1282" h="4762" extrusionOk="0">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137"/>
            <p:cNvSpPr/>
            <p:nvPr/>
          </p:nvSpPr>
          <p:spPr>
            <a:xfrm>
              <a:off x="4164538" y="2645447"/>
              <a:ext cx="10819" cy="21875"/>
            </a:xfrm>
            <a:custGeom>
              <a:avLst/>
              <a:gdLst/>
              <a:ahLst/>
              <a:cxnLst/>
              <a:rect l="l" t="t" r="r" b="b"/>
              <a:pathLst>
                <a:path w="412" h="833" extrusionOk="0">
                  <a:moveTo>
                    <a:pt x="0" y="0"/>
                  </a:moveTo>
                  <a:lnTo>
                    <a:pt x="0" y="833"/>
                  </a:lnTo>
                  <a:lnTo>
                    <a:pt x="412" y="833"/>
                  </a:lnTo>
                  <a:lnTo>
                    <a:pt x="41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137"/>
            <p:cNvSpPr/>
            <p:nvPr/>
          </p:nvSpPr>
          <p:spPr>
            <a:xfrm>
              <a:off x="4101462" y="2645604"/>
              <a:ext cx="14601" cy="21717"/>
            </a:xfrm>
            <a:custGeom>
              <a:avLst/>
              <a:gdLst/>
              <a:ahLst/>
              <a:cxnLst/>
              <a:rect l="l" t="t" r="r" b="b"/>
              <a:pathLst>
                <a:path w="556" h="827" extrusionOk="0">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137"/>
            <p:cNvSpPr/>
            <p:nvPr/>
          </p:nvSpPr>
          <p:spPr>
            <a:xfrm>
              <a:off x="4223623" y="2645578"/>
              <a:ext cx="14811" cy="21743"/>
            </a:xfrm>
            <a:custGeom>
              <a:avLst/>
              <a:gdLst/>
              <a:ahLst/>
              <a:cxnLst/>
              <a:rect l="l" t="t" r="r" b="b"/>
              <a:pathLst>
                <a:path w="564" h="828" extrusionOk="0">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137"/>
            <p:cNvSpPr/>
            <p:nvPr/>
          </p:nvSpPr>
          <p:spPr>
            <a:xfrm>
              <a:off x="4077329" y="2460471"/>
              <a:ext cx="185002" cy="196057"/>
            </a:xfrm>
            <a:custGeom>
              <a:avLst/>
              <a:gdLst/>
              <a:ahLst/>
              <a:cxnLst/>
              <a:rect l="l" t="t" r="r" b="b"/>
              <a:pathLst>
                <a:path w="7045" h="7466" extrusionOk="0">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137"/>
            <p:cNvSpPr/>
            <p:nvPr/>
          </p:nvSpPr>
          <p:spPr>
            <a:xfrm>
              <a:off x="4077329" y="2460471"/>
              <a:ext cx="185002" cy="16360"/>
            </a:xfrm>
            <a:custGeom>
              <a:avLst/>
              <a:gdLst/>
              <a:ahLst/>
              <a:cxnLst/>
              <a:rect l="l" t="t" r="r" b="b"/>
              <a:pathLst>
                <a:path w="7045" h="623" extrusionOk="0">
                  <a:moveTo>
                    <a:pt x="0" y="1"/>
                  </a:moveTo>
                  <a:lnTo>
                    <a:pt x="0" y="623"/>
                  </a:lnTo>
                  <a:lnTo>
                    <a:pt x="7044" y="623"/>
                  </a:lnTo>
                  <a:lnTo>
                    <a:pt x="7044"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137"/>
            <p:cNvSpPr/>
            <p:nvPr/>
          </p:nvSpPr>
          <p:spPr>
            <a:xfrm>
              <a:off x="4066510" y="2444137"/>
              <a:ext cx="206876" cy="21901"/>
            </a:xfrm>
            <a:custGeom>
              <a:avLst/>
              <a:gdLst/>
              <a:ahLst/>
              <a:cxnLst/>
              <a:rect l="l" t="t" r="r" b="b"/>
              <a:pathLst>
                <a:path w="7878" h="834" extrusionOk="0">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137"/>
            <p:cNvSpPr/>
            <p:nvPr/>
          </p:nvSpPr>
          <p:spPr>
            <a:xfrm>
              <a:off x="4094161" y="2508186"/>
              <a:ext cx="148185" cy="106563"/>
            </a:xfrm>
            <a:custGeom>
              <a:avLst/>
              <a:gdLst/>
              <a:ahLst/>
              <a:cxnLst/>
              <a:rect l="l" t="t" r="r" b="b"/>
              <a:pathLst>
                <a:path w="5643" h="4058" extrusionOk="0">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137"/>
            <p:cNvSpPr/>
            <p:nvPr/>
          </p:nvSpPr>
          <p:spPr>
            <a:xfrm>
              <a:off x="4066510" y="2454930"/>
              <a:ext cx="206876" cy="11108"/>
            </a:xfrm>
            <a:custGeom>
              <a:avLst/>
              <a:gdLst/>
              <a:ahLst/>
              <a:cxnLst/>
              <a:rect l="l" t="t" r="r" b="b"/>
              <a:pathLst>
                <a:path w="7878" h="423" extrusionOk="0">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25" name="Google Shape;13925;p137"/>
          <p:cNvSpPr/>
          <p:nvPr/>
        </p:nvSpPr>
        <p:spPr>
          <a:xfrm>
            <a:off x="2958206" y="3891720"/>
            <a:ext cx="28440" cy="133453"/>
          </a:xfrm>
          <a:custGeom>
            <a:avLst/>
            <a:gdLst/>
            <a:ahLst/>
            <a:cxnLst/>
            <a:rect l="l" t="t" r="r" b="b"/>
            <a:pathLst>
              <a:path w="1083" h="5082" extrusionOk="0">
                <a:moveTo>
                  <a:pt x="1" y="0"/>
                </a:moveTo>
                <a:lnTo>
                  <a:pt x="1" y="5082"/>
                </a:lnTo>
                <a:lnTo>
                  <a:pt x="1082" y="5082"/>
                </a:lnTo>
                <a:lnTo>
                  <a:pt x="1082" y="0"/>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26" name="Google Shape;13926;p137"/>
          <p:cNvGrpSpPr/>
          <p:nvPr/>
        </p:nvGrpSpPr>
        <p:grpSpPr>
          <a:xfrm>
            <a:off x="2617693" y="3817325"/>
            <a:ext cx="420475" cy="326491"/>
            <a:chOff x="2617693" y="3817325"/>
            <a:chExt cx="420475" cy="326491"/>
          </a:xfrm>
        </p:grpSpPr>
        <p:sp>
          <p:nvSpPr>
            <p:cNvPr id="13927" name="Google Shape;13927;p137"/>
            <p:cNvSpPr/>
            <p:nvPr/>
          </p:nvSpPr>
          <p:spPr>
            <a:xfrm>
              <a:off x="2688542" y="3845712"/>
              <a:ext cx="337047" cy="217170"/>
            </a:xfrm>
            <a:custGeom>
              <a:avLst/>
              <a:gdLst/>
              <a:ahLst/>
              <a:cxnLst/>
              <a:rect l="l" t="t" r="r" b="b"/>
              <a:pathLst>
                <a:path w="12835" h="8270" extrusionOk="0">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137"/>
            <p:cNvSpPr/>
            <p:nvPr/>
          </p:nvSpPr>
          <p:spPr>
            <a:xfrm>
              <a:off x="2734786" y="4063119"/>
              <a:ext cx="57089" cy="27153"/>
            </a:xfrm>
            <a:custGeom>
              <a:avLst/>
              <a:gdLst/>
              <a:ahLst/>
              <a:cxnLst/>
              <a:rect l="l" t="t" r="r" b="b"/>
              <a:pathLst>
                <a:path w="2174" h="1034" extrusionOk="0">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137"/>
            <p:cNvSpPr/>
            <p:nvPr/>
          </p:nvSpPr>
          <p:spPr>
            <a:xfrm>
              <a:off x="2747864" y="3991981"/>
              <a:ext cx="44012" cy="70902"/>
            </a:xfrm>
            <a:custGeom>
              <a:avLst/>
              <a:gdLst/>
              <a:ahLst/>
              <a:cxnLst/>
              <a:rect l="l" t="t" r="r" b="b"/>
              <a:pathLst>
                <a:path w="1676" h="2700" extrusionOk="0">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137"/>
            <p:cNvSpPr/>
            <p:nvPr/>
          </p:nvSpPr>
          <p:spPr>
            <a:xfrm>
              <a:off x="2692823" y="3979927"/>
              <a:ext cx="49027" cy="29411"/>
            </a:xfrm>
            <a:custGeom>
              <a:avLst/>
              <a:gdLst/>
              <a:ahLst/>
              <a:cxnLst/>
              <a:rect l="l" t="t" r="r" b="b"/>
              <a:pathLst>
                <a:path w="1867" h="1120" extrusionOk="0">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137"/>
            <p:cNvSpPr/>
            <p:nvPr/>
          </p:nvSpPr>
          <p:spPr>
            <a:xfrm>
              <a:off x="2688542" y="3845975"/>
              <a:ext cx="11344" cy="133979"/>
            </a:xfrm>
            <a:custGeom>
              <a:avLst/>
              <a:gdLst/>
              <a:ahLst/>
              <a:cxnLst/>
              <a:rect l="l" t="t" r="r" b="b"/>
              <a:pathLst>
                <a:path w="432" h="5102" extrusionOk="0">
                  <a:moveTo>
                    <a:pt x="1" y="0"/>
                  </a:moveTo>
                  <a:lnTo>
                    <a:pt x="1" y="5101"/>
                  </a:lnTo>
                  <a:lnTo>
                    <a:pt x="432" y="5101"/>
                  </a:lnTo>
                  <a:lnTo>
                    <a:pt x="432"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137"/>
            <p:cNvSpPr/>
            <p:nvPr/>
          </p:nvSpPr>
          <p:spPr>
            <a:xfrm>
              <a:off x="2688542" y="3844977"/>
              <a:ext cx="337047" cy="11082"/>
            </a:xfrm>
            <a:custGeom>
              <a:avLst/>
              <a:gdLst/>
              <a:ahLst/>
              <a:cxnLst/>
              <a:rect l="l" t="t" r="r" b="b"/>
              <a:pathLst>
                <a:path w="12835" h="422" extrusionOk="0">
                  <a:moveTo>
                    <a:pt x="1" y="0"/>
                  </a:moveTo>
                  <a:lnTo>
                    <a:pt x="1" y="421"/>
                  </a:lnTo>
                  <a:lnTo>
                    <a:pt x="12835" y="421"/>
                  </a:lnTo>
                  <a:lnTo>
                    <a:pt x="12835"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137"/>
            <p:cNvSpPr/>
            <p:nvPr/>
          </p:nvSpPr>
          <p:spPr>
            <a:xfrm>
              <a:off x="2723232" y="4061596"/>
              <a:ext cx="314936" cy="29936"/>
            </a:xfrm>
            <a:custGeom>
              <a:avLst/>
              <a:gdLst/>
              <a:ahLst/>
              <a:cxnLst/>
              <a:rect l="l" t="t" r="r" b="b"/>
              <a:pathLst>
                <a:path w="11993" h="1140" extrusionOk="0">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137"/>
            <p:cNvSpPr/>
            <p:nvPr/>
          </p:nvSpPr>
          <p:spPr>
            <a:xfrm>
              <a:off x="2676226" y="3817325"/>
              <a:ext cx="361679" cy="29936"/>
            </a:xfrm>
            <a:custGeom>
              <a:avLst/>
              <a:gdLst/>
              <a:ahLst/>
              <a:cxnLst/>
              <a:rect l="l" t="t" r="r" b="b"/>
              <a:pathLst>
                <a:path w="13773" h="1140" extrusionOk="0">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137"/>
            <p:cNvSpPr/>
            <p:nvPr/>
          </p:nvSpPr>
          <p:spPr>
            <a:xfrm>
              <a:off x="2812463" y="3959051"/>
              <a:ext cx="28413" cy="66123"/>
            </a:xfrm>
            <a:custGeom>
              <a:avLst/>
              <a:gdLst/>
              <a:ahLst/>
              <a:cxnLst/>
              <a:rect l="l" t="t" r="r" b="b"/>
              <a:pathLst>
                <a:path w="1082" h="2518" extrusionOk="0">
                  <a:moveTo>
                    <a:pt x="0" y="1"/>
                  </a:moveTo>
                  <a:lnTo>
                    <a:pt x="0" y="2518"/>
                  </a:lnTo>
                  <a:lnTo>
                    <a:pt x="1081" y="2518"/>
                  </a:lnTo>
                  <a:lnTo>
                    <a:pt x="1081"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137"/>
            <p:cNvSpPr/>
            <p:nvPr/>
          </p:nvSpPr>
          <p:spPr>
            <a:xfrm>
              <a:off x="2860966" y="3930664"/>
              <a:ext cx="28413" cy="94510"/>
            </a:xfrm>
            <a:custGeom>
              <a:avLst/>
              <a:gdLst/>
              <a:ahLst/>
              <a:cxnLst/>
              <a:rect l="l" t="t" r="r" b="b"/>
              <a:pathLst>
                <a:path w="1082" h="3599" extrusionOk="0">
                  <a:moveTo>
                    <a:pt x="0" y="0"/>
                  </a:moveTo>
                  <a:lnTo>
                    <a:pt x="0" y="3599"/>
                  </a:lnTo>
                  <a:lnTo>
                    <a:pt x="1082" y="3599"/>
                  </a:lnTo>
                  <a:lnTo>
                    <a:pt x="108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137"/>
            <p:cNvSpPr/>
            <p:nvPr/>
          </p:nvSpPr>
          <p:spPr>
            <a:xfrm>
              <a:off x="2908207" y="3947759"/>
              <a:ext cx="28413" cy="77414"/>
            </a:xfrm>
            <a:custGeom>
              <a:avLst/>
              <a:gdLst/>
              <a:ahLst/>
              <a:cxnLst/>
              <a:rect l="l" t="t" r="r" b="b"/>
              <a:pathLst>
                <a:path w="1082" h="2948" extrusionOk="0">
                  <a:moveTo>
                    <a:pt x="0" y="0"/>
                  </a:moveTo>
                  <a:lnTo>
                    <a:pt x="0" y="2948"/>
                  </a:lnTo>
                  <a:lnTo>
                    <a:pt x="1082" y="2948"/>
                  </a:lnTo>
                  <a:lnTo>
                    <a:pt x="108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137"/>
            <p:cNvSpPr/>
            <p:nvPr/>
          </p:nvSpPr>
          <p:spPr>
            <a:xfrm>
              <a:off x="2716693" y="3882161"/>
              <a:ext cx="54069" cy="13603"/>
            </a:xfrm>
            <a:custGeom>
              <a:avLst/>
              <a:gdLst/>
              <a:ahLst/>
              <a:cxnLst/>
              <a:rect l="l" t="t" r="r" b="b"/>
              <a:pathLst>
                <a:path w="2059" h="518" extrusionOk="0">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137"/>
            <p:cNvSpPr/>
            <p:nvPr/>
          </p:nvSpPr>
          <p:spPr>
            <a:xfrm>
              <a:off x="2716693" y="3904771"/>
              <a:ext cx="73659" cy="13340"/>
            </a:xfrm>
            <a:custGeom>
              <a:avLst/>
              <a:gdLst/>
              <a:ahLst/>
              <a:cxnLst/>
              <a:rect l="l" t="t" r="r" b="b"/>
              <a:pathLst>
                <a:path w="2805" h="508" extrusionOk="0">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137"/>
            <p:cNvSpPr/>
            <p:nvPr/>
          </p:nvSpPr>
          <p:spPr>
            <a:xfrm>
              <a:off x="2716693" y="3927145"/>
              <a:ext cx="73659" cy="13603"/>
            </a:xfrm>
            <a:custGeom>
              <a:avLst/>
              <a:gdLst/>
              <a:ahLst/>
              <a:cxnLst/>
              <a:rect l="l" t="t" r="r" b="b"/>
              <a:pathLst>
                <a:path w="2805" h="518" extrusionOk="0">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137"/>
            <p:cNvSpPr/>
            <p:nvPr/>
          </p:nvSpPr>
          <p:spPr>
            <a:xfrm>
              <a:off x="2716693" y="3949755"/>
              <a:ext cx="73659" cy="13603"/>
            </a:xfrm>
            <a:custGeom>
              <a:avLst/>
              <a:gdLst/>
              <a:ahLst/>
              <a:cxnLst/>
              <a:rect l="l" t="t" r="r" b="b"/>
              <a:pathLst>
                <a:path w="2805" h="518" extrusionOk="0">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137"/>
            <p:cNvSpPr/>
            <p:nvPr/>
          </p:nvSpPr>
          <p:spPr>
            <a:xfrm>
              <a:off x="2617693" y="3979428"/>
              <a:ext cx="164125" cy="164388"/>
            </a:xfrm>
            <a:custGeom>
              <a:avLst/>
              <a:gdLst/>
              <a:ahLst/>
              <a:cxnLst/>
              <a:rect l="l" t="t" r="r" b="b"/>
              <a:pathLst>
                <a:path w="6250" h="6260" extrusionOk="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137"/>
            <p:cNvSpPr/>
            <p:nvPr/>
          </p:nvSpPr>
          <p:spPr>
            <a:xfrm>
              <a:off x="2658895" y="4028167"/>
              <a:ext cx="36711" cy="66622"/>
            </a:xfrm>
            <a:custGeom>
              <a:avLst/>
              <a:gdLst/>
              <a:ahLst/>
              <a:cxnLst/>
              <a:rect l="l" t="t" r="r" b="b"/>
              <a:pathLst>
                <a:path w="1398" h="2537" extrusionOk="0">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4" name="Google Shape;13944;p137"/>
          <p:cNvGrpSpPr/>
          <p:nvPr/>
        </p:nvGrpSpPr>
        <p:grpSpPr>
          <a:xfrm>
            <a:off x="3545301" y="2423523"/>
            <a:ext cx="358134" cy="356637"/>
            <a:chOff x="3545301" y="2423523"/>
            <a:chExt cx="358134" cy="356637"/>
          </a:xfrm>
        </p:grpSpPr>
        <p:sp>
          <p:nvSpPr>
            <p:cNvPr id="13945" name="Google Shape;13945;p137"/>
            <p:cNvSpPr/>
            <p:nvPr/>
          </p:nvSpPr>
          <p:spPr>
            <a:xfrm>
              <a:off x="3545301" y="2633630"/>
              <a:ext cx="64600" cy="146531"/>
            </a:xfrm>
            <a:custGeom>
              <a:avLst/>
              <a:gdLst/>
              <a:ahLst/>
              <a:cxnLst/>
              <a:rect l="l" t="t" r="r" b="b"/>
              <a:pathLst>
                <a:path w="2460" h="5580" extrusionOk="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137"/>
            <p:cNvSpPr/>
            <p:nvPr/>
          </p:nvSpPr>
          <p:spPr>
            <a:xfrm>
              <a:off x="3545301" y="2633630"/>
              <a:ext cx="30934" cy="146531"/>
            </a:xfrm>
            <a:custGeom>
              <a:avLst/>
              <a:gdLst/>
              <a:ahLst/>
              <a:cxnLst/>
              <a:rect l="l" t="t" r="r" b="b"/>
              <a:pathLst>
                <a:path w="1178" h="5580" extrusionOk="0">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137"/>
            <p:cNvSpPr/>
            <p:nvPr/>
          </p:nvSpPr>
          <p:spPr>
            <a:xfrm>
              <a:off x="3643041" y="2597181"/>
              <a:ext cx="64888" cy="182980"/>
            </a:xfrm>
            <a:custGeom>
              <a:avLst/>
              <a:gdLst/>
              <a:ahLst/>
              <a:cxnLst/>
              <a:rect l="l" t="t" r="r" b="b"/>
              <a:pathLst>
                <a:path w="2471" h="6968" extrusionOk="0">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137"/>
            <p:cNvSpPr/>
            <p:nvPr/>
          </p:nvSpPr>
          <p:spPr>
            <a:xfrm>
              <a:off x="3643041" y="2597181"/>
              <a:ext cx="30961" cy="182980"/>
            </a:xfrm>
            <a:custGeom>
              <a:avLst/>
              <a:gdLst/>
              <a:ahLst/>
              <a:cxnLst/>
              <a:rect l="l" t="t" r="r" b="b"/>
              <a:pathLst>
                <a:path w="1179" h="6968" extrusionOk="0">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137"/>
            <p:cNvSpPr/>
            <p:nvPr/>
          </p:nvSpPr>
          <p:spPr>
            <a:xfrm>
              <a:off x="3740807" y="2560994"/>
              <a:ext cx="65125" cy="219166"/>
            </a:xfrm>
            <a:custGeom>
              <a:avLst/>
              <a:gdLst/>
              <a:ahLst/>
              <a:cxnLst/>
              <a:rect l="l" t="t" r="r" b="b"/>
              <a:pathLst>
                <a:path w="2480" h="8346" extrusionOk="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137"/>
            <p:cNvSpPr/>
            <p:nvPr/>
          </p:nvSpPr>
          <p:spPr>
            <a:xfrm>
              <a:off x="3740807" y="2560994"/>
              <a:ext cx="30934" cy="219166"/>
            </a:xfrm>
            <a:custGeom>
              <a:avLst/>
              <a:gdLst/>
              <a:ahLst/>
              <a:cxnLst/>
              <a:rect l="l" t="t" r="r" b="b"/>
              <a:pathLst>
                <a:path w="1178" h="8346" extrusionOk="0">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137"/>
            <p:cNvSpPr/>
            <p:nvPr/>
          </p:nvSpPr>
          <p:spPr>
            <a:xfrm>
              <a:off x="3838573" y="2524808"/>
              <a:ext cx="64862" cy="255352"/>
            </a:xfrm>
            <a:custGeom>
              <a:avLst/>
              <a:gdLst/>
              <a:ahLst/>
              <a:cxnLst/>
              <a:rect l="l" t="t" r="r" b="b"/>
              <a:pathLst>
                <a:path w="2470" h="9724" extrusionOk="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137"/>
            <p:cNvSpPr/>
            <p:nvPr/>
          </p:nvSpPr>
          <p:spPr>
            <a:xfrm>
              <a:off x="3838835" y="2524808"/>
              <a:ext cx="30934" cy="255352"/>
            </a:xfrm>
            <a:custGeom>
              <a:avLst/>
              <a:gdLst/>
              <a:ahLst/>
              <a:cxnLst/>
              <a:rect l="l" t="t" r="r" b="b"/>
              <a:pathLst>
                <a:path w="1178" h="9724" extrusionOk="0">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137"/>
            <p:cNvSpPr/>
            <p:nvPr/>
          </p:nvSpPr>
          <p:spPr>
            <a:xfrm>
              <a:off x="3560873" y="2423523"/>
              <a:ext cx="332767" cy="134241"/>
            </a:xfrm>
            <a:custGeom>
              <a:avLst/>
              <a:gdLst/>
              <a:ahLst/>
              <a:cxnLst/>
              <a:rect l="l" t="t" r="r" b="b"/>
              <a:pathLst>
                <a:path w="12672" h="5112" extrusionOk="0">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4" name="Google Shape;13954;p137"/>
          <p:cNvGrpSpPr/>
          <p:nvPr/>
        </p:nvGrpSpPr>
        <p:grpSpPr>
          <a:xfrm>
            <a:off x="5766424" y="4275195"/>
            <a:ext cx="358160" cy="356926"/>
            <a:chOff x="5766424" y="4275195"/>
            <a:chExt cx="358160" cy="356926"/>
          </a:xfrm>
        </p:grpSpPr>
        <p:sp>
          <p:nvSpPr>
            <p:cNvPr id="13955" name="Google Shape;13955;p137"/>
            <p:cNvSpPr/>
            <p:nvPr/>
          </p:nvSpPr>
          <p:spPr>
            <a:xfrm>
              <a:off x="5766424" y="4485327"/>
              <a:ext cx="64862" cy="146793"/>
            </a:xfrm>
            <a:custGeom>
              <a:avLst/>
              <a:gdLst/>
              <a:ahLst/>
              <a:cxnLst/>
              <a:rect l="l" t="t" r="r" b="b"/>
              <a:pathLst>
                <a:path w="2470" h="5590" extrusionOk="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6" name="Google Shape;13956;p137"/>
            <p:cNvSpPr/>
            <p:nvPr/>
          </p:nvSpPr>
          <p:spPr>
            <a:xfrm>
              <a:off x="5766661" y="4485327"/>
              <a:ext cx="30961" cy="146793"/>
            </a:xfrm>
            <a:custGeom>
              <a:avLst/>
              <a:gdLst/>
              <a:ahLst/>
              <a:cxnLst/>
              <a:rect l="l" t="t" r="r" b="b"/>
              <a:pathLst>
                <a:path w="1179" h="5590" extrusionOk="0">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137"/>
            <p:cNvSpPr/>
            <p:nvPr/>
          </p:nvSpPr>
          <p:spPr>
            <a:xfrm>
              <a:off x="5864190" y="4449115"/>
              <a:ext cx="64862" cy="183006"/>
            </a:xfrm>
            <a:custGeom>
              <a:avLst/>
              <a:gdLst/>
              <a:ahLst/>
              <a:cxnLst/>
              <a:rect l="l" t="t" r="r" b="b"/>
              <a:pathLst>
                <a:path w="2470" h="6969" extrusionOk="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137"/>
            <p:cNvSpPr/>
            <p:nvPr/>
          </p:nvSpPr>
          <p:spPr>
            <a:xfrm>
              <a:off x="5864190" y="4449115"/>
              <a:ext cx="30934" cy="183006"/>
            </a:xfrm>
            <a:custGeom>
              <a:avLst/>
              <a:gdLst/>
              <a:ahLst/>
              <a:cxnLst/>
              <a:rect l="l" t="t" r="r" b="b"/>
              <a:pathLst>
                <a:path w="1178" h="6969" extrusionOk="0">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137"/>
            <p:cNvSpPr/>
            <p:nvPr/>
          </p:nvSpPr>
          <p:spPr>
            <a:xfrm>
              <a:off x="5962193" y="4412692"/>
              <a:ext cx="64626" cy="219429"/>
            </a:xfrm>
            <a:custGeom>
              <a:avLst/>
              <a:gdLst/>
              <a:ahLst/>
              <a:cxnLst/>
              <a:rect l="l" t="t" r="r" b="b"/>
              <a:pathLst>
                <a:path w="2461" h="8356" extrusionOk="0">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137"/>
            <p:cNvSpPr/>
            <p:nvPr/>
          </p:nvSpPr>
          <p:spPr>
            <a:xfrm>
              <a:off x="5962193" y="4412692"/>
              <a:ext cx="30698" cy="219429"/>
            </a:xfrm>
            <a:custGeom>
              <a:avLst/>
              <a:gdLst/>
              <a:ahLst/>
              <a:cxnLst/>
              <a:rect l="l" t="t" r="r" b="b"/>
              <a:pathLst>
                <a:path w="1169" h="8356" extrusionOk="0">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137"/>
            <p:cNvSpPr/>
            <p:nvPr/>
          </p:nvSpPr>
          <p:spPr>
            <a:xfrm>
              <a:off x="6059959" y="4376506"/>
              <a:ext cx="64626" cy="255615"/>
            </a:xfrm>
            <a:custGeom>
              <a:avLst/>
              <a:gdLst/>
              <a:ahLst/>
              <a:cxnLst/>
              <a:rect l="l" t="t" r="r" b="b"/>
              <a:pathLst>
                <a:path w="2461" h="9734" extrusionOk="0">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137"/>
            <p:cNvSpPr/>
            <p:nvPr/>
          </p:nvSpPr>
          <p:spPr>
            <a:xfrm>
              <a:off x="6059959" y="4376506"/>
              <a:ext cx="30934" cy="255615"/>
            </a:xfrm>
            <a:custGeom>
              <a:avLst/>
              <a:gdLst/>
              <a:ahLst/>
              <a:cxnLst/>
              <a:rect l="l" t="t" r="r" b="b"/>
              <a:pathLst>
                <a:path w="1178" h="9734" extrusionOk="0">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137"/>
            <p:cNvSpPr/>
            <p:nvPr/>
          </p:nvSpPr>
          <p:spPr>
            <a:xfrm>
              <a:off x="5781997" y="4275195"/>
              <a:ext cx="332767" cy="134241"/>
            </a:xfrm>
            <a:custGeom>
              <a:avLst/>
              <a:gdLst/>
              <a:ahLst/>
              <a:cxnLst/>
              <a:rect l="l" t="t" r="r" b="b"/>
              <a:pathLst>
                <a:path w="12672" h="5112" extrusionOk="0">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4" name="Google Shape;13964;p137"/>
          <p:cNvGrpSpPr/>
          <p:nvPr/>
        </p:nvGrpSpPr>
        <p:grpSpPr>
          <a:xfrm>
            <a:off x="3531462" y="3824599"/>
            <a:ext cx="377251" cy="324232"/>
            <a:chOff x="3531462" y="3824599"/>
            <a:chExt cx="377251" cy="324232"/>
          </a:xfrm>
        </p:grpSpPr>
        <p:sp>
          <p:nvSpPr>
            <p:cNvPr id="13965" name="Google Shape;13965;p137"/>
            <p:cNvSpPr/>
            <p:nvPr/>
          </p:nvSpPr>
          <p:spPr>
            <a:xfrm>
              <a:off x="3573189" y="3854772"/>
              <a:ext cx="294059" cy="294059"/>
            </a:xfrm>
            <a:custGeom>
              <a:avLst/>
              <a:gdLst/>
              <a:ahLst/>
              <a:cxnLst/>
              <a:rect l="l" t="t" r="r" b="b"/>
              <a:pathLst>
                <a:path w="11198" h="11198" extrusionOk="0">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137"/>
            <p:cNvSpPr/>
            <p:nvPr/>
          </p:nvSpPr>
          <p:spPr>
            <a:xfrm>
              <a:off x="3719457" y="3939461"/>
              <a:ext cx="78439" cy="102808"/>
            </a:xfrm>
            <a:custGeom>
              <a:avLst/>
              <a:gdLst/>
              <a:ahLst/>
              <a:cxnLst/>
              <a:rect l="l" t="t" r="r" b="b"/>
              <a:pathLst>
                <a:path w="2987" h="3915" extrusionOk="0">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137"/>
            <p:cNvSpPr/>
            <p:nvPr/>
          </p:nvSpPr>
          <p:spPr>
            <a:xfrm>
              <a:off x="3719195" y="3878144"/>
              <a:ext cx="156851" cy="203594"/>
            </a:xfrm>
            <a:custGeom>
              <a:avLst/>
              <a:gdLst/>
              <a:ahLst/>
              <a:cxnLst/>
              <a:rect l="l" t="t" r="r" b="b"/>
              <a:pathLst>
                <a:path w="5973" h="7753" extrusionOk="0">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137"/>
            <p:cNvSpPr/>
            <p:nvPr/>
          </p:nvSpPr>
          <p:spPr>
            <a:xfrm>
              <a:off x="3718959" y="3824599"/>
              <a:ext cx="189755" cy="287048"/>
            </a:xfrm>
            <a:custGeom>
              <a:avLst/>
              <a:gdLst/>
              <a:ahLst/>
              <a:cxnLst/>
              <a:rect l="l" t="t" r="r" b="b"/>
              <a:pathLst>
                <a:path w="7226" h="10931" extrusionOk="0">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137"/>
            <p:cNvSpPr/>
            <p:nvPr/>
          </p:nvSpPr>
          <p:spPr>
            <a:xfrm>
              <a:off x="3576708" y="3855008"/>
              <a:ext cx="144036" cy="147555"/>
            </a:xfrm>
            <a:custGeom>
              <a:avLst/>
              <a:gdLst/>
              <a:ahLst/>
              <a:cxnLst/>
              <a:rect l="l" t="t" r="r" b="b"/>
              <a:pathLst>
                <a:path w="5485" h="5619" extrusionOk="0">
                  <a:moveTo>
                    <a:pt x="5455" y="1"/>
                  </a:moveTo>
                  <a:cubicBezTo>
                    <a:pt x="2833" y="1"/>
                    <a:pt x="565" y="1829"/>
                    <a:pt x="0" y="4394"/>
                  </a:cubicBezTo>
                  <a:lnTo>
                    <a:pt x="5484" y="5619"/>
                  </a:lnTo>
                  <a:lnTo>
                    <a:pt x="545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137"/>
            <p:cNvSpPr/>
            <p:nvPr/>
          </p:nvSpPr>
          <p:spPr>
            <a:xfrm>
              <a:off x="3573426" y="3969870"/>
              <a:ext cx="147319" cy="173684"/>
            </a:xfrm>
            <a:custGeom>
              <a:avLst/>
              <a:gdLst/>
              <a:ahLst/>
              <a:cxnLst/>
              <a:rect l="l" t="t" r="r" b="b"/>
              <a:pathLst>
                <a:path w="5610" h="6614" extrusionOk="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137"/>
            <p:cNvSpPr/>
            <p:nvPr/>
          </p:nvSpPr>
          <p:spPr>
            <a:xfrm>
              <a:off x="3664417" y="4122178"/>
              <a:ext cx="77940" cy="26654"/>
            </a:xfrm>
            <a:custGeom>
              <a:avLst/>
              <a:gdLst/>
              <a:ahLst/>
              <a:cxnLst/>
              <a:rect l="l" t="t" r="r" b="b"/>
              <a:pathLst>
                <a:path w="2968" h="1015" extrusionOk="0">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137"/>
            <p:cNvSpPr/>
            <p:nvPr/>
          </p:nvSpPr>
          <p:spPr>
            <a:xfrm>
              <a:off x="3576708" y="3854772"/>
              <a:ext cx="143275" cy="124919"/>
            </a:xfrm>
            <a:custGeom>
              <a:avLst/>
              <a:gdLst/>
              <a:ahLst/>
              <a:cxnLst/>
              <a:rect l="l" t="t" r="r" b="b"/>
              <a:pathLst>
                <a:path w="5456" h="4757" extrusionOk="0">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137"/>
            <p:cNvSpPr/>
            <p:nvPr/>
          </p:nvSpPr>
          <p:spPr>
            <a:xfrm>
              <a:off x="3531462" y="3831217"/>
              <a:ext cx="144561" cy="112393"/>
            </a:xfrm>
            <a:custGeom>
              <a:avLst/>
              <a:gdLst/>
              <a:ahLst/>
              <a:cxnLst/>
              <a:rect l="l" t="t" r="r" b="b"/>
              <a:pathLst>
                <a:path w="5505" h="4280" extrusionOk="0">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137"/>
            <p:cNvSpPr/>
            <p:nvPr/>
          </p:nvSpPr>
          <p:spPr>
            <a:xfrm>
              <a:off x="3653098" y="3932318"/>
              <a:ext cx="36711" cy="31538"/>
            </a:xfrm>
            <a:custGeom>
              <a:avLst/>
              <a:gdLst/>
              <a:ahLst/>
              <a:cxnLst/>
              <a:rect l="l" t="t" r="r" b="b"/>
              <a:pathLst>
                <a:path w="1398" h="1201" extrusionOk="0">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137"/>
            <p:cNvSpPr/>
            <p:nvPr/>
          </p:nvSpPr>
          <p:spPr>
            <a:xfrm>
              <a:off x="3559875" y="3969870"/>
              <a:ext cx="126179" cy="173684"/>
            </a:xfrm>
            <a:custGeom>
              <a:avLst/>
              <a:gdLst/>
              <a:ahLst/>
              <a:cxnLst/>
              <a:rect l="l" t="t" r="r" b="b"/>
              <a:pathLst>
                <a:path w="4805" h="6614" extrusionOk="0">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6" name="Google Shape;13976;p137"/>
          <p:cNvGrpSpPr/>
          <p:nvPr/>
        </p:nvGrpSpPr>
        <p:grpSpPr>
          <a:xfrm>
            <a:off x="4030586" y="3805246"/>
            <a:ext cx="286523" cy="340566"/>
            <a:chOff x="4030586" y="3805246"/>
            <a:chExt cx="286523" cy="340566"/>
          </a:xfrm>
        </p:grpSpPr>
        <p:sp>
          <p:nvSpPr>
            <p:cNvPr id="13977" name="Google Shape;13977;p137"/>
            <p:cNvSpPr/>
            <p:nvPr/>
          </p:nvSpPr>
          <p:spPr>
            <a:xfrm>
              <a:off x="4030586" y="3826122"/>
              <a:ext cx="87735" cy="145533"/>
            </a:xfrm>
            <a:custGeom>
              <a:avLst/>
              <a:gdLst/>
              <a:ahLst/>
              <a:cxnLst/>
              <a:rect l="l" t="t" r="r" b="b"/>
              <a:pathLst>
                <a:path w="3341" h="5542" extrusionOk="0">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137"/>
            <p:cNvSpPr/>
            <p:nvPr/>
          </p:nvSpPr>
          <p:spPr>
            <a:xfrm>
              <a:off x="4229374" y="3825860"/>
              <a:ext cx="87735" cy="145796"/>
            </a:xfrm>
            <a:custGeom>
              <a:avLst/>
              <a:gdLst/>
              <a:ahLst/>
              <a:cxnLst/>
              <a:rect l="l" t="t" r="r" b="b"/>
              <a:pathLst>
                <a:path w="3341" h="5552" extrusionOk="0">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137"/>
            <p:cNvSpPr/>
            <p:nvPr/>
          </p:nvSpPr>
          <p:spPr>
            <a:xfrm>
              <a:off x="4162779" y="3999018"/>
              <a:ext cx="22400" cy="101547"/>
            </a:xfrm>
            <a:custGeom>
              <a:avLst/>
              <a:gdLst/>
              <a:ahLst/>
              <a:cxnLst/>
              <a:rect l="l" t="t" r="r" b="b"/>
              <a:pathLst>
                <a:path w="853" h="3867" extrusionOk="0">
                  <a:moveTo>
                    <a:pt x="0" y="1"/>
                  </a:moveTo>
                  <a:lnTo>
                    <a:pt x="0" y="3867"/>
                  </a:lnTo>
                  <a:lnTo>
                    <a:pt x="852" y="3867"/>
                  </a:lnTo>
                  <a:lnTo>
                    <a:pt x="852"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137"/>
            <p:cNvSpPr/>
            <p:nvPr/>
          </p:nvSpPr>
          <p:spPr>
            <a:xfrm>
              <a:off x="4091903" y="3816564"/>
              <a:ext cx="163889" cy="200836"/>
            </a:xfrm>
            <a:custGeom>
              <a:avLst/>
              <a:gdLst/>
              <a:ahLst/>
              <a:cxnLst/>
              <a:rect l="l" t="t" r="r" b="b"/>
              <a:pathLst>
                <a:path w="6241" h="7648" extrusionOk="0">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137"/>
            <p:cNvSpPr/>
            <p:nvPr/>
          </p:nvSpPr>
          <p:spPr>
            <a:xfrm>
              <a:off x="4158498" y="3816564"/>
              <a:ext cx="97530" cy="200836"/>
            </a:xfrm>
            <a:custGeom>
              <a:avLst/>
              <a:gdLst/>
              <a:ahLst/>
              <a:cxnLst/>
              <a:rect l="l" t="t" r="r" b="b"/>
              <a:pathLst>
                <a:path w="3714" h="7648" extrusionOk="0">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137"/>
            <p:cNvSpPr/>
            <p:nvPr/>
          </p:nvSpPr>
          <p:spPr>
            <a:xfrm>
              <a:off x="4081084" y="3805246"/>
              <a:ext cx="185501" cy="22662"/>
            </a:xfrm>
            <a:custGeom>
              <a:avLst/>
              <a:gdLst/>
              <a:ahLst/>
              <a:cxnLst/>
              <a:rect l="l" t="t" r="r" b="b"/>
              <a:pathLst>
                <a:path w="7064" h="863" extrusionOk="0">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137"/>
            <p:cNvSpPr/>
            <p:nvPr/>
          </p:nvSpPr>
          <p:spPr>
            <a:xfrm>
              <a:off x="4235913" y="3805246"/>
              <a:ext cx="30672" cy="22662"/>
            </a:xfrm>
            <a:custGeom>
              <a:avLst/>
              <a:gdLst/>
              <a:ahLst/>
              <a:cxnLst/>
              <a:rect l="l" t="t" r="r" b="b"/>
              <a:pathLst>
                <a:path w="1168" h="863" extrusionOk="0">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137"/>
            <p:cNvSpPr/>
            <p:nvPr/>
          </p:nvSpPr>
          <p:spPr>
            <a:xfrm>
              <a:off x="4133368" y="3866195"/>
              <a:ext cx="81196" cy="76627"/>
            </a:xfrm>
            <a:custGeom>
              <a:avLst/>
              <a:gdLst/>
              <a:ahLst/>
              <a:cxnLst/>
              <a:rect l="l" t="t" r="r" b="b"/>
              <a:pathLst>
                <a:path w="3092" h="2918" extrusionOk="0">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137"/>
            <p:cNvSpPr/>
            <p:nvPr/>
          </p:nvSpPr>
          <p:spPr>
            <a:xfrm>
              <a:off x="4152721" y="4004060"/>
              <a:ext cx="42489" cy="20877"/>
            </a:xfrm>
            <a:custGeom>
              <a:avLst/>
              <a:gdLst/>
              <a:ahLst/>
              <a:cxnLst/>
              <a:rect l="l" t="t" r="r" b="b"/>
              <a:pathLst>
                <a:path w="1618" h="795" extrusionOk="0">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137"/>
            <p:cNvSpPr/>
            <p:nvPr/>
          </p:nvSpPr>
          <p:spPr>
            <a:xfrm>
              <a:off x="4130348" y="4085466"/>
              <a:ext cx="87236" cy="30199"/>
            </a:xfrm>
            <a:custGeom>
              <a:avLst/>
              <a:gdLst/>
              <a:ahLst/>
              <a:cxnLst/>
              <a:rect l="l" t="t" r="r" b="b"/>
              <a:pathLst>
                <a:path w="3322" h="1150" extrusionOk="0">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137"/>
            <p:cNvSpPr/>
            <p:nvPr/>
          </p:nvSpPr>
          <p:spPr>
            <a:xfrm>
              <a:off x="4186649" y="4085466"/>
              <a:ext cx="30934" cy="29936"/>
            </a:xfrm>
            <a:custGeom>
              <a:avLst/>
              <a:gdLst/>
              <a:ahLst/>
              <a:cxnLst/>
              <a:rect l="l" t="t" r="r" b="b"/>
              <a:pathLst>
                <a:path w="1178" h="1140" extrusionOk="0">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137"/>
            <p:cNvSpPr/>
            <p:nvPr/>
          </p:nvSpPr>
          <p:spPr>
            <a:xfrm>
              <a:off x="4098941" y="4108102"/>
              <a:ext cx="150050" cy="37709"/>
            </a:xfrm>
            <a:custGeom>
              <a:avLst/>
              <a:gdLst/>
              <a:ahLst/>
              <a:cxnLst/>
              <a:rect l="l" t="t" r="r" b="b"/>
              <a:pathLst>
                <a:path w="5714" h="1436" extrusionOk="0">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137"/>
            <p:cNvSpPr/>
            <p:nvPr/>
          </p:nvSpPr>
          <p:spPr>
            <a:xfrm>
              <a:off x="4211018" y="4108102"/>
              <a:ext cx="37736" cy="37709"/>
            </a:xfrm>
            <a:custGeom>
              <a:avLst/>
              <a:gdLst/>
              <a:ahLst/>
              <a:cxnLst/>
              <a:rect l="l" t="t" r="r" b="b"/>
              <a:pathLst>
                <a:path w="1437" h="1436" extrusionOk="0">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0" name="Google Shape;13990;p137"/>
          <p:cNvGrpSpPr/>
          <p:nvPr/>
        </p:nvGrpSpPr>
        <p:grpSpPr>
          <a:xfrm>
            <a:off x="2180884" y="2888719"/>
            <a:ext cx="376752" cy="374468"/>
            <a:chOff x="2180884" y="2888719"/>
            <a:chExt cx="376752" cy="374468"/>
          </a:xfrm>
        </p:grpSpPr>
        <p:sp>
          <p:nvSpPr>
            <p:cNvPr id="13991" name="Google Shape;13991;p137"/>
            <p:cNvSpPr/>
            <p:nvPr/>
          </p:nvSpPr>
          <p:spPr>
            <a:xfrm>
              <a:off x="2180884" y="2954054"/>
              <a:ext cx="309395" cy="309133"/>
            </a:xfrm>
            <a:custGeom>
              <a:avLst/>
              <a:gdLst/>
              <a:ahLst/>
              <a:cxnLst/>
              <a:rect l="l" t="t" r="r" b="b"/>
              <a:pathLst>
                <a:path w="11782" h="11772" extrusionOk="0">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137"/>
            <p:cNvSpPr/>
            <p:nvPr/>
          </p:nvSpPr>
          <p:spPr>
            <a:xfrm>
              <a:off x="2335713" y="3102082"/>
              <a:ext cx="154330" cy="12579"/>
            </a:xfrm>
            <a:custGeom>
              <a:avLst/>
              <a:gdLst/>
              <a:ahLst/>
              <a:cxnLst/>
              <a:rect l="l" t="t" r="r" b="b"/>
              <a:pathLst>
                <a:path w="5877" h="479" extrusionOk="0">
                  <a:moveTo>
                    <a:pt x="0" y="0"/>
                  </a:moveTo>
                  <a:lnTo>
                    <a:pt x="0" y="479"/>
                  </a:lnTo>
                  <a:lnTo>
                    <a:pt x="5876" y="479"/>
                  </a:lnTo>
                  <a:lnTo>
                    <a:pt x="5876" y="240"/>
                  </a:lnTo>
                  <a:lnTo>
                    <a:pt x="5876"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137"/>
            <p:cNvSpPr/>
            <p:nvPr/>
          </p:nvSpPr>
          <p:spPr>
            <a:xfrm>
              <a:off x="2465648" y="2888719"/>
              <a:ext cx="91989" cy="89993"/>
            </a:xfrm>
            <a:custGeom>
              <a:avLst/>
              <a:gdLst/>
              <a:ahLst/>
              <a:cxnLst/>
              <a:rect l="l" t="t" r="r" b="b"/>
              <a:pathLst>
                <a:path w="3503" h="3427" extrusionOk="0">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137"/>
            <p:cNvSpPr/>
            <p:nvPr/>
          </p:nvSpPr>
          <p:spPr>
            <a:xfrm>
              <a:off x="2465648" y="2888719"/>
              <a:ext cx="61842" cy="90229"/>
            </a:xfrm>
            <a:custGeom>
              <a:avLst/>
              <a:gdLst/>
              <a:ahLst/>
              <a:cxnLst/>
              <a:rect l="l" t="t" r="r" b="b"/>
              <a:pathLst>
                <a:path w="2355" h="3436" extrusionOk="0">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137"/>
            <p:cNvSpPr/>
            <p:nvPr/>
          </p:nvSpPr>
          <p:spPr>
            <a:xfrm>
              <a:off x="2218094" y="2991002"/>
              <a:ext cx="235263" cy="235263"/>
            </a:xfrm>
            <a:custGeom>
              <a:avLst/>
              <a:gdLst/>
              <a:ahLst/>
              <a:cxnLst/>
              <a:rect l="l" t="t" r="r" b="b"/>
              <a:pathLst>
                <a:path w="8959" h="8959" extrusionOk="0">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137"/>
            <p:cNvSpPr/>
            <p:nvPr/>
          </p:nvSpPr>
          <p:spPr>
            <a:xfrm>
              <a:off x="2335713" y="3102082"/>
              <a:ext cx="117382" cy="12579"/>
            </a:xfrm>
            <a:custGeom>
              <a:avLst/>
              <a:gdLst/>
              <a:ahLst/>
              <a:cxnLst/>
              <a:rect l="l" t="t" r="r" b="b"/>
              <a:pathLst>
                <a:path w="4470" h="479" extrusionOk="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137"/>
            <p:cNvSpPr/>
            <p:nvPr/>
          </p:nvSpPr>
          <p:spPr>
            <a:xfrm>
              <a:off x="2249003" y="3021910"/>
              <a:ext cx="173185" cy="173421"/>
            </a:xfrm>
            <a:custGeom>
              <a:avLst/>
              <a:gdLst/>
              <a:ahLst/>
              <a:cxnLst/>
              <a:rect l="l" t="t" r="r" b="b"/>
              <a:pathLst>
                <a:path w="6595" h="6604" extrusionOk="0">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137"/>
            <p:cNvSpPr/>
            <p:nvPr/>
          </p:nvSpPr>
          <p:spPr>
            <a:xfrm>
              <a:off x="2335713" y="3102082"/>
              <a:ext cx="86711" cy="12579"/>
            </a:xfrm>
            <a:custGeom>
              <a:avLst/>
              <a:gdLst/>
              <a:ahLst/>
              <a:cxnLst/>
              <a:rect l="l" t="t" r="r" b="b"/>
              <a:pathLst>
                <a:path w="3302" h="479" extrusionOk="0">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137"/>
            <p:cNvSpPr/>
            <p:nvPr/>
          </p:nvSpPr>
          <p:spPr>
            <a:xfrm>
              <a:off x="2286187" y="3059094"/>
              <a:ext cx="99053" cy="99053"/>
            </a:xfrm>
            <a:custGeom>
              <a:avLst/>
              <a:gdLst/>
              <a:ahLst/>
              <a:cxnLst/>
              <a:rect l="l" t="t" r="r" b="b"/>
              <a:pathLst>
                <a:path w="3772" h="3772" extrusionOk="0">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137"/>
            <p:cNvSpPr/>
            <p:nvPr/>
          </p:nvSpPr>
          <p:spPr>
            <a:xfrm>
              <a:off x="2335713" y="3102318"/>
              <a:ext cx="49526" cy="12342"/>
            </a:xfrm>
            <a:custGeom>
              <a:avLst/>
              <a:gdLst/>
              <a:ahLst/>
              <a:cxnLst/>
              <a:rect l="l" t="t" r="r" b="b"/>
              <a:pathLst>
                <a:path w="1886" h="470" extrusionOk="0">
                  <a:moveTo>
                    <a:pt x="0" y="1"/>
                  </a:moveTo>
                  <a:lnTo>
                    <a:pt x="0" y="470"/>
                  </a:lnTo>
                  <a:lnTo>
                    <a:pt x="1866" y="470"/>
                  </a:lnTo>
                  <a:cubicBezTo>
                    <a:pt x="1886" y="317"/>
                    <a:pt x="1886" y="154"/>
                    <a:pt x="1866"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137"/>
            <p:cNvSpPr/>
            <p:nvPr/>
          </p:nvSpPr>
          <p:spPr>
            <a:xfrm>
              <a:off x="2317095" y="3090002"/>
              <a:ext cx="37237" cy="37237"/>
            </a:xfrm>
            <a:custGeom>
              <a:avLst/>
              <a:gdLst/>
              <a:ahLst/>
              <a:cxnLst/>
              <a:rect l="l" t="t" r="r" b="b"/>
              <a:pathLst>
                <a:path w="1418" h="1418" extrusionOk="0">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137"/>
            <p:cNvSpPr/>
            <p:nvPr/>
          </p:nvSpPr>
          <p:spPr>
            <a:xfrm>
              <a:off x="2335713" y="3102318"/>
              <a:ext cx="18855" cy="12342"/>
            </a:xfrm>
            <a:custGeom>
              <a:avLst/>
              <a:gdLst/>
              <a:ahLst/>
              <a:cxnLst/>
              <a:rect l="l" t="t" r="r" b="b"/>
              <a:pathLst>
                <a:path w="718" h="470" extrusionOk="0">
                  <a:moveTo>
                    <a:pt x="0" y="1"/>
                  </a:moveTo>
                  <a:lnTo>
                    <a:pt x="0" y="470"/>
                  </a:lnTo>
                  <a:lnTo>
                    <a:pt x="661" y="470"/>
                  </a:lnTo>
                  <a:cubicBezTo>
                    <a:pt x="718" y="317"/>
                    <a:pt x="718" y="154"/>
                    <a:pt x="66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137"/>
            <p:cNvSpPr/>
            <p:nvPr/>
          </p:nvSpPr>
          <p:spPr>
            <a:xfrm>
              <a:off x="2326496" y="3073169"/>
              <a:ext cx="44668" cy="41570"/>
            </a:xfrm>
            <a:custGeom>
              <a:avLst/>
              <a:gdLst/>
              <a:ahLst/>
              <a:cxnLst/>
              <a:rect l="l" t="t" r="r" b="b"/>
              <a:pathLst>
                <a:path w="1701" h="1583" extrusionOk="0">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137"/>
            <p:cNvSpPr/>
            <p:nvPr/>
          </p:nvSpPr>
          <p:spPr>
            <a:xfrm>
              <a:off x="2355566" y="2901954"/>
              <a:ext cx="188704" cy="185080"/>
            </a:xfrm>
            <a:custGeom>
              <a:avLst/>
              <a:gdLst/>
              <a:ahLst/>
              <a:cxnLst/>
              <a:rect l="l" t="t" r="r" b="b"/>
              <a:pathLst>
                <a:path w="7186" h="7048" extrusionOk="0">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5" name="Google Shape;14005;p137"/>
          <p:cNvGrpSpPr/>
          <p:nvPr/>
        </p:nvGrpSpPr>
        <p:grpSpPr>
          <a:xfrm>
            <a:off x="3954432" y="2942999"/>
            <a:ext cx="378249" cy="265909"/>
            <a:chOff x="3954432" y="2942999"/>
            <a:chExt cx="378249" cy="265909"/>
          </a:xfrm>
        </p:grpSpPr>
        <p:sp>
          <p:nvSpPr>
            <p:cNvPr id="14006" name="Google Shape;14006;p137"/>
            <p:cNvSpPr/>
            <p:nvPr/>
          </p:nvSpPr>
          <p:spPr>
            <a:xfrm>
              <a:off x="3954432" y="2981207"/>
              <a:ext cx="378249" cy="227700"/>
            </a:xfrm>
            <a:custGeom>
              <a:avLst/>
              <a:gdLst/>
              <a:ahLst/>
              <a:cxnLst/>
              <a:rect l="l" t="t" r="r" b="b"/>
              <a:pathLst>
                <a:path w="14404" h="8671" extrusionOk="0">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137"/>
            <p:cNvSpPr/>
            <p:nvPr/>
          </p:nvSpPr>
          <p:spPr>
            <a:xfrm>
              <a:off x="3954432" y="2980944"/>
              <a:ext cx="208111" cy="227727"/>
            </a:xfrm>
            <a:custGeom>
              <a:avLst/>
              <a:gdLst/>
              <a:ahLst/>
              <a:cxnLst/>
              <a:rect l="l" t="t" r="r" b="b"/>
              <a:pathLst>
                <a:path w="7925" h="8672" extrusionOk="0">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137"/>
            <p:cNvSpPr/>
            <p:nvPr/>
          </p:nvSpPr>
          <p:spPr>
            <a:xfrm>
              <a:off x="4034604" y="3013270"/>
              <a:ext cx="190516" cy="163232"/>
            </a:xfrm>
            <a:custGeom>
              <a:avLst/>
              <a:gdLst/>
              <a:ahLst/>
              <a:cxnLst/>
              <a:rect l="l" t="t" r="r" b="b"/>
              <a:pathLst>
                <a:path w="7255" h="6216" extrusionOk="0">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137"/>
            <p:cNvSpPr/>
            <p:nvPr/>
          </p:nvSpPr>
          <p:spPr>
            <a:xfrm>
              <a:off x="4062256" y="3013349"/>
              <a:ext cx="96768" cy="163101"/>
            </a:xfrm>
            <a:custGeom>
              <a:avLst/>
              <a:gdLst/>
              <a:ahLst/>
              <a:cxnLst/>
              <a:rect l="l" t="t" r="r" b="b"/>
              <a:pathLst>
                <a:path w="3685" h="6211" extrusionOk="0">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137"/>
            <p:cNvSpPr/>
            <p:nvPr/>
          </p:nvSpPr>
          <p:spPr>
            <a:xfrm>
              <a:off x="4088647" y="3053763"/>
              <a:ext cx="96007" cy="82273"/>
            </a:xfrm>
            <a:custGeom>
              <a:avLst/>
              <a:gdLst/>
              <a:ahLst/>
              <a:cxnLst/>
              <a:rect l="l" t="t" r="r" b="b"/>
              <a:pathLst>
                <a:path w="3656" h="3133" extrusionOk="0">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137"/>
            <p:cNvSpPr/>
            <p:nvPr/>
          </p:nvSpPr>
          <p:spPr>
            <a:xfrm>
              <a:off x="4102696" y="3053868"/>
              <a:ext cx="57089" cy="82246"/>
            </a:xfrm>
            <a:custGeom>
              <a:avLst/>
              <a:gdLst/>
              <a:ahLst/>
              <a:cxnLst/>
              <a:rect l="l" t="t" r="r" b="b"/>
              <a:pathLst>
                <a:path w="2174" h="3132" extrusionOk="0">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137"/>
            <p:cNvSpPr/>
            <p:nvPr/>
          </p:nvSpPr>
          <p:spPr>
            <a:xfrm>
              <a:off x="4260807" y="2996411"/>
              <a:ext cx="38051" cy="26207"/>
            </a:xfrm>
            <a:custGeom>
              <a:avLst/>
              <a:gdLst/>
              <a:ahLst/>
              <a:cxnLst/>
              <a:rect l="l" t="t" r="r" b="b"/>
              <a:pathLst>
                <a:path w="1449" h="998" extrusionOk="0">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137"/>
            <p:cNvSpPr/>
            <p:nvPr/>
          </p:nvSpPr>
          <p:spPr>
            <a:xfrm>
              <a:off x="4020528" y="2942999"/>
              <a:ext cx="229381" cy="58323"/>
            </a:xfrm>
            <a:custGeom>
              <a:avLst/>
              <a:gdLst/>
              <a:ahLst/>
              <a:cxnLst/>
              <a:rect l="l" t="t" r="r" b="b"/>
              <a:pathLst>
                <a:path w="8735" h="2221" extrusionOk="0">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137"/>
            <p:cNvSpPr/>
            <p:nvPr/>
          </p:nvSpPr>
          <p:spPr>
            <a:xfrm>
              <a:off x="4153719" y="3056337"/>
              <a:ext cx="33193" cy="28440"/>
            </a:xfrm>
            <a:custGeom>
              <a:avLst/>
              <a:gdLst/>
              <a:ahLst/>
              <a:cxnLst/>
              <a:rect l="l" t="t" r="r" b="b"/>
              <a:pathLst>
                <a:path w="1264" h="1083" extrusionOk="0">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5" name="Google Shape;14015;p137"/>
          <p:cNvGrpSpPr/>
          <p:nvPr/>
        </p:nvGrpSpPr>
        <p:grpSpPr>
          <a:xfrm>
            <a:off x="1752137" y="4266608"/>
            <a:ext cx="378512" cy="374756"/>
            <a:chOff x="1752137" y="4266608"/>
            <a:chExt cx="378512" cy="374756"/>
          </a:xfrm>
        </p:grpSpPr>
        <p:sp>
          <p:nvSpPr>
            <p:cNvPr id="14016" name="Google Shape;14016;p137"/>
            <p:cNvSpPr/>
            <p:nvPr/>
          </p:nvSpPr>
          <p:spPr>
            <a:xfrm>
              <a:off x="1752400" y="4382020"/>
              <a:ext cx="171163" cy="82220"/>
            </a:xfrm>
            <a:custGeom>
              <a:avLst/>
              <a:gdLst/>
              <a:ahLst/>
              <a:cxnLst/>
              <a:rect l="l" t="t" r="r" b="b"/>
              <a:pathLst>
                <a:path w="6518" h="3131" extrusionOk="0">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137"/>
            <p:cNvSpPr/>
            <p:nvPr/>
          </p:nvSpPr>
          <p:spPr>
            <a:xfrm>
              <a:off x="1931834" y="4472250"/>
              <a:ext cx="81957" cy="169114"/>
            </a:xfrm>
            <a:custGeom>
              <a:avLst/>
              <a:gdLst/>
              <a:ahLst/>
              <a:cxnLst/>
              <a:rect l="l" t="t" r="r" b="b"/>
              <a:pathLst>
                <a:path w="3121" h="6440" extrusionOk="0">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137"/>
            <p:cNvSpPr/>
            <p:nvPr/>
          </p:nvSpPr>
          <p:spPr>
            <a:xfrm>
              <a:off x="1752137" y="4386537"/>
              <a:ext cx="123685" cy="71664"/>
            </a:xfrm>
            <a:custGeom>
              <a:avLst/>
              <a:gdLst/>
              <a:ahLst/>
              <a:cxnLst/>
              <a:rect l="l" t="t" r="r" b="b"/>
              <a:pathLst>
                <a:path w="4710" h="2729" extrusionOk="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137"/>
            <p:cNvSpPr/>
            <p:nvPr/>
          </p:nvSpPr>
          <p:spPr>
            <a:xfrm>
              <a:off x="1931834" y="4539108"/>
              <a:ext cx="23897" cy="102256"/>
            </a:xfrm>
            <a:custGeom>
              <a:avLst/>
              <a:gdLst/>
              <a:ahLst/>
              <a:cxnLst/>
              <a:rect l="l" t="t" r="r" b="b"/>
              <a:pathLst>
                <a:path w="910" h="3894" extrusionOk="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137"/>
            <p:cNvSpPr/>
            <p:nvPr/>
          </p:nvSpPr>
          <p:spPr>
            <a:xfrm>
              <a:off x="1823512" y="4266608"/>
              <a:ext cx="307137" cy="305115"/>
            </a:xfrm>
            <a:custGeom>
              <a:avLst/>
              <a:gdLst/>
              <a:ahLst/>
              <a:cxnLst/>
              <a:rect l="l" t="t" r="r" b="b"/>
              <a:pathLst>
                <a:path w="11696" h="11619" extrusionOk="0">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137"/>
            <p:cNvSpPr/>
            <p:nvPr/>
          </p:nvSpPr>
          <p:spPr>
            <a:xfrm>
              <a:off x="1823512" y="4266686"/>
              <a:ext cx="306507" cy="227963"/>
            </a:xfrm>
            <a:custGeom>
              <a:avLst/>
              <a:gdLst/>
              <a:ahLst/>
              <a:cxnLst/>
              <a:rect l="l" t="t" r="r" b="b"/>
              <a:pathLst>
                <a:path w="11672" h="8681" extrusionOk="0">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137"/>
            <p:cNvSpPr/>
            <p:nvPr/>
          </p:nvSpPr>
          <p:spPr>
            <a:xfrm>
              <a:off x="1978078" y="4353633"/>
              <a:ext cx="64127" cy="64101"/>
            </a:xfrm>
            <a:custGeom>
              <a:avLst/>
              <a:gdLst/>
              <a:ahLst/>
              <a:cxnLst/>
              <a:rect l="l" t="t" r="r" b="b"/>
              <a:pathLst>
                <a:path w="2442" h="2441" extrusionOk="0">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137"/>
            <p:cNvSpPr/>
            <p:nvPr/>
          </p:nvSpPr>
          <p:spPr>
            <a:xfrm>
              <a:off x="1978078" y="4353660"/>
              <a:ext cx="39731" cy="64206"/>
            </a:xfrm>
            <a:custGeom>
              <a:avLst/>
              <a:gdLst/>
              <a:ahLst/>
              <a:cxnLst/>
              <a:rect l="l" t="t" r="r" b="b"/>
              <a:pathLst>
                <a:path w="1513" h="2445" extrusionOk="0">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137"/>
            <p:cNvSpPr/>
            <p:nvPr/>
          </p:nvSpPr>
          <p:spPr>
            <a:xfrm>
              <a:off x="1815476" y="4497381"/>
              <a:ext cx="82955" cy="82404"/>
            </a:xfrm>
            <a:custGeom>
              <a:avLst/>
              <a:gdLst/>
              <a:ahLst/>
              <a:cxnLst/>
              <a:rect l="l" t="t" r="r" b="b"/>
              <a:pathLst>
                <a:path w="3159" h="3138" extrusionOk="0">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137"/>
            <p:cNvSpPr/>
            <p:nvPr/>
          </p:nvSpPr>
          <p:spPr>
            <a:xfrm>
              <a:off x="1815476" y="4497381"/>
              <a:ext cx="32195" cy="35950"/>
            </a:xfrm>
            <a:custGeom>
              <a:avLst/>
              <a:gdLst/>
              <a:ahLst/>
              <a:cxnLst/>
              <a:rect l="l" t="t" r="r" b="b"/>
              <a:pathLst>
                <a:path w="1226" h="1369" extrusionOk="0">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137"/>
            <p:cNvSpPr/>
            <p:nvPr/>
          </p:nvSpPr>
          <p:spPr>
            <a:xfrm>
              <a:off x="1823512" y="4463952"/>
              <a:ext cx="108349" cy="107719"/>
            </a:xfrm>
            <a:custGeom>
              <a:avLst/>
              <a:gdLst/>
              <a:ahLst/>
              <a:cxnLst/>
              <a:rect l="l" t="t" r="r" b="b"/>
              <a:pathLst>
                <a:path w="4126" h="4102" extrusionOk="0">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137"/>
            <p:cNvSpPr/>
            <p:nvPr/>
          </p:nvSpPr>
          <p:spPr>
            <a:xfrm>
              <a:off x="1823512" y="4463952"/>
              <a:ext cx="28939" cy="30698"/>
            </a:xfrm>
            <a:custGeom>
              <a:avLst/>
              <a:gdLst/>
              <a:ahLst/>
              <a:cxnLst/>
              <a:rect l="l" t="t" r="r" b="b"/>
              <a:pathLst>
                <a:path w="1102" h="1169" extrusionOk="0">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137"/>
            <p:cNvSpPr/>
            <p:nvPr/>
          </p:nvSpPr>
          <p:spPr>
            <a:xfrm>
              <a:off x="1776034" y="4536981"/>
              <a:ext cx="33692" cy="30724"/>
            </a:xfrm>
            <a:custGeom>
              <a:avLst/>
              <a:gdLst/>
              <a:ahLst/>
              <a:cxnLst/>
              <a:rect l="l" t="t" r="r" b="b"/>
              <a:pathLst>
                <a:path w="1283" h="1170" extrusionOk="0">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137"/>
            <p:cNvSpPr/>
            <p:nvPr/>
          </p:nvSpPr>
          <p:spPr>
            <a:xfrm>
              <a:off x="1794862" y="4555730"/>
              <a:ext cx="33508" cy="30567"/>
            </a:xfrm>
            <a:custGeom>
              <a:avLst/>
              <a:gdLst/>
              <a:ahLst/>
              <a:cxnLst/>
              <a:rect l="l" t="t" r="r" b="b"/>
              <a:pathLst>
                <a:path w="1276" h="1164" extrusionOk="0">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137"/>
            <p:cNvSpPr/>
            <p:nvPr/>
          </p:nvSpPr>
          <p:spPr>
            <a:xfrm>
              <a:off x="1832309" y="4593125"/>
              <a:ext cx="33481" cy="30619"/>
            </a:xfrm>
            <a:custGeom>
              <a:avLst/>
              <a:gdLst/>
              <a:ahLst/>
              <a:cxnLst/>
              <a:rect l="l" t="t" r="r" b="b"/>
              <a:pathLst>
                <a:path w="1275" h="1166" extrusionOk="0">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137"/>
            <p:cNvSpPr/>
            <p:nvPr/>
          </p:nvSpPr>
          <p:spPr>
            <a:xfrm>
              <a:off x="1813480" y="4574322"/>
              <a:ext cx="33665" cy="30645"/>
            </a:xfrm>
            <a:custGeom>
              <a:avLst/>
              <a:gdLst/>
              <a:ahLst/>
              <a:cxnLst/>
              <a:rect l="l" t="t" r="r" b="b"/>
              <a:pathLst>
                <a:path w="1282" h="1167" extrusionOk="0">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137"/>
            <p:cNvSpPr/>
            <p:nvPr/>
          </p:nvSpPr>
          <p:spPr>
            <a:xfrm>
              <a:off x="2057751" y="4266686"/>
              <a:ext cx="72241" cy="71375"/>
            </a:xfrm>
            <a:custGeom>
              <a:avLst/>
              <a:gdLst/>
              <a:ahLst/>
              <a:cxnLst/>
              <a:rect l="l" t="t" r="r" b="b"/>
              <a:pathLst>
                <a:path w="2751" h="2718" extrusionOk="0">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137"/>
            <p:cNvSpPr/>
            <p:nvPr/>
          </p:nvSpPr>
          <p:spPr>
            <a:xfrm>
              <a:off x="2057751" y="4266686"/>
              <a:ext cx="72241" cy="31171"/>
            </a:xfrm>
            <a:custGeom>
              <a:avLst/>
              <a:gdLst/>
              <a:ahLst/>
              <a:cxnLst/>
              <a:rect l="l" t="t" r="r" b="b"/>
              <a:pathLst>
                <a:path w="2751" h="1187" extrusionOk="0">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137"/>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137"/>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137"/>
            <p:cNvSpPr/>
            <p:nvPr/>
          </p:nvSpPr>
          <p:spPr>
            <a:xfrm>
              <a:off x="1839609" y="4424378"/>
              <a:ext cx="130696" cy="131090"/>
            </a:xfrm>
            <a:custGeom>
              <a:avLst/>
              <a:gdLst/>
              <a:ahLst/>
              <a:cxnLst/>
              <a:rect l="l" t="t" r="r" b="b"/>
              <a:pathLst>
                <a:path w="4977" h="4992" extrusionOk="0">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7" name="Google Shape;14037;p137"/>
          <p:cNvGrpSpPr/>
          <p:nvPr/>
        </p:nvGrpSpPr>
        <p:grpSpPr>
          <a:xfrm>
            <a:off x="3117788" y="3812546"/>
            <a:ext cx="341065" cy="341065"/>
            <a:chOff x="3117788" y="3812546"/>
            <a:chExt cx="341065" cy="341065"/>
          </a:xfrm>
        </p:grpSpPr>
        <p:sp>
          <p:nvSpPr>
            <p:cNvPr id="14038" name="Google Shape;14038;p137"/>
            <p:cNvSpPr/>
            <p:nvPr/>
          </p:nvSpPr>
          <p:spPr>
            <a:xfrm>
              <a:off x="3117788" y="3812546"/>
              <a:ext cx="259396" cy="259370"/>
            </a:xfrm>
            <a:custGeom>
              <a:avLst/>
              <a:gdLst/>
              <a:ahLst/>
              <a:cxnLst/>
              <a:rect l="l" t="t" r="r" b="b"/>
              <a:pathLst>
                <a:path w="9878" h="9877" extrusionOk="0">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137"/>
            <p:cNvSpPr/>
            <p:nvPr/>
          </p:nvSpPr>
          <p:spPr>
            <a:xfrm>
              <a:off x="3171332" y="3885181"/>
              <a:ext cx="132981" cy="114126"/>
            </a:xfrm>
            <a:custGeom>
              <a:avLst/>
              <a:gdLst/>
              <a:ahLst/>
              <a:cxnLst/>
              <a:rect l="l" t="t" r="r" b="b"/>
              <a:pathLst>
                <a:path w="5064" h="4346" extrusionOk="0">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137"/>
            <p:cNvSpPr/>
            <p:nvPr/>
          </p:nvSpPr>
          <p:spPr>
            <a:xfrm>
              <a:off x="3209541" y="3914067"/>
              <a:ext cx="66123" cy="56485"/>
            </a:xfrm>
            <a:custGeom>
              <a:avLst/>
              <a:gdLst/>
              <a:ahLst/>
              <a:cxnLst/>
              <a:rect l="l" t="t" r="r" b="b"/>
              <a:pathLst>
                <a:path w="2518" h="2151" extrusionOk="0">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137"/>
            <p:cNvSpPr/>
            <p:nvPr/>
          </p:nvSpPr>
          <p:spPr>
            <a:xfrm>
              <a:off x="3288189" y="3982947"/>
              <a:ext cx="170664" cy="170664"/>
            </a:xfrm>
            <a:custGeom>
              <a:avLst/>
              <a:gdLst/>
              <a:ahLst/>
              <a:cxnLst/>
              <a:rect l="l" t="t" r="r" b="b"/>
              <a:pathLst>
                <a:path w="6499" h="6499" extrusionOk="0">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137"/>
            <p:cNvSpPr/>
            <p:nvPr/>
          </p:nvSpPr>
          <p:spPr>
            <a:xfrm>
              <a:off x="3316340" y="4025672"/>
              <a:ext cx="99788" cy="85371"/>
            </a:xfrm>
            <a:custGeom>
              <a:avLst/>
              <a:gdLst/>
              <a:ahLst/>
              <a:cxnLst/>
              <a:rect l="l" t="t" r="r" b="b"/>
              <a:pathLst>
                <a:path w="3800" h="3251" extrusionOk="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137"/>
            <p:cNvSpPr/>
            <p:nvPr/>
          </p:nvSpPr>
          <p:spPr>
            <a:xfrm>
              <a:off x="3339213" y="4042741"/>
              <a:ext cx="59847" cy="51260"/>
            </a:xfrm>
            <a:custGeom>
              <a:avLst/>
              <a:gdLst/>
              <a:ahLst/>
              <a:cxnLst/>
              <a:rect l="l" t="t" r="r" b="b"/>
              <a:pathLst>
                <a:path w="2279" h="1952" extrusionOk="0">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4" name="Google Shape;14044;p137"/>
          <p:cNvGrpSpPr/>
          <p:nvPr/>
        </p:nvGrpSpPr>
        <p:grpSpPr>
          <a:xfrm>
            <a:off x="3994400" y="4299932"/>
            <a:ext cx="338281" cy="322657"/>
            <a:chOff x="3994400" y="4299932"/>
            <a:chExt cx="338281" cy="322657"/>
          </a:xfrm>
        </p:grpSpPr>
        <p:sp>
          <p:nvSpPr>
            <p:cNvPr id="14045" name="Google Shape;14045;p137"/>
            <p:cNvSpPr/>
            <p:nvPr/>
          </p:nvSpPr>
          <p:spPr>
            <a:xfrm>
              <a:off x="3994400" y="4299932"/>
              <a:ext cx="286759" cy="272447"/>
            </a:xfrm>
            <a:custGeom>
              <a:avLst/>
              <a:gdLst/>
              <a:ahLst/>
              <a:cxnLst/>
              <a:rect l="l" t="t" r="r" b="b"/>
              <a:pathLst>
                <a:path w="10920" h="10375" extrusionOk="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137"/>
            <p:cNvSpPr/>
            <p:nvPr/>
          </p:nvSpPr>
          <p:spPr>
            <a:xfrm>
              <a:off x="4027829" y="4330314"/>
              <a:ext cx="223184" cy="211839"/>
            </a:xfrm>
            <a:custGeom>
              <a:avLst/>
              <a:gdLst/>
              <a:ahLst/>
              <a:cxnLst/>
              <a:rect l="l" t="t" r="r" b="b"/>
              <a:pathLst>
                <a:path w="8499" h="8067" extrusionOk="0">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137"/>
            <p:cNvSpPr/>
            <p:nvPr/>
          </p:nvSpPr>
          <p:spPr>
            <a:xfrm>
              <a:off x="4095422" y="4335330"/>
              <a:ext cx="99053" cy="201729"/>
            </a:xfrm>
            <a:custGeom>
              <a:avLst/>
              <a:gdLst/>
              <a:ahLst/>
              <a:cxnLst/>
              <a:rect l="l" t="t" r="r" b="b"/>
              <a:pathLst>
                <a:path w="3772" h="7682" extrusionOk="0">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137"/>
            <p:cNvSpPr/>
            <p:nvPr/>
          </p:nvSpPr>
          <p:spPr>
            <a:xfrm>
              <a:off x="4179611" y="4472250"/>
              <a:ext cx="153070" cy="150339"/>
            </a:xfrm>
            <a:custGeom>
              <a:avLst/>
              <a:gdLst/>
              <a:ahLst/>
              <a:cxnLst/>
              <a:rect l="l" t="t" r="r" b="b"/>
              <a:pathLst>
                <a:path w="5829" h="5725" extrusionOk="0">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137"/>
            <p:cNvSpPr/>
            <p:nvPr/>
          </p:nvSpPr>
          <p:spPr>
            <a:xfrm>
              <a:off x="4238408" y="4472250"/>
              <a:ext cx="18119" cy="23135"/>
            </a:xfrm>
            <a:custGeom>
              <a:avLst/>
              <a:gdLst/>
              <a:ahLst/>
              <a:cxnLst/>
              <a:rect l="l" t="t" r="r" b="b"/>
              <a:pathLst>
                <a:path w="690" h="881" extrusionOk="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137"/>
            <p:cNvSpPr/>
            <p:nvPr/>
          </p:nvSpPr>
          <p:spPr>
            <a:xfrm>
              <a:off x="4217321" y="4590105"/>
              <a:ext cx="28151" cy="32484"/>
            </a:xfrm>
            <a:custGeom>
              <a:avLst/>
              <a:gdLst/>
              <a:ahLst/>
              <a:cxnLst/>
              <a:rect l="l" t="t" r="r" b="b"/>
              <a:pathLst>
                <a:path w="1072" h="1237" extrusionOk="0">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137"/>
            <p:cNvSpPr/>
            <p:nvPr/>
          </p:nvSpPr>
          <p:spPr>
            <a:xfrm>
              <a:off x="4179349" y="4482412"/>
              <a:ext cx="44274" cy="114520"/>
            </a:xfrm>
            <a:custGeom>
              <a:avLst/>
              <a:gdLst/>
              <a:ahLst/>
              <a:cxnLst/>
              <a:rect l="l" t="t" r="r" b="b"/>
              <a:pathLst>
                <a:path w="1686" h="4361" extrusionOk="0">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137"/>
            <p:cNvSpPr/>
            <p:nvPr/>
          </p:nvSpPr>
          <p:spPr>
            <a:xfrm>
              <a:off x="4208760" y="4511955"/>
              <a:ext cx="82456" cy="70639"/>
            </a:xfrm>
            <a:custGeom>
              <a:avLst/>
              <a:gdLst/>
              <a:ahLst/>
              <a:cxnLst/>
              <a:rect l="l" t="t" r="r" b="b"/>
              <a:pathLst>
                <a:path w="3140" h="2690" extrusionOk="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53" name="Google Shape;14053;p137"/>
          <p:cNvSpPr/>
          <p:nvPr/>
        </p:nvSpPr>
        <p:spPr>
          <a:xfrm>
            <a:off x="3700340" y="1965628"/>
            <a:ext cx="48528" cy="24159"/>
          </a:xfrm>
          <a:custGeom>
            <a:avLst/>
            <a:gdLst/>
            <a:ahLst/>
            <a:cxnLst/>
            <a:rect l="l" t="t" r="r" b="b"/>
            <a:pathLst>
              <a:path w="1848" h="920" extrusionOk="0">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137"/>
          <p:cNvSpPr/>
          <p:nvPr/>
        </p:nvSpPr>
        <p:spPr>
          <a:xfrm>
            <a:off x="3700340" y="1965628"/>
            <a:ext cx="33455" cy="21901"/>
          </a:xfrm>
          <a:custGeom>
            <a:avLst/>
            <a:gdLst/>
            <a:ahLst/>
            <a:cxnLst/>
            <a:rect l="l" t="t" r="r" b="b"/>
            <a:pathLst>
              <a:path w="1274" h="834" extrusionOk="0">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55" name="Google Shape;14055;p137"/>
          <p:cNvGrpSpPr/>
          <p:nvPr/>
        </p:nvGrpSpPr>
        <p:grpSpPr>
          <a:xfrm>
            <a:off x="3573426" y="1965628"/>
            <a:ext cx="302358" cy="374993"/>
            <a:chOff x="3573426" y="1965628"/>
            <a:chExt cx="302358" cy="374993"/>
          </a:xfrm>
        </p:grpSpPr>
        <p:sp>
          <p:nvSpPr>
            <p:cNvPr id="14056" name="Google Shape;14056;p137"/>
            <p:cNvSpPr/>
            <p:nvPr/>
          </p:nvSpPr>
          <p:spPr>
            <a:xfrm>
              <a:off x="3688287" y="2013894"/>
              <a:ext cx="72661" cy="60582"/>
            </a:xfrm>
            <a:custGeom>
              <a:avLst/>
              <a:gdLst/>
              <a:ahLst/>
              <a:cxnLst/>
              <a:rect l="l" t="t" r="r" b="b"/>
              <a:pathLst>
                <a:path w="2767" h="2307" extrusionOk="0">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137"/>
            <p:cNvSpPr/>
            <p:nvPr/>
          </p:nvSpPr>
          <p:spPr>
            <a:xfrm>
              <a:off x="3711422" y="2013894"/>
              <a:ext cx="26391" cy="18251"/>
            </a:xfrm>
            <a:custGeom>
              <a:avLst/>
              <a:gdLst/>
              <a:ahLst/>
              <a:cxnLst/>
              <a:rect l="l" t="t" r="r" b="b"/>
              <a:pathLst>
                <a:path w="1005" h="695" extrusionOk="0">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137"/>
            <p:cNvSpPr/>
            <p:nvPr/>
          </p:nvSpPr>
          <p:spPr>
            <a:xfrm>
              <a:off x="3688287" y="2032985"/>
              <a:ext cx="72661" cy="41491"/>
            </a:xfrm>
            <a:custGeom>
              <a:avLst/>
              <a:gdLst/>
              <a:ahLst/>
              <a:cxnLst/>
              <a:rect l="l" t="t" r="r" b="b"/>
              <a:pathLst>
                <a:path w="2767" h="1580" extrusionOk="0">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137"/>
            <p:cNvSpPr/>
            <p:nvPr/>
          </p:nvSpPr>
          <p:spPr>
            <a:xfrm>
              <a:off x="3688287" y="2043804"/>
              <a:ext cx="18119" cy="30672"/>
            </a:xfrm>
            <a:custGeom>
              <a:avLst/>
              <a:gdLst/>
              <a:ahLst/>
              <a:cxnLst/>
              <a:rect l="l" t="t" r="r" b="b"/>
              <a:pathLst>
                <a:path w="690" h="1168" extrusionOk="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137"/>
            <p:cNvSpPr/>
            <p:nvPr/>
          </p:nvSpPr>
          <p:spPr>
            <a:xfrm>
              <a:off x="3742829" y="2043804"/>
              <a:ext cx="18119" cy="30672"/>
            </a:xfrm>
            <a:custGeom>
              <a:avLst/>
              <a:gdLst/>
              <a:ahLst/>
              <a:cxnLst/>
              <a:rect l="l" t="t" r="r" b="b"/>
              <a:pathLst>
                <a:path w="690" h="1168" extrusionOk="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137"/>
            <p:cNvSpPr/>
            <p:nvPr/>
          </p:nvSpPr>
          <p:spPr>
            <a:xfrm>
              <a:off x="3700340" y="1965628"/>
              <a:ext cx="48528" cy="54306"/>
            </a:xfrm>
            <a:custGeom>
              <a:avLst/>
              <a:gdLst/>
              <a:ahLst/>
              <a:cxnLst/>
              <a:rect l="l" t="t" r="r" b="b"/>
              <a:pathLst>
                <a:path w="1848" h="2068" extrusionOk="0">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137"/>
            <p:cNvSpPr/>
            <p:nvPr/>
          </p:nvSpPr>
          <p:spPr>
            <a:xfrm>
              <a:off x="3700156" y="1965628"/>
              <a:ext cx="33639" cy="54621"/>
            </a:xfrm>
            <a:custGeom>
              <a:avLst/>
              <a:gdLst/>
              <a:ahLst/>
              <a:cxnLst/>
              <a:rect l="l" t="t" r="r" b="b"/>
              <a:pathLst>
                <a:path w="1281" h="2080" extrusionOk="0">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137"/>
            <p:cNvSpPr/>
            <p:nvPr/>
          </p:nvSpPr>
          <p:spPr>
            <a:xfrm>
              <a:off x="3682247" y="2086502"/>
              <a:ext cx="84741" cy="145060"/>
            </a:xfrm>
            <a:custGeom>
              <a:avLst/>
              <a:gdLst/>
              <a:ahLst/>
              <a:cxnLst/>
              <a:rect l="l" t="t" r="r" b="b"/>
              <a:pathLst>
                <a:path w="3227" h="5524" extrusionOk="0">
                  <a:moveTo>
                    <a:pt x="1" y="1"/>
                  </a:moveTo>
                  <a:lnTo>
                    <a:pt x="1" y="5523"/>
                  </a:lnTo>
                  <a:lnTo>
                    <a:pt x="3226" y="5523"/>
                  </a:lnTo>
                  <a:lnTo>
                    <a:pt x="3226"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137"/>
            <p:cNvSpPr/>
            <p:nvPr/>
          </p:nvSpPr>
          <p:spPr>
            <a:xfrm>
              <a:off x="3682247" y="2170955"/>
              <a:ext cx="84741" cy="60608"/>
            </a:xfrm>
            <a:custGeom>
              <a:avLst/>
              <a:gdLst/>
              <a:ahLst/>
              <a:cxnLst/>
              <a:rect l="l" t="t" r="r" b="b"/>
              <a:pathLst>
                <a:path w="3227" h="2308" extrusionOk="0">
                  <a:moveTo>
                    <a:pt x="1" y="1"/>
                  </a:moveTo>
                  <a:lnTo>
                    <a:pt x="1" y="2307"/>
                  </a:lnTo>
                  <a:lnTo>
                    <a:pt x="3226" y="2307"/>
                  </a:lnTo>
                  <a:lnTo>
                    <a:pt x="3226"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137"/>
            <p:cNvSpPr/>
            <p:nvPr/>
          </p:nvSpPr>
          <p:spPr>
            <a:xfrm>
              <a:off x="3754882"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137"/>
            <p:cNvSpPr/>
            <p:nvPr/>
          </p:nvSpPr>
          <p:spPr>
            <a:xfrm>
              <a:off x="3754646"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137"/>
            <p:cNvSpPr/>
            <p:nvPr/>
          </p:nvSpPr>
          <p:spPr>
            <a:xfrm>
              <a:off x="3754882"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137"/>
            <p:cNvSpPr/>
            <p:nvPr/>
          </p:nvSpPr>
          <p:spPr>
            <a:xfrm>
              <a:off x="3754882"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137"/>
            <p:cNvSpPr/>
            <p:nvPr/>
          </p:nvSpPr>
          <p:spPr>
            <a:xfrm>
              <a:off x="3736789" y="2219457"/>
              <a:ext cx="84715" cy="96794"/>
            </a:xfrm>
            <a:custGeom>
              <a:avLst/>
              <a:gdLst/>
              <a:ahLst/>
              <a:cxnLst/>
              <a:rect l="l" t="t" r="r" b="b"/>
              <a:pathLst>
                <a:path w="3226"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137"/>
            <p:cNvSpPr/>
            <p:nvPr/>
          </p:nvSpPr>
          <p:spPr>
            <a:xfrm>
              <a:off x="3736789" y="2233296"/>
              <a:ext cx="18119" cy="82955"/>
            </a:xfrm>
            <a:custGeom>
              <a:avLst/>
              <a:gdLst/>
              <a:ahLst/>
              <a:cxnLst/>
              <a:rect l="l" t="t" r="r" b="b"/>
              <a:pathLst>
                <a:path w="690" h="3159" extrusionOk="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137"/>
            <p:cNvSpPr/>
            <p:nvPr/>
          </p:nvSpPr>
          <p:spPr>
            <a:xfrm>
              <a:off x="3803148" y="2233296"/>
              <a:ext cx="18119" cy="82955"/>
            </a:xfrm>
            <a:custGeom>
              <a:avLst/>
              <a:gdLst/>
              <a:ahLst/>
              <a:cxnLst/>
              <a:rect l="l" t="t" r="r" b="b"/>
              <a:pathLst>
                <a:path w="690" h="3159" extrusionOk="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137"/>
            <p:cNvSpPr/>
            <p:nvPr/>
          </p:nvSpPr>
          <p:spPr>
            <a:xfrm>
              <a:off x="3646061"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137"/>
            <p:cNvSpPr/>
            <p:nvPr/>
          </p:nvSpPr>
          <p:spPr>
            <a:xfrm>
              <a:off x="3645824"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137"/>
            <p:cNvSpPr/>
            <p:nvPr/>
          </p:nvSpPr>
          <p:spPr>
            <a:xfrm>
              <a:off x="3646061"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137"/>
            <p:cNvSpPr/>
            <p:nvPr/>
          </p:nvSpPr>
          <p:spPr>
            <a:xfrm>
              <a:off x="3646061"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137"/>
            <p:cNvSpPr/>
            <p:nvPr/>
          </p:nvSpPr>
          <p:spPr>
            <a:xfrm>
              <a:off x="3627968" y="2219457"/>
              <a:ext cx="84478" cy="96794"/>
            </a:xfrm>
            <a:custGeom>
              <a:avLst/>
              <a:gdLst/>
              <a:ahLst/>
              <a:cxnLst/>
              <a:rect l="l" t="t" r="r" b="b"/>
              <a:pathLst>
                <a:path w="3217"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137"/>
            <p:cNvSpPr/>
            <p:nvPr/>
          </p:nvSpPr>
          <p:spPr>
            <a:xfrm>
              <a:off x="3627968" y="2233296"/>
              <a:ext cx="18119" cy="82955"/>
            </a:xfrm>
            <a:custGeom>
              <a:avLst/>
              <a:gdLst/>
              <a:ahLst/>
              <a:cxnLst/>
              <a:rect l="l" t="t" r="r" b="b"/>
              <a:pathLst>
                <a:path w="690" h="3159" extrusionOk="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137"/>
            <p:cNvSpPr/>
            <p:nvPr/>
          </p:nvSpPr>
          <p:spPr>
            <a:xfrm>
              <a:off x="3694327" y="2233296"/>
              <a:ext cx="18119" cy="82955"/>
            </a:xfrm>
            <a:custGeom>
              <a:avLst/>
              <a:gdLst/>
              <a:ahLst/>
              <a:cxnLst/>
              <a:rect l="l" t="t" r="r" b="b"/>
              <a:pathLst>
                <a:path w="690" h="3159" extrusionOk="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137"/>
            <p:cNvSpPr/>
            <p:nvPr/>
          </p:nvSpPr>
          <p:spPr>
            <a:xfrm>
              <a:off x="3809162" y="2213417"/>
              <a:ext cx="48528" cy="72661"/>
            </a:xfrm>
            <a:custGeom>
              <a:avLst/>
              <a:gdLst/>
              <a:ahLst/>
              <a:cxnLst/>
              <a:rect l="l" t="t" r="r" b="b"/>
              <a:pathLst>
                <a:path w="1848" h="2767" extrusionOk="0">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137"/>
            <p:cNvSpPr/>
            <p:nvPr/>
          </p:nvSpPr>
          <p:spPr>
            <a:xfrm>
              <a:off x="3809162"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137"/>
            <p:cNvSpPr/>
            <p:nvPr/>
          </p:nvSpPr>
          <p:spPr>
            <a:xfrm>
              <a:off x="3809162"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137"/>
            <p:cNvSpPr/>
            <p:nvPr/>
          </p:nvSpPr>
          <p:spPr>
            <a:xfrm>
              <a:off x="3809162" y="2213417"/>
              <a:ext cx="27442" cy="54069"/>
            </a:xfrm>
            <a:custGeom>
              <a:avLst/>
              <a:gdLst/>
              <a:ahLst/>
              <a:cxnLst/>
              <a:rect l="l" t="t" r="r" b="b"/>
              <a:pathLst>
                <a:path w="1045" h="2059" extrusionOk="0">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137"/>
            <p:cNvSpPr/>
            <p:nvPr/>
          </p:nvSpPr>
          <p:spPr>
            <a:xfrm>
              <a:off x="3791331" y="2280039"/>
              <a:ext cx="84452" cy="60319"/>
            </a:xfrm>
            <a:custGeom>
              <a:avLst/>
              <a:gdLst/>
              <a:ahLst/>
              <a:cxnLst/>
              <a:rect l="l" t="t" r="r" b="b"/>
              <a:pathLst>
                <a:path w="3216" h="2297" extrusionOk="0">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137"/>
            <p:cNvSpPr/>
            <p:nvPr/>
          </p:nvSpPr>
          <p:spPr>
            <a:xfrm>
              <a:off x="3791068"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137"/>
            <p:cNvSpPr/>
            <p:nvPr/>
          </p:nvSpPr>
          <p:spPr>
            <a:xfrm>
              <a:off x="3857664" y="2293589"/>
              <a:ext cx="17883" cy="47032"/>
            </a:xfrm>
            <a:custGeom>
              <a:avLst/>
              <a:gdLst/>
              <a:ahLst/>
              <a:cxnLst/>
              <a:rect l="l" t="t" r="r" b="b"/>
              <a:pathLst>
                <a:path w="681" h="1791" extrusionOk="0">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137"/>
            <p:cNvSpPr/>
            <p:nvPr/>
          </p:nvSpPr>
          <p:spPr>
            <a:xfrm>
              <a:off x="3700340" y="2213417"/>
              <a:ext cx="48528" cy="72661"/>
            </a:xfrm>
            <a:custGeom>
              <a:avLst/>
              <a:gdLst/>
              <a:ahLst/>
              <a:cxnLst/>
              <a:rect l="l" t="t" r="r" b="b"/>
              <a:pathLst>
                <a:path w="1848"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137"/>
            <p:cNvSpPr/>
            <p:nvPr/>
          </p:nvSpPr>
          <p:spPr>
            <a:xfrm>
              <a:off x="3700340"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137"/>
            <p:cNvSpPr/>
            <p:nvPr/>
          </p:nvSpPr>
          <p:spPr>
            <a:xfrm>
              <a:off x="3700340"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137"/>
            <p:cNvSpPr/>
            <p:nvPr/>
          </p:nvSpPr>
          <p:spPr>
            <a:xfrm>
              <a:off x="3700340" y="2213417"/>
              <a:ext cx="27442" cy="54069"/>
            </a:xfrm>
            <a:custGeom>
              <a:avLst/>
              <a:gdLst/>
              <a:ahLst/>
              <a:cxnLst/>
              <a:rect l="l" t="t" r="r" b="b"/>
              <a:pathLst>
                <a:path w="1045" h="2059" extrusionOk="0">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137"/>
            <p:cNvSpPr/>
            <p:nvPr/>
          </p:nvSpPr>
          <p:spPr>
            <a:xfrm>
              <a:off x="3682247" y="2280039"/>
              <a:ext cx="84741" cy="60319"/>
            </a:xfrm>
            <a:custGeom>
              <a:avLst/>
              <a:gdLst/>
              <a:ahLst/>
              <a:cxnLst/>
              <a:rect l="l" t="t" r="r" b="b"/>
              <a:pathLst>
                <a:path w="3227" h="2297" extrusionOk="0">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137"/>
            <p:cNvSpPr/>
            <p:nvPr/>
          </p:nvSpPr>
          <p:spPr>
            <a:xfrm>
              <a:off x="3682247" y="2293353"/>
              <a:ext cx="18119" cy="47005"/>
            </a:xfrm>
            <a:custGeom>
              <a:avLst/>
              <a:gdLst/>
              <a:ahLst/>
              <a:cxnLst/>
              <a:rect l="l" t="t" r="r" b="b"/>
              <a:pathLst>
                <a:path w="690" h="1790" extrusionOk="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137"/>
            <p:cNvSpPr/>
            <p:nvPr/>
          </p:nvSpPr>
          <p:spPr>
            <a:xfrm>
              <a:off x="3748842" y="2293589"/>
              <a:ext cx="18146" cy="47032"/>
            </a:xfrm>
            <a:custGeom>
              <a:avLst/>
              <a:gdLst/>
              <a:ahLst/>
              <a:cxnLst/>
              <a:rect l="l" t="t" r="r" b="b"/>
              <a:pathLst>
                <a:path w="691" h="1791" extrusionOk="0">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137"/>
            <p:cNvSpPr/>
            <p:nvPr/>
          </p:nvSpPr>
          <p:spPr>
            <a:xfrm>
              <a:off x="3591519" y="2213417"/>
              <a:ext cx="48555" cy="72661"/>
            </a:xfrm>
            <a:custGeom>
              <a:avLst/>
              <a:gdLst/>
              <a:ahLst/>
              <a:cxnLst/>
              <a:rect l="l" t="t" r="r" b="b"/>
              <a:pathLst>
                <a:path w="1849"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137"/>
            <p:cNvSpPr/>
            <p:nvPr/>
          </p:nvSpPr>
          <p:spPr>
            <a:xfrm>
              <a:off x="3591519" y="2213417"/>
              <a:ext cx="27179" cy="72661"/>
            </a:xfrm>
            <a:custGeom>
              <a:avLst/>
              <a:gdLst/>
              <a:ahLst/>
              <a:cxnLst/>
              <a:rect l="l" t="t" r="r" b="b"/>
              <a:pathLst>
                <a:path w="1035" h="2767" extrusionOk="0">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137"/>
            <p:cNvSpPr/>
            <p:nvPr/>
          </p:nvSpPr>
          <p:spPr>
            <a:xfrm>
              <a:off x="3591519" y="2213417"/>
              <a:ext cx="48555" cy="54332"/>
            </a:xfrm>
            <a:custGeom>
              <a:avLst/>
              <a:gdLst/>
              <a:ahLst/>
              <a:cxnLst/>
              <a:rect l="l" t="t" r="r" b="b"/>
              <a:pathLst>
                <a:path w="1849" h="2069" extrusionOk="0">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137"/>
            <p:cNvSpPr/>
            <p:nvPr/>
          </p:nvSpPr>
          <p:spPr>
            <a:xfrm>
              <a:off x="3591519" y="2213417"/>
              <a:ext cx="27442" cy="54069"/>
            </a:xfrm>
            <a:custGeom>
              <a:avLst/>
              <a:gdLst/>
              <a:ahLst/>
              <a:cxnLst/>
              <a:rect l="l" t="t" r="r" b="b"/>
              <a:pathLst>
                <a:path w="1045" h="2059" extrusionOk="0">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137"/>
            <p:cNvSpPr/>
            <p:nvPr/>
          </p:nvSpPr>
          <p:spPr>
            <a:xfrm>
              <a:off x="3573688" y="2280039"/>
              <a:ext cx="84478" cy="60319"/>
            </a:xfrm>
            <a:custGeom>
              <a:avLst/>
              <a:gdLst/>
              <a:ahLst/>
              <a:cxnLst/>
              <a:rect l="l" t="t" r="r" b="b"/>
              <a:pathLst>
                <a:path w="3217" h="2297" extrusionOk="0">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137"/>
            <p:cNvSpPr/>
            <p:nvPr/>
          </p:nvSpPr>
          <p:spPr>
            <a:xfrm>
              <a:off x="3573426"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137"/>
            <p:cNvSpPr/>
            <p:nvPr/>
          </p:nvSpPr>
          <p:spPr>
            <a:xfrm>
              <a:off x="3640047" y="2293353"/>
              <a:ext cx="18119" cy="47005"/>
            </a:xfrm>
            <a:custGeom>
              <a:avLst/>
              <a:gdLst/>
              <a:ahLst/>
              <a:cxnLst/>
              <a:rect l="l" t="t" r="r" b="b"/>
              <a:pathLst>
                <a:path w="690" h="1790" extrusionOk="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137"/>
            <p:cNvSpPr/>
            <p:nvPr/>
          </p:nvSpPr>
          <p:spPr>
            <a:xfrm>
              <a:off x="3666228" y="2068409"/>
              <a:ext cx="117041" cy="24159"/>
            </a:xfrm>
            <a:custGeom>
              <a:avLst/>
              <a:gdLst/>
              <a:ahLst/>
              <a:cxnLst/>
              <a:rect l="l" t="t" r="r" b="b"/>
              <a:pathLst>
                <a:path w="4457" h="920" extrusionOk="0">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137"/>
            <p:cNvSpPr/>
            <p:nvPr/>
          </p:nvSpPr>
          <p:spPr>
            <a:xfrm>
              <a:off x="3706380" y="2110635"/>
              <a:ext cx="36475" cy="18119"/>
            </a:xfrm>
            <a:custGeom>
              <a:avLst/>
              <a:gdLst/>
              <a:ahLst/>
              <a:cxnLst/>
              <a:rect l="l" t="t" r="r" b="b"/>
              <a:pathLst>
                <a:path w="1389" h="690" extrusionOk="0">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137"/>
            <p:cNvSpPr/>
            <p:nvPr/>
          </p:nvSpPr>
          <p:spPr>
            <a:xfrm>
              <a:off x="3682247" y="2080489"/>
              <a:ext cx="84741" cy="12080"/>
            </a:xfrm>
            <a:custGeom>
              <a:avLst/>
              <a:gdLst/>
              <a:ahLst/>
              <a:cxnLst/>
              <a:rect l="l" t="t" r="r" b="b"/>
              <a:pathLst>
                <a:path w="3227" h="460" extrusionOk="0">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3" name="Google Shape;14103;p137"/>
          <p:cNvGrpSpPr/>
          <p:nvPr/>
        </p:nvGrpSpPr>
        <p:grpSpPr>
          <a:xfrm>
            <a:off x="3513632" y="2908572"/>
            <a:ext cx="355876" cy="331007"/>
            <a:chOff x="3513632" y="2908572"/>
            <a:chExt cx="355876" cy="331007"/>
          </a:xfrm>
        </p:grpSpPr>
        <p:sp>
          <p:nvSpPr>
            <p:cNvPr id="14104" name="Google Shape;14104;p137"/>
            <p:cNvSpPr/>
            <p:nvPr/>
          </p:nvSpPr>
          <p:spPr>
            <a:xfrm>
              <a:off x="3576944" y="2916870"/>
              <a:ext cx="187024" cy="322709"/>
            </a:xfrm>
            <a:custGeom>
              <a:avLst/>
              <a:gdLst/>
              <a:ahLst/>
              <a:cxnLst/>
              <a:rect l="l" t="t" r="r" b="b"/>
              <a:pathLst>
                <a:path w="7122" h="12289" extrusionOk="0">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137"/>
            <p:cNvSpPr/>
            <p:nvPr/>
          </p:nvSpPr>
          <p:spPr>
            <a:xfrm>
              <a:off x="3725734" y="2916870"/>
              <a:ext cx="38235" cy="322709"/>
            </a:xfrm>
            <a:custGeom>
              <a:avLst/>
              <a:gdLst/>
              <a:ahLst/>
              <a:cxnLst/>
              <a:rect l="l" t="t" r="r" b="b"/>
              <a:pathLst>
                <a:path w="1456" h="12289" extrusionOk="0">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137"/>
            <p:cNvSpPr/>
            <p:nvPr/>
          </p:nvSpPr>
          <p:spPr>
            <a:xfrm>
              <a:off x="3576944" y="2916870"/>
              <a:ext cx="187024" cy="53544"/>
            </a:xfrm>
            <a:custGeom>
              <a:avLst/>
              <a:gdLst/>
              <a:ahLst/>
              <a:cxnLst/>
              <a:rect l="l" t="t" r="r" b="b"/>
              <a:pathLst>
                <a:path w="7122" h="2039" extrusionOk="0">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137"/>
            <p:cNvSpPr/>
            <p:nvPr/>
          </p:nvSpPr>
          <p:spPr>
            <a:xfrm>
              <a:off x="3725734" y="2916870"/>
              <a:ext cx="38235" cy="53544"/>
            </a:xfrm>
            <a:custGeom>
              <a:avLst/>
              <a:gdLst/>
              <a:ahLst/>
              <a:cxnLst/>
              <a:rect l="l" t="t" r="r" b="b"/>
              <a:pathLst>
                <a:path w="1456" h="2039" extrusionOk="0">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137"/>
            <p:cNvSpPr/>
            <p:nvPr/>
          </p:nvSpPr>
          <p:spPr>
            <a:xfrm>
              <a:off x="3576944" y="3186009"/>
              <a:ext cx="187024" cy="53570"/>
            </a:xfrm>
            <a:custGeom>
              <a:avLst/>
              <a:gdLst/>
              <a:ahLst/>
              <a:cxnLst/>
              <a:rect l="l" t="t" r="r" b="b"/>
              <a:pathLst>
                <a:path w="7122" h="2040" extrusionOk="0">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137"/>
            <p:cNvSpPr/>
            <p:nvPr/>
          </p:nvSpPr>
          <p:spPr>
            <a:xfrm>
              <a:off x="3725734" y="3186009"/>
              <a:ext cx="37972" cy="53570"/>
            </a:xfrm>
            <a:custGeom>
              <a:avLst/>
              <a:gdLst/>
              <a:ahLst/>
              <a:cxnLst/>
              <a:rect l="l" t="t" r="r" b="b"/>
              <a:pathLst>
                <a:path w="1446" h="2040" extrusionOk="0">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137"/>
            <p:cNvSpPr/>
            <p:nvPr/>
          </p:nvSpPr>
          <p:spPr>
            <a:xfrm>
              <a:off x="3664653" y="3010854"/>
              <a:ext cx="204854" cy="134215"/>
            </a:xfrm>
            <a:custGeom>
              <a:avLst/>
              <a:gdLst/>
              <a:ahLst/>
              <a:cxnLst/>
              <a:rect l="l" t="t" r="r" b="b"/>
              <a:pathLst>
                <a:path w="7801" h="5111" extrusionOk="0">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137"/>
            <p:cNvSpPr/>
            <p:nvPr/>
          </p:nvSpPr>
          <p:spPr>
            <a:xfrm>
              <a:off x="3843352" y="3010854"/>
              <a:ext cx="26155" cy="134215"/>
            </a:xfrm>
            <a:custGeom>
              <a:avLst/>
              <a:gdLst/>
              <a:ahLst/>
              <a:cxnLst/>
              <a:rect l="l" t="t" r="r" b="b"/>
              <a:pathLst>
                <a:path w="996" h="5111" extrusionOk="0">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137"/>
            <p:cNvSpPr/>
            <p:nvPr/>
          </p:nvSpPr>
          <p:spPr>
            <a:xfrm>
              <a:off x="3768958" y="3033228"/>
              <a:ext cx="55067" cy="47163"/>
            </a:xfrm>
            <a:custGeom>
              <a:avLst/>
              <a:gdLst/>
              <a:ahLst/>
              <a:cxnLst/>
              <a:rect l="l" t="t" r="r" b="b"/>
              <a:pathLst>
                <a:path w="2097" h="1796" extrusionOk="0">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137"/>
            <p:cNvSpPr/>
            <p:nvPr/>
          </p:nvSpPr>
          <p:spPr>
            <a:xfrm>
              <a:off x="3793589" y="3033228"/>
              <a:ext cx="55067" cy="47163"/>
            </a:xfrm>
            <a:custGeom>
              <a:avLst/>
              <a:gdLst/>
              <a:ahLst/>
              <a:cxnLst/>
              <a:rect l="l" t="t" r="r" b="b"/>
              <a:pathLst>
                <a:path w="2097" h="1796" extrusionOk="0">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137"/>
            <p:cNvSpPr/>
            <p:nvPr/>
          </p:nvSpPr>
          <p:spPr>
            <a:xfrm>
              <a:off x="3688024" y="3034462"/>
              <a:ext cx="65624" cy="44511"/>
            </a:xfrm>
            <a:custGeom>
              <a:avLst/>
              <a:gdLst/>
              <a:ahLst/>
              <a:cxnLst/>
              <a:rect l="l" t="t" r="r" b="b"/>
              <a:pathLst>
                <a:path w="2499" h="1695" extrusionOk="0">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137"/>
            <p:cNvSpPr/>
            <p:nvPr/>
          </p:nvSpPr>
          <p:spPr>
            <a:xfrm>
              <a:off x="3684768" y="3089004"/>
              <a:ext cx="166646" cy="29437"/>
            </a:xfrm>
            <a:custGeom>
              <a:avLst/>
              <a:gdLst/>
              <a:ahLst/>
              <a:cxnLst/>
              <a:rect l="l" t="t" r="r" b="b"/>
              <a:pathLst>
                <a:path w="6346" h="1121" extrusionOk="0">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137"/>
            <p:cNvSpPr/>
            <p:nvPr/>
          </p:nvSpPr>
          <p:spPr>
            <a:xfrm>
              <a:off x="3664653" y="2993628"/>
              <a:ext cx="10084" cy="169036"/>
            </a:xfrm>
            <a:custGeom>
              <a:avLst/>
              <a:gdLst/>
              <a:ahLst/>
              <a:cxnLst/>
              <a:rect l="l" t="t" r="r" b="b"/>
              <a:pathLst>
                <a:path w="384" h="6437" extrusionOk="0">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137"/>
            <p:cNvSpPr/>
            <p:nvPr/>
          </p:nvSpPr>
          <p:spPr>
            <a:xfrm>
              <a:off x="3513632" y="2908572"/>
              <a:ext cx="114126" cy="97687"/>
            </a:xfrm>
            <a:custGeom>
              <a:avLst/>
              <a:gdLst/>
              <a:ahLst/>
              <a:cxnLst/>
              <a:rect l="l" t="t" r="r" b="b"/>
              <a:pathLst>
                <a:path w="4346" h="3720" extrusionOk="0">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137"/>
            <p:cNvSpPr/>
            <p:nvPr/>
          </p:nvSpPr>
          <p:spPr>
            <a:xfrm>
              <a:off x="3571167" y="2908572"/>
              <a:ext cx="58586" cy="97661"/>
            </a:xfrm>
            <a:custGeom>
              <a:avLst/>
              <a:gdLst/>
              <a:ahLst/>
              <a:cxnLst/>
              <a:rect l="l" t="t" r="r" b="b"/>
              <a:pathLst>
                <a:path w="2231" h="3719" extrusionOk="0">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137"/>
            <p:cNvSpPr/>
            <p:nvPr/>
          </p:nvSpPr>
          <p:spPr>
            <a:xfrm>
              <a:off x="3557486" y="2942237"/>
              <a:ext cx="42672" cy="30199"/>
            </a:xfrm>
            <a:custGeom>
              <a:avLst/>
              <a:gdLst/>
              <a:ahLst/>
              <a:cxnLst/>
              <a:rect l="l" t="t" r="r" b="b"/>
              <a:pathLst>
                <a:path w="1625" h="1150" extrusionOk="0">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0" name="Google Shape;14120;p137"/>
          <p:cNvGrpSpPr/>
          <p:nvPr/>
        </p:nvGrpSpPr>
        <p:grpSpPr>
          <a:xfrm>
            <a:off x="2694083" y="2888430"/>
            <a:ext cx="235762" cy="374756"/>
            <a:chOff x="2694083" y="2888430"/>
            <a:chExt cx="235762" cy="374756"/>
          </a:xfrm>
        </p:grpSpPr>
        <p:sp>
          <p:nvSpPr>
            <p:cNvPr id="14121" name="Google Shape;14121;p137"/>
            <p:cNvSpPr/>
            <p:nvPr/>
          </p:nvSpPr>
          <p:spPr>
            <a:xfrm>
              <a:off x="2808682" y="2888430"/>
              <a:ext cx="30173" cy="36002"/>
            </a:xfrm>
            <a:custGeom>
              <a:avLst/>
              <a:gdLst/>
              <a:ahLst/>
              <a:cxnLst/>
              <a:rect l="l" t="t" r="r" b="b"/>
              <a:pathLst>
                <a:path w="1149" h="1371" extrusionOk="0">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137"/>
            <p:cNvSpPr/>
            <p:nvPr/>
          </p:nvSpPr>
          <p:spPr>
            <a:xfrm>
              <a:off x="2784549" y="2912091"/>
              <a:ext cx="139257" cy="266408"/>
            </a:xfrm>
            <a:custGeom>
              <a:avLst/>
              <a:gdLst/>
              <a:ahLst/>
              <a:cxnLst/>
              <a:rect l="l" t="t" r="r" b="b"/>
              <a:pathLst>
                <a:path w="5303" h="10145" extrusionOk="0">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137"/>
            <p:cNvSpPr/>
            <p:nvPr/>
          </p:nvSpPr>
          <p:spPr>
            <a:xfrm>
              <a:off x="2694083" y="2934202"/>
              <a:ext cx="223945" cy="256376"/>
            </a:xfrm>
            <a:custGeom>
              <a:avLst/>
              <a:gdLst/>
              <a:ahLst/>
              <a:cxnLst/>
              <a:rect l="l" t="t" r="r" b="b"/>
              <a:pathLst>
                <a:path w="8528" h="9763" extrusionOk="0">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137"/>
            <p:cNvSpPr/>
            <p:nvPr/>
          </p:nvSpPr>
          <p:spPr>
            <a:xfrm>
              <a:off x="2771997" y="2954238"/>
              <a:ext cx="12710" cy="18461"/>
            </a:xfrm>
            <a:custGeom>
              <a:avLst/>
              <a:gdLst/>
              <a:ahLst/>
              <a:cxnLst/>
              <a:rect l="l" t="t" r="r" b="b"/>
              <a:pathLst>
                <a:path w="484" h="703" extrusionOk="0">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137"/>
            <p:cNvSpPr/>
            <p:nvPr/>
          </p:nvSpPr>
          <p:spPr>
            <a:xfrm>
              <a:off x="2695843" y="2997830"/>
              <a:ext cx="155853" cy="186709"/>
            </a:xfrm>
            <a:custGeom>
              <a:avLst/>
              <a:gdLst/>
              <a:ahLst/>
              <a:cxnLst/>
              <a:rect l="l" t="t" r="r" b="b"/>
              <a:pathLst>
                <a:path w="5935" h="7110" extrusionOk="0">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137"/>
            <p:cNvSpPr/>
            <p:nvPr/>
          </p:nvSpPr>
          <p:spPr>
            <a:xfrm>
              <a:off x="2736047" y="3178735"/>
              <a:ext cx="181719" cy="30173"/>
            </a:xfrm>
            <a:custGeom>
              <a:avLst/>
              <a:gdLst/>
              <a:ahLst/>
              <a:cxnLst/>
              <a:rect l="l" t="t" r="r" b="b"/>
              <a:pathLst>
                <a:path w="6920" h="1149" extrusionOk="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137"/>
            <p:cNvSpPr/>
            <p:nvPr/>
          </p:nvSpPr>
          <p:spPr>
            <a:xfrm>
              <a:off x="2736047" y="3178735"/>
              <a:ext cx="60608" cy="30173"/>
            </a:xfrm>
            <a:custGeom>
              <a:avLst/>
              <a:gdLst/>
              <a:ahLst/>
              <a:cxnLst/>
              <a:rect l="l" t="t" r="r" b="b"/>
              <a:pathLst>
                <a:path w="2308" h="1149" extrusionOk="0">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137"/>
            <p:cNvSpPr/>
            <p:nvPr/>
          </p:nvSpPr>
          <p:spPr>
            <a:xfrm>
              <a:off x="2723993" y="3202605"/>
              <a:ext cx="205852" cy="60582"/>
            </a:xfrm>
            <a:custGeom>
              <a:avLst/>
              <a:gdLst/>
              <a:ahLst/>
              <a:cxnLst/>
              <a:rect l="l" t="t" r="r" b="b"/>
              <a:pathLst>
                <a:path w="7839" h="2307" extrusionOk="0">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137"/>
            <p:cNvSpPr/>
            <p:nvPr/>
          </p:nvSpPr>
          <p:spPr>
            <a:xfrm>
              <a:off x="2723993" y="3202605"/>
              <a:ext cx="78675" cy="60582"/>
            </a:xfrm>
            <a:custGeom>
              <a:avLst/>
              <a:gdLst/>
              <a:ahLst/>
              <a:cxnLst/>
              <a:rect l="l" t="t" r="r" b="b"/>
              <a:pathLst>
                <a:path w="2996" h="2307" extrusionOk="0">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0" name="Google Shape;14130;p137"/>
          <p:cNvGrpSpPr/>
          <p:nvPr/>
        </p:nvGrpSpPr>
        <p:grpSpPr>
          <a:xfrm>
            <a:off x="871534" y="4300588"/>
            <a:ext cx="357661" cy="311155"/>
            <a:chOff x="871534" y="4300588"/>
            <a:chExt cx="357661" cy="311155"/>
          </a:xfrm>
        </p:grpSpPr>
        <p:sp>
          <p:nvSpPr>
            <p:cNvPr id="14131" name="Google Shape;14131;p137"/>
            <p:cNvSpPr/>
            <p:nvPr/>
          </p:nvSpPr>
          <p:spPr>
            <a:xfrm>
              <a:off x="992672" y="4300588"/>
              <a:ext cx="115386" cy="62368"/>
            </a:xfrm>
            <a:custGeom>
              <a:avLst/>
              <a:gdLst/>
              <a:ahLst/>
              <a:cxnLst/>
              <a:rect l="l" t="t" r="r" b="b"/>
              <a:pathLst>
                <a:path w="4394" h="2375" extrusionOk="0">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137"/>
            <p:cNvSpPr/>
            <p:nvPr/>
          </p:nvSpPr>
          <p:spPr>
            <a:xfrm>
              <a:off x="883089" y="4473510"/>
              <a:ext cx="334526" cy="138233"/>
            </a:xfrm>
            <a:custGeom>
              <a:avLst/>
              <a:gdLst/>
              <a:ahLst/>
              <a:cxnLst/>
              <a:rect l="l" t="t" r="r" b="b"/>
              <a:pathLst>
                <a:path w="12739" h="5264" extrusionOk="0">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137"/>
            <p:cNvSpPr/>
            <p:nvPr/>
          </p:nvSpPr>
          <p:spPr>
            <a:xfrm>
              <a:off x="883089" y="4473248"/>
              <a:ext cx="334526" cy="138495"/>
            </a:xfrm>
            <a:custGeom>
              <a:avLst/>
              <a:gdLst/>
              <a:ahLst/>
              <a:cxnLst/>
              <a:rect l="l" t="t" r="r" b="b"/>
              <a:pathLst>
                <a:path w="12739" h="5274" extrusionOk="0">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137"/>
            <p:cNvSpPr/>
            <p:nvPr/>
          </p:nvSpPr>
          <p:spPr>
            <a:xfrm>
              <a:off x="871534" y="4358150"/>
              <a:ext cx="357661" cy="149813"/>
            </a:xfrm>
            <a:custGeom>
              <a:avLst/>
              <a:gdLst/>
              <a:ahLst/>
              <a:cxnLst/>
              <a:rect l="l" t="t" r="r" b="b"/>
              <a:pathLst>
                <a:path w="13620" h="5705" extrusionOk="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137"/>
            <p:cNvSpPr/>
            <p:nvPr/>
          </p:nvSpPr>
          <p:spPr>
            <a:xfrm>
              <a:off x="900446" y="4358150"/>
              <a:ext cx="299837" cy="17358"/>
            </a:xfrm>
            <a:custGeom>
              <a:avLst/>
              <a:gdLst/>
              <a:ahLst/>
              <a:cxnLst/>
              <a:rect l="l" t="t" r="r" b="b"/>
              <a:pathLst>
                <a:path w="11418" h="661" extrusionOk="0">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137"/>
            <p:cNvSpPr/>
            <p:nvPr/>
          </p:nvSpPr>
          <p:spPr>
            <a:xfrm>
              <a:off x="929332" y="4358150"/>
              <a:ext cx="34453" cy="253593"/>
            </a:xfrm>
            <a:custGeom>
              <a:avLst/>
              <a:gdLst/>
              <a:ahLst/>
              <a:cxnLst/>
              <a:rect l="l" t="t" r="r" b="b"/>
              <a:pathLst>
                <a:path w="1312" h="9657" extrusionOk="0">
                  <a:moveTo>
                    <a:pt x="1" y="0"/>
                  </a:moveTo>
                  <a:lnTo>
                    <a:pt x="1" y="9657"/>
                  </a:lnTo>
                  <a:lnTo>
                    <a:pt x="1312" y="9657"/>
                  </a:lnTo>
                  <a:lnTo>
                    <a:pt x="131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137"/>
            <p:cNvSpPr/>
            <p:nvPr/>
          </p:nvSpPr>
          <p:spPr>
            <a:xfrm>
              <a:off x="929332" y="4358150"/>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137"/>
            <p:cNvSpPr/>
            <p:nvPr/>
          </p:nvSpPr>
          <p:spPr>
            <a:xfrm>
              <a:off x="929332" y="4525269"/>
              <a:ext cx="34453" cy="17384"/>
            </a:xfrm>
            <a:custGeom>
              <a:avLst/>
              <a:gdLst/>
              <a:ahLst/>
              <a:cxnLst/>
              <a:rect l="l" t="t" r="r" b="b"/>
              <a:pathLst>
                <a:path w="1312" h="662" extrusionOk="0">
                  <a:moveTo>
                    <a:pt x="1" y="1"/>
                  </a:moveTo>
                  <a:lnTo>
                    <a:pt x="1" y="661"/>
                  </a:lnTo>
                  <a:lnTo>
                    <a:pt x="1312" y="661"/>
                  </a:lnTo>
                  <a:lnTo>
                    <a:pt x="131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137"/>
            <p:cNvSpPr/>
            <p:nvPr/>
          </p:nvSpPr>
          <p:spPr>
            <a:xfrm>
              <a:off x="929332" y="4485065"/>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137"/>
            <p:cNvSpPr/>
            <p:nvPr/>
          </p:nvSpPr>
          <p:spPr>
            <a:xfrm>
              <a:off x="917778" y="4479025"/>
              <a:ext cx="57588" cy="52047"/>
            </a:xfrm>
            <a:custGeom>
              <a:avLst/>
              <a:gdLst/>
              <a:ahLst/>
              <a:cxnLst/>
              <a:rect l="l" t="t" r="r" b="b"/>
              <a:pathLst>
                <a:path w="2193"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137"/>
            <p:cNvSpPr/>
            <p:nvPr/>
          </p:nvSpPr>
          <p:spPr>
            <a:xfrm>
              <a:off x="940651" y="4479603"/>
              <a:ext cx="11581" cy="28361"/>
            </a:xfrm>
            <a:custGeom>
              <a:avLst/>
              <a:gdLst/>
              <a:ahLst/>
              <a:cxnLst/>
              <a:rect l="l" t="t" r="r" b="b"/>
              <a:pathLst>
                <a:path w="441" h="1080" extrusionOk="0">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137"/>
            <p:cNvSpPr/>
            <p:nvPr/>
          </p:nvSpPr>
          <p:spPr>
            <a:xfrm>
              <a:off x="929332" y="4588844"/>
              <a:ext cx="34453" cy="22899"/>
            </a:xfrm>
            <a:custGeom>
              <a:avLst/>
              <a:gdLst/>
              <a:ahLst/>
              <a:cxnLst/>
              <a:rect l="l" t="t" r="r" b="b"/>
              <a:pathLst>
                <a:path w="1312" h="872" extrusionOk="0">
                  <a:moveTo>
                    <a:pt x="1" y="1"/>
                  </a:moveTo>
                  <a:lnTo>
                    <a:pt x="1" y="872"/>
                  </a:lnTo>
                  <a:lnTo>
                    <a:pt x="1312" y="872"/>
                  </a:lnTo>
                  <a:lnTo>
                    <a:pt x="131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137"/>
            <p:cNvSpPr/>
            <p:nvPr/>
          </p:nvSpPr>
          <p:spPr>
            <a:xfrm>
              <a:off x="1136918" y="4358150"/>
              <a:ext cx="34716" cy="253593"/>
            </a:xfrm>
            <a:custGeom>
              <a:avLst/>
              <a:gdLst/>
              <a:ahLst/>
              <a:cxnLst/>
              <a:rect l="l" t="t" r="r" b="b"/>
              <a:pathLst>
                <a:path w="1322" h="9657" extrusionOk="0">
                  <a:moveTo>
                    <a:pt x="1" y="0"/>
                  </a:moveTo>
                  <a:lnTo>
                    <a:pt x="1" y="9657"/>
                  </a:lnTo>
                  <a:lnTo>
                    <a:pt x="1322" y="9657"/>
                  </a:lnTo>
                  <a:lnTo>
                    <a:pt x="132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137"/>
            <p:cNvSpPr/>
            <p:nvPr/>
          </p:nvSpPr>
          <p:spPr>
            <a:xfrm>
              <a:off x="1136918" y="4358150"/>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137"/>
            <p:cNvSpPr/>
            <p:nvPr/>
          </p:nvSpPr>
          <p:spPr>
            <a:xfrm>
              <a:off x="1136918" y="4525269"/>
              <a:ext cx="34716" cy="17384"/>
            </a:xfrm>
            <a:custGeom>
              <a:avLst/>
              <a:gdLst/>
              <a:ahLst/>
              <a:cxnLst/>
              <a:rect l="l" t="t" r="r" b="b"/>
              <a:pathLst>
                <a:path w="1322" h="662" extrusionOk="0">
                  <a:moveTo>
                    <a:pt x="1" y="1"/>
                  </a:moveTo>
                  <a:lnTo>
                    <a:pt x="1" y="661"/>
                  </a:lnTo>
                  <a:lnTo>
                    <a:pt x="1322" y="661"/>
                  </a:lnTo>
                  <a:lnTo>
                    <a:pt x="132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137"/>
            <p:cNvSpPr/>
            <p:nvPr/>
          </p:nvSpPr>
          <p:spPr>
            <a:xfrm>
              <a:off x="1136918" y="4485065"/>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137"/>
            <p:cNvSpPr/>
            <p:nvPr/>
          </p:nvSpPr>
          <p:spPr>
            <a:xfrm>
              <a:off x="1125363" y="4479025"/>
              <a:ext cx="57825" cy="52047"/>
            </a:xfrm>
            <a:custGeom>
              <a:avLst/>
              <a:gdLst/>
              <a:ahLst/>
              <a:cxnLst/>
              <a:rect l="l" t="t" r="r" b="b"/>
              <a:pathLst>
                <a:path w="2202"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137"/>
            <p:cNvSpPr/>
            <p:nvPr/>
          </p:nvSpPr>
          <p:spPr>
            <a:xfrm>
              <a:off x="1148105" y="4478841"/>
              <a:ext cx="12211" cy="29122"/>
            </a:xfrm>
            <a:custGeom>
              <a:avLst/>
              <a:gdLst/>
              <a:ahLst/>
              <a:cxnLst/>
              <a:rect l="l" t="t" r="r" b="b"/>
              <a:pathLst>
                <a:path w="465" h="1109" extrusionOk="0">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137"/>
            <p:cNvSpPr/>
            <p:nvPr/>
          </p:nvSpPr>
          <p:spPr>
            <a:xfrm>
              <a:off x="1136918" y="4588844"/>
              <a:ext cx="34716" cy="22899"/>
            </a:xfrm>
            <a:custGeom>
              <a:avLst/>
              <a:gdLst/>
              <a:ahLst/>
              <a:cxnLst/>
              <a:rect l="l" t="t" r="r" b="b"/>
              <a:pathLst>
                <a:path w="1322" h="872" extrusionOk="0">
                  <a:moveTo>
                    <a:pt x="1" y="1"/>
                  </a:moveTo>
                  <a:lnTo>
                    <a:pt x="1" y="872"/>
                  </a:lnTo>
                  <a:lnTo>
                    <a:pt x="1322" y="872"/>
                  </a:lnTo>
                  <a:lnTo>
                    <a:pt x="132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137"/>
            <p:cNvSpPr/>
            <p:nvPr/>
          </p:nvSpPr>
          <p:spPr>
            <a:xfrm>
              <a:off x="1021584" y="4461956"/>
              <a:ext cx="57562" cy="23135"/>
            </a:xfrm>
            <a:custGeom>
              <a:avLst/>
              <a:gdLst/>
              <a:ahLst/>
              <a:cxnLst/>
              <a:rect l="l" t="t" r="r" b="b"/>
              <a:pathLst>
                <a:path w="2192" h="881" extrusionOk="0">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137"/>
            <p:cNvSpPr/>
            <p:nvPr/>
          </p:nvSpPr>
          <p:spPr>
            <a:xfrm>
              <a:off x="1021584" y="4473510"/>
              <a:ext cx="57562" cy="11581"/>
            </a:xfrm>
            <a:custGeom>
              <a:avLst/>
              <a:gdLst/>
              <a:ahLst/>
              <a:cxnLst/>
              <a:rect l="l" t="t" r="r" b="b"/>
              <a:pathLst>
                <a:path w="2192" h="441" extrusionOk="0">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2" name="Google Shape;14152;p137"/>
          <p:cNvGrpSpPr/>
          <p:nvPr/>
        </p:nvGrpSpPr>
        <p:grpSpPr>
          <a:xfrm>
            <a:off x="916019" y="3821606"/>
            <a:ext cx="250100" cy="336785"/>
            <a:chOff x="916019" y="3821606"/>
            <a:chExt cx="250100" cy="336785"/>
          </a:xfrm>
        </p:grpSpPr>
        <p:sp>
          <p:nvSpPr>
            <p:cNvPr id="14153" name="Google Shape;14153;p137"/>
            <p:cNvSpPr/>
            <p:nvPr/>
          </p:nvSpPr>
          <p:spPr>
            <a:xfrm>
              <a:off x="995429" y="3887676"/>
              <a:ext cx="32694" cy="71926"/>
            </a:xfrm>
            <a:custGeom>
              <a:avLst/>
              <a:gdLst/>
              <a:ahLst/>
              <a:cxnLst/>
              <a:rect l="l" t="t" r="r" b="b"/>
              <a:pathLst>
                <a:path w="1245" h="2739" extrusionOk="0">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137"/>
            <p:cNvSpPr/>
            <p:nvPr/>
          </p:nvSpPr>
          <p:spPr>
            <a:xfrm>
              <a:off x="1008506" y="3881163"/>
              <a:ext cx="78176" cy="78439"/>
            </a:xfrm>
            <a:custGeom>
              <a:avLst/>
              <a:gdLst/>
              <a:ahLst/>
              <a:cxnLst/>
              <a:rect l="l" t="t" r="r" b="b"/>
              <a:pathLst>
                <a:path w="2977" h="2987" extrusionOk="0">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137"/>
            <p:cNvSpPr/>
            <p:nvPr/>
          </p:nvSpPr>
          <p:spPr>
            <a:xfrm>
              <a:off x="1021584" y="3978903"/>
              <a:ext cx="38970" cy="28939"/>
            </a:xfrm>
            <a:custGeom>
              <a:avLst/>
              <a:gdLst/>
              <a:ahLst/>
              <a:cxnLst/>
              <a:rect l="l" t="t" r="r" b="b"/>
              <a:pathLst>
                <a:path w="1484" h="1102" extrusionOk="0">
                  <a:moveTo>
                    <a:pt x="0" y="1"/>
                  </a:moveTo>
                  <a:lnTo>
                    <a:pt x="0" y="1102"/>
                  </a:lnTo>
                  <a:lnTo>
                    <a:pt x="1483" y="1102"/>
                  </a:lnTo>
                  <a:lnTo>
                    <a:pt x="14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137"/>
            <p:cNvSpPr/>
            <p:nvPr/>
          </p:nvSpPr>
          <p:spPr>
            <a:xfrm>
              <a:off x="1021584" y="3979166"/>
              <a:ext cx="39232" cy="15861"/>
            </a:xfrm>
            <a:custGeom>
              <a:avLst/>
              <a:gdLst/>
              <a:ahLst/>
              <a:cxnLst/>
              <a:rect l="l" t="t" r="r" b="b"/>
              <a:pathLst>
                <a:path w="1494" h="604" extrusionOk="0">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137"/>
            <p:cNvSpPr/>
            <p:nvPr/>
          </p:nvSpPr>
          <p:spPr>
            <a:xfrm>
              <a:off x="975839" y="3994738"/>
              <a:ext cx="130460" cy="55067"/>
            </a:xfrm>
            <a:custGeom>
              <a:avLst/>
              <a:gdLst/>
              <a:ahLst/>
              <a:cxnLst/>
              <a:rect l="l" t="t" r="r" b="b"/>
              <a:pathLst>
                <a:path w="4968" h="2097" extrusionOk="0">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137"/>
            <p:cNvSpPr/>
            <p:nvPr/>
          </p:nvSpPr>
          <p:spPr>
            <a:xfrm>
              <a:off x="1034635" y="4007815"/>
              <a:ext cx="13104" cy="52809"/>
            </a:xfrm>
            <a:custGeom>
              <a:avLst/>
              <a:gdLst/>
              <a:ahLst/>
              <a:cxnLst/>
              <a:rect l="l" t="t" r="r" b="b"/>
              <a:pathLst>
                <a:path w="499" h="2011" extrusionOk="0">
                  <a:moveTo>
                    <a:pt x="125" y="1"/>
                  </a:moveTo>
                  <a:lnTo>
                    <a:pt x="1" y="2010"/>
                  </a:lnTo>
                  <a:lnTo>
                    <a:pt x="498" y="2010"/>
                  </a:lnTo>
                  <a:lnTo>
                    <a:pt x="374"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137"/>
            <p:cNvSpPr/>
            <p:nvPr/>
          </p:nvSpPr>
          <p:spPr>
            <a:xfrm>
              <a:off x="1001968" y="3914041"/>
              <a:ext cx="78176" cy="71427"/>
            </a:xfrm>
            <a:custGeom>
              <a:avLst/>
              <a:gdLst/>
              <a:ahLst/>
              <a:cxnLst/>
              <a:rect l="l" t="t" r="r" b="b"/>
              <a:pathLst>
                <a:path w="2977" h="2720" extrusionOk="0">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137"/>
            <p:cNvSpPr/>
            <p:nvPr/>
          </p:nvSpPr>
          <p:spPr>
            <a:xfrm>
              <a:off x="1001968" y="3914041"/>
              <a:ext cx="78176" cy="70167"/>
            </a:xfrm>
            <a:custGeom>
              <a:avLst/>
              <a:gdLst/>
              <a:ahLst/>
              <a:cxnLst/>
              <a:rect l="l" t="t" r="r" b="b"/>
              <a:pathLst>
                <a:path w="2977" h="2672" extrusionOk="0">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137"/>
            <p:cNvSpPr/>
            <p:nvPr/>
          </p:nvSpPr>
          <p:spPr>
            <a:xfrm>
              <a:off x="1034635" y="4007815"/>
              <a:ext cx="13104" cy="13104"/>
            </a:xfrm>
            <a:custGeom>
              <a:avLst/>
              <a:gdLst/>
              <a:ahLst/>
              <a:cxnLst/>
              <a:rect l="l" t="t" r="r" b="b"/>
              <a:pathLst>
                <a:path w="499" h="499" extrusionOk="0">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137"/>
            <p:cNvSpPr/>
            <p:nvPr/>
          </p:nvSpPr>
          <p:spPr>
            <a:xfrm>
              <a:off x="1014284" y="3989643"/>
              <a:ext cx="26917" cy="27442"/>
            </a:xfrm>
            <a:custGeom>
              <a:avLst/>
              <a:gdLst/>
              <a:ahLst/>
              <a:cxnLst/>
              <a:rect l="l" t="t" r="r" b="b"/>
              <a:pathLst>
                <a:path w="1025" h="1045" extrusionOk="0">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137"/>
            <p:cNvSpPr/>
            <p:nvPr/>
          </p:nvSpPr>
          <p:spPr>
            <a:xfrm>
              <a:off x="1041174" y="3989643"/>
              <a:ext cx="26680" cy="27442"/>
            </a:xfrm>
            <a:custGeom>
              <a:avLst/>
              <a:gdLst/>
              <a:ahLst/>
              <a:cxnLst/>
              <a:rect l="l" t="t" r="r" b="b"/>
              <a:pathLst>
                <a:path w="1016" h="1045" extrusionOk="0">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137"/>
            <p:cNvSpPr/>
            <p:nvPr/>
          </p:nvSpPr>
          <p:spPr>
            <a:xfrm>
              <a:off x="916019" y="3821606"/>
              <a:ext cx="250100" cy="336785"/>
            </a:xfrm>
            <a:custGeom>
              <a:avLst/>
              <a:gdLst/>
              <a:ahLst/>
              <a:cxnLst/>
              <a:rect l="l" t="t" r="r" b="b"/>
              <a:pathLst>
                <a:path w="9524" h="12825" extrusionOk="0">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137"/>
            <p:cNvSpPr/>
            <p:nvPr/>
          </p:nvSpPr>
          <p:spPr>
            <a:xfrm>
              <a:off x="916019" y="3821606"/>
              <a:ext cx="241539" cy="336785"/>
            </a:xfrm>
            <a:custGeom>
              <a:avLst/>
              <a:gdLst/>
              <a:ahLst/>
              <a:cxnLst/>
              <a:rect l="l" t="t" r="r" b="b"/>
              <a:pathLst>
                <a:path w="9198" h="12825" extrusionOk="0">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6" name="Google Shape;14166;p137"/>
          <p:cNvGrpSpPr/>
          <p:nvPr/>
        </p:nvGrpSpPr>
        <p:grpSpPr>
          <a:xfrm>
            <a:off x="849686" y="2909570"/>
            <a:ext cx="374730" cy="332504"/>
            <a:chOff x="849686" y="2909570"/>
            <a:chExt cx="374730" cy="332504"/>
          </a:xfrm>
        </p:grpSpPr>
        <p:sp>
          <p:nvSpPr>
            <p:cNvPr id="14167" name="Google Shape;14167;p137"/>
            <p:cNvSpPr/>
            <p:nvPr/>
          </p:nvSpPr>
          <p:spPr>
            <a:xfrm>
              <a:off x="1006747" y="2909570"/>
              <a:ext cx="217669" cy="181483"/>
            </a:xfrm>
            <a:custGeom>
              <a:avLst/>
              <a:gdLst/>
              <a:ahLst/>
              <a:cxnLst/>
              <a:rect l="l" t="t" r="r" b="b"/>
              <a:pathLst>
                <a:path w="8289" h="6911" extrusionOk="0">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137"/>
            <p:cNvSpPr/>
            <p:nvPr/>
          </p:nvSpPr>
          <p:spPr>
            <a:xfrm>
              <a:off x="849686" y="3053580"/>
              <a:ext cx="217905" cy="188494"/>
            </a:xfrm>
            <a:custGeom>
              <a:avLst/>
              <a:gdLst/>
              <a:ahLst/>
              <a:cxnLst/>
              <a:rect l="l" t="t" r="r" b="b"/>
              <a:pathLst>
                <a:path w="8298" h="7178" extrusionOk="0">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137"/>
            <p:cNvSpPr/>
            <p:nvPr/>
          </p:nvSpPr>
          <p:spPr>
            <a:xfrm>
              <a:off x="889391" y="3145306"/>
              <a:ext cx="41491" cy="18119"/>
            </a:xfrm>
            <a:custGeom>
              <a:avLst/>
              <a:gdLst/>
              <a:ahLst/>
              <a:cxnLst/>
              <a:rect l="l" t="t" r="r" b="b"/>
              <a:pathLst>
                <a:path w="1580" h="690" extrusionOk="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137"/>
            <p:cNvSpPr/>
            <p:nvPr/>
          </p:nvSpPr>
          <p:spPr>
            <a:xfrm>
              <a:off x="867779" y="3060617"/>
              <a:ext cx="30435" cy="66622"/>
            </a:xfrm>
            <a:custGeom>
              <a:avLst/>
              <a:gdLst/>
              <a:ahLst/>
              <a:cxnLst/>
              <a:rect l="l" t="t" r="r" b="b"/>
              <a:pathLst>
                <a:path w="1159" h="2537" extrusionOk="0">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137"/>
            <p:cNvSpPr/>
            <p:nvPr/>
          </p:nvSpPr>
          <p:spPr>
            <a:xfrm>
              <a:off x="879832" y="3054577"/>
              <a:ext cx="72661" cy="72661"/>
            </a:xfrm>
            <a:custGeom>
              <a:avLst/>
              <a:gdLst/>
              <a:ahLst/>
              <a:cxnLst/>
              <a:rect l="l" t="t" r="r" b="b"/>
              <a:pathLst>
                <a:path w="2767" h="2767" extrusionOk="0">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137"/>
            <p:cNvSpPr/>
            <p:nvPr/>
          </p:nvSpPr>
          <p:spPr>
            <a:xfrm>
              <a:off x="873793" y="3084986"/>
              <a:ext cx="72661" cy="66385"/>
            </a:xfrm>
            <a:custGeom>
              <a:avLst/>
              <a:gdLst/>
              <a:ahLst/>
              <a:cxnLst/>
              <a:rect l="l" t="t" r="r" b="b"/>
              <a:pathLst>
                <a:path w="2767" h="2528" extrusionOk="0">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137"/>
            <p:cNvSpPr/>
            <p:nvPr/>
          </p:nvSpPr>
          <p:spPr>
            <a:xfrm>
              <a:off x="873793" y="3084986"/>
              <a:ext cx="72399" cy="65125"/>
            </a:xfrm>
            <a:custGeom>
              <a:avLst/>
              <a:gdLst/>
              <a:ahLst/>
              <a:cxnLst/>
              <a:rect l="l" t="t" r="r" b="b"/>
              <a:pathLst>
                <a:path w="2757" h="2480" extrusionOk="0">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137"/>
            <p:cNvSpPr/>
            <p:nvPr/>
          </p:nvSpPr>
          <p:spPr>
            <a:xfrm>
              <a:off x="849686" y="3080706"/>
              <a:ext cx="199313" cy="161368"/>
            </a:xfrm>
            <a:custGeom>
              <a:avLst/>
              <a:gdLst/>
              <a:ahLst/>
              <a:cxnLst/>
              <a:rect l="l" t="t" r="r" b="b"/>
              <a:pathLst>
                <a:path w="7590" h="6145" extrusionOk="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137"/>
            <p:cNvSpPr/>
            <p:nvPr/>
          </p:nvSpPr>
          <p:spPr>
            <a:xfrm>
              <a:off x="849686" y="3175715"/>
              <a:ext cx="24133" cy="66359"/>
            </a:xfrm>
            <a:custGeom>
              <a:avLst/>
              <a:gdLst/>
              <a:ahLst/>
              <a:cxnLst/>
              <a:rect l="l" t="t" r="r" b="b"/>
              <a:pathLst>
                <a:path w="919" h="2527" extrusionOk="0">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137"/>
            <p:cNvSpPr/>
            <p:nvPr/>
          </p:nvSpPr>
          <p:spPr>
            <a:xfrm>
              <a:off x="946428" y="3080706"/>
              <a:ext cx="102572" cy="129199"/>
            </a:xfrm>
            <a:custGeom>
              <a:avLst/>
              <a:gdLst/>
              <a:ahLst/>
              <a:cxnLst/>
              <a:rect l="l" t="t" r="r" b="b"/>
              <a:pathLst>
                <a:path w="3906" h="4920" extrusionOk="0">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137"/>
            <p:cNvSpPr/>
            <p:nvPr/>
          </p:nvSpPr>
          <p:spPr>
            <a:xfrm>
              <a:off x="1023343" y="2936723"/>
              <a:ext cx="180327" cy="115544"/>
            </a:xfrm>
            <a:custGeom>
              <a:avLst/>
              <a:gdLst/>
              <a:ahLst/>
              <a:cxnLst/>
              <a:rect l="l" t="t" r="r" b="b"/>
              <a:pathLst>
                <a:path w="6867" h="4400" extrusionOk="0">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8" name="Google Shape;14178;p137"/>
          <p:cNvGrpSpPr/>
          <p:nvPr/>
        </p:nvGrpSpPr>
        <p:grpSpPr>
          <a:xfrm>
            <a:off x="1735567" y="2420241"/>
            <a:ext cx="417718" cy="372866"/>
            <a:chOff x="1735567" y="2420241"/>
            <a:chExt cx="417718" cy="372866"/>
          </a:xfrm>
        </p:grpSpPr>
        <p:sp>
          <p:nvSpPr>
            <p:cNvPr id="14179" name="Google Shape;14179;p137"/>
            <p:cNvSpPr/>
            <p:nvPr/>
          </p:nvSpPr>
          <p:spPr>
            <a:xfrm>
              <a:off x="1833569" y="2468822"/>
              <a:ext cx="284265" cy="163022"/>
            </a:xfrm>
            <a:custGeom>
              <a:avLst/>
              <a:gdLst/>
              <a:ahLst/>
              <a:cxnLst/>
              <a:rect l="l" t="t" r="r" b="b"/>
              <a:pathLst>
                <a:path w="10825" h="6208" extrusionOk="0">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137"/>
            <p:cNvSpPr/>
            <p:nvPr/>
          </p:nvSpPr>
          <p:spPr>
            <a:xfrm>
              <a:off x="1845124" y="2716821"/>
              <a:ext cx="89258" cy="76285"/>
            </a:xfrm>
            <a:custGeom>
              <a:avLst/>
              <a:gdLst/>
              <a:ahLst/>
              <a:cxnLst/>
              <a:rect l="l" t="t" r="r" b="b"/>
              <a:pathLst>
                <a:path w="3399" h="2905" extrusionOk="0">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137"/>
            <p:cNvSpPr/>
            <p:nvPr/>
          </p:nvSpPr>
          <p:spPr>
            <a:xfrm>
              <a:off x="1873038" y="2737409"/>
              <a:ext cx="40493" cy="34873"/>
            </a:xfrm>
            <a:custGeom>
              <a:avLst/>
              <a:gdLst/>
              <a:ahLst/>
              <a:cxnLst/>
              <a:rect l="l" t="t" r="r" b="b"/>
              <a:pathLst>
                <a:path w="1542" h="1328" extrusionOk="0">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137"/>
            <p:cNvSpPr/>
            <p:nvPr/>
          </p:nvSpPr>
          <p:spPr>
            <a:xfrm>
              <a:off x="1996933" y="2716821"/>
              <a:ext cx="89231" cy="76285"/>
            </a:xfrm>
            <a:custGeom>
              <a:avLst/>
              <a:gdLst/>
              <a:ahLst/>
              <a:cxnLst/>
              <a:rect l="l" t="t" r="r" b="b"/>
              <a:pathLst>
                <a:path w="3398" h="2905" extrusionOk="0">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137"/>
            <p:cNvSpPr/>
            <p:nvPr/>
          </p:nvSpPr>
          <p:spPr>
            <a:xfrm>
              <a:off x="2024585" y="2737672"/>
              <a:ext cx="40729" cy="34689"/>
            </a:xfrm>
            <a:custGeom>
              <a:avLst/>
              <a:gdLst/>
              <a:ahLst/>
              <a:cxnLst/>
              <a:rect l="l" t="t" r="r" b="b"/>
              <a:pathLst>
                <a:path w="1551" h="1321" extrusionOk="0">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137"/>
            <p:cNvSpPr/>
            <p:nvPr/>
          </p:nvSpPr>
          <p:spPr>
            <a:xfrm>
              <a:off x="1818496" y="2447893"/>
              <a:ext cx="333528" cy="174209"/>
            </a:xfrm>
            <a:custGeom>
              <a:avLst/>
              <a:gdLst/>
              <a:ahLst/>
              <a:cxnLst/>
              <a:rect l="l" t="t" r="r" b="b"/>
              <a:pathLst>
                <a:path w="12701" h="6634" extrusionOk="0">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137"/>
            <p:cNvSpPr/>
            <p:nvPr/>
          </p:nvSpPr>
          <p:spPr>
            <a:xfrm>
              <a:off x="2095697" y="2447893"/>
              <a:ext cx="56564" cy="174209"/>
            </a:xfrm>
            <a:custGeom>
              <a:avLst/>
              <a:gdLst/>
              <a:ahLst/>
              <a:cxnLst/>
              <a:rect l="l" t="t" r="r" b="b"/>
              <a:pathLst>
                <a:path w="2154" h="6634" extrusionOk="0">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137"/>
            <p:cNvSpPr/>
            <p:nvPr/>
          </p:nvSpPr>
          <p:spPr>
            <a:xfrm>
              <a:off x="1735567" y="2420241"/>
              <a:ext cx="416457" cy="235027"/>
            </a:xfrm>
            <a:custGeom>
              <a:avLst/>
              <a:gdLst/>
              <a:ahLst/>
              <a:cxnLst/>
              <a:rect l="l" t="t" r="r" b="b"/>
              <a:pathLst>
                <a:path w="15859" h="8950" extrusionOk="0">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137"/>
            <p:cNvSpPr/>
            <p:nvPr/>
          </p:nvSpPr>
          <p:spPr>
            <a:xfrm>
              <a:off x="1849903" y="2622075"/>
              <a:ext cx="303382" cy="33193"/>
            </a:xfrm>
            <a:custGeom>
              <a:avLst/>
              <a:gdLst/>
              <a:ahLst/>
              <a:cxnLst/>
              <a:rect l="l" t="t" r="r" b="b"/>
              <a:pathLst>
                <a:path w="11553" h="1264" extrusionOk="0">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137"/>
            <p:cNvSpPr/>
            <p:nvPr/>
          </p:nvSpPr>
          <p:spPr>
            <a:xfrm>
              <a:off x="1817498" y="2632868"/>
              <a:ext cx="286523" cy="92278"/>
            </a:xfrm>
            <a:custGeom>
              <a:avLst/>
              <a:gdLst/>
              <a:ahLst/>
              <a:cxnLst/>
              <a:rect l="l" t="t" r="r" b="b"/>
              <a:pathLst>
                <a:path w="10911" h="3514" extrusionOk="0">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137"/>
            <p:cNvSpPr/>
            <p:nvPr/>
          </p:nvSpPr>
          <p:spPr>
            <a:xfrm>
              <a:off x="1826794" y="2675856"/>
              <a:ext cx="276465" cy="49106"/>
            </a:xfrm>
            <a:custGeom>
              <a:avLst/>
              <a:gdLst/>
              <a:ahLst/>
              <a:cxnLst/>
              <a:rect l="l" t="t" r="r" b="b"/>
              <a:pathLst>
                <a:path w="10528" h="1870" extrusionOk="0">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137"/>
            <p:cNvSpPr/>
            <p:nvPr/>
          </p:nvSpPr>
          <p:spPr>
            <a:xfrm>
              <a:off x="1843364" y="2632868"/>
              <a:ext cx="38235" cy="32694"/>
            </a:xfrm>
            <a:custGeom>
              <a:avLst/>
              <a:gdLst/>
              <a:ahLst/>
              <a:cxnLst/>
              <a:rect l="l" t="t" r="r" b="b"/>
              <a:pathLst>
                <a:path w="1456" h="1245" extrusionOk="0">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1" name="Google Shape;14191;p137"/>
          <p:cNvGrpSpPr/>
          <p:nvPr/>
        </p:nvGrpSpPr>
        <p:grpSpPr>
          <a:xfrm>
            <a:off x="3599318" y="4299590"/>
            <a:ext cx="251098" cy="309028"/>
            <a:chOff x="3599318" y="4299590"/>
            <a:chExt cx="251098" cy="309028"/>
          </a:xfrm>
        </p:grpSpPr>
        <p:sp>
          <p:nvSpPr>
            <p:cNvPr id="14192" name="Google Shape;14192;p137"/>
            <p:cNvSpPr/>
            <p:nvPr/>
          </p:nvSpPr>
          <p:spPr>
            <a:xfrm>
              <a:off x="3599318" y="4299590"/>
              <a:ext cx="251098" cy="309028"/>
            </a:xfrm>
            <a:custGeom>
              <a:avLst/>
              <a:gdLst/>
              <a:ahLst/>
              <a:cxnLst/>
              <a:rect l="l" t="t" r="r" b="b"/>
              <a:pathLst>
                <a:path w="9562" h="11768" extrusionOk="0">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137"/>
            <p:cNvSpPr/>
            <p:nvPr/>
          </p:nvSpPr>
          <p:spPr>
            <a:xfrm>
              <a:off x="3618672" y="4319206"/>
              <a:ext cx="212391" cy="264018"/>
            </a:xfrm>
            <a:custGeom>
              <a:avLst/>
              <a:gdLst/>
              <a:ahLst/>
              <a:cxnLst/>
              <a:rect l="l" t="t" r="r" b="b"/>
              <a:pathLst>
                <a:path w="8088" h="10054" extrusionOk="0">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137"/>
            <p:cNvSpPr/>
            <p:nvPr/>
          </p:nvSpPr>
          <p:spPr>
            <a:xfrm>
              <a:off x="3618672" y="4335777"/>
              <a:ext cx="118144" cy="247448"/>
            </a:xfrm>
            <a:custGeom>
              <a:avLst/>
              <a:gdLst/>
              <a:ahLst/>
              <a:cxnLst/>
              <a:rect l="l" t="t" r="r" b="b"/>
              <a:pathLst>
                <a:path w="4499" h="9423" extrusionOk="0">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137"/>
            <p:cNvSpPr/>
            <p:nvPr/>
          </p:nvSpPr>
          <p:spPr>
            <a:xfrm>
              <a:off x="3634506" y="4362168"/>
              <a:ext cx="157849" cy="135423"/>
            </a:xfrm>
            <a:custGeom>
              <a:avLst/>
              <a:gdLst/>
              <a:ahLst/>
              <a:cxnLst/>
              <a:rect l="l" t="t" r="r" b="b"/>
              <a:pathLst>
                <a:path w="6011" h="5157" extrusionOk="0">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137"/>
            <p:cNvSpPr/>
            <p:nvPr/>
          </p:nvSpPr>
          <p:spPr>
            <a:xfrm>
              <a:off x="3653860" y="4376742"/>
              <a:ext cx="124184" cy="106353"/>
            </a:xfrm>
            <a:custGeom>
              <a:avLst/>
              <a:gdLst/>
              <a:ahLst/>
              <a:cxnLst/>
              <a:rect l="l" t="t" r="r" b="b"/>
              <a:pathLst>
                <a:path w="4729" h="4050" extrusionOk="0">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137"/>
            <p:cNvSpPr/>
            <p:nvPr/>
          </p:nvSpPr>
          <p:spPr>
            <a:xfrm>
              <a:off x="3700340" y="4377189"/>
              <a:ext cx="50550" cy="105381"/>
            </a:xfrm>
            <a:custGeom>
              <a:avLst/>
              <a:gdLst/>
              <a:ahLst/>
              <a:cxnLst/>
              <a:rect l="l" t="t" r="r" b="b"/>
              <a:pathLst>
                <a:path w="1925" h="4013" extrusionOk="0">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8" name="Google Shape;14198;p137"/>
          <p:cNvGrpSpPr/>
          <p:nvPr/>
        </p:nvGrpSpPr>
        <p:grpSpPr>
          <a:xfrm>
            <a:off x="3105998" y="2433240"/>
            <a:ext cx="345818" cy="345056"/>
            <a:chOff x="3105998" y="2433240"/>
            <a:chExt cx="345818" cy="345056"/>
          </a:xfrm>
        </p:grpSpPr>
        <p:sp>
          <p:nvSpPr>
            <p:cNvPr id="14199" name="Google Shape;14199;p137"/>
            <p:cNvSpPr/>
            <p:nvPr/>
          </p:nvSpPr>
          <p:spPr>
            <a:xfrm>
              <a:off x="3160277" y="2465487"/>
              <a:ext cx="237259" cy="312809"/>
            </a:xfrm>
            <a:custGeom>
              <a:avLst/>
              <a:gdLst/>
              <a:ahLst/>
              <a:cxnLst/>
              <a:rect l="l" t="t" r="r" b="b"/>
              <a:pathLst>
                <a:path w="9035" h="11912" extrusionOk="0">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137"/>
            <p:cNvSpPr/>
            <p:nvPr/>
          </p:nvSpPr>
          <p:spPr>
            <a:xfrm>
              <a:off x="3160277" y="2469268"/>
              <a:ext cx="137996" cy="309028"/>
            </a:xfrm>
            <a:custGeom>
              <a:avLst/>
              <a:gdLst/>
              <a:ahLst/>
              <a:cxnLst/>
              <a:rect l="l" t="t" r="r" b="b"/>
              <a:pathLst>
                <a:path w="5255" h="11768" extrusionOk="0">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137"/>
            <p:cNvSpPr/>
            <p:nvPr/>
          </p:nvSpPr>
          <p:spPr>
            <a:xfrm>
              <a:off x="3156259" y="2492377"/>
              <a:ext cx="214387" cy="183374"/>
            </a:xfrm>
            <a:custGeom>
              <a:avLst/>
              <a:gdLst/>
              <a:ahLst/>
              <a:cxnLst/>
              <a:rect l="l" t="t" r="r" b="b"/>
              <a:pathLst>
                <a:path w="8164" h="6983" extrusionOk="0">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137"/>
            <p:cNvSpPr/>
            <p:nvPr/>
          </p:nvSpPr>
          <p:spPr>
            <a:xfrm>
              <a:off x="3174589" y="2511731"/>
              <a:ext cx="176704" cy="164388"/>
            </a:xfrm>
            <a:custGeom>
              <a:avLst/>
              <a:gdLst/>
              <a:ahLst/>
              <a:cxnLst/>
              <a:rect l="l" t="t" r="r" b="b"/>
              <a:pathLst>
                <a:path w="6729" h="6260" extrusionOk="0">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137"/>
            <p:cNvSpPr/>
            <p:nvPr/>
          </p:nvSpPr>
          <p:spPr>
            <a:xfrm>
              <a:off x="3251005" y="2524493"/>
              <a:ext cx="55802" cy="119536"/>
            </a:xfrm>
            <a:custGeom>
              <a:avLst/>
              <a:gdLst/>
              <a:ahLst/>
              <a:cxnLst/>
              <a:rect l="l" t="t" r="r" b="b"/>
              <a:pathLst>
                <a:path w="2125" h="4552" extrusionOk="0">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137"/>
            <p:cNvSpPr/>
            <p:nvPr/>
          </p:nvSpPr>
          <p:spPr>
            <a:xfrm>
              <a:off x="3398875" y="2433318"/>
              <a:ext cx="52940" cy="86500"/>
            </a:xfrm>
            <a:custGeom>
              <a:avLst/>
              <a:gdLst/>
              <a:ahLst/>
              <a:cxnLst/>
              <a:rect l="l" t="t" r="r" b="b"/>
              <a:pathLst>
                <a:path w="2016" h="3294" extrusionOk="0">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137"/>
            <p:cNvSpPr/>
            <p:nvPr/>
          </p:nvSpPr>
          <p:spPr>
            <a:xfrm>
              <a:off x="3368466" y="2477803"/>
              <a:ext cx="29332" cy="42016"/>
            </a:xfrm>
            <a:custGeom>
              <a:avLst/>
              <a:gdLst/>
              <a:ahLst/>
              <a:cxnLst/>
              <a:rect l="l" t="t" r="r" b="b"/>
              <a:pathLst>
                <a:path w="1117" h="1600" extrusionOk="0">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137"/>
            <p:cNvSpPr/>
            <p:nvPr/>
          </p:nvSpPr>
          <p:spPr>
            <a:xfrm>
              <a:off x="3383802" y="2455587"/>
              <a:ext cx="40887" cy="64232"/>
            </a:xfrm>
            <a:custGeom>
              <a:avLst/>
              <a:gdLst/>
              <a:ahLst/>
              <a:cxnLst/>
              <a:rect l="l" t="t" r="r" b="b"/>
              <a:pathLst>
                <a:path w="1557" h="2446" extrusionOk="0">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137"/>
            <p:cNvSpPr/>
            <p:nvPr/>
          </p:nvSpPr>
          <p:spPr>
            <a:xfrm>
              <a:off x="3105998" y="2433240"/>
              <a:ext cx="52914" cy="86579"/>
            </a:xfrm>
            <a:custGeom>
              <a:avLst/>
              <a:gdLst/>
              <a:ahLst/>
              <a:cxnLst/>
              <a:rect l="l" t="t" r="r" b="b"/>
              <a:pathLst>
                <a:path w="2015" h="3297" extrusionOk="0">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137"/>
            <p:cNvSpPr/>
            <p:nvPr/>
          </p:nvSpPr>
          <p:spPr>
            <a:xfrm>
              <a:off x="3159778" y="2477803"/>
              <a:ext cx="29569" cy="42016"/>
            </a:xfrm>
            <a:custGeom>
              <a:avLst/>
              <a:gdLst/>
              <a:ahLst/>
              <a:cxnLst/>
              <a:rect l="l" t="t" r="r" b="b"/>
              <a:pathLst>
                <a:path w="1126" h="1600" extrusionOk="0">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137"/>
            <p:cNvSpPr/>
            <p:nvPr/>
          </p:nvSpPr>
          <p:spPr>
            <a:xfrm>
              <a:off x="3132888" y="2455587"/>
              <a:ext cx="41071" cy="64232"/>
            </a:xfrm>
            <a:custGeom>
              <a:avLst/>
              <a:gdLst/>
              <a:ahLst/>
              <a:cxnLst/>
              <a:rect l="l" t="t" r="r" b="b"/>
              <a:pathLst>
                <a:path w="1564" h="2446" extrusionOk="0">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0" name="Google Shape;14210;p137"/>
          <p:cNvGrpSpPr/>
          <p:nvPr/>
        </p:nvGrpSpPr>
        <p:grpSpPr>
          <a:xfrm>
            <a:off x="1737326" y="2900773"/>
            <a:ext cx="374730" cy="350361"/>
            <a:chOff x="1737326" y="2900773"/>
            <a:chExt cx="374730" cy="350361"/>
          </a:xfrm>
        </p:grpSpPr>
        <p:sp>
          <p:nvSpPr>
            <p:cNvPr id="14211" name="Google Shape;14211;p137"/>
            <p:cNvSpPr/>
            <p:nvPr/>
          </p:nvSpPr>
          <p:spPr>
            <a:xfrm>
              <a:off x="1942890" y="2936723"/>
              <a:ext cx="169167" cy="176966"/>
            </a:xfrm>
            <a:custGeom>
              <a:avLst/>
              <a:gdLst/>
              <a:ahLst/>
              <a:cxnLst/>
              <a:rect l="l" t="t" r="r" b="b"/>
              <a:pathLst>
                <a:path w="6442" h="6739" extrusionOk="0">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137"/>
            <p:cNvSpPr/>
            <p:nvPr/>
          </p:nvSpPr>
          <p:spPr>
            <a:xfrm>
              <a:off x="2003209" y="2936723"/>
              <a:ext cx="48528" cy="114861"/>
            </a:xfrm>
            <a:custGeom>
              <a:avLst/>
              <a:gdLst/>
              <a:ahLst/>
              <a:cxnLst/>
              <a:rect l="l" t="t" r="r" b="b"/>
              <a:pathLst>
                <a:path w="1848" h="4374" extrusionOk="0">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137"/>
            <p:cNvSpPr/>
            <p:nvPr/>
          </p:nvSpPr>
          <p:spPr>
            <a:xfrm>
              <a:off x="2015525" y="2900773"/>
              <a:ext cx="23660" cy="96532"/>
            </a:xfrm>
            <a:custGeom>
              <a:avLst/>
              <a:gdLst/>
              <a:ahLst/>
              <a:cxnLst/>
              <a:rect l="l" t="t" r="r" b="b"/>
              <a:pathLst>
                <a:path w="901" h="3676" extrusionOk="0">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137"/>
            <p:cNvSpPr/>
            <p:nvPr/>
          </p:nvSpPr>
          <p:spPr>
            <a:xfrm>
              <a:off x="2015289" y="3015371"/>
              <a:ext cx="24396" cy="24159"/>
            </a:xfrm>
            <a:custGeom>
              <a:avLst/>
              <a:gdLst/>
              <a:ahLst/>
              <a:cxnLst/>
              <a:rect l="l" t="t" r="r" b="b"/>
              <a:pathLst>
                <a:path w="929" h="920" extrusionOk="0">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137"/>
            <p:cNvSpPr/>
            <p:nvPr/>
          </p:nvSpPr>
          <p:spPr>
            <a:xfrm>
              <a:off x="1737326" y="3166419"/>
              <a:ext cx="205353" cy="84715"/>
            </a:xfrm>
            <a:custGeom>
              <a:avLst/>
              <a:gdLst/>
              <a:ahLst/>
              <a:cxnLst/>
              <a:rect l="l" t="t" r="r" b="b"/>
              <a:pathLst>
                <a:path w="7820" h="3226" extrusionOk="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137"/>
            <p:cNvSpPr/>
            <p:nvPr/>
          </p:nvSpPr>
          <p:spPr>
            <a:xfrm>
              <a:off x="1827792" y="3190788"/>
              <a:ext cx="24396" cy="60345"/>
            </a:xfrm>
            <a:custGeom>
              <a:avLst/>
              <a:gdLst/>
              <a:ahLst/>
              <a:cxnLst/>
              <a:rect l="l" t="t" r="r" b="b"/>
              <a:pathLst>
                <a:path w="929" h="2298" extrusionOk="0">
                  <a:moveTo>
                    <a:pt x="221" y="1"/>
                  </a:moveTo>
                  <a:lnTo>
                    <a:pt x="1" y="2298"/>
                  </a:lnTo>
                  <a:lnTo>
                    <a:pt x="929" y="2298"/>
                  </a:lnTo>
                  <a:lnTo>
                    <a:pt x="709"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137"/>
            <p:cNvSpPr/>
            <p:nvPr/>
          </p:nvSpPr>
          <p:spPr>
            <a:xfrm>
              <a:off x="1829552" y="3178472"/>
              <a:ext cx="21139" cy="20640"/>
            </a:xfrm>
            <a:custGeom>
              <a:avLst/>
              <a:gdLst/>
              <a:ahLst/>
              <a:cxnLst/>
              <a:rect l="l" t="t" r="r" b="b"/>
              <a:pathLst>
                <a:path w="805" h="786" extrusionOk="0">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137"/>
            <p:cNvSpPr/>
            <p:nvPr/>
          </p:nvSpPr>
          <p:spPr>
            <a:xfrm>
              <a:off x="1906703" y="3191051"/>
              <a:ext cx="36213" cy="60083"/>
            </a:xfrm>
            <a:custGeom>
              <a:avLst/>
              <a:gdLst/>
              <a:ahLst/>
              <a:cxnLst/>
              <a:rect l="l" t="t" r="r" b="b"/>
              <a:pathLst>
                <a:path w="1379" h="2288" extrusionOk="0">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137"/>
            <p:cNvSpPr/>
            <p:nvPr/>
          </p:nvSpPr>
          <p:spPr>
            <a:xfrm>
              <a:off x="1773513" y="2979185"/>
              <a:ext cx="132981" cy="96794"/>
            </a:xfrm>
            <a:custGeom>
              <a:avLst/>
              <a:gdLst/>
              <a:ahLst/>
              <a:cxnLst/>
              <a:rect l="l" t="t" r="r" b="b"/>
              <a:pathLst>
                <a:path w="5064" h="3686" extrusionOk="0">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137"/>
            <p:cNvSpPr/>
            <p:nvPr/>
          </p:nvSpPr>
          <p:spPr>
            <a:xfrm>
              <a:off x="1803659" y="2979185"/>
              <a:ext cx="102834" cy="96794"/>
            </a:xfrm>
            <a:custGeom>
              <a:avLst/>
              <a:gdLst/>
              <a:ahLst/>
              <a:cxnLst/>
              <a:rect l="l" t="t" r="r" b="b"/>
              <a:pathLst>
                <a:path w="3916" h="3686" extrusionOk="0">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137"/>
            <p:cNvSpPr/>
            <p:nvPr/>
          </p:nvSpPr>
          <p:spPr>
            <a:xfrm>
              <a:off x="1803659" y="3124193"/>
              <a:ext cx="72661" cy="54306"/>
            </a:xfrm>
            <a:custGeom>
              <a:avLst/>
              <a:gdLst/>
              <a:ahLst/>
              <a:cxnLst/>
              <a:rect l="l" t="t" r="r" b="b"/>
              <a:pathLst>
                <a:path w="2767" h="2068" extrusionOk="0">
                  <a:moveTo>
                    <a:pt x="1" y="1"/>
                  </a:moveTo>
                  <a:lnTo>
                    <a:pt x="1" y="2068"/>
                  </a:lnTo>
                  <a:lnTo>
                    <a:pt x="2767" y="2068"/>
                  </a:lnTo>
                  <a:lnTo>
                    <a:pt x="2767"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137"/>
            <p:cNvSpPr/>
            <p:nvPr/>
          </p:nvSpPr>
          <p:spPr>
            <a:xfrm>
              <a:off x="1803659" y="3124193"/>
              <a:ext cx="72661" cy="30173"/>
            </a:xfrm>
            <a:custGeom>
              <a:avLst/>
              <a:gdLst/>
              <a:ahLst/>
              <a:cxnLst/>
              <a:rect l="l" t="t" r="r" b="b"/>
              <a:pathLst>
                <a:path w="2767" h="1149" extrusionOk="0">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137"/>
            <p:cNvSpPr/>
            <p:nvPr/>
          </p:nvSpPr>
          <p:spPr>
            <a:xfrm>
              <a:off x="1791606" y="3156387"/>
              <a:ext cx="48528" cy="43198"/>
            </a:xfrm>
            <a:custGeom>
              <a:avLst/>
              <a:gdLst/>
              <a:ahLst/>
              <a:cxnLst/>
              <a:rect l="l" t="t" r="r" b="b"/>
              <a:pathLst>
                <a:path w="1848" h="1645" extrusionOk="0">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137"/>
            <p:cNvSpPr/>
            <p:nvPr/>
          </p:nvSpPr>
          <p:spPr>
            <a:xfrm>
              <a:off x="1840108" y="3156387"/>
              <a:ext cx="48292" cy="43198"/>
            </a:xfrm>
            <a:custGeom>
              <a:avLst/>
              <a:gdLst/>
              <a:ahLst/>
              <a:cxnLst/>
              <a:rect l="l" t="t" r="r" b="b"/>
              <a:pathLst>
                <a:path w="1839" h="1645" extrusionOk="0">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137"/>
            <p:cNvSpPr/>
            <p:nvPr/>
          </p:nvSpPr>
          <p:spPr>
            <a:xfrm>
              <a:off x="1779552" y="3028107"/>
              <a:ext cx="121137" cy="114205"/>
            </a:xfrm>
            <a:custGeom>
              <a:avLst/>
              <a:gdLst/>
              <a:ahLst/>
              <a:cxnLst/>
              <a:rect l="l" t="t" r="r" b="b"/>
              <a:pathLst>
                <a:path w="4613" h="4349" extrusionOk="0">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137"/>
            <p:cNvSpPr/>
            <p:nvPr/>
          </p:nvSpPr>
          <p:spPr>
            <a:xfrm>
              <a:off x="1779552" y="3028107"/>
              <a:ext cx="108848" cy="113706"/>
            </a:xfrm>
            <a:custGeom>
              <a:avLst/>
              <a:gdLst/>
              <a:ahLst/>
              <a:cxnLst/>
              <a:rect l="l" t="t" r="r" b="b"/>
              <a:pathLst>
                <a:path w="4145" h="4330" extrusionOk="0">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137"/>
            <p:cNvSpPr/>
            <p:nvPr/>
          </p:nvSpPr>
          <p:spPr>
            <a:xfrm>
              <a:off x="1737326" y="3191051"/>
              <a:ext cx="36213" cy="60083"/>
            </a:xfrm>
            <a:custGeom>
              <a:avLst/>
              <a:gdLst/>
              <a:ahLst/>
              <a:cxnLst/>
              <a:rect l="l" t="t" r="r" b="b"/>
              <a:pathLst>
                <a:path w="1379" h="2288" extrusionOk="0">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8" name="Google Shape;14228;p137"/>
          <p:cNvGrpSpPr/>
          <p:nvPr/>
        </p:nvGrpSpPr>
        <p:grpSpPr>
          <a:xfrm>
            <a:off x="4000676" y="1579396"/>
            <a:ext cx="327226" cy="211603"/>
            <a:chOff x="4000676" y="1579396"/>
            <a:chExt cx="327226" cy="211603"/>
          </a:xfrm>
        </p:grpSpPr>
        <p:sp>
          <p:nvSpPr>
            <p:cNvPr id="14229" name="Google Shape;14229;p137"/>
            <p:cNvSpPr/>
            <p:nvPr/>
          </p:nvSpPr>
          <p:spPr>
            <a:xfrm>
              <a:off x="4081924" y="1581365"/>
              <a:ext cx="121584" cy="89757"/>
            </a:xfrm>
            <a:custGeom>
              <a:avLst/>
              <a:gdLst/>
              <a:ahLst/>
              <a:cxnLst/>
              <a:rect l="l" t="t" r="r" b="b"/>
              <a:pathLst>
                <a:path w="4630" h="3418" extrusionOk="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137"/>
            <p:cNvSpPr/>
            <p:nvPr/>
          </p:nvSpPr>
          <p:spPr>
            <a:xfrm>
              <a:off x="4083605" y="1581628"/>
              <a:ext cx="119903" cy="89494"/>
            </a:xfrm>
            <a:custGeom>
              <a:avLst/>
              <a:gdLst/>
              <a:ahLst/>
              <a:cxnLst/>
              <a:rect l="l" t="t" r="r" b="b"/>
              <a:pathLst>
                <a:path w="4566" h="3408" extrusionOk="0">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137"/>
            <p:cNvSpPr/>
            <p:nvPr/>
          </p:nvSpPr>
          <p:spPr>
            <a:xfrm>
              <a:off x="4000676" y="1613534"/>
              <a:ext cx="327226" cy="94037"/>
            </a:xfrm>
            <a:custGeom>
              <a:avLst/>
              <a:gdLst/>
              <a:ahLst/>
              <a:cxnLst/>
              <a:rect l="l" t="t" r="r" b="b"/>
              <a:pathLst>
                <a:path w="12461" h="3581" extrusionOk="0">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137"/>
            <p:cNvSpPr/>
            <p:nvPr/>
          </p:nvSpPr>
          <p:spPr>
            <a:xfrm>
              <a:off x="4081924" y="1686169"/>
              <a:ext cx="135922" cy="104830"/>
            </a:xfrm>
            <a:custGeom>
              <a:avLst/>
              <a:gdLst/>
              <a:ahLst/>
              <a:cxnLst/>
              <a:rect l="l" t="t" r="r" b="b"/>
              <a:pathLst>
                <a:path w="5176" h="3992" extrusionOk="0">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137"/>
            <p:cNvSpPr/>
            <p:nvPr/>
          </p:nvSpPr>
          <p:spPr>
            <a:xfrm>
              <a:off x="4193923" y="1579448"/>
              <a:ext cx="132193" cy="49710"/>
            </a:xfrm>
            <a:custGeom>
              <a:avLst/>
              <a:gdLst/>
              <a:ahLst/>
              <a:cxnLst/>
              <a:rect l="l" t="t" r="r" b="b"/>
              <a:pathLst>
                <a:path w="5034" h="1893" extrusionOk="0">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137"/>
            <p:cNvSpPr/>
            <p:nvPr/>
          </p:nvSpPr>
          <p:spPr>
            <a:xfrm>
              <a:off x="4123573"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137"/>
            <p:cNvSpPr/>
            <p:nvPr/>
          </p:nvSpPr>
          <p:spPr>
            <a:xfrm>
              <a:off x="4097418" y="1679551"/>
              <a:ext cx="15362" cy="13183"/>
            </a:xfrm>
            <a:custGeom>
              <a:avLst/>
              <a:gdLst/>
              <a:ahLst/>
              <a:cxnLst/>
              <a:rect l="l" t="t" r="r" b="b"/>
              <a:pathLst>
                <a:path w="585" h="502" extrusionOk="0">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137"/>
            <p:cNvSpPr/>
            <p:nvPr/>
          </p:nvSpPr>
          <p:spPr>
            <a:xfrm>
              <a:off x="4071053" y="1679551"/>
              <a:ext cx="15598" cy="13183"/>
            </a:xfrm>
            <a:custGeom>
              <a:avLst/>
              <a:gdLst/>
              <a:ahLst/>
              <a:cxnLst/>
              <a:rect l="l" t="t" r="r" b="b"/>
              <a:pathLst>
                <a:path w="594" h="502" extrusionOk="0">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137"/>
            <p:cNvSpPr/>
            <p:nvPr/>
          </p:nvSpPr>
          <p:spPr>
            <a:xfrm>
              <a:off x="4044661"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137"/>
            <p:cNvSpPr/>
            <p:nvPr/>
          </p:nvSpPr>
          <p:spPr>
            <a:xfrm>
              <a:off x="4235650" y="1679551"/>
              <a:ext cx="15598" cy="13183"/>
            </a:xfrm>
            <a:custGeom>
              <a:avLst/>
              <a:gdLst/>
              <a:ahLst/>
              <a:cxnLst/>
              <a:rect l="l" t="t" r="r" b="b"/>
              <a:pathLst>
                <a:path w="594" h="502" extrusionOk="0">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137"/>
            <p:cNvSpPr/>
            <p:nvPr/>
          </p:nvSpPr>
          <p:spPr>
            <a:xfrm>
              <a:off x="4249227" y="1579396"/>
              <a:ext cx="76889" cy="49763"/>
            </a:xfrm>
            <a:custGeom>
              <a:avLst/>
              <a:gdLst/>
              <a:ahLst/>
              <a:cxnLst/>
              <a:rect l="l" t="t" r="r" b="b"/>
              <a:pathLst>
                <a:path w="2928" h="1895" extrusionOk="0">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137"/>
            <p:cNvSpPr/>
            <p:nvPr/>
          </p:nvSpPr>
          <p:spPr>
            <a:xfrm>
              <a:off x="4083867" y="1686431"/>
              <a:ext cx="133716" cy="104567"/>
            </a:xfrm>
            <a:custGeom>
              <a:avLst/>
              <a:gdLst/>
              <a:ahLst/>
              <a:cxnLst/>
              <a:rect l="l" t="t" r="r" b="b"/>
              <a:pathLst>
                <a:path w="5092" h="3982" extrusionOk="0">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137"/>
            <p:cNvSpPr/>
            <p:nvPr/>
          </p:nvSpPr>
          <p:spPr>
            <a:xfrm>
              <a:off x="4257525" y="1664819"/>
              <a:ext cx="17620" cy="4280"/>
            </a:xfrm>
            <a:custGeom>
              <a:avLst/>
              <a:gdLst/>
              <a:ahLst/>
              <a:cxnLst/>
              <a:rect l="l" t="t" r="r" b="b"/>
              <a:pathLst>
                <a:path w="671" h="163" extrusionOk="0">
                  <a:moveTo>
                    <a:pt x="0" y="0"/>
                  </a:moveTo>
                  <a:cubicBezTo>
                    <a:pt x="230" y="0"/>
                    <a:pt x="469" y="58"/>
                    <a:pt x="670" y="163"/>
                  </a:cubicBezTo>
                  <a:lnTo>
                    <a:pt x="670"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137"/>
            <p:cNvSpPr/>
            <p:nvPr/>
          </p:nvSpPr>
          <p:spPr>
            <a:xfrm>
              <a:off x="4296731" y="1687666"/>
              <a:ext cx="31171" cy="19905"/>
            </a:xfrm>
            <a:custGeom>
              <a:avLst/>
              <a:gdLst/>
              <a:ahLst/>
              <a:cxnLst/>
              <a:rect l="l" t="t" r="r" b="b"/>
              <a:pathLst>
                <a:path w="1187" h="758" extrusionOk="0">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137"/>
            <p:cNvSpPr/>
            <p:nvPr/>
          </p:nvSpPr>
          <p:spPr>
            <a:xfrm>
              <a:off x="4275355" y="1664819"/>
              <a:ext cx="41254" cy="23135"/>
            </a:xfrm>
            <a:custGeom>
              <a:avLst/>
              <a:gdLst/>
              <a:ahLst/>
              <a:cxnLst/>
              <a:rect l="l" t="t" r="r" b="b"/>
              <a:pathLst>
                <a:path w="1571" h="881" extrusionOk="0">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137"/>
            <p:cNvSpPr/>
            <p:nvPr/>
          </p:nvSpPr>
          <p:spPr>
            <a:xfrm>
              <a:off x="4275119" y="1664819"/>
              <a:ext cx="41491" cy="23135"/>
            </a:xfrm>
            <a:custGeom>
              <a:avLst/>
              <a:gdLst/>
              <a:ahLst/>
              <a:cxnLst/>
              <a:rect l="l" t="t" r="r" b="b"/>
              <a:pathLst>
                <a:path w="1580" h="881" extrusionOk="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5" name="Google Shape;14245;p137"/>
          <p:cNvGrpSpPr/>
          <p:nvPr/>
        </p:nvGrpSpPr>
        <p:grpSpPr>
          <a:xfrm>
            <a:off x="2635523" y="1515584"/>
            <a:ext cx="371054" cy="336469"/>
            <a:chOff x="2635523" y="1515584"/>
            <a:chExt cx="371054" cy="336469"/>
          </a:xfrm>
        </p:grpSpPr>
        <p:sp>
          <p:nvSpPr>
            <p:cNvPr id="14246" name="Google Shape;14246;p137"/>
            <p:cNvSpPr/>
            <p:nvPr/>
          </p:nvSpPr>
          <p:spPr>
            <a:xfrm>
              <a:off x="2680769" y="1825399"/>
              <a:ext cx="310393" cy="26654"/>
            </a:xfrm>
            <a:custGeom>
              <a:avLst/>
              <a:gdLst/>
              <a:ahLst/>
              <a:cxnLst/>
              <a:rect l="l" t="t" r="r" b="b"/>
              <a:pathLst>
                <a:path w="11820" h="1015" extrusionOk="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137"/>
            <p:cNvSpPr/>
            <p:nvPr/>
          </p:nvSpPr>
          <p:spPr>
            <a:xfrm>
              <a:off x="2635523" y="1631627"/>
              <a:ext cx="312153" cy="171163"/>
            </a:xfrm>
            <a:custGeom>
              <a:avLst/>
              <a:gdLst/>
              <a:ahLst/>
              <a:cxnLst/>
              <a:rect l="l" t="t" r="r" b="b"/>
              <a:pathLst>
                <a:path w="11887" h="6518" extrusionOk="0">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137"/>
            <p:cNvSpPr/>
            <p:nvPr/>
          </p:nvSpPr>
          <p:spPr>
            <a:xfrm>
              <a:off x="2828797" y="1679131"/>
              <a:ext cx="94247" cy="99053"/>
            </a:xfrm>
            <a:custGeom>
              <a:avLst/>
              <a:gdLst/>
              <a:ahLst/>
              <a:cxnLst/>
              <a:rect l="l" t="t" r="r" b="b"/>
              <a:pathLst>
                <a:path w="3589" h="3772" extrusionOk="0">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137"/>
            <p:cNvSpPr/>
            <p:nvPr/>
          </p:nvSpPr>
          <p:spPr>
            <a:xfrm>
              <a:off x="2911464" y="1631627"/>
              <a:ext cx="11581" cy="35477"/>
            </a:xfrm>
            <a:custGeom>
              <a:avLst/>
              <a:gdLst/>
              <a:ahLst/>
              <a:cxnLst/>
              <a:rect l="l" t="t" r="r" b="b"/>
              <a:pathLst>
                <a:path w="441" h="1351" extrusionOk="0">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137"/>
            <p:cNvSpPr/>
            <p:nvPr/>
          </p:nvSpPr>
          <p:spPr>
            <a:xfrm>
              <a:off x="2803404" y="1515584"/>
              <a:ext cx="19511" cy="99000"/>
            </a:xfrm>
            <a:custGeom>
              <a:avLst/>
              <a:gdLst/>
              <a:ahLst/>
              <a:cxnLst/>
              <a:rect l="l" t="t" r="r" b="b"/>
              <a:pathLst>
                <a:path w="743" h="3770" extrusionOk="0">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137"/>
            <p:cNvSpPr/>
            <p:nvPr/>
          </p:nvSpPr>
          <p:spPr>
            <a:xfrm>
              <a:off x="2848886" y="1516529"/>
              <a:ext cx="19380" cy="98055"/>
            </a:xfrm>
            <a:custGeom>
              <a:avLst/>
              <a:gdLst/>
              <a:ahLst/>
              <a:cxnLst/>
              <a:rect l="l" t="t" r="r" b="b"/>
              <a:pathLst>
                <a:path w="738" h="3734" extrusionOk="0">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137"/>
            <p:cNvSpPr/>
            <p:nvPr/>
          </p:nvSpPr>
          <p:spPr>
            <a:xfrm>
              <a:off x="2666195" y="1819832"/>
              <a:ext cx="340382" cy="11397"/>
            </a:xfrm>
            <a:custGeom>
              <a:avLst/>
              <a:gdLst/>
              <a:ahLst/>
              <a:cxnLst/>
              <a:rect l="l" t="t" r="r" b="b"/>
              <a:pathLst>
                <a:path w="12962" h="434" extrusionOk="0">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3" name="Google Shape;14253;p137"/>
          <p:cNvGrpSpPr/>
          <p:nvPr/>
        </p:nvGrpSpPr>
        <p:grpSpPr>
          <a:xfrm>
            <a:off x="2231907" y="1520731"/>
            <a:ext cx="311627" cy="326569"/>
            <a:chOff x="2231907" y="1520731"/>
            <a:chExt cx="311627" cy="326569"/>
          </a:xfrm>
        </p:grpSpPr>
        <p:sp>
          <p:nvSpPr>
            <p:cNvPr id="14254" name="Google Shape;14254;p137"/>
            <p:cNvSpPr/>
            <p:nvPr/>
          </p:nvSpPr>
          <p:spPr>
            <a:xfrm>
              <a:off x="2382456" y="1520731"/>
              <a:ext cx="161079" cy="135790"/>
            </a:xfrm>
            <a:custGeom>
              <a:avLst/>
              <a:gdLst/>
              <a:ahLst/>
              <a:cxnLst/>
              <a:rect l="l" t="t" r="r" b="b"/>
              <a:pathLst>
                <a:path w="6134" h="5171" extrusionOk="0">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137"/>
            <p:cNvSpPr/>
            <p:nvPr/>
          </p:nvSpPr>
          <p:spPr>
            <a:xfrm>
              <a:off x="2423421" y="1551140"/>
              <a:ext cx="74920" cy="65335"/>
            </a:xfrm>
            <a:custGeom>
              <a:avLst/>
              <a:gdLst/>
              <a:ahLst/>
              <a:cxnLst/>
              <a:rect l="l" t="t" r="r" b="b"/>
              <a:pathLst>
                <a:path w="2853" h="2488" extrusionOk="0">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137"/>
            <p:cNvSpPr/>
            <p:nvPr/>
          </p:nvSpPr>
          <p:spPr>
            <a:xfrm>
              <a:off x="2248241" y="1565530"/>
              <a:ext cx="266171" cy="266171"/>
            </a:xfrm>
            <a:custGeom>
              <a:avLst/>
              <a:gdLst/>
              <a:ahLst/>
              <a:cxnLst/>
              <a:rect l="l" t="t" r="r" b="b"/>
              <a:pathLst>
                <a:path w="10136" h="10136" extrusionOk="0">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137"/>
            <p:cNvSpPr/>
            <p:nvPr/>
          </p:nvSpPr>
          <p:spPr>
            <a:xfrm>
              <a:off x="2321375" y="1565530"/>
              <a:ext cx="192801" cy="192801"/>
            </a:xfrm>
            <a:custGeom>
              <a:avLst/>
              <a:gdLst/>
              <a:ahLst/>
              <a:cxnLst/>
              <a:rect l="l" t="t" r="r" b="b"/>
              <a:pathLst>
                <a:path w="7342" h="7342" extrusionOk="0">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137"/>
            <p:cNvSpPr/>
            <p:nvPr/>
          </p:nvSpPr>
          <p:spPr>
            <a:xfrm>
              <a:off x="2231907" y="1549748"/>
              <a:ext cx="118643" cy="117592"/>
            </a:xfrm>
            <a:custGeom>
              <a:avLst/>
              <a:gdLst/>
              <a:ahLst/>
              <a:cxnLst/>
              <a:rect l="l" t="t" r="r" b="b"/>
              <a:pathLst>
                <a:path w="4518" h="4478" extrusionOk="0">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137"/>
            <p:cNvSpPr/>
            <p:nvPr/>
          </p:nvSpPr>
          <p:spPr>
            <a:xfrm>
              <a:off x="2239208" y="1556497"/>
              <a:ext cx="111342" cy="110843"/>
            </a:xfrm>
            <a:custGeom>
              <a:avLst/>
              <a:gdLst/>
              <a:ahLst/>
              <a:cxnLst/>
              <a:rect l="l" t="t" r="r" b="b"/>
              <a:pathLst>
                <a:path w="4240" h="4221" extrusionOk="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137"/>
            <p:cNvSpPr/>
            <p:nvPr/>
          </p:nvSpPr>
          <p:spPr>
            <a:xfrm>
              <a:off x="2412103" y="1729892"/>
              <a:ext cx="118406" cy="117408"/>
            </a:xfrm>
            <a:custGeom>
              <a:avLst/>
              <a:gdLst/>
              <a:ahLst/>
              <a:cxnLst/>
              <a:rect l="l" t="t" r="r" b="b"/>
              <a:pathLst>
                <a:path w="4509" h="4471" extrusionOk="0">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137"/>
            <p:cNvSpPr/>
            <p:nvPr/>
          </p:nvSpPr>
          <p:spPr>
            <a:xfrm>
              <a:off x="2419141" y="1736430"/>
              <a:ext cx="111369" cy="110870"/>
            </a:xfrm>
            <a:custGeom>
              <a:avLst/>
              <a:gdLst/>
              <a:ahLst/>
              <a:cxnLst/>
              <a:rect l="l" t="t" r="r" b="b"/>
              <a:pathLst>
                <a:path w="4241" h="4222" extrusionOk="0">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137"/>
            <p:cNvSpPr/>
            <p:nvPr/>
          </p:nvSpPr>
          <p:spPr>
            <a:xfrm>
              <a:off x="2291964" y="1669572"/>
              <a:ext cx="78701" cy="29175"/>
            </a:xfrm>
            <a:custGeom>
              <a:avLst/>
              <a:gdLst/>
              <a:ahLst/>
              <a:cxnLst/>
              <a:rect l="l" t="t" r="r" b="b"/>
              <a:pathLst>
                <a:path w="2997" h="1111" extrusionOk="0">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137"/>
            <p:cNvSpPr/>
            <p:nvPr/>
          </p:nvSpPr>
          <p:spPr>
            <a:xfrm>
              <a:off x="2381694" y="1751005"/>
              <a:ext cx="82456" cy="46769"/>
            </a:xfrm>
            <a:custGeom>
              <a:avLst/>
              <a:gdLst/>
              <a:ahLst/>
              <a:cxnLst/>
              <a:rect l="l" t="t" r="r" b="b"/>
              <a:pathLst>
                <a:path w="3140" h="1781" extrusionOk="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4" name="Google Shape;14264;p137"/>
          <p:cNvGrpSpPr/>
          <p:nvPr/>
        </p:nvGrpSpPr>
        <p:grpSpPr>
          <a:xfrm>
            <a:off x="1340249" y="4301533"/>
            <a:ext cx="311890" cy="304695"/>
            <a:chOff x="1340249" y="4301533"/>
            <a:chExt cx="311890" cy="304695"/>
          </a:xfrm>
        </p:grpSpPr>
        <p:sp>
          <p:nvSpPr>
            <p:cNvPr id="14265" name="Google Shape;14265;p137"/>
            <p:cNvSpPr/>
            <p:nvPr/>
          </p:nvSpPr>
          <p:spPr>
            <a:xfrm>
              <a:off x="1407081" y="4404893"/>
              <a:ext cx="182481" cy="165149"/>
            </a:xfrm>
            <a:custGeom>
              <a:avLst/>
              <a:gdLst/>
              <a:ahLst/>
              <a:cxnLst/>
              <a:rect l="l" t="t" r="r" b="b"/>
              <a:pathLst>
                <a:path w="6949" h="6289" extrusionOk="0">
                  <a:moveTo>
                    <a:pt x="1" y="1"/>
                  </a:moveTo>
                  <a:lnTo>
                    <a:pt x="1" y="6288"/>
                  </a:lnTo>
                  <a:lnTo>
                    <a:pt x="6949" y="6288"/>
                  </a:lnTo>
                  <a:lnTo>
                    <a:pt x="6949"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137"/>
            <p:cNvSpPr/>
            <p:nvPr/>
          </p:nvSpPr>
          <p:spPr>
            <a:xfrm>
              <a:off x="1369896" y="4301533"/>
              <a:ext cx="252359" cy="82772"/>
            </a:xfrm>
            <a:custGeom>
              <a:avLst/>
              <a:gdLst/>
              <a:ahLst/>
              <a:cxnLst/>
              <a:rect l="l" t="t" r="r" b="b"/>
              <a:pathLst>
                <a:path w="9610" h="3152" extrusionOk="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137"/>
            <p:cNvSpPr/>
            <p:nvPr/>
          </p:nvSpPr>
          <p:spPr>
            <a:xfrm>
              <a:off x="1400805" y="4322830"/>
              <a:ext cx="190516" cy="62499"/>
            </a:xfrm>
            <a:custGeom>
              <a:avLst/>
              <a:gdLst/>
              <a:ahLst/>
              <a:cxnLst/>
              <a:rect l="l" t="t" r="r" b="b"/>
              <a:pathLst>
                <a:path w="7255" h="2380" extrusionOk="0">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137"/>
            <p:cNvSpPr/>
            <p:nvPr/>
          </p:nvSpPr>
          <p:spPr>
            <a:xfrm>
              <a:off x="1367874" y="4373985"/>
              <a:ext cx="256376" cy="30934"/>
            </a:xfrm>
            <a:custGeom>
              <a:avLst/>
              <a:gdLst/>
              <a:ahLst/>
              <a:cxnLst/>
              <a:rect l="l" t="t" r="r" b="b"/>
              <a:pathLst>
                <a:path w="9763" h="1178" extrusionOk="0">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137"/>
            <p:cNvSpPr/>
            <p:nvPr/>
          </p:nvSpPr>
          <p:spPr>
            <a:xfrm>
              <a:off x="1407081" y="4404893"/>
              <a:ext cx="182481" cy="160370"/>
            </a:xfrm>
            <a:custGeom>
              <a:avLst/>
              <a:gdLst/>
              <a:ahLst/>
              <a:cxnLst/>
              <a:rect l="l" t="t" r="r" b="b"/>
              <a:pathLst>
                <a:path w="6949" h="6107" extrusionOk="0">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137"/>
            <p:cNvSpPr/>
            <p:nvPr/>
          </p:nvSpPr>
          <p:spPr>
            <a:xfrm>
              <a:off x="1373573" y="4404893"/>
              <a:ext cx="65965" cy="146032"/>
            </a:xfrm>
            <a:custGeom>
              <a:avLst/>
              <a:gdLst/>
              <a:ahLst/>
              <a:cxnLst/>
              <a:rect l="l" t="t" r="r" b="b"/>
              <a:pathLst>
                <a:path w="2512" h="5561" extrusionOk="0">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137"/>
            <p:cNvSpPr/>
            <p:nvPr/>
          </p:nvSpPr>
          <p:spPr>
            <a:xfrm>
              <a:off x="1387753" y="4550898"/>
              <a:ext cx="34689" cy="17883"/>
            </a:xfrm>
            <a:custGeom>
              <a:avLst/>
              <a:gdLst/>
              <a:ahLst/>
              <a:cxnLst/>
              <a:rect l="l" t="t" r="r" b="b"/>
              <a:pathLst>
                <a:path w="1321" h="681" extrusionOk="0">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137"/>
            <p:cNvSpPr/>
            <p:nvPr/>
          </p:nvSpPr>
          <p:spPr>
            <a:xfrm>
              <a:off x="1466323" y="4404893"/>
              <a:ext cx="65939" cy="146032"/>
            </a:xfrm>
            <a:custGeom>
              <a:avLst/>
              <a:gdLst/>
              <a:ahLst/>
              <a:cxnLst/>
              <a:rect l="l" t="t" r="r" b="b"/>
              <a:pathLst>
                <a:path w="2511" h="5561" extrusionOk="0">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137"/>
            <p:cNvSpPr/>
            <p:nvPr/>
          </p:nvSpPr>
          <p:spPr>
            <a:xfrm>
              <a:off x="1480477" y="4550898"/>
              <a:ext cx="34716" cy="17883"/>
            </a:xfrm>
            <a:custGeom>
              <a:avLst/>
              <a:gdLst/>
              <a:ahLst/>
              <a:cxnLst/>
              <a:rect l="l" t="t" r="r" b="b"/>
              <a:pathLst>
                <a:path w="1322" h="681" extrusionOk="0">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137"/>
            <p:cNvSpPr/>
            <p:nvPr/>
          </p:nvSpPr>
          <p:spPr>
            <a:xfrm>
              <a:off x="1559047" y="4404893"/>
              <a:ext cx="65703" cy="146032"/>
            </a:xfrm>
            <a:custGeom>
              <a:avLst/>
              <a:gdLst/>
              <a:ahLst/>
              <a:cxnLst/>
              <a:rect l="l" t="t" r="r" b="b"/>
              <a:pathLst>
                <a:path w="2502" h="5561" extrusionOk="0">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137"/>
            <p:cNvSpPr/>
            <p:nvPr/>
          </p:nvSpPr>
          <p:spPr>
            <a:xfrm>
              <a:off x="1572965" y="4550898"/>
              <a:ext cx="34952" cy="17883"/>
            </a:xfrm>
            <a:custGeom>
              <a:avLst/>
              <a:gdLst/>
              <a:ahLst/>
              <a:cxnLst/>
              <a:rect l="l" t="t" r="r" b="b"/>
              <a:pathLst>
                <a:path w="1331" h="681" extrusionOk="0">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137"/>
            <p:cNvSpPr/>
            <p:nvPr/>
          </p:nvSpPr>
          <p:spPr>
            <a:xfrm>
              <a:off x="1369135" y="4564974"/>
              <a:ext cx="254118" cy="21638"/>
            </a:xfrm>
            <a:custGeom>
              <a:avLst/>
              <a:gdLst/>
              <a:ahLst/>
              <a:cxnLst/>
              <a:rect l="l" t="t" r="r" b="b"/>
              <a:pathLst>
                <a:path w="9677" h="824" extrusionOk="0">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137"/>
            <p:cNvSpPr/>
            <p:nvPr/>
          </p:nvSpPr>
          <p:spPr>
            <a:xfrm>
              <a:off x="1359603" y="4583330"/>
              <a:ext cx="272946" cy="18382"/>
            </a:xfrm>
            <a:custGeom>
              <a:avLst/>
              <a:gdLst/>
              <a:ahLst/>
              <a:cxnLst/>
              <a:rect l="l" t="t" r="r" b="b"/>
              <a:pathLst>
                <a:path w="10394" h="700" extrusionOk="0">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137"/>
            <p:cNvSpPr/>
            <p:nvPr/>
          </p:nvSpPr>
          <p:spPr>
            <a:xfrm>
              <a:off x="1340249" y="4597142"/>
              <a:ext cx="311890" cy="9086"/>
            </a:xfrm>
            <a:custGeom>
              <a:avLst/>
              <a:gdLst/>
              <a:ahLst/>
              <a:cxnLst/>
              <a:rect l="l" t="t" r="r" b="b"/>
              <a:pathLst>
                <a:path w="11877" h="346" extrusionOk="0">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9" name="Google Shape;14279;p137"/>
          <p:cNvGrpSpPr/>
          <p:nvPr/>
        </p:nvGrpSpPr>
        <p:grpSpPr>
          <a:xfrm>
            <a:off x="1330690" y="3377024"/>
            <a:ext cx="306874" cy="332268"/>
            <a:chOff x="1330690" y="3377024"/>
            <a:chExt cx="306874" cy="332268"/>
          </a:xfrm>
        </p:grpSpPr>
        <p:sp>
          <p:nvSpPr>
            <p:cNvPr id="14280" name="Google Shape;14280;p137"/>
            <p:cNvSpPr/>
            <p:nvPr/>
          </p:nvSpPr>
          <p:spPr>
            <a:xfrm>
              <a:off x="1403325" y="3377024"/>
              <a:ext cx="234239" cy="332268"/>
            </a:xfrm>
            <a:custGeom>
              <a:avLst/>
              <a:gdLst/>
              <a:ahLst/>
              <a:cxnLst/>
              <a:rect l="l" t="t" r="r" b="b"/>
              <a:pathLst>
                <a:path w="8920" h="12653" extrusionOk="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137"/>
            <p:cNvSpPr/>
            <p:nvPr/>
          </p:nvSpPr>
          <p:spPr>
            <a:xfrm>
              <a:off x="1381713" y="3397375"/>
              <a:ext cx="234003" cy="291539"/>
            </a:xfrm>
            <a:custGeom>
              <a:avLst/>
              <a:gdLst/>
              <a:ahLst/>
              <a:cxnLst/>
              <a:rect l="l" t="t" r="r" b="b"/>
              <a:pathLst>
                <a:path w="8911" h="11102" extrusionOk="0">
                  <a:moveTo>
                    <a:pt x="0" y="0"/>
                  </a:moveTo>
                  <a:lnTo>
                    <a:pt x="0" y="11102"/>
                  </a:lnTo>
                  <a:lnTo>
                    <a:pt x="8910" y="11102"/>
                  </a:lnTo>
                  <a:lnTo>
                    <a:pt x="891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137"/>
            <p:cNvSpPr/>
            <p:nvPr/>
          </p:nvSpPr>
          <p:spPr>
            <a:xfrm>
              <a:off x="1361861" y="3377024"/>
              <a:ext cx="234239" cy="332268"/>
            </a:xfrm>
            <a:custGeom>
              <a:avLst/>
              <a:gdLst/>
              <a:ahLst/>
              <a:cxnLst/>
              <a:rect l="l" t="t" r="r" b="b"/>
              <a:pathLst>
                <a:path w="8920" h="12653" extrusionOk="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137"/>
            <p:cNvSpPr/>
            <p:nvPr/>
          </p:nvSpPr>
          <p:spPr>
            <a:xfrm>
              <a:off x="1559888" y="3377024"/>
              <a:ext cx="36213" cy="332268"/>
            </a:xfrm>
            <a:custGeom>
              <a:avLst/>
              <a:gdLst/>
              <a:ahLst/>
              <a:cxnLst/>
              <a:rect l="l" t="t" r="r" b="b"/>
              <a:pathLst>
                <a:path w="1379" h="12653" extrusionOk="0">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137"/>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137"/>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137"/>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137"/>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137"/>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137"/>
            <p:cNvSpPr/>
            <p:nvPr/>
          </p:nvSpPr>
          <p:spPr>
            <a:xfrm>
              <a:off x="1355060" y="3413945"/>
              <a:ext cx="34217" cy="26706"/>
            </a:xfrm>
            <a:custGeom>
              <a:avLst/>
              <a:gdLst/>
              <a:ahLst/>
              <a:cxnLst/>
              <a:rect l="l" t="t" r="r" b="b"/>
              <a:pathLst>
                <a:path w="1303" h="1017" extrusionOk="0">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137"/>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137"/>
            <p:cNvSpPr/>
            <p:nvPr/>
          </p:nvSpPr>
          <p:spPr>
            <a:xfrm>
              <a:off x="1355585" y="3490861"/>
              <a:ext cx="33954" cy="26706"/>
            </a:xfrm>
            <a:custGeom>
              <a:avLst/>
              <a:gdLst/>
              <a:ahLst/>
              <a:cxnLst/>
              <a:rect l="l" t="t" r="r" b="b"/>
              <a:pathLst>
                <a:path w="1293" h="1017" extrusionOk="0">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137"/>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137"/>
            <p:cNvSpPr/>
            <p:nvPr/>
          </p:nvSpPr>
          <p:spPr>
            <a:xfrm>
              <a:off x="1355821" y="3567750"/>
              <a:ext cx="34217" cy="26706"/>
            </a:xfrm>
            <a:custGeom>
              <a:avLst/>
              <a:gdLst/>
              <a:ahLst/>
              <a:cxnLst/>
              <a:rect l="l" t="t" r="r" b="b"/>
              <a:pathLst>
                <a:path w="1303" h="1017" extrusionOk="0">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137"/>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137"/>
            <p:cNvSpPr/>
            <p:nvPr/>
          </p:nvSpPr>
          <p:spPr>
            <a:xfrm>
              <a:off x="1356084" y="3644640"/>
              <a:ext cx="34191" cy="26733"/>
            </a:xfrm>
            <a:custGeom>
              <a:avLst/>
              <a:gdLst/>
              <a:ahLst/>
              <a:cxnLst/>
              <a:rect l="l" t="t" r="r" b="b"/>
              <a:pathLst>
                <a:path w="1302" h="1018" extrusionOk="0">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137"/>
            <p:cNvSpPr/>
            <p:nvPr/>
          </p:nvSpPr>
          <p:spPr>
            <a:xfrm>
              <a:off x="1419397" y="3626310"/>
              <a:ext cx="133243" cy="9847"/>
            </a:xfrm>
            <a:custGeom>
              <a:avLst/>
              <a:gdLst/>
              <a:ahLst/>
              <a:cxnLst/>
              <a:rect l="l" t="t" r="r" b="b"/>
              <a:pathLst>
                <a:path w="5074" h="375" extrusionOk="0">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137"/>
            <p:cNvSpPr/>
            <p:nvPr/>
          </p:nvSpPr>
          <p:spPr>
            <a:xfrm>
              <a:off x="1419397" y="3647686"/>
              <a:ext cx="133243" cy="9821"/>
            </a:xfrm>
            <a:custGeom>
              <a:avLst/>
              <a:gdLst/>
              <a:ahLst/>
              <a:cxnLst/>
              <a:rect l="l" t="t" r="r" b="b"/>
              <a:pathLst>
                <a:path w="5074" h="374" extrusionOk="0">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137"/>
            <p:cNvSpPr/>
            <p:nvPr/>
          </p:nvSpPr>
          <p:spPr>
            <a:xfrm>
              <a:off x="1444527" y="3433063"/>
              <a:ext cx="68145" cy="169403"/>
            </a:xfrm>
            <a:custGeom>
              <a:avLst/>
              <a:gdLst/>
              <a:ahLst/>
              <a:cxnLst/>
              <a:rect l="l" t="t" r="r" b="b"/>
              <a:pathLst>
                <a:path w="2595" h="6451" extrusionOk="0">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9" name="Google Shape;14299;p137"/>
          <p:cNvGrpSpPr/>
          <p:nvPr/>
        </p:nvGrpSpPr>
        <p:grpSpPr>
          <a:xfrm>
            <a:off x="2650597" y="3381777"/>
            <a:ext cx="341511" cy="324994"/>
            <a:chOff x="2650597" y="3381777"/>
            <a:chExt cx="341511" cy="324994"/>
          </a:xfrm>
        </p:grpSpPr>
        <p:sp>
          <p:nvSpPr>
            <p:cNvPr id="14300" name="Google Shape;14300;p137"/>
            <p:cNvSpPr/>
            <p:nvPr/>
          </p:nvSpPr>
          <p:spPr>
            <a:xfrm>
              <a:off x="2672970" y="3644928"/>
              <a:ext cx="51811" cy="56800"/>
            </a:xfrm>
            <a:custGeom>
              <a:avLst/>
              <a:gdLst/>
              <a:ahLst/>
              <a:cxnLst/>
              <a:rect l="l" t="t" r="r" b="b"/>
              <a:pathLst>
                <a:path w="1973" h="2163" extrusionOk="0">
                  <a:moveTo>
                    <a:pt x="1" y="0"/>
                  </a:moveTo>
                  <a:lnTo>
                    <a:pt x="1" y="2163"/>
                  </a:lnTo>
                  <a:lnTo>
                    <a:pt x="1972" y="2163"/>
                  </a:lnTo>
                  <a:lnTo>
                    <a:pt x="1972" y="0"/>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137"/>
            <p:cNvSpPr/>
            <p:nvPr/>
          </p:nvSpPr>
          <p:spPr>
            <a:xfrm>
              <a:off x="2672970" y="3644928"/>
              <a:ext cx="51811" cy="15336"/>
            </a:xfrm>
            <a:custGeom>
              <a:avLst/>
              <a:gdLst/>
              <a:ahLst/>
              <a:cxnLst/>
              <a:rect l="l" t="t" r="r" b="b"/>
              <a:pathLst>
                <a:path w="1973" h="584" extrusionOk="0">
                  <a:moveTo>
                    <a:pt x="1" y="0"/>
                  </a:moveTo>
                  <a:lnTo>
                    <a:pt x="1" y="584"/>
                  </a:lnTo>
                  <a:lnTo>
                    <a:pt x="1972" y="584"/>
                  </a:lnTo>
                  <a:lnTo>
                    <a:pt x="19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137"/>
            <p:cNvSpPr/>
            <p:nvPr/>
          </p:nvSpPr>
          <p:spPr>
            <a:xfrm>
              <a:off x="2667955" y="3629330"/>
              <a:ext cx="56564" cy="20640"/>
            </a:xfrm>
            <a:custGeom>
              <a:avLst/>
              <a:gdLst/>
              <a:ahLst/>
              <a:cxnLst/>
              <a:rect l="l" t="t" r="r" b="b"/>
              <a:pathLst>
                <a:path w="2154" h="786" extrusionOk="0">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137"/>
            <p:cNvSpPr/>
            <p:nvPr/>
          </p:nvSpPr>
          <p:spPr>
            <a:xfrm>
              <a:off x="2672970" y="3639650"/>
              <a:ext cx="51548" cy="10320"/>
            </a:xfrm>
            <a:custGeom>
              <a:avLst/>
              <a:gdLst/>
              <a:ahLst/>
              <a:cxnLst/>
              <a:rect l="l" t="t" r="r" b="b"/>
              <a:pathLst>
                <a:path w="1963" h="393" extrusionOk="0">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137"/>
            <p:cNvSpPr/>
            <p:nvPr/>
          </p:nvSpPr>
          <p:spPr>
            <a:xfrm>
              <a:off x="2719477" y="3469249"/>
              <a:ext cx="41228" cy="232243"/>
            </a:xfrm>
            <a:custGeom>
              <a:avLst/>
              <a:gdLst/>
              <a:ahLst/>
              <a:cxnLst/>
              <a:rect l="l" t="t" r="r" b="b"/>
              <a:pathLst>
                <a:path w="1570" h="8844" extrusionOk="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137"/>
            <p:cNvSpPr/>
            <p:nvPr/>
          </p:nvSpPr>
          <p:spPr>
            <a:xfrm>
              <a:off x="2781293" y="3526286"/>
              <a:ext cx="31197" cy="82456"/>
            </a:xfrm>
            <a:custGeom>
              <a:avLst/>
              <a:gdLst/>
              <a:ahLst/>
              <a:cxnLst/>
              <a:rect l="l" t="t" r="r" b="b"/>
              <a:pathLst>
                <a:path w="1188" h="3140" extrusionOk="0">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137"/>
            <p:cNvSpPr/>
            <p:nvPr/>
          </p:nvSpPr>
          <p:spPr>
            <a:xfrm>
              <a:off x="2724230" y="3469249"/>
              <a:ext cx="31696" cy="15598"/>
            </a:xfrm>
            <a:custGeom>
              <a:avLst/>
              <a:gdLst/>
              <a:ahLst/>
              <a:cxnLst/>
              <a:rect l="l" t="t" r="r" b="b"/>
              <a:pathLst>
                <a:path w="1207" h="594" extrusionOk="0">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137"/>
            <p:cNvSpPr/>
            <p:nvPr/>
          </p:nvSpPr>
          <p:spPr>
            <a:xfrm>
              <a:off x="2785573" y="3526286"/>
              <a:ext cx="22636" cy="15362"/>
            </a:xfrm>
            <a:custGeom>
              <a:avLst/>
              <a:gdLst/>
              <a:ahLst/>
              <a:cxnLst/>
              <a:rect l="l" t="t" r="r" b="b"/>
              <a:pathLst>
                <a:path w="862" h="585" extrusionOk="0">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137"/>
            <p:cNvSpPr/>
            <p:nvPr/>
          </p:nvSpPr>
          <p:spPr>
            <a:xfrm>
              <a:off x="2833051" y="3526286"/>
              <a:ext cx="30934" cy="82456"/>
            </a:xfrm>
            <a:custGeom>
              <a:avLst/>
              <a:gdLst/>
              <a:ahLst/>
              <a:cxnLst/>
              <a:rect l="l" t="t" r="r" b="b"/>
              <a:pathLst>
                <a:path w="1178" h="3140" extrusionOk="0">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137"/>
            <p:cNvSpPr/>
            <p:nvPr/>
          </p:nvSpPr>
          <p:spPr>
            <a:xfrm>
              <a:off x="2837069" y="3526286"/>
              <a:ext cx="22662" cy="15362"/>
            </a:xfrm>
            <a:custGeom>
              <a:avLst/>
              <a:gdLst/>
              <a:ahLst/>
              <a:cxnLst/>
              <a:rect l="l" t="t" r="r" b="b"/>
              <a:pathLst>
                <a:path w="863" h="585" extrusionOk="0">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137"/>
            <p:cNvSpPr/>
            <p:nvPr/>
          </p:nvSpPr>
          <p:spPr>
            <a:xfrm>
              <a:off x="2884836" y="3526286"/>
              <a:ext cx="30934" cy="82456"/>
            </a:xfrm>
            <a:custGeom>
              <a:avLst/>
              <a:gdLst/>
              <a:ahLst/>
              <a:cxnLst/>
              <a:rect l="l" t="t" r="r" b="b"/>
              <a:pathLst>
                <a:path w="1178" h="3140" extrusionOk="0">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137"/>
            <p:cNvSpPr/>
            <p:nvPr/>
          </p:nvSpPr>
          <p:spPr>
            <a:xfrm>
              <a:off x="2888854" y="3526286"/>
              <a:ext cx="22636" cy="15362"/>
            </a:xfrm>
            <a:custGeom>
              <a:avLst/>
              <a:gdLst/>
              <a:ahLst/>
              <a:cxnLst/>
              <a:rect l="l" t="t" r="r" b="b"/>
              <a:pathLst>
                <a:path w="862" h="585" extrusionOk="0">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137"/>
            <p:cNvSpPr/>
            <p:nvPr/>
          </p:nvSpPr>
          <p:spPr>
            <a:xfrm>
              <a:off x="2740065" y="3624052"/>
              <a:ext cx="216908" cy="77441"/>
            </a:xfrm>
            <a:custGeom>
              <a:avLst/>
              <a:gdLst/>
              <a:ahLst/>
              <a:cxnLst/>
              <a:rect l="l" t="t" r="r" b="b"/>
              <a:pathLst>
                <a:path w="8260" h="2949" extrusionOk="0">
                  <a:moveTo>
                    <a:pt x="1" y="1"/>
                  </a:moveTo>
                  <a:lnTo>
                    <a:pt x="1" y="2948"/>
                  </a:lnTo>
                  <a:lnTo>
                    <a:pt x="8260" y="2948"/>
                  </a:lnTo>
                  <a:lnTo>
                    <a:pt x="8260"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137"/>
            <p:cNvSpPr/>
            <p:nvPr/>
          </p:nvSpPr>
          <p:spPr>
            <a:xfrm>
              <a:off x="2740065" y="3624052"/>
              <a:ext cx="216908" cy="15625"/>
            </a:xfrm>
            <a:custGeom>
              <a:avLst/>
              <a:gdLst/>
              <a:ahLst/>
              <a:cxnLst/>
              <a:rect l="l" t="t" r="r" b="b"/>
              <a:pathLst>
                <a:path w="8260" h="595" extrusionOk="0">
                  <a:moveTo>
                    <a:pt x="1" y="1"/>
                  </a:moveTo>
                  <a:lnTo>
                    <a:pt x="1" y="594"/>
                  </a:lnTo>
                  <a:lnTo>
                    <a:pt x="8260" y="594"/>
                  </a:lnTo>
                  <a:lnTo>
                    <a:pt x="8260"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137"/>
            <p:cNvSpPr/>
            <p:nvPr/>
          </p:nvSpPr>
          <p:spPr>
            <a:xfrm>
              <a:off x="2770973" y="3644850"/>
              <a:ext cx="10583" cy="20693"/>
            </a:xfrm>
            <a:custGeom>
              <a:avLst/>
              <a:gdLst/>
              <a:ahLst/>
              <a:cxnLst/>
              <a:rect l="l" t="t" r="r" b="b"/>
              <a:pathLst>
                <a:path w="403" h="788" extrusionOk="0">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137"/>
            <p:cNvSpPr/>
            <p:nvPr/>
          </p:nvSpPr>
          <p:spPr>
            <a:xfrm>
              <a:off x="2791849"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137"/>
            <p:cNvSpPr/>
            <p:nvPr/>
          </p:nvSpPr>
          <p:spPr>
            <a:xfrm>
              <a:off x="281246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137"/>
            <p:cNvSpPr/>
            <p:nvPr/>
          </p:nvSpPr>
          <p:spPr>
            <a:xfrm>
              <a:off x="2833051" y="3644850"/>
              <a:ext cx="10346" cy="20693"/>
            </a:xfrm>
            <a:custGeom>
              <a:avLst/>
              <a:gdLst/>
              <a:ahLst/>
              <a:cxnLst/>
              <a:rect l="l" t="t" r="r" b="b"/>
              <a:pathLst>
                <a:path w="394" h="788" extrusionOk="0">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137"/>
            <p:cNvSpPr/>
            <p:nvPr/>
          </p:nvSpPr>
          <p:spPr>
            <a:xfrm>
              <a:off x="2853665" y="3644850"/>
              <a:ext cx="10320" cy="20693"/>
            </a:xfrm>
            <a:custGeom>
              <a:avLst/>
              <a:gdLst/>
              <a:ahLst/>
              <a:cxnLst/>
              <a:rect l="l" t="t" r="r" b="b"/>
              <a:pathLst>
                <a:path w="393" h="788" extrusionOk="0">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137"/>
            <p:cNvSpPr/>
            <p:nvPr/>
          </p:nvSpPr>
          <p:spPr>
            <a:xfrm>
              <a:off x="2874279" y="3644850"/>
              <a:ext cx="10320" cy="20693"/>
            </a:xfrm>
            <a:custGeom>
              <a:avLst/>
              <a:gdLst/>
              <a:ahLst/>
              <a:cxnLst/>
              <a:rect l="l" t="t" r="r" b="b"/>
              <a:pathLst>
                <a:path w="393" h="788" extrusionOk="0">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137"/>
            <p:cNvSpPr/>
            <p:nvPr/>
          </p:nvSpPr>
          <p:spPr>
            <a:xfrm>
              <a:off x="289489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137"/>
            <p:cNvSpPr/>
            <p:nvPr/>
          </p:nvSpPr>
          <p:spPr>
            <a:xfrm>
              <a:off x="2915481" y="3644850"/>
              <a:ext cx="10583" cy="20693"/>
            </a:xfrm>
            <a:custGeom>
              <a:avLst/>
              <a:gdLst/>
              <a:ahLst/>
              <a:cxnLst/>
              <a:rect l="l" t="t" r="r" b="b"/>
              <a:pathLst>
                <a:path w="403" h="788" extrusionOk="0">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137"/>
            <p:cNvSpPr/>
            <p:nvPr/>
          </p:nvSpPr>
          <p:spPr>
            <a:xfrm>
              <a:off x="2650597" y="3696451"/>
              <a:ext cx="333791" cy="10320"/>
            </a:xfrm>
            <a:custGeom>
              <a:avLst/>
              <a:gdLst/>
              <a:ahLst/>
              <a:cxnLst/>
              <a:rect l="l" t="t" r="r" b="b"/>
              <a:pathLst>
                <a:path w="12711" h="393" extrusionOk="0">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137"/>
            <p:cNvSpPr/>
            <p:nvPr/>
          </p:nvSpPr>
          <p:spPr>
            <a:xfrm>
              <a:off x="2735049" y="3608742"/>
              <a:ext cx="226965" cy="20614"/>
            </a:xfrm>
            <a:custGeom>
              <a:avLst/>
              <a:gdLst/>
              <a:ahLst/>
              <a:cxnLst/>
              <a:rect l="l" t="t" r="r" b="b"/>
              <a:pathLst>
                <a:path w="8643" h="785" extrusionOk="0">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137"/>
            <p:cNvSpPr/>
            <p:nvPr/>
          </p:nvSpPr>
          <p:spPr>
            <a:xfrm>
              <a:off x="2740065" y="3619036"/>
              <a:ext cx="216908" cy="10320"/>
            </a:xfrm>
            <a:custGeom>
              <a:avLst/>
              <a:gdLst/>
              <a:ahLst/>
              <a:cxnLst/>
              <a:rect l="l" t="t" r="r" b="b"/>
              <a:pathLst>
                <a:path w="8260" h="393" extrusionOk="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137"/>
            <p:cNvSpPr/>
            <p:nvPr/>
          </p:nvSpPr>
          <p:spPr>
            <a:xfrm>
              <a:off x="2770973" y="3644928"/>
              <a:ext cx="10583" cy="10320"/>
            </a:xfrm>
            <a:custGeom>
              <a:avLst/>
              <a:gdLst/>
              <a:ahLst/>
              <a:cxnLst/>
              <a:rect l="l" t="t" r="r" b="b"/>
              <a:pathLst>
                <a:path w="403" h="393" extrusionOk="0">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137"/>
            <p:cNvSpPr/>
            <p:nvPr/>
          </p:nvSpPr>
          <p:spPr>
            <a:xfrm>
              <a:off x="2791849" y="3644928"/>
              <a:ext cx="10320" cy="10320"/>
            </a:xfrm>
            <a:custGeom>
              <a:avLst/>
              <a:gdLst/>
              <a:ahLst/>
              <a:cxnLst/>
              <a:rect l="l" t="t" r="r" b="b"/>
              <a:pathLst>
                <a:path w="393" h="393" extrusionOk="0">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137"/>
            <p:cNvSpPr/>
            <p:nvPr/>
          </p:nvSpPr>
          <p:spPr>
            <a:xfrm>
              <a:off x="2812463" y="3644928"/>
              <a:ext cx="10320" cy="10320"/>
            </a:xfrm>
            <a:custGeom>
              <a:avLst/>
              <a:gdLst/>
              <a:ahLst/>
              <a:cxnLst/>
              <a:rect l="l" t="t" r="r" b="b"/>
              <a:pathLst>
                <a:path w="393" h="393" extrusionOk="0">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137"/>
            <p:cNvSpPr/>
            <p:nvPr/>
          </p:nvSpPr>
          <p:spPr>
            <a:xfrm>
              <a:off x="2833051" y="3644928"/>
              <a:ext cx="10346" cy="10320"/>
            </a:xfrm>
            <a:custGeom>
              <a:avLst/>
              <a:gdLst/>
              <a:ahLst/>
              <a:cxnLst/>
              <a:rect l="l" t="t" r="r" b="b"/>
              <a:pathLst>
                <a:path w="394" h="393" extrusionOk="0">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137"/>
            <p:cNvSpPr/>
            <p:nvPr/>
          </p:nvSpPr>
          <p:spPr>
            <a:xfrm>
              <a:off x="2853665" y="3644928"/>
              <a:ext cx="10320" cy="10320"/>
            </a:xfrm>
            <a:custGeom>
              <a:avLst/>
              <a:gdLst/>
              <a:ahLst/>
              <a:cxnLst/>
              <a:rect l="l" t="t" r="r" b="b"/>
              <a:pathLst>
                <a:path w="393" h="393" extrusionOk="0">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137"/>
            <p:cNvSpPr/>
            <p:nvPr/>
          </p:nvSpPr>
          <p:spPr>
            <a:xfrm>
              <a:off x="2874279" y="3644928"/>
              <a:ext cx="10320" cy="10320"/>
            </a:xfrm>
            <a:custGeom>
              <a:avLst/>
              <a:gdLst/>
              <a:ahLst/>
              <a:cxnLst/>
              <a:rect l="l" t="t" r="r" b="b"/>
              <a:pathLst>
                <a:path w="393" h="393" extrusionOk="0">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137"/>
            <p:cNvSpPr/>
            <p:nvPr/>
          </p:nvSpPr>
          <p:spPr>
            <a:xfrm>
              <a:off x="2894893" y="3644928"/>
              <a:ext cx="10320" cy="10320"/>
            </a:xfrm>
            <a:custGeom>
              <a:avLst/>
              <a:gdLst/>
              <a:ahLst/>
              <a:cxnLst/>
              <a:rect l="l" t="t" r="r" b="b"/>
              <a:pathLst>
                <a:path w="393" h="393" extrusionOk="0">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137"/>
            <p:cNvSpPr/>
            <p:nvPr/>
          </p:nvSpPr>
          <p:spPr>
            <a:xfrm>
              <a:off x="2915481" y="3644928"/>
              <a:ext cx="10583" cy="10320"/>
            </a:xfrm>
            <a:custGeom>
              <a:avLst/>
              <a:gdLst/>
              <a:ahLst/>
              <a:cxnLst/>
              <a:rect l="l" t="t" r="r" b="b"/>
              <a:pathLst>
                <a:path w="403" h="393" extrusionOk="0">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137"/>
            <p:cNvSpPr/>
            <p:nvPr/>
          </p:nvSpPr>
          <p:spPr>
            <a:xfrm>
              <a:off x="2732081" y="3381777"/>
              <a:ext cx="260027" cy="113391"/>
            </a:xfrm>
            <a:custGeom>
              <a:avLst/>
              <a:gdLst/>
              <a:ahLst/>
              <a:cxnLst/>
              <a:rect l="l" t="t" r="r" b="b"/>
              <a:pathLst>
                <a:path w="9902" h="4318" extrusionOk="0">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137"/>
            <p:cNvSpPr/>
            <p:nvPr/>
          </p:nvSpPr>
          <p:spPr>
            <a:xfrm>
              <a:off x="2731845" y="3397612"/>
              <a:ext cx="241487" cy="97320"/>
            </a:xfrm>
            <a:custGeom>
              <a:avLst/>
              <a:gdLst/>
              <a:ahLst/>
              <a:cxnLst/>
              <a:rect l="l" t="t" r="r" b="b"/>
              <a:pathLst>
                <a:path w="9196" h="3706" extrusionOk="0">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5" name="Google Shape;14335;p137"/>
          <p:cNvGrpSpPr/>
          <p:nvPr/>
        </p:nvGrpSpPr>
        <p:grpSpPr>
          <a:xfrm>
            <a:off x="1295502" y="2437362"/>
            <a:ext cx="402645" cy="323917"/>
            <a:chOff x="1295502" y="2437362"/>
            <a:chExt cx="402645" cy="323917"/>
          </a:xfrm>
        </p:grpSpPr>
        <p:sp>
          <p:nvSpPr>
            <p:cNvPr id="14336" name="Google Shape;14336;p137"/>
            <p:cNvSpPr/>
            <p:nvPr/>
          </p:nvSpPr>
          <p:spPr>
            <a:xfrm>
              <a:off x="1295502" y="2437362"/>
              <a:ext cx="402645" cy="278724"/>
            </a:xfrm>
            <a:custGeom>
              <a:avLst/>
              <a:gdLst/>
              <a:ahLst/>
              <a:cxnLst/>
              <a:rect l="l" t="t" r="r" b="b"/>
              <a:pathLst>
                <a:path w="15333" h="10614" extrusionOk="0">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137"/>
            <p:cNvSpPr/>
            <p:nvPr/>
          </p:nvSpPr>
          <p:spPr>
            <a:xfrm>
              <a:off x="1295502" y="2437362"/>
              <a:ext cx="402645" cy="278724"/>
            </a:xfrm>
            <a:custGeom>
              <a:avLst/>
              <a:gdLst/>
              <a:ahLst/>
              <a:cxnLst/>
              <a:rect l="l" t="t" r="r" b="b"/>
              <a:pathLst>
                <a:path w="15333" h="10614" extrusionOk="0">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137"/>
            <p:cNvSpPr/>
            <p:nvPr/>
          </p:nvSpPr>
          <p:spPr>
            <a:xfrm>
              <a:off x="1324651" y="2467771"/>
              <a:ext cx="344347" cy="217905"/>
            </a:xfrm>
            <a:custGeom>
              <a:avLst/>
              <a:gdLst/>
              <a:ahLst/>
              <a:cxnLst/>
              <a:rect l="l" t="t" r="r" b="b"/>
              <a:pathLst>
                <a:path w="13113" h="8298" extrusionOk="0">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137"/>
            <p:cNvSpPr/>
            <p:nvPr/>
          </p:nvSpPr>
          <p:spPr>
            <a:xfrm>
              <a:off x="1600617" y="2467771"/>
              <a:ext cx="68381" cy="217905"/>
            </a:xfrm>
            <a:custGeom>
              <a:avLst/>
              <a:gdLst/>
              <a:ahLst/>
              <a:cxnLst/>
              <a:rect l="l" t="t" r="r" b="b"/>
              <a:pathLst>
                <a:path w="2604" h="8298" extrusionOk="0">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137"/>
            <p:cNvSpPr/>
            <p:nvPr/>
          </p:nvSpPr>
          <p:spPr>
            <a:xfrm>
              <a:off x="1557445" y="2680871"/>
              <a:ext cx="66044" cy="80408"/>
            </a:xfrm>
            <a:custGeom>
              <a:avLst/>
              <a:gdLst/>
              <a:ahLst/>
              <a:cxnLst/>
              <a:rect l="l" t="t" r="r" b="b"/>
              <a:pathLst>
                <a:path w="2515" h="3062" extrusionOk="0">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137"/>
            <p:cNvSpPr/>
            <p:nvPr/>
          </p:nvSpPr>
          <p:spPr>
            <a:xfrm>
              <a:off x="1607129" y="2680871"/>
              <a:ext cx="66070" cy="80408"/>
            </a:xfrm>
            <a:custGeom>
              <a:avLst/>
              <a:gdLst/>
              <a:ahLst/>
              <a:cxnLst/>
              <a:rect l="l" t="t" r="r" b="b"/>
              <a:pathLst>
                <a:path w="2516" h="3062" extrusionOk="0">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137"/>
            <p:cNvSpPr/>
            <p:nvPr/>
          </p:nvSpPr>
          <p:spPr>
            <a:xfrm>
              <a:off x="1556631" y="2604927"/>
              <a:ext cx="117146" cy="115229"/>
            </a:xfrm>
            <a:custGeom>
              <a:avLst/>
              <a:gdLst/>
              <a:ahLst/>
              <a:cxnLst/>
              <a:rect l="l" t="t" r="r" b="b"/>
              <a:pathLst>
                <a:path w="4461" h="4388" extrusionOk="0">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137"/>
            <p:cNvSpPr/>
            <p:nvPr/>
          </p:nvSpPr>
          <p:spPr>
            <a:xfrm>
              <a:off x="1595076" y="2714300"/>
              <a:ext cx="2048" cy="26"/>
            </a:xfrm>
            <a:custGeom>
              <a:avLst/>
              <a:gdLst/>
              <a:ahLst/>
              <a:cxnLst/>
              <a:rect l="l" t="t" r="r" b="b"/>
              <a:pathLst>
                <a:path w="78" h="1" extrusionOk="0">
                  <a:moveTo>
                    <a:pt x="1" y="0"/>
                  </a:moveTo>
                  <a:lnTo>
                    <a:pt x="29" y="0"/>
                  </a:lnTo>
                  <a:lnTo>
                    <a:pt x="77" y="0"/>
                  </a:lnTo>
                  <a:cubicBezTo>
                    <a:pt x="48" y="0"/>
                    <a:pt x="29" y="0"/>
                    <a:pt x="1"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137"/>
            <p:cNvSpPr/>
            <p:nvPr/>
          </p:nvSpPr>
          <p:spPr>
            <a:xfrm>
              <a:off x="1595076" y="2610757"/>
              <a:ext cx="2048" cy="26"/>
            </a:xfrm>
            <a:custGeom>
              <a:avLst/>
              <a:gdLst/>
              <a:ahLst/>
              <a:cxnLst/>
              <a:rect l="l" t="t" r="r" b="b"/>
              <a:pathLst>
                <a:path w="78" h="1" extrusionOk="0">
                  <a:moveTo>
                    <a:pt x="77" y="1"/>
                  </a:moveTo>
                  <a:lnTo>
                    <a:pt x="29" y="1"/>
                  </a:lnTo>
                  <a:lnTo>
                    <a:pt x="1" y="1"/>
                  </a:lnTo>
                  <a:cubicBezTo>
                    <a:pt x="29" y="1"/>
                    <a:pt x="48" y="1"/>
                    <a:pt x="77"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137"/>
            <p:cNvSpPr/>
            <p:nvPr/>
          </p:nvSpPr>
          <p:spPr>
            <a:xfrm>
              <a:off x="1598857" y="2604927"/>
              <a:ext cx="74920" cy="115176"/>
            </a:xfrm>
            <a:custGeom>
              <a:avLst/>
              <a:gdLst/>
              <a:ahLst/>
              <a:cxnLst/>
              <a:rect l="l" t="t" r="r" b="b"/>
              <a:pathLst>
                <a:path w="2853" h="4386" extrusionOk="0">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137"/>
            <p:cNvSpPr/>
            <p:nvPr/>
          </p:nvSpPr>
          <p:spPr>
            <a:xfrm>
              <a:off x="1583023" y="2630872"/>
              <a:ext cx="63602" cy="63339"/>
            </a:xfrm>
            <a:custGeom>
              <a:avLst/>
              <a:gdLst/>
              <a:ahLst/>
              <a:cxnLst/>
              <a:rect l="l" t="t" r="r" b="b"/>
              <a:pathLst>
                <a:path w="2422" h="2412" extrusionOk="0">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137"/>
            <p:cNvSpPr/>
            <p:nvPr/>
          </p:nvSpPr>
          <p:spPr>
            <a:xfrm>
              <a:off x="1595076" y="2630872"/>
              <a:ext cx="56827" cy="63287"/>
            </a:xfrm>
            <a:custGeom>
              <a:avLst/>
              <a:gdLst/>
              <a:ahLst/>
              <a:cxnLst/>
              <a:rect l="l" t="t" r="r" b="b"/>
              <a:pathLst>
                <a:path w="2164" h="2410" extrusionOk="0">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137"/>
            <p:cNvSpPr/>
            <p:nvPr/>
          </p:nvSpPr>
          <p:spPr>
            <a:xfrm>
              <a:off x="1370054" y="2536074"/>
              <a:ext cx="253304" cy="12158"/>
            </a:xfrm>
            <a:custGeom>
              <a:avLst/>
              <a:gdLst/>
              <a:ahLst/>
              <a:cxnLst/>
              <a:rect l="l" t="t" r="r" b="b"/>
              <a:pathLst>
                <a:path w="9646" h="463" extrusionOk="0">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137"/>
            <p:cNvSpPr/>
            <p:nvPr/>
          </p:nvSpPr>
          <p:spPr>
            <a:xfrm>
              <a:off x="1370054" y="2503170"/>
              <a:ext cx="253304" cy="12132"/>
            </a:xfrm>
            <a:custGeom>
              <a:avLst/>
              <a:gdLst/>
              <a:ahLst/>
              <a:cxnLst/>
              <a:rect l="l" t="t" r="r" b="b"/>
              <a:pathLst>
                <a:path w="9646" h="462" extrusionOk="0">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137"/>
            <p:cNvSpPr/>
            <p:nvPr/>
          </p:nvSpPr>
          <p:spPr>
            <a:xfrm>
              <a:off x="1370133" y="2569266"/>
              <a:ext cx="253146" cy="12132"/>
            </a:xfrm>
            <a:custGeom>
              <a:avLst/>
              <a:gdLst/>
              <a:ahLst/>
              <a:cxnLst/>
              <a:rect l="l" t="t" r="r" b="b"/>
              <a:pathLst>
                <a:path w="9640" h="462" extrusionOk="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137"/>
            <p:cNvSpPr/>
            <p:nvPr/>
          </p:nvSpPr>
          <p:spPr>
            <a:xfrm>
              <a:off x="1447521" y="2612228"/>
              <a:ext cx="98344" cy="12158"/>
            </a:xfrm>
            <a:custGeom>
              <a:avLst/>
              <a:gdLst/>
              <a:ahLst/>
              <a:cxnLst/>
              <a:rect l="l" t="t" r="r" b="b"/>
              <a:pathLst>
                <a:path w="3745" h="463" extrusionOk="0">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2" name="Google Shape;14352;p137"/>
          <p:cNvGrpSpPr/>
          <p:nvPr/>
        </p:nvGrpSpPr>
        <p:grpSpPr>
          <a:xfrm>
            <a:off x="882590" y="2438360"/>
            <a:ext cx="337310" cy="337047"/>
            <a:chOff x="882590" y="2438360"/>
            <a:chExt cx="337310" cy="337047"/>
          </a:xfrm>
        </p:grpSpPr>
        <p:sp>
          <p:nvSpPr>
            <p:cNvPr id="14353" name="Google Shape;14353;p137"/>
            <p:cNvSpPr/>
            <p:nvPr/>
          </p:nvSpPr>
          <p:spPr>
            <a:xfrm>
              <a:off x="992934" y="2438360"/>
              <a:ext cx="114625" cy="337047"/>
            </a:xfrm>
            <a:custGeom>
              <a:avLst/>
              <a:gdLst/>
              <a:ahLst/>
              <a:cxnLst/>
              <a:rect l="l" t="t" r="r" b="b"/>
              <a:pathLst>
                <a:path w="4365" h="12835" extrusionOk="0">
                  <a:moveTo>
                    <a:pt x="0" y="0"/>
                  </a:moveTo>
                  <a:lnTo>
                    <a:pt x="0" y="12834"/>
                  </a:lnTo>
                  <a:lnTo>
                    <a:pt x="4364" y="12834"/>
                  </a:lnTo>
                  <a:lnTo>
                    <a:pt x="4364"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137"/>
            <p:cNvSpPr/>
            <p:nvPr/>
          </p:nvSpPr>
          <p:spPr>
            <a:xfrm>
              <a:off x="1081640" y="2438360"/>
              <a:ext cx="25919" cy="337047"/>
            </a:xfrm>
            <a:custGeom>
              <a:avLst/>
              <a:gdLst/>
              <a:ahLst/>
              <a:cxnLst/>
              <a:rect l="l" t="t" r="r" b="b"/>
              <a:pathLst>
                <a:path w="987" h="12835" extrusionOk="0">
                  <a:moveTo>
                    <a:pt x="0" y="0"/>
                  </a:moveTo>
                  <a:lnTo>
                    <a:pt x="0" y="12834"/>
                  </a:lnTo>
                  <a:lnTo>
                    <a:pt x="986" y="12834"/>
                  </a:lnTo>
                  <a:lnTo>
                    <a:pt x="986" y="0"/>
                  </a:lnTo>
                  <a:close/>
                </a:path>
              </a:pathLst>
            </a:custGeom>
            <a:solidFill>
              <a:srgbClr val="C5D1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137"/>
            <p:cNvSpPr/>
            <p:nvPr/>
          </p:nvSpPr>
          <p:spPr>
            <a:xfrm>
              <a:off x="882590" y="2438360"/>
              <a:ext cx="112367" cy="337047"/>
            </a:xfrm>
            <a:custGeom>
              <a:avLst/>
              <a:gdLst/>
              <a:ahLst/>
              <a:cxnLst/>
              <a:rect l="l" t="t" r="r" b="b"/>
              <a:pathLst>
                <a:path w="4279" h="12835" extrusionOk="0">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137"/>
            <p:cNvSpPr/>
            <p:nvPr/>
          </p:nvSpPr>
          <p:spPr>
            <a:xfrm>
              <a:off x="969799" y="2438360"/>
              <a:ext cx="25157" cy="337047"/>
            </a:xfrm>
            <a:custGeom>
              <a:avLst/>
              <a:gdLst/>
              <a:ahLst/>
              <a:cxnLst/>
              <a:rect l="l" t="t" r="r" b="b"/>
              <a:pathLst>
                <a:path w="958" h="12835" extrusionOk="0">
                  <a:moveTo>
                    <a:pt x="1" y="0"/>
                  </a:moveTo>
                  <a:lnTo>
                    <a:pt x="1" y="12834"/>
                  </a:lnTo>
                  <a:lnTo>
                    <a:pt x="958" y="12834"/>
                  </a:lnTo>
                  <a:lnTo>
                    <a:pt x="958" y="0"/>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137"/>
            <p:cNvSpPr/>
            <p:nvPr/>
          </p:nvSpPr>
          <p:spPr>
            <a:xfrm>
              <a:off x="1106010" y="2438360"/>
              <a:ext cx="113890" cy="337047"/>
            </a:xfrm>
            <a:custGeom>
              <a:avLst/>
              <a:gdLst/>
              <a:ahLst/>
              <a:cxnLst/>
              <a:rect l="l" t="t" r="r" b="b"/>
              <a:pathLst>
                <a:path w="4337" h="12835" extrusionOk="0">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137"/>
            <p:cNvSpPr/>
            <p:nvPr/>
          </p:nvSpPr>
          <p:spPr>
            <a:xfrm>
              <a:off x="1167852" y="2438360"/>
              <a:ext cx="52047" cy="337047"/>
            </a:xfrm>
            <a:custGeom>
              <a:avLst/>
              <a:gdLst/>
              <a:ahLst/>
              <a:cxnLst/>
              <a:rect l="l" t="t" r="r" b="b"/>
              <a:pathLst>
                <a:path w="1982" h="12835" extrusionOk="0">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137"/>
            <p:cNvSpPr/>
            <p:nvPr/>
          </p:nvSpPr>
          <p:spPr>
            <a:xfrm>
              <a:off x="922058" y="2707525"/>
              <a:ext cx="33193" cy="33193"/>
            </a:xfrm>
            <a:custGeom>
              <a:avLst/>
              <a:gdLst/>
              <a:ahLst/>
              <a:cxnLst/>
              <a:rect l="l" t="t" r="r" b="b"/>
              <a:pathLst>
                <a:path w="1264" h="1264" extrusionOk="0">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137"/>
            <p:cNvSpPr/>
            <p:nvPr/>
          </p:nvSpPr>
          <p:spPr>
            <a:xfrm>
              <a:off x="1034635" y="2707525"/>
              <a:ext cx="33219" cy="33193"/>
            </a:xfrm>
            <a:custGeom>
              <a:avLst/>
              <a:gdLst/>
              <a:ahLst/>
              <a:cxnLst/>
              <a:rect l="l" t="t" r="r" b="b"/>
              <a:pathLst>
                <a:path w="1265" h="1264" extrusionOk="0">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137"/>
            <p:cNvSpPr/>
            <p:nvPr/>
          </p:nvSpPr>
          <p:spPr>
            <a:xfrm>
              <a:off x="1145715" y="2707525"/>
              <a:ext cx="33455" cy="33193"/>
            </a:xfrm>
            <a:custGeom>
              <a:avLst/>
              <a:gdLst/>
              <a:ahLst/>
              <a:cxnLst/>
              <a:rect l="l" t="t" r="r" b="b"/>
              <a:pathLst>
                <a:path w="1274" h="1264" extrusionOk="0">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137"/>
            <p:cNvSpPr/>
            <p:nvPr/>
          </p:nvSpPr>
          <p:spPr>
            <a:xfrm>
              <a:off x="907484"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137"/>
            <p:cNvSpPr/>
            <p:nvPr/>
          </p:nvSpPr>
          <p:spPr>
            <a:xfrm>
              <a:off x="907484"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137"/>
            <p:cNvSpPr/>
            <p:nvPr/>
          </p:nvSpPr>
          <p:spPr>
            <a:xfrm>
              <a:off x="1020061" y="2475045"/>
              <a:ext cx="62367" cy="123422"/>
            </a:xfrm>
            <a:custGeom>
              <a:avLst/>
              <a:gdLst/>
              <a:ahLst/>
              <a:cxnLst/>
              <a:rect l="l" t="t" r="r" b="b"/>
              <a:pathLst>
                <a:path w="2375" h="4700" extrusionOk="0">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137"/>
            <p:cNvSpPr/>
            <p:nvPr/>
          </p:nvSpPr>
          <p:spPr>
            <a:xfrm>
              <a:off x="1020061" y="2598441"/>
              <a:ext cx="62367" cy="41990"/>
            </a:xfrm>
            <a:custGeom>
              <a:avLst/>
              <a:gdLst/>
              <a:ahLst/>
              <a:cxnLst/>
              <a:rect l="l" t="t" r="r" b="b"/>
              <a:pathLst>
                <a:path w="2375" h="1599" extrusionOk="0">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137"/>
            <p:cNvSpPr/>
            <p:nvPr/>
          </p:nvSpPr>
          <p:spPr>
            <a:xfrm>
              <a:off x="1131403"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137"/>
            <p:cNvSpPr/>
            <p:nvPr/>
          </p:nvSpPr>
          <p:spPr>
            <a:xfrm>
              <a:off x="1131403"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137"/>
            <p:cNvSpPr/>
            <p:nvPr/>
          </p:nvSpPr>
          <p:spPr>
            <a:xfrm>
              <a:off x="921560" y="2501437"/>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137"/>
            <p:cNvSpPr/>
            <p:nvPr/>
          </p:nvSpPr>
          <p:spPr>
            <a:xfrm>
              <a:off x="921560"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137"/>
            <p:cNvSpPr/>
            <p:nvPr/>
          </p:nvSpPr>
          <p:spPr>
            <a:xfrm>
              <a:off x="921560"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137"/>
            <p:cNvSpPr/>
            <p:nvPr/>
          </p:nvSpPr>
          <p:spPr>
            <a:xfrm>
              <a:off x="1145479" y="2501437"/>
              <a:ext cx="33954" cy="10084"/>
            </a:xfrm>
            <a:custGeom>
              <a:avLst/>
              <a:gdLst/>
              <a:ahLst/>
              <a:cxnLst/>
              <a:rect l="l" t="t" r="r" b="b"/>
              <a:pathLst>
                <a:path w="1293" h="384" extrusionOk="0">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137"/>
            <p:cNvSpPr/>
            <p:nvPr/>
          </p:nvSpPr>
          <p:spPr>
            <a:xfrm>
              <a:off x="1145479"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137"/>
            <p:cNvSpPr/>
            <p:nvPr/>
          </p:nvSpPr>
          <p:spPr>
            <a:xfrm>
              <a:off x="1145479"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137"/>
            <p:cNvSpPr/>
            <p:nvPr/>
          </p:nvSpPr>
          <p:spPr>
            <a:xfrm>
              <a:off x="1034399" y="2501437"/>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137"/>
            <p:cNvSpPr/>
            <p:nvPr/>
          </p:nvSpPr>
          <p:spPr>
            <a:xfrm>
              <a:off x="1034399" y="2531583"/>
              <a:ext cx="33692" cy="10084"/>
            </a:xfrm>
            <a:custGeom>
              <a:avLst/>
              <a:gdLst/>
              <a:ahLst/>
              <a:cxnLst/>
              <a:rect l="l" t="t" r="r" b="b"/>
              <a:pathLst>
                <a:path w="1283" h="384" extrusionOk="0">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137"/>
            <p:cNvSpPr/>
            <p:nvPr/>
          </p:nvSpPr>
          <p:spPr>
            <a:xfrm>
              <a:off x="1034399" y="2561756"/>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7" name="Google Shape;14377;p137"/>
          <p:cNvGrpSpPr/>
          <p:nvPr/>
        </p:nvGrpSpPr>
        <p:grpSpPr>
          <a:xfrm>
            <a:off x="4885060" y="1518788"/>
            <a:ext cx="385786" cy="342588"/>
            <a:chOff x="4885060" y="1518788"/>
            <a:chExt cx="385786" cy="342588"/>
          </a:xfrm>
        </p:grpSpPr>
        <p:sp>
          <p:nvSpPr>
            <p:cNvPr id="14378" name="Google Shape;14378;p137"/>
            <p:cNvSpPr/>
            <p:nvPr/>
          </p:nvSpPr>
          <p:spPr>
            <a:xfrm>
              <a:off x="4953415" y="1537380"/>
              <a:ext cx="74920" cy="62367"/>
            </a:xfrm>
            <a:custGeom>
              <a:avLst/>
              <a:gdLst/>
              <a:ahLst/>
              <a:cxnLst/>
              <a:rect l="l" t="t" r="r" b="b"/>
              <a:pathLst>
                <a:path w="2853" h="2375" extrusionOk="0">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137"/>
            <p:cNvSpPr/>
            <p:nvPr/>
          </p:nvSpPr>
          <p:spPr>
            <a:xfrm>
              <a:off x="4953415" y="1537380"/>
              <a:ext cx="50025" cy="62367"/>
            </a:xfrm>
            <a:custGeom>
              <a:avLst/>
              <a:gdLst/>
              <a:ahLst/>
              <a:cxnLst/>
              <a:rect l="l" t="t" r="r" b="b"/>
              <a:pathLst>
                <a:path w="1905" h="2375" extrusionOk="0">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137"/>
            <p:cNvSpPr/>
            <p:nvPr/>
          </p:nvSpPr>
          <p:spPr>
            <a:xfrm>
              <a:off x="4909928" y="1568550"/>
              <a:ext cx="161893" cy="161867"/>
            </a:xfrm>
            <a:custGeom>
              <a:avLst/>
              <a:gdLst/>
              <a:ahLst/>
              <a:cxnLst/>
              <a:rect l="l" t="t" r="r" b="b"/>
              <a:pathLst>
                <a:path w="6165" h="6164" extrusionOk="0">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137"/>
            <p:cNvSpPr/>
            <p:nvPr/>
          </p:nvSpPr>
          <p:spPr>
            <a:xfrm>
              <a:off x="4942596" y="1568577"/>
              <a:ext cx="129462" cy="161840"/>
            </a:xfrm>
            <a:custGeom>
              <a:avLst/>
              <a:gdLst/>
              <a:ahLst/>
              <a:cxnLst/>
              <a:rect l="l" t="t" r="r" b="b"/>
              <a:pathLst>
                <a:path w="4930" h="6163" extrusionOk="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137"/>
            <p:cNvSpPr/>
            <p:nvPr/>
          </p:nvSpPr>
          <p:spPr>
            <a:xfrm>
              <a:off x="4885060" y="1736693"/>
              <a:ext cx="211629" cy="124682"/>
            </a:xfrm>
            <a:custGeom>
              <a:avLst/>
              <a:gdLst/>
              <a:ahLst/>
              <a:cxnLst/>
              <a:rect l="l" t="t" r="r" b="b"/>
              <a:pathLst>
                <a:path w="8059" h="4748" extrusionOk="0">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137"/>
            <p:cNvSpPr/>
            <p:nvPr/>
          </p:nvSpPr>
          <p:spPr>
            <a:xfrm>
              <a:off x="4885060" y="1781414"/>
              <a:ext cx="211892" cy="79962"/>
            </a:xfrm>
            <a:custGeom>
              <a:avLst/>
              <a:gdLst/>
              <a:ahLst/>
              <a:cxnLst/>
              <a:rect l="l" t="t" r="r" b="b"/>
              <a:pathLst>
                <a:path w="8069" h="3045" extrusionOk="0">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137"/>
            <p:cNvSpPr/>
            <p:nvPr/>
          </p:nvSpPr>
          <p:spPr>
            <a:xfrm>
              <a:off x="4959691" y="1736693"/>
              <a:ext cx="62368" cy="24894"/>
            </a:xfrm>
            <a:custGeom>
              <a:avLst/>
              <a:gdLst/>
              <a:ahLst/>
              <a:cxnLst/>
              <a:rect l="l" t="t" r="r" b="b"/>
              <a:pathLst>
                <a:path w="2375" h="948" extrusionOk="0">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137"/>
            <p:cNvSpPr/>
            <p:nvPr/>
          </p:nvSpPr>
          <p:spPr>
            <a:xfrm>
              <a:off x="4928520" y="1631994"/>
              <a:ext cx="124682" cy="117146"/>
            </a:xfrm>
            <a:custGeom>
              <a:avLst/>
              <a:gdLst/>
              <a:ahLst/>
              <a:cxnLst/>
              <a:rect l="l" t="t" r="r" b="b"/>
              <a:pathLst>
                <a:path w="4748" h="4461" extrusionOk="0">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137"/>
            <p:cNvSpPr/>
            <p:nvPr/>
          </p:nvSpPr>
          <p:spPr>
            <a:xfrm>
              <a:off x="4928520" y="1632178"/>
              <a:ext cx="121925" cy="116594"/>
            </a:xfrm>
            <a:custGeom>
              <a:avLst/>
              <a:gdLst/>
              <a:ahLst/>
              <a:cxnLst/>
              <a:rect l="l" t="t" r="r" b="b"/>
              <a:pathLst>
                <a:path w="4643" h="4440" extrusionOk="0">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137"/>
            <p:cNvSpPr/>
            <p:nvPr/>
          </p:nvSpPr>
          <p:spPr>
            <a:xfrm>
              <a:off x="4885060" y="1802028"/>
              <a:ext cx="43487" cy="59348"/>
            </a:xfrm>
            <a:custGeom>
              <a:avLst/>
              <a:gdLst/>
              <a:ahLst/>
              <a:cxnLst/>
              <a:rect l="l" t="t" r="r" b="b"/>
              <a:pathLst>
                <a:path w="1656" h="2260" extrusionOk="0">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137"/>
            <p:cNvSpPr/>
            <p:nvPr/>
          </p:nvSpPr>
          <p:spPr>
            <a:xfrm>
              <a:off x="5053177" y="1802028"/>
              <a:ext cx="43775" cy="59348"/>
            </a:xfrm>
            <a:custGeom>
              <a:avLst/>
              <a:gdLst/>
              <a:ahLst/>
              <a:cxnLst/>
              <a:rect l="l" t="t" r="r" b="b"/>
              <a:pathLst>
                <a:path w="1667" h="2260" extrusionOk="0">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137"/>
            <p:cNvSpPr/>
            <p:nvPr/>
          </p:nvSpPr>
          <p:spPr>
            <a:xfrm>
              <a:off x="5096663" y="1537642"/>
              <a:ext cx="174183" cy="181982"/>
            </a:xfrm>
            <a:custGeom>
              <a:avLst/>
              <a:gdLst/>
              <a:ahLst/>
              <a:cxnLst/>
              <a:rect l="l" t="t" r="r" b="b"/>
              <a:pathLst>
                <a:path w="6633" h="6930" extrusionOk="0">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137"/>
            <p:cNvSpPr/>
            <p:nvPr/>
          </p:nvSpPr>
          <p:spPr>
            <a:xfrm>
              <a:off x="5121531" y="1537380"/>
              <a:ext cx="136499" cy="93407"/>
            </a:xfrm>
            <a:custGeom>
              <a:avLst/>
              <a:gdLst/>
              <a:ahLst/>
              <a:cxnLst/>
              <a:rect l="l" t="t" r="r" b="b"/>
              <a:pathLst>
                <a:path w="5198" h="3557" extrusionOk="0">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137"/>
            <p:cNvSpPr/>
            <p:nvPr/>
          </p:nvSpPr>
          <p:spPr>
            <a:xfrm>
              <a:off x="5177596" y="1630681"/>
              <a:ext cx="12579" cy="25105"/>
            </a:xfrm>
            <a:custGeom>
              <a:avLst/>
              <a:gdLst/>
              <a:ahLst/>
              <a:cxnLst/>
              <a:rect l="l" t="t" r="r" b="b"/>
              <a:pathLst>
                <a:path w="479" h="956" extrusionOk="0">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137"/>
            <p:cNvSpPr/>
            <p:nvPr/>
          </p:nvSpPr>
          <p:spPr>
            <a:xfrm>
              <a:off x="5134110" y="1518788"/>
              <a:ext cx="99552" cy="99552"/>
            </a:xfrm>
            <a:custGeom>
              <a:avLst/>
              <a:gdLst/>
              <a:ahLst/>
              <a:cxnLst/>
              <a:rect l="l" t="t" r="r" b="b"/>
              <a:pathLst>
                <a:path w="3791" h="3791" extrusionOk="0">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137"/>
            <p:cNvSpPr/>
            <p:nvPr/>
          </p:nvSpPr>
          <p:spPr>
            <a:xfrm>
              <a:off x="5146426" y="1531366"/>
              <a:ext cx="74657" cy="74657"/>
            </a:xfrm>
            <a:custGeom>
              <a:avLst/>
              <a:gdLst/>
              <a:ahLst/>
              <a:cxnLst/>
              <a:rect l="l" t="t" r="r" b="b"/>
              <a:pathLst>
                <a:path w="2843" h="2843" extrusionOk="0">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137"/>
            <p:cNvSpPr/>
            <p:nvPr/>
          </p:nvSpPr>
          <p:spPr>
            <a:xfrm>
              <a:off x="5158558" y="1562379"/>
              <a:ext cx="50708" cy="55960"/>
            </a:xfrm>
            <a:custGeom>
              <a:avLst/>
              <a:gdLst/>
              <a:ahLst/>
              <a:cxnLst/>
              <a:rect l="l" t="t" r="r" b="b"/>
              <a:pathLst>
                <a:path w="1931" h="2131" extrusionOk="0">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137"/>
            <p:cNvSpPr/>
            <p:nvPr/>
          </p:nvSpPr>
          <p:spPr>
            <a:xfrm>
              <a:off x="5165281" y="1614794"/>
              <a:ext cx="37473" cy="28676"/>
            </a:xfrm>
            <a:custGeom>
              <a:avLst/>
              <a:gdLst/>
              <a:ahLst/>
              <a:cxnLst/>
              <a:rect l="l" t="t" r="r" b="b"/>
              <a:pathLst>
                <a:path w="1427" h="1092" extrusionOk="0">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137"/>
            <p:cNvSpPr/>
            <p:nvPr/>
          </p:nvSpPr>
          <p:spPr>
            <a:xfrm>
              <a:off x="5165018" y="1614794"/>
              <a:ext cx="18881" cy="28676"/>
            </a:xfrm>
            <a:custGeom>
              <a:avLst/>
              <a:gdLst/>
              <a:ahLst/>
              <a:cxnLst/>
              <a:rect l="l" t="t" r="r" b="b"/>
              <a:pathLst>
                <a:path w="719" h="1092" extrusionOk="0">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7" name="Google Shape;14397;p137"/>
          <p:cNvGrpSpPr/>
          <p:nvPr/>
        </p:nvGrpSpPr>
        <p:grpSpPr>
          <a:xfrm>
            <a:off x="5394478" y="1514533"/>
            <a:ext cx="249076" cy="351096"/>
            <a:chOff x="5394478" y="1514533"/>
            <a:chExt cx="249076" cy="351096"/>
          </a:xfrm>
        </p:grpSpPr>
        <p:sp>
          <p:nvSpPr>
            <p:cNvPr id="14398" name="Google Shape;14398;p137"/>
            <p:cNvSpPr/>
            <p:nvPr/>
          </p:nvSpPr>
          <p:spPr>
            <a:xfrm>
              <a:off x="5394478" y="1537143"/>
              <a:ext cx="249076" cy="328486"/>
            </a:xfrm>
            <a:custGeom>
              <a:avLst/>
              <a:gdLst/>
              <a:ahLst/>
              <a:cxnLst/>
              <a:rect l="l" t="t" r="r" b="b"/>
              <a:pathLst>
                <a:path w="9485" h="12509" extrusionOk="0">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137"/>
            <p:cNvSpPr/>
            <p:nvPr/>
          </p:nvSpPr>
          <p:spPr>
            <a:xfrm>
              <a:off x="5405770" y="1537143"/>
              <a:ext cx="226729" cy="305876"/>
            </a:xfrm>
            <a:custGeom>
              <a:avLst/>
              <a:gdLst/>
              <a:ahLst/>
              <a:cxnLst/>
              <a:rect l="l" t="t" r="r" b="b"/>
              <a:pathLst>
                <a:path w="8634" h="11648" extrusionOk="0">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137"/>
            <p:cNvSpPr/>
            <p:nvPr/>
          </p:nvSpPr>
          <p:spPr>
            <a:xfrm>
              <a:off x="5417088" y="1559753"/>
              <a:ext cx="203856" cy="271949"/>
            </a:xfrm>
            <a:custGeom>
              <a:avLst/>
              <a:gdLst/>
              <a:ahLst/>
              <a:cxnLst/>
              <a:rect l="l" t="t" r="r" b="b"/>
              <a:pathLst>
                <a:path w="7763" h="10356" extrusionOk="0">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137"/>
            <p:cNvSpPr/>
            <p:nvPr/>
          </p:nvSpPr>
          <p:spPr>
            <a:xfrm>
              <a:off x="5468111" y="1514533"/>
              <a:ext cx="101810" cy="50787"/>
            </a:xfrm>
            <a:custGeom>
              <a:avLst/>
              <a:gdLst/>
              <a:ahLst/>
              <a:cxnLst/>
              <a:rect l="l" t="t" r="r" b="b"/>
              <a:pathLst>
                <a:path w="3877" h="1934" extrusionOk="0">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137"/>
            <p:cNvSpPr/>
            <p:nvPr/>
          </p:nvSpPr>
          <p:spPr>
            <a:xfrm>
              <a:off x="5448258" y="1670098"/>
              <a:ext cx="28413" cy="28413"/>
            </a:xfrm>
            <a:custGeom>
              <a:avLst/>
              <a:gdLst/>
              <a:ahLst/>
              <a:cxnLst/>
              <a:rect l="l" t="t" r="r" b="b"/>
              <a:pathLst>
                <a:path w="1082" h="1082" extrusionOk="0">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137"/>
            <p:cNvSpPr/>
            <p:nvPr/>
          </p:nvSpPr>
          <p:spPr>
            <a:xfrm>
              <a:off x="5448258" y="1721095"/>
              <a:ext cx="28413" cy="28440"/>
            </a:xfrm>
            <a:custGeom>
              <a:avLst/>
              <a:gdLst/>
              <a:ahLst/>
              <a:cxnLst/>
              <a:rect l="l" t="t" r="r" b="b"/>
              <a:pathLst>
                <a:path w="1082" h="1083" extrusionOk="0">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137"/>
            <p:cNvSpPr/>
            <p:nvPr/>
          </p:nvSpPr>
          <p:spPr>
            <a:xfrm>
              <a:off x="5448258" y="1772118"/>
              <a:ext cx="28413" cy="28440"/>
            </a:xfrm>
            <a:custGeom>
              <a:avLst/>
              <a:gdLst/>
              <a:ahLst/>
              <a:cxnLst/>
              <a:rect l="l" t="t" r="r" b="b"/>
              <a:pathLst>
                <a:path w="1082" h="1083" extrusionOk="0">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137"/>
            <p:cNvSpPr/>
            <p:nvPr/>
          </p:nvSpPr>
          <p:spPr>
            <a:xfrm>
              <a:off x="5488961" y="1667314"/>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137"/>
            <p:cNvSpPr/>
            <p:nvPr/>
          </p:nvSpPr>
          <p:spPr>
            <a:xfrm>
              <a:off x="5488725" y="1689950"/>
              <a:ext cx="105828" cy="11318"/>
            </a:xfrm>
            <a:custGeom>
              <a:avLst/>
              <a:gdLst/>
              <a:ahLst/>
              <a:cxnLst/>
              <a:rect l="l" t="t" r="r" b="b"/>
              <a:pathLst>
                <a:path w="4030" h="431" extrusionOk="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137"/>
            <p:cNvSpPr/>
            <p:nvPr/>
          </p:nvSpPr>
          <p:spPr>
            <a:xfrm>
              <a:off x="5488961" y="1718337"/>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137"/>
            <p:cNvSpPr/>
            <p:nvPr/>
          </p:nvSpPr>
          <p:spPr>
            <a:xfrm>
              <a:off x="5488725" y="1740947"/>
              <a:ext cx="105828" cy="11344"/>
            </a:xfrm>
            <a:custGeom>
              <a:avLst/>
              <a:gdLst/>
              <a:ahLst/>
              <a:cxnLst/>
              <a:rect l="l" t="t" r="r" b="b"/>
              <a:pathLst>
                <a:path w="4030" h="432" extrusionOk="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137"/>
            <p:cNvSpPr/>
            <p:nvPr/>
          </p:nvSpPr>
          <p:spPr>
            <a:xfrm>
              <a:off x="5488961" y="1769360"/>
              <a:ext cx="66123" cy="11318"/>
            </a:xfrm>
            <a:custGeom>
              <a:avLst/>
              <a:gdLst/>
              <a:ahLst/>
              <a:cxnLst/>
              <a:rect l="l" t="t" r="r" b="b"/>
              <a:pathLst>
                <a:path w="2518" h="431" extrusionOk="0">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137"/>
            <p:cNvSpPr/>
            <p:nvPr/>
          </p:nvSpPr>
          <p:spPr>
            <a:xfrm>
              <a:off x="5488725" y="1791970"/>
              <a:ext cx="105828" cy="11344"/>
            </a:xfrm>
            <a:custGeom>
              <a:avLst/>
              <a:gdLst/>
              <a:ahLst/>
              <a:cxnLst/>
              <a:rect l="l" t="t" r="r" b="b"/>
              <a:pathLst>
                <a:path w="4030" h="432" extrusionOk="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137"/>
            <p:cNvSpPr/>
            <p:nvPr/>
          </p:nvSpPr>
          <p:spPr>
            <a:xfrm>
              <a:off x="5488961" y="1582389"/>
              <a:ext cx="100051" cy="11318"/>
            </a:xfrm>
            <a:custGeom>
              <a:avLst/>
              <a:gdLst/>
              <a:ahLst/>
              <a:cxnLst/>
              <a:rect l="l" t="t" r="r" b="b"/>
              <a:pathLst>
                <a:path w="3810" h="431" extrusionOk="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137"/>
            <p:cNvSpPr/>
            <p:nvPr/>
          </p:nvSpPr>
          <p:spPr>
            <a:xfrm>
              <a:off x="5443479" y="1633386"/>
              <a:ext cx="151074" cy="11344"/>
            </a:xfrm>
            <a:custGeom>
              <a:avLst/>
              <a:gdLst/>
              <a:ahLst/>
              <a:cxnLst/>
              <a:rect l="l" t="t" r="r" b="b"/>
              <a:pathLst>
                <a:path w="5753" h="432" extrusionOk="0">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137"/>
            <p:cNvSpPr/>
            <p:nvPr/>
          </p:nvSpPr>
          <p:spPr>
            <a:xfrm>
              <a:off x="5488961" y="1604999"/>
              <a:ext cx="26418" cy="11344"/>
            </a:xfrm>
            <a:custGeom>
              <a:avLst/>
              <a:gdLst/>
              <a:ahLst/>
              <a:cxnLst/>
              <a:rect l="l" t="t" r="r" b="b"/>
              <a:pathLst>
                <a:path w="1006" h="432" extrusionOk="0">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137"/>
            <p:cNvSpPr/>
            <p:nvPr/>
          </p:nvSpPr>
          <p:spPr>
            <a:xfrm>
              <a:off x="5522889" y="1604999"/>
              <a:ext cx="37736" cy="11344"/>
            </a:xfrm>
            <a:custGeom>
              <a:avLst/>
              <a:gdLst/>
              <a:ahLst/>
              <a:cxnLst/>
              <a:rect l="l" t="t" r="r" b="b"/>
              <a:pathLst>
                <a:path w="1437" h="432" extrusionOk="0">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137"/>
            <p:cNvSpPr/>
            <p:nvPr/>
          </p:nvSpPr>
          <p:spPr>
            <a:xfrm>
              <a:off x="5445501" y="1582389"/>
              <a:ext cx="34191" cy="33954"/>
            </a:xfrm>
            <a:custGeom>
              <a:avLst/>
              <a:gdLst/>
              <a:ahLst/>
              <a:cxnLst/>
              <a:rect l="l" t="t" r="r" b="b"/>
              <a:pathLst>
                <a:path w="1302" h="1293" extrusionOk="0">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137"/>
            <p:cNvSpPr/>
            <p:nvPr/>
          </p:nvSpPr>
          <p:spPr>
            <a:xfrm>
              <a:off x="5468347" y="1553976"/>
              <a:ext cx="101810" cy="11581"/>
            </a:xfrm>
            <a:custGeom>
              <a:avLst/>
              <a:gdLst/>
              <a:ahLst/>
              <a:cxnLst/>
              <a:rect l="l" t="t" r="r" b="b"/>
              <a:pathLst>
                <a:path w="3877" h="441" extrusionOk="0">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137"/>
            <p:cNvSpPr/>
            <p:nvPr/>
          </p:nvSpPr>
          <p:spPr>
            <a:xfrm>
              <a:off x="5454036" y="1590924"/>
              <a:ext cx="16859" cy="16859"/>
            </a:xfrm>
            <a:custGeom>
              <a:avLst/>
              <a:gdLst/>
              <a:ahLst/>
              <a:cxnLst/>
              <a:rect l="l" t="t" r="r" b="b"/>
              <a:pathLst>
                <a:path w="642" h="642" extrusionOk="0">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8" name="Google Shape;14418;p137"/>
          <p:cNvGrpSpPr/>
          <p:nvPr/>
        </p:nvGrpSpPr>
        <p:grpSpPr>
          <a:xfrm>
            <a:off x="5782259" y="1512012"/>
            <a:ext cx="356138" cy="356138"/>
            <a:chOff x="5782259" y="1512012"/>
            <a:chExt cx="356138" cy="356138"/>
          </a:xfrm>
        </p:grpSpPr>
        <p:sp>
          <p:nvSpPr>
            <p:cNvPr id="14419" name="Google Shape;14419;p137"/>
            <p:cNvSpPr/>
            <p:nvPr/>
          </p:nvSpPr>
          <p:spPr>
            <a:xfrm>
              <a:off x="5902635" y="1701505"/>
              <a:ext cx="114888" cy="97792"/>
            </a:xfrm>
            <a:custGeom>
              <a:avLst/>
              <a:gdLst/>
              <a:ahLst/>
              <a:cxnLst/>
              <a:rect l="l" t="t" r="r" b="b"/>
              <a:pathLst>
                <a:path w="4375" h="3724" extrusionOk="0">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137"/>
            <p:cNvSpPr/>
            <p:nvPr/>
          </p:nvSpPr>
          <p:spPr>
            <a:xfrm>
              <a:off x="5940082" y="1701505"/>
              <a:ext cx="40230" cy="17358"/>
            </a:xfrm>
            <a:custGeom>
              <a:avLst/>
              <a:gdLst/>
              <a:ahLst/>
              <a:cxnLst/>
              <a:rect l="l" t="t" r="r" b="b"/>
              <a:pathLst>
                <a:path w="1532" h="661" extrusionOk="0">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137"/>
            <p:cNvSpPr/>
            <p:nvPr/>
          </p:nvSpPr>
          <p:spPr>
            <a:xfrm>
              <a:off x="5902635" y="1716079"/>
              <a:ext cx="115124" cy="83218"/>
            </a:xfrm>
            <a:custGeom>
              <a:avLst/>
              <a:gdLst/>
              <a:ahLst/>
              <a:cxnLst/>
              <a:rect l="l" t="t" r="r" b="b"/>
              <a:pathLst>
                <a:path w="4384" h="3169" extrusionOk="0">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137"/>
            <p:cNvSpPr/>
            <p:nvPr/>
          </p:nvSpPr>
          <p:spPr>
            <a:xfrm>
              <a:off x="5919967" y="1621070"/>
              <a:ext cx="28676" cy="63103"/>
            </a:xfrm>
            <a:custGeom>
              <a:avLst/>
              <a:gdLst/>
              <a:ahLst/>
              <a:cxnLst/>
              <a:rect l="l" t="t" r="r" b="b"/>
              <a:pathLst>
                <a:path w="1092" h="2403" extrusionOk="0">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137"/>
            <p:cNvSpPr/>
            <p:nvPr/>
          </p:nvSpPr>
          <p:spPr>
            <a:xfrm>
              <a:off x="5931547" y="1615293"/>
              <a:ext cx="69116" cy="68880"/>
            </a:xfrm>
            <a:custGeom>
              <a:avLst/>
              <a:gdLst/>
              <a:ahLst/>
              <a:cxnLst/>
              <a:rect l="l" t="t" r="r" b="b"/>
              <a:pathLst>
                <a:path w="2632" h="2623" extrusionOk="0">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137"/>
            <p:cNvSpPr/>
            <p:nvPr/>
          </p:nvSpPr>
          <p:spPr>
            <a:xfrm>
              <a:off x="5925744" y="1644179"/>
              <a:ext cx="68906" cy="63129"/>
            </a:xfrm>
            <a:custGeom>
              <a:avLst/>
              <a:gdLst/>
              <a:ahLst/>
              <a:cxnLst/>
              <a:rect l="l" t="t" r="r" b="b"/>
              <a:pathLst>
                <a:path w="2624" h="2404" extrusionOk="0">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137"/>
            <p:cNvSpPr/>
            <p:nvPr/>
          </p:nvSpPr>
          <p:spPr>
            <a:xfrm>
              <a:off x="5925744" y="1644205"/>
              <a:ext cx="68906" cy="61606"/>
            </a:xfrm>
            <a:custGeom>
              <a:avLst/>
              <a:gdLst/>
              <a:ahLst/>
              <a:cxnLst/>
              <a:rect l="l" t="t" r="r" b="b"/>
              <a:pathLst>
                <a:path w="2624" h="2346" extrusionOk="0">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137"/>
            <p:cNvSpPr/>
            <p:nvPr/>
          </p:nvSpPr>
          <p:spPr>
            <a:xfrm>
              <a:off x="5902898" y="1730916"/>
              <a:ext cx="22872" cy="68381"/>
            </a:xfrm>
            <a:custGeom>
              <a:avLst/>
              <a:gdLst/>
              <a:ahLst/>
              <a:cxnLst/>
              <a:rect l="l" t="t" r="r" b="b"/>
              <a:pathLst>
                <a:path w="871" h="2604" extrusionOk="0">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137"/>
            <p:cNvSpPr/>
            <p:nvPr/>
          </p:nvSpPr>
          <p:spPr>
            <a:xfrm>
              <a:off x="5994624" y="1730916"/>
              <a:ext cx="23135" cy="68381"/>
            </a:xfrm>
            <a:custGeom>
              <a:avLst/>
              <a:gdLst/>
              <a:ahLst/>
              <a:cxnLst/>
              <a:rect l="l" t="t" r="r" b="b"/>
              <a:pathLst>
                <a:path w="881" h="2604" extrusionOk="0">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137"/>
            <p:cNvSpPr/>
            <p:nvPr/>
          </p:nvSpPr>
          <p:spPr>
            <a:xfrm>
              <a:off x="5782259" y="1512012"/>
              <a:ext cx="356138" cy="356138"/>
            </a:xfrm>
            <a:custGeom>
              <a:avLst/>
              <a:gdLst/>
              <a:ahLst/>
              <a:cxnLst/>
              <a:rect l="l" t="t" r="r" b="b"/>
              <a:pathLst>
                <a:path w="13562" h="13562" extrusionOk="0">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137"/>
            <p:cNvSpPr/>
            <p:nvPr/>
          </p:nvSpPr>
          <p:spPr>
            <a:xfrm>
              <a:off x="5823724" y="1563535"/>
              <a:ext cx="262889" cy="252936"/>
            </a:xfrm>
            <a:custGeom>
              <a:avLst/>
              <a:gdLst/>
              <a:ahLst/>
              <a:cxnLst/>
              <a:rect l="l" t="t" r="r" b="b"/>
              <a:pathLst>
                <a:path w="10011" h="9632" extrusionOk="0">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0" name="Google Shape;14430;p137"/>
          <p:cNvGrpSpPr/>
          <p:nvPr/>
        </p:nvGrpSpPr>
        <p:grpSpPr>
          <a:xfrm>
            <a:off x="6229598" y="1518052"/>
            <a:ext cx="343560" cy="343822"/>
            <a:chOff x="6229598" y="1518052"/>
            <a:chExt cx="343560" cy="343822"/>
          </a:xfrm>
        </p:grpSpPr>
        <p:sp>
          <p:nvSpPr>
            <p:cNvPr id="14431" name="Google Shape;14431;p137"/>
            <p:cNvSpPr/>
            <p:nvPr/>
          </p:nvSpPr>
          <p:spPr>
            <a:xfrm>
              <a:off x="6229598" y="1518052"/>
              <a:ext cx="343560" cy="343822"/>
            </a:xfrm>
            <a:custGeom>
              <a:avLst/>
              <a:gdLst/>
              <a:ahLst/>
              <a:cxnLst/>
              <a:rect l="l" t="t" r="r" b="b"/>
              <a:pathLst>
                <a:path w="13083" h="13093" extrusionOk="0">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137"/>
            <p:cNvSpPr/>
            <p:nvPr/>
          </p:nvSpPr>
          <p:spPr>
            <a:xfrm>
              <a:off x="6255228" y="1543918"/>
              <a:ext cx="292064" cy="292064"/>
            </a:xfrm>
            <a:custGeom>
              <a:avLst/>
              <a:gdLst/>
              <a:ahLst/>
              <a:cxnLst/>
              <a:rect l="l" t="t" r="r" b="b"/>
              <a:pathLst>
                <a:path w="11122" h="11122" extrusionOk="0">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137"/>
            <p:cNvSpPr/>
            <p:nvPr/>
          </p:nvSpPr>
          <p:spPr>
            <a:xfrm>
              <a:off x="6396218" y="1564034"/>
              <a:ext cx="10320" cy="131221"/>
            </a:xfrm>
            <a:custGeom>
              <a:avLst/>
              <a:gdLst/>
              <a:ahLst/>
              <a:cxnLst/>
              <a:rect l="l" t="t" r="r" b="b"/>
              <a:pathLst>
                <a:path w="393" h="4997" extrusionOk="0">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137"/>
            <p:cNvSpPr/>
            <p:nvPr/>
          </p:nvSpPr>
          <p:spPr>
            <a:xfrm>
              <a:off x="6394459" y="1684908"/>
              <a:ext cx="134477" cy="10346"/>
            </a:xfrm>
            <a:custGeom>
              <a:avLst/>
              <a:gdLst/>
              <a:ahLst/>
              <a:cxnLst/>
              <a:rect l="l" t="t" r="r" b="b"/>
              <a:pathLst>
                <a:path w="5121" h="394" extrusionOk="0">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137"/>
            <p:cNvSpPr/>
            <p:nvPr/>
          </p:nvSpPr>
          <p:spPr>
            <a:xfrm>
              <a:off x="6291178" y="1579868"/>
              <a:ext cx="272946" cy="256009"/>
            </a:xfrm>
            <a:custGeom>
              <a:avLst/>
              <a:gdLst/>
              <a:ahLst/>
              <a:cxnLst/>
              <a:rect l="l" t="t" r="r" b="b"/>
              <a:pathLst>
                <a:path w="10394" h="9749" extrusionOk="0">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137"/>
            <p:cNvSpPr/>
            <p:nvPr/>
          </p:nvSpPr>
          <p:spPr>
            <a:xfrm>
              <a:off x="6273584" y="1684908"/>
              <a:ext cx="21376" cy="10346"/>
            </a:xfrm>
            <a:custGeom>
              <a:avLst/>
              <a:gdLst/>
              <a:ahLst/>
              <a:cxnLst/>
              <a:rect l="l" t="t" r="r" b="b"/>
              <a:pathLst>
                <a:path w="814" h="394" extrusionOk="0">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137"/>
            <p:cNvSpPr/>
            <p:nvPr/>
          </p:nvSpPr>
          <p:spPr>
            <a:xfrm>
              <a:off x="6396218" y="1798194"/>
              <a:ext cx="10320" cy="17673"/>
            </a:xfrm>
            <a:custGeom>
              <a:avLst/>
              <a:gdLst/>
              <a:ahLst/>
              <a:cxnLst/>
              <a:rect l="l" t="t" r="r" b="b"/>
              <a:pathLst>
                <a:path w="393" h="673" extrusionOk="0">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137"/>
            <p:cNvSpPr/>
            <p:nvPr/>
          </p:nvSpPr>
          <p:spPr>
            <a:xfrm>
              <a:off x="6308063" y="1599117"/>
              <a:ext cx="20036" cy="15966"/>
            </a:xfrm>
            <a:custGeom>
              <a:avLst/>
              <a:gdLst/>
              <a:ahLst/>
              <a:cxnLst/>
              <a:rect l="l" t="t" r="r" b="b"/>
              <a:pathLst>
                <a:path w="763" h="608" extrusionOk="0">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137"/>
            <p:cNvSpPr/>
            <p:nvPr/>
          </p:nvSpPr>
          <p:spPr>
            <a:xfrm>
              <a:off x="6473606" y="1764581"/>
              <a:ext cx="20141" cy="16097"/>
            </a:xfrm>
            <a:custGeom>
              <a:avLst/>
              <a:gdLst/>
              <a:ahLst/>
              <a:cxnLst/>
              <a:rect l="l" t="t" r="r" b="b"/>
              <a:pathLst>
                <a:path w="767" h="613" extrusionOk="0">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137"/>
            <p:cNvSpPr/>
            <p:nvPr/>
          </p:nvSpPr>
          <p:spPr>
            <a:xfrm>
              <a:off x="6474368" y="1599117"/>
              <a:ext cx="20141" cy="15966"/>
            </a:xfrm>
            <a:custGeom>
              <a:avLst/>
              <a:gdLst/>
              <a:ahLst/>
              <a:cxnLst/>
              <a:rect l="l" t="t" r="r" b="b"/>
              <a:pathLst>
                <a:path w="767" h="608" extrusionOk="0">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137"/>
            <p:cNvSpPr/>
            <p:nvPr/>
          </p:nvSpPr>
          <p:spPr>
            <a:xfrm>
              <a:off x="6308772" y="1765001"/>
              <a:ext cx="19432" cy="15677"/>
            </a:xfrm>
            <a:custGeom>
              <a:avLst/>
              <a:gdLst/>
              <a:ahLst/>
              <a:cxnLst/>
              <a:rect l="l" t="t" r="r" b="b"/>
              <a:pathLst>
                <a:path w="740" h="597" extrusionOk="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137"/>
            <p:cNvSpPr/>
            <p:nvPr/>
          </p:nvSpPr>
          <p:spPr>
            <a:xfrm>
              <a:off x="6283064" y="1637404"/>
              <a:ext cx="20693" cy="13366"/>
            </a:xfrm>
            <a:custGeom>
              <a:avLst/>
              <a:gdLst/>
              <a:ahLst/>
              <a:cxnLst/>
              <a:rect l="l" t="t" r="r" b="b"/>
              <a:pathLst>
                <a:path w="788" h="509" extrusionOk="0">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137"/>
            <p:cNvSpPr/>
            <p:nvPr/>
          </p:nvSpPr>
          <p:spPr>
            <a:xfrm>
              <a:off x="6498947" y="1729445"/>
              <a:ext cx="20640" cy="13051"/>
            </a:xfrm>
            <a:custGeom>
              <a:avLst/>
              <a:gdLst/>
              <a:ahLst/>
              <a:cxnLst/>
              <a:rect l="l" t="t" r="r" b="b"/>
              <a:pathLst>
                <a:path w="786" h="497" extrusionOk="0">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137"/>
            <p:cNvSpPr/>
            <p:nvPr/>
          </p:nvSpPr>
          <p:spPr>
            <a:xfrm>
              <a:off x="6439442" y="1574511"/>
              <a:ext cx="14837" cy="16675"/>
            </a:xfrm>
            <a:custGeom>
              <a:avLst/>
              <a:gdLst/>
              <a:ahLst/>
              <a:cxnLst/>
              <a:rect l="l" t="t" r="r" b="b"/>
              <a:pathLst>
                <a:path w="565" h="635" extrusionOk="0">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137"/>
            <p:cNvSpPr/>
            <p:nvPr/>
          </p:nvSpPr>
          <p:spPr>
            <a:xfrm>
              <a:off x="6347978" y="1789581"/>
              <a:ext cx="15861" cy="16754"/>
            </a:xfrm>
            <a:custGeom>
              <a:avLst/>
              <a:gdLst/>
              <a:ahLst/>
              <a:cxnLst/>
              <a:rect l="l" t="t" r="r" b="b"/>
              <a:pathLst>
                <a:path w="604" h="638" extrusionOk="0">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137"/>
            <p:cNvSpPr/>
            <p:nvPr/>
          </p:nvSpPr>
          <p:spPr>
            <a:xfrm>
              <a:off x="6349633" y="1572883"/>
              <a:ext cx="15441" cy="17305"/>
            </a:xfrm>
            <a:custGeom>
              <a:avLst/>
              <a:gdLst/>
              <a:ahLst/>
              <a:cxnLst/>
              <a:rect l="l" t="t" r="r" b="b"/>
              <a:pathLst>
                <a:path w="588" h="659" extrusionOk="0">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137"/>
            <p:cNvSpPr/>
            <p:nvPr/>
          </p:nvSpPr>
          <p:spPr>
            <a:xfrm>
              <a:off x="6437341" y="1789896"/>
              <a:ext cx="15441" cy="17437"/>
            </a:xfrm>
            <a:custGeom>
              <a:avLst/>
              <a:gdLst/>
              <a:ahLst/>
              <a:cxnLst/>
              <a:rect l="l" t="t" r="r" b="b"/>
              <a:pathLst>
                <a:path w="588" h="664" extrusionOk="0">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137"/>
            <p:cNvSpPr/>
            <p:nvPr/>
          </p:nvSpPr>
          <p:spPr>
            <a:xfrm>
              <a:off x="6499262" y="1639505"/>
              <a:ext cx="21664" cy="13261"/>
            </a:xfrm>
            <a:custGeom>
              <a:avLst/>
              <a:gdLst/>
              <a:ahLst/>
              <a:cxnLst/>
              <a:rect l="l" t="t" r="r" b="b"/>
              <a:pathLst>
                <a:path w="825" h="505" extrusionOk="0">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137"/>
            <p:cNvSpPr/>
            <p:nvPr/>
          </p:nvSpPr>
          <p:spPr>
            <a:xfrm>
              <a:off x="6282118" y="1727161"/>
              <a:ext cx="21638" cy="13314"/>
            </a:xfrm>
            <a:custGeom>
              <a:avLst/>
              <a:gdLst/>
              <a:ahLst/>
              <a:cxnLst/>
              <a:rect l="l" t="t" r="r" b="b"/>
              <a:pathLst>
                <a:path w="824" h="507" extrusionOk="0">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0" name="Google Shape;14450;p137"/>
          <p:cNvGrpSpPr/>
          <p:nvPr/>
        </p:nvGrpSpPr>
        <p:grpSpPr>
          <a:xfrm>
            <a:off x="870773" y="3357985"/>
            <a:ext cx="342824" cy="351228"/>
            <a:chOff x="870773" y="3357985"/>
            <a:chExt cx="342824" cy="351228"/>
          </a:xfrm>
        </p:grpSpPr>
        <p:sp>
          <p:nvSpPr>
            <p:cNvPr id="14451" name="Google Shape;14451;p137"/>
            <p:cNvSpPr/>
            <p:nvPr/>
          </p:nvSpPr>
          <p:spPr>
            <a:xfrm>
              <a:off x="870773" y="3357985"/>
              <a:ext cx="342824" cy="351228"/>
            </a:xfrm>
            <a:custGeom>
              <a:avLst/>
              <a:gdLst/>
              <a:ahLst/>
              <a:cxnLst/>
              <a:rect l="l" t="t" r="r" b="b"/>
              <a:pathLst>
                <a:path w="13055" h="13375" extrusionOk="0">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137"/>
            <p:cNvSpPr/>
            <p:nvPr/>
          </p:nvSpPr>
          <p:spPr>
            <a:xfrm>
              <a:off x="1024577" y="3357985"/>
              <a:ext cx="50288" cy="49238"/>
            </a:xfrm>
            <a:custGeom>
              <a:avLst/>
              <a:gdLst/>
              <a:ahLst/>
              <a:cxnLst/>
              <a:rect l="l" t="t" r="r" b="b"/>
              <a:pathLst>
                <a:path w="1915" h="1875" extrusionOk="0">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137"/>
            <p:cNvSpPr/>
            <p:nvPr/>
          </p:nvSpPr>
          <p:spPr>
            <a:xfrm>
              <a:off x="1111787" y="3388552"/>
              <a:ext cx="101810" cy="289832"/>
            </a:xfrm>
            <a:custGeom>
              <a:avLst/>
              <a:gdLst/>
              <a:ahLst/>
              <a:cxnLst/>
              <a:rect l="l" t="t" r="r" b="b"/>
              <a:pathLst>
                <a:path w="3877" h="11037" extrusionOk="0">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137"/>
            <p:cNvSpPr/>
            <p:nvPr/>
          </p:nvSpPr>
          <p:spPr>
            <a:xfrm>
              <a:off x="1024840" y="3660133"/>
              <a:ext cx="50025" cy="49080"/>
            </a:xfrm>
            <a:custGeom>
              <a:avLst/>
              <a:gdLst/>
              <a:ahLst/>
              <a:cxnLst/>
              <a:rect l="l" t="t" r="r" b="b"/>
              <a:pathLst>
                <a:path w="1905" h="1869" extrusionOk="0">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137"/>
            <p:cNvSpPr/>
            <p:nvPr/>
          </p:nvSpPr>
          <p:spPr>
            <a:xfrm>
              <a:off x="939390" y="3431067"/>
              <a:ext cx="211892" cy="205222"/>
            </a:xfrm>
            <a:custGeom>
              <a:avLst/>
              <a:gdLst/>
              <a:ahLst/>
              <a:cxnLst/>
              <a:rect l="l" t="t" r="r" b="b"/>
              <a:pathLst>
                <a:path w="8069" h="7815" extrusionOk="0">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137"/>
            <p:cNvSpPr/>
            <p:nvPr/>
          </p:nvSpPr>
          <p:spPr>
            <a:xfrm>
              <a:off x="970561" y="3470641"/>
              <a:ext cx="60345" cy="51653"/>
            </a:xfrm>
            <a:custGeom>
              <a:avLst/>
              <a:gdLst/>
              <a:ahLst/>
              <a:cxnLst/>
              <a:rect l="l" t="t" r="r" b="b"/>
              <a:pathLst>
                <a:path w="2298" h="1967" extrusionOk="0">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137"/>
            <p:cNvSpPr/>
            <p:nvPr/>
          </p:nvSpPr>
          <p:spPr>
            <a:xfrm>
              <a:off x="1053332" y="3545140"/>
              <a:ext cx="60188" cy="51417"/>
            </a:xfrm>
            <a:custGeom>
              <a:avLst/>
              <a:gdLst/>
              <a:ahLst/>
              <a:cxnLst/>
              <a:rect l="l" t="t" r="r" b="b"/>
              <a:pathLst>
                <a:path w="2292" h="1958" extrusionOk="0">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137"/>
            <p:cNvSpPr/>
            <p:nvPr/>
          </p:nvSpPr>
          <p:spPr>
            <a:xfrm>
              <a:off x="992330" y="3479595"/>
              <a:ext cx="106090" cy="101836"/>
            </a:xfrm>
            <a:custGeom>
              <a:avLst/>
              <a:gdLst/>
              <a:ahLst/>
              <a:cxnLst/>
              <a:rect l="l" t="t" r="r" b="b"/>
              <a:pathLst>
                <a:path w="4040" h="3878" extrusionOk="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9" name="Google Shape;14459;p137"/>
          <p:cNvGrpSpPr/>
          <p:nvPr/>
        </p:nvGrpSpPr>
        <p:grpSpPr>
          <a:xfrm>
            <a:off x="2743084" y="4299590"/>
            <a:ext cx="159372" cy="308896"/>
            <a:chOff x="2743084" y="4299590"/>
            <a:chExt cx="159372" cy="308896"/>
          </a:xfrm>
        </p:grpSpPr>
        <p:sp>
          <p:nvSpPr>
            <p:cNvPr id="14460" name="Google Shape;14460;p137"/>
            <p:cNvSpPr/>
            <p:nvPr/>
          </p:nvSpPr>
          <p:spPr>
            <a:xfrm>
              <a:off x="2828534" y="4425428"/>
              <a:ext cx="9585" cy="105907"/>
            </a:xfrm>
            <a:custGeom>
              <a:avLst/>
              <a:gdLst/>
              <a:ahLst/>
              <a:cxnLst/>
              <a:rect l="l" t="t" r="r" b="b"/>
              <a:pathLst>
                <a:path w="365" h="4033" extrusionOk="0">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137"/>
            <p:cNvSpPr/>
            <p:nvPr/>
          </p:nvSpPr>
          <p:spPr>
            <a:xfrm>
              <a:off x="2743084" y="4299590"/>
              <a:ext cx="158111" cy="135239"/>
            </a:xfrm>
            <a:custGeom>
              <a:avLst/>
              <a:gdLst/>
              <a:ahLst/>
              <a:cxnLst/>
              <a:rect l="l" t="t" r="r" b="b"/>
              <a:pathLst>
                <a:path w="6021" h="5150" extrusionOk="0">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137"/>
            <p:cNvSpPr/>
            <p:nvPr/>
          </p:nvSpPr>
          <p:spPr>
            <a:xfrm>
              <a:off x="2762438" y="4313928"/>
              <a:ext cx="123921" cy="106406"/>
            </a:xfrm>
            <a:custGeom>
              <a:avLst/>
              <a:gdLst/>
              <a:ahLst/>
              <a:cxnLst/>
              <a:rect l="l" t="t" r="r" b="b"/>
              <a:pathLst>
                <a:path w="4719" h="4052" extrusionOk="0">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137"/>
            <p:cNvSpPr/>
            <p:nvPr/>
          </p:nvSpPr>
          <p:spPr>
            <a:xfrm>
              <a:off x="2809443" y="4314348"/>
              <a:ext cx="49526" cy="105460"/>
            </a:xfrm>
            <a:custGeom>
              <a:avLst/>
              <a:gdLst/>
              <a:ahLst/>
              <a:cxnLst/>
              <a:rect l="l" t="t" r="r" b="b"/>
              <a:pathLst>
                <a:path w="1886" h="4016" extrusionOk="0">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137"/>
            <p:cNvSpPr/>
            <p:nvPr/>
          </p:nvSpPr>
          <p:spPr>
            <a:xfrm>
              <a:off x="2780032" y="4521513"/>
              <a:ext cx="106589" cy="86973"/>
            </a:xfrm>
            <a:custGeom>
              <a:avLst/>
              <a:gdLst/>
              <a:ahLst/>
              <a:cxnLst/>
              <a:rect l="l" t="t" r="r" b="b"/>
              <a:pathLst>
                <a:path w="4059" h="3312" extrusionOk="0">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137"/>
            <p:cNvSpPr/>
            <p:nvPr/>
          </p:nvSpPr>
          <p:spPr>
            <a:xfrm>
              <a:off x="2782553" y="4545620"/>
              <a:ext cx="20614" cy="48292"/>
            </a:xfrm>
            <a:custGeom>
              <a:avLst/>
              <a:gdLst/>
              <a:ahLst/>
              <a:cxnLst/>
              <a:rect l="l" t="t" r="r" b="b"/>
              <a:pathLst>
                <a:path w="785" h="1839" extrusionOk="0">
                  <a:moveTo>
                    <a:pt x="0" y="1"/>
                  </a:moveTo>
                  <a:lnTo>
                    <a:pt x="230" y="1838"/>
                  </a:lnTo>
                  <a:lnTo>
                    <a:pt x="785" y="1838"/>
                  </a:lnTo>
                  <a:lnTo>
                    <a:pt x="55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137"/>
            <p:cNvSpPr/>
            <p:nvPr/>
          </p:nvSpPr>
          <p:spPr>
            <a:xfrm>
              <a:off x="2780032" y="4521514"/>
              <a:ext cx="106826" cy="28912"/>
            </a:xfrm>
            <a:custGeom>
              <a:avLst/>
              <a:gdLst/>
              <a:ahLst/>
              <a:cxnLst/>
              <a:rect l="l" t="t" r="r" b="b"/>
              <a:pathLst>
                <a:path w="4068" h="1101" extrusionOk="0">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137"/>
            <p:cNvSpPr/>
            <p:nvPr/>
          </p:nvSpPr>
          <p:spPr>
            <a:xfrm>
              <a:off x="2788068" y="4589107"/>
              <a:ext cx="90518" cy="19380"/>
            </a:xfrm>
            <a:custGeom>
              <a:avLst/>
              <a:gdLst/>
              <a:ahLst/>
              <a:cxnLst/>
              <a:rect l="l" t="t" r="r" b="b"/>
              <a:pathLst>
                <a:path w="3447" h="738" extrusionOk="0">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137"/>
            <p:cNvSpPr/>
            <p:nvPr/>
          </p:nvSpPr>
          <p:spPr>
            <a:xfrm>
              <a:off x="2780032" y="4521514"/>
              <a:ext cx="106589" cy="28912"/>
            </a:xfrm>
            <a:custGeom>
              <a:avLst/>
              <a:gdLst/>
              <a:ahLst/>
              <a:cxnLst/>
              <a:rect l="l" t="t" r="r" b="b"/>
              <a:pathLst>
                <a:path w="4059" h="1101" extrusionOk="0">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137"/>
            <p:cNvSpPr/>
            <p:nvPr/>
          </p:nvSpPr>
          <p:spPr>
            <a:xfrm>
              <a:off x="2788068" y="4589107"/>
              <a:ext cx="21139" cy="19380"/>
            </a:xfrm>
            <a:custGeom>
              <a:avLst/>
              <a:gdLst/>
              <a:ahLst/>
              <a:cxnLst/>
              <a:rect l="l" t="t" r="r" b="b"/>
              <a:pathLst>
                <a:path w="805" h="738" extrusionOk="0">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137"/>
            <p:cNvSpPr/>
            <p:nvPr/>
          </p:nvSpPr>
          <p:spPr>
            <a:xfrm>
              <a:off x="2838093" y="4439504"/>
              <a:ext cx="64363" cy="48161"/>
            </a:xfrm>
            <a:custGeom>
              <a:avLst/>
              <a:gdLst/>
              <a:ahLst/>
              <a:cxnLst/>
              <a:rect l="l" t="t" r="r" b="b"/>
              <a:pathLst>
                <a:path w="2451" h="1834" extrusionOk="0">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137"/>
            <p:cNvSpPr/>
            <p:nvPr/>
          </p:nvSpPr>
          <p:spPr>
            <a:xfrm>
              <a:off x="2838093" y="4463715"/>
              <a:ext cx="64363" cy="23949"/>
            </a:xfrm>
            <a:custGeom>
              <a:avLst/>
              <a:gdLst/>
              <a:ahLst/>
              <a:cxnLst/>
              <a:rect l="l" t="t" r="r" b="b"/>
              <a:pathLst>
                <a:path w="2451" h="912" extrusionOk="0">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137"/>
            <p:cNvSpPr/>
            <p:nvPr/>
          </p:nvSpPr>
          <p:spPr>
            <a:xfrm>
              <a:off x="2764197" y="4439504"/>
              <a:ext cx="64363" cy="48161"/>
            </a:xfrm>
            <a:custGeom>
              <a:avLst/>
              <a:gdLst/>
              <a:ahLst/>
              <a:cxnLst/>
              <a:rect l="l" t="t" r="r" b="b"/>
              <a:pathLst>
                <a:path w="2451" h="1834" extrusionOk="0">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137"/>
            <p:cNvSpPr/>
            <p:nvPr/>
          </p:nvSpPr>
          <p:spPr>
            <a:xfrm>
              <a:off x="2764197" y="4463715"/>
              <a:ext cx="64363" cy="23949"/>
            </a:xfrm>
            <a:custGeom>
              <a:avLst/>
              <a:gdLst/>
              <a:ahLst/>
              <a:cxnLst/>
              <a:rect l="l" t="t" r="r" b="b"/>
              <a:pathLst>
                <a:path w="2451" h="912" extrusionOk="0">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137"/>
            <p:cNvSpPr/>
            <p:nvPr/>
          </p:nvSpPr>
          <p:spPr>
            <a:xfrm>
              <a:off x="2765694" y="4502160"/>
              <a:ext cx="135239" cy="29175"/>
            </a:xfrm>
            <a:custGeom>
              <a:avLst/>
              <a:gdLst/>
              <a:ahLst/>
              <a:cxnLst/>
              <a:rect l="l" t="t" r="r" b="b"/>
              <a:pathLst>
                <a:path w="5150" h="1111" extrusionOk="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5" name="Google Shape;14475;p137"/>
          <p:cNvGrpSpPr/>
          <p:nvPr/>
        </p:nvGrpSpPr>
        <p:grpSpPr>
          <a:xfrm>
            <a:off x="1293506" y="2939716"/>
            <a:ext cx="374730" cy="272211"/>
            <a:chOff x="1293506" y="2939716"/>
            <a:chExt cx="374730" cy="272211"/>
          </a:xfrm>
        </p:grpSpPr>
        <p:sp>
          <p:nvSpPr>
            <p:cNvPr id="14476" name="Google Shape;14476;p137"/>
            <p:cNvSpPr/>
            <p:nvPr/>
          </p:nvSpPr>
          <p:spPr>
            <a:xfrm>
              <a:off x="1311599" y="2939716"/>
              <a:ext cx="338544" cy="248078"/>
            </a:xfrm>
            <a:custGeom>
              <a:avLst/>
              <a:gdLst/>
              <a:ahLst/>
              <a:cxnLst/>
              <a:rect l="l" t="t" r="r" b="b"/>
              <a:pathLst>
                <a:path w="12892" h="9447" extrusionOk="0">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137"/>
            <p:cNvSpPr/>
            <p:nvPr/>
          </p:nvSpPr>
          <p:spPr>
            <a:xfrm>
              <a:off x="1335706" y="2964112"/>
              <a:ext cx="290304" cy="193274"/>
            </a:xfrm>
            <a:custGeom>
              <a:avLst/>
              <a:gdLst/>
              <a:ahLst/>
              <a:cxnLst/>
              <a:rect l="l" t="t" r="r" b="b"/>
              <a:pathLst>
                <a:path w="11055" h="7360" extrusionOk="0">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137"/>
            <p:cNvSpPr/>
            <p:nvPr/>
          </p:nvSpPr>
          <p:spPr>
            <a:xfrm>
              <a:off x="1335706" y="3121173"/>
              <a:ext cx="169430" cy="36213"/>
            </a:xfrm>
            <a:custGeom>
              <a:avLst/>
              <a:gdLst/>
              <a:ahLst/>
              <a:cxnLst/>
              <a:rect l="l" t="t" r="r" b="b"/>
              <a:pathLst>
                <a:path w="6452" h="1379" extrusionOk="0">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137"/>
            <p:cNvSpPr/>
            <p:nvPr/>
          </p:nvSpPr>
          <p:spPr>
            <a:xfrm>
              <a:off x="1505109" y="2964112"/>
              <a:ext cx="120901" cy="96532"/>
            </a:xfrm>
            <a:custGeom>
              <a:avLst/>
              <a:gdLst/>
              <a:ahLst/>
              <a:cxnLst/>
              <a:rect l="l" t="t" r="r" b="b"/>
              <a:pathLst>
                <a:path w="4604" h="3676" extrusionOk="0">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137"/>
            <p:cNvSpPr/>
            <p:nvPr/>
          </p:nvSpPr>
          <p:spPr>
            <a:xfrm>
              <a:off x="1505109" y="3060617"/>
              <a:ext cx="120901" cy="96768"/>
            </a:xfrm>
            <a:custGeom>
              <a:avLst/>
              <a:gdLst/>
              <a:ahLst/>
              <a:cxnLst/>
              <a:rect l="l" t="t" r="r" b="b"/>
              <a:pathLst>
                <a:path w="4604" h="3685" extrusionOk="0">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137"/>
            <p:cNvSpPr/>
            <p:nvPr/>
          </p:nvSpPr>
          <p:spPr>
            <a:xfrm>
              <a:off x="1293506" y="3181755"/>
              <a:ext cx="374730" cy="30173"/>
            </a:xfrm>
            <a:custGeom>
              <a:avLst/>
              <a:gdLst/>
              <a:ahLst/>
              <a:cxnLst/>
              <a:rect l="l" t="t" r="r" b="b"/>
              <a:pathLst>
                <a:path w="14270" h="1149" extrusionOk="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137"/>
            <p:cNvSpPr/>
            <p:nvPr/>
          </p:nvSpPr>
          <p:spPr>
            <a:xfrm>
              <a:off x="1293506" y="3181755"/>
              <a:ext cx="374730" cy="12080"/>
            </a:xfrm>
            <a:custGeom>
              <a:avLst/>
              <a:gdLst/>
              <a:ahLst/>
              <a:cxnLst/>
              <a:rect l="l" t="t" r="r" b="b"/>
              <a:pathLst>
                <a:path w="14270" h="460" extrusionOk="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137"/>
            <p:cNvSpPr/>
            <p:nvPr/>
          </p:nvSpPr>
          <p:spPr>
            <a:xfrm>
              <a:off x="1444527" y="3181755"/>
              <a:ext cx="72661" cy="18119"/>
            </a:xfrm>
            <a:custGeom>
              <a:avLst/>
              <a:gdLst/>
              <a:ahLst/>
              <a:cxnLst/>
              <a:rect l="l" t="t" r="r" b="b"/>
              <a:pathLst>
                <a:path w="2767" h="690" extrusionOk="0">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137"/>
            <p:cNvSpPr/>
            <p:nvPr/>
          </p:nvSpPr>
          <p:spPr>
            <a:xfrm>
              <a:off x="1535256" y="3036484"/>
              <a:ext cx="60345" cy="24159"/>
            </a:xfrm>
            <a:custGeom>
              <a:avLst/>
              <a:gdLst/>
              <a:ahLst/>
              <a:cxnLst/>
              <a:rect l="l" t="t" r="r" b="b"/>
              <a:pathLst>
                <a:path w="2298" h="920" extrusionOk="0">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137"/>
            <p:cNvSpPr/>
            <p:nvPr/>
          </p:nvSpPr>
          <p:spPr>
            <a:xfrm>
              <a:off x="1553349" y="3018391"/>
              <a:ext cx="24422" cy="30435"/>
            </a:xfrm>
            <a:custGeom>
              <a:avLst/>
              <a:gdLst/>
              <a:ahLst/>
              <a:cxnLst/>
              <a:rect l="l" t="t" r="r" b="b"/>
              <a:pathLst>
                <a:path w="930" h="1159" extrusionOk="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137"/>
            <p:cNvSpPr/>
            <p:nvPr/>
          </p:nvSpPr>
          <p:spPr>
            <a:xfrm>
              <a:off x="1547335" y="2988245"/>
              <a:ext cx="36449" cy="42226"/>
            </a:xfrm>
            <a:custGeom>
              <a:avLst/>
              <a:gdLst/>
              <a:ahLst/>
              <a:cxnLst/>
              <a:rect l="l" t="t" r="r" b="b"/>
              <a:pathLst>
                <a:path w="1388" h="1608" extrusionOk="0">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137"/>
            <p:cNvSpPr/>
            <p:nvPr/>
          </p:nvSpPr>
          <p:spPr>
            <a:xfrm>
              <a:off x="1547335" y="2988245"/>
              <a:ext cx="24133" cy="42331"/>
            </a:xfrm>
            <a:custGeom>
              <a:avLst/>
              <a:gdLst/>
              <a:ahLst/>
              <a:cxnLst/>
              <a:rect l="l" t="t" r="r" b="b"/>
              <a:pathLst>
                <a:path w="919" h="1612" extrusionOk="0">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137"/>
            <p:cNvSpPr/>
            <p:nvPr/>
          </p:nvSpPr>
          <p:spPr>
            <a:xfrm>
              <a:off x="1547335" y="2988245"/>
              <a:ext cx="36449" cy="17857"/>
            </a:xfrm>
            <a:custGeom>
              <a:avLst/>
              <a:gdLst/>
              <a:ahLst/>
              <a:cxnLst/>
              <a:rect l="l" t="t" r="r" b="b"/>
              <a:pathLst>
                <a:path w="1388" h="680" extrusionOk="0">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137"/>
            <p:cNvSpPr/>
            <p:nvPr/>
          </p:nvSpPr>
          <p:spPr>
            <a:xfrm>
              <a:off x="1547335" y="2988245"/>
              <a:ext cx="24133" cy="15099"/>
            </a:xfrm>
            <a:custGeom>
              <a:avLst/>
              <a:gdLst/>
              <a:ahLst/>
              <a:cxnLst/>
              <a:rect l="l" t="t" r="r" b="b"/>
              <a:pathLst>
                <a:path w="919" h="575" extrusionOk="0">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137"/>
            <p:cNvSpPr/>
            <p:nvPr/>
          </p:nvSpPr>
          <p:spPr>
            <a:xfrm>
              <a:off x="1535256" y="3133252"/>
              <a:ext cx="60345" cy="24133"/>
            </a:xfrm>
            <a:custGeom>
              <a:avLst/>
              <a:gdLst/>
              <a:ahLst/>
              <a:cxnLst/>
              <a:rect l="l" t="t" r="r" b="b"/>
              <a:pathLst>
                <a:path w="2298" h="919" extrusionOk="0">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137"/>
            <p:cNvSpPr/>
            <p:nvPr/>
          </p:nvSpPr>
          <p:spPr>
            <a:xfrm>
              <a:off x="1553349" y="3115159"/>
              <a:ext cx="24422" cy="30173"/>
            </a:xfrm>
            <a:custGeom>
              <a:avLst/>
              <a:gdLst/>
              <a:ahLst/>
              <a:cxnLst/>
              <a:rect l="l" t="t" r="r" b="b"/>
              <a:pathLst>
                <a:path w="930" h="1149" extrusionOk="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137"/>
            <p:cNvSpPr/>
            <p:nvPr/>
          </p:nvSpPr>
          <p:spPr>
            <a:xfrm>
              <a:off x="1547335" y="3084986"/>
              <a:ext cx="36449" cy="42252"/>
            </a:xfrm>
            <a:custGeom>
              <a:avLst/>
              <a:gdLst/>
              <a:ahLst/>
              <a:cxnLst/>
              <a:rect l="l" t="t" r="r" b="b"/>
              <a:pathLst>
                <a:path w="1388" h="1609" extrusionOk="0">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137"/>
            <p:cNvSpPr/>
            <p:nvPr/>
          </p:nvSpPr>
          <p:spPr>
            <a:xfrm>
              <a:off x="1547335" y="3084986"/>
              <a:ext cx="24133" cy="42331"/>
            </a:xfrm>
            <a:custGeom>
              <a:avLst/>
              <a:gdLst/>
              <a:ahLst/>
              <a:cxnLst/>
              <a:rect l="l" t="t" r="r" b="b"/>
              <a:pathLst>
                <a:path w="919" h="1612" extrusionOk="0">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137"/>
            <p:cNvSpPr/>
            <p:nvPr/>
          </p:nvSpPr>
          <p:spPr>
            <a:xfrm>
              <a:off x="1547335" y="3084986"/>
              <a:ext cx="36449" cy="17883"/>
            </a:xfrm>
            <a:custGeom>
              <a:avLst/>
              <a:gdLst/>
              <a:ahLst/>
              <a:cxnLst/>
              <a:rect l="l" t="t" r="r" b="b"/>
              <a:pathLst>
                <a:path w="1388" h="681" extrusionOk="0">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137"/>
            <p:cNvSpPr/>
            <p:nvPr/>
          </p:nvSpPr>
          <p:spPr>
            <a:xfrm>
              <a:off x="1547335" y="3084986"/>
              <a:ext cx="24133" cy="15099"/>
            </a:xfrm>
            <a:custGeom>
              <a:avLst/>
              <a:gdLst/>
              <a:ahLst/>
              <a:cxnLst/>
              <a:rect l="l" t="t" r="r" b="b"/>
              <a:pathLst>
                <a:path w="919" h="575" extrusionOk="0">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137"/>
            <p:cNvSpPr/>
            <p:nvPr/>
          </p:nvSpPr>
          <p:spPr>
            <a:xfrm>
              <a:off x="1384234" y="3042524"/>
              <a:ext cx="72399" cy="90755"/>
            </a:xfrm>
            <a:custGeom>
              <a:avLst/>
              <a:gdLst/>
              <a:ahLst/>
              <a:cxnLst/>
              <a:rect l="l" t="t" r="r" b="b"/>
              <a:pathLst>
                <a:path w="2757" h="3456" extrusionOk="0">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137"/>
            <p:cNvSpPr/>
            <p:nvPr/>
          </p:nvSpPr>
          <p:spPr>
            <a:xfrm>
              <a:off x="1407081" y="3042524"/>
              <a:ext cx="26680" cy="18251"/>
            </a:xfrm>
            <a:custGeom>
              <a:avLst/>
              <a:gdLst/>
              <a:ahLst/>
              <a:cxnLst/>
              <a:rect l="l" t="t" r="r" b="b"/>
              <a:pathLst>
                <a:path w="1016" h="695" extrusionOk="0">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137"/>
            <p:cNvSpPr/>
            <p:nvPr/>
          </p:nvSpPr>
          <p:spPr>
            <a:xfrm>
              <a:off x="1384234" y="3061615"/>
              <a:ext cx="72399" cy="71664"/>
            </a:xfrm>
            <a:custGeom>
              <a:avLst/>
              <a:gdLst/>
              <a:ahLst/>
              <a:cxnLst/>
              <a:rect l="l" t="t" r="r" b="b"/>
              <a:pathLst>
                <a:path w="2757" h="2729" extrusionOk="0">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137"/>
            <p:cNvSpPr/>
            <p:nvPr/>
          </p:nvSpPr>
          <p:spPr>
            <a:xfrm>
              <a:off x="1396288" y="2994258"/>
              <a:ext cx="48266" cy="54568"/>
            </a:xfrm>
            <a:custGeom>
              <a:avLst/>
              <a:gdLst/>
              <a:ahLst/>
              <a:cxnLst/>
              <a:rect l="l" t="t" r="r" b="b"/>
              <a:pathLst>
                <a:path w="1838" h="2078" extrusionOk="0">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137"/>
            <p:cNvSpPr/>
            <p:nvPr/>
          </p:nvSpPr>
          <p:spPr>
            <a:xfrm>
              <a:off x="1396025" y="2994258"/>
              <a:ext cx="33455" cy="54384"/>
            </a:xfrm>
            <a:custGeom>
              <a:avLst/>
              <a:gdLst/>
              <a:ahLst/>
              <a:cxnLst/>
              <a:rect l="l" t="t" r="r" b="b"/>
              <a:pathLst>
                <a:path w="1274" h="2071" extrusionOk="0">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137"/>
            <p:cNvSpPr/>
            <p:nvPr/>
          </p:nvSpPr>
          <p:spPr>
            <a:xfrm>
              <a:off x="1396288" y="2994258"/>
              <a:ext cx="48528" cy="24159"/>
            </a:xfrm>
            <a:custGeom>
              <a:avLst/>
              <a:gdLst/>
              <a:ahLst/>
              <a:cxnLst/>
              <a:rect l="l" t="t" r="r" b="b"/>
              <a:pathLst>
                <a:path w="1848" h="920" extrusionOk="0">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137"/>
            <p:cNvSpPr/>
            <p:nvPr/>
          </p:nvSpPr>
          <p:spPr>
            <a:xfrm>
              <a:off x="1396025" y="2994258"/>
              <a:ext cx="33455" cy="21901"/>
            </a:xfrm>
            <a:custGeom>
              <a:avLst/>
              <a:gdLst/>
              <a:ahLst/>
              <a:cxnLst/>
              <a:rect l="l" t="t" r="r" b="b"/>
              <a:pathLst>
                <a:path w="1274" h="834" extrusionOk="0">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137"/>
            <p:cNvSpPr/>
            <p:nvPr/>
          </p:nvSpPr>
          <p:spPr>
            <a:xfrm>
              <a:off x="1384234" y="3072434"/>
              <a:ext cx="30173" cy="60844"/>
            </a:xfrm>
            <a:custGeom>
              <a:avLst/>
              <a:gdLst/>
              <a:ahLst/>
              <a:cxnLst/>
              <a:rect l="l" t="t" r="r" b="b"/>
              <a:pathLst>
                <a:path w="1149" h="2317" extrusionOk="0">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137"/>
            <p:cNvSpPr/>
            <p:nvPr/>
          </p:nvSpPr>
          <p:spPr>
            <a:xfrm>
              <a:off x="1426434" y="3072434"/>
              <a:ext cx="30199" cy="60844"/>
            </a:xfrm>
            <a:custGeom>
              <a:avLst/>
              <a:gdLst/>
              <a:ahLst/>
              <a:cxnLst/>
              <a:rect l="l" t="t" r="r" b="b"/>
              <a:pathLst>
                <a:path w="1150" h="2317" extrusionOk="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137"/>
            <p:cNvSpPr/>
            <p:nvPr/>
          </p:nvSpPr>
          <p:spPr>
            <a:xfrm>
              <a:off x="1408341" y="3121173"/>
              <a:ext cx="24159" cy="12106"/>
            </a:xfrm>
            <a:custGeom>
              <a:avLst/>
              <a:gdLst/>
              <a:ahLst/>
              <a:cxnLst/>
              <a:rect l="l" t="t" r="r" b="b"/>
              <a:pathLst>
                <a:path w="920" h="461" extrusionOk="0">
                  <a:moveTo>
                    <a:pt x="1" y="1"/>
                  </a:moveTo>
                  <a:lnTo>
                    <a:pt x="1" y="460"/>
                  </a:lnTo>
                  <a:lnTo>
                    <a:pt x="920" y="460"/>
                  </a:lnTo>
                  <a:lnTo>
                    <a:pt x="920"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6" name="Google Shape;14506;p137"/>
          <p:cNvGrpSpPr/>
          <p:nvPr/>
        </p:nvGrpSpPr>
        <p:grpSpPr>
          <a:xfrm>
            <a:off x="6669900" y="1505474"/>
            <a:ext cx="345083" cy="369216"/>
            <a:chOff x="6669900" y="1505474"/>
            <a:chExt cx="345083" cy="369216"/>
          </a:xfrm>
        </p:grpSpPr>
        <p:sp>
          <p:nvSpPr>
            <p:cNvPr id="14507" name="Google Shape;14507;p137"/>
            <p:cNvSpPr/>
            <p:nvPr/>
          </p:nvSpPr>
          <p:spPr>
            <a:xfrm>
              <a:off x="6700309" y="1505474"/>
              <a:ext cx="48292" cy="42252"/>
            </a:xfrm>
            <a:custGeom>
              <a:avLst/>
              <a:gdLst/>
              <a:ahLst/>
              <a:cxnLst/>
              <a:rect l="l" t="t" r="r" b="b"/>
              <a:pathLst>
                <a:path w="1839" h="1609" extrusionOk="0">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137"/>
            <p:cNvSpPr/>
            <p:nvPr/>
          </p:nvSpPr>
          <p:spPr>
            <a:xfrm>
              <a:off x="6700309" y="1505474"/>
              <a:ext cx="33455" cy="42252"/>
            </a:xfrm>
            <a:custGeom>
              <a:avLst/>
              <a:gdLst/>
              <a:ahLst/>
              <a:cxnLst/>
              <a:rect l="l" t="t" r="r" b="b"/>
              <a:pathLst>
                <a:path w="1274" h="1609" extrusionOk="0">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137"/>
            <p:cNvSpPr/>
            <p:nvPr/>
          </p:nvSpPr>
          <p:spPr>
            <a:xfrm>
              <a:off x="6669900" y="1608255"/>
              <a:ext cx="109110" cy="84715"/>
            </a:xfrm>
            <a:custGeom>
              <a:avLst/>
              <a:gdLst/>
              <a:ahLst/>
              <a:cxnLst/>
              <a:rect l="l" t="t" r="r" b="b"/>
              <a:pathLst>
                <a:path w="4155" h="3226" extrusionOk="0">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137"/>
            <p:cNvSpPr/>
            <p:nvPr/>
          </p:nvSpPr>
          <p:spPr>
            <a:xfrm>
              <a:off x="6706086" y="1608255"/>
              <a:ext cx="36974" cy="24422"/>
            </a:xfrm>
            <a:custGeom>
              <a:avLst/>
              <a:gdLst/>
              <a:ahLst/>
              <a:cxnLst/>
              <a:rect l="l" t="t" r="r" b="b"/>
              <a:pathLst>
                <a:path w="1408" h="930" extrusionOk="0">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137"/>
            <p:cNvSpPr/>
            <p:nvPr/>
          </p:nvSpPr>
          <p:spPr>
            <a:xfrm>
              <a:off x="6669900" y="1640188"/>
              <a:ext cx="109110" cy="52783"/>
            </a:xfrm>
            <a:custGeom>
              <a:avLst/>
              <a:gdLst/>
              <a:ahLst/>
              <a:cxnLst/>
              <a:rect l="l" t="t" r="r" b="b"/>
              <a:pathLst>
                <a:path w="4155" h="2010" extrusionOk="0">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137"/>
            <p:cNvSpPr/>
            <p:nvPr/>
          </p:nvSpPr>
          <p:spPr>
            <a:xfrm>
              <a:off x="6681953" y="1523567"/>
              <a:ext cx="84741" cy="84715"/>
            </a:xfrm>
            <a:custGeom>
              <a:avLst/>
              <a:gdLst/>
              <a:ahLst/>
              <a:cxnLst/>
              <a:rect l="l" t="t" r="r" b="b"/>
              <a:pathLst>
                <a:path w="3227" h="3226" extrusionOk="0">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137"/>
            <p:cNvSpPr/>
            <p:nvPr/>
          </p:nvSpPr>
          <p:spPr>
            <a:xfrm>
              <a:off x="6697552" y="1523567"/>
              <a:ext cx="70902" cy="76180"/>
            </a:xfrm>
            <a:custGeom>
              <a:avLst/>
              <a:gdLst/>
              <a:ahLst/>
              <a:cxnLst/>
              <a:rect l="l" t="t" r="r" b="b"/>
              <a:pathLst>
                <a:path w="2700" h="2901" extrusionOk="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137"/>
            <p:cNvSpPr/>
            <p:nvPr/>
          </p:nvSpPr>
          <p:spPr>
            <a:xfrm>
              <a:off x="6687993" y="1560909"/>
              <a:ext cx="72661" cy="59453"/>
            </a:xfrm>
            <a:custGeom>
              <a:avLst/>
              <a:gdLst/>
              <a:ahLst/>
              <a:cxnLst/>
              <a:rect l="l" t="t" r="r" b="b"/>
              <a:pathLst>
                <a:path w="2767" h="2264" extrusionOk="0">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137"/>
            <p:cNvSpPr/>
            <p:nvPr/>
          </p:nvSpPr>
          <p:spPr>
            <a:xfrm>
              <a:off x="6688256" y="1560909"/>
              <a:ext cx="72661" cy="58954"/>
            </a:xfrm>
            <a:custGeom>
              <a:avLst/>
              <a:gdLst/>
              <a:ahLst/>
              <a:cxnLst/>
              <a:rect l="l" t="t" r="r" b="b"/>
              <a:pathLst>
                <a:path w="2767" h="2245" extrusionOk="0">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137"/>
            <p:cNvSpPr/>
            <p:nvPr/>
          </p:nvSpPr>
          <p:spPr>
            <a:xfrm>
              <a:off x="6669900" y="1652503"/>
              <a:ext cx="24396" cy="40467"/>
            </a:xfrm>
            <a:custGeom>
              <a:avLst/>
              <a:gdLst/>
              <a:ahLst/>
              <a:cxnLst/>
              <a:rect l="l" t="t" r="r" b="b"/>
              <a:pathLst>
                <a:path w="929" h="1541" extrusionOk="0">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137"/>
            <p:cNvSpPr/>
            <p:nvPr/>
          </p:nvSpPr>
          <p:spPr>
            <a:xfrm>
              <a:off x="6754588" y="1652503"/>
              <a:ext cx="24422" cy="40467"/>
            </a:xfrm>
            <a:custGeom>
              <a:avLst/>
              <a:gdLst/>
              <a:ahLst/>
              <a:cxnLst/>
              <a:rect l="l" t="t" r="r" b="b"/>
              <a:pathLst>
                <a:path w="930" h="1541" extrusionOk="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137"/>
            <p:cNvSpPr/>
            <p:nvPr/>
          </p:nvSpPr>
          <p:spPr>
            <a:xfrm>
              <a:off x="6767797" y="1578004"/>
              <a:ext cx="201440" cy="110791"/>
            </a:xfrm>
            <a:custGeom>
              <a:avLst/>
              <a:gdLst/>
              <a:ahLst/>
              <a:cxnLst/>
              <a:rect l="l" t="t" r="r" b="b"/>
              <a:pathLst>
                <a:path w="7671" h="4219" extrusionOk="0">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137"/>
            <p:cNvSpPr/>
            <p:nvPr/>
          </p:nvSpPr>
          <p:spPr>
            <a:xfrm>
              <a:off x="6711128" y="1710617"/>
              <a:ext cx="199917" cy="109557"/>
            </a:xfrm>
            <a:custGeom>
              <a:avLst/>
              <a:gdLst/>
              <a:ahLst/>
              <a:cxnLst/>
              <a:rect l="l" t="t" r="r" b="b"/>
              <a:pathLst>
                <a:path w="7613" h="4172" extrusionOk="0">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137"/>
            <p:cNvSpPr/>
            <p:nvPr/>
          </p:nvSpPr>
          <p:spPr>
            <a:xfrm>
              <a:off x="6893819" y="1795988"/>
              <a:ext cx="121164" cy="78701"/>
            </a:xfrm>
            <a:custGeom>
              <a:avLst/>
              <a:gdLst/>
              <a:ahLst/>
              <a:cxnLst/>
              <a:rect l="l" t="t" r="r" b="b"/>
              <a:pathLst>
                <a:path w="4614" h="2997" extrusionOk="0">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137"/>
            <p:cNvSpPr/>
            <p:nvPr/>
          </p:nvSpPr>
          <p:spPr>
            <a:xfrm>
              <a:off x="6893819" y="1812584"/>
              <a:ext cx="121164" cy="62105"/>
            </a:xfrm>
            <a:custGeom>
              <a:avLst/>
              <a:gdLst/>
              <a:ahLst/>
              <a:cxnLst/>
              <a:rect l="l" t="t" r="r" b="b"/>
              <a:pathLst>
                <a:path w="4614" h="2365" extrusionOk="0">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137"/>
            <p:cNvSpPr/>
            <p:nvPr/>
          </p:nvSpPr>
          <p:spPr>
            <a:xfrm>
              <a:off x="6912175" y="1711063"/>
              <a:ext cx="30173" cy="66622"/>
            </a:xfrm>
            <a:custGeom>
              <a:avLst/>
              <a:gdLst/>
              <a:ahLst/>
              <a:cxnLst/>
              <a:rect l="l" t="t" r="r" b="b"/>
              <a:pathLst>
                <a:path w="1149" h="2537" extrusionOk="0">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137"/>
            <p:cNvSpPr/>
            <p:nvPr/>
          </p:nvSpPr>
          <p:spPr>
            <a:xfrm>
              <a:off x="6924228" y="1705260"/>
              <a:ext cx="72661" cy="72425"/>
            </a:xfrm>
            <a:custGeom>
              <a:avLst/>
              <a:gdLst/>
              <a:ahLst/>
              <a:cxnLst/>
              <a:rect l="l" t="t" r="r" b="b"/>
              <a:pathLst>
                <a:path w="2767" h="2758" extrusionOk="0">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137"/>
            <p:cNvSpPr/>
            <p:nvPr/>
          </p:nvSpPr>
          <p:spPr>
            <a:xfrm>
              <a:off x="6936307" y="1795988"/>
              <a:ext cx="36213" cy="14679"/>
            </a:xfrm>
            <a:custGeom>
              <a:avLst/>
              <a:gdLst/>
              <a:ahLst/>
              <a:cxnLst/>
              <a:rect l="l" t="t" r="r" b="b"/>
              <a:pathLst>
                <a:path w="1379" h="559" extrusionOk="0">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137"/>
            <p:cNvSpPr/>
            <p:nvPr/>
          </p:nvSpPr>
          <p:spPr>
            <a:xfrm>
              <a:off x="6918214" y="1735433"/>
              <a:ext cx="72635" cy="66622"/>
            </a:xfrm>
            <a:custGeom>
              <a:avLst/>
              <a:gdLst/>
              <a:ahLst/>
              <a:cxnLst/>
              <a:rect l="l" t="t" r="r" b="b"/>
              <a:pathLst>
                <a:path w="2766" h="2537" extrusionOk="0">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137"/>
            <p:cNvSpPr/>
            <p:nvPr/>
          </p:nvSpPr>
          <p:spPr>
            <a:xfrm>
              <a:off x="6917952" y="1735433"/>
              <a:ext cx="72661" cy="65125"/>
            </a:xfrm>
            <a:custGeom>
              <a:avLst/>
              <a:gdLst/>
              <a:ahLst/>
              <a:cxnLst/>
              <a:rect l="l" t="t" r="r" b="b"/>
              <a:pathLst>
                <a:path w="2767" h="2480" extrusionOk="0">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137"/>
            <p:cNvSpPr/>
            <p:nvPr/>
          </p:nvSpPr>
          <p:spPr>
            <a:xfrm>
              <a:off x="6893819" y="1825898"/>
              <a:ext cx="24422" cy="48528"/>
            </a:xfrm>
            <a:custGeom>
              <a:avLst/>
              <a:gdLst/>
              <a:ahLst/>
              <a:cxnLst/>
              <a:rect l="l" t="t" r="r" b="b"/>
              <a:pathLst>
                <a:path w="930" h="1848" extrusionOk="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137"/>
            <p:cNvSpPr/>
            <p:nvPr/>
          </p:nvSpPr>
          <p:spPr>
            <a:xfrm>
              <a:off x="6990587" y="1825898"/>
              <a:ext cx="24396" cy="48528"/>
            </a:xfrm>
            <a:custGeom>
              <a:avLst/>
              <a:gdLst/>
              <a:ahLst/>
              <a:cxnLst/>
              <a:rect l="l" t="t" r="r" b="b"/>
              <a:pathLst>
                <a:path w="929" h="1848" extrusionOk="0">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9" name="Google Shape;14529;p137"/>
          <p:cNvGrpSpPr/>
          <p:nvPr/>
        </p:nvGrpSpPr>
        <p:grpSpPr>
          <a:xfrm>
            <a:off x="7117003" y="1518000"/>
            <a:ext cx="333003" cy="344085"/>
            <a:chOff x="7117003" y="1518000"/>
            <a:chExt cx="333003" cy="344085"/>
          </a:xfrm>
        </p:grpSpPr>
        <p:sp>
          <p:nvSpPr>
            <p:cNvPr id="14530" name="Google Shape;14530;p137"/>
            <p:cNvSpPr/>
            <p:nvPr/>
          </p:nvSpPr>
          <p:spPr>
            <a:xfrm>
              <a:off x="7161645" y="1518000"/>
              <a:ext cx="241119" cy="57116"/>
            </a:xfrm>
            <a:custGeom>
              <a:avLst/>
              <a:gdLst/>
              <a:ahLst/>
              <a:cxnLst/>
              <a:rect l="l" t="t" r="r" b="b"/>
              <a:pathLst>
                <a:path w="9182" h="2175" extrusionOk="0">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137"/>
            <p:cNvSpPr/>
            <p:nvPr/>
          </p:nvSpPr>
          <p:spPr>
            <a:xfrm>
              <a:off x="7168525" y="1808068"/>
              <a:ext cx="232217" cy="54017"/>
            </a:xfrm>
            <a:custGeom>
              <a:avLst/>
              <a:gdLst/>
              <a:ahLst/>
              <a:cxnLst/>
              <a:rect l="l" t="t" r="r" b="b"/>
              <a:pathLst>
                <a:path w="8843" h="2057" extrusionOk="0">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137"/>
            <p:cNvSpPr/>
            <p:nvPr/>
          </p:nvSpPr>
          <p:spPr>
            <a:xfrm>
              <a:off x="7174801" y="1735931"/>
              <a:ext cx="25157" cy="20141"/>
            </a:xfrm>
            <a:custGeom>
              <a:avLst/>
              <a:gdLst/>
              <a:ahLst/>
              <a:cxnLst/>
              <a:rect l="l" t="t" r="r" b="b"/>
              <a:pathLst>
                <a:path w="958" h="767" extrusionOk="0">
                  <a:moveTo>
                    <a:pt x="479" y="0"/>
                  </a:moveTo>
                  <a:lnTo>
                    <a:pt x="0" y="355"/>
                  </a:lnTo>
                  <a:lnTo>
                    <a:pt x="173" y="766"/>
                  </a:lnTo>
                  <a:lnTo>
                    <a:pt x="804" y="766"/>
                  </a:lnTo>
                  <a:lnTo>
                    <a:pt x="957" y="355"/>
                  </a:lnTo>
                  <a:lnTo>
                    <a:pt x="47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137"/>
            <p:cNvSpPr/>
            <p:nvPr/>
          </p:nvSpPr>
          <p:spPr>
            <a:xfrm>
              <a:off x="7173803" y="1756047"/>
              <a:ext cx="27652" cy="35714"/>
            </a:xfrm>
            <a:custGeom>
              <a:avLst/>
              <a:gdLst/>
              <a:ahLst/>
              <a:cxnLst/>
              <a:rect l="l" t="t" r="r" b="b"/>
              <a:pathLst>
                <a:path w="1053" h="1360" extrusionOk="0">
                  <a:moveTo>
                    <a:pt x="211" y="0"/>
                  </a:moveTo>
                  <a:lnTo>
                    <a:pt x="220" y="29"/>
                  </a:lnTo>
                  <a:lnTo>
                    <a:pt x="0" y="1359"/>
                  </a:lnTo>
                  <a:lnTo>
                    <a:pt x="1053" y="1359"/>
                  </a:lnTo>
                  <a:lnTo>
                    <a:pt x="833" y="29"/>
                  </a:lnTo>
                  <a:lnTo>
                    <a:pt x="84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137"/>
            <p:cNvSpPr/>
            <p:nvPr/>
          </p:nvSpPr>
          <p:spPr>
            <a:xfrm>
              <a:off x="7159964" y="1726373"/>
              <a:ext cx="23161" cy="65387"/>
            </a:xfrm>
            <a:custGeom>
              <a:avLst/>
              <a:gdLst/>
              <a:ahLst/>
              <a:cxnLst/>
              <a:rect l="l" t="t" r="r" b="b"/>
              <a:pathLst>
                <a:path w="882" h="2490" extrusionOk="0">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137"/>
            <p:cNvSpPr/>
            <p:nvPr/>
          </p:nvSpPr>
          <p:spPr>
            <a:xfrm>
              <a:off x="7192132" y="1725874"/>
              <a:ext cx="23398" cy="65886"/>
            </a:xfrm>
            <a:custGeom>
              <a:avLst/>
              <a:gdLst/>
              <a:ahLst/>
              <a:cxnLst/>
              <a:rect l="l" t="t" r="r" b="b"/>
              <a:pathLst>
                <a:path w="891" h="2509" extrusionOk="0">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137"/>
            <p:cNvSpPr/>
            <p:nvPr/>
          </p:nvSpPr>
          <p:spPr>
            <a:xfrm>
              <a:off x="7155447" y="1714057"/>
              <a:ext cx="63864" cy="37368"/>
            </a:xfrm>
            <a:custGeom>
              <a:avLst/>
              <a:gdLst/>
              <a:ahLst/>
              <a:cxnLst/>
              <a:rect l="l" t="t" r="r" b="b"/>
              <a:pathLst>
                <a:path w="2432" h="1423" extrusionOk="0">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137"/>
            <p:cNvSpPr/>
            <p:nvPr/>
          </p:nvSpPr>
          <p:spPr>
            <a:xfrm>
              <a:off x="7142133" y="1596202"/>
              <a:ext cx="90755" cy="64101"/>
            </a:xfrm>
            <a:custGeom>
              <a:avLst/>
              <a:gdLst/>
              <a:ahLst/>
              <a:cxnLst/>
              <a:rect l="l" t="t" r="r" b="b"/>
              <a:pathLst>
                <a:path w="3456" h="2441" extrusionOk="0">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137"/>
            <p:cNvSpPr/>
            <p:nvPr/>
          </p:nvSpPr>
          <p:spPr>
            <a:xfrm>
              <a:off x="7142133" y="1596202"/>
              <a:ext cx="49264" cy="64101"/>
            </a:xfrm>
            <a:custGeom>
              <a:avLst/>
              <a:gdLst/>
              <a:ahLst/>
              <a:cxnLst/>
              <a:rect l="l" t="t" r="r" b="b"/>
              <a:pathLst>
                <a:path w="1876" h="2441" extrusionOk="0">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137"/>
            <p:cNvSpPr/>
            <p:nvPr/>
          </p:nvSpPr>
          <p:spPr>
            <a:xfrm>
              <a:off x="7220546" y="1653685"/>
              <a:ext cx="19879" cy="26733"/>
            </a:xfrm>
            <a:custGeom>
              <a:avLst/>
              <a:gdLst/>
              <a:ahLst/>
              <a:cxnLst/>
              <a:rect l="l" t="t" r="r" b="b"/>
              <a:pathLst>
                <a:path w="757" h="1018" extrusionOk="0">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137"/>
            <p:cNvSpPr/>
            <p:nvPr/>
          </p:nvSpPr>
          <p:spPr>
            <a:xfrm>
              <a:off x="7134833" y="1653738"/>
              <a:ext cx="19879" cy="26628"/>
            </a:xfrm>
            <a:custGeom>
              <a:avLst/>
              <a:gdLst/>
              <a:ahLst/>
              <a:cxnLst/>
              <a:rect l="l" t="t" r="r" b="b"/>
              <a:pathLst>
                <a:path w="757" h="1014" extrusionOk="0">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137"/>
            <p:cNvSpPr/>
            <p:nvPr/>
          </p:nvSpPr>
          <p:spPr>
            <a:xfrm>
              <a:off x="7171019" y="1700349"/>
              <a:ext cx="33219" cy="38130"/>
            </a:xfrm>
            <a:custGeom>
              <a:avLst/>
              <a:gdLst/>
              <a:ahLst/>
              <a:cxnLst/>
              <a:rect l="l" t="t" r="r" b="b"/>
              <a:pathLst>
                <a:path w="1265" h="1452" extrusionOk="0">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137"/>
            <p:cNvSpPr/>
            <p:nvPr/>
          </p:nvSpPr>
          <p:spPr>
            <a:xfrm>
              <a:off x="7171019" y="1700428"/>
              <a:ext cx="20378" cy="38051"/>
            </a:xfrm>
            <a:custGeom>
              <a:avLst/>
              <a:gdLst/>
              <a:ahLst/>
              <a:cxnLst/>
              <a:rect l="l" t="t" r="r" b="b"/>
              <a:pathLst>
                <a:path w="776" h="1449" extrusionOk="0">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137"/>
            <p:cNvSpPr/>
            <p:nvPr/>
          </p:nvSpPr>
          <p:spPr>
            <a:xfrm>
              <a:off x="7151928" y="1633728"/>
              <a:ext cx="71401" cy="76338"/>
            </a:xfrm>
            <a:custGeom>
              <a:avLst/>
              <a:gdLst/>
              <a:ahLst/>
              <a:cxnLst/>
              <a:rect l="l" t="t" r="r" b="b"/>
              <a:pathLst>
                <a:path w="2719" h="2907" extrusionOk="0">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137"/>
            <p:cNvSpPr/>
            <p:nvPr/>
          </p:nvSpPr>
          <p:spPr>
            <a:xfrm>
              <a:off x="7151928" y="1633728"/>
              <a:ext cx="51785" cy="76338"/>
            </a:xfrm>
            <a:custGeom>
              <a:avLst/>
              <a:gdLst/>
              <a:ahLst/>
              <a:cxnLst/>
              <a:rect l="l" t="t" r="r" b="b"/>
              <a:pathLst>
                <a:path w="1972" h="2907" extrusionOk="0">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137"/>
            <p:cNvSpPr/>
            <p:nvPr/>
          </p:nvSpPr>
          <p:spPr>
            <a:xfrm>
              <a:off x="7117003" y="1723353"/>
              <a:ext cx="61081" cy="68407"/>
            </a:xfrm>
            <a:custGeom>
              <a:avLst/>
              <a:gdLst/>
              <a:ahLst/>
              <a:cxnLst/>
              <a:rect l="l" t="t" r="r" b="b"/>
              <a:pathLst>
                <a:path w="2326" h="2605" extrusionOk="0">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137"/>
            <p:cNvSpPr/>
            <p:nvPr/>
          </p:nvSpPr>
          <p:spPr>
            <a:xfrm>
              <a:off x="7197174" y="1723616"/>
              <a:ext cx="60319" cy="68145"/>
            </a:xfrm>
            <a:custGeom>
              <a:avLst/>
              <a:gdLst/>
              <a:ahLst/>
              <a:cxnLst/>
              <a:rect l="l" t="t" r="r" b="b"/>
              <a:pathLst>
                <a:path w="2297" h="2595" extrusionOk="0">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137"/>
            <p:cNvSpPr/>
            <p:nvPr/>
          </p:nvSpPr>
          <p:spPr>
            <a:xfrm>
              <a:off x="7136094"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137"/>
            <p:cNvSpPr/>
            <p:nvPr/>
          </p:nvSpPr>
          <p:spPr>
            <a:xfrm>
              <a:off x="7227583" y="1759303"/>
              <a:ext cx="11082" cy="32457"/>
            </a:xfrm>
            <a:custGeom>
              <a:avLst/>
              <a:gdLst/>
              <a:ahLst/>
              <a:cxnLst/>
              <a:rect l="l" t="t" r="r" b="b"/>
              <a:pathLst>
                <a:path w="422" h="1236" extrusionOk="0">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137"/>
            <p:cNvSpPr/>
            <p:nvPr/>
          </p:nvSpPr>
          <p:spPr>
            <a:xfrm>
              <a:off x="7117003" y="1723353"/>
              <a:ext cx="42988" cy="68407"/>
            </a:xfrm>
            <a:custGeom>
              <a:avLst/>
              <a:gdLst/>
              <a:ahLst/>
              <a:cxnLst/>
              <a:rect l="l" t="t" r="r" b="b"/>
              <a:pathLst>
                <a:path w="1637" h="2605" extrusionOk="0">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137"/>
            <p:cNvSpPr/>
            <p:nvPr/>
          </p:nvSpPr>
          <p:spPr>
            <a:xfrm>
              <a:off x="7367313" y="1735931"/>
              <a:ext cx="25393" cy="20141"/>
            </a:xfrm>
            <a:custGeom>
              <a:avLst/>
              <a:gdLst/>
              <a:ahLst/>
              <a:cxnLst/>
              <a:rect l="l" t="t" r="r" b="b"/>
              <a:pathLst>
                <a:path w="967" h="767" extrusionOk="0">
                  <a:moveTo>
                    <a:pt x="488" y="0"/>
                  </a:moveTo>
                  <a:lnTo>
                    <a:pt x="0" y="355"/>
                  </a:lnTo>
                  <a:lnTo>
                    <a:pt x="172" y="766"/>
                  </a:lnTo>
                  <a:lnTo>
                    <a:pt x="814" y="766"/>
                  </a:lnTo>
                  <a:lnTo>
                    <a:pt x="967" y="355"/>
                  </a:lnTo>
                  <a:lnTo>
                    <a:pt x="4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137"/>
            <p:cNvSpPr/>
            <p:nvPr/>
          </p:nvSpPr>
          <p:spPr>
            <a:xfrm>
              <a:off x="7366551" y="1756047"/>
              <a:ext cx="27415" cy="35714"/>
            </a:xfrm>
            <a:custGeom>
              <a:avLst/>
              <a:gdLst/>
              <a:ahLst/>
              <a:cxnLst/>
              <a:rect l="l" t="t" r="r" b="b"/>
              <a:pathLst>
                <a:path w="1044" h="1360" extrusionOk="0">
                  <a:moveTo>
                    <a:pt x="201" y="0"/>
                  </a:moveTo>
                  <a:lnTo>
                    <a:pt x="221" y="29"/>
                  </a:lnTo>
                  <a:lnTo>
                    <a:pt x="0" y="1359"/>
                  </a:lnTo>
                  <a:lnTo>
                    <a:pt x="1044" y="1359"/>
                  </a:lnTo>
                  <a:lnTo>
                    <a:pt x="833" y="29"/>
                  </a:lnTo>
                  <a:lnTo>
                    <a:pt x="8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137"/>
            <p:cNvSpPr/>
            <p:nvPr/>
          </p:nvSpPr>
          <p:spPr>
            <a:xfrm>
              <a:off x="7352476" y="1726373"/>
              <a:ext cx="23398" cy="65387"/>
            </a:xfrm>
            <a:custGeom>
              <a:avLst/>
              <a:gdLst/>
              <a:ahLst/>
              <a:cxnLst/>
              <a:rect l="l" t="t" r="r" b="b"/>
              <a:pathLst>
                <a:path w="891" h="2490" extrusionOk="0">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137"/>
            <p:cNvSpPr/>
            <p:nvPr/>
          </p:nvSpPr>
          <p:spPr>
            <a:xfrm>
              <a:off x="7384907" y="1725874"/>
              <a:ext cx="23398" cy="65886"/>
            </a:xfrm>
            <a:custGeom>
              <a:avLst/>
              <a:gdLst/>
              <a:ahLst/>
              <a:cxnLst/>
              <a:rect l="l" t="t" r="r" b="b"/>
              <a:pathLst>
                <a:path w="891" h="2509" extrusionOk="0">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137"/>
            <p:cNvSpPr/>
            <p:nvPr/>
          </p:nvSpPr>
          <p:spPr>
            <a:xfrm>
              <a:off x="7348196" y="1714057"/>
              <a:ext cx="63628" cy="37368"/>
            </a:xfrm>
            <a:custGeom>
              <a:avLst/>
              <a:gdLst/>
              <a:ahLst/>
              <a:cxnLst/>
              <a:rect l="l" t="t" r="r" b="b"/>
              <a:pathLst>
                <a:path w="2423" h="1423" extrusionOk="0">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137"/>
            <p:cNvSpPr/>
            <p:nvPr/>
          </p:nvSpPr>
          <p:spPr>
            <a:xfrm>
              <a:off x="7334882" y="1596202"/>
              <a:ext cx="90755" cy="64101"/>
            </a:xfrm>
            <a:custGeom>
              <a:avLst/>
              <a:gdLst/>
              <a:ahLst/>
              <a:cxnLst/>
              <a:rect l="l" t="t" r="r" b="b"/>
              <a:pathLst>
                <a:path w="3456" h="2441" extrusionOk="0">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137"/>
            <p:cNvSpPr/>
            <p:nvPr/>
          </p:nvSpPr>
          <p:spPr>
            <a:xfrm>
              <a:off x="7334645" y="1596202"/>
              <a:ext cx="49264" cy="64101"/>
            </a:xfrm>
            <a:custGeom>
              <a:avLst/>
              <a:gdLst/>
              <a:ahLst/>
              <a:cxnLst/>
              <a:rect l="l" t="t" r="r" b="b"/>
              <a:pathLst>
                <a:path w="1876" h="2441" extrusionOk="0">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137"/>
            <p:cNvSpPr/>
            <p:nvPr/>
          </p:nvSpPr>
          <p:spPr>
            <a:xfrm>
              <a:off x="7413294" y="1653685"/>
              <a:ext cx="19879" cy="26733"/>
            </a:xfrm>
            <a:custGeom>
              <a:avLst/>
              <a:gdLst/>
              <a:ahLst/>
              <a:cxnLst/>
              <a:rect l="l" t="t" r="r" b="b"/>
              <a:pathLst>
                <a:path w="757" h="1018" extrusionOk="0">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137"/>
            <p:cNvSpPr/>
            <p:nvPr/>
          </p:nvSpPr>
          <p:spPr>
            <a:xfrm>
              <a:off x="7327345" y="1653738"/>
              <a:ext cx="20141" cy="26628"/>
            </a:xfrm>
            <a:custGeom>
              <a:avLst/>
              <a:gdLst/>
              <a:ahLst/>
              <a:cxnLst/>
              <a:rect l="l" t="t" r="r" b="b"/>
              <a:pathLst>
                <a:path w="767" h="1014" extrusionOk="0">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137"/>
            <p:cNvSpPr/>
            <p:nvPr/>
          </p:nvSpPr>
          <p:spPr>
            <a:xfrm>
              <a:off x="7363794" y="1700349"/>
              <a:ext cx="33193" cy="38130"/>
            </a:xfrm>
            <a:custGeom>
              <a:avLst/>
              <a:gdLst/>
              <a:ahLst/>
              <a:cxnLst/>
              <a:rect l="l" t="t" r="r" b="b"/>
              <a:pathLst>
                <a:path w="1264" h="1452" extrusionOk="0">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137"/>
            <p:cNvSpPr/>
            <p:nvPr/>
          </p:nvSpPr>
          <p:spPr>
            <a:xfrm>
              <a:off x="7363531" y="1700428"/>
              <a:ext cx="20640" cy="38051"/>
            </a:xfrm>
            <a:custGeom>
              <a:avLst/>
              <a:gdLst/>
              <a:ahLst/>
              <a:cxnLst/>
              <a:rect l="l" t="t" r="r" b="b"/>
              <a:pathLst>
                <a:path w="786" h="1449" extrusionOk="0">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137"/>
            <p:cNvSpPr/>
            <p:nvPr/>
          </p:nvSpPr>
          <p:spPr>
            <a:xfrm>
              <a:off x="7344677" y="1633728"/>
              <a:ext cx="71401" cy="76338"/>
            </a:xfrm>
            <a:custGeom>
              <a:avLst/>
              <a:gdLst/>
              <a:ahLst/>
              <a:cxnLst/>
              <a:rect l="l" t="t" r="r" b="b"/>
              <a:pathLst>
                <a:path w="2719"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137"/>
            <p:cNvSpPr/>
            <p:nvPr/>
          </p:nvSpPr>
          <p:spPr>
            <a:xfrm>
              <a:off x="7344677" y="1633728"/>
              <a:ext cx="51811" cy="76338"/>
            </a:xfrm>
            <a:custGeom>
              <a:avLst/>
              <a:gdLst/>
              <a:ahLst/>
              <a:cxnLst/>
              <a:rect l="l" t="t" r="r" b="b"/>
              <a:pathLst>
                <a:path w="1973"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137"/>
            <p:cNvSpPr/>
            <p:nvPr/>
          </p:nvSpPr>
          <p:spPr>
            <a:xfrm>
              <a:off x="7309751" y="1723353"/>
              <a:ext cx="61107" cy="68407"/>
            </a:xfrm>
            <a:custGeom>
              <a:avLst/>
              <a:gdLst/>
              <a:ahLst/>
              <a:cxnLst/>
              <a:rect l="l" t="t" r="r" b="b"/>
              <a:pathLst>
                <a:path w="2327" h="2605" extrusionOk="0">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137"/>
            <p:cNvSpPr/>
            <p:nvPr/>
          </p:nvSpPr>
          <p:spPr>
            <a:xfrm>
              <a:off x="7389660" y="1723616"/>
              <a:ext cx="60345" cy="68145"/>
            </a:xfrm>
            <a:custGeom>
              <a:avLst/>
              <a:gdLst/>
              <a:ahLst/>
              <a:cxnLst/>
              <a:rect l="l" t="t" r="r" b="b"/>
              <a:pathLst>
                <a:path w="2298" h="2595" extrusionOk="0">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137"/>
            <p:cNvSpPr/>
            <p:nvPr/>
          </p:nvSpPr>
          <p:spPr>
            <a:xfrm>
              <a:off x="7328842" y="1759303"/>
              <a:ext cx="10845" cy="32457"/>
            </a:xfrm>
            <a:custGeom>
              <a:avLst/>
              <a:gdLst/>
              <a:ahLst/>
              <a:cxnLst/>
              <a:rect l="l" t="t" r="r" b="b"/>
              <a:pathLst>
                <a:path w="413" h="1236" extrusionOk="0">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137"/>
            <p:cNvSpPr/>
            <p:nvPr/>
          </p:nvSpPr>
          <p:spPr>
            <a:xfrm>
              <a:off x="7420332"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137"/>
            <p:cNvSpPr/>
            <p:nvPr/>
          </p:nvSpPr>
          <p:spPr>
            <a:xfrm>
              <a:off x="7309751" y="1723353"/>
              <a:ext cx="42751" cy="68407"/>
            </a:xfrm>
            <a:custGeom>
              <a:avLst/>
              <a:gdLst/>
              <a:ahLst/>
              <a:cxnLst/>
              <a:rect l="l" t="t" r="r" b="b"/>
              <a:pathLst>
                <a:path w="1628" h="2605" extrusionOk="0">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8" name="Google Shape;14568;p137"/>
          <p:cNvGrpSpPr/>
          <p:nvPr/>
        </p:nvGrpSpPr>
        <p:grpSpPr>
          <a:xfrm>
            <a:off x="2200238" y="4289165"/>
            <a:ext cx="374756" cy="329300"/>
            <a:chOff x="2200238" y="4289165"/>
            <a:chExt cx="374756" cy="329300"/>
          </a:xfrm>
        </p:grpSpPr>
        <p:sp>
          <p:nvSpPr>
            <p:cNvPr id="14569" name="Google Shape;14569;p137"/>
            <p:cNvSpPr/>
            <p:nvPr/>
          </p:nvSpPr>
          <p:spPr>
            <a:xfrm>
              <a:off x="2437733" y="4289165"/>
              <a:ext cx="54568" cy="65991"/>
            </a:xfrm>
            <a:custGeom>
              <a:avLst/>
              <a:gdLst/>
              <a:ahLst/>
              <a:cxnLst/>
              <a:rect l="l" t="t" r="r" b="b"/>
              <a:pathLst>
                <a:path w="2078" h="2513" extrusionOk="0">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137"/>
            <p:cNvSpPr/>
            <p:nvPr/>
          </p:nvSpPr>
          <p:spPr>
            <a:xfrm>
              <a:off x="2448552" y="4306575"/>
              <a:ext cx="40493" cy="48844"/>
            </a:xfrm>
            <a:custGeom>
              <a:avLst/>
              <a:gdLst/>
              <a:ahLst/>
              <a:cxnLst/>
              <a:rect l="l" t="t" r="r" b="b"/>
              <a:pathLst>
                <a:path w="1542" h="1860" extrusionOk="0">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137"/>
            <p:cNvSpPr/>
            <p:nvPr/>
          </p:nvSpPr>
          <p:spPr>
            <a:xfrm>
              <a:off x="2282930" y="4552658"/>
              <a:ext cx="54805" cy="65808"/>
            </a:xfrm>
            <a:custGeom>
              <a:avLst/>
              <a:gdLst/>
              <a:ahLst/>
              <a:cxnLst/>
              <a:rect l="l" t="t" r="r" b="b"/>
              <a:pathLst>
                <a:path w="2087" h="2506" extrusionOk="0">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137"/>
            <p:cNvSpPr/>
            <p:nvPr/>
          </p:nvSpPr>
          <p:spPr>
            <a:xfrm>
              <a:off x="2300026" y="4558960"/>
              <a:ext cx="37709" cy="54542"/>
            </a:xfrm>
            <a:custGeom>
              <a:avLst/>
              <a:gdLst/>
              <a:ahLst/>
              <a:cxnLst/>
              <a:rect l="l" t="t" r="r" b="b"/>
              <a:pathLst>
                <a:path w="1436" h="2077" extrusionOk="0">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137"/>
            <p:cNvSpPr/>
            <p:nvPr/>
          </p:nvSpPr>
          <p:spPr>
            <a:xfrm>
              <a:off x="2282930" y="4289349"/>
              <a:ext cx="54805" cy="66070"/>
            </a:xfrm>
            <a:custGeom>
              <a:avLst/>
              <a:gdLst/>
              <a:ahLst/>
              <a:cxnLst/>
              <a:rect l="l" t="t" r="r" b="b"/>
              <a:pathLst>
                <a:path w="2087" h="2516" extrusionOk="0">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137"/>
            <p:cNvSpPr/>
            <p:nvPr/>
          </p:nvSpPr>
          <p:spPr>
            <a:xfrm>
              <a:off x="2300026" y="4294312"/>
              <a:ext cx="37709" cy="54805"/>
            </a:xfrm>
            <a:custGeom>
              <a:avLst/>
              <a:gdLst/>
              <a:ahLst/>
              <a:cxnLst/>
              <a:rect l="l" t="t" r="r" b="b"/>
              <a:pathLst>
                <a:path w="1436" h="2087" extrusionOk="0">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137"/>
            <p:cNvSpPr/>
            <p:nvPr/>
          </p:nvSpPr>
          <p:spPr>
            <a:xfrm>
              <a:off x="2437497" y="4552658"/>
              <a:ext cx="54542" cy="65808"/>
            </a:xfrm>
            <a:custGeom>
              <a:avLst/>
              <a:gdLst/>
              <a:ahLst/>
              <a:cxnLst/>
              <a:rect l="l" t="t" r="r" b="b"/>
              <a:pathLst>
                <a:path w="2077" h="2506" extrusionOk="0">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137"/>
            <p:cNvSpPr/>
            <p:nvPr/>
          </p:nvSpPr>
          <p:spPr>
            <a:xfrm>
              <a:off x="2448552" y="4552658"/>
              <a:ext cx="40493" cy="48791"/>
            </a:xfrm>
            <a:custGeom>
              <a:avLst/>
              <a:gdLst/>
              <a:ahLst/>
              <a:cxnLst/>
              <a:rect l="l" t="t" r="r" b="b"/>
              <a:pathLst>
                <a:path w="1542" h="1858" extrusionOk="0">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137"/>
            <p:cNvSpPr/>
            <p:nvPr/>
          </p:nvSpPr>
          <p:spPr>
            <a:xfrm>
              <a:off x="2200238" y="4437482"/>
              <a:ext cx="66385" cy="33088"/>
            </a:xfrm>
            <a:custGeom>
              <a:avLst/>
              <a:gdLst/>
              <a:ahLst/>
              <a:cxnLst/>
              <a:rect l="l" t="t" r="r" b="b"/>
              <a:pathLst>
                <a:path w="2528" h="1260" extrusionOk="0">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137"/>
            <p:cNvSpPr/>
            <p:nvPr/>
          </p:nvSpPr>
          <p:spPr>
            <a:xfrm>
              <a:off x="2212317" y="4437455"/>
              <a:ext cx="54306" cy="19537"/>
            </a:xfrm>
            <a:custGeom>
              <a:avLst/>
              <a:gdLst/>
              <a:ahLst/>
              <a:cxnLst/>
              <a:rect l="l" t="t" r="r" b="b"/>
              <a:pathLst>
                <a:path w="2068" h="744" extrusionOk="0">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137"/>
            <p:cNvSpPr/>
            <p:nvPr/>
          </p:nvSpPr>
          <p:spPr>
            <a:xfrm>
              <a:off x="2508346" y="4437482"/>
              <a:ext cx="66648" cy="33088"/>
            </a:xfrm>
            <a:custGeom>
              <a:avLst/>
              <a:gdLst/>
              <a:ahLst/>
              <a:cxnLst/>
              <a:rect l="l" t="t" r="r" b="b"/>
              <a:pathLst>
                <a:path w="2538" h="1260" extrusionOk="0">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137"/>
            <p:cNvSpPr/>
            <p:nvPr/>
          </p:nvSpPr>
          <p:spPr>
            <a:xfrm>
              <a:off x="2508346" y="4437455"/>
              <a:ext cx="54568" cy="19537"/>
            </a:xfrm>
            <a:custGeom>
              <a:avLst/>
              <a:gdLst/>
              <a:ahLst/>
              <a:cxnLst/>
              <a:rect l="l" t="t" r="r" b="b"/>
              <a:pathLst>
                <a:path w="2078" h="744" extrusionOk="0">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137"/>
            <p:cNvSpPr/>
            <p:nvPr/>
          </p:nvSpPr>
          <p:spPr>
            <a:xfrm>
              <a:off x="2250762" y="4326979"/>
              <a:ext cx="263913" cy="253960"/>
            </a:xfrm>
            <a:custGeom>
              <a:avLst/>
              <a:gdLst/>
              <a:ahLst/>
              <a:cxnLst/>
              <a:rect l="l" t="t" r="r" b="b"/>
              <a:pathLst>
                <a:path w="10050" h="9671" extrusionOk="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137"/>
            <p:cNvSpPr/>
            <p:nvPr/>
          </p:nvSpPr>
          <p:spPr>
            <a:xfrm>
              <a:off x="2270116" y="4345073"/>
              <a:ext cx="226204" cy="217669"/>
            </a:xfrm>
            <a:custGeom>
              <a:avLst/>
              <a:gdLst/>
              <a:ahLst/>
              <a:cxnLst/>
              <a:rect l="l" t="t" r="r" b="b"/>
              <a:pathLst>
                <a:path w="8614" h="8289" extrusionOk="0">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137"/>
            <p:cNvSpPr/>
            <p:nvPr/>
          </p:nvSpPr>
          <p:spPr>
            <a:xfrm>
              <a:off x="2390990" y="4408412"/>
              <a:ext cx="28177" cy="30934"/>
            </a:xfrm>
            <a:custGeom>
              <a:avLst/>
              <a:gdLst/>
              <a:ahLst/>
              <a:cxnLst/>
              <a:rect l="l" t="t" r="r" b="b"/>
              <a:pathLst>
                <a:path w="1073" h="1178" extrusionOk="0">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137"/>
            <p:cNvSpPr/>
            <p:nvPr/>
          </p:nvSpPr>
          <p:spPr>
            <a:xfrm>
              <a:off x="2390990" y="4468731"/>
              <a:ext cx="28177" cy="30934"/>
            </a:xfrm>
            <a:custGeom>
              <a:avLst/>
              <a:gdLst/>
              <a:ahLst/>
              <a:cxnLst/>
              <a:rect l="l" t="t" r="r" b="b"/>
              <a:pathLst>
                <a:path w="1073" h="1178" extrusionOk="0">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137"/>
            <p:cNvSpPr/>
            <p:nvPr/>
          </p:nvSpPr>
          <p:spPr>
            <a:xfrm>
              <a:off x="2410081" y="4444861"/>
              <a:ext cx="26181" cy="18119"/>
            </a:xfrm>
            <a:custGeom>
              <a:avLst/>
              <a:gdLst/>
              <a:ahLst/>
              <a:cxnLst/>
              <a:rect l="l" t="t" r="r" b="b"/>
              <a:pathLst>
                <a:path w="997" h="690" extrusionOk="0">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137"/>
            <p:cNvSpPr/>
            <p:nvPr/>
          </p:nvSpPr>
          <p:spPr>
            <a:xfrm>
              <a:off x="2338969" y="4444861"/>
              <a:ext cx="26155" cy="18119"/>
            </a:xfrm>
            <a:custGeom>
              <a:avLst/>
              <a:gdLst/>
              <a:ahLst/>
              <a:cxnLst/>
              <a:rect l="l" t="t" r="r" b="b"/>
              <a:pathLst>
                <a:path w="996" h="690" extrusionOk="0">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137"/>
            <p:cNvSpPr/>
            <p:nvPr/>
          </p:nvSpPr>
          <p:spPr>
            <a:xfrm>
              <a:off x="2356065" y="4408412"/>
              <a:ext cx="28177" cy="30934"/>
            </a:xfrm>
            <a:custGeom>
              <a:avLst/>
              <a:gdLst/>
              <a:ahLst/>
              <a:cxnLst/>
              <a:rect l="l" t="t" r="r" b="b"/>
              <a:pathLst>
                <a:path w="1073" h="1178" extrusionOk="0">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137"/>
            <p:cNvSpPr/>
            <p:nvPr/>
          </p:nvSpPr>
          <p:spPr>
            <a:xfrm>
              <a:off x="2356065" y="4468731"/>
              <a:ext cx="28177" cy="30934"/>
            </a:xfrm>
            <a:custGeom>
              <a:avLst/>
              <a:gdLst/>
              <a:ahLst/>
              <a:cxnLst/>
              <a:rect l="l" t="t" r="r" b="b"/>
              <a:pathLst>
                <a:path w="1073" h="1178" extrusionOk="0">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137"/>
            <p:cNvSpPr/>
            <p:nvPr/>
          </p:nvSpPr>
          <p:spPr>
            <a:xfrm>
              <a:off x="2338969" y="4417708"/>
              <a:ext cx="84977" cy="72583"/>
            </a:xfrm>
            <a:custGeom>
              <a:avLst/>
              <a:gdLst/>
              <a:ahLst/>
              <a:cxnLst/>
              <a:rect l="l" t="t" r="r" b="b"/>
              <a:pathLst>
                <a:path w="3236" h="2764" extrusionOk="0">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137"/>
            <p:cNvSpPr/>
            <p:nvPr/>
          </p:nvSpPr>
          <p:spPr>
            <a:xfrm>
              <a:off x="2355303" y="4429787"/>
              <a:ext cx="56564" cy="48423"/>
            </a:xfrm>
            <a:custGeom>
              <a:avLst/>
              <a:gdLst/>
              <a:ahLst/>
              <a:cxnLst/>
              <a:rect l="l" t="t" r="r" b="b"/>
              <a:pathLst>
                <a:path w="2154" h="1844" extrusionOk="0">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1" name="Google Shape;14591;p137"/>
          <p:cNvGrpSpPr/>
          <p:nvPr/>
        </p:nvGrpSpPr>
        <p:grpSpPr>
          <a:xfrm>
            <a:off x="7556043" y="1499959"/>
            <a:ext cx="337283" cy="380192"/>
            <a:chOff x="7556043" y="1499959"/>
            <a:chExt cx="337283" cy="380192"/>
          </a:xfrm>
        </p:grpSpPr>
        <p:sp>
          <p:nvSpPr>
            <p:cNvPr id="14592" name="Google Shape;14592;p137"/>
            <p:cNvSpPr/>
            <p:nvPr/>
          </p:nvSpPr>
          <p:spPr>
            <a:xfrm>
              <a:off x="7556043" y="1499959"/>
              <a:ext cx="337283" cy="380140"/>
            </a:xfrm>
            <a:custGeom>
              <a:avLst/>
              <a:gdLst/>
              <a:ahLst/>
              <a:cxnLst/>
              <a:rect l="l" t="t" r="r" b="b"/>
              <a:pathLst>
                <a:path w="12844" h="14476" extrusionOk="0">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137"/>
            <p:cNvSpPr/>
            <p:nvPr/>
          </p:nvSpPr>
          <p:spPr>
            <a:xfrm>
              <a:off x="7714628" y="1552479"/>
              <a:ext cx="178699" cy="327672"/>
            </a:xfrm>
            <a:custGeom>
              <a:avLst/>
              <a:gdLst/>
              <a:ahLst/>
              <a:cxnLst/>
              <a:rect l="l" t="t" r="r" b="b"/>
              <a:pathLst>
                <a:path w="6805" h="12478" extrusionOk="0">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137"/>
            <p:cNvSpPr/>
            <p:nvPr/>
          </p:nvSpPr>
          <p:spPr>
            <a:xfrm>
              <a:off x="7588974" y="1536382"/>
              <a:ext cx="271450" cy="305824"/>
            </a:xfrm>
            <a:custGeom>
              <a:avLst/>
              <a:gdLst/>
              <a:ahLst/>
              <a:cxnLst/>
              <a:rect l="l" t="t" r="r" b="b"/>
              <a:pathLst>
                <a:path w="10337" h="11646" extrusionOk="0">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137"/>
            <p:cNvSpPr/>
            <p:nvPr/>
          </p:nvSpPr>
          <p:spPr>
            <a:xfrm>
              <a:off x="7719906" y="1577846"/>
              <a:ext cx="140517" cy="264281"/>
            </a:xfrm>
            <a:custGeom>
              <a:avLst/>
              <a:gdLst/>
              <a:ahLst/>
              <a:cxnLst/>
              <a:rect l="l" t="t" r="r" b="b"/>
              <a:pathLst>
                <a:path w="5351" h="10064" extrusionOk="0">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137"/>
            <p:cNvSpPr/>
            <p:nvPr/>
          </p:nvSpPr>
          <p:spPr>
            <a:xfrm>
              <a:off x="7657565" y="1674352"/>
              <a:ext cx="134477" cy="90518"/>
            </a:xfrm>
            <a:custGeom>
              <a:avLst/>
              <a:gdLst/>
              <a:ahLst/>
              <a:cxnLst/>
              <a:rect l="l" t="t" r="r" b="b"/>
              <a:pathLst>
                <a:path w="5121" h="3447" extrusionOk="0">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137"/>
            <p:cNvSpPr/>
            <p:nvPr/>
          </p:nvSpPr>
          <p:spPr>
            <a:xfrm>
              <a:off x="7714365" y="1674352"/>
              <a:ext cx="77677" cy="90518"/>
            </a:xfrm>
            <a:custGeom>
              <a:avLst/>
              <a:gdLst/>
              <a:ahLst/>
              <a:cxnLst/>
              <a:rect l="l" t="t" r="r" b="b"/>
              <a:pathLst>
                <a:path w="2958" h="3447" extrusionOk="0">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137"/>
            <p:cNvSpPr/>
            <p:nvPr/>
          </p:nvSpPr>
          <p:spPr>
            <a:xfrm>
              <a:off x="7709586" y="1680076"/>
              <a:ext cx="30199" cy="17437"/>
            </a:xfrm>
            <a:custGeom>
              <a:avLst/>
              <a:gdLst/>
              <a:ahLst/>
              <a:cxnLst/>
              <a:rect l="l" t="t" r="r" b="b"/>
              <a:pathLst>
                <a:path w="1150" h="664" extrusionOk="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137"/>
            <p:cNvSpPr/>
            <p:nvPr/>
          </p:nvSpPr>
          <p:spPr>
            <a:xfrm>
              <a:off x="7702811" y="1690686"/>
              <a:ext cx="43749" cy="62866"/>
            </a:xfrm>
            <a:custGeom>
              <a:avLst/>
              <a:gdLst/>
              <a:ahLst/>
              <a:cxnLst/>
              <a:rect l="l" t="t" r="r" b="b"/>
              <a:pathLst>
                <a:path w="1666" h="2394" extrusionOk="0">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137"/>
            <p:cNvSpPr/>
            <p:nvPr/>
          </p:nvSpPr>
          <p:spPr>
            <a:xfrm>
              <a:off x="7714365" y="1690922"/>
              <a:ext cx="31958" cy="62630"/>
            </a:xfrm>
            <a:custGeom>
              <a:avLst/>
              <a:gdLst/>
              <a:ahLst/>
              <a:cxnLst/>
              <a:rect l="l" t="t" r="r" b="b"/>
              <a:pathLst>
                <a:path w="1217" h="2385" extrusionOk="0">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137"/>
            <p:cNvSpPr/>
            <p:nvPr/>
          </p:nvSpPr>
          <p:spPr>
            <a:xfrm>
              <a:off x="7701813" y="1674352"/>
              <a:ext cx="45745" cy="23161"/>
            </a:xfrm>
            <a:custGeom>
              <a:avLst/>
              <a:gdLst/>
              <a:ahLst/>
              <a:cxnLst/>
              <a:rect l="l" t="t" r="r" b="b"/>
              <a:pathLst>
                <a:path w="1742" h="882" extrusionOk="0">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137"/>
            <p:cNvSpPr/>
            <p:nvPr/>
          </p:nvSpPr>
          <p:spPr>
            <a:xfrm>
              <a:off x="7720667" y="1674851"/>
              <a:ext cx="26890" cy="22662"/>
            </a:xfrm>
            <a:custGeom>
              <a:avLst/>
              <a:gdLst/>
              <a:ahLst/>
              <a:cxnLst/>
              <a:rect l="l" t="t" r="r" b="b"/>
              <a:pathLst>
                <a:path w="1024" h="863" extrusionOk="0">
                  <a:moveTo>
                    <a:pt x="431" y="1"/>
                  </a:moveTo>
                  <a:lnTo>
                    <a:pt x="0" y="862"/>
                  </a:lnTo>
                  <a:lnTo>
                    <a:pt x="660" y="862"/>
                  </a:lnTo>
                  <a:lnTo>
                    <a:pt x="1024" y="144"/>
                  </a:lnTo>
                  <a:cubicBezTo>
                    <a:pt x="833" y="68"/>
                    <a:pt x="632" y="30"/>
                    <a:pt x="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137"/>
            <p:cNvSpPr/>
            <p:nvPr/>
          </p:nvSpPr>
          <p:spPr>
            <a:xfrm>
              <a:off x="7689733" y="1590162"/>
              <a:ext cx="69904" cy="95534"/>
            </a:xfrm>
            <a:custGeom>
              <a:avLst/>
              <a:gdLst/>
              <a:ahLst/>
              <a:cxnLst/>
              <a:rect l="l" t="t" r="r" b="b"/>
              <a:pathLst>
                <a:path w="2662" h="3638" extrusionOk="0">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137"/>
            <p:cNvSpPr/>
            <p:nvPr/>
          </p:nvSpPr>
          <p:spPr>
            <a:xfrm>
              <a:off x="7714365" y="1590162"/>
              <a:ext cx="45272" cy="95534"/>
            </a:xfrm>
            <a:custGeom>
              <a:avLst/>
              <a:gdLst/>
              <a:ahLst/>
              <a:cxnLst/>
              <a:rect l="l" t="t" r="r" b="b"/>
              <a:pathLst>
                <a:path w="1724" h="3638" extrusionOk="0">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137"/>
            <p:cNvSpPr/>
            <p:nvPr/>
          </p:nvSpPr>
          <p:spPr>
            <a:xfrm>
              <a:off x="7689733" y="1591423"/>
              <a:ext cx="69904" cy="46533"/>
            </a:xfrm>
            <a:custGeom>
              <a:avLst/>
              <a:gdLst/>
              <a:ahLst/>
              <a:cxnLst/>
              <a:rect l="l" t="t" r="r" b="b"/>
              <a:pathLst>
                <a:path w="2662" h="1772" extrusionOk="0">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6" name="Google Shape;14606;p137"/>
          <p:cNvGrpSpPr/>
          <p:nvPr/>
        </p:nvGrpSpPr>
        <p:grpSpPr>
          <a:xfrm>
            <a:off x="7992826" y="1517790"/>
            <a:ext cx="317431" cy="344584"/>
            <a:chOff x="7992826" y="1517790"/>
            <a:chExt cx="317431" cy="344584"/>
          </a:xfrm>
        </p:grpSpPr>
        <p:sp>
          <p:nvSpPr>
            <p:cNvPr id="14607" name="Google Shape;14607;p137"/>
            <p:cNvSpPr/>
            <p:nvPr/>
          </p:nvSpPr>
          <p:spPr>
            <a:xfrm>
              <a:off x="8021239" y="1517790"/>
              <a:ext cx="289018" cy="289044"/>
            </a:xfrm>
            <a:custGeom>
              <a:avLst/>
              <a:gdLst/>
              <a:ahLst/>
              <a:cxnLst/>
              <a:rect l="l" t="t" r="r" b="b"/>
              <a:pathLst>
                <a:path w="11006" h="11007" extrusionOk="0">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137"/>
            <p:cNvSpPr/>
            <p:nvPr/>
          </p:nvSpPr>
          <p:spPr>
            <a:xfrm>
              <a:off x="7992826" y="1520810"/>
              <a:ext cx="274706" cy="285866"/>
            </a:xfrm>
            <a:custGeom>
              <a:avLst/>
              <a:gdLst/>
              <a:ahLst/>
              <a:cxnLst/>
              <a:rect l="l" t="t" r="r" b="b"/>
              <a:pathLst>
                <a:path w="10461" h="10886" extrusionOk="0">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137"/>
            <p:cNvSpPr/>
            <p:nvPr/>
          </p:nvSpPr>
          <p:spPr>
            <a:xfrm>
              <a:off x="8021476" y="1517790"/>
              <a:ext cx="288781" cy="288781"/>
            </a:xfrm>
            <a:custGeom>
              <a:avLst/>
              <a:gdLst/>
              <a:ahLst/>
              <a:cxnLst/>
              <a:rect l="l" t="t" r="r" b="b"/>
              <a:pathLst>
                <a:path w="10997" h="10997" extrusionOk="0">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137"/>
            <p:cNvSpPr/>
            <p:nvPr/>
          </p:nvSpPr>
          <p:spPr>
            <a:xfrm>
              <a:off x="8021476" y="1520810"/>
              <a:ext cx="217932" cy="285761"/>
            </a:xfrm>
            <a:custGeom>
              <a:avLst/>
              <a:gdLst/>
              <a:ahLst/>
              <a:cxnLst/>
              <a:rect l="l" t="t" r="r" b="b"/>
              <a:pathLst>
                <a:path w="8299" h="10882" extrusionOk="0">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137"/>
            <p:cNvSpPr/>
            <p:nvPr/>
          </p:nvSpPr>
          <p:spPr>
            <a:xfrm>
              <a:off x="8071238" y="1795752"/>
              <a:ext cx="189019" cy="66622"/>
            </a:xfrm>
            <a:custGeom>
              <a:avLst/>
              <a:gdLst/>
              <a:ahLst/>
              <a:cxnLst/>
              <a:rect l="l" t="t" r="r" b="b"/>
              <a:pathLst>
                <a:path w="7198" h="2537" extrusionOk="0">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137"/>
            <p:cNvSpPr/>
            <p:nvPr/>
          </p:nvSpPr>
          <p:spPr>
            <a:xfrm>
              <a:off x="8154666" y="1817863"/>
              <a:ext cx="22163" cy="44511"/>
            </a:xfrm>
            <a:custGeom>
              <a:avLst/>
              <a:gdLst/>
              <a:ahLst/>
              <a:cxnLst/>
              <a:rect l="l" t="t" r="r" b="b"/>
              <a:pathLst>
                <a:path w="844" h="1695" extrusionOk="0">
                  <a:moveTo>
                    <a:pt x="202" y="0"/>
                  </a:moveTo>
                  <a:lnTo>
                    <a:pt x="1" y="1694"/>
                  </a:lnTo>
                  <a:lnTo>
                    <a:pt x="843" y="1694"/>
                  </a:lnTo>
                  <a:lnTo>
                    <a:pt x="64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137"/>
            <p:cNvSpPr/>
            <p:nvPr/>
          </p:nvSpPr>
          <p:spPr>
            <a:xfrm>
              <a:off x="8155927" y="1806807"/>
              <a:ext cx="19642" cy="18618"/>
            </a:xfrm>
            <a:custGeom>
              <a:avLst/>
              <a:gdLst/>
              <a:ahLst/>
              <a:cxnLst/>
              <a:rect l="l" t="t" r="r" b="b"/>
              <a:pathLst>
                <a:path w="748" h="709" extrusionOk="0">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137"/>
            <p:cNvSpPr/>
            <p:nvPr/>
          </p:nvSpPr>
          <p:spPr>
            <a:xfrm>
              <a:off x="8226803" y="1818362"/>
              <a:ext cx="33455" cy="44012"/>
            </a:xfrm>
            <a:custGeom>
              <a:avLst/>
              <a:gdLst/>
              <a:ahLst/>
              <a:cxnLst/>
              <a:rect l="l" t="t" r="r" b="b"/>
              <a:pathLst>
                <a:path w="1274" h="1676" extrusionOk="0">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137"/>
            <p:cNvSpPr/>
            <p:nvPr/>
          </p:nvSpPr>
          <p:spPr>
            <a:xfrm>
              <a:off x="8104667" y="1623329"/>
              <a:ext cx="122162" cy="88995"/>
            </a:xfrm>
            <a:custGeom>
              <a:avLst/>
              <a:gdLst/>
              <a:ahLst/>
              <a:cxnLst/>
              <a:rect l="l" t="t" r="r" b="b"/>
              <a:pathLst>
                <a:path w="4652" h="3389" extrusionOk="0">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137"/>
            <p:cNvSpPr/>
            <p:nvPr/>
          </p:nvSpPr>
          <p:spPr>
            <a:xfrm>
              <a:off x="8132319" y="1623329"/>
              <a:ext cx="94772" cy="88995"/>
            </a:xfrm>
            <a:custGeom>
              <a:avLst/>
              <a:gdLst/>
              <a:ahLst/>
              <a:cxnLst/>
              <a:rect l="l" t="t" r="r" b="b"/>
              <a:pathLst>
                <a:path w="3609" h="3389" extrusionOk="0">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137"/>
            <p:cNvSpPr/>
            <p:nvPr/>
          </p:nvSpPr>
          <p:spPr>
            <a:xfrm>
              <a:off x="8132556" y="1756782"/>
              <a:ext cx="66622" cy="50052"/>
            </a:xfrm>
            <a:custGeom>
              <a:avLst/>
              <a:gdLst/>
              <a:ahLst/>
              <a:cxnLst/>
              <a:rect l="l" t="t" r="r" b="b"/>
              <a:pathLst>
                <a:path w="2537" h="1906" extrusionOk="0">
                  <a:moveTo>
                    <a:pt x="1" y="1"/>
                  </a:moveTo>
                  <a:lnTo>
                    <a:pt x="1" y="1905"/>
                  </a:lnTo>
                  <a:lnTo>
                    <a:pt x="2537" y="1905"/>
                  </a:lnTo>
                  <a:lnTo>
                    <a:pt x="253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137"/>
            <p:cNvSpPr/>
            <p:nvPr/>
          </p:nvSpPr>
          <p:spPr>
            <a:xfrm>
              <a:off x="8132556" y="1756546"/>
              <a:ext cx="66622" cy="27914"/>
            </a:xfrm>
            <a:custGeom>
              <a:avLst/>
              <a:gdLst/>
              <a:ahLst/>
              <a:cxnLst/>
              <a:rect l="l" t="t" r="r" b="b"/>
              <a:pathLst>
                <a:path w="2537" h="1063" extrusionOk="0">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137"/>
            <p:cNvSpPr/>
            <p:nvPr/>
          </p:nvSpPr>
          <p:spPr>
            <a:xfrm>
              <a:off x="8121264" y="1786324"/>
              <a:ext cx="44484" cy="39836"/>
            </a:xfrm>
            <a:custGeom>
              <a:avLst/>
              <a:gdLst/>
              <a:ahLst/>
              <a:cxnLst/>
              <a:rect l="l" t="t" r="r" b="b"/>
              <a:pathLst>
                <a:path w="1694" h="1517" extrusionOk="0">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137"/>
            <p:cNvSpPr/>
            <p:nvPr/>
          </p:nvSpPr>
          <p:spPr>
            <a:xfrm>
              <a:off x="8165748" y="1786324"/>
              <a:ext cx="44484" cy="39836"/>
            </a:xfrm>
            <a:custGeom>
              <a:avLst/>
              <a:gdLst/>
              <a:ahLst/>
              <a:cxnLst/>
              <a:rect l="l" t="t" r="r" b="b"/>
              <a:pathLst>
                <a:path w="1694" h="1517" extrusionOk="0">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137"/>
            <p:cNvSpPr/>
            <p:nvPr/>
          </p:nvSpPr>
          <p:spPr>
            <a:xfrm>
              <a:off x="8110182" y="1668365"/>
              <a:ext cx="110870" cy="105040"/>
            </a:xfrm>
            <a:custGeom>
              <a:avLst/>
              <a:gdLst/>
              <a:ahLst/>
              <a:cxnLst/>
              <a:rect l="l" t="t" r="r" b="b"/>
              <a:pathLst>
                <a:path w="4222" h="4000" extrusionOk="0">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137"/>
            <p:cNvSpPr/>
            <p:nvPr/>
          </p:nvSpPr>
          <p:spPr>
            <a:xfrm>
              <a:off x="8110445" y="1668259"/>
              <a:ext cx="100051" cy="104646"/>
            </a:xfrm>
            <a:custGeom>
              <a:avLst/>
              <a:gdLst/>
              <a:ahLst/>
              <a:cxnLst/>
              <a:rect l="l" t="t" r="r" b="b"/>
              <a:pathLst>
                <a:path w="3810" h="3985" extrusionOk="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137"/>
            <p:cNvSpPr/>
            <p:nvPr/>
          </p:nvSpPr>
          <p:spPr>
            <a:xfrm>
              <a:off x="8071238" y="1818362"/>
              <a:ext cx="33455" cy="44012"/>
            </a:xfrm>
            <a:custGeom>
              <a:avLst/>
              <a:gdLst/>
              <a:ahLst/>
              <a:cxnLst/>
              <a:rect l="l" t="t" r="r" b="b"/>
              <a:pathLst>
                <a:path w="1274" h="1676" extrusionOk="0">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4" name="Google Shape;14624;p137"/>
          <p:cNvGrpSpPr/>
          <p:nvPr/>
        </p:nvGrpSpPr>
        <p:grpSpPr>
          <a:xfrm>
            <a:off x="4864446" y="3340207"/>
            <a:ext cx="395607" cy="387414"/>
            <a:chOff x="4864446" y="3340207"/>
            <a:chExt cx="395607" cy="387414"/>
          </a:xfrm>
        </p:grpSpPr>
        <p:sp>
          <p:nvSpPr>
            <p:cNvPr id="14625" name="Google Shape;14625;p137"/>
            <p:cNvSpPr/>
            <p:nvPr/>
          </p:nvSpPr>
          <p:spPr>
            <a:xfrm>
              <a:off x="4939077" y="3412948"/>
              <a:ext cx="246581" cy="246581"/>
            </a:xfrm>
            <a:custGeom>
              <a:avLst/>
              <a:gdLst/>
              <a:ahLst/>
              <a:cxnLst/>
              <a:rect l="l" t="t" r="r" b="b"/>
              <a:pathLst>
                <a:path w="9390" h="9390" extrusionOk="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137"/>
            <p:cNvSpPr/>
            <p:nvPr/>
          </p:nvSpPr>
          <p:spPr>
            <a:xfrm>
              <a:off x="4988341" y="3499159"/>
              <a:ext cx="148054" cy="148054"/>
            </a:xfrm>
            <a:custGeom>
              <a:avLst/>
              <a:gdLst/>
              <a:ahLst/>
              <a:cxnLst/>
              <a:rect l="l" t="t" r="r" b="b"/>
              <a:pathLst>
                <a:path w="5638" h="5638" extrusionOk="0">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137"/>
            <p:cNvSpPr/>
            <p:nvPr/>
          </p:nvSpPr>
          <p:spPr>
            <a:xfrm>
              <a:off x="4864446" y="3530067"/>
              <a:ext cx="56564" cy="12342"/>
            </a:xfrm>
            <a:custGeom>
              <a:avLst/>
              <a:gdLst/>
              <a:ahLst/>
              <a:cxnLst/>
              <a:rect l="l" t="t" r="r" b="b"/>
              <a:pathLst>
                <a:path w="2154"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137"/>
            <p:cNvSpPr/>
            <p:nvPr/>
          </p:nvSpPr>
          <p:spPr>
            <a:xfrm>
              <a:off x="5203463" y="3530067"/>
              <a:ext cx="56590" cy="12342"/>
            </a:xfrm>
            <a:custGeom>
              <a:avLst/>
              <a:gdLst/>
              <a:ahLst/>
              <a:cxnLst/>
              <a:rect l="l" t="t" r="r" b="b"/>
              <a:pathLst>
                <a:path w="2155"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137"/>
            <p:cNvSpPr/>
            <p:nvPr/>
          </p:nvSpPr>
          <p:spPr>
            <a:xfrm>
              <a:off x="5056197" y="3340207"/>
              <a:ext cx="12342" cy="54437"/>
            </a:xfrm>
            <a:custGeom>
              <a:avLst/>
              <a:gdLst/>
              <a:ahLst/>
              <a:cxnLst/>
              <a:rect l="l" t="t" r="r" b="b"/>
              <a:pathLst>
                <a:path w="470" h="2073" extrusionOk="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137"/>
            <p:cNvSpPr/>
            <p:nvPr/>
          </p:nvSpPr>
          <p:spPr>
            <a:xfrm>
              <a:off x="4968488" y="3658557"/>
              <a:ext cx="28597" cy="33376"/>
            </a:xfrm>
            <a:custGeom>
              <a:avLst/>
              <a:gdLst/>
              <a:ahLst/>
              <a:cxnLst/>
              <a:rect l="l" t="t" r="r" b="b"/>
              <a:pathLst>
                <a:path w="1089" h="1271" extrusionOk="0">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137"/>
            <p:cNvSpPr/>
            <p:nvPr/>
          </p:nvSpPr>
          <p:spPr>
            <a:xfrm>
              <a:off x="5128832" y="3381068"/>
              <a:ext cx="28387" cy="33166"/>
            </a:xfrm>
            <a:custGeom>
              <a:avLst/>
              <a:gdLst/>
              <a:ahLst/>
              <a:cxnLst/>
              <a:rect l="l" t="t" r="r" b="b"/>
              <a:pathLst>
                <a:path w="1081" h="1263" extrusionOk="0">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137"/>
            <p:cNvSpPr/>
            <p:nvPr/>
          </p:nvSpPr>
          <p:spPr>
            <a:xfrm>
              <a:off x="4903915" y="3443646"/>
              <a:ext cx="38471" cy="24868"/>
            </a:xfrm>
            <a:custGeom>
              <a:avLst/>
              <a:gdLst/>
              <a:ahLst/>
              <a:cxnLst/>
              <a:rect l="l" t="t" r="r" b="b"/>
              <a:pathLst>
                <a:path w="1465" h="947" extrusionOk="0">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137"/>
            <p:cNvSpPr/>
            <p:nvPr/>
          </p:nvSpPr>
          <p:spPr>
            <a:xfrm>
              <a:off x="5181641" y="3603910"/>
              <a:ext cx="38445" cy="24947"/>
            </a:xfrm>
            <a:custGeom>
              <a:avLst/>
              <a:gdLst/>
              <a:ahLst/>
              <a:cxnLst/>
              <a:rect l="l" t="t" r="r" b="b"/>
              <a:pathLst>
                <a:path w="1464" h="950" extrusionOk="0">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137"/>
            <p:cNvSpPr/>
            <p:nvPr/>
          </p:nvSpPr>
          <p:spPr>
            <a:xfrm>
              <a:off x="5127676" y="3658321"/>
              <a:ext cx="28571" cy="33613"/>
            </a:xfrm>
            <a:custGeom>
              <a:avLst/>
              <a:gdLst/>
              <a:ahLst/>
              <a:cxnLst/>
              <a:rect l="l" t="t" r="r" b="b"/>
              <a:pathLst>
                <a:path w="1088" h="1280" extrusionOk="0">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137"/>
            <p:cNvSpPr/>
            <p:nvPr/>
          </p:nvSpPr>
          <p:spPr>
            <a:xfrm>
              <a:off x="4967333" y="3380858"/>
              <a:ext cx="28571" cy="33376"/>
            </a:xfrm>
            <a:custGeom>
              <a:avLst/>
              <a:gdLst/>
              <a:ahLst/>
              <a:cxnLst/>
              <a:rect l="l" t="t" r="r" b="b"/>
              <a:pathLst>
                <a:path w="1088" h="1271" extrusionOk="0">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137"/>
            <p:cNvSpPr/>
            <p:nvPr/>
          </p:nvSpPr>
          <p:spPr>
            <a:xfrm>
              <a:off x="5182350" y="3443646"/>
              <a:ext cx="38471" cy="24868"/>
            </a:xfrm>
            <a:custGeom>
              <a:avLst/>
              <a:gdLst/>
              <a:ahLst/>
              <a:cxnLst/>
              <a:rect l="l" t="t" r="r" b="b"/>
              <a:pathLst>
                <a:path w="1465" h="947" extrusionOk="0">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137"/>
            <p:cNvSpPr/>
            <p:nvPr/>
          </p:nvSpPr>
          <p:spPr>
            <a:xfrm>
              <a:off x="4904650" y="3603910"/>
              <a:ext cx="38445" cy="24947"/>
            </a:xfrm>
            <a:custGeom>
              <a:avLst/>
              <a:gdLst/>
              <a:ahLst/>
              <a:cxnLst/>
              <a:rect l="l" t="t" r="r" b="b"/>
              <a:pathLst>
                <a:path w="1464" h="950" extrusionOk="0">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137"/>
            <p:cNvSpPr/>
            <p:nvPr/>
          </p:nvSpPr>
          <p:spPr>
            <a:xfrm>
              <a:off x="5075839" y="3433037"/>
              <a:ext cx="87209" cy="73948"/>
            </a:xfrm>
            <a:custGeom>
              <a:avLst/>
              <a:gdLst/>
              <a:ahLst/>
              <a:cxnLst/>
              <a:rect l="l" t="t" r="r" b="b"/>
              <a:pathLst>
                <a:path w="3321" h="2816" extrusionOk="0">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137"/>
            <p:cNvSpPr/>
            <p:nvPr/>
          </p:nvSpPr>
          <p:spPr>
            <a:xfrm>
              <a:off x="5025288" y="3585607"/>
              <a:ext cx="74158" cy="111106"/>
            </a:xfrm>
            <a:custGeom>
              <a:avLst/>
              <a:gdLst/>
              <a:ahLst/>
              <a:cxnLst/>
              <a:rect l="l" t="t" r="r" b="b"/>
              <a:pathLst>
                <a:path w="2824" h="4231" extrusionOk="0">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137"/>
            <p:cNvSpPr/>
            <p:nvPr/>
          </p:nvSpPr>
          <p:spPr>
            <a:xfrm>
              <a:off x="5025288" y="3606458"/>
              <a:ext cx="74158" cy="90256"/>
            </a:xfrm>
            <a:custGeom>
              <a:avLst/>
              <a:gdLst/>
              <a:ahLst/>
              <a:cxnLst/>
              <a:rect l="l" t="t" r="r" b="b"/>
              <a:pathLst>
                <a:path w="2824" h="3437" extrusionOk="0">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137"/>
            <p:cNvSpPr/>
            <p:nvPr/>
          </p:nvSpPr>
          <p:spPr>
            <a:xfrm>
              <a:off x="5048660" y="3585607"/>
              <a:ext cx="27678" cy="18382"/>
            </a:xfrm>
            <a:custGeom>
              <a:avLst/>
              <a:gdLst/>
              <a:ahLst/>
              <a:cxnLst/>
              <a:rect l="l" t="t" r="r" b="b"/>
              <a:pathLst>
                <a:path w="1054" h="700" extrusionOk="0">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137"/>
            <p:cNvSpPr/>
            <p:nvPr/>
          </p:nvSpPr>
          <p:spPr>
            <a:xfrm>
              <a:off x="5037604" y="3536343"/>
              <a:ext cx="49526" cy="55330"/>
            </a:xfrm>
            <a:custGeom>
              <a:avLst/>
              <a:gdLst/>
              <a:ahLst/>
              <a:cxnLst/>
              <a:rect l="l" t="t" r="r" b="b"/>
              <a:pathLst>
                <a:path w="1886" h="2107" extrusionOk="0">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137"/>
            <p:cNvSpPr/>
            <p:nvPr/>
          </p:nvSpPr>
          <p:spPr>
            <a:xfrm>
              <a:off x="5037604" y="3536343"/>
              <a:ext cx="33954" cy="55382"/>
            </a:xfrm>
            <a:custGeom>
              <a:avLst/>
              <a:gdLst/>
              <a:ahLst/>
              <a:cxnLst/>
              <a:rect l="l" t="t" r="r" b="b"/>
              <a:pathLst>
                <a:path w="1293" h="2109" extrusionOk="0">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137"/>
            <p:cNvSpPr/>
            <p:nvPr/>
          </p:nvSpPr>
          <p:spPr>
            <a:xfrm>
              <a:off x="5037604" y="3696451"/>
              <a:ext cx="49526" cy="31171"/>
            </a:xfrm>
            <a:custGeom>
              <a:avLst/>
              <a:gdLst/>
              <a:ahLst/>
              <a:cxnLst/>
              <a:rect l="l" t="t" r="r" b="b"/>
              <a:pathLst>
                <a:path w="1886" h="1187" extrusionOk="0">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137"/>
            <p:cNvSpPr/>
            <p:nvPr/>
          </p:nvSpPr>
          <p:spPr>
            <a:xfrm>
              <a:off x="5025288" y="3615255"/>
              <a:ext cx="12342" cy="81222"/>
            </a:xfrm>
            <a:custGeom>
              <a:avLst/>
              <a:gdLst/>
              <a:ahLst/>
              <a:cxnLst/>
              <a:rect l="l" t="t" r="r" b="b"/>
              <a:pathLst>
                <a:path w="470" h="3093" extrusionOk="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137"/>
            <p:cNvSpPr/>
            <p:nvPr/>
          </p:nvSpPr>
          <p:spPr>
            <a:xfrm>
              <a:off x="5086868" y="3615255"/>
              <a:ext cx="12579" cy="81222"/>
            </a:xfrm>
            <a:custGeom>
              <a:avLst/>
              <a:gdLst/>
              <a:ahLst/>
              <a:cxnLst/>
              <a:rect l="l" t="t" r="r" b="b"/>
              <a:pathLst>
                <a:path w="479" h="3093" extrusionOk="0">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137"/>
            <p:cNvSpPr/>
            <p:nvPr/>
          </p:nvSpPr>
          <p:spPr>
            <a:xfrm>
              <a:off x="5059216" y="3708740"/>
              <a:ext cx="6302" cy="18645"/>
            </a:xfrm>
            <a:custGeom>
              <a:avLst/>
              <a:gdLst/>
              <a:ahLst/>
              <a:cxnLst/>
              <a:rect l="l" t="t" r="r" b="b"/>
              <a:pathLst>
                <a:path w="240" h="710" extrusionOk="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137"/>
            <p:cNvSpPr/>
            <p:nvPr/>
          </p:nvSpPr>
          <p:spPr>
            <a:xfrm>
              <a:off x="5037604" y="3536343"/>
              <a:ext cx="49526" cy="24658"/>
            </a:xfrm>
            <a:custGeom>
              <a:avLst/>
              <a:gdLst/>
              <a:ahLst/>
              <a:cxnLst/>
              <a:rect l="l" t="t" r="r" b="b"/>
              <a:pathLst>
                <a:path w="1886" h="939" extrusionOk="0">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137"/>
            <p:cNvSpPr/>
            <p:nvPr/>
          </p:nvSpPr>
          <p:spPr>
            <a:xfrm>
              <a:off x="5037604" y="3536343"/>
              <a:ext cx="33954" cy="22400"/>
            </a:xfrm>
            <a:custGeom>
              <a:avLst/>
              <a:gdLst/>
              <a:ahLst/>
              <a:cxnLst/>
              <a:rect l="l" t="t" r="r" b="b"/>
              <a:pathLst>
                <a:path w="1293" h="853" extrusionOk="0">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0" name="Google Shape;14650;p137"/>
          <p:cNvGrpSpPr/>
          <p:nvPr/>
        </p:nvGrpSpPr>
        <p:grpSpPr>
          <a:xfrm>
            <a:off x="3130367" y="4324485"/>
            <a:ext cx="297342" cy="258871"/>
            <a:chOff x="3130367" y="4324485"/>
            <a:chExt cx="297342" cy="258871"/>
          </a:xfrm>
        </p:grpSpPr>
        <p:sp>
          <p:nvSpPr>
            <p:cNvPr id="14651" name="Google Shape;14651;p137"/>
            <p:cNvSpPr/>
            <p:nvPr/>
          </p:nvSpPr>
          <p:spPr>
            <a:xfrm>
              <a:off x="3130367" y="4391579"/>
              <a:ext cx="297342" cy="191777"/>
            </a:xfrm>
            <a:custGeom>
              <a:avLst/>
              <a:gdLst/>
              <a:ahLst/>
              <a:cxnLst/>
              <a:rect l="l" t="t" r="r" b="b"/>
              <a:pathLst>
                <a:path w="11323" h="7303" extrusionOk="0">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137"/>
            <p:cNvSpPr/>
            <p:nvPr/>
          </p:nvSpPr>
          <p:spPr>
            <a:xfrm>
              <a:off x="3130367" y="4391579"/>
              <a:ext cx="297342" cy="14601"/>
            </a:xfrm>
            <a:custGeom>
              <a:avLst/>
              <a:gdLst/>
              <a:ahLst/>
              <a:cxnLst/>
              <a:rect l="l" t="t" r="r" b="b"/>
              <a:pathLst>
                <a:path w="11323" h="556" extrusionOk="0">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137"/>
            <p:cNvSpPr/>
            <p:nvPr/>
          </p:nvSpPr>
          <p:spPr>
            <a:xfrm>
              <a:off x="3159279" y="4430024"/>
              <a:ext cx="95770" cy="124682"/>
            </a:xfrm>
            <a:custGeom>
              <a:avLst/>
              <a:gdLst/>
              <a:ahLst/>
              <a:cxnLst/>
              <a:rect l="l" t="t" r="r" b="b"/>
              <a:pathLst>
                <a:path w="3647" h="4748" extrusionOk="0">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137"/>
            <p:cNvSpPr/>
            <p:nvPr/>
          </p:nvSpPr>
          <p:spPr>
            <a:xfrm>
              <a:off x="3279156" y="4430024"/>
              <a:ext cx="119903" cy="23897"/>
            </a:xfrm>
            <a:custGeom>
              <a:avLst/>
              <a:gdLst/>
              <a:ahLst/>
              <a:cxnLst/>
              <a:rect l="l" t="t" r="r" b="b"/>
              <a:pathLst>
                <a:path w="4566" h="910" extrusionOk="0">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137"/>
            <p:cNvSpPr/>
            <p:nvPr/>
          </p:nvSpPr>
          <p:spPr>
            <a:xfrm>
              <a:off x="3279156" y="4468232"/>
              <a:ext cx="90991" cy="19380"/>
            </a:xfrm>
            <a:custGeom>
              <a:avLst/>
              <a:gdLst/>
              <a:ahLst/>
              <a:cxnLst/>
              <a:rect l="l" t="t" r="r" b="b"/>
              <a:pathLst>
                <a:path w="3465" h="738" extrusionOk="0">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137"/>
            <p:cNvSpPr/>
            <p:nvPr/>
          </p:nvSpPr>
          <p:spPr>
            <a:xfrm>
              <a:off x="3277896" y="4501897"/>
              <a:ext cx="60687" cy="9585"/>
            </a:xfrm>
            <a:custGeom>
              <a:avLst/>
              <a:gdLst/>
              <a:ahLst/>
              <a:cxnLst/>
              <a:rect l="l" t="t" r="r" b="b"/>
              <a:pathLst>
                <a:path w="2311" h="365" extrusionOk="0">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137"/>
            <p:cNvSpPr/>
            <p:nvPr/>
          </p:nvSpPr>
          <p:spPr>
            <a:xfrm>
              <a:off x="3344150" y="4501897"/>
              <a:ext cx="32878" cy="9585"/>
            </a:xfrm>
            <a:custGeom>
              <a:avLst/>
              <a:gdLst/>
              <a:ahLst/>
              <a:cxnLst/>
              <a:rect l="l" t="t" r="r" b="b"/>
              <a:pathLst>
                <a:path w="1252" h="365" extrusionOk="0">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8" name="Google Shape;14658;p137"/>
            <p:cNvSpPr/>
            <p:nvPr/>
          </p:nvSpPr>
          <p:spPr>
            <a:xfrm>
              <a:off x="3277896" y="4530810"/>
              <a:ext cx="21376" cy="9559"/>
            </a:xfrm>
            <a:custGeom>
              <a:avLst/>
              <a:gdLst/>
              <a:ahLst/>
              <a:cxnLst/>
              <a:rect l="l" t="t" r="r" b="b"/>
              <a:pathLst>
                <a:path w="814" h="364" extrusionOk="0">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137"/>
            <p:cNvSpPr/>
            <p:nvPr/>
          </p:nvSpPr>
          <p:spPr>
            <a:xfrm>
              <a:off x="3306782" y="4530757"/>
              <a:ext cx="50892" cy="9637"/>
            </a:xfrm>
            <a:custGeom>
              <a:avLst/>
              <a:gdLst/>
              <a:ahLst/>
              <a:cxnLst/>
              <a:rect l="l" t="t" r="r" b="b"/>
              <a:pathLst>
                <a:path w="1938" h="367" extrusionOk="0">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137"/>
            <p:cNvSpPr/>
            <p:nvPr/>
          </p:nvSpPr>
          <p:spPr>
            <a:xfrm>
              <a:off x="3277055" y="4549874"/>
              <a:ext cx="23083" cy="9611"/>
            </a:xfrm>
            <a:custGeom>
              <a:avLst/>
              <a:gdLst/>
              <a:ahLst/>
              <a:cxnLst/>
              <a:rect l="l" t="t" r="r" b="b"/>
              <a:pathLst>
                <a:path w="879" h="366" extrusionOk="0">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137"/>
            <p:cNvSpPr/>
            <p:nvPr/>
          </p:nvSpPr>
          <p:spPr>
            <a:xfrm>
              <a:off x="3305705" y="4549874"/>
              <a:ext cx="51969" cy="9611"/>
            </a:xfrm>
            <a:custGeom>
              <a:avLst/>
              <a:gdLst/>
              <a:ahLst/>
              <a:cxnLst/>
              <a:rect l="l" t="t" r="r" b="b"/>
              <a:pathLst>
                <a:path w="1979" h="366" extrusionOk="0">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137"/>
            <p:cNvSpPr/>
            <p:nvPr/>
          </p:nvSpPr>
          <p:spPr>
            <a:xfrm>
              <a:off x="3255259" y="4324485"/>
              <a:ext cx="47531" cy="86474"/>
            </a:xfrm>
            <a:custGeom>
              <a:avLst/>
              <a:gdLst/>
              <a:ahLst/>
              <a:cxnLst/>
              <a:rect l="l" t="t" r="r" b="b"/>
              <a:pathLst>
                <a:path w="1810" h="3293" extrusionOk="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137"/>
            <p:cNvSpPr/>
            <p:nvPr/>
          </p:nvSpPr>
          <p:spPr>
            <a:xfrm>
              <a:off x="3178370" y="4492365"/>
              <a:ext cx="57562" cy="62341"/>
            </a:xfrm>
            <a:custGeom>
              <a:avLst/>
              <a:gdLst/>
              <a:ahLst/>
              <a:cxnLst/>
              <a:rect l="l" t="t" r="r" b="b"/>
              <a:pathLst>
                <a:path w="2192" h="2374" extrusionOk="0">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137"/>
            <p:cNvSpPr/>
            <p:nvPr/>
          </p:nvSpPr>
          <p:spPr>
            <a:xfrm>
              <a:off x="3196726" y="4492365"/>
              <a:ext cx="20877" cy="14390"/>
            </a:xfrm>
            <a:custGeom>
              <a:avLst/>
              <a:gdLst/>
              <a:ahLst/>
              <a:cxnLst/>
              <a:rect l="l" t="t" r="r" b="b"/>
              <a:pathLst>
                <a:path w="795" h="548" extrusionOk="0">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137"/>
            <p:cNvSpPr/>
            <p:nvPr/>
          </p:nvSpPr>
          <p:spPr>
            <a:xfrm>
              <a:off x="3178370" y="4507438"/>
              <a:ext cx="57562" cy="47268"/>
            </a:xfrm>
            <a:custGeom>
              <a:avLst/>
              <a:gdLst/>
              <a:ahLst/>
              <a:cxnLst/>
              <a:rect l="l" t="t" r="r" b="b"/>
              <a:pathLst>
                <a:path w="2192" h="1800" extrusionOk="0">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137"/>
            <p:cNvSpPr/>
            <p:nvPr/>
          </p:nvSpPr>
          <p:spPr>
            <a:xfrm>
              <a:off x="3178370" y="4515973"/>
              <a:ext cx="14338" cy="38733"/>
            </a:xfrm>
            <a:custGeom>
              <a:avLst/>
              <a:gdLst/>
              <a:ahLst/>
              <a:cxnLst/>
              <a:rect l="l" t="t" r="r" b="b"/>
              <a:pathLst>
                <a:path w="546" h="1475" extrusionOk="0">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137"/>
            <p:cNvSpPr/>
            <p:nvPr/>
          </p:nvSpPr>
          <p:spPr>
            <a:xfrm>
              <a:off x="3221594" y="4515973"/>
              <a:ext cx="14338" cy="38733"/>
            </a:xfrm>
            <a:custGeom>
              <a:avLst/>
              <a:gdLst/>
              <a:ahLst/>
              <a:cxnLst/>
              <a:rect l="l" t="t" r="r" b="b"/>
              <a:pathLst>
                <a:path w="546" h="1475" extrusionOk="0">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137"/>
            <p:cNvSpPr/>
            <p:nvPr/>
          </p:nvSpPr>
          <p:spPr>
            <a:xfrm>
              <a:off x="3187929" y="4453894"/>
              <a:ext cx="38471" cy="43250"/>
            </a:xfrm>
            <a:custGeom>
              <a:avLst/>
              <a:gdLst/>
              <a:ahLst/>
              <a:cxnLst/>
              <a:rect l="l" t="t" r="r" b="b"/>
              <a:pathLst>
                <a:path w="1465" h="1647" extrusionOk="0">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137"/>
            <p:cNvSpPr/>
            <p:nvPr/>
          </p:nvSpPr>
          <p:spPr>
            <a:xfrm>
              <a:off x="3187929" y="4454157"/>
              <a:ext cx="26391" cy="43119"/>
            </a:xfrm>
            <a:custGeom>
              <a:avLst/>
              <a:gdLst/>
              <a:ahLst/>
              <a:cxnLst/>
              <a:rect l="l" t="t" r="r" b="b"/>
              <a:pathLst>
                <a:path w="1005" h="1642" extrusionOk="0">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137"/>
            <p:cNvSpPr/>
            <p:nvPr/>
          </p:nvSpPr>
          <p:spPr>
            <a:xfrm>
              <a:off x="3187929" y="4453894"/>
              <a:ext cx="38471" cy="19406"/>
            </a:xfrm>
            <a:custGeom>
              <a:avLst/>
              <a:gdLst/>
              <a:ahLst/>
              <a:cxnLst/>
              <a:rect l="l" t="t" r="r" b="b"/>
              <a:pathLst>
                <a:path w="1465" h="739" extrusionOk="0">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137"/>
            <p:cNvSpPr/>
            <p:nvPr/>
          </p:nvSpPr>
          <p:spPr>
            <a:xfrm>
              <a:off x="3187929" y="4453894"/>
              <a:ext cx="26391" cy="17620"/>
            </a:xfrm>
            <a:custGeom>
              <a:avLst/>
              <a:gdLst/>
              <a:ahLst/>
              <a:cxnLst/>
              <a:rect l="l" t="t" r="r" b="b"/>
              <a:pathLst>
                <a:path w="1005" h="671" extrusionOk="0">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137"/>
            <p:cNvSpPr/>
            <p:nvPr/>
          </p:nvSpPr>
          <p:spPr>
            <a:xfrm>
              <a:off x="3269335" y="4387036"/>
              <a:ext cx="19380" cy="9349"/>
            </a:xfrm>
            <a:custGeom>
              <a:avLst/>
              <a:gdLst/>
              <a:ahLst/>
              <a:cxnLst/>
              <a:rect l="l" t="t" r="r" b="b"/>
              <a:pathLst>
                <a:path w="738" h="356" extrusionOk="0">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137"/>
            <p:cNvSpPr/>
            <p:nvPr/>
          </p:nvSpPr>
          <p:spPr>
            <a:xfrm>
              <a:off x="3255522" y="4324485"/>
              <a:ext cx="47032" cy="9559"/>
            </a:xfrm>
            <a:custGeom>
              <a:avLst/>
              <a:gdLst/>
              <a:ahLst/>
              <a:cxnLst/>
              <a:rect l="l" t="t" r="r" b="b"/>
              <a:pathLst>
                <a:path w="1791" h="364" extrusionOk="0">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4" name="Google Shape;14674;p137"/>
          <p:cNvGrpSpPr/>
          <p:nvPr/>
        </p:nvGrpSpPr>
        <p:grpSpPr>
          <a:xfrm>
            <a:off x="5302988" y="3389839"/>
            <a:ext cx="394609" cy="286523"/>
            <a:chOff x="5302988" y="3389839"/>
            <a:chExt cx="394609" cy="286523"/>
          </a:xfrm>
        </p:grpSpPr>
        <p:sp>
          <p:nvSpPr>
            <p:cNvPr id="14675" name="Google Shape;14675;p137"/>
            <p:cNvSpPr/>
            <p:nvPr/>
          </p:nvSpPr>
          <p:spPr>
            <a:xfrm>
              <a:off x="5589485" y="3491859"/>
              <a:ext cx="31696" cy="69904"/>
            </a:xfrm>
            <a:custGeom>
              <a:avLst/>
              <a:gdLst/>
              <a:ahLst/>
              <a:cxnLst/>
              <a:rect l="l" t="t" r="r" b="b"/>
              <a:pathLst>
                <a:path w="1207" h="2662" extrusionOk="0">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137"/>
            <p:cNvSpPr/>
            <p:nvPr/>
          </p:nvSpPr>
          <p:spPr>
            <a:xfrm>
              <a:off x="5602063" y="3485583"/>
              <a:ext cx="76417" cy="76180"/>
            </a:xfrm>
            <a:custGeom>
              <a:avLst/>
              <a:gdLst/>
              <a:ahLst/>
              <a:cxnLst/>
              <a:rect l="l" t="t" r="r" b="b"/>
              <a:pathLst>
                <a:path w="2910" h="2901" extrusionOk="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137"/>
            <p:cNvSpPr/>
            <p:nvPr/>
          </p:nvSpPr>
          <p:spPr>
            <a:xfrm>
              <a:off x="5614878" y="3580828"/>
              <a:ext cx="38235" cy="28177"/>
            </a:xfrm>
            <a:custGeom>
              <a:avLst/>
              <a:gdLst/>
              <a:ahLst/>
              <a:cxnLst/>
              <a:rect l="l" t="t" r="r" b="b"/>
              <a:pathLst>
                <a:path w="1456" h="1073" extrusionOk="0">
                  <a:moveTo>
                    <a:pt x="0" y="1"/>
                  </a:moveTo>
                  <a:lnTo>
                    <a:pt x="0" y="1073"/>
                  </a:lnTo>
                  <a:lnTo>
                    <a:pt x="1455" y="1073"/>
                  </a:lnTo>
                  <a:lnTo>
                    <a:pt x="145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137"/>
            <p:cNvSpPr/>
            <p:nvPr/>
          </p:nvSpPr>
          <p:spPr>
            <a:xfrm>
              <a:off x="5614878" y="3580828"/>
              <a:ext cx="38235" cy="15625"/>
            </a:xfrm>
            <a:custGeom>
              <a:avLst/>
              <a:gdLst/>
              <a:ahLst/>
              <a:cxnLst/>
              <a:rect l="l" t="t" r="r" b="b"/>
              <a:pathLst>
                <a:path w="1456" h="595" extrusionOk="0">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137"/>
            <p:cNvSpPr/>
            <p:nvPr/>
          </p:nvSpPr>
          <p:spPr>
            <a:xfrm>
              <a:off x="5570394" y="3596426"/>
              <a:ext cx="126941" cy="79935"/>
            </a:xfrm>
            <a:custGeom>
              <a:avLst/>
              <a:gdLst/>
              <a:ahLst/>
              <a:cxnLst/>
              <a:rect l="l" t="t" r="r" b="b"/>
              <a:pathLst>
                <a:path w="4834" h="3044" extrusionOk="0">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137"/>
            <p:cNvSpPr/>
            <p:nvPr/>
          </p:nvSpPr>
          <p:spPr>
            <a:xfrm>
              <a:off x="5627693" y="3608979"/>
              <a:ext cx="12605" cy="67383"/>
            </a:xfrm>
            <a:custGeom>
              <a:avLst/>
              <a:gdLst/>
              <a:ahLst/>
              <a:cxnLst/>
              <a:rect l="l" t="t" r="r" b="b"/>
              <a:pathLst>
                <a:path w="480" h="2566" extrusionOk="0">
                  <a:moveTo>
                    <a:pt x="115" y="1"/>
                  </a:moveTo>
                  <a:lnTo>
                    <a:pt x="1" y="2565"/>
                  </a:lnTo>
                  <a:lnTo>
                    <a:pt x="479" y="2565"/>
                  </a:lnTo>
                  <a:lnTo>
                    <a:pt x="36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137"/>
            <p:cNvSpPr/>
            <p:nvPr/>
          </p:nvSpPr>
          <p:spPr>
            <a:xfrm>
              <a:off x="5595787" y="3517462"/>
              <a:ext cx="76417" cy="69930"/>
            </a:xfrm>
            <a:custGeom>
              <a:avLst/>
              <a:gdLst/>
              <a:ahLst/>
              <a:cxnLst/>
              <a:rect l="l" t="t" r="r" b="b"/>
              <a:pathLst>
                <a:path w="2910" h="2663" extrusionOk="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137"/>
            <p:cNvSpPr/>
            <p:nvPr/>
          </p:nvSpPr>
          <p:spPr>
            <a:xfrm>
              <a:off x="5595787" y="3517515"/>
              <a:ext cx="76154" cy="68381"/>
            </a:xfrm>
            <a:custGeom>
              <a:avLst/>
              <a:gdLst/>
              <a:ahLst/>
              <a:cxnLst/>
              <a:rect l="l" t="t" r="r" b="b"/>
              <a:pathLst>
                <a:path w="2900" h="2604" extrusionOk="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137"/>
            <p:cNvSpPr/>
            <p:nvPr/>
          </p:nvSpPr>
          <p:spPr>
            <a:xfrm>
              <a:off x="5672177" y="3612497"/>
              <a:ext cx="25420" cy="63864"/>
            </a:xfrm>
            <a:custGeom>
              <a:avLst/>
              <a:gdLst/>
              <a:ahLst/>
              <a:cxnLst/>
              <a:rect l="l" t="t" r="r" b="b"/>
              <a:pathLst>
                <a:path w="968" h="2432" extrusionOk="0">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137"/>
            <p:cNvSpPr/>
            <p:nvPr/>
          </p:nvSpPr>
          <p:spPr>
            <a:xfrm>
              <a:off x="5627955" y="3609241"/>
              <a:ext cx="12579" cy="12579"/>
            </a:xfrm>
            <a:custGeom>
              <a:avLst/>
              <a:gdLst/>
              <a:ahLst/>
              <a:cxnLst/>
              <a:rect l="l" t="t" r="r" b="b"/>
              <a:pathLst>
                <a:path w="479" h="479" extrusionOk="0">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137"/>
            <p:cNvSpPr/>
            <p:nvPr/>
          </p:nvSpPr>
          <p:spPr>
            <a:xfrm>
              <a:off x="5607840" y="3591279"/>
              <a:ext cx="26155" cy="26706"/>
            </a:xfrm>
            <a:custGeom>
              <a:avLst/>
              <a:gdLst/>
              <a:ahLst/>
              <a:cxnLst/>
              <a:rect l="l" t="t" r="r" b="b"/>
              <a:pathLst>
                <a:path w="996" h="1017" extrusionOk="0">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137"/>
            <p:cNvSpPr/>
            <p:nvPr/>
          </p:nvSpPr>
          <p:spPr>
            <a:xfrm>
              <a:off x="5633969" y="3591279"/>
              <a:ext cx="26181" cy="26706"/>
            </a:xfrm>
            <a:custGeom>
              <a:avLst/>
              <a:gdLst/>
              <a:ahLst/>
              <a:cxnLst/>
              <a:rect l="l" t="t" r="r" b="b"/>
              <a:pathLst>
                <a:path w="997" h="1017" extrusionOk="0">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137"/>
            <p:cNvSpPr/>
            <p:nvPr/>
          </p:nvSpPr>
          <p:spPr>
            <a:xfrm>
              <a:off x="5303750" y="3488104"/>
              <a:ext cx="114625" cy="114362"/>
            </a:xfrm>
            <a:custGeom>
              <a:avLst/>
              <a:gdLst/>
              <a:ahLst/>
              <a:cxnLst/>
              <a:rect l="l" t="t" r="r" b="b"/>
              <a:pathLst>
                <a:path w="4365" h="4355" extrusionOk="0">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137"/>
            <p:cNvSpPr/>
            <p:nvPr/>
          </p:nvSpPr>
          <p:spPr>
            <a:xfrm>
              <a:off x="5334920" y="3488104"/>
              <a:ext cx="83192" cy="114362"/>
            </a:xfrm>
            <a:custGeom>
              <a:avLst/>
              <a:gdLst/>
              <a:ahLst/>
              <a:cxnLst/>
              <a:rect l="l" t="t" r="r" b="b"/>
              <a:pathLst>
                <a:path w="3168" h="4355" extrusionOk="0">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137"/>
            <p:cNvSpPr/>
            <p:nvPr/>
          </p:nvSpPr>
          <p:spPr>
            <a:xfrm>
              <a:off x="5302988" y="3574552"/>
              <a:ext cx="114625" cy="101810"/>
            </a:xfrm>
            <a:custGeom>
              <a:avLst/>
              <a:gdLst/>
              <a:ahLst/>
              <a:cxnLst/>
              <a:rect l="l" t="t" r="r" b="b"/>
              <a:pathLst>
                <a:path w="4365" h="3877" extrusionOk="0">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137"/>
            <p:cNvSpPr/>
            <p:nvPr/>
          </p:nvSpPr>
          <p:spPr>
            <a:xfrm>
              <a:off x="5340934" y="3574552"/>
              <a:ext cx="38996" cy="25420"/>
            </a:xfrm>
            <a:custGeom>
              <a:avLst/>
              <a:gdLst/>
              <a:ahLst/>
              <a:cxnLst/>
              <a:rect l="l" t="t" r="r" b="b"/>
              <a:pathLst>
                <a:path w="1485" h="968" extrusionOk="0">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137"/>
            <p:cNvSpPr/>
            <p:nvPr/>
          </p:nvSpPr>
          <p:spPr>
            <a:xfrm>
              <a:off x="5302988" y="3607981"/>
              <a:ext cx="114389" cy="68381"/>
            </a:xfrm>
            <a:custGeom>
              <a:avLst/>
              <a:gdLst/>
              <a:ahLst/>
              <a:cxnLst/>
              <a:rect l="l" t="t" r="r" b="b"/>
              <a:pathLst>
                <a:path w="4356" h="2604" extrusionOk="0">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137"/>
            <p:cNvSpPr/>
            <p:nvPr/>
          </p:nvSpPr>
          <p:spPr>
            <a:xfrm>
              <a:off x="5322105" y="3524605"/>
              <a:ext cx="76417" cy="62788"/>
            </a:xfrm>
            <a:custGeom>
              <a:avLst/>
              <a:gdLst/>
              <a:ahLst/>
              <a:cxnLst/>
              <a:rect l="l" t="t" r="r" b="b"/>
              <a:pathLst>
                <a:path w="2910" h="2391" extrusionOk="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137"/>
            <p:cNvSpPr/>
            <p:nvPr/>
          </p:nvSpPr>
          <p:spPr>
            <a:xfrm>
              <a:off x="5322105" y="3524841"/>
              <a:ext cx="76417" cy="62052"/>
            </a:xfrm>
            <a:custGeom>
              <a:avLst/>
              <a:gdLst/>
              <a:ahLst/>
              <a:cxnLst/>
              <a:rect l="l" t="t" r="r" b="b"/>
              <a:pathLst>
                <a:path w="2910" h="2363" extrusionOk="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137"/>
            <p:cNvSpPr/>
            <p:nvPr/>
          </p:nvSpPr>
          <p:spPr>
            <a:xfrm>
              <a:off x="5302988" y="3621032"/>
              <a:ext cx="25420" cy="55330"/>
            </a:xfrm>
            <a:custGeom>
              <a:avLst/>
              <a:gdLst/>
              <a:ahLst/>
              <a:cxnLst/>
              <a:rect l="l" t="t" r="r" b="b"/>
              <a:pathLst>
                <a:path w="968" h="2107" extrusionOk="0">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137"/>
            <p:cNvSpPr/>
            <p:nvPr/>
          </p:nvSpPr>
          <p:spPr>
            <a:xfrm>
              <a:off x="5392219" y="3587367"/>
              <a:ext cx="216146" cy="88995"/>
            </a:xfrm>
            <a:custGeom>
              <a:avLst/>
              <a:gdLst/>
              <a:ahLst/>
              <a:cxnLst/>
              <a:rect l="l" t="t" r="r" b="b"/>
              <a:pathLst>
                <a:path w="8231" h="3389" extrusionOk="0">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137"/>
            <p:cNvSpPr/>
            <p:nvPr/>
          </p:nvSpPr>
          <p:spPr>
            <a:xfrm>
              <a:off x="5487701" y="3612760"/>
              <a:ext cx="25420" cy="63602"/>
            </a:xfrm>
            <a:custGeom>
              <a:avLst/>
              <a:gdLst/>
              <a:ahLst/>
              <a:cxnLst/>
              <a:rect l="l" t="t" r="r" b="b"/>
              <a:pathLst>
                <a:path w="968" h="2422" extrusionOk="0">
                  <a:moveTo>
                    <a:pt x="231" y="0"/>
                  </a:moveTo>
                  <a:lnTo>
                    <a:pt x="1" y="2421"/>
                  </a:lnTo>
                  <a:lnTo>
                    <a:pt x="967" y="2421"/>
                  </a:lnTo>
                  <a:lnTo>
                    <a:pt x="738"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137"/>
            <p:cNvSpPr/>
            <p:nvPr/>
          </p:nvSpPr>
          <p:spPr>
            <a:xfrm>
              <a:off x="5489224" y="3599945"/>
              <a:ext cx="22400" cy="21638"/>
            </a:xfrm>
            <a:custGeom>
              <a:avLst/>
              <a:gdLst/>
              <a:ahLst/>
              <a:cxnLst/>
              <a:rect l="l" t="t" r="r" b="b"/>
              <a:pathLst>
                <a:path w="853" h="824" extrusionOk="0">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137"/>
            <p:cNvSpPr/>
            <p:nvPr/>
          </p:nvSpPr>
          <p:spPr>
            <a:xfrm>
              <a:off x="5570394" y="3613259"/>
              <a:ext cx="38235" cy="63103"/>
            </a:xfrm>
            <a:custGeom>
              <a:avLst/>
              <a:gdLst/>
              <a:ahLst/>
              <a:cxnLst/>
              <a:rect l="l" t="t" r="r" b="b"/>
              <a:pathLst>
                <a:path w="1456" h="2403" extrusionOk="0">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137"/>
            <p:cNvSpPr/>
            <p:nvPr/>
          </p:nvSpPr>
          <p:spPr>
            <a:xfrm>
              <a:off x="5430165" y="3389839"/>
              <a:ext cx="140255" cy="101810"/>
            </a:xfrm>
            <a:custGeom>
              <a:avLst/>
              <a:gdLst/>
              <a:ahLst/>
              <a:cxnLst/>
              <a:rect l="l" t="t" r="r" b="b"/>
              <a:pathLst>
                <a:path w="5341" h="3877" extrusionOk="0">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137"/>
            <p:cNvSpPr/>
            <p:nvPr/>
          </p:nvSpPr>
          <p:spPr>
            <a:xfrm>
              <a:off x="5462071" y="3390338"/>
              <a:ext cx="108086" cy="101547"/>
            </a:xfrm>
            <a:custGeom>
              <a:avLst/>
              <a:gdLst/>
              <a:ahLst/>
              <a:cxnLst/>
              <a:rect l="l" t="t" r="r" b="b"/>
              <a:pathLst>
                <a:path w="4116" h="3867" extrusionOk="0">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137"/>
            <p:cNvSpPr/>
            <p:nvPr/>
          </p:nvSpPr>
          <p:spPr>
            <a:xfrm>
              <a:off x="5462071" y="3542646"/>
              <a:ext cx="76443" cy="57326"/>
            </a:xfrm>
            <a:custGeom>
              <a:avLst/>
              <a:gdLst/>
              <a:ahLst/>
              <a:cxnLst/>
              <a:rect l="l" t="t" r="r" b="b"/>
              <a:pathLst>
                <a:path w="2911" h="2183" extrusionOk="0">
                  <a:moveTo>
                    <a:pt x="1" y="0"/>
                  </a:moveTo>
                  <a:lnTo>
                    <a:pt x="1" y="2182"/>
                  </a:lnTo>
                  <a:lnTo>
                    <a:pt x="2910" y="2182"/>
                  </a:lnTo>
                  <a:lnTo>
                    <a:pt x="291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2" name="Google Shape;14702;p137"/>
            <p:cNvSpPr/>
            <p:nvPr/>
          </p:nvSpPr>
          <p:spPr>
            <a:xfrm>
              <a:off x="5462071" y="3542646"/>
              <a:ext cx="76443" cy="31985"/>
            </a:xfrm>
            <a:custGeom>
              <a:avLst/>
              <a:gdLst/>
              <a:ahLst/>
              <a:cxnLst/>
              <a:rect l="l" t="t" r="r" b="b"/>
              <a:pathLst>
                <a:path w="2911" h="1218" extrusionOk="0">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137"/>
            <p:cNvSpPr/>
            <p:nvPr/>
          </p:nvSpPr>
          <p:spPr>
            <a:xfrm>
              <a:off x="5449519" y="3576600"/>
              <a:ext cx="50787" cy="45535"/>
            </a:xfrm>
            <a:custGeom>
              <a:avLst/>
              <a:gdLst/>
              <a:ahLst/>
              <a:cxnLst/>
              <a:rect l="l" t="t" r="r" b="b"/>
              <a:pathLst>
                <a:path w="1934" h="1734" extrusionOk="0">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137"/>
            <p:cNvSpPr/>
            <p:nvPr/>
          </p:nvSpPr>
          <p:spPr>
            <a:xfrm>
              <a:off x="5500279" y="3576600"/>
              <a:ext cx="50787" cy="45535"/>
            </a:xfrm>
            <a:custGeom>
              <a:avLst/>
              <a:gdLst/>
              <a:ahLst/>
              <a:cxnLst/>
              <a:rect l="l" t="t" r="r" b="b"/>
              <a:pathLst>
                <a:path w="1934" h="1734" extrusionOk="0">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137"/>
            <p:cNvSpPr/>
            <p:nvPr/>
          </p:nvSpPr>
          <p:spPr>
            <a:xfrm>
              <a:off x="5436704" y="3441545"/>
              <a:ext cx="127177" cy="120218"/>
            </a:xfrm>
            <a:custGeom>
              <a:avLst/>
              <a:gdLst/>
              <a:ahLst/>
              <a:cxnLst/>
              <a:rect l="l" t="t" r="r" b="b"/>
              <a:pathLst>
                <a:path w="4843" h="4578" extrusionOk="0">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137"/>
            <p:cNvSpPr/>
            <p:nvPr/>
          </p:nvSpPr>
          <p:spPr>
            <a:xfrm>
              <a:off x="5436704" y="3441676"/>
              <a:ext cx="114625" cy="119588"/>
            </a:xfrm>
            <a:custGeom>
              <a:avLst/>
              <a:gdLst/>
              <a:ahLst/>
              <a:cxnLst/>
              <a:rect l="l" t="t" r="r" b="b"/>
              <a:pathLst>
                <a:path w="4365" h="4554" extrusionOk="0">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137"/>
            <p:cNvSpPr/>
            <p:nvPr/>
          </p:nvSpPr>
          <p:spPr>
            <a:xfrm>
              <a:off x="5392219" y="3613259"/>
              <a:ext cx="37972" cy="63103"/>
            </a:xfrm>
            <a:custGeom>
              <a:avLst/>
              <a:gdLst/>
              <a:ahLst/>
              <a:cxnLst/>
              <a:rect l="l" t="t" r="r" b="b"/>
              <a:pathLst>
                <a:path w="1446" h="2403" extrusionOk="0">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08" name="Google Shape;14708;p137"/>
          <p:cNvSpPr/>
          <p:nvPr/>
        </p:nvSpPr>
        <p:spPr>
          <a:xfrm>
            <a:off x="5741031" y="3617513"/>
            <a:ext cx="25157" cy="62866"/>
          </a:xfrm>
          <a:custGeom>
            <a:avLst/>
            <a:gdLst/>
            <a:ahLst/>
            <a:cxnLst/>
            <a:rect l="l" t="t" r="r" b="b"/>
            <a:pathLst>
              <a:path w="958" h="2394" extrusionOk="0">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09" name="Google Shape;14709;p137"/>
          <p:cNvGrpSpPr/>
          <p:nvPr/>
        </p:nvGrpSpPr>
        <p:grpSpPr>
          <a:xfrm>
            <a:off x="3060752" y="2903609"/>
            <a:ext cx="390565" cy="359578"/>
            <a:chOff x="3060752" y="2903609"/>
            <a:chExt cx="390565" cy="359578"/>
          </a:xfrm>
        </p:grpSpPr>
        <p:sp>
          <p:nvSpPr>
            <p:cNvPr id="14710" name="Google Shape;14710;p137"/>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137"/>
            <p:cNvSpPr/>
            <p:nvPr/>
          </p:nvSpPr>
          <p:spPr>
            <a:xfrm>
              <a:off x="3097936" y="3011852"/>
              <a:ext cx="102572" cy="104068"/>
            </a:xfrm>
            <a:custGeom>
              <a:avLst/>
              <a:gdLst/>
              <a:ahLst/>
              <a:cxnLst/>
              <a:rect l="l" t="t" r="r" b="b"/>
              <a:pathLst>
                <a:path w="3906" h="3963" extrusionOk="0">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137"/>
            <p:cNvSpPr/>
            <p:nvPr/>
          </p:nvSpPr>
          <p:spPr>
            <a:xfrm>
              <a:off x="3097936" y="3011852"/>
              <a:ext cx="27678" cy="104068"/>
            </a:xfrm>
            <a:custGeom>
              <a:avLst/>
              <a:gdLst/>
              <a:ahLst/>
              <a:cxnLst/>
              <a:rect l="l" t="t" r="r" b="b"/>
              <a:pathLst>
                <a:path w="1054" h="3963" extrusionOk="0">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137"/>
            <p:cNvSpPr/>
            <p:nvPr/>
          </p:nvSpPr>
          <p:spPr>
            <a:xfrm>
              <a:off x="3092421" y="3102318"/>
              <a:ext cx="113863" cy="38235"/>
            </a:xfrm>
            <a:custGeom>
              <a:avLst/>
              <a:gdLst/>
              <a:ahLst/>
              <a:cxnLst/>
              <a:rect l="l" t="t" r="r" b="b"/>
              <a:pathLst>
                <a:path w="4336" h="1456" extrusionOk="0">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137"/>
            <p:cNvSpPr/>
            <p:nvPr/>
          </p:nvSpPr>
          <p:spPr>
            <a:xfrm>
              <a:off x="3060752" y="3184170"/>
              <a:ext cx="147791" cy="26759"/>
            </a:xfrm>
            <a:custGeom>
              <a:avLst/>
              <a:gdLst/>
              <a:ahLst/>
              <a:cxnLst/>
              <a:rect l="l" t="t" r="r" b="b"/>
              <a:pathLst>
                <a:path w="5628" h="1019" extrusionOk="0">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137"/>
            <p:cNvSpPr/>
            <p:nvPr/>
          </p:nvSpPr>
          <p:spPr>
            <a:xfrm>
              <a:off x="3070048" y="3126950"/>
              <a:ext cx="152072" cy="58586"/>
            </a:xfrm>
            <a:custGeom>
              <a:avLst/>
              <a:gdLst/>
              <a:ahLst/>
              <a:cxnLst/>
              <a:rect l="l" t="t" r="r" b="b"/>
              <a:pathLst>
                <a:path w="5791" h="2231" extrusionOk="0">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137"/>
            <p:cNvSpPr/>
            <p:nvPr/>
          </p:nvSpPr>
          <p:spPr>
            <a:xfrm>
              <a:off x="3093183" y="2903609"/>
              <a:ext cx="112104" cy="120586"/>
            </a:xfrm>
            <a:custGeom>
              <a:avLst/>
              <a:gdLst/>
              <a:ahLst/>
              <a:cxnLst/>
              <a:rect l="l" t="t" r="r" b="b"/>
              <a:pathLst>
                <a:path w="4269" h="4592" extrusionOk="0">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137"/>
            <p:cNvSpPr/>
            <p:nvPr/>
          </p:nvSpPr>
          <p:spPr>
            <a:xfrm>
              <a:off x="3093183" y="2924407"/>
              <a:ext cx="49763" cy="99788"/>
            </a:xfrm>
            <a:custGeom>
              <a:avLst/>
              <a:gdLst/>
              <a:ahLst/>
              <a:cxnLst/>
              <a:rect l="l" t="t" r="r" b="b"/>
              <a:pathLst>
                <a:path w="1895" h="3800" extrusionOk="0">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137"/>
            <p:cNvSpPr/>
            <p:nvPr/>
          </p:nvSpPr>
          <p:spPr>
            <a:xfrm>
              <a:off x="3097201" y="2987719"/>
              <a:ext cx="71401" cy="16255"/>
            </a:xfrm>
            <a:custGeom>
              <a:avLst/>
              <a:gdLst/>
              <a:ahLst/>
              <a:cxnLst/>
              <a:rect l="l" t="t" r="r" b="b"/>
              <a:pathLst>
                <a:path w="2719" h="619" extrusionOk="0">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137"/>
            <p:cNvSpPr/>
            <p:nvPr/>
          </p:nvSpPr>
          <p:spPr>
            <a:xfrm>
              <a:off x="3311823" y="3011852"/>
              <a:ext cx="102309" cy="104068"/>
            </a:xfrm>
            <a:custGeom>
              <a:avLst/>
              <a:gdLst/>
              <a:ahLst/>
              <a:cxnLst/>
              <a:rect l="l" t="t" r="r" b="b"/>
              <a:pathLst>
                <a:path w="3896" h="3963" extrusionOk="0">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137"/>
            <p:cNvSpPr/>
            <p:nvPr/>
          </p:nvSpPr>
          <p:spPr>
            <a:xfrm>
              <a:off x="3311823" y="3011852"/>
              <a:ext cx="27415" cy="104068"/>
            </a:xfrm>
            <a:custGeom>
              <a:avLst/>
              <a:gdLst/>
              <a:ahLst/>
              <a:cxnLst/>
              <a:rect l="l" t="t" r="r" b="b"/>
              <a:pathLst>
                <a:path w="1044" h="3963" extrusionOk="0">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137"/>
            <p:cNvSpPr/>
            <p:nvPr/>
          </p:nvSpPr>
          <p:spPr>
            <a:xfrm>
              <a:off x="3306046" y="3102318"/>
              <a:ext cx="113863" cy="38235"/>
            </a:xfrm>
            <a:custGeom>
              <a:avLst/>
              <a:gdLst/>
              <a:ahLst/>
              <a:cxnLst/>
              <a:rect l="l" t="t" r="r" b="b"/>
              <a:pathLst>
                <a:path w="4336" h="1456" extrusionOk="0">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137"/>
            <p:cNvSpPr/>
            <p:nvPr/>
          </p:nvSpPr>
          <p:spPr>
            <a:xfrm>
              <a:off x="3303263" y="3184512"/>
              <a:ext cx="148054" cy="26418"/>
            </a:xfrm>
            <a:custGeom>
              <a:avLst/>
              <a:gdLst/>
              <a:ahLst/>
              <a:cxnLst/>
              <a:rect l="l" t="t" r="r" b="b"/>
              <a:pathLst>
                <a:path w="5638" h="1006" extrusionOk="0">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137"/>
            <p:cNvSpPr/>
            <p:nvPr/>
          </p:nvSpPr>
          <p:spPr>
            <a:xfrm>
              <a:off x="3289949" y="3126950"/>
              <a:ext cx="152072" cy="58586"/>
            </a:xfrm>
            <a:custGeom>
              <a:avLst/>
              <a:gdLst/>
              <a:ahLst/>
              <a:cxnLst/>
              <a:rect l="l" t="t" r="r" b="b"/>
              <a:pathLst>
                <a:path w="5791" h="2231" extrusionOk="0">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137"/>
            <p:cNvSpPr/>
            <p:nvPr/>
          </p:nvSpPr>
          <p:spPr>
            <a:xfrm>
              <a:off x="3289949" y="3126950"/>
              <a:ext cx="19642" cy="58586"/>
            </a:xfrm>
            <a:custGeom>
              <a:avLst/>
              <a:gdLst/>
              <a:ahLst/>
              <a:cxnLst/>
              <a:rect l="l" t="t" r="r" b="b"/>
              <a:pathLst>
                <a:path w="748" h="2231" extrusionOk="0">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137"/>
            <p:cNvSpPr/>
            <p:nvPr/>
          </p:nvSpPr>
          <p:spPr>
            <a:xfrm>
              <a:off x="3204761" y="3064136"/>
              <a:ext cx="27678" cy="104068"/>
            </a:xfrm>
            <a:custGeom>
              <a:avLst/>
              <a:gdLst/>
              <a:ahLst/>
              <a:cxnLst/>
              <a:rect l="l" t="t" r="r" b="b"/>
              <a:pathLst>
                <a:path w="1054" h="3963" extrusionOk="0">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137"/>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137"/>
            <p:cNvSpPr/>
            <p:nvPr/>
          </p:nvSpPr>
          <p:spPr>
            <a:xfrm>
              <a:off x="3307044" y="2903609"/>
              <a:ext cx="111868" cy="120586"/>
            </a:xfrm>
            <a:custGeom>
              <a:avLst/>
              <a:gdLst/>
              <a:ahLst/>
              <a:cxnLst/>
              <a:rect l="l" t="t" r="r" b="b"/>
              <a:pathLst>
                <a:path w="4260" h="4592" extrusionOk="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137"/>
            <p:cNvSpPr/>
            <p:nvPr/>
          </p:nvSpPr>
          <p:spPr>
            <a:xfrm>
              <a:off x="3306782" y="2924407"/>
              <a:ext cx="50052" cy="99788"/>
            </a:xfrm>
            <a:custGeom>
              <a:avLst/>
              <a:gdLst/>
              <a:ahLst/>
              <a:cxnLst/>
              <a:rect l="l" t="t" r="r" b="b"/>
              <a:pathLst>
                <a:path w="1906" h="3800" extrusionOk="0">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137"/>
            <p:cNvSpPr/>
            <p:nvPr/>
          </p:nvSpPr>
          <p:spPr>
            <a:xfrm>
              <a:off x="3289713" y="3126714"/>
              <a:ext cx="38970" cy="58586"/>
            </a:xfrm>
            <a:custGeom>
              <a:avLst/>
              <a:gdLst/>
              <a:ahLst/>
              <a:cxnLst/>
              <a:rect l="l" t="t" r="r" b="b"/>
              <a:pathLst>
                <a:path w="1484" h="2231" extrusionOk="0">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137"/>
            <p:cNvSpPr/>
            <p:nvPr/>
          </p:nvSpPr>
          <p:spPr>
            <a:xfrm>
              <a:off x="3310799" y="2987719"/>
              <a:ext cx="70666" cy="16255"/>
            </a:xfrm>
            <a:custGeom>
              <a:avLst/>
              <a:gdLst/>
              <a:ahLst/>
              <a:cxnLst/>
              <a:rect l="l" t="t" r="r" b="b"/>
              <a:pathLst>
                <a:path w="2691" h="619" extrusionOk="0">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137"/>
            <p:cNvSpPr/>
            <p:nvPr/>
          </p:nvSpPr>
          <p:spPr>
            <a:xfrm>
              <a:off x="3204761" y="3064136"/>
              <a:ext cx="102545" cy="104068"/>
            </a:xfrm>
            <a:custGeom>
              <a:avLst/>
              <a:gdLst/>
              <a:ahLst/>
              <a:cxnLst/>
              <a:rect l="l" t="t" r="r" b="b"/>
              <a:pathLst>
                <a:path w="3905" h="3963" extrusionOk="0">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137"/>
            <p:cNvSpPr/>
            <p:nvPr/>
          </p:nvSpPr>
          <p:spPr>
            <a:xfrm>
              <a:off x="3204761" y="3064136"/>
              <a:ext cx="28413" cy="104068"/>
            </a:xfrm>
            <a:custGeom>
              <a:avLst/>
              <a:gdLst/>
              <a:ahLst/>
              <a:cxnLst/>
              <a:rect l="l" t="t" r="r" b="b"/>
              <a:pathLst>
                <a:path w="1082" h="3963" extrusionOk="0">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137"/>
            <p:cNvSpPr/>
            <p:nvPr/>
          </p:nvSpPr>
          <p:spPr>
            <a:xfrm>
              <a:off x="3199221" y="3154339"/>
              <a:ext cx="113890" cy="38497"/>
            </a:xfrm>
            <a:custGeom>
              <a:avLst/>
              <a:gdLst/>
              <a:ahLst/>
              <a:cxnLst/>
              <a:rect l="l" t="t" r="r" b="b"/>
              <a:pathLst>
                <a:path w="4337" h="1466" extrusionOk="0">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137"/>
            <p:cNvSpPr/>
            <p:nvPr/>
          </p:nvSpPr>
          <p:spPr>
            <a:xfrm>
              <a:off x="3167551" y="3235272"/>
              <a:ext cx="176704" cy="27914"/>
            </a:xfrm>
            <a:custGeom>
              <a:avLst/>
              <a:gdLst/>
              <a:ahLst/>
              <a:cxnLst/>
              <a:rect l="l" t="t" r="r" b="b"/>
              <a:pathLst>
                <a:path w="6729" h="1063" extrusionOk="0">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137"/>
            <p:cNvSpPr/>
            <p:nvPr/>
          </p:nvSpPr>
          <p:spPr>
            <a:xfrm>
              <a:off x="3179631" y="3181229"/>
              <a:ext cx="152807" cy="54568"/>
            </a:xfrm>
            <a:custGeom>
              <a:avLst/>
              <a:gdLst/>
              <a:ahLst/>
              <a:cxnLst/>
              <a:rect l="l" t="t" r="r" b="b"/>
              <a:pathLst>
                <a:path w="5819" h="2078" extrusionOk="0">
                  <a:moveTo>
                    <a:pt x="565" y="1"/>
                  </a:moveTo>
                  <a:lnTo>
                    <a:pt x="0" y="2078"/>
                  </a:lnTo>
                  <a:lnTo>
                    <a:pt x="5819" y="2078"/>
                  </a:lnTo>
                  <a:lnTo>
                    <a:pt x="525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137"/>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137"/>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137"/>
            <p:cNvSpPr/>
            <p:nvPr/>
          </p:nvSpPr>
          <p:spPr>
            <a:xfrm>
              <a:off x="3200245" y="2956260"/>
              <a:ext cx="111841" cy="120218"/>
            </a:xfrm>
            <a:custGeom>
              <a:avLst/>
              <a:gdLst/>
              <a:ahLst/>
              <a:cxnLst/>
              <a:rect l="l" t="t" r="r" b="b"/>
              <a:pathLst>
                <a:path w="4259" h="4578" extrusionOk="0">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137"/>
            <p:cNvSpPr/>
            <p:nvPr/>
          </p:nvSpPr>
          <p:spPr>
            <a:xfrm>
              <a:off x="3199982" y="2976664"/>
              <a:ext cx="49789" cy="99814"/>
            </a:xfrm>
            <a:custGeom>
              <a:avLst/>
              <a:gdLst/>
              <a:ahLst/>
              <a:cxnLst/>
              <a:rect l="l" t="t" r="r" b="b"/>
              <a:pathLst>
                <a:path w="1896" h="3801" extrusionOk="0">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137"/>
            <p:cNvSpPr/>
            <p:nvPr/>
          </p:nvSpPr>
          <p:spPr>
            <a:xfrm>
              <a:off x="3204000" y="3040003"/>
              <a:ext cx="71401" cy="16255"/>
            </a:xfrm>
            <a:custGeom>
              <a:avLst/>
              <a:gdLst/>
              <a:ahLst/>
              <a:cxnLst/>
              <a:rect l="l" t="t" r="r" b="b"/>
              <a:pathLst>
                <a:path w="2719" h="619" extrusionOk="0">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1" name="Google Shape;14741;p137"/>
            <p:cNvSpPr/>
            <p:nvPr/>
          </p:nvSpPr>
          <p:spPr>
            <a:xfrm>
              <a:off x="3389133" y="2987719"/>
              <a:ext cx="28256" cy="8088"/>
            </a:xfrm>
            <a:custGeom>
              <a:avLst/>
              <a:gdLst/>
              <a:ahLst/>
              <a:cxnLst/>
              <a:rect l="l" t="t" r="r" b="b"/>
              <a:pathLst>
                <a:path w="1076" h="308" extrusionOk="0">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137"/>
            <p:cNvSpPr/>
            <p:nvPr/>
          </p:nvSpPr>
          <p:spPr>
            <a:xfrm>
              <a:off x="3282307" y="3040213"/>
              <a:ext cx="28282" cy="8141"/>
            </a:xfrm>
            <a:custGeom>
              <a:avLst/>
              <a:gdLst/>
              <a:ahLst/>
              <a:cxnLst/>
              <a:rect l="l" t="t" r="r" b="b"/>
              <a:pathLst>
                <a:path w="1077" h="310" extrusionOk="0">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137"/>
            <p:cNvSpPr/>
            <p:nvPr/>
          </p:nvSpPr>
          <p:spPr>
            <a:xfrm>
              <a:off x="3175508" y="2987719"/>
              <a:ext cx="28256" cy="8088"/>
            </a:xfrm>
            <a:custGeom>
              <a:avLst/>
              <a:gdLst/>
              <a:ahLst/>
              <a:cxnLst/>
              <a:rect l="l" t="t" r="r" b="b"/>
              <a:pathLst>
                <a:path w="1076" h="308" extrusionOk="0">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4" name="Google Shape;14744;p137"/>
          <p:cNvGrpSpPr/>
          <p:nvPr/>
        </p:nvGrpSpPr>
        <p:grpSpPr>
          <a:xfrm>
            <a:off x="5741031" y="3386057"/>
            <a:ext cx="394609" cy="294585"/>
            <a:chOff x="5741031" y="3386057"/>
            <a:chExt cx="394609" cy="294585"/>
          </a:xfrm>
        </p:grpSpPr>
        <p:sp>
          <p:nvSpPr>
            <p:cNvPr id="14745" name="Google Shape;14745;p137"/>
            <p:cNvSpPr/>
            <p:nvPr/>
          </p:nvSpPr>
          <p:spPr>
            <a:xfrm>
              <a:off x="6054182" y="3473766"/>
              <a:ext cx="50025" cy="43749"/>
            </a:xfrm>
            <a:custGeom>
              <a:avLst/>
              <a:gdLst/>
              <a:ahLst/>
              <a:cxnLst/>
              <a:rect l="l" t="t" r="r" b="b"/>
              <a:pathLst>
                <a:path w="1905" h="1666" extrusionOk="0">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137"/>
            <p:cNvSpPr/>
            <p:nvPr/>
          </p:nvSpPr>
          <p:spPr>
            <a:xfrm>
              <a:off x="6054182" y="3473766"/>
              <a:ext cx="34453" cy="44012"/>
            </a:xfrm>
            <a:custGeom>
              <a:avLst/>
              <a:gdLst/>
              <a:ahLst/>
              <a:cxnLst/>
              <a:rect l="l" t="t" r="r" b="b"/>
              <a:pathLst>
                <a:path w="1312" h="1676" extrusionOk="0">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137"/>
            <p:cNvSpPr/>
            <p:nvPr/>
          </p:nvSpPr>
          <p:spPr>
            <a:xfrm>
              <a:off x="6022775" y="3580329"/>
              <a:ext cx="112603" cy="100313"/>
            </a:xfrm>
            <a:custGeom>
              <a:avLst/>
              <a:gdLst/>
              <a:ahLst/>
              <a:cxnLst/>
              <a:rect l="l" t="t" r="r" b="b"/>
              <a:pathLst>
                <a:path w="4288" h="3820" extrusionOk="0">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137"/>
            <p:cNvSpPr/>
            <p:nvPr/>
          </p:nvSpPr>
          <p:spPr>
            <a:xfrm>
              <a:off x="6059959" y="3580066"/>
              <a:ext cx="38471" cy="25183"/>
            </a:xfrm>
            <a:custGeom>
              <a:avLst/>
              <a:gdLst/>
              <a:ahLst/>
              <a:cxnLst/>
              <a:rect l="l" t="t" r="r" b="b"/>
              <a:pathLst>
                <a:path w="1465" h="959" extrusionOk="0">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137"/>
            <p:cNvSpPr/>
            <p:nvPr/>
          </p:nvSpPr>
          <p:spPr>
            <a:xfrm>
              <a:off x="6022775" y="3613259"/>
              <a:ext cx="112603" cy="67383"/>
            </a:xfrm>
            <a:custGeom>
              <a:avLst/>
              <a:gdLst/>
              <a:ahLst/>
              <a:cxnLst/>
              <a:rect l="l" t="t" r="r" b="b"/>
              <a:pathLst>
                <a:path w="4288" h="2566" extrusionOk="0">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137"/>
            <p:cNvSpPr/>
            <p:nvPr/>
          </p:nvSpPr>
          <p:spPr>
            <a:xfrm>
              <a:off x="6035327" y="3492358"/>
              <a:ext cx="87735" cy="87735"/>
            </a:xfrm>
            <a:custGeom>
              <a:avLst/>
              <a:gdLst/>
              <a:ahLst/>
              <a:cxnLst/>
              <a:rect l="l" t="t" r="r" b="b"/>
              <a:pathLst>
                <a:path w="3341" h="3341" extrusionOk="0">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137"/>
            <p:cNvSpPr/>
            <p:nvPr/>
          </p:nvSpPr>
          <p:spPr>
            <a:xfrm>
              <a:off x="6051424" y="3492358"/>
              <a:ext cx="73397" cy="78964"/>
            </a:xfrm>
            <a:custGeom>
              <a:avLst/>
              <a:gdLst/>
              <a:ahLst/>
              <a:cxnLst/>
              <a:rect l="l" t="t" r="r" b="b"/>
              <a:pathLst>
                <a:path w="2795" h="3007" extrusionOk="0">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137"/>
            <p:cNvSpPr/>
            <p:nvPr/>
          </p:nvSpPr>
          <p:spPr>
            <a:xfrm>
              <a:off x="6041603" y="3531118"/>
              <a:ext cx="75182" cy="61553"/>
            </a:xfrm>
            <a:custGeom>
              <a:avLst/>
              <a:gdLst/>
              <a:ahLst/>
              <a:cxnLst/>
              <a:rect l="l" t="t" r="r" b="b"/>
              <a:pathLst>
                <a:path w="2863" h="2344" extrusionOk="0">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137"/>
            <p:cNvSpPr/>
            <p:nvPr/>
          </p:nvSpPr>
          <p:spPr>
            <a:xfrm>
              <a:off x="6041603" y="3531118"/>
              <a:ext cx="74920" cy="61054"/>
            </a:xfrm>
            <a:custGeom>
              <a:avLst/>
              <a:gdLst/>
              <a:ahLst/>
              <a:cxnLst/>
              <a:rect l="l" t="t" r="r" b="b"/>
              <a:pathLst>
                <a:path w="2853" h="2325" extrusionOk="0">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137"/>
            <p:cNvSpPr/>
            <p:nvPr/>
          </p:nvSpPr>
          <p:spPr>
            <a:xfrm>
              <a:off x="6110483" y="3625811"/>
              <a:ext cx="25157" cy="54568"/>
            </a:xfrm>
            <a:custGeom>
              <a:avLst/>
              <a:gdLst/>
              <a:ahLst/>
              <a:cxnLst/>
              <a:rect l="l" t="t" r="r" b="b"/>
              <a:pathLst>
                <a:path w="958" h="2078" extrusionOk="0">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137"/>
            <p:cNvSpPr/>
            <p:nvPr/>
          </p:nvSpPr>
          <p:spPr>
            <a:xfrm>
              <a:off x="5759886" y="3498660"/>
              <a:ext cx="31197" cy="68880"/>
            </a:xfrm>
            <a:custGeom>
              <a:avLst/>
              <a:gdLst/>
              <a:ahLst/>
              <a:cxnLst/>
              <a:rect l="l" t="t" r="r" b="b"/>
              <a:pathLst>
                <a:path w="1188" h="2623" extrusionOk="0">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137"/>
            <p:cNvSpPr/>
            <p:nvPr/>
          </p:nvSpPr>
          <p:spPr>
            <a:xfrm>
              <a:off x="5772202" y="3492121"/>
              <a:ext cx="75419" cy="75681"/>
            </a:xfrm>
            <a:custGeom>
              <a:avLst/>
              <a:gdLst/>
              <a:ahLst/>
              <a:cxnLst/>
              <a:rect l="l" t="t" r="r" b="b"/>
              <a:pathLst>
                <a:path w="2872" h="2882" extrusionOk="0">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137"/>
            <p:cNvSpPr/>
            <p:nvPr/>
          </p:nvSpPr>
          <p:spPr>
            <a:xfrm>
              <a:off x="5784754" y="3586369"/>
              <a:ext cx="37736" cy="27652"/>
            </a:xfrm>
            <a:custGeom>
              <a:avLst/>
              <a:gdLst/>
              <a:ahLst/>
              <a:cxnLst/>
              <a:rect l="l" t="t" r="r" b="b"/>
              <a:pathLst>
                <a:path w="1437" h="1053" extrusionOk="0">
                  <a:moveTo>
                    <a:pt x="1" y="0"/>
                  </a:moveTo>
                  <a:lnTo>
                    <a:pt x="1" y="1053"/>
                  </a:lnTo>
                  <a:lnTo>
                    <a:pt x="1437" y="1053"/>
                  </a:lnTo>
                  <a:lnTo>
                    <a:pt x="143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137"/>
            <p:cNvSpPr/>
            <p:nvPr/>
          </p:nvSpPr>
          <p:spPr>
            <a:xfrm>
              <a:off x="5785017" y="3586369"/>
              <a:ext cx="37736" cy="15362"/>
            </a:xfrm>
            <a:custGeom>
              <a:avLst/>
              <a:gdLst/>
              <a:ahLst/>
              <a:cxnLst/>
              <a:rect l="l" t="t" r="r" b="b"/>
              <a:pathLst>
                <a:path w="1437" h="585" extrusionOk="0">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137"/>
            <p:cNvSpPr/>
            <p:nvPr/>
          </p:nvSpPr>
          <p:spPr>
            <a:xfrm>
              <a:off x="5741031" y="3601704"/>
              <a:ext cx="125444" cy="78675"/>
            </a:xfrm>
            <a:custGeom>
              <a:avLst/>
              <a:gdLst/>
              <a:ahLst/>
              <a:cxnLst/>
              <a:rect l="l" t="t" r="r" b="b"/>
              <a:pathLst>
                <a:path w="4777" h="2996" extrusionOk="0">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137"/>
            <p:cNvSpPr/>
            <p:nvPr/>
          </p:nvSpPr>
          <p:spPr>
            <a:xfrm>
              <a:off x="5797332" y="3614257"/>
              <a:ext cx="12579" cy="66123"/>
            </a:xfrm>
            <a:custGeom>
              <a:avLst/>
              <a:gdLst/>
              <a:ahLst/>
              <a:cxnLst/>
              <a:rect l="l" t="t" r="r" b="b"/>
              <a:pathLst>
                <a:path w="479" h="2518" extrusionOk="0">
                  <a:moveTo>
                    <a:pt x="125" y="1"/>
                  </a:moveTo>
                  <a:lnTo>
                    <a:pt x="0" y="2518"/>
                  </a:lnTo>
                  <a:lnTo>
                    <a:pt x="479" y="2518"/>
                  </a:lnTo>
                  <a:lnTo>
                    <a:pt x="36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137"/>
            <p:cNvSpPr/>
            <p:nvPr/>
          </p:nvSpPr>
          <p:spPr>
            <a:xfrm>
              <a:off x="5766162" y="3523791"/>
              <a:ext cx="75182" cy="68880"/>
            </a:xfrm>
            <a:custGeom>
              <a:avLst/>
              <a:gdLst/>
              <a:ahLst/>
              <a:cxnLst/>
              <a:rect l="l" t="t" r="r" b="b"/>
              <a:pathLst>
                <a:path w="2863" h="2623" extrusionOk="0">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137"/>
            <p:cNvSpPr/>
            <p:nvPr/>
          </p:nvSpPr>
          <p:spPr>
            <a:xfrm>
              <a:off x="5766162" y="3523791"/>
              <a:ext cx="74920" cy="67383"/>
            </a:xfrm>
            <a:custGeom>
              <a:avLst/>
              <a:gdLst/>
              <a:ahLst/>
              <a:cxnLst/>
              <a:rect l="l" t="t" r="r" b="b"/>
              <a:pathLst>
                <a:path w="2853" h="2566" extrusionOk="0">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137"/>
            <p:cNvSpPr/>
            <p:nvPr/>
          </p:nvSpPr>
          <p:spPr>
            <a:xfrm>
              <a:off x="5797595" y="3614257"/>
              <a:ext cx="12579" cy="12605"/>
            </a:xfrm>
            <a:custGeom>
              <a:avLst/>
              <a:gdLst/>
              <a:ahLst/>
              <a:cxnLst/>
              <a:rect l="l" t="t" r="r" b="b"/>
              <a:pathLst>
                <a:path w="479" h="480" extrusionOk="0">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137"/>
            <p:cNvSpPr/>
            <p:nvPr/>
          </p:nvSpPr>
          <p:spPr>
            <a:xfrm>
              <a:off x="5778241" y="3596715"/>
              <a:ext cx="25656" cy="26286"/>
            </a:xfrm>
            <a:custGeom>
              <a:avLst/>
              <a:gdLst/>
              <a:ahLst/>
              <a:cxnLst/>
              <a:rect l="l" t="t" r="r" b="b"/>
              <a:pathLst>
                <a:path w="977" h="1001" extrusionOk="0">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137"/>
            <p:cNvSpPr/>
            <p:nvPr/>
          </p:nvSpPr>
          <p:spPr>
            <a:xfrm>
              <a:off x="5803871" y="3596715"/>
              <a:ext cx="25656" cy="26286"/>
            </a:xfrm>
            <a:custGeom>
              <a:avLst/>
              <a:gdLst/>
              <a:ahLst/>
              <a:cxnLst/>
              <a:rect l="l" t="t" r="r" b="b"/>
              <a:pathLst>
                <a:path w="977" h="1001" extrusionOk="0">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137"/>
            <p:cNvSpPr/>
            <p:nvPr/>
          </p:nvSpPr>
          <p:spPr>
            <a:xfrm>
              <a:off x="5847857" y="3386057"/>
              <a:ext cx="187234" cy="219192"/>
            </a:xfrm>
            <a:custGeom>
              <a:avLst/>
              <a:gdLst/>
              <a:ahLst/>
              <a:cxnLst/>
              <a:rect l="l" t="t" r="r" b="b"/>
              <a:pathLst>
                <a:path w="7130" h="8347" extrusionOk="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137"/>
            <p:cNvSpPr/>
            <p:nvPr/>
          </p:nvSpPr>
          <p:spPr>
            <a:xfrm>
              <a:off x="5891816" y="3386057"/>
              <a:ext cx="143275" cy="219192"/>
            </a:xfrm>
            <a:custGeom>
              <a:avLst/>
              <a:gdLst/>
              <a:ahLst/>
              <a:cxnLst/>
              <a:rect l="l" t="t" r="r" b="b"/>
              <a:pathLst>
                <a:path w="5456" h="8347" extrusionOk="0">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137"/>
            <p:cNvSpPr/>
            <p:nvPr/>
          </p:nvSpPr>
          <p:spPr>
            <a:xfrm>
              <a:off x="5835042" y="3555198"/>
              <a:ext cx="212890" cy="125181"/>
            </a:xfrm>
            <a:custGeom>
              <a:avLst/>
              <a:gdLst/>
              <a:ahLst/>
              <a:cxnLst/>
              <a:rect l="l" t="t" r="r" b="b"/>
              <a:pathLst>
                <a:path w="8107" h="4767" extrusionOk="0">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137"/>
            <p:cNvSpPr/>
            <p:nvPr/>
          </p:nvSpPr>
          <p:spPr>
            <a:xfrm>
              <a:off x="5835042" y="3600181"/>
              <a:ext cx="212890" cy="80198"/>
            </a:xfrm>
            <a:custGeom>
              <a:avLst/>
              <a:gdLst/>
              <a:ahLst/>
              <a:cxnLst/>
              <a:rect l="l" t="t" r="r" b="b"/>
              <a:pathLst>
                <a:path w="8107" h="3054" extrusionOk="0">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137"/>
            <p:cNvSpPr/>
            <p:nvPr/>
          </p:nvSpPr>
          <p:spPr>
            <a:xfrm>
              <a:off x="5910172" y="3555198"/>
              <a:ext cx="62604" cy="25105"/>
            </a:xfrm>
            <a:custGeom>
              <a:avLst/>
              <a:gdLst/>
              <a:ahLst/>
              <a:cxnLst/>
              <a:rect l="l" t="t" r="r" b="b"/>
              <a:pathLst>
                <a:path w="2384" h="956" extrusionOk="0">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137"/>
            <p:cNvSpPr/>
            <p:nvPr/>
          </p:nvSpPr>
          <p:spPr>
            <a:xfrm>
              <a:off x="5878765" y="3449764"/>
              <a:ext cx="125418" cy="117907"/>
            </a:xfrm>
            <a:custGeom>
              <a:avLst/>
              <a:gdLst/>
              <a:ahLst/>
              <a:cxnLst/>
              <a:rect l="l" t="t" r="r" b="b"/>
              <a:pathLst>
                <a:path w="4776" h="4490" extrusionOk="0">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137"/>
            <p:cNvSpPr/>
            <p:nvPr/>
          </p:nvSpPr>
          <p:spPr>
            <a:xfrm>
              <a:off x="5878765" y="3449764"/>
              <a:ext cx="122398" cy="117277"/>
            </a:xfrm>
            <a:custGeom>
              <a:avLst/>
              <a:gdLst/>
              <a:ahLst/>
              <a:cxnLst/>
              <a:rect l="l" t="t" r="r" b="b"/>
              <a:pathLst>
                <a:path w="4661" h="4466" extrusionOk="0">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137"/>
            <p:cNvSpPr/>
            <p:nvPr/>
          </p:nvSpPr>
          <p:spPr>
            <a:xfrm>
              <a:off x="5835042" y="3620796"/>
              <a:ext cx="43986" cy="59584"/>
            </a:xfrm>
            <a:custGeom>
              <a:avLst/>
              <a:gdLst/>
              <a:ahLst/>
              <a:cxnLst/>
              <a:rect l="l" t="t" r="r" b="b"/>
              <a:pathLst>
                <a:path w="1675" h="2269" extrusionOk="0">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137"/>
            <p:cNvSpPr/>
            <p:nvPr/>
          </p:nvSpPr>
          <p:spPr>
            <a:xfrm>
              <a:off x="6003920" y="3620796"/>
              <a:ext cx="44012" cy="59584"/>
            </a:xfrm>
            <a:custGeom>
              <a:avLst/>
              <a:gdLst/>
              <a:ahLst/>
              <a:cxnLst/>
              <a:rect l="l" t="t" r="r" b="b"/>
              <a:pathLst>
                <a:path w="1676" h="2269" extrusionOk="0">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75" name="Google Shape;14775;p137"/>
          <p:cNvSpPr/>
          <p:nvPr/>
        </p:nvSpPr>
        <p:spPr>
          <a:xfrm>
            <a:off x="6560317" y="3564757"/>
            <a:ext cx="13366" cy="86711"/>
          </a:xfrm>
          <a:custGeom>
            <a:avLst/>
            <a:gdLst/>
            <a:ahLst/>
            <a:cxnLst/>
            <a:rect l="l" t="t" r="r" b="b"/>
            <a:pathLst>
              <a:path w="509" h="3302" extrusionOk="0">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76" name="Google Shape;14776;p137"/>
          <p:cNvGrpSpPr/>
          <p:nvPr/>
        </p:nvGrpSpPr>
        <p:grpSpPr>
          <a:xfrm>
            <a:off x="6179074" y="3368726"/>
            <a:ext cx="394609" cy="328749"/>
            <a:chOff x="6179074" y="3368726"/>
            <a:chExt cx="394609" cy="328749"/>
          </a:xfrm>
        </p:grpSpPr>
        <p:sp>
          <p:nvSpPr>
            <p:cNvPr id="14777" name="Google Shape;14777;p137"/>
            <p:cNvSpPr/>
            <p:nvPr/>
          </p:nvSpPr>
          <p:spPr>
            <a:xfrm>
              <a:off x="6363052"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137"/>
            <p:cNvSpPr/>
            <p:nvPr/>
          </p:nvSpPr>
          <p:spPr>
            <a:xfrm>
              <a:off x="6361791"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137"/>
            <p:cNvSpPr/>
            <p:nvPr/>
          </p:nvSpPr>
          <p:spPr>
            <a:xfrm>
              <a:off x="6336660" y="3442096"/>
              <a:ext cx="79174" cy="97556"/>
            </a:xfrm>
            <a:custGeom>
              <a:avLst/>
              <a:gdLst/>
              <a:ahLst/>
              <a:cxnLst/>
              <a:rect l="l" t="t" r="r" b="b"/>
              <a:pathLst>
                <a:path w="3015" h="3715" extrusionOk="0">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0" name="Google Shape;14780;p137"/>
            <p:cNvSpPr/>
            <p:nvPr/>
          </p:nvSpPr>
          <p:spPr>
            <a:xfrm>
              <a:off x="6349974"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137"/>
            <p:cNvSpPr/>
            <p:nvPr/>
          </p:nvSpPr>
          <p:spPr>
            <a:xfrm>
              <a:off x="6336897" y="3452915"/>
              <a:ext cx="13104" cy="86973"/>
            </a:xfrm>
            <a:custGeom>
              <a:avLst/>
              <a:gdLst/>
              <a:ahLst/>
              <a:cxnLst/>
              <a:rect l="l" t="t" r="r" b="b"/>
              <a:pathLst>
                <a:path w="499" h="3312" extrusionOk="0">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137"/>
            <p:cNvSpPr/>
            <p:nvPr/>
          </p:nvSpPr>
          <p:spPr>
            <a:xfrm>
              <a:off x="6402494" y="3452915"/>
              <a:ext cx="13340" cy="86973"/>
            </a:xfrm>
            <a:custGeom>
              <a:avLst/>
              <a:gdLst/>
              <a:ahLst/>
              <a:cxnLst/>
              <a:rect l="l" t="t" r="r" b="b"/>
              <a:pathLst>
                <a:path w="508" h="3312" extrusionOk="0">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137"/>
            <p:cNvSpPr/>
            <p:nvPr/>
          </p:nvSpPr>
          <p:spPr>
            <a:xfrm>
              <a:off x="6356014" y="3434691"/>
              <a:ext cx="40493" cy="105198"/>
            </a:xfrm>
            <a:custGeom>
              <a:avLst/>
              <a:gdLst/>
              <a:ahLst/>
              <a:cxnLst/>
              <a:rect l="l" t="t" r="r" b="b"/>
              <a:pathLst>
                <a:path w="1542" h="4006" extrusionOk="0">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137"/>
            <p:cNvSpPr/>
            <p:nvPr/>
          </p:nvSpPr>
          <p:spPr>
            <a:xfrm>
              <a:off x="6373109" y="3552913"/>
              <a:ext cx="6775" cy="98554"/>
            </a:xfrm>
            <a:custGeom>
              <a:avLst/>
              <a:gdLst/>
              <a:ahLst/>
              <a:cxnLst/>
              <a:rect l="l" t="t" r="r" b="b"/>
              <a:pathLst>
                <a:path w="258" h="3753" extrusionOk="0">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137"/>
            <p:cNvSpPr/>
            <p:nvPr/>
          </p:nvSpPr>
          <p:spPr>
            <a:xfrm>
              <a:off x="6349974" y="3368726"/>
              <a:ext cx="52546" cy="59321"/>
            </a:xfrm>
            <a:custGeom>
              <a:avLst/>
              <a:gdLst/>
              <a:ahLst/>
              <a:cxnLst/>
              <a:rect l="l" t="t" r="r" b="b"/>
              <a:pathLst>
                <a:path w="2001" h="2259" extrusionOk="0">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137"/>
            <p:cNvSpPr/>
            <p:nvPr/>
          </p:nvSpPr>
          <p:spPr>
            <a:xfrm>
              <a:off x="6349974" y="3368726"/>
              <a:ext cx="36213" cy="59269"/>
            </a:xfrm>
            <a:custGeom>
              <a:avLst/>
              <a:gdLst/>
              <a:ahLst/>
              <a:cxnLst/>
              <a:rect l="l" t="t" r="r" b="b"/>
              <a:pathLst>
                <a:path w="1379" h="2257" extrusionOk="0">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137"/>
            <p:cNvSpPr/>
            <p:nvPr/>
          </p:nvSpPr>
          <p:spPr>
            <a:xfrm>
              <a:off x="6349974" y="3368726"/>
              <a:ext cx="52546" cy="26418"/>
            </a:xfrm>
            <a:custGeom>
              <a:avLst/>
              <a:gdLst/>
              <a:ahLst/>
              <a:cxnLst/>
              <a:rect l="l" t="t" r="r" b="b"/>
              <a:pathLst>
                <a:path w="2001" h="1006" extrusionOk="0">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137"/>
            <p:cNvSpPr/>
            <p:nvPr/>
          </p:nvSpPr>
          <p:spPr>
            <a:xfrm>
              <a:off x="6349974" y="3368726"/>
              <a:ext cx="36213" cy="24159"/>
            </a:xfrm>
            <a:custGeom>
              <a:avLst/>
              <a:gdLst/>
              <a:ahLst/>
              <a:cxnLst/>
              <a:rect l="l" t="t" r="r" b="b"/>
              <a:pathLst>
                <a:path w="1379" h="920" extrusionOk="0">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137"/>
            <p:cNvSpPr/>
            <p:nvPr/>
          </p:nvSpPr>
          <p:spPr>
            <a:xfrm>
              <a:off x="6468354"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137"/>
            <p:cNvSpPr/>
            <p:nvPr/>
          </p:nvSpPr>
          <p:spPr>
            <a:xfrm>
              <a:off x="6467094"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137"/>
            <p:cNvSpPr/>
            <p:nvPr/>
          </p:nvSpPr>
          <p:spPr>
            <a:xfrm>
              <a:off x="6441963" y="3442096"/>
              <a:ext cx="78938" cy="97556"/>
            </a:xfrm>
            <a:custGeom>
              <a:avLst/>
              <a:gdLst/>
              <a:ahLst/>
              <a:cxnLst/>
              <a:rect l="l" t="t" r="r" b="b"/>
              <a:pathLst>
                <a:path w="3006" h="3715" extrusionOk="0">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137"/>
            <p:cNvSpPr/>
            <p:nvPr/>
          </p:nvSpPr>
          <p:spPr>
            <a:xfrm>
              <a:off x="6455277"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137"/>
            <p:cNvSpPr/>
            <p:nvPr/>
          </p:nvSpPr>
          <p:spPr>
            <a:xfrm>
              <a:off x="6441963" y="3452915"/>
              <a:ext cx="13340" cy="86973"/>
            </a:xfrm>
            <a:custGeom>
              <a:avLst/>
              <a:gdLst/>
              <a:ahLst/>
              <a:cxnLst/>
              <a:rect l="l" t="t" r="r" b="b"/>
              <a:pathLst>
                <a:path w="508" h="3312" extrusionOk="0">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137"/>
            <p:cNvSpPr/>
            <p:nvPr/>
          </p:nvSpPr>
          <p:spPr>
            <a:xfrm>
              <a:off x="6507797" y="3452915"/>
              <a:ext cx="13104" cy="86973"/>
            </a:xfrm>
            <a:custGeom>
              <a:avLst/>
              <a:gdLst/>
              <a:ahLst/>
              <a:cxnLst/>
              <a:rect l="l" t="t" r="r" b="b"/>
              <a:pathLst>
                <a:path w="499" h="3312" extrusionOk="0">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137"/>
            <p:cNvSpPr/>
            <p:nvPr/>
          </p:nvSpPr>
          <p:spPr>
            <a:xfrm>
              <a:off x="6461317" y="3434691"/>
              <a:ext cx="40493" cy="105198"/>
            </a:xfrm>
            <a:custGeom>
              <a:avLst/>
              <a:gdLst/>
              <a:ahLst/>
              <a:cxnLst/>
              <a:rect l="l" t="t" r="r" b="b"/>
              <a:pathLst>
                <a:path w="1542" h="4006" extrusionOk="0">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137"/>
            <p:cNvSpPr/>
            <p:nvPr/>
          </p:nvSpPr>
          <p:spPr>
            <a:xfrm>
              <a:off x="6478412" y="3552913"/>
              <a:ext cx="6539" cy="98554"/>
            </a:xfrm>
            <a:custGeom>
              <a:avLst/>
              <a:gdLst/>
              <a:ahLst/>
              <a:cxnLst/>
              <a:rect l="l" t="t" r="r" b="b"/>
              <a:pathLst>
                <a:path w="249" h="3753" extrusionOk="0">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137"/>
            <p:cNvSpPr/>
            <p:nvPr/>
          </p:nvSpPr>
          <p:spPr>
            <a:xfrm>
              <a:off x="6455277" y="3368726"/>
              <a:ext cx="52546" cy="59321"/>
            </a:xfrm>
            <a:custGeom>
              <a:avLst/>
              <a:gdLst/>
              <a:ahLst/>
              <a:cxnLst/>
              <a:rect l="l" t="t" r="r" b="b"/>
              <a:pathLst>
                <a:path w="2001" h="2259" extrusionOk="0">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137"/>
            <p:cNvSpPr/>
            <p:nvPr/>
          </p:nvSpPr>
          <p:spPr>
            <a:xfrm>
              <a:off x="6455277" y="3368726"/>
              <a:ext cx="36213" cy="59269"/>
            </a:xfrm>
            <a:custGeom>
              <a:avLst/>
              <a:gdLst/>
              <a:ahLst/>
              <a:cxnLst/>
              <a:rect l="l" t="t" r="r" b="b"/>
              <a:pathLst>
                <a:path w="1379" h="2257" extrusionOk="0">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137"/>
            <p:cNvSpPr/>
            <p:nvPr/>
          </p:nvSpPr>
          <p:spPr>
            <a:xfrm>
              <a:off x="6455277" y="3368726"/>
              <a:ext cx="52546" cy="26418"/>
            </a:xfrm>
            <a:custGeom>
              <a:avLst/>
              <a:gdLst/>
              <a:ahLst/>
              <a:cxnLst/>
              <a:rect l="l" t="t" r="r" b="b"/>
              <a:pathLst>
                <a:path w="2001" h="1006" extrusionOk="0">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137"/>
            <p:cNvSpPr/>
            <p:nvPr/>
          </p:nvSpPr>
          <p:spPr>
            <a:xfrm>
              <a:off x="6455277" y="3368726"/>
              <a:ext cx="36213" cy="24159"/>
            </a:xfrm>
            <a:custGeom>
              <a:avLst/>
              <a:gdLst/>
              <a:ahLst/>
              <a:cxnLst/>
              <a:rect l="l" t="t" r="r" b="b"/>
              <a:pathLst>
                <a:path w="1379" h="920" extrusionOk="0">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137"/>
            <p:cNvSpPr/>
            <p:nvPr/>
          </p:nvSpPr>
          <p:spPr>
            <a:xfrm>
              <a:off x="6257985" y="3421508"/>
              <a:ext cx="26181" cy="26155"/>
            </a:xfrm>
            <a:custGeom>
              <a:avLst/>
              <a:gdLst/>
              <a:ahLst/>
              <a:cxnLst/>
              <a:rect l="l" t="t" r="r" b="b"/>
              <a:pathLst>
                <a:path w="997" h="996" extrusionOk="0">
                  <a:moveTo>
                    <a:pt x="1" y="0"/>
                  </a:moveTo>
                  <a:lnTo>
                    <a:pt x="1" y="995"/>
                  </a:lnTo>
                  <a:lnTo>
                    <a:pt x="996" y="995"/>
                  </a:lnTo>
                  <a:lnTo>
                    <a:pt x="9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137"/>
            <p:cNvSpPr/>
            <p:nvPr/>
          </p:nvSpPr>
          <p:spPr>
            <a:xfrm>
              <a:off x="6256725" y="3421508"/>
              <a:ext cx="28676" cy="19695"/>
            </a:xfrm>
            <a:custGeom>
              <a:avLst/>
              <a:gdLst/>
              <a:ahLst/>
              <a:cxnLst/>
              <a:rect l="l" t="t" r="r" b="b"/>
              <a:pathLst>
                <a:path w="1092" h="750" extrusionOk="0">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137"/>
            <p:cNvSpPr/>
            <p:nvPr/>
          </p:nvSpPr>
          <p:spPr>
            <a:xfrm>
              <a:off x="6231594" y="3442096"/>
              <a:ext cx="78964" cy="97556"/>
            </a:xfrm>
            <a:custGeom>
              <a:avLst/>
              <a:gdLst/>
              <a:ahLst/>
              <a:cxnLst/>
              <a:rect l="l" t="t" r="r" b="b"/>
              <a:pathLst>
                <a:path w="3007" h="3715" extrusionOk="0">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137"/>
            <p:cNvSpPr/>
            <p:nvPr/>
          </p:nvSpPr>
          <p:spPr>
            <a:xfrm>
              <a:off x="6244672" y="3539862"/>
              <a:ext cx="52809" cy="111605"/>
            </a:xfrm>
            <a:custGeom>
              <a:avLst/>
              <a:gdLst/>
              <a:ahLst/>
              <a:cxnLst/>
              <a:rect l="l" t="t" r="r" b="b"/>
              <a:pathLst>
                <a:path w="2011" h="4250" extrusionOk="0">
                  <a:moveTo>
                    <a:pt x="1" y="1"/>
                  </a:moveTo>
                  <a:lnTo>
                    <a:pt x="1" y="4250"/>
                  </a:lnTo>
                  <a:lnTo>
                    <a:pt x="2010" y="4250"/>
                  </a:lnTo>
                  <a:lnTo>
                    <a:pt x="2010"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137"/>
            <p:cNvSpPr/>
            <p:nvPr/>
          </p:nvSpPr>
          <p:spPr>
            <a:xfrm>
              <a:off x="6231594" y="3452915"/>
              <a:ext cx="13104" cy="86973"/>
            </a:xfrm>
            <a:custGeom>
              <a:avLst/>
              <a:gdLst/>
              <a:ahLst/>
              <a:cxnLst/>
              <a:rect l="l" t="t" r="r" b="b"/>
              <a:pathLst>
                <a:path w="499" h="3312" extrusionOk="0">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137"/>
            <p:cNvSpPr/>
            <p:nvPr/>
          </p:nvSpPr>
          <p:spPr>
            <a:xfrm>
              <a:off x="6297454" y="3452915"/>
              <a:ext cx="13104" cy="86973"/>
            </a:xfrm>
            <a:custGeom>
              <a:avLst/>
              <a:gdLst/>
              <a:ahLst/>
              <a:cxnLst/>
              <a:rect l="l" t="t" r="r" b="b"/>
              <a:pathLst>
                <a:path w="499" h="3312" extrusionOk="0">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137"/>
            <p:cNvSpPr/>
            <p:nvPr/>
          </p:nvSpPr>
          <p:spPr>
            <a:xfrm>
              <a:off x="6250948" y="3434691"/>
              <a:ext cx="40257" cy="105198"/>
            </a:xfrm>
            <a:custGeom>
              <a:avLst/>
              <a:gdLst/>
              <a:ahLst/>
              <a:cxnLst/>
              <a:rect l="l" t="t" r="r" b="b"/>
              <a:pathLst>
                <a:path w="1533" h="4006" extrusionOk="0">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137"/>
            <p:cNvSpPr/>
            <p:nvPr/>
          </p:nvSpPr>
          <p:spPr>
            <a:xfrm>
              <a:off x="6268043" y="3552913"/>
              <a:ext cx="6565" cy="98554"/>
            </a:xfrm>
            <a:custGeom>
              <a:avLst/>
              <a:gdLst/>
              <a:ahLst/>
              <a:cxnLst/>
              <a:rect l="l" t="t" r="r" b="b"/>
              <a:pathLst>
                <a:path w="250" h="3753" extrusionOk="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137"/>
            <p:cNvSpPr/>
            <p:nvPr/>
          </p:nvSpPr>
          <p:spPr>
            <a:xfrm>
              <a:off x="6244672" y="3368726"/>
              <a:ext cx="52809" cy="59321"/>
            </a:xfrm>
            <a:custGeom>
              <a:avLst/>
              <a:gdLst/>
              <a:ahLst/>
              <a:cxnLst/>
              <a:rect l="l" t="t" r="r" b="b"/>
              <a:pathLst>
                <a:path w="2011" h="2259" extrusionOk="0">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137"/>
            <p:cNvSpPr/>
            <p:nvPr/>
          </p:nvSpPr>
          <p:spPr>
            <a:xfrm>
              <a:off x="6244934" y="3368726"/>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137"/>
            <p:cNvSpPr/>
            <p:nvPr/>
          </p:nvSpPr>
          <p:spPr>
            <a:xfrm>
              <a:off x="6244672" y="3368726"/>
              <a:ext cx="52809" cy="26418"/>
            </a:xfrm>
            <a:custGeom>
              <a:avLst/>
              <a:gdLst/>
              <a:ahLst/>
              <a:cxnLst/>
              <a:rect l="l" t="t" r="r" b="b"/>
              <a:pathLst>
                <a:path w="2011" h="1006" extrusionOk="0">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137"/>
            <p:cNvSpPr/>
            <p:nvPr/>
          </p:nvSpPr>
          <p:spPr>
            <a:xfrm>
              <a:off x="6244934" y="3368726"/>
              <a:ext cx="35950" cy="24159"/>
            </a:xfrm>
            <a:custGeom>
              <a:avLst/>
              <a:gdLst/>
              <a:ahLst/>
              <a:cxnLst/>
              <a:rect l="l" t="t" r="r" b="b"/>
              <a:pathLst>
                <a:path w="1369" h="920" extrusionOk="0">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137"/>
            <p:cNvSpPr/>
            <p:nvPr/>
          </p:nvSpPr>
          <p:spPr>
            <a:xfrm>
              <a:off x="6205229"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137"/>
            <p:cNvSpPr/>
            <p:nvPr/>
          </p:nvSpPr>
          <p:spPr>
            <a:xfrm>
              <a:off x="6203969" y="3533087"/>
              <a:ext cx="28912" cy="19931"/>
            </a:xfrm>
            <a:custGeom>
              <a:avLst/>
              <a:gdLst/>
              <a:ahLst/>
              <a:cxnLst/>
              <a:rect l="l" t="t" r="r" b="b"/>
              <a:pathLst>
                <a:path w="1101" h="759" extrusionOk="0">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137"/>
            <p:cNvSpPr/>
            <p:nvPr/>
          </p:nvSpPr>
          <p:spPr>
            <a:xfrm>
              <a:off x="6179074" y="3553938"/>
              <a:ext cx="78938" cy="97530"/>
            </a:xfrm>
            <a:custGeom>
              <a:avLst/>
              <a:gdLst/>
              <a:ahLst/>
              <a:cxnLst/>
              <a:rect l="l" t="t" r="r" b="b"/>
              <a:pathLst>
                <a:path w="3006" h="3714" extrusionOk="0">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137"/>
            <p:cNvSpPr/>
            <p:nvPr/>
          </p:nvSpPr>
          <p:spPr>
            <a:xfrm>
              <a:off x="6192152" y="3651441"/>
              <a:ext cx="52546" cy="46034"/>
            </a:xfrm>
            <a:custGeom>
              <a:avLst/>
              <a:gdLst/>
              <a:ahLst/>
              <a:cxnLst/>
              <a:rect l="l" t="t" r="r" b="b"/>
              <a:pathLst>
                <a:path w="2001" h="1753" extrusionOk="0">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137"/>
            <p:cNvSpPr/>
            <p:nvPr/>
          </p:nvSpPr>
          <p:spPr>
            <a:xfrm>
              <a:off x="6179074" y="3564757"/>
              <a:ext cx="13104" cy="86711"/>
            </a:xfrm>
            <a:custGeom>
              <a:avLst/>
              <a:gdLst/>
              <a:ahLst/>
              <a:cxnLst/>
              <a:rect l="l" t="t" r="r" b="b"/>
              <a:pathLst>
                <a:path w="499" h="3302" extrusionOk="0">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137"/>
            <p:cNvSpPr/>
            <p:nvPr/>
          </p:nvSpPr>
          <p:spPr>
            <a:xfrm>
              <a:off x="6244672" y="3564757"/>
              <a:ext cx="13340" cy="86711"/>
            </a:xfrm>
            <a:custGeom>
              <a:avLst/>
              <a:gdLst/>
              <a:ahLst/>
              <a:cxnLst/>
              <a:rect l="l" t="t" r="r" b="b"/>
              <a:pathLst>
                <a:path w="508" h="3302" extrusionOk="0">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137"/>
            <p:cNvSpPr/>
            <p:nvPr/>
          </p:nvSpPr>
          <p:spPr>
            <a:xfrm>
              <a:off x="6198191" y="3546270"/>
              <a:ext cx="40467" cy="105198"/>
            </a:xfrm>
            <a:custGeom>
              <a:avLst/>
              <a:gdLst/>
              <a:ahLst/>
              <a:cxnLst/>
              <a:rect l="l" t="t" r="r" b="b"/>
              <a:pathLst>
                <a:path w="1541" h="4006" extrusionOk="0">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137"/>
            <p:cNvSpPr/>
            <p:nvPr/>
          </p:nvSpPr>
          <p:spPr>
            <a:xfrm>
              <a:off x="6215260" y="3664755"/>
              <a:ext cx="6565" cy="32720"/>
            </a:xfrm>
            <a:custGeom>
              <a:avLst/>
              <a:gdLst/>
              <a:ahLst/>
              <a:cxnLst/>
              <a:rect l="l" t="t" r="r" b="b"/>
              <a:pathLst>
                <a:path w="250" h="1246" extrusionOk="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137"/>
            <p:cNvSpPr/>
            <p:nvPr/>
          </p:nvSpPr>
          <p:spPr>
            <a:xfrm>
              <a:off x="6192152"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137"/>
            <p:cNvSpPr/>
            <p:nvPr/>
          </p:nvSpPr>
          <p:spPr>
            <a:xfrm>
              <a:off x="6192204" y="3480567"/>
              <a:ext cx="36160" cy="59269"/>
            </a:xfrm>
            <a:custGeom>
              <a:avLst/>
              <a:gdLst/>
              <a:ahLst/>
              <a:cxnLst/>
              <a:rect l="l" t="t" r="r" b="b"/>
              <a:pathLst>
                <a:path w="1377" h="2257" extrusionOk="0">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137"/>
            <p:cNvSpPr/>
            <p:nvPr/>
          </p:nvSpPr>
          <p:spPr>
            <a:xfrm>
              <a:off x="6192152" y="3480567"/>
              <a:ext cx="52546" cy="26418"/>
            </a:xfrm>
            <a:custGeom>
              <a:avLst/>
              <a:gdLst/>
              <a:ahLst/>
              <a:cxnLst/>
              <a:rect l="l" t="t" r="r" b="b"/>
              <a:pathLst>
                <a:path w="2001" h="1006" extrusionOk="0">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137"/>
            <p:cNvSpPr/>
            <p:nvPr/>
          </p:nvSpPr>
          <p:spPr>
            <a:xfrm>
              <a:off x="6192414" y="3480567"/>
              <a:ext cx="35950" cy="23897"/>
            </a:xfrm>
            <a:custGeom>
              <a:avLst/>
              <a:gdLst/>
              <a:ahLst/>
              <a:cxnLst/>
              <a:rect l="l" t="t" r="r" b="b"/>
              <a:pathLst>
                <a:path w="1369" h="910" extrusionOk="0">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137"/>
            <p:cNvSpPr/>
            <p:nvPr/>
          </p:nvSpPr>
          <p:spPr>
            <a:xfrm>
              <a:off x="6310532"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137"/>
            <p:cNvSpPr/>
            <p:nvPr/>
          </p:nvSpPr>
          <p:spPr>
            <a:xfrm>
              <a:off x="6309271" y="3533087"/>
              <a:ext cx="28912" cy="19931"/>
            </a:xfrm>
            <a:custGeom>
              <a:avLst/>
              <a:gdLst/>
              <a:ahLst/>
              <a:cxnLst/>
              <a:rect l="l" t="t" r="r" b="b"/>
              <a:pathLst>
                <a:path w="1101" h="759" extrusionOk="0">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137"/>
            <p:cNvSpPr/>
            <p:nvPr/>
          </p:nvSpPr>
          <p:spPr>
            <a:xfrm>
              <a:off x="6284140"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137"/>
            <p:cNvSpPr/>
            <p:nvPr/>
          </p:nvSpPr>
          <p:spPr>
            <a:xfrm>
              <a:off x="6297454"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137"/>
            <p:cNvSpPr/>
            <p:nvPr/>
          </p:nvSpPr>
          <p:spPr>
            <a:xfrm>
              <a:off x="6297454" y="3480567"/>
              <a:ext cx="36213" cy="59269"/>
            </a:xfrm>
            <a:custGeom>
              <a:avLst/>
              <a:gdLst/>
              <a:ahLst/>
              <a:cxnLst/>
              <a:rect l="l" t="t" r="r" b="b"/>
              <a:pathLst>
                <a:path w="1379" h="2257" extrusionOk="0">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137"/>
            <p:cNvSpPr/>
            <p:nvPr/>
          </p:nvSpPr>
          <p:spPr>
            <a:xfrm>
              <a:off x="6297454" y="3651441"/>
              <a:ext cx="52546" cy="46034"/>
            </a:xfrm>
            <a:custGeom>
              <a:avLst/>
              <a:gdLst/>
              <a:ahLst/>
              <a:cxnLst/>
              <a:rect l="l" t="t" r="r" b="b"/>
              <a:pathLst>
                <a:path w="2001" h="1753" extrusionOk="0">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137"/>
            <p:cNvSpPr/>
            <p:nvPr/>
          </p:nvSpPr>
          <p:spPr>
            <a:xfrm>
              <a:off x="6284140" y="3564757"/>
              <a:ext cx="13340" cy="86711"/>
            </a:xfrm>
            <a:custGeom>
              <a:avLst/>
              <a:gdLst/>
              <a:ahLst/>
              <a:cxnLst/>
              <a:rect l="l" t="t" r="r" b="b"/>
              <a:pathLst>
                <a:path w="508" h="3302" extrusionOk="0">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137"/>
            <p:cNvSpPr/>
            <p:nvPr/>
          </p:nvSpPr>
          <p:spPr>
            <a:xfrm>
              <a:off x="6349974" y="3564757"/>
              <a:ext cx="13104" cy="86711"/>
            </a:xfrm>
            <a:custGeom>
              <a:avLst/>
              <a:gdLst/>
              <a:ahLst/>
              <a:cxnLst/>
              <a:rect l="l" t="t" r="r" b="b"/>
              <a:pathLst>
                <a:path w="499" h="3302" extrusionOk="0">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3" name="Google Shape;14833;p137"/>
            <p:cNvSpPr/>
            <p:nvPr/>
          </p:nvSpPr>
          <p:spPr>
            <a:xfrm>
              <a:off x="6303494" y="3546532"/>
              <a:ext cx="40467" cy="104935"/>
            </a:xfrm>
            <a:custGeom>
              <a:avLst/>
              <a:gdLst/>
              <a:ahLst/>
              <a:cxnLst/>
              <a:rect l="l" t="t" r="r" b="b"/>
              <a:pathLst>
                <a:path w="1541" h="3996" extrusionOk="0">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137"/>
            <p:cNvSpPr/>
            <p:nvPr/>
          </p:nvSpPr>
          <p:spPr>
            <a:xfrm>
              <a:off x="6320563" y="3664755"/>
              <a:ext cx="6565" cy="32720"/>
            </a:xfrm>
            <a:custGeom>
              <a:avLst/>
              <a:gdLst/>
              <a:ahLst/>
              <a:cxnLst/>
              <a:rect l="l" t="t" r="r" b="b"/>
              <a:pathLst>
                <a:path w="250" h="1246" extrusionOk="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137"/>
            <p:cNvSpPr/>
            <p:nvPr/>
          </p:nvSpPr>
          <p:spPr>
            <a:xfrm>
              <a:off x="6297454" y="3480567"/>
              <a:ext cx="52546" cy="26418"/>
            </a:xfrm>
            <a:custGeom>
              <a:avLst/>
              <a:gdLst/>
              <a:ahLst/>
              <a:cxnLst/>
              <a:rect l="l" t="t" r="r" b="b"/>
              <a:pathLst>
                <a:path w="2001" h="1006" extrusionOk="0">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137"/>
            <p:cNvSpPr/>
            <p:nvPr/>
          </p:nvSpPr>
          <p:spPr>
            <a:xfrm>
              <a:off x="6297454" y="3480567"/>
              <a:ext cx="36213" cy="23897"/>
            </a:xfrm>
            <a:custGeom>
              <a:avLst/>
              <a:gdLst/>
              <a:ahLst/>
              <a:cxnLst/>
              <a:rect l="l" t="t" r="r" b="b"/>
              <a:pathLst>
                <a:path w="1379" h="910" extrusionOk="0">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137"/>
            <p:cNvSpPr/>
            <p:nvPr/>
          </p:nvSpPr>
          <p:spPr>
            <a:xfrm>
              <a:off x="6415808" y="3533087"/>
              <a:ext cx="26181" cy="26418"/>
            </a:xfrm>
            <a:custGeom>
              <a:avLst/>
              <a:gdLst/>
              <a:ahLst/>
              <a:cxnLst/>
              <a:rect l="l" t="t" r="r" b="b"/>
              <a:pathLst>
                <a:path w="997" h="1006" extrusionOk="0">
                  <a:moveTo>
                    <a:pt x="1" y="0"/>
                  </a:moveTo>
                  <a:lnTo>
                    <a:pt x="1" y="1005"/>
                  </a:lnTo>
                  <a:lnTo>
                    <a:pt x="996" y="1005"/>
                  </a:lnTo>
                  <a:lnTo>
                    <a:pt x="9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137"/>
            <p:cNvSpPr/>
            <p:nvPr/>
          </p:nvSpPr>
          <p:spPr>
            <a:xfrm>
              <a:off x="6414574" y="3533087"/>
              <a:ext cx="28676" cy="19931"/>
            </a:xfrm>
            <a:custGeom>
              <a:avLst/>
              <a:gdLst/>
              <a:ahLst/>
              <a:cxnLst/>
              <a:rect l="l" t="t" r="r" b="b"/>
              <a:pathLst>
                <a:path w="1092" h="759" extrusionOk="0">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137"/>
            <p:cNvSpPr/>
            <p:nvPr/>
          </p:nvSpPr>
          <p:spPr>
            <a:xfrm>
              <a:off x="6389443"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137"/>
            <p:cNvSpPr/>
            <p:nvPr/>
          </p:nvSpPr>
          <p:spPr>
            <a:xfrm>
              <a:off x="6402494" y="3651441"/>
              <a:ext cx="52809" cy="46034"/>
            </a:xfrm>
            <a:custGeom>
              <a:avLst/>
              <a:gdLst/>
              <a:ahLst/>
              <a:cxnLst/>
              <a:rect l="l" t="t" r="r" b="b"/>
              <a:pathLst>
                <a:path w="2011" h="1753" extrusionOk="0">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1" name="Google Shape;14841;p137"/>
            <p:cNvSpPr/>
            <p:nvPr/>
          </p:nvSpPr>
          <p:spPr>
            <a:xfrm>
              <a:off x="6389443" y="3564757"/>
              <a:ext cx="13077" cy="86711"/>
            </a:xfrm>
            <a:custGeom>
              <a:avLst/>
              <a:gdLst/>
              <a:ahLst/>
              <a:cxnLst/>
              <a:rect l="l" t="t" r="r" b="b"/>
              <a:pathLst>
                <a:path w="498" h="3302" extrusionOk="0">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137"/>
            <p:cNvSpPr/>
            <p:nvPr/>
          </p:nvSpPr>
          <p:spPr>
            <a:xfrm>
              <a:off x="6455277" y="3564757"/>
              <a:ext cx="13104" cy="86711"/>
            </a:xfrm>
            <a:custGeom>
              <a:avLst/>
              <a:gdLst/>
              <a:ahLst/>
              <a:cxnLst/>
              <a:rect l="l" t="t" r="r" b="b"/>
              <a:pathLst>
                <a:path w="499" h="3302" extrusionOk="0">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137"/>
            <p:cNvSpPr/>
            <p:nvPr/>
          </p:nvSpPr>
          <p:spPr>
            <a:xfrm>
              <a:off x="6408797" y="3546270"/>
              <a:ext cx="40230" cy="105198"/>
            </a:xfrm>
            <a:custGeom>
              <a:avLst/>
              <a:gdLst/>
              <a:ahLst/>
              <a:cxnLst/>
              <a:rect l="l" t="t" r="r" b="b"/>
              <a:pathLst>
                <a:path w="1532" h="4006" extrusionOk="0">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137"/>
            <p:cNvSpPr/>
            <p:nvPr/>
          </p:nvSpPr>
          <p:spPr>
            <a:xfrm>
              <a:off x="6425866" y="3664781"/>
              <a:ext cx="6329" cy="32694"/>
            </a:xfrm>
            <a:custGeom>
              <a:avLst/>
              <a:gdLst/>
              <a:ahLst/>
              <a:cxnLst/>
              <a:rect l="l" t="t" r="r" b="b"/>
              <a:pathLst>
                <a:path w="241" h="1245" extrusionOk="0">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137"/>
            <p:cNvSpPr/>
            <p:nvPr/>
          </p:nvSpPr>
          <p:spPr>
            <a:xfrm>
              <a:off x="6402494" y="3480567"/>
              <a:ext cx="52809" cy="59321"/>
            </a:xfrm>
            <a:custGeom>
              <a:avLst/>
              <a:gdLst/>
              <a:ahLst/>
              <a:cxnLst/>
              <a:rect l="l" t="t" r="r" b="b"/>
              <a:pathLst>
                <a:path w="2011" h="2259" extrusionOk="0">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137"/>
            <p:cNvSpPr/>
            <p:nvPr/>
          </p:nvSpPr>
          <p:spPr>
            <a:xfrm>
              <a:off x="6402757" y="3480567"/>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137"/>
            <p:cNvSpPr/>
            <p:nvPr/>
          </p:nvSpPr>
          <p:spPr>
            <a:xfrm>
              <a:off x="6402494" y="3480567"/>
              <a:ext cx="52809" cy="26418"/>
            </a:xfrm>
            <a:custGeom>
              <a:avLst/>
              <a:gdLst/>
              <a:ahLst/>
              <a:cxnLst/>
              <a:rect l="l" t="t" r="r" b="b"/>
              <a:pathLst>
                <a:path w="2011" h="1006" extrusionOk="0">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137"/>
            <p:cNvSpPr/>
            <p:nvPr/>
          </p:nvSpPr>
          <p:spPr>
            <a:xfrm>
              <a:off x="6402757" y="3480567"/>
              <a:ext cx="35950" cy="23897"/>
            </a:xfrm>
            <a:custGeom>
              <a:avLst/>
              <a:gdLst/>
              <a:ahLst/>
              <a:cxnLst/>
              <a:rect l="l" t="t" r="r" b="b"/>
              <a:pathLst>
                <a:path w="1369" h="910" extrusionOk="0">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137"/>
            <p:cNvSpPr/>
            <p:nvPr/>
          </p:nvSpPr>
          <p:spPr>
            <a:xfrm>
              <a:off x="6520874" y="3533087"/>
              <a:ext cx="26418" cy="26418"/>
            </a:xfrm>
            <a:custGeom>
              <a:avLst/>
              <a:gdLst/>
              <a:ahLst/>
              <a:cxnLst/>
              <a:rect l="l" t="t" r="r" b="b"/>
              <a:pathLst>
                <a:path w="1006"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137"/>
            <p:cNvSpPr/>
            <p:nvPr/>
          </p:nvSpPr>
          <p:spPr>
            <a:xfrm>
              <a:off x="6519614" y="3533087"/>
              <a:ext cx="28939" cy="19931"/>
            </a:xfrm>
            <a:custGeom>
              <a:avLst/>
              <a:gdLst/>
              <a:ahLst/>
              <a:cxnLst/>
              <a:rect l="l" t="t" r="r" b="b"/>
              <a:pathLst>
                <a:path w="1102" h="759" extrusionOk="0">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1" name="Google Shape;14851;p137"/>
            <p:cNvSpPr/>
            <p:nvPr/>
          </p:nvSpPr>
          <p:spPr>
            <a:xfrm>
              <a:off x="6494483" y="3553938"/>
              <a:ext cx="79200" cy="97530"/>
            </a:xfrm>
            <a:custGeom>
              <a:avLst/>
              <a:gdLst/>
              <a:ahLst/>
              <a:cxnLst/>
              <a:rect l="l" t="t" r="r" b="b"/>
              <a:pathLst>
                <a:path w="3016" h="3714" extrusionOk="0">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137"/>
            <p:cNvSpPr/>
            <p:nvPr/>
          </p:nvSpPr>
          <p:spPr>
            <a:xfrm>
              <a:off x="6507797" y="3651441"/>
              <a:ext cx="52546" cy="46034"/>
            </a:xfrm>
            <a:custGeom>
              <a:avLst/>
              <a:gdLst/>
              <a:ahLst/>
              <a:cxnLst/>
              <a:rect l="l" t="t" r="r" b="b"/>
              <a:pathLst>
                <a:path w="2001" h="1753" extrusionOk="0">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137"/>
            <p:cNvSpPr/>
            <p:nvPr/>
          </p:nvSpPr>
          <p:spPr>
            <a:xfrm>
              <a:off x="6494483" y="3564757"/>
              <a:ext cx="13340" cy="86711"/>
            </a:xfrm>
            <a:custGeom>
              <a:avLst/>
              <a:gdLst/>
              <a:ahLst/>
              <a:cxnLst/>
              <a:rect l="l" t="t" r="r" b="b"/>
              <a:pathLst>
                <a:path w="508" h="3302" extrusionOk="0">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137"/>
            <p:cNvSpPr/>
            <p:nvPr/>
          </p:nvSpPr>
          <p:spPr>
            <a:xfrm>
              <a:off x="6513837" y="3546532"/>
              <a:ext cx="40493" cy="104935"/>
            </a:xfrm>
            <a:custGeom>
              <a:avLst/>
              <a:gdLst/>
              <a:ahLst/>
              <a:cxnLst/>
              <a:rect l="l" t="t" r="r" b="b"/>
              <a:pathLst>
                <a:path w="1542" h="3996" extrusionOk="0">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137"/>
            <p:cNvSpPr/>
            <p:nvPr/>
          </p:nvSpPr>
          <p:spPr>
            <a:xfrm>
              <a:off x="6530932" y="3664755"/>
              <a:ext cx="6565" cy="32720"/>
            </a:xfrm>
            <a:custGeom>
              <a:avLst/>
              <a:gdLst/>
              <a:ahLst/>
              <a:cxnLst/>
              <a:rect l="l" t="t" r="r" b="b"/>
              <a:pathLst>
                <a:path w="250" h="1246" extrusionOk="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137"/>
            <p:cNvSpPr/>
            <p:nvPr/>
          </p:nvSpPr>
          <p:spPr>
            <a:xfrm>
              <a:off x="6507797" y="3480567"/>
              <a:ext cx="52546" cy="59321"/>
            </a:xfrm>
            <a:custGeom>
              <a:avLst/>
              <a:gdLst/>
              <a:ahLst/>
              <a:cxnLst/>
              <a:rect l="l" t="t" r="r" b="b"/>
              <a:pathLst>
                <a:path w="2001" h="2259" extrusionOk="0">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137"/>
            <p:cNvSpPr/>
            <p:nvPr/>
          </p:nvSpPr>
          <p:spPr>
            <a:xfrm>
              <a:off x="6507797" y="3480567"/>
              <a:ext cx="36213" cy="59269"/>
            </a:xfrm>
            <a:custGeom>
              <a:avLst/>
              <a:gdLst/>
              <a:ahLst/>
              <a:cxnLst/>
              <a:rect l="l" t="t" r="r" b="b"/>
              <a:pathLst>
                <a:path w="1379" h="2257" extrusionOk="0">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137"/>
            <p:cNvSpPr/>
            <p:nvPr/>
          </p:nvSpPr>
          <p:spPr>
            <a:xfrm>
              <a:off x="6507797" y="3480567"/>
              <a:ext cx="52546" cy="26418"/>
            </a:xfrm>
            <a:custGeom>
              <a:avLst/>
              <a:gdLst/>
              <a:ahLst/>
              <a:cxnLst/>
              <a:rect l="l" t="t" r="r" b="b"/>
              <a:pathLst>
                <a:path w="2001" h="1006" extrusionOk="0">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137"/>
            <p:cNvSpPr/>
            <p:nvPr/>
          </p:nvSpPr>
          <p:spPr>
            <a:xfrm>
              <a:off x="6507797" y="3480567"/>
              <a:ext cx="36213" cy="23897"/>
            </a:xfrm>
            <a:custGeom>
              <a:avLst/>
              <a:gdLst/>
              <a:ahLst/>
              <a:cxnLst/>
              <a:rect l="l" t="t" r="r" b="b"/>
              <a:pathLst>
                <a:path w="1379" h="910" extrusionOk="0">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0" name="Google Shape;14860;p137"/>
          <p:cNvGrpSpPr/>
          <p:nvPr/>
        </p:nvGrpSpPr>
        <p:grpSpPr>
          <a:xfrm>
            <a:off x="7054924" y="3367728"/>
            <a:ext cx="394583" cy="331007"/>
            <a:chOff x="7054924" y="3367728"/>
            <a:chExt cx="394583" cy="331007"/>
          </a:xfrm>
        </p:grpSpPr>
        <p:sp>
          <p:nvSpPr>
            <p:cNvPr id="14861" name="Google Shape;14861;p137"/>
            <p:cNvSpPr/>
            <p:nvPr/>
          </p:nvSpPr>
          <p:spPr>
            <a:xfrm>
              <a:off x="7054924" y="3367728"/>
              <a:ext cx="394583" cy="331007"/>
            </a:xfrm>
            <a:custGeom>
              <a:avLst/>
              <a:gdLst/>
              <a:ahLst/>
              <a:cxnLst/>
              <a:rect l="l" t="t" r="r" b="b"/>
              <a:pathLst>
                <a:path w="15026" h="12605" extrusionOk="0">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137"/>
            <p:cNvSpPr/>
            <p:nvPr/>
          </p:nvSpPr>
          <p:spPr>
            <a:xfrm>
              <a:off x="7156708" y="3450394"/>
              <a:ext cx="191015" cy="191042"/>
            </a:xfrm>
            <a:custGeom>
              <a:avLst/>
              <a:gdLst/>
              <a:ahLst/>
              <a:cxnLst/>
              <a:rect l="l" t="t" r="r" b="b"/>
              <a:pathLst>
                <a:path w="7274" h="7275" extrusionOk="0">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3" name="Google Shape;14863;p137"/>
            <p:cNvSpPr/>
            <p:nvPr/>
          </p:nvSpPr>
          <p:spPr>
            <a:xfrm>
              <a:off x="7175799" y="3469512"/>
              <a:ext cx="152833" cy="152807"/>
            </a:xfrm>
            <a:custGeom>
              <a:avLst/>
              <a:gdLst/>
              <a:ahLst/>
              <a:cxnLst/>
              <a:rect l="l" t="t" r="r" b="b"/>
              <a:pathLst>
                <a:path w="5820" h="5819" extrusionOk="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4" name="Google Shape;14864;p137"/>
            <p:cNvSpPr/>
            <p:nvPr/>
          </p:nvSpPr>
          <p:spPr>
            <a:xfrm>
              <a:off x="7214007" y="3552178"/>
              <a:ext cx="76417" cy="70009"/>
            </a:xfrm>
            <a:custGeom>
              <a:avLst/>
              <a:gdLst/>
              <a:ahLst/>
              <a:cxnLst/>
              <a:rect l="l" t="t" r="r" b="b"/>
              <a:pathLst>
                <a:path w="2910" h="2666" extrusionOk="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137"/>
            <p:cNvSpPr/>
            <p:nvPr/>
          </p:nvSpPr>
          <p:spPr>
            <a:xfrm>
              <a:off x="7171781" y="3367728"/>
              <a:ext cx="144036" cy="38208"/>
            </a:xfrm>
            <a:custGeom>
              <a:avLst/>
              <a:gdLst/>
              <a:ahLst/>
              <a:cxnLst/>
              <a:rect l="l" t="t" r="r" b="b"/>
              <a:pathLst>
                <a:path w="5485" h="1455" extrusionOk="0">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137"/>
            <p:cNvSpPr/>
            <p:nvPr/>
          </p:nvSpPr>
          <p:spPr>
            <a:xfrm>
              <a:off x="7220546" y="3367728"/>
              <a:ext cx="95508" cy="38208"/>
            </a:xfrm>
            <a:custGeom>
              <a:avLst/>
              <a:gdLst/>
              <a:ahLst/>
              <a:cxnLst/>
              <a:rect l="l" t="t" r="r" b="b"/>
              <a:pathLst>
                <a:path w="3637" h="1455" extrusionOk="0">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137"/>
            <p:cNvSpPr/>
            <p:nvPr/>
          </p:nvSpPr>
          <p:spPr>
            <a:xfrm>
              <a:off x="7054924" y="3666777"/>
              <a:ext cx="394583" cy="31958"/>
            </a:xfrm>
            <a:custGeom>
              <a:avLst/>
              <a:gdLst/>
              <a:ahLst/>
              <a:cxnLst/>
              <a:rect l="l" t="t" r="r" b="b"/>
              <a:pathLst>
                <a:path w="15026" h="1217" extrusionOk="0">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137"/>
            <p:cNvSpPr/>
            <p:nvPr/>
          </p:nvSpPr>
          <p:spPr>
            <a:xfrm>
              <a:off x="7214007" y="3572293"/>
              <a:ext cx="76417" cy="49894"/>
            </a:xfrm>
            <a:custGeom>
              <a:avLst/>
              <a:gdLst/>
              <a:ahLst/>
              <a:cxnLst/>
              <a:rect l="l" t="t" r="r" b="b"/>
              <a:pathLst>
                <a:path w="2910" h="1900" extrusionOk="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137"/>
            <p:cNvSpPr/>
            <p:nvPr/>
          </p:nvSpPr>
          <p:spPr>
            <a:xfrm>
              <a:off x="7238140" y="3552178"/>
              <a:ext cx="27914" cy="19249"/>
            </a:xfrm>
            <a:custGeom>
              <a:avLst/>
              <a:gdLst/>
              <a:ahLst/>
              <a:cxnLst/>
              <a:rect l="l" t="t" r="r" b="b"/>
              <a:pathLst>
                <a:path w="1063" h="733" extrusionOk="0">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137"/>
            <p:cNvSpPr/>
            <p:nvPr/>
          </p:nvSpPr>
          <p:spPr>
            <a:xfrm>
              <a:off x="7226822" y="3501418"/>
              <a:ext cx="51049" cy="57326"/>
            </a:xfrm>
            <a:custGeom>
              <a:avLst/>
              <a:gdLst/>
              <a:ahLst/>
              <a:cxnLst/>
              <a:rect l="l" t="t" r="r" b="b"/>
              <a:pathLst>
                <a:path w="1944" h="2183" extrusionOk="0">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137"/>
            <p:cNvSpPr/>
            <p:nvPr/>
          </p:nvSpPr>
          <p:spPr>
            <a:xfrm>
              <a:off x="7226822" y="3501418"/>
              <a:ext cx="34952" cy="57194"/>
            </a:xfrm>
            <a:custGeom>
              <a:avLst/>
              <a:gdLst/>
              <a:ahLst/>
              <a:cxnLst/>
              <a:rect l="l" t="t" r="r" b="b"/>
              <a:pathLst>
                <a:path w="1331" h="2178" extrusionOk="0">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137"/>
            <p:cNvSpPr/>
            <p:nvPr/>
          </p:nvSpPr>
          <p:spPr>
            <a:xfrm>
              <a:off x="7226822" y="3501418"/>
              <a:ext cx="51049" cy="25420"/>
            </a:xfrm>
            <a:custGeom>
              <a:avLst/>
              <a:gdLst/>
              <a:ahLst/>
              <a:cxnLst/>
              <a:rect l="l" t="t" r="r" b="b"/>
              <a:pathLst>
                <a:path w="1944" h="968" extrusionOk="0">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137"/>
            <p:cNvSpPr/>
            <p:nvPr/>
          </p:nvSpPr>
          <p:spPr>
            <a:xfrm>
              <a:off x="7226822" y="3501155"/>
              <a:ext cx="34952" cy="23398"/>
            </a:xfrm>
            <a:custGeom>
              <a:avLst/>
              <a:gdLst/>
              <a:ahLst/>
              <a:cxnLst/>
              <a:rect l="l" t="t" r="r" b="b"/>
              <a:pathLst>
                <a:path w="1331" h="891" extrusionOk="0">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4" name="Google Shape;14874;p137"/>
            <p:cNvSpPr/>
            <p:nvPr/>
          </p:nvSpPr>
          <p:spPr>
            <a:xfrm>
              <a:off x="7214007" y="3583585"/>
              <a:ext cx="19117" cy="36239"/>
            </a:xfrm>
            <a:custGeom>
              <a:avLst/>
              <a:gdLst/>
              <a:ahLst/>
              <a:cxnLst/>
              <a:rect l="l" t="t" r="r" b="b"/>
              <a:pathLst>
                <a:path w="728" h="1380" extrusionOk="0">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137"/>
            <p:cNvSpPr/>
            <p:nvPr/>
          </p:nvSpPr>
          <p:spPr>
            <a:xfrm>
              <a:off x="7271306" y="3583585"/>
              <a:ext cx="19117" cy="36239"/>
            </a:xfrm>
            <a:custGeom>
              <a:avLst/>
              <a:gdLst/>
              <a:ahLst/>
              <a:cxnLst/>
              <a:rect l="l" t="t" r="r" b="b"/>
              <a:pathLst>
                <a:path w="728" h="1380" extrusionOk="0">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6" name="Google Shape;14876;p137"/>
          <p:cNvGrpSpPr/>
          <p:nvPr/>
        </p:nvGrpSpPr>
        <p:grpSpPr>
          <a:xfrm>
            <a:off x="7492967" y="3361425"/>
            <a:ext cx="394583" cy="343586"/>
            <a:chOff x="7492967" y="3361425"/>
            <a:chExt cx="394583" cy="343586"/>
          </a:xfrm>
        </p:grpSpPr>
        <p:sp>
          <p:nvSpPr>
            <p:cNvPr id="14877" name="Google Shape;14877;p137"/>
            <p:cNvSpPr/>
            <p:nvPr/>
          </p:nvSpPr>
          <p:spPr>
            <a:xfrm>
              <a:off x="7492967" y="3450394"/>
              <a:ext cx="394583" cy="254617"/>
            </a:xfrm>
            <a:custGeom>
              <a:avLst/>
              <a:gdLst/>
              <a:ahLst/>
              <a:cxnLst/>
              <a:rect l="l" t="t" r="r" b="b"/>
              <a:pathLst>
                <a:path w="15026" h="9696" extrusionOk="0">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137"/>
            <p:cNvSpPr/>
            <p:nvPr/>
          </p:nvSpPr>
          <p:spPr>
            <a:xfrm>
              <a:off x="7492967" y="3450657"/>
              <a:ext cx="394583" cy="19117"/>
            </a:xfrm>
            <a:custGeom>
              <a:avLst/>
              <a:gdLst/>
              <a:ahLst/>
              <a:cxnLst/>
              <a:rect l="l" t="t" r="r" b="b"/>
              <a:pathLst>
                <a:path w="15026" h="728" extrusionOk="0">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137"/>
            <p:cNvSpPr/>
            <p:nvPr/>
          </p:nvSpPr>
          <p:spPr>
            <a:xfrm>
              <a:off x="7531149" y="3501418"/>
              <a:ext cx="127203" cy="165385"/>
            </a:xfrm>
            <a:custGeom>
              <a:avLst/>
              <a:gdLst/>
              <a:ahLst/>
              <a:cxnLst/>
              <a:rect l="l" t="t" r="r" b="b"/>
              <a:pathLst>
                <a:path w="4844" h="6298" extrusionOk="0">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137"/>
            <p:cNvSpPr/>
            <p:nvPr/>
          </p:nvSpPr>
          <p:spPr>
            <a:xfrm>
              <a:off x="7690232" y="3501418"/>
              <a:ext cx="159109" cy="31696"/>
            </a:xfrm>
            <a:custGeom>
              <a:avLst/>
              <a:gdLst/>
              <a:ahLst/>
              <a:cxnLst/>
              <a:rect l="l" t="t" r="r" b="b"/>
              <a:pathLst>
                <a:path w="6059" h="1207" extrusionOk="0">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137"/>
            <p:cNvSpPr/>
            <p:nvPr/>
          </p:nvSpPr>
          <p:spPr>
            <a:xfrm>
              <a:off x="7690495" y="3552441"/>
              <a:ext cx="120665" cy="25393"/>
            </a:xfrm>
            <a:custGeom>
              <a:avLst/>
              <a:gdLst/>
              <a:ahLst/>
              <a:cxnLst/>
              <a:rect l="l" t="t" r="r" b="b"/>
              <a:pathLst>
                <a:path w="4595" h="967" extrusionOk="0">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137"/>
            <p:cNvSpPr/>
            <p:nvPr/>
          </p:nvSpPr>
          <p:spPr>
            <a:xfrm>
              <a:off x="7687974" y="3596925"/>
              <a:ext cx="80697" cy="12579"/>
            </a:xfrm>
            <a:custGeom>
              <a:avLst/>
              <a:gdLst/>
              <a:ahLst/>
              <a:cxnLst/>
              <a:rect l="l" t="t" r="r" b="b"/>
              <a:pathLst>
                <a:path w="3073" h="479" extrusionOk="0">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137"/>
            <p:cNvSpPr/>
            <p:nvPr/>
          </p:nvSpPr>
          <p:spPr>
            <a:xfrm>
              <a:off x="7777205" y="3596925"/>
              <a:ext cx="42489" cy="12579"/>
            </a:xfrm>
            <a:custGeom>
              <a:avLst/>
              <a:gdLst/>
              <a:ahLst/>
              <a:cxnLst/>
              <a:rect l="l" t="t" r="r" b="b"/>
              <a:pathLst>
                <a:path w="1618" h="479" extrusionOk="0">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137"/>
            <p:cNvSpPr/>
            <p:nvPr/>
          </p:nvSpPr>
          <p:spPr>
            <a:xfrm>
              <a:off x="7688236" y="3635107"/>
              <a:ext cx="29674" cy="12605"/>
            </a:xfrm>
            <a:custGeom>
              <a:avLst/>
              <a:gdLst/>
              <a:ahLst/>
              <a:cxnLst/>
              <a:rect l="l" t="t" r="r" b="b"/>
              <a:pathLst>
                <a:path w="1130" h="480" extrusionOk="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137"/>
            <p:cNvSpPr/>
            <p:nvPr/>
          </p:nvSpPr>
          <p:spPr>
            <a:xfrm>
              <a:off x="7726182" y="3635107"/>
              <a:ext cx="67882" cy="12605"/>
            </a:xfrm>
            <a:custGeom>
              <a:avLst/>
              <a:gdLst/>
              <a:ahLst/>
              <a:cxnLst/>
              <a:rect l="l" t="t" r="r" b="b"/>
              <a:pathLst>
                <a:path w="2585" h="480" extrusionOk="0">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137"/>
            <p:cNvSpPr/>
            <p:nvPr/>
          </p:nvSpPr>
          <p:spPr>
            <a:xfrm>
              <a:off x="7688236" y="3660501"/>
              <a:ext cx="29674" cy="12579"/>
            </a:xfrm>
            <a:custGeom>
              <a:avLst/>
              <a:gdLst/>
              <a:ahLst/>
              <a:cxnLst/>
              <a:rect l="l" t="t" r="r" b="b"/>
              <a:pathLst>
                <a:path w="1130" h="479" extrusionOk="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137"/>
            <p:cNvSpPr/>
            <p:nvPr/>
          </p:nvSpPr>
          <p:spPr>
            <a:xfrm>
              <a:off x="7726182" y="3660501"/>
              <a:ext cx="67882" cy="12579"/>
            </a:xfrm>
            <a:custGeom>
              <a:avLst/>
              <a:gdLst/>
              <a:ahLst/>
              <a:cxnLst/>
              <a:rect l="l" t="t" r="r" b="b"/>
              <a:pathLst>
                <a:path w="2585" h="479" extrusionOk="0">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137"/>
            <p:cNvSpPr/>
            <p:nvPr/>
          </p:nvSpPr>
          <p:spPr>
            <a:xfrm>
              <a:off x="7658825" y="3361425"/>
              <a:ext cx="62866" cy="114625"/>
            </a:xfrm>
            <a:custGeom>
              <a:avLst/>
              <a:gdLst/>
              <a:ahLst/>
              <a:cxnLst/>
              <a:rect l="l" t="t" r="r" b="b"/>
              <a:pathLst>
                <a:path w="2394" h="4365" extrusionOk="0">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137"/>
            <p:cNvSpPr/>
            <p:nvPr/>
          </p:nvSpPr>
          <p:spPr>
            <a:xfrm>
              <a:off x="7556542" y="3584110"/>
              <a:ext cx="76417" cy="82693"/>
            </a:xfrm>
            <a:custGeom>
              <a:avLst/>
              <a:gdLst/>
              <a:ahLst/>
              <a:cxnLst/>
              <a:rect l="l" t="t" r="r" b="b"/>
              <a:pathLst>
                <a:path w="2910" h="3149" extrusionOk="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137"/>
            <p:cNvSpPr/>
            <p:nvPr/>
          </p:nvSpPr>
          <p:spPr>
            <a:xfrm>
              <a:off x="7580912" y="3584110"/>
              <a:ext cx="27941" cy="18986"/>
            </a:xfrm>
            <a:custGeom>
              <a:avLst/>
              <a:gdLst/>
              <a:ahLst/>
              <a:cxnLst/>
              <a:rect l="l" t="t" r="r" b="b"/>
              <a:pathLst>
                <a:path w="1064" h="723" extrusionOk="0">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137"/>
            <p:cNvSpPr/>
            <p:nvPr/>
          </p:nvSpPr>
          <p:spPr>
            <a:xfrm>
              <a:off x="7556542" y="3604199"/>
              <a:ext cx="76417" cy="62604"/>
            </a:xfrm>
            <a:custGeom>
              <a:avLst/>
              <a:gdLst/>
              <a:ahLst/>
              <a:cxnLst/>
              <a:rect l="l" t="t" r="r" b="b"/>
              <a:pathLst>
                <a:path w="2910" h="2384" extrusionOk="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137"/>
            <p:cNvSpPr/>
            <p:nvPr/>
          </p:nvSpPr>
          <p:spPr>
            <a:xfrm>
              <a:off x="7556542" y="3615517"/>
              <a:ext cx="19117" cy="51286"/>
            </a:xfrm>
            <a:custGeom>
              <a:avLst/>
              <a:gdLst/>
              <a:ahLst/>
              <a:cxnLst/>
              <a:rect l="l" t="t" r="r" b="b"/>
              <a:pathLst>
                <a:path w="728" h="1953" extrusionOk="0">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3" name="Google Shape;14893;p137"/>
            <p:cNvSpPr/>
            <p:nvPr/>
          </p:nvSpPr>
          <p:spPr>
            <a:xfrm>
              <a:off x="7613842" y="3615517"/>
              <a:ext cx="19117" cy="51286"/>
            </a:xfrm>
            <a:custGeom>
              <a:avLst/>
              <a:gdLst/>
              <a:ahLst/>
              <a:cxnLst/>
              <a:rect l="l" t="t" r="r" b="b"/>
              <a:pathLst>
                <a:path w="728" h="1953" extrusionOk="0">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4" name="Google Shape;14894;p137"/>
            <p:cNvSpPr/>
            <p:nvPr/>
          </p:nvSpPr>
          <p:spPr>
            <a:xfrm>
              <a:off x="7569357" y="3533087"/>
              <a:ext cx="51049" cy="57326"/>
            </a:xfrm>
            <a:custGeom>
              <a:avLst/>
              <a:gdLst/>
              <a:ahLst/>
              <a:cxnLst/>
              <a:rect l="l" t="t" r="r" b="b"/>
              <a:pathLst>
                <a:path w="1944" h="2183" extrusionOk="0">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137"/>
            <p:cNvSpPr/>
            <p:nvPr/>
          </p:nvSpPr>
          <p:spPr>
            <a:xfrm>
              <a:off x="7569357" y="3533087"/>
              <a:ext cx="34952" cy="57457"/>
            </a:xfrm>
            <a:custGeom>
              <a:avLst/>
              <a:gdLst/>
              <a:ahLst/>
              <a:cxnLst/>
              <a:rect l="l" t="t" r="r" b="b"/>
              <a:pathLst>
                <a:path w="1331" h="2188" extrusionOk="0">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137"/>
            <p:cNvSpPr/>
            <p:nvPr/>
          </p:nvSpPr>
          <p:spPr>
            <a:xfrm>
              <a:off x="7569121" y="3533087"/>
              <a:ext cx="51023" cy="25393"/>
            </a:xfrm>
            <a:custGeom>
              <a:avLst/>
              <a:gdLst/>
              <a:ahLst/>
              <a:cxnLst/>
              <a:rect l="l" t="t" r="r" b="b"/>
              <a:pathLst>
                <a:path w="1943" h="967" extrusionOk="0">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137"/>
            <p:cNvSpPr/>
            <p:nvPr/>
          </p:nvSpPr>
          <p:spPr>
            <a:xfrm>
              <a:off x="7569357" y="3533087"/>
              <a:ext cx="34952" cy="23135"/>
            </a:xfrm>
            <a:custGeom>
              <a:avLst/>
              <a:gdLst/>
              <a:ahLst/>
              <a:cxnLst/>
              <a:rect l="l" t="t" r="r" b="b"/>
              <a:pathLst>
                <a:path w="1331" h="881" extrusionOk="0">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137"/>
            <p:cNvSpPr/>
            <p:nvPr/>
          </p:nvSpPr>
          <p:spPr>
            <a:xfrm>
              <a:off x="7677680" y="3444118"/>
              <a:ext cx="25157" cy="12579"/>
            </a:xfrm>
            <a:custGeom>
              <a:avLst/>
              <a:gdLst/>
              <a:ahLst/>
              <a:cxnLst/>
              <a:rect l="l" t="t" r="r" b="b"/>
              <a:pathLst>
                <a:path w="958" h="479" extrusionOk="0">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137"/>
            <p:cNvSpPr/>
            <p:nvPr/>
          </p:nvSpPr>
          <p:spPr>
            <a:xfrm>
              <a:off x="7659324" y="3361425"/>
              <a:ext cx="61869" cy="12605"/>
            </a:xfrm>
            <a:custGeom>
              <a:avLst/>
              <a:gdLst/>
              <a:ahLst/>
              <a:cxnLst/>
              <a:rect l="l" t="t" r="r" b="b"/>
              <a:pathLst>
                <a:path w="2356" h="480" extrusionOk="0">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0" name="Google Shape;14900;p137"/>
          <p:cNvGrpSpPr/>
          <p:nvPr/>
        </p:nvGrpSpPr>
        <p:grpSpPr>
          <a:xfrm>
            <a:off x="7935527" y="3353154"/>
            <a:ext cx="385287" cy="360156"/>
            <a:chOff x="7935527" y="3353154"/>
            <a:chExt cx="385287" cy="360156"/>
          </a:xfrm>
        </p:grpSpPr>
        <p:sp>
          <p:nvSpPr>
            <p:cNvPr id="14901" name="Google Shape;14901;p137"/>
            <p:cNvSpPr/>
            <p:nvPr/>
          </p:nvSpPr>
          <p:spPr>
            <a:xfrm>
              <a:off x="7935789" y="3428283"/>
              <a:ext cx="385024" cy="285026"/>
            </a:xfrm>
            <a:custGeom>
              <a:avLst/>
              <a:gdLst/>
              <a:ahLst/>
              <a:cxnLst/>
              <a:rect l="l" t="t" r="r" b="b"/>
              <a:pathLst>
                <a:path w="14662" h="10854" extrusionOk="0">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137"/>
            <p:cNvSpPr/>
            <p:nvPr/>
          </p:nvSpPr>
          <p:spPr>
            <a:xfrm>
              <a:off x="7935527" y="3428283"/>
              <a:ext cx="192775" cy="285026"/>
            </a:xfrm>
            <a:custGeom>
              <a:avLst/>
              <a:gdLst/>
              <a:ahLst/>
              <a:cxnLst/>
              <a:rect l="l" t="t" r="r" b="b"/>
              <a:pathLst>
                <a:path w="7341" h="10854" extrusionOk="0">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137"/>
            <p:cNvSpPr/>
            <p:nvPr/>
          </p:nvSpPr>
          <p:spPr>
            <a:xfrm>
              <a:off x="7968956" y="3461949"/>
              <a:ext cx="318429" cy="217932"/>
            </a:xfrm>
            <a:custGeom>
              <a:avLst/>
              <a:gdLst/>
              <a:ahLst/>
              <a:cxnLst/>
              <a:rect l="l" t="t" r="r" b="b"/>
              <a:pathLst>
                <a:path w="12126" h="8299" extrusionOk="0">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137"/>
            <p:cNvSpPr/>
            <p:nvPr/>
          </p:nvSpPr>
          <p:spPr>
            <a:xfrm>
              <a:off x="7968956" y="3461712"/>
              <a:ext cx="159346" cy="218168"/>
            </a:xfrm>
            <a:custGeom>
              <a:avLst/>
              <a:gdLst/>
              <a:ahLst/>
              <a:cxnLst/>
              <a:rect l="l" t="t" r="r" b="b"/>
              <a:pathLst>
                <a:path w="6068" h="8308" extrusionOk="0">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137"/>
            <p:cNvSpPr/>
            <p:nvPr/>
          </p:nvSpPr>
          <p:spPr>
            <a:xfrm>
              <a:off x="8052646" y="3353154"/>
              <a:ext cx="151074" cy="126179"/>
            </a:xfrm>
            <a:custGeom>
              <a:avLst/>
              <a:gdLst/>
              <a:ahLst/>
              <a:cxnLst/>
              <a:rect l="l" t="t" r="r" b="b"/>
              <a:pathLst>
                <a:path w="5753"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137"/>
            <p:cNvSpPr/>
            <p:nvPr/>
          </p:nvSpPr>
          <p:spPr>
            <a:xfrm>
              <a:off x="8086574" y="3514994"/>
              <a:ext cx="149551" cy="106616"/>
            </a:xfrm>
            <a:custGeom>
              <a:avLst/>
              <a:gdLst/>
              <a:ahLst/>
              <a:cxnLst/>
              <a:rect l="l" t="t" r="r" b="b"/>
              <a:pathLst>
                <a:path w="5695" h="4060" extrusionOk="0">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137"/>
            <p:cNvSpPr/>
            <p:nvPr/>
          </p:nvSpPr>
          <p:spPr>
            <a:xfrm>
              <a:off x="8042589" y="3593643"/>
              <a:ext cx="44012" cy="37867"/>
            </a:xfrm>
            <a:custGeom>
              <a:avLst/>
              <a:gdLst/>
              <a:ahLst/>
              <a:cxnLst/>
              <a:rect l="l" t="t" r="r" b="b"/>
              <a:pathLst>
                <a:path w="1676" h="1442" extrusionOk="0">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137"/>
            <p:cNvSpPr/>
            <p:nvPr/>
          </p:nvSpPr>
          <p:spPr>
            <a:xfrm>
              <a:off x="8001571" y="3505645"/>
              <a:ext cx="44432" cy="38156"/>
            </a:xfrm>
            <a:custGeom>
              <a:avLst/>
              <a:gdLst/>
              <a:ahLst/>
              <a:cxnLst/>
              <a:rect l="l" t="t" r="r" b="b"/>
              <a:pathLst>
                <a:path w="1692" h="1453" extrusionOk="0">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137"/>
            <p:cNvSpPr/>
            <p:nvPr/>
          </p:nvSpPr>
          <p:spPr>
            <a:xfrm>
              <a:off x="8220133" y="3606510"/>
              <a:ext cx="41780" cy="37263"/>
            </a:xfrm>
            <a:custGeom>
              <a:avLst/>
              <a:gdLst/>
              <a:ahLst/>
              <a:cxnLst/>
              <a:rect l="l" t="t" r="r" b="b"/>
              <a:pathLst>
                <a:path w="1591" h="1419" extrusionOk="0">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137"/>
            <p:cNvSpPr/>
            <p:nvPr/>
          </p:nvSpPr>
          <p:spPr>
            <a:xfrm>
              <a:off x="8110129" y="3522242"/>
              <a:ext cx="44458" cy="38550"/>
            </a:xfrm>
            <a:custGeom>
              <a:avLst/>
              <a:gdLst/>
              <a:ahLst/>
              <a:cxnLst/>
              <a:rect l="l" t="t" r="r" b="b"/>
              <a:pathLst>
                <a:path w="1693" h="1468" extrusionOk="0">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137"/>
            <p:cNvSpPr/>
            <p:nvPr/>
          </p:nvSpPr>
          <p:spPr>
            <a:xfrm>
              <a:off x="8052646" y="3353154"/>
              <a:ext cx="75655" cy="126179"/>
            </a:xfrm>
            <a:custGeom>
              <a:avLst/>
              <a:gdLst/>
              <a:ahLst/>
              <a:cxnLst/>
              <a:rect l="l" t="t" r="r" b="b"/>
              <a:pathLst>
                <a:path w="2881"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137"/>
            <p:cNvSpPr/>
            <p:nvPr/>
          </p:nvSpPr>
          <p:spPr>
            <a:xfrm>
              <a:off x="8105429" y="3419933"/>
              <a:ext cx="39968" cy="34269"/>
            </a:xfrm>
            <a:custGeom>
              <a:avLst/>
              <a:gdLst/>
              <a:ahLst/>
              <a:cxnLst/>
              <a:rect l="l" t="t" r="r" b="b"/>
              <a:pathLst>
                <a:path w="1522" h="1305" extrusionOk="0">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3" name="Google Shape;14913;p137"/>
          <p:cNvGrpSpPr/>
          <p:nvPr/>
        </p:nvGrpSpPr>
        <p:grpSpPr>
          <a:xfrm>
            <a:off x="5319821" y="1986242"/>
            <a:ext cx="348103" cy="348103"/>
            <a:chOff x="5319821" y="1986242"/>
            <a:chExt cx="348103" cy="348103"/>
          </a:xfrm>
        </p:grpSpPr>
        <p:sp>
          <p:nvSpPr>
            <p:cNvPr id="14914" name="Google Shape;14914;p137"/>
            <p:cNvSpPr/>
            <p:nvPr/>
          </p:nvSpPr>
          <p:spPr>
            <a:xfrm>
              <a:off x="5319821" y="2134506"/>
              <a:ext cx="104830" cy="115150"/>
            </a:xfrm>
            <a:custGeom>
              <a:avLst/>
              <a:gdLst/>
              <a:ahLst/>
              <a:cxnLst/>
              <a:rect l="l" t="t" r="r" b="b"/>
              <a:pathLst>
                <a:path w="3992" h="4385" extrusionOk="0">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137"/>
            <p:cNvSpPr/>
            <p:nvPr/>
          </p:nvSpPr>
          <p:spPr>
            <a:xfrm>
              <a:off x="5320083" y="2164258"/>
              <a:ext cx="29437" cy="85634"/>
            </a:xfrm>
            <a:custGeom>
              <a:avLst/>
              <a:gdLst/>
              <a:ahLst/>
              <a:cxnLst/>
              <a:rect l="l" t="t" r="r" b="b"/>
              <a:pathLst>
                <a:path w="1121" h="3261" extrusionOk="0">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137"/>
            <p:cNvSpPr/>
            <p:nvPr/>
          </p:nvSpPr>
          <p:spPr>
            <a:xfrm>
              <a:off x="5341695" y="2134506"/>
              <a:ext cx="13104" cy="47793"/>
            </a:xfrm>
            <a:custGeom>
              <a:avLst/>
              <a:gdLst/>
              <a:ahLst/>
              <a:cxnLst/>
              <a:rect l="l" t="t" r="r" b="b"/>
              <a:pathLst>
                <a:path w="499" h="1820" extrusionOk="0">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137"/>
            <p:cNvSpPr/>
            <p:nvPr/>
          </p:nvSpPr>
          <p:spPr>
            <a:xfrm>
              <a:off x="5363701" y="2140047"/>
              <a:ext cx="8429" cy="43276"/>
            </a:xfrm>
            <a:custGeom>
              <a:avLst/>
              <a:gdLst/>
              <a:ahLst/>
              <a:cxnLst/>
              <a:rect l="l" t="t" r="r" b="b"/>
              <a:pathLst>
                <a:path w="321" h="1648" extrusionOk="0">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137"/>
            <p:cNvSpPr/>
            <p:nvPr/>
          </p:nvSpPr>
          <p:spPr>
            <a:xfrm>
              <a:off x="5382241" y="2143907"/>
              <a:ext cx="8981" cy="43171"/>
            </a:xfrm>
            <a:custGeom>
              <a:avLst/>
              <a:gdLst/>
              <a:ahLst/>
              <a:cxnLst/>
              <a:rect l="l" t="t" r="r" b="b"/>
              <a:pathLst>
                <a:path w="342" h="1644" extrusionOk="0">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137"/>
            <p:cNvSpPr/>
            <p:nvPr/>
          </p:nvSpPr>
          <p:spPr>
            <a:xfrm>
              <a:off x="5403012" y="2147846"/>
              <a:ext cx="6565" cy="39784"/>
            </a:xfrm>
            <a:custGeom>
              <a:avLst/>
              <a:gdLst/>
              <a:ahLst/>
              <a:cxnLst/>
              <a:rect l="l" t="t" r="r" b="b"/>
              <a:pathLst>
                <a:path w="250" h="1515" extrusionOk="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137"/>
            <p:cNvSpPr/>
            <p:nvPr/>
          </p:nvSpPr>
          <p:spPr>
            <a:xfrm>
              <a:off x="5396736" y="1986242"/>
              <a:ext cx="43749" cy="30173"/>
            </a:xfrm>
            <a:custGeom>
              <a:avLst/>
              <a:gdLst/>
              <a:ahLst/>
              <a:cxnLst/>
              <a:rect l="l" t="t" r="r" b="b"/>
              <a:pathLst>
                <a:path w="1666" h="1149" extrusionOk="0">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137"/>
            <p:cNvSpPr/>
            <p:nvPr/>
          </p:nvSpPr>
          <p:spPr>
            <a:xfrm>
              <a:off x="5398233" y="1987003"/>
              <a:ext cx="35976" cy="29411"/>
            </a:xfrm>
            <a:custGeom>
              <a:avLst/>
              <a:gdLst/>
              <a:ahLst/>
              <a:cxnLst/>
              <a:rect l="l" t="t" r="r" b="b"/>
              <a:pathLst>
                <a:path w="1370" h="1120" extrusionOk="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137"/>
            <p:cNvSpPr/>
            <p:nvPr/>
          </p:nvSpPr>
          <p:spPr>
            <a:xfrm>
              <a:off x="5425648" y="1988500"/>
              <a:ext cx="61081" cy="49290"/>
            </a:xfrm>
            <a:custGeom>
              <a:avLst/>
              <a:gdLst/>
              <a:ahLst/>
              <a:cxnLst/>
              <a:rect l="l" t="t" r="r" b="b"/>
              <a:pathLst>
                <a:path w="2326" h="1877" extrusionOk="0">
                  <a:moveTo>
                    <a:pt x="479" y="1"/>
                  </a:moveTo>
                  <a:lnTo>
                    <a:pt x="0" y="1025"/>
                  </a:lnTo>
                  <a:lnTo>
                    <a:pt x="2029" y="1876"/>
                  </a:lnTo>
                  <a:lnTo>
                    <a:pt x="2326" y="776"/>
                  </a:lnTo>
                  <a:lnTo>
                    <a:pt x="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137"/>
            <p:cNvSpPr/>
            <p:nvPr/>
          </p:nvSpPr>
          <p:spPr>
            <a:xfrm>
              <a:off x="5548782" y="2038000"/>
              <a:ext cx="32956" cy="37998"/>
            </a:xfrm>
            <a:custGeom>
              <a:avLst/>
              <a:gdLst/>
              <a:ahLst/>
              <a:cxnLst/>
              <a:rect l="l" t="t" r="r" b="b"/>
              <a:pathLst>
                <a:path w="1255" h="1447" extrusionOk="0">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137"/>
            <p:cNvSpPr/>
            <p:nvPr/>
          </p:nvSpPr>
          <p:spPr>
            <a:xfrm>
              <a:off x="5552038" y="2038000"/>
              <a:ext cx="29700" cy="24159"/>
            </a:xfrm>
            <a:custGeom>
              <a:avLst/>
              <a:gdLst/>
              <a:ahLst/>
              <a:cxnLst/>
              <a:rect l="l" t="t" r="r" b="b"/>
              <a:pathLst>
                <a:path w="1131" h="920" extrusionOk="0">
                  <a:moveTo>
                    <a:pt x="154" y="1"/>
                  </a:moveTo>
                  <a:lnTo>
                    <a:pt x="1" y="546"/>
                  </a:lnTo>
                  <a:lnTo>
                    <a:pt x="891" y="920"/>
                  </a:lnTo>
                  <a:lnTo>
                    <a:pt x="1111" y="460"/>
                  </a:lnTo>
                  <a:lnTo>
                    <a:pt x="1130" y="412"/>
                  </a:lnTo>
                  <a:lnTo>
                    <a:pt x="15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137"/>
            <p:cNvSpPr/>
            <p:nvPr/>
          </p:nvSpPr>
          <p:spPr>
            <a:xfrm>
              <a:off x="5432161" y="1988500"/>
              <a:ext cx="54568" cy="34453"/>
            </a:xfrm>
            <a:custGeom>
              <a:avLst/>
              <a:gdLst/>
              <a:ahLst/>
              <a:cxnLst/>
              <a:rect l="l" t="t" r="r" b="b"/>
              <a:pathLst>
                <a:path w="2078" h="1312" extrusionOk="0">
                  <a:moveTo>
                    <a:pt x="231" y="1"/>
                  </a:moveTo>
                  <a:lnTo>
                    <a:pt x="1" y="489"/>
                  </a:lnTo>
                  <a:lnTo>
                    <a:pt x="1934" y="1312"/>
                  </a:lnTo>
                  <a:lnTo>
                    <a:pt x="2078" y="776"/>
                  </a:lnTo>
                  <a:lnTo>
                    <a:pt x="2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137"/>
            <p:cNvSpPr/>
            <p:nvPr/>
          </p:nvSpPr>
          <p:spPr>
            <a:xfrm>
              <a:off x="5563093" y="2104097"/>
              <a:ext cx="104830" cy="115150"/>
            </a:xfrm>
            <a:custGeom>
              <a:avLst/>
              <a:gdLst/>
              <a:ahLst/>
              <a:cxnLst/>
              <a:rect l="l" t="t" r="r" b="b"/>
              <a:pathLst>
                <a:path w="3992" h="4385" extrusionOk="0">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137"/>
            <p:cNvSpPr/>
            <p:nvPr/>
          </p:nvSpPr>
          <p:spPr>
            <a:xfrm>
              <a:off x="5563618" y="2133849"/>
              <a:ext cx="29175" cy="85634"/>
            </a:xfrm>
            <a:custGeom>
              <a:avLst/>
              <a:gdLst/>
              <a:ahLst/>
              <a:cxnLst/>
              <a:rect l="l" t="t" r="r" b="b"/>
              <a:pathLst>
                <a:path w="1111" h="3261" extrusionOk="0">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137"/>
            <p:cNvSpPr/>
            <p:nvPr/>
          </p:nvSpPr>
          <p:spPr>
            <a:xfrm>
              <a:off x="5448258" y="1994934"/>
              <a:ext cx="115124" cy="129803"/>
            </a:xfrm>
            <a:custGeom>
              <a:avLst/>
              <a:gdLst/>
              <a:ahLst/>
              <a:cxnLst/>
              <a:rect l="l" t="t" r="r" b="b"/>
              <a:pathLst>
                <a:path w="4384" h="4943" extrusionOk="0">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137"/>
            <p:cNvSpPr/>
            <p:nvPr/>
          </p:nvSpPr>
          <p:spPr>
            <a:xfrm>
              <a:off x="5448258" y="2028205"/>
              <a:ext cx="25157" cy="96033"/>
            </a:xfrm>
            <a:custGeom>
              <a:avLst/>
              <a:gdLst/>
              <a:ahLst/>
              <a:cxnLst/>
              <a:rect l="l" t="t" r="r" b="b"/>
              <a:pathLst>
                <a:path w="958" h="3657" extrusionOk="0">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137"/>
            <p:cNvSpPr/>
            <p:nvPr/>
          </p:nvSpPr>
          <p:spPr>
            <a:xfrm>
              <a:off x="5567636" y="2048058"/>
              <a:ext cx="32195" cy="33902"/>
            </a:xfrm>
            <a:custGeom>
              <a:avLst/>
              <a:gdLst/>
              <a:ahLst/>
              <a:cxnLst/>
              <a:rect l="l" t="t" r="r" b="b"/>
              <a:pathLst>
                <a:path w="1226" h="1291" extrusionOk="0">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137"/>
            <p:cNvSpPr/>
            <p:nvPr/>
          </p:nvSpPr>
          <p:spPr>
            <a:xfrm>
              <a:off x="5454561" y="2149842"/>
              <a:ext cx="86212" cy="184266"/>
            </a:xfrm>
            <a:custGeom>
              <a:avLst/>
              <a:gdLst/>
              <a:ahLst/>
              <a:cxnLst/>
              <a:rect l="l" t="t" r="r" b="b"/>
              <a:pathLst>
                <a:path w="3283" h="7017" extrusionOk="0">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137"/>
            <p:cNvSpPr/>
            <p:nvPr/>
          </p:nvSpPr>
          <p:spPr>
            <a:xfrm>
              <a:off x="5578193" y="2244089"/>
              <a:ext cx="85975" cy="90019"/>
            </a:xfrm>
            <a:custGeom>
              <a:avLst/>
              <a:gdLst/>
              <a:ahLst/>
              <a:cxnLst/>
              <a:rect l="l" t="t" r="r" b="b"/>
              <a:pathLst>
                <a:path w="3274" h="3428" extrusionOk="0">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137"/>
            <p:cNvSpPr/>
            <p:nvPr/>
          </p:nvSpPr>
          <p:spPr>
            <a:xfrm>
              <a:off x="5473389" y="2149842"/>
              <a:ext cx="67383" cy="184266"/>
            </a:xfrm>
            <a:custGeom>
              <a:avLst/>
              <a:gdLst/>
              <a:ahLst/>
              <a:cxnLst/>
              <a:rect l="l" t="t" r="r" b="b"/>
              <a:pathLst>
                <a:path w="2566" h="7017" extrusionOk="0">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137"/>
            <p:cNvSpPr/>
            <p:nvPr/>
          </p:nvSpPr>
          <p:spPr>
            <a:xfrm>
              <a:off x="5595262" y="2244089"/>
              <a:ext cx="69143" cy="90019"/>
            </a:xfrm>
            <a:custGeom>
              <a:avLst/>
              <a:gdLst/>
              <a:ahLst/>
              <a:cxnLst/>
              <a:rect l="l" t="t" r="r" b="b"/>
              <a:pathLst>
                <a:path w="2633" h="3428" extrusionOk="0">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137"/>
            <p:cNvSpPr/>
            <p:nvPr/>
          </p:nvSpPr>
          <p:spPr>
            <a:xfrm>
              <a:off x="5334421" y="2274997"/>
              <a:ext cx="86973" cy="59348"/>
            </a:xfrm>
            <a:custGeom>
              <a:avLst/>
              <a:gdLst/>
              <a:ahLst/>
              <a:cxnLst/>
              <a:rect l="l" t="t" r="r" b="b"/>
              <a:pathLst>
                <a:path w="3312" h="2260" extrusionOk="0">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137"/>
            <p:cNvSpPr/>
            <p:nvPr/>
          </p:nvSpPr>
          <p:spPr>
            <a:xfrm>
              <a:off x="5353512" y="2274997"/>
              <a:ext cx="67619" cy="59085"/>
            </a:xfrm>
            <a:custGeom>
              <a:avLst/>
              <a:gdLst/>
              <a:ahLst/>
              <a:cxnLst/>
              <a:rect l="l" t="t" r="r" b="b"/>
              <a:pathLst>
                <a:path w="2575" h="2250" extrusionOk="0">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137"/>
            <p:cNvSpPr/>
            <p:nvPr/>
          </p:nvSpPr>
          <p:spPr>
            <a:xfrm>
              <a:off x="5454298" y="2121192"/>
              <a:ext cx="86973" cy="32457"/>
            </a:xfrm>
            <a:custGeom>
              <a:avLst/>
              <a:gdLst/>
              <a:ahLst/>
              <a:cxnLst/>
              <a:rect l="l" t="t" r="r" b="b"/>
              <a:pathLst>
                <a:path w="3312" h="1236" extrusionOk="0">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137"/>
            <p:cNvSpPr/>
            <p:nvPr/>
          </p:nvSpPr>
          <p:spPr>
            <a:xfrm>
              <a:off x="5473389" y="2121192"/>
              <a:ext cx="67882" cy="32457"/>
            </a:xfrm>
            <a:custGeom>
              <a:avLst/>
              <a:gdLst/>
              <a:ahLst/>
              <a:cxnLst/>
              <a:rect l="l" t="t" r="r" b="b"/>
              <a:pathLst>
                <a:path w="2585" h="1236" extrusionOk="0">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137"/>
            <p:cNvSpPr/>
            <p:nvPr/>
          </p:nvSpPr>
          <p:spPr>
            <a:xfrm>
              <a:off x="5476146" y="1994435"/>
              <a:ext cx="24658" cy="44537"/>
            </a:xfrm>
            <a:custGeom>
              <a:avLst/>
              <a:gdLst/>
              <a:ahLst/>
              <a:cxnLst/>
              <a:rect l="l" t="t" r="r" b="b"/>
              <a:pathLst>
                <a:path w="939" h="1696" extrusionOk="0">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137"/>
            <p:cNvSpPr/>
            <p:nvPr/>
          </p:nvSpPr>
          <p:spPr>
            <a:xfrm>
              <a:off x="5497758" y="2003731"/>
              <a:ext cx="18382" cy="41281"/>
            </a:xfrm>
            <a:custGeom>
              <a:avLst/>
              <a:gdLst/>
              <a:ahLst/>
              <a:cxnLst/>
              <a:rect l="l" t="t" r="r" b="b"/>
              <a:pathLst>
                <a:path w="700" h="1572" extrusionOk="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137"/>
            <p:cNvSpPr/>
            <p:nvPr/>
          </p:nvSpPr>
          <p:spPr>
            <a:xfrm>
              <a:off x="5515615" y="2011872"/>
              <a:ext cx="18618" cy="41176"/>
            </a:xfrm>
            <a:custGeom>
              <a:avLst/>
              <a:gdLst/>
              <a:ahLst/>
              <a:cxnLst/>
              <a:rect l="l" t="t" r="r" b="b"/>
              <a:pathLst>
                <a:path w="709" h="1568" extrusionOk="0">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137"/>
            <p:cNvSpPr/>
            <p:nvPr/>
          </p:nvSpPr>
          <p:spPr>
            <a:xfrm>
              <a:off x="5534706" y="2020669"/>
              <a:ext cx="16360" cy="37657"/>
            </a:xfrm>
            <a:custGeom>
              <a:avLst/>
              <a:gdLst/>
              <a:ahLst/>
              <a:cxnLst/>
              <a:rect l="l" t="t" r="r" b="b"/>
              <a:pathLst>
                <a:path w="623" h="1434" extrusionOk="0">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137"/>
            <p:cNvSpPr/>
            <p:nvPr/>
          </p:nvSpPr>
          <p:spPr>
            <a:xfrm>
              <a:off x="5585230" y="2104097"/>
              <a:ext cx="13077" cy="47793"/>
            </a:xfrm>
            <a:custGeom>
              <a:avLst/>
              <a:gdLst/>
              <a:ahLst/>
              <a:cxnLst/>
              <a:rect l="l" t="t" r="r" b="b"/>
              <a:pathLst>
                <a:path w="498" h="1820" extrusionOk="0">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137"/>
            <p:cNvSpPr/>
            <p:nvPr/>
          </p:nvSpPr>
          <p:spPr>
            <a:xfrm>
              <a:off x="5606947" y="2109480"/>
              <a:ext cx="8456" cy="43171"/>
            </a:xfrm>
            <a:custGeom>
              <a:avLst/>
              <a:gdLst/>
              <a:ahLst/>
              <a:cxnLst/>
              <a:rect l="l" t="t" r="r" b="b"/>
              <a:pathLst>
                <a:path w="322" h="1644" extrusionOk="0">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137"/>
            <p:cNvSpPr/>
            <p:nvPr/>
          </p:nvSpPr>
          <p:spPr>
            <a:xfrm>
              <a:off x="5625513" y="2113314"/>
              <a:ext cx="8981" cy="43093"/>
            </a:xfrm>
            <a:custGeom>
              <a:avLst/>
              <a:gdLst/>
              <a:ahLst/>
              <a:cxnLst/>
              <a:rect l="l" t="t" r="r" b="b"/>
              <a:pathLst>
                <a:path w="342" h="1641" extrusionOk="0">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137"/>
            <p:cNvSpPr/>
            <p:nvPr/>
          </p:nvSpPr>
          <p:spPr>
            <a:xfrm>
              <a:off x="5646285" y="2117437"/>
              <a:ext cx="6801" cy="39731"/>
            </a:xfrm>
            <a:custGeom>
              <a:avLst/>
              <a:gdLst/>
              <a:ahLst/>
              <a:cxnLst/>
              <a:rect l="l" t="t" r="r" b="b"/>
              <a:pathLst>
                <a:path w="259" h="1513" extrusionOk="0">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137"/>
            <p:cNvSpPr/>
            <p:nvPr/>
          </p:nvSpPr>
          <p:spPr>
            <a:xfrm>
              <a:off x="5577694" y="2215439"/>
              <a:ext cx="86973" cy="32694"/>
            </a:xfrm>
            <a:custGeom>
              <a:avLst/>
              <a:gdLst/>
              <a:ahLst/>
              <a:cxnLst/>
              <a:rect l="l" t="t" r="r" b="b"/>
              <a:pathLst>
                <a:path w="3312" h="1245" extrusionOk="0">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137"/>
            <p:cNvSpPr/>
            <p:nvPr/>
          </p:nvSpPr>
          <p:spPr>
            <a:xfrm>
              <a:off x="5595262" y="2215439"/>
              <a:ext cx="69405" cy="32694"/>
            </a:xfrm>
            <a:custGeom>
              <a:avLst/>
              <a:gdLst/>
              <a:ahLst/>
              <a:cxnLst/>
              <a:rect l="l" t="t" r="r" b="b"/>
              <a:pathLst>
                <a:path w="2643" h="1245" extrusionOk="0">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137"/>
            <p:cNvSpPr/>
            <p:nvPr/>
          </p:nvSpPr>
          <p:spPr>
            <a:xfrm>
              <a:off x="5334421" y="2246111"/>
              <a:ext cx="86973" cy="32431"/>
            </a:xfrm>
            <a:custGeom>
              <a:avLst/>
              <a:gdLst/>
              <a:ahLst/>
              <a:cxnLst/>
              <a:rect l="l" t="t" r="r" b="b"/>
              <a:pathLst>
                <a:path w="3312" h="1235" extrusionOk="0">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137"/>
            <p:cNvSpPr/>
            <p:nvPr/>
          </p:nvSpPr>
          <p:spPr>
            <a:xfrm>
              <a:off x="5353512" y="2246111"/>
              <a:ext cx="67882" cy="32431"/>
            </a:xfrm>
            <a:custGeom>
              <a:avLst/>
              <a:gdLst/>
              <a:ahLst/>
              <a:cxnLst/>
              <a:rect l="l" t="t" r="r" b="b"/>
              <a:pathLst>
                <a:path w="2585" h="1235" extrusionOk="0">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1" name="Google Shape;14951;p137"/>
          <p:cNvGrpSpPr/>
          <p:nvPr/>
        </p:nvGrpSpPr>
        <p:grpSpPr>
          <a:xfrm>
            <a:off x="5765926" y="1976683"/>
            <a:ext cx="348339" cy="348103"/>
            <a:chOff x="5765926" y="1976683"/>
            <a:chExt cx="348339" cy="348103"/>
          </a:xfrm>
        </p:grpSpPr>
        <p:sp>
          <p:nvSpPr>
            <p:cNvPr id="14952" name="Google Shape;14952;p137"/>
            <p:cNvSpPr/>
            <p:nvPr/>
          </p:nvSpPr>
          <p:spPr>
            <a:xfrm>
              <a:off x="5765926" y="1976683"/>
              <a:ext cx="263808" cy="173946"/>
            </a:xfrm>
            <a:custGeom>
              <a:avLst/>
              <a:gdLst/>
              <a:ahLst/>
              <a:cxnLst/>
              <a:rect l="l" t="t" r="r" b="b"/>
              <a:pathLst>
                <a:path w="10046" h="6624" extrusionOk="0">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137"/>
            <p:cNvSpPr/>
            <p:nvPr/>
          </p:nvSpPr>
          <p:spPr>
            <a:xfrm>
              <a:off x="5940082" y="1976683"/>
              <a:ext cx="174183" cy="263677"/>
            </a:xfrm>
            <a:custGeom>
              <a:avLst/>
              <a:gdLst/>
              <a:ahLst/>
              <a:cxnLst/>
              <a:rect l="l" t="t" r="r" b="b"/>
              <a:pathLst>
                <a:path w="6633" h="10041" extrusionOk="0">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137"/>
            <p:cNvSpPr/>
            <p:nvPr/>
          </p:nvSpPr>
          <p:spPr>
            <a:xfrm>
              <a:off x="5850194" y="2150603"/>
              <a:ext cx="263834" cy="174183"/>
            </a:xfrm>
            <a:custGeom>
              <a:avLst/>
              <a:gdLst/>
              <a:ahLst/>
              <a:cxnLst/>
              <a:rect l="l" t="t" r="r" b="b"/>
              <a:pathLst>
                <a:path w="10047" h="6633" extrusionOk="0">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137"/>
            <p:cNvSpPr/>
            <p:nvPr/>
          </p:nvSpPr>
          <p:spPr>
            <a:xfrm>
              <a:off x="5765926" y="2060873"/>
              <a:ext cx="173920" cy="263913"/>
            </a:xfrm>
            <a:custGeom>
              <a:avLst/>
              <a:gdLst/>
              <a:ahLst/>
              <a:cxnLst/>
              <a:rect l="l" t="t" r="r" b="b"/>
              <a:pathLst>
                <a:path w="6623" h="10050" extrusionOk="0">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137"/>
            <p:cNvSpPr/>
            <p:nvPr/>
          </p:nvSpPr>
          <p:spPr>
            <a:xfrm>
              <a:off x="5765926" y="2150603"/>
              <a:ext cx="39469" cy="174183"/>
            </a:xfrm>
            <a:custGeom>
              <a:avLst/>
              <a:gdLst/>
              <a:ahLst/>
              <a:cxnLst/>
              <a:rect l="l" t="t" r="r" b="b"/>
              <a:pathLst>
                <a:path w="1503" h="6633" extrusionOk="0">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137"/>
            <p:cNvSpPr/>
            <p:nvPr/>
          </p:nvSpPr>
          <p:spPr>
            <a:xfrm>
              <a:off x="5810778" y="2061057"/>
              <a:ext cx="47898" cy="89573"/>
            </a:xfrm>
            <a:custGeom>
              <a:avLst/>
              <a:gdLst/>
              <a:ahLst/>
              <a:cxnLst/>
              <a:rect l="l" t="t" r="r" b="b"/>
              <a:pathLst>
                <a:path w="1824" h="3411" extrusionOk="0">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137"/>
            <p:cNvSpPr/>
            <p:nvPr/>
          </p:nvSpPr>
          <p:spPr>
            <a:xfrm>
              <a:off x="5765926" y="1976683"/>
              <a:ext cx="39469" cy="173946"/>
            </a:xfrm>
            <a:custGeom>
              <a:avLst/>
              <a:gdLst/>
              <a:ahLst/>
              <a:cxnLst/>
              <a:rect l="l" t="t" r="r" b="b"/>
              <a:pathLst>
                <a:path w="1503" h="6624" extrusionOk="0">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137"/>
            <p:cNvSpPr/>
            <p:nvPr/>
          </p:nvSpPr>
          <p:spPr>
            <a:xfrm>
              <a:off x="6004655" y="2032906"/>
              <a:ext cx="39232" cy="61553"/>
            </a:xfrm>
            <a:custGeom>
              <a:avLst/>
              <a:gdLst/>
              <a:ahLst/>
              <a:cxnLst/>
              <a:rect l="l" t="t" r="r" b="b"/>
              <a:pathLst>
                <a:path w="1494" h="2344" extrusionOk="0">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137"/>
            <p:cNvSpPr/>
            <p:nvPr/>
          </p:nvSpPr>
          <p:spPr>
            <a:xfrm>
              <a:off x="5939819" y="1976683"/>
              <a:ext cx="22662" cy="73160"/>
            </a:xfrm>
            <a:custGeom>
              <a:avLst/>
              <a:gdLst/>
              <a:ahLst/>
              <a:cxnLst/>
              <a:rect l="l" t="t" r="r" b="b"/>
              <a:pathLst>
                <a:path w="863" h="2786" extrusionOk="0">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137"/>
            <p:cNvSpPr/>
            <p:nvPr/>
          </p:nvSpPr>
          <p:spPr>
            <a:xfrm>
              <a:off x="5940082" y="2077732"/>
              <a:ext cx="22400" cy="72898"/>
            </a:xfrm>
            <a:custGeom>
              <a:avLst/>
              <a:gdLst/>
              <a:ahLst/>
              <a:cxnLst/>
              <a:rect l="l" t="t" r="r" b="b"/>
              <a:pathLst>
                <a:path w="853" h="2776" extrusionOk="0">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137"/>
            <p:cNvSpPr/>
            <p:nvPr/>
          </p:nvSpPr>
          <p:spPr>
            <a:xfrm>
              <a:off x="5987324" y="2150839"/>
              <a:ext cx="45272" cy="89573"/>
            </a:xfrm>
            <a:custGeom>
              <a:avLst/>
              <a:gdLst/>
              <a:ahLst/>
              <a:cxnLst/>
              <a:rect l="l" t="t" r="r" b="b"/>
              <a:pathLst>
                <a:path w="1724" h="3411" extrusionOk="0">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137"/>
            <p:cNvSpPr/>
            <p:nvPr/>
          </p:nvSpPr>
          <p:spPr>
            <a:xfrm>
              <a:off x="5928764" y="2150603"/>
              <a:ext cx="22400" cy="73160"/>
            </a:xfrm>
            <a:custGeom>
              <a:avLst/>
              <a:gdLst/>
              <a:ahLst/>
              <a:cxnLst/>
              <a:rect l="l" t="t" r="r" b="b"/>
              <a:pathLst>
                <a:path w="853" h="2786" extrusionOk="0">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137"/>
            <p:cNvSpPr/>
            <p:nvPr/>
          </p:nvSpPr>
          <p:spPr>
            <a:xfrm>
              <a:off x="5847332" y="2206826"/>
              <a:ext cx="39232" cy="61737"/>
            </a:xfrm>
            <a:custGeom>
              <a:avLst/>
              <a:gdLst/>
              <a:ahLst/>
              <a:cxnLst/>
              <a:rect l="l" t="t" r="r" b="b"/>
              <a:pathLst>
                <a:path w="1494" h="2351" extrusionOk="0">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137"/>
            <p:cNvSpPr/>
            <p:nvPr/>
          </p:nvSpPr>
          <p:spPr>
            <a:xfrm>
              <a:off x="5928764" y="2251625"/>
              <a:ext cx="28177" cy="73160"/>
            </a:xfrm>
            <a:custGeom>
              <a:avLst/>
              <a:gdLst/>
              <a:ahLst/>
              <a:cxnLst/>
              <a:rect l="l" t="t" r="r" b="b"/>
              <a:pathLst>
                <a:path w="1073" h="2786" extrusionOk="0">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6" name="Google Shape;14966;p137"/>
          <p:cNvGrpSpPr/>
          <p:nvPr/>
        </p:nvGrpSpPr>
        <p:grpSpPr>
          <a:xfrm>
            <a:off x="6191390" y="1981489"/>
            <a:ext cx="389068" cy="347787"/>
            <a:chOff x="6191390" y="1981489"/>
            <a:chExt cx="389068" cy="347787"/>
          </a:xfrm>
        </p:grpSpPr>
        <p:sp>
          <p:nvSpPr>
            <p:cNvPr id="14967" name="Google Shape;14967;p137"/>
            <p:cNvSpPr/>
            <p:nvPr/>
          </p:nvSpPr>
          <p:spPr>
            <a:xfrm>
              <a:off x="6260769" y="2030464"/>
              <a:ext cx="250074" cy="250100"/>
            </a:xfrm>
            <a:custGeom>
              <a:avLst/>
              <a:gdLst/>
              <a:ahLst/>
              <a:cxnLst/>
              <a:rect l="l" t="t" r="r" b="b"/>
              <a:pathLst>
                <a:path w="9523" h="9524" extrusionOk="0">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137"/>
            <p:cNvSpPr/>
            <p:nvPr/>
          </p:nvSpPr>
          <p:spPr>
            <a:xfrm>
              <a:off x="6236137" y="2032985"/>
              <a:ext cx="238021" cy="247553"/>
            </a:xfrm>
            <a:custGeom>
              <a:avLst/>
              <a:gdLst/>
              <a:ahLst/>
              <a:cxnLst/>
              <a:rect l="l" t="t" r="r" b="b"/>
              <a:pathLst>
                <a:path w="9064" h="9427" extrusionOk="0">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137"/>
            <p:cNvSpPr/>
            <p:nvPr/>
          </p:nvSpPr>
          <p:spPr>
            <a:xfrm>
              <a:off x="6312291" y="2031724"/>
              <a:ext cx="198552" cy="246818"/>
            </a:xfrm>
            <a:custGeom>
              <a:avLst/>
              <a:gdLst/>
              <a:ahLst/>
              <a:cxnLst/>
              <a:rect l="l" t="t" r="r" b="b"/>
              <a:pathLst>
                <a:path w="7561" h="9399" extrusionOk="0">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137"/>
            <p:cNvSpPr/>
            <p:nvPr/>
          </p:nvSpPr>
          <p:spPr>
            <a:xfrm>
              <a:off x="6342175" y="2077469"/>
              <a:ext cx="15861" cy="25656"/>
            </a:xfrm>
            <a:custGeom>
              <a:avLst/>
              <a:gdLst/>
              <a:ahLst/>
              <a:cxnLst/>
              <a:rect l="l" t="t" r="r" b="b"/>
              <a:pathLst>
                <a:path w="604" h="977" extrusionOk="0">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137"/>
            <p:cNvSpPr/>
            <p:nvPr/>
          </p:nvSpPr>
          <p:spPr>
            <a:xfrm>
              <a:off x="6312527" y="2161396"/>
              <a:ext cx="143774" cy="117146"/>
            </a:xfrm>
            <a:custGeom>
              <a:avLst/>
              <a:gdLst/>
              <a:ahLst/>
              <a:cxnLst/>
              <a:rect l="l" t="t" r="r" b="b"/>
              <a:pathLst>
                <a:path w="5475" h="4461" extrusionOk="0">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137"/>
            <p:cNvSpPr/>
            <p:nvPr/>
          </p:nvSpPr>
          <p:spPr>
            <a:xfrm>
              <a:off x="6241730" y="2077679"/>
              <a:ext cx="338728" cy="251597"/>
            </a:xfrm>
            <a:custGeom>
              <a:avLst/>
              <a:gdLst/>
              <a:ahLst/>
              <a:cxnLst/>
              <a:rect l="l" t="t" r="r" b="b"/>
              <a:pathLst>
                <a:path w="12899" h="9581" extrusionOk="0">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137"/>
            <p:cNvSpPr/>
            <p:nvPr/>
          </p:nvSpPr>
          <p:spPr>
            <a:xfrm>
              <a:off x="6191390" y="1981489"/>
              <a:ext cx="338807" cy="251676"/>
            </a:xfrm>
            <a:custGeom>
              <a:avLst/>
              <a:gdLst/>
              <a:ahLst/>
              <a:cxnLst/>
              <a:rect l="l" t="t" r="r" b="b"/>
              <a:pathLst>
                <a:path w="12902" h="9584" extrusionOk="0">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4" name="Google Shape;14974;p137"/>
          <p:cNvGrpSpPr/>
          <p:nvPr/>
        </p:nvGrpSpPr>
        <p:grpSpPr>
          <a:xfrm>
            <a:off x="6657846" y="2007591"/>
            <a:ext cx="348103" cy="295714"/>
            <a:chOff x="6657846" y="2007591"/>
            <a:chExt cx="348103" cy="295714"/>
          </a:xfrm>
        </p:grpSpPr>
        <p:sp>
          <p:nvSpPr>
            <p:cNvPr id="14975" name="Google Shape;14975;p137"/>
            <p:cNvSpPr/>
            <p:nvPr/>
          </p:nvSpPr>
          <p:spPr>
            <a:xfrm>
              <a:off x="6820186" y="2082984"/>
              <a:ext cx="179224" cy="163153"/>
            </a:xfrm>
            <a:custGeom>
              <a:avLst/>
              <a:gdLst/>
              <a:ahLst/>
              <a:cxnLst/>
              <a:rect l="l" t="t" r="r" b="b"/>
              <a:pathLst>
                <a:path w="6825" h="6213" extrusionOk="0">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137"/>
            <p:cNvSpPr/>
            <p:nvPr/>
          </p:nvSpPr>
          <p:spPr>
            <a:xfrm>
              <a:off x="6900620" y="2007591"/>
              <a:ext cx="105329" cy="193431"/>
            </a:xfrm>
            <a:custGeom>
              <a:avLst/>
              <a:gdLst/>
              <a:ahLst/>
              <a:cxnLst/>
              <a:rect l="l" t="t" r="r" b="b"/>
              <a:pathLst>
                <a:path w="4011" h="7366" extrusionOk="0">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137"/>
            <p:cNvSpPr/>
            <p:nvPr/>
          </p:nvSpPr>
          <p:spPr>
            <a:xfrm>
              <a:off x="6972494" y="2152862"/>
              <a:ext cx="32930" cy="48292"/>
            </a:xfrm>
            <a:custGeom>
              <a:avLst/>
              <a:gdLst/>
              <a:ahLst/>
              <a:cxnLst/>
              <a:rect l="l" t="t" r="r" b="b"/>
              <a:pathLst>
                <a:path w="1254" h="1839" extrusionOk="0">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137"/>
            <p:cNvSpPr/>
            <p:nvPr/>
          </p:nvSpPr>
          <p:spPr>
            <a:xfrm>
              <a:off x="6832003" y="2137027"/>
              <a:ext cx="136237" cy="90439"/>
            </a:xfrm>
            <a:custGeom>
              <a:avLst/>
              <a:gdLst/>
              <a:ahLst/>
              <a:cxnLst/>
              <a:rect l="l" t="t" r="r" b="b"/>
              <a:pathLst>
                <a:path w="5188" h="3444" extrusionOk="0">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137"/>
            <p:cNvSpPr/>
            <p:nvPr/>
          </p:nvSpPr>
          <p:spPr>
            <a:xfrm>
              <a:off x="6885284" y="2182509"/>
              <a:ext cx="79935" cy="44957"/>
            </a:xfrm>
            <a:custGeom>
              <a:avLst/>
              <a:gdLst/>
              <a:ahLst/>
              <a:cxnLst/>
              <a:rect l="l" t="t" r="r" b="b"/>
              <a:pathLst>
                <a:path w="3044" h="1712" extrusionOk="0">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137"/>
            <p:cNvSpPr/>
            <p:nvPr/>
          </p:nvSpPr>
          <p:spPr>
            <a:xfrm>
              <a:off x="6806872" y="2160661"/>
              <a:ext cx="136237" cy="90229"/>
            </a:xfrm>
            <a:custGeom>
              <a:avLst/>
              <a:gdLst/>
              <a:ahLst/>
              <a:cxnLst/>
              <a:rect l="l" t="t" r="r" b="b"/>
              <a:pathLst>
                <a:path w="5188" h="3436" extrusionOk="0">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137"/>
            <p:cNvSpPr/>
            <p:nvPr/>
          </p:nvSpPr>
          <p:spPr>
            <a:xfrm>
              <a:off x="6868688" y="2211920"/>
              <a:ext cx="71165" cy="38944"/>
            </a:xfrm>
            <a:custGeom>
              <a:avLst/>
              <a:gdLst/>
              <a:ahLst/>
              <a:cxnLst/>
              <a:rect l="l" t="t" r="r" b="b"/>
              <a:pathLst>
                <a:path w="2710" h="1483" extrusionOk="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137"/>
            <p:cNvSpPr/>
            <p:nvPr/>
          </p:nvSpPr>
          <p:spPr>
            <a:xfrm>
              <a:off x="6781741" y="2184032"/>
              <a:ext cx="136237" cy="90334"/>
            </a:xfrm>
            <a:custGeom>
              <a:avLst/>
              <a:gdLst/>
              <a:ahLst/>
              <a:cxnLst/>
              <a:rect l="l" t="t" r="r" b="b"/>
              <a:pathLst>
                <a:path w="5188" h="3440" extrusionOk="0">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137"/>
            <p:cNvSpPr/>
            <p:nvPr/>
          </p:nvSpPr>
          <p:spPr>
            <a:xfrm>
              <a:off x="6852354" y="2240570"/>
              <a:ext cx="61842" cy="33770"/>
            </a:xfrm>
            <a:custGeom>
              <a:avLst/>
              <a:gdLst/>
              <a:ahLst/>
              <a:cxnLst/>
              <a:rect l="l" t="t" r="r" b="b"/>
              <a:pathLst>
                <a:path w="2355" h="1286" extrusionOk="0">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137"/>
            <p:cNvSpPr/>
            <p:nvPr/>
          </p:nvSpPr>
          <p:spPr>
            <a:xfrm>
              <a:off x="6756610" y="2207404"/>
              <a:ext cx="136237" cy="90413"/>
            </a:xfrm>
            <a:custGeom>
              <a:avLst/>
              <a:gdLst/>
              <a:ahLst/>
              <a:cxnLst/>
              <a:rect l="l" t="t" r="r" b="b"/>
              <a:pathLst>
                <a:path w="5188" h="3443" extrusionOk="0">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137"/>
            <p:cNvSpPr/>
            <p:nvPr/>
          </p:nvSpPr>
          <p:spPr>
            <a:xfrm>
              <a:off x="6836021" y="2267723"/>
              <a:ext cx="53308" cy="29989"/>
            </a:xfrm>
            <a:custGeom>
              <a:avLst/>
              <a:gdLst/>
              <a:ahLst/>
              <a:cxnLst/>
              <a:rect l="l" t="t" r="r" b="b"/>
              <a:pathLst>
                <a:path w="2030" h="1142" extrusionOk="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137"/>
            <p:cNvSpPr/>
            <p:nvPr/>
          </p:nvSpPr>
          <p:spPr>
            <a:xfrm>
              <a:off x="6674180" y="2094564"/>
              <a:ext cx="173421" cy="157087"/>
            </a:xfrm>
            <a:custGeom>
              <a:avLst/>
              <a:gdLst/>
              <a:ahLst/>
              <a:cxnLst/>
              <a:rect l="l" t="t" r="r" b="b"/>
              <a:pathLst>
                <a:path w="6604" h="5982" extrusionOk="0">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137"/>
            <p:cNvSpPr/>
            <p:nvPr/>
          </p:nvSpPr>
          <p:spPr>
            <a:xfrm>
              <a:off x="6657846" y="2031488"/>
              <a:ext cx="107587" cy="185606"/>
            </a:xfrm>
            <a:custGeom>
              <a:avLst/>
              <a:gdLst/>
              <a:ahLst/>
              <a:cxnLst/>
              <a:rect l="l" t="t" r="r" b="b"/>
              <a:pathLst>
                <a:path w="4097" h="7068" extrusionOk="0">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137"/>
            <p:cNvSpPr/>
            <p:nvPr/>
          </p:nvSpPr>
          <p:spPr>
            <a:xfrm>
              <a:off x="6657846" y="2031488"/>
              <a:ext cx="82693" cy="173684"/>
            </a:xfrm>
            <a:custGeom>
              <a:avLst/>
              <a:gdLst/>
              <a:ahLst/>
              <a:cxnLst/>
              <a:rect l="l" t="t" r="r" b="b"/>
              <a:pathLst>
                <a:path w="3149" h="6614" extrusionOk="0">
                  <a:moveTo>
                    <a:pt x="0" y="0"/>
                  </a:moveTo>
                  <a:lnTo>
                    <a:pt x="0" y="6336"/>
                  </a:lnTo>
                  <a:lnTo>
                    <a:pt x="469" y="6613"/>
                  </a:lnTo>
                  <a:lnTo>
                    <a:pt x="3149" y="1828"/>
                  </a:lnTo>
                  <a:lnTo>
                    <a:pt x="0"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137"/>
            <p:cNvSpPr/>
            <p:nvPr/>
          </p:nvSpPr>
          <p:spPr>
            <a:xfrm>
              <a:off x="6657846" y="2162158"/>
              <a:ext cx="51785" cy="54752"/>
            </a:xfrm>
            <a:custGeom>
              <a:avLst/>
              <a:gdLst/>
              <a:ahLst/>
              <a:cxnLst/>
              <a:rect l="l" t="t" r="r" b="b"/>
              <a:pathLst>
                <a:path w="1972" h="2085" extrusionOk="0">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137"/>
            <p:cNvSpPr/>
            <p:nvPr/>
          </p:nvSpPr>
          <p:spPr>
            <a:xfrm>
              <a:off x="6657846" y="2162158"/>
              <a:ext cx="27153" cy="43014"/>
            </a:xfrm>
            <a:custGeom>
              <a:avLst/>
              <a:gdLst/>
              <a:ahLst/>
              <a:cxnLst/>
              <a:rect l="l" t="t" r="r" b="b"/>
              <a:pathLst>
                <a:path w="1034" h="1638" extrusionOk="0">
                  <a:moveTo>
                    <a:pt x="0" y="1"/>
                  </a:moveTo>
                  <a:lnTo>
                    <a:pt x="0" y="1360"/>
                  </a:lnTo>
                  <a:lnTo>
                    <a:pt x="469" y="1637"/>
                  </a:lnTo>
                  <a:lnTo>
                    <a:pt x="1034" y="632"/>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137"/>
            <p:cNvSpPr/>
            <p:nvPr/>
          </p:nvSpPr>
          <p:spPr>
            <a:xfrm>
              <a:off x="6710104" y="2184557"/>
              <a:ext cx="73160" cy="58665"/>
            </a:xfrm>
            <a:custGeom>
              <a:avLst/>
              <a:gdLst/>
              <a:ahLst/>
              <a:cxnLst/>
              <a:rect l="l" t="t" r="r" b="b"/>
              <a:pathLst>
                <a:path w="2786" h="2234" extrusionOk="0">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137"/>
            <p:cNvSpPr/>
            <p:nvPr/>
          </p:nvSpPr>
          <p:spPr>
            <a:xfrm>
              <a:off x="6713386" y="2185529"/>
              <a:ext cx="69878" cy="57536"/>
            </a:xfrm>
            <a:custGeom>
              <a:avLst/>
              <a:gdLst/>
              <a:ahLst/>
              <a:cxnLst/>
              <a:rect l="l" t="t" r="r" b="b"/>
              <a:pathLst>
                <a:path w="2661" h="2191" extrusionOk="0">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137"/>
            <p:cNvSpPr/>
            <p:nvPr/>
          </p:nvSpPr>
          <p:spPr>
            <a:xfrm>
              <a:off x="6738018" y="2210266"/>
              <a:ext cx="65099" cy="52888"/>
            </a:xfrm>
            <a:custGeom>
              <a:avLst/>
              <a:gdLst/>
              <a:ahLst/>
              <a:cxnLst/>
              <a:rect l="l" t="t" r="r" b="b"/>
              <a:pathLst>
                <a:path w="2479" h="2014" extrusionOk="0">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4" name="Google Shape;14994;p137"/>
            <p:cNvSpPr/>
            <p:nvPr/>
          </p:nvSpPr>
          <p:spPr>
            <a:xfrm>
              <a:off x="6741274" y="2211421"/>
              <a:ext cx="61842" cy="51732"/>
            </a:xfrm>
            <a:custGeom>
              <a:avLst/>
              <a:gdLst/>
              <a:ahLst/>
              <a:cxnLst/>
              <a:rect l="l" t="t" r="r" b="b"/>
              <a:pathLst>
                <a:path w="2355" h="1970" extrusionOk="0">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137"/>
            <p:cNvSpPr/>
            <p:nvPr/>
          </p:nvSpPr>
          <p:spPr>
            <a:xfrm>
              <a:off x="6765906" y="2236263"/>
              <a:ext cx="57063" cy="47084"/>
            </a:xfrm>
            <a:custGeom>
              <a:avLst/>
              <a:gdLst/>
              <a:ahLst/>
              <a:cxnLst/>
              <a:rect l="l" t="t" r="r" b="b"/>
              <a:pathLst>
                <a:path w="2173" h="1793" extrusionOk="0">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137"/>
            <p:cNvSpPr/>
            <p:nvPr/>
          </p:nvSpPr>
          <p:spPr>
            <a:xfrm>
              <a:off x="6769163" y="2237051"/>
              <a:ext cx="53807" cy="46296"/>
            </a:xfrm>
            <a:custGeom>
              <a:avLst/>
              <a:gdLst/>
              <a:ahLst/>
              <a:cxnLst/>
              <a:rect l="l" t="t" r="r" b="b"/>
              <a:pathLst>
                <a:path w="2049" h="1763" extrusionOk="0">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137"/>
            <p:cNvSpPr/>
            <p:nvPr/>
          </p:nvSpPr>
          <p:spPr>
            <a:xfrm>
              <a:off x="6793794" y="2262156"/>
              <a:ext cx="49027" cy="41149"/>
            </a:xfrm>
            <a:custGeom>
              <a:avLst/>
              <a:gdLst/>
              <a:ahLst/>
              <a:cxnLst/>
              <a:rect l="l" t="t" r="r" b="b"/>
              <a:pathLst>
                <a:path w="1867" h="1567" extrusionOk="0">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137"/>
            <p:cNvSpPr/>
            <p:nvPr/>
          </p:nvSpPr>
          <p:spPr>
            <a:xfrm>
              <a:off x="6797313" y="2263180"/>
              <a:ext cx="45509" cy="40125"/>
            </a:xfrm>
            <a:custGeom>
              <a:avLst/>
              <a:gdLst/>
              <a:ahLst/>
              <a:cxnLst/>
              <a:rect l="l" t="t" r="r" b="b"/>
              <a:pathLst>
                <a:path w="1733" h="1528" extrusionOk="0">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137"/>
            <p:cNvSpPr/>
            <p:nvPr/>
          </p:nvSpPr>
          <p:spPr>
            <a:xfrm>
              <a:off x="6799335" y="2099843"/>
              <a:ext cx="70639" cy="108848"/>
            </a:xfrm>
            <a:custGeom>
              <a:avLst/>
              <a:gdLst/>
              <a:ahLst/>
              <a:cxnLst/>
              <a:rect l="l" t="t" r="r" b="b"/>
              <a:pathLst>
                <a:path w="2690" h="4145" extrusionOk="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137"/>
            <p:cNvSpPr/>
            <p:nvPr/>
          </p:nvSpPr>
          <p:spPr>
            <a:xfrm>
              <a:off x="6799335" y="2100053"/>
              <a:ext cx="29936" cy="108638"/>
            </a:xfrm>
            <a:custGeom>
              <a:avLst/>
              <a:gdLst/>
              <a:ahLst/>
              <a:cxnLst/>
              <a:rect l="l" t="t" r="r" b="b"/>
              <a:pathLst>
                <a:path w="1140" h="4137" extrusionOk="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1" name="Google Shape;15001;p137"/>
          <p:cNvGrpSpPr/>
          <p:nvPr/>
        </p:nvGrpSpPr>
        <p:grpSpPr>
          <a:xfrm>
            <a:off x="7104188" y="1971904"/>
            <a:ext cx="347341" cy="348103"/>
            <a:chOff x="7104188" y="1971904"/>
            <a:chExt cx="347341" cy="348103"/>
          </a:xfrm>
        </p:grpSpPr>
        <p:sp>
          <p:nvSpPr>
            <p:cNvPr id="15002" name="Google Shape;15002;p137"/>
            <p:cNvSpPr/>
            <p:nvPr/>
          </p:nvSpPr>
          <p:spPr>
            <a:xfrm>
              <a:off x="7204947" y="1994277"/>
              <a:ext cx="167906" cy="153752"/>
            </a:xfrm>
            <a:custGeom>
              <a:avLst/>
              <a:gdLst/>
              <a:ahLst/>
              <a:cxnLst/>
              <a:rect l="l" t="t" r="r" b="b"/>
              <a:pathLst>
                <a:path w="6394" h="5855" extrusionOk="0">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137"/>
            <p:cNvSpPr/>
            <p:nvPr/>
          </p:nvSpPr>
          <p:spPr>
            <a:xfrm>
              <a:off x="7204711" y="1994277"/>
              <a:ext cx="156851" cy="112130"/>
            </a:xfrm>
            <a:custGeom>
              <a:avLst/>
              <a:gdLst/>
              <a:ahLst/>
              <a:cxnLst/>
              <a:rect l="l" t="t" r="r" b="b"/>
              <a:pathLst>
                <a:path w="5973" h="4270" extrusionOk="0">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137"/>
            <p:cNvSpPr/>
            <p:nvPr/>
          </p:nvSpPr>
          <p:spPr>
            <a:xfrm>
              <a:off x="7104923" y="2129490"/>
              <a:ext cx="122923" cy="123159"/>
            </a:xfrm>
            <a:custGeom>
              <a:avLst/>
              <a:gdLst/>
              <a:ahLst/>
              <a:cxnLst/>
              <a:rect l="l" t="t" r="r" b="b"/>
              <a:pathLst>
                <a:path w="4681" h="4690" extrusionOk="0">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137"/>
            <p:cNvSpPr/>
            <p:nvPr/>
          </p:nvSpPr>
          <p:spPr>
            <a:xfrm>
              <a:off x="7138352" y="2129490"/>
              <a:ext cx="89494" cy="123159"/>
            </a:xfrm>
            <a:custGeom>
              <a:avLst/>
              <a:gdLst/>
              <a:ahLst/>
              <a:cxnLst/>
              <a:rect l="l" t="t" r="r" b="b"/>
              <a:pathLst>
                <a:path w="3408" h="4690" extrusionOk="0">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137"/>
            <p:cNvSpPr/>
            <p:nvPr/>
          </p:nvSpPr>
          <p:spPr>
            <a:xfrm>
              <a:off x="7104188" y="2222477"/>
              <a:ext cx="123159" cy="97293"/>
            </a:xfrm>
            <a:custGeom>
              <a:avLst/>
              <a:gdLst/>
              <a:ahLst/>
              <a:cxnLst/>
              <a:rect l="l" t="t" r="r" b="b"/>
              <a:pathLst>
                <a:path w="4690" h="3705" extrusionOk="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137"/>
            <p:cNvSpPr/>
            <p:nvPr/>
          </p:nvSpPr>
          <p:spPr>
            <a:xfrm>
              <a:off x="7144891" y="2222477"/>
              <a:ext cx="41753" cy="27678"/>
            </a:xfrm>
            <a:custGeom>
              <a:avLst/>
              <a:gdLst/>
              <a:ahLst/>
              <a:cxnLst/>
              <a:rect l="l" t="t" r="r" b="b"/>
              <a:pathLst>
                <a:path w="1590" h="1054" extrusionOk="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137"/>
            <p:cNvSpPr/>
            <p:nvPr/>
          </p:nvSpPr>
          <p:spPr>
            <a:xfrm>
              <a:off x="7104188" y="2258663"/>
              <a:ext cx="123159" cy="61343"/>
            </a:xfrm>
            <a:custGeom>
              <a:avLst/>
              <a:gdLst/>
              <a:ahLst/>
              <a:cxnLst/>
              <a:rect l="l" t="t" r="r" b="b"/>
              <a:pathLst>
                <a:path w="4690" h="2336" extrusionOk="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137"/>
            <p:cNvSpPr/>
            <p:nvPr/>
          </p:nvSpPr>
          <p:spPr>
            <a:xfrm>
              <a:off x="7124539" y="2169011"/>
              <a:ext cx="82194" cy="67304"/>
            </a:xfrm>
            <a:custGeom>
              <a:avLst/>
              <a:gdLst/>
              <a:ahLst/>
              <a:cxnLst/>
              <a:rect l="l" t="t" r="r" b="b"/>
              <a:pathLst>
                <a:path w="3130" h="2563" extrusionOk="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137"/>
            <p:cNvSpPr/>
            <p:nvPr/>
          </p:nvSpPr>
          <p:spPr>
            <a:xfrm>
              <a:off x="7124277" y="2169011"/>
              <a:ext cx="82456" cy="66569"/>
            </a:xfrm>
            <a:custGeom>
              <a:avLst/>
              <a:gdLst/>
              <a:ahLst/>
              <a:cxnLst/>
              <a:rect l="l" t="t" r="r" b="b"/>
              <a:pathLst>
                <a:path w="3140" h="2535" extrusionOk="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137"/>
            <p:cNvSpPr/>
            <p:nvPr/>
          </p:nvSpPr>
          <p:spPr>
            <a:xfrm>
              <a:off x="7104188" y="2272476"/>
              <a:ext cx="27415" cy="47531"/>
            </a:xfrm>
            <a:custGeom>
              <a:avLst/>
              <a:gdLst/>
              <a:ahLst/>
              <a:cxnLst/>
              <a:rect l="l" t="t" r="r" b="b"/>
              <a:pathLst>
                <a:path w="1044" h="1810" extrusionOk="0">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137"/>
            <p:cNvSpPr/>
            <p:nvPr/>
          </p:nvSpPr>
          <p:spPr>
            <a:xfrm>
              <a:off x="7199932" y="2272476"/>
              <a:ext cx="27415" cy="47531"/>
            </a:xfrm>
            <a:custGeom>
              <a:avLst/>
              <a:gdLst/>
              <a:ahLst/>
              <a:cxnLst/>
              <a:rect l="l" t="t" r="r" b="b"/>
              <a:pathLst>
                <a:path w="1044" h="1810" extrusionOk="0">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137"/>
            <p:cNvSpPr/>
            <p:nvPr/>
          </p:nvSpPr>
          <p:spPr>
            <a:xfrm>
              <a:off x="7337140" y="2141806"/>
              <a:ext cx="33718" cy="73922"/>
            </a:xfrm>
            <a:custGeom>
              <a:avLst/>
              <a:gdLst/>
              <a:ahLst/>
              <a:cxnLst/>
              <a:rect l="l" t="t" r="r" b="b"/>
              <a:pathLst>
                <a:path w="1284" h="2815" extrusionOk="0">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137"/>
            <p:cNvSpPr/>
            <p:nvPr/>
          </p:nvSpPr>
          <p:spPr>
            <a:xfrm>
              <a:off x="7350717" y="2135031"/>
              <a:ext cx="80697" cy="80697"/>
            </a:xfrm>
            <a:custGeom>
              <a:avLst/>
              <a:gdLst/>
              <a:ahLst/>
              <a:cxnLst/>
              <a:rect l="l" t="t" r="r" b="b"/>
              <a:pathLst>
                <a:path w="3073" h="3073" extrusionOk="0">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137"/>
            <p:cNvSpPr/>
            <p:nvPr/>
          </p:nvSpPr>
          <p:spPr>
            <a:xfrm>
              <a:off x="7364030" y="2235791"/>
              <a:ext cx="40493" cy="29936"/>
            </a:xfrm>
            <a:custGeom>
              <a:avLst/>
              <a:gdLst/>
              <a:ahLst/>
              <a:cxnLst/>
              <a:rect l="l" t="t" r="r" b="b"/>
              <a:pathLst>
                <a:path w="1542" h="1140" extrusionOk="0">
                  <a:moveTo>
                    <a:pt x="1" y="1"/>
                  </a:moveTo>
                  <a:lnTo>
                    <a:pt x="1" y="1140"/>
                  </a:lnTo>
                  <a:lnTo>
                    <a:pt x="1542" y="1140"/>
                  </a:lnTo>
                  <a:lnTo>
                    <a:pt x="15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137"/>
            <p:cNvSpPr/>
            <p:nvPr/>
          </p:nvSpPr>
          <p:spPr>
            <a:xfrm>
              <a:off x="7364030" y="2236053"/>
              <a:ext cx="40493" cy="16281"/>
            </a:xfrm>
            <a:custGeom>
              <a:avLst/>
              <a:gdLst/>
              <a:ahLst/>
              <a:cxnLst/>
              <a:rect l="l" t="t" r="r" b="b"/>
              <a:pathLst>
                <a:path w="1542" h="620" extrusionOk="0">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137"/>
            <p:cNvSpPr/>
            <p:nvPr/>
          </p:nvSpPr>
          <p:spPr>
            <a:xfrm>
              <a:off x="7317051" y="2252124"/>
              <a:ext cx="134477" cy="67882"/>
            </a:xfrm>
            <a:custGeom>
              <a:avLst/>
              <a:gdLst/>
              <a:ahLst/>
              <a:cxnLst/>
              <a:rect l="l" t="t" r="r" b="b"/>
              <a:pathLst>
                <a:path w="5121" h="2585" extrusionOk="0">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137"/>
            <p:cNvSpPr/>
            <p:nvPr/>
          </p:nvSpPr>
          <p:spPr>
            <a:xfrm>
              <a:off x="7377607" y="2265701"/>
              <a:ext cx="13340" cy="54306"/>
            </a:xfrm>
            <a:custGeom>
              <a:avLst/>
              <a:gdLst/>
              <a:ahLst/>
              <a:cxnLst/>
              <a:rect l="l" t="t" r="r" b="b"/>
              <a:pathLst>
                <a:path w="508" h="2068" extrusionOk="0">
                  <a:moveTo>
                    <a:pt x="125" y="1"/>
                  </a:moveTo>
                  <a:lnTo>
                    <a:pt x="1" y="2068"/>
                  </a:lnTo>
                  <a:lnTo>
                    <a:pt x="508" y="2068"/>
                  </a:lnTo>
                  <a:lnTo>
                    <a:pt x="383"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137"/>
            <p:cNvSpPr/>
            <p:nvPr/>
          </p:nvSpPr>
          <p:spPr>
            <a:xfrm>
              <a:off x="7343941" y="2168906"/>
              <a:ext cx="80697" cy="73712"/>
            </a:xfrm>
            <a:custGeom>
              <a:avLst/>
              <a:gdLst/>
              <a:ahLst/>
              <a:cxnLst/>
              <a:rect l="l" t="t" r="r" b="b"/>
              <a:pathLst>
                <a:path w="3073" h="2807" extrusionOk="0">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137"/>
            <p:cNvSpPr/>
            <p:nvPr/>
          </p:nvSpPr>
          <p:spPr>
            <a:xfrm>
              <a:off x="7343941" y="2168906"/>
              <a:ext cx="80434" cy="72189"/>
            </a:xfrm>
            <a:custGeom>
              <a:avLst/>
              <a:gdLst/>
              <a:ahLst/>
              <a:cxnLst/>
              <a:rect l="l" t="t" r="r" b="b"/>
              <a:pathLst>
                <a:path w="3063" h="2749" extrusionOk="0">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137"/>
            <p:cNvSpPr/>
            <p:nvPr/>
          </p:nvSpPr>
          <p:spPr>
            <a:xfrm>
              <a:off x="7317051" y="2269482"/>
              <a:ext cx="26916" cy="50524"/>
            </a:xfrm>
            <a:custGeom>
              <a:avLst/>
              <a:gdLst/>
              <a:ahLst/>
              <a:cxnLst/>
              <a:rect l="l" t="t" r="r" b="b"/>
              <a:pathLst>
                <a:path w="1025" h="1924" extrusionOk="0">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137"/>
            <p:cNvSpPr/>
            <p:nvPr/>
          </p:nvSpPr>
          <p:spPr>
            <a:xfrm>
              <a:off x="7424612" y="2269482"/>
              <a:ext cx="26916" cy="50524"/>
            </a:xfrm>
            <a:custGeom>
              <a:avLst/>
              <a:gdLst/>
              <a:ahLst/>
              <a:cxnLst/>
              <a:rect l="l" t="t" r="r" b="b"/>
              <a:pathLst>
                <a:path w="1025" h="1924" extrusionOk="0">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137"/>
            <p:cNvSpPr/>
            <p:nvPr/>
          </p:nvSpPr>
          <p:spPr>
            <a:xfrm>
              <a:off x="7377607" y="2265701"/>
              <a:ext cx="13340" cy="13340"/>
            </a:xfrm>
            <a:custGeom>
              <a:avLst/>
              <a:gdLst/>
              <a:ahLst/>
              <a:cxnLst/>
              <a:rect l="l" t="t" r="r" b="b"/>
              <a:pathLst>
                <a:path w="508" h="508" extrusionOk="0">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137"/>
            <p:cNvSpPr/>
            <p:nvPr/>
          </p:nvSpPr>
          <p:spPr>
            <a:xfrm>
              <a:off x="7356756" y="2246899"/>
              <a:ext cx="27415" cy="28229"/>
            </a:xfrm>
            <a:custGeom>
              <a:avLst/>
              <a:gdLst/>
              <a:ahLst/>
              <a:cxnLst/>
              <a:rect l="l" t="t" r="r" b="b"/>
              <a:pathLst>
                <a:path w="1044" h="1075" extrusionOk="0">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137"/>
            <p:cNvSpPr/>
            <p:nvPr/>
          </p:nvSpPr>
          <p:spPr>
            <a:xfrm>
              <a:off x="7384146" y="2246899"/>
              <a:ext cx="27678" cy="28229"/>
            </a:xfrm>
            <a:custGeom>
              <a:avLst/>
              <a:gdLst/>
              <a:ahLst/>
              <a:cxnLst/>
              <a:rect l="l" t="t" r="r" b="b"/>
              <a:pathLst>
                <a:path w="1054" h="1075" extrusionOk="0">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137"/>
            <p:cNvSpPr/>
            <p:nvPr/>
          </p:nvSpPr>
          <p:spPr>
            <a:xfrm>
              <a:off x="7159964" y="1971904"/>
              <a:ext cx="190516" cy="164151"/>
            </a:xfrm>
            <a:custGeom>
              <a:avLst/>
              <a:gdLst/>
              <a:ahLst/>
              <a:cxnLst/>
              <a:rect l="l" t="t" r="r" b="b"/>
              <a:pathLst>
                <a:path w="7255" h="6251" extrusionOk="0">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137"/>
            <p:cNvSpPr/>
            <p:nvPr/>
          </p:nvSpPr>
          <p:spPr>
            <a:xfrm>
              <a:off x="7191896" y="2000055"/>
              <a:ext cx="31670" cy="11082"/>
            </a:xfrm>
            <a:custGeom>
              <a:avLst/>
              <a:gdLst/>
              <a:ahLst/>
              <a:cxnLst/>
              <a:rect l="l" t="t" r="r" b="b"/>
              <a:pathLst>
                <a:path w="1206" h="422" extrusionOk="0">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137"/>
            <p:cNvSpPr/>
            <p:nvPr/>
          </p:nvSpPr>
          <p:spPr>
            <a:xfrm>
              <a:off x="7231102" y="2000055"/>
              <a:ext cx="87735" cy="11082"/>
            </a:xfrm>
            <a:custGeom>
              <a:avLst/>
              <a:gdLst/>
              <a:ahLst/>
              <a:cxnLst/>
              <a:rect l="l" t="t" r="r" b="b"/>
              <a:pathLst>
                <a:path w="3341" h="422" extrusionOk="0">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137"/>
            <p:cNvSpPr/>
            <p:nvPr/>
          </p:nvSpPr>
          <p:spPr>
            <a:xfrm>
              <a:off x="7191896" y="2027969"/>
              <a:ext cx="126941" cy="11318"/>
            </a:xfrm>
            <a:custGeom>
              <a:avLst/>
              <a:gdLst/>
              <a:ahLst/>
              <a:cxnLst/>
              <a:rect l="l" t="t" r="r" b="b"/>
              <a:pathLst>
                <a:path w="4834" h="431" extrusionOk="0">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137"/>
            <p:cNvSpPr/>
            <p:nvPr/>
          </p:nvSpPr>
          <p:spPr>
            <a:xfrm>
              <a:off x="7191896" y="2056093"/>
              <a:ext cx="87735" cy="11108"/>
            </a:xfrm>
            <a:custGeom>
              <a:avLst/>
              <a:gdLst/>
              <a:ahLst/>
              <a:cxnLst/>
              <a:rect l="l" t="t" r="r" b="b"/>
              <a:pathLst>
                <a:path w="3341" h="423" extrusionOk="0">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137"/>
            <p:cNvSpPr/>
            <p:nvPr/>
          </p:nvSpPr>
          <p:spPr>
            <a:xfrm>
              <a:off x="7286878" y="2056093"/>
              <a:ext cx="31958" cy="11108"/>
            </a:xfrm>
            <a:custGeom>
              <a:avLst/>
              <a:gdLst/>
              <a:ahLst/>
              <a:cxnLst/>
              <a:rect l="l" t="t" r="r" b="b"/>
              <a:pathLst>
                <a:path w="1217" h="423" extrusionOk="0">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2" name="Google Shape;15032;p137"/>
          <p:cNvGrpSpPr/>
          <p:nvPr/>
        </p:nvGrpSpPr>
        <p:grpSpPr>
          <a:xfrm>
            <a:off x="7551264" y="1971904"/>
            <a:ext cx="344321" cy="348155"/>
            <a:chOff x="7551264" y="1971904"/>
            <a:chExt cx="344321" cy="348155"/>
          </a:xfrm>
        </p:grpSpPr>
        <p:sp>
          <p:nvSpPr>
            <p:cNvPr id="15033" name="Google Shape;15033;p137"/>
            <p:cNvSpPr/>
            <p:nvPr/>
          </p:nvSpPr>
          <p:spPr>
            <a:xfrm>
              <a:off x="7820665" y="1973164"/>
              <a:ext cx="9086" cy="73659"/>
            </a:xfrm>
            <a:custGeom>
              <a:avLst/>
              <a:gdLst/>
              <a:ahLst/>
              <a:cxnLst/>
              <a:rect l="l" t="t" r="r" b="b"/>
              <a:pathLst>
                <a:path w="346" h="2805" extrusionOk="0">
                  <a:moveTo>
                    <a:pt x="1" y="1"/>
                  </a:moveTo>
                  <a:lnTo>
                    <a:pt x="1" y="2805"/>
                  </a:lnTo>
                  <a:lnTo>
                    <a:pt x="346" y="2805"/>
                  </a:lnTo>
                  <a:lnTo>
                    <a:pt x="346" y="336"/>
                  </a:lnTo>
                  <a:lnTo>
                    <a:pt x="1"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137"/>
            <p:cNvSpPr/>
            <p:nvPr/>
          </p:nvSpPr>
          <p:spPr>
            <a:xfrm>
              <a:off x="7625396" y="1971904"/>
              <a:ext cx="270189" cy="348103"/>
            </a:xfrm>
            <a:custGeom>
              <a:avLst/>
              <a:gdLst/>
              <a:ahLst/>
              <a:cxnLst/>
              <a:rect l="l" t="t" r="r" b="b"/>
              <a:pathLst>
                <a:path w="10289" h="13256" extrusionOk="0">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137"/>
            <p:cNvSpPr/>
            <p:nvPr/>
          </p:nvSpPr>
          <p:spPr>
            <a:xfrm>
              <a:off x="7625396" y="1971904"/>
              <a:ext cx="86238" cy="348103"/>
            </a:xfrm>
            <a:custGeom>
              <a:avLst/>
              <a:gdLst/>
              <a:ahLst/>
              <a:cxnLst/>
              <a:rect l="l" t="t" r="r" b="b"/>
              <a:pathLst>
                <a:path w="3284" h="13256" extrusionOk="0">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137"/>
            <p:cNvSpPr/>
            <p:nvPr/>
          </p:nvSpPr>
          <p:spPr>
            <a:xfrm>
              <a:off x="7685715" y="2063893"/>
              <a:ext cx="103333" cy="11344"/>
            </a:xfrm>
            <a:custGeom>
              <a:avLst/>
              <a:gdLst/>
              <a:ahLst/>
              <a:cxnLst/>
              <a:rect l="l" t="t" r="r" b="b"/>
              <a:pathLst>
                <a:path w="3935" h="432" extrusionOk="0">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137"/>
            <p:cNvSpPr/>
            <p:nvPr/>
          </p:nvSpPr>
          <p:spPr>
            <a:xfrm>
              <a:off x="7685715" y="2102337"/>
              <a:ext cx="148553" cy="11344"/>
            </a:xfrm>
            <a:custGeom>
              <a:avLst/>
              <a:gdLst/>
              <a:ahLst/>
              <a:cxnLst/>
              <a:rect l="l" t="t" r="r" b="b"/>
              <a:pathLst>
                <a:path w="5657" h="432" extrusionOk="0">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137"/>
            <p:cNvSpPr/>
            <p:nvPr/>
          </p:nvSpPr>
          <p:spPr>
            <a:xfrm>
              <a:off x="7685715" y="2140808"/>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137"/>
            <p:cNvSpPr/>
            <p:nvPr/>
          </p:nvSpPr>
          <p:spPr>
            <a:xfrm>
              <a:off x="7685715" y="2179253"/>
              <a:ext cx="148553" cy="11344"/>
            </a:xfrm>
            <a:custGeom>
              <a:avLst/>
              <a:gdLst/>
              <a:ahLst/>
              <a:cxnLst/>
              <a:rect l="l" t="t" r="r" b="b"/>
              <a:pathLst>
                <a:path w="5657" h="432"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137"/>
            <p:cNvSpPr/>
            <p:nvPr/>
          </p:nvSpPr>
          <p:spPr>
            <a:xfrm>
              <a:off x="7685715" y="2217461"/>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137"/>
            <p:cNvSpPr/>
            <p:nvPr/>
          </p:nvSpPr>
          <p:spPr>
            <a:xfrm>
              <a:off x="7552367" y="2239309"/>
              <a:ext cx="152492" cy="80487"/>
            </a:xfrm>
            <a:custGeom>
              <a:avLst/>
              <a:gdLst/>
              <a:ahLst/>
              <a:cxnLst/>
              <a:rect l="l" t="t" r="r" b="b"/>
              <a:pathLst>
                <a:path w="5807" h="3065" extrusionOk="0">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137"/>
            <p:cNvSpPr/>
            <p:nvPr/>
          </p:nvSpPr>
          <p:spPr>
            <a:xfrm>
              <a:off x="7551264" y="2239808"/>
              <a:ext cx="61842" cy="80251"/>
            </a:xfrm>
            <a:custGeom>
              <a:avLst/>
              <a:gdLst/>
              <a:ahLst/>
              <a:cxnLst/>
              <a:rect l="l" t="t" r="r" b="b"/>
              <a:pathLst>
                <a:path w="2355" h="3056" extrusionOk="0">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137"/>
            <p:cNvSpPr/>
            <p:nvPr/>
          </p:nvSpPr>
          <p:spPr>
            <a:xfrm>
              <a:off x="7579677" y="2113156"/>
              <a:ext cx="96532" cy="68381"/>
            </a:xfrm>
            <a:custGeom>
              <a:avLst/>
              <a:gdLst/>
              <a:ahLst/>
              <a:cxnLst/>
              <a:rect l="l" t="t" r="r" b="b"/>
              <a:pathLst>
                <a:path w="3676" h="2604" extrusionOk="0">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137"/>
            <p:cNvSpPr/>
            <p:nvPr/>
          </p:nvSpPr>
          <p:spPr>
            <a:xfrm>
              <a:off x="7579677" y="2113393"/>
              <a:ext cx="52284" cy="68145"/>
            </a:xfrm>
            <a:custGeom>
              <a:avLst/>
              <a:gdLst/>
              <a:ahLst/>
              <a:cxnLst/>
              <a:rect l="l" t="t" r="r" b="b"/>
              <a:pathLst>
                <a:path w="1991" h="2595" extrusionOk="0">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137"/>
            <p:cNvSpPr/>
            <p:nvPr/>
          </p:nvSpPr>
          <p:spPr>
            <a:xfrm>
              <a:off x="7662843" y="2174263"/>
              <a:ext cx="20903" cy="28387"/>
            </a:xfrm>
            <a:custGeom>
              <a:avLst/>
              <a:gdLst/>
              <a:ahLst/>
              <a:cxnLst/>
              <a:rect l="l" t="t" r="r" b="b"/>
              <a:pathLst>
                <a:path w="796" h="1081" extrusionOk="0">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137"/>
            <p:cNvSpPr/>
            <p:nvPr/>
          </p:nvSpPr>
          <p:spPr>
            <a:xfrm>
              <a:off x="7571878" y="2174237"/>
              <a:ext cx="21139" cy="28361"/>
            </a:xfrm>
            <a:custGeom>
              <a:avLst/>
              <a:gdLst/>
              <a:ahLst/>
              <a:cxnLst/>
              <a:rect l="l" t="t" r="r" b="b"/>
              <a:pathLst>
                <a:path w="805" h="1080" extrusionOk="0">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137"/>
            <p:cNvSpPr/>
            <p:nvPr/>
          </p:nvSpPr>
          <p:spPr>
            <a:xfrm>
              <a:off x="7610087" y="2223869"/>
              <a:ext cx="35714" cy="40362"/>
            </a:xfrm>
            <a:custGeom>
              <a:avLst/>
              <a:gdLst/>
              <a:ahLst/>
              <a:cxnLst/>
              <a:rect l="l" t="t" r="r" b="b"/>
              <a:pathLst>
                <a:path w="1360" h="1537" extrusionOk="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137"/>
            <p:cNvSpPr/>
            <p:nvPr/>
          </p:nvSpPr>
          <p:spPr>
            <a:xfrm>
              <a:off x="7610087" y="2224105"/>
              <a:ext cx="21875" cy="40362"/>
            </a:xfrm>
            <a:custGeom>
              <a:avLst/>
              <a:gdLst/>
              <a:ahLst/>
              <a:cxnLst/>
              <a:rect l="l" t="t" r="r" b="b"/>
              <a:pathLst>
                <a:path w="833" h="1537" extrusionOk="0">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137"/>
            <p:cNvSpPr/>
            <p:nvPr/>
          </p:nvSpPr>
          <p:spPr>
            <a:xfrm>
              <a:off x="7589971" y="2153072"/>
              <a:ext cx="75918" cy="81248"/>
            </a:xfrm>
            <a:custGeom>
              <a:avLst/>
              <a:gdLst/>
              <a:ahLst/>
              <a:cxnLst/>
              <a:rect l="l" t="t" r="r" b="b"/>
              <a:pathLst>
                <a:path w="2891" h="3094" extrusionOk="0">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137"/>
            <p:cNvSpPr/>
            <p:nvPr/>
          </p:nvSpPr>
          <p:spPr>
            <a:xfrm>
              <a:off x="7589971" y="2153072"/>
              <a:ext cx="55067" cy="81248"/>
            </a:xfrm>
            <a:custGeom>
              <a:avLst/>
              <a:gdLst/>
              <a:ahLst/>
              <a:cxnLst/>
              <a:rect l="l" t="t" r="r" b="b"/>
              <a:pathLst>
                <a:path w="2097" h="3094" extrusionOk="0">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137"/>
            <p:cNvSpPr/>
            <p:nvPr/>
          </p:nvSpPr>
          <p:spPr>
            <a:xfrm>
              <a:off x="7820665" y="1973164"/>
              <a:ext cx="73922" cy="73659"/>
            </a:xfrm>
            <a:custGeom>
              <a:avLst/>
              <a:gdLst/>
              <a:ahLst/>
              <a:cxnLst/>
              <a:rect l="l" t="t" r="r" b="b"/>
              <a:pathLst>
                <a:path w="2815" h="2805" extrusionOk="0">
                  <a:moveTo>
                    <a:pt x="1" y="1"/>
                  </a:moveTo>
                  <a:lnTo>
                    <a:pt x="1" y="2259"/>
                  </a:lnTo>
                  <a:cubicBezTo>
                    <a:pt x="1" y="2346"/>
                    <a:pt x="39" y="2805"/>
                    <a:pt x="623" y="2805"/>
                  </a:cubicBezTo>
                  <a:lnTo>
                    <a:pt x="2815" y="2805"/>
                  </a:lnTo>
                  <a:lnTo>
                    <a:pt x="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2" name="Google Shape;15052;p137"/>
          <p:cNvGrpSpPr/>
          <p:nvPr/>
        </p:nvGrpSpPr>
        <p:grpSpPr>
          <a:xfrm>
            <a:off x="7992065" y="1971904"/>
            <a:ext cx="351621" cy="348103"/>
            <a:chOff x="7992065" y="1971904"/>
            <a:chExt cx="351621" cy="348103"/>
          </a:xfrm>
        </p:grpSpPr>
        <p:sp>
          <p:nvSpPr>
            <p:cNvPr id="15053" name="Google Shape;15053;p137"/>
            <p:cNvSpPr/>
            <p:nvPr/>
          </p:nvSpPr>
          <p:spPr>
            <a:xfrm>
              <a:off x="8136074" y="1971904"/>
              <a:ext cx="67383" cy="67383"/>
            </a:xfrm>
            <a:custGeom>
              <a:avLst/>
              <a:gdLst/>
              <a:ahLst/>
              <a:cxnLst/>
              <a:rect l="l" t="t" r="r" b="b"/>
              <a:pathLst>
                <a:path w="2566" h="2566" extrusionOk="0">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137"/>
            <p:cNvSpPr/>
            <p:nvPr/>
          </p:nvSpPr>
          <p:spPr>
            <a:xfrm>
              <a:off x="8022552" y="2180014"/>
              <a:ext cx="137025" cy="95376"/>
            </a:xfrm>
            <a:custGeom>
              <a:avLst/>
              <a:gdLst/>
              <a:ahLst/>
              <a:cxnLst/>
              <a:rect l="l" t="t" r="r" b="b"/>
              <a:pathLst>
                <a:path w="5218" h="3632" extrusionOk="0">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137"/>
            <p:cNvSpPr/>
            <p:nvPr/>
          </p:nvSpPr>
          <p:spPr>
            <a:xfrm>
              <a:off x="8109946" y="2050080"/>
              <a:ext cx="120849" cy="62604"/>
            </a:xfrm>
            <a:custGeom>
              <a:avLst/>
              <a:gdLst/>
              <a:ahLst/>
              <a:cxnLst/>
              <a:rect l="l" t="t" r="r" b="b"/>
              <a:pathLst>
                <a:path w="4602" h="2384" extrusionOk="0">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137"/>
            <p:cNvSpPr/>
            <p:nvPr/>
          </p:nvSpPr>
          <p:spPr>
            <a:xfrm>
              <a:off x="8179613" y="2180014"/>
              <a:ext cx="137130" cy="95376"/>
            </a:xfrm>
            <a:custGeom>
              <a:avLst/>
              <a:gdLst/>
              <a:ahLst/>
              <a:cxnLst/>
              <a:rect l="l" t="t" r="r" b="b"/>
              <a:pathLst>
                <a:path w="5222" h="3632" extrusionOk="0">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137"/>
            <p:cNvSpPr/>
            <p:nvPr/>
          </p:nvSpPr>
          <p:spPr>
            <a:xfrm>
              <a:off x="8129037" y="1973427"/>
              <a:ext cx="66884" cy="65939"/>
            </a:xfrm>
            <a:custGeom>
              <a:avLst/>
              <a:gdLst/>
              <a:ahLst/>
              <a:cxnLst/>
              <a:rect l="l" t="t" r="r" b="b"/>
              <a:pathLst>
                <a:path w="2547" h="2511" extrusionOk="0">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137"/>
            <p:cNvSpPr/>
            <p:nvPr/>
          </p:nvSpPr>
          <p:spPr>
            <a:xfrm>
              <a:off x="8068717" y="2123450"/>
              <a:ext cx="44773" cy="45010"/>
            </a:xfrm>
            <a:custGeom>
              <a:avLst/>
              <a:gdLst/>
              <a:ahLst/>
              <a:cxnLst/>
              <a:rect l="l" t="t" r="r" b="b"/>
              <a:pathLst>
                <a:path w="1705" h="1714" extrusionOk="0">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137"/>
            <p:cNvSpPr/>
            <p:nvPr/>
          </p:nvSpPr>
          <p:spPr>
            <a:xfrm>
              <a:off x="8063964" y="2124474"/>
              <a:ext cx="44484" cy="43854"/>
            </a:xfrm>
            <a:custGeom>
              <a:avLst/>
              <a:gdLst/>
              <a:ahLst/>
              <a:cxnLst/>
              <a:rect l="l" t="t" r="r" b="b"/>
              <a:pathLst>
                <a:path w="1694" h="1670" extrusionOk="0">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137"/>
            <p:cNvSpPr/>
            <p:nvPr/>
          </p:nvSpPr>
          <p:spPr>
            <a:xfrm>
              <a:off x="8225805" y="2123450"/>
              <a:ext cx="44747" cy="45010"/>
            </a:xfrm>
            <a:custGeom>
              <a:avLst/>
              <a:gdLst/>
              <a:ahLst/>
              <a:cxnLst/>
              <a:rect l="l" t="t" r="r" b="b"/>
              <a:pathLst>
                <a:path w="1704" h="1714" extrusionOk="0">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137"/>
            <p:cNvSpPr/>
            <p:nvPr/>
          </p:nvSpPr>
          <p:spPr>
            <a:xfrm>
              <a:off x="8221025" y="2124474"/>
              <a:ext cx="44747" cy="43854"/>
            </a:xfrm>
            <a:custGeom>
              <a:avLst/>
              <a:gdLst/>
              <a:ahLst/>
              <a:cxnLst/>
              <a:rect l="l" t="t" r="r" b="b"/>
              <a:pathLst>
                <a:path w="1704" h="1670" extrusionOk="0">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137"/>
            <p:cNvSpPr/>
            <p:nvPr/>
          </p:nvSpPr>
          <p:spPr>
            <a:xfrm>
              <a:off x="7995583" y="2286315"/>
              <a:ext cx="33718" cy="33692"/>
            </a:xfrm>
            <a:custGeom>
              <a:avLst/>
              <a:gdLst/>
              <a:ahLst/>
              <a:cxnLst/>
              <a:rect l="l" t="t" r="r" b="b"/>
              <a:pathLst>
                <a:path w="1284" h="1283" extrusionOk="0">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137"/>
            <p:cNvSpPr/>
            <p:nvPr/>
          </p:nvSpPr>
          <p:spPr>
            <a:xfrm>
              <a:off x="7992065" y="2286814"/>
              <a:ext cx="33718" cy="33193"/>
            </a:xfrm>
            <a:custGeom>
              <a:avLst/>
              <a:gdLst/>
              <a:ahLst/>
              <a:cxnLst/>
              <a:rect l="l" t="t" r="r" b="b"/>
              <a:pathLst>
                <a:path w="1284" h="1264" extrusionOk="0">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137"/>
            <p:cNvSpPr/>
            <p:nvPr/>
          </p:nvSpPr>
          <p:spPr>
            <a:xfrm>
              <a:off x="8152907" y="2286315"/>
              <a:ext cx="33718" cy="33692"/>
            </a:xfrm>
            <a:custGeom>
              <a:avLst/>
              <a:gdLst/>
              <a:ahLst/>
              <a:cxnLst/>
              <a:rect l="l" t="t" r="r" b="b"/>
              <a:pathLst>
                <a:path w="1284" h="1283" extrusionOk="0">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137"/>
            <p:cNvSpPr/>
            <p:nvPr/>
          </p:nvSpPr>
          <p:spPr>
            <a:xfrm>
              <a:off x="8149388" y="2286814"/>
              <a:ext cx="33455" cy="33193"/>
            </a:xfrm>
            <a:custGeom>
              <a:avLst/>
              <a:gdLst/>
              <a:ahLst/>
              <a:cxnLst/>
              <a:rect l="l" t="t" r="r" b="b"/>
              <a:pathLst>
                <a:path w="1274" h="1264" extrusionOk="0">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137"/>
            <p:cNvSpPr/>
            <p:nvPr/>
          </p:nvSpPr>
          <p:spPr>
            <a:xfrm>
              <a:off x="8309994" y="2286315"/>
              <a:ext cx="33692" cy="33692"/>
            </a:xfrm>
            <a:custGeom>
              <a:avLst/>
              <a:gdLst/>
              <a:ahLst/>
              <a:cxnLst/>
              <a:rect l="l" t="t" r="r" b="b"/>
              <a:pathLst>
                <a:path w="1283" h="1283" extrusionOk="0">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137"/>
            <p:cNvSpPr/>
            <p:nvPr/>
          </p:nvSpPr>
          <p:spPr>
            <a:xfrm>
              <a:off x="8306475" y="2286814"/>
              <a:ext cx="33455" cy="33193"/>
            </a:xfrm>
            <a:custGeom>
              <a:avLst/>
              <a:gdLst/>
              <a:ahLst/>
              <a:cxnLst/>
              <a:rect l="l" t="t" r="r" b="b"/>
              <a:pathLst>
                <a:path w="1274" h="1264" extrusionOk="0">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8" name="Google Shape;15068;p137"/>
          <p:cNvGrpSpPr/>
          <p:nvPr/>
        </p:nvGrpSpPr>
        <p:grpSpPr>
          <a:xfrm>
            <a:off x="4911189" y="3793455"/>
            <a:ext cx="296580" cy="364935"/>
            <a:chOff x="4911189" y="3793455"/>
            <a:chExt cx="296580" cy="364935"/>
          </a:xfrm>
        </p:grpSpPr>
        <p:sp>
          <p:nvSpPr>
            <p:cNvPr id="15069" name="Google Shape;15069;p137"/>
            <p:cNvSpPr/>
            <p:nvPr/>
          </p:nvSpPr>
          <p:spPr>
            <a:xfrm>
              <a:off x="4951157" y="3861810"/>
              <a:ext cx="31932" cy="35215"/>
            </a:xfrm>
            <a:custGeom>
              <a:avLst/>
              <a:gdLst/>
              <a:ahLst/>
              <a:cxnLst/>
              <a:rect l="l" t="t" r="r" b="b"/>
              <a:pathLst>
                <a:path w="1216" h="1341" extrusionOk="0">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137"/>
            <p:cNvSpPr/>
            <p:nvPr/>
          </p:nvSpPr>
          <p:spPr>
            <a:xfrm>
              <a:off x="5136132" y="3861810"/>
              <a:ext cx="31932" cy="34952"/>
            </a:xfrm>
            <a:custGeom>
              <a:avLst/>
              <a:gdLst/>
              <a:ahLst/>
              <a:cxnLst/>
              <a:rect l="l" t="t" r="r" b="b"/>
              <a:pathLst>
                <a:path w="1216" h="1331" extrusionOk="0">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137"/>
            <p:cNvSpPr/>
            <p:nvPr/>
          </p:nvSpPr>
          <p:spPr>
            <a:xfrm>
              <a:off x="5043382" y="3833659"/>
              <a:ext cx="32457" cy="33193"/>
            </a:xfrm>
            <a:custGeom>
              <a:avLst/>
              <a:gdLst/>
              <a:ahLst/>
              <a:cxnLst/>
              <a:rect l="l" t="t" r="r" b="b"/>
              <a:pathLst>
                <a:path w="1236" h="1264" extrusionOk="0">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137"/>
            <p:cNvSpPr/>
            <p:nvPr/>
          </p:nvSpPr>
          <p:spPr>
            <a:xfrm>
              <a:off x="5043382" y="3833659"/>
              <a:ext cx="21901" cy="33193"/>
            </a:xfrm>
            <a:custGeom>
              <a:avLst/>
              <a:gdLst/>
              <a:ahLst/>
              <a:cxnLst/>
              <a:rect l="l" t="t" r="r" b="b"/>
              <a:pathLst>
                <a:path w="834" h="1264" extrusionOk="0">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137"/>
            <p:cNvSpPr/>
            <p:nvPr/>
          </p:nvSpPr>
          <p:spPr>
            <a:xfrm>
              <a:off x="4911189" y="3861810"/>
              <a:ext cx="296580" cy="296580"/>
            </a:xfrm>
            <a:custGeom>
              <a:avLst/>
              <a:gdLst/>
              <a:ahLst/>
              <a:cxnLst/>
              <a:rect l="l" t="t" r="r" b="b"/>
              <a:pathLst>
                <a:path w="11294" h="11294" extrusionOk="0">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137"/>
            <p:cNvSpPr/>
            <p:nvPr/>
          </p:nvSpPr>
          <p:spPr>
            <a:xfrm>
              <a:off x="4911189" y="3861810"/>
              <a:ext cx="161630" cy="296580"/>
            </a:xfrm>
            <a:custGeom>
              <a:avLst/>
              <a:gdLst/>
              <a:ahLst/>
              <a:cxnLst/>
              <a:rect l="l" t="t" r="r" b="b"/>
              <a:pathLst>
                <a:path w="6155" h="11294" extrusionOk="0">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137"/>
            <p:cNvSpPr/>
            <p:nvPr/>
          </p:nvSpPr>
          <p:spPr>
            <a:xfrm>
              <a:off x="4925527" y="3885680"/>
              <a:ext cx="258372" cy="248577"/>
            </a:xfrm>
            <a:custGeom>
              <a:avLst/>
              <a:gdLst/>
              <a:ahLst/>
              <a:cxnLst/>
              <a:rect l="l" t="t" r="r" b="b"/>
              <a:pathLst>
                <a:path w="9839" h="9466" extrusionOk="0">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137"/>
            <p:cNvSpPr/>
            <p:nvPr/>
          </p:nvSpPr>
          <p:spPr>
            <a:xfrm>
              <a:off x="4937317" y="3885680"/>
              <a:ext cx="129724" cy="248577"/>
            </a:xfrm>
            <a:custGeom>
              <a:avLst/>
              <a:gdLst/>
              <a:ahLst/>
              <a:cxnLst/>
              <a:rect l="l" t="t" r="r" b="b"/>
              <a:pathLst>
                <a:path w="4940" h="9466" extrusionOk="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137"/>
            <p:cNvSpPr/>
            <p:nvPr/>
          </p:nvSpPr>
          <p:spPr>
            <a:xfrm>
              <a:off x="4942596" y="3902381"/>
              <a:ext cx="223972" cy="215279"/>
            </a:xfrm>
            <a:custGeom>
              <a:avLst/>
              <a:gdLst/>
              <a:ahLst/>
              <a:cxnLst/>
              <a:rect l="l" t="t" r="r" b="b"/>
              <a:pathLst>
                <a:path w="8529" h="8198" extrusionOk="0">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137"/>
            <p:cNvSpPr/>
            <p:nvPr/>
          </p:nvSpPr>
          <p:spPr>
            <a:xfrm>
              <a:off x="4951157" y="3902381"/>
              <a:ext cx="121400" cy="215385"/>
            </a:xfrm>
            <a:custGeom>
              <a:avLst/>
              <a:gdLst/>
              <a:ahLst/>
              <a:cxnLst/>
              <a:rect l="l" t="t" r="r" b="b"/>
              <a:pathLst>
                <a:path w="4623" h="8202" extrusionOk="0">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137"/>
            <p:cNvSpPr/>
            <p:nvPr/>
          </p:nvSpPr>
          <p:spPr>
            <a:xfrm>
              <a:off x="5054069" y="3937255"/>
              <a:ext cx="10950" cy="76128"/>
            </a:xfrm>
            <a:custGeom>
              <a:avLst/>
              <a:gdLst/>
              <a:ahLst/>
              <a:cxnLst/>
              <a:rect l="l" t="t" r="r" b="b"/>
              <a:pathLst>
                <a:path w="417" h="2899" extrusionOk="0">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137"/>
            <p:cNvSpPr/>
            <p:nvPr/>
          </p:nvSpPr>
          <p:spPr>
            <a:xfrm>
              <a:off x="5139388" y="3833685"/>
              <a:ext cx="57326" cy="48712"/>
            </a:xfrm>
            <a:custGeom>
              <a:avLst/>
              <a:gdLst/>
              <a:ahLst/>
              <a:cxnLst/>
              <a:rect l="l" t="t" r="r" b="b"/>
              <a:pathLst>
                <a:path w="2183" h="1855" extrusionOk="0">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137"/>
            <p:cNvSpPr/>
            <p:nvPr/>
          </p:nvSpPr>
          <p:spPr>
            <a:xfrm>
              <a:off x="4922507" y="3833685"/>
              <a:ext cx="57063" cy="48712"/>
            </a:xfrm>
            <a:custGeom>
              <a:avLst/>
              <a:gdLst/>
              <a:ahLst/>
              <a:cxnLst/>
              <a:rect l="l" t="t" r="r" b="b"/>
              <a:pathLst>
                <a:path w="2173"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137"/>
            <p:cNvSpPr/>
            <p:nvPr/>
          </p:nvSpPr>
          <p:spPr>
            <a:xfrm>
              <a:off x="5023792" y="3793455"/>
              <a:ext cx="71637" cy="42988"/>
            </a:xfrm>
            <a:custGeom>
              <a:avLst/>
              <a:gdLst/>
              <a:ahLst/>
              <a:cxnLst/>
              <a:rect l="l" t="t" r="r" b="b"/>
              <a:pathLst>
                <a:path w="2728" h="1637" extrusionOk="0">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137"/>
            <p:cNvSpPr/>
            <p:nvPr/>
          </p:nvSpPr>
          <p:spPr>
            <a:xfrm>
              <a:off x="5139388" y="3833685"/>
              <a:ext cx="51049" cy="48712"/>
            </a:xfrm>
            <a:custGeom>
              <a:avLst/>
              <a:gdLst/>
              <a:ahLst/>
              <a:cxnLst/>
              <a:rect l="l" t="t" r="r" b="b"/>
              <a:pathLst>
                <a:path w="1944" h="1855" extrusionOk="0">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137"/>
            <p:cNvSpPr/>
            <p:nvPr/>
          </p:nvSpPr>
          <p:spPr>
            <a:xfrm>
              <a:off x="4922507" y="3833685"/>
              <a:ext cx="50787" cy="48712"/>
            </a:xfrm>
            <a:custGeom>
              <a:avLst/>
              <a:gdLst/>
              <a:ahLst/>
              <a:cxnLst/>
              <a:rect l="l" t="t" r="r" b="b"/>
              <a:pathLst>
                <a:path w="1934"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137"/>
            <p:cNvSpPr/>
            <p:nvPr/>
          </p:nvSpPr>
          <p:spPr>
            <a:xfrm>
              <a:off x="5024028" y="3793455"/>
              <a:ext cx="30934" cy="42988"/>
            </a:xfrm>
            <a:custGeom>
              <a:avLst/>
              <a:gdLst/>
              <a:ahLst/>
              <a:cxnLst/>
              <a:rect l="l" t="t" r="r" b="b"/>
              <a:pathLst>
                <a:path w="1178" h="1637" extrusionOk="0">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137"/>
            <p:cNvSpPr/>
            <p:nvPr/>
          </p:nvSpPr>
          <p:spPr>
            <a:xfrm>
              <a:off x="4937580" y="3896998"/>
              <a:ext cx="235001" cy="226046"/>
            </a:xfrm>
            <a:custGeom>
              <a:avLst/>
              <a:gdLst/>
              <a:ahLst/>
              <a:cxnLst/>
              <a:rect l="l" t="t" r="r" b="b"/>
              <a:pathLst>
                <a:path w="8949" h="8608" extrusionOk="0">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137"/>
            <p:cNvSpPr/>
            <p:nvPr/>
          </p:nvSpPr>
          <p:spPr>
            <a:xfrm>
              <a:off x="5044905" y="3995263"/>
              <a:ext cx="29411" cy="29411"/>
            </a:xfrm>
            <a:custGeom>
              <a:avLst/>
              <a:gdLst/>
              <a:ahLst/>
              <a:cxnLst/>
              <a:rect l="l" t="t" r="r" b="b"/>
              <a:pathLst>
                <a:path w="1120" h="1120" extrusionOk="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137"/>
            <p:cNvSpPr/>
            <p:nvPr/>
          </p:nvSpPr>
          <p:spPr>
            <a:xfrm>
              <a:off x="5044642" y="3995132"/>
              <a:ext cx="24396" cy="29674"/>
            </a:xfrm>
            <a:custGeom>
              <a:avLst/>
              <a:gdLst/>
              <a:ahLst/>
              <a:cxnLst/>
              <a:rect l="l" t="t" r="r" b="b"/>
              <a:pathLst>
                <a:path w="929" h="1130" extrusionOk="0">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9" name="Google Shape;15089;p137"/>
          <p:cNvGrpSpPr/>
          <p:nvPr/>
        </p:nvGrpSpPr>
        <p:grpSpPr>
          <a:xfrm>
            <a:off x="5341433" y="3793271"/>
            <a:ext cx="330272" cy="329117"/>
            <a:chOff x="5341433" y="3793271"/>
            <a:chExt cx="330272" cy="329117"/>
          </a:xfrm>
        </p:grpSpPr>
        <p:sp>
          <p:nvSpPr>
            <p:cNvPr id="15090" name="Google Shape;15090;p137"/>
            <p:cNvSpPr/>
            <p:nvPr/>
          </p:nvSpPr>
          <p:spPr>
            <a:xfrm>
              <a:off x="5436441" y="3976408"/>
              <a:ext cx="52546" cy="52546"/>
            </a:xfrm>
            <a:custGeom>
              <a:avLst/>
              <a:gdLst/>
              <a:ahLst/>
              <a:cxnLst/>
              <a:rect l="l" t="t" r="r" b="b"/>
              <a:pathLst>
                <a:path w="2001" h="2001" extrusionOk="0">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1" name="Google Shape;15091;p137"/>
            <p:cNvSpPr/>
            <p:nvPr/>
          </p:nvSpPr>
          <p:spPr>
            <a:xfrm>
              <a:off x="5436179" y="3976146"/>
              <a:ext cx="42515" cy="52310"/>
            </a:xfrm>
            <a:custGeom>
              <a:avLst/>
              <a:gdLst/>
              <a:ahLst/>
              <a:cxnLst/>
              <a:rect l="l" t="t" r="r" b="b"/>
              <a:pathLst>
                <a:path w="1619" h="1992" extrusionOk="0">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137"/>
            <p:cNvSpPr/>
            <p:nvPr/>
          </p:nvSpPr>
          <p:spPr>
            <a:xfrm>
              <a:off x="5431925" y="3793350"/>
              <a:ext cx="239780" cy="228830"/>
            </a:xfrm>
            <a:custGeom>
              <a:avLst/>
              <a:gdLst/>
              <a:ahLst/>
              <a:cxnLst/>
              <a:rect l="l" t="t" r="r" b="b"/>
              <a:pathLst>
                <a:path w="9131" h="8714" extrusionOk="0">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137"/>
            <p:cNvSpPr/>
            <p:nvPr/>
          </p:nvSpPr>
          <p:spPr>
            <a:xfrm>
              <a:off x="5427408" y="3793271"/>
              <a:ext cx="139756" cy="228830"/>
            </a:xfrm>
            <a:custGeom>
              <a:avLst/>
              <a:gdLst/>
              <a:ahLst/>
              <a:cxnLst/>
              <a:rect l="l" t="t" r="r" b="b"/>
              <a:pathLst>
                <a:path w="5322" h="8714" extrusionOk="0">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137"/>
            <p:cNvSpPr/>
            <p:nvPr/>
          </p:nvSpPr>
          <p:spPr>
            <a:xfrm>
              <a:off x="5464828" y="3814936"/>
              <a:ext cx="194061" cy="185343"/>
            </a:xfrm>
            <a:custGeom>
              <a:avLst/>
              <a:gdLst/>
              <a:ahLst/>
              <a:cxnLst/>
              <a:rect l="l" t="t" r="r" b="b"/>
              <a:pathLst>
                <a:path w="7390" h="7058" extrusionOk="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137"/>
            <p:cNvSpPr/>
            <p:nvPr/>
          </p:nvSpPr>
          <p:spPr>
            <a:xfrm>
              <a:off x="5456793" y="3815251"/>
              <a:ext cx="110607" cy="185080"/>
            </a:xfrm>
            <a:custGeom>
              <a:avLst/>
              <a:gdLst/>
              <a:ahLst/>
              <a:cxnLst/>
              <a:rect l="l" t="t" r="r" b="b"/>
              <a:pathLst>
                <a:path w="4212" h="7048" extrusionOk="0">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137"/>
            <p:cNvSpPr/>
            <p:nvPr/>
          </p:nvSpPr>
          <p:spPr>
            <a:xfrm>
              <a:off x="5531949" y="3851752"/>
              <a:ext cx="50787" cy="50550"/>
            </a:xfrm>
            <a:custGeom>
              <a:avLst/>
              <a:gdLst/>
              <a:ahLst/>
              <a:cxnLst/>
              <a:rect l="l" t="t" r="r" b="b"/>
              <a:pathLst>
                <a:path w="1934" h="1925" extrusionOk="0">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137"/>
            <p:cNvSpPr/>
            <p:nvPr/>
          </p:nvSpPr>
          <p:spPr>
            <a:xfrm>
              <a:off x="5532185" y="3851726"/>
              <a:ext cx="35215" cy="50577"/>
            </a:xfrm>
            <a:custGeom>
              <a:avLst/>
              <a:gdLst/>
              <a:ahLst/>
              <a:cxnLst/>
              <a:rect l="l" t="t" r="r" b="b"/>
              <a:pathLst>
                <a:path w="1341" h="1926" extrusionOk="0">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137"/>
            <p:cNvSpPr/>
            <p:nvPr/>
          </p:nvSpPr>
          <p:spPr>
            <a:xfrm>
              <a:off x="5515852" y="3902276"/>
              <a:ext cx="82955" cy="53045"/>
            </a:xfrm>
            <a:custGeom>
              <a:avLst/>
              <a:gdLst/>
              <a:ahLst/>
              <a:cxnLst/>
              <a:rect l="l" t="t" r="r" b="b"/>
              <a:pathLst>
                <a:path w="3159" h="2020" extrusionOk="0">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137"/>
            <p:cNvSpPr/>
            <p:nvPr/>
          </p:nvSpPr>
          <p:spPr>
            <a:xfrm>
              <a:off x="5515852" y="3902276"/>
              <a:ext cx="47032" cy="53045"/>
            </a:xfrm>
            <a:custGeom>
              <a:avLst/>
              <a:gdLst/>
              <a:ahLst/>
              <a:cxnLst/>
              <a:rect l="l" t="t" r="r" b="b"/>
              <a:pathLst>
                <a:path w="1791" h="2020" extrusionOk="0">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137"/>
            <p:cNvSpPr/>
            <p:nvPr/>
          </p:nvSpPr>
          <p:spPr>
            <a:xfrm>
              <a:off x="5531686" y="3923311"/>
              <a:ext cx="10084" cy="32011"/>
            </a:xfrm>
            <a:custGeom>
              <a:avLst/>
              <a:gdLst/>
              <a:ahLst/>
              <a:cxnLst/>
              <a:rect l="l" t="t" r="r" b="b"/>
              <a:pathLst>
                <a:path w="384" h="1219" extrusionOk="0">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137"/>
            <p:cNvSpPr/>
            <p:nvPr/>
          </p:nvSpPr>
          <p:spPr>
            <a:xfrm>
              <a:off x="5572915" y="3923311"/>
              <a:ext cx="10084" cy="32011"/>
            </a:xfrm>
            <a:custGeom>
              <a:avLst/>
              <a:gdLst/>
              <a:ahLst/>
              <a:cxnLst/>
              <a:rect l="l" t="t" r="r" b="b"/>
              <a:pathLst>
                <a:path w="384" h="1219" extrusionOk="0">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137"/>
            <p:cNvSpPr/>
            <p:nvPr/>
          </p:nvSpPr>
          <p:spPr>
            <a:xfrm>
              <a:off x="5341433" y="4004874"/>
              <a:ext cx="120166" cy="117514"/>
            </a:xfrm>
            <a:custGeom>
              <a:avLst/>
              <a:gdLst/>
              <a:ahLst/>
              <a:cxnLst/>
              <a:rect l="l" t="t" r="r" b="b"/>
              <a:pathLst>
                <a:path w="4576"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137"/>
            <p:cNvSpPr/>
            <p:nvPr/>
          </p:nvSpPr>
          <p:spPr>
            <a:xfrm>
              <a:off x="5341433" y="4004874"/>
              <a:ext cx="105093" cy="117514"/>
            </a:xfrm>
            <a:custGeom>
              <a:avLst/>
              <a:gdLst/>
              <a:ahLst/>
              <a:cxnLst/>
              <a:rect l="l" t="t" r="r" b="b"/>
              <a:pathLst>
                <a:path w="4002"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137"/>
            <p:cNvSpPr/>
            <p:nvPr/>
          </p:nvSpPr>
          <p:spPr>
            <a:xfrm>
              <a:off x="5417587" y="4004874"/>
              <a:ext cx="43749" cy="42436"/>
            </a:xfrm>
            <a:custGeom>
              <a:avLst/>
              <a:gdLst/>
              <a:ahLst/>
              <a:cxnLst/>
              <a:rect l="l" t="t" r="r" b="b"/>
              <a:pathLst>
                <a:path w="1666" h="1616" extrusionOk="0">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137"/>
            <p:cNvSpPr/>
            <p:nvPr/>
          </p:nvSpPr>
          <p:spPr>
            <a:xfrm>
              <a:off x="5417587" y="4004795"/>
              <a:ext cx="28939" cy="23398"/>
            </a:xfrm>
            <a:custGeom>
              <a:avLst/>
              <a:gdLst/>
              <a:ahLst/>
              <a:cxnLst/>
              <a:rect l="l" t="t" r="r" b="b"/>
              <a:pathLst>
                <a:path w="1102" h="891" extrusionOk="0">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6" name="Google Shape;15106;p137"/>
          <p:cNvGrpSpPr/>
          <p:nvPr/>
        </p:nvGrpSpPr>
        <p:grpSpPr>
          <a:xfrm>
            <a:off x="5744051" y="3766250"/>
            <a:ext cx="428511" cy="383186"/>
            <a:chOff x="5744051" y="3766250"/>
            <a:chExt cx="428511" cy="383186"/>
          </a:xfrm>
        </p:grpSpPr>
        <p:sp>
          <p:nvSpPr>
            <p:cNvPr id="15107" name="Google Shape;15107;p137"/>
            <p:cNvSpPr/>
            <p:nvPr/>
          </p:nvSpPr>
          <p:spPr>
            <a:xfrm>
              <a:off x="5872489" y="3804510"/>
              <a:ext cx="130696" cy="130460"/>
            </a:xfrm>
            <a:custGeom>
              <a:avLst/>
              <a:gdLst/>
              <a:ahLst/>
              <a:cxnLst/>
              <a:rect l="l" t="t" r="r" b="b"/>
              <a:pathLst>
                <a:path w="4977" h="4968" extrusionOk="0">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137"/>
            <p:cNvSpPr/>
            <p:nvPr/>
          </p:nvSpPr>
          <p:spPr>
            <a:xfrm>
              <a:off x="5871963" y="3804169"/>
              <a:ext cx="74185" cy="130775"/>
            </a:xfrm>
            <a:custGeom>
              <a:avLst/>
              <a:gdLst/>
              <a:ahLst/>
              <a:cxnLst/>
              <a:rect l="l" t="t" r="r" b="b"/>
              <a:pathLst>
                <a:path w="2825" h="4980" extrusionOk="0">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137"/>
            <p:cNvSpPr/>
            <p:nvPr/>
          </p:nvSpPr>
          <p:spPr>
            <a:xfrm>
              <a:off x="5893339" y="3825361"/>
              <a:ext cx="88995" cy="88733"/>
            </a:xfrm>
            <a:custGeom>
              <a:avLst/>
              <a:gdLst/>
              <a:ahLst/>
              <a:cxnLst/>
              <a:rect l="l" t="t" r="r" b="b"/>
              <a:pathLst>
                <a:path w="3389" h="3379" extrusionOk="0">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137"/>
            <p:cNvSpPr/>
            <p:nvPr/>
          </p:nvSpPr>
          <p:spPr>
            <a:xfrm>
              <a:off x="5892840" y="3824993"/>
              <a:ext cx="53308" cy="88995"/>
            </a:xfrm>
            <a:custGeom>
              <a:avLst/>
              <a:gdLst/>
              <a:ahLst/>
              <a:cxnLst/>
              <a:rect l="l" t="t" r="r" b="b"/>
              <a:pathLst>
                <a:path w="2030" h="3389" extrusionOk="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137"/>
            <p:cNvSpPr/>
            <p:nvPr/>
          </p:nvSpPr>
          <p:spPr>
            <a:xfrm>
              <a:off x="5919231" y="3839436"/>
              <a:ext cx="35714" cy="61107"/>
            </a:xfrm>
            <a:custGeom>
              <a:avLst/>
              <a:gdLst/>
              <a:ahLst/>
              <a:cxnLst/>
              <a:rect l="l" t="t" r="r" b="b"/>
              <a:pathLst>
                <a:path w="1360" h="2327" extrusionOk="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137"/>
            <p:cNvSpPr/>
            <p:nvPr/>
          </p:nvSpPr>
          <p:spPr>
            <a:xfrm>
              <a:off x="5973747" y="3766565"/>
              <a:ext cx="130959" cy="130460"/>
            </a:xfrm>
            <a:custGeom>
              <a:avLst/>
              <a:gdLst/>
              <a:ahLst/>
              <a:cxnLst/>
              <a:rect l="l" t="t" r="r" b="b"/>
              <a:pathLst>
                <a:path w="4987" h="4968" extrusionOk="0">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137"/>
            <p:cNvSpPr/>
            <p:nvPr/>
          </p:nvSpPr>
          <p:spPr>
            <a:xfrm>
              <a:off x="5973274" y="3766250"/>
              <a:ext cx="74132" cy="130801"/>
            </a:xfrm>
            <a:custGeom>
              <a:avLst/>
              <a:gdLst/>
              <a:ahLst/>
              <a:cxnLst/>
              <a:rect l="l" t="t" r="r" b="b"/>
              <a:pathLst>
                <a:path w="2823" h="4981" extrusionOk="0">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137"/>
            <p:cNvSpPr/>
            <p:nvPr/>
          </p:nvSpPr>
          <p:spPr>
            <a:xfrm>
              <a:off x="5994624" y="3787415"/>
              <a:ext cx="89231" cy="88733"/>
            </a:xfrm>
            <a:custGeom>
              <a:avLst/>
              <a:gdLst/>
              <a:ahLst/>
              <a:cxnLst/>
              <a:rect l="l" t="t" r="r" b="b"/>
              <a:pathLst>
                <a:path w="3398" h="3379" extrusionOk="0">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137"/>
            <p:cNvSpPr/>
            <p:nvPr/>
          </p:nvSpPr>
          <p:spPr>
            <a:xfrm>
              <a:off x="5994361" y="3787284"/>
              <a:ext cx="53308" cy="88916"/>
            </a:xfrm>
            <a:custGeom>
              <a:avLst/>
              <a:gdLst/>
              <a:ahLst/>
              <a:cxnLst/>
              <a:rect l="l" t="t" r="r" b="b"/>
              <a:pathLst>
                <a:path w="2030" h="3386" extrusionOk="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137"/>
            <p:cNvSpPr/>
            <p:nvPr/>
          </p:nvSpPr>
          <p:spPr>
            <a:xfrm>
              <a:off x="6020753" y="3801727"/>
              <a:ext cx="35451" cy="60844"/>
            </a:xfrm>
            <a:custGeom>
              <a:avLst/>
              <a:gdLst/>
              <a:ahLst/>
              <a:cxnLst/>
              <a:rect l="l" t="t" r="r" b="b"/>
              <a:pathLst>
                <a:path w="1350" h="2317" extrusionOk="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137"/>
            <p:cNvSpPr/>
            <p:nvPr/>
          </p:nvSpPr>
          <p:spPr>
            <a:xfrm>
              <a:off x="5744051" y="3983945"/>
              <a:ext cx="147056" cy="165491"/>
            </a:xfrm>
            <a:custGeom>
              <a:avLst/>
              <a:gdLst/>
              <a:ahLst/>
              <a:cxnLst/>
              <a:rect l="l" t="t" r="r" b="b"/>
              <a:pathLst>
                <a:path w="5600" h="6302" extrusionOk="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137"/>
            <p:cNvSpPr/>
            <p:nvPr/>
          </p:nvSpPr>
          <p:spPr>
            <a:xfrm>
              <a:off x="5784754" y="4095786"/>
              <a:ext cx="106353" cy="53597"/>
            </a:xfrm>
            <a:custGeom>
              <a:avLst/>
              <a:gdLst/>
              <a:ahLst/>
              <a:cxnLst/>
              <a:rect l="l" t="t" r="r" b="b"/>
              <a:pathLst>
                <a:path w="4050" h="2041" extrusionOk="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9" name="Google Shape;15119;p137"/>
            <p:cNvSpPr/>
            <p:nvPr/>
          </p:nvSpPr>
          <p:spPr>
            <a:xfrm>
              <a:off x="5886538" y="3909550"/>
              <a:ext cx="286024" cy="176441"/>
            </a:xfrm>
            <a:custGeom>
              <a:avLst/>
              <a:gdLst/>
              <a:ahLst/>
              <a:cxnLst/>
              <a:rect l="l" t="t" r="r" b="b"/>
              <a:pathLst>
                <a:path w="10892" h="6719" extrusionOk="0">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137"/>
            <p:cNvSpPr/>
            <p:nvPr/>
          </p:nvSpPr>
          <p:spPr>
            <a:xfrm>
              <a:off x="5886538" y="3976408"/>
              <a:ext cx="57851" cy="109347"/>
            </a:xfrm>
            <a:custGeom>
              <a:avLst/>
              <a:gdLst/>
              <a:ahLst/>
              <a:cxnLst/>
              <a:rect l="l" t="t" r="r" b="b"/>
              <a:pathLst>
                <a:path w="2203" h="4164" extrusionOk="0">
                  <a:moveTo>
                    <a:pt x="767" y="0"/>
                  </a:moveTo>
                  <a:lnTo>
                    <a:pt x="1" y="307"/>
                  </a:lnTo>
                  <a:lnTo>
                    <a:pt x="1446" y="4163"/>
                  </a:lnTo>
                  <a:lnTo>
                    <a:pt x="2202" y="3848"/>
                  </a:lnTo>
                  <a:lnTo>
                    <a:pt x="76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137"/>
            <p:cNvSpPr/>
            <p:nvPr/>
          </p:nvSpPr>
          <p:spPr>
            <a:xfrm>
              <a:off x="5961956" y="3961335"/>
              <a:ext cx="82456" cy="52467"/>
            </a:xfrm>
            <a:custGeom>
              <a:avLst/>
              <a:gdLst/>
              <a:ahLst/>
              <a:cxnLst/>
              <a:rect l="l" t="t" r="r" b="b"/>
              <a:pathLst>
                <a:path w="3140" h="1998" extrusionOk="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137"/>
            <p:cNvSpPr/>
            <p:nvPr/>
          </p:nvSpPr>
          <p:spPr>
            <a:xfrm>
              <a:off x="5840556" y="3971235"/>
              <a:ext cx="89258" cy="144167"/>
            </a:xfrm>
            <a:custGeom>
              <a:avLst/>
              <a:gdLst/>
              <a:ahLst/>
              <a:cxnLst/>
              <a:rect l="l" t="t" r="r" b="b"/>
              <a:pathLst>
                <a:path w="3399" h="5490" extrusionOk="0">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137"/>
            <p:cNvSpPr/>
            <p:nvPr/>
          </p:nvSpPr>
          <p:spPr>
            <a:xfrm>
              <a:off x="5882284" y="4079689"/>
              <a:ext cx="47531" cy="35714"/>
            </a:xfrm>
            <a:custGeom>
              <a:avLst/>
              <a:gdLst/>
              <a:ahLst/>
              <a:cxnLst/>
              <a:rect l="l" t="t" r="r" b="b"/>
              <a:pathLst>
                <a:path w="1810" h="1360" extrusionOk="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4" name="Google Shape;15124;p137"/>
          <p:cNvGrpSpPr/>
          <p:nvPr/>
        </p:nvGrpSpPr>
        <p:grpSpPr>
          <a:xfrm>
            <a:off x="6678697" y="3793324"/>
            <a:ext cx="342824" cy="328985"/>
            <a:chOff x="6678697" y="3793324"/>
            <a:chExt cx="342824" cy="328985"/>
          </a:xfrm>
        </p:grpSpPr>
        <p:sp>
          <p:nvSpPr>
            <p:cNvPr id="15125" name="Google Shape;15125;p137"/>
            <p:cNvSpPr/>
            <p:nvPr/>
          </p:nvSpPr>
          <p:spPr>
            <a:xfrm>
              <a:off x="6789015" y="3990720"/>
              <a:ext cx="9086" cy="19144"/>
            </a:xfrm>
            <a:custGeom>
              <a:avLst/>
              <a:gdLst/>
              <a:ahLst/>
              <a:cxnLst/>
              <a:rect l="l" t="t" r="r" b="b"/>
              <a:pathLst>
                <a:path w="346" h="729" extrusionOk="0">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137"/>
            <p:cNvSpPr/>
            <p:nvPr/>
          </p:nvSpPr>
          <p:spPr>
            <a:xfrm>
              <a:off x="6798075" y="3815067"/>
              <a:ext cx="223446" cy="235001"/>
            </a:xfrm>
            <a:custGeom>
              <a:avLst/>
              <a:gdLst/>
              <a:ahLst/>
              <a:cxnLst/>
              <a:rect l="l" t="t" r="r" b="b"/>
              <a:pathLst>
                <a:path w="8509" h="8949" extrusionOk="0">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137"/>
            <p:cNvSpPr/>
            <p:nvPr/>
          </p:nvSpPr>
          <p:spPr>
            <a:xfrm>
              <a:off x="6777461" y="3793324"/>
              <a:ext cx="235762" cy="228016"/>
            </a:xfrm>
            <a:custGeom>
              <a:avLst/>
              <a:gdLst/>
              <a:ahLst/>
              <a:cxnLst/>
              <a:rect l="l" t="t" r="r" b="b"/>
              <a:pathLst>
                <a:path w="8978" h="8683" extrusionOk="0">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137"/>
            <p:cNvSpPr/>
            <p:nvPr/>
          </p:nvSpPr>
          <p:spPr>
            <a:xfrm>
              <a:off x="6898099" y="3906032"/>
              <a:ext cx="22899" cy="54805"/>
            </a:xfrm>
            <a:custGeom>
              <a:avLst/>
              <a:gdLst/>
              <a:ahLst/>
              <a:cxnLst/>
              <a:rect l="l" t="t" r="r" b="b"/>
              <a:pathLst>
                <a:path w="872" h="2087" extrusionOk="0">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137"/>
            <p:cNvSpPr/>
            <p:nvPr/>
          </p:nvSpPr>
          <p:spPr>
            <a:xfrm>
              <a:off x="6707347" y="4049044"/>
              <a:ext cx="152334" cy="73265"/>
            </a:xfrm>
            <a:custGeom>
              <a:avLst/>
              <a:gdLst/>
              <a:ahLst/>
              <a:cxnLst/>
              <a:rect l="l" t="t" r="r" b="b"/>
              <a:pathLst>
                <a:path w="5801" h="2790" extrusionOk="0">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137"/>
            <p:cNvSpPr/>
            <p:nvPr/>
          </p:nvSpPr>
          <p:spPr>
            <a:xfrm>
              <a:off x="6822208" y="4006371"/>
              <a:ext cx="83402" cy="46664"/>
            </a:xfrm>
            <a:custGeom>
              <a:avLst/>
              <a:gdLst/>
              <a:ahLst/>
              <a:cxnLst/>
              <a:rect l="l" t="t" r="r" b="b"/>
              <a:pathLst>
                <a:path w="3176" h="1777" extrusionOk="0">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137"/>
            <p:cNvSpPr/>
            <p:nvPr/>
          </p:nvSpPr>
          <p:spPr>
            <a:xfrm>
              <a:off x="6678697" y="3884367"/>
              <a:ext cx="236760" cy="227963"/>
            </a:xfrm>
            <a:custGeom>
              <a:avLst/>
              <a:gdLst/>
              <a:ahLst/>
              <a:cxnLst/>
              <a:rect l="l" t="t" r="r" b="b"/>
              <a:pathLst>
                <a:path w="9016" h="8681" extrusionOk="0">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137"/>
            <p:cNvSpPr/>
            <p:nvPr/>
          </p:nvSpPr>
          <p:spPr>
            <a:xfrm>
              <a:off x="6813411" y="4028666"/>
              <a:ext cx="36711" cy="22163"/>
            </a:xfrm>
            <a:custGeom>
              <a:avLst/>
              <a:gdLst/>
              <a:ahLst/>
              <a:cxnLst/>
              <a:rect l="l" t="t" r="r" b="b"/>
              <a:pathLst>
                <a:path w="1398" h="844" extrusionOk="0">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3" name="Google Shape;15133;p137"/>
          <p:cNvGrpSpPr/>
          <p:nvPr/>
        </p:nvGrpSpPr>
        <p:grpSpPr>
          <a:xfrm>
            <a:off x="7101903" y="3762022"/>
            <a:ext cx="398627" cy="392088"/>
            <a:chOff x="7101903" y="3762022"/>
            <a:chExt cx="398627" cy="392088"/>
          </a:xfrm>
        </p:grpSpPr>
        <p:sp>
          <p:nvSpPr>
            <p:cNvPr id="15134" name="Google Shape;15134;p137"/>
            <p:cNvSpPr/>
            <p:nvPr/>
          </p:nvSpPr>
          <p:spPr>
            <a:xfrm>
              <a:off x="7101903" y="3887676"/>
              <a:ext cx="201099" cy="201335"/>
            </a:xfrm>
            <a:custGeom>
              <a:avLst/>
              <a:gdLst/>
              <a:ahLst/>
              <a:cxnLst/>
              <a:rect l="l" t="t" r="r" b="b"/>
              <a:pathLst>
                <a:path w="7658" h="7667" extrusionOk="0">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137"/>
            <p:cNvSpPr/>
            <p:nvPr/>
          </p:nvSpPr>
          <p:spPr>
            <a:xfrm>
              <a:off x="7191502" y="3887702"/>
              <a:ext cx="48397" cy="70876"/>
            </a:xfrm>
            <a:custGeom>
              <a:avLst/>
              <a:gdLst/>
              <a:ahLst/>
              <a:cxnLst/>
              <a:rect l="l" t="t" r="r" b="b"/>
              <a:pathLst>
                <a:path w="1843" h="2699" extrusionOk="0">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137"/>
            <p:cNvSpPr/>
            <p:nvPr/>
          </p:nvSpPr>
          <p:spPr>
            <a:xfrm>
              <a:off x="7102166" y="3989223"/>
              <a:ext cx="36213" cy="62341"/>
            </a:xfrm>
            <a:custGeom>
              <a:avLst/>
              <a:gdLst/>
              <a:ahLst/>
              <a:cxnLst/>
              <a:rect l="l" t="t" r="r" b="b"/>
              <a:pathLst>
                <a:path w="1379" h="2374" extrusionOk="0">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137"/>
            <p:cNvSpPr/>
            <p:nvPr/>
          </p:nvSpPr>
          <p:spPr>
            <a:xfrm>
              <a:off x="7166503" y="3958552"/>
              <a:ext cx="10084" cy="44012"/>
            </a:xfrm>
            <a:custGeom>
              <a:avLst/>
              <a:gdLst/>
              <a:ahLst/>
              <a:cxnLst/>
              <a:rect l="l" t="t" r="r" b="b"/>
              <a:pathLst>
                <a:path w="384" h="1676" extrusionOk="0">
                  <a:moveTo>
                    <a:pt x="0" y="1"/>
                  </a:moveTo>
                  <a:lnTo>
                    <a:pt x="0" y="1484"/>
                  </a:lnTo>
                  <a:lnTo>
                    <a:pt x="0" y="1589"/>
                  </a:lnTo>
                  <a:lnTo>
                    <a:pt x="0" y="1676"/>
                  </a:lnTo>
                  <a:lnTo>
                    <a:pt x="383" y="1676"/>
                  </a:lnTo>
                  <a:lnTo>
                    <a:pt x="38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137"/>
            <p:cNvSpPr/>
            <p:nvPr/>
          </p:nvSpPr>
          <p:spPr>
            <a:xfrm>
              <a:off x="7166503" y="4038487"/>
              <a:ext cx="10084" cy="49526"/>
            </a:xfrm>
            <a:custGeom>
              <a:avLst/>
              <a:gdLst/>
              <a:ahLst/>
              <a:cxnLst/>
              <a:rect l="l" t="t" r="r" b="b"/>
              <a:pathLst>
                <a:path w="384" h="1886" extrusionOk="0">
                  <a:moveTo>
                    <a:pt x="0" y="0"/>
                  </a:moveTo>
                  <a:lnTo>
                    <a:pt x="0" y="1235"/>
                  </a:lnTo>
                  <a:cubicBezTo>
                    <a:pt x="0" y="1637"/>
                    <a:pt x="192" y="1809"/>
                    <a:pt x="383" y="1885"/>
                  </a:cubicBezTo>
                  <a:lnTo>
                    <a:pt x="38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137"/>
            <p:cNvSpPr/>
            <p:nvPr/>
          </p:nvSpPr>
          <p:spPr>
            <a:xfrm>
              <a:off x="7296673" y="3826858"/>
              <a:ext cx="203856" cy="196556"/>
            </a:xfrm>
            <a:custGeom>
              <a:avLst/>
              <a:gdLst/>
              <a:ahLst/>
              <a:cxnLst/>
              <a:rect l="l" t="t" r="r" b="b"/>
              <a:pathLst>
                <a:path w="7763" h="7485" extrusionOk="0">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137"/>
            <p:cNvSpPr/>
            <p:nvPr/>
          </p:nvSpPr>
          <p:spPr>
            <a:xfrm>
              <a:off x="7339162" y="3867324"/>
              <a:ext cx="30672" cy="50787"/>
            </a:xfrm>
            <a:custGeom>
              <a:avLst/>
              <a:gdLst/>
              <a:ahLst/>
              <a:cxnLst/>
              <a:rect l="l" t="t" r="r" b="b"/>
              <a:pathLst>
                <a:path w="1168" h="1934" extrusionOk="0">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137"/>
            <p:cNvSpPr/>
            <p:nvPr/>
          </p:nvSpPr>
          <p:spPr>
            <a:xfrm>
              <a:off x="7234096" y="3958552"/>
              <a:ext cx="194560" cy="195558"/>
            </a:xfrm>
            <a:custGeom>
              <a:avLst/>
              <a:gdLst/>
              <a:ahLst/>
              <a:cxnLst/>
              <a:rect l="l" t="t" r="r" b="b"/>
              <a:pathLst>
                <a:path w="7409" h="7447" extrusionOk="0">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137"/>
            <p:cNvSpPr/>
            <p:nvPr/>
          </p:nvSpPr>
          <p:spPr>
            <a:xfrm>
              <a:off x="7234621" y="3994738"/>
              <a:ext cx="33193" cy="58087"/>
            </a:xfrm>
            <a:custGeom>
              <a:avLst/>
              <a:gdLst/>
              <a:ahLst/>
              <a:cxnLst/>
              <a:rect l="l" t="t" r="r" b="b"/>
              <a:pathLst>
                <a:path w="1264" h="2212" extrusionOk="0">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137"/>
            <p:cNvSpPr/>
            <p:nvPr/>
          </p:nvSpPr>
          <p:spPr>
            <a:xfrm>
              <a:off x="7297934" y="3958552"/>
              <a:ext cx="8823" cy="49789"/>
            </a:xfrm>
            <a:custGeom>
              <a:avLst/>
              <a:gdLst/>
              <a:ahLst/>
              <a:cxnLst/>
              <a:rect l="l" t="t" r="r" b="b"/>
              <a:pathLst>
                <a:path w="336" h="1896" extrusionOk="0">
                  <a:moveTo>
                    <a:pt x="1" y="1"/>
                  </a:moveTo>
                  <a:lnTo>
                    <a:pt x="1" y="1896"/>
                  </a:lnTo>
                  <a:lnTo>
                    <a:pt x="336" y="1896"/>
                  </a:lnTo>
                  <a:lnTo>
                    <a:pt x="336"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137"/>
            <p:cNvSpPr/>
            <p:nvPr/>
          </p:nvSpPr>
          <p:spPr>
            <a:xfrm>
              <a:off x="7297934" y="4039721"/>
              <a:ext cx="8823" cy="49290"/>
            </a:xfrm>
            <a:custGeom>
              <a:avLst/>
              <a:gdLst/>
              <a:ahLst/>
              <a:cxnLst/>
              <a:rect l="l" t="t" r="r" b="b"/>
              <a:pathLst>
                <a:path w="336" h="1877" extrusionOk="0">
                  <a:moveTo>
                    <a:pt x="1" y="1"/>
                  </a:moveTo>
                  <a:lnTo>
                    <a:pt x="1" y="1877"/>
                  </a:lnTo>
                  <a:lnTo>
                    <a:pt x="336" y="1877"/>
                  </a:lnTo>
                  <a:lnTo>
                    <a:pt x="336"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137"/>
            <p:cNvSpPr/>
            <p:nvPr/>
          </p:nvSpPr>
          <p:spPr>
            <a:xfrm>
              <a:off x="7323459" y="4088985"/>
              <a:ext cx="45876" cy="64626"/>
            </a:xfrm>
            <a:custGeom>
              <a:avLst/>
              <a:gdLst/>
              <a:ahLst/>
              <a:cxnLst/>
              <a:rect l="l" t="t" r="r" b="b"/>
              <a:pathLst>
                <a:path w="1747" h="2461" extrusionOk="0">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137"/>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137"/>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137"/>
            <p:cNvSpPr/>
            <p:nvPr/>
          </p:nvSpPr>
          <p:spPr>
            <a:xfrm>
              <a:off x="7191528" y="3762022"/>
              <a:ext cx="45876" cy="64626"/>
            </a:xfrm>
            <a:custGeom>
              <a:avLst/>
              <a:gdLst/>
              <a:ahLst/>
              <a:cxnLst/>
              <a:rect l="l" t="t" r="r" b="b"/>
              <a:pathLst>
                <a:path w="1747" h="2461" extrusionOk="0">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137"/>
            <p:cNvSpPr/>
            <p:nvPr/>
          </p:nvSpPr>
          <p:spPr>
            <a:xfrm>
              <a:off x="7166503" y="3827882"/>
              <a:ext cx="10084" cy="130696"/>
            </a:xfrm>
            <a:custGeom>
              <a:avLst/>
              <a:gdLst/>
              <a:ahLst/>
              <a:cxnLst/>
              <a:rect l="l" t="t" r="r" b="b"/>
              <a:pathLst>
                <a:path w="384" h="4977" extrusionOk="0">
                  <a:moveTo>
                    <a:pt x="383" y="0"/>
                  </a:moveTo>
                  <a:cubicBezTo>
                    <a:pt x="201" y="58"/>
                    <a:pt x="29" y="211"/>
                    <a:pt x="0" y="555"/>
                  </a:cubicBezTo>
                  <a:lnTo>
                    <a:pt x="0" y="4977"/>
                  </a:lnTo>
                  <a:lnTo>
                    <a:pt x="383" y="4977"/>
                  </a:lnTo>
                  <a:lnTo>
                    <a:pt x="38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137"/>
            <p:cNvSpPr/>
            <p:nvPr/>
          </p:nvSpPr>
          <p:spPr>
            <a:xfrm>
              <a:off x="7297698" y="3826621"/>
              <a:ext cx="9060" cy="50288"/>
            </a:xfrm>
            <a:custGeom>
              <a:avLst/>
              <a:gdLst/>
              <a:ahLst/>
              <a:cxnLst/>
              <a:rect l="l" t="t" r="r" b="b"/>
              <a:pathLst>
                <a:path w="345" h="1915" extrusionOk="0">
                  <a:moveTo>
                    <a:pt x="0" y="0"/>
                  </a:moveTo>
                  <a:lnTo>
                    <a:pt x="0" y="1914"/>
                  </a:lnTo>
                  <a:lnTo>
                    <a:pt x="345" y="1914"/>
                  </a:lnTo>
                  <a:lnTo>
                    <a:pt x="3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137"/>
            <p:cNvSpPr/>
            <p:nvPr/>
          </p:nvSpPr>
          <p:spPr>
            <a:xfrm>
              <a:off x="7297698" y="3908553"/>
              <a:ext cx="9060" cy="50025"/>
            </a:xfrm>
            <a:custGeom>
              <a:avLst/>
              <a:gdLst/>
              <a:ahLst/>
              <a:cxnLst/>
              <a:rect l="l" t="t" r="r" b="b"/>
              <a:pathLst>
                <a:path w="345" h="1905" extrusionOk="0">
                  <a:moveTo>
                    <a:pt x="0" y="0"/>
                  </a:moveTo>
                  <a:lnTo>
                    <a:pt x="0" y="1905"/>
                  </a:lnTo>
                  <a:lnTo>
                    <a:pt x="345" y="1905"/>
                  </a:lnTo>
                  <a:lnTo>
                    <a:pt x="3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2" name="Google Shape;15152;p137"/>
          <p:cNvGrpSpPr/>
          <p:nvPr/>
        </p:nvGrpSpPr>
        <p:grpSpPr>
          <a:xfrm>
            <a:off x="7541469" y="3793455"/>
            <a:ext cx="407897" cy="328985"/>
            <a:chOff x="7541469" y="3793455"/>
            <a:chExt cx="407897" cy="328985"/>
          </a:xfrm>
        </p:grpSpPr>
        <p:sp>
          <p:nvSpPr>
            <p:cNvPr id="15153" name="Google Shape;15153;p137"/>
            <p:cNvSpPr/>
            <p:nvPr/>
          </p:nvSpPr>
          <p:spPr>
            <a:xfrm>
              <a:off x="7541469" y="3819820"/>
              <a:ext cx="407897" cy="302620"/>
            </a:xfrm>
            <a:custGeom>
              <a:avLst/>
              <a:gdLst/>
              <a:ahLst/>
              <a:cxnLst/>
              <a:rect l="l" t="t" r="r" b="b"/>
              <a:pathLst>
                <a:path w="15533" h="11524" extrusionOk="0">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137"/>
            <p:cNvSpPr/>
            <p:nvPr/>
          </p:nvSpPr>
          <p:spPr>
            <a:xfrm>
              <a:off x="7541469" y="3819820"/>
              <a:ext cx="407897" cy="39495"/>
            </a:xfrm>
            <a:custGeom>
              <a:avLst/>
              <a:gdLst/>
              <a:ahLst/>
              <a:cxnLst/>
              <a:rect l="l" t="t" r="r" b="b"/>
              <a:pathLst>
                <a:path w="15533" h="1504" extrusionOk="0">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137"/>
            <p:cNvSpPr/>
            <p:nvPr/>
          </p:nvSpPr>
          <p:spPr>
            <a:xfrm>
              <a:off x="7567860" y="3819846"/>
              <a:ext cx="52546" cy="26155"/>
            </a:xfrm>
            <a:custGeom>
              <a:avLst/>
              <a:gdLst/>
              <a:ahLst/>
              <a:cxnLst/>
              <a:rect l="l" t="t" r="r" b="b"/>
              <a:pathLst>
                <a:path w="2001" h="996" extrusionOk="0">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137"/>
            <p:cNvSpPr/>
            <p:nvPr/>
          </p:nvSpPr>
          <p:spPr>
            <a:xfrm>
              <a:off x="7870428" y="3819846"/>
              <a:ext cx="52573" cy="26155"/>
            </a:xfrm>
            <a:custGeom>
              <a:avLst/>
              <a:gdLst/>
              <a:ahLst/>
              <a:cxnLst/>
              <a:rect l="l" t="t" r="r" b="b"/>
              <a:pathLst>
                <a:path w="2002" h="996" extrusionOk="0">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137"/>
            <p:cNvSpPr/>
            <p:nvPr/>
          </p:nvSpPr>
          <p:spPr>
            <a:xfrm>
              <a:off x="7580912" y="3793455"/>
              <a:ext cx="26418" cy="39469"/>
            </a:xfrm>
            <a:custGeom>
              <a:avLst/>
              <a:gdLst/>
              <a:ahLst/>
              <a:cxnLst/>
              <a:rect l="l" t="t" r="r" b="b"/>
              <a:pathLst>
                <a:path w="1006" h="1503" extrusionOk="0">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137"/>
            <p:cNvSpPr/>
            <p:nvPr/>
          </p:nvSpPr>
          <p:spPr>
            <a:xfrm>
              <a:off x="7580912" y="3793455"/>
              <a:ext cx="26418" cy="19616"/>
            </a:xfrm>
            <a:custGeom>
              <a:avLst/>
              <a:gdLst/>
              <a:ahLst/>
              <a:cxnLst/>
              <a:rect l="l" t="t" r="r" b="b"/>
              <a:pathLst>
                <a:path w="1006" h="747" extrusionOk="0">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137"/>
            <p:cNvSpPr/>
            <p:nvPr/>
          </p:nvSpPr>
          <p:spPr>
            <a:xfrm>
              <a:off x="7883506" y="3793455"/>
              <a:ext cx="26418" cy="39469"/>
            </a:xfrm>
            <a:custGeom>
              <a:avLst/>
              <a:gdLst/>
              <a:ahLst/>
              <a:cxnLst/>
              <a:rect l="l" t="t" r="r" b="b"/>
              <a:pathLst>
                <a:path w="1006" h="1503" extrusionOk="0">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137"/>
            <p:cNvSpPr/>
            <p:nvPr/>
          </p:nvSpPr>
          <p:spPr>
            <a:xfrm>
              <a:off x="7883506" y="3793455"/>
              <a:ext cx="26418" cy="19616"/>
            </a:xfrm>
            <a:custGeom>
              <a:avLst/>
              <a:gdLst/>
              <a:ahLst/>
              <a:cxnLst/>
              <a:rect l="l" t="t" r="r" b="b"/>
              <a:pathLst>
                <a:path w="1006" h="747" extrusionOk="0">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137"/>
            <p:cNvSpPr/>
            <p:nvPr/>
          </p:nvSpPr>
          <p:spPr>
            <a:xfrm>
              <a:off x="7541469" y="3859289"/>
              <a:ext cx="407897" cy="13104"/>
            </a:xfrm>
            <a:custGeom>
              <a:avLst/>
              <a:gdLst/>
              <a:ahLst/>
              <a:cxnLst/>
              <a:rect l="l" t="t" r="r" b="b"/>
              <a:pathLst>
                <a:path w="15533" h="499" extrusionOk="0">
                  <a:moveTo>
                    <a:pt x="0" y="1"/>
                  </a:moveTo>
                  <a:lnTo>
                    <a:pt x="0" y="498"/>
                  </a:lnTo>
                  <a:lnTo>
                    <a:pt x="15533" y="498"/>
                  </a:lnTo>
                  <a:lnTo>
                    <a:pt x="1553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137"/>
            <p:cNvSpPr/>
            <p:nvPr/>
          </p:nvSpPr>
          <p:spPr>
            <a:xfrm>
              <a:off x="7580912"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137"/>
            <p:cNvSpPr/>
            <p:nvPr/>
          </p:nvSpPr>
          <p:spPr>
            <a:xfrm>
              <a:off x="7580912"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137"/>
            <p:cNvSpPr/>
            <p:nvPr/>
          </p:nvSpPr>
          <p:spPr>
            <a:xfrm>
              <a:off x="7580912"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137"/>
            <p:cNvSpPr/>
            <p:nvPr/>
          </p:nvSpPr>
          <p:spPr>
            <a:xfrm>
              <a:off x="7672900" y="4004060"/>
              <a:ext cx="52809" cy="26155"/>
            </a:xfrm>
            <a:custGeom>
              <a:avLst/>
              <a:gdLst/>
              <a:ahLst/>
              <a:cxnLst/>
              <a:rect l="l" t="t" r="r" b="b"/>
              <a:pathLst>
                <a:path w="2011" h="996" extrusionOk="0">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137"/>
            <p:cNvSpPr/>
            <p:nvPr/>
          </p:nvSpPr>
          <p:spPr>
            <a:xfrm>
              <a:off x="7765126"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137"/>
            <p:cNvSpPr/>
            <p:nvPr/>
          </p:nvSpPr>
          <p:spPr>
            <a:xfrm>
              <a:off x="7672900" y="3951278"/>
              <a:ext cx="52809" cy="26418"/>
            </a:xfrm>
            <a:custGeom>
              <a:avLst/>
              <a:gdLst/>
              <a:ahLst/>
              <a:cxnLst/>
              <a:rect l="l" t="t" r="r" b="b"/>
              <a:pathLst>
                <a:path w="2011" h="1006" extrusionOk="0">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137"/>
            <p:cNvSpPr/>
            <p:nvPr/>
          </p:nvSpPr>
          <p:spPr>
            <a:xfrm>
              <a:off x="7580912"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137"/>
            <p:cNvSpPr/>
            <p:nvPr/>
          </p:nvSpPr>
          <p:spPr>
            <a:xfrm>
              <a:off x="7672900" y="3898758"/>
              <a:ext cx="52809" cy="26155"/>
            </a:xfrm>
            <a:custGeom>
              <a:avLst/>
              <a:gdLst/>
              <a:ahLst/>
              <a:cxnLst/>
              <a:rect l="l" t="t" r="r" b="b"/>
              <a:pathLst>
                <a:path w="2011" h="996" extrusionOk="0">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137"/>
            <p:cNvSpPr/>
            <p:nvPr/>
          </p:nvSpPr>
          <p:spPr>
            <a:xfrm>
              <a:off x="7672900" y="4056580"/>
              <a:ext cx="52809" cy="26418"/>
            </a:xfrm>
            <a:custGeom>
              <a:avLst/>
              <a:gdLst/>
              <a:ahLst/>
              <a:cxnLst/>
              <a:rect l="l" t="t" r="r" b="b"/>
              <a:pathLst>
                <a:path w="2011" h="1006" extrusionOk="0">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137"/>
            <p:cNvSpPr/>
            <p:nvPr/>
          </p:nvSpPr>
          <p:spPr>
            <a:xfrm>
              <a:off x="7857114" y="4004060"/>
              <a:ext cx="52809" cy="26155"/>
            </a:xfrm>
            <a:custGeom>
              <a:avLst/>
              <a:gdLst/>
              <a:ahLst/>
              <a:cxnLst/>
              <a:rect l="l" t="t" r="r" b="b"/>
              <a:pathLst>
                <a:path w="2011" h="996" extrusionOk="0">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137"/>
            <p:cNvSpPr/>
            <p:nvPr/>
          </p:nvSpPr>
          <p:spPr>
            <a:xfrm>
              <a:off x="7857114" y="3898758"/>
              <a:ext cx="52809" cy="26155"/>
            </a:xfrm>
            <a:custGeom>
              <a:avLst/>
              <a:gdLst/>
              <a:ahLst/>
              <a:cxnLst/>
              <a:rect l="l" t="t" r="r" b="b"/>
              <a:pathLst>
                <a:path w="2011" h="996" extrusionOk="0">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137"/>
            <p:cNvSpPr/>
            <p:nvPr/>
          </p:nvSpPr>
          <p:spPr>
            <a:xfrm>
              <a:off x="7857114" y="4056580"/>
              <a:ext cx="52809" cy="26418"/>
            </a:xfrm>
            <a:custGeom>
              <a:avLst/>
              <a:gdLst/>
              <a:ahLst/>
              <a:cxnLst/>
              <a:rect l="l" t="t" r="r" b="b"/>
              <a:pathLst>
                <a:path w="2011" h="1006" extrusionOk="0">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137"/>
            <p:cNvSpPr/>
            <p:nvPr/>
          </p:nvSpPr>
          <p:spPr>
            <a:xfrm>
              <a:off x="7765126"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137"/>
            <p:cNvSpPr/>
            <p:nvPr/>
          </p:nvSpPr>
          <p:spPr>
            <a:xfrm>
              <a:off x="7765126"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137"/>
            <p:cNvSpPr/>
            <p:nvPr/>
          </p:nvSpPr>
          <p:spPr>
            <a:xfrm>
              <a:off x="7857114" y="3951278"/>
              <a:ext cx="52809" cy="26418"/>
            </a:xfrm>
            <a:custGeom>
              <a:avLst/>
              <a:gdLst/>
              <a:ahLst/>
              <a:cxnLst/>
              <a:rect l="l" t="t" r="r" b="b"/>
              <a:pathLst>
                <a:path w="2011" h="1006" extrusionOk="0">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137"/>
            <p:cNvSpPr/>
            <p:nvPr/>
          </p:nvSpPr>
          <p:spPr>
            <a:xfrm>
              <a:off x="7765126"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137"/>
            <p:cNvSpPr/>
            <p:nvPr/>
          </p:nvSpPr>
          <p:spPr>
            <a:xfrm>
              <a:off x="7854305" y="3944450"/>
              <a:ext cx="58691" cy="39758"/>
            </a:xfrm>
            <a:custGeom>
              <a:avLst/>
              <a:gdLst/>
              <a:ahLst/>
              <a:cxnLst/>
              <a:rect l="l" t="t" r="r" b="b"/>
              <a:pathLst>
                <a:path w="2235" h="1514" extrusionOk="0">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137"/>
            <p:cNvSpPr/>
            <p:nvPr/>
          </p:nvSpPr>
          <p:spPr>
            <a:xfrm>
              <a:off x="7670091" y="3944450"/>
              <a:ext cx="58691" cy="39758"/>
            </a:xfrm>
            <a:custGeom>
              <a:avLst/>
              <a:gdLst/>
              <a:ahLst/>
              <a:cxnLst/>
              <a:rect l="l" t="t" r="r" b="b"/>
              <a:pathLst>
                <a:path w="2235" h="1514" extrusionOk="0">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137"/>
            <p:cNvSpPr/>
            <p:nvPr/>
          </p:nvSpPr>
          <p:spPr>
            <a:xfrm>
              <a:off x="7762342" y="3996970"/>
              <a:ext cx="58665" cy="39810"/>
            </a:xfrm>
            <a:custGeom>
              <a:avLst/>
              <a:gdLst/>
              <a:ahLst/>
              <a:cxnLst/>
              <a:rect l="l" t="t" r="r" b="b"/>
              <a:pathLst>
                <a:path w="2234" h="1516" extrusionOk="0">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137"/>
            <p:cNvSpPr/>
            <p:nvPr/>
          </p:nvSpPr>
          <p:spPr>
            <a:xfrm>
              <a:off x="7578102" y="4049700"/>
              <a:ext cx="58665" cy="39810"/>
            </a:xfrm>
            <a:custGeom>
              <a:avLst/>
              <a:gdLst/>
              <a:ahLst/>
              <a:cxnLst/>
              <a:rect l="l" t="t" r="r" b="b"/>
              <a:pathLst>
                <a:path w="2234" h="1516" extrusionOk="0">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137"/>
            <p:cNvSpPr/>
            <p:nvPr/>
          </p:nvSpPr>
          <p:spPr>
            <a:xfrm>
              <a:off x="7762342" y="3891667"/>
              <a:ext cx="58665" cy="39784"/>
            </a:xfrm>
            <a:custGeom>
              <a:avLst/>
              <a:gdLst/>
              <a:ahLst/>
              <a:cxnLst/>
              <a:rect l="l" t="t" r="r" b="b"/>
              <a:pathLst>
                <a:path w="2234" h="1515" extrusionOk="0">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3" name="Google Shape;15183;p137"/>
          <p:cNvGrpSpPr/>
          <p:nvPr/>
        </p:nvGrpSpPr>
        <p:grpSpPr>
          <a:xfrm>
            <a:off x="5310288" y="2956312"/>
            <a:ext cx="432292" cy="264412"/>
            <a:chOff x="5310288" y="2956312"/>
            <a:chExt cx="432292" cy="264412"/>
          </a:xfrm>
        </p:grpSpPr>
        <p:sp>
          <p:nvSpPr>
            <p:cNvPr id="15184" name="Google Shape;15184;p137"/>
            <p:cNvSpPr/>
            <p:nvPr/>
          </p:nvSpPr>
          <p:spPr>
            <a:xfrm>
              <a:off x="5491220" y="3151083"/>
              <a:ext cx="69642" cy="69642"/>
            </a:xfrm>
            <a:custGeom>
              <a:avLst/>
              <a:gdLst/>
              <a:ahLst/>
              <a:cxnLst/>
              <a:rect l="l" t="t" r="r" b="b"/>
              <a:pathLst>
                <a:path w="2652" h="2652" extrusionOk="0">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137"/>
            <p:cNvSpPr/>
            <p:nvPr/>
          </p:nvSpPr>
          <p:spPr>
            <a:xfrm>
              <a:off x="5505059" y="3164896"/>
              <a:ext cx="41727" cy="41753"/>
            </a:xfrm>
            <a:custGeom>
              <a:avLst/>
              <a:gdLst/>
              <a:ahLst/>
              <a:cxnLst/>
              <a:rect l="l" t="t" r="r" b="b"/>
              <a:pathLst>
                <a:path w="1589" h="1590" extrusionOk="0">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137"/>
            <p:cNvSpPr/>
            <p:nvPr/>
          </p:nvSpPr>
          <p:spPr>
            <a:xfrm>
              <a:off x="5589747" y="2956312"/>
              <a:ext cx="152833" cy="153070"/>
            </a:xfrm>
            <a:custGeom>
              <a:avLst/>
              <a:gdLst/>
              <a:ahLst/>
              <a:cxnLst/>
              <a:rect l="l" t="t" r="r" b="b"/>
              <a:pathLst>
                <a:path w="5820" h="5829" extrusionOk="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137"/>
            <p:cNvSpPr/>
            <p:nvPr/>
          </p:nvSpPr>
          <p:spPr>
            <a:xfrm>
              <a:off x="5631212" y="2956312"/>
              <a:ext cx="111369" cy="152833"/>
            </a:xfrm>
            <a:custGeom>
              <a:avLst/>
              <a:gdLst/>
              <a:ahLst/>
              <a:cxnLst/>
              <a:rect l="l" t="t" r="r" b="b"/>
              <a:pathLst>
                <a:path w="4241" h="5820" extrusionOk="0">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137"/>
            <p:cNvSpPr/>
            <p:nvPr/>
          </p:nvSpPr>
          <p:spPr>
            <a:xfrm>
              <a:off x="5588487" y="3071909"/>
              <a:ext cx="153332" cy="120927"/>
            </a:xfrm>
            <a:custGeom>
              <a:avLst/>
              <a:gdLst/>
              <a:ahLst/>
              <a:cxnLst/>
              <a:rect l="l" t="t" r="r" b="b"/>
              <a:pathLst>
                <a:path w="5839" h="4605" extrusionOk="0">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137"/>
            <p:cNvSpPr/>
            <p:nvPr/>
          </p:nvSpPr>
          <p:spPr>
            <a:xfrm>
              <a:off x="5639247" y="3071909"/>
              <a:ext cx="52047" cy="33954"/>
            </a:xfrm>
            <a:custGeom>
              <a:avLst/>
              <a:gdLst/>
              <a:ahLst/>
              <a:cxnLst/>
              <a:rect l="l" t="t" r="r" b="b"/>
              <a:pathLst>
                <a:path w="1982" h="1293" extrusionOk="0">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137"/>
            <p:cNvSpPr/>
            <p:nvPr/>
          </p:nvSpPr>
          <p:spPr>
            <a:xfrm>
              <a:off x="5588749" y="3116656"/>
              <a:ext cx="153070" cy="76180"/>
            </a:xfrm>
            <a:custGeom>
              <a:avLst/>
              <a:gdLst/>
              <a:ahLst/>
              <a:cxnLst/>
              <a:rect l="l" t="t" r="r" b="b"/>
              <a:pathLst>
                <a:path w="5829" h="2901" extrusionOk="0">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137"/>
            <p:cNvSpPr/>
            <p:nvPr/>
          </p:nvSpPr>
          <p:spPr>
            <a:xfrm>
              <a:off x="5614116" y="3005314"/>
              <a:ext cx="102073" cy="83717"/>
            </a:xfrm>
            <a:custGeom>
              <a:avLst/>
              <a:gdLst/>
              <a:ahLst/>
              <a:cxnLst/>
              <a:rect l="l" t="t" r="r" b="b"/>
              <a:pathLst>
                <a:path w="3887" h="3188" extrusionOk="0">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137"/>
            <p:cNvSpPr/>
            <p:nvPr/>
          </p:nvSpPr>
          <p:spPr>
            <a:xfrm>
              <a:off x="5614116" y="3005314"/>
              <a:ext cx="102073" cy="82955"/>
            </a:xfrm>
            <a:custGeom>
              <a:avLst/>
              <a:gdLst/>
              <a:ahLst/>
              <a:cxnLst/>
              <a:rect l="l" t="t" r="r" b="b"/>
              <a:pathLst>
                <a:path w="3887" h="3159" extrusionOk="0">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137"/>
            <p:cNvSpPr/>
            <p:nvPr/>
          </p:nvSpPr>
          <p:spPr>
            <a:xfrm>
              <a:off x="5588749" y="3133751"/>
              <a:ext cx="33954" cy="59085"/>
            </a:xfrm>
            <a:custGeom>
              <a:avLst/>
              <a:gdLst/>
              <a:ahLst/>
              <a:cxnLst/>
              <a:rect l="l" t="t" r="r" b="b"/>
              <a:pathLst>
                <a:path w="1293" h="2250" extrusionOk="0">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137"/>
            <p:cNvSpPr/>
            <p:nvPr/>
          </p:nvSpPr>
          <p:spPr>
            <a:xfrm>
              <a:off x="5707602" y="3133751"/>
              <a:ext cx="34217" cy="59085"/>
            </a:xfrm>
            <a:custGeom>
              <a:avLst/>
              <a:gdLst/>
              <a:ahLst/>
              <a:cxnLst/>
              <a:rect l="l" t="t" r="r" b="b"/>
              <a:pathLst>
                <a:path w="1303" h="2250" extrusionOk="0">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137"/>
            <p:cNvSpPr/>
            <p:nvPr/>
          </p:nvSpPr>
          <p:spPr>
            <a:xfrm>
              <a:off x="5335419" y="2971648"/>
              <a:ext cx="41727" cy="91752"/>
            </a:xfrm>
            <a:custGeom>
              <a:avLst/>
              <a:gdLst/>
              <a:ahLst/>
              <a:cxnLst/>
              <a:rect l="l" t="t" r="r" b="b"/>
              <a:pathLst>
                <a:path w="1589" h="3494" extrusionOk="0">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137"/>
            <p:cNvSpPr/>
            <p:nvPr/>
          </p:nvSpPr>
          <p:spPr>
            <a:xfrm>
              <a:off x="5351989" y="2963114"/>
              <a:ext cx="100313" cy="100287"/>
            </a:xfrm>
            <a:custGeom>
              <a:avLst/>
              <a:gdLst/>
              <a:ahLst/>
              <a:cxnLst/>
              <a:rect l="l" t="t" r="r" b="b"/>
              <a:pathLst>
                <a:path w="3820" h="3819" extrusionOk="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137"/>
            <p:cNvSpPr/>
            <p:nvPr/>
          </p:nvSpPr>
          <p:spPr>
            <a:xfrm>
              <a:off x="5368848" y="3088505"/>
              <a:ext cx="50025" cy="36974"/>
            </a:xfrm>
            <a:custGeom>
              <a:avLst/>
              <a:gdLst/>
              <a:ahLst/>
              <a:cxnLst/>
              <a:rect l="l" t="t" r="r" b="b"/>
              <a:pathLst>
                <a:path w="1905" h="1408" extrusionOk="0">
                  <a:moveTo>
                    <a:pt x="0" y="1"/>
                  </a:moveTo>
                  <a:lnTo>
                    <a:pt x="0" y="1407"/>
                  </a:lnTo>
                  <a:lnTo>
                    <a:pt x="1905" y="1407"/>
                  </a:lnTo>
                  <a:lnTo>
                    <a:pt x="190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137"/>
            <p:cNvSpPr/>
            <p:nvPr/>
          </p:nvSpPr>
          <p:spPr>
            <a:xfrm>
              <a:off x="5368848" y="3088505"/>
              <a:ext cx="50025" cy="20246"/>
            </a:xfrm>
            <a:custGeom>
              <a:avLst/>
              <a:gdLst/>
              <a:ahLst/>
              <a:cxnLst/>
              <a:rect l="l" t="t" r="r" b="b"/>
              <a:pathLst>
                <a:path w="1905" h="771" extrusionOk="0">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137"/>
            <p:cNvSpPr/>
            <p:nvPr/>
          </p:nvSpPr>
          <p:spPr>
            <a:xfrm>
              <a:off x="5310288" y="3108620"/>
              <a:ext cx="166882" cy="84216"/>
            </a:xfrm>
            <a:custGeom>
              <a:avLst/>
              <a:gdLst/>
              <a:ahLst/>
              <a:cxnLst/>
              <a:rect l="l" t="t" r="r" b="b"/>
              <a:pathLst>
                <a:path w="6355" h="3207" extrusionOk="0">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137"/>
            <p:cNvSpPr/>
            <p:nvPr/>
          </p:nvSpPr>
          <p:spPr>
            <a:xfrm>
              <a:off x="5385418" y="3125453"/>
              <a:ext cx="16859" cy="67383"/>
            </a:xfrm>
            <a:custGeom>
              <a:avLst/>
              <a:gdLst/>
              <a:ahLst/>
              <a:cxnLst/>
              <a:rect l="l" t="t" r="r" b="b"/>
              <a:pathLst>
                <a:path w="642" h="2566" extrusionOk="0">
                  <a:moveTo>
                    <a:pt x="163" y="0"/>
                  </a:moveTo>
                  <a:lnTo>
                    <a:pt x="1" y="2565"/>
                  </a:lnTo>
                  <a:lnTo>
                    <a:pt x="642" y="2565"/>
                  </a:lnTo>
                  <a:lnTo>
                    <a:pt x="479"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137"/>
            <p:cNvSpPr/>
            <p:nvPr/>
          </p:nvSpPr>
          <p:spPr>
            <a:xfrm>
              <a:off x="5343717" y="3005051"/>
              <a:ext cx="100287" cy="91779"/>
            </a:xfrm>
            <a:custGeom>
              <a:avLst/>
              <a:gdLst/>
              <a:ahLst/>
              <a:cxnLst/>
              <a:rect l="l" t="t" r="r" b="b"/>
              <a:pathLst>
                <a:path w="3819" h="3495" extrusionOk="0">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137"/>
            <p:cNvSpPr/>
            <p:nvPr/>
          </p:nvSpPr>
          <p:spPr>
            <a:xfrm>
              <a:off x="5343717" y="3005051"/>
              <a:ext cx="100051" cy="89757"/>
            </a:xfrm>
            <a:custGeom>
              <a:avLst/>
              <a:gdLst/>
              <a:ahLst/>
              <a:cxnLst/>
              <a:rect l="l" t="t" r="r" b="b"/>
              <a:pathLst>
                <a:path w="3810" h="3418" extrusionOk="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137"/>
            <p:cNvSpPr/>
            <p:nvPr/>
          </p:nvSpPr>
          <p:spPr>
            <a:xfrm>
              <a:off x="5310288" y="3129970"/>
              <a:ext cx="33692" cy="62866"/>
            </a:xfrm>
            <a:custGeom>
              <a:avLst/>
              <a:gdLst/>
              <a:ahLst/>
              <a:cxnLst/>
              <a:rect l="l" t="t" r="r" b="b"/>
              <a:pathLst>
                <a:path w="1283" h="2394" extrusionOk="0">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137"/>
            <p:cNvSpPr/>
            <p:nvPr/>
          </p:nvSpPr>
          <p:spPr>
            <a:xfrm>
              <a:off x="5443742" y="3129970"/>
              <a:ext cx="33692" cy="62866"/>
            </a:xfrm>
            <a:custGeom>
              <a:avLst/>
              <a:gdLst/>
              <a:ahLst/>
              <a:cxnLst/>
              <a:rect l="l" t="t" r="r" b="b"/>
              <a:pathLst>
                <a:path w="1283" h="2394" extrusionOk="0">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137"/>
            <p:cNvSpPr/>
            <p:nvPr/>
          </p:nvSpPr>
          <p:spPr>
            <a:xfrm>
              <a:off x="5385681" y="3125453"/>
              <a:ext cx="16596" cy="16623"/>
            </a:xfrm>
            <a:custGeom>
              <a:avLst/>
              <a:gdLst/>
              <a:ahLst/>
              <a:cxnLst/>
              <a:rect l="l" t="t" r="r" b="b"/>
              <a:pathLst>
                <a:path w="632" h="633" extrusionOk="0">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137"/>
            <p:cNvSpPr/>
            <p:nvPr/>
          </p:nvSpPr>
          <p:spPr>
            <a:xfrm>
              <a:off x="5359788" y="3102055"/>
              <a:ext cx="33954" cy="35110"/>
            </a:xfrm>
            <a:custGeom>
              <a:avLst/>
              <a:gdLst/>
              <a:ahLst/>
              <a:cxnLst/>
              <a:rect l="l" t="t" r="r" b="b"/>
              <a:pathLst>
                <a:path w="1293" h="1337" extrusionOk="0">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137"/>
            <p:cNvSpPr/>
            <p:nvPr/>
          </p:nvSpPr>
          <p:spPr>
            <a:xfrm>
              <a:off x="5393716" y="3102055"/>
              <a:ext cx="34217" cy="35110"/>
            </a:xfrm>
            <a:custGeom>
              <a:avLst/>
              <a:gdLst/>
              <a:ahLst/>
              <a:cxnLst/>
              <a:rect l="l" t="t" r="r" b="b"/>
              <a:pathLst>
                <a:path w="1303" h="1337" extrusionOk="0">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137"/>
            <p:cNvSpPr/>
            <p:nvPr/>
          </p:nvSpPr>
          <p:spPr>
            <a:xfrm>
              <a:off x="5413569" y="3157884"/>
              <a:ext cx="93774" cy="55803"/>
            </a:xfrm>
            <a:custGeom>
              <a:avLst/>
              <a:gdLst/>
              <a:ahLst/>
              <a:cxnLst/>
              <a:rect l="l" t="t" r="r" b="b"/>
              <a:pathLst>
                <a:path w="3571" h="2125" extrusionOk="0">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137"/>
            <p:cNvSpPr/>
            <p:nvPr/>
          </p:nvSpPr>
          <p:spPr>
            <a:xfrm>
              <a:off x="5544501" y="3157884"/>
              <a:ext cx="93774" cy="55908"/>
            </a:xfrm>
            <a:custGeom>
              <a:avLst/>
              <a:gdLst/>
              <a:ahLst/>
              <a:cxnLst/>
              <a:rect l="l" t="t" r="r" b="b"/>
              <a:pathLst>
                <a:path w="3571" h="2129" extrusionOk="0">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137"/>
            <p:cNvSpPr/>
            <p:nvPr/>
          </p:nvSpPr>
          <p:spPr>
            <a:xfrm>
              <a:off x="5519134" y="3178971"/>
              <a:ext cx="13839" cy="13865"/>
            </a:xfrm>
            <a:custGeom>
              <a:avLst/>
              <a:gdLst/>
              <a:ahLst/>
              <a:cxnLst/>
              <a:rect l="l" t="t" r="r" b="b"/>
              <a:pathLst>
                <a:path w="527" h="528" extrusionOk="0">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1" name="Google Shape;15211;p137"/>
          <p:cNvGrpSpPr/>
          <p:nvPr/>
        </p:nvGrpSpPr>
        <p:grpSpPr>
          <a:xfrm>
            <a:off x="4879047" y="2432320"/>
            <a:ext cx="398075" cy="340303"/>
            <a:chOff x="4879047" y="2432320"/>
            <a:chExt cx="398075" cy="340303"/>
          </a:xfrm>
        </p:grpSpPr>
        <p:sp>
          <p:nvSpPr>
            <p:cNvPr id="15212" name="Google Shape;15212;p137"/>
            <p:cNvSpPr/>
            <p:nvPr/>
          </p:nvSpPr>
          <p:spPr>
            <a:xfrm>
              <a:off x="5071795" y="2432320"/>
              <a:ext cx="186000" cy="181483"/>
            </a:xfrm>
            <a:custGeom>
              <a:avLst/>
              <a:gdLst/>
              <a:ahLst/>
              <a:cxnLst/>
              <a:rect l="l" t="t" r="r" b="b"/>
              <a:pathLst>
                <a:path w="7083" h="6911" extrusionOk="0">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137"/>
            <p:cNvSpPr/>
            <p:nvPr/>
          </p:nvSpPr>
          <p:spPr>
            <a:xfrm>
              <a:off x="5102204" y="2463412"/>
              <a:ext cx="32405" cy="12500"/>
            </a:xfrm>
            <a:custGeom>
              <a:avLst/>
              <a:gdLst/>
              <a:ahLst/>
              <a:cxnLst/>
              <a:rect l="l" t="t" r="r" b="b"/>
              <a:pathLst>
                <a:path w="1234" h="476" extrusionOk="0">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137"/>
            <p:cNvSpPr/>
            <p:nvPr/>
          </p:nvSpPr>
          <p:spPr>
            <a:xfrm>
              <a:off x="5145454" y="2463412"/>
              <a:ext cx="82141" cy="12500"/>
            </a:xfrm>
            <a:custGeom>
              <a:avLst/>
              <a:gdLst/>
              <a:ahLst/>
              <a:cxnLst/>
              <a:rect l="l" t="t" r="r" b="b"/>
              <a:pathLst>
                <a:path w="3128" h="476" extrusionOk="0">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137"/>
            <p:cNvSpPr/>
            <p:nvPr/>
          </p:nvSpPr>
          <p:spPr>
            <a:xfrm>
              <a:off x="5102204" y="2494320"/>
              <a:ext cx="125392" cy="12500"/>
            </a:xfrm>
            <a:custGeom>
              <a:avLst/>
              <a:gdLst/>
              <a:ahLst/>
              <a:cxnLst/>
              <a:rect l="l" t="t" r="r" b="b"/>
              <a:pathLst>
                <a:path w="4775" h="476" extrusionOk="0">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137"/>
            <p:cNvSpPr/>
            <p:nvPr/>
          </p:nvSpPr>
          <p:spPr>
            <a:xfrm>
              <a:off x="5102178" y="2525255"/>
              <a:ext cx="81984" cy="12710"/>
            </a:xfrm>
            <a:custGeom>
              <a:avLst/>
              <a:gdLst/>
              <a:ahLst/>
              <a:cxnLst/>
              <a:rect l="l" t="t" r="r" b="b"/>
              <a:pathLst>
                <a:path w="3122" h="484" extrusionOk="0">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137"/>
            <p:cNvSpPr/>
            <p:nvPr/>
          </p:nvSpPr>
          <p:spPr>
            <a:xfrm>
              <a:off x="5195164" y="2525255"/>
              <a:ext cx="32484" cy="12710"/>
            </a:xfrm>
            <a:custGeom>
              <a:avLst/>
              <a:gdLst/>
              <a:ahLst/>
              <a:cxnLst/>
              <a:rect l="l" t="t" r="r" b="b"/>
              <a:pathLst>
                <a:path w="1237" h="484" extrusionOk="0">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137"/>
            <p:cNvSpPr/>
            <p:nvPr/>
          </p:nvSpPr>
          <p:spPr>
            <a:xfrm>
              <a:off x="4898374" y="2711543"/>
              <a:ext cx="359421" cy="18618"/>
            </a:xfrm>
            <a:custGeom>
              <a:avLst/>
              <a:gdLst/>
              <a:ahLst/>
              <a:cxnLst/>
              <a:rect l="l" t="t" r="r" b="b"/>
              <a:pathLst>
                <a:path w="13687" h="709" extrusionOk="0">
                  <a:moveTo>
                    <a:pt x="1" y="0"/>
                  </a:moveTo>
                  <a:lnTo>
                    <a:pt x="1" y="708"/>
                  </a:lnTo>
                  <a:lnTo>
                    <a:pt x="13686" y="708"/>
                  </a:lnTo>
                  <a:lnTo>
                    <a:pt x="1368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137"/>
            <p:cNvSpPr/>
            <p:nvPr/>
          </p:nvSpPr>
          <p:spPr>
            <a:xfrm>
              <a:off x="4891468" y="2711543"/>
              <a:ext cx="13603" cy="61081"/>
            </a:xfrm>
            <a:custGeom>
              <a:avLst/>
              <a:gdLst/>
              <a:ahLst/>
              <a:cxnLst/>
              <a:rect l="l" t="t" r="r" b="b"/>
              <a:pathLst>
                <a:path w="518" h="2326" extrusionOk="0">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137"/>
            <p:cNvSpPr/>
            <p:nvPr/>
          </p:nvSpPr>
          <p:spPr>
            <a:xfrm>
              <a:off x="5251728" y="2711543"/>
              <a:ext cx="12342" cy="61081"/>
            </a:xfrm>
            <a:custGeom>
              <a:avLst/>
              <a:gdLst/>
              <a:ahLst/>
              <a:cxnLst/>
              <a:rect l="l" t="t" r="r" b="b"/>
              <a:pathLst>
                <a:path w="470" h="2326" extrusionOk="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137"/>
            <p:cNvSpPr/>
            <p:nvPr/>
          </p:nvSpPr>
          <p:spPr>
            <a:xfrm>
              <a:off x="4935322" y="2578851"/>
              <a:ext cx="111868" cy="126416"/>
            </a:xfrm>
            <a:custGeom>
              <a:avLst/>
              <a:gdLst/>
              <a:ahLst/>
              <a:cxnLst/>
              <a:rect l="l" t="t" r="r" b="b"/>
              <a:pathLst>
                <a:path w="4260" h="4814" extrusionOk="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137"/>
            <p:cNvSpPr/>
            <p:nvPr/>
          </p:nvSpPr>
          <p:spPr>
            <a:xfrm>
              <a:off x="4972270" y="2578851"/>
              <a:ext cx="37972" cy="24632"/>
            </a:xfrm>
            <a:custGeom>
              <a:avLst/>
              <a:gdLst/>
              <a:ahLst/>
              <a:cxnLst/>
              <a:rect l="l" t="t" r="r" b="b"/>
              <a:pathLst>
                <a:path w="1446" h="938" extrusionOk="0">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137"/>
            <p:cNvSpPr/>
            <p:nvPr/>
          </p:nvSpPr>
          <p:spPr>
            <a:xfrm>
              <a:off x="4935322" y="2611256"/>
              <a:ext cx="111868" cy="94011"/>
            </a:xfrm>
            <a:custGeom>
              <a:avLst/>
              <a:gdLst/>
              <a:ahLst/>
              <a:cxnLst/>
              <a:rect l="l" t="t" r="r" b="b"/>
              <a:pathLst>
                <a:path w="4260" h="3580" extrusionOk="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137"/>
            <p:cNvSpPr/>
            <p:nvPr/>
          </p:nvSpPr>
          <p:spPr>
            <a:xfrm>
              <a:off x="5022269" y="2623835"/>
              <a:ext cx="24921" cy="81432"/>
            </a:xfrm>
            <a:custGeom>
              <a:avLst/>
              <a:gdLst/>
              <a:ahLst/>
              <a:cxnLst/>
              <a:rect l="l" t="t" r="r" b="b"/>
              <a:pathLst>
                <a:path w="949" h="3101" extrusionOk="0">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137"/>
            <p:cNvSpPr/>
            <p:nvPr/>
          </p:nvSpPr>
          <p:spPr>
            <a:xfrm>
              <a:off x="4935322" y="2624071"/>
              <a:ext cx="55803" cy="81196"/>
            </a:xfrm>
            <a:custGeom>
              <a:avLst/>
              <a:gdLst/>
              <a:ahLst/>
              <a:cxnLst/>
              <a:rect l="l" t="t" r="r" b="b"/>
              <a:pathLst>
                <a:path w="2125" h="3092" extrusionOk="0">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137"/>
            <p:cNvSpPr/>
            <p:nvPr/>
          </p:nvSpPr>
          <p:spPr>
            <a:xfrm>
              <a:off x="4966492" y="2475807"/>
              <a:ext cx="49526" cy="43487"/>
            </a:xfrm>
            <a:custGeom>
              <a:avLst/>
              <a:gdLst/>
              <a:ahLst/>
              <a:cxnLst/>
              <a:rect l="l" t="t" r="r" b="b"/>
              <a:pathLst>
                <a:path w="1886" h="1656" extrusionOk="0">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137"/>
            <p:cNvSpPr/>
            <p:nvPr/>
          </p:nvSpPr>
          <p:spPr>
            <a:xfrm>
              <a:off x="4966230" y="2475807"/>
              <a:ext cx="34453" cy="43487"/>
            </a:xfrm>
            <a:custGeom>
              <a:avLst/>
              <a:gdLst/>
              <a:ahLst/>
              <a:cxnLst/>
              <a:rect l="l" t="t" r="r" b="b"/>
              <a:pathLst>
                <a:path w="1312" h="1656" extrusionOk="0">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137"/>
            <p:cNvSpPr/>
            <p:nvPr/>
          </p:nvSpPr>
          <p:spPr>
            <a:xfrm>
              <a:off x="4947874" y="2494399"/>
              <a:ext cx="86737" cy="86737"/>
            </a:xfrm>
            <a:custGeom>
              <a:avLst/>
              <a:gdLst/>
              <a:ahLst/>
              <a:cxnLst/>
              <a:rect l="l" t="t" r="r" b="b"/>
              <a:pathLst>
                <a:path w="3303" h="3303" extrusionOk="0">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137"/>
            <p:cNvSpPr/>
            <p:nvPr/>
          </p:nvSpPr>
          <p:spPr>
            <a:xfrm>
              <a:off x="4963472" y="2494399"/>
              <a:ext cx="72898" cy="78176"/>
            </a:xfrm>
            <a:custGeom>
              <a:avLst/>
              <a:gdLst/>
              <a:ahLst/>
              <a:cxnLst/>
              <a:rect l="l" t="t" r="r" b="b"/>
              <a:pathLst>
                <a:path w="2776" h="2977" extrusionOk="0">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137"/>
            <p:cNvSpPr/>
            <p:nvPr/>
          </p:nvSpPr>
          <p:spPr>
            <a:xfrm>
              <a:off x="4953914" y="2532660"/>
              <a:ext cx="74421" cy="61028"/>
            </a:xfrm>
            <a:custGeom>
              <a:avLst/>
              <a:gdLst/>
              <a:ahLst/>
              <a:cxnLst/>
              <a:rect l="l" t="t" r="r" b="b"/>
              <a:pathLst>
                <a:path w="2834" h="2324" extrusionOk="0">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137"/>
            <p:cNvSpPr/>
            <p:nvPr/>
          </p:nvSpPr>
          <p:spPr>
            <a:xfrm>
              <a:off x="4953914" y="2532660"/>
              <a:ext cx="74657" cy="60529"/>
            </a:xfrm>
            <a:custGeom>
              <a:avLst/>
              <a:gdLst/>
              <a:ahLst/>
              <a:cxnLst/>
              <a:rect l="l" t="t" r="r" b="b"/>
              <a:pathLst>
                <a:path w="2843" h="2305" extrusionOk="0">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137"/>
            <p:cNvSpPr/>
            <p:nvPr/>
          </p:nvSpPr>
          <p:spPr>
            <a:xfrm>
              <a:off x="489209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137"/>
            <p:cNvSpPr/>
            <p:nvPr/>
          </p:nvSpPr>
          <p:spPr>
            <a:xfrm>
              <a:off x="525172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137"/>
            <p:cNvSpPr/>
            <p:nvPr/>
          </p:nvSpPr>
          <p:spPr>
            <a:xfrm>
              <a:off x="4879047" y="2705188"/>
              <a:ext cx="398075" cy="12474"/>
            </a:xfrm>
            <a:custGeom>
              <a:avLst/>
              <a:gdLst/>
              <a:ahLst/>
              <a:cxnLst/>
              <a:rect l="l" t="t" r="r" b="b"/>
              <a:pathLst>
                <a:path w="15159" h="475" extrusionOk="0">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137"/>
            <p:cNvSpPr/>
            <p:nvPr/>
          </p:nvSpPr>
          <p:spPr>
            <a:xfrm>
              <a:off x="4960190" y="2692688"/>
              <a:ext cx="37237" cy="12579"/>
            </a:xfrm>
            <a:custGeom>
              <a:avLst/>
              <a:gdLst/>
              <a:ahLst/>
              <a:cxnLst/>
              <a:rect l="l" t="t" r="r" b="b"/>
              <a:pathLst>
                <a:path w="1418" h="479" extrusionOk="0">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137"/>
            <p:cNvSpPr/>
            <p:nvPr/>
          </p:nvSpPr>
          <p:spPr>
            <a:xfrm>
              <a:off x="4984822" y="2643188"/>
              <a:ext cx="86999" cy="62341"/>
            </a:xfrm>
            <a:custGeom>
              <a:avLst/>
              <a:gdLst/>
              <a:ahLst/>
              <a:cxnLst/>
              <a:rect l="l" t="t" r="r" b="b"/>
              <a:pathLst>
                <a:path w="3313" h="2374" extrusionOk="0">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137"/>
            <p:cNvSpPr/>
            <p:nvPr/>
          </p:nvSpPr>
          <p:spPr>
            <a:xfrm>
              <a:off x="5015257" y="2667978"/>
              <a:ext cx="26365" cy="12500"/>
            </a:xfrm>
            <a:custGeom>
              <a:avLst/>
              <a:gdLst/>
              <a:ahLst/>
              <a:cxnLst/>
              <a:rect l="l" t="t" r="r" b="b"/>
              <a:pathLst>
                <a:path w="1004" h="476" extrusionOk="0">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8" name="Google Shape;15238;p137"/>
          <p:cNvGrpSpPr/>
          <p:nvPr/>
        </p:nvGrpSpPr>
        <p:grpSpPr>
          <a:xfrm>
            <a:off x="5388701" y="2393823"/>
            <a:ext cx="280982" cy="395896"/>
            <a:chOff x="5388701" y="2393823"/>
            <a:chExt cx="280982" cy="395896"/>
          </a:xfrm>
        </p:grpSpPr>
        <p:sp>
          <p:nvSpPr>
            <p:cNvPr id="15239" name="Google Shape;15239;p137"/>
            <p:cNvSpPr/>
            <p:nvPr/>
          </p:nvSpPr>
          <p:spPr>
            <a:xfrm>
              <a:off x="5388701" y="2419243"/>
              <a:ext cx="280982" cy="370476"/>
            </a:xfrm>
            <a:custGeom>
              <a:avLst/>
              <a:gdLst/>
              <a:ahLst/>
              <a:cxnLst/>
              <a:rect l="l" t="t" r="r" b="b"/>
              <a:pathLst>
                <a:path w="10700" h="14108" extrusionOk="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137"/>
            <p:cNvSpPr/>
            <p:nvPr/>
          </p:nvSpPr>
          <p:spPr>
            <a:xfrm>
              <a:off x="5401516" y="2419506"/>
              <a:ext cx="255352" cy="344584"/>
            </a:xfrm>
            <a:custGeom>
              <a:avLst/>
              <a:gdLst/>
              <a:ahLst/>
              <a:cxnLst/>
              <a:rect l="l" t="t" r="r" b="b"/>
              <a:pathLst>
                <a:path w="9724" h="13122" extrusionOk="0">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137"/>
            <p:cNvSpPr/>
            <p:nvPr/>
          </p:nvSpPr>
          <p:spPr>
            <a:xfrm>
              <a:off x="5414330" y="2444899"/>
              <a:ext cx="229722" cy="306375"/>
            </a:xfrm>
            <a:custGeom>
              <a:avLst/>
              <a:gdLst/>
              <a:ahLst/>
              <a:cxnLst/>
              <a:rect l="l" t="t" r="r" b="b"/>
              <a:pathLst>
                <a:path w="8748" h="11667" extrusionOk="0">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137"/>
            <p:cNvSpPr/>
            <p:nvPr/>
          </p:nvSpPr>
          <p:spPr>
            <a:xfrm>
              <a:off x="5471866" y="2393823"/>
              <a:ext cx="114625" cy="57378"/>
            </a:xfrm>
            <a:custGeom>
              <a:avLst/>
              <a:gdLst/>
              <a:ahLst/>
              <a:cxnLst/>
              <a:rect l="l" t="t" r="r" b="b"/>
              <a:pathLst>
                <a:path w="4365" h="2185" extrusionOk="0">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137"/>
            <p:cNvSpPr/>
            <p:nvPr/>
          </p:nvSpPr>
          <p:spPr>
            <a:xfrm>
              <a:off x="5471866" y="2438597"/>
              <a:ext cx="114625" cy="12605"/>
            </a:xfrm>
            <a:custGeom>
              <a:avLst/>
              <a:gdLst/>
              <a:ahLst/>
              <a:cxnLst/>
              <a:rect l="l" t="t" r="r" b="b"/>
              <a:pathLst>
                <a:path w="4365" h="480" extrusionOk="0">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137"/>
            <p:cNvSpPr/>
            <p:nvPr/>
          </p:nvSpPr>
          <p:spPr>
            <a:xfrm>
              <a:off x="5542007" y="2483344"/>
              <a:ext cx="76417" cy="25393"/>
            </a:xfrm>
            <a:custGeom>
              <a:avLst/>
              <a:gdLst/>
              <a:ahLst/>
              <a:cxnLst/>
              <a:rect l="l" t="t" r="r" b="b"/>
              <a:pathLst>
                <a:path w="2910" h="967" extrusionOk="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137"/>
            <p:cNvSpPr/>
            <p:nvPr/>
          </p:nvSpPr>
          <p:spPr>
            <a:xfrm>
              <a:off x="5539722" y="2527828"/>
              <a:ext cx="80960" cy="12841"/>
            </a:xfrm>
            <a:custGeom>
              <a:avLst/>
              <a:gdLst/>
              <a:ahLst/>
              <a:cxnLst/>
              <a:rect l="l" t="t" r="r" b="b"/>
              <a:pathLst>
                <a:path w="3083" h="489" extrusionOk="0">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137"/>
            <p:cNvSpPr/>
            <p:nvPr/>
          </p:nvSpPr>
          <p:spPr>
            <a:xfrm>
              <a:off x="5539722" y="2553458"/>
              <a:ext cx="42751" cy="12841"/>
            </a:xfrm>
            <a:custGeom>
              <a:avLst/>
              <a:gdLst/>
              <a:ahLst/>
              <a:cxnLst/>
              <a:rect l="l" t="t" r="r" b="b"/>
              <a:pathLst>
                <a:path w="1628" h="489" extrusionOk="0">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137"/>
            <p:cNvSpPr/>
            <p:nvPr/>
          </p:nvSpPr>
          <p:spPr>
            <a:xfrm>
              <a:off x="5437702" y="2604481"/>
              <a:ext cx="182980" cy="12841"/>
            </a:xfrm>
            <a:custGeom>
              <a:avLst/>
              <a:gdLst/>
              <a:ahLst/>
              <a:cxnLst/>
              <a:rect l="l" t="t" r="r" b="b"/>
              <a:pathLst>
                <a:path w="6968" h="489" extrusionOk="0">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137"/>
            <p:cNvSpPr/>
            <p:nvPr/>
          </p:nvSpPr>
          <p:spPr>
            <a:xfrm>
              <a:off x="5437702" y="2630111"/>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137"/>
            <p:cNvSpPr/>
            <p:nvPr/>
          </p:nvSpPr>
          <p:spPr>
            <a:xfrm>
              <a:off x="5437702" y="2706764"/>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137"/>
            <p:cNvSpPr/>
            <p:nvPr/>
          </p:nvSpPr>
          <p:spPr>
            <a:xfrm>
              <a:off x="5437702" y="268113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137"/>
            <p:cNvSpPr/>
            <p:nvPr/>
          </p:nvSpPr>
          <p:spPr>
            <a:xfrm>
              <a:off x="5437702" y="265550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137"/>
            <p:cNvSpPr/>
            <p:nvPr/>
          </p:nvSpPr>
          <p:spPr>
            <a:xfrm>
              <a:off x="5475910" y="2630111"/>
              <a:ext cx="55304" cy="12579"/>
            </a:xfrm>
            <a:custGeom>
              <a:avLst/>
              <a:gdLst/>
              <a:ahLst/>
              <a:cxnLst/>
              <a:rect l="l" t="t" r="r" b="b"/>
              <a:pathLst>
                <a:path w="2106" h="479" extrusionOk="0">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137"/>
            <p:cNvSpPr/>
            <p:nvPr/>
          </p:nvSpPr>
          <p:spPr>
            <a:xfrm>
              <a:off x="5475910" y="2706764"/>
              <a:ext cx="80933" cy="12579"/>
            </a:xfrm>
            <a:custGeom>
              <a:avLst/>
              <a:gdLst/>
              <a:ahLst/>
              <a:cxnLst/>
              <a:rect l="l" t="t" r="r" b="b"/>
              <a:pathLst>
                <a:path w="3082" h="479" extrusionOk="0">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137"/>
            <p:cNvSpPr/>
            <p:nvPr/>
          </p:nvSpPr>
          <p:spPr>
            <a:xfrm>
              <a:off x="5475910" y="2681134"/>
              <a:ext cx="55304" cy="12841"/>
            </a:xfrm>
            <a:custGeom>
              <a:avLst/>
              <a:gdLst/>
              <a:ahLst/>
              <a:cxnLst/>
              <a:rect l="l" t="t" r="r" b="b"/>
              <a:pathLst>
                <a:path w="2106" h="489" extrusionOk="0">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137"/>
            <p:cNvSpPr/>
            <p:nvPr/>
          </p:nvSpPr>
          <p:spPr>
            <a:xfrm>
              <a:off x="5475910" y="2655504"/>
              <a:ext cx="80933" cy="12841"/>
            </a:xfrm>
            <a:custGeom>
              <a:avLst/>
              <a:gdLst/>
              <a:ahLst/>
              <a:cxnLst/>
              <a:rect l="l" t="t" r="r" b="b"/>
              <a:pathLst>
                <a:path w="3082" h="489" extrusionOk="0">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137"/>
            <p:cNvSpPr/>
            <p:nvPr/>
          </p:nvSpPr>
          <p:spPr>
            <a:xfrm>
              <a:off x="5571654" y="265550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137"/>
            <p:cNvSpPr/>
            <p:nvPr/>
          </p:nvSpPr>
          <p:spPr>
            <a:xfrm>
              <a:off x="5571654" y="2630111"/>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137"/>
            <p:cNvSpPr/>
            <p:nvPr/>
          </p:nvSpPr>
          <p:spPr>
            <a:xfrm>
              <a:off x="5571654" y="268113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137"/>
            <p:cNvSpPr/>
            <p:nvPr/>
          </p:nvSpPr>
          <p:spPr>
            <a:xfrm>
              <a:off x="5571654" y="2706764"/>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137"/>
            <p:cNvSpPr/>
            <p:nvPr/>
          </p:nvSpPr>
          <p:spPr>
            <a:xfrm>
              <a:off x="5446236" y="2527828"/>
              <a:ext cx="76443" cy="57326"/>
            </a:xfrm>
            <a:custGeom>
              <a:avLst/>
              <a:gdLst/>
              <a:ahLst/>
              <a:cxnLst/>
              <a:rect l="l" t="t" r="r" b="b"/>
              <a:pathLst>
                <a:path w="2911" h="2183" extrusionOk="0">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137"/>
            <p:cNvSpPr/>
            <p:nvPr/>
          </p:nvSpPr>
          <p:spPr>
            <a:xfrm>
              <a:off x="5470369" y="2527828"/>
              <a:ext cx="28177" cy="19249"/>
            </a:xfrm>
            <a:custGeom>
              <a:avLst/>
              <a:gdLst/>
              <a:ahLst/>
              <a:cxnLst/>
              <a:rect l="l" t="t" r="r" b="b"/>
              <a:pathLst>
                <a:path w="1073" h="733" extrusionOk="0">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137"/>
            <p:cNvSpPr/>
            <p:nvPr/>
          </p:nvSpPr>
          <p:spPr>
            <a:xfrm>
              <a:off x="5446236" y="2547917"/>
              <a:ext cx="76443" cy="37237"/>
            </a:xfrm>
            <a:custGeom>
              <a:avLst/>
              <a:gdLst/>
              <a:ahLst/>
              <a:cxnLst/>
              <a:rect l="l" t="t" r="r" b="b"/>
              <a:pathLst>
                <a:path w="2911" h="1418" extrusionOk="0">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137"/>
            <p:cNvSpPr/>
            <p:nvPr/>
          </p:nvSpPr>
          <p:spPr>
            <a:xfrm>
              <a:off x="5446000" y="2559235"/>
              <a:ext cx="19380" cy="25919"/>
            </a:xfrm>
            <a:custGeom>
              <a:avLst/>
              <a:gdLst/>
              <a:ahLst/>
              <a:cxnLst/>
              <a:rect l="l" t="t" r="r" b="b"/>
              <a:pathLst>
                <a:path w="738" h="987" extrusionOk="0">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137"/>
            <p:cNvSpPr/>
            <p:nvPr/>
          </p:nvSpPr>
          <p:spPr>
            <a:xfrm>
              <a:off x="5503536" y="2559235"/>
              <a:ext cx="19380" cy="25919"/>
            </a:xfrm>
            <a:custGeom>
              <a:avLst/>
              <a:gdLst/>
              <a:ahLst/>
              <a:cxnLst/>
              <a:rect l="l" t="t" r="r" b="b"/>
              <a:pathLst>
                <a:path w="738" h="987" extrusionOk="0">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137"/>
            <p:cNvSpPr/>
            <p:nvPr/>
          </p:nvSpPr>
          <p:spPr>
            <a:xfrm>
              <a:off x="5458815" y="2476569"/>
              <a:ext cx="51286" cy="57825"/>
            </a:xfrm>
            <a:custGeom>
              <a:avLst/>
              <a:gdLst/>
              <a:ahLst/>
              <a:cxnLst/>
              <a:rect l="l" t="t" r="r" b="b"/>
              <a:pathLst>
                <a:path w="1953" h="2202" extrusionOk="0">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137"/>
            <p:cNvSpPr/>
            <p:nvPr/>
          </p:nvSpPr>
          <p:spPr>
            <a:xfrm>
              <a:off x="5458867" y="2476569"/>
              <a:ext cx="35162" cy="57536"/>
            </a:xfrm>
            <a:custGeom>
              <a:avLst/>
              <a:gdLst/>
              <a:ahLst/>
              <a:cxnLst/>
              <a:rect l="l" t="t" r="r" b="b"/>
              <a:pathLst>
                <a:path w="1339" h="2191" extrusionOk="0">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137"/>
            <p:cNvSpPr/>
            <p:nvPr/>
          </p:nvSpPr>
          <p:spPr>
            <a:xfrm>
              <a:off x="5458815" y="2476569"/>
              <a:ext cx="51286" cy="25656"/>
            </a:xfrm>
            <a:custGeom>
              <a:avLst/>
              <a:gdLst/>
              <a:ahLst/>
              <a:cxnLst/>
              <a:rect l="l" t="t" r="r" b="b"/>
              <a:pathLst>
                <a:path w="1953" h="977" extrusionOk="0">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137"/>
            <p:cNvSpPr/>
            <p:nvPr/>
          </p:nvSpPr>
          <p:spPr>
            <a:xfrm>
              <a:off x="5459051" y="2476569"/>
              <a:ext cx="34978" cy="23398"/>
            </a:xfrm>
            <a:custGeom>
              <a:avLst/>
              <a:gdLst/>
              <a:ahLst/>
              <a:cxnLst/>
              <a:rect l="l" t="t" r="r" b="b"/>
              <a:pathLst>
                <a:path w="1332" h="891" extrusionOk="0">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9" name="Google Shape;15269;p137"/>
          <p:cNvGrpSpPr/>
          <p:nvPr/>
        </p:nvGrpSpPr>
        <p:grpSpPr>
          <a:xfrm>
            <a:off x="5743289" y="2439122"/>
            <a:ext cx="444871" cy="316407"/>
            <a:chOff x="5743289" y="2439122"/>
            <a:chExt cx="444871" cy="316407"/>
          </a:xfrm>
        </p:grpSpPr>
        <p:sp>
          <p:nvSpPr>
            <p:cNvPr id="15270" name="Google Shape;15270;p137"/>
            <p:cNvSpPr/>
            <p:nvPr/>
          </p:nvSpPr>
          <p:spPr>
            <a:xfrm>
              <a:off x="5999902" y="2549177"/>
              <a:ext cx="137497" cy="130722"/>
            </a:xfrm>
            <a:custGeom>
              <a:avLst/>
              <a:gdLst/>
              <a:ahLst/>
              <a:cxnLst/>
              <a:rect l="l" t="t" r="r" b="b"/>
              <a:pathLst>
                <a:path w="5236" h="4978" extrusionOk="0">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137"/>
            <p:cNvSpPr/>
            <p:nvPr/>
          </p:nvSpPr>
          <p:spPr>
            <a:xfrm>
              <a:off x="6000138" y="2570054"/>
              <a:ext cx="137497" cy="110082"/>
            </a:xfrm>
            <a:custGeom>
              <a:avLst/>
              <a:gdLst/>
              <a:ahLst/>
              <a:cxnLst/>
              <a:rect l="l" t="t" r="r" b="b"/>
              <a:pathLst>
                <a:path w="5236" h="4192" extrusionOk="0">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137"/>
            <p:cNvSpPr/>
            <p:nvPr/>
          </p:nvSpPr>
          <p:spPr>
            <a:xfrm>
              <a:off x="6046645" y="2549177"/>
              <a:ext cx="44511" cy="20640"/>
            </a:xfrm>
            <a:custGeom>
              <a:avLst/>
              <a:gdLst/>
              <a:ahLst/>
              <a:cxnLst/>
              <a:rect l="l" t="t" r="r" b="b"/>
              <a:pathLst>
                <a:path w="1695" h="786" extrusionOk="0">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137"/>
            <p:cNvSpPr/>
            <p:nvPr/>
          </p:nvSpPr>
          <p:spPr>
            <a:xfrm>
              <a:off x="6020753" y="2452935"/>
              <a:ext cx="34453" cy="75681"/>
            </a:xfrm>
            <a:custGeom>
              <a:avLst/>
              <a:gdLst/>
              <a:ahLst/>
              <a:cxnLst/>
              <a:rect l="l" t="t" r="r" b="b"/>
              <a:pathLst>
                <a:path w="1312" h="2882" extrusionOk="0">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137"/>
            <p:cNvSpPr/>
            <p:nvPr/>
          </p:nvSpPr>
          <p:spPr>
            <a:xfrm>
              <a:off x="6034565" y="2446159"/>
              <a:ext cx="82456" cy="82456"/>
            </a:xfrm>
            <a:custGeom>
              <a:avLst/>
              <a:gdLst/>
              <a:ahLst/>
              <a:cxnLst/>
              <a:rect l="l" t="t" r="r" b="b"/>
              <a:pathLst>
                <a:path w="3140" h="3140" extrusionOk="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137"/>
            <p:cNvSpPr/>
            <p:nvPr/>
          </p:nvSpPr>
          <p:spPr>
            <a:xfrm>
              <a:off x="6027528" y="2480324"/>
              <a:ext cx="82982" cy="75681"/>
            </a:xfrm>
            <a:custGeom>
              <a:avLst/>
              <a:gdLst/>
              <a:ahLst/>
              <a:cxnLst/>
              <a:rect l="l" t="t" r="r" b="b"/>
              <a:pathLst>
                <a:path w="3160" h="2882" extrusionOk="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137"/>
            <p:cNvSpPr/>
            <p:nvPr/>
          </p:nvSpPr>
          <p:spPr>
            <a:xfrm>
              <a:off x="6027528" y="2480586"/>
              <a:ext cx="82456" cy="74158"/>
            </a:xfrm>
            <a:custGeom>
              <a:avLst/>
              <a:gdLst/>
              <a:ahLst/>
              <a:cxnLst/>
              <a:rect l="l" t="t" r="r" b="b"/>
              <a:pathLst>
                <a:path w="3140" h="2824" extrusionOk="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137"/>
            <p:cNvSpPr/>
            <p:nvPr/>
          </p:nvSpPr>
          <p:spPr>
            <a:xfrm>
              <a:off x="6000138" y="2583368"/>
              <a:ext cx="27415" cy="96768"/>
            </a:xfrm>
            <a:custGeom>
              <a:avLst/>
              <a:gdLst/>
              <a:ahLst/>
              <a:cxnLst/>
              <a:rect l="l" t="t" r="r" b="b"/>
              <a:pathLst>
                <a:path w="1044" h="3685" extrusionOk="0">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137"/>
            <p:cNvSpPr/>
            <p:nvPr/>
          </p:nvSpPr>
          <p:spPr>
            <a:xfrm>
              <a:off x="6075794" y="2583368"/>
              <a:ext cx="61842" cy="96532"/>
            </a:xfrm>
            <a:custGeom>
              <a:avLst/>
              <a:gdLst/>
              <a:ahLst/>
              <a:cxnLst/>
              <a:rect l="l" t="t" r="r" b="b"/>
              <a:pathLst>
                <a:path w="2355" h="3676" extrusionOk="0">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137"/>
            <p:cNvSpPr/>
            <p:nvPr/>
          </p:nvSpPr>
          <p:spPr>
            <a:xfrm>
              <a:off x="5766424" y="2686649"/>
              <a:ext cx="398863" cy="20903"/>
            </a:xfrm>
            <a:custGeom>
              <a:avLst/>
              <a:gdLst/>
              <a:ahLst/>
              <a:cxnLst/>
              <a:rect l="l" t="t" r="r" b="b"/>
              <a:pathLst>
                <a:path w="15189" h="796" extrusionOk="0">
                  <a:moveTo>
                    <a:pt x="0" y="1"/>
                  </a:moveTo>
                  <a:lnTo>
                    <a:pt x="0" y="795"/>
                  </a:lnTo>
                  <a:lnTo>
                    <a:pt x="15188" y="795"/>
                  </a:lnTo>
                  <a:lnTo>
                    <a:pt x="15188"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137"/>
            <p:cNvSpPr/>
            <p:nvPr/>
          </p:nvSpPr>
          <p:spPr>
            <a:xfrm>
              <a:off x="5759387"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137"/>
            <p:cNvSpPr/>
            <p:nvPr/>
          </p:nvSpPr>
          <p:spPr>
            <a:xfrm>
              <a:off x="6158224"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137"/>
            <p:cNvSpPr/>
            <p:nvPr/>
          </p:nvSpPr>
          <p:spPr>
            <a:xfrm>
              <a:off x="5759387"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137"/>
            <p:cNvSpPr/>
            <p:nvPr/>
          </p:nvSpPr>
          <p:spPr>
            <a:xfrm>
              <a:off x="6158224"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137"/>
            <p:cNvSpPr/>
            <p:nvPr/>
          </p:nvSpPr>
          <p:spPr>
            <a:xfrm>
              <a:off x="5743289" y="2679873"/>
              <a:ext cx="444871" cy="13839"/>
            </a:xfrm>
            <a:custGeom>
              <a:avLst/>
              <a:gdLst/>
              <a:ahLst/>
              <a:cxnLst/>
              <a:rect l="l" t="t" r="r" b="b"/>
              <a:pathLst>
                <a:path w="16941" h="527" extrusionOk="0">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137"/>
            <p:cNvSpPr/>
            <p:nvPr/>
          </p:nvSpPr>
          <p:spPr>
            <a:xfrm>
              <a:off x="6068992" y="2666034"/>
              <a:ext cx="41254" cy="13865"/>
            </a:xfrm>
            <a:custGeom>
              <a:avLst/>
              <a:gdLst/>
              <a:ahLst/>
              <a:cxnLst/>
              <a:rect l="l" t="t" r="r" b="b"/>
              <a:pathLst>
                <a:path w="1571" h="528" extrusionOk="0">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137"/>
            <p:cNvSpPr/>
            <p:nvPr/>
          </p:nvSpPr>
          <p:spPr>
            <a:xfrm>
              <a:off x="5986326" y="2611020"/>
              <a:ext cx="96269" cy="68880"/>
            </a:xfrm>
            <a:custGeom>
              <a:avLst/>
              <a:gdLst/>
              <a:ahLst/>
              <a:cxnLst/>
              <a:rect l="l" t="t" r="r" b="b"/>
              <a:pathLst>
                <a:path w="3666" h="2623" extrusionOk="0">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137"/>
            <p:cNvSpPr/>
            <p:nvPr/>
          </p:nvSpPr>
          <p:spPr>
            <a:xfrm>
              <a:off x="6025269" y="2638645"/>
              <a:ext cx="18382" cy="13865"/>
            </a:xfrm>
            <a:custGeom>
              <a:avLst/>
              <a:gdLst/>
              <a:ahLst/>
              <a:cxnLst/>
              <a:rect l="l" t="t" r="r" b="b"/>
              <a:pathLst>
                <a:path w="700" h="528" extrusionOk="0">
                  <a:moveTo>
                    <a:pt x="355" y="1"/>
                  </a:moveTo>
                  <a:cubicBezTo>
                    <a:pt x="1" y="1"/>
                    <a:pt x="1" y="518"/>
                    <a:pt x="355" y="527"/>
                  </a:cubicBezTo>
                  <a:cubicBezTo>
                    <a:pt x="699" y="518"/>
                    <a:pt x="699" y="1"/>
                    <a:pt x="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137"/>
            <p:cNvSpPr/>
            <p:nvPr/>
          </p:nvSpPr>
          <p:spPr>
            <a:xfrm>
              <a:off x="5807390" y="2556215"/>
              <a:ext cx="137734" cy="123685"/>
            </a:xfrm>
            <a:custGeom>
              <a:avLst/>
              <a:gdLst/>
              <a:ahLst/>
              <a:cxnLst/>
              <a:rect l="l" t="t" r="r" b="b"/>
              <a:pathLst>
                <a:path w="5245" h="4710" extrusionOk="0">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137"/>
            <p:cNvSpPr/>
            <p:nvPr/>
          </p:nvSpPr>
          <p:spPr>
            <a:xfrm>
              <a:off x="5807626" y="2587386"/>
              <a:ext cx="27678" cy="92514"/>
            </a:xfrm>
            <a:custGeom>
              <a:avLst/>
              <a:gdLst/>
              <a:ahLst/>
              <a:cxnLst/>
              <a:rect l="l" t="t" r="r" b="b"/>
              <a:pathLst>
                <a:path w="1054" h="3523" extrusionOk="0">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137"/>
            <p:cNvSpPr/>
            <p:nvPr/>
          </p:nvSpPr>
          <p:spPr>
            <a:xfrm>
              <a:off x="5917708" y="2587386"/>
              <a:ext cx="27415" cy="92514"/>
            </a:xfrm>
            <a:custGeom>
              <a:avLst/>
              <a:gdLst/>
              <a:ahLst/>
              <a:cxnLst/>
              <a:rect l="l" t="t" r="r" b="b"/>
              <a:pathLst>
                <a:path w="1044" h="3523" extrusionOk="0">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137"/>
            <p:cNvSpPr/>
            <p:nvPr/>
          </p:nvSpPr>
          <p:spPr>
            <a:xfrm>
              <a:off x="5843314" y="2556215"/>
              <a:ext cx="66123" cy="20640"/>
            </a:xfrm>
            <a:custGeom>
              <a:avLst/>
              <a:gdLst/>
              <a:ahLst/>
              <a:cxnLst/>
              <a:rect l="l" t="t" r="r" b="b"/>
              <a:pathLst>
                <a:path w="2518" h="786" extrusionOk="0">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137"/>
            <p:cNvSpPr/>
            <p:nvPr/>
          </p:nvSpPr>
          <p:spPr>
            <a:xfrm>
              <a:off x="5815688" y="2439122"/>
              <a:ext cx="121400" cy="123921"/>
            </a:xfrm>
            <a:custGeom>
              <a:avLst/>
              <a:gdLst/>
              <a:ahLst/>
              <a:cxnLst/>
              <a:rect l="l" t="t" r="r" b="b"/>
              <a:pathLst>
                <a:path w="4623" h="4719" extrusionOk="0">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137"/>
            <p:cNvSpPr/>
            <p:nvPr/>
          </p:nvSpPr>
          <p:spPr>
            <a:xfrm>
              <a:off x="5828241" y="2714300"/>
              <a:ext cx="13839" cy="41228"/>
            </a:xfrm>
            <a:custGeom>
              <a:avLst/>
              <a:gdLst/>
              <a:ahLst/>
              <a:cxnLst/>
              <a:rect l="l" t="t" r="r" b="b"/>
              <a:pathLst>
                <a:path w="527" h="1570" extrusionOk="0">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137"/>
            <p:cNvSpPr/>
            <p:nvPr/>
          </p:nvSpPr>
          <p:spPr>
            <a:xfrm>
              <a:off x="5828241" y="2707263"/>
              <a:ext cx="13839" cy="27678"/>
            </a:xfrm>
            <a:custGeom>
              <a:avLst/>
              <a:gdLst/>
              <a:ahLst/>
              <a:cxnLst/>
              <a:rect l="l" t="t" r="r" b="b"/>
              <a:pathLst>
                <a:path w="527"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137"/>
            <p:cNvSpPr/>
            <p:nvPr/>
          </p:nvSpPr>
          <p:spPr>
            <a:xfrm>
              <a:off x="5910671" y="2714300"/>
              <a:ext cx="13865" cy="41228"/>
            </a:xfrm>
            <a:custGeom>
              <a:avLst/>
              <a:gdLst/>
              <a:ahLst/>
              <a:cxnLst/>
              <a:rect l="l" t="t" r="r" b="b"/>
              <a:pathLst>
                <a:path w="528" h="1570" extrusionOk="0">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137"/>
            <p:cNvSpPr/>
            <p:nvPr/>
          </p:nvSpPr>
          <p:spPr>
            <a:xfrm>
              <a:off x="5910671" y="2707263"/>
              <a:ext cx="13865" cy="27678"/>
            </a:xfrm>
            <a:custGeom>
              <a:avLst/>
              <a:gdLst/>
              <a:ahLst/>
              <a:cxnLst/>
              <a:rect l="l" t="t" r="r" b="b"/>
              <a:pathLst>
                <a:path w="528"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137"/>
            <p:cNvSpPr/>
            <p:nvPr/>
          </p:nvSpPr>
          <p:spPr>
            <a:xfrm>
              <a:off x="5828241" y="2604218"/>
              <a:ext cx="96295" cy="116883"/>
            </a:xfrm>
            <a:custGeom>
              <a:avLst/>
              <a:gdLst/>
              <a:ahLst/>
              <a:cxnLst/>
              <a:rect l="l" t="t" r="r" b="b"/>
              <a:pathLst>
                <a:path w="3667" h="4451" extrusionOk="0">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137"/>
            <p:cNvSpPr/>
            <p:nvPr/>
          </p:nvSpPr>
          <p:spPr>
            <a:xfrm>
              <a:off x="5815688" y="2439306"/>
              <a:ext cx="73896" cy="121216"/>
            </a:xfrm>
            <a:custGeom>
              <a:avLst/>
              <a:gdLst/>
              <a:ahLst/>
              <a:cxnLst/>
              <a:rect l="l" t="t" r="r" b="b"/>
              <a:pathLst>
                <a:path w="2814" h="4616" extrusionOk="0">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9" name="Google Shape;15299;p137"/>
          <p:cNvGrpSpPr/>
          <p:nvPr/>
        </p:nvGrpSpPr>
        <p:grpSpPr>
          <a:xfrm>
            <a:off x="6230360" y="2432583"/>
            <a:ext cx="351359" cy="363412"/>
            <a:chOff x="6230360" y="2432583"/>
            <a:chExt cx="351359" cy="363412"/>
          </a:xfrm>
        </p:grpSpPr>
        <p:sp>
          <p:nvSpPr>
            <p:cNvPr id="15300" name="Google Shape;15300;p137"/>
            <p:cNvSpPr/>
            <p:nvPr/>
          </p:nvSpPr>
          <p:spPr>
            <a:xfrm>
              <a:off x="6361791" y="2432583"/>
              <a:ext cx="219928" cy="325230"/>
            </a:xfrm>
            <a:custGeom>
              <a:avLst/>
              <a:gdLst/>
              <a:ahLst/>
              <a:cxnLst/>
              <a:rect l="l" t="t" r="r" b="b"/>
              <a:pathLst>
                <a:path w="8375" h="12385" extrusionOk="0">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137"/>
            <p:cNvSpPr/>
            <p:nvPr/>
          </p:nvSpPr>
          <p:spPr>
            <a:xfrm>
              <a:off x="6361791" y="2432583"/>
              <a:ext cx="9585" cy="40230"/>
            </a:xfrm>
            <a:custGeom>
              <a:avLst/>
              <a:gdLst/>
              <a:ahLst/>
              <a:cxnLst/>
              <a:rect l="l" t="t" r="r" b="b"/>
              <a:pathLst>
                <a:path w="365" h="1532" extrusionOk="0">
                  <a:moveTo>
                    <a:pt x="354" y="0"/>
                  </a:moveTo>
                  <a:cubicBezTo>
                    <a:pt x="287" y="0"/>
                    <a:pt x="0" y="19"/>
                    <a:pt x="0" y="278"/>
                  </a:cubicBezTo>
                  <a:lnTo>
                    <a:pt x="0" y="1531"/>
                  </a:lnTo>
                  <a:lnTo>
                    <a:pt x="364" y="1531"/>
                  </a:lnTo>
                  <a:lnTo>
                    <a:pt x="36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137"/>
            <p:cNvSpPr/>
            <p:nvPr/>
          </p:nvSpPr>
          <p:spPr>
            <a:xfrm>
              <a:off x="6510817" y="2432583"/>
              <a:ext cx="70403" cy="70377"/>
            </a:xfrm>
            <a:custGeom>
              <a:avLst/>
              <a:gdLst/>
              <a:ahLst/>
              <a:cxnLst/>
              <a:rect l="l" t="t" r="r" b="b"/>
              <a:pathLst>
                <a:path w="2681" h="2680" extrusionOk="0">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137"/>
            <p:cNvSpPr/>
            <p:nvPr/>
          </p:nvSpPr>
          <p:spPr>
            <a:xfrm>
              <a:off x="6361791" y="2469006"/>
              <a:ext cx="107088" cy="16124"/>
            </a:xfrm>
            <a:custGeom>
              <a:avLst/>
              <a:gdLst/>
              <a:ahLst/>
              <a:cxnLst/>
              <a:rect l="l" t="t" r="r" b="b"/>
              <a:pathLst>
                <a:path w="4078" h="614" extrusionOk="0">
                  <a:moveTo>
                    <a:pt x="0" y="1"/>
                  </a:moveTo>
                  <a:lnTo>
                    <a:pt x="0" y="144"/>
                  </a:lnTo>
                  <a:lnTo>
                    <a:pt x="3608" y="144"/>
                  </a:lnTo>
                  <a:lnTo>
                    <a:pt x="4077" y="613"/>
                  </a:lnTo>
                  <a:lnTo>
                    <a:pt x="407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137"/>
            <p:cNvSpPr/>
            <p:nvPr/>
          </p:nvSpPr>
          <p:spPr>
            <a:xfrm>
              <a:off x="6465571" y="2469006"/>
              <a:ext cx="73160" cy="288807"/>
            </a:xfrm>
            <a:custGeom>
              <a:avLst/>
              <a:gdLst/>
              <a:ahLst/>
              <a:cxnLst/>
              <a:rect l="l" t="t" r="r" b="b"/>
              <a:pathLst>
                <a:path w="2786" h="10998" extrusionOk="0">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137"/>
            <p:cNvSpPr/>
            <p:nvPr/>
          </p:nvSpPr>
          <p:spPr>
            <a:xfrm>
              <a:off x="6309508" y="2469006"/>
              <a:ext cx="9585" cy="131983"/>
            </a:xfrm>
            <a:custGeom>
              <a:avLst/>
              <a:gdLst/>
              <a:ahLst/>
              <a:cxnLst/>
              <a:rect l="l" t="t" r="r" b="b"/>
              <a:pathLst>
                <a:path w="365" h="5026" extrusionOk="0">
                  <a:moveTo>
                    <a:pt x="345" y="1"/>
                  </a:moveTo>
                  <a:cubicBezTo>
                    <a:pt x="288" y="1"/>
                    <a:pt x="29" y="20"/>
                    <a:pt x="1" y="231"/>
                  </a:cubicBezTo>
                  <a:lnTo>
                    <a:pt x="1" y="5025"/>
                  </a:lnTo>
                  <a:lnTo>
                    <a:pt x="364" y="4977"/>
                  </a:lnTo>
                  <a:lnTo>
                    <a:pt x="364"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137"/>
            <p:cNvSpPr/>
            <p:nvPr/>
          </p:nvSpPr>
          <p:spPr>
            <a:xfrm>
              <a:off x="6309770" y="2591692"/>
              <a:ext cx="134477" cy="201283"/>
            </a:xfrm>
            <a:custGeom>
              <a:avLst/>
              <a:gdLst/>
              <a:ahLst/>
              <a:cxnLst/>
              <a:rect l="l" t="t" r="r" b="b"/>
              <a:pathLst>
                <a:path w="5121" h="7665" extrusionOk="0">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137"/>
            <p:cNvSpPr/>
            <p:nvPr/>
          </p:nvSpPr>
          <p:spPr>
            <a:xfrm>
              <a:off x="6310768" y="2468507"/>
              <a:ext cx="219691" cy="325230"/>
            </a:xfrm>
            <a:custGeom>
              <a:avLst/>
              <a:gdLst/>
              <a:ahLst/>
              <a:cxnLst/>
              <a:rect l="l" t="t" r="r" b="b"/>
              <a:pathLst>
                <a:path w="8366" h="12385" extrusionOk="0">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137"/>
            <p:cNvSpPr/>
            <p:nvPr/>
          </p:nvSpPr>
          <p:spPr>
            <a:xfrm>
              <a:off x="6230360" y="2591666"/>
              <a:ext cx="204329" cy="204329"/>
            </a:xfrm>
            <a:custGeom>
              <a:avLst/>
              <a:gdLst/>
              <a:ahLst/>
              <a:cxnLst/>
              <a:rect l="l" t="t" r="r" b="b"/>
              <a:pathLst>
                <a:path w="7781" h="7781" extrusionOk="0">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137"/>
            <p:cNvSpPr/>
            <p:nvPr/>
          </p:nvSpPr>
          <p:spPr>
            <a:xfrm>
              <a:off x="6234115" y="2591666"/>
              <a:ext cx="104331" cy="204329"/>
            </a:xfrm>
            <a:custGeom>
              <a:avLst/>
              <a:gdLst/>
              <a:ahLst/>
              <a:cxnLst/>
              <a:rect l="l" t="t" r="r" b="b"/>
              <a:pathLst>
                <a:path w="3973" h="7781" extrusionOk="0">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137"/>
            <p:cNvSpPr/>
            <p:nvPr/>
          </p:nvSpPr>
          <p:spPr>
            <a:xfrm>
              <a:off x="6262528" y="2728875"/>
              <a:ext cx="140491" cy="67121"/>
            </a:xfrm>
            <a:custGeom>
              <a:avLst/>
              <a:gdLst/>
              <a:ahLst/>
              <a:cxnLst/>
              <a:rect l="l" t="t" r="r" b="b"/>
              <a:pathLst>
                <a:path w="5350" h="2556" extrusionOk="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137"/>
            <p:cNvSpPr/>
            <p:nvPr/>
          </p:nvSpPr>
          <p:spPr>
            <a:xfrm>
              <a:off x="6262528" y="2729137"/>
              <a:ext cx="74920" cy="66858"/>
            </a:xfrm>
            <a:custGeom>
              <a:avLst/>
              <a:gdLst/>
              <a:ahLst/>
              <a:cxnLst/>
              <a:rect l="l" t="t" r="r" b="b"/>
              <a:pathLst>
                <a:path w="2853" h="2546" extrusionOk="0">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137"/>
            <p:cNvSpPr/>
            <p:nvPr/>
          </p:nvSpPr>
          <p:spPr>
            <a:xfrm>
              <a:off x="6283878" y="2609996"/>
              <a:ext cx="98029" cy="64862"/>
            </a:xfrm>
            <a:custGeom>
              <a:avLst/>
              <a:gdLst/>
              <a:ahLst/>
              <a:cxnLst/>
              <a:rect l="l" t="t" r="r" b="b"/>
              <a:pathLst>
                <a:path w="3733" h="2470" extrusionOk="0">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137"/>
            <p:cNvSpPr/>
            <p:nvPr/>
          </p:nvSpPr>
          <p:spPr>
            <a:xfrm>
              <a:off x="6283878" y="2610258"/>
              <a:ext cx="53308" cy="64600"/>
            </a:xfrm>
            <a:custGeom>
              <a:avLst/>
              <a:gdLst/>
              <a:ahLst/>
              <a:cxnLst/>
              <a:rect l="l" t="t" r="r" b="b"/>
              <a:pathLst>
                <a:path w="2030" h="2460" extrusionOk="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137"/>
            <p:cNvSpPr/>
            <p:nvPr/>
          </p:nvSpPr>
          <p:spPr>
            <a:xfrm>
              <a:off x="6368566" y="2668319"/>
              <a:ext cx="18119" cy="26917"/>
            </a:xfrm>
            <a:custGeom>
              <a:avLst/>
              <a:gdLst/>
              <a:ahLst/>
              <a:cxnLst/>
              <a:rect l="l" t="t" r="r" b="b"/>
              <a:pathLst>
                <a:path w="690" h="1025" extrusionOk="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137"/>
            <p:cNvSpPr/>
            <p:nvPr/>
          </p:nvSpPr>
          <p:spPr>
            <a:xfrm>
              <a:off x="6276079" y="2668319"/>
              <a:ext cx="21402" cy="26917"/>
            </a:xfrm>
            <a:custGeom>
              <a:avLst/>
              <a:gdLst/>
              <a:ahLst/>
              <a:cxnLst/>
              <a:rect l="l" t="t" r="r" b="b"/>
              <a:pathLst>
                <a:path w="815" h="1025" extrusionOk="0">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137"/>
            <p:cNvSpPr/>
            <p:nvPr/>
          </p:nvSpPr>
          <p:spPr>
            <a:xfrm>
              <a:off x="6315048" y="2715613"/>
              <a:ext cx="35950" cy="38917"/>
            </a:xfrm>
            <a:custGeom>
              <a:avLst/>
              <a:gdLst/>
              <a:ahLst/>
              <a:cxnLst/>
              <a:rect l="l" t="t" r="r" b="b"/>
              <a:pathLst>
                <a:path w="1369" h="1482" extrusionOk="0">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137"/>
            <p:cNvSpPr/>
            <p:nvPr/>
          </p:nvSpPr>
          <p:spPr>
            <a:xfrm>
              <a:off x="6315048" y="2715745"/>
              <a:ext cx="21875" cy="38786"/>
            </a:xfrm>
            <a:custGeom>
              <a:avLst/>
              <a:gdLst/>
              <a:ahLst/>
              <a:cxnLst/>
              <a:rect l="l" t="t" r="r" b="b"/>
              <a:pathLst>
                <a:path w="833" h="1477" extrusionOk="0">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137"/>
            <p:cNvSpPr/>
            <p:nvPr/>
          </p:nvSpPr>
          <p:spPr>
            <a:xfrm>
              <a:off x="6294172" y="2648178"/>
              <a:ext cx="76942" cy="77467"/>
            </a:xfrm>
            <a:custGeom>
              <a:avLst/>
              <a:gdLst/>
              <a:ahLst/>
              <a:cxnLst/>
              <a:rect l="l" t="t" r="r" b="b"/>
              <a:pathLst>
                <a:path w="2930" h="2950" extrusionOk="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137"/>
            <p:cNvSpPr/>
            <p:nvPr/>
          </p:nvSpPr>
          <p:spPr>
            <a:xfrm>
              <a:off x="6294434" y="2648099"/>
              <a:ext cx="56328" cy="77546"/>
            </a:xfrm>
            <a:custGeom>
              <a:avLst/>
              <a:gdLst/>
              <a:ahLst/>
              <a:cxnLst/>
              <a:rect l="l" t="t" r="r" b="b"/>
              <a:pathLst>
                <a:path w="2145" h="2953" extrusionOk="0">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137"/>
            <p:cNvSpPr/>
            <p:nvPr/>
          </p:nvSpPr>
          <p:spPr>
            <a:xfrm>
              <a:off x="6459557" y="2469268"/>
              <a:ext cx="69878" cy="70140"/>
            </a:xfrm>
            <a:custGeom>
              <a:avLst/>
              <a:gdLst/>
              <a:ahLst/>
              <a:cxnLst/>
              <a:rect l="l" t="t" r="r" b="b"/>
              <a:pathLst>
                <a:path w="2661" h="2671" extrusionOk="0">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1" name="Google Shape;15321;p137"/>
          <p:cNvGrpSpPr/>
          <p:nvPr/>
        </p:nvGrpSpPr>
        <p:grpSpPr>
          <a:xfrm>
            <a:off x="6633976" y="2459552"/>
            <a:ext cx="387781" cy="286680"/>
            <a:chOff x="6633976" y="2459552"/>
            <a:chExt cx="387781" cy="286680"/>
          </a:xfrm>
        </p:grpSpPr>
        <p:sp>
          <p:nvSpPr>
            <p:cNvPr id="15322" name="Google Shape;15322;p137"/>
            <p:cNvSpPr/>
            <p:nvPr/>
          </p:nvSpPr>
          <p:spPr>
            <a:xfrm>
              <a:off x="6635473" y="2459552"/>
              <a:ext cx="386285" cy="205773"/>
            </a:xfrm>
            <a:custGeom>
              <a:avLst/>
              <a:gdLst/>
              <a:ahLst/>
              <a:cxnLst/>
              <a:rect l="l" t="t" r="r" b="b"/>
              <a:pathLst>
                <a:path w="14710" h="7836" extrusionOk="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137"/>
            <p:cNvSpPr/>
            <p:nvPr/>
          </p:nvSpPr>
          <p:spPr>
            <a:xfrm>
              <a:off x="6633976" y="2522051"/>
              <a:ext cx="352856" cy="143012"/>
            </a:xfrm>
            <a:custGeom>
              <a:avLst/>
              <a:gdLst/>
              <a:ahLst/>
              <a:cxnLst/>
              <a:rect l="l" t="t" r="r" b="b"/>
              <a:pathLst>
                <a:path w="13437" h="5446" extrusionOk="0">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137"/>
            <p:cNvSpPr/>
            <p:nvPr/>
          </p:nvSpPr>
          <p:spPr>
            <a:xfrm>
              <a:off x="6759867" y="2559235"/>
              <a:ext cx="137261" cy="186997"/>
            </a:xfrm>
            <a:custGeom>
              <a:avLst/>
              <a:gdLst/>
              <a:ahLst/>
              <a:cxnLst/>
              <a:rect l="l" t="t" r="r" b="b"/>
              <a:pathLst>
                <a:path w="5227" h="7121" extrusionOk="0">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137"/>
            <p:cNvSpPr/>
            <p:nvPr/>
          </p:nvSpPr>
          <p:spPr>
            <a:xfrm>
              <a:off x="6792613" y="2632553"/>
              <a:ext cx="72189" cy="84163"/>
            </a:xfrm>
            <a:custGeom>
              <a:avLst/>
              <a:gdLst/>
              <a:ahLst/>
              <a:cxnLst/>
              <a:rect l="l" t="t" r="r" b="b"/>
              <a:pathLst>
                <a:path w="2749" h="3205" extrusionOk="0">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137"/>
            <p:cNvSpPr/>
            <p:nvPr/>
          </p:nvSpPr>
          <p:spPr>
            <a:xfrm>
              <a:off x="6792429" y="2477882"/>
              <a:ext cx="58875" cy="39416"/>
            </a:xfrm>
            <a:custGeom>
              <a:avLst/>
              <a:gdLst/>
              <a:ahLst/>
              <a:cxnLst/>
              <a:rect l="l" t="t" r="r" b="b"/>
              <a:pathLst>
                <a:path w="2242" h="1501" extrusionOk="0">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137"/>
            <p:cNvSpPr/>
            <p:nvPr/>
          </p:nvSpPr>
          <p:spPr>
            <a:xfrm>
              <a:off x="6891823" y="2516720"/>
              <a:ext cx="47005" cy="38024"/>
            </a:xfrm>
            <a:custGeom>
              <a:avLst/>
              <a:gdLst/>
              <a:ahLst/>
              <a:cxnLst/>
              <a:rect l="l" t="t" r="r" b="b"/>
              <a:pathLst>
                <a:path w="1790" h="1448" extrusionOk="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137"/>
            <p:cNvSpPr/>
            <p:nvPr/>
          </p:nvSpPr>
          <p:spPr>
            <a:xfrm>
              <a:off x="6841036" y="2559235"/>
              <a:ext cx="56091" cy="56328"/>
            </a:xfrm>
            <a:custGeom>
              <a:avLst/>
              <a:gdLst/>
              <a:ahLst/>
              <a:cxnLst/>
              <a:rect l="l" t="t" r="r" b="b"/>
              <a:pathLst>
                <a:path w="2136" h="2145" extrusionOk="0">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9" name="Google Shape;15329;p137"/>
          <p:cNvGrpSpPr/>
          <p:nvPr/>
        </p:nvGrpSpPr>
        <p:grpSpPr>
          <a:xfrm>
            <a:off x="7091110" y="2428565"/>
            <a:ext cx="376989" cy="348864"/>
            <a:chOff x="7091110" y="2428565"/>
            <a:chExt cx="376989" cy="348864"/>
          </a:xfrm>
        </p:grpSpPr>
        <p:sp>
          <p:nvSpPr>
            <p:cNvPr id="15330" name="Google Shape;15330;p137"/>
            <p:cNvSpPr/>
            <p:nvPr/>
          </p:nvSpPr>
          <p:spPr>
            <a:xfrm>
              <a:off x="7213692" y="2609759"/>
              <a:ext cx="124577" cy="104305"/>
            </a:xfrm>
            <a:custGeom>
              <a:avLst/>
              <a:gdLst/>
              <a:ahLst/>
              <a:cxnLst/>
              <a:rect l="l" t="t" r="r" b="b"/>
              <a:pathLst>
                <a:path w="4744" h="3972" extrusionOk="0">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137"/>
            <p:cNvSpPr/>
            <p:nvPr/>
          </p:nvSpPr>
          <p:spPr>
            <a:xfrm>
              <a:off x="7346699" y="2713539"/>
              <a:ext cx="121400" cy="63891"/>
            </a:xfrm>
            <a:custGeom>
              <a:avLst/>
              <a:gdLst/>
              <a:ahLst/>
              <a:cxnLst/>
              <a:rect l="l" t="t" r="r" b="b"/>
              <a:pathLst>
                <a:path w="4623" h="2433" extrusionOk="0">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137"/>
            <p:cNvSpPr/>
            <p:nvPr/>
          </p:nvSpPr>
          <p:spPr>
            <a:xfrm>
              <a:off x="7345176" y="2713539"/>
              <a:ext cx="49290" cy="63891"/>
            </a:xfrm>
            <a:custGeom>
              <a:avLst/>
              <a:gdLst/>
              <a:ahLst/>
              <a:cxnLst/>
              <a:rect l="l" t="t" r="r" b="b"/>
              <a:pathLst>
                <a:path w="1877" h="2433" extrusionOk="0">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137"/>
            <p:cNvSpPr/>
            <p:nvPr/>
          </p:nvSpPr>
          <p:spPr>
            <a:xfrm>
              <a:off x="7367549" y="2612753"/>
              <a:ext cx="76942" cy="54332"/>
            </a:xfrm>
            <a:custGeom>
              <a:avLst/>
              <a:gdLst/>
              <a:ahLst/>
              <a:cxnLst/>
              <a:rect l="l" t="t" r="r" b="b"/>
              <a:pathLst>
                <a:path w="2930" h="2069" extrusionOk="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137"/>
            <p:cNvSpPr/>
            <p:nvPr/>
          </p:nvSpPr>
          <p:spPr>
            <a:xfrm>
              <a:off x="7367549" y="2612779"/>
              <a:ext cx="41753" cy="54306"/>
            </a:xfrm>
            <a:custGeom>
              <a:avLst/>
              <a:gdLst/>
              <a:ahLst/>
              <a:cxnLst/>
              <a:rect l="l" t="t" r="r" b="b"/>
              <a:pathLst>
                <a:path w="1590" h="2068" extrusionOk="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137"/>
            <p:cNvSpPr/>
            <p:nvPr/>
          </p:nvSpPr>
          <p:spPr>
            <a:xfrm>
              <a:off x="7434145" y="2661281"/>
              <a:ext cx="16885" cy="22636"/>
            </a:xfrm>
            <a:custGeom>
              <a:avLst/>
              <a:gdLst/>
              <a:ahLst/>
              <a:cxnLst/>
              <a:rect l="l" t="t" r="r" b="b"/>
              <a:pathLst>
                <a:path w="643" h="862" extrusionOk="0">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137"/>
            <p:cNvSpPr/>
            <p:nvPr/>
          </p:nvSpPr>
          <p:spPr>
            <a:xfrm>
              <a:off x="7361772" y="2661334"/>
              <a:ext cx="16623" cy="22479"/>
            </a:xfrm>
            <a:custGeom>
              <a:avLst/>
              <a:gdLst/>
              <a:ahLst/>
              <a:cxnLst/>
              <a:rect l="l" t="t" r="r" b="b"/>
              <a:pathLst>
                <a:path w="633" h="856" extrusionOk="0">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137"/>
            <p:cNvSpPr/>
            <p:nvPr/>
          </p:nvSpPr>
          <p:spPr>
            <a:xfrm>
              <a:off x="7391945" y="2700829"/>
              <a:ext cx="28151" cy="32352"/>
            </a:xfrm>
            <a:custGeom>
              <a:avLst/>
              <a:gdLst/>
              <a:ahLst/>
              <a:cxnLst/>
              <a:rect l="l" t="t" r="r" b="b"/>
              <a:pathLst>
                <a:path w="1072" h="1232" extrusionOk="0">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137"/>
            <p:cNvSpPr/>
            <p:nvPr/>
          </p:nvSpPr>
          <p:spPr>
            <a:xfrm>
              <a:off x="7391945" y="2701144"/>
              <a:ext cx="17095" cy="32037"/>
            </a:xfrm>
            <a:custGeom>
              <a:avLst/>
              <a:gdLst/>
              <a:ahLst/>
              <a:cxnLst/>
              <a:rect l="l" t="t" r="r" b="b"/>
              <a:pathLst>
                <a:path w="651" h="1220" extrusionOk="0">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137"/>
            <p:cNvSpPr/>
            <p:nvPr/>
          </p:nvSpPr>
          <p:spPr>
            <a:xfrm>
              <a:off x="7375847" y="2644422"/>
              <a:ext cx="60582" cy="64626"/>
            </a:xfrm>
            <a:custGeom>
              <a:avLst/>
              <a:gdLst/>
              <a:ahLst/>
              <a:cxnLst/>
              <a:rect l="l" t="t" r="r" b="b"/>
              <a:pathLst>
                <a:path w="2307" h="2461" extrusionOk="0">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137"/>
            <p:cNvSpPr/>
            <p:nvPr/>
          </p:nvSpPr>
          <p:spPr>
            <a:xfrm>
              <a:off x="7375847" y="2644580"/>
              <a:ext cx="44012" cy="64731"/>
            </a:xfrm>
            <a:custGeom>
              <a:avLst/>
              <a:gdLst/>
              <a:ahLst/>
              <a:cxnLst/>
              <a:rect l="l" t="t" r="r" b="b"/>
              <a:pathLst>
                <a:path w="1676" h="2465" extrusionOk="0">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137"/>
            <p:cNvSpPr/>
            <p:nvPr/>
          </p:nvSpPr>
          <p:spPr>
            <a:xfrm>
              <a:off x="7219784" y="2529325"/>
              <a:ext cx="121400" cy="63917"/>
            </a:xfrm>
            <a:custGeom>
              <a:avLst/>
              <a:gdLst/>
              <a:ahLst/>
              <a:cxnLst/>
              <a:rect l="l" t="t" r="r" b="b"/>
              <a:pathLst>
                <a:path w="4623" h="2434" extrusionOk="0">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137"/>
            <p:cNvSpPr/>
            <p:nvPr/>
          </p:nvSpPr>
          <p:spPr>
            <a:xfrm>
              <a:off x="7218261" y="2529325"/>
              <a:ext cx="49290" cy="63917"/>
            </a:xfrm>
            <a:custGeom>
              <a:avLst/>
              <a:gdLst/>
              <a:ahLst/>
              <a:cxnLst/>
              <a:rect l="l" t="t" r="r" b="b"/>
              <a:pathLst>
                <a:path w="1877" h="2434" extrusionOk="0">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137"/>
            <p:cNvSpPr/>
            <p:nvPr/>
          </p:nvSpPr>
          <p:spPr>
            <a:xfrm>
              <a:off x="7240897" y="2428565"/>
              <a:ext cx="76916" cy="54043"/>
            </a:xfrm>
            <a:custGeom>
              <a:avLst/>
              <a:gdLst/>
              <a:ahLst/>
              <a:cxnLst/>
              <a:rect l="l" t="t" r="r" b="b"/>
              <a:pathLst>
                <a:path w="2929" h="2058" extrusionOk="0">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137"/>
            <p:cNvSpPr/>
            <p:nvPr/>
          </p:nvSpPr>
          <p:spPr>
            <a:xfrm>
              <a:off x="7240897" y="2428565"/>
              <a:ext cx="41727" cy="54306"/>
            </a:xfrm>
            <a:custGeom>
              <a:avLst/>
              <a:gdLst/>
              <a:ahLst/>
              <a:cxnLst/>
              <a:rect l="l" t="t" r="r" b="b"/>
              <a:pathLst>
                <a:path w="1589" h="2068" extrusionOk="0">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137"/>
            <p:cNvSpPr/>
            <p:nvPr/>
          </p:nvSpPr>
          <p:spPr>
            <a:xfrm>
              <a:off x="7307230" y="2477146"/>
              <a:ext cx="17122" cy="22557"/>
            </a:xfrm>
            <a:custGeom>
              <a:avLst/>
              <a:gdLst/>
              <a:ahLst/>
              <a:cxnLst/>
              <a:rect l="l" t="t" r="r" b="b"/>
              <a:pathLst>
                <a:path w="652" h="859" extrusionOk="0">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137"/>
            <p:cNvSpPr/>
            <p:nvPr/>
          </p:nvSpPr>
          <p:spPr>
            <a:xfrm>
              <a:off x="7234857" y="2477120"/>
              <a:ext cx="16623" cy="22479"/>
            </a:xfrm>
            <a:custGeom>
              <a:avLst/>
              <a:gdLst/>
              <a:ahLst/>
              <a:cxnLst/>
              <a:rect l="l" t="t" r="r" b="b"/>
              <a:pathLst>
                <a:path w="633" h="856" extrusionOk="0">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137"/>
            <p:cNvSpPr/>
            <p:nvPr/>
          </p:nvSpPr>
          <p:spPr>
            <a:xfrm>
              <a:off x="7265266" y="2516694"/>
              <a:ext cx="27914" cy="32274"/>
            </a:xfrm>
            <a:custGeom>
              <a:avLst/>
              <a:gdLst/>
              <a:ahLst/>
              <a:cxnLst/>
              <a:rect l="l" t="t" r="r" b="b"/>
              <a:pathLst>
                <a:path w="1063" h="1229" extrusionOk="0">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137"/>
            <p:cNvSpPr/>
            <p:nvPr/>
          </p:nvSpPr>
          <p:spPr>
            <a:xfrm>
              <a:off x="7265266" y="2516956"/>
              <a:ext cx="17122" cy="32247"/>
            </a:xfrm>
            <a:custGeom>
              <a:avLst/>
              <a:gdLst/>
              <a:ahLst/>
              <a:cxnLst/>
              <a:rect l="l" t="t" r="r" b="b"/>
              <a:pathLst>
                <a:path w="652" h="1228" extrusionOk="0">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137"/>
            <p:cNvSpPr/>
            <p:nvPr/>
          </p:nvSpPr>
          <p:spPr>
            <a:xfrm>
              <a:off x="7249195" y="2460287"/>
              <a:ext cx="60319" cy="64810"/>
            </a:xfrm>
            <a:custGeom>
              <a:avLst/>
              <a:gdLst/>
              <a:ahLst/>
              <a:cxnLst/>
              <a:rect l="l" t="t" r="r" b="b"/>
              <a:pathLst>
                <a:path w="2297" h="2468" extrusionOk="0">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137"/>
            <p:cNvSpPr/>
            <p:nvPr/>
          </p:nvSpPr>
          <p:spPr>
            <a:xfrm>
              <a:off x="7249195" y="2460471"/>
              <a:ext cx="43749" cy="64626"/>
            </a:xfrm>
            <a:custGeom>
              <a:avLst/>
              <a:gdLst/>
              <a:ahLst/>
              <a:cxnLst/>
              <a:rect l="l" t="t" r="r" b="b"/>
              <a:pathLst>
                <a:path w="1666" h="2461" extrusionOk="0">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137"/>
            <p:cNvSpPr/>
            <p:nvPr/>
          </p:nvSpPr>
          <p:spPr>
            <a:xfrm>
              <a:off x="7092607" y="2713539"/>
              <a:ext cx="121164" cy="63891"/>
            </a:xfrm>
            <a:custGeom>
              <a:avLst/>
              <a:gdLst/>
              <a:ahLst/>
              <a:cxnLst/>
              <a:rect l="l" t="t" r="r" b="b"/>
              <a:pathLst>
                <a:path w="4614" h="2433" extrusionOk="0">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137"/>
            <p:cNvSpPr/>
            <p:nvPr/>
          </p:nvSpPr>
          <p:spPr>
            <a:xfrm>
              <a:off x="7091110" y="2713539"/>
              <a:ext cx="49027" cy="63891"/>
            </a:xfrm>
            <a:custGeom>
              <a:avLst/>
              <a:gdLst/>
              <a:ahLst/>
              <a:cxnLst/>
              <a:rect l="l" t="t" r="r" b="b"/>
              <a:pathLst>
                <a:path w="1867" h="2433" extrusionOk="0">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137"/>
            <p:cNvSpPr/>
            <p:nvPr/>
          </p:nvSpPr>
          <p:spPr>
            <a:xfrm>
              <a:off x="7113484" y="2612753"/>
              <a:ext cx="76916" cy="54332"/>
            </a:xfrm>
            <a:custGeom>
              <a:avLst/>
              <a:gdLst/>
              <a:ahLst/>
              <a:cxnLst/>
              <a:rect l="l" t="t" r="r" b="b"/>
              <a:pathLst>
                <a:path w="2929" h="2069" extrusionOk="0">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137"/>
            <p:cNvSpPr/>
            <p:nvPr/>
          </p:nvSpPr>
          <p:spPr>
            <a:xfrm>
              <a:off x="7113484" y="2612779"/>
              <a:ext cx="41727" cy="54306"/>
            </a:xfrm>
            <a:custGeom>
              <a:avLst/>
              <a:gdLst/>
              <a:ahLst/>
              <a:cxnLst/>
              <a:rect l="l" t="t" r="r" b="b"/>
              <a:pathLst>
                <a:path w="1589" h="2068" extrusionOk="0">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137"/>
            <p:cNvSpPr/>
            <p:nvPr/>
          </p:nvSpPr>
          <p:spPr>
            <a:xfrm>
              <a:off x="7180079" y="2661281"/>
              <a:ext cx="16859" cy="22636"/>
            </a:xfrm>
            <a:custGeom>
              <a:avLst/>
              <a:gdLst/>
              <a:ahLst/>
              <a:cxnLst/>
              <a:rect l="l" t="t" r="r" b="b"/>
              <a:pathLst>
                <a:path w="642" h="862" extrusionOk="0">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137"/>
            <p:cNvSpPr/>
            <p:nvPr/>
          </p:nvSpPr>
          <p:spPr>
            <a:xfrm>
              <a:off x="7107444" y="2661334"/>
              <a:ext cx="16623" cy="22479"/>
            </a:xfrm>
            <a:custGeom>
              <a:avLst/>
              <a:gdLst/>
              <a:ahLst/>
              <a:cxnLst/>
              <a:rect l="l" t="t" r="r" b="b"/>
              <a:pathLst>
                <a:path w="633" h="856" extrusionOk="0">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137"/>
            <p:cNvSpPr/>
            <p:nvPr/>
          </p:nvSpPr>
          <p:spPr>
            <a:xfrm>
              <a:off x="7137853" y="2700829"/>
              <a:ext cx="28177" cy="32352"/>
            </a:xfrm>
            <a:custGeom>
              <a:avLst/>
              <a:gdLst/>
              <a:ahLst/>
              <a:cxnLst/>
              <a:rect l="l" t="t" r="r" b="b"/>
              <a:pathLst>
                <a:path w="1073" h="1232" extrusionOk="0">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137"/>
            <p:cNvSpPr/>
            <p:nvPr/>
          </p:nvSpPr>
          <p:spPr>
            <a:xfrm>
              <a:off x="7137590" y="2701144"/>
              <a:ext cx="17384" cy="32037"/>
            </a:xfrm>
            <a:custGeom>
              <a:avLst/>
              <a:gdLst/>
              <a:ahLst/>
              <a:cxnLst/>
              <a:rect l="l" t="t" r="r" b="b"/>
              <a:pathLst>
                <a:path w="662" h="1220" extrusionOk="0">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137"/>
            <p:cNvSpPr/>
            <p:nvPr/>
          </p:nvSpPr>
          <p:spPr>
            <a:xfrm>
              <a:off x="7121756" y="2644422"/>
              <a:ext cx="60345" cy="64626"/>
            </a:xfrm>
            <a:custGeom>
              <a:avLst/>
              <a:gdLst/>
              <a:ahLst/>
              <a:cxnLst/>
              <a:rect l="l" t="t" r="r" b="b"/>
              <a:pathLst>
                <a:path w="2298" h="2461" extrusionOk="0">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137"/>
            <p:cNvSpPr/>
            <p:nvPr/>
          </p:nvSpPr>
          <p:spPr>
            <a:xfrm>
              <a:off x="7121756" y="2644580"/>
              <a:ext cx="43775" cy="64731"/>
            </a:xfrm>
            <a:custGeom>
              <a:avLst/>
              <a:gdLst/>
              <a:ahLst/>
              <a:cxnLst/>
              <a:rect l="l" t="t" r="r" b="b"/>
              <a:pathLst>
                <a:path w="1667" h="2465" extrusionOk="0">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1" name="Google Shape;15361;p137"/>
          <p:cNvGrpSpPr/>
          <p:nvPr/>
        </p:nvGrpSpPr>
        <p:grpSpPr>
          <a:xfrm>
            <a:off x="7536427" y="2415225"/>
            <a:ext cx="369715" cy="375492"/>
            <a:chOff x="7536427" y="2415225"/>
            <a:chExt cx="369715" cy="375492"/>
          </a:xfrm>
        </p:grpSpPr>
        <p:sp>
          <p:nvSpPr>
            <p:cNvPr id="15362" name="Google Shape;15362;p137"/>
            <p:cNvSpPr/>
            <p:nvPr/>
          </p:nvSpPr>
          <p:spPr>
            <a:xfrm>
              <a:off x="7648978" y="2602774"/>
              <a:ext cx="150417" cy="121137"/>
            </a:xfrm>
            <a:custGeom>
              <a:avLst/>
              <a:gdLst/>
              <a:ahLst/>
              <a:cxnLst/>
              <a:rect l="l" t="t" r="r" b="b"/>
              <a:pathLst>
                <a:path w="5728" h="4613" extrusionOk="0">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137"/>
            <p:cNvSpPr/>
            <p:nvPr/>
          </p:nvSpPr>
          <p:spPr>
            <a:xfrm>
              <a:off x="7681698" y="2421265"/>
              <a:ext cx="30435" cy="66622"/>
            </a:xfrm>
            <a:custGeom>
              <a:avLst/>
              <a:gdLst/>
              <a:ahLst/>
              <a:cxnLst/>
              <a:rect l="l" t="t" r="r" b="b"/>
              <a:pathLst>
                <a:path w="1159" h="2537" extrusionOk="0">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137"/>
            <p:cNvSpPr/>
            <p:nvPr/>
          </p:nvSpPr>
          <p:spPr>
            <a:xfrm>
              <a:off x="7693751" y="2415225"/>
              <a:ext cx="72924" cy="72661"/>
            </a:xfrm>
            <a:custGeom>
              <a:avLst/>
              <a:gdLst/>
              <a:ahLst/>
              <a:cxnLst/>
              <a:rect l="l" t="t" r="r" b="b"/>
              <a:pathLst>
                <a:path w="2777" h="2767" extrusionOk="0">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137"/>
            <p:cNvSpPr/>
            <p:nvPr/>
          </p:nvSpPr>
          <p:spPr>
            <a:xfrm>
              <a:off x="7706067" y="2505953"/>
              <a:ext cx="36239" cy="26917"/>
            </a:xfrm>
            <a:custGeom>
              <a:avLst/>
              <a:gdLst/>
              <a:ahLst/>
              <a:cxnLst/>
              <a:rect l="l" t="t" r="r" b="b"/>
              <a:pathLst>
                <a:path w="1380" h="1025" extrusionOk="0">
                  <a:moveTo>
                    <a:pt x="1" y="1"/>
                  </a:moveTo>
                  <a:lnTo>
                    <a:pt x="1" y="1025"/>
                  </a:lnTo>
                  <a:lnTo>
                    <a:pt x="1379" y="1025"/>
                  </a:lnTo>
                  <a:lnTo>
                    <a:pt x="1379"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137"/>
            <p:cNvSpPr/>
            <p:nvPr/>
          </p:nvSpPr>
          <p:spPr>
            <a:xfrm>
              <a:off x="7706067" y="2505953"/>
              <a:ext cx="36239" cy="14732"/>
            </a:xfrm>
            <a:custGeom>
              <a:avLst/>
              <a:gdLst/>
              <a:ahLst/>
              <a:cxnLst/>
              <a:rect l="l" t="t" r="r" b="b"/>
              <a:pathLst>
                <a:path w="1380" h="561" extrusionOk="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137"/>
            <p:cNvSpPr/>
            <p:nvPr/>
          </p:nvSpPr>
          <p:spPr>
            <a:xfrm>
              <a:off x="7663604" y="2520790"/>
              <a:ext cx="121164" cy="64101"/>
            </a:xfrm>
            <a:custGeom>
              <a:avLst/>
              <a:gdLst/>
              <a:ahLst/>
              <a:cxnLst/>
              <a:rect l="l" t="t" r="r" b="b"/>
              <a:pathLst>
                <a:path w="4614" h="2441" extrusionOk="0">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137"/>
            <p:cNvSpPr/>
            <p:nvPr/>
          </p:nvSpPr>
          <p:spPr>
            <a:xfrm>
              <a:off x="7718146" y="2532844"/>
              <a:ext cx="12080" cy="52047"/>
            </a:xfrm>
            <a:custGeom>
              <a:avLst/>
              <a:gdLst/>
              <a:ahLst/>
              <a:cxnLst/>
              <a:rect l="l" t="t" r="r" b="b"/>
              <a:pathLst>
                <a:path w="460" h="1982" extrusionOk="0">
                  <a:moveTo>
                    <a:pt x="115" y="1"/>
                  </a:moveTo>
                  <a:lnTo>
                    <a:pt x="0" y="1982"/>
                  </a:lnTo>
                  <a:lnTo>
                    <a:pt x="460" y="1982"/>
                  </a:lnTo>
                  <a:lnTo>
                    <a:pt x="34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137"/>
            <p:cNvSpPr/>
            <p:nvPr/>
          </p:nvSpPr>
          <p:spPr>
            <a:xfrm>
              <a:off x="7687737" y="2445398"/>
              <a:ext cx="72898" cy="66622"/>
            </a:xfrm>
            <a:custGeom>
              <a:avLst/>
              <a:gdLst/>
              <a:ahLst/>
              <a:cxnLst/>
              <a:rect l="l" t="t" r="r" b="b"/>
              <a:pathLst>
                <a:path w="2776" h="2537" extrusionOk="0">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137"/>
            <p:cNvSpPr/>
            <p:nvPr/>
          </p:nvSpPr>
          <p:spPr>
            <a:xfrm>
              <a:off x="7687737" y="2445398"/>
              <a:ext cx="72661" cy="65361"/>
            </a:xfrm>
            <a:custGeom>
              <a:avLst/>
              <a:gdLst/>
              <a:ahLst/>
              <a:cxnLst/>
              <a:rect l="l" t="t" r="r" b="b"/>
              <a:pathLst>
                <a:path w="2767" h="2489" extrusionOk="0">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137"/>
            <p:cNvSpPr/>
            <p:nvPr/>
          </p:nvSpPr>
          <p:spPr>
            <a:xfrm>
              <a:off x="7663604" y="2536126"/>
              <a:ext cx="24159" cy="48528"/>
            </a:xfrm>
            <a:custGeom>
              <a:avLst/>
              <a:gdLst/>
              <a:ahLst/>
              <a:cxnLst/>
              <a:rect l="l" t="t" r="r" b="b"/>
              <a:pathLst>
                <a:path w="920" h="1848" extrusionOk="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137"/>
            <p:cNvSpPr/>
            <p:nvPr/>
          </p:nvSpPr>
          <p:spPr>
            <a:xfrm>
              <a:off x="7760609" y="2536126"/>
              <a:ext cx="24159" cy="48528"/>
            </a:xfrm>
            <a:custGeom>
              <a:avLst/>
              <a:gdLst/>
              <a:ahLst/>
              <a:cxnLst/>
              <a:rect l="l" t="t" r="r" b="b"/>
              <a:pathLst>
                <a:path w="920" h="1848" extrusionOk="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137"/>
            <p:cNvSpPr/>
            <p:nvPr/>
          </p:nvSpPr>
          <p:spPr>
            <a:xfrm>
              <a:off x="7717884" y="2532607"/>
              <a:ext cx="12342" cy="12342"/>
            </a:xfrm>
            <a:custGeom>
              <a:avLst/>
              <a:gdLst/>
              <a:ahLst/>
              <a:cxnLst/>
              <a:rect l="l" t="t" r="r" b="b"/>
              <a:pathLst>
                <a:path w="470" h="470" extrusionOk="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137"/>
            <p:cNvSpPr/>
            <p:nvPr/>
          </p:nvSpPr>
          <p:spPr>
            <a:xfrm>
              <a:off x="7699292" y="2515906"/>
              <a:ext cx="24894" cy="25446"/>
            </a:xfrm>
            <a:custGeom>
              <a:avLst/>
              <a:gdLst/>
              <a:ahLst/>
              <a:cxnLst/>
              <a:rect l="l" t="t" r="r" b="b"/>
              <a:pathLst>
                <a:path w="948" h="969" extrusionOk="0">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137"/>
            <p:cNvSpPr/>
            <p:nvPr/>
          </p:nvSpPr>
          <p:spPr>
            <a:xfrm>
              <a:off x="7724160" y="2515906"/>
              <a:ext cx="24921" cy="25446"/>
            </a:xfrm>
            <a:custGeom>
              <a:avLst/>
              <a:gdLst/>
              <a:ahLst/>
              <a:cxnLst/>
              <a:rect l="l" t="t" r="r" b="b"/>
              <a:pathLst>
                <a:path w="949" h="969" extrusionOk="0">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137"/>
            <p:cNvSpPr/>
            <p:nvPr/>
          </p:nvSpPr>
          <p:spPr>
            <a:xfrm>
              <a:off x="7554547" y="2627091"/>
              <a:ext cx="30435" cy="66622"/>
            </a:xfrm>
            <a:custGeom>
              <a:avLst/>
              <a:gdLst/>
              <a:ahLst/>
              <a:cxnLst/>
              <a:rect l="l" t="t" r="r" b="b"/>
              <a:pathLst>
                <a:path w="1159" h="2537" extrusionOk="0">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137"/>
            <p:cNvSpPr/>
            <p:nvPr/>
          </p:nvSpPr>
          <p:spPr>
            <a:xfrm>
              <a:off x="7566600" y="2621051"/>
              <a:ext cx="72898" cy="72661"/>
            </a:xfrm>
            <a:custGeom>
              <a:avLst/>
              <a:gdLst/>
              <a:ahLst/>
              <a:cxnLst/>
              <a:rect l="l" t="t" r="r" b="b"/>
              <a:pathLst>
                <a:path w="2776" h="2767" extrusionOk="0">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137"/>
            <p:cNvSpPr/>
            <p:nvPr/>
          </p:nvSpPr>
          <p:spPr>
            <a:xfrm>
              <a:off x="7578916" y="2711779"/>
              <a:ext cx="36213" cy="26917"/>
            </a:xfrm>
            <a:custGeom>
              <a:avLst/>
              <a:gdLst/>
              <a:ahLst/>
              <a:cxnLst/>
              <a:rect l="l" t="t" r="r" b="b"/>
              <a:pathLst>
                <a:path w="1379" h="1025" extrusionOk="0">
                  <a:moveTo>
                    <a:pt x="0" y="1"/>
                  </a:moveTo>
                  <a:lnTo>
                    <a:pt x="0" y="1025"/>
                  </a:lnTo>
                  <a:lnTo>
                    <a:pt x="1378" y="1025"/>
                  </a:lnTo>
                  <a:lnTo>
                    <a:pt x="1378"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137"/>
            <p:cNvSpPr/>
            <p:nvPr/>
          </p:nvSpPr>
          <p:spPr>
            <a:xfrm>
              <a:off x="7578916" y="2712042"/>
              <a:ext cx="36213" cy="14653"/>
            </a:xfrm>
            <a:custGeom>
              <a:avLst/>
              <a:gdLst/>
              <a:ahLst/>
              <a:cxnLst/>
              <a:rect l="l" t="t" r="r" b="b"/>
              <a:pathLst>
                <a:path w="1379" h="558" extrusionOk="0">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137"/>
            <p:cNvSpPr/>
            <p:nvPr/>
          </p:nvSpPr>
          <p:spPr>
            <a:xfrm>
              <a:off x="7536427" y="2726616"/>
              <a:ext cx="121164" cy="64101"/>
            </a:xfrm>
            <a:custGeom>
              <a:avLst/>
              <a:gdLst/>
              <a:ahLst/>
              <a:cxnLst/>
              <a:rect l="l" t="t" r="r" b="b"/>
              <a:pathLst>
                <a:path w="4614" h="2441" extrusionOk="0">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137"/>
            <p:cNvSpPr/>
            <p:nvPr/>
          </p:nvSpPr>
          <p:spPr>
            <a:xfrm>
              <a:off x="7590969" y="2738670"/>
              <a:ext cx="12106" cy="52047"/>
            </a:xfrm>
            <a:custGeom>
              <a:avLst/>
              <a:gdLst/>
              <a:ahLst/>
              <a:cxnLst/>
              <a:rect l="l" t="t" r="r" b="b"/>
              <a:pathLst>
                <a:path w="461" h="1982" extrusionOk="0">
                  <a:moveTo>
                    <a:pt x="116" y="1"/>
                  </a:moveTo>
                  <a:lnTo>
                    <a:pt x="1" y="1982"/>
                  </a:lnTo>
                  <a:lnTo>
                    <a:pt x="460" y="1982"/>
                  </a:lnTo>
                  <a:lnTo>
                    <a:pt x="345"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137"/>
            <p:cNvSpPr/>
            <p:nvPr/>
          </p:nvSpPr>
          <p:spPr>
            <a:xfrm>
              <a:off x="7560560" y="2651434"/>
              <a:ext cx="72924" cy="66674"/>
            </a:xfrm>
            <a:custGeom>
              <a:avLst/>
              <a:gdLst/>
              <a:ahLst/>
              <a:cxnLst/>
              <a:rect l="l" t="t" r="r" b="b"/>
              <a:pathLst>
                <a:path w="2777" h="2539" extrusionOk="0">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137"/>
            <p:cNvSpPr/>
            <p:nvPr/>
          </p:nvSpPr>
          <p:spPr>
            <a:xfrm>
              <a:off x="7560560" y="2651434"/>
              <a:ext cx="72661" cy="65151"/>
            </a:xfrm>
            <a:custGeom>
              <a:avLst/>
              <a:gdLst/>
              <a:ahLst/>
              <a:cxnLst/>
              <a:rect l="l" t="t" r="r" b="b"/>
              <a:pathLst>
                <a:path w="2767" h="2481" extrusionOk="0">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137"/>
            <p:cNvSpPr/>
            <p:nvPr/>
          </p:nvSpPr>
          <p:spPr>
            <a:xfrm>
              <a:off x="7536427" y="2741952"/>
              <a:ext cx="24159" cy="48528"/>
            </a:xfrm>
            <a:custGeom>
              <a:avLst/>
              <a:gdLst/>
              <a:ahLst/>
              <a:cxnLst/>
              <a:rect l="l" t="t" r="r" b="b"/>
              <a:pathLst>
                <a:path w="920" h="1848" extrusionOk="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137"/>
            <p:cNvSpPr/>
            <p:nvPr/>
          </p:nvSpPr>
          <p:spPr>
            <a:xfrm>
              <a:off x="7633195" y="2741952"/>
              <a:ext cx="24396" cy="48528"/>
            </a:xfrm>
            <a:custGeom>
              <a:avLst/>
              <a:gdLst/>
              <a:ahLst/>
              <a:cxnLst/>
              <a:rect l="l" t="t" r="r" b="b"/>
              <a:pathLst>
                <a:path w="929" h="1848" extrusionOk="0">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137"/>
            <p:cNvSpPr/>
            <p:nvPr/>
          </p:nvSpPr>
          <p:spPr>
            <a:xfrm>
              <a:off x="7590733" y="2738670"/>
              <a:ext cx="12342" cy="12106"/>
            </a:xfrm>
            <a:custGeom>
              <a:avLst/>
              <a:gdLst/>
              <a:ahLst/>
              <a:cxnLst/>
              <a:rect l="l" t="t" r="r" b="b"/>
              <a:pathLst>
                <a:path w="470" h="461" extrusionOk="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137"/>
            <p:cNvSpPr/>
            <p:nvPr/>
          </p:nvSpPr>
          <p:spPr>
            <a:xfrm>
              <a:off x="7572115" y="2721863"/>
              <a:ext cx="24921" cy="25498"/>
            </a:xfrm>
            <a:custGeom>
              <a:avLst/>
              <a:gdLst/>
              <a:ahLst/>
              <a:cxnLst/>
              <a:rect l="l" t="t" r="r" b="b"/>
              <a:pathLst>
                <a:path w="949" h="971" extrusionOk="0">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137"/>
            <p:cNvSpPr/>
            <p:nvPr/>
          </p:nvSpPr>
          <p:spPr>
            <a:xfrm>
              <a:off x="7597009" y="2721863"/>
              <a:ext cx="24894" cy="25498"/>
            </a:xfrm>
            <a:custGeom>
              <a:avLst/>
              <a:gdLst/>
              <a:ahLst/>
              <a:cxnLst/>
              <a:rect l="l" t="t" r="r" b="b"/>
              <a:pathLst>
                <a:path w="948" h="971" extrusionOk="0">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137"/>
            <p:cNvSpPr/>
            <p:nvPr/>
          </p:nvSpPr>
          <p:spPr>
            <a:xfrm>
              <a:off x="7827204" y="2602958"/>
              <a:ext cx="48528" cy="42515"/>
            </a:xfrm>
            <a:custGeom>
              <a:avLst/>
              <a:gdLst/>
              <a:ahLst/>
              <a:cxnLst/>
              <a:rect l="l" t="t" r="r" b="b"/>
              <a:pathLst>
                <a:path w="1848" h="1619" extrusionOk="0">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137"/>
            <p:cNvSpPr/>
            <p:nvPr/>
          </p:nvSpPr>
          <p:spPr>
            <a:xfrm>
              <a:off x="7827204" y="2602958"/>
              <a:ext cx="33219" cy="42515"/>
            </a:xfrm>
            <a:custGeom>
              <a:avLst/>
              <a:gdLst/>
              <a:ahLst/>
              <a:cxnLst/>
              <a:rect l="l" t="t" r="r" b="b"/>
              <a:pathLst>
                <a:path w="1265" h="1619" extrusionOk="0">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137"/>
            <p:cNvSpPr/>
            <p:nvPr/>
          </p:nvSpPr>
          <p:spPr>
            <a:xfrm>
              <a:off x="7796795" y="2706002"/>
              <a:ext cx="109110" cy="84715"/>
            </a:xfrm>
            <a:custGeom>
              <a:avLst/>
              <a:gdLst/>
              <a:ahLst/>
              <a:cxnLst/>
              <a:rect l="l" t="t" r="r" b="b"/>
              <a:pathLst>
                <a:path w="4155" h="3226" extrusionOk="0">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137"/>
            <p:cNvSpPr/>
            <p:nvPr/>
          </p:nvSpPr>
          <p:spPr>
            <a:xfrm>
              <a:off x="7832745" y="2706002"/>
              <a:ext cx="37210" cy="24159"/>
            </a:xfrm>
            <a:custGeom>
              <a:avLst/>
              <a:gdLst/>
              <a:ahLst/>
              <a:cxnLst/>
              <a:rect l="l" t="t" r="r" b="b"/>
              <a:pathLst>
                <a:path w="1417" h="920" extrusionOk="0">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137"/>
            <p:cNvSpPr/>
            <p:nvPr/>
          </p:nvSpPr>
          <p:spPr>
            <a:xfrm>
              <a:off x="7797058" y="2737672"/>
              <a:ext cx="109084" cy="53045"/>
            </a:xfrm>
            <a:custGeom>
              <a:avLst/>
              <a:gdLst/>
              <a:ahLst/>
              <a:cxnLst/>
              <a:rect l="l" t="t" r="r" b="b"/>
              <a:pathLst>
                <a:path w="4154" h="2020" extrusionOk="0">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137"/>
            <p:cNvSpPr/>
            <p:nvPr/>
          </p:nvSpPr>
          <p:spPr>
            <a:xfrm>
              <a:off x="7809111" y="2621051"/>
              <a:ext cx="84715" cy="84741"/>
            </a:xfrm>
            <a:custGeom>
              <a:avLst/>
              <a:gdLst/>
              <a:ahLst/>
              <a:cxnLst/>
              <a:rect l="l" t="t" r="r" b="b"/>
              <a:pathLst>
                <a:path w="3226" h="3227" extrusionOk="0">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137"/>
            <p:cNvSpPr/>
            <p:nvPr/>
          </p:nvSpPr>
          <p:spPr>
            <a:xfrm>
              <a:off x="7824447" y="2621051"/>
              <a:ext cx="71138" cy="76443"/>
            </a:xfrm>
            <a:custGeom>
              <a:avLst/>
              <a:gdLst/>
              <a:ahLst/>
              <a:cxnLst/>
              <a:rect l="l" t="t" r="r" b="b"/>
              <a:pathLst>
                <a:path w="2709" h="2911" extrusionOk="0">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137"/>
            <p:cNvSpPr/>
            <p:nvPr/>
          </p:nvSpPr>
          <p:spPr>
            <a:xfrm>
              <a:off x="7814888" y="2658393"/>
              <a:ext cx="72661" cy="59715"/>
            </a:xfrm>
            <a:custGeom>
              <a:avLst/>
              <a:gdLst/>
              <a:ahLst/>
              <a:cxnLst/>
              <a:rect l="l" t="t" r="r" b="b"/>
              <a:pathLst>
                <a:path w="2767" h="2274" extrusionOk="0">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137"/>
            <p:cNvSpPr/>
            <p:nvPr/>
          </p:nvSpPr>
          <p:spPr>
            <a:xfrm>
              <a:off x="7815151" y="2658393"/>
              <a:ext cx="72661" cy="59190"/>
            </a:xfrm>
            <a:custGeom>
              <a:avLst/>
              <a:gdLst/>
              <a:ahLst/>
              <a:cxnLst/>
              <a:rect l="l" t="t" r="r" b="b"/>
              <a:pathLst>
                <a:path w="2767" h="2254" extrusionOk="0">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137"/>
            <p:cNvSpPr/>
            <p:nvPr/>
          </p:nvSpPr>
          <p:spPr>
            <a:xfrm>
              <a:off x="7796795" y="2749988"/>
              <a:ext cx="24422" cy="40729"/>
            </a:xfrm>
            <a:custGeom>
              <a:avLst/>
              <a:gdLst/>
              <a:ahLst/>
              <a:cxnLst/>
              <a:rect l="l" t="t" r="r" b="b"/>
              <a:pathLst>
                <a:path w="930" h="1551" extrusionOk="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137"/>
            <p:cNvSpPr/>
            <p:nvPr/>
          </p:nvSpPr>
          <p:spPr>
            <a:xfrm>
              <a:off x="7881746" y="2749988"/>
              <a:ext cx="24159" cy="40729"/>
            </a:xfrm>
            <a:custGeom>
              <a:avLst/>
              <a:gdLst/>
              <a:ahLst/>
              <a:cxnLst/>
              <a:rect l="l" t="t" r="r" b="b"/>
              <a:pathLst>
                <a:path w="920" h="1551" extrusionOk="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00" name="Google Shape;15400;p137"/>
          <p:cNvGrpSpPr/>
          <p:nvPr/>
        </p:nvGrpSpPr>
        <p:grpSpPr>
          <a:xfrm>
            <a:off x="7980773" y="2428802"/>
            <a:ext cx="353381" cy="358160"/>
            <a:chOff x="7980773" y="2428802"/>
            <a:chExt cx="353381" cy="358160"/>
          </a:xfrm>
        </p:grpSpPr>
        <p:sp>
          <p:nvSpPr>
            <p:cNvPr id="15401" name="Google Shape;15401;p137"/>
            <p:cNvSpPr/>
            <p:nvPr/>
          </p:nvSpPr>
          <p:spPr>
            <a:xfrm>
              <a:off x="8218504" y="2711779"/>
              <a:ext cx="115649" cy="75182"/>
            </a:xfrm>
            <a:custGeom>
              <a:avLst/>
              <a:gdLst/>
              <a:ahLst/>
              <a:cxnLst/>
              <a:rect l="l" t="t" r="r" b="b"/>
              <a:pathLst>
                <a:path w="4404" h="2863" extrusionOk="0">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137"/>
            <p:cNvSpPr/>
            <p:nvPr/>
          </p:nvSpPr>
          <p:spPr>
            <a:xfrm>
              <a:off x="8218268" y="2727614"/>
              <a:ext cx="115623" cy="59348"/>
            </a:xfrm>
            <a:custGeom>
              <a:avLst/>
              <a:gdLst/>
              <a:ahLst/>
              <a:cxnLst/>
              <a:rect l="l" t="t" r="r" b="b"/>
              <a:pathLst>
                <a:path w="4403" h="2260" extrusionOk="0">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137"/>
            <p:cNvSpPr/>
            <p:nvPr/>
          </p:nvSpPr>
          <p:spPr>
            <a:xfrm>
              <a:off x="8235600" y="2630872"/>
              <a:ext cx="29175" cy="63602"/>
            </a:xfrm>
            <a:custGeom>
              <a:avLst/>
              <a:gdLst/>
              <a:ahLst/>
              <a:cxnLst/>
              <a:rect l="l" t="t" r="r" b="b"/>
              <a:pathLst>
                <a:path w="1111" h="2422" extrusionOk="0">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137"/>
            <p:cNvSpPr/>
            <p:nvPr/>
          </p:nvSpPr>
          <p:spPr>
            <a:xfrm>
              <a:off x="8247417" y="2625095"/>
              <a:ext cx="69379" cy="69379"/>
            </a:xfrm>
            <a:custGeom>
              <a:avLst/>
              <a:gdLst/>
              <a:ahLst/>
              <a:cxnLst/>
              <a:rect l="l" t="t" r="r" b="b"/>
              <a:pathLst>
                <a:path w="2642" h="2642" extrusionOk="0">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137"/>
            <p:cNvSpPr/>
            <p:nvPr/>
          </p:nvSpPr>
          <p:spPr>
            <a:xfrm>
              <a:off x="8258971" y="2711779"/>
              <a:ext cx="34453" cy="14049"/>
            </a:xfrm>
            <a:custGeom>
              <a:avLst/>
              <a:gdLst/>
              <a:ahLst/>
              <a:cxnLst/>
              <a:rect l="l" t="t" r="r" b="b"/>
              <a:pathLst>
                <a:path w="1312" h="535" extrusionOk="0">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137"/>
            <p:cNvSpPr/>
            <p:nvPr/>
          </p:nvSpPr>
          <p:spPr>
            <a:xfrm>
              <a:off x="8241640" y="2654244"/>
              <a:ext cx="69379" cy="63339"/>
            </a:xfrm>
            <a:custGeom>
              <a:avLst/>
              <a:gdLst/>
              <a:ahLst/>
              <a:cxnLst/>
              <a:rect l="l" t="t" r="r" b="b"/>
              <a:pathLst>
                <a:path w="2642" h="2412" extrusionOk="0">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137"/>
            <p:cNvSpPr/>
            <p:nvPr/>
          </p:nvSpPr>
          <p:spPr>
            <a:xfrm>
              <a:off x="8241640" y="2654191"/>
              <a:ext cx="69143" cy="62157"/>
            </a:xfrm>
            <a:custGeom>
              <a:avLst/>
              <a:gdLst/>
              <a:ahLst/>
              <a:cxnLst/>
              <a:rect l="l" t="t" r="r" b="b"/>
              <a:pathLst>
                <a:path w="2633" h="2367" extrusionOk="0">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137"/>
            <p:cNvSpPr/>
            <p:nvPr/>
          </p:nvSpPr>
          <p:spPr>
            <a:xfrm>
              <a:off x="8218504" y="2740692"/>
              <a:ext cx="23161" cy="46270"/>
            </a:xfrm>
            <a:custGeom>
              <a:avLst/>
              <a:gdLst/>
              <a:ahLst/>
              <a:cxnLst/>
              <a:rect l="l" t="t" r="r" b="b"/>
              <a:pathLst>
                <a:path w="882" h="1762" extrusionOk="0">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137"/>
            <p:cNvSpPr/>
            <p:nvPr/>
          </p:nvSpPr>
          <p:spPr>
            <a:xfrm>
              <a:off x="8310756" y="2740692"/>
              <a:ext cx="23135" cy="46270"/>
            </a:xfrm>
            <a:custGeom>
              <a:avLst/>
              <a:gdLst/>
              <a:ahLst/>
              <a:cxnLst/>
              <a:rect l="l" t="t" r="r" b="b"/>
              <a:pathLst>
                <a:path w="881" h="1762" extrusionOk="0">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137"/>
            <p:cNvSpPr/>
            <p:nvPr/>
          </p:nvSpPr>
          <p:spPr>
            <a:xfrm>
              <a:off x="8009659" y="2607737"/>
              <a:ext cx="46270" cy="40493"/>
            </a:xfrm>
            <a:custGeom>
              <a:avLst/>
              <a:gdLst/>
              <a:ahLst/>
              <a:cxnLst/>
              <a:rect l="l" t="t" r="r" b="b"/>
              <a:pathLst>
                <a:path w="1762" h="1542" extrusionOk="0">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137"/>
            <p:cNvSpPr/>
            <p:nvPr/>
          </p:nvSpPr>
          <p:spPr>
            <a:xfrm>
              <a:off x="8009659" y="2607737"/>
              <a:ext cx="31696" cy="40493"/>
            </a:xfrm>
            <a:custGeom>
              <a:avLst/>
              <a:gdLst/>
              <a:ahLst/>
              <a:cxnLst/>
              <a:rect l="l" t="t" r="r" b="b"/>
              <a:pathLst>
                <a:path w="1207" h="1542" extrusionOk="0">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137"/>
            <p:cNvSpPr/>
            <p:nvPr/>
          </p:nvSpPr>
          <p:spPr>
            <a:xfrm>
              <a:off x="7980773" y="2706002"/>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137"/>
            <p:cNvSpPr/>
            <p:nvPr/>
          </p:nvSpPr>
          <p:spPr>
            <a:xfrm>
              <a:off x="8015200" y="2706002"/>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137"/>
            <p:cNvSpPr/>
            <p:nvPr/>
          </p:nvSpPr>
          <p:spPr>
            <a:xfrm>
              <a:off x="7980773" y="2736411"/>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137"/>
            <p:cNvSpPr/>
            <p:nvPr/>
          </p:nvSpPr>
          <p:spPr>
            <a:xfrm>
              <a:off x="7992327" y="2625095"/>
              <a:ext cx="80960" cy="80933"/>
            </a:xfrm>
            <a:custGeom>
              <a:avLst/>
              <a:gdLst/>
              <a:ahLst/>
              <a:cxnLst/>
              <a:rect l="l" t="t" r="r" b="b"/>
              <a:pathLst>
                <a:path w="3083" h="3082" extrusionOk="0">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137"/>
            <p:cNvSpPr/>
            <p:nvPr/>
          </p:nvSpPr>
          <p:spPr>
            <a:xfrm>
              <a:off x="8007164" y="2625095"/>
              <a:ext cx="67620" cy="72898"/>
            </a:xfrm>
            <a:custGeom>
              <a:avLst/>
              <a:gdLst/>
              <a:ahLst/>
              <a:cxnLst/>
              <a:rect l="l" t="t" r="r" b="b"/>
              <a:pathLst>
                <a:path w="2575" h="2776" extrusionOk="0">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137"/>
            <p:cNvSpPr/>
            <p:nvPr/>
          </p:nvSpPr>
          <p:spPr>
            <a:xfrm>
              <a:off x="7998104" y="2660809"/>
              <a:ext cx="69379" cy="56774"/>
            </a:xfrm>
            <a:custGeom>
              <a:avLst/>
              <a:gdLst/>
              <a:ahLst/>
              <a:cxnLst/>
              <a:rect l="l" t="t" r="r" b="b"/>
              <a:pathLst>
                <a:path w="2642" h="2162" extrusionOk="0">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137"/>
            <p:cNvSpPr/>
            <p:nvPr/>
          </p:nvSpPr>
          <p:spPr>
            <a:xfrm>
              <a:off x="7998104" y="2660914"/>
              <a:ext cx="69379" cy="56170"/>
            </a:xfrm>
            <a:custGeom>
              <a:avLst/>
              <a:gdLst/>
              <a:ahLst/>
              <a:cxnLst/>
              <a:rect l="l" t="t" r="r" b="b"/>
              <a:pathLst>
                <a:path w="2642" h="2139" extrusionOk="0">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137"/>
            <p:cNvSpPr/>
            <p:nvPr/>
          </p:nvSpPr>
          <p:spPr>
            <a:xfrm>
              <a:off x="7980773" y="2748228"/>
              <a:ext cx="23135" cy="38733"/>
            </a:xfrm>
            <a:custGeom>
              <a:avLst/>
              <a:gdLst/>
              <a:ahLst/>
              <a:cxnLst/>
              <a:rect l="l" t="t" r="r" b="b"/>
              <a:pathLst>
                <a:path w="881" h="1475" extrusionOk="0">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137"/>
            <p:cNvSpPr/>
            <p:nvPr/>
          </p:nvSpPr>
          <p:spPr>
            <a:xfrm>
              <a:off x="8061680" y="2748228"/>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137"/>
            <p:cNvSpPr/>
            <p:nvPr/>
          </p:nvSpPr>
          <p:spPr>
            <a:xfrm>
              <a:off x="8101411" y="2428802"/>
              <a:ext cx="103806" cy="103832"/>
            </a:xfrm>
            <a:custGeom>
              <a:avLst/>
              <a:gdLst/>
              <a:ahLst/>
              <a:cxnLst/>
              <a:rect l="l" t="t" r="r" b="b"/>
              <a:pathLst>
                <a:path w="3953" h="3954" extrusionOk="0">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137"/>
            <p:cNvSpPr/>
            <p:nvPr/>
          </p:nvSpPr>
          <p:spPr>
            <a:xfrm>
              <a:off x="8129536" y="2428802"/>
              <a:ext cx="75944" cy="103832"/>
            </a:xfrm>
            <a:custGeom>
              <a:avLst/>
              <a:gdLst/>
              <a:ahLst/>
              <a:cxnLst/>
              <a:rect l="l" t="t" r="r" b="b"/>
              <a:pathLst>
                <a:path w="2892" h="3954" extrusionOk="0">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137"/>
            <p:cNvSpPr/>
            <p:nvPr/>
          </p:nvSpPr>
          <p:spPr>
            <a:xfrm>
              <a:off x="8100650" y="2507214"/>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137"/>
            <p:cNvSpPr/>
            <p:nvPr/>
          </p:nvSpPr>
          <p:spPr>
            <a:xfrm>
              <a:off x="8135076" y="2507214"/>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137"/>
            <p:cNvSpPr/>
            <p:nvPr/>
          </p:nvSpPr>
          <p:spPr>
            <a:xfrm>
              <a:off x="8100650" y="2537623"/>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137"/>
            <p:cNvSpPr/>
            <p:nvPr/>
          </p:nvSpPr>
          <p:spPr>
            <a:xfrm>
              <a:off x="8117981" y="2462047"/>
              <a:ext cx="69405" cy="56748"/>
            </a:xfrm>
            <a:custGeom>
              <a:avLst/>
              <a:gdLst/>
              <a:ahLst/>
              <a:cxnLst/>
              <a:rect l="l" t="t" r="r" b="b"/>
              <a:pathLst>
                <a:path w="2643" h="2161" extrusionOk="0">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137"/>
            <p:cNvSpPr/>
            <p:nvPr/>
          </p:nvSpPr>
          <p:spPr>
            <a:xfrm>
              <a:off x="8117981" y="2462020"/>
              <a:ext cx="69405" cy="56275"/>
            </a:xfrm>
            <a:custGeom>
              <a:avLst/>
              <a:gdLst/>
              <a:ahLst/>
              <a:cxnLst/>
              <a:rect l="l" t="t" r="r" b="b"/>
              <a:pathLst>
                <a:path w="2643" h="2143" extrusionOk="0">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137"/>
            <p:cNvSpPr/>
            <p:nvPr/>
          </p:nvSpPr>
          <p:spPr>
            <a:xfrm>
              <a:off x="8100650" y="2549440"/>
              <a:ext cx="23135" cy="38733"/>
            </a:xfrm>
            <a:custGeom>
              <a:avLst/>
              <a:gdLst/>
              <a:ahLst/>
              <a:cxnLst/>
              <a:rect l="l" t="t" r="r" b="b"/>
              <a:pathLst>
                <a:path w="881" h="1475" extrusionOk="0">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137"/>
            <p:cNvSpPr/>
            <p:nvPr/>
          </p:nvSpPr>
          <p:spPr>
            <a:xfrm>
              <a:off x="8181557" y="2549440"/>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137"/>
            <p:cNvSpPr/>
            <p:nvPr/>
          </p:nvSpPr>
          <p:spPr>
            <a:xfrm>
              <a:off x="8082136" y="2607869"/>
              <a:ext cx="144351" cy="115728"/>
            </a:xfrm>
            <a:custGeom>
              <a:avLst/>
              <a:gdLst/>
              <a:ahLst/>
              <a:cxnLst/>
              <a:rect l="l" t="t" r="r" b="b"/>
              <a:pathLst>
                <a:path w="5497" h="4407" extrusionOk="0">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1" name="Google Shape;15431;p137"/>
          <p:cNvGrpSpPr/>
          <p:nvPr/>
        </p:nvGrpSpPr>
        <p:grpSpPr>
          <a:xfrm>
            <a:off x="4886058" y="4291240"/>
            <a:ext cx="346343" cy="343953"/>
            <a:chOff x="4886058" y="4291240"/>
            <a:chExt cx="346343" cy="343953"/>
          </a:xfrm>
        </p:grpSpPr>
        <p:sp>
          <p:nvSpPr>
            <p:cNvPr id="15432" name="Google Shape;15432;p137"/>
            <p:cNvSpPr/>
            <p:nvPr/>
          </p:nvSpPr>
          <p:spPr>
            <a:xfrm>
              <a:off x="5133611" y="4474508"/>
              <a:ext cx="40493" cy="39994"/>
            </a:xfrm>
            <a:custGeom>
              <a:avLst/>
              <a:gdLst/>
              <a:ahLst/>
              <a:cxnLst/>
              <a:rect l="l" t="t" r="r" b="b"/>
              <a:pathLst>
                <a:path w="1542" h="1523" extrusionOk="0">
                  <a:moveTo>
                    <a:pt x="0" y="1"/>
                  </a:moveTo>
                  <a:lnTo>
                    <a:pt x="977" y="1522"/>
                  </a:lnTo>
                  <a:lnTo>
                    <a:pt x="1541" y="1522"/>
                  </a:lnTo>
                  <a:cubicBezTo>
                    <a:pt x="1532" y="680"/>
                    <a:pt x="843" y="1"/>
                    <a:pt x="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137"/>
            <p:cNvSpPr/>
            <p:nvPr/>
          </p:nvSpPr>
          <p:spPr>
            <a:xfrm>
              <a:off x="5093407" y="4474508"/>
              <a:ext cx="66123" cy="39994"/>
            </a:xfrm>
            <a:custGeom>
              <a:avLst/>
              <a:gdLst/>
              <a:ahLst/>
              <a:cxnLst/>
              <a:rect l="l" t="t" r="r" b="b"/>
              <a:pathLst>
                <a:path w="2518" h="1523" extrusionOk="0">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137"/>
            <p:cNvSpPr/>
            <p:nvPr/>
          </p:nvSpPr>
          <p:spPr>
            <a:xfrm>
              <a:off x="5133112"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137"/>
            <p:cNvSpPr/>
            <p:nvPr/>
          </p:nvSpPr>
          <p:spPr>
            <a:xfrm>
              <a:off x="4985084" y="4474508"/>
              <a:ext cx="40493" cy="39994"/>
            </a:xfrm>
            <a:custGeom>
              <a:avLst/>
              <a:gdLst/>
              <a:ahLst/>
              <a:cxnLst/>
              <a:rect l="l" t="t" r="r" b="b"/>
              <a:pathLst>
                <a:path w="1542" h="1523" extrusionOk="0">
                  <a:moveTo>
                    <a:pt x="0" y="1"/>
                  </a:moveTo>
                  <a:lnTo>
                    <a:pt x="976" y="1522"/>
                  </a:lnTo>
                  <a:lnTo>
                    <a:pt x="1541" y="1522"/>
                  </a:lnTo>
                  <a:cubicBezTo>
                    <a:pt x="1532" y="680"/>
                    <a:pt x="842" y="1"/>
                    <a:pt x="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137"/>
            <p:cNvSpPr/>
            <p:nvPr/>
          </p:nvSpPr>
          <p:spPr>
            <a:xfrm>
              <a:off x="4944880" y="4474508"/>
              <a:ext cx="66123" cy="39994"/>
            </a:xfrm>
            <a:custGeom>
              <a:avLst/>
              <a:gdLst/>
              <a:ahLst/>
              <a:cxnLst/>
              <a:rect l="l" t="t" r="r" b="b"/>
              <a:pathLst>
                <a:path w="2518" h="1523" extrusionOk="0">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137"/>
            <p:cNvSpPr/>
            <p:nvPr/>
          </p:nvSpPr>
          <p:spPr>
            <a:xfrm>
              <a:off x="4984585"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137"/>
            <p:cNvSpPr/>
            <p:nvPr/>
          </p:nvSpPr>
          <p:spPr>
            <a:xfrm>
              <a:off x="5059479" y="4476530"/>
              <a:ext cx="54043" cy="54043"/>
            </a:xfrm>
            <a:custGeom>
              <a:avLst/>
              <a:gdLst/>
              <a:ahLst/>
              <a:cxnLst/>
              <a:rect l="l" t="t" r="r" b="b"/>
              <a:pathLst>
                <a:path w="2058" h="2058" extrusionOk="0">
                  <a:moveTo>
                    <a:pt x="0" y="0"/>
                  </a:moveTo>
                  <a:lnTo>
                    <a:pt x="1225" y="2058"/>
                  </a:lnTo>
                  <a:lnTo>
                    <a:pt x="2058" y="2058"/>
                  </a:lnTo>
                  <a:cubicBezTo>
                    <a:pt x="2058" y="919"/>
                    <a:pt x="1139" y="0"/>
                    <a:pt x="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137"/>
            <p:cNvSpPr/>
            <p:nvPr/>
          </p:nvSpPr>
          <p:spPr>
            <a:xfrm>
              <a:off x="5005436" y="4476530"/>
              <a:ext cx="86238" cy="54043"/>
            </a:xfrm>
            <a:custGeom>
              <a:avLst/>
              <a:gdLst/>
              <a:ahLst/>
              <a:cxnLst/>
              <a:rect l="l" t="t" r="r" b="b"/>
              <a:pathLst>
                <a:path w="3284" h="2058" extrusionOk="0">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137"/>
            <p:cNvSpPr/>
            <p:nvPr/>
          </p:nvSpPr>
          <p:spPr>
            <a:xfrm>
              <a:off x="5059715" y="4394835"/>
              <a:ext cx="29936" cy="59847"/>
            </a:xfrm>
            <a:custGeom>
              <a:avLst/>
              <a:gdLst/>
              <a:ahLst/>
              <a:cxnLst/>
              <a:rect l="l" t="t" r="r" b="b"/>
              <a:pathLst>
                <a:path w="1140" h="2279" extrusionOk="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137"/>
            <p:cNvSpPr/>
            <p:nvPr/>
          </p:nvSpPr>
          <p:spPr>
            <a:xfrm>
              <a:off x="5029070" y="4394835"/>
              <a:ext cx="45509" cy="59847"/>
            </a:xfrm>
            <a:custGeom>
              <a:avLst/>
              <a:gdLst/>
              <a:ahLst/>
              <a:cxnLst/>
              <a:rect l="l" t="t" r="r" b="b"/>
              <a:pathLst>
                <a:path w="1733" h="2279" extrusionOk="0">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137"/>
            <p:cNvSpPr/>
            <p:nvPr/>
          </p:nvSpPr>
          <p:spPr>
            <a:xfrm>
              <a:off x="4962711"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137"/>
            <p:cNvSpPr/>
            <p:nvPr/>
          </p:nvSpPr>
          <p:spPr>
            <a:xfrm>
              <a:off x="5111237"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137"/>
            <p:cNvSpPr/>
            <p:nvPr/>
          </p:nvSpPr>
          <p:spPr>
            <a:xfrm>
              <a:off x="4886058" y="4291240"/>
              <a:ext cx="346343" cy="343953"/>
            </a:xfrm>
            <a:custGeom>
              <a:avLst/>
              <a:gdLst/>
              <a:ahLst/>
              <a:cxnLst/>
              <a:rect l="l" t="t" r="r" b="b"/>
              <a:pathLst>
                <a:path w="13189" h="13098" extrusionOk="0">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5" name="Google Shape;15445;p137"/>
          <p:cNvGrpSpPr/>
          <p:nvPr/>
        </p:nvGrpSpPr>
        <p:grpSpPr>
          <a:xfrm>
            <a:off x="5344216" y="4291056"/>
            <a:ext cx="304616" cy="343560"/>
            <a:chOff x="5344216" y="4291056"/>
            <a:chExt cx="304616" cy="343560"/>
          </a:xfrm>
        </p:grpSpPr>
        <p:sp>
          <p:nvSpPr>
            <p:cNvPr id="15446" name="Google Shape;15446;p137"/>
            <p:cNvSpPr/>
            <p:nvPr/>
          </p:nvSpPr>
          <p:spPr>
            <a:xfrm>
              <a:off x="5344216" y="4297148"/>
              <a:ext cx="251334" cy="247264"/>
            </a:xfrm>
            <a:custGeom>
              <a:avLst/>
              <a:gdLst/>
              <a:ahLst/>
              <a:cxnLst/>
              <a:rect l="l" t="t" r="r" b="b"/>
              <a:pathLst>
                <a:path w="9571" h="9416" extrusionOk="0">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137"/>
            <p:cNvSpPr/>
            <p:nvPr/>
          </p:nvSpPr>
          <p:spPr>
            <a:xfrm>
              <a:off x="5544501" y="4291056"/>
              <a:ext cx="55330" cy="53807"/>
            </a:xfrm>
            <a:custGeom>
              <a:avLst/>
              <a:gdLst/>
              <a:ahLst/>
              <a:cxnLst/>
              <a:rect l="l" t="t" r="r" b="b"/>
              <a:pathLst>
                <a:path w="2107" h="2049" extrusionOk="0">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137"/>
            <p:cNvSpPr/>
            <p:nvPr/>
          </p:nvSpPr>
          <p:spPr>
            <a:xfrm>
              <a:off x="5349494" y="4566497"/>
              <a:ext cx="102309" cy="68118"/>
            </a:xfrm>
            <a:custGeom>
              <a:avLst/>
              <a:gdLst/>
              <a:ahLst/>
              <a:cxnLst/>
              <a:rect l="l" t="t" r="r" b="b"/>
              <a:pathLst>
                <a:path w="3896" h="2594" extrusionOk="0">
                  <a:moveTo>
                    <a:pt x="316" y="0"/>
                  </a:moveTo>
                  <a:cubicBezTo>
                    <a:pt x="48" y="10"/>
                    <a:pt x="10" y="144"/>
                    <a:pt x="0" y="201"/>
                  </a:cubicBezTo>
                  <a:lnTo>
                    <a:pt x="0" y="2594"/>
                  </a:lnTo>
                  <a:lnTo>
                    <a:pt x="3895" y="2594"/>
                  </a:lnTo>
                  <a:lnTo>
                    <a:pt x="3895"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137"/>
            <p:cNvSpPr/>
            <p:nvPr/>
          </p:nvSpPr>
          <p:spPr>
            <a:xfrm>
              <a:off x="5447996" y="4480784"/>
              <a:ext cx="102309" cy="153831"/>
            </a:xfrm>
            <a:custGeom>
              <a:avLst/>
              <a:gdLst/>
              <a:ahLst/>
              <a:cxnLst/>
              <a:rect l="l" t="t" r="r" b="b"/>
              <a:pathLst>
                <a:path w="3896" h="5858" extrusionOk="0">
                  <a:moveTo>
                    <a:pt x="297" y="1"/>
                  </a:moveTo>
                  <a:cubicBezTo>
                    <a:pt x="58" y="10"/>
                    <a:pt x="10" y="125"/>
                    <a:pt x="1" y="183"/>
                  </a:cubicBezTo>
                  <a:lnTo>
                    <a:pt x="1" y="5858"/>
                  </a:lnTo>
                  <a:lnTo>
                    <a:pt x="3896" y="5858"/>
                  </a:lnTo>
                  <a:lnTo>
                    <a:pt x="389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137"/>
            <p:cNvSpPr/>
            <p:nvPr/>
          </p:nvSpPr>
          <p:spPr>
            <a:xfrm>
              <a:off x="5546523" y="4388297"/>
              <a:ext cx="102309" cy="246319"/>
            </a:xfrm>
            <a:custGeom>
              <a:avLst/>
              <a:gdLst/>
              <a:ahLst/>
              <a:cxnLst/>
              <a:rect l="l" t="t" r="r" b="b"/>
              <a:pathLst>
                <a:path w="3896" h="9380" extrusionOk="0">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137"/>
            <p:cNvSpPr/>
            <p:nvPr/>
          </p:nvSpPr>
          <p:spPr>
            <a:xfrm>
              <a:off x="5349731" y="4566497"/>
              <a:ext cx="8587" cy="68118"/>
            </a:xfrm>
            <a:custGeom>
              <a:avLst/>
              <a:gdLst/>
              <a:ahLst/>
              <a:cxnLst/>
              <a:rect l="l" t="t" r="r" b="b"/>
              <a:pathLst>
                <a:path w="327" h="2594" extrusionOk="0">
                  <a:moveTo>
                    <a:pt x="307" y="0"/>
                  </a:moveTo>
                  <a:cubicBezTo>
                    <a:pt x="39" y="10"/>
                    <a:pt x="1" y="144"/>
                    <a:pt x="1" y="201"/>
                  </a:cubicBezTo>
                  <a:lnTo>
                    <a:pt x="1" y="2594"/>
                  </a:lnTo>
                  <a:lnTo>
                    <a:pt x="326" y="2594"/>
                  </a:lnTo>
                  <a:lnTo>
                    <a:pt x="32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137"/>
            <p:cNvSpPr/>
            <p:nvPr/>
          </p:nvSpPr>
          <p:spPr>
            <a:xfrm>
              <a:off x="5447996" y="4480784"/>
              <a:ext cx="8823" cy="153831"/>
            </a:xfrm>
            <a:custGeom>
              <a:avLst/>
              <a:gdLst/>
              <a:ahLst/>
              <a:cxnLst/>
              <a:rect l="l" t="t" r="r" b="b"/>
              <a:pathLst>
                <a:path w="336" h="5858" extrusionOk="0">
                  <a:moveTo>
                    <a:pt x="297" y="1"/>
                  </a:moveTo>
                  <a:cubicBezTo>
                    <a:pt x="58" y="20"/>
                    <a:pt x="10" y="135"/>
                    <a:pt x="1" y="183"/>
                  </a:cubicBezTo>
                  <a:lnTo>
                    <a:pt x="1" y="5858"/>
                  </a:lnTo>
                  <a:lnTo>
                    <a:pt x="336" y="5858"/>
                  </a:lnTo>
                  <a:lnTo>
                    <a:pt x="33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137"/>
            <p:cNvSpPr/>
            <p:nvPr/>
          </p:nvSpPr>
          <p:spPr>
            <a:xfrm>
              <a:off x="5546523" y="4388297"/>
              <a:ext cx="8823" cy="246319"/>
            </a:xfrm>
            <a:custGeom>
              <a:avLst/>
              <a:gdLst/>
              <a:ahLst/>
              <a:cxnLst/>
              <a:rect l="l" t="t" r="r" b="b"/>
              <a:pathLst>
                <a:path w="336" h="9380" extrusionOk="0">
                  <a:moveTo>
                    <a:pt x="335" y="1"/>
                  </a:moveTo>
                  <a:cubicBezTo>
                    <a:pt x="39" y="1"/>
                    <a:pt x="10" y="154"/>
                    <a:pt x="0" y="211"/>
                  </a:cubicBezTo>
                  <a:lnTo>
                    <a:pt x="0" y="9380"/>
                  </a:lnTo>
                  <a:lnTo>
                    <a:pt x="335" y="9380"/>
                  </a:lnTo>
                  <a:lnTo>
                    <a:pt x="335"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137"/>
            <p:cNvSpPr/>
            <p:nvPr/>
          </p:nvSpPr>
          <p:spPr>
            <a:xfrm>
              <a:off x="5365828" y="4585089"/>
              <a:ext cx="68381" cy="11082"/>
            </a:xfrm>
            <a:custGeom>
              <a:avLst/>
              <a:gdLst/>
              <a:ahLst/>
              <a:cxnLst/>
              <a:rect l="l" t="t" r="r" b="b"/>
              <a:pathLst>
                <a:path w="2604" h="422" extrusionOk="0">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137"/>
            <p:cNvSpPr/>
            <p:nvPr/>
          </p:nvSpPr>
          <p:spPr>
            <a:xfrm>
              <a:off x="5464592" y="4499376"/>
              <a:ext cx="68381" cy="11108"/>
            </a:xfrm>
            <a:custGeom>
              <a:avLst/>
              <a:gdLst/>
              <a:ahLst/>
              <a:cxnLst/>
              <a:rect l="l" t="t" r="r" b="b"/>
              <a:pathLst>
                <a:path w="2604" h="423" extrusionOk="0">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137"/>
            <p:cNvSpPr/>
            <p:nvPr/>
          </p:nvSpPr>
          <p:spPr>
            <a:xfrm>
              <a:off x="5562516" y="4406889"/>
              <a:ext cx="70324" cy="11108"/>
            </a:xfrm>
            <a:custGeom>
              <a:avLst/>
              <a:gdLst/>
              <a:ahLst/>
              <a:cxnLst/>
              <a:rect l="l" t="t" r="r" b="b"/>
              <a:pathLst>
                <a:path w="2678" h="423" extrusionOk="0">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7" name="Google Shape;15457;p137"/>
          <p:cNvGrpSpPr/>
          <p:nvPr/>
        </p:nvGrpSpPr>
        <p:grpSpPr>
          <a:xfrm>
            <a:off x="6279999" y="4264422"/>
            <a:ext cx="204093" cy="343743"/>
            <a:chOff x="6271562" y="4290872"/>
            <a:chExt cx="204093" cy="343743"/>
          </a:xfrm>
        </p:grpSpPr>
        <p:sp>
          <p:nvSpPr>
            <p:cNvPr id="15458" name="Google Shape;15458;p137"/>
            <p:cNvSpPr/>
            <p:nvPr/>
          </p:nvSpPr>
          <p:spPr>
            <a:xfrm>
              <a:off x="6298452" y="4602421"/>
              <a:ext cx="150312" cy="10845"/>
            </a:xfrm>
            <a:custGeom>
              <a:avLst/>
              <a:gdLst/>
              <a:ahLst/>
              <a:cxnLst/>
              <a:rect l="l" t="t" r="r" b="b"/>
              <a:pathLst>
                <a:path w="5724" h="413" extrusionOk="0">
                  <a:moveTo>
                    <a:pt x="1" y="1"/>
                  </a:moveTo>
                  <a:lnTo>
                    <a:pt x="1" y="412"/>
                  </a:lnTo>
                  <a:lnTo>
                    <a:pt x="5724" y="412"/>
                  </a:lnTo>
                  <a:lnTo>
                    <a:pt x="572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137"/>
            <p:cNvSpPr/>
            <p:nvPr/>
          </p:nvSpPr>
          <p:spPr>
            <a:xfrm>
              <a:off x="6368330" y="4290872"/>
              <a:ext cx="10583" cy="343743"/>
            </a:xfrm>
            <a:custGeom>
              <a:avLst/>
              <a:gdLst/>
              <a:ahLst/>
              <a:cxnLst/>
              <a:rect l="l" t="t" r="r" b="b"/>
              <a:pathLst>
                <a:path w="403" h="13090" extrusionOk="0">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137"/>
            <p:cNvSpPr/>
            <p:nvPr/>
          </p:nvSpPr>
          <p:spPr>
            <a:xfrm>
              <a:off x="6287160" y="4511351"/>
              <a:ext cx="33403" cy="123264"/>
            </a:xfrm>
            <a:custGeom>
              <a:avLst/>
              <a:gdLst/>
              <a:ahLst/>
              <a:cxnLst/>
              <a:rect l="l" t="t" r="r" b="b"/>
              <a:pathLst>
                <a:path w="1272" h="4694" extrusionOk="0">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137"/>
            <p:cNvSpPr/>
            <p:nvPr/>
          </p:nvSpPr>
          <p:spPr>
            <a:xfrm>
              <a:off x="6426522" y="4511088"/>
              <a:ext cx="33298" cy="123527"/>
            </a:xfrm>
            <a:custGeom>
              <a:avLst/>
              <a:gdLst/>
              <a:ahLst/>
              <a:cxnLst/>
              <a:rect l="l" t="t" r="r" b="b"/>
              <a:pathLst>
                <a:path w="1268" h="4704" extrusionOk="0">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137"/>
            <p:cNvSpPr/>
            <p:nvPr/>
          </p:nvSpPr>
          <p:spPr>
            <a:xfrm>
              <a:off x="6368330" y="4511193"/>
              <a:ext cx="10583" cy="21402"/>
            </a:xfrm>
            <a:custGeom>
              <a:avLst/>
              <a:gdLst/>
              <a:ahLst/>
              <a:cxnLst/>
              <a:rect l="l" t="t" r="r" b="b"/>
              <a:pathLst>
                <a:path w="403" h="815" extrusionOk="0">
                  <a:moveTo>
                    <a:pt x="0" y="1"/>
                  </a:moveTo>
                  <a:lnTo>
                    <a:pt x="0" y="814"/>
                  </a:lnTo>
                  <a:lnTo>
                    <a:pt x="402" y="814"/>
                  </a:lnTo>
                  <a:lnTo>
                    <a:pt x="40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137"/>
            <p:cNvSpPr/>
            <p:nvPr/>
          </p:nvSpPr>
          <p:spPr>
            <a:xfrm>
              <a:off x="6306251" y="4511115"/>
              <a:ext cx="14338" cy="21481"/>
            </a:xfrm>
            <a:custGeom>
              <a:avLst/>
              <a:gdLst/>
              <a:ahLst/>
              <a:cxnLst/>
              <a:rect l="l" t="t" r="r" b="b"/>
              <a:pathLst>
                <a:path w="546" h="818" extrusionOk="0">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137"/>
            <p:cNvSpPr/>
            <p:nvPr/>
          </p:nvSpPr>
          <p:spPr>
            <a:xfrm>
              <a:off x="6426653" y="4511088"/>
              <a:ext cx="14574" cy="21507"/>
            </a:xfrm>
            <a:custGeom>
              <a:avLst/>
              <a:gdLst/>
              <a:ahLst/>
              <a:cxnLst/>
              <a:rect l="l" t="t" r="r" b="b"/>
              <a:pathLst>
                <a:path w="555" h="819" extrusionOk="0">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137"/>
            <p:cNvSpPr/>
            <p:nvPr/>
          </p:nvSpPr>
          <p:spPr>
            <a:xfrm>
              <a:off x="6282118" y="4328502"/>
              <a:ext cx="182743" cy="193536"/>
            </a:xfrm>
            <a:custGeom>
              <a:avLst/>
              <a:gdLst/>
              <a:ahLst/>
              <a:cxnLst/>
              <a:rect l="l" t="t" r="r" b="b"/>
              <a:pathLst>
                <a:path w="6959" h="7370" extrusionOk="0">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137"/>
            <p:cNvSpPr/>
            <p:nvPr/>
          </p:nvSpPr>
          <p:spPr>
            <a:xfrm>
              <a:off x="6282381" y="4328503"/>
              <a:ext cx="182481" cy="16097"/>
            </a:xfrm>
            <a:custGeom>
              <a:avLst/>
              <a:gdLst/>
              <a:ahLst/>
              <a:cxnLst/>
              <a:rect l="l" t="t" r="r" b="b"/>
              <a:pathLst>
                <a:path w="6949" h="613" extrusionOk="0">
                  <a:moveTo>
                    <a:pt x="0" y="0"/>
                  </a:moveTo>
                  <a:lnTo>
                    <a:pt x="0" y="613"/>
                  </a:lnTo>
                  <a:lnTo>
                    <a:pt x="6948" y="613"/>
                  </a:lnTo>
                  <a:lnTo>
                    <a:pt x="6948"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137"/>
            <p:cNvSpPr/>
            <p:nvPr/>
          </p:nvSpPr>
          <p:spPr>
            <a:xfrm>
              <a:off x="6271562" y="4312405"/>
              <a:ext cx="204093" cy="21638"/>
            </a:xfrm>
            <a:custGeom>
              <a:avLst/>
              <a:gdLst/>
              <a:ahLst/>
              <a:cxnLst/>
              <a:rect l="l" t="t" r="r" b="b"/>
              <a:pathLst>
                <a:path w="7772" h="824" extrusionOk="0">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137"/>
            <p:cNvSpPr/>
            <p:nvPr/>
          </p:nvSpPr>
          <p:spPr>
            <a:xfrm>
              <a:off x="6299713" y="4375482"/>
              <a:ext cx="145034" cy="104620"/>
            </a:xfrm>
            <a:custGeom>
              <a:avLst/>
              <a:gdLst/>
              <a:ahLst/>
              <a:cxnLst/>
              <a:rect l="l" t="t" r="r" b="b"/>
              <a:pathLst>
                <a:path w="5523" h="3984" extrusionOk="0">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137"/>
            <p:cNvSpPr/>
            <p:nvPr/>
          </p:nvSpPr>
          <p:spPr>
            <a:xfrm>
              <a:off x="6271562" y="4323224"/>
              <a:ext cx="204093" cy="10819"/>
            </a:xfrm>
            <a:custGeom>
              <a:avLst/>
              <a:gdLst/>
              <a:ahLst/>
              <a:cxnLst/>
              <a:rect l="l" t="t" r="r" b="b"/>
              <a:pathLst>
                <a:path w="7772" h="412" extrusionOk="0">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0" name="Google Shape;15470;p137"/>
          <p:cNvGrpSpPr/>
          <p:nvPr/>
        </p:nvGrpSpPr>
        <p:grpSpPr>
          <a:xfrm>
            <a:off x="6639491" y="4329238"/>
            <a:ext cx="344085" cy="267195"/>
            <a:chOff x="6639491" y="4329238"/>
            <a:chExt cx="344085" cy="267195"/>
          </a:xfrm>
        </p:grpSpPr>
        <p:sp>
          <p:nvSpPr>
            <p:cNvPr id="15471" name="Google Shape;15471;p137"/>
            <p:cNvSpPr/>
            <p:nvPr/>
          </p:nvSpPr>
          <p:spPr>
            <a:xfrm>
              <a:off x="6697788" y="4352609"/>
              <a:ext cx="275467" cy="177465"/>
            </a:xfrm>
            <a:custGeom>
              <a:avLst/>
              <a:gdLst/>
              <a:ahLst/>
              <a:cxnLst/>
              <a:rect l="l" t="t" r="r" b="b"/>
              <a:pathLst>
                <a:path w="10490" h="6758" extrusionOk="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137"/>
            <p:cNvSpPr/>
            <p:nvPr/>
          </p:nvSpPr>
          <p:spPr>
            <a:xfrm>
              <a:off x="6735734" y="4530311"/>
              <a:ext cx="46533" cy="22137"/>
            </a:xfrm>
            <a:custGeom>
              <a:avLst/>
              <a:gdLst/>
              <a:ahLst/>
              <a:cxnLst/>
              <a:rect l="l" t="t" r="r" b="b"/>
              <a:pathLst>
                <a:path w="1772" h="843" extrusionOk="0">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137"/>
            <p:cNvSpPr/>
            <p:nvPr/>
          </p:nvSpPr>
          <p:spPr>
            <a:xfrm>
              <a:off x="6746290" y="4472250"/>
              <a:ext cx="35976" cy="58087"/>
            </a:xfrm>
            <a:custGeom>
              <a:avLst/>
              <a:gdLst/>
              <a:ahLst/>
              <a:cxnLst/>
              <a:rect l="l" t="t" r="r" b="b"/>
              <a:pathLst>
                <a:path w="1370" h="2212" extrusionOk="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137"/>
            <p:cNvSpPr/>
            <p:nvPr/>
          </p:nvSpPr>
          <p:spPr>
            <a:xfrm>
              <a:off x="6701307" y="4462455"/>
              <a:ext cx="39994" cy="23897"/>
            </a:xfrm>
            <a:custGeom>
              <a:avLst/>
              <a:gdLst/>
              <a:ahLst/>
              <a:cxnLst/>
              <a:rect l="l" t="t" r="r" b="b"/>
              <a:pathLst>
                <a:path w="1523" h="910" extrusionOk="0">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137"/>
            <p:cNvSpPr/>
            <p:nvPr/>
          </p:nvSpPr>
          <p:spPr>
            <a:xfrm>
              <a:off x="6697788" y="4352609"/>
              <a:ext cx="9086" cy="109609"/>
            </a:xfrm>
            <a:custGeom>
              <a:avLst/>
              <a:gdLst/>
              <a:ahLst/>
              <a:cxnLst/>
              <a:rect l="l" t="t" r="r" b="b"/>
              <a:pathLst>
                <a:path w="346" h="4174" extrusionOk="0">
                  <a:moveTo>
                    <a:pt x="1" y="1"/>
                  </a:moveTo>
                  <a:lnTo>
                    <a:pt x="1" y="4174"/>
                  </a:lnTo>
                  <a:lnTo>
                    <a:pt x="345" y="4174"/>
                  </a:lnTo>
                  <a:lnTo>
                    <a:pt x="345"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137"/>
            <p:cNvSpPr/>
            <p:nvPr/>
          </p:nvSpPr>
          <p:spPr>
            <a:xfrm>
              <a:off x="6697788" y="4351874"/>
              <a:ext cx="275467" cy="9060"/>
            </a:xfrm>
            <a:custGeom>
              <a:avLst/>
              <a:gdLst/>
              <a:ahLst/>
              <a:cxnLst/>
              <a:rect l="l" t="t" r="r" b="b"/>
              <a:pathLst>
                <a:path w="10490" h="345" extrusionOk="0">
                  <a:moveTo>
                    <a:pt x="1" y="0"/>
                  </a:moveTo>
                  <a:lnTo>
                    <a:pt x="1" y="345"/>
                  </a:lnTo>
                  <a:lnTo>
                    <a:pt x="10490" y="345"/>
                  </a:lnTo>
                  <a:lnTo>
                    <a:pt x="10490"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137"/>
            <p:cNvSpPr/>
            <p:nvPr/>
          </p:nvSpPr>
          <p:spPr>
            <a:xfrm>
              <a:off x="6726201" y="4529050"/>
              <a:ext cx="257374" cy="24658"/>
            </a:xfrm>
            <a:custGeom>
              <a:avLst/>
              <a:gdLst/>
              <a:ahLst/>
              <a:cxnLst/>
              <a:rect l="l" t="t" r="r" b="b"/>
              <a:pathLst>
                <a:path w="9801" h="939" extrusionOk="0">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137"/>
            <p:cNvSpPr/>
            <p:nvPr/>
          </p:nvSpPr>
          <p:spPr>
            <a:xfrm>
              <a:off x="6687757" y="4329238"/>
              <a:ext cx="295819" cy="24422"/>
            </a:xfrm>
            <a:custGeom>
              <a:avLst/>
              <a:gdLst/>
              <a:ahLst/>
              <a:cxnLst/>
              <a:rect l="l" t="t" r="r" b="b"/>
              <a:pathLst>
                <a:path w="11265" h="930" extrusionOk="0">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137"/>
            <p:cNvSpPr/>
            <p:nvPr/>
          </p:nvSpPr>
          <p:spPr>
            <a:xfrm>
              <a:off x="6799073" y="4445097"/>
              <a:ext cx="23398" cy="54306"/>
            </a:xfrm>
            <a:custGeom>
              <a:avLst/>
              <a:gdLst/>
              <a:ahLst/>
              <a:cxnLst/>
              <a:rect l="l" t="t" r="r" b="b"/>
              <a:pathLst>
                <a:path w="891" h="2068" extrusionOk="0">
                  <a:moveTo>
                    <a:pt x="1" y="1"/>
                  </a:moveTo>
                  <a:lnTo>
                    <a:pt x="1" y="2068"/>
                  </a:lnTo>
                  <a:lnTo>
                    <a:pt x="891" y="2068"/>
                  </a:lnTo>
                  <a:lnTo>
                    <a:pt x="891"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137"/>
            <p:cNvSpPr/>
            <p:nvPr/>
          </p:nvSpPr>
          <p:spPr>
            <a:xfrm>
              <a:off x="6838778" y="4421988"/>
              <a:ext cx="23398" cy="77414"/>
            </a:xfrm>
            <a:custGeom>
              <a:avLst/>
              <a:gdLst/>
              <a:ahLst/>
              <a:cxnLst/>
              <a:rect l="l" t="t" r="r" b="b"/>
              <a:pathLst>
                <a:path w="891" h="2948" extrusionOk="0">
                  <a:moveTo>
                    <a:pt x="1" y="0"/>
                  </a:moveTo>
                  <a:lnTo>
                    <a:pt x="1" y="2948"/>
                  </a:lnTo>
                  <a:lnTo>
                    <a:pt x="891" y="2948"/>
                  </a:lnTo>
                  <a:lnTo>
                    <a:pt x="8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137"/>
            <p:cNvSpPr/>
            <p:nvPr/>
          </p:nvSpPr>
          <p:spPr>
            <a:xfrm>
              <a:off x="6877485" y="4435801"/>
              <a:ext cx="23161" cy="63365"/>
            </a:xfrm>
            <a:custGeom>
              <a:avLst/>
              <a:gdLst/>
              <a:ahLst/>
              <a:cxnLst/>
              <a:rect l="l" t="t" r="r" b="b"/>
              <a:pathLst>
                <a:path w="882" h="2413" extrusionOk="0">
                  <a:moveTo>
                    <a:pt x="1" y="1"/>
                  </a:moveTo>
                  <a:lnTo>
                    <a:pt x="1" y="2412"/>
                  </a:lnTo>
                  <a:lnTo>
                    <a:pt x="881" y="2412"/>
                  </a:lnTo>
                  <a:lnTo>
                    <a:pt x="88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137"/>
            <p:cNvSpPr/>
            <p:nvPr/>
          </p:nvSpPr>
          <p:spPr>
            <a:xfrm>
              <a:off x="6918214" y="4390319"/>
              <a:ext cx="23398" cy="108848"/>
            </a:xfrm>
            <a:custGeom>
              <a:avLst/>
              <a:gdLst/>
              <a:ahLst/>
              <a:cxnLst/>
              <a:rect l="l" t="t" r="r" b="b"/>
              <a:pathLst>
                <a:path w="891" h="4145" extrusionOk="0">
                  <a:moveTo>
                    <a:pt x="0" y="0"/>
                  </a:moveTo>
                  <a:lnTo>
                    <a:pt x="0" y="4144"/>
                  </a:lnTo>
                  <a:lnTo>
                    <a:pt x="890" y="4144"/>
                  </a:lnTo>
                  <a:lnTo>
                    <a:pt x="890" y="0"/>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137"/>
            <p:cNvSpPr/>
            <p:nvPr/>
          </p:nvSpPr>
          <p:spPr>
            <a:xfrm>
              <a:off x="6720923" y="4382283"/>
              <a:ext cx="44248" cy="11082"/>
            </a:xfrm>
            <a:custGeom>
              <a:avLst/>
              <a:gdLst/>
              <a:ahLst/>
              <a:cxnLst/>
              <a:rect l="l" t="t" r="r" b="b"/>
              <a:pathLst>
                <a:path w="1685" h="422" extrusionOk="0">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137"/>
            <p:cNvSpPr/>
            <p:nvPr/>
          </p:nvSpPr>
          <p:spPr>
            <a:xfrm>
              <a:off x="6720923" y="4400875"/>
              <a:ext cx="60345" cy="11082"/>
            </a:xfrm>
            <a:custGeom>
              <a:avLst/>
              <a:gdLst/>
              <a:ahLst/>
              <a:cxnLst/>
              <a:rect l="l" t="t" r="r" b="b"/>
              <a:pathLst>
                <a:path w="2298" h="422" extrusionOk="0">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137"/>
            <p:cNvSpPr/>
            <p:nvPr/>
          </p:nvSpPr>
          <p:spPr>
            <a:xfrm>
              <a:off x="6720923" y="4419231"/>
              <a:ext cx="60345" cy="11082"/>
            </a:xfrm>
            <a:custGeom>
              <a:avLst/>
              <a:gdLst/>
              <a:ahLst/>
              <a:cxnLst/>
              <a:rect l="l" t="t" r="r" b="b"/>
              <a:pathLst>
                <a:path w="2298" h="422" extrusionOk="0">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137"/>
            <p:cNvSpPr/>
            <p:nvPr/>
          </p:nvSpPr>
          <p:spPr>
            <a:xfrm>
              <a:off x="6720923" y="4437560"/>
              <a:ext cx="60345" cy="11082"/>
            </a:xfrm>
            <a:custGeom>
              <a:avLst/>
              <a:gdLst/>
              <a:ahLst/>
              <a:cxnLst/>
              <a:rect l="l" t="t" r="r" b="b"/>
              <a:pathLst>
                <a:path w="2298" h="422" extrusionOk="0">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137"/>
            <p:cNvSpPr/>
            <p:nvPr/>
          </p:nvSpPr>
          <p:spPr>
            <a:xfrm>
              <a:off x="6639491" y="4461956"/>
              <a:ext cx="134740" cy="134477"/>
            </a:xfrm>
            <a:custGeom>
              <a:avLst/>
              <a:gdLst/>
              <a:ahLst/>
              <a:cxnLst/>
              <a:rect l="l" t="t" r="r" b="b"/>
              <a:pathLst>
                <a:path w="5131" h="5121" extrusionOk="0">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137"/>
            <p:cNvSpPr/>
            <p:nvPr/>
          </p:nvSpPr>
          <p:spPr>
            <a:xfrm>
              <a:off x="6673918" y="4502396"/>
              <a:ext cx="29936" cy="53807"/>
            </a:xfrm>
            <a:custGeom>
              <a:avLst/>
              <a:gdLst/>
              <a:ahLst/>
              <a:cxnLst/>
              <a:rect l="l" t="t" r="r" b="b"/>
              <a:pathLst>
                <a:path w="1140" h="2049" extrusionOk="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9" name="Google Shape;15489;p137"/>
          <p:cNvGrpSpPr/>
          <p:nvPr/>
        </p:nvGrpSpPr>
        <p:grpSpPr>
          <a:xfrm>
            <a:off x="7133336" y="4291056"/>
            <a:ext cx="232979" cy="343560"/>
            <a:chOff x="7133336" y="4291056"/>
            <a:chExt cx="232979" cy="343560"/>
          </a:xfrm>
        </p:grpSpPr>
        <p:sp>
          <p:nvSpPr>
            <p:cNvPr id="15490" name="Google Shape;15490;p137"/>
            <p:cNvSpPr/>
            <p:nvPr/>
          </p:nvSpPr>
          <p:spPr>
            <a:xfrm>
              <a:off x="7224800" y="4396358"/>
              <a:ext cx="49789" cy="50025"/>
            </a:xfrm>
            <a:custGeom>
              <a:avLst/>
              <a:gdLst/>
              <a:ahLst/>
              <a:cxnLst/>
              <a:rect l="l" t="t" r="r" b="b"/>
              <a:pathLst>
                <a:path w="1896" h="1905" extrusionOk="0">
                  <a:moveTo>
                    <a:pt x="1" y="0"/>
                  </a:moveTo>
                  <a:lnTo>
                    <a:pt x="1" y="1905"/>
                  </a:lnTo>
                  <a:lnTo>
                    <a:pt x="1896" y="1905"/>
                  </a:lnTo>
                  <a:lnTo>
                    <a:pt x="18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137"/>
            <p:cNvSpPr/>
            <p:nvPr/>
          </p:nvSpPr>
          <p:spPr>
            <a:xfrm>
              <a:off x="7224800" y="4396358"/>
              <a:ext cx="50052" cy="27652"/>
            </a:xfrm>
            <a:custGeom>
              <a:avLst/>
              <a:gdLst/>
              <a:ahLst/>
              <a:cxnLst/>
              <a:rect l="l" t="t" r="r" b="b"/>
              <a:pathLst>
                <a:path w="1906" h="1053" extrusionOk="0">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137"/>
            <p:cNvSpPr/>
            <p:nvPr/>
          </p:nvSpPr>
          <p:spPr>
            <a:xfrm>
              <a:off x="7199932" y="4291056"/>
              <a:ext cx="99788" cy="77414"/>
            </a:xfrm>
            <a:custGeom>
              <a:avLst/>
              <a:gdLst/>
              <a:ahLst/>
              <a:cxnLst/>
              <a:rect l="l" t="t" r="r" b="b"/>
              <a:pathLst>
                <a:path w="3800"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3" name="Google Shape;15493;p137"/>
            <p:cNvSpPr/>
            <p:nvPr/>
          </p:nvSpPr>
          <p:spPr>
            <a:xfrm>
              <a:off x="7199932" y="4291056"/>
              <a:ext cx="41990" cy="77414"/>
            </a:xfrm>
            <a:custGeom>
              <a:avLst/>
              <a:gdLst/>
              <a:ahLst/>
              <a:cxnLst/>
              <a:rect l="l" t="t" r="r" b="b"/>
              <a:pathLst>
                <a:path w="1599"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4" name="Google Shape;15494;p137"/>
            <p:cNvSpPr/>
            <p:nvPr/>
          </p:nvSpPr>
          <p:spPr>
            <a:xfrm>
              <a:off x="7172043" y="4429525"/>
              <a:ext cx="155065" cy="72162"/>
            </a:xfrm>
            <a:custGeom>
              <a:avLst/>
              <a:gdLst/>
              <a:ahLst/>
              <a:cxnLst/>
              <a:rect l="l" t="t" r="r" b="b"/>
              <a:pathLst>
                <a:path w="5905" h="2748" extrusionOk="0">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137"/>
            <p:cNvSpPr/>
            <p:nvPr/>
          </p:nvSpPr>
          <p:spPr>
            <a:xfrm>
              <a:off x="7241396" y="4451636"/>
              <a:ext cx="16623" cy="50052"/>
            </a:xfrm>
            <a:custGeom>
              <a:avLst/>
              <a:gdLst/>
              <a:ahLst/>
              <a:cxnLst/>
              <a:rect l="l" t="t" r="r" b="b"/>
              <a:pathLst>
                <a:path w="633" h="1906" extrusionOk="0">
                  <a:moveTo>
                    <a:pt x="163" y="1"/>
                  </a:moveTo>
                  <a:lnTo>
                    <a:pt x="0" y="1905"/>
                  </a:lnTo>
                  <a:lnTo>
                    <a:pt x="632" y="1905"/>
                  </a:lnTo>
                  <a:lnTo>
                    <a:pt x="479"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137"/>
            <p:cNvSpPr/>
            <p:nvPr/>
          </p:nvSpPr>
          <p:spPr>
            <a:xfrm>
              <a:off x="7172043" y="4450139"/>
              <a:ext cx="27914" cy="51548"/>
            </a:xfrm>
            <a:custGeom>
              <a:avLst/>
              <a:gdLst/>
              <a:ahLst/>
              <a:cxnLst/>
              <a:rect l="l" t="t" r="r" b="b"/>
              <a:pathLst>
                <a:path w="1063" h="1963" extrusionOk="0">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137"/>
            <p:cNvSpPr/>
            <p:nvPr/>
          </p:nvSpPr>
          <p:spPr>
            <a:xfrm>
              <a:off x="7299693" y="4450139"/>
              <a:ext cx="27678" cy="51548"/>
            </a:xfrm>
            <a:custGeom>
              <a:avLst/>
              <a:gdLst/>
              <a:ahLst/>
              <a:cxnLst/>
              <a:rect l="l" t="t" r="r" b="b"/>
              <a:pathLst>
                <a:path w="1054" h="1963" extrusionOk="0">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137"/>
            <p:cNvSpPr/>
            <p:nvPr/>
          </p:nvSpPr>
          <p:spPr>
            <a:xfrm>
              <a:off x="7241396" y="4446620"/>
              <a:ext cx="16623" cy="13340"/>
            </a:xfrm>
            <a:custGeom>
              <a:avLst/>
              <a:gdLst/>
              <a:ahLst/>
              <a:cxnLst/>
              <a:rect l="l" t="t" r="r" b="b"/>
              <a:pathLst>
                <a:path w="633" h="508" extrusionOk="0">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137"/>
            <p:cNvSpPr/>
            <p:nvPr/>
          </p:nvSpPr>
          <p:spPr>
            <a:xfrm>
              <a:off x="7215267" y="4424115"/>
              <a:ext cx="34453" cy="31013"/>
            </a:xfrm>
            <a:custGeom>
              <a:avLst/>
              <a:gdLst/>
              <a:ahLst/>
              <a:cxnLst/>
              <a:rect l="l" t="t" r="r" b="b"/>
              <a:pathLst>
                <a:path w="1312" h="1181" extrusionOk="0">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137"/>
            <p:cNvSpPr/>
            <p:nvPr/>
          </p:nvSpPr>
          <p:spPr>
            <a:xfrm>
              <a:off x="7249694" y="4424246"/>
              <a:ext cx="34453" cy="30882"/>
            </a:xfrm>
            <a:custGeom>
              <a:avLst/>
              <a:gdLst/>
              <a:ahLst/>
              <a:cxnLst/>
              <a:rect l="l" t="t" r="r" b="b"/>
              <a:pathLst>
                <a:path w="1312" h="1176" extrusionOk="0">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137"/>
            <p:cNvSpPr/>
            <p:nvPr/>
          </p:nvSpPr>
          <p:spPr>
            <a:xfrm>
              <a:off x="7205210" y="4329658"/>
              <a:ext cx="88733" cy="83349"/>
            </a:xfrm>
            <a:custGeom>
              <a:avLst/>
              <a:gdLst/>
              <a:ahLst/>
              <a:cxnLst/>
              <a:rect l="l" t="t" r="r" b="b"/>
              <a:pathLst>
                <a:path w="3379" h="3174" extrusionOk="0">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137"/>
            <p:cNvSpPr/>
            <p:nvPr/>
          </p:nvSpPr>
          <p:spPr>
            <a:xfrm>
              <a:off x="7205210" y="4329789"/>
              <a:ext cx="77940" cy="82430"/>
            </a:xfrm>
            <a:custGeom>
              <a:avLst/>
              <a:gdLst/>
              <a:ahLst/>
              <a:cxnLst/>
              <a:rect l="l" t="t" r="r" b="b"/>
              <a:pathLst>
                <a:path w="2968" h="3139" extrusionOk="0">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137"/>
            <p:cNvSpPr/>
            <p:nvPr/>
          </p:nvSpPr>
          <p:spPr>
            <a:xfrm>
              <a:off x="723863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137"/>
            <p:cNvSpPr/>
            <p:nvPr/>
          </p:nvSpPr>
          <p:spPr>
            <a:xfrm>
              <a:off x="7133336"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137"/>
            <p:cNvSpPr/>
            <p:nvPr/>
          </p:nvSpPr>
          <p:spPr>
            <a:xfrm>
              <a:off x="7343941" y="4612478"/>
              <a:ext cx="22374" cy="22137"/>
            </a:xfrm>
            <a:custGeom>
              <a:avLst/>
              <a:gdLst/>
              <a:ahLst/>
              <a:cxnLst/>
              <a:rect l="l" t="t" r="r" b="b"/>
              <a:pathLst>
                <a:path w="852" h="843" extrusionOk="0">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137"/>
            <p:cNvSpPr/>
            <p:nvPr/>
          </p:nvSpPr>
          <p:spPr>
            <a:xfrm>
              <a:off x="7156891" y="4529181"/>
              <a:ext cx="186105" cy="72399"/>
            </a:xfrm>
            <a:custGeom>
              <a:avLst/>
              <a:gdLst/>
              <a:ahLst/>
              <a:cxnLst/>
              <a:rect l="l" t="t" r="r" b="b"/>
              <a:pathLst>
                <a:path w="7087" h="2757" extrusionOk="0">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7" name="Google Shape;15507;p137"/>
          <p:cNvGrpSpPr/>
          <p:nvPr/>
        </p:nvGrpSpPr>
        <p:grpSpPr>
          <a:xfrm>
            <a:off x="7571379" y="4291056"/>
            <a:ext cx="232979" cy="343560"/>
            <a:chOff x="7571379" y="4291056"/>
            <a:chExt cx="232979" cy="343560"/>
          </a:xfrm>
        </p:grpSpPr>
        <p:sp>
          <p:nvSpPr>
            <p:cNvPr id="15508" name="Google Shape;15508;p137"/>
            <p:cNvSpPr/>
            <p:nvPr/>
          </p:nvSpPr>
          <p:spPr>
            <a:xfrm>
              <a:off x="7676682"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137"/>
            <p:cNvSpPr/>
            <p:nvPr/>
          </p:nvSpPr>
          <p:spPr>
            <a:xfrm>
              <a:off x="757137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137"/>
            <p:cNvSpPr/>
            <p:nvPr/>
          </p:nvSpPr>
          <p:spPr>
            <a:xfrm>
              <a:off x="7781985" y="4612478"/>
              <a:ext cx="22374" cy="22137"/>
            </a:xfrm>
            <a:custGeom>
              <a:avLst/>
              <a:gdLst/>
              <a:ahLst/>
              <a:cxnLst/>
              <a:rect l="l" t="t" r="r" b="b"/>
              <a:pathLst>
                <a:path w="852" h="843" extrusionOk="0">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137"/>
            <p:cNvSpPr/>
            <p:nvPr/>
          </p:nvSpPr>
          <p:spPr>
            <a:xfrm>
              <a:off x="7594698" y="4529181"/>
              <a:ext cx="186341" cy="72399"/>
            </a:xfrm>
            <a:custGeom>
              <a:avLst/>
              <a:gdLst/>
              <a:ahLst/>
              <a:cxnLst/>
              <a:rect l="l" t="t" r="r" b="b"/>
              <a:pathLst>
                <a:path w="7096" h="2757" extrusionOk="0">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137"/>
            <p:cNvSpPr/>
            <p:nvPr/>
          </p:nvSpPr>
          <p:spPr>
            <a:xfrm>
              <a:off x="7665626" y="4423984"/>
              <a:ext cx="44511" cy="44274"/>
            </a:xfrm>
            <a:custGeom>
              <a:avLst/>
              <a:gdLst/>
              <a:ahLst/>
              <a:cxnLst/>
              <a:rect l="l" t="t" r="r" b="b"/>
              <a:pathLst>
                <a:path w="1695" h="1686" extrusionOk="0">
                  <a:moveTo>
                    <a:pt x="0" y="1"/>
                  </a:moveTo>
                  <a:lnTo>
                    <a:pt x="0" y="1685"/>
                  </a:lnTo>
                  <a:lnTo>
                    <a:pt x="1694" y="1685"/>
                  </a:lnTo>
                  <a:lnTo>
                    <a:pt x="169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137"/>
            <p:cNvSpPr/>
            <p:nvPr/>
          </p:nvSpPr>
          <p:spPr>
            <a:xfrm>
              <a:off x="7665626" y="4423984"/>
              <a:ext cx="44511" cy="22163"/>
            </a:xfrm>
            <a:custGeom>
              <a:avLst/>
              <a:gdLst/>
              <a:ahLst/>
              <a:cxnLst/>
              <a:rect l="l" t="t" r="r" b="b"/>
              <a:pathLst>
                <a:path w="1695" h="844" extrusionOk="0">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137"/>
            <p:cNvSpPr/>
            <p:nvPr/>
          </p:nvSpPr>
          <p:spPr>
            <a:xfrm>
              <a:off x="7660086" y="4291056"/>
              <a:ext cx="55566" cy="44248"/>
            </a:xfrm>
            <a:custGeom>
              <a:avLst/>
              <a:gdLst/>
              <a:ahLst/>
              <a:cxnLst/>
              <a:rect l="l" t="t" r="r" b="b"/>
              <a:pathLst>
                <a:path w="2116" h="1685" extrusionOk="0">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137"/>
            <p:cNvSpPr/>
            <p:nvPr/>
          </p:nvSpPr>
          <p:spPr>
            <a:xfrm>
              <a:off x="7660086" y="4291056"/>
              <a:ext cx="37473" cy="44248"/>
            </a:xfrm>
            <a:custGeom>
              <a:avLst/>
              <a:gdLst/>
              <a:ahLst/>
              <a:cxnLst/>
              <a:rect l="l" t="t" r="r" b="b"/>
              <a:pathLst>
                <a:path w="1427" h="1685" extrusionOk="0">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137"/>
            <p:cNvSpPr/>
            <p:nvPr/>
          </p:nvSpPr>
          <p:spPr>
            <a:xfrm>
              <a:off x="7632434" y="4313167"/>
              <a:ext cx="110870" cy="110843"/>
            </a:xfrm>
            <a:custGeom>
              <a:avLst/>
              <a:gdLst/>
              <a:ahLst/>
              <a:cxnLst/>
              <a:rect l="l" t="t" r="r" b="b"/>
              <a:pathLst>
                <a:path w="4222" h="4221" extrusionOk="0">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137"/>
            <p:cNvSpPr/>
            <p:nvPr/>
          </p:nvSpPr>
          <p:spPr>
            <a:xfrm>
              <a:off x="7658641" y="4313140"/>
              <a:ext cx="88181" cy="109636"/>
            </a:xfrm>
            <a:custGeom>
              <a:avLst/>
              <a:gdLst/>
              <a:ahLst/>
              <a:cxnLst/>
              <a:rect l="l" t="t" r="r" b="b"/>
              <a:pathLst>
                <a:path w="3358" h="4175" extrusionOk="0">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137"/>
            <p:cNvSpPr/>
            <p:nvPr/>
          </p:nvSpPr>
          <p:spPr>
            <a:xfrm>
              <a:off x="7643489" y="4352504"/>
              <a:ext cx="88759" cy="82561"/>
            </a:xfrm>
            <a:custGeom>
              <a:avLst/>
              <a:gdLst/>
              <a:ahLst/>
              <a:cxnLst/>
              <a:rect l="l" t="t" r="r" b="b"/>
              <a:pathLst>
                <a:path w="3380" h="3144"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137"/>
            <p:cNvSpPr/>
            <p:nvPr/>
          </p:nvSpPr>
          <p:spPr>
            <a:xfrm>
              <a:off x="7615601" y="4454157"/>
              <a:ext cx="144272" cy="58586"/>
            </a:xfrm>
            <a:custGeom>
              <a:avLst/>
              <a:gdLst/>
              <a:ahLst/>
              <a:cxnLst/>
              <a:rect l="l" t="t" r="r" b="b"/>
              <a:pathLst>
                <a:path w="5494" h="2231" extrusionOk="0">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0" name="Google Shape;15520;p137"/>
            <p:cNvSpPr/>
            <p:nvPr/>
          </p:nvSpPr>
          <p:spPr>
            <a:xfrm>
              <a:off x="7615864" y="4473011"/>
              <a:ext cx="27652" cy="39731"/>
            </a:xfrm>
            <a:custGeom>
              <a:avLst/>
              <a:gdLst/>
              <a:ahLst/>
              <a:cxnLst/>
              <a:rect l="l" t="t" r="r" b="b"/>
              <a:pathLst>
                <a:path w="1053" h="1513" extrusionOk="0">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137"/>
            <p:cNvSpPr/>
            <p:nvPr/>
          </p:nvSpPr>
          <p:spPr>
            <a:xfrm>
              <a:off x="7732222" y="4473011"/>
              <a:ext cx="27652" cy="39731"/>
            </a:xfrm>
            <a:custGeom>
              <a:avLst/>
              <a:gdLst/>
              <a:ahLst/>
              <a:cxnLst/>
              <a:rect l="l" t="t" r="r" b="b"/>
              <a:pathLst>
                <a:path w="1053" h="1513" extrusionOk="0">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137"/>
            <p:cNvSpPr/>
            <p:nvPr/>
          </p:nvSpPr>
          <p:spPr>
            <a:xfrm>
              <a:off x="7656068" y="4447592"/>
              <a:ext cx="63602" cy="65151"/>
            </a:xfrm>
            <a:custGeom>
              <a:avLst/>
              <a:gdLst/>
              <a:ahLst/>
              <a:cxnLst/>
              <a:rect l="l" t="t" r="r" b="b"/>
              <a:pathLst>
                <a:path w="2422" h="2481" extrusionOk="0">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137"/>
            <p:cNvSpPr/>
            <p:nvPr/>
          </p:nvSpPr>
          <p:spPr>
            <a:xfrm>
              <a:off x="7643489" y="4352504"/>
              <a:ext cx="88759" cy="81826"/>
            </a:xfrm>
            <a:custGeom>
              <a:avLst/>
              <a:gdLst/>
              <a:ahLst/>
              <a:cxnLst/>
              <a:rect l="l" t="t" r="r" b="b"/>
              <a:pathLst>
                <a:path w="3380" h="3116"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4" name="Google Shape;15524;p137"/>
          <p:cNvGrpSpPr/>
          <p:nvPr/>
        </p:nvGrpSpPr>
        <p:grpSpPr>
          <a:xfrm>
            <a:off x="6666381" y="3347875"/>
            <a:ext cx="295819" cy="370712"/>
            <a:chOff x="6666381" y="3347875"/>
            <a:chExt cx="295819" cy="370712"/>
          </a:xfrm>
        </p:grpSpPr>
        <p:sp>
          <p:nvSpPr>
            <p:cNvPr id="15525" name="Google Shape;15525;p137"/>
            <p:cNvSpPr/>
            <p:nvPr/>
          </p:nvSpPr>
          <p:spPr>
            <a:xfrm>
              <a:off x="6666381" y="3347875"/>
              <a:ext cx="295819" cy="310892"/>
            </a:xfrm>
            <a:custGeom>
              <a:avLst/>
              <a:gdLst/>
              <a:ahLst/>
              <a:cxnLst/>
              <a:rect l="l" t="t" r="r" b="b"/>
              <a:pathLst>
                <a:path w="11265" h="11839" extrusionOk="0">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137"/>
            <p:cNvSpPr/>
            <p:nvPr/>
          </p:nvSpPr>
          <p:spPr>
            <a:xfrm>
              <a:off x="6666381" y="3351132"/>
              <a:ext cx="252096" cy="307636"/>
            </a:xfrm>
            <a:custGeom>
              <a:avLst/>
              <a:gdLst/>
              <a:ahLst/>
              <a:cxnLst/>
              <a:rect l="l" t="t" r="r" b="b"/>
              <a:pathLst>
                <a:path w="9600" h="11715" extrusionOk="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137"/>
            <p:cNvSpPr/>
            <p:nvPr/>
          </p:nvSpPr>
          <p:spPr>
            <a:xfrm>
              <a:off x="6666644" y="3348112"/>
              <a:ext cx="295320" cy="310393"/>
            </a:xfrm>
            <a:custGeom>
              <a:avLst/>
              <a:gdLst/>
              <a:ahLst/>
              <a:cxnLst/>
              <a:rect l="l" t="t" r="r" b="b"/>
              <a:pathLst>
                <a:path w="11246" h="11820" extrusionOk="0">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137"/>
            <p:cNvSpPr/>
            <p:nvPr/>
          </p:nvSpPr>
          <p:spPr>
            <a:xfrm>
              <a:off x="6666644" y="3351394"/>
              <a:ext cx="222921" cy="307111"/>
            </a:xfrm>
            <a:custGeom>
              <a:avLst/>
              <a:gdLst/>
              <a:ahLst/>
              <a:cxnLst/>
              <a:rect l="l" t="t" r="r" b="b"/>
              <a:pathLst>
                <a:path w="8489" h="11695" extrusionOk="0">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137"/>
            <p:cNvSpPr/>
            <p:nvPr/>
          </p:nvSpPr>
          <p:spPr>
            <a:xfrm>
              <a:off x="6711863"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137"/>
            <p:cNvSpPr/>
            <p:nvPr/>
          </p:nvSpPr>
          <p:spPr>
            <a:xfrm>
              <a:off x="6710865" y="3586868"/>
              <a:ext cx="24894" cy="18067"/>
            </a:xfrm>
            <a:custGeom>
              <a:avLst/>
              <a:gdLst/>
              <a:ahLst/>
              <a:cxnLst/>
              <a:rect l="l" t="t" r="r" b="b"/>
              <a:pathLst>
                <a:path w="948" h="688" extrusionOk="0">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137"/>
            <p:cNvSpPr/>
            <p:nvPr/>
          </p:nvSpPr>
          <p:spPr>
            <a:xfrm>
              <a:off x="6688991" y="3605722"/>
              <a:ext cx="68407" cy="88995"/>
            </a:xfrm>
            <a:custGeom>
              <a:avLst/>
              <a:gdLst/>
              <a:ahLst/>
              <a:cxnLst/>
              <a:rect l="l" t="t" r="r" b="b"/>
              <a:pathLst>
                <a:path w="2605"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137"/>
            <p:cNvSpPr/>
            <p:nvPr/>
          </p:nvSpPr>
          <p:spPr>
            <a:xfrm>
              <a:off x="6700571" y="3694691"/>
              <a:ext cx="45509" cy="23897"/>
            </a:xfrm>
            <a:custGeom>
              <a:avLst/>
              <a:gdLst/>
              <a:ahLst/>
              <a:cxnLst/>
              <a:rect l="l" t="t" r="r" b="b"/>
              <a:pathLst>
                <a:path w="1733" h="910" extrusionOk="0">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137"/>
            <p:cNvSpPr/>
            <p:nvPr/>
          </p:nvSpPr>
          <p:spPr>
            <a:xfrm>
              <a:off x="6689253"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137"/>
            <p:cNvSpPr/>
            <p:nvPr/>
          </p:nvSpPr>
          <p:spPr>
            <a:xfrm>
              <a:off x="6746054" y="3615754"/>
              <a:ext cx="11344" cy="78964"/>
            </a:xfrm>
            <a:custGeom>
              <a:avLst/>
              <a:gdLst/>
              <a:ahLst/>
              <a:cxnLst/>
              <a:rect l="l" t="t" r="r" b="b"/>
              <a:pathLst>
                <a:path w="432"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137"/>
            <p:cNvSpPr/>
            <p:nvPr/>
          </p:nvSpPr>
          <p:spPr>
            <a:xfrm>
              <a:off x="6705850" y="3599052"/>
              <a:ext cx="34952" cy="95665"/>
            </a:xfrm>
            <a:custGeom>
              <a:avLst/>
              <a:gdLst/>
              <a:ahLst/>
              <a:cxnLst/>
              <a:rect l="l" t="t" r="r" b="b"/>
              <a:pathLst>
                <a:path w="1331" h="3643" extrusionOk="0">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137"/>
            <p:cNvSpPr/>
            <p:nvPr/>
          </p:nvSpPr>
          <p:spPr>
            <a:xfrm>
              <a:off x="6720161"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137"/>
            <p:cNvSpPr/>
            <p:nvPr/>
          </p:nvSpPr>
          <p:spPr>
            <a:xfrm>
              <a:off x="6700309" y="3539127"/>
              <a:ext cx="46008" cy="53807"/>
            </a:xfrm>
            <a:custGeom>
              <a:avLst/>
              <a:gdLst/>
              <a:ahLst/>
              <a:cxnLst/>
              <a:rect l="l" t="t" r="r" b="b"/>
              <a:pathLst>
                <a:path w="1752" h="2049" extrusionOk="0">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137"/>
            <p:cNvSpPr/>
            <p:nvPr/>
          </p:nvSpPr>
          <p:spPr>
            <a:xfrm>
              <a:off x="6700309" y="3539127"/>
              <a:ext cx="31433" cy="53807"/>
            </a:xfrm>
            <a:custGeom>
              <a:avLst/>
              <a:gdLst/>
              <a:ahLst/>
              <a:cxnLst/>
              <a:rect l="l" t="t" r="r" b="b"/>
              <a:pathLst>
                <a:path w="1197" h="2049" extrusionOk="0">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137"/>
            <p:cNvSpPr/>
            <p:nvPr/>
          </p:nvSpPr>
          <p:spPr>
            <a:xfrm>
              <a:off x="6700309" y="3539127"/>
              <a:ext cx="46008" cy="23897"/>
            </a:xfrm>
            <a:custGeom>
              <a:avLst/>
              <a:gdLst/>
              <a:ahLst/>
              <a:cxnLst/>
              <a:rect l="l" t="t" r="r" b="b"/>
              <a:pathLst>
                <a:path w="1752" h="910" extrusionOk="0">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137"/>
            <p:cNvSpPr/>
            <p:nvPr/>
          </p:nvSpPr>
          <p:spPr>
            <a:xfrm>
              <a:off x="6700309" y="3539127"/>
              <a:ext cx="31433" cy="21875"/>
            </a:xfrm>
            <a:custGeom>
              <a:avLst/>
              <a:gdLst/>
              <a:ahLst/>
              <a:cxnLst/>
              <a:rect l="l" t="t" r="r" b="b"/>
              <a:pathLst>
                <a:path w="1197" h="833" extrusionOk="0">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137"/>
            <p:cNvSpPr/>
            <p:nvPr/>
          </p:nvSpPr>
          <p:spPr>
            <a:xfrm>
              <a:off x="6802854" y="3586868"/>
              <a:ext cx="22899" cy="23897"/>
            </a:xfrm>
            <a:custGeom>
              <a:avLst/>
              <a:gdLst/>
              <a:ahLst/>
              <a:cxnLst/>
              <a:rect l="l" t="t" r="r" b="b"/>
              <a:pathLst>
                <a:path w="872" h="910" extrusionOk="0">
                  <a:moveTo>
                    <a:pt x="0" y="0"/>
                  </a:moveTo>
                  <a:lnTo>
                    <a:pt x="0" y="910"/>
                  </a:lnTo>
                  <a:lnTo>
                    <a:pt x="871" y="910"/>
                  </a:lnTo>
                  <a:lnTo>
                    <a:pt x="871"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137"/>
            <p:cNvSpPr/>
            <p:nvPr/>
          </p:nvSpPr>
          <p:spPr>
            <a:xfrm>
              <a:off x="6801594" y="3586868"/>
              <a:ext cx="24894" cy="18067"/>
            </a:xfrm>
            <a:custGeom>
              <a:avLst/>
              <a:gdLst/>
              <a:ahLst/>
              <a:cxnLst/>
              <a:rect l="l" t="t" r="r" b="b"/>
              <a:pathLst>
                <a:path w="948" h="688" extrusionOk="0">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137"/>
            <p:cNvSpPr/>
            <p:nvPr/>
          </p:nvSpPr>
          <p:spPr>
            <a:xfrm>
              <a:off x="6779982" y="3605722"/>
              <a:ext cx="68381" cy="88995"/>
            </a:xfrm>
            <a:custGeom>
              <a:avLst/>
              <a:gdLst/>
              <a:ahLst/>
              <a:cxnLst/>
              <a:rect l="l" t="t" r="r" b="b"/>
              <a:pathLst>
                <a:path w="2604" h="3389" extrusionOk="0">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137"/>
            <p:cNvSpPr/>
            <p:nvPr/>
          </p:nvSpPr>
          <p:spPr>
            <a:xfrm>
              <a:off x="6791536" y="3694691"/>
              <a:ext cx="45509" cy="23897"/>
            </a:xfrm>
            <a:custGeom>
              <a:avLst/>
              <a:gdLst/>
              <a:ahLst/>
              <a:cxnLst/>
              <a:rect l="l" t="t" r="r" b="b"/>
              <a:pathLst>
                <a:path w="1733" h="910" extrusionOk="0">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137"/>
            <p:cNvSpPr/>
            <p:nvPr/>
          </p:nvSpPr>
          <p:spPr>
            <a:xfrm>
              <a:off x="6780218" y="3615754"/>
              <a:ext cx="11344" cy="78964"/>
            </a:xfrm>
            <a:custGeom>
              <a:avLst/>
              <a:gdLst/>
              <a:ahLst/>
              <a:cxnLst/>
              <a:rect l="l" t="t" r="r" b="b"/>
              <a:pathLst>
                <a:path w="432" h="3007" extrusionOk="0">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137"/>
            <p:cNvSpPr/>
            <p:nvPr/>
          </p:nvSpPr>
          <p:spPr>
            <a:xfrm>
              <a:off x="6837018" y="3615754"/>
              <a:ext cx="11344" cy="78964"/>
            </a:xfrm>
            <a:custGeom>
              <a:avLst/>
              <a:gdLst/>
              <a:ahLst/>
              <a:cxnLst/>
              <a:rect l="l" t="t" r="r" b="b"/>
              <a:pathLst>
                <a:path w="432" h="3007" extrusionOk="0">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137"/>
            <p:cNvSpPr/>
            <p:nvPr/>
          </p:nvSpPr>
          <p:spPr>
            <a:xfrm>
              <a:off x="6796814" y="3599052"/>
              <a:ext cx="34952" cy="95665"/>
            </a:xfrm>
            <a:custGeom>
              <a:avLst/>
              <a:gdLst/>
              <a:ahLst/>
              <a:cxnLst/>
              <a:rect l="l" t="t" r="r" b="b"/>
              <a:pathLst>
                <a:path w="1331" h="3643" extrusionOk="0">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137"/>
            <p:cNvSpPr/>
            <p:nvPr/>
          </p:nvSpPr>
          <p:spPr>
            <a:xfrm>
              <a:off x="6811152" y="3706482"/>
              <a:ext cx="6040" cy="12106"/>
            </a:xfrm>
            <a:custGeom>
              <a:avLst/>
              <a:gdLst/>
              <a:ahLst/>
              <a:cxnLst/>
              <a:rect l="l" t="t" r="r" b="b"/>
              <a:pathLst>
                <a:path w="230" h="461" extrusionOk="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137"/>
            <p:cNvSpPr/>
            <p:nvPr/>
          </p:nvSpPr>
          <p:spPr>
            <a:xfrm>
              <a:off x="6791300" y="3539127"/>
              <a:ext cx="46008" cy="53807"/>
            </a:xfrm>
            <a:custGeom>
              <a:avLst/>
              <a:gdLst/>
              <a:ahLst/>
              <a:cxnLst/>
              <a:rect l="l" t="t" r="r" b="b"/>
              <a:pathLst>
                <a:path w="1752" h="2049" extrusionOk="0">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137"/>
            <p:cNvSpPr/>
            <p:nvPr/>
          </p:nvSpPr>
          <p:spPr>
            <a:xfrm>
              <a:off x="6791300" y="3539127"/>
              <a:ext cx="31433" cy="53807"/>
            </a:xfrm>
            <a:custGeom>
              <a:avLst/>
              <a:gdLst/>
              <a:ahLst/>
              <a:cxnLst/>
              <a:rect l="l" t="t" r="r" b="b"/>
              <a:pathLst>
                <a:path w="1197" h="2049" extrusionOk="0">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137"/>
            <p:cNvSpPr/>
            <p:nvPr/>
          </p:nvSpPr>
          <p:spPr>
            <a:xfrm>
              <a:off x="6791300" y="3539127"/>
              <a:ext cx="46008" cy="23897"/>
            </a:xfrm>
            <a:custGeom>
              <a:avLst/>
              <a:gdLst/>
              <a:ahLst/>
              <a:cxnLst/>
              <a:rect l="l" t="t" r="r" b="b"/>
              <a:pathLst>
                <a:path w="1752" h="910" extrusionOk="0">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137"/>
            <p:cNvSpPr/>
            <p:nvPr/>
          </p:nvSpPr>
          <p:spPr>
            <a:xfrm>
              <a:off x="6791300" y="3539127"/>
              <a:ext cx="31433" cy="21875"/>
            </a:xfrm>
            <a:custGeom>
              <a:avLst/>
              <a:gdLst/>
              <a:ahLst/>
              <a:cxnLst/>
              <a:rect l="l" t="t" r="r" b="b"/>
              <a:pathLst>
                <a:path w="1197" h="833" extrusionOk="0">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137"/>
            <p:cNvSpPr/>
            <p:nvPr/>
          </p:nvSpPr>
          <p:spPr>
            <a:xfrm>
              <a:off x="6893819"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137"/>
            <p:cNvSpPr/>
            <p:nvPr/>
          </p:nvSpPr>
          <p:spPr>
            <a:xfrm>
              <a:off x="6892821" y="3586868"/>
              <a:ext cx="24894" cy="18067"/>
            </a:xfrm>
            <a:custGeom>
              <a:avLst/>
              <a:gdLst/>
              <a:ahLst/>
              <a:cxnLst/>
              <a:rect l="l" t="t" r="r" b="b"/>
              <a:pathLst>
                <a:path w="948" h="688" extrusionOk="0">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137"/>
            <p:cNvSpPr/>
            <p:nvPr/>
          </p:nvSpPr>
          <p:spPr>
            <a:xfrm>
              <a:off x="6870946" y="3605722"/>
              <a:ext cx="68381" cy="88995"/>
            </a:xfrm>
            <a:custGeom>
              <a:avLst/>
              <a:gdLst/>
              <a:ahLst/>
              <a:cxnLst/>
              <a:rect l="l" t="t" r="r" b="b"/>
              <a:pathLst>
                <a:path w="2604"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137"/>
            <p:cNvSpPr/>
            <p:nvPr/>
          </p:nvSpPr>
          <p:spPr>
            <a:xfrm>
              <a:off x="6882527" y="3694691"/>
              <a:ext cx="45509" cy="23897"/>
            </a:xfrm>
            <a:custGeom>
              <a:avLst/>
              <a:gdLst/>
              <a:ahLst/>
              <a:cxnLst/>
              <a:rect l="l" t="t" r="r" b="b"/>
              <a:pathLst>
                <a:path w="1733" h="910" extrusionOk="0">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137"/>
            <p:cNvSpPr/>
            <p:nvPr/>
          </p:nvSpPr>
          <p:spPr>
            <a:xfrm>
              <a:off x="6871209"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137"/>
            <p:cNvSpPr/>
            <p:nvPr/>
          </p:nvSpPr>
          <p:spPr>
            <a:xfrm>
              <a:off x="6928009" y="3615754"/>
              <a:ext cx="11318" cy="78964"/>
            </a:xfrm>
            <a:custGeom>
              <a:avLst/>
              <a:gdLst/>
              <a:ahLst/>
              <a:cxnLst/>
              <a:rect l="l" t="t" r="r" b="b"/>
              <a:pathLst>
                <a:path w="431"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137"/>
            <p:cNvSpPr/>
            <p:nvPr/>
          </p:nvSpPr>
          <p:spPr>
            <a:xfrm>
              <a:off x="6887805" y="3599052"/>
              <a:ext cx="34952" cy="95665"/>
            </a:xfrm>
            <a:custGeom>
              <a:avLst/>
              <a:gdLst/>
              <a:ahLst/>
              <a:cxnLst/>
              <a:rect l="l" t="t" r="r" b="b"/>
              <a:pathLst>
                <a:path w="1331" h="3643" extrusionOk="0">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137"/>
            <p:cNvSpPr/>
            <p:nvPr/>
          </p:nvSpPr>
          <p:spPr>
            <a:xfrm>
              <a:off x="6902117"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137"/>
            <p:cNvSpPr/>
            <p:nvPr/>
          </p:nvSpPr>
          <p:spPr>
            <a:xfrm>
              <a:off x="6882264" y="3539127"/>
              <a:ext cx="46008" cy="53807"/>
            </a:xfrm>
            <a:custGeom>
              <a:avLst/>
              <a:gdLst/>
              <a:ahLst/>
              <a:cxnLst/>
              <a:rect l="l" t="t" r="r" b="b"/>
              <a:pathLst>
                <a:path w="1752" h="2049" extrusionOk="0">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137"/>
            <p:cNvSpPr/>
            <p:nvPr/>
          </p:nvSpPr>
          <p:spPr>
            <a:xfrm>
              <a:off x="6882264" y="3539127"/>
              <a:ext cx="31433" cy="53807"/>
            </a:xfrm>
            <a:custGeom>
              <a:avLst/>
              <a:gdLst/>
              <a:ahLst/>
              <a:cxnLst/>
              <a:rect l="l" t="t" r="r" b="b"/>
              <a:pathLst>
                <a:path w="1197" h="2049" extrusionOk="0">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137"/>
            <p:cNvSpPr/>
            <p:nvPr/>
          </p:nvSpPr>
          <p:spPr>
            <a:xfrm>
              <a:off x="6882264" y="3539127"/>
              <a:ext cx="46008" cy="23897"/>
            </a:xfrm>
            <a:custGeom>
              <a:avLst/>
              <a:gdLst/>
              <a:ahLst/>
              <a:cxnLst/>
              <a:rect l="l" t="t" r="r" b="b"/>
              <a:pathLst>
                <a:path w="1752" h="910" extrusionOk="0">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137"/>
            <p:cNvSpPr/>
            <p:nvPr/>
          </p:nvSpPr>
          <p:spPr>
            <a:xfrm>
              <a:off x="6882264" y="3539127"/>
              <a:ext cx="31433" cy="21875"/>
            </a:xfrm>
            <a:custGeom>
              <a:avLst/>
              <a:gdLst/>
              <a:ahLst/>
              <a:cxnLst/>
              <a:rect l="l" t="t" r="r" b="b"/>
              <a:pathLst>
                <a:path w="1197" h="833" extrusionOk="0">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5" name="Google Shape;15565;p137"/>
          <p:cNvGrpSpPr/>
          <p:nvPr/>
        </p:nvGrpSpPr>
        <p:grpSpPr>
          <a:xfrm>
            <a:off x="4877760" y="2887459"/>
            <a:ext cx="389567" cy="390329"/>
            <a:chOff x="4877760" y="2887459"/>
            <a:chExt cx="389567" cy="390329"/>
          </a:xfrm>
        </p:grpSpPr>
        <p:sp>
          <p:nvSpPr>
            <p:cNvPr id="15566" name="Google Shape;15566;p137"/>
            <p:cNvSpPr/>
            <p:nvPr/>
          </p:nvSpPr>
          <p:spPr>
            <a:xfrm>
              <a:off x="5124079" y="2893052"/>
              <a:ext cx="118695" cy="91411"/>
            </a:xfrm>
            <a:custGeom>
              <a:avLst/>
              <a:gdLst/>
              <a:ahLst/>
              <a:cxnLst/>
              <a:rect l="l" t="t" r="r" b="b"/>
              <a:pathLst>
                <a:path w="4520" h="3481" extrusionOk="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137"/>
            <p:cNvSpPr/>
            <p:nvPr/>
          </p:nvSpPr>
          <p:spPr>
            <a:xfrm>
              <a:off x="4903390" y="2892396"/>
              <a:ext cx="120139" cy="92278"/>
            </a:xfrm>
            <a:custGeom>
              <a:avLst/>
              <a:gdLst/>
              <a:ahLst/>
              <a:cxnLst/>
              <a:rect l="l" t="t" r="r" b="b"/>
              <a:pathLst>
                <a:path w="4575" h="3514" extrusionOk="0">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137"/>
            <p:cNvSpPr/>
            <p:nvPr/>
          </p:nvSpPr>
          <p:spPr>
            <a:xfrm>
              <a:off x="4901735" y="3179155"/>
              <a:ext cx="100313" cy="84347"/>
            </a:xfrm>
            <a:custGeom>
              <a:avLst/>
              <a:gdLst/>
              <a:ahLst/>
              <a:cxnLst/>
              <a:rect l="l" t="t" r="r" b="b"/>
              <a:pathLst>
                <a:path w="3820" h="3212" extrusionOk="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137"/>
            <p:cNvSpPr/>
            <p:nvPr/>
          </p:nvSpPr>
          <p:spPr>
            <a:xfrm>
              <a:off x="5145428" y="3179759"/>
              <a:ext cx="97346" cy="82929"/>
            </a:xfrm>
            <a:custGeom>
              <a:avLst/>
              <a:gdLst/>
              <a:ahLst/>
              <a:cxnLst/>
              <a:rect l="l" t="t" r="r" b="b"/>
              <a:pathLst>
                <a:path w="3707" h="3158" extrusionOk="0">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137"/>
            <p:cNvSpPr/>
            <p:nvPr/>
          </p:nvSpPr>
          <p:spPr>
            <a:xfrm>
              <a:off x="4878784" y="3101320"/>
              <a:ext cx="125680" cy="66438"/>
            </a:xfrm>
            <a:custGeom>
              <a:avLst/>
              <a:gdLst/>
              <a:ahLst/>
              <a:cxnLst/>
              <a:rect l="l" t="t" r="r" b="b"/>
              <a:pathLst>
                <a:path w="4786" h="2530" extrusionOk="0">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137"/>
            <p:cNvSpPr/>
            <p:nvPr/>
          </p:nvSpPr>
          <p:spPr>
            <a:xfrm>
              <a:off x="4877760" y="3101819"/>
              <a:ext cx="51049" cy="65939"/>
            </a:xfrm>
            <a:custGeom>
              <a:avLst/>
              <a:gdLst/>
              <a:ahLst/>
              <a:cxnLst/>
              <a:rect l="l" t="t" r="r" b="b"/>
              <a:pathLst>
                <a:path w="1944" h="2511" extrusionOk="0">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137"/>
            <p:cNvSpPr/>
            <p:nvPr/>
          </p:nvSpPr>
          <p:spPr>
            <a:xfrm>
              <a:off x="4901131" y="2997278"/>
              <a:ext cx="79463" cy="56328"/>
            </a:xfrm>
            <a:custGeom>
              <a:avLst/>
              <a:gdLst/>
              <a:ahLst/>
              <a:cxnLst/>
              <a:rect l="l" t="t" r="r" b="b"/>
              <a:pathLst>
                <a:path w="3026" h="2145" extrusionOk="0">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137"/>
            <p:cNvSpPr/>
            <p:nvPr/>
          </p:nvSpPr>
          <p:spPr>
            <a:xfrm>
              <a:off x="4901131" y="2997541"/>
              <a:ext cx="43250" cy="56065"/>
            </a:xfrm>
            <a:custGeom>
              <a:avLst/>
              <a:gdLst/>
              <a:ahLst/>
              <a:cxnLst/>
              <a:rect l="l" t="t" r="r" b="b"/>
              <a:pathLst>
                <a:path w="1647" h="2135" extrusionOk="0">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137"/>
            <p:cNvSpPr/>
            <p:nvPr/>
          </p:nvSpPr>
          <p:spPr>
            <a:xfrm>
              <a:off x="4969749" y="3047802"/>
              <a:ext cx="17620" cy="23371"/>
            </a:xfrm>
            <a:custGeom>
              <a:avLst/>
              <a:gdLst/>
              <a:ahLst/>
              <a:cxnLst/>
              <a:rect l="l" t="t" r="r" b="b"/>
              <a:pathLst>
                <a:path w="671" h="890" extrusionOk="0">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137"/>
            <p:cNvSpPr/>
            <p:nvPr/>
          </p:nvSpPr>
          <p:spPr>
            <a:xfrm>
              <a:off x="4894592" y="3047802"/>
              <a:ext cx="17620" cy="23371"/>
            </a:xfrm>
            <a:custGeom>
              <a:avLst/>
              <a:gdLst/>
              <a:ahLst/>
              <a:cxnLst/>
              <a:rect l="l" t="t" r="r" b="b"/>
              <a:pathLst>
                <a:path w="671" h="890" extrusionOk="0">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137"/>
            <p:cNvSpPr/>
            <p:nvPr/>
          </p:nvSpPr>
          <p:spPr>
            <a:xfrm>
              <a:off x="4926262" y="3088610"/>
              <a:ext cx="29437" cy="33350"/>
            </a:xfrm>
            <a:custGeom>
              <a:avLst/>
              <a:gdLst/>
              <a:ahLst/>
              <a:cxnLst/>
              <a:rect l="l" t="t" r="r" b="b"/>
              <a:pathLst>
                <a:path w="1121" h="1270" extrusionOk="0">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137"/>
            <p:cNvSpPr/>
            <p:nvPr/>
          </p:nvSpPr>
          <p:spPr>
            <a:xfrm>
              <a:off x="4926262" y="3088952"/>
              <a:ext cx="17883" cy="33245"/>
            </a:xfrm>
            <a:custGeom>
              <a:avLst/>
              <a:gdLst/>
              <a:ahLst/>
              <a:cxnLst/>
              <a:rect l="l" t="t" r="r" b="b"/>
              <a:pathLst>
                <a:path w="681" h="1266" extrusionOk="0">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137"/>
            <p:cNvSpPr/>
            <p:nvPr/>
          </p:nvSpPr>
          <p:spPr>
            <a:xfrm>
              <a:off x="4909692" y="3030261"/>
              <a:ext cx="62341" cy="66805"/>
            </a:xfrm>
            <a:custGeom>
              <a:avLst/>
              <a:gdLst/>
              <a:ahLst/>
              <a:cxnLst/>
              <a:rect l="l" t="t" r="r" b="b"/>
              <a:pathLst>
                <a:path w="2374" h="254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137"/>
            <p:cNvSpPr/>
            <p:nvPr/>
          </p:nvSpPr>
          <p:spPr>
            <a:xfrm>
              <a:off x="4909692"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137"/>
            <p:cNvSpPr/>
            <p:nvPr/>
          </p:nvSpPr>
          <p:spPr>
            <a:xfrm>
              <a:off x="5142408" y="3101583"/>
              <a:ext cx="124919" cy="66175"/>
            </a:xfrm>
            <a:custGeom>
              <a:avLst/>
              <a:gdLst/>
              <a:ahLst/>
              <a:cxnLst/>
              <a:rect l="l" t="t" r="r" b="b"/>
              <a:pathLst>
                <a:path w="4757" h="2520" extrusionOk="0">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137"/>
            <p:cNvSpPr/>
            <p:nvPr/>
          </p:nvSpPr>
          <p:spPr>
            <a:xfrm>
              <a:off x="5140885" y="3101819"/>
              <a:ext cx="51049" cy="65939"/>
            </a:xfrm>
            <a:custGeom>
              <a:avLst/>
              <a:gdLst/>
              <a:ahLst/>
              <a:cxnLst/>
              <a:rect l="l" t="t" r="r" b="b"/>
              <a:pathLst>
                <a:path w="1944" h="2511" extrusionOk="0">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137"/>
            <p:cNvSpPr/>
            <p:nvPr/>
          </p:nvSpPr>
          <p:spPr>
            <a:xfrm>
              <a:off x="5164256" y="2997278"/>
              <a:ext cx="79699" cy="56328"/>
            </a:xfrm>
            <a:custGeom>
              <a:avLst/>
              <a:gdLst/>
              <a:ahLst/>
              <a:cxnLst/>
              <a:rect l="l" t="t" r="r" b="b"/>
              <a:pathLst>
                <a:path w="3035" h="2145" extrusionOk="0">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137"/>
            <p:cNvSpPr/>
            <p:nvPr/>
          </p:nvSpPr>
          <p:spPr>
            <a:xfrm>
              <a:off x="5164256" y="2997541"/>
              <a:ext cx="43250" cy="56065"/>
            </a:xfrm>
            <a:custGeom>
              <a:avLst/>
              <a:gdLst/>
              <a:ahLst/>
              <a:cxnLst/>
              <a:rect l="l" t="t" r="r" b="b"/>
              <a:pathLst>
                <a:path w="1647" h="2135" extrusionOk="0">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137"/>
            <p:cNvSpPr/>
            <p:nvPr/>
          </p:nvSpPr>
          <p:spPr>
            <a:xfrm>
              <a:off x="5233136" y="3047802"/>
              <a:ext cx="17358" cy="23371"/>
            </a:xfrm>
            <a:custGeom>
              <a:avLst/>
              <a:gdLst/>
              <a:ahLst/>
              <a:cxnLst/>
              <a:rect l="l" t="t" r="r" b="b"/>
              <a:pathLst>
                <a:path w="661" h="890" extrusionOk="0">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137"/>
            <p:cNvSpPr/>
            <p:nvPr/>
          </p:nvSpPr>
          <p:spPr>
            <a:xfrm>
              <a:off x="5157980" y="3047802"/>
              <a:ext cx="17358" cy="23371"/>
            </a:xfrm>
            <a:custGeom>
              <a:avLst/>
              <a:gdLst/>
              <a:ahLst/>
              <a:cxnLst/>
              <a:rect l="l" t="t" r="r" b="b"/>
              <a:pathLst>
                <a:path w="661" h="890" extrusionOk="0">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137"/>
            <p:cNvSpPr/>
            <p:nvPr/>
          </p:nvSpPr>
          <p:spPr>
            <a:xfrm>
              <a:off x="5189387" y="3088610"/>
              <a:ext cx="29700" cy="33587"/>
            </a:xfrm>
            <a:custGeom>
              <a:avLst/>
              <a:gdLst/>
              <a:ahLst/>
              <a:cxnLst/>
              <a:rect l="l" t="t" r="r" b="b"/>
              <a:pathLst>
                <a:path w="1131" h="1279" extrusionOk="0">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137"/>
            <p:cNvSpPr/>
            <p:nvPr/>
          </p:nvSpPr>
          <p:spPr>
            <a:xfrm>
              <a:off x="5189650" y="3088952"/>
              <a:ext cx="17857" cy="33245"/>
            </a:xfrm>
            <a:custGeom>
              <a:avLst/>
              <a:gdLst/>
              <a:ahLst/>
              <a:cxnLst/>
              <a:rect l="l" t="t" r="r" b="b"/>
              <a:pathLst>
                <a:path w="680" h="1266" extrusionOk="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137"/>
            <p:cNvSpPr/>
            <p:nvPr/>
          </p:nvSpPr>
          <p:spPr>
            <a:xfrm>
              <a:off x="5173054" y="3030261"/>
              <a:ext cx="62368" cy="66805"/>
            </a:xfrm>
            <a:custGeom>
              <a:avLst/>
              <a:gdLst/>
              <a:ahLst/>
              <a:cxnLst/>
              <a:rect l="l" t="t" r="r" b="b"/>
              <a:pathLst>
                <a:path w="2375" h="2544" extrusionOk="0">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137"/>
            <p:cNvSpPr/>
            <p:nvPr/>
          </p:nvSpPr>
          <p:spPr>
            <a:xfrm>
              <a:off x="5172817"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137"/>
            <p:cNvSpPr/>
            <p:nvPr/>
          </p:nvSpPr>
          <p:spPr>
            <a:xfrm>
              <a:off x="5009953" y="2992000"/>
              <a:ext cx="125680" cy="66149"/>
            </a:xfrm>
            <a:custGeom>
              <a:avLst/>
              <a:gdLst/>
              <a:ahLst/>
              <a:cxnLst/>
              <a:rect l="l" t="t" r="r" b="b"/>
              <a:pathLst>
                <a:path w="4786" h="2519" extrusionOk="0">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137"/>
            <p:cNvSpPr/>
            <p:nvPr/>
          </p:nvSpPr>
          <p:spPr>
            <a:xfrm>
              <a:off x="5009217" y="2992262"/>
              <a:ext cx="51286" cy="65913"/>
            </a:xfrm>
            <a:custGeom>
              <a:avLst/>
              <a:gdLst/>
              <a:ahLst/>
              <a:cxnLst/>
              <a:rect l="l" t="t" r="r" b="b"/>
              <a:pathLst>
                <a:path w="1953" h="2510" extrusionOk="0">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137"/>
            <p:cNvSpPr/>
            <p:nvPr/>
          </p:nvSpPr>
          <p:spPr>
            <a:xfrm>
              <a:off x="5032825" y="2887695"/>
              <a:ext cx="79436" cy="56091"/>
            </a:xfrm>
            <a:custGeom>
              <a:avLst/>
              <a:gdLst/>
              <a:ahLst/>
              <a:cxnLst/>
              <a:rect l="l" t="t" r="r" b="b"/>
              <a:pathLst>
                <a:path w="3025" h="2136" extrusionOk="0">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137"/>
            <p:cNvSpPr/>
            <p:nvPr/>
          </p:nvSpPr>
          <p:spPr>
            <a:xfrm>
              <a:off x="5032825" y="2887459"/>
              <a:ext cx="43014" cy="56328"/>
            </a:xfrm>
            <a:custGeom>
              <a:avLst/>
              <a:gdLst/>
              <a:ahLst/>
              <a:cxnLst/>
              <a:rect l="l" t="t" r="r" b="b"/>
              <a:pathLst>
                <a:path w="1638" h="2145" extrusionOk="0">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137"/>
            <p:cNvSpPr/>
            <p:nvPr/>
          </p:nvSpPr>
          <p:spPr>
            <a:xfrm>
              <a:off x="5101442" y="2937983"/>
              <a:ext cx="17358" cy="23371"/>
            </a:xfrm>
            <a:custGeom>
              <a:avLst/>
              <a:gdLst/>
              <a:ahLst/>
              <a:cxnLst/>
              <a:rect l="l" t="t" r="r" b="b"/>
              <a:pathLst>
                <a:path w="661" h="890" extrusionOk="0">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137"/>
            <p:cNvSpPr/>
            <p:nvPr/>
          </p:nvSpPr>
          <p:spPr>
            <a:xfrm>
              <a:off x="5026286" y="2937957"/>
              <a:ext cx="17620" cy="23398"/>
            </a:xfrm>
            <a:custGeom>
              <a:avLst/>
              <a:gdLst/>
              <a:ahLst/>
              <a:cxnLst/>
              <a:rect l="l" t="t" r="r" b="b"/>
              <a:pathLst>
                <a:path w="671" h="891" extrusionOk="0">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137"/>
            <p:cNvSpPr/>
            <p:nvPr/>
          </p:nvSpPr>
          <p:spPr>
            <a:xfrm>
              <a:off x="5057956" y="2979027"/>
              <a:ext cx="29175" cy="33350"/>
            </a:xfrm>
            <a:custGeom>
              <a:avLst/>
              <a:gdLst/>
              <a:ahLst/>
              <a:cxnLst/>
              <a:rect l="l" t="t" r="r" b="b"/>
              <a:pathLst>
                <a:path w="1111" h="1270" extrusionOk="0">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137"/>
            <p:cNvSpPr/>
            <p:nvPr/>
          </p:nvSpPr>
          <p:spPr>
            <a:xfrm>
              <a:off x="5057956" y="2979369"/>
              <a:ext cx="17883" cy="33271"/>
            </a:xfrm>
            <a:custGeom>
              <a:avLst/>
              <a:gdLst/>
              <a:ahLst/>
              <a:cxnLst/>
              <a:rect l="l" t="t" r="r" b="b"/>
              <a:pathLst>
                <a:path w="681" h="1267" extrusionOk="0">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137"/>
            <p:cNvSpPr/>
            <p:nvPr/>
          </p:nvSpPr>
          <p:spPr>
            <a:xfrm>
              <a:off x="5041386" y="2920520"/>
              <a:ext cx="62341" cy="66989"/>
            </a:xfrm>
            <a:custGeom>
              <a:avLst/>
              <a:gdLst/>
              <a:ahLst/>
              <a:cxnLst/>
              <a:rect l="l" t="t" r="r" b="b"/>
              <a:pathLst>
                <a:path w="2374" h="2551" extrusionOk="0">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137"/>
            <p:cNvSpPr/>
            <p:nvPr/>
          </p:nvSpPr>
          <p:spPr>
            <a:xfrm>
              <a:off x="5041386" y="2920625"/>
              <a:ext cx="45246" cy="66884"/>
            </a:xfrm>
            <a:custGeom>
              <a:avLst/>
              <a:gdLst/>
              <a:ahLst/>
              <a:cxnLst/>
              <a:rect l="l" t="t" r="r" b="b"/>
              <a:pathLst>
                <a:path w="1723" h="2547" extrusionOk="0">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0" name="Google Shape;15600;p137"/>
            <p:cNvSpPr/>
            <p:nvPr/>
          </p:nvSpPr>
          <p:spPr>
            <a:xfrm>
              <a:off x="5010714" y="3211139"/>
              <a:ext cx="125680" cy="66648"/>
            </a:xfrm>
            <a:custGeom>
              <a:avLst/>
              <a:gdLst/>
              <a:ahLst/>
              <a:cxnLst/>
              <a:rect l="l" t="t" r="r" b="b"/>
              <a:pathLst>
                <a:path w="4786" h="2538" extrusionOk="0">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137"/>
            <p:cNvSpPr/>
            <p:nvPr/>
          </p:nvSpPr>
          <p:spPr>
            <a:xfrm>
              <a:off x="5009217" y="3211402"/>
              <a:ext cx="51286" cy="65939"/>
            </a:xfrm>
            <a:custGeom>
              <a:avLst/>
              <a:gdLst/>
              <a:ahLst/>
              <a:cxnLst/>
              <a:rect l="l" t="t" r="r" b="b"/>
              <a:pathLst>
                <a:path w="1953" h="2511" extrusionOk="0">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137"/>
            <p:cNvSpPr/>
            <p:nvPr/>
          </p:nvSpPr>
          <p:spPr>
            <a:xfrm>
              <a:off x="5032825" y="3106861"/>
              <a:ext cx="79436" cy="56301"/>
            </a:xfrm>
            <a:custGeom>
              <a:avLst/>
              <a:gdLst/>
              <a:ahLst/>
              <a:cxnLst/>
              <a:rect l="l" t="t" r="r" b="b"/>
              <a:pathLst>
                <a:path w="3025" h="2144" extrusionOk="0">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137"/>
            <p:cNvSpPr/>
            <p:nvPr/>
          </p:nvSpPr>
          <p:spPr>
            <a:xfrm>
              <a:off x="5032825" y="3106861"/>
              <a:ext cx="43014" cy="56301"/>
            </a:xfrm>
            <a:custGeom>
              <a:avLst/>
              <a:gdLst/>
              <a:ahLst/>
              <a:cxnLst/>
              <a:rect l="l" t="t" r="r" b="b"/>
              <a:pathLst>
                <a:path w="1638" h="2144" extrusionOk="0">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137"/>
            <p:cNvSpPr/>
            <p:nvPr/>
          </p:nvSpPr>
          <p:spPr>
            <a:xfrm>
              <a:off x="5101442" y="3157385"/>
              <a:ext cx="17358" cy="23345"/>
            </a:xfrm>
            <a:custGeom>
              <a:avLst/>
              <a:gdLst/>
              <a:ahLst/>
              <a:cxnLst/>
              <a:rect l="l" t="t" r="r" b="b"/>
              <a:pathLst>
                <a:path w="661" h="889" extrusionOk="0">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137"/>
            <p:cNvSpPr/>
            <p:nvPr/>
          </p:nvSpPr>
          <p:spPr>
            <a:xfrm>
              <a:off x="5026286" y="3157359"/>
              <a:ext cx="17620" cy="23371"/>
            </a:xfrm>
            <a:custGeom>
              <a:avLst/>
              <a:gdLst/>
              <a:ahLst/>
              <a:cxnLst/>
              <a:rect l="l" t="t" r="r" b="b"/>
              <a:pathLst>
                <a:path w="671" h="890" extrusionOk="0">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137"/>
            <p:cNvSpPr/>
            <p:nvPr/>
          </p:nvSpPr>
          <p:spPr>
            <a:xfrm>
              <a:off x="5057956" y="3198272"/>
              <a:ext cx="29175" cy="33271"/>
            </a:xfrm>
            <a:custGeom>
              <a:avLst/>
              <a:gdLst/>
              <a:ahLst/>
              <a:cxnLst/>
              <a:rect l="l" t="t" r="r" b="b"/>
              <a:pathLst>
                <a:path w="1111" h="1267" extrusionOk="0">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137"/>
            <p:cNvSpPr/>
            <p:nvPr/>
          </p:nvSpPr>
          <p:spPr>
            <a:xfrm>
              <a:off x="5057956" y="3198508"/>
              <a:ext cx="17883" cy="33350"/>
            </a:xfrm>
            <a:custGeom>
              <a:avLst/>
              <a:gdLst/>
              <a:ahLst/>
              <a:cxnLst/>
              <a:rect l="l" t="t" r="r" b="b"/>
              <a:pathLst>
                <a:path w="681" h="1270" extrusionOk="0">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137"/>
            <p:cNvSpPr/>
            <p:nvPr/>
          </p:nvSpPr>
          <p:spPr>
            <a:xfrm>
              <a:off x="5041386" y="3139844"/>
              <a:ext cx="62341" cy="66805"/>
            </a:xfrm>
            <a:custGeom>
              <a:avLst/>
              <a:gdLst/>
              <a:ahLst/>
              <a:cxnLst/>
              <a:rect l="l" t="t" r="r" b="b"/>
              <a:pathLst>
                <a:path w="2374" h="254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137"/>
            <p:cNvSpPr/>
            <p:nvPr/>
          </p:nvSpPr>
          <p:spPr>
            <a:xfrm>
              <a:off x="5041386" y="3139844"/>
              <a:ext cx="45246" cy="67068"/>
            </a:xfrm>
            <a:custGeom>
              <a:avLst/>
              <a:gdLst/>
              <a:ahLst/>
              <a:cxnLst/>
              <a:rect l="l" t="t" r="r" b="b"/>
              <a:pathLst>
                <a:path w="1723" h="255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10" name="Google Shape;15610;p137"/>
          <p:cNvSpPr/>
          <p:nvPr/>
        </p:nvSpPr>
        <p:spPr>
          <a:xfrm>
            <a:off x="5911170" y="2887695"/>
            <a:ext cx="50288" cy="25157"/>
          </a:xfrm>
          <a:custGeom>
            <a:avLst/>
            <a:gdLst/>
            <a:ahLst/>
            <a:cxnLst/>
            <a:rect l="l" t="t" r="r" b="b"/>
            <a:pathLst>
              <a:path w="1915" h="958" extrusionOk="0">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137"/>
          <p:cNvSpPr/>
          <p:nvPr/>
        </p:nvSpPr>
        <p:spPr>
          <a:xfrm>
            <a:off x="5911170" y="2887695"/>
            <a:ext cx="34716" cy="22899"/>
          </a:xfrm>
          <a:custGeom>
            <a:avLst/>
            <a:gdLst/>
            <a:ahLst/>
            <a:cxnLst/>
            <a:rect l="l" t="t" r="r" b="b"/>
            <a:pathLst>
              <a:path w="1322" h="872" extrusionOk="0">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137"/>
          <p:cNvSpPr/>
          <p:nvPr/>
        </p:nvSpPr>
        <p:spPr>
          <a:xfrm>
            <a:off x="5798094" y="3145306"/>
            <a:ext cx="28177" cy="75681"/>
          </a:xfrm>
          <a:custGeom>
            <a:avLst/>
            <a:gdLst/>
            <a:ahLst/>
            <a:cxnLst/>
            <a:rect l="l" t="t" r="r" b="b"/>
            <a:pathLst>
              <a:path w="1073" h="2882" extrusionOk="0">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137"/>
          <p:cNvSpPr/>
          <p:nvPr/>
        </p:nvSpPr>
        <p:spPr>
          <a:xfrm>
            <a:off x="5797831" y="3145568"/>
            <a:ext cx="28440" cy="56065"/>
          </a:xfrm>
          <a:custGeom>
            <a:avLst/>
            <a:gdLst/>
            <a:ahLst/>
            <a:cxnLst/>
            <a:rect l="l" t="t" r="r" b="b"/>
            <a:pathLst>
              <a:path w="1083" h="2135" extrusionOk="0">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137"/>
          <p:cNvSpPr/>
          <p:nvPr/>
        </p:nvSpPr>
        <p:spPr>
          <a:xfrm>
            <a:off x="5779239" y="3228996"/>
            <a:ext cx="18881" cy="48528"/>
          </a:xfrm>
          <a:custGeom>
            <a:avLst/>
            <a:gdLst/>
            <a:ahLst/>
            <a:cxnLst/>
            <a:rect l="l" t="t" r="r" b="b"/>
            <a:pathLst>
              <a:path w="719" h="1848" extrusionOk="0">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15" name="Google Shape;15615;p137"/>
          <p:cNvGrpSpPr/>
          <p:nvPr/>
        </p:nvGrpSpPr>
        <p:grpSpPr>
          <a:xfrm>
            <a:off x="5779239" y="2887695"/>
            <a:ext cx="314411" cy="389830"/>
            <a:chOff x="5779239" y="2887695"/>
            <a:chExt cx="314411" cy="389830"/>
          </a:xfrm>
        </p:grpSpPr>
        <p:sp>
          <p:nvSpPr>
            <p:cNvPr id="15616" name="Google Shape;15616;p137"/>
            <p:cNvSpPr/>
            <p:nvPr/>
          </p:nvSpPr>
          <p:spPr>
            <a:xfrm>
              <a:off x="5898617" y="2937957"/>
              <a:ext cx="75419" cy="62866"/>
            </a:xfrm>
            <a:custGeom>
              <a:avLst/>
              <a:gdLst/>
              <a:ahLst/>
              <a:cxnLst/>
              <a:rect l="l" t="t" r="r" b="b"/>
              <a:pathLst>
                <a:path w="2872" h="2394" extrusionOk="0">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137"/>
            <p:cNvSpPr/>
            <p:nvPr/>
          </p:nvSpPr>
          <p:spPr>
            <a:xfrm>
              <a:off x="5922488" y="2937957"/>
              <a:ext cx="27678" cy="18750"/>
            </a:xfrm>
            <a:custGeom>
              <a:avLst/>
              <a:gdLst/>
              <a:ahLst/>
              <a:cxnLst/>
              <a:rect l="l" t="t" r="r" b="b"/>
              <a:pathLst>
                <a:path w="1054" h="714" extrusionOk="0">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137"/>
            <p:cNvSpPr/>
            <p:nvPr/>
          </p:nvSpPr>
          <p:spPr>
            <a:xfrm>
              <a:off x="5898617" y="2957836"/>
              <a:ext cx="75419" cy="42988"/>
            </a:xfrm>
            <a:custGeom>
              <a:avLst/>
              <a:gdLst/>
              <a:ahLst/>
              <a:cxnLst/>
              <a:rect l="l" t="t" r="r" b="b"/>
              <a:pathLst>
                <a:path w="2872" h="1637" extrusionOk="0">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137"/>
            <p:cNvSpPr/>
            <p:nvPr/>
          </p:nvSpPr>
          <p:spPr>
            <a:xfrm>
              <a:off x="5898617" y="2968891"/>
              <a:ext cx="18881" cy="31932"/>
            </a:xfrm>
            <a:custGeom>
              <a:avLst/>
              <a:gdLst/>
              <a:ahLst/>
              <a:cxnLst/>
              <a:rect l="l" t="t" r="r" b="b"/>
              <a:pathLst>
                <a:path w="719" h="1216" extrusionOk="0">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0" name="Google Shape;15620;p137"/>
            <p:cNvSpPr/>
            <p:nvPr/>
          </p:nvSpPr>
          <p:spPr>
            <a:xfrm>
              <a:off x="5955155" y="2968891"/>
              <a:ext cx="18881" cy="31932"/>
            </a:xfrm>
            <a:custGeom>
              <a:avLst/>
              <a:gdLst/>
              <a:ahLst/>
              <a:cxnLst/>
              <a:rect l="l" t="t" r="r" b="b"/>
              <a:pathLst>
                <a:path w="719" h="1216" extrusionOk="0">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1" name="Google Shape;15621;p137"/>
            <p:cNvSpPr/>
            <p:nvPr/>
          </p:nvSpPr>
          <p:spPr>
            <a:xfrm>
              <a:off x="5911170" y="2887695"/>
              <a:ext cx="50288" cy="56590"/>
            </a:xfrm>
            <a:custGeom>
              <a:avLst/>
              <a:gdLst/>
              <a:ahLst/>
              <a:cxnLst/>
              <a:rect l="l" t="t" r="r" b="b"/>
              <a:pathLst>
                <a:path w="1915" h="2155" extrusionOk="0">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137"/>
            <p:cNvSpPr/>
            <p:nvPr/>
          </p:nvSpPr>
          <p:spPr>
            <a:xfrm>
              <a:off x="5911170" y="2887695"/>
              <a:ext cx="34716" cy="56485"/>
            </a:xfrm>
            <a:custGeom>
              <a:avLst/>
              <a:gdLst/>
              <a:ahLst/>
              <a:cxnLst/>
              <a:rect l="l" t="t" r="r" b="b"/>
              <a:pathLst>
                <a:path w="1322" h="2151" extrusionOk="0">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137"/>
            <p:cNvSpPr/>
            <p:nvPr/>
          </p:nvSpPr>
          <p:spPr>
            <a:xfrm>
              <a:off x="5892341" y="3013375"/>
              <a:ext cx="87971" cy="150811"/>
            </a:xfrm>
            <a:custGeom>
              <a:avLst/>
              <a:gdLst/>
              <a:ahLst/>
              <a:cxnLst/>
              <a:rect l="l" t="t" r="r" b="b"/>
              <a:pathLst>
                <a:path w="3350" h="5743" extrusionOk="0">
                  <a:moveTo>
                    <a:pt x="0" y="0"/>
                  </a:moveTo>
                  <a:lnTo>
                    <a:pt x="0" y="5742"/>
                  </a:lnTo>
                  <a:lnTo>
                    <a:pt x="3350" y="5742"/>
                  </a:lnTo>
                  <a:lnTo>
                    <a:pt x="335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137"/>
            <p:cNvSpPr/>
            <p:nvPr/>
          </p:nvSpPr>
          <p:spPr>
            <a:xfrm>
              <a:off x="5892341" y="3101320"/>
              <a:ext cx="87971" cy="62866"/>
            </a:xfrm>
            <a:custGeom>
              <a:avLst/>
              <a:gdLst/>
              <a:ahLst/>
              <a:cxnLst/>
              <a:rect l="l" t="t" r="r" b="b"/>
              <a:pathLst>
                <a:path w="3350" h="2394" extrusionOk="0">
                  <a:moveTo>
                    <a:pt x="0" y="1"/>
                  </a:moveTo>
                  <a:lnTo>
                    <a:pt x="0" y="2393"/>
                  </a:lnTo>
                  <a:lnTo>
                    <a:pt x="3350" y="2393"/>
                  </a:lnTo>
                  <a:lnTo>
                    <a:pt x="3350"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137"/>
            <p:cNvSpPr/>
            <p:nvPr/>
          </p:nvSpPr>
          <p:spPr>
            <a:xfrm>
              <a:off x="5967734" y="3082466"/>
              <a:ext cx="50288" cy="75419"/>
            </a:xfrm>
            <a:custGeom>
              <a:avLst/>
              <a:gdLst/>
              <a:ahLst/>
              <a:cxnLst/>
              <a:rect l="l" t="t" r="r" b="b"/>
              <a:pathLst>
                <a:path w="1915" h="2872" extrusionOk="0">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137"/>
            <p:cNvSpPr/>
            <p:nvPr/>
          </p:nvSpPr>
          <p:spPr>
            <a:xfrm>
              <a:off x="5967734" y="3082466"/>
              <a:ext cx="28413" cy="75419"/>
            </a:xfrm>
            <a:custGeom>
              <a:avLst/>
              <a:gdLst/>
              <a:ahLst/>
              <a:cxnLst/>
              <a:rect l="l" t="t" r="r" b="b"/>
              <a:pathLst>
                <a:path w="1082" h="2872" extrusionOk="0">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137"/>
            <p:cNvSpPr/>
            <p:nvPr/>
          </p:nvSpPr>
          <p:spPr>
            <a:xfrm>
              <a:off x="5967734" y="3082466"/>
              <a:ext cx="50288" cy="56590"/>
            </a:xfrm>
            <a:custGeom>
              <a:avLst/>
              <a:gdLst/>
              <a:ahLst/>
              <a:cxnLst/>
              <a:rect l="l" t="t" r="r" b="b"/>
              <a:pathLst>
                <a:path w="1915" h="2155" extrusionOk="0">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137"/>
            <p:cNvSpPr/>
            <p:nvPr/>
          </p:nvSpPr>
          <p:spPr>
            <a:xfrm>
              <a:off x="5967734" y="3082466"/>
              <a:ext cx="28177" cy="56328"/>
            </a:xfrm>
            <a:custGeom>
              <a:avLst/>
              <a:gdLst/>
              <a:ahLst/>
              <a:cxnLst/>
              <a:rect l="l" t="t" r="r" b="b"/>
              <a:pathLst>
                <a:path w="1073" h="2145" extrusionOk="0">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137"/>
            <p:cNvSpPr/>
            <p:nvPr/>
          </p:nvSpPr>
          <p:spPr>
            <a:xfrm>
              <a:off x="5948879" y="3151582"/>
              <a:ext cx="87971" cy="100812"/>
            </a:xfrm>
            <a:custGeom>
              <a:avLst/>
              <a:gdLst/>
              <a:ahLst/>
              <a:cxnLst/>
              <a:rect l="l" t="t" r="r" b="b"/>
              <a:pathLst>
                <a:path w="3350" h="3839" extrusionOk="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137"/>
            <p:cNvSpPr/>
            <p:nvPr/>
          </p:nvSpPr>
          <p:spPr>
            <a:xfrm>
              <a:off x="5948879" y="3165920"/>
              <a:ext cx="18881" cy="86474"/>
            </a:xfrm>
            <a:custGeom>
              <a:avLst/>
              <a:gdLst/>
              <a:ahLst/>
              <a:cxnLst/>
              <a:rect l="l" t="t" r="r" b="b"/>
              <a:pathLst>
                <a:path w="719" h="3293" extrusionOk="0">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137"/>
            <p:cNvSpPr/>
            <p:nvPr/>
          </p:nvSpPr>
          <p:spPr>
            <a:xfrm>
              <a:off x="6017995" y="3165920"/>
              <a:ext cx="18855" cy="86474"/>
            </a:xfrm>
            <a:custGeom>
              <a:avLst/>
              <a:gdLst/>
              <a:ahLst/>
              <a:cxnLst/>
              <a:rect l="l" t="t" r="r" b="b"/>
              <a:pathLst>
                <a:path w="718" h="3293" extrusionOk="0">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137"/>
            <p:cNvSpPr/>
            <p:nvPr/>
          </p:nvSpPr>
          <p:spPr>
            <a:xfrm>
              <a:off x="5854632" y="3082466"/>
              <a:ext cx="50288" cy="75419"/>
            </a:xfrm>
            <a:custGeom>
              <a:avLst/>
              <a:gdLst/>
              <a:ahLst/>
              <a:cxnLst/>
              <a:rect l="l" t="t" r="r" b="b"/>
              <a:pathLst>
                <a:path w="1915" h="2872" extrusionOk="0">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137"/>
            <p:cNvSpPr/>
            <p:nvPr/>
          </p:nvSpPr>
          <p:spPr>
            <a:xfrm>
              <a:off x="5854632" y="3082466"/>
              <a:ext cx="28177" cy="75419"/>
            </a:xfrm>
            <a:custGeom>
              <a:avLst/>
              <a:gdLst/>
              <a:ahLst/>
              <a:cxnLst/>
              <a:rect l="l" t="t" r="r" b="b"/>
              <a:pathLst>
                <a:path w="1073" h="2872" extrusionOk="0">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137"/>
            <p:cNvSpPr/>
            <p:nvPr/>
          </p:nvSpPr>
          <p:spPr>
            <a:xfrm>
              <a:off x="5854632" y="3082466"/>
              <a:ext cx="50288" cy="56590"/>
            </a:xfrm>
            <a:custGeom>
              <a:avLst/>
              <a:gdLst/>
              <a:ahLst/>
              <a:cxnLst/>
              <a:rect l="l" t="t" r="r" b="b"/>
              <a:pathLst>
                <a:path w="1915" h="2155" extrusionOk="0">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137"/>
            <p:cNvSpPr/>
            <p:nvPr/>
          </p:nvSpPr>
          <p:spPr>
            <a:xfrm>
              <a:off x="5854632" y="3082466"/>
              <a:ext cx="28177" cy="56328"/>
            </a:xfrm>
            <a:custGeom>
              <a:avLst/>
              <a:gdLst/>
              <a:ahLst/>
              <a:cxnLst/>
              <a:rect l="l" t="t" r="r" b="b"/>
              <a:pathLst>
                <a:path w="1073" h="2145" extrusionOk="0">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137"/>
            <p:cNvSpPr/>
            <p:nvPr/>
          </p:nvSpPr>
          <p:spPr>
            <a:xfrm>
              <a:off x="5835777" y="3151582"/>
              <a:ext cx="87997" cy="100812"/>
            </a:xfrm>
            <a:custGeom>
              <a:avLst/>
              <a:gdLst/>
              <a:ahLst/>
              <a:cxnLst/>
              <a:rect l="l" t="t" r="r" b="b"/>
              <a:pathLst>
                <a:path w="3351" h="3839" extrusionOk="0">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137"/>
            <p:cNvSpPr/>
            <p:nvPr/>
          </p:nvSpPr>
          <p:spPr>
            <a:xfrm>
              <a:off x="5835777" y="3165920"/>
              <a:ext cx="18881" cy="86474"/>
            </a:xfrm>
            <a:custGeom>
              <a:avLst/>
              <a:gdLst/>
              <a:ahLst/>
              <a:cxnLst/>
              <a:rect l="l" t="t" r="r" b="b"/>
              <a:pathLst>
                <a:path w="719" h="3293" extrusionOk="0">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137"/>
            <p:cNvSpPr/>
            <p:nvPr/>
          </p:nvSpPr>
          <p:spPr>
            <a:xfrm>
              <a:off x="5904893" y="3165920"/>
              <a:ext cx="18881" cy="86474"/>
            </a:xfrm>
            <a:custGeom>
              <a:avLst/>
              <a:gdLst/>
              <a:ahLst/>
              <a:cxnLst/>
              <a:rect l="l" t="t" r="r" b="b"/>
              <a:pathLst>
                <a:path w="719" h="3293" extrusionOk="0">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9" name="Google Shape;15639;p137"/>
            <p:cNvSpPr/>
            <p:nvPr/>
          </p:nvSpPr>
          <p:spPr>
            <a:xfrm>
              <a:off x="6024271" y="3145306"/>
              <a:ext cx="50288" cy="75419"/>
            </a:xfrm>
            <a:custGeom>
              <a:avLst/>
              <a:gdLst/>
              <a:ahLst/>
              <a:cxnLst/>
              <a:rect l="l" t="t" r="r" b="b"/>
              <a:pathLst>
                <a:path w="1915" h="2872" extrusionOk="0">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137"/>
            <p:cNvSpPr/>
            <p:nvPr/>
          </p:nvSpPr>
          <p:spPr>
            <a:xfrm>
              <a:off x="6024271" y="3145306"/>
              <a:ext cx="28413" cy="75681"/>
            </a:xfrm>
            <a:custGeom>
              <a:avLst/>
              <a:gdLst/>
              <a:ahLst/>
              <a:cxnLst/>
              <a:rect l="l" t="t" r="r" b="b"/>
              <a:pathLst>
                <a:path w="1082" h="2882" extrusionOk="0">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137"/>
            <p:cNvSpPr/>
            <p:nvPr/>
          </p:nvSpPr>
          <p:spPr>
            <a:xfrm>
              <a:off x="6024271" y="3145306"/>
              <a:ext cx="50288" cy="56564"/>
            </a:xfrm>
            <a:custGeom>
              <a:avLst/>
              <a:gdLst/>
              <a:ahLst/>
              <a:cxnLst/>
              <a:rect l="l" t="t" r="r" b="b"/>
              <a:pathLst>
                <a:path w="1915" h="2154" extrusionOk="0">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137"/>
            <p:cNvSpPr/>
            <p:nvPr/>
          </p:nvSpPr>
          <p:spPr>
            <a:xfrm>
              <a:off x="6024271" y="3145568"/>
              <a:ext cx="28177" cy="56065"/>
            </a:xfrm>
            <a:custGeom>
              <a:avLst/>
              <a:gdLst/>
              <a:ahLst/>
              <a:cxnLst/>
              <a:rect l="l" t="t" r="r" b="b"/>
              <a:pathLst>
                <a:path w="1073" h="2135" extrusionOk="0">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137"/>
            <p:cNvSpPr/>
            <p:nvPr/>
          </p:nvSpPr>
          <p:spPr>
            <a:xfrm>
              <a:off x="6005417" y="3214422"/>
              <a:ext cx="87997" cy="63103"/>
            </a:xfrm>
            <a:custGeom>
              <a:avLst/>
              <a:gdLst/>
              <a:ahLst/>
              <a:cxnLst/>
              <a:rect l="l" t="t" r="r" b="b"/>
              <a:pathLst>
                <a:path w="3351" h="2403" extrusionOk="0">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137"/>
            <p:cNvSpPr/>
            <p:nvPr/>
          </p:nvSpPr>
          <p:spPr>
            <a:xfrm>
              <a:off x="6005417" y="3228996"/>
              <a:ext cx="18881" cy="48528"/>
            </a:xfrm>
            <a:custGeom>
              <a:avLst/>
              <a:gdLst/>
              <a:ahLst/>
              <a:cxnLst/>
              <a:rect l="l" t="t" r="r" b="b"/>
              <a:pathLst>
                <a:path w="719" h="1848" extrusionOk="0">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137"/>
            <p:cNvSpPr/>
            <p:nvPr/>
          </p:nvSpPr>
          <p:spPr>
            <a:xfrm>
              <a:off x="6074796" y="3228996"/>
              <a:ext cx="18855" cy="48528"/>
            </a:xfrm>
            <a:custGeom>
              <a:avLst/>
              <a:gdLst/>
              <a:ahLst/>
              <a:cxnLst/>
              <a:rect l="l" t="t" r="r" b="b"/>
              <a:pathLst>
                <a:path w="718" h="1848" extrusionOk="0">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137"/>
            <p:cNvSpPr/>
            <p:nvPr/>
          </p:nvSpPr>
          <p:spPr>
            <a:xfrm>
              <a:off x="5911170" y="3145306"/>
              <a:ext cx="50288" cy="75419"/>
            </a:xfrm>
            <a:custGeom>
              <a:avLst/>
              <a:gdLst/>
              <a:ahLst/>
              <a:cxnLst/>
              <a:rect l="l" t="t" r="r" b="b"/>
              <a:pathLst>
                <a:path w="1915" h="2872" extrusionOk="0">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137"/>
            <p:cNvSpPr/>
            <p:nvPr/>
          </p:nvSpPr>
          <p:spPr>
            <a:xfrm>
              <a:off x="5911170" y="3145306"/>
              <a:ext cx="28440" cy="75681"/>
            </a:xfrm>
            <a:custGeom>
              <a:avLst/>
              <a:gdLst/>
              <a:ahLst/>
              <a:cxnLst/>
              <a:rect l="l" t="t" r="r" b="b"/>
              <a:pathLst>
                <a:path w="1083" h="2882" extrusionOk="0">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137"/>
            <p:cNvSpPr/>
            <p:nvPr/>
          </p:nvSpPr>
          <p:spPr>
            <a:xfrm>
              <a:off x="5911170" y="3145306"/>
              <a:ext cx="50288" cy="56564"/>
            </a:xfrm>
            <a:custGeom>
              <a:avLst/>
              <a:gdLst/>
              <a:ahLst/>
              <a:cxnLst/>
              <a:rect l="l" t="t" r="r" b="b"/>
              <a:pathLst>
                <a:path w="1915" h="2154" extrusionOk="0">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137"/>
            <p:cNvSpPr/>
            <p:nvPr/>
          </p:nvSpPr>
          <p:spPr>
            <a:xfrm>
              <a:off x="5911170" y="3145568"/>
              <a:ext cx="28177" cy="56065"/>
            </a:xfrm>
            <a:custGeom>
              <a:avLst/>
              <a:gdLst/>
              <a:ahLst/>
              <a:cxnLst/>
              <a:rect l="l" t="t" r="r" b="b"/>
              <a:pathLst>
                <a:path w="1073" h="2135" extrusionOk="0">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137"/>
            <p:cNvSpPr/>
            <p:nvPr/>
          </p:nvSpPr>
          <p:spPr>
            <a:xfrm>
              <a:off x="5892341" y="3214422"/>
              <a:ext cx="87971" cy="63103"/>
            </a:xfrm>
            <a:custGeom>
              <a:avLst/>
              <a:gdLst/>
              <a:ahLst/>
              <a:cxnLst/>
              <a:rect l="l" t="t" r="r" b="b"/>
              <a:pathLst>
                <a:path w="3350" h="2403" extrusionOk="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137"/>
            <p:cNvSpPr/>
            <p:nvPr/>
          </p:nvSpPr>
          <p:spPr>
            <a:xfrm>
              <a:off x="5892341" y="3228996"/>
              <a:ext cx="18855" cy="48528"/>
            </a:xfrm>
            <a:custGeom>
              <a:avLst/>
              <a:gdLst/>
              <a:ahLst/>
              <a:cxnLst/>
              <a:rect l="l" t="t" r="r" b="b"/>
              <a:pathLst>
                <a:path w="718" h="1848" extrusionOk="0">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137"/>
            <p:cNvSpPr/>
            <p:nvPr/>
          </p:nvSpPr>
          <p:spPr>
            <a:xfrm>
              <a:off x="5961431" y="3228996"/>
              <a:ext cx="18881" cy="48528"/>
            </a:xfrm>
            <a:custGeom>
              <a:avLst/>
              <a:gdLst/>
              <a:ahLst/>
              <a:cxnLst/>
              <a:rect l="l" t="t" r="r" b="b"/>
              <a:pathLst>
                <a:path w="719" h="1848" extrusionOk="0">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137"/>
            <p:cNvSpPr/>
            <p:nvPr/>
          </p:nvSpPr>
          <p:spPr>
            <a:xfrm>
              <a:off x="5798094" y="3145306"/>
              <a:ext cx="50288" cy="75419"/>
            </a:xfrm>
            <a:custGeom>
              <a:avLst/>
              <a:gdLst/>
              <a:ahLst/>
              <a:cxnLst/>
              <a:rect l="l" t="t" r="r" b="b"/>
              <a:pathLst>
                <a:path w="1915" h="2872" extrusionOk="0">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137"/>
            <p:cNvSpPr/>
            <p:nvPr/>
          </p:nvSpPr>
          <p:spPr>
            <a:xfrm>
              <a:off x="5798094" y="3145306"/>
              <a:ext cx="50288" cy="56564"/>
            </a:xfrm>
            <a:custGeom>
              <a:avLst/>
              <a:gdLst/>
              <a:ahLst/>
              <a:cxnLst/>
              <a:rect l="l" t="t" r="r" b="b"/>
              <a:pathLst>
                <a:path w="1915" h="2154" extrusionOk="0">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137"/>
            <p:cNvSpPr/>
            <p:nvPr/>
          </p:nvSpPr>
          <p:spPr>
            <a:xfrm>
              <a:off x="5779239" y="3214422"/>
              <a:ext cx="87997" cy="63103"/>
            </a:xfrm>
            <a:custGeom>
              <a:avLst/>
              <a:gdLst/>
              <a:ahLst/>
              <a:cxnLst/>
              <a:rect l="l" t="t" r="r" b="b"/>
              <a:pathLst>
                <a:path w="3351" h="2403" extrusionOk="0">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6" name="Google Shape;15656;p137"/>
            <p:cNvSpPr/>
            <p:nvPr/>
          </p:nvSpPr>
          <p:spPr>
            <a:xfrm>
              <a:off x="5848356" y="3228996"/>
              <a:ext cx="18881" cy="48528"/>
            </a:xfrm>
            <a:custGeom>
              <a:avLst/>
              <a:gdLst/>
              <a:ahLst/>
              <a:cxnLst/>
              <a:rect l="l" t="t" r="r" b="b"/>
              <a:pathLst>
                <a:path w="719" h="1848" extrusionOk="0">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7" name="Google Shape;15657;p137"/>
            <p:cNvSpPr/>
            <p:nvPr/>
          </p:nvSpPr>
          <p:spPr>
            <a:xfrm>
              <a:off x="5875482" y="2994521"/>
              <a:ext cx="121925" cy="25157"/>
            </a:xfrm>
            <a:custGeom>
              <a:avLst/>
              <a:gdLst/>
              <a:ahLst/>
              <a:cxnLst/>
              <a:rect l="l" t="t" r="r" b="b"/>
              <a:pathLst>
                <a:path w="4643" h="958" extrusionOk="0">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137"/>
            <p:cNvSpPr/>
            <p:nvPr/>
          </p:nvSpPr>
          <p:spPr>
            <a:xfrm>
              <a:off x="5917472" y="3038506"/>
              <a:ext cx="37709" cy="18855"/>
            </a:xfrm>
            <a:custGeom>
              <a:avLst/>
              <a:gdLst/>
              <a:ahLst/>
              <a:cxnLst/>
              <a:rect l="l" t="t" r="r" b="b"/>
              <a:pathLst>
                <a:path w="1436" h="718" extrusionOk="0">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137"/>
            <p:cNvSpPr/>
            <p:nvPr/>
          </p:nvSpPr>
          <p:spPr>
            <a:xfrm>
              <a:off x="5892341" y="3007073"/>
              <a:ext cx="87971" cy="12605"/>
            </a:xfrm>
            <a:custGeom>
              <a:avLst/>
              <a:gdLst/>
              <a:ahLst/>
              <a:cxnLst/>
              <a:rect l="l" t="t" r="r" b="b"/>
              <a:pathLst>
                <a:path w="3350" h="480" extrusionOk="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0" name="Google Shape;15660;p137"/>
          <p:cNvGrpSpPr/>
          <p:nvPr/>
        </p:nvGrpSpPr>
        <p:grpSpPr>
          <a:xfrm>
            <a:off x="6190130" y="2940977"/>
            <a:ext cx="389830" cy="283004"/>
            <a:chOff x="6190130" y="2940977"/>
            <a:chExt cx="389830" cy="283004"/>
          </a:xfrm>
        </p:grpSpPr>
        <p:sp>
          <p:nvSpPr>
            <p:cNvPr id="15661" name="Google Shape;15661;p137"/>
            <p:cNvSpPr/>
            <p:nvPr/>
          </p:nvSpPr>
          <p:spPr>
            <a:xfrm>
              <a:off x="6208984" y="2940977"/>
              <a:ext cx="352120" cy="257873"/>
            </a:xfrm>
            <a:custGeom>
              <a:avLst/>
              <a:gdLst/>
              <a:ahLst/>
              <a:cxnLst/>
              <a:rect l="l" t="t" r="r" b="b"/>
              <a:pathLst>
                <a:path w="13409" h="9820" extrusionOk="0">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137"/>
            <p:cNvSpPr/>
            <p:nvPr/>
          </p:nvSpPr>
          <p:spPr>
            <a:xfrm>
              <a:off x="6234115" y="2966370"/>
              <a:ext cx="301859" cy="201073"/>
            </a:xfrm>
            <a:custGeom>
              <a:avLst/>
              <a:gdLst/>
              <a:ahLst/>
              <a:cxnLst/>
              <a:rect l="l" t="t" r="r" b="b"/>
              <a:pathLst>
                <a:path w="11495" h="7657" extrusionOk="0">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137"/>
            <p:cNvSpPr/>
            <p:nvPr/>
          </p:nvSpPr>
          <p:spPr>
            <a:xfrm>
              <a:off x="6234115" y="3129734"/>
              <a:ext cx="175942" cy="37709"/>
            </a:xfrm>
            <a:custGeom>
              <a:avLst/>
              <a:gdLst/>
              <a:ahLst/>
              <a:cxnLst/>
              <a:rect l="l" t="t" r="r" b="b"/>
              <a:pathLst>
                <a:path w="6700" h="1436" extrusionOk="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4" name="Google Shape;15664;p137"/>
            <p:cNvSpPr/>
            <p:nvPr/>
          </p:nvSpPr>
          <p:spPr>
            <a:xfrm>
              <a:off x="6410293" y="2966370"/>
              <a:ext cx="125680" cy="100550"/>
            </a:xfrm>
            <a:custGeom>
              <a:avLst/>
              <a:gdLst/>
              <a:ahLst/>
              <a:cxnLst/>
              <a:rect l="l" t="t" r="r" b="b"/>
              <a:pathLst>
                <a:path w="4786" h="3829" extrusionOk="0">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5" name="Google Shape;15665;p137"/>
            <p:cNvSpPr/>
            <p:nvPr/>
          </p:nvSpPr>
          <p:spPr>
            <a:xfrm>
              <a:off x="6410293" y="3066893"/>
              <a:ext cx="125680" cy="100550"/>
            </a:xfrm>
            <a:custGeom>
              <a:avLst/>
              <a:gdLst/>
              <a:ahLst/>
              <a:cxnLst/>
              <a:rect l="l" t="t" r="r" b="b"/>
              <a:pathLst>
                <a:path w="4786" h="3829" extrusionOk="0">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137"/>
            <p:cNvSpPr/>
            <p:nvPr/>
          </p:nvSpPr>
          <p:spPr>
            <a:xfrm>
              <a:off x="6190130" y="3192547"/>
              <a:ext cx="389830" cy="31433"/>
            </a:xfrm>
            <a:custGeom>
              <a:avLst/>
              <a:gdLst/>
              <a:ahLst/>
              <a:cxnLst/>
              <a:rect l="l" t="t" r="r" b="b"/>
              <a:pathLst>
                <a:path w="14845" h="1197" extrusionOk="0">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137"/>
            <p:cNvSpPr/>
            <p:nvPr/>
          </p:nvSpPr>
          <p:spPr>
            <a:xfrm>
              <a:off x="6190130" y="3192547"/>
              <a:ext cx="389830" cy="12605"/>
            </a:xfrm>
            <a:custGeom>
              <a:avLst/>
              <a:gdLst/>
              <a:ahLst/>
              <a:cxnLst/>
              <a:rect l="l" t="t" r="r" b="b"/>
              <a:pathLst>
                <a:path w="14845" h="480" extrusionOk="0">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137"/>
            <p:cNvSpPr/>
            <p:nvPr/>
          </p:nvSpPr>
          <p:spPr>
            <a:xfrm>
              <a:off x="6347217" y="3192547"/>
              <a:ext cx="75419" cy="18881"/>
            </a:xfrm>
            <a:custGeom>
              <a:avLst/>
              <a:gdLst/>
              <a:ahLst/>
              <a:cxnLst/>
              <a:rect l="l" t="t" r="r" b="b"/>
              <a:pathLst>
                <a:path w="2872" h="719" extrusionOk="0">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137"/>
            <p:cNvSpPr/>
            <p:nvPr/>
          </p:nvSpPr>
          <p:spPr>
            <a:xfrm>
              <a:off x="6441700" y="3041763"/>
              <a:ext cx="62866" cy="25157"/>
            </a:xfrm>
            <a:custGeom>
              <a:avLst/>
              <a:gdLst/>
              <a:ahLst/>
              <a:cxnLst/>
              <a:rect l="l" t="t" r="r" b="b"/>
              <a:pathLst>
                <a:path w="2394" h="958" extrusionOk="0">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137"/>
            <p:cNvSpPr/>
            <p:nvPr/>
          </p:nvSpPr>
          <p:spPr>
            <a:xfrm>
              <a:off x="6460555" y="3022908"/>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1" name="Google Shape;15671;p137"/>
            <p:cNvSpPr/>
            <p:nvPr/>
          </p:nvSpPr>
          <p:spPr>
            <a:xfrm>
              <a:off x="6454279" y="2991501"/>
              <a:ext cx="37709" cy="44012"/>
            </a:xfrm>
            <a:custGeom>
              <a:avLst/>
              <a:gdLst/>
              <a:ahLst/>
              <a:cxnLst/>
              <a:rect l="l" t="t" r="r" b="b"/>
              <a:pathLst>
                <a:path w="1436" h="1676" extrusionOk="0">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2" name="Google Shape;15672;p137"/>
            <p:cNvSpPr/>
            <p:nvPr/>
          </p:nvSpPr>
          <p:spPr>
            <a:xfrm>
              <a:off x="6454069" y="2991501"/>
              <a:ext cx="25367" cy="43907"/>
            </a:xfrm>
            <a:custGeom>
              <a:avLst/>
              <a:gdLst/>
              <a:ahLst/>
              <a:cxnLst/>
              <a:rect l="l" t="t" r="r" b="b"/>
              <a:pathLst>
                <a:path w="966" h="1672" extrusionOk="0">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137"/>
            <p:cNvSpPr/>
            <p:nvPr/>
          </p:nvSpPr>
          <p:spPr>
            <a:xfrm>
              <a:off x="6454279" y="2991501"/>
              <a:ext cx="37709" cy="18881"/>
            </a:xfrm>
            <a:custGeom>
              <a:avLst/>
              <a:gdLst/>
              <a:ahLst/>
              <a:cxnLst/>
              <a:rect l="l" t="t" r="r" b="b"/>
              <a:pathLst>
                <a:path w="1436" h="719" extrusionOk="0">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137"/>
            <p:cNvSpPr/>
            <p:nvPr/>
          </p:nvSpPr>
          <p:spPr>
            <a:xfrm>
              <a:off x="6454279" y="2991501"/>
              <a:ext cx="25157" cy="15598"/>
            </a:xfrm>
            <a:custGeom>
              <a:avLst/>
              <a:gdLst/>
              <a:ahLst/>
              <a:cxnLst/>
              <a:rect l="l" t="t" r="r" b="b"/>
              <a:pathLst>
                <a:path w="958" h="594" extrusionOk="0">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137"/>
            <p:cNvSpPr/>
            <p:nvPr/>
          </p:nvSpPr>
          <p:spPr>
            <a:xfrm>
              <a:off x="6441700" y="3142286"/>
              <a:ext cx="62866" cy="25157"/>
            </a:xfrm>
            <a:custGeom>
              <a:avLst/>
              <a:gdLst/>
              <a:ahLst/>
              <a:cxnLst/>
              <a:rect l="l" t="t" r="r" b="b"/>
              <a:pathLst>
                <a:path w="2394" h="958" extrusionOk="0">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137"/>
            <p:cNvSpPr/>
            <p:nvPr/>
          </p:nvSpPr>
          <p:spPr>
            <a:xfrm>
              <a:off x="6460555" y="3123431"/>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137"/>
            <p:cNvSpPr/>
            <p:nvPr/>
          </p:nvSpPr>
          <p:spPr>
            <a:xfrm>
              <a:off x="6454279" y="3092024"/>
              <a:ext cx="37709" cy="44012"/>
            </a:xfrm>
            <a:custGeom>
              <a:avLst/>
              <a:gdLst/>
              <a:ahLst/>
              <a:cxnLst/>
              <a:rect l="l" t="t" r="r" b="b"/>
              <a:pathLst>
                <a:path w="1436" h="1676" extrusionOk="0">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137"/>
            <p:cNvSpPr/>
            <p:nvPr/>
          </p:nvSpPr>
          <p:spPr>
            <a:xfrm>
              <a:off x="6454069" y="3092024"/>
              <a:ext cx="25367" cy="43933"/>
            </a:xfrm>
            <a:custGeom>
              <a:avLst/>
              <a:gdLst/>
              <a:ahLst/>
              <a:cxnLst/>
              <a:rect l="l" t="t" r="r" b="b"/>
              <a:pathLst>
                <a:path w="966" h="1673" extrusionOk="0">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137"/>
            <p:cNvSpPr/>
            <p:nvPr/>
          </p:nvSpPr>
          <p:spPr>
            <a:xfrm>
              <a:off x="6454279" y="3092024"/>
              <a:ext cx="37709" cy="18881"/>
            </a:xfrm>
            <a:custGeom>
              <a:avLst/>
              <a:gdLst/>
              <a:ahLst/>
              <a:cxnLst/>
              <a:rect l="l" t="t" r="r" b="b"/>
              <a:pathLst>
                <a:path w="1436" h="719" extrusionOk="0">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137"/>
            <p:cNvSpPr/>
            <p:nvPr/>
          </p:nvSpPr>
          <p:spPr>
            <a:xfrm>
              <a:off x="6454279" y="3092024"/>
              <a:ext cx="25157" cy="15598"/>
            </a:xfrm>
            <a:custGeom>
              <a:avLst/>
              <a:gdLst/>
              <a:ahLst/>
              <a:cxnLst/>
              <a:rect l="l" t="t" r="r" b="b"/>
              <a:pathLst>
                <a:path w="958" h="594" extrusionOk="0">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137"/>
            <p:cNvSpPr/>
            <p:nvPr/>
          </p:nvSpPr>
          <p:spPr>
            <a:xfrm>
              <a:off x="6284377" y="3048039"/>
              <a:ext cx="75419" cy="94273"/>
            </a:xfrm>
            <a:custGeom>
              <a:avLst/>
              <a:gdLst/>
              <a:ahLst/>
              <a:cxnLst/>
              <a:rect l="l" t="t" r="r" b="b"/>
              <a:pathLst>
                <a:path w="2872" h="3590" extrusionOk="0">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137"/>
            <p:cNvSpPr/>
            <p:nvPr/>
          </p:nvSpPr>
          <p:spPr>
            <a:xfrm>
              <a:off x="6308247" y="3048039"/>
              <a:ext cx="27678" cy="18750"/>
            </a:xfrm>
            <a:custGeom>
              <a:avLst/>
              <a:gdLst/>
              <a:ahLst/>
              <a:cxnLst/>
              <a:rect l="l" t="t" r="r" b="b"/>
              <a:pathLst>
                <a:path w="1054" h="714" extrusionOk="0">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137"/>
            <p:cNvSpPr/>
            <p:nvPr/>
          </p:nvSpPr>
          <p:spPr>
            <a:xfrm>
              <a:off x="6284377" y="3067891"/>
              <a:ext cx="75681" cy="74421"/>
            </a:xfrm>
            <a:custGeom>
              <a:avLst/>
              <a:gdLst/>
              <a:ahLst/>
              <a:cxnLst/>
              <a:rect l="l" t="t" r="r" b="b"/>
              <a:pathLst>
                <a:path w="2882" h="2834" extrusionOk="0">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137"/>
            <p:cNvSpPr/>
            <p:nvPr/>
          </p:nvSpPr>
          <p:spPr>
            <a:xfrm>
              <a:off x="6296955" y="2997777"/>
              <a:ext cx="50288" cy="56590"/>
            </a:xfrm>
            <a:custGeom>
              <a:avLst/>
              <a:gdLst/>
              <a:ahLst/>
              <a:cxnLst/>
              <a:rect l="l" t="t" r="r" b="b"/>
              <a:pathLst>
                <a:path w="1915" h="2155" extrusionOk="0">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137"/>
            <p:cNvSpPr/>
            <p:nvPr/>
          </p:nvSpPr>
          <p:spPr>
            <a:xfrm>
              <a:off x="6296955" y="2997777"/>
              <a:ext cx="34689" cy="56485"/>
            </a:xfrm>
            <a:custGeom>
              <a:avLst/>
              <a:gdLst/>
              <a:ahLst/>
              <a:cxnLst/>
              <a:rect l="l" t="t" r="r" b="b"/>
              <a:pathLst>
                <a:path w="1321" h="2151" extrusionOk="0">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137"/>
            <p:cNvSpPr/>
            <p:nvPr/>
          </p:nvSpPr>
          <p:spPr>
            <a:xfrm>
              <a:off x="6296955" y="2997777"/>
              <a:ext cx="50288" cy="25157"/>
            </a:xfrm>
            <a:custGeom>
              <a:avLst/>
              <a:gdLst/>
              <a:ahLst/>
              <a:cxnLst/>
              <a:rect l="l" t="t" r="r" b="b"/>
              <a:pathLst>
                <a:path w="1915" h="958" extrusionOk="0">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137"/>
            <p:cNvSpPr/>
            <p:nvPr/>
          </p:nvSpPr>
          <p:spPr>
            <a:xfrm>
              <a:off x="6296955" y="2997777"/>
              <a:ext cx="34689" cy="22899"/>
            </a:xfrm>
            <a:custGeom>
              <a:avLst/>
              <a:gdLst/>
              <a:ahLst/>
              <a:cxnLst/>
              <a:rect l="l" t="t" r="r" b="b"/>
              <a:pathLst>
                <a:path w="1321" h="872" extrusionOk="0">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137"/>
            <p:cNvSpPr/>
            <p:nvPr/>
          </p:nvSpPr>
          <p:spPr>
            <a:xfrm>
              <a:off x="6284377" y="3078947"/>
              <a:ext cx="31459" cy="63365"/>
            </a:xfrm>
            <a:custGeom>
              <a:avLst/>
              <a:gdLst/>
              <a:ahLst/>
              <a:cxnLst/>
              <a:rect l="l" t="t" r="r" b="b"/>
              <a:pathLst>
                <a:path w="1198" h="2413" extrusionOk="0">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137"/>
            <p:cNvSpPr/>
            <p:nvPr/>
          </p:nvSpPr>
          <p:spPr>
            <a:xfrm>
              <a:off x="6328625" y="3078947"/>
              <a:ext cx="31433" cy="63365"/>
            </a:xfrm>
            <a:custGeom>
              <a:avLst/>
              <a:gdLst/>
              <a:ahLst/>
              <a:cxnLst/>
              <a:rect l="l" t="t" r="r" b="b"/>
              <a:pathLst>
                <a:path w="1197" h="2413" extrusionOk="0">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0" name="Google Shape;15690;p137"/>
            <p:cNvSpPr/>
            <p:nvPr/>
          </p:nvSpPr>
          <p:spPr>
            <a:xfrm>
              <a:off x="6309770" y="3129734"/>
              <a:ext cx="25157" cy="12579"/>
            </a:xfrm>
            <a:custGeom>
              <a:avLst/>
              <a:gdLst/>
              <a:ahLst/>
              <a:cxnLst/>
              <a:rect l="l" t="t" r="r" b="b"/>
              <a:pathLst>
                <a:path w="958" h="479" extrusionOk="0">
                  <a:moveTo>
                    <a:pt x="0" y="0"/>
                  </a:moveTo>
                  <a:lnTo>
                    <a:pt x="0" y="479"/>
                  </a:lnTo>
                  <a:lnTo>
                    <a:pt x="957" y="479"/>
                  </a:lnTo>
                  <a:lnTo>
                    <a:pt x="9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91" name="Google Shape;15691;p137"/>
          <p:cNvGrpSpPr/>
          <p:nvPr/>
        </p:nvGrpSpPr>
        <p:grpSpPr>
          <a:xfrm>
            <a:off x="6633976" y="2900274"/>
            <a:ext cx="389803" cy="364673"/>
            <a:chOff x="6633976" y="2900274"/>
            <a:chExt cx="389803" cy="364673"/>
          </a:xfrm>
        </p:grpSpPr>
        <p:sp>
          <p:nvSpPr>
            <p:cNvPr id="15692" name="Google Shape;15692;p137"/>
            <p:cNvSpPr/>
            <p:nvPr/>
          </p:nvSpPr>
          <p:spPr>
            <a:xfrm>
              <a:off x="6847838" y="2937957"/>
              <a:ext cx="175942" cy="184109"/>
            </a:xfrm>
            <a:custGeom>
              <a:avLst/>
              <a:gdLst/>
              <a:ahLst/>
              <a:cxnLst/>
              <a:rect l="l" t="t" r="r" b="b"/>
              <a:pathLst>
                <a:path w="6700" h="7011" extrusionOk="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137"/>
            <p:cNvSpPr/>
            <p:nvPr/>
          </p:nvSpPr>
          <p:spPr>
            <a:xfrm>
              <a:off x="6910651" y="2937957"/>
              <a:ext cx="50288" cy="119404"/>
            </a:xfrm>
            <a:custGeom>
              <a:avLst/>
              <a:gdLst/>
              <a:ahLst/>
              <a:cxnLst/>
              <a:rect l="l" t="t" r="r" b="b"/>
              <a:pathLst>
                <a:path w="1915" h="4547" extrusionOk="0">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137"/>
            <p:cNvSpPr/>
            <p:nvPr/>
          </p:nvSpPr>
          <p:spPr>
            <a:xfrm>
              <a:off x="6923493" y="2900274"/>
              <a:ext cx="24632" cy="100550"/>
            </a:xfrm>
            <a:custGeom>
              <a:avLst/>
              <a:gdLst/>
              <a:ahLst/>
              <a:cxnLst/>
              <a:rect l="l" t="t" r="r" b="b"/>
              <a:pathLst>
                <a:path w="938" h="3829" extrusionOk="0">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5" name="Google Shape;15695;p137"/>
            <p:cNvSpPr/>
            <p:nvPr/>
          </p:nvSpPr>
          <p:spPr>
            <a:xfrm>
              <a:off x="6923230" y="3019652"/>
              <a:ext cx="25157" cy="25157"/>
            </a:xfrm>
            <a:custGeom>
              <a:avLst/>
              <a:gdLst/>
              <a:ahLst/>
              <a:cxnLst/>
              <a:rect l="l" t="t" r="r" b="b"/>
              <a:pathLst>
                <a:path w="958" h="958" extrusionOk="0">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6" name="Google Shape;15696;p137"/>
            <p:cNvSpPr/>
            <p:nvPr/>
          </p:nvSpPr>
          <p:spPr>
            <a:xfrm>
              <a:off x="6633976" y="3176713"/>
              <a:ext cx="213625" cy="88234"/>
            </a:xfrm>
            <a:custGeom>
              <a:avLst/>
              <a:gdLst/>
              <a:ahLst/>
              <a:cxnLst/>
              <a:rect l="l" t="t" r="r" b="b"/>
              <a:pathLst>
                <a:path w="8135" h="3360" extrusionOk="0">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137"/>
            <p:cNvSpPr/>
            <p:nvPr/>
          </p:nvSpPr>
          <p:spPr>
            <a:xfrm>
              <a:off x="6728460" y="3201843"/>
              <a:ext cx="25157" cy="63103"/>
            </a:xfrm>
            <a:custGeom>
              <a:avLst/>
              <a:gdLst/>
              <a:ahLst/>
              <a:cxnLst/>
              <a:rect l="l" t="t" r="r" b="b"/>
              <a:pathLst>
                <a:path w="958" h="2403" extrusionOk="0">
                  <a:moveTo>
                    <a:pt x="221" y="1"/>
                  </a:moveTo>
                  <a:lnTo>
                    <a:pt x="0" y="2403"/>
                  </a:lnTo>
                  <a:lnTo>
                    <a:pt x="957" y="2403"/>
                  </a:lnTo>
                  <a:lnTo>
                    <a:pt x="728"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137"/>
            <p:cNvSpPr/>
            <p:nvPr/>
          </p:nvSpPr>
          <p:spPr>
            <a:xfrm>
              <a:off x="6729956" y="3189291"/>
              <a:ext cx="21901" cy="21376"/>
            </a:xfrm>
            <a:custGeom>
              <a:avLst/>
              <a:gdLst/>
              <a:ahLst/>
              <a:cxnLst/>
              <a:rect l="l" t="t" r="r" b="b"/>
              <a:pathLst>
                <a:path w="834" h="814" extrusionOk="0">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137"/>
            <p:cNvSpPr/>
            <p:nvPr/>
          </p:nvSpPr>
          <p:spPr>
            <a:xfrm>
              <a:off x="6810128" y="3202605"/>
              <a:ext cx="37736" cy="62341"/>
            </a:xfrm>
            <a:custGeom>
              <a:avLst/>
              <a:gdLst/>
              <a:ahLst/>
              <a:cxnLst/>
              <a:rect l="l" t="t" r="r" b="b"/>
              <a:pathLst>
                <a:path w="1437" h="2374" extrusionOk="0">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137"/>
            <p:cNvSpPr/>
            <p:nvPr/>
          </p:nvSpPr>
          <p:spPr>
            <a:xfrm>
              <a:off x="6671922" y="2981942"/>
              <a:ext cx="138233" cy="100550"/>
            </a:xfrm>
            <a:custGeom>
              <a:avLst/>
              <a:gdLst/>
              <a:ahLst/>
              <a:cxnLst/>
              <a:rect l="l" t="t" r="r" b="b"/>
              <a:pathLst>
                <a:path w="5264" h="3829" extrusionOk="0">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137"/>
            <p:cNvSpPr/>
            <p:nvPr/>
          </p:nvSpPr>
          <p:spPr>
            <a:xfrm>
              <a:off x="6703066" y="2981942"/>
              <a:ext cx="107088" cy="100550"/>
            </a:xfrm>
            <a:custGeom>
              <a:avLst/>
              <a:gdLst/>
              <a:ahLst/>
              <a:cxnLst/>
              <a:rect l="l" t="t" r="r" b="b"/>
              <a:pathLst>
                <a:path w="4078" h="3829" extrusionOk="0">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137"/>
            <p:cNvSpPr/>
            <p:nvPr/>
          </p:nvSpPr>
          <p:spPr>
            <a:xfrm>
              <a:off x="6703066" y="3132727"/>
              <a:ext cx="75681" cy="56590"/>
            </a:xfrm>
            <a:custGeom>
              <a:avLst/>
              <a:gdLst/>
              <a:ahLst/>
              <a:cxnLst/>
              <a:rect l="l" t="t" r="r" b="b"/>
              <a:pathLst>
                <a:path w="2882" h="2155" extrusionOk="0">
                  <a:moveTo>
                    <a:pt x="1" y="1"/>
                  </a:moveTo>
                  <a:lnTo>
                    <a:pt x="1" y="2154"/>
                  </a:lnTo>
                  <a:lnTo>
                    <a:pt x="2882" y="2154"/>
                  </a:lnTo>
                  <a:lnTo>
                    <a:pt x="288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137"/>
            <p:cNvSpPr/>
            <p:nvPr/>
          </p:nvSpPr>
          <p:spPr>
            <a:xfrm>
              <a:off x="6703329" y="3132727"/>
              <a:ext cx="75419" cy="31565"/>
            </a:xfrm>
            <a:custGeom>
              <a:avLst/>
              <a:gdLst/>
              <a:ahLst/>
              <a:cxnLst/>
              <a:rect l="l" t="t" r="r" b="b"/>
              <a:pathLst>
                <a:path w="2872" h="1202" extrusionOk="0">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137"/>
            <p:cNvSpPr/>
            <p:nvPr/>
          </p:nvSpPr>
          <p:spPr>
            <a:xfrm>
              <a:off x="6690750" y="3166314"/>
              <a:ext cx="50288" cy="45036"/>
            </a:xfrm>
            <a:custGeom>
              <a:avLst/>
              <a:gdLst/>
              <a:ahLst/>
              <a:cxnLst/>
              <a:rect l="l" t="t" r="r" b="b"/>
              <a:pathLst>
                <a:path w="1915" h="1715" extrusionOk="0">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137"/>
            <p:cNvSpPr/>
            <p:nvPr/>
          </p:nvSpPr>
          <p:spPr>
            <a:xfrm>
              <a:off x="6741012" y="3166314"/>
              <a:ext cx="50314" cy="45036"/>
            </a:xfrm>
            <a:custGeom>
              <a:avLst/>
              <a:gdLst/>
              <a:ahLst/>
              <a:cxnLst/>
              <a:rect l="l" t="t" r="r" b="b"/>
              <a:pathLst>
                <a:path w="1916" h="1715" extrusionOk="0">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137"/>
            <p:cNvSpPr/>
            <p:nvPr/>
          </p:nvSpPr>
          <p:spPr>
            <a:xfrm>
              <a:off x="6677935" y="3032887"/>
              <a:ext cx="125943" cy="118721"/>
            </a:xfrm>
            <a:custGeom>
              <a:avLst/>
              <a:gdLst/>
              <a:ahLst/>
              <a:cxnLst/>
              <a:rect l="l" t="t" r="r" b="b"/>
              <a:pathLst>
                <a:path w="4796" h="4521" extrusionOk="0">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137"/>
            <p:cNvSpPr/>
            <p:nvPr/>
          </p:nvSpPr>
          <p:spPr>
            <a:xfrm>
              <a:off x="6677935" y="3033044"/>
              <a:ext cx="113391" cy="118328"/>
            </a:xfrm>
            <a:custGeom>
              <a:avLst/>
              <a:gdLst/>
              <a:ahLst/>
              <a:cxnLst/>
              <a:rect l="l" t="t" r="r" b="b"/>
              <a:pathLst>
                <a:path w="4318" h="4506" extrusionOk="0">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137"/>
            <p:cNvSpPr/>
            <p:nvPr/>
          </p:nvSpPr>
          <p:spPr>
            <a:xfrm>
              <a:off x="6633976" y="3202605"/>
              <a:ext cx="37709" cy="62341"/>
            </a:xfrm>
            <a:custGeom>
              <a:avLst/>
              <a:gdLst/>
              <a:ahLst/>
              <a:cxnLst/>
              <a:rect l="l" t="t" r="r" b="b"/>
              <a:pathLst>
                <a:path w="1436" h="2374" extrusionOk="0">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9" name="Google Shape;15709;p137"/>
          <p:cNvGrpSpPr/>
          <p:nvPr/>
        </p:nvGrpSpPr>
        <p:grpSpPr>
          <a:xfrm>
            <a:off x="7517835" y="2885437"/>
            <a:ext cx="364935" cy="382529"/>
            <a:chOff x="7517835" y="2885437"/>
            <a:chExt cx="364935" cy="382529"/>
          </a:xfrm>
        </p:grpSpPr>
        <p:sp>
          <p:nvSpPr>
            <p:cNvPr id="15710" name="Google Shape;15710;p137"/>
            <p:cNvSpPr/>
            <p:nvPr/>
          </p:nvSpPr>
          <p:spPr>
            <a:xfrm>
              <a:off x="7517835" y="3182752"/>
              <a:ext cx="72924" cy="57063"/>
            </a:xfrm>
            <a:custGeom>
              <a:avLst/>
              <a:gdLst/>
              <a:ahLst/>
              <a:cxnLst/>
              <a:rect l="l" t="t" r="r" b="b"/>
              <a:pathLst>
                <a:path w="2777" h="2173" extrusionOk="0">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137"/>
            <p:cNvSpPr/>
            <p:nvPr/>
          </p:nvSpPr>
          <p:spPr>
            <a:xfrm>
              <a:off x="7517835" y="3202106"/>
              <a:ext cx="73160" cy="65860"/>
            </a:xfrm>
            <a:custGeom>
              <a:avLst/>
              <a:gdLst/>
              <a:ahLst/>
              <a:cxnLst/>
              <a:rect l="l" t="t" r="r" b="b"/>
              <a:pathLst>
                <a:path w="2786" h="2508" extrusionOk="0">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137"/>
            <p:cNvSpPr/>
            <p:nvPr/>
          </p:nvSpPr>
          <p:spPr>
            <a:xfrm>
              <a:off x="7540970" y="3182752"/>
              <a:ext cx="26654" cy="18303"/>
            </a:xfrm>
            <a:custGeom>
              <a:avLst/>
              <a:gdLst/>
              <a:ahLst/>
              <a:cxnLst/>
              <a:rect l="l" t="t" r="r" b="b"/>
              <a:pathLst>
                <a:path w="1015" h="697" extrusionOk="0">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137"/>
            <p:cNvSpPr/>
            <p:nvPr/>
          </p:nvSpPr>
          <p:spPr>
            <a:xfrm>
              <a:off x="7530151" y="3133988"/>
              <a:ext cx="48528" cy="55067"/>
            </a:xfrm>
            <a:custGeom>
              <a:avLst/>
              <a:gdLst/>
              <a:ahLst/>
              <a:cxnLst/>
              <a:rect l="l" t="t" r="r" b="b"/>
              <a:pathLst>
                <a:path w="1848" h="2097" extrusionOk="0">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137"/>
            <p:cNvSpPr/>
            <p:nvPr/>
          </p:nvSpPr>
          <p:spPr>
            <a:xfrm>
              <a:off x="7529915" y="3133988"/>
              <a:ext cx="33692" cy="54883"/>
            </a:xfrm>
            <a:custGeom>
              <a:avLst/>
              <a:gdLst/>
              <a:ahLst/>
              <a:cxnLst/>
              <a:rect l="l" t="t" r="r" b="b"/>
              <a:pathLst>
                <a:path w="1283" h="2090" extrusionOk="0">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137"/>
            <p:cNvSpPr/>
            <p:nvPr/>
          </p:nvSpPr>
          <p:spPr>
            <a:xfrm>
              <a:off x="7529915" y="3133988"/>
              <a:ext cx="48765" cy="24658"/>
            </a:xfrm>
            <a:custGeom>
              <a:avLst/>
              <a:gdLst/>
              <a:ahLst/>
              <a:cxnLst/>
              <a:rect l="l" t="t" r="r" b="b"/>
              <a:pathLst>
                <a:path w="1857" h="939" extrusionOk="0">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137"/>
            <p:cNvSpPr/>
            <p:nvPr/>
          </p:nvSpPr>
          <p:spPr>
            <a:xfrm>
              <a:off x="7529915"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137"/>
            <p:cNvSpPr/>
            <p:nvPr/>
          </p:nvSpPr>
          <p:spPr>
            <a:xfrm>
              <a:off x="7517835"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137"/>
            <p:cNvSpPr/>
            <p:nvPr/>
          </p:nvSpPr>
          <p:spPr>
            <a:xfrm>
              <a:off x="7572640" y="3212663"/>
              <a:ext cx="18119" cy="55304"/>
            </a:xfrm>
            <a:custGeom>
              <a:avLst/>
              <a:gdLst/>
              <a:ahLst/>
              <a:cxnLst/>
              <a:rect l="l" t="t" r="r" b="b"/>
              <a:pathLst>
                <a:path w="690" h="2106" extrusionOk="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137"/>
            <p:cNvSpPr/>
            <p:nvPr/>
          </p:nvSpPr>
          <p:spPr>
            <a:xfrm>
              <a:off x="7615102"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137"/>
            <p:cNvSpPr/>
            <p:nvPr/>
          </p:nvSpPr>
          <p:spPr>
            <a:xfrm>
              <a:off x="7615102" y="3202106"/>
              <a:ext cx="73160" cy="65860"/>
            </a:xfrm>
            <a:custGeom>
              <a:avLst/>
              <a:gdLst/>
              <a:ahLst/>
              <a:cxnLst/>
              <a:rect l="l" t="t" r="r" b="b"/>
              <a:pathLst>
                <a:path w="2786" h="2508" extrusionOk="0">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137"/>
            <p:cNvSpPr/>
            <p:nvPr/>
          </p:nvSpPr>
          <p:spPr>
            <a:xfrm>
              <a:off x="7638211" y="3182752"/>
              <a:ext cx="26916" cy="18303"/>
            </a:xfrm>
            <a:custGeom>
              <a:avLst/>
              <a:gdLst/>
              <a:ahLst/>
              <a:cxnLst/>
              <a:rect l="l" t="t" r="r" b="b"/>
              <a:pathLst>
                <a:path w="1025" h="697" extrusionOk="0">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137"/>
            <p:cNvSpPr/>
            <p:nvPr/>
          </p:nvSpPr>
          <p:spPr>
            <a:xfrm>
              <a:off x="7627418" y="3133988"/>
              <a:ext cx="48791" cy="55067"/>
            </a:xfrm>
            <a:custGeom>
              <a:avLst/>
              <a:gdLst/>
              <a:ahLst/>
              <a:cxnLst/>
              <a:rect l="l" t="t" r="r" b="b"/>
              <a:pathLst>
                <a:path w="1858" h="2097" extrusionOk="0">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3" name="Google Shape;15723;p137"/>
            <p:cNvSpPr/>
            <p:nvPr/>
          </p:nvSpPr>
          <p:spPr>
            <a:xfrm>
              <a:off x="7627156" y="3133988"/>
              <a:ext cx="33718" cy="54883"/>
            </a:xfrm>
            <a:custGeom>
              <a:avLst/>
              <a:gdLst/>
              <a:ahLst/>
              <a:cxnLst/>
              <a:rect l="l" t="t" r="r" b="b"/>
              <a:pathLst>
                <a:path w="1284" h="2090" extrusionOk="0">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137"/>
            <p:cNvSpPr/>
            <p:nvPr/>
          </p:nvSpPr>
          <p:spPr>
            <a:xfrm>
              <a:off x="7627418" y="3133988"/>
              <a:ext cx="48791" cy="24658"/>
            </a:xfrm>
            <a:custGeom>
              <a:avLst/>
              <a:gdLst/>
              <a:ahLst/>
              <a:cxnLst/>
              <a:rect l="l" t="t" r="r" b="b"/>
              <a:pathLst>
                <a:path w="1858" h="939" extrusionOk="0">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137"/>
            <p:cNvSpPr/>
            <p:nvPr/>
          </p:nvSpPr>
          <p:spPr>
            <a:xfrm>
              <a:off x="7627156" y="3133988"/>
              <a:ext cx="33718" cy="22137"/>
            </a:xfrm>
            <a:custGeom>
              <a:avLst/>
              <a:gdLst/>
              <a:ahLst/>
              <a:cxnLst/>
              <a:rect l="l" t="t" r="r" b="b"/>
              <a:pathLst>
                <a:path w="1284" h="843" extrusionOk="0">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137"/>
            <p:cNvSpPr/>
            <p:nvPr/>
          </p:nvSpPr>
          <p:spPr>
            <a:xfrm>
              <a:off x="7615102" y="3212899"/>
              <a:ext cx="18382" cy="55067"/>
            </a:xfrm>
            <a:custGeom>
              <a:avLst/>
              <a:gdLst/>
              <a:ahLst/>
              <a:cxnLst/>
              <a:rect l="l" t="t" r="r" b="b"/>
              <a:pathLst>
                <a:path w="700" h="2097" extrusionOk="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137"/>
            <p:cNvSpPr/>
            <p:nvPr/>
          </p:nvSpPr>
          <p:spPr>
            <a:xfrm>
              <a:off x="7669881" y="3212663"/>
              <a:ext cx="18119" cy="55304"/>
            </a:xfrm>
            <a:custGeom>
              <a:avLst/>
              <a:gdLst/>
              <a:ahLst/>
              <a:cxnLst/>
              <a:rect l="l" t="t" r="r" b="b"/>
              <a:pathLst>
                <a:path w="690" h="2106" extrusionOk="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137"/>
            <p:cNvSpPr/>
            <p:nvPr/>
          </p:nvSpPr>
          <p:spPr>
            <a:xfrm>
              <a:off x="7712369"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137"/>
            <p:cNvSpPr/>
            <p:nvPr/>
          </p:nvSpPr>
          <p:spPr>
            <a:xfrm>
              <a:off x="7712369" y="3202106"/>
              <a:ext cx="73160" cy="65860"/>
            </a:xfrm>
            <a:custGeom>
              <a:avLst/>
              <a:gdLst/>
              <a:ahLst/>
              <a:cxnLst/>
              <a:rect l="l" t="t" r="r" b="b"/>
              <a:pathLst>
                <a:path w="2786" h="2508" extrusionOk="0">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137"/>
            <p:cNvSpPr/>
            <p:nvPr/>
          </p:nvSpPr>
          <p:spPr>
            <a:xfrm>
              <a:off x="7735741" y="3182752"/>
              <a:ext cx="26654" cy="18303"/>
            </a:xfrm>
            <a:custGeom>
              <a:avLst/>
              <a:gdLst/>
              <a:ahLst/>
              <a:cxnLst/>
              <a:rect l="l" t="t" r="r" b="b"/>
              <a:pathLst>
                <a:path w="1015" h="697" extrusionOk="0">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137"/>
            <p:cNvSpPr/>
            <p:nvPr/>
          </p:nvSpPr>
          <p:spPr>
            <a:xfrm>
              <a:off x="7724685" y="3133988"/>
              <a:ext cx="48765" cy="55067"/>
            </a:xfrm>
            <a:custGeom>
              <a:avLst/>
              <a:gdLst/>
              <a:ahLst/>
              <a:cxnLst/>
              <a:rect l="l" t="t" r="r" b="b"/>
              <a:pathLst>
                <a:path w="1857" h="2097" extrusionOk="0">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137"/>
            <p:cNvSpPr/>
            <p:nvPr/>
          </p:nvSpPr>
          <p:spPr>
            <a:xfrm>
              <a:off x="7724423" y="3133988"/>
              <a:ext cx="33692" cy="54883"/>
            </a:xfrm>
            <a:custGeom>
              <a:avLst/>
              <a:gdLst/>
              <a:ahLst/>
              <a:cxnLst/>
              <a:rect l="l" t="t" r="r" b="b"/>
              <a:pathLst>
                <a:path w="1283" h="2090" extrusionOk="0">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137"/>
            <p:cNvSpPr/>
            <p:nvPr/>
          </p:nvSpPr>
          <p:spPr>
            <a:xfrm>
              <a:off x="7724685" y="3133988"/>
              <a:ext cx="48528" cy="24422"/>
            </a:xfrm>
            <a:custGeom>
              <a:avLst/>
              <a:gdLst/>
              <a:ahLst/>
              <a:cxnLst/>
              <a:rect l="l" t="t" r="r" b="b"/>
              <a:pathLst>
                <a:path w="1848" h="930" extrusionOk="0">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137"/>
            <p:cNvSpPr/>
            <p:nvPr/>
          </p:nvSpPr>
          <p:spPr>
            <a:xfrm>
              <a:off x="7724423" y="3133988"/>
              <a:ext cx="33692" cy="22137"/>
            </a:xfrm>
            <a:custGeom>
              <a:avLst/>
              <a:gdLst/>
              <a:ahLst/>
              <a:cxnLst/>
              <a:rect l="l" t="t" r="r" b="b"/>
              <a:pathLst>
                <a:path w="1283" h="843" extrusionOk="0">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137"/>
            <p:cNvSpPr/>
            <p:nvPr/>
          </p:nvSpPr>
          <p:spPr>
            <a:xfrm>
              <a:off x="7712369" y="3212899"/>
              <a:ext cx="18356" cy="55067"/>
            </a:xfrm>
            <a:custGeom>
              <a:avLst/>
              <a:gdLst/>
              <a:ahLst/>
              <a:cxnLst/>
              <a:rect l="l" t="t" r="r" b="b"/>
              <a:pathLst>
                <a:path w="699" h="2097" extrusionOk="0">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137"/>
            <p:cNvSpPr/>
            <p:nvPr/>
          </p:nvSpPr>
          <p:spPr>
            <a:xfrm>
              <a:off x="7767148" y="3212663"/>
              <a:ext cx="18382" cy="55304"/>
            </a:xfrm>
            <a:custGeom>
              <a:avLst/>
              <a:gdLst/>
              <a:ahLst/>
              <a:cxnLst/>
              <a:rect l="l" t="t" r="r" b="b"/>
              <a:pathLst>
                <a:path w="700" h="2106" extrusionOk="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137"/>
            <p:cNvSpPr/>
            <p:nvPr/>
          </p:nvSpPr>
          <p:spPr>
            <a:xfrm>
              <a:off x="7809873" y="3182752"/>
              <a:ext cx="72898" cy="57063"/>
            </a:xfrm>
            <a:custGeom>
              <a:avLst/>
              <a:gdLst/>
              <a:ahLst/>
              <a:cxnLst/>
              <a:rect l="l" t="t" r="r" b="b"/>
              <a:pathLst>
                <a:path w="2776" h="2173" extrusionOk="0">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8" name="Google Shape;15738;p137"/>
            <p:cNvSpPr/>
            <p:nvPr/>
          </p:nvSpPr>
          <p:spPr>
            <a:xfrm>
              <a:off x="7809610" y="3202106"/>
              <a:ext cx="73160" cy="65860"/>
            </a:xfrm>
            <a:custGeom>
              <a:avLst/>
              <a:gdLst/>
              <a:ahLst/>
              <a:cxnLst/>
              <a:rect l="l" t="t" r="r" b="b"/>
              <a:pathLst>
                <a:path w="2786" h="2508" extrusionOk="0">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9" name="Google Shape;15739;p137"/>
            <p:cNvSpPr/>
            <p:nvPr/>
          </p:nvSpPr>
          <p:spPr>
            <a:xfrm>
              <a:off x="7832981" y="3182752"/>
              <a:ext cx="26680" cy="18303"/>
            </a:xfrm>
            <a:custGeom>
              <a:avLst/>
              <a:gdLst/>
              <a:ahLst/>
              <a:cxnLst/>
              <a:rect l="l" t="t" r="r" b="b"/>
              <a:pathLst>
                <a:path w="1016" h="697" extrusionOk="0">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137"/>
            <p:cNvSpPr/>
            <p:nvPr/>
          </p:nvSpPr>
          <p:spPr>
            <a:xfrm>
              <a:off x="7821926" y="3133988"/>
              <a:ext cx="48791" cy="55067"/>
            </a:xfrm>
            <a:custGeom>
              <a:avLst/>
              <a:gdLst/>
              <a:ahLst/>
              <a:cxnLst/>
              <a:rect l="l" t="t" r="r" b="b"/>
              <a:pathLst>
                <a:path w="1858" h="2097" extrusionOk="0">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1" name="Google Shape;15741;p137"/>
            <p:cNvSpPr/>
            <p:nvPr/>
          </p:nvSpPr>
          <p:spPr>
            <a:xfrm>
              <a:off x="7821690" y="3133988"/>
              <a:ext cx="33692" cy="54883"/>
            </a:xfrm>
            <a:custGeom>
              <a:avLst/>
              <a:gdLst/>
              <a:ahLst/>
              <a:cxnLst/>
              <a:rect l="l" t="t" r="r" b="b"/>
              <a:pathLst>
                <a:path w="1283" h="2090" extrusionOk="0">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137"/>
            <p:cNvSpPr/>
            <p:nvPr/>
          </p:nvSpPr>
          <p:spPr>
            <a:xfrm>
              <a:off x="7821926" y="3133988"/>
              <a:ext cx="48528" cy="24422"/>
            </a:xfrm>
            <a:custGeom>
              <a:avLst/>
              <a:gdLst/>
              <a:ahLst/>
              <a:cxnLst/>
              <a:rect l="l" t="t" r="r" b="b"/>
              <a:pathLst>
                <a:path w="1848" h="930" extrusionOk="0">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137"/>
            <p:cNvSpPr/>
            <p:nvPr/>
          </p:nvSpPr>
          <p:spPr>
            <a:xfrm>
              <a:off x="7821690"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137"/>
            <p:cNvSpPr/>
            <p:nvPr/>
          </p:nvSpPr>
          <p:spPr>
            <a:xfrm>
              <a:off x="7809610"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5" name="Google Shape;15745;p137"/>
            <p:cNvSpPr/>
            <p:nvPr/>
          </p:nvSpPr>
          <p:spPr>
            <a:xfrm>
              <a:off x="7864415" y="3212663"/>
              <a:ext cx="18356" cy="55304"/>
            </a:xfrm>
            <a:custGeom>
              <a:avLst/>
              <a:gdLst/>
              <a:ahLst/>
              <a:cxnLst/>
              <a:rect l="l" t="t" r="r" b="b"/>
              <a:pathLst>
                <a:path w="699" h="2106" extrusionOk="0">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137"/>
            <p:cNvSpPr/>
            <p:nvPr/>
          </p:nvSpPr>
          <p:spPr>
            <a:xfrm>
              <a:off x="7548008" y="2885437"/>
              <a:ext cx="304616" cy="237075"/>
            </a:xfrm>
            <a:custGeom>
              <a:avLst/>
              <a:gdLst/>
              <a:ahLst/>
              <a:cxnLst/>
              <a:rect l="l" t="t" r="r" b="b"/>
              <a:pathLst>
                <a:path w="11600" h="9028" extrusionOk="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7" name="Google Shape;15747;p137"/>
          <p:cNvGrpSpPr/>
          <p:nvPr/>
        </p:nvGrpSpPr>
        <p:grpSpPr>
          <a:xfrm>
            <a:off x="7087591" y="2887144"/>
            <a:ext cx="358160" cy="385602"/>
            <a:chOff x="7087591" y="2887144"/>
            <a:chExt cx="358160" cy="385602"/>
          </a:xfrm>
        </p:grpSpPr>
        <p:sp>
          <p:nvSpPr>
            <p:cNvPr id="15748" name="Google Shape;15748;p137"/>
            <p:cNvSpPr/>
            <p:nvPr/>
          </p:nvSpPr>
          <p:spPr>
            <a:xfrm>
              <a:off x="7266527" y="2904554"/>
              <a:ext cx="89494" cy="49264"/>
            </a:xfrm>
            <a:custGeom>
              <a:avLst/>
              <a:gdLst/>
              <a:ahLst/>
              <a:cxnLst/>
              <a:rect l="l" t="t" r="r" b="b"/>
              <a:pathLst>
                <a:path w="3408" h="1876" extrusionOk="0">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137"/>
            <p:cNvSpPr/>
            <p:nvPr/>
          </p:nvSpPr>
          <p:spPr>
            <a:xfrm>
              <a:off x="7266527" y="2904554"/>
              <a:ext cx="18382" cy="49264"/>
            </a:xfrm>
            <a:custGeom>
              <a:avLst/>
              <a:gdLst/>
              <a:ahLst/>
              <a:cxnLst/>
              <a:rect l="l" t="t" r="r" b="b"/>
              <a:pathLst>
                <a:path w="700" h="1876" extrusionOk="0">
                  <a:moveTo>
                    <a:pt x="0" y="0"/>
                  </a:moveTo>
                  <a:lnTo>
                    <a:pt x="0" y="1876"/>
                  </a:lnTo>
                  <a:lnTo>
                    <a:pt x="699" y="1876"/>
                  </a:lnTo>
                  <a:lnTo>
                    <a:pt x="6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137"/>
            <p:cNvSpPr/>
            <p:nvPr/>
          </p:nvSpPr>
          <p:spPr>
            <a:xfrm>
              <a:off x="7260251" y="2887144"/>
              <a:ext cx="12342" cy="275284"/>
            </a:xfrm>
            <a:custGeom>
              <a:avLst/>
              <a:gdLst/>
              <a:ahLst/>
              <a:cxnLst/>
              <a:rect l="l" t="t" r="r" b="b"/>
              <a:pathLst>
                <a:path w="470" h="10483" extrusionOk="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137"/>
            <p:cNvSpPr/>
            <p:nvPr/>
          </p:nvSpPr>
          <p:spPr>
            <a:xfrm>
              <a:off x="7162222" y="3107097"/>
              <a:ext cx="49027" cy="110371"/>
            </a:xfrm>
            <a:custGeom>
              <a:avLst/>
              <a:gdLst/>
              <a:ahLst/>
              <a:cxnLst/>
              <a:rect l="l" t="t" r="r" b="b"/>
              <a:pathLst>
                <a:path w="1867" h="4203" extrusionOk="0">
                  <a:moveTo>
                    <a:pt x="1" y="1"/>
                  </a:moveTo>
                  <a:lnTo>
                    <a:pt x="1" y="4202"/>
                  </a:lnTo>
                  <a:lnTo>
                    <a:pt x="1867" y="4202"/>
                  </a:lnTo>
                  <a:lnTo>
                    <a:pt x="1867"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137"/>
            <p:cNvSpPr/>
            <p:nvPr/>
          </p:nvSpPr>
          <p:spPr>
            <a:xfrm>
              <a:off x="7149906" y="2990503"/>
              <a:ext cx="130959" cy="129199"/>
            </a:xfrm>
            <a:custGeom>
              <a:avLst/>
              <a:gdLst/>
              <a:ahLst/>
              <a:cxnLst/>
              <a:rect l="l" t="t" r="r" b="b"/>
              <a:pathLst>
                <a:path w="4987" h="4920" extrusionOk="0">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137"/>
            <p:cNvSpPr/>
            <p:nvPr/>
          </p:nvSpPr>
          <p:spPr>
            <a:xfrm>
              <a:off x="7186618" y="3119413"/>
              <a:ext cx="6302" cy="98291"/>
            </a:xfrm>
            <a:custGeom>
              <a:avLst/>
              <a:gdLst/>
              <a:ahLst/>
              <a:cxnLst/>
              <a:rect l="l" t="t" r="r" b="b"/>
              <a:pathLst>
                <a:path w="240" h="3743" extrusionOk="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137"/>
            <p:cNvSpPr/>
            <p:nvPr/>
          </p:nvSpPr>
          <p:spPr>
            <a:xfrm>
              <a:off x="7087828" y="3143284"/>
              <a:ext cx="357924" cy="129462"/>
            </a:xfrm>
            <a:custGeom>
              <a:avLst/>
              <a:gdLst/>
              <a:ahLst/>
              <a:cxnLst/>
              <a:rect l="l" t="t" r="r" b="b"/>
              <a:pathLst>
                <a:path w="13630" h="4930" extrusionOk="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137"/>
            <p:cNvSpPr/>
            <p:nvPr/>
          </p:nvSpPr>
          <p:spPr>
            <a:xfrm>
              <a:off x="7293890" y="3179365"/>
              <a:ext cx="60372" cy="43119"/>
            </a:xfrm>
            <a:custGeom>
              <a:avLst/>
              <a:gdLst/>
              <a:ahLst/>
              <a:cxnLst/>
              <a:rect l="l" t="t" r="r" b="b"/>
              <a:pathLst>
                <a:path w="2299" h="1642" extrusionOk="0">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137"/>
            <p:cNvSpPr/>
            <p:nvPr/>
          </p:nvSpPr>
          <p:spPr>
            <a:xfrm>
              <a:off x="7269521" y="3162007"/>
              <a:ext cx="23424" cy="16990"/>
            </a:xfrm>
            <a:custGeom>
              <a:avLst/>
              <a:gdLst/>
              <a:ahLst/>
              <a:cxnLst/>
              <a:rect l="l" t="t" r="r" b="b"/>
              <a:pathLst>
                <a:path w="892" h="647" extrusionOk="0">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137"/>
            <p:cNvSpPr/>
            <p:nvPr/>
          </p:nvSpPr>
          <p:spPr>
            <a:xfrm>
              <a:off x="7087591" y="3143257"/>
              <a:ext cx="186000" cy="129488"/>
            </a:xfrm>
            <a:custGeom>
              <a:avLst/>
              <a:gdLst/>
              <a:ahLst/>
              <a:cxnLst/>
              <a:rect l="l" t="t" r="r" b="b"/>
              <a:pathLst>
                <a:path w="7083" h="4931" extrusionOk="0">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137"/>
            <p:cNvSpPr/>
            <p:nvPr/>
          </p:nvSpPr>
          <p:spPr>
            <a:xfrm>
              <a:off x="7174039" y="2990503"/>
              <a:ext cx="25420" cy="18356"/>
            </a:xfrm>
            <a:custGeom>
              <a:avLst/>
              <a:gdLst/>
              <a:ahLst/>
              <a:cxnLst/>
              <a:rect l="l" t="t" r="r" b="b"/>
              <a:pathLst>
                <a:path w="968" h="699" extrusionOk="0">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137"/>
            <p:cNvSpPr/>
            <p:nvPr/>
          </p:nvSpPr>
          <p:spPr>
            <a:xfrm>
              <a:off x="7162222" y="2947515"/>
              <a:ext cx="49027" cy="55330"/>
            </a:xfrm>
            <a:custGeom>
              <a:avLst/>
              <a:gdLst/>
              <a:ahLst/>
              <a:cxnLst/>
              <a:rect l="l" t="t" r="r" b="b"/>
              <a:pathLst>
                <a:path w="1867" h="2107" extrusionOk="0">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137"/>
            <p:cNvSpPr/>
            <p:nvPr/>
          </p:nvSpPr>
          <p:spPr>
            <a:xfrm>
              <a:off x="7162038" y="2947515"/>
              <a:ext cx="33902" cy="55382"/>
            </a:xfrm>
            <a:custGeom>
              <a:avLst/>
              <a:gdLst/>
              <a:ahLst/>
              <a:cxnLst/>
              <a:rect l="l" t="t" r="r" b="b"/>
              <a:pathLst>
                <a:path w="1291" h="2109" extrusionOk="0">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1" name="Google Shape;15761;p137"/>
            <p:cNvSpPr/>
            <p:nvPr/>
          </p:nvSpPr>
          <p:spPr>
            <a:xfrm>
              <a:off x="7162222" y="2947515"/>
              <a:ext cx="49027" cy="24658"/>
            </a:xfrm>
            <a:custGeom>
              <a:avLst/>
              <a:gdLst/>
              <a:ahLst/>
              <a:cxnLst/>
              <a:rect l="l" t="t" r="r" b="b"/>
              <a:pathLst>
                <a:path w="1867" h="939" extrusionOk="0">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2" name="Google Shape;15762;p137"/>
            <p:cNvSpPr/>
            <p:nvPr/>
          </p:nvSpPr>
          <p:spPr>
            <a:xfrm>
              <a:off x="7162222" y="2947515"/>
              <a:ext cx="33718" cy="22400"/>
            </a:xfrm>
            <a:custGeom>
              <a:avLst/>
              <a:gdLst/>
              <a:ahLst/>
              <a:cxnLst/>
              <a:rect l="l" t="t" r="r" b="b"/>
              <a:pathLst>
                <a:path w="1284" h="853" extrusionOk="0">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137"/>
            <p:cNvSpPr/>
            <p:nvPr/>
          </p:nvSpPr>
          <p:spPr>
            <a:xfrm>
              <a:off x="7149906" y="3011353"/>
              <a:ext cx="119667" cy="95770"/>
            </a:xfrm>
            <a:custGeom>
              <a:avLst/>
              <a:gdLst/>
              <a:ahLst/>
              <a:cxnLst/>
              <a:rect l="l" t="t" r="r" b="b"/>
              <a:pathLst>
                <a:path w="4557" h="3647" extrusionOk="0">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137"/>
            <p:cNvSpPr/>
            <p:nvPr/>
          </p:nvSpPr>
          <p:spPr>
            <a:xfrm>
              <a:off x="7211223" y="3019153"/>
              <a:ext cx="58586" cy="45929"/>
            </a:xfrm>
            <a:custGeom>
              <a:avLst/>
              <a:gdLst/>
              <a:ahLst/>
              <a:cxnLst/>
              <a:rect l="l" t="t" r="r" b="b"/>
              <a:pathLst>
                <a:path w="2231" h="1749" extrusionOk="0">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137"/>
            <p:cNvSpPr/>
            <p:nvPr/>
          </p:nvSpPr>
          <p:spPr>
            <a:xfrm>
              <a:off x="7149906" y="3018890"/>
              <a:ext cx="18645" cy="100550"/>
            </a:xfrm>
            <a:custGeom>
              <a:avLst/>
              <a:gdLst/>
              <a:ahLst/>
              <a:cxnLst/>
              <a:rect l="l" t="t" r="r" b="b"/>
              <a:pathLst>
                <a:path w="710" h="3829" extrusionOk="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137"/>
            <p:cNvSpPr/>
            <p:nvPr/>
          </p:nvSpPr>
          <p:spPr>
            <a:xfrm>
              <a:off x="7155946" y="3119177"/>
              <a:ext cx="12605" cy="12579"/>
            </a:xfrm>
            <a:custGeom>
              <a:avLst/>
              <a:gdLst/>
              <a:ahLst/>
              <a:cxnLst/>
              <a:rect l="l" t="t" r="r" b="b"/>
              <a:pathLst>
                <a:path w="480" h="479" extrusionOk="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7" name="Google Shape;15767;p137"/>
          <p:cNvGrpSpPr/>
          <p:nvPr/>
        </p:nvGrpSpPr>
        <p:grpSpPr>
          <a:xfrm>
            <a:off x="7951362" y="2885437"/>
            <a:ext cx="382529" cy="382529"/>
            <a:chOff x="7951362" y="2885437"/>
            <a:chExt cx="382529" cy="382529"/>
          </a:xfrm>
        </p:grpSpPr>
        <p:sp>
          <p:nvSpPr>
            <p:cNvPr id="15768" name="Google Shape;15768;p137"/>
            <p:cNvSpPr/>
            <p:nvPr/>
          </p:nvSpPr>
          <p:spPr>
            <a:xfrm>
              <a:off x="8141615" y="2898514"/>
              <a:ext cx="96768" cy="94510"/>
            </a:xfrm>
            <a:custGeom>
              <a:avLst/>
              <a:gdLst/>
              <a:ahLst/>
              <a:cxnLst/>
              <a:rect l="l" t="t" r="r" b="b"/>
              <a:pathLst>
                <a:path w="3685" h="3599" extrusionOk="0">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137"/>
            <p:cNvSpPr/>
            <p:nvPr/>
          </p:nvSpPr>
          <p:spPr>
            <a:xfrm>
              <a:off x="8141615" y="2969390"/>
              <a:ext cx="76916" cy="23634"/>
            </a:xfrm>
            <a:custGeom>
              <a:avLst/>
              <a:gdLst/>
              <a:ahLst/>
              <a:cxnLst/>
              <a:rect l="l" t="t" r="r" b="b"/>
              <a:pathLst>
                <a:path w="2929" h="900" extrusionOk="0">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137"/>
            <p:cNvSpPr/>
            <p:nvPr/>
          </p:nvSpPr>
          <p:spPr>
            <a:xfrm>
              <a:off x="8047105" y="3161902"/>
              <a:ext cx="96794" cy="94247"/>
            </a:xfrm>
            <a:custGeom>
              <a:avLst/>
              <a:gdLst/>
              <a:ahLst/>
              <a:cxnLst/>
              <a:rect l="l" t="t" r="r" b="b"/>
              <a:pathLst>
                <a:path w="3686" h="3589" extrusionOk="0">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137"/>
            <p:cNvSpPr/>
            <p:nvPr/>
          </p:nvSpPr>
          <p:spPr>
            <a:xfrm>
              <a:off x="8067221" y="3161902"/>
              <a:ext cx="76679" cy="23398"/>
            </a:xfrm>
            <a:custGeom>
              <a:avLst/>
              <a:gdLst/>
              <a:ahLst/>
              <a:cxnLst/>
              <a:rect l="l" t="t" r="r" b="b"/>
              <a:pathLst>
                <a:path w="2920" h="891" extrusionOk="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137"/>
            <p:cNvSpPr/>
            <p:nvPr/>
          </p:nvSpPr>
          <p:spPr>
            <a:xfrm>
              <a:off x="7958137" y="3102318"/>
              <a:ext cx="132744" cy="165648"/>
            </a:xfrm>
            <a:custGeom>
              <a:avLst/>
              <a:gdLst/>
              <a:ahLst/>
              <a:cxnLst/>
              <a:rect l="l" t="t" r="r" b="b"/>
              <a:pathLst>
                <a:path w="5055" h="6308" extrusionOk="0">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137"/>
            <p:cNvSpPr/>
            <p:nvPr/>
          </p:nvSpPr>
          <p:spPr>
            <a:xfrm>
              <a:off x="7958137" y="3102318"/>
              <a:ext cx="24159" cy="129225"/>
            </a:xfrm>
            <a:custGeom>
              <a:avLst/>
              <a:gdLst/>
              <a:ahLst/>
              <a:cxnLst/>
              <a:rect l="l" t="t" r="r" b="b"/>
              <a:pathLst>
                <a:path w="920" h="4921" extrusionOk="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137"/>
            <p:cNvSpPr/>
            <p:nvPr/>
          </p:nvSpPr>
          <p:spPr>
            <a:xfrm>
              <a:off x="7980773" y="3188661"/>
              <a:ext cx="17857" cy="68749"/>
            </a:xfrm>
            <a:custGeom>
              <a:avLst/>
              <a:gdLst/>
              <a:ahLst/>
              <a:cxnLst/>
              <a:rect l="l" t="t" r="r" b="b"/>
              <a:pathLst>
                <a:path w="680" h="2618" extrusionOk="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137"/>
            <p:cNvSpPr/>
            <p:nvPr/>
          </p:nvSpPr>
          <p:spPr>
            <a:xfrm>
              <a:off x="8029012" y="3205231"/>
              <a:ext cx="13603" cy="51995"/>
            </a:xfrm>
            <a:custGeom>
              <a:avLst/>
              <a:gdLst/>
              <a:ahLst/>
              <a:cxnLst/>
              <a:rect l="l" t="t" r="r" b="b"/>
              <a:pathLst>
                <a:path w="518" h="1980" extrusionOk="0">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137"/>
            <p:cNvSpPr/>
            <p:nvPr/>
          </p:nvSpPr>
          <p:spPr>
            <a:xfrm>
              <a:off x="8003146" y="3209328"/>
              <a:ext cx="17358" cy="58639"/>
            </a:xfrm>
            <a:custGeom>
              <a:avLst/>
              <a:gdLst/>
              <a:ahLst/>
              <a:cxnLst/>
              <a:rect l="l" t="t" r="r" b="b"/>
              <a:pathLst>
                <a:path w="661" h="2233" extrusionOk="0">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137"/>
            <p:cNvSpPr/>
            <p:nvPr/>
          </p:nvSpPr>
          <p:spPr>
            <a:xfrm>
              <a:off x="8051885" y="3184013"/>
              <a:ext cx="26155" cy="27520"/>
            </a:xfrm>
            <a:custGeom>
              <a:avLst/>
              <a:gdLst/>
              <a:ahLst/>
              <a:cxnLst/>
              <a:rect l="l" t="t" r="r" b="b"/>
              <a:pathLst>
                <a:path w="996" h="1048" extrusionOk="0">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8" name="Google Shape;15778;p137"/>
            <p:cNvSpPr/>
            <p:nvPr/>
          </p:nvSpPr>
          <p:spPr>
            <a:xfrm>
              <a:off x="7963940" y="2981706"/>
              <a:ext cx="94510" cy="96768"/>
            </a:xfrm>
            <a:custGeom>
              <a:avLst/>
              <a:gdLst/>
              <a:ahLst/>
              <a:cxnLst/>
              <a:rect l="l" t="t" r="r" b="b"/>
              <a:pathLst>
                <a:path w="3599" h="3685" extrusionOk="0">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137"/>
            <p:cNvSpPr/>
            <p:nvPr/>
          </p:nvSpPr>
          <p:spPr>
            <a:xfrm>
              <a:off x="8227065" y="3076189"/>
              <a:ext cx="94772" cy="96794"/>
            </a:xfrm>
            <a:custGeom>
              <a:avLst/>
              <a:gdLst/>
              <a:ahLst/>
              <a:cxnLst/>
              <a:rect l="l" t="t" r="r" b="b"/>
              <a:pathLst>
                <a:path w="3609" h="3686" extrusionOk="0">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137"/>
            <p:cNvSpPr/>
            <p:nvPr/>
          </p:nvSpPr>
          <p:spPr>
            <a:xfrm>
              <a:off x="8227065" y="3076189"/>
              <a:ext cx="23897" cy="76942"/>
            </a:xfrm>
            <a:custGeom>
              <a:avLst/>
              <a:gdLst/>
              <a:ahLst/>
              <a:cxnLst/>
              <a:rect l="l" t="t" r="r" b="b"/>
              <a:pathLst>
                <a:path w="910" h="2930" extrusionOk="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137"/>
            <p:cNvSpPr/>
            <p:nvPr/>
          </p:nvSpPr>
          <p:spPr>
            <a:xfrm>
              <a:off x="7963940" y="2957836"/>
              <a:ext cx="23634" cy="120638"/>
            </a:xfrm>
            <a:custGeom>
              <a:avLst/>
              <a:gdLst/>
              <a:ahLst/>
              <a:cxnLst/>
              <a:rect l="l" t="t" r="r" b="b"/>
              <a:pathLst>
                <a:path w="900" h="4594" extrusionOk="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137"/>
            <p:cNvSpPr/>
            <p:nvPr/>
          </p:nvSpPr>
          <p:spPr>
            <a:xfrm>
              <a:off x="8194634" y="2885437"/>
              <a:ext cx="132718" cy="165412"/>
            </a:xfrm>
            <a:custGeom>
              <a:avLst/>
              <a:gdLst/>
              <a:ahLst/>
              <a:cxnLst/>
              <a:rect l="l" t="t" r="r" b="b"/>
              <a:pathLst>
                <a:path w="5054" h="6299" extrusionOk="0">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137"/>
            <p:cNvSpPr/>
            <p:nvPr/>
          </p:nvSpPr>
          <p:spPr>
            <a:xfrm>
              <a:off x="8194634" y="2941738"/>
              <a:ext cx="48528" cy="109110"/>
            </a:xfrm>
            <a:custGeom>
              <a:avLst/>
              <a:gdLst/>
              <a:ahLst/>
              <a:cxnLst/>
              <a:rect l="l" t="t" r="r" b="b"/>
              <a:pathLst>
                <a:path w="1848" h="4155" extrusionOk="0">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137"/>
            <p:cNvSpPr/>
            <p:nvPr/>
          </p:nvSpPr>
          <p:spPr>
            <a:xfrm>
              <a:off x="8281345" y="2895993"/>
              <a:ext cx="13603" cy="52179"/>
            </a:xfrm>
            <a:custGeom>
              <a:avLst/>
              <a:gdLst/>
              <a:ahLst/>
              <a:cxnLst/>
              <a:rect l="l" t="t" r="r" b="b"/>
              <a:pathLst>
                <a:path w="518" h="1987" extrusionOk="0">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5" name="Google Shape;15785;p137"/>
            <p:cNvSpPr/>
            <p:nvPr/>
          </p:nvSpPr>
          <p:spPr>
            <a:xfrm>
              <a:off x="8304217" y="2922096"/>
              <a:ext cx="13340" cy="35635"/>
            </a:xfrm>
            <a:custGeom>
              <a:avLst/>
              <a:gdLst/>
              <a:ahLst/>
              <a:cxnLst/>
              <a:rect l="l" t="t" r="r" b="b"/>
              <a:pathLst>
                <a:path w="508" h="1357" extrusionOk="0">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6" name="Google Shape;15786;p137"/>
            <p:cNvSpPr/>
            <p:nvPr/>
          </p:nvSpPr>
          <p:spPr>
            <a:xfrm>
              <a:off x="8255452" y="2885437"/>
              <a:ext cx="17620" cy="58665"/>
            </a:xfrm>
            <a:custGeom>
              <a:avLst/>
              <a:gdLst/>
              <a:ahLst/>
              <a:cxnLst/>
              <a:rect l="l" t="t" r="r" b="b"/>
              <a:pathLst>
                <a:path w="671" h="2234" extrusionOk="0">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137"/>
            <p:cNvSpPr/>
            <p:nvPr/>
          </p:nvSpPr>
          <p:spPr>
            <a:xfrm>
              <a:off x="8233341" y="2895993"/>
              <a:ext cx="17620" cy="73160"/>
            </a:xfrm>
            <a:custGeom>
              <a:avLst/>
              <a:gdLst/>
              <a:ahLst/>
              <a:cxnLst/>
              <a:rect l="l" t="t" r="r" b="b"/>
              <a:pathLst>
                <a:path w="671" h="2786" extrusionOk="0">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137"/>
            <p:cNvSpPr/>
            <p:nvPr/>
          </p:nvSpPr>
          <p:spPr>
            <a:xfrm>
              <a:off x="7951362" y="2892737"/>
              <a:ext cx="165648" cy="128674"/>
            </a:xfrm>
            <a:custGeom>
              <a:avLst/>
              <a:gdLst/>
              <a:ahLst/>
              <a:cxnLst/>
              <a:rect l="l" t="t" r="r" b="b"/>
              <a:pathLst>
                <a:path w="6308" h="4900" extrusionOk="0">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137"/>
            <p:cNvSpPr/>
            <p:nvPr/>
          </p:nvSpPr>
          <p:spPr>
            <a:xfrm>
              <a:off x="7988047" y="2892737"/>
              <a:ext cx="128963" cy="21875"/>
            </a:xfrm>
            <a:custGeom>
              <a:avLst/>
              <a:gdLst/>
              <a:ahLst/>
              <a:cxnLst/>
              <a:rect l="l" t="t" r="r" b="b"/>
              <a:pathLst>
                <a:path w="4911" h="833" extrusionOk="0">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137"/>
            <p:cNvSpPr/>
            <p:nvPr/>
          </p:nvSpPr>
          <p:spPr>
            <a:xfrm>
              <a:off x="7961918" y="2914848"/>
              <a:ext cx="70140" cy="17883"/>
            </a:xfrm>
            <a:custGeom>
              <a:avLst/>
              <a:gdLst/>
              <a:ahLst/>
              <a:cxnLst/>
              <a:rect l="l" t="t" r="r" b="b"/>
              <a:pathLst>
                <a:path w="2671" h="681" extrusionOk="0">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1" name="Google Shape;15791;p137"/>
            <p:cNvSpPr/>
            <p:nvPr/>
          </p:nvSpPr>
          <p:spPr>
            <a:xfrm>
              <a:off x="7961918" y="2963114"/>
              <a:ext cx="53807" cy="13576"/>
            </a:xfrm>
            <a:custGeom>
              <a:avLst/>
              <a:gdLst/>
              <a:ahLst/>
              <a:cxnLst/>
              <a:rect l="l" t="t" r="r" b="b"/>
              <a:pathLst>
                <a:path w="2049" h="517" extrusionOk="0">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2" name="Google Shape;15792;p137"/>
            <p:cNvSpPr/>
            <p:nvPr/>
          </p:nvSpPr>
          <p:spPr>
            <a:xfrm>
              <a:off x="7951624" y="2937221"/>
              <a:ext cx="59820" cy="17620"/>
            </a:xfrm>
            <a:custGeom>
              <a:avLst/>
              <a:gdLst/>
              <a:ahLst/>
              <a:cxnLst/>
              <a:rect l="l" t="t" r="r" b="b"/>
              <a:pathLst>
                <a:path w="2278" h="671" extrusionOk="0">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137"/>
            <p:cNvSpPr/>
            <p:nvPr/>
          </p:nvSpPr>
          <p:spPr>
            <a:xfrm>
              <a:off x="8007663" y="2985960"/>
              <a:ext cx="27652" cy="26181"/>
            </a:xfrm>
            <a:custGeom>
              <a:avLst/>
              <a:gdLst/>
              <a:ahLst/>
              <a:cxnLst/>
              <a:rect l="l" t="t" r="r" b="b"/>
              <a:pathLst>
                <a:path w="1053" h="997" extrusionOk="0">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4" name="Google Shape;15794;p137"/>
            <p:cNvSpPr/>
            <p:nvPr/>
          </p:nvSpPr>
          <p:spPr>
            <a:xfrm>
              <a:off x="8168505" y="3131992"/>
              <a:ext cx="165385" cy="128700"/>
            </a:xfrm>
            <a:custGeom>
              <a:avLst/>
              <a:gdLst/>
              <a:ahLst/>
              <a:cxnLst/>
              <a:rect l="l" t="t" r="r" b="b"/>
              <a:pathLst>
                <a:path w="6298" h="4901" extrusionOk="0">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5" name="Google Shape;15795;p137"/>
            <p:cNvSpPr/>
            <p:nvPr/>
          </p:nvSpPr>
          <p:spPr>
            <a:xfrm>
              <a:off x="8168505" y="3132123"/>
              <a:ext cx="109583" cy="45115"/>
            </a:xfrm>
            <a:custGeom>
              <a:avLst/>
              <a:gdLst/>
              <a:ahLst/>
              <a:cxnLst/>
              <a:rect l="l" t="t" r="r" b="b"/>
              <a:pathLst>
                <a:path w="4173" h="1718" extrusionOk="0">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137"/>
            <p:cNvSpPr/>
            <p:nvPr/>
          </p:nvSpPr>
          <p:spPr>
            <a:xfrm>
              <a:off x="8269790" y="3215420"/>
              <a:ext cx="53807" cy="13603"/>
            </a:xfrm>
            <a:custGeom>
              <a:avLst/>
              <a:gdLst/>
              <a:ahLst/>
              <a:cxnLst/>
              <a:rect l="l" t="t" r="r" b="b"/>
              <a:pathLst>
                <a:path w="2049" h="518" extrusionOk="0">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7" name="Google Shape;15797;p137"/>
            <p:cNvSpPr/>
            <p:nvPr/>
          </p:nvSpPr>
          <p:spPr>
            <a:xfrm>
              <a:off x="8260494" y="3238292"/>
              <a:ext cx="37210" cy="13340"/>
            </a:xfrm>
            <a:custGeom>
              <a:avLst/>
              <a:gdLst/>
              <a:ahLst/>
              <a:cxnLst/>
              <a:rect l="l" t="t" r="r" b="b"/>
              <a:pathLst>
                <a:path w="1417" h="508" extrusionOk="0">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8" name="Google Shape;15798;p137"/>
            <p:cNvSpPr/>
            <p:nvPr/>
          </p:nvSpPr>
          <p:spPr>
            <a:xfrm>
              <a:off x="8274044" y="3189528"/>
              <a:ext cx="59847" cy="17620"/>
            </a:xfrm>
            <a:custGeom>
              <a:avLst/>
              <a:gdLst/>
              <a:ahLst/>
              <a:cxnLst/>
              <a:rect l="l" t="t" r="r" b="b"/>
              <a:pathLst>
                <a:path w="2279" h="671" extrusionOk="0">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137"/>
            <p:cNvSpPr/>
            <p:nvPr/>
          </p:nvSpPr>
          <p:spPr>
            <a:xfrm>
              <a:off x="8250174" y="3167180"/>
              <a:ext cx="73160" cy="17857"/>
            </a:xfrm>
            <a:custGeom>
              <a:avLst/>
              <a:gdLst/>
              <a:ahLst/>
              <a:cxnLst/>
              <a:rect l="l" t="t" r="r" b="b"/>
              <a:pathLst>
                <a:path w="2786" h="680" extrusionOk="0">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0" name="Google Shape;15800;p137"/>
            <p:cNvSpPr/>
            <p:nvPr/>
          </p:nvSpPr>
          <p:spPr>
            <a:xfrm>
              <a:off x="8169241" y="3170699"/>
              <a:ext cx="9349" cy="75156"/>
            </a:xfrm>
            <a:custGeom>
              <a:avLst/>
              <a:gdLst/>
              <a:ahLst/>
              <a:cxnLst/>
              <a:rect l="l" t="t" r="r" b="b"/>
              <a:pathLst>
                <a:path w="356" h="2862" extrusionOk="0">
                  <a:moveTo>
                    <a:pt x="1" y="0"/>
                  </a:moveTo>
                  <a:lnTo>
                    <a:pt x="1" y="2862"/>
                  </a:lnTo>
                  <a:lnTo>
                    <a:pt x="355" y="2862"/>
                  </a:lnTo>
                  <a:lnTo>
                    <a:pt x="355"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1" name="Google Shape;15801;p137"/>
            <p:cNvSpPr/>
            <p:nvPr/>
          </p:nvSpPr>
          <p:spPr>
            <a:xfrm>
              <a:off x="8158185" y="2907548"/>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137"/>
            <p:cNvSpPr/>
            <p:nvPr/>
          </p:nvSpPr>
          <p:spPr>
            <a:xfrm>
              <a:off x="8179797" y="2907548"/>
              <a:ext cx="15861" cy="15861"/>
            </a:xfrm>
            <a:custGeom>
              <a:avLst/>
              <a:gdLst/>
              <a:ahLst/>
              <a:cxnLst/>
              <a:rect l="l" t="t" r="r" b="b"/>
              <a:pathLst>
                <a:path w="604" h="604" extrusionOk="0">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137"/>
            <p:cNvSpPr/>
            <p:nvPr/>
          </p:nvSpPr>
          <p:spPr>
            <a:xfrm>
              <a:off x="8297915" y="3093521"/>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137"/>
            <p:cNvSpPr/>
            <p:nvPr/>
          </p:nvSpPr>
          <p:spPr>
            <a:xfrm>
              <a:off x="8297915" y="3115159"/>
              <a:ext cx="15861" cy="15835"/>
            </a:xfrm>
            <a:custGeom>
              <a:avLst/>
              <a:gdLst/>
              <a:ahLst/>
              <a:cxnLst/>
              <a:rect l="l" t="t" r="r" b="b"/>
              <a:pathLst>
                <a:path w="604" h="603" extrusionOk="0">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137"/>
            <p:cNvSpPr/>
            <p:nvPr/>
          </p:nvSpPr>
          <p:spPr>
            <a:xfrm>
              <a:off x="7972212" y="3025928"/>
              <a:ext cx="15861" cy="15598"/>
            </a:xfrm>
            <a:custGeom>
              <a:avLst/>
              <a:gdLst/>
              <a:ahLst/>
              <a:cxnLst/>
              <a:rect l="l" t="t" r="r" b="b"/>
              <a:pathLst>
                <a:path w="604" h="594" extrusionOk="0">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137"/>
            <p:cNvSpPr/>
            <p:nvPr/>
          </p:nvSpPr>
          <p:spPr>
            <a:xfrm>
              <a:off x="7972212" y="3047540"/>
              <a:ext cx="15861" cy="15598"/>
            </a:xfrm>
            <a:custGeom>
              <a:avLst/>
              <a:gdLst/>
              <a:ahLst/>
              <a:cxnLst/>
              <a:rect l="l" t="t" r="r" b="b"/>
              <a:pathLst>
                <a:path w="604" h="594" extrusionOk="0">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137"/>
            <p:cNvSpPr/>
            <p:nvPr/>
          </p:nvSpPr>
          <p:spPr>
            <a:xfrm>
              <a:off x="8090592" y="3233277"/>
              <a:ext cx="15598" cy="15835"/>
            </a:xfrm>
            <a:custGeom>
              <a:avLst/>
              <a:gdLst/>
              <a:ahLst/>
              <a:cxnLst/>
              <a:rect l="l" t="t" r="r" b="b"/>
              <a:pathLst>
                <a:path w="594" h="603" extrusionOk="0">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137"/>
            <p:cNvSpPr/>
            <p:nvPr/>
          </p:nvSpPr>
          <p:spPr>
            <a:xfrm>
              <a:off x="8111941" y="3233277"/>
              <a:ext cx="15861" cy="15835"/>
            </a:xfrm>
            <a:custGeom>
              <a:avLst/>
              <a:gdLst/>
              <a:ahLst/>
              <a:cxnLst/>
              <a:rect l="l" t="t" r="r" b="b"/>
              <a:pathLst>
                <a:path w="604" h="603" extrusionOk="0">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137"/>
            <p:cNvSpPr/>
            <p:nvPr/>
          </p:nvSpPr>
          <p:spPr>
            <a:xfrm>
              <a:off x="7963415" y="3074693"/>
              <a:ext cx="95534" cy="32694"/>
            </a:xfrm>
            <a:custGeom>
              <a:avLst/>
              <a:gdLst/>
              <a:ahLst/>
              <a:cxnLst/>
              <a:rect l="l" t="t" r="r" b="b"/>
              <a:pathLst>
                <a:path w="3638" h="1245" extrusionOk="0">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0" name="Google Shape;15810;p137"/>
            <p:cNvSpPr/>
            <p:nvPr/>
          </p:nvSpPr>
          <p:spPr>
            <a:xfrm>
              <a:off x="7987548" y="3074693"/>
              <a:ext cx="71401" cy="32694"/>
            </a:xfrm>
            <a:custGeom>
              <a:avLst/>
              <a:gdLst/>
              <a:ahLst/>
              <a:cxnLst/>
              <a:rect l="l" t="t" r="r" b="b"/>
              <a:pathLst>
                <a:path w="2719" h="1245" extrusionOk="0">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1" name="Google Shape;15811;p137"/>
            <p:cNvSpPr/>
            <p:nvPr/>
          </p:nvSpPr>
          <p:spPr>
            <a:xfrm>
              <a:off x="8139856" y="3161587"/>
              <a:ext cx="32694" cy="94825"/>
            </a:xfrm>
            <a:custGeom>
              <a:avLst/>
              <a:gdLst/>
              <a:ahLst/>
              <a:cxnLst/>
              <a:rect l="l" t="t" r="r" b="b"/>
              <a:pathLst>
                <a:path w="1245" h="3611" extrusionOk="0">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137"/>
            <p:cNvSpPr/>
            <p:nvPr/>
          </p:nvSpPr>
          <p:spPr>
            <a:xfrm>
              <a:off x="8139593" y="3185510"/>
              <a:ext cx="32956" cy="70718"/>
            </a:xfrm>
            <a:custGeom>
              <a:avLst/>
              <a:gdLst/>
              <a:ahLst/>
              <a:cxnLst/>
              <a:rect l="l" t="t" r="r" b="b"/>
              <a:pathLst>
                <a:path w="1255" h="2693" extrusionOk="0">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137"/>
            <p:cNvSpPr/>
            <p:nvPr/>
          </p:nvSpPr>
          <p:spPr>
            <a:xfrm>
              <a:off x="8226803" y="3047303"/>
              <a:ext cx="95534" cy="32694"/>
            </a:xfrm>
            <a:custGeom>
              <a:avLst/>
              <a:gdLst/>
              <a:ahLst/>
              <a:cxnLst/>
              <a:rect l="l" t="t" r="r" b="b"/>
              <a:pathLst>
                <a:path w="3638" h="1245" extrusionOk="0">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137"/>
            <p:cNvSpPr/>
            <p:nvPr/>
          </p:nvSpPr>
          <p:spPr>
            <a:xfrm>
              <a:off x="8226803" y="3047303"/>
              <a:ext cx="71401" cy="32930"/>
            </a:xfrm>
            <a:custGeom>
              <a:avLst/>
              <a:gdLst/>
              <a:ahLst/>
              <a:cxnLst/>
              <a:rect l="l" t="t" r="r" b="b"/>
              <a:pathLst>
                <a:path w="2719" h="1254" extrusionOk="0">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5" name="Google Shape;15815;p137"/>
            <p:cNvSpPr/>
            <p:nvPr/>
          </p:nvSpPr>
          <p:spPr>
            <a:xfrm>
              <a:off x="8114226" y="2898252"/>
              <a:ext cx="32694" cy="94851"/>
            </a:xfrm>
            <a:custGeom>
              <a:avLst/>
              <a:gdLst/>
              <a:ahLst/>
              <a:cxnLst/>
              <a:rect l="l" t="t" r="r" b="b"/>
              <a:pathLst>
                <a:path w="1245" h="3612" extrusionOk="0">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6" name="Google Shape;15816;p137"/>
            <p:cNvSpPr/>
            <p:nvPr/>
          </p:nvSpPr>
          <p:spPr>
            <a:xfrm>
              <a:off x="8114226" y="2898252"/>
              <a:ext cx="32930" cy="70902"/>
            </a:xfrm>
            <a:custGeom>
              <a:avLst/>
              <a:gdLst/>
              <a:ahLst/>
              <a:cxnLst/>
              <a:rect l="l" t="t" r="r" b="b"/>
              <a:pathLst>
                <a:path w="1254" h="2700" extrusionOk="0">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7" name="Google Shape;15817;p137"/>
          <p:cNvGrpSpPr/>
          <p:nvPr/>
        </p:nvGrpSpPr>
        <p:grpSpPr>
          <a:xfrm>
            <a:off x="8054406" y="3814489"/>
            <a:ext cx="276964" cy="336601"/>
            <a:chOff x="8054406" y="3814489"/>
            <a:chExt cx="276964" cy="336601"/>
          </a:xfrm>
        </p:grpSpPr>
        <p:sp>
          <p:nvSpPr>
            <p:cNvPr id="15818" name="Google Shape;15818;p137"/>
            <p:cNvSpPr/>
            <p:nvPr/>
          </p:nvSpPr>
          <p:spPr>
            <a:xfrm>
              <a:off x="8054406" y="3843218"/>
              <a:ext cx="276964" cy="307872"/>
            </a:xfrm>
            <a:custGeom>
              <a:avLst/>
              <a:gdLst/>
              <a:ahLst/>
              <a:cxnLst/>
              <a:rect l="l" t="t" r="r" b="b"/>
              <a:pathLst>
                <a:path w="10547" h="11724" extrusionOk="0">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137"/>
            <p:cNvSpPr/>
            <p:nvPr/>
          </p:nvSpPr>
          <p:spPr>
            <a:xfrm>
              <a:off x="8313251" y="3861311"/>
              <a:ext cx="18119" cy="289543"/>
            </a:xfrm>
            <a:custGeom>
              <a:avLst/>
              <a:gdLst/>
              <a:ahLst/>
              <a:cxnLst/>
              <a:rect l="l" t="t" r="r" b="b"/>
              <a:pathLst>
                <a:path w="690" h="11026" extrusionOk="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137"/>
            <p:cNvSpPr/>
            <p:nvPr/>
          </p:nvSpPr>
          <p:spPr>
            <a:xfrm>
              <a:off x="8138333" y="3904036"/>
              <a:ext cx="109110" cy="225757"/>
            </a:xfrm>
            <a:custGeom>
              <a:avLst/>
              <a:gdLst/>
              <a:ahLst/>
              <a:cxnLst/>
              <a:rect l="l" t="t" r="r" b="b"/>
              <a:pathLst>
                <a:path w="4155" h="8597" extrusionOk="0">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137"/>
            <p:cNvSpPr/>
            <p:nvPr/>
          </p:nvSpPr>
          <p:spPr>
            <a:xfrm>
              <a:off x="8180322" y="3904036"/>
              <a:ext cx="67121" cy="225705"/>
            </a:xfrm>
            <a:custGeom>
              <a:avLst/>
              <a:gdLst/>
              <a:ahLst/>
              <a:cxnLst/>
              <a:rect l="l" t="t" r="r" b="b"/>
              <a:pathLst>
                <a:path w="2556" h="8595" extrusionOk="0">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137"/>
            <p:cNvSpPr/>
            <p:nvPr/>
          </p:nvSpPr>
          <p:spPr>
            <a:xfrm>
              <a:off x="8155927" y="3857267"/>
              <a:ext cx="74158" cy="55566"/>
            </a:xfrm>
            <a:custGeom>
              <a:avLst/>
              <a:gdLst/>
              <a:ahLst/>
              <a:cxnLst/>
              <a:rect l="l" t="t" r="r" b="b"/>
              <a:pathLst>
                <a:path w="2824" h="2116" extrusionOk="0">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137"/>
            <p:cNvSpPr/>
            <p:nvPr/>
          </p:nvSpPr>
          <p:spPr>
            <a:xfrm>
              <a:off x="8195895" y="3882660"/>
              <a:ext cx="34191" cy="30173"/>
            </a:xfrm>
            <a:custGeom>
              <a:avLst/>
              <a:gdLst/>
              <a:ahLst/>
              <a:cxnLst/>
              <a:rect l="l" t="t" r="r" b="b"/>
              <a:pathLst>
                <a:path w="1302" h="1149" extrusionOk="0">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137"/>
            <p:cNvSpPr/>
            <p:nvPr/>
          </p:nvSpPr>
          <p:spPr>
            <a:xfrm>
              <a:off x="8122761" y="3814568"/>
              <a:ext cx="138758" cy="52546"/>
            </a:xfrm>
            <a:custGeom>
              <a:avLst/>
              <a:gdLst/>
              <a:ahLst/>
              <a:cxnLst/>
              <a:rect l="l" t="t" r="r" b="b"/>
              <a:pathLst>
                <a:path w="5284" h="2001" extrusionOk="0">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137"/>
            <p:cNvSpPr/>
            <p:nvPr/>
          </p:nvSpPr>
          <p:spPr>
            <a:xfrm>
              <a:off x="8113464" y="3814489"/>
              <a:ext cx="84452" cy="93092"/>
            </a:xfrm>
            <a:custGeom>
              <a:avLst/>
              <a:gdLst/>
              <a:ahLst/>
              <a:cxnLst/>
              <a:rect l="l" t="t" r="r" b="b"/>
              <a:pathLst>
                <a:path w="3216" h="3545" extrusionOk="0">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6" name="Google Shape;15826;p137"/>
            <p:cNvSpPr/>
            <p:nvPr/>
          </p:nvSpPr>
          <p:spPr>
            <a:xfrm>
              <a:off x="8187360" y="3814489"/>
              <a:ext cx="84951" cy="93092"/>
            </a:xfrm>
            <a:custGeom>
              <a:avLst/>
              <a:gdLst/>
              <a:ahLst/>
              <a:cxnLst/>
              <a:rect l="l" t="t" r="r" b="b"/>
              <a:pathLst>
                <a:path w="3235" h="3545" extrusionOk="0">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7" name="Google Shape;15827;p137"/>
          <p:cNvGrpSpPr/>
          <p:nvPr/>
        </p:nvGrpSpPr>
        <p:grpSpPr>
          <a:xfrm>
            <a:off x="7936787" y="4295074"/>
            <a:ext cx="378249" cy="335524"/>
            <a:chOff x="7936787" y="4295074"/>
            <a:chExt cx="378249" cy="335524"/>
          </a:xfrm>
        </p:grpSpPr>
        <p:sp>
          <p:nvSpPr>
            <p:cNvPr id="15828" name="Google Shape;15828;p137"/>
            <p:cNvSpPr/>
            <p:nvPr/>
          </p:nvSpPr>
          <p:spPr>
            <a:xfrm>
              <a:off x="8095371" y="4295074"/>
              <a:ext cx="219665" cy="182980"/>
            </a:xfrm>
            <a:custGeom>
              <a:avLst/>
              <a:gdLst/>
              <a:ahLst/>
              <a:cxnLst/>
              <a:rect l="l" t="t" r="r" b="b"/>
              <a:pathLst>
                <a:path w="8365" h="6968" extrusionOk="0">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137"/>
            <p:cNvSpPr/>
            <p:nvPr/>
          </p:nvSpPr>
          <p:spPr>
            <a:xfrm>
              <a:off x="7937286" y="4441342"/>
              <a:ext cx="109609" cy="109846"/>
            </a:xfrm>
            <a:custGeom>
              <a:avLst/>
              <a:gdLst/>
              <a:ahLst/>
              <a:cxnLst/>
              <a:rect l="l" t="t" r="r" b="b"/>
              <a:pathLst>
                <a:path w="4174" h="4183" extrusionOk="0">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137"/>
            <p:cNvSpPr/>
            <p:nvPr/>
          </p:nvSpPr>
          <p:spPr>
            <a:xfrm>
              <a:off x="7966934" y="4441342"/>
              <a:ext cx="79962" cy="110108"/>
            </a:xfrm>
            <a:custGeom>
              <a:avLst/>
              <a:gdLst/>
              <a:ahLst/>
              <a:cxnLst/>
              <a:rect l="l" t="t" r="r" b="b"/>
              <a:pathLst>
                <a:path w="3045" h="4193" extrusionOk="0">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137"/>
            <p:cNvSpPr/>
            <p:nvPr/>
          </p:nvSpPr>
          <p:spPr>
            <a:xfrm>
              <a:off x="7936787" y="4446541"/>
              <a:ext cx="207612" cy="184056"/>
            </a:xfrm>
            <a:custGeom>
              <a:avLst/>
              <a:gdLst/>
              <a:ahLst/>
              <a:cxnLst/>
              <a:rect l="l" t="t" r="r" b="b"/>
              <a:pathLst>
                <a:path w="7906" h="7009" extrusionOk="0">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137"/>
            <p:cNvSpPr/>
            <p:nvPr/>
          </p:nvSpPr>
          <p:spPr>
            <a:xfrm>
              <a:off x="7936787" y="4473747"/>
              <a:ext cx="189019" cy="156851"/>
            </a:xfrm>
            <a:custGeom>
              <a:avLst/>
              <a:gdLst/>
              <a:ahLst/>
              <a:cxnLst/>
              <a:rect l="l" t="t" r="r" b="b"/>
              <a:pathLst>
                <a:path w="7198" h="5973" extrusionOk="0">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3" name="Google Shape;15833;p137"/>
            <p:cNvSpPr/>
            <p:nvPr/>
          </p:nvSpPr>
          <p:spPr>
            <a:xfrm>
              <a:off x="7971976" y="4526792"/>
              <a:ext cx="39232" cy="21875"/>
            </a:xfrm>
            <a:custGeom>
              <a:avLst/>
              <a:gdLst/>
              <a:ahLst/>
              <a:cxnLst/>
              <a:rect l="l" t="t" r="r" b="b"/>
              <a:pathLst>
                <a:path w="1494" h="833" extrusionOk="0">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4" name="Google Shape;15834;p137"/>
            <p:cNvSpPr/>
            <p:nvPr/>
          </p:nvSpPr>
          <p:spPr>
            <a:xfrm>
              <a:off x="7954880" y="4476661"/>
              <a:ext cx="73160" cy="59952"/>
            </a:xfrm>
            <a:custGeom>
              <a:avLst/>
              <a:gdLst/>
              <a:ahLst/>
              <a:cxnLst/>
              <a:rect l="l" t="t" r="r" b="b"/>
              <a:pathLst>
                <a:path w="2786" h="2283" extrusionOk="0">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5" name="Google Shape;15835;p137"/>
            <p:cNvSpPr/>
            <p:nvPr/>
          </p:nvSpPr>
          <p:spPr>
            <a:xfrm>
              <a:off x="7954880" y="4476583"/>
              <a:ext cx="73423" cy="59531"/>
            </a:xfrm>
            <a:custGeom>
              <a:avLst/>
              <a:gdLst/>
              <a:ahLst/>
              <a:cxnLst/>
              <a:rect l="l" t="t" r="r" b="b"/>
              <a:pathLst>
                <a:path w="2796" h="2267" extrusionOk="0">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137"/>
            <p:cNvSpPr/>
            <p:nvPr/>
          </p:nvSpPr>
          <p:spPr>
            <a:xfrm>
              <a:off x="7936787" y="4566234"/>
              <a:ext cx="24396" cy="64363"/>
            </a:xfrm>
            <a:custGeom>
              <a:avLst/>
              <a:gdLst/>
              <a:ahLst/>
              <a:cxnLst/>
              <a:rect l="l" t="t" r="r" b="b"/>
              <a:pathLst>
                <a:path w="929" h="2451" extrusionOk="0">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137"/>
            <p:cNvSpPr/>
            <p:nvPr/>
          </p:nvSpPr>
          <p:spPr>
            <a:xfrm>
              <a:off x="8150150" y="4337799"/>
              <a:ext cx="109846" cy="109846"/>
            </a:xfrm>
            <a:custGeom>
              <a:avLst/>
              <a:gdLst/>
              <a:ahLst/>
              <a:cxnLst/>
              <a:rect l="l" t="t" r="r" b="b"/>
              <a:pathLst>
                <a:path w="4183" h="4183" extrusionOk="0">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137"/>
            <p:cNvSpPr/>
            <p:nvPr/>
          </p:nvSpPr>
          <p:spPr>
            <a:xfrm>
              <a:off x="8168505" y="4355892"/>
              <a:ext cx="73397" cy="73397"/>
            </a:xfrm>
            <a:custGeom>
              <a:avLst/>
              <a:gdLst/>
              <a:ahLst/>
              <a:cxnLst/>
              <a:rect l="l" t="t" r="r" b="b"/>
              <a:pathLst>
                <a:path w="2795" h="2795" extrusionOk="0">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137"/>
            <p:cNvSpPr/>
            <p:nvPr/>
          </p:nvSpPr>
          <p:spPr>
            <a:xfrm>
              <a:off x="8022237" y="4473747"/>
              <a:ext cx="103569" cy="130460"/>
            </a:xfrm>
            <a:custGeom>
              <a:avLst/>
              <a:gdLst/>
              <a:ahLst/>
              <a:cxnLst/>
              <a:rect l="l" t="t" r="r" b="b"/>
              <a:pathLst>
                <a:path w="3944" h="4968" extrusionOk="0">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137"/>
            <p:cNvSpPr/>
            <p:nvPr/>
          </p:nvSpPr>
          <p:spPr>
            <a:xfrm>
              <a:off x="8186835" y="4374221"/>
              <a:ext cx="36738" cy="36738"/>
            </a:xfrm>
            <a:custGeom>
              <a:avLst/>
              <a:gdLst/>
              <a:ahLst/>
              <a:cxnLst/>
              <a:rect l="l" t="t" r="r" b="b"/>
              <a:pathLst>
                <a:path w="1399" h="1399" extrusionOk="0">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137"/>
            <p:cNvSpPr/>
            <p:nvPr/>
          </p:nvSpPr>
          <p:spPr>
            <a:xfrm>
              <a:off x="8196893" y="4319285"/>
              <a:ext cx="84111" cy="79594"/>
            </a:xfrm>
            <a:custGeom>
              <a:avLst/>
              <a:gdLst/>
              <a:ahLst/>
              <a:cxnLst/>
              <a:rect l="l" t="t" r="r" b="b"/>
              <a:pathLst>
                <a:path w="3203" h="3031" extrusionOk="0">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137"/>
            <p:cNvSpPr/>
            <p:nvPr/>
          </p:nvSpPr>
          <p:spPr>
            <a:xfrm>
              <a:off x="8243635" y="4322095"/>
              <a:ext cx="38734" cy="32063"/>
            </a:xfrm>
            <a:custGeom>
              <a:avLst/>
              <a:gdLst/>
              <a:ahLst/>
              <a:cxnLst/>
              <a:rect l="l" t="t" r="r" b="b"/>
              <a:pathLst>
                <a:path w="1475" h="1221" extrusionOk="0">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137"/>
            <p:cNvSpPr/>
            <p:nvPr/>
          </p:nvSpPr>
          <p:spPr>
            <a:xfrm>
              <a:off x="8217822" y="4319312"/>
              <a:ext cx="61291" cy="58245"/>
            </a:xfrm>
            <a:custGeom>
              <a:avLst/>
              <a:gdLst/>
              <a:ahLst/>
              <a:cxnLst/>
              <a:rect l="l" t="t" r="r" b="b"/>
              <a:pathLst>
                <a:path w="2334" h="2218" extrusionOk="0">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4" name="Google Shape;15844;p137"/>
          <p:cNvGrpSpPr/>
          <p:nvPr/>
        </p:nvGrpSpPr>
        <p:grpSpPr>
          <a:xfrm>
            <a:off x="4886058" y="1965890"/>
            <a:ext cx="388569" cy="388307"/>
            <a:chOff x="4886058" y="1965890"/>
            <a:chExt cx="388569" cy="388307"/>
          </a:xfrm>
        </p:grpSpPr>
        <p:sp>
          <p:nvSpPr>
            <p:cNvPr id="15845" name="Google Shape;15845;p137"/>
            <p:cNvSpPr/>
            <p:nvPr/>
          </p:nvSpPr>
          <p:spPr>
            <a:xfrm>
              <a:off x="4886058" y="1965890"/>
              <a:ext cx="388569" cy="388307"/>
            </a:xfrm>
            <a:custGeom>
              <a:avLst/>
              <a:gdLst/>
              <a:ahLst/>
              <a:cxnLst/>
              <a:rect l="l" t="t" r="r" b="b"/>
              <a:pathLst>
                <a:path w="14797" h="14787" extrusionOk="0">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137"/>
            <p:cNvSpPr/>
            <p:nvPr/>
          </p:nvSpPr>
          <p:spPr>
            <a:xfrm>
              <a:off x="4896352" y="1992150"/>
              <a:ext cx="368218" cy="335787"/>
            </a:xfrm>
            <a:custGeom>
              <a:avLst/>
              <a:gdLst/>
              <a:ahLst/>
              <a:cxnLst/>
              <a:rect l="l" t="t" r="r" b="b"/>
              <a:pathLst>
                <a:path w="14022" h="12787" extrusionOk="0">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137"/>
            <p:cNvSpPr/>
            <p:nvPr/>
          </p:nvSpPr>
          <p:spPr>
            <a:xfrm>
              <a:off x="5056958" y="1992072"/>
              <a:ext cx="207612" cy="336102"/>
            </a:xfrm>
            <a:custGeom>
              <a:avLst/>
              <a:gdLst/>
              <a:ahLst/>
              <a:cxnLst/>
              <a:rect l="l" t="t" r="r" b="b"/>
              <a:pathLst>
                <a:path w="7906" h="12799" extrusionOk="0">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137"/>
            <p:cNvSpPr/>
            <p:nvPr/>
          </p:nvSpPr>
          <p:spPr>
            <a:xfrm>
              <a:off x="5074158" y="1993647"/>
              <a:ext cx="12342" cy="39364"/>
            </a:xfrm>
            <a:custGeom>
              <a:avLst/>
              <a:gdLst/>
              <a:ahLst/>
              <a:cxnLst/>
              <a:rect l="l" t="t" r="r" b="b"/>
              <a:pathLst>
                <a:path w="470" h="1499" extrusionOk="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9" name="Google Shape;15849;p137"/>
            <p:cNvSpPr/>
            <p:nvPr/>
          </p:nvSpPr>
          <p:spPr>
            <a:xfrm>
              <a:off x="5074158" y="2286866"/>
              <a:ext cx="12342" cy="39416"/>
            </a:xfrm>
            <a:custGeom>
              <a:avLst/>
              <a:gdLst/>
              <a:ahLst/>
              <a:cxnLst/>
              <a:rect l="l" t="t" r="r" b="b"/>
              <a:pathLst>
                <a:path w="470" h="1501" extrusionOk="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0" name="Google Shape;15850;p137"/>
            <p:cNvSpPr/>
            <p:nvPr/>
          </p:nvSpPr>
          <p:spPr>
            <a:xfrm>
              <a:off x="5205984" y="2153597"/>
              <a:ext cx="42515" cy="11633"/>
            </a:xfrm>
            <a:custGeom>
              <a:avLst/>
              <a:gdLst/>
              <a:ahLst/>
              <a:cxnLst/>
              <a:rect l="l" t="t" r="r" b="b"/>
              <a:pathLst>
                <a:path w="1619" h="443" extrusionOk="0">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137"/>
            <p:cNvSpPr/>
            <p:nvPr/>
          </p:nvSpPr>
          <p:spPr>
            <a:xfrm>
              <a:off x="4912948" y="2153623"/>
              <a:ext cx="41753" cy="11581"/>
            </a:xfrm>
            <a:custGeom>
              <a:avLst/>
              <a:gdLst/>
              <a:ahLst/>
              <a:cxnLst/>
              <a:rect l="l" t="t" r="r" b="b"/>
              <a:pathLst>
                <a:path w="1590" h="441" extrusionOk="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137"/>
            <p:cNvSpPr/>
            <p:nvPr/>
          </p:nvSpPr>
          <p:spPr>
            <a:xfrm>
              <a:off x="5002101" y="2140808"/>
              <a:ext cx="97608" cy="96400"/>
            </a:xfrm>
            <a:custGeom>
              <a:avLst/>
              <a:gdLst/>
              <a:ahLst/>
              <a:cxnLst/>
              <a:rect l="l" t="t" r="r" b="b"/>
              <a:pathLst>
                <a:path w="3717" h="3671" extrusionOk="0">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137"/>
            <p:cNvSpPr/>
            <p:nvPr/>
          </p:nvSpPr>
          <p:spPr>
            <a:xfrm>
              <a:off x="5002101" y="2165177"/>
              <a:ext cx="97608" cy="72031"/>
            </a:xfrm>
            <a:custGeom>
              <a:avLst/>
              <a:gdLst/>
              <a:ahLst/>
              <a:cxnLst/>
              <a:rect l="l" t="t" r="r" b="b"/>
              <a:pathLst>
                <a:path w="3717" h="2743" extrusionOk="0">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137"/>
            <p:cNvSpPr/>
            <p:nvPr/>
          </p:nvSpPr>
          <p:spPr>
            <a:xfrm>
              <a:off x="5061238" y="2082984"/>
              <a:ext cx="97503" cy="96532"/>
            </a:xfrm>
            <a:custGeom>
              <a:avLst/>
              <a:gdLst/>
              <a:ahLst/>
              <a:cxnLst/>
              <a:rect l="l" t="t" r="r" b="b"/>
              <a:pathLst>
                <a:path w="3713" h="3676" extrusionOk="0">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137"/>
            <p:cNvSpPr/>
            <p:nvPr/>
          </p:nvSpPr>
          <p:spPr>
            <a:xfrm>
              <a:off x="5085345" y="2083089"/>
              <a:ext cx="73213" cy="96190"/>
            </a:xfrm>
            <a:custGeom>
              <a:avLst/>
              <a:gdLst/>
              <a:ahLst/>
              <a:cxnLst/>
              <a:rect l="l" t="t" r="r" b="b"/>
              <a:pathLst>
                <a:path w="2788" h="3663" extrusionOk="0">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859"/>
        <p:cNvGrpSpPr/>
        <p:nvPr/>
      </p:nvGrpSpPr>
      <p:grpSpPr>
        <a:xfrm>
          <a:off x="0" y="0"/>
          <a:ext cx="0" cy="0"/>
          <a:chOff x="0" y="0"/>
          <a:chExt cx="0" cy="0"/>
        </a:xfrm>
      </p:grpSpPr>
      <p:sp>
        <p:nvSpPr>
          <p:cNvPr id="15860" name="Google Shape;15860;p138"/>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5861" name="Google Shape;15861;p138"/>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5862" name="Google Shape;15862;p138"/>
          <p:cNvGrpSpPr/>
          <p:nvPr/>
        </p:nvGrpSpPr>
        <p:grpSpPr>
          <a:xfrm>
            <a:off x="1765162" y="3346789"/>
            <a:ext cx="292801" cy="359258"/>
            <a:chOff x="1765162" y="3346789"/>
            <a:chExt cx="292801" cy="359258"/>
          </a:xfrm>
        </p:grpSpPr>
        <p:sp>
          <p:nvSpPr>
            <p:cNvPr id="15863" name="Google Shape;15863;p138"/>
            <p:cNvSpPr/>
            <p:nvPr/>
          </p:nvSpPr>
          <p:spPr>
            <a:xfrm>
              <a:off x="1765423" y="3394001"/>
              <a:ext cx="230821" cy="312047"/>
            </a:xfrm>
            <a:custGeom>
              <a:avLst/>
              <a:gdLst/>
              <a:ahLst/>
              <a:cxnLst/>
              <a:rect l="l" t="t" r="r" b="b"/>
              <a:pathLst>
                <a:path w="8815" h="11917" extrusionOk="0">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138"/>
            <p:cNvSpPr/>
            <p:nvPr/>
          </p:nvSpPr>
          <p:spPr>
            <a:xfrm>
              <a:off x="1765162" y="3624088"/>
              <a:ext cx="81959" cy="81959"/>
            </a:xfrm>
            <a:custGeom>
              <a:avLst/>
              <a:gdLst/>
              <a:ahLst/>
              <a:cxnLst/>
              <a:rect l="l" t="t" r="r" b="b"/>
              <a:pathLst>
                <a:path w="3130" h="3130" extrusionOk="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138"/>
            <p:cNvSpPr/>
            <p:nvPr/>
          </p:nvSpPr>
          <p:spPr>
            <a:xfrm>
              <a:off x="1896558" y="3394001"/>
              <a:ext cx="99686" cy="103719"/>
            </a:xfrm>
            <a:custGeom>
              <a:avLst/>
              <a:gdLst/>
              <a:ahLst/>
              <a:cxnLst/>
              <a:rect l="l" t="t" r="r" b="b"/>
              <a:pathLst>
                <a:path w="3807" h="3961" extrusionOk="0">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138"/>
            <p:cNvSpPr/>
            <p:nvPr/>
          </p:nvSpPr>
          <p:spPr>
            <a:xfrm>
              <a:off x="1816379" y="3394001"/>
              <a:ext cx="179629" cy="312047"/>
            </a:xfrm>
            <a:custGeom>
              <a:avLst/>
              <a:gdLst/>
              <a:ahLst/>
              <a:cxnLst/>
              <a:rect l="l" t="t" r="r" b="b"/>
              <a:pathLst>
                <a:path w="6860" h="11917" extrusionOk="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138"/>
            <p:cNvSpPr/>
            <p:nvPr/>
          </p:nvSpPr>
          <p:spPr>
            <a:xfrm>
              <a:off x="1799647" y="3462448"/>
              <a:ext cx="162138" cy="23776"/>
            </a:xfrm>
            <a:custGeom>
              <a:avLst/>
              <a:gdLst/>
              <a:ahLst/>
              <a:cxnLst/>
              <a:rect l="l" t="t" r="r" b="b"/>
              <a:pathLst>
                <a:path w="6192" h="908" extrusionOk="0">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138"/>
            <p:cNvSpPr/>
            <p:nvPr/>
          </p:nvSpPr>
          <p:spPr>
            <a:xfrm>
              <a:off x="1922795" y="3462710"/>
              <a:ext cx="38989" cy="23514"/>
            </a:xfrm>
            <a:custGeom>
              <a:avLst/>
              <a:gdLst/>
              <a:ahLst/>
              <a:cxnLst/>
              <a:rect l="l" t="t" r="r" b="b"/>
              <a:pathLst>
                <a:path w="1489" h="898" extrusionOk="0">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9" name="Google Shape;15869;p138"/>
            <p:cNvSpPr/>
            <p:nvPr/>
          </p:nvSpPr>
          <p:spPr>
            <a:xfrm>
              <a:off x="1765162" y="3637076"/>
              <a:ext cx="68971" cy="68971"/>
            </a:xfrm>
            <a:custGeom>
              <a:avLst/>
              <a:gdLst/>
              <a:ahLst/>
              <a:cxnLst/>
              <a:rect l="l" t="t" r="r" b="b"/>
              <a:pathLst>
                <a:path w="2634" h="2634" extrusionOk="0">
                  <a:moveTo>
                    <a:pt x="1" y="0"/>
                  </a:moveTo>
                  <a:lnTo>
                    <a:pt x="2634" y="2633"/>
                  </a:lnTo>
                  <a:lnTo>
                    <a:pt x="2634" y="220"/>
                  </a:lnTo>
                  <a:cubicBezTo>
                    <a:pt x="2634" y="96"/>
                    <a:pt x="2538" y="0"/>
                    <a:pt x="241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0" name="Google Shape;15870;p138"/>
            <p:cNvSpPr/>
            <p:nvPr/>
          </p:nvSpPr>
          <p:spPr>
            <a:xfrm>
              <a:off x="1923528" y="3346789"/>
              <a:ext cx="134434" cy="134434"/>
            </a:xfrm>
            <a:custGeom>
              <a:avLst/>
              <a:gdLst/>
              <a:ahLst/>
              <a:cxnLst/>
              <a:rect l="l" t="t" r="r" b="b"/>
              <a:pathLst>
                <a:path w="5134" h="5134" extrusionOk="0">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138"/>
            <p:cNvSpPr/>
            <p:nvPr/>
          </p:nvSpPr>
          <p:spPr>
            <a:xfrm>
              <a:off x="1978255" y="3377033"/>
              <a:ext cx="48730" cy="48730"/>
            </a:xfrm>
            <a:custGeom>
              <a:avLst/>
              <a:gdLst/>
              <a:ahLst/>
              <a:cxnLst/>
              <a:rect l="l" t="t" r="r" b="b"/>
              <a:pathLst>
                <a:path w="1861" h="1861" extrusionOk="0">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138"/>
            <p:cNvSpPr/>
            <p:nvPr/>
          </p:nvSpPr>
          <p:spPr>
            <a:xfrm>
              <a:off x="1960999" y="3371560"/>
              <a:ext cx="82587" cy="59702"/>
            </a:xfrm>
            <a:custGeom>
              <a:avLst/>
              <a:gdLst/>
              <a:ahLst/>
              <a:cxnLst/>
              <a:rect l="l" t="t" r="r" b="b"/>
              <a:pathLst>
                <a:path w="3154" h="2280" extrusionOk="0">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138"/>
            <p:cNvSpPr/>
            <p:nvPr/>
          </p:nvSpPr>
          <p:spPr>
            <a:xfrm>
              <a:off x="1950028" y="3412592"/>
              <a:ext cx="43755" cy="39408"/>
            </a:xfrm>
            <a:custGeom>
              <a:avLst/>
              <a:gdLst/>
              <a:ahLst/>
              <a:cxnLst/>
              <a:rect l="l" t="t" r="r" b="b"/>
              <a:pathLst>
                <a:path w="1671" h="1505" extrusionOk="0">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138"/>
            <p:cNvSpPr/>
            <p:nvPr/>
          </p:nvSpPr>
          <p:spPr>
            <a:xfrm>
              <a:off x="1792054" y="3504659"/>
              <a:ext cx="176225" cy="10814"/>
            </a:xfrm>
            <a:custGeom>
              <a:avLst/>
              <a:gdLst/>
              <a:ahLst/>
              <a:cxnLst/>
              <a:rect l="l" t="t" r="r" b="b"/>
              <a:pathLst>
                <a:path w="6730" h="413" extrusionOk="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138"/>
            <p:cNvSpPr/>
            <p:nvPr/>
          </p:nvSpPr>
          <p:spPr>
            <a:xfrm>
              <a:off x="1792891" y="3528408"/>
              <a:ext cx="175387" cy="11024"/>
            </a:xfrm>
            <a:custGeom>
              <a:avLst/>
              <a:gdLst/>
              <a:ahLst/>
              <a:cxnLst/>
              <a:rect l="l" t="t" r="r" b="b"/>
              <a:pathLst>
                <a:path w="6698" h="421" extrusionOk="0">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138"/>
            <p:cNvSpPr/>
            <p:nvPr/>
          </p:nvSpPr>
          <p:spPr>
            <a:xfrm>
              <a:off x="1792891" y="3552394"/>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7" name="Google Shape;15877;p138"/>
            <p:cNvSpPr/>
            <p:nvPr/>
          </p:nvSpPr>
          <p:spPr>
            <a:xfrm>
              <a:off x="1792891" y="3576379"/>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8" name="Google Shape;15878;p138"/>
          <p:cNvGrpSpPr/>
          <p:nvPr/>
        </p:nvGrpSpPr>
        <p:grpSpPr>
          <a:xfrm>
            <a:off x="3077632" y="2445004"/>
            <a:ext cx="358996" cy="296309"/>
            <a:chOff x="3077632" y="2445004"/>
            <a:chExt cx="358996" cy="296309"/>
          </a:xfrm>
        </p:grpSpPr>
        <p:sp>
          <p:nvSpPr>
            <p:cNvPr id="15879" name="Google Shape;15879;p138"/>
            <p:cNvSpPr/>
            <p:nvPr/>
          </p:nvSpPr>
          <p:spPr>
            <a:xfrm>
              <a:off x="3097873" y="2504968"/>
              <a:ext cx="294293" cy="195366"/>
            </a:xfrm>
            <a:custGeom>
              <a:avLst/>
              <a:gdLst/>
              <a:ahLst/>
              <a:cxnLst/>
              <a:rect l="l" t="t" r="r" b="b"/>
              <a:pathLst>
                <a:path w="11239" h="7461" extrusionOk="0">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138"/>
            <p:cNvSpPr/>
            <p:nvPr/>
          </p:nvSpPr>
          <p:spPr>
            <a:xfrm>
              <a:off x="3296696" y="2504968"/>
              <a:ext cx="95471" cy="80100"/>
            </a:xfrm>
            <a:custGeom>
              <a:avLst/>
              <a:gdLst/>
              <a:ahLst/>
              <a:cxnLst/>
              <a:rect l="l" t="t" r="r" b="b"/>
              <a:pathLst>
                <a:path w="3646" h="3059" extrusionOk="0">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1" name="Google Shape;15881;p138"/>
            <p:cNvSpPr/>
            <p:nvPr/>
          </p:nvSpPr>
          <p:spPr>
            <a:xfrm>
              <a:off x="3097873" y="2685330"/>
              <a:ext cx="294293" cy="15004"/>
            </a:xfrm>
            <a:custGeom>
              <a:avLst/>
              <a:gdLst/>
              <a:ahLst/>
              <a:cxnLst/>
              <a:rect l="l" t="t" r="r" b="b"/>
              <a:pathLst>
                <a:path w="11239" h="573" extrusionOk="0">
                  <a:moveTo>
                    <a:pt x="0" y="0"/>
                  </a:moveTo>
                  <a:lnTo>
                    <a:pt x="0" y="573"/>
                  </a:lnTo>
                  <a:lnTo>
                    <a:pt x="11238" y="573"/>
                  </a:lnTo>
                  <a:lnTo>
                    <a:pt x="1123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2" name="Google Shape;15882;p138"/>
            <p:cNvSpPr/>
            <p:nvPr/>
          </p:nvSpPr>
          <p:spPr>
            <a:xfrm>
              <a:off x="3116596" y="2524685"/>
              <a:ext cx="256587" cy="140430"/>
            </a:xfrm>
            <a:custGeom>
              <a:avLst/>
              <a:gdLst/>
              <a:ahLst/>
              <a:cxnLst/>
              <a:rect l="l" t="t" r="r" b="b"/>
              <a:pathLst>
                <a:path w="9799" h="5363" extrusionOk="0">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138"/>
            <p:cNvSpPr/>
            <p:nvPr/>
          </p:nvSpPr>
          <p:spPr>
            <a:xfrm>
              <a:off x="3298215" y="2524685"/>
              <a:ext cx="74968" cy="60487"/>
            </a:xfrm>
            <a:custGeom>
              <a:avLst/>
              <a:gdLst/>
              <a:ahLst/>
              <a:cxnLst/>
              <a:rect l="l" t="t" r="r" b="b"/>
              <a:pathLst>
                <a:path w="2863" h="2310" extrusionOk="0">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138"/>
            <p:cNvSpPr/>
            <p:nvPr/>
          </p:nvSpPr>
          <p:spPr>
            <a:xfrm>
              <a:off x="3273967" y="2567157"/>
              <a:ext cx="72480" cy="72480"/>
            </a:xfrm>
            <a:custGeom>
              <a:avLst/>
              <a:gdLst/>
              <a:ahLst/>
              <a:cxnLst/>
              <a:rect l="l" t="t" r="r" b="b"/>
              <a:pathLst>
                <a:path w="2768" h="2768" extrusionOk="0">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138"/>
            <p:cNvSpPr/>
            <p:nvPr/>
          </p:nvSpPr>
          <p:spPr>
            <a:xfrm>
              <a:off x="3323928" y="2567157"/>
              <a:ext cx="22519" cy="13014"/>
            </a:xfrm>
            <a:custGeom>
              <a:avLst/>
              <a:gdLst/>
              <a:ahLst/>
              <a:cxnLst/>
              <a:rect l="l" t="t" r="r" b="b"/>
              <a:pathLst>
                <a:path w="860" h="497" extrusionOk="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138"/>
            <p:cNvSpPr/>
            <p:nvPr/>
          </p:nvSpPr>
          <p:spPr>
            <a:xfrm>
              <a:off x="3116596" y="2524449"/>
              <a:ext cx="256587" cy="140430"/>
            </a:xfrm>
            <a:custGeom>
              <a:avLst/>
              <a:gdLst/>
              <a:ahLst/>
              <a:cxnLst/>
              <a:rect l="l" t="t" r="r" b="b"/>
              <a:pathLst>
                <a:path w="9799" h="5363" extrusionOk="0">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138"/>
            <p:cNvSpPr/>
            <p:nvPr/>
          </p:nvSpPr>
          <p:spPr>
            <a:xfrm>
              <a:off x="3116596" y="2524685"/>
              <a:ext cx="256587" cy="20267"/>
            </a:xfrm>
            <a:custGeom>
              <a:avLst/>
              <a:gdLst/>
              <a:ahLst/>
              <a:cxnLst/>
              <a:rect l="l" t="t" r="r" b="b"/>
              <a:pathLst>
                <a:path w="9799" h="774" extrusionOk="0">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138"/>
            <p:cNvSpPr/>
            <p:nvPr/>
          </p:nvSpPr>
          <p:spPr>
            <a:xfrm>
              <a:off x="3298450" y="2524711"/>
              <a:ext cx="74732" cy="20241"/>
            </a:xfrm>
            <a:custGeom>
              <a:avLst/>
              <a:gdLst/>
              <a:ahLst/>
              <a:cxnLst/>
              <a:rect l="l" t="t" r="r" b="b"/>
              <a:pathLst>
                <a:path w="2854" h="773" extrusionOk="0">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138"/>
            <p:cNvSpPr/>
            <p:nvPr/>
          </p:nvSpPr>
          <p:spPr>
            <a:xfrm>
              <a:off x="3224766" y="2674332"/>
              <a:ext cx="40246" cy="11024"/>
            </a:xfrm>
            <a:custGeom>
              <a:avLst/>
              <a:gdLst/>
              <a:ahLst/>
              <a:cxnLst/>
              <a:rect l="l" t="t" r="r" b="b"/>
              <a:pathLst>
                <a:path w="1537" h="421" extrusionOk="0">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138"/>
            <p:cNvSpPr/>
            <p:nvPr/>
          </p:nvSpPr>
          <p:spPr>
            <a:xfrm>
              <a:off x="3309684" y="2445004"/>
              <a:ext cx="126945" cy="127181"/>
            </a:xfrm>
            <a:custGeom>
              <a:avLst/>
              <a:gdLst/>
              <a:ahLst/>
              <a:cxnLst/>
              <a:rect l="l" t="t" r="r" b="b"/>
              <a:pathLst>
                <a:path w="4848" h="4857" extrusionOk="0">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138"/>
            <p:cNvSpPr/>
            <p:nvPr/>
          </p:nvSpPr>
          <p:spPr>
            <a:xfrm>
              <a:off x="3336681" y="2472236"/>
              <a:ext cx="72951" cy="72218"/>
            </a:xfrm>
            <a:custGeom>
              <a:avLst/>
              <a:gdLst/>
              <a:ahLst/>
              <a:cxnLst/>
              <a:rect l="l" t="t" r="r" b="b"/>
              <a:pathLst>
                <a:path w="2786" h="2758" extrusionOk="0">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138"/>
            <p:cNvSpPr/>
            <p:nvPr/>
          </p:nvSpPr>
          <p:spPr>
            <a:xfrm>
              <a:off x="3366165" y="2473231"/>
              <a:ext cx="43729" cy="71878"/>
            </a:xfrm>
            <a:custGeom>
              <a:avLst/>
              <a:gdLst/>
              <a:ahLst/>
              <a:cxnLst/>
              <a:rect l="l" t="t" r="r" b="b"/>
              <a:pathLst>
                <a:path w="1670" h="2745" extrusionOk="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138"/>
            <p:cNvSpPr/>
            <p:nvPr/>
          </p:nvSpPr>
          <p:spPr>
            <a:xfrm>
              <a:off x="3336681" y="2497976"/>
              <a:ext cx="30244" cy="32757"/>
            </a:xfrm>
            <a:custGeom>
              <a:avLst/>
              <a:gdLst/>
              <a:ahLst/>
              <a:cxnLst/>
              <a:rect l="l" t="t" r="r" b="b"/>
              <a:pathLst>
                <a:path w="1155" h="1251" extrusionOk="0">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138"/>
            <p:cNvSpPr/>
            <p:nvPr/>
          </p:nvSpPr>
          <p:spPr>
            <a:xfrm>
              <a:off x="3144587" y="2567157"/>
              <a:ext cx="27232" cy="27259"/>
            </a:xfrm>
            <a:custGeom>
              <a:avLst/>
              <a:gdLst/>
              <a:ahLst/>
              <a:cxnLst/>
              <a:rect l="l" t="t" r="r" b="b"/>
              <a:pathLst>
                <a:path w="1040" h="1041" extrusionOk="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5" name="Google Shape;15895;p138"/>
            <p:cNvSpPr/>
            <p:nvPr/>
          </p:nvSpPr>
          <p:spPr>
            <a:xfrm>
              <a:off x="3180958" y="2561658"/>
              <a:ext cx="79655" cy="11050"/>
            </a:xfrm>
            <a:custGeom>
              <a:avLst/>
              <a:gdLst/>
              <a:ahLst/>
              <a:cxnLst/>
              <a:rect l="l" t="t" r="r" b="b"/>
              <a:pathLst>
                <a:path w="3042" h="422" extrusionOk="0">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6" name="Google Shape;15896;p138"/>
            <p:cNvSpPr/>
            <p:nvPr/>
          </p:nvSpPr>
          <p:spPr>
            <a:xfrm>
              <a:off x="3182058" y="2575405"/>
              <a:ext cx="77455" cy="10762"/>
            </a:xfrm>
            <a:custGeom>
              <a:avLst/>
              <a:gdLst/>
              <a:ahLst/>
              <a:cxnLst/>
              <a:rect l="l" t="t" r="r" b="b"/>
              <a:pathLst>
                <a:path w="2958" h="411"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138"/>
            <p:cNvSpPr/>
            <p:nvPr/>
          </p:nvSpPr>
          <p:spPr>
            <a:xfrm>
              <a:off x="3182058" y="2588890"/>
              <a:ext cx="77455" cy="10788"/>
            </a:xfrm>
            <a:custGeom>
              <a:avLst/>
              <a:gdLst/>
              <a:ahLst/>
              <a:cxnLst/>
              <a:rect l="l" t="t" r="r" b="b"/>
              <a:pathLst>
                <a:path w="2958" h="412"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8" name="Google Shape;15898;p138"/>
            <p:cNvSpPr/>
            <p:nvPr/>
          </p:nvSpPr>
          <p:spPr>
            <a:xfrm>
              <a:off x="3144587" y="2612378"/>
              <a:ext cx="27232" cy="27259"/>
            </a:xfrm>
            <a:custGeom>
              <a:avLst/>
              <a:gdLst/>
              <a:ahLst/>
              <a:cxnLst/>
              <a:rect l="l" t="t" r="r" b="b"/>
              <a:pathLst>
                <a:path w="1040" h="1041" extrusionOk="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9" name="Google Shape;15899;p138"/>
            <p:cNvSpPr/>
            <p:nvPr/>
          </p:nvSpPr>
          <p:spPr>
            <a:xfrm>
              <a:off x="3182058" y="2607141"/>
              <a:ext cx="77455" cy="10762"/>
            </a:xfrm>
            <a:custGeom>
              <a:avLst/>
              <a:gdLst/>
              <a:ahLst/>
              <a:cxnLst/>
              <a:rect l="l" t="t" r="r" b="b"/>
              <a:pathLst>
                <a:path w="2958" h="411" extrusionOk="0">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138"/>
            <p:cNvSpPr/>
            <p:nvPr/>
          </p:nvSpPr>
          <p:spPr>
            <a:xfrm>
              <a:off x="3182058" y="2620627"/>
              <a:ext cx="77455" cy="10762"/>
            </a:xfrm>
            <a:custGeom>
              <a:avLst/>
              <a:gdLst/>
              <a:ahLst/>
              <a:cxnLst/>
              <a:rect l="l" t="t" r="r" b="b"/>
              <a:pathLst>
                <a:path w="2958" h="411" extrusionOk="0">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138"/>
            <p:cNvSpPr/>
            <p:nvPr/>
          </p:nvSpPr>
          <p:spPr>
            <a:xfrm>
              <a:off x="3182058" y="2634374"/>
              <a:ext cx="77455" cy="10762"/>
            </a:xfrm>
            <a:custGeom>
              <a:avLst/>
              <a:gdLst/>
              <a:ahLst/>
              <a:cxnLst/>
              <a:rect l="l" t="t" r="r" b="b"/>
              <a:pathLst>
                <a:path w="2958" h="411" extrusionOk="0">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138"/>
            <p:cNvSpPr/>
            <p:nvPr/>
          </p:nvSpPr>
          <p:spPr>
            <a:xfrm>
              <a:off x="3077632" y="2694311"/>
              <a:ext cx="334749" cy="34250"/>
            </a:xfrm>
            <a:custGeom>
              <a:avLst/>
              <a:gdLst/>
              <a:ahLst/>
              <a:cxnLst/>
              <a:rect l="l" t="t" r="r" b="b"/>
              <a:pathLst>
                <a:path w="12784" h="1308" extrusionOk="0">
                  <a:moveTo>
                    <a:pt x="773" y="1"/>
                  </a:moveTo>
                  <a:lnTo>
                    <a:pt x="0" y="1031"/>
                  </a:lnTo>
                  <a:lnTo>
                    <a:pt x="0" y="1308"/>
                  </a:lnTo>
                  <a:lnTo>
                    <a:pt x="12784" y="1308"/>
                  </a:lnTo>
                  <a:lnTo>
                    <a:pt x="12784" y="1031"/>
                  </a:lnTo>
                  <a:lnTo>
                    <a:pt x="1201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138"/>
            <p:cNvSpPr/>
            <p:nvPr/>
          </p:nvSpPr>
          <p:spPr>
            <a:xfrm>
              <a:off x="3188552" y="2700072"/>
              <a:ext cx="112674" cy="16758"/>
            </a:xfrm>
            <a:custGeom>
              <a:avLst/>
              <a:gdLst/>
              <a:ahLst/>
              <a:cxnLst/>
              <a:rect l="l" t="t" r="r" b="b"/>
              <a:pathLst>
                <a:path w="4303" h="640" extrusionOk="0">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138"/>
            <p:cNvSpPr/>
            <p:nvPr/>
          </p:nvSpPr>
          <p:spPr>
            <a:xfrm>
              <a:off x="3077632" y="2721308"/>
              <a:ext cx="334513" cy="20005"/>
            </a:xfrm>
            <a:custGeom>
              <a:avLst/>
              <a:gdLst/>
              <a:ahLst/>
              <a:cxnLst/>
              <a:rect l="l" t="t" r="r" b="b"/>
              <a:pathLst>
                <a:path w="12775" h="764" extrusionOk="0">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05" name="Google Shape;15905;p138"/>
          <p:cNvGrpSpPr/>
          <p:nvPr/>
        </p:nvGrpSpPr>
        <p:grpSpPr>
          <a:xfrm>
            <a:off x="2635237" y="2431780"/>
            <a:ext cx="359232" cy="323018"/>
            <a:chOff x="2635237" y="2431780"/>
            <a:chExt cx="359232" cy="323018"/>
          </a:xfrm>
        </p:grpSpPr>
        <p:sp>
          <p:nvSpPr>
            <p:cNvPr id="15906" name="Google Shape;15906;p138"/>
            <p:cNvSpPr/>
            <p:nvPr/>
          </p:nvSpPr>
          <p:spPr>
            <a:xfrm>
              <a:off x="2769121" y="2696328"/>
              <a:ext cx="44253" cy="40482"/>
            </a:xfrm>
            <a:custGeom>
              <a:avLst/>
              <a:gdLst/>
              <a:ahLst/>
              <a:cxnLst/>
              <a:rect l="l" t="t" r="r" b="b"/>
              <a:pathLst>
                <a:path w="1690" h="1546" extrusionOk="0">
                  <a:moveTo>
                    <a:pt x="344" y="0"/>
                  </a:moveTo>
                  <a:lnTo>
                    <a:pt x="1" y="1546"/>
                  </a:lnTo>
                  <a:lnTo>
                    <a:pt x="1689" y="1546"/>
                  </a:lnTo>
                  <a:lnTo>
                    <a:pt x="1346"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7" name="Google Shape;15907;p138"/>
            <p:cNvSpPr/>
            <p:nvPr/>
          </p:nvSpPr>
          <p:spPr>
            <a:xfrm>
              <a:off x="2738903" y="2733039"/>
              <a:ext cx="104688" cy="21760"/>
            </a:xfrm>
            <a:custGeom>
              <a:avLst/>
              <a:gdLst/>
              <a:ahLst/>
              <a:cxnLst/>
              <a:rect l="l" t="t" r="r" b="b"/>
              <a:pathLst>
                <a:path w="3998" h="831" extrusionOk="0">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138"/>
            <p:cNvSpPr/>
            <p:nvPr/>
          </p:nvSpPr>
          <p:spPr>
            <a:xfrm>
              <a:off x="2635237" y="2498212"/>
              <a:ext cx="312020" cy="203876"/>
            </a:xfrm>
            <a:custGeom>
              <a:avLst/>
              <a:gdLst/>
              <a:ahLst/>
              <a:cxnLst/>
              <a:rect l="l" t="t" r="r" b="b"/>
              <a:pathLst>
                <a:path w="11916" h="7786" extrusionOk="0">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138"/>
            <p:cNvSpPr/>
            <p:nvPr/>
          </p:nvSpPr>
          <p:spPr>
            <a:xfrm>
              <a:off x="2845555" y="2498212"/>
              <a:ext cx="101703" cy="84211"/>
            </a:xfrm>
            <a:custGeom>
              <a:avLst/>
              <a:gdLst/>
              <a:ahLst/>
              <a:cxnLst/>
              <a:rect l="l" t="t" r="r" b="b"/>
              <a:pathLst>
                <a:path w="3884" h="3216" extrusionOk="0">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138"/>
            <p:cNvSpPr/>
            <p:nvPr/>
          </p:nvSpPr>
          <p:spPr>
            <a:xfrm>
              <a:off x="2635472" y="2687582"/>
              <a:ext cx="311523" cy="14506"/>
            </a:xfrm>
            <a:custGeom>
              <a:avLst/>
              <a:gdLst/>
              <a:ahLst/>
              <a:cxnLst/>
              <a:rect l="l" t="t" r="r" b="b"/>
              <a:pathLst>
                <a:path w="11897" h="554" extrusionOk="0">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138"/>
            <p:cNvSpPr/>
            <p:nvPr/>
          </p:nvSpPr>
          <p:spPr>
            <a:xfrm>
              <a:off x="2655216" y="2517196"/>
              <a:ext cx="272062" cy="151166"/>
            </a:xfrm>
            <a:custGeom>
              <a:avLst/>
              <a:gdLst/>
              <a:ahLst/>
              <a:cxnLst/>
              <a:rect l="l" t="t" r="r" b="b"/>
              <a:pathLst>
                <a:path w="10390" h="5773" extrusionOk="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138"/>
            <p:cNvSpPr/>
            <p:nvPr/>
          </p:nvSpPr>
          <p:spPr>
            <a:xfrm>
              <a:off x="2847807" y="2517196"/>
              <a:ext cx="79471" cy="65227"/>
            </a:xfrm>
            <a:custGeom>
              <a:avLst/>
              <a:gdLst/>
              <a:ahLst/>
              <a:cxnLst/>
              <a:rect l="l" t="t" r="r" b="b"/>
              <a:pathLst>
                <a:path w="3035" h="2491" extrusionOk="0">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3" name="Google Shape;15913;p138"/>
            <p:cNvSpPr/>
            <p:nvPr/>
          </p:nvSpPr>
          <p:spPr>
            <a:xfrm>
              <a:off x="2655216" y="2517196"/>
              <a:ext cx="272062" cy="151166"/>
            </a:xfrm>
            <a:custGeom>
              <a:avLst/>
              <a:gdLst/>
              <a:ahLst/>
              <a:cxnLst/>
              <a:rect l="l" t="t" r="r" b="b"/>
              <a:pathLst>
                <a:path w="10390" h="5773" extrusionOk="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4" name="Google Shape;15914;p138"/>
            <p:cNvSpPr/>
            <p:nvPr/>
          </p:nvSpPr>
          <p:spPr>
            <a:xfrm>
              <a:off x="2770378" y="2678836"/>
              <a:ext cx="41739" cy="10762"/>
            </a:xfrm>
            <a:custGeom>
              <a:avLst/>
              <a:gdLst/>
              <a:ahLst/>
              <a:cxnLst/>
              <a:rect l="l" t="t" r="r" b="b"/>
              <a:pathLst>
                <a:path w="1594" h="411" extrusionOk="0">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138"/>
            <p:cNvSpPr/>
            <p:nvPr/>
          </p:nvSpPr>
          <p:spPr>
            <a:xfrm>
              <a:off x="2733404"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138"/>
            <p:cNvSpPr/>
            <p:nvPr/>
          </p:nvSpPr>
          <p:spPr>
            <a:xfrm>
              <a:off x="2778364" y="2584910"/>
              <a:ext cx="25766" cy="26002"/>
            </a:xfrm>
            <a:custGeom>
              <a:avLst/>
              <a:gdLst/>
              <a:ahLst/>
              <a:cxnLst/>
              <a:rect l="l" t="t" r="r" b="b"/>
              <a:pathLst>
                <a:path w="984" h="993" extrusionOk="0">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138"/>
            <p:cNvSpPr/>
            <p:nvPr/>
          </p:nvSpPr>
          <p:spPr>
            <a:xfrm>
              <a:off x="2823585"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138"/>
            <p:cNvSpPr/>
            <p:nvPr/>
          </p:nvSpPr>
          <p:spPr>
            <a:xfrm>
              <a:off x="2859799" y="2431780"/>
              <a:ext cx="134669" cy="136424"/>
            </a:xfrm>
            <a:custGeom>
              <a:avLst/>
              <a:gdLst/>
              <a:ahLst/>
              <a:cxnLst/>
              <a:rect l="l" t="t" r="r" b="b"/>
              <a:pathLst>
                <a:path w="5143" h="5210" extrusionOk="0">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138"/>
            <p:cNvSpPr/>
            <p:nvPr/>
          </p:nvSpPr>
          <p:spPr>
            <a:xfrm>
              <a:off x="2904026" y="2482920"/>
              <a:ext cx="39984" cy="34302"/>
            </a:xfrm>
            <a:custGeom>
              <a:avLst/>
              <a:gdLst/>
              <a:ahLst/>
              <a:cxnLst/>
              <a:rect l="l" t="t" r="r" b="b"/>
              <a:pathLst>
                <a:path w="1527" h="1310" extrusionOk="0">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0" name="Google Shape;15920;p138"/>
            <p:cNvSpPr/>
            <p:nvPr/>
          </p:nvSpPr>
          <p:spPr>
            <a:xfrm>
              <a:off x="2880433" y="2455190"/>
              <a:ext cx="93638" cy="89841"/>
            </a:xfrm>
            <a:custGeom>
              <a:avLst/>
              <a:gdLst/>
              <a:ahLst/>
              <a:cxnLst/>
              <a:rect l="l" t="t" r="r" b="b"/>
              <a:pathLst>
                <a:path w="3576" h="3431" extrusionOk="0">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1" name="Google Shape;15921;p138"/>
          <p:cNvGrpSpPr/>
          <p:nvPr/>
        </p:nvGrpSpPr>
        <p:grpSpPr>
          <a:xfrm>
            <a:off x="4011651" y="3768132"/>
            <a:ext cx="373189" cy="358944"/>
            <a:chOff x="4011651" y="3768132"/>
            <a:chExt cx="373189" cy="358944"/>
          </a:xfrm>
        </p:grpSpPr>
        <p:sp>
          <p:nvSpPr>
            <p:cNvPr id="15922" name="Google Shape;15922;p138"/>
            <p:cNvSpPr/>
            <p:nvPr/>
          </p:nvSpPr>
          <p:spPr>
            <a:xfrm>
              <a:off x="4011651" y="3859387"/>
              <a:ext cx="275309" cy="267689"/>
            </a:xfrm>
            <a:custGeom>
              <a:avLst/>
              <a:gdLst/>
              <a:ahLst/>
              <a:cxnLst/>
              <a:rect l="l" t="t" r="r" b="b"/>
              <a:pathLst>
                <a:path w="10514" h="10223" extrusionOk="0">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138"/>
            <p:cNvSpPr/>
            <p:nvPr/>
          </p:nvSpPr>
          <p:spPr>
            <a:xfrm>
              <a:off x="4054359" y="3859151"/>
              <a:ext cx="56481" cy="72716"/>
            </a:xfrm>
            <a:custGeom>
              <a:avLst/>
              <a:gdLst/>
              <a:ahLst/>
              <a:cxnLst/>
              <a:rect l="l" t="t" r="r" b="b"/>
              <a:pathLst>
                <a:path w="2157" h="2777" extrusionOk="0">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138"/>
            <p:cNvSpPr/>
            <p:nvPr/>
          </p:nvSpPr>
          <p:spPr>
            <a:xfrm>
              <a:off x="4214480" y="4035245"/>
              <a:ext cx="72480" cy="56743"/>
            </a:xfrm>
            <a:custGeom>
              <a:avLst/>
              <a:gdLst/>
              <a:ahLst/>
              <a:cxnLst/>
              <a:rect l="l" t="t" r="r" b="b"/>
              <a:pathLst>
                <a:path w="2768" h="2167" extrusionOk="0">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5" name="Google Shape;15925;p138"/>
            <p:cNvSpPr/>
            <p:nvPr/>
          </p:nvSpPr>
          <p:spPr>
            <a:xfrm>
              <a:off x="4135559" y="3768132"/>
              <a:ext cx="249281" cy="210946"/>
            </a:xfrm>
            <a:custGeom>
              <a:avLst/>
              <a:gdLst/>
              <a:ahLst/>
              <a:cxnLst/>
              <a:rect l="l" t="t" r="r" b="b"/>
              <a:pathLst>
                <a:path w="9520" h="8056" extrusionOk="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6" name="Google Shape;15926;p138"/>
            <p:cNvSpPr/>
            <p:nvPr/>
          </p:nvSpPr>
          <p:spPr>
            <a:xfrm>
              <a:off x="4062110" y="3836553"/>
              <a:ext cx="78712" cy="97827"/>
            </a:xfrm>
            <a:custGeom>
              <a:avLst/>
              <a:gdLst/>
              <a:ahLst/>
              <a:cxnLst/>
              <a:rect l="l" t="t" r="r" b="b"/>
              <a:pathLst>
                <a:path w="3006" h="3736" extrusionOk="0">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138"/>
            <p:cNvSpPr/>
            <p:nvPr/>
          </p:nvSpPr>
          <p:spPr>
            <a:xfrm>
              <a:off x="4210998" y="4006154"/>
              <a:ext cx="99451" cy="77298"/>
            </a:xfrm>
            <a:custGeom>
              <a:avLst/>
              <a:gdLst/>
              <a:ahLst/>
              <a:cxnLst/>
              <a:rect l="l" t="t" r="r" b="b"/>
              <a:pathLst>
                <a:path w="3798" h="2952" extrusionOk="0">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138"/>
            <p:cNvSpPr/>
            <p:nvPr/>
          </p:nvSpPr>
          <p:spPr>
            <a:xfrm>
              <a:off x="4186750" y="3787195"/>
              <a:ext cx="147657" cy="149595"/>
            </a:xfrm>
            <a:custGeom>
              <a:avLst/>
              <a:gdLst/>
              <a:ahLst/>
              <a:cxnLst/>
              <a:rect l="l" t="t" r="r" b="b"/>
              <a:pathLst>
                <a:path w="5639" h="5713" extrusionOk="0">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138"/>
            <p:cNvSpPr/>
            <p:nvPr/>
          </p:nvSpPr>
          <p:spPr>
            <a:xfrm>
              <a:off x="4226473" y="3841659"/>
              <a:ext cx="42734" cy="53496"/>
            </a:xfrm>
            <a:custGeom>
              <a:avLst/>
              <a:gdLst/>
              <a:ahLst/>
              <a:cxnLst/>
              <a:rect l="l" t="t" r="r" b="b"/>
              <a:pathLst>
                <a:path w="1632" h="2043" extrusionOk="0">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138"/>
            <p:cNvSpPr/>
            <p:nvPr/>
          </p:nvSpPr>
          <p:spPr>
            <a:xfrm>
              <a:off x="4266431" y="3841476"/>
              <a:ext cx="30008" cy="53417"/>
            </a:xfrm>
            <a:custGeom>
              <a:avLst/>
              <a:gdLst/>
              <a:ahLst/>
              <a:cxnLst/>
              <a:rect l="l" t="t" r="r" b="b"/>
              <a:pathLst>
                <a:path w="1146" h="2040" extrusionOk="0">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1" name="Google Shape;15931;p138"/>
            <p:cNvSpPr/>
            <p:nvPr/>
          </p:nvSpPr>
          <p:spPr>
            <a:xfrm>
              <a:off x="4285677" y="3841476"/>
              <a:ext cx="10762" cy="33438"/>
            </a:xfrm>
            <a:custGeom>
              <a:avLst/>
              <a:gdLst/>
              <a:ahLst/>
              <a:cxnLst/>
              <a:rect l="l" t="t" r="r" b="b"/>
              <a:pathLst>
                <a:path w="411" h="1277" extrusionOk="0">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2" name="Google Shape;15932;p138"/>
          <p:cNvGrpSpPr/>
          <p:nvPr/>
        </p:nvGrpSpPr>
        <p:grpSpPr>
          <a:xfrm>
            <a:off x="2189568" y="1961603"/>
            <a:ext cx="364993" cy="359049"/>
            <a:chOff x="2189568" y="1961603"/>
            <a:chExt cx="364993" cy="359049"/>
          </a:xfrm>
        </p:grpSpPr>
        <p:sp>
          <p:nvSpPr>
            <p:cNvPr id="15933" name="Google Shape;15933;p138"/>
            <p:cNvSpPr/>
            <p:nvPr/>
          </p:nvSpPr>
          <p:spPr>
            <a:xfrm>
              <a:off x="2232197" y="2004206"/>
              <a:ext cx="77822" cy="73868"/>
            </a:xfrm>
            <a:custGeom>
              <a:avLst/>
              <a:gdLst/>
              <a:ahLst/>
              <a:cxnLst/>
              <a:rect l="l" t="t" r="r" b="b"/>
              <a:pathLst>
                <a:path w="2972" h="2821" extrusionOk="0">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138"/>
            <p:cNvSpPr/>
            <p:nvPr/>
          </p:nvSpPr>
          <p:spPr>
            <a:xfrm>
              <a:off x="2192187" y="2070061"/>
              <a:ext cx="100838" cy="35009"/>
            </a:xfrm>
            <a:custGeom>
              <a:avLst/>
              <a:gdLst/>
              <a:ahLst/>
              <a:cxnLst/>
              <a:rect l="l" t="t" r="r" b="b"/>
              <a:pathLst>
                <a:path w="3851" h="1337" extrusionOk="0">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138"/>
            <p:cNvSpPr/>
            <p:nvPr/>
          </p:nvSpPr>
          <p:spPr>
            <a:xfrm>
              <a:off x="2189568" y="2121514"/>
              <a:ext cx="100131" cy="36999"/>
            </a:xfrm>
            <a:custGeom>
              <a:avLst/>
              <a:gdLst/>
              <a:ahLst/>
              <a:cxnLst/>
              <a:rect l="l" t="t" r="r" b="b"/>
              <a:pathLst>
                <a:path w="3824" h="1413" extrusionOk="0">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138"/>
            <p:cNvSpPr/>
            <p:nvPr/>
          </p:nvSpPr>
          <p:spPr>
            <a:xfrm>
              <a:off x="2299048" y="1964404"/>
              <a:ext cx="36947" cy="96439"/>
            </a:xfrm>
            <a:custGeom>
              <a:avLst/>
              <a:gdLst/>
              <a:ahLst/>
              <a:cxnLst/>
              <a:rect l="l" t="t" r="r" b="b"/>
              <a:pathLst>
                <a:path w="1411" h="3683" extrusionOk="0">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7" name="Google Shape;15937;p138"/>
            <p:cNvSpPr/>
            <p:nvPr/>
          </p:nvSpPr>
          <p:spPr>
            <a:xfrm>
              <a:off x="2350711" y="1961603"/>
              <a:ext cx="38701" cy="95732"/>
            </a:xfrm>
            <a:custGeom>
              <a:avLst/>
              <a:gdLst/>
              <a:ahLst/>
              <a:cxnLst/>
              <a:rect l="l" t="t" r="r" b="b"/>
              <a:pathLst>
                <a:path w="1478" h="3656" extrusionOk="0">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8" name="Google Shape;15938;p138"/>
            <p:cNvSpPr/>
            <p:nvPr/>
          </p:nvSpPr>
          <p:spPr>
            <a:xfrm>
              <a:off x="2286243" y="2072313"/>
              <a:ext cx="237838" cy="221604"/>
            </a:xfrm>
            <a:custGeom>
              <a:avLst/>
              <a:gdLst/>
              <a:ahLst/>
              <a:cxnLst/>
              <a:rect l="l" t="t" r="r" b="b"/>
              <a:pathLst>
                <a:path w="9083" h="8463" extrusionOk="0">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138"/>
            <p:cNvSpPr/>
            <p:nvPr/>
          </p:nvSpPr>
          <p:spPr>
            <a:xfrm>
              <a:off x="2296481" y="2086296"/>
              <a:ext cx="194895" cy="207621"/>
            </a:xfrm>
            <a:custGeom>
              <a:avLst/>
              <a:gdLst/>
              <a:ahLst/>
              <a:cxnLst/>
              <a:rect l="l" t="t" r="r" b="b"/>
              <a:pathLst>
                <a:path w="7443" h="7929" extrusionOk="0">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138"/>
            <p:cNvSpPr/>
            <p:nvPr/>
          </p:nvSpPr>
          <p:spPr>
            <a:xfrm>
              <a:off x="2430549" y="2174330"/>
              <a:ext cx="86044" cy="82116"/>
            </a:xfrm>
            <a:custGeom>
              <a:avLst/>
              <a:gdLst/>
              <a:ahLst/>
              <a:cxnLst/>
              <a:rect l="l" t="t" r="r" b="b"/>
              <a:pathLst>
                <a:path w="3286" h="3136" extrusionOk="0">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138"/>
            <p:cNvSpPr/>
            <p:nvPr/>
          </p:nvSpPr>
          <p:spPr>
            <a:xfrm>
              <a:off x="2402740" y="2202478"/>
              <a:ext cx="28358" cy="24483"/>
            </a:xfrm>
            <a:custGeom>
              <a:avLst/>
              <a:gdLst/>
              <a:ahLst/>
              <a:cxnLst/>
              <a:rect l="l" t="t" r="r" b="b"/>
              <a:pathLst>
                <a:path w="1083" h="935" extrusionOk="0">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138"/>
            <p:cNvSpPr/>
            <p:nvPr/>
          </p:nvSpPr>
          <p:spPr>
            <a:xfrm>
              <a:off x="2433324" y="2233141"/>
              <a:ext cx="55538" cy="51532"/>
            </a:xfrm>
            <a:custGeom>
              <a:avLst/>
              <a:gdLst/>
              <a:ahLst/>
              <a:cxnLst/>
              <a:rect l="l" t="t" r="r" b="b"/>
              <a:pathLst>
                <a:path w="2121" h="1968" extrusionOk="0">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3" name="Google Shape;15943;p138"/>
            <p:cNvSpPr/>
            <p:nvPr/>
          </p:nvSpPr>
          <p:spPr>
            <a:xfrm>
              <a:off x="2356105" y="2093994"/>
              <a:ext cx="71066" cy="20320"/>
            </a:xfrm>
            <a:custGeom>
              <a:avLst/>
              <a:gdLst/>
              <a:ahLst/>
              <a:cxnLst/>
              <a:rect l="l" t="t" r="r" b="b"/>
              <a:pathLst>
                <a:path w="2714" h="776" extrusionOk="0">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4" name="Google Shape;15944;p138"/>
            <p:cNvSpPr/>
            <p:nvPr/>
          </p:nvSpPr>
          <p:spPr>
            <a:xfrm>
              <a:off x="2387422" y="2184961"/>
              <a:ext cx="30008" cy="30270"/>
            </a:xfrm>
            <a:custGeom>
              <a:avLst/>
              <a:gdLst/>
              <a:ahLst/>
              <a:cxnLst/>
              <a:rect l="l" t="t" r="r" b="b"/>
              <a:pathLst>
                <a:path w="1146" h="1156" extrusionOk="0">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5" name="Google Shape;15945;p138"/>
            <p:cNvSpPr/>
            <p:nvPr/>
          </p:nvSpPr>
          <p:spPr>
            <a:xfrm>
              <a:off x="2415152" y="2156995"/>
              <a:ext cx="30244" cy="30244"/>
            </a:xfrm>
            <a:custGeom>
              <a:avLst/>
              <a:gdLst/>
              <a:ahLst/>
              <a:cxnLst/>
              <a:rect l="l" t="t" r="r" b="b"/>
              <a:pathLst>
                <a:path w="1155" h="1155" extrusionOk="0">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138"/>
            <p:cNvSpPr/>
            <p:nvPr/>
          </p:nvSpPr>
          <p:spPr>
            <a:xfrm>
              <a:off x="2474854" y="2244924"/>
              <a:ext cx="79707" cy="75727"/>
            </a:xfrm>
            <a:custGeom>
              <a:avLst/>
              <a:gdLst/>
              <a:ahLst/>
              <a:cxnLst/>
              <a:rect l="l" t="t" r="r" b="b"/>
              <a:pathLst>
                <a:path w="3044" h="2892" extrusionOk="0">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138"/>
            <p:cNvSpPr/>
            <p:nvPr/>
          </p:nvSpPr>
          <p:spPr>
            <a:xfrm>
              <a:off x="2475115" y="2244924"/>
              <a:ext cx="71459" cy="71721"/>
            </a:xfrm>
            <a:custGeom>
              <a:avLst/>
              <a:gdLst/>
              <a:ahLst/>
              <a:cxnLst/>
              <a:rect l="l" t="t" r="r" b="b"/>
              <a:pathLst>
                <a:path w="2729" h="2739" extrusionOk="0">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138"/>
            <p:cNvSpPr/>
            <p:nvPr/>
          </p:nvSpPr>
          <p:spPr>
            <a:xfrm>
              <a:off x="2450371" y="2220756"/>
              <a:ext cx="89945" cy="88820"/>
            </a:xfrm>
            <a:custGeom>
              <a:avLst/>
              <a:gdLst/>
              <a:ahLst/>
              <a:cxnLst/>
              <a:rect l="l" t="t" r="r" b="b"/>
              <a:pathLst>
                <a:path w="3435" h="3392" extrusionOk="0">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9" name="Google Shape;15949;p138"/>
          <p:cNvGrpSpPr/>
          <p:nvPr/>
        </p:nvGrpSpPr>
        <p:grpSpPr>
          <a:xfrm>
            <a:off x="2193077" y="2419971"/>
            <a:ext cx="378426" cy="346323"/>
            <a:chOff x="2193077" y="2419971"/>
            <a:chExt cx="378426" cy="346323"/>
          </a:xfrm>
        </p:grpSpPr>
        <p:sp>
          <p:nvSpPr>
            <p:cNvPr id="15950" name="Google Shape;15950;p138"/>
            <p:cNvSpPr/>
            <p:nvPr/>
          </p:nvSpPr>
          <p:spPr>
            <a:xfrm>
              <a:off x="2392423" y="2419971"/>
              <a:ext cx="179079" cy="150852"/>
            </a:xfrm>
            <a:custGeom>
              <a:avLst/>
              <a:gdLst/>
              <a:ahLst/>
              <a:cxnLst/>
              <a:rect l="l" t="t" r="r" b="b"/>
              <a:pathLst>
                <a:path w="6839" h="5761" extrusionOk="0">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138"/>
            <p:cNvSpPr/>
            <p:nvPr/>
          </p:nvSpPr>
          <p:spPr>
            <a:xfrm>
              <a:off x="2299990" y="2594389"/>
              <a:ext cx="51977" cy="93952"/>
            </a:xfrm>
            <a:custGeom>
              <a:avLst/>
              <a:gdLst/>
              <a:ahLst/>
              <a:cxnLst/>
              <a:rect l="l" t="t" r="r" b="b"/>
              <a:pathLst>
                <a:path w="1985"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138"/>
            <p:cNvSpPr/>
            <p:nvPr/>
          </p:nvSpPr>
          <p:spPr>
            <a:xfrm>
              <a:off x="2193077" y="2652599"/>
              <a:ext cx="265804" cy="113695"/>
            </a:xfrm>
            <a:custGeom>
              <a:avLst/>
              <a:gdLst/>
              <a:ahLst/>
              <a:cxnLst/>
              <a:rect l="l" t="t" r="r" b="b"/>
              <a:pathLst>
                <a:path w="10151" h="4342" extrusionOk="0">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138"/>
            <p:cNvSpPr/>
            <p:nvPr/>
          </p:nvSpPr>
          <p:spPr>
            <a:xfrm>
              <a:off x="2393916" y="2666084"/>
              <a:ext cx="64965" cy="100210"/>
            </a:xfrm>
            <a:custGeom>
              <a:avLst/>
              <a:gdLst/>
              <a:ahLst/>
              <a:cxnLst/>
              <a:rect l="l" t="t" r="r" b="b"/>
              <a:pathLst>
                <a:path w="2481" h="3827" extrusionOk="0">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138"/>
            <p:cNvSpPr/>
            <p:nvPr/>
          </p:nvSpPr>
          <p:spPr>
            <a:xfrm>
              <a:off x="2193077" y="2666346"/>
              <a:ext cx="64729" cy="99948"/>
            </a:xfrm>
            <a:custGeom>
              <a:avLst/>
              <a:gdLst/>
              <a:ahLst/>
              <a:cxnLst/>
              <a:rect l="l" t="t" r="r" b="b"/>
              <a:pathLst>
                <a:path w="2472" h="3817" extrusionOk="0">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138"/>
            <p:cNvSpPr/>
            <p:nvPr/>
          </p:nvSpPr>
          <p:spPr>
            <a:xfrm>
              <a:off x="2320231" y="2697742"/>
              <a:ext cx="11521" cy="12333"/>
            </a:xfrm>
            <a:custGeom>
              <a:avLst/>
              <a:gdLst/>
              <a:ahLst/>
              <a:cxnLst/>
              <a:rect l="l" t="t" r="r" b="b"/>
              <a:pathLst>
                <a:path w="440" h="471" extrusionOk="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6" name="Google Shape;15956;p138"/>
            <p:cNvSpPr/>
            <p:nvPr/>
          </p:nvSpPr>
          <p:spPr>
            <a:xfrm>
              <a:off x="2320231" y="2716490"/>
              <a:ext cx="11521" cy="12333"/>
            </a:xfrm>
            <a:custGeom>
              <a:avLst/>
              <a:gdLst/>
              <a:ahLst/>
              <a:cxnLst/>
              <a:rect l="l" t="t" r="r" b="b"/>
              <a:pathLst>
                <a:path w="440" h="471" extrusionOk="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7" name="Google Shape;15957;p138"/>
            <p:cNvSpPr/>
            <p:nvPr/>
          </p:nvSpPr>
          <p:spPr>
            <a:xfrm>
              <a:off x="2299833" y="2652860"/>
              <a:ext cx="26159" cy="38963"/>
            </a:xfrm>
            <a:custGeom>
              <a:avLst/>
              <a:gdLst/>
              <a:ahLst/>
              <a:cxnLst/>
              <a:rect l="l" t="t" r="r" b="b"/>
              <a:pathLst>
                <a:path w="999" h="1488" extrusionOk="0">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138"/>
            <p:cNvSpPr/>
            <p:nvPr/>
          </p:nvSpPr>
          <p:spPr>
            <a:xfrm>
              <a:off x="2270768" y="2472001"/>
              <a:ext cx="110448" cy="152030"/>
            </a:xfrm>
            <a:custGeom>
              <a:avLst/>
              <a:gdLst/>
              <a:ahLst/>
              <a:cxnLst/>
              <a:rect l="l" t="t" r="r" b="b"/>
              <a:pathLst>
                <a:path w="4218" h="5806" extrusionOk="0">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138"/>
            <p:cNvSpPr/>
            <p:nvPr/>
          </p:nvSpPr>
          <p:spPr>
            <a:xfrm>
              <a:off x="2253145" y="2454745"/>
              <a:ext cx="145301" cy="78293"/>
            </a:xfrm>
            <a:custGeom>
              <a:avLst/>
              <a:gdLst/>
              <a:ahLst/>
              <a:cxnLst/>
              <a:rect l="l" t="t" r="r" b="b"/>
              <a:pathLst>
                <a:path w="5549" h="2990" extrusionOk="0">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138"/>
            <p:cNvSpPr/>
            <p:nvPr/>
          </p:nvSpPr>
          <p:spPr>
            <a:xfrm>
              <a:off x="2319236" y="2570352"/>
              <a:ext cx="79210" cy="77534"/>
            </a:xfrm>
            <a:custGeom>
              <a:avLst/>
              <a:gdLst/>
              <a:ahLst/>
              <a:cxnLst/>
              <a:rect l="l" t="t" r="r" b="b"/>
              <a:pathLst>
                <a:path w="3025" h="2961" extrusionOk="0">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138"/>
            <p:cNvSpPr/>
            <p:nvPr/>
          </p:nvSpPr>
          <p:spPr>
            <a:xfrm>
              <a:off x="2325966" y="2652860"/>
              <a:ext cx="26264" cy="38963"/>
            </a:xfrm>
            <a:custGeom>
              <a:avLst/>
              <a:gdLst/>
              <a:ahLst/>
              <a:cxnLst/>
              <a:rect l="l" t="t" r="r" b="b"/>
              <a:pathLst>
                <a:path w="1003" h="1488" extrusionOk="0">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138"/>
            <p:cNvSpPr/>
            <p:nvPr/>
          </p:nvSpPr>
          <p:spPr>
            <a:xfrm>
              <a:off x="2363698" y="2721308"/>
              <a:ext cx="54229" cy="20503"/>
            </a:xfrm>
            <a:custGeom>
              <a:avLst/>
              <a:gdLst/>
              <a:ahLst/>
              <a:cxnLst/>
              <a:rect l="l" t="t" r="r" b="b"/>
              <a:pathLst>
                <a:path w="2071" h="783" extrusionOk="0">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138"/>
            <p:cNvSpPr/>
            <p:nvPr/>
          </p:nvSpPr>
          <p:spPr>
            <a:xfrm>
              <a:off x="2314732" y="2631127"/>
              <a:ext cx="22493" cy="22493"/>
            </a:xfrm>
            <a:custGeom>
              <a:avLst/>
              <a:gdLst/>
              <a:ahLst/>
              <a:cxnLst/>
              <a:rect l="l" t="t" r="r" b="b"/>
              <a:pathLst>
                <a:path w="859" h="859" extrusionOk="0">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138"/>
            <p:cNvSpPr/>
            <p:nvPr/>
          </p:nvSpPr>
          <p:spPr>
            <a:xfrm>
              <a:off x="2270768" y="2472236"/>
              <a:ext cx="37994" cy="49987"/>
            </a:xfrm>
            <a:custGeom>
              <a:avLst/>
              <a:gdLst/>
              <a:ahLst/>
              <a:cxnLst/>
              <a:rect l="l" t="t" r="r" b="b"/>
              <a:pathLst>
                <a:path w="1451" h="1909" extrusionOk="0">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5" name="Google Shape;15965;p138"/>
            <p:cNvSpPr/>
            <p:nvPr/>
          </p:nvSpPr>
          <p:spPr>
            <a:xfrm>
              <a:off x="2308736" y="2472001"/>
              <a:ext cx="72480" cy="71956"/>
            </a:xfrm>
            <a:custGeom>
              <a:avLst/>
              <a:gdLst/>
              <a:ahLst/>
              <a:cxnLst/>
              <a:rect l="l" t="t" r="r" b="b"/>
              <a:pathLst>
                <a:path w="2768" h="2748" extrusionOk="0">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6" name="Google Shape;15966;p138"/>
            <p:cNvSpPr/>
            <p:nvPr/>
          </p:nvSpPr>
          <p:spPr>
            <a:xfrm>
              <a:off x="2459614" y="2474567"/>
              <a:ext cx="38492" cy="32915"/>
            </a:xfrm>
            <a:custGeom>
              <a:avLst/>
              <a:gdLst/>
              <a:ahLst/>
              <a:cxnLst/>
              <a:rect l="l" t="t" r="r" b="b"/>
              <a:pathLst>
                <a:path w="1470" h="1257" extrusionOk="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138"/>
            <p:cNvSpPr/>
            <p:nvPr/>
          </p:nvSpPr>
          <p:spPr>
            <a:xfrm>
              <a:off x="2437540" y="2448696"/>
              <a:ext cx="88636" cy="84839"/>
            </a:xfrm>
            <a:custGeom>
              <a:avLst/>
              <a:gdLst/>
              <a:ahLst/>
              <a:cxnLst/>
              <a:rect l="l" t="t" r="r" b="b"/>
              <a:pathLst>
                <a:path w="3385" h="3240" extrusionOk="0">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138"/>
            <p:cNvSpPr/>
            <p:nvPr/>
          </p:nvSpPr>
          <p:spPr>
            <a:xfrm>
              <a:off x="2314235" y="2542883"/>
              <a:ext cx="23750" cy="37052"/>
            </a:xfrm>
            <a:custGeom>
              <a:avLst/>
              <a:gdLst/>
              <a:ahLst/>
              <a:cxnLst/>
              <a:rect l="l" t="t" r="r" b="b"/>
              <a:pathLst>
                <a:path w="907" h="1415" extrusionOk="0">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138"/>
            <p:cNvSpPr/>
            <p:nvPr/>
          </p:nvSpPr>
          <p:spPr>
            <a:xfrm>
              <a:off x="2231804" y="2521962"/>
              <a:ext cx="32496" cy="57974"/>
            </a:xfrm>
            <a:custGeom>
              <a:avLst/>
              <a:gdLst/>
              <a:ahLst/>
              <a:cxnLst/>
              <a:rect l="l" t="t" r="r" b="b"/>
              <a:pathLst>
                <a:path w="1241" h="2214" extrusionOk="0">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138"/>
            <p:cNvSpPr/>
            <p:nvPr/>
          </p:nvSpPr>
          <p:spPr>
            <a:xfrm>
              <a:off x="2387684" y="2521962"/>
              <a:ext cx="32496" cy="57974"/>
            </a:xfrm>
            <a:custGeom>
              <a:avLst/>
              <a:gdLst/>
              <a:ahLst/>
              <a:cxnLst/>
              <a:rect l="l" t="t" r="r" b="b"/>
              <a:pathLst>
                <a:path w="1241" h="2214" extrusionOk="0">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1" name="Google Shape;15971;p138"/>
          <p:cNvGrpSpPr/>
          <p:nvPr/>
        </p:nvGrpSpPr>
        <p:grpSpPr>
          <a:xfrm>
            <a:off x="861622" y="2881770"/>
            <a:ext cx="276802" cy="367140"/>
            <a:chOff x="861622" y="2881770"/>
            <a:chExt cx="276802" cy="367140"/>
          </a:xfrm>
        </p:grpSpPr>
        <p:sp>
          <p:nvSpPr>
            <p:cNvPr id="15972" name="Google Shape;15972;p138"/>
            <p:cNvSpPr/>
            <p:nvPr/>
          </p:nvSpPr>
          <p:spPr>
            <a:xfrm>
              <a:off x="982518" y="2994575"/>
              <a:ext cx="155905" cy="254335"/>
            </a:xfrm>
            <a:custGeom>
              <a:avLst/>
              <a:gdLst/>
              <a:ahLst/>
              <a:cxnLst/>
              <a:rect l="l" t="t" r="r" b="b"/>
              <a:pathLst>
                <a:path w="5954" h="9713" extrusionOk="0">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138"/>
            <p:cNvSpPr/>
            <p:nvPr/>
          </p:nvSpPr>
          <p:spPr>
            <a:xfrm>
              <a:off x="982518" y="3149956"/>
              <a:ext cx="42498" cy="87955"/>
            </a:xfrm>
            <a:custGeom>
              <a:avLst/>
              <a:gdLst/>
              <a:ahLst/>
              <a:cxnLst/>
              <a:rect l="l" t="t" r="r" b="b"/>
              <a:pathLst>
                <a:path w="1623" h="3359" extrusionOk="0">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4" name="Google Shape;15974;p138"/>
            <p:cNvSpPr/>
            <p:nvPr/>
          </p:nvSpPr>
          <p:spPr>
            <a:xfrm>
              <a:off x="1001502" y="3147705"/>
              <a:ext cx="59257" cy="28515"/>
            </a:xfrm>
            <a:custGeom>
              <a:avLst/>
              <a:gdLst/>
              <a:ahLst/>
              <a:cxnLst/>
              <a:rect l="l" t="t" r="r" b="b"/>
              <a:pathLst>
                <a:path w="2263" h="1089" extrusionOk="0">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5" name="Google Shape;15975;p138"/>
            <p:cNvSpPr/>
            <p:nvPr/>
          </p:nvSpPr>
          <p:spPr>
            <a:xfrm>
              <a:off x="1060445" y="3173549"/>
              <a:ext cx="36031" cy="35873"/>
            </a:xfrm>
            <a:custGeom>
              <a:avLst/>
              <a:gdLst/>
              <a:ahLst/>
              <a:cxnLst/>
              <a:rect l="l" t="t" r="r" b="b"/>
              <a:pathLst>
                <a:path w="1376" h="1370" extrusionOk="0">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138"/>
            <p:cNvSpPr/>
            <p:nvPr/>
          </p:nvSpPr>
          <p:spPr>
            <a:xfrm>
              <a:off x="1068222" y="3083761"/>
              <a:ext cx="52710" cy="21498"/>
            </a:xfrm>
            <a:custGeom>
              <a:avLst/>
              <a:gdLst/>
              <a:ahLst/>
              <a:cxnLst/>
              <a:rect l="l" t="t" r="r" b="b"/>
              <a:pathLst>
                <a:path w="2013" h="821" extrusionOk="0">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7" name="Google Shape;15977;p138"/>
            <p:cNvSpPr/>
            <p:nvPr/>
          </p:nvSpPr>
          <p:spPr>
            <a:xfrm>
              <a:off x="1057721" y="3032307"/>
              <a:ext cx="37994" cy="38989"/>
            </a:xfrm>
            <a:custGeom>
              <a:avLst/>
              <a:gdLst/>
              <a:ahLst/>
              <a:cxnLst/>
              <a:rect l="l" t="t" r="r" b="b"/>
              <a:pathLst>
                <a:path w="1451" h="1489" extrusionOk="0">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8" name="Google Shape;15978;p138"/>
            <p:cNvSpPr/>
            <p:nvPr/>
          </p:nvSpPr>
          <p:spPr>
            <a:xfrm>
              <a:off x="1027556" y="3008767"/>
              <a:ext cx="49673" cy="24064"/>
            </a:xfrm>
            <a:custGeom>
              <a:avLst/>
              <a:gdLst/>
              <a:ahLst/>
              <a:cxnLst/>
              <a:rect l="l" t="t" r="r" b="b"/>
              <a:pathLst>
                <a:path w="1897" h="919" extrusionOk="0">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138"/>
            <p:cNvSpPr/>
            <p:nvPr/>
          </p:nvSpPr>
          <p:spPr>
            <a:xfrm>
              <a:off x="1008965" y="3173785"/>
              <a:ext cx="62006" cy="44881"/>
            </a:xfrm>
            <a:custGeom>
              <a:avLst/>
              <a:gdLst/>
              <a:ahLst/>
              <a:cxnLst/>
              <a:rect l="l" t="t" r="r" b="b"/>
              <a:pathLst>
                <a:path w="2368" h="1714" extrusionOk="0">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138"/>
            <p:cNvSpPr/>
            <p:nvPr/>
          </p:nvSpPr>
          <p:spPr>
            <a:xfrm>
              <a:off x="1096606" y="3110417"/>
              <a:ext cx="32338" cy="40063"/>
            </a:xfrm>
            <a:custGeom>
              <a:avLst/>
              <a:gdLst/>
              <a:ahLst/>
              <a:cxnLst/>
              <a:rect l="l" t="t" r="r" b="b"/>
              <a:pathLst>
                <a:path w="1235" h="1530" extrusionOk="0">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1" name="Google Shape;15981;p138"/>
            <p:cNvSpPr/>
            <p:nvPr/>
          </p:nvSpPr>
          <p:spPr>
            <a:xfrm>
              <a:off x="1029730" y="3086248"/>
              <a:ext cx="28515" cy="52998"/>
            </a:xfrm>
            <a:custGeom>
              <a:avLst/>
              <a:gdLst/>
              <a:ahLst/>
              <a:cxnLst/>
              <a:rect l="l" t="t" r="r" b="b"/>
              <a:pathLst>
                <a:path w="1089" h="2024" extrusionOk="0">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2" name="Google Shape;15982;p138"/>
            <p:cNvSpPr/>
            <p:nvPr/>
          </p:nvSpPr>
          <p:spPr>
            <a:xfrm>
              <a:off x="937323" y="2881770"/>
              <a:ext cx="112674" cy="117387"/>
            </a:xfrm>
            <a:custGeom>
              <a:avLst/>
              <a:gdLst/>
              <a:ahLst/>
              <a:cxnLst/>
              <a:rect l="l" t="t" r="r" b="b"/>
              <a:pathLst>
                <a:path w="4303" h="4483" extrusionOk="0">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138"/>
            <p:cNvSpPr/>
            <p:nvPr/>
          </p:nvSpPr>
          <p:spPr>
            <a:xfrm>
              <a:off x="985032" y="2920628"/>
              <a:ext cx="26499" cy="22755"/>
            </a:xfrm>
            <a:custGeom>
              <a:avLst/>
              <a:gdLst/>
              <a:ahLst/>
              <a:cxnLst/>
              <a:rect l="l" t="t" r="r" b="b"/>
              <a:pathLst>
                <a:path w="1012" h="869" extrusionOk="0">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138"/>
            <p:cNvSpPr/>
            <p:nvPr/>
          </p:nvSpPr>
          <p:spPr>
            <a:xfrm>
              <a:off x="963298" y="2897271"/>
              <a:ext cx="72951" cy="69233"/>
            </a:xfrm>
            <a:custGeom>
              <a:avLst/>
              <a:gdLst/>
              <a:ahLst/>
              <a:cxnLst/>
              <a:rect l="l" t="t" r="r" b="b"/>
              <a:pathLst>
                <a:path w="2786" h="2644" extrusionOk="0">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5" name="Google Shape;15985;p138"/>
            <p:cNvSpPr/>
            <p:nvPr/>
          </p:nvSpPr>
          <p:spPr>
            <a:xfrm>
              <a:off x="861622" y="2994837"/>
              <a:ext cx="150171" cy="254073"/>
            </a:xfrm>
            <a:custGeom>
              <a:avLst/>
              <a:gdLst/>
              <a:ahLst/>
              <a:cxnLst/>
              <a:rect l="l" t="t" r="r" b="b"/>
              <a:pathLst>
                <a:path w="5735" h="9703" extrusionOk="0">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6" name="Google Shape;15986;p138"/>
            <p:cNvSpPr/>
            <p:nvPr/>
          </p:nvSpPr>
          <p:spPr>
            <a:xfrm>
              <a:off x="939287" y="3147705"/>
              <a:ext cx="59257" cy="28515"/>
            </a:xfrm>
            <a:custGeom>
              <a:avLst/>
              <a:gdLst/>
              <a:ahLst/>
              <a:cxnLst/>
              <a:rect l="l" t="t" r="r" b="b"/>
              <a:pathLst>
                <a:path w="2263" h="1089" extrusionOk="0">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138"/>
            <p:cNvSpPr/>
            <p:nvPr/>
          </p:nvSpPr>
          <p:spPr>
            <a:xfrm>
              <a:off x="903597" y="3173444"/>
              <a:ext cx="36371" cy="35978"/>
            </a:xfrm>
            <a:custGeom>
              <a:avLst/>
              <a:gdLst/>
              <a:ahLst/>
              <a:cxnLst/>
              <a:rect l="l" t="t" r="r" b="b"/>
              <a:pathLst>
                <a:path w="1389" h="1374" extrusionOk="0">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138"/>
            <p:cNvSpPr/>
            <p:nvPr/>
          </p:nvSpPr>
          <p:spPr>
            <a:xfrm>
              <a:off x="878852" y="3083761"/>
              <a:ext cx="52998" cy="21498"/>
            </a:xfrm>
            <a:custGeom>
              <a:avLst/>
              <a:gdLst/>
              <a:ahLst/>
              <a:cxnLst/>
              <a:rect l="l" t="t" r="r" b="b"/>
              <a:pathLst>
                <a:path w="2024" h="821" extrusionOk="0">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138"/>
            <p:cNvSpPr/>
            <p:nvPr/>
          </p:nvSpPr>
          <p:spPr>
            <a:xfrm>
              <a:off x="904094" y="3032307"/>
              <a:ext cx="38230" cy="38989"/>
            </a:xfrm>
            <a:custGeom>
              <a:avLst/>
              <a:gdLst/>
              <a:ahLst/>
              <a:cxnLst/>
              <a:rect l="l" t="t" r="r" b="b"/>
              <a:pathLst>
                <a:path w="1460" h="1489" extrusionOk="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138"/>
            <p:cNvSpPr/>
            <p:nvPr/>
          </p:nvSpPr>
          <p:spPr>
            <a:xfrm>
              <a:off x="922581" y="3008819"/>
              <a:ext cx="49751" cy="24012"/>
            </a:xfrm>
            <a:custGeom>
              <a:avLst/>
              <a:gdLst/>
              <a:ahLst/>
              <a:cxnLst/>
              <a:rect l="l" t="t" r="r" b="b"/>
              <a:pathLst>
                <a:path w="1900" h="917" extrusionOk="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138"/>
            <p:cNvSpPr/>
            <p:nvPr/>
          </p:nvSpPr>
          <p:spPr>
            <a:xfrm>
              <a:off x="929075" y="3173785"/>
              <a:ext cx="62006" cy="44881"/>
            </a:xfrm>
            <a:custGeom>
              <a:avLst/>
              <a:gdLst/>
              <a:ahLst/>
              <a:cxnLst/>
              <a:rect l="l" t="t" r="r" b="b"/>
              <a:pathLst>
                <a:path w="2368" h="1714" extrusionOk="0">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138"/>
            <p:cNvSpPr/>
            <p:nvPr/>
          </p:nvSpPr>
          <p:spPr>
            <a:xfrm>
              <a:off x="871127" y="3110417"/>
              <a:ext cx="32077" cy="40063"/>
            </a:xfrm>
            <a:custGeom>
              <a:avLst/>
              <a:gdLst/>
              <a:ahLst/>
              <a:cxnLst/>
              <a:rect l="l" t="t" r="r" b="b"/>
              <a:pathLst>
                <a:path w="1225" h="1530" extrusionOk="0">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3" name="Google Shape;15993;p138"/>
            <p:cNvSpPr/>
            <p:nvPr/>
          </p:nvSpPr>
          <p:spPr>
            <a:xfrm>
              <a:off x="941800" y="3086248"/>
              <a:ext cx="28254" cy="52998"/>
            </a:xfrm>
            <a:custGeom>
              <a:avLst/>
              <a:gdLst/>
              <a:ahLst/>
              <a:cxnLst/>
              <a:rect l="l" t="t" r="r" b="b"/>
              <a:pathLst>
                <a:path w="1079" h="2024" extrusionOk="0">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4" name="Google Shape;15994;p138"/>
          <p:cNvGrpSpPr/>
          <p:nvPr/>
        </p:nvGrpSpPr>
        <p:grpSpPr>
          <a:xfrm>
            <a:off x="3968184" y="2881691"/>
            <a:ext cx="369444" cy="367140"/>
            <a:chOff x="3968184" y="2881691"/>
            <a:chExt cx="369444" cy="367140"/>
          </a:xfrm>
        </p:grpSpPr>
        <p:sp>
          <p:nvSpPr>
            <p:cNvPr id="15995" name="Google Shape;15995;p138"/>
            <p:cNvSpPr/>
            <p:nvPr/>
          </p:nvSpPr>
          <p:spPr>
            <a:xfrm>
              <a:off x="4042131" y="3065536"/>
              <a:ext cx="109925" cy="110186"/>
            </a:xfrm>
            <a:custGeom>
              <a:avLst/>
              <a:gdLst/>
              <a:ahLst/>
              <a:cxnLst/>
              <a:rect l="l" t="t" r="r" b="b"/>
              <a:pathLst>
                <a:path w="4198" h="4208" extrusionOk="0">
                  <a:moveTo>
                    <a:pt x="1154" y="0"/>
                  </a:moveTo>
                  <a:lnTo>
                    <a:pt x="0" y="1154"/>
                  </a:lnTo>
                  <a:lnTo>
                    <a:pt x="3043" y="4207"/>
                  </a:lnTo>
                  <a:lnTo>
                    <a:pt x="4198" y="3043"/>
                  </a:lnTo>
                  <a:lnTo>
                    <a:pt x="1154"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138"/>
            <p:cNvSpPr/>
            <p:nvPr/>
          </p:nvSpPr>
          <p:spPr>
            <a:xfrm>
              <a:off x="4047865" y="3068521"/>
              <a:ext cx="54491" cy="54229"/>
            </a:xfrm>
            <a:custGeom>
              <a:avLst/>
              <a:gdLst/>
              <a:ahLst/>
              <a:cxnLst/>
              <a:rect l="l" t="t" r="r" b="b"/>
              <a:pathLst>
                <a:path w="2081" h="2071" extrusionOk="0">
                  <a:moveTo>
                    <a:pt x="1040" y="0"/>
                  </a:moveTo>
                  <a:lnTo>
                    <a:pt x="1" y="1260"/>
                  </a:lnTo>
                  <a:lnTo>
                    <a:pt x="811" y="2071"/>
                  </a:lnTo>
                  <a:lnTo>
                    <a:pt x="2080" y="1031"/>
                  </a:lnTo>
                  <a:lnTo>
                    <a:pt x="1040"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138"/>
            <p:cNvSpPr/>
            <p:nvPr/>
          </p:nvSpPr>
          <p:spPr>
            <a:xfrm>
              <a:off x="4094841" y="3115471"/>
              <a:ext cx="54465" cy="54255"/>
            </a:xfrm>
            <a:custGeom>
              <a:avLst/>
              <a:gdLst/>
              <a:ahLst/>
              <a:cxnLst/>
              <a:rect l="l" t="t" r="r" b="b"/>
              <a:pathLst>
                <a:path w="2080" h="2072" extrusionOk="0">
                  <a:moveTo>
                    <a:pt x="1049" y="1"/>
                  </a:moveTo>
                  <a:lnTo>
                    <a:pt x="0" y="1270"/>
                  </a:lnTo>
                  <a:lnTo>
                    <a:pt x="811" y="2071"/>
                  </a:lnTo>
                  <a:lnTo>
                    <a:pt x="2080" y="1031"/>
                  </a:lnTo>
                  <a:lnTo>
                    <a:pt x="104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8" name="Google Shape;15998;p138"/>
            <p:cNvSpPr/>
            <p:nvPr/>
          </p:nvSpPr>
          <p:spPr>
            <a:xfrm>
              <a:off x="4237706" y="2916412"/>
              <a:ext cx="65777" cy="61718"/>
            </a:xfrm>
            <a:custGeom>
              <a:avLst/>
              <a:gdLst/>
              <a:ahLst/>
              <a:cxnLst/>
              <a:rect l="l" t="t" r="r" b="b"/>
              <a:pathLst>
                <a:path w="2512" h="2357" extrusionOk="0">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9" name="Google Shape;15999;p138"/>
            <p:cNvSpPr/>
            <p:nvPr/>
          </p:nvSpPr>
          <p:spPr>
            <a:xfrm>
              <a:off x="4216994" y="2884519"/>
              <a:ext cx="32469" cy="79864"/>
            </a:xfrm>
            <a:custGeom>
              <a:avLst/>
              <a:gdLst/>
              <a:ahLst/>
              <a:cxnLst/>
              <a:rect l="l" t="t" r="r" b="b"/>
              <a:pathLst>
                <a:path w="1240" h="3050" extrusionOk="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138"/>
            <p:cNvSpPr/>
            <p:nvPr/>
          </p:nvSpPr>
          <p:spPr>
            <a:xfrm>
              <a:off x="4173213" y="2881691"/>
              <a:ext cx="34564" cy="79943"/>
            </a:xfrm>
            <a:custGeom>
              <a:avLst/>
              <a:gdLst/>
              <a:ahLst/>
              <a:cxnLst/>
              <a:rect l="l" t="t" r="r" b="b"/>
              <a:pathLst>
                <a:path w="1320" h="3053" extrusionOk="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138"/>
            <p:cNvSpPr/>
            <p:nvPr/>
          </p:nvSpPr>
          <p:spPr>
            <a:xfrm>
              <a:off x="4251218" y="2969280"/>
              <a:ext cx="84551" cy="30584"/>
            </a:xfrm>
            <a:custGeom>
              <a:avLst/>
              <a:gdLst/>
              <a:ahLst/>
              <a:cxnLst/>
              <a:rect l="l" t="t" r="r" b="b"/>
              <a:pathLst>
                <a:path w="3229" h="1168" extrusionOk="0">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138"/>
            <p:cNvSpPr/>
            <p:nvPr/>
          </p:nvSpPr>
          <p:spPr>
            <a:xfrm>
              <a:off x="4254098" y="3010940"/>
              <a:ext cx="83530" cy="31867"/>
            </a:xfrm>
            <a:custGeom>
              <a:avLst/>
              <a:gdLst/>
              <a:ahLst/>
              <a:cxnLst/>
              <a:rect l="l" t="t" r="r" b="b"/>
              <a:pathLst>
                <a:path w="3190" h="1217" extrusionOk="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3" name="Google Shape;16003;p138"/>
            <p:cNvSpPr/>
            <p:nvPr/>
          </p:nvSpPr>
          <p:spPr>
            <a:xfrm>
              <a:off x="4122309" y="2939403"/>
              <a:ext cx="71459" cy="63472"/>
            </a:xfrm>
            <a:custGeom>
              <a:avLst/>
              <a:gdLst/>
              <a:ahLst/>
              <a:cxnLst/>
              <a:rect l="l" t="t" r="r" b="b"/>
              <a:pathLst>
                <a:path w="2729" h="2424" extrusionOk="0">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4" name="Google Shape;16004;p138"/>
            <p:cNvSpPr/>
            <p:nvPr/>
          </p:nvSpPr>
          <p:spPr>
            <a:xfrm>
              <a:off x="4107331" y="2941183"/>
              <a:ext cx="80938" cy="80650"/>
            </a:xfrm>
            <a:custGeom>
              <a:avLst/>
              <a:gdLst/>
              <a:ahLst/>
              <a:cxnLst/>
              <a:rect l="l" t="t" r="r" b="b"/>
              <a:pathLst>
                <a:path w="3091" h="3080" extrusionOk="0">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5" name="Google Shape;16005;p138"/>
            <p:cNvSpPr/>
            <p:nvPr/>
          </p:nvSpPr>
          <p:spPr>
            <a:xfrm>
              <a:off x="4107331" y="2948123"/>
              <a:ext cx="73449" cy="73711"/>
            </a:xfrm>
            <a:custGeom>
              <a:avLst/>
              <a:gdLst/>
              <a:ahLst/>
              <a:cxnLst/>
              <a:rect l="l" t="t" r="r" b="b"/>
              <a:pathLst>
                <a:path w="2805" h="2815" extrusionOk="0">
                  <a:moveTo>
                    <a:pt x="563" y="0"/>
                  </a:moveTo>
                  <a:lnTo>
                    <a:pt x="0" y="563"/>
                  </a:lnTo>
                  <a:lnTo>
                    <a:pt x="2251" y="2815"/>
                  </a:lnTo>
                  <a:lnTo>
                    <a:pt x="2805" y="2252"/>
                  </a:lnTo>
                  <a:lnTo>
                    <a:pt x="563"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138"/>
            <p:cNvSpPr/>
            <p:nvPr/>
          </p:nvSpPr>
          <p:spPr>
            <a:xfrm>
              <a:off x="3990651" y="2958099"/>
              <a:ext cx="181148" cy="180388"/>
            </a:xfrm>
            <a:custGeom>
              <a:avLst/>
              <a:gdLst/>
              <a:ahLst/>
              <a:cxnLst/>
              <a:rect l="l" t="t" r="r" b="b"/>
              <a:pathLst>
                <a:path w="6918" h="6889" extrusionOk="0">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138"/>
            <p:cNvSpPr/>
            <p:nvPr/>
          </p:nvSpPr>
          <p:spPr>
            <a:xfrm>
              <a:off x="3990651" y="3009055"/>
              <a:ext cx="181148" cy="129432"/>
            </a:xfrm>
            <a:custGeom>
              <a:avLst/>
              <a:gdLst/>
              <a:ahLst/>
              <a:cxnLst/>
              <a:rect l="l" t="t" r="r" b="b"/>
              <a:pathLst>
                <a:path w="6918" h="4943" extrusionOk="0">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138"/>
            <p:cNvSpPr/>
            <p:nvPr/>
          </p:nvSpPr>
          <p:spPr>
            <a:xfrm>
              <a:off x="3968420" y="3087819"/>
              <a:ext cx="73239" cy="72349"/>
            </a:xfrm>
            <a:custGeom>
              <a:avLst/>
              <a:gdLst/>
              <a:ahLst/>
              <a:cxnLst/>
              <a:rect l="l" t="t" r="r" b="b"/>
              <a:pathLst>
                <a:path w="2797" h="2763" extrusionOk="0">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9" name="Google Shape;16009;p138"/>
            <p:cNvSpPr/>
            <p:nvPr/>
          </p:nvSpPr>
          <p:spPr>
            <a:xfrm>
              <a:off x="3968184" y="3097508"/>
              <a:ext cx="63472" cy="62896"/>
            </a:xfrm>
            <a:custGeom>
              <a:avLst/>
              <a:gdLst/>
              <a:ahLst/>
              <a:cxnLst/>
              <a:rect l="l" t="t" r="r" b="b"/>
              <a:pathLst>
                <a:path w="2424" h="2402" extrusionOk="0">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0" name="Google Shape;16010;p138"/>
            <p:cNvSpPr/>
            <p:nvPr/>
          </p:nvSpPr>
          <p:spPr>
            <a:xfrm>
              <a:off x="4019140" y="3001618"/>
              <a:ext cx="82797" cy="91150"/>
            </a:xfrm>
            <a:custGeom>
              <a:avLst/>
              <a:gdLst/>
              <a:ahLst/>
              <a:cxnLst/>
              <a:rect l="l" t="t" r="r" b="b"/>
              <a:pathLst>
                <a:path w="3162" h="3481" extrusionOk="0">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1" name="Google Shape;16011;p138"/>
            <p:cNvSpPr/>
            <p:nvPr/>
          </p:nvSpPr>
          <p:spPr>
            <a:xfrm>
              <a:off x="4210736" y="3028013"/>
              <a:ext cx="71459" cy="63420"/>
            </a:xfrm>
            <a:custGeom>
              <a:avLst/>
              <a:gdLst/>
              <a:ahLst/>
              <a:cxnLst/>
              <a:rect l="l" t="t" r="r" b="b"/>
              <a:pathLst>
                <a:path w="2729" h="2422" extrusionOk="0">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138"/>
            <p:cNvSpPr/>
            <p:nvPr/>
          </p:nvSpPr>
          <p:spPr>
            <a:xfrm>
              <a:off x="4195994" y="3029872"/>
              <a:ext cx="80964" cy="80388"/>
            </a:xfrm>
            <a:custGeom>
              <a:avLst/>
              <a:gdLst/>
              <a:ahLst/>
              <a:cxnLst/>
              <a:rect l="l" t="t" r="r" b="b"/>
              <a:pathLst>
                <a:path w="3092" h="3070" extrusionOk="0">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138"/>
            <p:cNvSpPr/>
            <p:nvPr/>
          </p:nvSpPr>
          <p:spPr>
            <a:xfrm>
              <a:off x="4195994" y="3036785"/>
              <a:ext cx="73475" cy="73475"/>
            </a:xfrm>
            <a:custGeom>
              <a:avLst/>
              <a:gdLst/>
              <a:ahLst/>
              <a:cxnLst/>
              <a:rect l="l" t="t" r="r" b="b"/>
              <a:pathLst>
                <a:path w="2806" h="2806" extrusionOk="0">
                  <a:moveTo>
                    <a:pt x="554" y="1"/>
                  </a:moveTo>
                  <a:lnTo>
                    <a:pt x="1" y="564"/>
                  </a:lnTo>
                  <a:lnTo>
                    <a:pt x="2243" y="2806"/>
                  </a:lnTo>
                  <a:lnTo>
                    <a:pt x="2805" y="2252"/>
                  </a:lnTo>
                  <a:lnTo>
                    <a:pt x="554"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138"/>
            <p:cNvSpPr/>
            <p:nvPr/>
          </p:nvSpPr>
          <p:spPr>
            <a:xfrm>
              <a:off x="4079340" y="3046788"/>
              <a:ext cx="180886" cy="180388"/>
            </a:xfrm>
            <a:custGeom>
              <a:avLst/>
              <a:gdLst/>
              <a:ahLst/>
              <a:cxnLst/>
              <a:rect l="l" t="t" r="r" b="b"/>
              <a:pathLst>
                <a:path w="6908" h="6889" extrusionOk="0">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5" name="Google Shape;16015;p138"/>
            <p:cNvSpPr/>
            <p:nvPr/>
          </p:nvSpPr>
          <p:spPr>
            <a:xfrm>
              <a:off x="4079340" y="3097508"/>
              <a:ext cx="180886" cy="129406"/>
            </a:xfrm>
            <a:custGeom>
              <a:avLst/>
              <a:gdLst/>
              <a:ahLst/>
              <a:cxnLst/>
              <a:rect l="l" t="t" r="r" b="b"/>
              <a:pathLst>
                <a:path w="6908" h="4942" extrusionOk="0">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6" name="Google Shape;16016;p138"/>
            <p:cNvSpPr/>
            <p:nvPr/>
          </p:nvSpPr>
          <p:spPr>
            <a:xfrm>
              <a:off x="4056847" y="3176508"/>
              <a:ext cx="73475" cy="72323"/>
            </a:xfrm>
            <a:custGeom>
              <a:avLst/>
              <a:gdLst/>
              <a:ahLst/>
              <a:cxnLst/>
              <a:rect l="l" t="t" r="r" b="b"/>
              <a:pathLst>
                <a:path w="2806" h="2762" extrusionOk="0">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138"/>
            <p:cNvSpPr/>
            <p:nvPr/>
          </p:nvSpPr>
          <p:spPr>
            <a:xfrm>
              <a:off x="4056847" y="3186170"/>
              <a:ext cx="63237" cy="62661"/>
            </a:xfrm>
            <a:custGeom>
              <a:avLst/>
              <a:gdLst/>
              <a:ahLst/>
              <a:cxnLst/>
              <a:rect l="l" t="t" r="r" b="b"/>
              <a:pathLst>
                <a:path w="2415" h="2393" extrusionOk="0">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138"/>
            <p:cNvSpPr/>
            <p:nvPr/>
          </p:nvSpPr>
          <p:spPr>
            <a:xfrm>
              <a:off x="4107567" y="3090176"/>
              <a:ext cx="83006" cy="91281"/>
            </a:xfrm>
            <a:custGeom>
              <a:avLst/>
              <a:gdLst/>
              <a:ahLst/>
              <a:cxnLst/>
              <a:rect l="l" t="t" r="r" b="b"/>
              <a:pathLst>
                <a:path w="3170" h="3486" extrusionOk="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9" name="Google Shape;16019;p138"/>
          <p:cNvGrpSpPr/>
          <p:nvPr/>
        </p:nvGrpSpPr>
        <p:grpSpPr>
          <a:xfrm>
            <a:off x="3513796" y="2882084"/>
            <a:ext cx="371487" cy="366826"/>
            <a:chOff x="3513796" y="2882084"/>
            <a:chExt cx="371487" cy="366826"/>
          </a:xfrm>
        </p:grpSpPr>
        <p:sp>
          <p:nvSpPr>
            <p:cNvPr id="16020" name="Google Shape;16020;p138"/>
            <p:cNvSpPr/>
            <p:nvPr/>
          </p:nvSpPr>
          <p:spPr>
            <a:xfrm>
              <a:off x="3696384" y="2890725"/>
              <a:ext cx="11024" cy="60409"/>
            </a:xfrm>
            <a:custGeom>
              <a:avLst/>
              <a:gdLst/>
              <a:ahLst/>
              <a:cxnLst/>
              <a:rect l="l" t="t" r="r" b="b"/>
              <a:pathLst>
                <a:path w="421" h="2307" extrusionOk="0">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1" name="Google Shape;16021;p138"/>
            <p:cNvSpPr/>
            <p:nvPr/>
          </p:nvSpPr>
          <p:spPr>
            <a:xfrm>
              <a:off x="3682899" y="2882084"/>
              <a:ext cx="32993" cy="28332"/>
            </a:xfrm>
            <a:custGeom>
              <a:avLst/>
              <a:gdLst/>
              <a:ahLst/>
              <a:cxnLst/>
              <a:rect l="l" t="t" r="r" b="b"/>
              <a:pathLst>
                <a:path w="1260" h="1082" extrusionOk="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2" name="Google Shape;16022;p138"/>
            <p:cNvSpPr/>
            <p:nvPr/>
          </p:nvSpPr>
          <p:spPr>
            <a:xfrm>
              <a:off x="3754357" y="2890725"/>
              <a:ext cx="10762" cy="60409"/>
            </a:xfrm>
            <a:custGeom>
              <a:avLst/>
              <a:gdLst/>
              <a:ahLst/>
              <a:cxnLst/>
              <a:rect l="l" t="t" r="r" b="b"/>
              <a:pathLst>
                <a:path w="411" h="2307" extrusionOk="0">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138"/>
            <p:cNvSpPr/>
            <p:nvPr/>
          </p:nvSpPr>
          <p:spPr>
            <a:xfrm>
              <a:off x="3740610" y="2882084"/>
              <a:ext cx="33255" cy="28332"/>
            </a:xfrm>
            <a:custGeom>
              <a:avLst/>
              <a:gdLst/>
              <a:ahLst/>
              <a:cxnLst/>
              <a:rect l="l" t="t" r="r" b="b"/>
              <a:pathLst>
                <a:path w="1270" h="1082" extrusionOk="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138"/>
            <p:cNvSpPr/>
            <p:nvPr/>
          </p:nvSpPr>
          <p:spPr>
            <a:xfrm>
              <a:off x="3638698" y="2890725"/>
              <a:ext cx="10762" cy="60409"/>
            </a:xfrm>
            <a:custGeom>
              <a:avLst/>
              <a:gdLst/>
              <a:ahLst/>
              <a:cxnLst/>
              <a:rect l="l" t="t" r="r" b="b"/>
              <a:pathLst>
                <a:path w="411" h="2307" extrusionOk="0">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138"/>
            <p:cNvSpPr/>
            <p:nvPr/>
          </p:nvSpPr>
          <p:spPr>
            <a:xfrm>
              <a:off x="3625187" y="2882084"/>
              <a:ext cx="33019" cy="28332"/>
            </a:xfrm>
            <a:custGeom>
              <a:avLst/>
              <a:gdLst/>
              <a:ahLst/>
              <a:cxnLst/>
              <a:rect l="l" t="t" r="r" b="b"/>
              <a:pathLst>
                <a:path w="1261" h="1082" extrusionOk="0">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138"/>
            <p:cNvSpPr/>
            <p:nvPr/>
          </p:nvSpPr>
          <p:spPr>
            <a:xfrm>
              <a:off x="3696384" y="3179991"/>
              <a:ext cx="10788" cy="60173"/>
            </a:xfrm>
            <a:custGeom>
              <a:avLst/>
              <a:gdLst/>
              <a:ahLst/>
              <a:cxnLst/>
              <a:rect l="l" t="t" r="r" b="b"/>
              <a:pathLst>
                <a:path w="412" h="2298" extrusionOk="0">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138"/>
            <p:cNvSpPr/>
            <p:nvPr/>
          </p:nvSpPr>
          <p:spPr>
            <a:xfrm>
              <a:off x="3682899" y="3220656"/>
              <a:ext cx="32993" cy="28254"/>
            </a:xfrm>
            <a:custGeom>
              <a:avLst/>
              <a:gdLst/>
              <a:ahLst/>
              <a:cxnLst/>
              <a:rect l="l" t="t" r="r" b="b"/>
              <a:pathLst>
                <a:path w="1260" h="1079" extrusionOk="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138"/>
            <p:cNvSpPr/>
            <p:nvPr/>
          </p:nvSpPr>
          <p:spPr>
            <a:xfrm>
              <a:off x="3638698" y="3179991"/>
              <a:ext cx="10762" cy="60173"/>
            </a:xfrm>
            <a:custGeom>
              <a:avLst/>
              <a:gdLst/>
              <a:ahLst/>
              <a:cxnLst/>
              <a:rect l="l" t="t" r="r" b="b"/>
              <a:pathLst>
                <a:path w="411" h="2298" extrusionOk="0">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9" name="Google Shape;16029;p138"/>
            <p:cNvSpPr/>
            <p:nvPr/>
          </p:nvSpPr>
          <p:spPr>
            <a:xfrm>
              <a:off x="3625187" y="3220656"/>
              <a:ext cx="33019" cy="28254"/>
            </a:xfrm>
            <a:custGeom>
              <a:avLst/>
              <a:gdLst/>
              <a:ahLst/>
              <a:cxnLst/>
              <a:rect l="l" t="t" r="r" b="b"/>
              <a:pathLst>
                <a:path w="1261" h="1079" extrusionOk="0">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0" name="Google Shape;16030;p138"/>
            <p:cNvSpPr/>
            <p:nvPr/>
          </p:nvSpPr>
          <p:spPr>
            <a:xfrm>
              <a:off x="3754227" y="3179991"/>
              <a:ext cx="10893" cy="60173"/>
            </a:xfrm>
            <a:custGeom>
              <a:avLst/>
              <a:gdLst/>
              <a:ahLst/>
              <a:cxnLst/>
              <a:rect l="l" t="t" r="r" b="b"/>
              <a:pathLst>
                <a:path w="416" h="2298" extrusionOk="0">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138"/>
            <p:cNvSpPr/>
            <p:nvPr/>
          </p:nvSpPr>
          <p:spPr>
            <a:xfrm>
              <a:off x="3740610" y="3220656"/>
              <a:ext cx="33255" cy="28254"/>
            </a:xfrm>
            <a:custGeom>
              <a:avLst/>
              <a:gdLst/>
              <a:ahLst/>
              <a:cxnLst/>
              <a:rect l="l" t="t" r="r" b="b"/>
              <a:pathLst>
                <a:path w="1270" h="1079" extrusionOk="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2" name="Google Shape;16032;p138"/>
            <p:cNvSpPr/>
            <p:nvPr/>
          </p:nvSpPr>
          <p:spPr>
            <a:xfrm>
              <a:off x="3814557" y="3060273"/>
              <a:ext cx="63708" cy="10762"/>
            </a:xfrm>
            <a:custGeom>
              <a:avLst/>
              <a:gdLst/>
              <a:ahLst/>
              <a:cxnLst/>
              <a:rect l="l" t="t" r="r" b="b"/>
              <a:pathLst>
                <a:path w="2433" h="411" extrusionOk="0">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3" name="Google Shape;16033;p138"/>
            <p:cNvSpPr/>
            <p:nvPr/>
          </p:nvSpPr>
          <p:spPr>
            <a:xfrm>
              <a:off x="3852263" y="3051344"/>
              <a:ext cx="33019" cy="28201"/>
            </a:xfrm>
            <a:custGeom>
              <a:avLst/>
              <a:gdLst/>
              <a:ahLst/>
              <a:cxnLst/>
              <a:rect l="l" t="t" r="r" b="b"/>
              <a:pathLst>
                <a:path w="1261" h="1077" extrusionOk="0">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4" name="Google Shape;16034;p138"/>
            <p:cNvSpPr/>
            <p:nvPr/>
          </p:nvSpPr>
          <p:spPr>
            <a:xfrm>
              <a:off x="3814557" y="311798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138"/>
            <p:cNvSpPr/>
            <p:nvPr/>
          </p:nvSpPr>
          <p:spPr>
            <a:xfrm>
              <a:off x="3852263" y="3109056"/>
              <a:ext cx="33019" cy="28437"/>
            </a:xfrm>
            <a:custGeom>
              <a:avLst/>
              <a:gdLst/>
              <a:ahLst/>
              <a:cxnLst/>
              <a:rect l="l" t="t" r="r" b="b"/>
              <a:pathLst>
                <a:path w="1261" h="1086" extrusionOk="0">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138"/>
            <p:cNvSpPr/>
            <p:nvPr/>
          </p:nvSpPr>
          <p:spPr>
            <a:xfrm>
              <a:off x="3814557" y="300232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138"/>
            <p:cNvSpPr/>
            <p:nvPr/>
          </p:nvSpPr>
          <p:spPr>
            <a:xfrm>
              <a:off x="3852263" y="2993580"/>
              <a:ext cx="33019" cy="28254"/>
            </a:xfrm>
            <a:custGeom>
              <a:avLst/>
              <a:gdLst/>
              <a:ahLst/>
              <a:cxnLst/>
              <a:rect l="l" t="t" r="r" b="b"/>
              <a:pathLst>
                <a:path w="1261" h="1079" extrusionOk="0">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8" name="Google Shape;16038;p138"/>
            <p:cNvSpPr/>
            <p:nvPr/>
          </p:nvSpPr>
          <p:spPr>
            <a:xfrm>
              <a:off x="3525265" y="3060273"/>
              <a:ext cx="63996" cy="10762"/>
            </a:xfrm>
            <a:custGeom>
              <a:avLst/>
              <a:gdLst/>
              <a:ahLst/>
              <a:cxnLst/>
              <a:rect l="l" t="t" r="r" b="b"/>
              <a:pathLst>
                <a:path w="2444" h="411" extrusionOk="0">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9" name="Google Shape;16039;p138"/>
            <p:cNvSpPr/>
            <p:nvPr/>
          </p:nvSpPr>
          <p:spPr>
            <a:xfrm>
              <a:off x="3513796" y="3051344"/>
              <a:ext cx="32993" cy="28201"/>
            </a:xfrm>
            <a:custGeom>
              <a:avLst/>
              <a:gdLst/>
              <a:ahLst/>
              <a:cxnLst/>
              <a:rect l="l" t="t" r="r" b="b"/>
              <a:pathLst>
                <a:path w="1260" h="1077" extrusionOk="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138"/>
            <p:cNvSpPr/>
            <p:nvPr/>
          </p:nvSpPr>
          <p:spPr>
            <a:xfrm>
              <a:off x="3525265" y="300232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138"/>
            <p:cNvSpPr/>
            <p:nvPr/>
          </p:nvSpPr>
          <p:spPr>
            <a:xfrm>
              <a:off x="3513796" y="2993580"/>
              <a:ext cx="32993" cy="28254"/>
            </a:xfrm>
            <a:custGeom>
              <a:avLst/>
              <a:gdLst/>
              <a:ahLst/>
              <a:cxnLst/>
              <a:rect l="l" t="t" r="r" b="b"/>
              <a:pathLst>
                <a:path w="1260" h="1079" extrusionOk="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138"/>
            <p:cNvSpPr/>
            <p:nvPr/>
          </p:nvSpPr>
          <p:spPr>
            <a:xfrm>
              <a:off x="3525265" y="311798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3" name="Google Shape;16043;p138"/>
            <p:cNvSpPr/>
            <p:nvPr/>
          </p:nvSpPr>
          <p:spPr>
            <a:xfrm>
              <a:off x="3513796" y="3109056"/>
              <a:ext cx="32993" cy="28437"/>
            </a:xfrm>
            <a:custGeom>
              <a:avLst/>
              <a:gdLst/>
              <a:ahLst/>
              <a:cxnLst/>
              <a:rect l="l" t="t" r="r" b="b"/>
              <a:pathLst>
                <a:path w="1260" h="1086" extrusionOk="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4" name="Google Shape;16044;p138"/>
            <p:cNvSpPr/>
            <p:nvPr/>
          </p:nvSpPr>
          <p:spPr>
            <a:xfrm>
              <a:off x="3581982" y="2945609"/>
              <a:ext cx="239828" cy="239855"/>
            </a:xfrm>
            <a:custGeom>
              <a:avLst/>
              <a:gdLst/>
              <a:ahLst/>
              <a:cxnLst/>
              <a:rect l="l" t="t" r="r" b="b"/>
              <a:pathLst>
                <a:path w="9159" h="9160" extrusionOk="0">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138"/>
            <p:cNvSpPr/>
            <p:nvPr/>
          </p:nvSpPr>
          <p:spPr>
            <a:xfrm>
              <a:off x="3599709" y="2963362"/>
              <a:ext cx="204374" cy="204348"/>
            </a:xfrm>
            <a:custGeom>
              <a:avLst/>
              <a:gdLst/>
              <a:ahLst/>
              <a:cxnLst/>
              <a:rect l="l" t="t" r="r" b="b"/>
              <a:pathLst>
                <a:path w="7805" h="7804" extrusionOk="0">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138"/>
            <p:cNvSpPr/>
            <p:nvPr/>
          </p:nvSpPr>
          <p:spPr>
            <a:xfrm>
              <a:off x="3599709" y="2963362"/>
              <a:ext cx="204374" cy="204348"/>
            </a:xfrm>
            <a:custGeom>
              <a:avLst/>
              <a:gdLst/>
              <a:ahLst/>
              <a:cxnLst/>
              <a:rect l="l" t="t" r="r" b="b"/>
              <a:pathLst>
                <a:path w="7805" h="7804" extrusionOk="0">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138"/>
            <p:cNvSpPr/>
            <p:nvPr/>
          </p:nvSpPr>
          <p:spPr>
            <a:xfrm>
              <a:off x="3649932" y="3013559"/>
              <a:ext cx="104190" cy="103954"/>
            </a:xfrm>
            <a:custGeom>
              <a:avLst/>
              <a:gdLst/>
              <a:ahLst/>
              <a:cxnLst/>
              <a:rect l="l" t="t" r="r" b="b"/>
              <a:pathLst>
                <a:path w="3979" h="3970" extrusionOk="0">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8" name="Google Shape;16048;p138"/>
            <p:cNvSpPr/>
            <p:nvPr/>
          </p:nvSpPr>
          <p:spPr>
            <a:xfrm>
              <a:off x="3665171" y="3028798"/>
              <a:ext cx="73475" cy="73475"/>
            </a:xfrm>
            <a:custGeom>
              <a:avLst/>
              <a:gdLst/>
              <a:ahLst/>
              <a:cxnLst/>
              <a:rect l="l" t="t" r="r" b="b"/>
              <a:pathLst>
                <a:path w="2806" h="2806" extrusionOk="0">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9" name="Google Shape;16049;p138"/>
            <p:cNvSpPr/>
            <p:nvPr/>
          </p:nvSpPr>
          <p:spPr>
            <a:xfrm>
              <a:off x="3621442"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0" name="Google Shape;16050;p138"/>
            <p:cNvSpPr/>
            <p:nvPr/>
          </p:nvSpPr>
          <p:spPr>
            <a:xfrm>
              <a:off x="3649670" y="2984834"/>
              <a:ext cx="19508" cy="19508"/>
            </a:xfrm>
            <a:custGeom>
              <a:avLst/>
              <a:gdLst/>
              <a:ahLst/>
              <a:cxnLst/>
              <a:rect l="l" t="t" r="r" b="b"/>
              <a:pathLst>
                <a:path w="745" h="745" extrusionOk="0">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1" name="Google Shape;16051;p138"/>
            <p:cNvSpPr/>
            <p:nvPr/>
          </p:nvSpPr>
          <p:spPr>
            <a:xfrm>
              <a:off x="3677897" y="2984834"/>
              <a:ext cx="19508" cy="19508"/>
            </a:xfrm>
            <a:custGeom>
              <a:avLst/>
              <a:gdLst/>
              <a:ahLst/>
              <a:cxnLst/>
              <a:rect l="l" t="t" r="r" b="b"/>
              <a:pathLst>
                <a:path w="745" h="745" extrusionOk="0">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2" name="Google Shape;16052;p138"/>
            <p:cNvSpPr/>
            <p:nvPr/>
          </p:nvSpPr>
          <p:spPr>
            <a:xfrm>
              <a:off x="3706387" y="2984834"/>
              <a:ext cx="19246" cy="19508"/>
            </a:xfrm>
            <a:custGeom>
              <a:avLst/>
              <a:gdLst/>
              <a:ahLst/>
              <a:cxnLst/>
              <a:rect l="l" t="t" r="r" b="b"/>
              <a:pathLst>
                <a:path w="735" h="745" extrusionOk="0">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3" name="Google Shape;16053;p138"/>
            <p:cNvSpPr/>
            <p:nvPr/>
          </p:nvSpPr>
          <p:spPr>
            <a:xfrm>
              <a:off x="3734614" y="2984834"/>
              <a:ext cx="19508" cy="19508"/>
            </a:xfrm>
            <a:custGeom>
              <a:avLst/>
              <a:gdLst/>
              <a:ahLst/>
              <a:cxnLst/>
              <a:rect l="l" t="t" r="r" b="b"/>
              <a:pathLst>
                <a:path w="745" h="745" extrusionOk="0">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4" name="Google Shape;16054;p138"/>
            <p:cNvSpPr/>
            <p:nvPr/>
          </p:nvSpPr>
          <p:spPr>
            <a:xfrm>
              <a:off x="3763077"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5" name="Google Shape;16055;p138"/>
            <p:cNvSpPr/>
            <p:nvPr/>
          </p:nvSpPr>
          <p:spPr>
            <a:xfrm>
              <a:off x="3621442" y="3126469"/>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138"/>
            <p:cNvSpPr/>
            <p:nvPr/>
          </p:nvSpPr>
          <p:spPr>
            <a:xfrm>
              <a:off x="3649670" y="3126469"/>
              <a:ext cx="19508" cy="19508"/>
            </a:xfrm>
            <a:custGeom>
              <a:avLst/>
              <a:gdLst/>
              <a:ahLst/>
              <a:cxnLst/>
              <a:rect l="l" t="t" r="r" b="b"/>
              <a:pathLst>
                <a:path w="745" h="745" extrusionOk="0">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138"/>
            <p:cNvSpPr/>
            <p:nvPr/>
          </p:nvSpPr>
          <p:spPr>
            <a:xfrm>
              <a:off x="3677897" y="3126469"/>
              <a:ext cx="19508" cy="19508"/>
            </a:xfrm>
            <a:custGeom>
              <a:avLst/>
              <a:gdLst/>
              <a:ahLst/>
              <a:cxnLst/>
              <a:rect l="l" t="t" r="r" b="b"/>
              <a:pathLst>
                <a:path w="745" h="745" extrusionOk="0">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138"/>
            <p:cNvSpPr/>
            <p:nvPr/>
          </p:nvSpPr>
          <p:spPr>
            <a:xfrm>
              <a:off x="3706387" y="3126730"/>
              <a:ext cx="19246" cy="19508"/>
            </a:xfrm>
            <a:custGeom>
              <a:avLst/>
              <a:gdLst/>
              <a:ahLst/>
              <a:cxnLst/>
              <a:rect l="l" t="t" r="r" b="b"/>
              <a:pathLst>
                <a:path w="735" h="745" extrusionOk="0">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138"/>
            <p:cNvSpPr/>
            <p:nvPr/>
          </p:nvSpPr>
          <p:spPr>
            <a:xfrm>
              <a:off x="3734614" y="3126469"/>
              <a:ext cx="19508" cy="19508"/>
            </a:xfrm>
            <a:custGeom>
              <a:avLst/>
              <a:gdLst/>
              <a:ahLst/>
              <a:cxnLst/>
              <a:rect l="l" t="t" r="r" b="b"/>
              <a:pathLst>
                <a:path w="745" h="745" extrusionOk="0">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0" name="Google Shape;16060;p138"/>
            <p:cNvSpPr/>
            <p:nvPr/>
          </p:nvSpPr>
          <p:spPr>
            <a:xfrm>
              <a:off x="3763077" y="3126469"/>
              <a:ext cx="19272" cy="19508"/>
            </a:xfrm>
            <a:custGeom>
              <a:avLst/>
              <a:gdLst/>
              <a:ahLst/>
              <a:cxnLst/>
              <a:rect l="l" t="t" r="r" b="b"/>
              <a:pathLst>
                <a:path w="736" h="745" extrusionOk="0">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1" name="Google Shape;16061;p138"/>
            <p:cNvSpPr/>
            <p:nvPr/>
          </p:nvSpPr>
          <p:spPr>
            <a:xfrm>
              <a:off x="3621442" y="3013323"/>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138"/>
            <p:cNvSpPr/>
            <p:nvPr/>
          </p:nvSpPr>
          <p:spPr>
            <a:xfrm>
              <a:off x="3621442" y="3041551"/>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138"/>
            <p:cNvSpPr/>
            <p:nvPr/>
          </p:nvSpPr>
          <p:spPr>
            <a:xfrm>
              <a:off x="3621442" y="3070014"/>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138"/>
            <p:cNvSpPr/>
            <p:nvPr/>
          </p:nvSpPr>
          <p:spPr>
            <a:xfrm>
              <a:off x="3621442" y="3098241"/>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138"/>
            <p:cNvSpPr/>
            <p:nvPr/>
          </p:nvSpPr>
          <p:spPr>
            <a:xfrm>
              <a:off x="3762841" y="3013061"/>
              <a:ext cx="19508" cy="19508"/>
            </a:xfrm>
            <a:custGeom>
              <a:avLst/>
              <a:gdLst/>
              <a:ahLst/>
              <a:cxnLst/>
              <a:rect l="l" t="t" r="r" b="b"/>
              <a:pathLst>
                <a:path w="745" h="745" extrusionOk="0">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6" name="Google Shape;16066;p138"/>
            <p:cNvSpPr/>
            <p:nvPr/>
          </p:nvSpPr>
          <p:spPr>
            <a:xfrm>
              <a:off x="3763077" y="3041551"/>
              <a:ext cx="19272" cy="19508"/>
            </a:xfrm>
            <a:custGeom>
              <a:avLst/>
              <a:gdLst/>
              <a:ahLst/>
              <a:cxnLst/>
              <a:rect l="l" t="t" r="r" b="b"/>
              <a:pathLst>
                <a:path w="736" h="745" extrusionOk="0">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7" name="Google Shape;16067;p138"/>
            <p:cNvSpPr/>
            <p:nvPr/>
          </p:nvSpPr>
          <p:spPr>
            <a:xfrm>
              <a:off x="3763077" y="3069778"/>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138"/>
            <p:cNvSpPr/>
            <p:nvPr/>
          </p:nvSpPr>
          <p:spPr>
            <a:xfrm>
              <a:off x="3763077" y="3098241"/>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9" name="Google Shape;16069;p138"/>
          <p:cNvGrpSpPr/>
          <p:nvPr/>
        </p:nvGrpSpPr>
        <p:grpSpPr>
          <a:xfrm>
            <a:off x="873615" y="1500275"/>
            <a:ext cx="335011" cy="359232"/>
            <a:chOff x="873615" y="1500275"/>
            <a:chExt cx="335011" cy="359232"/>
          </a:xfrm>
        </p:grpSpPr>
        <p:sp>
          <p:nvSpPr>
            <p:cNvPr id="16070" name="Google Shape;16070;p138"/>
            <p:cNvSpPr/>
            <p:nvPr/>
          </p:nvSpPr>
          <p:spPr>
            <a:xfrm>
              <a:off x="965550" y="1500275"/>
              <a:ext cx="151140" cy="359232"/>
            </a:xfrm>
            <a:custGeom>
              <a:avLst/>
              <a:gdLst/>
              <a:ahLst/>
              <a:cxnLst/>
              <a:rect l="l" t="t" r="r" b="b"/>
              <a:pathLst>
                <a:path w="5772" h="13719" extrusionOk="0">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138"/>
            <p:cNvSpPr/>
            <p:nvPr/>
          </p:nvSpPr>
          <p:spPr>
            <a:xfrm>
              <a:off x="873615" y="1500275"/>
              <a:ext cx="158655" cy="359232"/>
            </a:xfrm>
            <a:custGeom>
              <a:avLst/>
              <a:gdLst/>
              <a:ahLst/>
              <a:cxnLst/>
              <a:rect l="l" t="t" r="r" b="b"/>
              <a:pathLst>
                <a:path w="6059" h="13719" extrusionOk="0">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2" name="Google Shape;16072;p138"/>
            <p:cNvSpPr/>
            <p:nvPr/>
          </p:nvSpPr>
          <p:spPr>
            <a:xfrm>
              <a:off x="873615" y="1784540"/>
              <a:ext cx="158655" cy="50485"/>
            </a:xfrm>
            <a:custGeom>
              <a:avLst/>
              <a:gdLst/>
              <a:ahLst/>
              <a:cxnLst/>
              <a:rect l="l" t="t" r="r" b="b"/>
              <a:pathLst>
                <a:path w="6059" h="1928" extrusionOk="0">
                  <a:moveTo>
                    <a:pt x="0" y="0"/>
                  </a:moveTo>
                  <a:lnTo>
                    <a:pt x="0" y="1927"/>
                  </a:lnTo>
                  <a:lnTo>
                    <a:pt x="6058" y="1927"/>
                  </a:lnTo>
                  <a:lnTo>
                    <a:pt x="6058"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3" name="Google Shape;16073;p138"/>
            <p:cNvSpPr/>
            <p:nvPr/>
          </p:nvSpPr>
          <p:spPr>
            <a:xfrm>
              <a:off x="873615" y="1500275"/>
              <a:ext cx="158655" cy="274550"/>
            </a:xfrm>
            <a:custGeom>
              <a:avLst/>
              <a:gdLst/>
              <a:ahLst/>
              <a:cxnLst/>
              <a:rect l="l" t="t" r="r" b="b"/>
              <a:pathLst>
                <a:path w="6059" h="10485" extrusionOk="0">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138"/>
            <p:cNvSpPr/>
            <p:nvPr/>
          </p:nvSpPr>
          <p:spPr>
            <a:xfrm>
              <a:off x="873615" y="1795537"/>
              <a:ext cx="158655" cy="28489"/>
            </a:xfrm>
            <a:custGeom>
              <a:avLst/>
              <a:gdLst/>
              <a:ahLst/>
              <a:cxnLst/>
              <a:rect l="l" t="t" r="r" b="b"/>
              <a:pathLst>
                <a:path w="6059" h="1088" extrusionOk="0">
                  <a:moveTo>
                    <a:pt x="0" y="0"/>
                  </a:moveTo>
                  <a:lnTo>
                    <a:pt x="0" y="1088"/>
                  </a:lnTo>
                  <a:lnTo>
                    <a:pt x="6058" y="1088"/>
                  </a:lnTo>
                  <a:lnTo>
                    <a:pt x="6058"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138"/>
            <p:cNvSpPr/>
            <p:nvPr/>
          </p:nvSpPr>
          <p:spPr>
            <a:xfrm>
              <a:off x="873615" y="1500275"/>
              <a:ext cx="158655" cy="263552"/>
            </a:xfrm>
            <a:custGeom>
              <a:avLst/>
              <a:gdLst/>
              <a:ahLst/>
              <a:cxnLst/>
              <a:rect l="l" t="t" r="r" b="b"/>
              <a:pathLst>
                <a:path w="6059" h="10065" extrusionOk="0">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138"/>
            <p:cNvSpPr/>
            <p:nvPr/>
          </p:nvSpPr>
          <p:spPr>
            <a:xfrm>
              <a:off x="1049971" y="1500275"/>
              <a:ext cx="158655" cy="359232"/>
            </a:xfrm>
            <a:custGeom>
              <a:avLst/>
              <a:gdLst/>
              <a:ahLst/>
              <a:cxnLst/>
              <a:rect l="l" t="t" r="r" b="b"/>
              <a:pathLst>
                <a:path w="6059" h="13719" extrusionOk="0">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7" name="Google Shape;16077;p138"/>
            <p:cNvSpPr/>
            <p:nvPr/>
          </p:nvSpPr>
          <p:spPr>
            <a:xfrm>
              <a:off x="1049971" y="1784540"/>
              <a:ext cx="158655" cy="50485"/>
            </a:xfrm>
            <a:custGeom>
              <a:avLst/>
              <a:gdLst/>
              <a:ahLst/>
              <a:cxnLst/>
              <a:rect l="l" t="t" r="r" b="b"/>
              <a:pathLst>
                <a:path w="6059" h="1928" extrusionOk="0">
                  <a:moveTo>
                    <a:pt x="1" y="0"/>
                  </a:moveTo>
                  <a:lnTo>
                    <a:pt x="1" y="1927"/>
                  </a:lnTo>
                  <a:lnTo>
                    <a:pt x="6059" y="1927"/>
                  </a:lnTo>
                  <a:lnTo>
                    <a:pt x="6059"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8" name="Google Shape;16078;p138"/>
            <p:cNvSpPr/>
            <p:nvPr/>
          </p:nvSpPr>
          <p:spPr>
            <a:xfrm>
              <a:off x="1049971" y="1500275"/>
              <a:ext cx="158655" cy="274550"/>
            </a:xfrm>
            <a:custGeom>
              <a:avLst/>
              <a:gdLst/>
              <a:ahLst/>
              <a:cxnLst/>
              <a:rect l="l" t="t" r="r" b="b"/>
              <a:pathLst>
                <a:path w="6059" h="10485" extrusionOk="0">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138"/>
            <p:cNvSpPr/>
            <p:nvPr/>
          </p:nvSpPr>
          <p:spPr>
            <a:xfrm>
              <a:off x="1049971" y="1795537"/>
              <a:ext cx="158655" cy="28489"/>
            </a:xfrm>
            <a:custGeom>
              <a:avLst/>
              <a:gdLst/>
              <a:ahLst/>
              <a:cxnLst/>
              <a:rect l="l" t="t" r="r" b="b"/>
              <a:pathLst>
                <a:path w="6059" h="1088" extrusionOk="0">
                  <a:moveTo>
                    <a:pt x="1" y="0"/>
                  </a:moveTo>
                  <a:lnTo>
                    <a:pt x="1" y="1088"/>
                  </a:lnTo>
                  <a:lnTo>
                    <a:pt x="6059" y="1088"/>
                  </a:lnTo>
                  <a:lnTo>
                    <a:pt x="6059"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138"/>
            <p:cNvSpPr/>
            <p:nvPr/>
          </p:nvSpPr>
          <p:spPr>
            <a:xfrm>
              <a:off x="1049971" y="1500275"/>
              <a:ext cx="158655" cy="263552"/>
            </a:xfrm>
            <a:custGeom>
              <a:avLst/>
              <a:gdLst/>
              <a:ahLst/>
              <a:cxnLst/>
              <a:rect l="l" t="t" r="r" b="b"/>
              <a:pathLst>
                <a:path w="6059" h="10065" extrusionOk="0">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1" name="Google Shape;16081;p138"/>
          <p:cNvGrpSpPr/>
          <p:nvPr/>
        </p:nvGrpSpPr>
        <p:grpSpPr>
          <a:xfrm>
            <a:off x="2202058" y="3346737"/>
            <a:ext cx="337158" cy="359311"/>
            <a:chOff x="2202058" y="3346737"/>
            <a:chExt cx="337158" cy="359311"/>
          </a:xfrm>
        </p:grpSpPr>
        <p:sp>
          <p:nvSpPr>
            <p:cNvPr id="16082" name="Google Shape;16082;p138"/>
            <p:cNvSpPr/>
            <p:nvPr/>
          </p:nvSpPr>
          <p:spPr>
            <a:xfrm>
              <a:off x="2202058" y="3449225"/>
              <a:ext cx="257084" cy="256822"/>
            </a:xfrm>
            <a:custGeom>
              <a:avLst/>
              <a:gdLst/>
              <a:ahLst/>
              <a:cxnLst/>
              <a:rect l="l" t="t" r="r" b="b"/>
              <a:pathLst>
                <a:path w="9818" h="9808" extrusionOk="0">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3" name="Google Shape;16083;p138"/>
            <p:cNvSpPr/>
            <p:nvPr/>
          </p:nvSpPr>
          <p:spPr>
            <a:xfrm>
              <a:off x="2202320" y="3448989"/>
              <a:ext cx="158655" cy="257032"/>
            </a:xfrm>
            <a:custGeom>
              <a:avLst/>
              <a:gdLst/>
              <a:ahLst/>
              <a:cxnLst/>
              <a:rect l="l" t="t" r="r" b="b"/>
              <a:pathLst>
                <a:path w="6059" h="9816" extrusionOk="0">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138"/>
            <p:cNvSpPr/>
            <p:nvPr/>
          </p:nvSpPr>
          <p:spPr>
            <a:xfrm>
              <a:off x="2338220" y="3346737"/>
              <a:ext cx="200996" cy="169731"/>
            </a:xfrm>
            <a:custGeom>
              <a:avLst/>
              <a:gdLst/>
              <a:ahLst/>
              <a:cxnLst/>
              <a:rect l="l" t="t" r="r" b="b"/>
              <a:pathLst>
                <a:path w="7676" h="6482" extrusionOk="0">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138"/>
            <p:cNvSpPr/>
            <p:nvPr/>
          </p:nvSpPr>
          <p:spPr>
            <a:xfrm>
              <a:off x="2424133" y="3390518"/>
              <a:ext cx="52239" cy="52239"/>
            </a:xfrm>
            <a:custGeom>
              <a:avLst/>
              <a:gdLst/>
              <a:ahLst/>
              <a:cxnLst/>
              <a:rect l="l" t="t" r="r" b="b"/>
              <a:pathLst>
                <a:path w="1995" h="1995" extrusionOk="0">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138"/>
            <p:cNvSpPr/>
            <p:nvPr/>
          </p:nvSpPr>
          <p:spPr>
            <a:xfrm>
              <a:off x="2406406" y="3384993"/>
              <a:ext cx="87196" cy="63263"/>
            </a:xfrm>
            <a:custGeom>
              <a:avLst/>
              <a:gdLst/>
              <a:ahLst/>
              <a:cxnLst/>
              <a:rect l="l" t="t" r="r" b="b"/>
              <a:pathLst>
                <a:path w="3330" h="2416" extrusionOk="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138"/>
            <p:cNvSpPr/>
            <p:nvPr/>
          </p:nvSpPr>
          <p:spPr>
            <a:xfrm>
              <a:off x="2394675" y="3429062"/>
              <a:ext cx="45693" cy="41425"/>
            </a:xfrm>
            <a:custGeom>
              <a:avLst/>
              <a:gdLst/>
              <a:ahLst/>
              <a:cxnLst/>
              <a:rect l="l" t="t" r="r" b="b"/>
              <a:pathLst>
                <a:path w="1745" h="1582" extrusionOk="0">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138"/>
            <p:cNvSpPr/>
            <p:nvPr/>
          </p:nvSpPr>
          <p:spPr>
            <a:xfrm>
              <a:off x="2230050" y="3532598"/>
              <a:ext cx="201363" cy="89998"/>
            </a:xfrm>
            <a:custGeom>
              <a:avLst/>
              <a:gdLst/>
              <a:ahLst/>
              <a:cxnLst/>
              <a:rect l="l" t="t" r="r" b="b"/>
              <a:pathLst>
                <a:path w="7690" h="3437" extrusionOk="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138"/>
            <p:cNvSpPr/>
            <p:nvPr/>
          </p:nvSpPr>
          <p:spPr>
            <a:xfrm>
              <a:off x="2227746" y="3605523"/>
              <a:ext cx="90495" cy="41058"/>
            </a:xfrm>
            <a:custGeom>
              <a:avLst/>
              <a:gdLst/>
              <a:ahLst/>
              <a:cxnLst/>
              <a:rect l="l" t="t" r="r" b="b"/>
              <a:pathLst>
                <a:path w="3456" h="1568" extrusionOk="0">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138"/>
            <p:cNvSpPr/>
            <p:nvPr/>
          </p:nvSpPr>
          <p:spPr>
            <a:xfrm>
              <a:off x="2279252" y="3532598"/>
              <a:ext cx="93716" cy="74182"/>
            </a:xfrm>
            <a:custGeom>
              <a:avLst/>
              <a:gdLst/>
              <a:ahLst/>
              <a:cxnLst/>
              <a:rect l="l" t="t" r="r" b="b"/>
              <a:pathLst>
                <a:path w="3579" h="2833" extrusionOk="0">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91" name="Google Shape;16091;p138"/>
          <p:cNvGrpSpPr/>
          <p:nvPr/>
        </p:nvGrpSpPr>
        <p:grpSpPr>
          <a:xfrm>
            <a:off x="2223059" y="3818172"/>
            <a:ext cx="359232" cy="306050"/>
            <a:chOff x="2223059" y="3818172"/>
            <a:chExt cx="359232" cy="306050"/>
          </a:xfrm>
        </p:grpSpPr>
        <p:sp>
          <p:nvSpPr>
            <p:cNvPr id="16092" name="Google Shape;16092;p138"/>
            <p:cNvSpPr/>
            <p:nvPr/>
          </p:nvSpPr>
          <p:spPr>
            <a:xfrm>
              <a:off x="2271763" y="3818172"/>
              <a:ext cx="310528" cy="155146"/>
            </a:xfrm>
            <a:custGeom>
              <a:avLst/>
              <a:gdLst/>
              <a:ahLst/>
              <a:cxnLst/>
              <a:rect l="l" t="t" r="r" b="b"/>
              <a:pathLst>
                <a:path w="11859" h="5925" extrusionOk="0">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138"/>
            <p:cNvSpPr/>
            <p:nvPr/>
          </p:nvSpPr>
          <p:spPr>
            <a:xfrm>
              <a:off x="2326725" y="3862895"/>
              <a:ext cx="248339" cy="110422"/>
            </a:xfrm>
            <a:custGeom>
              <a:avLst/>
              <a:gdLst/>
              <a:ahLst/>
              <a:cxnLst/>
              <a:rect l="l" t="t" r="r" b="b"/>
              <a:pathLst>
                <a:path w="9484" h="4217" extrusionOk="0">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138"/>
            <p:cNvSpPr/>
            <p:nvPr/>
          </p:nvSpPr>
          <p:spPr>
            <a:xfrm>
              <a:off x="2343955" y="3877376"/>
              <a:ext cx="213853" cy="95942"/>
            </a:xfrm>
            <a:custGeom>
              <a:avLst/>
              <a:gdLst/>
              <a:ahLst/>
              <a:cxnLst/>
              <a:rect l="l" t="t" r="r" b="b"/>
              <a:pathLst>
                <a:path w="8167" h="3664" extrusionOk="0">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138"/>
            <p:cNvSpPr/>
            <p:nvPr/>
          </p:nvSpPr>
          <p:spPr>
            <a:xfrm>
              <a:off x="2470114" y="4050878"/>
              <a:ext cx="10762" cy="73344"/>
            </a:xfrm>
            <a:custGeom>
              <a:avLst/>
              <a:gdLst/>
              <a:ahLst/>
              <a:cxnLst/>
              <a:rect l="l" t="t" r="r" b="b"/>
              <a:pathLst>
                <a:path w="411" h="2801" extrusionOk="0">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138"/>
            <p:cNvSpPr/>
            <p:nvPr/>
          </p:nvSpPr>
          <p:spPr>
            <a:xfrm>
              <a:off x="2412114" y="3988426"/>
              <a:ext cx="118147" cy="72847"/>
            </a:xfrm>
            <a:custGeom>
              <a:avLst/>
              <a:gdLst/>
              <a:ahLst/>
              <a:cxnLst/>
              <a:rect l="l" t="t" r="r" b="b"/>
              <a:pathLst>
                <a:path w="4512" h="2782" extrusionOk="0">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138"/>
            <p:cNvSpPr/>
            <p:nvPr/>
          </p:nvSpPr>
          <p:spPr>
            <a:xfrm>
              <a:off x="2452623" y="4045248"/>
              <a:ext cx="45483" cy="24012"/>
            </a:xfrm>
            <a:custGeom>
              <a:avLst/>
              <a:gdLst/>
              <a:ahLst/>
              <a:cxnLst/>
              <a:rect l="l" t="t" r="r" b="b"/>
              <a:pathLst>
                <a:path w="1737" h="917" extrusionOk="0">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138"/>
            <p:cNvSpPr/>
            <p:nvPr/>
          </p:nvSpPr>
          <p:spPr>
            <a:xfrm>
              <a:off x="2491586" y="3993532"/>
              <a:ext cx="90469" cy="40508"/>
            </a:xfrm>
            <a:custGeom>
              <a:avLst/>
              <a:gdLst/>
              <a:ahLst/>
              <a:cxnLst/>
              <a:rect l="l" t="t" r="r" b="b"/>
              <a:pathLst>
                <a:path w="3455" h="1547" extrusionOk="0">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138"/>
            <p:cNvSpPr/>
            <p:nvPr/>
          </p:nvSpPr>
          <p:spPr>
            <a:xfrm>
              <a:off x="2223059" y="3971066"/>
              <a:ext cx="359232" cy="32993"/>
            </a:xfrm>
            <a:custGeom>
              <a:avLst/>
              <a:gdLst/>
              <a:ahLst/>
              <a:cxnLst/>
              <a:rect l="l" t="t" r="r" b="b"/>
              <a:pathLst>
                <a:path w="13719" h="1260" extrusionOk="0">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138"/>
            <p:cNvSpPr/>
            <p:nvPr/>
          </p:nvSpPr>
          <p:spPr>
            <a:xfrm>
              <a:off x="2461107" y="3933595"/>
              <a:ext cx="60723" cy="21760"/>
            </a:xfrm>
            <a:custGeom>
              <a:avLst/>
              <a:gdLst/>
              <a:ahLst/>
              <a:cxnLst/>
              <a:rect l="l" t="t" r="r" b="b"/>
              <a:pathLst>
                <a:path w="2319" h="831" extrusionOk="0">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1" name="Google Shape;16101;p138"/>
          <p:cNvGrpSpPr/>
          <p:nvPr/>
        </p:nvGrpSpPr>
        <p:grpSpPr>
          <a:xfrm>
            <a:off x="1725989" y="1991820"/>
            <a:ext cx="378426" cy="298509"/>
            <a:chOff x="1725989" y="1991820"/>
            <a:chExt cx="378426" cy="298509"/>
          </a:xfrm>
        </p:grpSpPr>
        <p:sp>
          <p:nvSpPr>
            <p:cNvPr id="16102" name="Google Shape;16102;p138"/>
            <p:cNvSpPr/>
            <p:nvPr/>
          </p:nvSpPr>
          <p:spPr>
            <a:xfrm>
              <a:off x="1803392" y="2021331"/>
              <a:ext cx="145143" cy="236346"/>
            </a:xfrm>
            <a:custGeom>
              <a:avLst/>
              <a:gdLst/>
              <a:ahLst/>
              <a:cxnLst/>
              <a:rect l="l" t="t" r="r" b="b"/>
              <a:pathLst>
                <a:path w="5543" h="9026" extrusionOk="0">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3" name="Google Shape;16103;p138"/>
            <p:cNvSpPr/>
            <p:nvPr/>
          </p:nvSpPr>
          <p:spPr>
            <a:xfrm>
              <a:off x="1948509" y="2155738"/>
              <a:ext cx="134669" cy="132679"/>
            </a:xfrm>
            <a:custGeom>
              <a:avLst/>
              <a:gdLst/>
              <a:ahLst/>
              <a:cxnLst/>
              <a:rect l="l" t="t" r="r" b="b"/>
              <a:pathLst>
                <a:path w="5143" h="5067" extrusionOk="0">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4" name="Google Shape;16104;p138"/>
            <p:cNvSpPr/>
            <p:nvPr/>
          </p:nvSpPr>
          <p:spPr>
            <a:xfrm>
              <a:off x="1814861" y="2034842"/>
              <a:ext cx="82980" cy="123619"/>
            </a:xfrm>
            <a:custGeom>
              <a:avLst/>
              <a:gdLst/>
              <a:ahLst/>
              <a:cxnLst/>
              <a:rect l="l" t="t" r="r" b="b"/>
              <a:pathLst>
                <a:path w="3169" h="4721" extrusionOk="0">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138"/>
            <p:cNvSpPr/>
            <p:nvPr/>
          </p:nvSpPr>
          <p:spPr>
            <a:xfrm>
              <a:off x="1967493" y="2155738"/>
              <a:ext cx="115685" cy="132679"/>
            </a:xfrm>
            <a:custGeom>
              <a:avLst/>
              <a:gdLst/>
              <a:ahLst/>
              <a:cxnLst/>
              <a:rect l="l" t="t" r="r" b="b"/>
              <a:pathLst>
                <a:path w="4418" h="5067" extrusionOk="0">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6" name="Google Shape;16106;p138"/>
            <p:cNvSpPr/>
            <p:nvPr/>
          </p:nvSpPr>
          <p:spPr>
            <a:xfrm>
              <a:off x="1969745" y="2000854"/>
              <a:ext cx="134669" cy="134460"/>
            </a:xfrm>
            <a:custGeom>
              <a:avLst/>
              <a:gdLst/>
              <a:ahLst/>
              <a:cxnLst/>
              <a:rect l="l" t="t" r="r" b="b"/>
              <a:pathLst>
                <a:path w="5143" h="5135" extrusionOk="0">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7" name="Google Shape;16107;p138"/>
            <p:cNvSpPr/>
            <p:nvPr/>
          </p:nvSpPr>
          <p:spPr>
            <a:xfrm>
              <a:off x="1969745" y="2014365"/>
              <a:ext cx="134669" cy="120922"/>
            </a:xfrm>
            <a:custGeom>
              <a:avLst/>
              <a:gdLst/>
              <a:ahLst/>
              <a:cxnLst/>
              <a:rect l="l" t="t" r="r" b="b"/>
              <a:pathLst>
                <a:path w="5143" h="4618" extrusionOk="0">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138"/>
            <p:cNvSpPr/>
            <p:nvPr/>
          </p:nvSpPr>
          <p:spPr>
            <a:xfrm>
              <a:off x="1860842" y="2155738"/>
              <a:ext cx="110684" cy="134591"/>
            </a:xfrm>
            <a:custGeom>
              <a:avLst/>
              <a:gdLst/>
              <a:ahLst/>
              <a:cxnLst/>
              <a:rect l="l" t="t" r="r" b="b"/>
              <a:pathLst>
                <a:path w="4227" h="5140" extrusionOk="0">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138"/>
            <p:cNvSpPr/>
            <p:nvPr/>
          </p:nvSpPr>
          <p:spPr>
            <a:xfrm>
              <a:off x="1860842" y="2252413"/>
              <a:ext cx="110684" cy="37916"/>
            </a:xfrm>
            <a:custGeom>
              <a:avLst/>
              <a:gdLst/>
              <a:ahLst/>
              <a:cxnLst/>
              <a:rect l="l" t="t" r="r" b="b"/>
              <a:pathLst>
                <a:path w="4227" h="1448" extrusionOk="0">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138"/>
            <p:cNvSpPr/>
            <p:nvPr/>
          </p:nvSpPr>
          <p:spPr>
            <a:xfrm>
              <a:off x="1725989" y="1991820"/>
              <a:ext cx="177089" cy="148966"/>
            </a:xfrm>
            <a:custGeom>
              <a:avLst/>
              <a:gdLst/>
              <a:ahLst/>
              <a:cxnLst/>
              <a:rect l="l" t="t" r="r" b="b"/>
              <a:pathLst>
                <a:path w="6763" h="5689" extrusionOk="0">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138"/>
            <p:cNvSpPr/>
            <p:nvPr/>
          </p:nvSpPr>
          <p:spPr>
            <a:xfrm>
              <a:off x="1798128" y="2039582"/>
              <a:ext cx="20529" cy="52737"/>
            </a:xfrm>
            <a:custGeom>
              <a:avLst/>
              <a:gdLst/>
              <a:ahLst/>
              <a:cxnLst/>
              <a:rect l="l" t="t" r="r" b="b"/>
              <a:pathLst>
                <a:path w="784" h="2014" extrusionOk="0">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138"/>
            <p:cNvSpPr/>
            <p:nvPr/>
          </p:nvSpPr>
          <p:spPr>
            <a:xfrm>
              <a:off x="1797893" y="2083808"/>
              <a:ext cx="31239" cy="10762"/>
            </a:xfrm>
            <a:custGeom>
              <a:avLst/>
              <a:gdLst/>
              <a:ahLst/>
              <a:cxnLst/>
              <a:rect l="l" t="t" r="r" b="b"/>
              <a:pathLst>
                <a:path w="1193" h="411" extrusionOk="0">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138"/>
            <p:cNvSpPr/>
            <p:nvPr/>
          </p:nvSpPr>
          <p:spPr>
            <a:xfrm>
              <a:off x="1800145" y="2023006"/>
              <a:ext cx="18513" cy="15868"/>
            </a:xfrm>
            <a:custGeom>
              <a:avLst/>
              <a:gdLst/>
              <a:ahLst/>
              <a:cxnLst/>
              <a:rect l="l" t="t" r="r" b="b"/>
              <a:pathLst>
                <a:path w="707" h="606" extrusionOk="0">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4" name="Google Shape;16114;p138"/>
          <p:cNvGrpSpPr/>
          <p:nvPr/>
        </p:nvGrpSpPr>
        <p:grpSpPr>
          <a:xfrm>
            <a:off x="1768409" y="3791751"/>
            <a:ext cx="367978" cy="359075"/>
            <a:chOff x="1768409" y="3791751"/>
            <a:chExt cx="367978" cy="359075"/>
          </a:xfrm>
        </p:grpSpPr>
        <p:sp>
          <p:nvSpPr>
            <p:cNvPr id="16115" name="Google Shape;16115;p138"/>
            <p:cNvSpPr/>
            <p:nvPr/>
          </p:nvSpPr>
          <p:spPr>
            <a:xfrm>
              <a:off x="1919784" y="3791751"/>
              <a:ext cx="216602" cy="216052"/>
            </a:xfrm>
            <a:custGeom>
              <a:avLst/>
              <a:gdLst/>
              <a:ahLst/>
              <a:cxnLst/>
              <a:rect l="l" t="t" r="r" b="b"/>
              <a:pathLst>
                <a:path w="8272" h="8251" extrusionOk="0">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138"/>
            <p:cNvSpPr/>
            <p:nvPr/>
          </p:nvSpPr>
          <p:spPr>
            <a:xfrm>
              <a:off x="1919784" y="3833673"/>
              <a:ext cx="173895" cy="173868"/>
            </a:xfrm>
            <a:custGeom>
              <a:avLst/>
              <a:gdLst/>
              <a:ahLst/>
              <a:cxnLst/>
              <a:rect l="l" t="t" r="r" b="b"/>
              <a:pathLst>
                <a:path w="6641" h="6640" extrusionOk="0">
                  <a:moveTo>
                    <a:pt x="3645" y="0"/>
                  </a:moveTo>
                  <a:lnTo>
                    <a:pt x="1" y="3654"/>
                  </a:lnTo>
                  <a:lnTo>
                    <a:pt x="2996" y="6640"/>
                  </a:lnTo>
                  <a:lnTo>
                    <a:pt x="6641" y="2996"/>
                  </a:lnTo>
                  <a:lnTo>
                    <a:pt x="3645"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138"/>
            <p:cNvSpPr/>
            <p:nvPr/>
          </p:nvSpPr>
          <p:spPr>
            <a:xfrm>
              <a:off x="2048195" y="3831735"/>
              <a:ext cx="16994" cy="15894"/>
            </a:xfrm>
            <a:custGeom>
              <a:avLst/>
              <a:gdLst/>
              <a:ahLst/>
              <a:cxnLst/>
              <a:rect l="l" t="t" r="r" b="b"/>
              <a:pathLst>
                <a:path w="649" h="607" extrusionOk="0">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138"/>
            <p:cNvSpPr/>
            <p:nvPr/>
          </p:nvSpPr>
          <p:spPr>
            <a:xfrm>
              <a:off x="2079172" y="3862712"/>
              <a:ext cx="16994" cy="15868"/>
            </a:xfrm>
            <a:custGeom>
              <a:avLst/>
              <a:gdLst/>
              <a:ahLst/>
              <a:cxnLst/>
              <a:rect l="l" t="t" r="r" b="b"/>
              <a:pathLst>
                <a:path w="649" h="606" extrusionOk="0">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9" name="Google Shape;16119;p138"/>
            <p:cNvSpPr/>
            <p:nvPr/>
          </p:nvSpPr>
          <p:spPr>
            <a:xfrm>
              <a:off x="1768409" y="3834982"/>
              <a:ext cx="324511" cy="315843"/>
            </a:xfrm>
            <a:custGeom>
              <a:avLst/>
              <a:gdLst/>
              <a:ahLst/>
              <a:cxnLst/>
              <a:rect l="l" t="t" r="r" b="b"/>
              <a:pathLst>
                <a:path w="12393" h="12062" extrusionOk="0">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0" name="Google Shape;16120;p138"/>
            <p:cNvSpPr/>
            <p:nvPr/>
          </p:nvSpPr>
          <p:spPr>
            <a:xfrm>
              <a:off x="1864900" y="3952762"/>
              <a:ext cx="106835" cy="103064"/>
            </a:xfrm>
            <a:custGeom>
              <a:avLst/>
              <a:gdLst/>
              <a:ahLst/>
              <a:cxnLst/>
              <a:rect l="l" t="t" r="r" b="b"/>
              <a:pathLst>
                <a:path w="4080" h="3936" extrusionOk="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138"/>
            <p:cNvSpPr/>
            <p:nvPr/>
          </p:nvSpPr>
          <p:spPr>
            <a:xfrm>
              <a:off x="1773907" y="3934826"/>
              <a:ext cx="319012" cy="216000"/>
            </a:xfrm>
            <a:custGeom>
              <a:avLst/>
              <a:gdLst/>
              <a:ahLst/>
              <a:cxnLst/>
              <a:rect l="l" t="t" r="r" b="b"/>
              <a:pathLst>
                <a:path w="12183" h="8249" extrusionOk="0">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138"/>
            <p:cNvSpPr/>
            <p:nvPr/>
          </p:nvSpPr>
          <p:spPr>
            <a:xfrm>
              <a:off x="1916197" y="3992485"/>
              <a:ext cx="70176" cy="30558"/>
            </a:xfrm>
            <a:custGeom>
              <a:avLst/>
              <a:gdLst/>
              <a:ahLst/>
              <a:cxnLst/>
              <a:rect l="l" t="t" r="r" b="b"/>
              <a:pathLst>
                <a:path w="2680" h="1167" extrusionOk="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138"/>
            <p:cNvSpPr/>
            <p:nvPr/>
          </p:nvSpPr>
          <p:spPr>
            <a:xfrm>
              <a:off x="1879328" y="3957607"/>
              <a:ext cx="44096" cy="67924"/>
            </a:xfrm>
            <a:custGeom>
              <a:avLst/>
              <a:gdLst/>
              <a:ahLst/>
              <a:cxnLst/>
              <a:rect l="l" t="t" r="r" b="b"/>
              <a:pathLst>
                <a:path w="1684" h="2594" extrusionOk="0">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4" name="Google Shape;16124;p138"/>
            <p:cNvSpPr/>
            <p:nvPr/>
          </p:nvSpPr>
          <p:spPr>
            <a:xfrm>
              <a:off x="1858092" y="4036266"/>
              <a:ext cx="28489" cy="28254"/>
            </a:xfrm>
            <a:custGeom>
              <a:avLst/>
              <a:gdLst/>
              <a:ahLst/>
              <a:cxnLst/>
              <a:rect l="l" t="t" r="r" b="b"/>
              <a:pathLst>
                <a:path w="1088" h="1079" extrusionOk="0">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5" name="Google Shape;16125;p138"/>
            <p:cNvSpPr/>
            <p:nvPr/>
          </p:nvSpPr>
          <p:spPr>
            <a:xfrm>
              <a:off x="1953275" y="3946818"/>
              <a:ext cx="22755" cy="22519"/>
            </a:xfrm>
            <a:custGeom>
              <a:avLst/>
              <a:gdLst/>
              <a:ahLst/>
              <a:cxnLst/>
              <a:rect l="l" t="t" r="r" b="b"/>
              <a:pathLst>
                <a:path w="869" h="860" extrusionOk="0">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138"/>
            <p:cNvSpPr/>
            <p:nvPr/>
          </p:nvSpPr>
          <p:spPr>
            <a:xfrm>
              <a:off x="1966760" y="3989552"/>
              <a:ext cx="22755" cy="22755"/>
            </a:xfrm>
            <a:custGeom>
              <a:avLst/>
              <a:gdLst/>
              <a:ahLst/>
              <a:cxnLst/>
              <a:rect l="l" t="t" r="r" b="b"/>
              <a:pathLst>
                <a:path w="869" h="869" extrusionOk="0">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138"/>
            <p:cNvSpPr/>
            <p:nvPr/>
          </p:nvSpPr>
          <p:spPr>
            <a:xfrm>
              <a:off x="1904806" y="3951060"/>
              <a:ext cx="22493" cy="22781"/>
            </a:xfrm>
            <a:custGeom>
              <a:avLst/>
              <a:gdLst/>
              <a:ahLst/>
              <a:cxnLst/>
              <a:rect l="l" t="t" r="r" b="b"/>
              <a:pathLst>
                <a:path w="859" h="870" extrusionOk="0">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8" name="Google Shape;16128;p138"/>
          <p:cNvGrpSpPr/>
          <p:nvPr/>
        </p:nvGrpSpPr>
        <p:grpSpPr>
          <a:xfrm>
            <a:off x="2668963" y="3791306"/>
            <a:ext cx="358735" cy="359311"/>
            <a:chOff x="2668963" y="3791306"/>
            <a:chExt cx="358735" cy="359311"/>
          </a:xfrm>
        </p:grpSpPr>
        <p:sp>
          <p:nvSpPr>
            <p:cNvPr id="16129" name="Google Shape;16129;p138"/>
            <p:cNvSpPr/>
            <p:nvPr/>
          </p:nvSpPr>
          <p:spPr>
            <a:xfrm>
              <a:off x="2854065" y="4004268"/>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0" name="Google Shape;16130;p138"/>
            <p:cNvSpPr/>
            <p:nvPr/>
          </p:nvSpPr>
          <p:spPr>
            <a:xfrm>
              <a:off x="2879045" y="402924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1" name="Google Shape;16131;p138"/>
            <p:cNvSpPr/>
            <p:nvPr/>
          </p:nvSpPr>
          <p:spPr>
            <a:xfrm>
              <a:off x="2904026" y="405422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138"/>
            <p:cNvSpPr/>
            <p:nvPr/>
          </p:nvSpPr>
          <p:spPr>
            <a:xfrm>
              <a:off x="2829320" y="4006415"/>
              <a:ext cx="153156" cy="143913"/>
            </a:xfrm>
            <a:custGeom>
              <a:avLst/>
              <a:gdLst/>
              <a:ahLst/>
              <a:cxnLst/>
              <a:rect l="l" t="t" r="r" b="b"/>
              <a:pathLst>
                <a:path w="5849" h="5496" extrusionOk="0">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138"/>
            <p:cNvSpPr/>
            <p:nvPr/>
          </p:nvSpPr>
          <p:spPr>
            <a:xfrm>
              <a:off x="2917511" y="3991857"/>
              <a:ext cx="24745" cy="23697"/>
            </a:xfrm>
            <a:custGeom>
              <a:avLst/>
              <a:gdLst/>
              <a:ahLst/>
              <a:cxnLst/>
              <a:rect l="l" t="t" r="r" b="b"/>
              <a:pathLst>
                <a:path w="945" h="905" extrusionOk="0">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138"/>
            <p:cNvSpPr/>
            <p:nvPr/>
          </p:nvSpPr>
          <p:spPr>
            <a:xfrm>
              <a:off x="2942492" y="4016837"/>
              <a:ext cx="24745" cy="23619"/>
            </a:xfrm>
            <a:custGeom>
              <a:avLst/>
              <a:gdLst/>
              <a:ahLst/>
              <a:cxnLst/>
              <a:rect l="l" t="t" r="r" b="b"/>
              <a:pathLst>
                <a:path w="945" h="902" extrusionOk="0">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138"/>
            <p:cNvSpPr/>
            <p:nvPr/>
          </p:nvSpPr>
          <p:spPr>
            <a:xfrm>
              <a:off x="2967210" y="4041818"/>
              <a:ext cx="24771" cy="23619"/>
            </a:xfrm>
            <a:custGeom>
              <a:avLst/>
              <a:gdLst/>
              <a:ahLst/>
              <a:cxnLst/>
              <a:rect l="l" t="t" r="r" b="b"/>
              <a:pathLst>
                <a:path w="946" h="902" extrusionOk="0">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138"/>
            <p:cNvSpPr/>
            <p:nvPr/>
          </p:nvSpPr>
          <p:spPr>
            <a:xfrm>
              <a:off x="2704496" y="3827467"/>
              <a:ext cx="68395" cy="64179"/>
            </a:xfrm>
            <a:custGeom>
              <a:avLst/>
              <a:gdLst/>
              <a:ahLst/>
              <a:cxnLst/>
              <a:rect l="l" t="t" r="r" b="b"/>
              <a:pathLst>
                <a:path w="2612" h="2451" extrusionOk="0">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7" name="Google Shape;16137;p138"/>
            <p:cNvSpPr/>
            <p:nvPr/>
          </p:nvSpPr>
          <p:spPr>
            <a:xfrm>
              <a:off x="2671005" y="3882927"/>
              <a:ext cx="87641" cy="31448"/>
            </a:xfrm>
            <a:custGeom>
              <a:avLst/>
              <a:gdLst/>
              <a:ahLst/>
              <a:cxnLst/>
              <a:rect l="l" t="t" r="r" b="b"/>
              <a:pathLst>
                <a:path w="3347" h="1201" extrusionOk="0">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8" name="Google Shape;16138;p138"/>
            <p:cNvSpPr/>
            <p:nvPr/>
          </p:nvSpPr>
          <p:spPr>
            <a:xfrm>
              <a:off x="2668963" y="3926394"/>
              <a:ext cx="86934" cy="32941"/>
            </a:xfrm>
            <a:custGeom>
              <a:avLst/>
              <a:gdLst/>
              <a:ahLst/>
              <a:cxnLst/>
              <a:rect l="l" t="t" r="r" b="b"/>
              <a:pathLst>
                <a:path w="3320" h="1258" extrusionOk="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138"/>
            <p:cNvSpPr/>
            <p:nvPr/>
          </p:nvSpPr>
          <p:spPr>
            <a:xfrm>
              <a:off x="2761422" y="3794081"/>
              <a:ext cx="33203" cy="83085"/>
            </a:xfrm>
            <a:custGeom>
              <a:avLst/>
              <a:gdLst/>
              <a:ahLst/>
              <a:cxnLst/>
              <a:rect l="l" t="t" r="r" b="b"/>
              <a:pathLst>
                <a:path w="1268" h="3173" extrusionOk="0">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0" name="Google Shape;16140;p138"/>
            <p:cNvSpPr/>
            <p:nvPr/>
          </p:nvSpPr>
          <p:spPr>
            <a:xfrm>
              <a:off x="2805099" y="3791306"/>
              <a:ext cx="34774" cy="82849"/>
            </a:xfrm>
            <a:custGeom>
              <a:avLst/>
              <a:gdLst/>
              <a:ahLst/>
              <a:cxnLst/>
              <a:rect l="l" t="t" r="r" b="b"/>
              <a:pathLst>
                <a:path w="1328" h="3164" extrusionOk="0">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1" name="Google Shape;16141;p138"/>
            <p:cNvSpPr/>
            <p:nvPr/>
          </p:nvSpPr>
          <p:spPr>
            <a:xfrm>
              <a:off x="2757128" y="3882220"/>
              <a:ext cx="261064" cy="259729"/>
            </a:xfrm>
            <a:custGeom>
              <a:avLst/>
              <a:gdLst/>
              <a:ahLst/>
              <a:cxnLst/>
              <a:rect l="l" t="t" r="r" b="b"/>
              <a:pathLst>
                <a:path w="9970" h="9919" extrusionOk="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138"/>
            <p:cNvSpPr/>
            <p:nvPr/>
          </p:nvSpPr>
          <p:spPr>
            <a:xfrm>
              <a:off x="2757128" y="3881880"/>
              <a:ext cx="91700" cy="90207"/>
            </a:xfrm>
            <a:custGeom>
              <a:avLst/>
              <a:gdLst/>
              <a:ahLst/>
              <a:cxnLst/>
              <a:rect l="l" t="t" r="r" b="b"/>
              <a:pathLst>
                <a:path w="3502" h="3445" extrusionOk="0">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138"/>
            <p:cNvSpPr/>
            <p:nvPr/>
          </p:nvSpPr>
          <p:spPr>
            <a:xfrm>
              <a:off x="2757128" y="3881984"/>
              <a:ext cx="85206" cy="83844"/>
            </a:xfrm>
            <a:custGeom>
              <a:avLst/>
              <a:gdLst/>
              <a:ahLst/>
              <a:cxnLst/>
              <a:rect l="l" t="t" r="r" b="b"/>
              <a:pathLst>
                <a:path w="3254" h="3202" extrusionOk="0">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4" name="Google Shape;16144;p138"/>
            <p:cNvSpPr/>
            <p:nvPr/>
          </p:nvSpPr>
          <p:spPr>
            <a:xfrm>
              <a:off x="2992950" y="4116995"/>
              <a:ext cx="34747" cy="33622"/>
            </a:xfrm>
            <a:custGeom>
              <a:avLst/>
              <a:gdLst/>
              <a:ahLst/>
              <a:cxnLst/>
              <a:rect l="l" t="t" r="r" b="b"/>
              <a:pathLst>
                <a:path w="1327" h="1284" extrusionOk="0">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5" name="Google Shape;16145;p138"/>
          <p:cNvGrpSpPr/>
          <p:nvPr/>
        </p:nvGrpSpPr>
        <p:grpSpPr>
          <a:xfrm>
            <a:off x="849682" y="1995198"/>
            <a:ext cx="363893" cy="291727"/>
            <a:chOff x="849682" y="1995198"/>
            <a:chExt cx="363893" cy="291727"/>
          </a:xfrm>
        </p:grpSpPr>
        <p:sp>
          <p:nvSpPr>
            <p:cNvPr id="16146" name="Google Shape;16146;p138"/>
            <p:cNvSpPr/>
            <p:nvPr/>
          </p:nvSpPr>
          <p:spPr>
            <a:xfrm>
              <a:off x="907838" y="2131517"/>
              <a:ext cx="247579" cy="155408"/>
            </a:xfrm>
            <a:custGeom>
              <a:avLst/>
              <a:gdLst/>
              <a:ahLst/>
              <a:cxnLst/>
              <a:rect l="l" t="t" r="r" b="b"/>
              <a:pathLst>
                <a:path w="9455" h="5935" extrusionOk="0">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138"/>
            <p:cNvSpPr/>
            <p:nvPr/>
          </p:nvSpPr>
          <p:spPr>
            <a:xfrm>
              <a:off x="1140414" y="2131517"/>
              <a:ext cx="15004" cy="136424"/>
            </a:xfrm>
            <a:custGeom>
              <a:avLst/>
              <a:gdLst/>
              <a:ahLst/>
              <a:cxnLst/>
              <a:rect l="l" t="t" r="r" b="b"/>
              <a:pathLst>
                <a:path w="573" h="5210" extrusionOk="0">
                  <a:moveTo>
                    <a:pt x="0" y="0"/>
                  </a:moveTo>
                  <a:lnTo>
                    <a:pt x="0" y="5209"/>
                  </a:lnTo>
                  <a:cubicBezTo>
                    <a:pt x="363" y="5009"/>
                    <a:pt x="572" y="4780"/>
                    <a:pt x="572" y="4541"/>
                  </a:cubicBezTo>
                  <a:lnTo>
                    <a:pt x="57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138"/>
            <p:cNvSpPr/>
            <p:nvPr/>
          </p:nvSpPr>
          <p:spPr>
            <a:xfrm>
              <a:off x="1026483" y="2148511"/>
              <a:ext cx="10526" cy="138414"/>
            </a:xfrm>
            <a:custGeom>
              <a:avLst/>
              <a:gdLst/>
              <a:ahLst/>
              <a:cxnLst/>
              <a:rect l="l" t="t" r="r" b="b"/>
              <a:pathLst>
                <a:path w="402" h="5286" extrusionOk="0">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9" name="Google Shape;16149;p138"/>
            <p:cNvSpPr/>
            <p:nvPr/>
          </p:nvSpPr>
          <p:spPr>
            <a:xfrm>
              <a:off x="945047" y="2148511"/>
              <a:ext cx="10526" cy="68212"/>
            </a:xfrm>
            <a:custGeom>
              <a:avLst/>
              <a:gdLst/>
              <a:ahLst/>
              <a:cxnLst/>
              <a:rect l="l" t="t" r="r" b="b"/>
              <a:pathLst>
                <a:path w="402" h="2605" extrusionOk="0">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0" name="Google Shape;16150;p138"/>
            <p:cNvSpPr/>
            <p:nvPr/>
          </p:nvSpPr>
          <p:spPr>
            <a:xfrm>
              <a:off x="945309" y="2228192"/>
              <a:ext cx="10526" cy="50982"/>
            </a:xfrm>
            <a:custGeom>
              <a:avLst/>
              <a:gdLst/>
              <a:ahLst/>
              <a:cxnLst/>
              <a:rect l="l" t="t" r="r" b="b"/>
              <a:pathLst>
                <a:path w="402" h="1947" extrusionOk="0">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138"/>
            <p:cNvSpPr/>
            <p:nvPr/>
          </p:nvSpPr>
          <p:spPr>
            <a:xfrm>
              <a:off x="1107682" y="2148511"/>
              <a:ext cx="10762" cy="130663"/>
            </a:xfrm>
            <a:custGeom>
              <a:avLst/>
              <a:gdLst/>
              <a:ahLst/>
              <a:cxnLst/>
              <a:rect l="l" t="t" r="r" b="b"/>
              <a:pathLst>
                <a:path w="411" h="4990" extrusionOk="0">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138"/>
            <p:cNvSpPr/>
            <p:nvPr/>
          </p:nvSpPr>
          <p:spPr>
            <a:xfrm>
              <a:off x="907838" y="2122274"/>
              <a:ext cx="247579" cy="59230"/>
            </a:xfrm>
            <a:custGeom>
              <a:avLst/>
              <a:gdLst/>
              <a:ahLst/>
              <a:cxnLst/>
              <a:rect l="l" t="t" r="r" b="b"/>
              <a:pathLst>
                <a:path w="9455" h="2262" extrusionOk="0">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138"/>
            <p:cNvSpPr/>
            <p:nvPr/>
          </p:nvSpPr>
          <p:spPr>
            <a:xfrm>
              <a:off x="1140414" y="2122012"/>
              <a:ext cx="15004" cy="40508"/>
            </a:xfrm>
            <a:custGeom>
              <a:avLst/>
              <a:gdLst/>
              <a:ahLst/>
              <a:cxnLst/>
              <a:rect l="l" t="t" r="r" b="b"/>
              <a:pathLst>
                <a:path w="573" h="1547" extrusionOk="0">
                  <a:moveTo>
                    <a:pt x="0" y="1"/>
                  </a:moveTo>
                  <a:lnTo>
                    <a:pt x="0" y="10"/>
                  </a:lnTo>
                  <a:lnTo>
                    <a:pt x="0" y="1546"/>
                  </a:lnTo>
                  <a:cubicBezTo>
                    <a:pt x="363" y="1346"/>
                    <a:pt x="572" y="1117"/>
                    <a:pt x="572" y="878"/>
                  </a:cubicBezTo>
                  <a:lnTo>
                    <a:pt x="572" y="1"/>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138"/>
            <p:cNvSpPr/>
            <p:nvPr/>
          </p:nvSpPr>
          <p:spPr>
            <a:xfrm>
              <a:off x="907838" y="2085798"/>
              <a:ext cx="247579" cy="72716"/>
            </a:xfrm>
            <a:custGeom>
              <a:avLst/>
              <a:gdLst/>
              <a:ahLst/>
              <a:cxnLst/>
              <a:rect l="l" t="t" r="r" b="b"/>
              <a:pathLst>
                <a:path w="9455" h="2777" extrusionOk="0">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138"/>
            <p:cNvSpPr/>
            <p:nvPr/>
          </p:nvSpPr>
          <p:spPr>
            <a:xfrm>
              <a:off x="1012264" y="2085798"/>
              <a:ext cx="143153" cy="72716"/>
            </a:xfrm>
            <a:custGeom>
              <a:avLst/>
              <a:gdLst/>
              <a:ahLst/>
              <a:cxnLst/>
              <a:rect l="l" t="t" r="r" b="b"/>
              <a:pathLst>
                <a:path w="5467" h="2777" extrusionOk="0">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138"/>
            <p:cNvSpPr/>
            <p:nvPr/>
          </p:nvSpPr>
          <p:spPr>
            <a:xfrm>
              <a:off x="1049971" y="1995198"/>
              <a:ext cx="123750" cy="119613"/>
            </a:xfrm>
            <a:custGeom>
              <a:avLst/>
              <a:gdLst/>
              <a:ahLst/>
              <a:cxnLst/>
              <a:rect l="l" t="t" r="r" b="b"/>
              <a:pathLst>
                <a:path w="4726" h="4568" extrusionOk="0">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7" name="Google Shape;16157;p138"/>
            <p:cNvSpPr/>
            <p:nvPr/>
          </p:nvSpPr>
          <p:spPr>
            <a:xfrm>
              <a:off x="1044734" y="2103525"/>
              <a:ext cx="18513" cy="18775"/>
            </a:xfrm>
            <a:custGeom>
              <a:avLst/>
              <a:gdLst/>
              <a:ahLst/>
              <a:cxnLst/>
              <a:rect l="l" t="t" r="r" b="b"/>
              <a:pathLst>
                <a:path w="707" h="717" extrusionOk="0">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8" name="Google Shape;16158;p138"/>
            <p:cNvSpPr/>
            <p:nvPr/>
          </p:nvSpPr>
          <p:spPr>
            <a:xfrm>
              <a:off x="889509" y="1995224"/>
              <a:ext cx="123776" cy="119587"/>
            </a:xfrm>
            <a:custGeom>
              <a:avLst/>
              <a:gdLst/>
              <a:ahLst/>
              <a:cxnLst/>
              <a:rect l="l" t="t" r="r" b="b"/>
              <a:pathLst>
                <a:path w="4727" h="4567" extrusionOk="0">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138"/>
            <p:cNvSpPr/>
            <p:nvPr/>
          </p:nvSpPr>
          <p:spPr>
            <a:xfrm>
              <a:off x="1000010" y="2103525"/>
              <a:ext cx="18775" cy="18775"/>
            </a:xfrm>
            <a:custGeom>
              <a:avLst/>
              <a:gdLst/>
              <a:ahLst/>
              <a:cxnLst/>
              <a:rect l="l" t="t" r="r" b="b"/>
              <a:pathLst>
                <a:path w="717" h="717" extrusionOk="0">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138"/>
            <p:cNvSpPr/>
            <p:nvPr/>
          </p:nvSpPr>
          <p:spPr>
            <a:xfrm>
              <a:off x="883984" y="2035811"/>
              <a:ext cx="42603" cy="55250"/>
            </a:xfrm>
            <a:custGeom>
              <a:avLst/>
              <a:gdLst/>
              <a:ahLst/>
              <a:cxnLst/>
              <a:rect l="l" t="t" r="r" b="b"/>
              <a:pathLst>
                <a:path w="1627" h="2110" extrusionOk="0">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138"/>
            <p:cNvSpPr/>
            <p:nvPr/>
          </p:nvSpPr>
          <p:spPr>
            <a:xfrm>
              <a:off x="849682" y="2076083"/>
              <a:ext cx="61090" cy="29720"/>
            </a:xfrm>
            <a:custGeom>
              <a:avLst/>
              <a:gdLst/>
              <a:ahLst/>
              <a:cxnLst/>
              <a:rect l="l" t="t" r="r" b="b"/>
              <a:pathLst>
                <a:path w="2333" h="1135" extrusionOk="0">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138"/>
            <p:cNvSpPr/>
            <p:nvPr/>
          </p:nvSpPr>
          <p:spPr>
            <a:xfrm>
              <a:off x="1136643" y="2035811"/>
              <a:ext cx="42629" cy="55250"/>
            </a:xfrm>
            <a:custGeom>
              <a:avLst/>
              <a:gdLst/>
              <a:ahLst/>
              <a:cxnLst/>
              <a:rect l="l" t="t" r="r" b="b"/>
              <a:pathLst>
                <a:path w="1628" h="2110" extrusionOk="0">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138"/>
            <p:cNvSpPr/>
            <p:nvPr/>
          </p:nvSpPr>
          <p:spPr>
            <a:xfrm>
              <a:off x="1152406" y="2076083"/>
              <a:ext cx="61168" cy="29720"/>
            </a:xfrm>
            <a:custGeom>
              <a:avLst/>
              <a:gdLst/>
              <a:ahLst/>
              <a:cxnLst/>
              <a:rect l="l" t="t" r="r" b="b"/>
              <a:pathLst>
                <a:path w="2336" h="1135" extrusionOk="0">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4" name="Google Shape;16164;p138"/>
          <p:cNvGrpSpPr/>
          <p:nvPr/>
        </p:nvGrpSpPr>
        <p:grpSpPr>
          <a:xfrm>
            <a:off x="3065430" y="1990066"/>
            <a:ext cx="378190" cy="302044"/>
            <a:chOff x="3065430" y="1990066"/>
            <a:chExt cx="378190" cy="302044"/>
          </a:xfrm>
        </p:grpSpPr>
        <p:sp>
          <p:nvSpPr>
            <p:cNvPr id="16165" name="Google Shape;16165;p138"/>
            <p:cNvSpPr/>
            <p:nvPr/>
          </p:nvSpPr>
          <p:spPr>
            <a:xfrm>
              <a:off x="3216282" y="2149742"/>
              <a:ext cx="67714" cy="67741"/>
            </a:xfrm>
            <a:custGeom>
              <a:avLst/>
              <a:gdLst/>
              <a:ahLst/>
              <a:cxnLst/>
              <a:rect l="l" t="t" r="r" b="b"/>
              <a:pathLst>
                <a:path w="2586" h="2587" extrusionOk="0">
                  <a:moveTo>
                    <a:pt x="1946" y="1"/>
                  </a:moveTo>
                  <a:lnTo>
                    <a:pt x="0" y="1947"/>
                  </a:lnTo>
                  <a:lnTo>
                    <a:pt x="639" y="2586"/>
                  </a:lnTo>
                  <a:lnTo>
                    <a:pt x="2585" y="640"/>
                  </a:lnTo>
                  <a:lnTo>
                    <a:pt x="1946"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6" name="Google Shape;16166;p138"/>
            <p:cNvSpPr/>
            <p:nvPr/>
          </p:nvSpPr>
          <p:spPr>
            <a:xfrm>
              <a:off x="3216282" y="2180483"/>
              <a:ext cx="36973" cy="36999"/>
            </a:xfrm>
            <a:custGeom>
              <a:avLst/>
              <a:gdLst/>
              <a:ahLst/>
              <a:cxnLst/>
              <a:rect l="l" t="t" r="r" b="b"/>
              <a:pathLst>
                <a:path w="1412" h="1413" extrusionOk="0">
                  <a:moveTo>
                    <a:pt x="773" y="0"/>
                  </a:moveTo>
                  <a:lnTo>
                    <a:pt x="0" y="773"/>
                  </a:lnTo>
                  <a:lnTo>
                    <a:pt x="639" y="1412"/>
                  </a:lnTo>
                  <a:lnTo>
                    <a:pt x="1412" y="639"/>
                  </a:lnTo>
                  <a:lnTo>
                    <a:pt x="773"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138"/>
            <p:cNvSpPr/>
            <p:nvPr/>
          </p:nvSpPr>
          <p:spPr>
            <a:xfrm>
              <a:off x="3141079" y="2188103"/>
              <a:ext cx="104949" cy="104007"/>
            </a:xfrm>
            <a:custGeom>
              <a:avLst/>
              <a:gdLst/>
              <a:ahLst/>
              <a:cxnLst/>
              <a:rect l="l" t="t" r="r" b="b"/>
              <a:pathLst>
                <a:path w="4008" h="3972" extrusionOk="0">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138"/>
            <p:cNvSpPr/>
            <p:nvPr/>
          </p:nvSpPr>
          <p:spPr>
            <a:xfrm>
              <a:off x="3235999" y="1990118"/>
              <a:ext cx="207621" cy="207621"/>
            </a:xfrm>
            <a:custGeom>
              <a:avLst/>
              <a:gdLst/>
              <a:ahLst/>
              <a:cxnLst/>
              <a:rect l="l" t="t" r="r" b="b"/>
              <a:pathLst>
                <a:path w="7929" h="7929" extrusionOk="0">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138"/>
            <p:cNvSpPr/>
            <p:nvPr/>
          </p:nvSpPr>
          <p:spPr>
            <a:xfrm>
              <a:off x="3226023" y="1990066"/>
              <a:ext cx="192119" cy="181933"/>
            </a:xfrm>
            <a:custGeom>
              <a:avLst/>
              <a:gdLst/>
              <a:ahLst/>
              <a:cxnLst/>
              <a:rect l="l" t="t" r="r" b="b"/>
              <a:pathLst>
                <a:path w="7337" h="6948" extrusionOk="0">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138"/>
            <p:cNvSpPr/>
            <p:nvPr/>
          </p:nvSpPr>
          <p:spPr>
            <a:xfrm>
              <a:off x="3252234" y="2013816"/>
              <a:ext cx="167401" cy="159938"/>
            </a:xfrm>
            <a:custGeom>
              <a:avLst/>
              <a:gdLst/>
              <a:ahLst/>
              <a:cxnLst/>
              <a:rect l="l" t="t" r="r" b="b"/>
              <a:pathLst>
                <a:path w="6393" h="6108" extrusionOk="0">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138"/>
            <p:cNvSpPr/>
            <p:nvPr/>
          </p:nvSpPr>
          <p:spPr>
            <a:xfrm>
              <a:off x="3275722" y="2029605"/>
              <a:ext cx="153654" cy="144175"/>
            </a:xfrm>
            <a:custGeom>
              <a:avLst/>
              <a:gdLst/>
              <a:ahLst/>
              <a:cxnLst/>
              <a:rect l="l" t="t" r="r" b="b"/>
              <a:pathLst>
                <a:path w="5868" h="5506" extrusionOk="0">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2" name="Google Shape;16172;p138"/>
            <p:cNvSpPr/>
            <p:nvPr/>
          </p:nvSpPr>
          <p:spPr>
            <a:xfrm>
              <a:off x="3065430" y="1990066"/>
              <a:ext cx="177587" cy="149464"/>
            </a:xfrm>
            <a:custGeom>
              <a:avLst/>
              <a:gdLst/>
              <a:ahLst/>
              <a:cxnLst/>
              <a:rect l="l" t="t" r="r" b="b"/>
              <a:pathLst>
                <a:path w="6782" h="5708" extrusionOk="0">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3" name="Google Shape;16173;p138"/>
            <p:cNvSpPr/>
            <p:nvPr/>
          </p:nvSpPr>
          <p:spPr>
            <a:xfrm>
              <a:off x="3137832" y="2038089"/>
              <a:ext cx="20503" cy="52972"/>
            </a:xfrm>
            <a:custGeom>
              <a:avLst/>
              <a:gdLst/>
              <a:ahLst/>
              <a:cxnLst/>
              <a:rect l="l" t="t" r="r" b="b"/>
              <a:pathLst>
                <a:path w="783" h="2023" extrusionOk="0">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138"/>
            <p:cNvSpPr/>
            <p:nvPr/>
          </p:nvSpPr>
          <p:spPr>
            <a:xfrm>
              <a:off x="3137334" y="2082525"/>
              <a:ext cx="32338" cy="10814"/>
            </a:xfrm>
            <a:custGeom>
              <a:avLst/>
              <a:gdLst/>
              <a:ahLst/>
              <a:cxnLst/>
              <a:rect l="l" t="t" r="r" b="b"/>
              <a:pathLst>
                <a:path w="1235" h="413" extrusionOk="0">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138"/>
            <p:cNvSpPr/>
            <p:nvPr/>
          </p:nvSpPr>
          <p:spPr>
            <a:xfrm>
              <a:off x="3139822" y="2021488"/>
              <a:ext cx="18513" cy="15868"/>
            </a:xfrm>
            <a:custGeom>
              <a:avLst/>
              <a:gdLst/>
              <a:ahLst/>
              <a:cxnLst/>
              <a:rect l="l" t="t" r="r" b="b"/>
              <a:pathLst>
                <a:path w="707" h="606" extrusionOk="0">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6" name="Google Shape;16176;p138"/>
          <p:cNvGrpSpPr/>
          <p:nvPr/>
        </p:nvGrpSpPr>
        <p:grpSpPr>
          <a:xfrm>
            <a:off x="3568234" y="3791410"/>
            <a:ext cx="347501" cy="359284"/>
            <a:chOff x="3568234" y="3791410"/>
            <a:chExt cx="347501" cy="359284"/>
          </a:xfrm>
        </p:grpSpPr>
        <p:sp>
          <p:nvSpPr>
            <p:cNvPr id="16177" name="Google Shape;16177;p138"/>
            <p:cNvSpPr/>
            <p:nvPr/>
          </p:nvSpPr>
          <p:spPr>
            <a:xfrm>
              <a:off x="3657682" y="3791410"/>
              <a:ext cx="151899" cy="160750"/>
            </a:xfrm>
            <a:custGeom>
              <a:avLst/>
              <a:gdLst/>
              <a:ahLst/>
              <a:cxnLst/>
              <a:rect l="l" t="t" r="r" b="b"/>
              <a:pathLst>
                <a:path w="5801" h="6139" extrusionOk="0">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138"/>
            <p:cNvSpPr/>
            <p:nvPr/>
          </p:nvSpPr>
          <p:spPr>
            <a:xfrm>
              <a:off x="3727858" y="3822413"/>
              <a:ext cx="48992" cy="48992"/>
            </a:xfrm>
            <a:custGeom>
              <a:avLst/>
              <a:gdLst/>
              <a:ahLst/>
              <a:cxnLst/>
              <a:rect l="l" t="t" r="r" b="b"/>
              <a:pathLst>
                <a:path w="1871" h="1871" extrusionOk="0">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138"/>
            <p:cNvSpPr/>
            <p:nvPr/>
          </p:nvSpPr>
          <p:spPr>
            <a:xfrm>
              <a:off x="3710890" y="3816731"/>
              <a:ext cx="82823" cy="60173"/>
            </a:xfrm>
            <a:custGeom>
              <a:avLst/>
              <a:gdLst/>
              <a:ahLst/>
              <a:cxnLst/>
              <a:rect l="l" t="t" r="r" b="b"/>
              <a:pathLst>
                <a:path w="3163" h="2298" extrusionOk="0">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138"/>
            <p:cNvSpPr/>
            <p:nvPr/>
          </p:nvSpPr>
          <p:spPr>
            <a:xfrm>
              <a:off x="3699631" y="3857973"/>
              <a:ext cx="44017" cy="39670"/>
            </a:xfrm>
            <a:custGeom>
              <a:avLst/>
              <a:gdLst/>
              <a:ahLst/>
              <a:cxnLst/>
              <a:rect l="l" t="t" r="r" b="b"/>
              <a:pathLst>
                <a:path w="1681" h="1515" extrusionOk="0">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138"/>
            <p:cNvSpPr/>
            <p:nvPr/>
          </p:nvSpPr>
          <p:spPr>
            <a:xfrm>
              <a:off x="3568234" y="3947316"/>
              <a:ext cx="86960" cy="201179"/>
            </a:xfrm>
            <a:custGeom>
              <a:avLst/>
              <a:gdLst/>
              <a:ahLst/>
              <a:cxnLst/>
              <a:rect l="l" t="t" r="r" b="b"/>
              <a:pathLst>
                <a:path w="3321" h="7683" extrusionOk="0">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138"/>
            <p:cNvSpPr/>
            <p:nvPr/>
          </p:nvSpPr>
          <p:spPr>
            <a:xfrm>
              <a:off x="3655169" y="3947316"/>
              <a:ext cx="86960" cy="203379"/>
            </a:xfrm>
            <a:custGeom>
              <a:avLst/>
              <a:gdLst/>
              <a:ahLst/>
              <a:cxnLst/>
              <a:rect l="l" t="t" r="r" b="b"/>
              <a:pathLst>
                <a:path w="3321" h="7767" extrusionOk="0">
                  <a:moveTo>
                    <a:pt x="1" y="1"/>
                  </a:moveTo>
                  <a:lnTo>
                    <a:pt x="1" y="6660"/>
                  </a:lnTo>
                  <a:lnTo>
                    <a:pt x="3321" y="7766"/>
                  </a:lnTo>
                  <a:lnTo>
                    <a:pt x="3321" y="1107"/>
                  </a:lnTo>
                  <a:lnTo>
                    <a:pt x="1" y="1"/>
                  </a:ln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3" name="Google Shape;16183;p138"/>
            <p:cNvSpPr/>
            <p:nvPr/>
          </p:nvSpPr>
          <p:spPr>
            <a:xfrm>
              <a:off x="3742103" y="3947316"/>
              <a:ext cx="86699" cy="203379"/>
            </a:xfrm>
            <a:custGeom>
              <a:avLst/>
              <a:gdLst/>
              <a:ahLst/>
              <a:cxnLst/>
              <a:rect l="l" t="t" r="r" b="b"/>
              <a:pathLst>
                <a:path w="3311" h="7767" extrusionOk="0">
                  <a:moveTo>
                    <a:pt x="3311" y="1"/>
                  </a:moveTo>
                  <a:lnTo>
                    <a:pt x="1" y="1107"/>
                  </a:lnTo>
                  <a:lnTo>
                    <a:pt x="1" y="7766"/>
                  </a:lnTo>
                  <a:lnTo>
                    <a:pt x="3311" y="6660"/>
                  </a:lnTo>
                  <a:lnTo>
                    <a:pt x="3311"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4" name="Google Shape;16184;p138"/>
            <p:cNvSpPr/>
            <p:nvPr/>
          </p:nvSpPr>
          <p:spPr>
            <a:xfrm>
              <a:off x="3828775" y="3947316"/>
              <a:ext cx="86960" cy="201179"/>
            </a:xfrm>
            <a:custGeom>
              <a:avLst/>
              <a:gdLst/>
              <a:ahLst/>
              <a:cxnLst/>
              <a:rect l="l" t="t" r="r" b="b"/>
              <a:pathLst>
                <a:path w="3321" h="7683" extrusionOk="0">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138"/>
            <p:cNvSpPr/>
            <p:nvPr/>
          </p:nvSpPr>
          <p:spPr>
            <a:xfrm>
              <a:off x="3582741" y="3962556"/>
              <a:ext cx="318776" cy="173135"/>
            </a:xfrm>
            <a:custGeom>
              <a:avLst/>
              <a:gdLst/>
              <a:ahLst/>
              <a:cxnLst/>
              <a:rect l="l" t="t" r="r" b="b"/>
              <a:pathLst>
                <a:path w="12174" h="6612" extrusionOk="0">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138"/>
            <p:cNvSpPr/>
            <p:nvPr/>
          </p:nvSpPr>
          <p:spPr>
            <a:xfrm>
              <a:off x="3582741" y="3962556"/>
              <a:ext cx="72454" cy="166196"/>
            </a:xfrm>
            <a:custGeom>
              <a:avLst/>
              <a:gdLst/>
              <a:ahLst/>
              <a:cxnLst/>
              <a:rect l="l" t="t" r="r" b="b"/>
              <a:pathLst>
                <a:path w="2767" h="6347" extrusionOk="0">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138"/>
            <p:cNvSpPr/>
            <p:nvPr/>
          </p:nvSpPr>
          <p:spPr>
            <a:xfrm>
              <a:off x="3742103" y="3962556"/>
              <a:ext cx="86699" cy="173135"/>
            </a:xfrm>
            <a:custGeom>
              <a:avLst/>
              <a:gdLst/>
              <a:ahLst/>
              <a:cxnLst/>
              <a:rect l="l" t="t" r="r" b="b"/>
              <a:pathLst>
                <a:path w="3311" h="6612" extrusionOk="0">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8" name="Google Shape;16188;p138"/>
          <p:cNvGrpSpPr/>
          <p:nvPr/>
        </p:nvGrpSpPr>
        <p:grpSpPr>
          <a:xfrm>
            <a:off x="1759925" y="1501087"/>
            <a:ext cx="347004" cy="358420"/>
            <a:chOff x="1759925" y="1501087"/>
            <a:chExt cx="347004" cy="358420"/>
          </a:xfrm>
        </p:grpSpPr>
        <p:sp>
          <p:nvSpPr>
            <p:cNvPr id="16189" name="Google Shape;16189;p138"/>
            <p:cNvSpPr/>
            <p:nvPr/>
          </p:nvSpPr>
          <p:spPr>
            <a:xfrm>
              <a:off x="1897055" y="1797266"/>
              <a:ext cx="72480" cy="62242"/>
            </a:xfrm>
            <a:custGeom>
              <a:avLst/>
              <a:gdLst/>
              <a:ahLst/>
              <a:cxnLst/>
              <a:rect l="l" t="t" r="r" b="b"/>
              <a:pathLst>
                <a:path w="2768" h="2377" extrusionOk="0">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0" name="Google Shape;16190;p138"/>
            <p:cNvSpPr/>
            <p:nvPr/>
          </p:nvSpPr>
          <p:spPr>
            <a:xfrm>
              <a:off x="1897055" y="1797266"/>
              <a:ext cx="72480" cy="31003"/>
            </a:xfrm>
            <a:custGeom>
              <a:avLst/>
              <a:gdLst/>
              <a:ahLst/>
              <a:cxnLst/>
              <a:rect l="l" t="t" r="r" b="b"/>
              <a:pathLst>
                <a:path w="2768" h="1184" extrusionOk="0">
                  <a:moveTo>
                    <a:pt x="1" y="1"/>
                  </a:moveTo>
                  <a:lnTo>
                    <a:pt x="1" y="1184"/>
                  </a:lnTo>
                  <a:lnTo>
                    <a:pt x="2767" y="1184"/>
                  </a:lnTo>
                  <a:lnTo>
                    <a:pt x="2767"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138"/>
            <p:cNvSpPr/>
            <p:nvPr/>
          </p:nvSpPr>
          <p:spPr>
            <a:xfrm>
              <a:off x="1854086" y="1501087"/>
              <a:ext cx="158419" cy="311942"/>
            </a:xfrm>
            <a:custGeom>
              <a:avLst/>
              <a:gdLst/>
              <a:ahLst/>
              <a:cxnLst/>
              <a:rect l="l" t="t" r="r" b="b"/>
              <a:pathLst>
                <a:path w="6050" h="11913" extrusionOk="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138"/>
            <p:cNvSpPr/>
            <p:nvPr/>
          </p:nvSpPr>
          <p:spPr>
            <a:xfrm>
              <a:off x="1854086" y="1795040"/>
              <a:ext cx="158419" cy="17989"/>
            </a:xfrm>
            <a:custGeom>
              <a:avLst/>
              <a:gdLst/>
              <a:ahLst/>
              <a:cxnLst/>
              <a:rect l="l" t="t" r="r" b="b"/>
              <a:pathLst>
                <a:path w="6050" h="687" extrusionOk="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3" name="Google Shape;16193;p138"/>
            <p:cNvSpPr/>
            <p:nvPr/>
          </p:nvSpPr>
          <p:spPr>
            <a:xfrm>
              <a:off x="1854348" y="1602685"/>
              <a:ext cx="105447" cy="80702"/>
            </a:xfrm>
            <a:custGeom>
              <a:avLst/>
              <a:gdLst/>
              <a:ahLst/>
              <a:cxnLst/>
              <a:rect l="l" t="t" r="r" b="b"/>
              <a:pathLst>
                <a:path w="4027" h="3082" extrusionOk="0">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4" name="Google Shape;16194;p138"/>
            <p:cNvSpPr/>
            <p:nvPr/>
          </p:nvSpPr>
          <p:spPr>
            <a:xfrm>
              <a:off x="1893808" y="1586188"/>
              <a:ext cx="118697" cy="63996"/>
            </a:xfrm>
            <a:custGeom>
              <a:avLst/>
              <a:gdLst/>
              <a:ahLst/>
              <a:cxnLst/>
              <a:rect l="l" t="t" r="r" b="b"/>
              <a:pathLst>
                <a:path w="4533" h="2444" extrusionOk="0">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138"/>
            <p:cNvSpPr/>
            <p:nvPr/>
          </p:nvSpPr>
          <p:spPr>
            <a:xfrm>
              <a:off x="1893808" y="1552724"/>
              <a:ext cx="39487" cy="83452"/>
            </a:xfrm>
            <a:custGeom>
              <a:avLst/>
              <a:gdLst/>
              <a:ahLst/>
              <a:cxnLst/>
              <a:rect l="l" t="t" r="r" b="b"/>
              <a:pathLst>
                <a:path w="1508" h="3187" extrusionOk="0">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138"/>
            <p:cNvSpPr/>
            <p:nvPr/>
          </p:nvSpPr>
          <p:spPr>
            <a:xfrm>
              <a:off x="1933269" y="1552724"/>
              <a:ext cx="39749" cy="79210"/>
            </a:xfrm>
            <a:custGeom>
              <a:avLst/>
              <a:gdLst/>
              <a:ahLst/>
              <a:cxnLst/>
              <a:rect l="l" t="t" r="r" b="b"/>
              <a:pathLst>
                <a:path w="1518" h="3025" extrusionOk="0">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138"/>
            <p:cNvSpPr/>
            <p:nvPr/>
          </p:nvSpPr>
          <p:spPr>
            <a:xfrm>
              <a:off x="1972992" y="1552724"/>
              <a:ext cx="39513" cy="70726"/>
            </a:xfrm>
            <a:custGeom>
              <a:avLst/>
              <a:gdLst/>
              <a:ahLst/>
              <a:cxnLst/>
              <a:rect l="l" t="t" r="r" b="b"/>
              <a:pathLst>
                <a:path w="1509" h="2701" extrusionOk="0">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138"/>
            <p:cNvSpPr/>
            <p:nvPr/>
          </p:nvSpPr>
          <p:spPr>
            <a:xfrm>
              <a:off x="1893808" y="1552724"/>
              <a:ext cx="25007" cy="83452"/>
            </a:xfrm>
            <a:custGeom>
              <a:avLst/>
              <a:gdLst/>
              <a:ahLst/>
              <a:cxnLst/>
              <a:rect l="l" t="t" r="r" b="b"/>
              <a:pathLst>
                <a:path w="955" h="3187" extrusionOk="0">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138"/>
            <p:cNvSpPr/>
            <p:nvPr/>
          </p:nvSpPr>
          <p:spPr>
            <a:xfrm>
              <a:off x="1933269" y="1552724"/>
              <a:ext cx="25007" cy="79210"/>
            </a:xfrm>
            <a:custGeom>
              <a:avLst/>
              <a:gdLst/>
              <a:ahLst/>
              <a:cxnLst/>
              <a:rect l="l" t="t" r="r" b="b"/>
              <a:pathLst>
                <a:path w="955" h="3025" extrusionOk="0">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0" name="Google Shape;16200;p138"/>
            <p:cNvSpPr/>
            <p:nvPr/>
          </p:nvSpPr>
          <p:spPr>
            <a:xfrm>
              <a:off x="1972992" y="1552724"/>
              <a:ext cx="25007" cy="70830"/>
            </a:xfrm>
            <a:custGeom>
              <a:avLst/>
              <a:gdLst/>
              <a:ahLst/>
              <a:cxnLst/>
              <a:rect l="l" t="t" r="r" b="b"/>
              <a:pathLst>
                <a:path w="955" h="2705" extrusionOk="0">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1" name="Google Shape;16201;p138"/>
            <p:cNvSpPr/>
            <p:nvPr/>
          </p:nvSpPr>
          <p:spPr>
            <a:xfrm>
              <a:off x="1854348" y="1616432"/>
              <a:ext cx="91438" cy="53234"/>
            </a:xfrm>
            <a:custGeom>
              <a:avLst/>
              <a:gdLst/>
              <a:ahLst/>
              <a:cxnLst/>
              <a:rect l="l" t="t" r="r" b="b"/>
              <a:pathLst>
                <a:path w="3492" h="2033" extrusionOk="0">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138"/>
            <p:cNvSpPr/>
            <p:nvPr/>
          </p:nvSpPr>
          <p:spPr>
            <a:xfrm>
              <a:off x="1894070" y="1697029"/>
              <a:ext cx="19167" cy="50301"/>
            </a:xfrm>
            <a:custGeom>
              <a:avLst/>
              <a:gdLst/>
              <a:ahLst/>
              <a:cxnLst/>
              <a:rect l="l" t="t" r="r" b="b"/>
              <a:pathLst>
                <a:path w="732" h="1921" extrusionOk="0">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138"/>
            <p:cNvSpPr/>
            <p:nvPr/>
          </p:nvSpPr>
          <p:spPr>
            <a:xfrm>
              <a:off x="1918789" y="1697029"/>
              <a:ext cx="19194" cy="50301"/>
            </a:xfrm>
            <a:custGeom>
              <a:avLst/>
              <a:gdLst/>
              <a:ahLst/>
              <a:cxnLst/>
              <a:rect l="l" t="t" r="r" b="b"/>
              <a:pathLst>
                <a:path w="733" h="1921" extrusionOk="0">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138"/>
            <p:cNvSpPr/>
            <p:nvPr/>
          </p:nvSpPr>
          <p:spPr>
            <a:xfrm>
              <a:off x="1892552" y="1704099"/>
              <a:ext cx="52998" cy="11024"/>
            </a:xfrm>
            <a:custGeom>
              <a:avLst/>
              <a:gdLst/>
              <a:ahLst/>
              <a:cxnLst/>
              <a:rect l="l" t="t" r="r" b="b"/>
              <a:pathLst>
                <a:path w="2024" h="421" extrusionOk="0">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138"/>
            <p:cNvSpPr/>
            <p:nvPr/>
          </p:nvSpPr>
          <p:spPr>
            <a:xfrm>
              <a:off x="1887315" y="1728844"/>
              <a:ext cx="52998" cy="10998"/>
            </a:xfrm>
            <a:custGeom>
              <a:avLst/>
              <a:gdLst/>
              <a:ahLst/>
              <a:cxnLst/>
              <a:rect l="l" t="t" r="r" b="b"/>
              <a:pathLst>
                <a:path w="2024" h="420" extrusionOk="0">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138"/>
            <p:cNvSpPr/>
            <p:nvPr/>
          </p:nvSpPr>
          <p:spPr>
            <a:xfrm>
              <a:off x="1946519" y="1679800"/>
              <a:ext cx="21760" cy="67531"/>
            </a:xfrm>
            <a:custGeom>
              <a:avLst/>
              <a:gdLst/>
              <a:ahLst/>
              <a:cxnLst/>
              <a:rect l="l" t="t" r="r" b="b"/>
              <a:pathLst>
                <a:path w="831" h="2579" extrusionOk="0">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138"/>
            <p:cNvSpPr/>
            <p:nvPr/>
          </p:nvSpPr>
          <p:spPr>
            <a:xfrm>
              <a:off x="1947278" y="1736333"/>
              <a:ext cx="32234" cy="10998"/>
            </a:xfrm>
            <a:custGeom>
              <a:avLst/>
              <a:gdLst/>
              <a:ahLst/>
              <a:cxnLst/>
              <a:rect l="l" t="t" r="r" b="b"/>
              <a:pathLst>
                <a:path w="1231" h="420" extrusionOk="0">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138"/>
            <p:cNvSpPr/>
            <p:nvPr/>
          </p:nvSpPr>
          <p:spPr>
            <a:xfrm>
              <a:off x="2037695" y="1701350"/>
              <a:ext cx="69233" cy="11024"/>
            </a:xfrm>
            <a:custGeom>
              <a:avLst/>
              <a:gdLst/>
              <a:ahLst/>
              <a:cxnLst/>
              <a:rect l="l" t="t" r="r" b="b"/>
              <a:pathLst>
                <a:path w="2644" h="421" extrusionOk="0">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9" name="Google Shape;16209;p138"/>
            <p:cNvSpPr/>
            <p:nvPr/>
          </p:nvSpPr>
          <p:spPr>
            <a:xfrm>
              <a:off x="2037381" y="1755972"/>
              <a:ext cx="53810" cy="50066"/>
            </a:xfrm>
            <a:custGeom>
              <a:avLst/>
              <a:gdLst/>
              <a:ahLst/>
              <a:cxnLst/>
              <a:rect l="l" t="t" r="r" b="b"/>
              <a:pathLst>
                <a:path w="2055" h="1912" extrusionOk="0">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0" name="Google Shape;16210;p138"/>
            <p:cNvSpPr/>
            <p:nvPr/>
          </p:nvSpPr>
          <p:spPr>
            <a:xfrm>
              <a:off x="2036936" y="1604099"/>
              <a:ext cx="54046" cy="50066"/>
            </a:xfrm>
            <a:custGeom>
              <a:avLst/>
              <a:gdLst/>
              <a:ahLst/>
              <a:cxnLst/>
              <a:rect l="l" t="t" r="r" b="b"/>
              <a:pathLst>
                <a:path w="2064" h="1912" extrusionOk="0">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138"/>
            <p:cNvSpPr/>
            <p:nvPr/>
          </p:nvSpPr>
          <p:spPr>
            <a:xfrm>
              <a:off x="1759925" y="1697344"/>
              <a:ext cx="68971" cy="11024"/>
            </a:xfrm>
            <a:custGeom>
              <a:avLst/>
              <a:gdLst/>
              <a:ahLst/>
              <a:cxnLst/>
              <a:rect l="l" t="t" r="r" b="b"/>
              <a:pathLst>
                <a:path w="2634" h="421" extrusionOk="0">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138"/>
            <p:cNvSpPr/>
            <p:nvPr/>
          </p:nvSpPr>
          <p:spPr>
            <a:xfrm>
              <a:off x="1775845" y="1604099"/>
              <a:ext cx="53758" cy="50066"/>
            </a:xfrm>
            <a:custGeom>
              <a:avLst/>
              <a:gdLst/>
              <a:ahLst/>
              <a:cxnLst/>
              <a:rect l="l" t="t" r="r" b="b"/>
              <a:pathLst>
                <a:path w="2053" h="1912" extrusionOk="0">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3" name="Google Shape;16213;p138"/>
            <p:cNvSpPr/>
            <p:nvPr/>
          </p:nvSpPr>
          <p:spPr>
            <a:xfrm>
              <a:off x="1775400" y="1755029"/>
              <a:ext cx="55303" cy="50773"/>
            </a:xfrm>
            <a:custGeom>
              <a:avLst/>
              <a:gdLst/>
              <a:ahLst/>
              <a:cxnLst/>
              <a:rect l="l" t="t" r="r" b="b"/>
              <a:pathLst>
                <a:path w="2112" h="1939" extrusionOk="0">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4" name="Google Shape;16214;p138"/>
            <p:cNvSpPr/>
            <p:nvPr/>
          </p:nvSpPr>
          <p:spPr>
            <a:xfrm>
              <a:off x="1943010" y="1775296"/>
              <a:ext cx="69495" cy="11024"/>
            </a:xfrm>
            <a:custGeom>
              <a:avLst/>
              <a:gdLst/>
              <a:ahLst/>
              <a:cxnLst/>
              <a:rect l="l" t="t" r="r" b="b"/>
              <a:pathLst>
                <a:path w="2654" h="421" extrusionOk="0">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138"/>
            <p:cNvSpPr/>
            <p:nvPr/>
          </p:nvSpPr>
          <p:spPr>
            <a:xfrm>
              <a:off x="1854348" y="1775296"/>
              <a:ext cx="76958" cy="11024"/>
            </a:xfrm>
            <a:custGeom>
              <a:avLst/>
              <a:gdLst/>
              <a:ahLst/>
              <a:cxnLst/>
              <a:rect l="l" t="t" r="r" b="b"/>
              <a:pathLst>
                <a:path w="2939" h="421" extrusionOk="0">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6" name="Google Shape;16216;p138"/>
          <p:cNvGrpSpPr/>
          <p:nvPr/>
        </p:nvGrpSpPr>
        <p:grpSpPr>
          <a:xfrm>
            <a:off x="3519295" y="2413660"/>
            <a:ext cx="360227" cy="359311"/>
            <a:chOff x="3519295" y="2413660"/>
            <a:chExt cx="360227" cy="359311"/>
          </a:xfrm>
        </p:grpSpPr>
        <p:sp>
          <p:nvSpPr>
            <p:cNvPr id="16217" name="Google Shape;16217;p138"/>
            <p:cNvSpPr/>
            <p:nvPr/>
          </p:nvSpPr>
          <p:spPr>
            <a:xfrm>
              <a:off x="3639693" y="2545240"/>
              <a:ext cx="225846" cy="214298"/>
            </a:xfrm>
            <a:custGeom>
              <a:avLst/>
              <a:gdLst/>
              <a:ahLst/>
              <a:cxnLst/>
              <a:rect l="l" t="t" r="r" b="b"/>
              <a:pathLst>
                <a:path w="8625" h="8184" extrusionOk="0">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138"/>
            <p:cNvSpPr/>
            <p:nvPr/>
          </p:nvSpPr>
          <p:spPr>
            <a:xfrm>
              <a:off x="3639693" y="2545162"/>
              <a:ext cx="118932" cy="125452"/>
            </a:xfrm>
            <a:custGeom>
              <a:avLst/>
              <a:gdLst/>
              <a:ahLst/>
              <a:cxnLst/>
              <a:rect l="l" t="t" r="r" b="b"/>
              <a:pathLst>
                <a:path w="4542" h="4791" extrusionOk="0">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9" name="Google Shape;16219;p138"/>
            <p:cNvSpPr/>
            <p:nvPr/>
          </p:nvSpPr>
          <p:spPr>
            <a:xfrm>
              <a:off x="3703637" y="2545004"/>
              <a:ext cx="161902" cy="168082"/>
            </a:xfrm>
            <a:custGeom>
              <a:avLst/>
              <a:gdLst/>
              <a:ahLst/>
              <a:cxnLst/>
              <a:rect l="l" t="t" r="r" b="b"/>
              <a:pathLst>
                <a:path w="6183" h="6419" extrusionOk="0">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0" name="Google Shape;16220;p138"/>
            <p:cNvSpPr/>
            <p:nvPr/>
          </p:nvSpPr>
          <p:spPr>
            <a:xfrm>
              <a:off x="3782087" y="2676087"/>
              <a:ext cx="83452" cy="83452"/>
            </a:xfrm>
            <a:custGeom>
              <a:avLst/>
              <a:gdLst/>
              <a:ahLst/>
              <a:cxnLst/>
              <a:rect l="l" t="t" r="r" b="b"/>
              <a:pathLst>
                <a:path w="3187" h="3187" extrusionOk="0">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138"/>
            <p:cNvSpPr/>
            <p:nvPr/>
          </p:nvSpPr>
          <p:spPr>
            <a:xfrm>
              <a:off x="3792561" y="2687137"/>
              <a:ext cx="86960" cy="85834"/>
            </a:xfrm>
            <a:custGeom>
              <a:avLst/>
              <a:gdLst/>
              <a:ahLst/>
              <a:cxnLst/>
              <a:rect l="l" t="t" r="r" b="b"/>
              <a:pathLst>
                <a:path w="3321" h="3278" extrusionOk="0">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138"/>
            <p:cNvSpPr/>
            <p:nvPr/>
          </p:nvSpPr>
          <p:spPr>
            <a:xfrm>
              <a:off x="3842522" y="2687189"/>
              <a:ext cx="36999" cy="36135"/>
            </a:xfrm>
            <a:custGeom>
              <a:avLst/>
              <a:gdLst/>
              <a:ahLst/>
              <a:cxnLst/>
              <a:rect l="l" t="t" r="r" b="b"/>
              <a:pathLst>
                <a:path w="1413" h="1380" extrusionOk="0">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138"/>
            <p:cNvSpPr/>
            <p:nvPr/>
          </p:nvSpPr>
          <p:spPr>
            <a:xfrm>
              <a:off x="3656609" y="2587529"/>
              <a:ext cx="80990" cy="77089"/>
            </a:xfrm>
            <a:custGeom>
              <a:avLst/>
              <a:gdLst/>
              <a:ahLst/>
              <a:cxnLst/>
              <a:rect l="l" t="t" r="r" b="b"/>
              <a:pathLst>
                <a:path w="3093" h="2944" extrusionOk="0">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138"/>
            <p:cNvSpPr/>
            <p:nvPr/>
          </p:nvSpPr>
          <p:spPr>
            <a:xfrm>
              <a:off x="3676379" y="2572446"/>
              <a:ext cx="84997" cy="80938"/>
            </a:xfrm>
            <a:custGeom>
              <a:avLst/>
              <a:gdLst/>
              <a:ahLst/>
              <a:cxnLst/>
              <a:rect l="l" t="t" r="r" b="b"/>
              <a:pathLst>
                <a:path w="3246" h="3091" extrusionOk="0">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5" name="Google Shape;16225;p138"/>
            <p:cNvSpPr/>
            <p:nvPr/>
          </p:nvSpPr>
          <p:spPr>
            <a:xfrm>
              <a:off x="3698636" y="2559930"/>
              <a:ext cx="73973" cy="69966"/>
            </a:xfrm>
            <a:custGeom>
              <a:avLst/>
              <a:gdLst/>
              <a:ahLst/>
              <a:cxnLst/>
              <a:rect l="l" t="t" r="r" b="b"/>
              <a:pathLst>
                <a:path w="2825" h="2672" extrusionOk="0">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6" name="Google Shape;16226;p138"/>
            <p:cNvSpPr/>
            <p:nvPr/>
          </p:nvSpPr>
          <p:spPr>
            <a:xfrm>
              <a:off x="3533278" y="2427041"/>
              <a:ext cx="226081" cy="214272"/>
            </a:xfrm>
            <a:custGeom>
              <a:avLst/>
              <a:gdLst/>
              <a:ahLst/>
              <a:cxnLst/>
              <a:rect l="l" t="t" r="r" b="b"/>
              <a:pathLst>
                <a:path w="8634" h="8183" extrusionOk="0">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138"/>
            <p:cNvSpPr/>
            <p:nvPr/>
          </p:nvSpPr>
          <p:spPr>
            <a:xfrm>
              <a:off x="3622202" y="2523454"/>
              <a:ext cx="131684" cy="117859"/>
            </a:xfrm>
            <a:custGeom>
              <a:avLst/>
              <a:gdLst/>
              <a:ahLst/>
              <a:cxnLst/>
              <a:rect l="l" t="t" r="r" b="b"/>
              <a:pathLst>
                <a:path w="5029" h="4501" extrusionOk="0">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138"/>
            <p:cNvSpPr/>
            <p:nvPr/>
          </p:nvSpPr>
          <p:spPr>
            <a:xfrm>
              <a:off x="3533278" y="2473493"/>
              <a:ext cx="161902" cy="168082"/>
            </a:xfrm>
            <a:custGeom>
              <a:avLst/>
              <a:gdLst/>
              <a:ahLst/>
              <a:cxnLst/>
              <a:rect l="l" t="t" r="r" b="b"/>
              <a:pathLst>
                <a:path w="6183" h="6419" extrusionOk="0">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9" name="Google Shape;16229;p138"/>
            <p:cNvSpPr/>
            <p:nvPr/>
          </p:nvSpPr>
          <p:spPr>
            <a:xfrm>
              <a:off x="3533278" y="2427041"/>
              <a:ext cx="83713" cy="83452"/>
            </a:xfrm>
            <a:custGeom>
              <a:avLst/>
              <a:gdLst/>
              <a:ahLst/>
              <a:cxnLst/>
              <a:rect l="l" t="t" r="r" b="b"/>
              <a:pathLst>
                <a:path w="3197" h="3187" extrusionOk="0">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0" name="Google Shape;16230;p138"/>
            <p:cNvSpPr/>
            <p:nvPr/>
          </p:nvSpPr>
          <p:spPr>
            <a:xfrm>
              <a:off x="3519295" y="2413660"/>
              <a:ext cx="86934" cy="85782"/>
            </a:xfrm>
            <a:custGeom>
              <a:avLst/>
              <a:gdLst/>
              <a:ahLst/>
              <a:cxnLst/>
              <a:rect l="l" t="t" r="r" b="b"/>
              <a:pathLst>
                <a:path w="3320" h="3276" extrusionOk="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138"/>
            <p:cNvSpPr/>
            <p:nvPr/>
          </p:nvSpPr>
          <p:spPr>
            <a:xfrm>
              <a:off x="3519295" y="2462993"/>
              <a:ext cx="36973" cy="36188"/>
            </a:xfrm>
            <a:custGeom>
              <a:avLst/>
              <a:gdLst/>
              <a:ahLst/>
              <a:cxnLst/>
              <a:rect l="l" t="t" r="r" b="b"/>
              <a:pathLst>
                <a:path w="1412" h="1382" extrusionOk="0">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138"/>
            <p:cNvSpPr/>
            <p:nvPr/>
          </p:nvSpPr>
          <p:spPr>
            <a:xfrm>
              <a:off x="3660353" y="2521831"/>
              <a:ext cx="81278" cy="77089"/>
            </a:xfrm>
            <a:custGeom>
              <a:avLst/>
              <a:gdLst/>
              <a:ahLst/>
              <a:cxnLst/>
              <a:rect l="l" t="t" r="r" b="b"/>
              <a:pathLst>
                <a:path w="3104" h="2944" extrusionOk="0">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138"/>
            <p:cNvSpPr/>
            <p:nvPr/>
          </p:nvSpPr>
          <p:spPr>
            <a:xfrm>
              <a:off x="3637075" y="2533090"/>
              <a:ext cx="84813" cy="80807"/>
            </a:xfrm>
            <a:custGeom>
              <a:avLst/>
              <a:gdLst/>
              <a:ahLst/>
              <a:cxnLst/>
              <a:rect l="l" t="t" r="r" b="b"/>
              <a:pathLst>
                <a:path w="3239" h="3086" extrusionOk="0">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138"/>
            <p:cNvSpPr/>
            <p:nvPr/>
          </p:nvSpPr>
          <p:spPr>
            <a:xfrm>
              <a:off x="3625841" y="2556552"/>
              <a:ext cx="73816" cy="69835"/>
            </a:xfrm>
            <a:custGeom>
              <a:avLst/>
              <a:gdLst/>
              <a:ahLst/>
              <a:cxnLst/>
              <a:rect l="l" t="t" r="r" b="b"/>
              <a:pathLst>
                <a:path w="2819" h="2667" extrusionOk="0">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5" name="Google Shape;16235;p138"/>
            <p:cNvSpPr/>
            <p:nvPr/>
          </p:nvSpPr>
          <p:spPr>
            <a:xfrm>
              <a:off x="3650429" y="2427277"/>
              <a:ext cx="215110" cy="224484"/>
            </a:xfrm>
            <a:custGeom>
              <a:avLst/>
              <a:gdLst/>
              <a:ahLst/>
              <a:cxnLst/>
              <a:rect l="l" t="t" r="r" b="b"/>
              <a:pathLst>
                <a:path w="8215" h="8573" extrusionOk="0">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6" name="Google Shape;16236;p138"/>
            <p:cNvSpPr/>
            <p:nvPr/>
          </p:nvSpPr>
          <p:spPr>
            <a:xfrm>
              <a:off x="3650167" y="2524449"/>
              <a:ext cx="107699" cy="127311"/>
            </a:xfrm>
            <a:custGeom>
              <a:avLst/>
              <a:gdLst/>
              <a:ahLst/>
              <a:cxnLst/>
              <a:rect l="l" t="t" r="r" b="b"/>
              <a:pathLst>
                <a:path w="4113" h="4862" extrusionOk="0">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138"/>
            <p:cNvSpPr/>
            <p:nvPr/>
          </p:nvSpPr>
          <p:spPr>
            <a:xfrm>
              <a:off x="3782323" y="2427041"/>
              <a:ext cx="83216" cy="83687"/>
            </a:xfrm>
            <a:custGeom>
              <a:avLst/>
              <a:gdLst/>
              <a:ahLst/>
              <a:cxnLst/>
              <a:rect l="l" t="t" r="r" b="b"/>
              <a:pathLst>
                <a:path w="3178" h="3196" extrusionOk="0">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138"/>
            <p:cNvSpPr/>
            <p:nvPr/>
          </p:nvSpPr>
          <p:spPr>
            <a:xfrm>
              <a:off x="3650167" y="2427041"/>
              <a:ext cx="168893" cy="162138"/>
            </a:xfrm>
            <a:custGeom>
              <a:avLst/>
              <a:gdLst/>
              <a:ahLst/>
              <a:cxnLst/>
              <a:rect l="l" t="t" r="r" b="b"/>
              <a:pathLst>
                <a:path w="6450" h="6192" extrusionOk="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138"/>
            <p:cNvSpPr/>
            <p:nvPr/>
          </p:nvSpPr>
          <p:spPr>
            <a:xfrm>
              <a:off x="3792823" y="2413660"/>
              <a:ext cx="86699" cy="85782"/>
            </a:xfrm>
            <a:custGeom>
              <a:avLst/>
              <a:gdLst/>
              <a:ahLst/>
              <a:cxnLst/>
              <a:rect l="l" t="t" r="r" b="b"/>
              <a:pathLst>
                <a:path w="3311" h="3276" extrusionOk="0">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138"/>
            <p:cNvSpPr/>
            <p:nvPr/>
          </p:nvSpPr>
          <p:spPr>
            <a:xfrm>
              <a:off x="3792823" y="2413844"/>
              <a:ext cx="36999" cy="36450"/>
            </a:xfrm>
            <a:custGeom>
              <a:avLst/>
              <a:gdLst/>
              <a:ahLst/>
              <a:cxnLst/>
              <a:rect l="l" t="t" r="r" b="b"/>
              <a:pathLst>
                <a:path w="1413" h="1392" extrusionOk="0">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1" name="Google Shape;16241;p138"/>
            <p:cNvSpPr/>
            <p:nvPr/>
          </p:nvSpPr>
          <p:spPr>
            <a:xfrm>
              <a:off x="3691906" y="2556683"/>
              <a:ext cx="81226" cy="76958"/>
            </a:xfrm>
            <a:custGeom>
              <a:avLst/>
              <a:gdLst/>
              <a:ahLst/>
              <a:cxnLst/>
              <a:rect l="l" t="t" r="r" b="b"/>
              <a:pathLst>
                <a:path w="3102" h="2939" extrusionOk="0">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2" name="Google Shape;16242;p138"/>
            <p:cNvSpPr/>
            <p:nvPr/>
          </p:nvSpPr>
          <p:spPr>
            <a:xfrm>
              <a:off x="3676902" y="2533195"/>
              <a:ext cx="84970" cy="80702"/>
            </a:xfrm>
            <a:custGeom>
              <a:avLst/>
              <a:gdLst/>
              <a:ahLst/>
              <a:cxnLst/>
              <a:rect l="l" t="t" r="r" b="b"/>
              <a:pathLst>
                <a:path w="3245" h="3082" extrusionOk="0">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138"/>
            <p:cNvSpPr/>
            <p:nvPr/>
          </p:nvSpPr>
          <p:spPr>
            <a:xfrm>
              <a:off x="3664412" y="2522433"/>
              <a:ext cx="72768" cy="69233"/>
            </a:xfrm>
            <a:custGeom>
              <a:avLst/>
              <a:gdLst/>
              <a:ahLst/>
              <a:cxnLst/>
              <a:rect l="l" t="t" r="r" b="b"/>
              <a:pathLst>
                <a:path w="2779" h="2644" extrusionOk="0">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138"/>
            <p:cNvSpPr/>
            <p:nvPr/>
          </p:nvSpPr>
          <p:spPr>
            <a:xfrm>
              <a:off x="3533278" y="2534557"/>
              <a:ext cx="215607" cy="224746"/>
            </a:xfrm>
            <a:custGeom>
              <a:avLst/>
              <a:gdLst/>
              <a:ahLst/>
              <a:cxnLst/>
              <a:rect l="l" t="t" r="r" b="b"/>
              <a:pathLst>
                <a:path w="8234" h="8583" extrusionOk="0">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138"/>
            <p:cNvSpPr/>
            <p:nvPr/>
          </p:nvSpPr>
          <p:spPr>
            <a:xfrm>
              <a:off x="3579730" y="2597401"/>
              <a:ext cx="168893" cy="161902"/>
            </a:xfrm>
            <a:custGeom>
              <a:avLst/>
              <a:gdLst/>
              <a:ahLst/>
              <a:cxnLst/>
              <a:rect l="l" t="t" r="r" b="b"/>
              <a:pathLst>
                <a:path w="6450" h="6183" extrusionOk="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138"/>
            <p:cNvSpPr/>
            <p:nvPr/>
          </p:nvSpPr>
          <p:spPr>
            <a:xfrm>
              <a:off x="3533278" y="2675825"/>
              <a:ext cx="83216" cy="83713"/>
            </a:xfrm>
            <a:custGeom>
              <a:avLst/>
              <a:gdLst/>
              <a:ahLst/>
              <a:cxnLst/>
              <a:rect l="l" t="t" r="r" b="b"/>
              <a:pathLst>
                <a:path w="3178" h="3197" extrusionOk="0">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138"/>
            <p:cNvSpPr/>
            <p:nvPr/>
          </p:nvSpPr>
          <p:spPr>
            <a:xfrm>
              <a:off x="3519295" y="2687137"/>
              <a:ext cx="86934" cy="85834"/>
            </a:xfrm>
            <a:custGeom>
              <a:avLst/>
              <a:gdLst/>
              <a:ahLst/>
              <a:cxnLst/>
              <a:rect l="l" t="t" r="r" b="b"/>
              <a:pathLst>
                <a:path w="3320" h="3278" extrusionOk="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8" name="Google Shape;16248;p138"/>
            <p:cNvSpPr/>
            <p:nvPr/>
          </p:nvSpPr>
          <p:spPr>
            <a:xfrm>
              <a:off x="3569230" y="2736286"/>
              <a:ext cx="36764" cy="36685"/>
            </a:xfrm>
            <a:custGeom>
              <a:avLst/>
              <a:gdLst/>
              <a:ahLst/>
              <a:cxnLst/>
              <a:rect l="l" t="t" r="r" b="b"/>
              <a:pathLst>
                <a:path w="1404" h="1401" extrusionOk="0">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9" name="Google Shape;16249;p138"/>
            <p:cNvSpPr/>
            <p:nvPr/>
          </p:nvSpPr>
          <p:spPr>
            <a:xfrm>
              <a:off x="3623694" y="2539427"/>
              <a:ext cx="83478" cy="86646"/>
            </a:xfrm>
            <a:custGeom>
              <a:avLst/>
              <a:gdLst/>
              <a:ahLst/>
              <a:cxnLst/>
              <a:rect l="l" t="t" r="r" b="b"/>
              <a:pathLst>
                <a:path w="3188" h="3309" extrusionOk="0">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138"/>
            <p:cNvSpPr/>
            <p:nvPr/>
          </p:nvSpPr>
          <p:spPr>
            <a:xfrm>
              <a:off x="3633147" y="2559930"/>
              <a:ext cx="88243" cy="89657"/>
            </a:xfrm>
            <a:custGeom>
              <a:avLst/>
              <a:gdLst/>
              <a:ahLst/>
              <a:cxnLst/>
              <a:rect l="l" t="t" r="r" b="b"/>
              <a:pathLst>
                <a:path w="3370" h="3424" extrusionOk="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138"/>
            <p:cNvSpPr/>
            <p:nvPr/>
          </p:nvSpPr>
          <p:spPr>
            <a:xfrm>
              <a:off x="3656635" y="2579909"/>
              <a:ext cx="79760" cy="80938"/>
            </a:xfrm>
            <a:custGeom>
              <a:avLst/>
              <a:gdLst/>
              <a:ahLst/>
              <a:cxnLst/>
              <a:rect l="l" t="t" r="r" b="b"/>
              <a:pathLst>
                <a:path w="3046" h="3091" extrusionOk="0">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2" name="Google Shape;16252;p138"/>
          <p:cNvGrpSpPr/>
          <p:nvPr/>
        </p:nvGrpSpPr>
        <p:grpSpPr>
          <a:xfrm>
            <a:off x="1330255" y="3845718"/>
            <a:ext cx="358996" cy="250774"/>
            <a:chOff x="1330255" y="3845718"/>
            <a:chExt cx="358996" cy="250774"/>
          </a:xfrm>
        </p:grpSpPr>
        <p:sp>
          <p:nvSpPr>
            <p:cNvPr id="16253" name="Google Shape;16253;p138"/>
            <p:cNvSpPr/>
            <p:nvPr/>
          </p:nvSpPr>
          <p:spPr>
            <a:xfrm>
              <a:off x="1445417" y="3845718"/>
              <a:ext cx="243835" cy="247762"/>
            </a:xfrm>
            <a:custGeom>
              <a:avLst/>
              <a:gdLst/>
              <a:ahLst/>
              <a:cxnLst/>
              <a:rect l="l" t="t" r="r" b="b"/>
              <a:pathLst>
                <a:path w="9312" h="9462" extrusionOk="0">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138"/>
            <p:cNvSpPr/>
            <p:nvPr/>
          </p:nvSpPr>
          <p:spPr>
            <a:xfrm>
              <a:off x="1445417" y="4055250"/>
              <a:ext cx="218854" cy="38492"/>
            </a:xfrm>
            <a:custGeom>
              <a:avLst/>
              <a:gdLst/>
              <a:ahLst/>
              <a:cxnLst/>
              <a:rect l="l" t="t" r="r" b="b"/>
              <a:pathLst>
                <a:path w="8358" h="1470" extrusionOk="0">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138"/>
            <p:cNvSpPr/>
            <p:nvPr/>
          </p:nvSpPr>
          <p:spPr>
            <a:xfrm>
              <a:off x="1445417" y="3946085"/>
              <a:ext cx="56219" cy="132653"/>
            </a:xfrm>
            <a:custGeom>
              <a:avLst/>
              <a:gdLst/>
              <a:ahLst/>
              <a:cxnLst/>
              <a:rect l="l" t="t" r="r" b="b"/>
              <a:pathLst>
                <a:path w="2147" h="5066" extrusionOk="0">
                  <a:moveTo>
                    <a:pt x="2147" y="0"/>
                  </a:moveTo>
                  <a:lnTo>
                    <a:pt x="2061" y="10"/>
                  </a:lnTo>
                  <a:lnTo>
                    <a:pt x="0" y="10"/>
                  </a:lnTo>
                  <a:lnTo>
                    <a:pt x="0" y="5066"/>
                  </a:lnTo>
                  <a:lnTo>
                    <a:pt x="2147" y="5066"/>
                  </a:lnTo>
                  <a:lnTo>
                    <a:pt x="2147"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6" name="Google Shape;16256;p138"/>
            <p:cNvSpPr/>
            <p:nvPr/>
          </p:nvSpPr>
          <p:spPr>
            <a:xfrm>
              <a:off x="1418446" y="3936083"/>
              <a:ext cx="58969" cy="152659"/>
            </a:xfrm>
            <a:custGeom>
              <a:avLst/>
              <a:gdLst/>
              <a:ahLst/>
              <a:cxnLst/>
              <a:rect l="l" t="t" r="r" b="b"/>
              <a:pathLst>
                <a:path w="2252" h="5830" extrusionOk="0">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7" name="Google Shape;16257;p138"/>
            <p:cNvSpPr/>
            <p:nvPr/>
          </p:nvSpPr>
          <p:spPr>
            <a:xfrm>
              <a:off x="1418446" y="4056743"/>
              <a:ext cx="58969" cy="31998"/>
            </a:xfrm>
            <a:custGeom>
              <a:avLst/>
              <a:gdLst/>
              <a:ahLst/>
              <a:cxnLst/>
              <a:rect l="l" t="t" r="r" b="b"/>
              <a:pathLst>
                <a:path w="2252" h="1222" extrusionOk="0">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138"/>
            <p:cNvSpPr/>
            <p:nvPr/>
          </p:nvSpPr>
          <p:spPr>
            <a:xfrm>
              <a:off x="1330255" y="3928332"/>
              <a:ext cx="92459" cy="168160"/>
            </a:xfrm>
            <a:custGeom>
              <a:avLst/>
              <a:gdLst/>
              <a:ahLst/>
              <a:cxnLst/>
              <a:rect l="l" t="t" r="r" b="b"/>
              <a:pathLst>
                <a:path w="3531" h="6422" extrusionOk="0">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138"/>
            <p:cNvSpPr/>
            <p:nvPr/>
          </p:nvSpPr>
          <p:spPr>
            <a:xfrm>
              <a:off x="1330255" y="4056743"/>
              <a:ext cx="92459" cy="39749"/>
            </a:xfrm>
            <a:custGeom>
              <a:avLst/>
              <a:gdLst/>
              <a:ahLst/>
              <a:cxnLst/>
              <a:rect l="l" t="t" r="r" b="b"/>
              <a:pathLst>
                <a:path w="3531" h="1518" extrusionOk="0">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138"/>
            <p:cNvSpPr/>
            <p:nvPr/>
          </p:nvSpPr>
          <p:spPr>
            <a:xfrm>
              <a:off x="1631435" y="3961037"/>
              <a:ext cx="56062" cy="10841"/>
            </a:xfrm>
            <a:custGeom>
              <a:avLst/>
              <a:gdLst/>
              <a:ahLst/>
              <a:cxnLst/>
              <a:rect l="l" t="t" r="r" b="b"/>
              <a:pathLst>
                <a:path w="2141" h="414" extrusionOk="0">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138"/>
            <p:cNvSpPr/>
            <p:nvPr/>
          </p:nvSpPr>
          <p:spPr>
            <a:xfrm>
              <a:off x="1632273" y="4001545"/>
              <a:ext cx="47971" cy="10998"/>
            </a:xfrm>
            <a:custGeom>
              <a:avLst/>
              <a:gdLst/>
              <a:ahLst/>
              <a:cxnLst/>
              <a:rect l="l" t="t" r="r" b="b"/>
              <a:pathLst>
                <a:path w="1832" h="420" extrusionOk="0">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138"/>
            <p:cNvSpPr/>
            <p:nvPr/>
          </p:nvSpPr>
          <p:spPr>
            <a:xfrm>
              <a:off x="1631435" y="4041975"/>
              <a:ext cx="43074" cy="10814"/>
            </a:xfrm>
            <a:custGeom>
              <a:avLst/>
              <a:gdLst/>
              <a:ahLst/>
              <a:cxnLst/>
              <a:rect l="l" t="t" r="r" b="b"/>
              <a:pathLst>
                <a:path w="1645" h="413" extrusionOk="0">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3" name="Google Shape;16263;p138"/>
          <p:cNvGrpSpPr/>
          <p:nvPr/>
        </p:nvGrpSpPr>
        <p:grpSpPr>
          <a:xfrm>
            <a:off x="3115103" y="3791384"/>
            <a:ext cx="373424" cy="359311"/>
            <a:chOff x="3115103" y="3791384"/>
            <a:chExt cx="373424" cy="359311"/>
          </a:xfrm>
        </p:grpSpPr>
        <p:sp>
          <p:nvSpPr>
            <p:cNvPr id="16264" name="Google Shape;16264;p138"/>
            <p:cNvSpPr/>
            <p:nvPr/>
          </p:nvSpPr>
          <p:spPr>
            <a:xfrm>
              <a:off x="3115103" y="3891908"/>
              <a:ext cx="159152" cy="180598"/>
            </a:xfrm>
            <a:custGeom>
              <a:avLst/>
              <a:gdLst/>
              <a:ahLst/>
              <a:cxnLst/>
              <a:rect l="l" t="t" r="r" b="b"/>
              <a:pathLst>
                <a:path w="6078" h="6897" extrusionOk="0">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5" name="Google Shape;16265;p138"/>
            <p:cNvSpPr/>
            <p:nvPr/>
          </p:nvSpPr>
          <p:spPr>
            <a:xfrm>
              <a:off x="3232517" y="3940586"/>
              <a:ext cx="45798" cy="40561"/>
            </a:xfrm>
            <a:custGeom>
              <a:avLst/>
              <a:gdLst/>
              <a:ahLst/>
              <a:cxnLst/>
              <a:rect l="l" t="t" r="r" b="b"/>
              <a:pathLst>
                <a:path w="1749" h="1549" extrusionOk="0">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6" name="Google Shape;16266;p138"/>
            <p:cNvSpPr/>
            <p:nvPr/>
          </p:nvSpPr>
          <p:spPr>
            <a:xfrm>
              <a:off x="3242493" y="3950956"/>
              <a:ext cx="43991" cy="43598"/>
            </a:xfrm>
            <a:custGeom>
              <a:avLst/>
              <a:gdLst/>
              <a:ahLst/>
              <a:cxnLst/>
              <a:rect l="l" t="t" r="r" b="b"/>
              <a:pathLst>
                <a:path w="1680" h="1665" extrusionOk="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138"/>
            <p:cNvSpPr/>
            <p:nvPr/>
          </p:nvSpPr>
          <p:spPr>
            <a:xfrm>
              <a:off x="3319948" y="3791384"/>
              <a:ext cx="168579" cy="141478"/>
            </a:xfrm>
            <a:custGeom>
              <a:avLst/>
              <a:gdLst/>
              <a:ahLst/>
              <a:cxnLst/>
              <a:rect l="l" t="t" r="r" b="b"/>
              <a:pathLst>
                <a:path w="6438" h="5403" extrusionOk="0">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138"/>
            <p:cNvSpPr/>
            <p:nvPr/>
          </p:nvSpPr>
          <p:spPr>
            <a:xfrm>
              <a:off x="3233747" y="3945614"/>
              <a:ext cx="213879" cy="205081"/>
            </a:xfrm>
            <a:custGeom>
              <a:avLst/>
              <a:gdLst/>
              <a:ahLst/>
              <a:cxnLst/>
              <a:rect l="l" t="t" r="r" b="b"/>
              <a:pathLst>
                <a:path w="8168" h="7832" extrusionOk="0">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138"/>
            <p:cNvSpPr/>
            <p:nvPr/>
          </p:nvSpPr>
          <p:spPr>
            <a:xfrm>
              <a:off x="3311438" y="4019272"/>
              <a:ext cx="136424" cy="131423"/>
            </a:xfrm>
            <a:custGeom>
              <a:avLst/>
              <a:gdLst/>
              <a:ahLst/>
              <a:cxnLst/>
              <a:rect l="l" t="t" r="r" b="b"/>
              <a:pathLst>
                <a:path w="5210" h="5019" extrusionOk="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138"/>
            <p:cNvSpPr/>
            <p:nvPr/>
          </p:nvSpPr>
          <p:spPr>
            <a:xfrm>
              <a:off x="3233747" y="3945614"/>
              <a:ext cx="164154" cy="156115"/>
            </a:xfrm>
            <a:custGeom>
              <a:avLst/>
              <a:gdLst/>
              <a:ahLst/>
              <a:cxnLst/>
              <a:rect l="l" t="t" r="r" b="b"/>
              <a:pathLst>
                <a:path w="6269" h="5962" extrusionOk="0">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138"/>
            <p:cNvSpPr/>
            <p:nvPr/>
          </p:nvSpPr>
          <p:spPr>
            <a:xfrm>
              <a:off x="3236261" y="3945509"/>
              <a:ext cx="151402" cy="146715"/>
            </a:xfrm>
            <a:custGeom>
              <a:avLst/>
              <a:gdLst/>
              <a:ahLst/>
              <a:cxnLst/>
              <a:rect l="l" t="t" r="r" b="b"/>
              <a:pathLst>
                <a:path w="5782" h="5603" extrusionOk="0">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138"/>
            <p:cNvSpPr/>
            <p:nvPr/>
          </p:nvSpPr>
          <p:spPr>
            <a:xfrm>
              <a:off x="3236261" y="3945509"/>
              <a:ext cx="151402" cy="146715"/>
            </a:xfrm>
            <a:custGeom>
              <a:avLst/>
              <a:gdLst/>
              <a:ahLst/>
              <a:cxnLst/>
              <a:rect l="l" t="t" r="r" b="b"/>
              <a:pathLst>
                <a:path w="5782" h="5603" extrusionOk="0">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138"/>
            <p:cNvSpPr/>
            <p:nvPr/>
          </p:nvSpPr>
          <p:spPr>
            <a:xfrm>
              <a:off x="3264488" y="3972558"/>
              <a:ext cx="87955" cy="87196"/>
            </a:xfrm>
            <a:custGeom>
              <a:avLst/>
              <a:gdLst/>
              <a:ahLst/>
              <a:cxnLst/>
              <a:rect l="l" t="t" r="r" b="b"/>
              <a:pathLst>
                <a:path w="3359" h="3330" extrusionOk="0">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138"/>
            <p:cNvSpPr/>
            <p:nvPr/>
          </p:nvSpPr>
          <p:spPr>
            <a:xfrm>
              <a:off x="3283473" y="3992668"/>
              <a:ext cx="36999" cy="34302"/>
            </a:xfrm>
            <a:custGeom>
              <a:avLst/>
              <a:gdLst/>
              <a:ahLst/>
              <a:cxnLst/>
              <a:rect l="l" t="t" r="r" b="b"/>
              <a:pathLst>
                <a:path w="1413" h="1310" extrusionOk="0">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5" name="Google Shape;16275;p138"/>
            <p:cNvSpPr/>
            <p:nvPr/>
          </p:nvSpPr>
          <p:spPr>
            <a:xfrm>
              <a:off x="3392140" y="3828174"/>
              <a:ext cx="43729" cy="43493"/>
            </a:xfrm>
            <a:custGeom>
              <a:avLst/>
              <a:gdLst/>
              <a:ahLst/>
              <a:cxnLst/>
              <a:rect l="l" t="t" r="r" b="b"/>
              <a:pathLst>
                <a:path w="1670" h="1661" extrusionOk="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6" name="Google Shape;16276;p138"/>
            <p:cNvSpPr/>
            <p:nvPr/>
          </p:nvSpPr>
          <p:spPr>
            <a:xfrm>
              <a:off x="3376141" y="3822649"/>
              <a:ext cx="75360" cy="54517"/>
            </a:xfrm>
            <a:custGeom>
              <a:avLst/>
              <a:gdLst/>
              <a:ahLst/>
              <a:cxnLst/>
              <a:rect l="l" t="t" r="r" b="b"/>
              <a:pathLst>
                <a:path w="2878" h="2082" extrusionOk="0">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138"/>
            <p:cNvSpPr/>
            <p:nvPr/>
          </p:nvSpPr>
          <p:spPr>
            <a:xfrm>
              <a:off x="3366165" y="3859230"/>
              <a:ext cx="40953" cy="36659"/>
            </a:xfrm>
            <a:custGeom>
              <a:avLst/>
              <a:gdLst/>
              <a:ahLst/>
              <a:cxnLst/>
              <a:rect l="l" t="t" r="r" b="b"/>
              <a:pathLst>
                <a:path w="1564" h="1400" extrusionOk="0">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8" name="Google Shape;16278;p138"/>
          <p:cNvGrpSpPr/>
          <p:nvPr/>
        </p:nvGrpSpPr>
        <p:grpSpPr>
          <a:xfrm>
            <a:off x="883853" y="3792641"/>
            <a:ext cx="378190" cy="357059"/>
            <a:chOff x="883853" y="3792641"/>
            <a:chExt cx="378190" cy="357059"/>
          </a:xfrm>
        </p:grpSpPr>
        <p:sp>
          <p:nvSpPr>
            <p:cNvPr id="16279" name="Google Shape;16279;p138"/>
            <p:cNvSpPr/>
            <p:nvPr/>
          </p:nvSpPr>
          <p:spPr>
            <a:xfrm>
              <a:off x="1012500" y="4093219"/>
              <a:ext cx="42734" cy="38989"/>
            </a:xfrm>
            <a:custGeom>
              <a:avLst/>
              <a:gdLst/>
              <a:ahLst/>
              <a:cxnLst/>
              <a:rect l="l" t="t" r="r" b="b"/>
              <a:pathLst>
                <a:path w="1632" h="1489" extrusionOk="0">
                  <a:moveTo>
                    <a:pt x="335" y="0"/>
                  </a:moveTo>
                  <a:lnTo>
                    <a:pt x="1" y="1488"/>
                  </a:lnTo>
                  <a:lnTo>
                    <a:pt x="1632" y="1488"/>
                  </a:lnTo>
                  <a:lnTo>
                    <a:pt x="1298"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138"/>
            <p:cNvSpPr/>
            <p:nvPr/>
          </p:nvSpPr>
          <p:spPr>
            <a:xfrm>
              <a:off x="983277" y="4128673"/>
              <a:ext cx="101205" cy="21027"/>
            </a:xfrm>
            <a:custGeom>
              <a:avLst/>
              <a:gdLst/>
              <a:ahLst/>
              <a:cxnLst/>
              <a:rect l="l" t="t" r="r" b="b"/>
              <a:pathLst>
                <a:path w="3865" h="803" extrusionOk="0">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138"/>
            <p:cNvSpPr/>
            <p:nvPr/>
          </p:nvSpPr>
          <p:spPr>
            <a:xfrm>
              <a:off x="883853" y="3900602"/>
              <a:ext cx="300054" cy="196126"/>
            </a:xfrm>
            <a:custGeom>
              <a:avLst/>
              <a:gdLst/>
              <a:ahLst/>
              <a:cxnLst/>
              <a:rect l="l" t="t" r="r" b="b"/>
              <a:pathLst>
                <a:path w="11459" h="7490" extrusionOk="0">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138"/>
            <p:cNvSpPr/>
            <p:nvPr/>
          </p:nvSpPr>
          <p:spPr>
            <a:xfrm>
              <a:off x="883853" y="4081462"/>
              <a:ext cx="300290" cy="15266"/>
            </a:xfrm>
            <a:custGeom>
              <a:avLst/>
              <a:gdLst/>
              <a:ahLst/>
              <a:cxnLst/>
              <a:rect l="l" t="t" r="r" b="b"/>
              <a:pathLst>
                <a:path w="11468" h="583" extrusionOk="0">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138"/>
            <p:cNvSpPr/>
            <p:nvPr/>
          </p:nvSpPr>
          <p:spPr>
            <a:xfrm>
              <a:off x="902837" y="3920843"/>
              <a:ext cx="262086" cy="145667"/>
            </a:xfrm>
            <a:custGeom>
              <a:avLst/>
              <a:gdLst/>
              <a:ahLst/>
              <a:cxnLst/>
              <a:rect l="l" t="t" r="r" b="b"/>
              <a:pathLst>
                <a:path w="10009" h="5563" extrusionOk="0">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4" name="Google Shape;16284;p138"/>
            <p:cNvSpPr/>
            <p:nvPr/>
          </p:nvSpPr>
          <p:spPr>
            <a:xfrm>
              <a:off x="902837" y="3920843"/>
              <a:ext cx="262086" cy="145667"/>
            </a:xfrm>
            <a:custGeom>
              <a:avLst/>
              <a:gdLst/>
              <a:ahLst/>
              <a:cxnLst/>
              <a:rect l="l" t="t" r="r" b="b"/>
              <a:pathLst>
                <a:path w="10009" h="5563" extrusionOk="0">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5" name="Google Shape;16285;p138"/>
            <p:cNvSpPr/>
            <p:nvPr/>
          </p:nvSpPr>
          <p:spPr>
            <a:xfrm>
              <a:off x="1013495" y="4076225"/>
              <a:ext cx="40744" cy="11024"/>
            </a:xfrm>
            <a:custGeom>
              <a:avLst/>
              <a:gdLst/>
              <a:ahLst/>
              <a:cxnLst/>
              <a:rect l="l" t="t" r="r" b="b"/>
              <a:pathLst>
                <a:path w="1556" h="421" extrusionOk="0">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138"/>
            <p:cNvSpPr/>
            <p:nvPr/>
          </p:nvSpPr>
          <p:spPr>
            <a:xfrm>
              <a:off x="1084456" y="3792641"/>
              <a:ext cx="177587" cy="149228"/>
            </a:xfrm>
            <a:custGeom>
              <a:avLst/>
              <a:gdLst/>
              <a:ahLst/>
              <a:cxnLst/>
              <a:rect l="l" t="t" r="r" b="b"/>
              <a:pathLst>
                <a:path w="6782" h="5699" extrusionOk="0">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138"/>
            <p:cNvSpPr/>
            <p:nvPr/>
          </p:nvSpPr>
          <p:spPr>
            <a:xfrm>
              <a:off x="1157800" y="3841633"/>
              <a:ext cx="21341" cy="52998"/>
            </a:xfrm>
            <a:custGeom>
              <a:avLst/>
              <a:gdLst/>
              <a:ahLst/>
              <a:cxnLst/>
              <a:rect l="l" t="t" r="r" b="b"/>
              <a:pathLst>
                <a:path w="815" h="2024" extrusionOk="0">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138"/>
            <p:cNvSpPr/>
            <p:nvPr/>
          </p:nvSpPr>
          <p:spPr>
            <a:xfrm>
              <a:off x="1157041" y="3886095"/>
              <a:ext cx="32338" cy="10814"/>
            </a:xfrm>
            <a:custGeom>
              <a:avLst/>
              <a:gdLst/>
              <a:ahLst/>
              <a:cxnLst/>
              <a:rect l="l" t="t" r="r" b="b"/>
              <a:pathLst>
                <a:path w="1235" h="413" extrusionOk="0">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9" name="Google Shape;16289;p138"/>
            <p:cNvSpPr/>
            <p:nvPr/>
          </p:nvSpPr>
          <p:spPr>
            <a:xfrm>
              <a:off x="1160628" y="3825058"/>
              <a:ext cx="18513" cy="15868"/>
            </a:xfrm>
            <a:custGeom>
              <a:avLst/>
              <a:gdLst/>
              <a:ahLst/>
              <a:cxnLst/>
              <a:rect l="l" t="t" r="r" b="b"/>
              <a:pathLst>
                <a:path w="707" h="606" extrusionOk="0">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0" name="Google Shape;16290;p138"/>
            <p:cNvSpPr/>
            <p:nvPr/>
          </p:nvSpPr>
          <p:spPr>
            <a:xfrm>
              <a:off x="976784" y="3861639"/>
              <a:ext cx="26997" cy="26997"/>
            </a:xfrm>
            <a:custGeom>
              <a:avLst/>
              <a:gdLst/>
              <a:ahLst/>
              <a:cxnLst/>
              <a:rect l="l" t="t" r="r" b="b"/>
              <a:pathLst>
                <a:path w="1031" h="1031" extrusionOk="0">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138"/>
            <p:cNvSpPr/>
            <p:nvPr/>
          </p:nvSpPr>
          <p:spPr>
            <a:xfrm>
              <a:off x="1063953" y="3861639"/>
              <a:ext cx="27023" cy="26997"/>
            </a:xfrm>
            <a:custGeom>
              <a:avLst/>
              <a:gdLst/>
              <a:ahLst/>
              <a:cxnLst/>
              <a:rect l="l" t="t" r="r" b="b"/>
              <a:pathLst>
                <a:path w="1032" h="1031" extrusionOk="0">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138"/>
            <p:cNvSpPr/>
            <p:nvPr/>
          </p:nvSpPr>
          <p:spPr>
            <a:xfrm>
              <a:off x="1013259" y="3901361"/>
              <a:ext cx="41241" cy="74208"/>
            </a:xfrm>
            <a:custGeom>
              <a:avLst/>
              <a:gdLst/>
              <a:ahLst/>
              <a:cxnLst/>
              <a:rect l="l" t="t" r="r" b="b"/>
              <a:pathLst>
                <a:path w="1575" h="2834" extrusionOk="0">
                  <a:moveTo>
                    <a:pt x="0" y="1"/>
                  </a:moveTo>
                  <a:lnTo>
                    <a:pt x="0" y="2157"/>
                  </a:lnTo>
                  <a:lnTo>
                    <a:pt x="783" y="2834"/>
                  </a:lnTo>
                  <a:lnTo>
                    <a:pt x="792" y="2834"/>
                  </a:lnTo>
                  <a:lnTo>
                    <a:pt x="1574" y="2157"/>
                  </a:lnTo>
                  <a:lnTo>
                    <a:pt x="157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138"/>
            <p:cNvSpPr/>
            <p:nvPr/>
          </p:nvSpPr>
          <p:spPr>
            <a:xfrm>
              <a:off x="928813" y="3947316"/>
              <a:ext cx="210108" cy="89710"/>
            </a:xfrm>
            <a:custGeom>
              <a:avLst/>
              <a:gdLst/>
              <a:ahLst/>
              <a:cxnLst/>
              <a:rect l="l" t="t" r="r" b="b"/>
              <a:pathLst>
                <a:path w="8024" h="3426" extrusionOk="0">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138"/>
            <p:cNvSpPr/>
            <p:nvPr/>
          </p:nvSpPr>
          <p:spPr>
            <a:xfrm>
              <a:off x="990269" y="3804686"/>
              <a:ext cx="87222" cy="120058"/>
            </a:xfrm>
            <a:custGeom>
              <a:avLst/>
              <a:gdLst/>
              <a:ahLst/>
              <a:cxnLst/>
              <a:rect l="l" t="t" r="r" b="b"/>
              <a:pathLst>
                <a:path w="3331" h="4585" extrusionOk="0">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138"/>
            <p:cNvSpPr/>
            <p:nvPr/>
          </p:nvSpPr>
          <p:spPr>
            <a:xfrm>
              <a:off x="990269" y="3804948"/>
              <a:ext cx="30008" cy="39487"/>
            </a:xfrm>
            <a:custGeom>
              <a:avLst/>
              <a:gdLst/>
              <a:ahLst/>
              <a:cxnLst/>
              <a:rect l="l" t="t" r="r" b="b"/>
              <a:pathLst>
                <a:path w="1146" h="1508" extrusionOk="0">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138"/>
            <p:cNvSpPr/>
            <p:nvPr/>
          </p:nvSpPr>
          <p:spPr>
            <a:xfrm>
              <a:off x="1020251" y="3804686"/>
              <a:ext cx="57240" cy="56979"/>
            </a:xfrm>
            <a:custGeom>
              <a:avLst/>
              <a:gdLst/>
              <a:ahLst/>
              <a:cxnLst/>
              <a:rect l="l" t="t" r="r" b="b"/>
              <a:pathLst>
                <a:path w="2186" h="2176" extrusionOk="0">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138"/>
            <p:cNvSpPr/>
            <p:nvPr/>
          </p:nvSpPr>
          <p:spPr>
            <a:xfrm>
              <a:off x="1023000" y="3858837"/>
              <a:ext cx="22598" cy="32312"/>
            </a:xfrm>
            <a:custGeom>
              <a:avLst/>
              <a:gdLst/>
              <a:ahLst/>
              <a:cxnLst/>
              <a:rect l="l" t="t" r="r" b="b"/>
              <a:pathLst>
                <a:path w="863" h="1234" extrusionOk="0">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138"/>
            <p:cNvSpPr/>
            <p:nvPr/>
          </p:nvSpPr>
          <p:spPr>
            <a:xfrm>
              <a:off x="1019256" y="3961822"/>
              <a:ext cx="29249" cy="75203"/>
            </a:xfrm>
            <a:custGeom>
              <a:avLst/>
              <a:gdLst/>
              <a:ahLst/>
              <a:cxnLst/>
              <a:rect l="l" t="t" r="r" b="b"/>
              <a:pathLst>
                <a:path w="1117" h="2872" extrusionOk="0">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138"/>
            <p:cNvSpPr/>
            <p:nvPr/>
          </p:nvSpPr>
          <p:spPr>
            <a:xfrm>
              <a:off x="1013259" y="3947316"/>
              <a:ext cx="20765" cy="39016"/>
            </a:xfrm>
            <a:custGeom>
              <a:avLst/>
              <a:gdLst/>
              <a:ahLst/>
              <a:cxnLst/>
              <a:rect l="l" t="t" r="r" b="b"/>
              <a:pathLst>
                <a:path w="793" h="1490" extrusionOk="0">
                  <a:moveTo>
                    <a:pt x="0" y="1"/>
                  </a:moveTo>
                  <a:lnTo>
                    <a:pt x="0" y="1489"/>
                  </a:lnTo>
                  <a:lnTo>
                    <a:pt x="792" y="554"/>
                  </a:lnTo>
                  <a:lnTo>
                    <a:pt x="0"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0" name="Google Shape;16300;p138"/>
            <p:cNvSpPr/>
            <p:nvPr/>
          </p:nvSpPr>
          <p:spPr>
            <a:xfrm>
              <a:off x="1033736" y="3947316"/>
              <a:ext cx="20765" cy="39016"/>
            </a:xfrm>
            <a:custGeom>
              <a:avLst/>
              <a:gdLst/>
              <a:ahLst/>
              <a:cxnLst/>
              <a:rect l="l" t="t" r="r" b="b"/>
              <a:pathLst>
                <a:path w="793" h="1490" extrusionOk="0">
                  <a:moveTo>
                    <a:pt x="792" y="1"/>
                  </a:moveTo>
                  <a:lnTo>
                    <a:pt x="1" y="554"/>
                  </a:lnTo>
                  <a:lnTo>
                    <a:pt x="792" y="1489"/>
                  </a:lnTo>
                  <a:lnTo>
                    <a:pt x="792"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1" name="Google Shape;16301;p138"/>
            <p:cNvSpPr/>
            <p:nvPr/>
          </p:nvSpPr>
          <p:spPr>
            <a:xfrm>
              <a:off x="928813" y="3947316"/>
              <a:ext cx="84473" cy="89710"/>
            </a:xfrm>
            <a:custGeom>
              <a:avLst/>
              <a:gdLst/>
              <a:ahLst/>
              <a:cxnLst/>
              <a:rect l="l" t="t" r="r" b="b"/>
              <a:pathLst>
                <a:path w="3226" h="3426" extrusionOk="0">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138"/>
            <p:cNvSpPr/>
            <p:nvPr/>
          </p:nvSpPr>
          <p:spPr>
            <a:xfrm>
              <a:off x="928813" y="3955826"/>
              <a:ext cx="58497" cy="81200"/>
            </a:xfrm>
            <a:custGeom>
              <a:avLst/>
              <a:gdLst/>
              <a:ahLst/>
              <a:cxnLst/>
              <a:rect l="l" t="t" r="r" b="b"/>
              <a:pathLst>
                <a:path w="2234" h="3101" extrusionOk="0">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138"/>
            <p:cNvSpPr/>
            <p:nvPr/>
          </p:nvSpPr>
          <p:spPr>
            <a:xfrm>
              <a:off x="1054474" y="3947316"/>
              <a:ext cx="84211" cy="89710"/>
            </a:xfrm>
            <a:custGeom>
              <a:avLst/>
              <a:gdLst/>
              <a:ahLst/>
              <a:cxnLst/>
              <a:rect l="l" t="t" r="r" b="b"/>
              <a:pathLst>
                <a:path w="3216" h="3426" extrusionOk="0">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4" name="Google Shape;16304;p138"/>
            <p:cNvSpPr/>
            <p:nvPr/>
          </p:nvSpPr>
          <p:spPr>
            <a:xfrm>
              <a:off x="1089955" y="3958811"/>
              <a:ext cx="48730" cy="78215"/>
            </a:xfrm>
            <a:custGeom>
              <a:avLst/>
              <a:gdLst/>
              <a:ahLst/>
              <a:cxnLst/>
              <a:rect l="l" t="t" r="r" b="b"/>
              <a:pathLst>
                <a:path w="1861" h="2987" extrusionOk="0">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5" name="Google Shape;16305;p138"/>
          <p:cNvGrpSpPr/>
          <p:nvPr/>
        </p:nvGrpSpPr>
        <p:grpSpPr>
          <a:xfrm>
            <a:off x="3934196" y="2484805"/>
            <a:ext cx="401207" cy="214036"/>
            <a:chOff x="3934196" y="2484805"/>
            <a:chExt cx="401207" cy="214036"/>
          </a:xfrm>
        </p:grpSpPr>
        <p:sp>
          <p:nvSpPr>
            <p:cNvPr id="16306" name="Google Shape;16306;p138"/>
            <p:cNvSpPr/>
            <p:nvPr/>
          </p:nvSpPr>
          <p:spPr>
            <a:xfrm>
              <a:off x="4120555" y="2484805"/>
              <a:ext cx="214848" cy="214036"/>
            </a:xfrm>
            <a:custGeom>
              <a:avLst/>
              <a:gdLst/>
              <a:ahLst/>
              <a:cxnLst/>
              <a:rect l="l" t="t" r="r" b="b"/>
              <a:pathLst>
                <a:path w="8205" h="8174" extrusionOk="0">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138"/>
            <p:cNvSpPr/>
            <p:nvPr/>
          </p:nvSpPr>
          <p:spPr>
            <a:xfrm>
              <a:off x="4120555" y="2522695"/>
              <a:ext cx="54727" cy="124195"/>
            </a:xfrm>
            <a:custGeom>
              <a:avLst/>
              <a:gdLst/>
              <a:ahLst/>
              <a:cxnLst/>
              <a:rect l="l" t="t" r="r" b="b"/>
              <a:pathLst>
                <a:path w="2090" h="4743" extrusionOk="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138"/>
            <p:cNvSpPr/>
            <p:nvPr/>
          </p:nvSpPr>
          <p:spPr>
            <a:xfrm>
              <a:off x="3934196" y="2488131"/>
              <a:ext cx="248548" cy="210475"/>
            </a:xfrm>
            <a:custGeom>
              <a:avLst/>
              <a:gdLst/>
              <a:ahLst/>
              <a:cxnLst/>
              <a:rect l="l" t="t" r="r" b="b"/>
              <a:pathLst>
                <a:path w="9492" h="8038" extrusionOk="0">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138"/>
            <p:cNvSpPr/>
            <p:nvPr/>
          </p:nvSpPr>
          <p:spPr>
            <a:xfrm>
              <a:off x="4005393" y="2538353"/>
              <a:ext cx="104269" cy="97618"/>
            </a:xfrm>
            <a:custGeom>
              <a:avLst/>
              <a:gdLst/>
              <a:ahLst/>
              <a:cxnLst/>
              <a:rect l="l" t="t" r="r" b="b"/>
              <a:pathLst>
                <a:path w="3982" h="3728" extrusionOk="0">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138"/>
            <p:cNvSpPr/>
            <p:nvPr/>
          </p:nvSpPr>
          <p:spPr>
            <a:xfrm>
              <a:off x="4182849" y="2537070"/>
              <a:ext cx="81174" cy="92381"/>
            </a:xfrm>
            <a:custGeom>
              <a:avLst/>
              <a:gdLst/>
              <a:ahLst/>
              <a:cxnLst/>
              <a:rect l="l" t="t" r="r" b="b"/>
              <a:pathLst>
                <a:path w="3100" h="3528" extrusionOk="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1" name="Google Shape;16311;p138"/>
          <p:cNvGrpSpPr/>
          <p:nvPr/>
        </p:nvGrpSpPr>
        <p:grpSpPr>
          <a:xfrm>
            <a:off x="3999894" y="1500197"/>
            <a:ext cx="342474" cy="359232"/>
            <a:chOff x="3999894" y="1500197"/>
            <a:chExt cx="342474" cy="359232"/>
          </a:xfrm>
        </p:grpSpPr>
        <p:sp>
          <p:nvSpPr>
            <p:cNvPr id="16312" name="Google Shape;16312;p138"/>
            <p:cNvSpPr/>
            <p:nvPr/>
          </p:nvSpPr>
          <p:spPr>
            <a:xfrm>
              <a:off x="4165279" y="1500197"/>
              <a:ext cx="177089" cy="149412"/>
            </a:xfrm>
            <a:custGeom>
              <a:avLst/>
              <a:gdLst/>
              <a:ahLst/>
              <a:cxnLst/>
              <a:rect l="l" t="t" r="r" b="b"/>
              <a:pathLst>
                <a:path w="6763" h="5706" extrusionOk="0">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138"/>
            <p:cNvSpPr/>
            <p:nvPr/>
          </p:nvSpPr>
          <p:spPr>
            <a:xfrm>
              <a:off x="4210238" y="1533871"/>
              <a:ext cx="82457" cy="71773"/>
            </a:xfrm>
            <a:custGeom>
              <a:avLst/>
              <a:gdLst/>
              <a:ahLst/>
              <a:cxnLst/>
              <a:rect l="l" t="t" r="r" b="b"/>
              <a:pathLst>
                <a:path w="3149" h="2741" extrusionOk="0">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138"/>
            <p:cNvSpPr/>
            <p:nvPr/>
          </p:nvSpPr>
          <p:spPr>
            <a:xfrm>
              <a:off x="4017883" y="1549477"/>
              <a:ext cx="292303" cy="292539"/>
            </a:xfrm>
            <a:custGeom>
              <a:avLst/>
              <a:gdLst/>
              <a:ahLst/>
              <a:cxnLst/>
              <a:rect l="l" t="t" r="r" b="b"/>
              <a:pathLst>
                <a:path w="11163" h="11172" extrusionOk="0">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5" name="Google Shape;16315;p138"/>
            <p:cNvSpPr/>
            <p:nvPr/>
          </p:nvSpPr>
          <p:spPr>
            <a:xfrm>
              <a:off x="4098324" y="1549713"/>
              <a:ext cx="211863" cy="211863"/>
            </a:xfrm>
            <a:custGeom>
              <a:avLst/>
              <a:gdLst/>
              <a:ahLst/>
              <a:cxnLst/>
              <a:rect l="l" t="t" r="r" b="b"/>
              <a:pathLst>
                <a:path w="8091" h="8091" extrusionOk="0">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6" name="Google Shape;16316;p138"/>
            <p:cNvSpPr/>
            <p:nvPr/>
          </p:nvSpPr>
          <p:spPr>
            <a:xfrm>
              <a:off x="3999894" y="1532300"/>
              <a:ext cx="130427" cy="129302"/>
            </a:xfrm>
            <a:custGeom>
              <a:avLst/>
              <a:gdLst/>
              <a:ahLst/>
              <a:cxnLst/>
              <a:rect l="l" t="t" r="r" b="b"/>
              <a:pathLst>
                <a:path w="4981" h="4938" extrusionOk="0">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138"/>
            <p:cNvSpPr/>
            <p:nvPr/>
          </p:nvSpPr>
          <p:spPr>
            <a:xfrm>
              <a:off x="4007907" y="1539736"/>
              <a:ext cx="122415" cy="121865"/>
            </a:xfrm>
            <a:custGeom>
              <a:avLst/>
              <a:gdLst/>
              <a:ahLst/>
              <a:cxnLst/>
              <a:rect l="l" t="t" r="r" b="b"/>
              <a:pathLst>
                <a:path w="4675" h="4654" extrusionOk="0">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138"/>
            <p:cNvSpPr/>
            <p:nvPr/>
          </p:nvSpPr>
          <p:spPr>
            <a:xfrm>
              <a:off x="4197748" y="1730153"/>
              <a:ext cx="130427" cy="129275"/>
            </a:xfrm>
            <a:custGeom>
              <a:avLst/>
              <a:gdLst/>
              <a:ahLst/>
              <a:cxnLst/>
              <a:rect l="l" t="t" r="r" b="b"/>
              <a:pathLst>
                <a:path w="4981" h="4937" extrusionOk="0">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9" name="Google Shape;16319;p138"/>
            <p:cNvSpPr/>
            <p:nvPr/>
          </p:nvSpPr>
          <p:spPr>
            <a:xfrm>
              <a:off x="4205499" y="1737328"/>
              <a:ext cx="122677" cy="122101"/>
            </a:xfrm>
            <a:custGeom>
              <a:avLst/>
              <a:gdLst/>
              <a:ahLst/>
              <a:cxnLst/>
              <a:rect l="l" t="t" r="r" b="b"/>
              <a:pathLst>
                <a:path w="4685" h="4663" extrusionOk="0">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0" name="Google Shape;16320;p138"/>
            <p:cNvSpPr/>
            <p:nvPr/>
          </p:nvSpPr>
          <p:spPr>
            <a:xfrm>
              <a:off x="4065854" y="1663879"/>
              <a:ext cx="86463" cy="32155"/>
            </a:xfrm>
            <a:custGeom>
              <a:avLst/>
              <a:gdLst/>
              <a:ahLst/>
              <a:cxnLst/>
              <a:rect l="l" t="t" r="r" b="b"/>
              <a:pathLst>
                <a:path w="3302" h="1228" extrusionOk="0">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138"/>
            <p:cNvSpPr/>
            <p:nvPr/>
          </p:nvSpPr>
          <p:spPr>
            <a:xfrm>
              <a:off x="4164519" y="1753301"/>
              <a:ext cx="90705" cy="51689"/>
            </a:xfrm>
            <a:custGeom>
              <a:avLst/>
              <a:gdLst/>
              <a:ahLst/>
              <a:cxnLst/>
              <a:rect l="l" t="t" r="r" b="b"/>
              <a:pathLst>
                <a:path w="3464" h="1974" extrusionOk="0">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2" name="Google Shape;16322;p138"/>
          <p:cNvGrpSpPr/>
          <p:nvPr/>
        </p:nvGrpSpPr>
        <p:grpSpPr>
          <a:xfrm>
            <a:off x="2233795" y="2882162"/>
            <a:ext cx="232601" cy="366747"/>
            <a:chOff x="2233795" y="2882162"/>
            <a:chExt cx="232601" cy="366747"/>
          </a:xfrm>
        </p:grpSpPr>
        <p:sp>
          <p:nvSpPr>
            <p:cNvPr id="16323" name="Google Shape;16323;p138"/>
            <p:cNvSpPr/>
            <p:nvPr/>
          </p:nvSpPr>
          <p:spPr>
            <a:xfrm>
              <a:off x="2350946" y="2946368"/>
              <a:ext cx="115188" cy="214979"/>
            </a:xfrm>
            <a:custGeom>
              <a:avLst/>
              <a:gdLst/>
              <a:ahLst/>
              <a:cxnLst/>
              <a:rect l="l" t="t" r="r" b="b"/>
              <a:pathLst>
                <a:path w="4399" h="8210" extrusionOk="0">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138"/>
            <p:cNvSpPr/>
            <p:nvPr/>
          </p:nvSpPr>
          <p:spPr>
            <a:xfrm>
              <a:off x="2379933" y="3052679"/>
              <a:ext cx="86463" cy="46583"/>
            </a:xfrm>
            <a:custGeom>
              <a:avLst/>
              <a:gdLst/>
              <a:ahLst/>
              <a:cxnLst/>
              <a:rect l="l" t="t" r="r" b="b"/>
              <a:pathLst>
                <a:path w="3302" h="1779" extrusionOk="0">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138"/>
            <p:cNvSpPr/>
            <p:nvPr/>
          </p:nvSpPr>
          <p:spPr>
            <a:xfrm>
              <a:off x="2369930" y="2946368"/>
              <a:ext cx="77220" cy="44750"/>
            </a:xfrm>
            <a:custGeom>
              <a:avLst/>
              <a:gdLst/>
              <a:ahLst/>
              <a:cxnLst/>
              <a:rect l="l" t="t" r="r" b="b"/>
              <a:pathLst>
                <a:path w="2949" h="1709" extrusionOk="0">
                  <a:moveTo>
                    <a:pt x="1" y="0"/>
                  </a:moveTo>
                  <a:lnTo>
                    <a:pt x="1" y="1708"/>
                  </a:lnTo>
                  <a:lnTo>
                    <a:pt x="2949" y="1708"/>
                  </a:lnTo>
                  <a:lnTo>
                    <a:pt x="2949"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138"/>
            <p:cNvSpPr/>
            <p:nvPr/>
          </p:nvSpPr>
          <p:spPr>
            <a:xfrm>
              <a:off x="2357440" y="2882162"/>
              <a:ext cx="102200" cy="67976"/>
            </a:xfrm>
            <a:custGeom>
              <a:avLst/>
              <a:gdLst/>
              <a:ahLst/>
              <a:cxnLst/>
              <a:rect l="l" t="t" r="r" b="b"/>
              <a:pathLst>
                <a:path w="3903" h="2596" extrusionOk="0">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7" name="Google Shape;16327;p138"/>
            <p:cNvSpPr/>
            <p:nvPr/>
          </p:nvSpPr>
          <p:spPr>
            <a:xfrm>
              <a:off x="2379671" y="3062787"/>
              <a:ext cx="29013" cy="60959"/>
            </a:xfrm>
            <a:custGeom>
              <a:avLst/>
              <a:gdLst/>
              <a:ahLst/>
              <a:cxnLst/>
              <a:rect l="l" t="t" r="r" b="b"/>
              <a:pathLst>
                <a:path w="1108" h="2328" extrusionOk="0">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8" name="Google Shape;16328;p138"/>
            <p:cNvSpPr/>
            <p:nvPr/>
          </p:nvSpPr>
          <p:spPr>
            <a:xfrm>
              <a:off x="2379671" y="3062787"/>
              <a:ext cx="16758" cy="60723"/>
            </a:xfrm>
            <a:custGeom>
              <a:avLst/>
              <a:gdLst/>
              <a:ahLst/>
              <a:cxnLst/>
              <a:rect l="l" t="t" r="r" b="b"/>
              <a:pathLst>
                <a:path w="640" h="2319" extrusionOk="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138"/>
            <p:cNvSpPr/>
            <p:nvPr/>
          </p:nvSpPr>
          <p:spPr>
            <a:xfrm>
              <a:off x="2408658" y="3066034"/>
              <a:ext cx="29013" cy="57712"/>
            </a:xfrm>
            <a:custGeom>
              <a:avLst/>
              <a:gdLst/>
              <a:ahLst/>
              <a:cxnLst/>
              <a:rect l="l" t="t" r="r" b="b"/>
              <a:pathLst>
                <a:path w="1108" h="2204" extrusionOk="0">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0" name="Google Shape;16330;p138"/>
            <p:cNvSpPr/>
            <p:nvPr/>
          </p:nvSpPr>
          <p:spPr>
            <a:xfrm>
              <a:off x="2408658" y="3066034"/>
              <a:ext cx="17020" cy="57712"/>
            </a:xfrm>
            <a:custGeom>
              <a:avLst/>
              <a:gdLst/>
              <a:ahLst/>
              <a:cxnLst/>
              <a:rect l="l" t="t" r="r" b="b"/>
              <a:pathLst>
                <a:path w="650" h="2204" extrusionOk="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1" name="Google Shape;16331;p138"/>
            <p:cNvSpPr/>
            <p:nvPr/>
          </p:nvSpPr>
          <p:spPr>
            <a:xfrm>
              <a:off x="2437383" y="3072030"/>
              <a:ext cx="28751" cy="51715"/>
            </a:xfrm>
            <a:custGeom>
              <a:avLst/>
              <a:gdLst/>
              <a:ahLst/>
              <a:cxnLst/>
              <a:rect l="l" t="t" r="r" b="b"/>
              <a:pathLst>
                <a:path w="1098" h="1975" extrusionOk="0">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138"/>
            <p:cNvSpPr/>
            <p:nvPr/>
          </p:nvSpPr>
          <p:spPr>
            <a:xfrm>
              <a:off x="2437383" y="3072266"/>
              <a:ext cx="17020" cy="51480"/>
            </a:xfrm>
            <a:custGeom>
              <a:avLst/>
              <a:gdLst/>
              <a:ahLst/>
              <a:cxnLst/>
              <a:rect l="l" t="t" r="r" b="b"/>
              <a:pathLst>
                <a:path w="650" h="1966" extrusionOk="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138"/>
            <p:cNvSpPr/>
            <p:nvPr/>
          </p:nvSpPr>
          <p:spPr>
            <a:xfrm>
              <a:off x="2357440" y="2944614"/>
              <a:ext cx="102462" cy="28751"/>
            </a:xfrm>
            <a:custGeom>
              <a:avLst/>
              <a:gdLst/>
              <a:ahLst/>
              <a:cxnLst/>
              <a:rect l="l" t="t" r="r" b="b"/>
              <a:pathLst>
                <a:path w="3913" h="1098" extrusionOk="0">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138"/>
            <p:cNvSpPr/>
            <p:nvPr/>
          </p:nvSpPr>
          <p:spPr>
            <a:xfrm>
              <a:off x="2350946" y="3028301"/>
              <a:ext cx="76722" cy="58969"/>
            </a:xfrm>
            <a:custGeom>
              <a:avLst/>
              <a:gdLst/>
              <a:ahLst/>
              <a:cxnLst/>
              <a:rect l="l" t="t" r="r" b="b"/>
              <a:pathLst>
                <a:path w="2930" h="2252" extrusionOk="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138"/>
            <p:cNvSpPr/>
            <p:nvPr/>
          </p:nvSpPr>
          <p:spPr>
            <a:xfrm>
              <a:off x="2350946" y="3038539"/>
              <a:ext cx="66719" cy="38754"/>
            </a:xfrm>
            <a:custGeom>
              <a:avLst/>
              <a:gdLst/>
              <a:ahLst/>
              <a:cxnLst/>
              <a:rect l="l" t="t" r="r" b="b"/>
              <a:pathLst>
                <a:path w="2548" h="1480" extrusionOk="0">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138"/>
            <p:cNvSpPr/>
            <p:nvPr/>
          </p:nvSpPr>
          <p:spPr>
            <a:xfrm>
              <a:off x="2282499" y="3193921"/>
              <a:ext cx="166641" cy="54988"/>
            </a:xfrm>
            <a:custGeom>
              <a:avLst/>
              <a:gdLst/>
              <a:ahLst/>
              <a:cxnLst/>
              <a:rect l="l" t="t" r="r" b="b"/>
              <a:pathLst>
                <a:path w="6364" h="2100" extrusionOk="0">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138"/>
            <p:cNvSpPr/>
            <p:nvPr/>
          </p:nvSpPr>
          <p:spPr>
            <a:xfrm>
              <a:off x="2306248" y="3178681"/>
              <a:ext cx="119665" cy="30506"/>
            </a:xfrm>
            <a:custGeom>
              <a:avLst/>
              <a:gdLst/>
              <a:ahLst/>
              <a:cxnLst/>
              <a:rect l="l" t="t" r="r" b="b"/>
              <a:pathLst>
                <a:path w="4570" h="1165" extrusionOk="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8" name="Google Shape;16338;p138"/>
            <p:cNvSpPr/>
            <p:nvPr/>
          </p:nvSpPr>
          <p:spPr>
            <a:xfrm>
              <a:off x="2322719" y="3108296"/>
              <a:ext cx="11024" cy="59178"/>
            </a:xfrm>
            <a:custGeom>
              <a:avLst/>
              <a:gdLst/>
              <a:ahLst/>
              <a:cxnLst/>
              <a:rect l="l" t="t" r="r" b="b"/>
              <a:pathLst>
                <a:path w="421" h="2260" extrusionOk="0">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9" name="Google Shape;16339;p138"/>
            <p:cNvSpPr/>
            <p:nvPr/>
          </p:nvSpPr>
          <p:spPr>
            <a:xfrm>
              <a:off x="2264928" y="3128668"/>
              <a:ext cx="48573" cy="44803"/>
            </a:xfrm>
            <a:custGeom>
              <a:avLst/>
              <a:gdLst/>
              <a:ahLst/>
              <a:cxnLst/>
              <a:rect l="l" t="t" r="r" b="b"/>
              <a:pathLst>
                <a:path w="1855" h="1711" extrusionOk="0">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138"/>
            <p:cNvSpPr/>
            <p:nvPr/>
          </p:nvSpPr>
          <p:spPr>
            <a:xfrm>
              <a:off x="2233795" y="3181928"/>
              <a:ext cx="62713" cy="11024"/>
            </a:xfrm>
            <a:custGeom>
              <a:avLst/>
              <a:gdLst/>
              <a:ahLst/>
              <a:cxnLst/>
              <a:rect l="l" t="t" r="r" b="b"/>
              <a:pathLst>
                <a:path w="2395" h="421" extrusionOk="0">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1" name="Google Shape;16341;p138"/>
          <p:cNvGrpSpPr/>
          <p:nvPr/>
        </p:nvGrpSpPr>
        <p:grpSpPr>
          <a:xfrm>
            <a:off x="3523772" y="3404422"/>
            <a:ext cx="362008" cy="244175"/>
            <a:chOff x="3523772" y="3404422"/>
            <a:chExt cx="362008" cy="244175"/>
          </a:xfrm>
        </p:grpSpPr>
        <p:sp>
          <p:nvSpPr>
            <p:cNvPr id="16342" name="Google Shape;16342;p138"/>
            <p:cNvSpPr/>
            <p:nvPr/>
          </p:nvSpPr>
          <p:spPr>
            <a:xfrm>
              <a:off x="3566244" y="3404579"/>
              <a:ext cx="122677" cy="233256"/>
            </a:xfrm>
            <a:custGeom>
              <a:avLst/>
              <a:gdLst/>
              <a:ahLst/>
              <a:cxnLst/>
              <a:rect l="l" t="t" r="r" b="b"/>
              <a:pathLst>
                <a:path w="4685" h="8908" extrusionOk="0">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3" name="Google Shape;16343;p138"/>
            <p:cNvSpPr/>
            <p:nvPr/>
          </p:nvSpPr>
          <p:spPr>
            <a:xfrm>
              <a:off x="3566244" y="3511179"/>
              <a:ext cx="78476" cy="126657"/>
            </a:xfrm>
            <a:custGeom>
              <a:avLst/>
              <a:gdLst/>
              <a:ahLst/>
              <a:cxnLst/>
              <a:rect l="l" t="t" r="r" b="b"/>
              <a:pathLst>
                <a:path w="2997" h="4837" extrusionOk="0">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138"/>
            <p:cNvSpPr/>
            <p:nvPr/>
          </p:nvSpPr>
          <p:spPr>
            <a:xfrm>
              <a:off x="3586852" y="3414504"/>
              <a:ext cx="11390" cy="95759"/>
            </a:xfrm>
            <a:custGeom>
              <a:avLst/>
              <a:gdLst/>
              <a:ahLst/>
              <a:cxnLst/>
              <a:rect l="l" t="t" r="r" b="b"/>
              <a:pathLst>
                <a:path w="435" h="3657" extrusionOk="0">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138"/>
            <p:cNvSpPr/>
            <p:nvPr/>
          </p:nvSpPr>
          <p:spPr>
            <a:xfrm>
              <a:off x="3622202" y="3405758"/>
              <a:ext cx="11521" cy="103928"/>
            </a:xfrm>
            <a:custGeom>
              <a:avLst/>
              <a:gdLst/>
              <a:ahLst/>
              <a:cxnLst/>
              <a:rect l="l" t="t" r="r" b="b"/>
              <a:pathLst>
                <a:path w="440" h="3969" extrusionOk="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138"/>
            <p:cNvSpPr/>
            <p:nvPr/>
          </p:nvSpPr>
          <p:spPr>
            <a:xfrm>
              <a:off x="3654174" y="3420002"/>
              <a:ext cx="11024" cy="89317"/>
            </a:xfrm>
            <a:custGeom>
              <a:avLst/>
              <a:gdLst/>
              <a:ahLst/>
              <a:cxnLst/>
              <a:rect l="l" t="t" r="r" b="b"/>
              <a:pathLst>
                <a:path w="421" h="3411" extrusionOk="0">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138"/>
            <p:cNvSpPr/>
            <p:nvPr/>
          </p:nvSpPr>
          <p:spPr>
            <a:xfrm>
              <a:off x="3523772" y="3493320"/>
              <a:ext cx="90469" cy="144515"/>
            </a:xfrm>
            <a:custGeom>
              <a:avLst/>
              <a:gdLst/>
              <a:ahLst/>
              <a:cxnLst/>
              <a:rect l="l" t="t" r="r" b="b"/>
              <a:pathLst>
                <a:path w="3455" h="5519" extrusionOk="0">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138"/>
            <p:cNvSpPr/>
            <p:nvPr/>
          </p:nvSpPr>
          <p:spPr>
            <a:xfrm>
              <a:off x="3557263" y="3624324"/>
              <a:ext cx="140404" cy="24273"/>
            </a:xfrm>
            <a:custGeom>
              <a:avLst/>
              <a:gdLst/>
              <a:ahLst/>
              <a:cxnLst/>
              <a:rect l="l" t="t" r="r" b="b"/>
              <a:pathLst>
                <a:path w="5362" h="927" extrusionOk="0">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138"/>
            <p:cNvSpPr/>
            <p:nvPr/>
          </p:nvSpPr>
          <p:spPr>
            <a:xfrm>
              <a:off x="3720631" y="3404422"/>
              <a:ext cx="122677" cy="233413"/>
            </a:xfrm>
            <a:custGeom>
              <a:avLst/>
              <a:gdLst/>
              <a:ahLst/>
              <a:cxnLst/>
              <a:rect l="l" t="t" r="r" b="b"/>
              <a:pathLst>
                <a:path w="4685" h="8914" extrusionOk="0">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138"/>
            <p:cNvSpPr/>
            <p:nvPr/>
          </p:nvSpPr>
          <p:spPr>
            <a:xfrm>
              <a:off x="3764831" y="3511179"/>
              <a:ext cx="78476" cy="126657"/>
            </a:xfrm>
            <a:custGeom>
              <a:avLst/>
              <a:gdLst/>
              <a:ahLst/>
              <a:cxnLst/>
              <a:rect l="l" t="t" r="r" b="b"/>
              <a:pathLst>
                <a:path w="2997" h="4837" extrusionOk="0">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1" name="Google Shape;16351;p138"/>
            <p:cNvSpPr/>
            <p:nvPr/>
          </p:nvSpPr>
          <p:spPr>
            <a:xfrm>
              <a:off x="3811546" y="3414504"/>
              <a:ext cx="10762" cy="94764"/>
            </a:xfrm>
            <a:custGeom>
              <a:avLst/>
              <a:gdLst/>
              <a:ahLst/>
              <a:cxnLst/>
              <a:rect l="l" t="t" r="r" b="b"/>
              <a:pathLst>
                <a:path w="411" h="3619" extrusionOk="0">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2" name="Google Shape;16352;p138"/>
            <p:cNvSpPr/>
            <p:nvPr/>
          </p:nvSpPr>
          <p:spPr>
            <a:xfrm>
              <a:off x="3776091" y="3472372"/>
              <a:ext cx="11260" cy="37340"/>
            </a:xfrm>
            <a:custGeom>
              <a:avLst/>
              <a:gdLst/>
              <a:ahLst/>
              <a:cxnLst/>
              <a:rect l="l" t="t" r="r" b="b"/>
              <a:pathLst>
                <a:path w="430" h="1426" extrusionOk="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138"/>
            <p:cNvSpPr/>
            <p:nvPr/>
          </p:nvSpPr>
          <p:spPr>
            <a:xfrm>
              <a:off x="3744355" y="3420238"/>
              <a:ext cx="10762" cy="89265"/>
            </a:xfrm>
            <a:custGeom>
              <a:avLst/>
              <a:gdLst/>
              <a:ahLst/>
              <a:cxnLst/>
              <a:rect l="l" t="t" r="r" b="b"/>
              <a:pathLst>
                <a:path w="411" h="3409" extrusionOk="0">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4" name="Google Shape;16354;p138"/>
            <p:cNvSpPr/>
            <p:nvPr/>
          </p:nvSpPr>
          <p:spPr>
            <a:xfrm>
              <a:off x="3795311" y="3493320"/>
              <a:ext cx="90469" cy="144515"/>
            </a:xfrm>
            <a:custGeom>
              <a:avLst/>
              <a:gdLst/>
              <a:ahLst/>
              <a:cxnLst/>
              <a:rect l="l" t="t" r="r" b="b"/>
              <a:pathLst>
                <a:path w="3455" h="5519" extrusionOk="0">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5" name="Google Shape;16355;p138"/>
            <p:cNvSpPr/>
            <p:nvPr/>
          </p:nvSpPr>
          <p:spPr>
            <a:xfrm>
              <a:off x="3711624" y="3624324"/>
              <a:ext cx="140666" cy="24273"/>
            </a:xfrm>
            <a:custGeom>
              <a:avLst/>
              <a:gdLst/>
              <a:ahLst/>
              <a:cxnLst/>
              <a:rect l="l" t="t" r="r" b="b"/>
              <a:pathLst>
                <a:path w="5372" h="927" extrusionOk="0">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138"/>
            <p:cNvSpPr/>
            <p:nvPr/>
          </p:nvSpPr>
          <p:spPr>
            <a:xfrm>
              <a:off x="3776327" y="3405758"/>
              <a:ext cx="10762" cy="56795"/>
            </a:xfrm>
            <a:custGeom>
              <a:avLst/>
              <a:gdLst/>
              <a:ahLst/>
              <a:cxnLst/>
              <a:rect l="l" t="t" r="r" b="b"/>
              <a:pathLst>
                <a:path w="411" h="2169" extrusionOk="0">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7" name="Google Shape;16357;p138"/>
          <p:cNvGrpSpPr/>
          <p:nvPr/>
        </p:nvGrpSpPr>
        <p:grpSpPr>
          <a:xfrm>
            <a:off x="3531026" y="1977314"/>
            <a:ext cx="359232" cy="327836"/>
            <a:chOff x="3531026" y="1977314"/>
            <a:chExt cx="359232" cy="327836"/>
          </a:xfrm>
        </p:grpSpPr>
        <p:sp>
          <p:nvSpPr>
            <p:cNvPr id="16358" name="Google Shape;16358;p138"/>
            <p:cNvSpPr/>
            <p:nvPr/>
          </p:nvSpPr>
          <p:spPr>
            <a:xfrm>
              <a:off x="3668156" y="1977314"/>
              <a:ext cx="96806" cy="92590"/>
            </a:xfrm>
            <a:custGeom>
              <a:avLst/>
              <a:gdLst/>
              <a:ahLst/>
              <a:cxnLst/>
              <a:rect l="l" t="t" r="r" b="b"/>
              <a:pathLst>
                <a:path w="3697" h="3536" extrusionOk="0">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138"/>
            <p:cNvSpPr/>
            <p:nvPr/>
          </p:nvSpPr>
          <p:spPr>
            <a:xfrm>
              <a:off x="3692901" y="2005960"/>
              <a:ext cx="40744" cy="35140"/>
            </a:xfrm>
            <a:custGeom>
              <a:avLst/>
              <a:gdLst/>
              <a:ahLst/>
              <a:cxnLst/>
              <a:rect l="l" t="t" r="r" b="b"/>
              <a:pathLst>
                <a:path w="1556" h="1342" extrusionOk="0">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138"/>
            <p:cNvSpPr/>
            <p:nvPr/>
          </p:nvSpPr>
          <p:spPr>
            <a:xfrm>
              <a:off x="3531026" y="2088286"/>
              <a:ext cx="276068" cy="216864"/>
            </a:xfrm>
            <a:custGeom>
              <a:avLst/>
              <a:gdLst/>
              <a:ahLst/>
              <a:cxnLst/>
              <a:rect l="l" t="t" r="r" b="b"/>
              <a:pathLst>
                <a:path w="10543" h="8282" extrusionOk="0">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138"/>
            <p:cNvSpPr/>
            <p:nvPr/>
          </p:nvSpPr>
          <p:spPr>
            <a:xfrm>
              <a:off x="3743360" y="2124264"/>
              <a:ext cx="63472" cy="51742"/>
            </a:xfrm>
            <a:custGeom>
              <a:avLst/>
              <a:gdLst/>
              <a:ahLst/>
              <a:cxnLst/>
              <a:rect l="l" t="t" r="r" b="b"/>
              <a:pathLst>
                <a:path w="2424" h="1976" extrusionOk="0">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138"/>
            <p:cNvSpPr/>
            <p:nvPr/>
          </p:nvSpPr>
          <p:spPr>
            <a:xfrm>
              <a:off x="3531026" y="2193471"/>
              <a:ext cx="276068" cy="111443"/>
            </a:xfrm>
            <a:custGeom>
              <a:avLst/>
              <a:gdLst/>
              <a:ahLst/>
              <a:cxnLst/>
              <a:rect l="l" t="t" r="r" b="b"/>
              <a:pathLst>
                <a:path w="10543" h="4256" extrusionOk="0">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3" name="Google Shape;16363;p138"/>
            <p:cNvSpPr/>
            <p:nvPr/>
          </p:nvSpPr>
          <p:spPr>
            <a:xfrm>
              <a:off x="3531785" y="2179462"/>
              <a:ext cx="298535" cy="125688"/>
            </a:xfrm>
            <a:custGeom>
              <a:avLst/>
              <a:gdLst/>
              <a:ahLst/>
              <a:cxnLst/>
              <a:rect l="l" t="t" r="r" b="b"/>
              <a:pathLst>
                <a:path w="11401" h="4800" extrusionOk="0">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4" name="Google Shape;16364;p138"/>
            <p:cNvSpPr/>
            <p:nvPr/>
          </p:nvSpPr>
          <p:spPr>
            <a:xfrm>
              <a:off x="3531785" y="2282893"/>
              <a:ext cx="279551" cy="22257"/>
            </a:xfrm>
            <a:custGeom>
              <a:avLst/>
              <a:gdLst/>
              <a:ahLst/>
              <a:cxnLst/>
              <a:rect l="l" t="t" r="r" b="b"/>
              <a:pathLst>
                <a:path w="10676" h="850" extrusionOk="0">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138"/>
            <p:cNvSpPr/>
            <p:nvPr/>
          </p:nvSpPr>
          <p:spPr>
            <a:xfrm>
              <a:off x="3740846" y="2015596"/>
              <a:ext cx="149412" cy="149176"/>
            </a:xfrm>
            <a:custGeom>
              <a:avLst/>
              <a:gdLst/>
              <a:ahLst/>
              <a:cxnLst/>
              <a:rect l="l" t="t" r="r" b="b"/>
              <a:pathLst>
                <a:path w="5706" h="5697" extrusionOk="0">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6" name="Google Shape;16366;p138"/>
            <p:cNvSpPr/>
            <p:nvPr/>
          </p:nvSpPr>
          <p:spPr>
            <a:xfrm>
              <a:off x="3789576" y="2070532"/>
              <a:ext cx="45221" cy="38780"/>
            </a:xfrm>
            <a:custGeom>
              <a:avLst/>
              <a:gdLst/>
              <a:ahLst/>
              <a:cxnLst/>
              <a:rect l="l" t="t" r="r" b="b"/>
              <a:pathLst>
                <a:path w="1727" h="1481" extrusionOk="0">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7" name="Google Shape;16367;p138"/>
            <p:cNvSpPr/>
            <p:nvPr/>
          </p:nvSpPr>
          <p:spPr>
            <a:xfrm>
              <a:off x="3531026" y="2088286"/>
              <a:ext cx="111679" cy="36004"/>
            </a:xfrm>
            <a:custGeom>
              <a:avLst/>
              <a:gdLst/>
              <a:ahLst/>
              <a:cxnLst/>
              <a:rect l="l" t="t" r="r" b="b"/>
              <a:pathLst>
                <a:path w="4265" h="1375" extrusionOk="0">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8" name="Google Shape;16368;p138"/>
          <p:cNvGrpSpPr/>
          <p:nvPr/>
        </p:nvGrpSpPr>
        <p:grpSpPr>
          <a:xfrm>
            <a:off x="3123351" y="1500275"/>
            <a:ext cx="296781" cy="359232"/>
            <a:chOff x="3123351" y="1500275"/>
            <a:chExt cx="296781" cy="359232"/>
          </a:xfrm>
        </p:grpSpPr>
        <p:sp>
          <p:nvSpPr>
            <p:cNvPr id="16369" name="Google Shape;16369;p138"/>
            <p:cNvSpPr/>
            <p:nvPr/>
          </p:nvSpPr>
          <p:spPr>
            <a:xfrm>
              <a:off x="3123351" y="1562700"/>
              <a:ext cx="296781" cy="296545"/>
            </a:xfrm>
            <a:custGeom>
              <a:avLst/>
              <a:gdLst/>
              <a:ahLst/>
              <a:cxnLst/>
              <a:rect l="l" t="t" r="r" b="b"/>
              <a:pathLst>
                <a:path w="11334" h="11325" extrusionOk="0">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138"/>
            <p:cNvSpPr/>
            <p:nvPr/>
          </p:nvSpPr>
          <p:spPr>
            <a:xfrm>
              <a:off x="3276979" y="1562465"/>
              <a:ext cx="99189" cy="33569"/>
            </a:xfrm>
            <a:custGeom>
              <a:avLst/>
              <a:gdLst/>
              <a:ahLst/>
              <a:cxnLst/>
              <a:rect l="l" t="t" r="r" b="b"/>
              <a:pathLst>
                <a:path w="3788" h="1282" extrusionOk="0">
                  <a:moveTo>
                    <a:pt x="0" y="0"/>
                  </a:moveTo>
                  <a:cubicBezTo>
                    <a:pt x="344" y="854"/>
                    <a:pt x="1119" y="1281"/>
                    <a:pt x="1894" y="1281"/>
                  </a:cubicBezTo>
                  <a:cubicBezTo>
                    <a:pt x="2669" y="1281"/>
                    <a:pt x="3444" y="854"/>
                    <a:pt x="3788"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138"/>
            <p:cNvSpPr/>
            <p:nvPr/>
          </p:nvSpPr>
          <p:spPr>
            <a:xfrm>
              <a:off x="3130081" y="1800277"/>
              <a:ext cx="75963" cy="59230"/>
            </a:xfrm>
            <a:custGeom>
              <a:avLst/>
              <a:gdLst/>
              <a:ahLst/>
              <a:cxnLst/>
              <a:rect l="l" t="t" r="r" b="b"/>
              <a:pathLst>
                <a:path w="2901" h="2262" extrusionOk="0">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138"/>
            <p:cNvSpPr/>
            <p:nvPr/>
          </p:nvSpPr>
          <p:spPr>
            <a:xfrm>
              <a:off x="3170799" y="1562465"/>
              <a:ext cx="249334" cy="296781"/>
            </a:xfrm>
            <a:custGeom>
              <a:avLst/>
              <a:gdLst/>
              <a:ahLst/>
              <a:cxnLst/>
              <a:rect l="l" t="t" r="r" b="b"/>
              <a:pathLst>
                <a:path w="9522" h="11334" extrusionOk="0">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3" name="Google Shape;16373;p138"/>
            <p:cNvSpPr/>
            <p:nvPr/>
          </p:nvSpPr>
          <p:spPr>
            <a:xfrm>
              <a:off x="3123351" y="1793285"/>
              <a:ext cx="64206" cy="66222"/>
            </a:xfrm>
            <a:custGeom>
              <a:avLst/>
              <a:gdLst/>
              <a:ahLst/>
              <a:cxnLst/>
              <a:rect l="l" t="t" r="r" b="b"/>
              <a:pathLst>
                <a:path w="2452" h="2529" extrusionOk="0">
                  <a:moveTo>
                    <a:pt x="0" y="0"/>
                  </a:moveTo>
                  <a:lnTo>
                    <a:pt x="2452" y="2528"/>
                  </a:lnTo>
                  <a:lnTo>
                    <a:pt x="2452" y="220"/>
                  </a:lnTo>
                  <a:cubicBezTo>
                    <a:pt x="2452" y="96"/>
                    <a:pt x="2347" y="0"/>
                    <a:pt x="222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4" name="Google Shape;16374;p138"/>
            <p:cNvSpPr/>
            <p:nvPr/>
          </p:nvSpPr>
          <p:spPr>
            <a:xfrm>
              <a:off x="3251998" y="1787787"/>
              <a:ext cx="131658" cy="11024"/>
            </a:xfrm>
            <a:custGeom>
              <a:avLst/>
              <a:gdLst/>
              <a:ahLst/>
              <a:cxnLst/>
              <a:rect l="l" t="t" r="r" b="b"/>
              <a:pathLst>
                <a:path w="5028" h="421" extrusionOk="0">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138"/>
            <p:cNvSpPr/>
            <p:nvPr/>
          </p:nvSpPr>
          <p:spPr>
            <a:xfrm>
              <a:off x="3259304" y="1537432"/>
              <a:ext cx="74234" cy="70516"/>
            </a:xfrm>
            <a:custGeom>
              <a:avLst/>
              <a:gdLst/>
              <a:ahLst/>
              <a:cxnLst/>
              <a:rect l="l" t="t" r="r" b="b"/>
              <a:pathLst>
                <a:path w="2835" h="2693" extrusionOk="0">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6" name="Google Shape;16376;p138"/>
            <p:cNvSpPr/>
            <p:nvPr/>
          </p:nvSpPr>
          <p:spPr>
            <a:xfrm>
              <a:off x="3283970" y="1500275"/>
              <a:ext cx="84944" cy="84944"/>
            </a:xfrm>
            <a:custGeom>
              <a:avLst/>
              <a:gdLst/>
              <a:ahLst/>
              <a:cxnLst/>
              <a:rect l="l" t="t" r="r" b="b"/>
              <a:pathLst>
                <a:path w="3244" h="3244" extrusionOk="0">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7" name="Google Shape;16377;p138"/>
            <p:cNvSpPr/>
            <p:nvPr/>
          </p:nvSpPr>
          <p:spPr>
            <a:xfrm>
              <a:off x="3185803" y="1633662"/>
              <a:ext cx="171878" cy="19743"/>
            </a:xfrm>
            <a:custGeom>
              <a:avLst/>
              <a:gdLst/>
              <a:ahLst/>
              <a:cxnLst/>
              <a:rect l="l" t="t" r="r" b="b"/>
              <a:pathLst>
                <a:path w="6564" h="754" extrusionOk="0">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138"/>
            <p:cNvSpPr/>
            <p:nvPr/>
          </p:nvSpPr>
          <p:spPr>
            <a:xfrm>
              <a:off x="3179047" y="1674851"/>
              <a:ext cx="186463" cy="10814"/>
            </a:xfrm>
            <a:custGeom>
              <a:avLst/>
              <a:gdLst/>
              <a:ahLst/>
              <a:cxnLst/>
              <a:rect l="l" t="t" r="r" b="b"/>
              <a:pathLst>
                <a:path w="7121" h="413" extrusionOk="0">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138"/>
            <p:cNvSpPr/>
            <p:nvPr/>
          </p:nvSpPr>
          <p:spPr>
            <a:xfrm>
              <a:off x="3179047" y="1701847"/>
              <a:ext cx="185390" cy="10762"/>
            </a:xfrm>
            <a:custGeom>
              <a:avLst/>
              <a:gdLst/>
              <a:ahLst/>
              <a:cxnLst/>
              <a:rect l="l" t="t" r="r" b="b"/>
              <a:pathLst>
                <a:path w="7080" h="411" extrusionOk="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80" name="Google Shape;16380;p138"/>
          <p:cNvGrpSpPr/>
          <p:nvPr/>
        </p:nvGrpSpPr>
        <p:grpSpPr>
          <a:xfrm>
            <a:off x="2659458" y="1500275"/>
            <a:ext cx="332261" cy="359232"/>
            <a:chOff x="2659458" y="1500275"/>
            <a:chExt cx="332261" cy="359232"/>
          </a:xfrm>
        </p:grpSpPr>
        <p:sp>
          <p:nvSpPr>
            <p:cNvPr id="16381" name="Google Shape;16381;p138"/>
            <p:cNvSpPr/>
            <p:nvPr/>
          </p:nvSpPr>
          <p:spPr>
            <a:xfrm>
              <a:off x="2957234" y="1800015"/>
              <a:ext cx="34486" cy="59361"/>
            </a:xfrm>
            <a:custGeom>
              <a:avLst/>
              <a:gdLst/>
              <a:ahLst/>
              <a:cxnLst/>
              <a:rect l="l" t="t" r="r" b="b"/>
              <a:pathLst>
                <a:path w="1317" h="2267" extrusionOk="0">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2" name="Google Shape;16382;p138"/>
            <p:cNvSpPr/>
            <p:nvPr/>
          </p:nvSpPr>
          <p:spPr>
            <a:xfrm>
              <a:off x="2974463" y="1800015"/>
              <a:ext cx="17256" cy="59492"/>
            </a:xfrm>
            <a:custGeom>
              <a:avLst/>
              <a:gdLst/>
              <a:ahLst/>
              <a:cxnLst/>
              <a:rect l="l" t="t" r="r" b="b"/>
              <a:pathLst>
                <a:path w="659" h="2272" extrusionOk="0">
                  <a:moveTo>
                    <a:pt x="0" y="1"/>
                  </a:moveTo>
                  <a:lnTo>
                    <a:pt x="0" y="2271"/>
                  </a:lnTo>
                  <a:cubicBezTo>
                    <a:pt x="201" y="2262"/>
                    <a:pt x="382" y="2109"/>
                    <a:pt x="411" y="1909"/>
                  </a:cubicBezTo>
                  <a:lnTo>
                    <a:pt x="659" y="1"/>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3" name="Google Shape;16383;p138"/>
            <p:cNvSpPr/>
            <p:nvPr/>
          </p:nvSpPr>
          <p:spPr>
            <a:xfrm>
              <a:off x="2659458" y="1500275"/>
              <a:ext cx="266066" cy="358970"/>
            </a:xfrm>
            <a:custGeom>
              <a:avLst/>
              <a:gdLst/>
              <a:ahLst/>
              <a:cxnLst/>
              <a:rect l="l" t="t" r="r" b="b"/>
              <a:pathLst>
                <a:path w="10161" h="13709" extrusionOk="0">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4" name="Google Shape;16384;p138"/>
            <p:cNvSpPr/>
            <p:nvPr/>
          </p:nvSpPr>
          <p:spPr>
            <a:xfrm>
              <a:off x="2659458" y="1500275"/>
              <a:ext cx="92459" cy="92197"/>
            </a:xfrm>
            <a:custGeom>
              <a:avLst/>
              <a:gdLst/>
              <a:ahLst/>
              <a:cxnLst/>
              <a:rect l="l" t="t" r="r" b="b"/>
              <a:pathLst>
                <a:path w="3531" h="3521" extrusionOk="0">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5" name="Google Shape;16385;p138"/>
            <p:cNvSpPr/>
            <p:nvPr/>
          </p:nvSpPr>
          <p:spPr>
            <a:xfrm>
              <a:off x="2659458" y="1500275"/>
              <a:ext cx="266066" cy="358970"/>
            </a:xfrm>
            <a:custGeom>
              <a:avLst/>
              <a:gdLst/>
              <a:ahLst/>
              <a:cxnLst/>
              <a:rect l="l" t="t" r="r" b="b"/>
              <a:pathLst>
                <a:path w="10161" h="13709" extrusionOk="0">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6" name="Google Shape;16386;p138"/>
            <p:cNvSpPr/>
            <p:nvPr/>
          </p:nvSpPr>
          <p:spPr>
            <a:xfrm>
              <a:off x="2659458" y="1500275"/>
              <a:ext cx="79471" cy="79445"/>
            </a:xfrm>
            <a:custGeom>
              <a:avLst/>
              <a:gdLst/>
              <a:ahLst/>
              <a:cxnLst/>
              <a:rect l="l" t="t" r="r" b="b"/>
              <a:pathLst>
                <a:path w="3035" h="3034" extrusionOk="0">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7" name="Google Shape;16387;p138"/>
            <p:cNvSpPr/>
            <p:nvPr/>
          </p:nvSpPr>
          <p:spPr>
            <a:xfrm>
              <a:off x="2710414" y="1744817"/>
              <a:ext cx="164154" cy="11024"/>
            </a:xfrm>
            <a:custGeom>
              <a:avLst/>
              <a:gdLst/>
              <a:ahLst/>
              <a:cxnLst/>
              <a:rect l="l" t="t" r="r" b="b"/>
              <a:pathLst>
                <a:path w="6269" h="421" extrusionOk="0">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8" name="Google Shape;16388;p138"/>
            <p:cNvSpPr/>
            <p:nvPr/>
          </p:nvSpPr>
          <p:spPr>
            <a:xfrm>
              <a:off x="2785853" y="1811013"/>
              <a:ext cx="88715" cy="11024"/>
            </a:xfrm>
            <a:custGeom>
              <a:avLst/>
              <a:gdLst/>
              <a:ahLst/>
              <a:cxnLst/>
              <a:rect l="l" t="t" r="r" b="b"/>
              <a:pathLst>
                <a:path w="3388" h="421" extrusionOk="0">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9" name="Google Shape;16389;p138"/>
            <p:cNvSpPr/>
            <p:nvPr/>
          </p:nvSpPr>
          <p:spPr>
            <a:xfrm>
              <a:off x="2710414" y="1717349"/>
              <a:ext cx="164154" cy="10998"/>
            </a:xfrm>
            <a:custGeom>
              <a:avLst/>
              <a:gdLst/>
              <a:ahLst/>
              <a:cxnLst/>
              <a:rect l="l" t="t" r="r" b="b"/>
              <a:pathLst>
                <a:path w="6269" h="420" extrusionOk="0">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0" name="Google Shape;16390;p138"/>
            <p:cNvSpPr/>
            <p:nvPr/>
          </p:nvSpPr>
          <p:spPr>
            <a:xfrm>
              <a:off x="2710414" y="1689855"/>
              <a:ext cx="164154" cy="11024"/>
            </a:xfrm>
            <a:custGeom>
              <a:avLst/>
              <a:gdLst/>
              <a:ahLst/>
              <a:cxnLst/>
              <a:rect l="l" t="t" r="r" b="b"/>
              <a:pathLst>
                <a:path w="6269" h="421" extrusionOk="0">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138"/>
            <p:cNvSpPr/>
            <p:nvPr/>
          </p:nvSpPr>
          <p:spPr>
            <a:xfrm>
              <a:off x="2709576" y="1662360"/>
              <a:ext cx="165830" cy="11050"/>
            </a:xfrm>
            <a:custGeom>
              <a:avLst/>
              <a:gdLst/>
              <a:ahLst/>
              <a:cxnLst/>
              <a:rect l="l" t="t" r="r" b="b"/>
              <a:pathLst>
                <a:path w="6333" h="422" extrusionOk="0">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138"/>
            <p:cNvSpPr/>
            <p:nvPr/>
          </p:nvSpPr>
          <p:spPr>
            <a:xfrm>
              <a:off x="2774515" y="1581423"/>
              <a:ext cx="23357" cy="62242"/>
            </a:xfrm>
            <a:custGeom>
              <a:avLst/>
              <a:gdLst/>
              <a:ahLst/>
              <a:cxnLst/>
              <a:rect l="l" t="t" r="r" b="b"/>
              <a:pathLst>
                <a:path w="892" h="2377" extrusionOk="0">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138"/>
            <p:cNvSpPr/>
            <p:nvPr/>
          </p:nvSpPr>
          <p:spPr>
            <a:xfrm>
              <a:off x="2773782" y="1635364"/>
              <a:ext cx="37183" cy="10814"/>
            </a:xfrm>
            <a:custGeom>
              <a:avLst/>
              <a:gdLst/>
              <a:ahLst/>
              <a:cxnLst/>
              <a:rect l="l" t="t" r="r" b="b"/>
              <a:pathLst>
                <a:path w="1420" h="413" extrusionOk="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138"/>
            <p:cNvSpPr/>
            <p:nvPr/>
          </p:nvSpPr>
          <p:spPr>
            <a:xfrm>
              <a:off x="2777866" y="1561103"/>
              <a:ext cx="20005" cy="17125"/>
            </a:xfrm>
            <a:custGeom>
              <a:avLst/>
              <a:gdLst/>
              <a:ahLst/>
              <a:cxnLst/>
              <a:rect l="l" t="t" r="r" b="b"/>
              <a:pathLst>
                <a:path w="764" h="654" extrusionOk="0">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138"/>
            <p:cNvSpPr/>
            <p:nvPr/>
          </p:nvSpPr>
          <p:spPr>
            <a:xfrm>
              <a:off x="2957234" y="1582941"/>
              <a:ext cx="34486" cy="229852"/>
            </a:xfrm>
            <a:custGeom>
              <a:avLst/>
              <a:gdLst/>
              <a:ahLst/>
              <a:cxnLst/>
              <a:rect l="l" t="t" r="r" b="b"/>
              <a:pathLst>
                <a:path w="1317" h="8778" extrusionOk="0">
                  <a:moveTo>
                    <a:pt x="0" y="1"/>
                  </a:moveTo>
                  <a:lnTo>
                    <a:pt x="0" y="8777"/>
                  </a:lnTo>
                  <a:lnTo>
                    <a:pt x="1317" y="8777"/>
                  </a:lnTo>
                  <a:lnTo>
                    <a:pt x="131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138"/>
            <p:cNvSpPr/>
            <p:nvPr/>
          </p:nvSpPr>
          <p:spPr>
            <a:xfrm>
              <a:off x="2974463" y="1582941"/>
              <a:ext cx="17256" cy="229852"/>
            </a:xfrm>
            <a:custGeom>
              <a:avLst/>
              <a:gdLst/>
              <a:ahLst/>
              <a:cxnLst/>
              <a:rect l="l" t="t" r="r" b="b"/>
              <a:pathLst>
                <a:path w="659" h="8778" extrusionOk="0">
                  <a:moveTo>
                    <a:pt x="0" y="1"/>
                  </a:moveTo>
                  <a:lnTo>
                    <a:pt x="0" y="8777"/>
                  </a:lnTo>
                  <a:lnTo>
                    <a:pt x="659" y="8777"/>
                  </a:lnTo>
                  <a:lnTo>
                    <a:pt x="659"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138"/>
            <p:cNvSpPr/>
            <p:nvPr/>
          </p:nvSpPr>
          <p:spPr>
            <a:xfrm>
              <a:off x="2957234" y="1550210"/>
              <a:ext cx="34486" cy="40246"/>
            </a:xfrm>
            <a:custGeom>
              <a:avLst/>
              <a:gdLst/>
              <a:ahLst/>
              <a:cxnLst/>
              <a:rect l="l" t="t" r="r" b="b"/>
              <a:pathLst>
                <a:path w="1317" h="1537" extrusionOk="0">
                  <a:moveTo>
                    <a:pt x="0" y="1"/>
                  </a:moveTo>
                  <a:lnTo>
                    <a:pt x="0" y="1537"/>
                  </a:lnTo>
                  <a:lnTo>
                    <a:pt x="1317" y="1537"/>
                  </a:lnTo>
                  <a:lnTo>
                    <a:pt x="1317"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138"/>
            <p:cNvSpPr/>
            <p:nvPr/>
          </p:nvSpPr>
          <p:spPr>
            <a:xfrm>
              <a:off x="2974463" y="1550210"/>
              <a:ext cx="17256" cy="40246"/>
            </a:xfrm>
            <a:custGeom>
              <a:avLst/>
              <a:gdLst/>
              <a:ahLst/>
              <a:cxnLst/>
              <a:rect l="l" t="t" r="r" b="b"/>
              <a:pathLst>
                <a:path w="659" h="1537" extrusionOk="0">
                  <a:moveTo>
                    <a:pt x="0" y="1"/>
                  </a:moveTo>
                  <a:lnTo>
                    <a:pt x="0" y="1537"/>
                  </a:lnTo>
                  <a:lnTo>
                    <a:pt x="659" y="1537"/>
                  </a:lnTo>
                  <a:lnTo>
                    <a:pt x="659"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138"/>
            <p:cNvSpPr/>
            <p:nvPr/>
          </p:nvSpPr>
          <p:spPr>
            <a:xfrm>
              <a:off x="2957234" y="1500275"/>
              <a:ext cx="34486" cy="49961"/>
            </a:xfrm>
            <a:custGeom>
              <a:avLst/>
              <a:gdLst/>
              <a:ahLst/>
              <a:cxnLst/>
              <a:rect l="l" t="t" r="r" b="b"/>
              <a:pathLst>
                <a:path w="1317" h="1908" extrusionOk="0">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138"/>
            <p:cNvSpPr/>
            <p:nvPr/>
          </p:nvSpPr>
          <p:spPr>
            <a:xfrm>
              <a:off x="2974463" y="1500275"/>
              <a:ext cx="17256" cy="49961"/>
            </a:xfrm>
            <a:custGeom>
              <a:avLst/>
              <a:gdLst/>
              <a:ahLst/>
              <a:cxnLst/>
              <a:rect l="l" t="t" r="r" b="b"/>
              <a:pathLst>
                <a:path w="659" h="1908" extrusionOk="0">
                  <a:moveTo>
                    <a:pt x="0" y="0"/>
                  </a:moveTo>
                  <a:lnTo>
                    <a:pt x="0" y="1908"/>
                  </a:lnTo>
                  <a:lnTo>
                    <a:pt x="659" y="1908"/>
                  </a:lnTo>
                  <a:lnTo>
                    <a:pt x="659" y="658"/>
                  </a:lnTo>
                  <a:cubicBezTo>
                    <a:pt x="659" y="296"/>
                    <a:pt x="363"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1" name="Google Shape;16401;p138"/>
          <p:cNvGrpSpPr/>
          <p:nvPr/>
        </p:nvGrpSpPr>
        <p:grpSpPr>
          <a:xfrm>
            <a:off x="1750184" y="2413530"/>
            <a:ext cx="359730" cy="359441"/>
            <a:chOff x="1750184" y="2413530"/>
            <a:chExt cx="359730" cy="359441"/>
          </a:xfrm>
        </p:grpSpPr>
        <p:sp>
          <p:nvSpPr>
            <p:cNvPr id="16402" name="Google Shape;16402;p138"/>
            <p:cNvSpPr/>
            <p:nvPr/>
          </p:nvSpPr>
          <p:spPr>
            <a:xfrm>
              <a:off x="1867074" y="2496981"/>
              <a:ext cx="58000" cy="64965"/>
            </a:xfrm>
            <a:custGeom>
              <a:avLst/>
              <a:gdLst/>
              <a:ahLst/>
              <a:cxnLst/>
              <a:rect l="l" t="t" r="r" b="b"/>
              <a:pathLst>
                <a:path w="2215" h="2481" extrusionOk="0">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138"/>
            <p:cNvSpPr/>
            <p:nvPr/>
          </p:nvSpPr>
          <p:spPr>
            <a:xfrm>
              <a:off x="1824863" y="2413530"/>
              <a:ext cx="285050" cy="285312"/>
            </a:xfrm>
            <a:custGeom>
              <a:avLst/>
              <a:gdLst/>
              <a:ahLst/>
              <a:cxnLst/>
              <a:rect l="l" t="t" r="r" b="b"/>
              <a:pathLst>
                <a:path w="10886" h="10896" extrusionOk="0">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138"/>
            <p:cNvSpPr/>
            <p:nvPr/>
          </p:nvSpPr>
          <p:spPr>
            <a:xfrm>
              <a:off x="1893808" y="2482737"/>
              <a:ext cx="147160" cy="146898"/>
            </a:xfrm>
            <a:custGeom>
              <a:avLst/>
              <a:gdLst/>
              <a:ahLst/>
              <a:cxnLst/>
              <a:rect l="l" t="t" r="r" b="b"/>
              <a:pathLst>
                <a:path w="5620" h="5610" extrusionOk="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138"/>
            <p:cNvSpPr/>
            <p:nvPr/>
          </p:nvSpPr>
          <p:spPr>
            <a:xfrm>
              <a:off x="1787654" y="2492294"/>
              <a:ext cx="245065" cy="246767"/>
            </a:xfrm>
            <a:custGeom>
              <a:avLst/>
              <a:gdLst/>
              <a:ahLst/>
              <a:cxnLst/>
              <a:rect l="l" t="t" r="r" b="b"/>
              <a:pathLst>
                <a:path w="9359" h="9424" extrusionOk="0">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138"/>
            <p:cNvSpPr/>
            <p:nvPr/>
          </p:nvSpPr>
          <p:spPr>
            <a:xfrm>
              <a:off x="1806141" y="2613871"/>
              <a:ext cx="106442" cy="106442"/>
            </a:xfrm>
            <a:custGeom>
              <a:avLst/>
              <a:gdLst/>
              <a:ahLst/>
              <a:cxnLst/>
              <a:rect l="l" t="t" r="r" b="b"/>
              <a:pathLst>
                <a:path w="4065" h="4065" extrusionOk="0">
                  <a:moveTo>
                    <a:pt x="1746" y="1"/>
                  </a:moveTo>
                  <a:lnTo>
                    <a:pt x="0" y="1747"/>
                  </a:lnTo>
                  <a:lnTo>
                    <a:pt x="2318" y="4065"/>
                  </a:lnTo>
                  <a:lnTo>
                    <a:pt x="4064" y="2310"/>
                  </a:lnTo>
                  <a:lnTo>
                    <a:pt x="1746"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138"/>
            <p:cNvSpPr/>
            <p:nvPr/>
          </p:nvSpPr>
          <p:spPr>
            <a:xfrm>
              <a:off x="1923790" y="2515075"/>
              <a:ext cx="52972" cy="46321"/>
            </a:xfrm>
            <a:custGeom>
              <a:avLst/>
              <a:gdLst/>
              <a:ahLst/>
              <a:cxnLst/>
              <a:rect l="l" t="t" r="r" b="b"/>
              <a:pathLst>
                <a:path w="2023" h="1769" extrusionOk="0">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138"/>
            <p:cNvSpPr/>
            <p:nvPr/>
          </p:nvSpPr>
          <p:spPr>
            <a:xfrm>
              <a:off x="1944215" y="2537882"/>
              <a:ext cx="55277" cy="46766"/>
            </a:xfrm>
            <a:custGeom>
              <a:avLst/>
              <a:gdLst/>
              <a:ahLst/>
              <a:cxnLst/>
              <a:rect l="l" t="t" r="r" b="b"/>
              <a:pathLst>
                <a:path w="2111" h="1786" extrusionOk="0">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138"/>
            <p:cNvSpPr/>
            <p:nvPr/>
          </p:nvSpPr>
          <p:spPr>
            <a:xfrm>
              <a:off x="1968252" y="2560611"/>
              <a:ext cx="53993" cy="46243"/>
            </a:xfrm>
            <a:custGeom>
              <a:avLst/>
              <a:gdLst/>
              <a:ahLst/>
              <a:cxnLst/>
              <a:rect l="l" t="t" r="r" b="b"/>
              <a:pathLst>
                <a:path w="2062" h="1766" extrusionOk="0">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138"/>
            <p:cNvSpPr/>
            <p:nvPr/>
          </p:nvSpPr>
          <p:spPr>
            <a:xfrm>
              <a:off x="1792630" y="2614945"/>
              <a:ext cx="116707" cy="115869"/>
            </a:xfrm>
            <a:custGeom>
              <a:avLst/>
              <a:gdLst/>
              <a:ahLst/>
              <a:cxnLst/>
              <a:rect l="l" t="t" r="r" b="b"/>
              <a:pathLst>
                <a:path w="4457" h="4425" extrusionOk="0">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138"/>
            <p:cNvSpPr/>
            <p:nvPr/>
          </p:nvSpPr>
          <p:spPr>
            <a:xfrm>
              <a:off x="1750184" y="2637621"/>
              <a:ext cx="135900" cy="135350"/>
            </a:xfrm>
            <a:custGeom>
              <a:avLst/>
              <a:gdLst/>
              <a:ahLst/>
              <a:cxnLst/>
              <a:rect l="l" t="t" r="r" b="b"/>
              <a:pathLst>
                <a:path w="5190" h="5169" extrusionOk="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138"/>
            <p:cNvSpPr/>
            <p:nvPr/>
          </p:nvSpPr>
          <p:spPr>
            <a:xfrm>
              <a:off x="1750184" y="2665586"/>
              <a:ext cx="107673" cy="107385"/>
            </a:xfrm>
            <a:custGeom>
              <a:avLst/>
              <a:gdLst/>
              <a:ahLst/>
              <a:cxnLst/>
              <a:rect l="l" t="t" r="r" b="b"/>
              <a:pathLst>
                <a:path w="4112" h="4101" extrusionOk="0">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3" name="Google Shape;16413;p138"/>
          <p:cNvGrpSpPr/>
          <p:nvPr/>
        </p:nvGrpSpPr>
        <p:grpSpPr>
          <a:xfrm>
            <a:off x="2230050" y="1500223"/>
            <a:ext cx="316524" cy="359284"/>
            <a:chOff x="2230050" y="1500223"/>
            <a:chExt cx="316524" cy="359284"/>
          </a:xfrm>
        </p:grpSpPr>
        <p:sp>
          <p:nvSpPr>
            <p:cNvPr id="16414" name="Google Shape;16414;p138"/>
            <p:cNvSpPr/>
            <p:nvPr/>
          </p:nvSpPr>
          <p:spPr>
            <a:xfrm>
              <a:off x="2230050" y="1584958"/>
              <a:ext cx="189632" cy="274550"/>
            </a:xfrm>
            <a:custGeom>
              <a:avLst/>
              <a:gdLst/>
              <a:ahLst/>
              <a:cxnLst/>
              <a:rect l="l" t="t" r="r" b="b"/>
              <a:pathLst>
                <a:path w="7242" h="10485" extrusionOk="0">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5" name="Google Shape;16415;p138"/>
            <p:cNvSpPr/>
            <p:nvPr/>
          </p:nvSpPr>
          <p:spPr>
            <a:xfrm>
              <a:off x="2230050" y="1849243"/>
              <a:ext cx="189632" cy="10265"/>
            </a:xfrm>
            <a:custGeom>
              <a:avLst/>
              <a:gdLst/>
              <a:ahLst/>
              <a:cxnLst/>
              <a:rect l="l" t="t" r="r" b="b"/>
              <a:pathLst>
                <a:path w="7242" h="392" extrusionOk="0">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138"/>
            <p:cNvSpPr/>
            <p:nvPr/>
          </p:nvSpPr>
          <p:spPr>
            <a:xfrm>
              <a:off x="2266028" y="1585193"/>
              <a:ext cx="117675" cy="37759"/>
            </a:xfrm>
            <a:custGeom>
              <a:avLst/>
              <a:gdLst/>
              <a:ahLst/>
              <a:cxnLst/>
              <a:rect l="l" t="t" r="r" b="b"/>
              <a:pathLst>
                <a:path w="4494" h="1442" extrusionOk="0">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138"/>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8" name="Google Shape;16418;p138"/>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9" name="Google Shape;16419;p138"/>
            <p:cNvSpPr/>
            <p:nvPr/>
          </p:nvSpPr>
          <p:spPr>
            <a:xfrm>
              <a:off x="2266028" y="1603680"/>
              <a:ext cx="117675" cy="19272"/>
            </a:xfrm>
            <a:custGeom>
              <a:avLst/>
              <a:gdLst/>
              <a:ahLst/>
              <a:cxnLst/>
              <a:rect l="l" t="t" r="r" b="b"/>
              <a:pathLst>
                <a:path w="4494" h="736" extrusionOk="0">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138"/>
            <p:cNvSpPr/>
            <p:nvPr/>
          </p:nvSpPr>
          <p:spPr>
            <a:xfrm>
              <a:off x="2275272" y="1546466"/>
              <a:ext cx="99189" cy="67243"/>
            </a:xfrm>
            <a:custGeom>
              <a:avLst/>
              <a:gdLst/>
              <a:ahLst/>
              <a:cxnLst/>
              <a:rect l="l" t="t" r="r" b="b"/>
              <a:pathLst>
                <a:path w="3788" h="2568" extrusionOk="0">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1" name="Google Shape;16421;p138"/>
            <p:cNvSpPr/>
            <p:nvPr/>
          </p:nvSpPr>
          <p:spPr>
            <a:xfrm>
              <a:off x="2275272" y="1599935"/>
              <a:ext cx="99189" cy="13773"/>
            </a:xfrm>
            <a:custGeom>
              <a:avLst/>
              <a:gdLst/>
              <a:ahLst/>
              <a:cxnLst/>
              <a:rect l="l" t="t" r="r" b="b"/>
              <a:pathLst>
                <a:path w="3788" h="526" extrusionOk="0">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2" name="Google Shape;16422;p138"/>
            <p:cNvSpPr/>
            <p:nvPr/>
          </p:nvSpPr>
          <p:spPr>
            <a:xfrm>
              <a:off x="2272156" y="1710070"/>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138"/>
            <p:cNvSpPr/>
            <p:nvPr/>
          </p:nvSpPr>
          <p:spPr>
            <a:xfrm>
              <a:off x="2272156" y="1730808"/>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138"/>
            <p:cNvSpPr/>
            <p:nvPr/>
          </p:nvSpPr>
          <p:spPr>
            <a:xfrm>
              <a:off x="2272156" y="1751547"/>
              <a:ext cx="105395" cy="10814"/>
            </a:xfrm>
            <a:custGeom>
              <a:avLst/>
              <a:gdLst/>
              <a:ahLst/>
              <a:cxnLst/>
              <a:rect l="l" t="t" r="r" b="b"/>
              <a:pathLst>
                <a:path w="4025" h="413" extrusionOk="0">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138"/>
            <p:cNvSpPr/>
            <p:nvPr/>
          </p:nvSpPr>
          <p:spPr>
            <a:xfrm>
              <a:off x="2272156" y="1772285"/>
              <a:ext cx="105395" cy="11050"/>
            </a:xfrm>
            <a:custGeom>
              <a:avLst/>
              <a:gdLst/>
              <a:ahLst/>
              <a:cxnLst/>
              <a:rect l="l" t="t" r="r" b="b"/>
              <a:pathLst>
                <a:path w="4025" h="422" extrusionOk="0">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138"/>
            <p:cNvSpPr/>
            <p:nvPr/>
          </p:nvSpPr>
          <p:spPr>
            <a:xfrm>
              <a:off x="2382918" y="1500223"/>
              <a:ext cx="163656" cy="137209"/>
            </a:xfrm>
            <a:custGeom>
              <a:avLst/>
              <a:gdLst/>
              <a:ahLst/>
              <a:cxnLst/>
              <a:rect l="l" t="t" r="r" b="b"/>
              <a:pathLst>
                <a:path w="6250" h="5240" extrusionOk="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138"/>
            <p:cNvSpPr/>
            <p:nvPr/>
          </p:nvSpPr>
          <p:spPr>
            <a:xfrm>
              <a:off x="2427380" y="1560396"/>
              <a:ext cx="11521" cy="12333"/>
            </a:xfrm>
            <a:custGeom>
              <a:avLst/>
              <a:gdLst/>
              <a:ahLst/>
              <a:cxnLst/>
              <a:rect l="l" t="t" r="r" b="b"/>
              <a:pathLst>
                <a:path w="440" h="471" extrusionOk="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138"/>
            <p:cNvSpPr/>
            <p:nvPr/>
          </p:nvSpPr>
          <p:spPr>
            <a:xfrm>
              <a:off x="2448878" y="1560396"/>
              <a:ext cx="11390" cy="12333"/>
            </a:xfrm>
            <a:custGeom>
              <a:avLst/>
              <a:gdLst/>
              <a:ahLst/>
              <a:cxnLst/>
              <a:rect l="l" t="t" r="r" b="b"/>
              <a:pathLst>
                <a:path w="435" h="471" extrusionOk="0">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138"/>
            <p:cNvSpPr/>
            <p:nvPr/>
          </p:nvSpPr>
          <p:spPr>
            <a:xfrm>
              <a:off x="2470114" y="1560396"/>
              <a:ext cx="11521" cy="12333"/>
            </a:xfrm>
            <a:custGeom>
              <a:avLst/>
              <a:gdLst/>
              <a:ahLst/>
              <a:cxnLst/>
              <a:rect l="l" t="t" r="r" b="b"/>
              <a:pathLst>
                <a:path w="440" h="471" extrusionOk="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0" name="Google Shape;16430;p138"/>
            <p:cNvSpPr/>
            <p:nvPr/>
          </p:nvSpPr>
          <p:spPr>
            <a:xfrm>
              <a:off x="2491455" y="1560396"/>
              <a:ext cx="11390" cy="12333"/>
            </a:xfrm>
            <a:custGeom>
              <a:avLst/>
              <a:gdLst/>
              <a:ahLst/>
              <a:cxnLst/>
              <a:rect l="l" t="t" r="r" b="b"/>
              <a:pathLst>
                <a:path w="435" h="471" extrusionOk="0">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1" name="Google Shape;16431;p138"/>
            <p:cNvSpPr/>
            <p:nvPr/>
          </p:nvSpPr>
          <p:spPr>
            <a:xfrm>
              <a:off x="2310229" y="1645393"/>
              <a:ext cx="20005" cy="49490"/>
            </a:xfrm>
            <a:custGeom>
              <a:avLst/>
              <a:gdLst/>
              <a:ahLst/>
              <a:cxnLst/>
              <a:rect l="l" t="t" r="r" b="b"/>
              <a:pathLst>
                <a:path w="764" h="1890" extrusionOk="0">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138"/>
            <p:cNvSpPr/>
            <p:nvPr/>
          </p:nvSpPr>
          <p:spPr>
            <a:xfrm>
              <a:off x="2308893" y="1686110"/>
              <a:ext cx="31946" cy="11050"/>
            </a:xfrm>
            <a:custGeom>
              <a:avLst/>
              <a:gdLst/>
              <a:ahLst/>
              <a:cxnLst/>
              <a:rect l="l" t="t" r="r" b="b"/>
              <a:pathLst>
                <a:path w="1220" h="422" extrusionOk="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138"/>
            <p:cNvSpPr/>
            <p:nvPr/>
          </p:nvSpPr>
          <p:spPr>
            <a:xfrm>
              <a:off x="2311983" y="1627063"/>
              <a:ext cx="18251" cy="15606"/>
            </a:xfrm>
            <a:custGeom>
              <a:avLst/>
              <a:gdLst/>
              <a:ahLst/>
              <a:cxnLst/>
              <a:rect l="l" t="t" r="r" b="b"/>
              <a:pathLst>
                <a:path w="697" h="596" extrusionOk="0">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4" name="Google Shape;16434;p138"/>
          <p:cNvGrpSpPr/>
          <p:nvPr/>
        </p:nvGrpSpPr>
        <p:grpSpPr>
          <a:xfrm>
            <a:off x="2690042" y="4262767"/>
            <a:ext cx="359389" cy="359232"/>
            <a:chOff x="2690042" y="4262767"/>
            <a:chExt cx="359389" cy="359232"/>
          </a:xfrm>
        </p:grpSpPr>
        <p:sp>
          <p:nvSpPr>
            <p:cNvPr id="16435" name="Google Shape;16435;p138"/>
            <p:cNvSpPr/>
            <p:nvPr/>
          </p:nvSpPr>
          <p:spPr>
            <a:xfrm>
              <a:off x="2690042" y="4262767"/>
              <a:ext cx="205002" cy="173214"/>
            </a:xfrm>
            <a:custGeom>
              <a:avLst/>
              <a:gdLst/>
              <a:ahLst/>
              <a:cxnLst/>
              <a:rect l="l" t="t" r="r" b="b"/>
              <a:pathLst>
                <a:path w="7829" h="6615" extrusionOk="0">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138"/>
            <p:cNvSpPr/>
            <p:nvPr/>
          </p:nvSpPr>
          <p:spPr>
            <a:xfrm>
              <a:off x="2729293" y="4277456"/>
              <a:ext cx="124038" cy="125086"/>
            </a:xfrm>
            <a:custGeom>
              <a:avLst/>
              <a:gdLst/>
              <a:ahLst/>
              <a:cxnLst/>
              <a:rect l="l" t="t" r="r" b="b"/>
              <a:pathLst>
                <a:path w="4737" h="4777" extrusionOk="0">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7" name="Google Shape;16437;p138"/>
            <p:cNvSpPr/>
            <p:nvPr/>
          </p:nvSpPr>
          <p:spPr>
            <a:xfrm>
              <a:off x="2762365" y="4322285"/>
              <a:ext cx="37261" cy="45981"/>
            </a:xfrm>
            <a:custGeom>
              <a:avLst/>
              <a:gdLst/>
              <a:ahLst/>
              <a:cxnLst/>
              <a:rect l="l" t="t" r="r" b="b"/>
              <a:pathLst>
                <a:path w="1423" h="1756" extrusionOk="0">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8" name="Google Shape;16438;p138"/>
            <p:cNvSpPr/>
            <p:nvPr/>
          </p:nvSpPr>
          <p:spPr>
            <a:xfrm>
              <a:off x="2795594" y="4322285"/>
              <a:ext cx="26761" cy="45536"/>
            </a:xfrm>
            <a:custGeom>
              <a:avLst/>
              <a:gdLst/>
              <a:ahLst/>
              <a:cxnLst/>
              <a:rect l="l" t="t" r="r" b="b"/>
              <a:pathLst>
                <a:path w="1022" h="1739" extrusionOk="0">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138"/>
            <p:cNvSpPr/>
            <p:nvPr/>
          </p:nvSpPr>
          <p:spPr>
            <a:xfrm>
              <a:off x="2753122" y="4328439"/>
              <a:ext cx="296309" cy="293560"/>
            </a:xfrm>
            <a:custGeom>
              <a:avLst/>
              <a:gdLst/>
              <a:ahLst/>
              <a:cxnLst/>
              <a:rect l="l" t="t" r="r" b="b"/>
              <a:pathLst>
                <a:path w="11316" h="11211" extrusionOk="0">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138"/>
            <p:cNvSpPr/>
            <p:nvPr/>
          </p:nvSpPr>
          <p:spPr>
            <a:xfrm>
              <a:off x="2753122" y="4543103"/>
              <a:ext cx="81985" cy="78895"/>
            </a:xfrm>
            <a:custGeom>
              <a:avLst/>
              <a:gdLst/>
              <a:ahLst/>
              <a:cxnLst/>
              <a:rect l="l" t="t" r="r" b="b"/>
              <a:pathLst>
                <a:path w="3131" h="3013" extrusionOk="0">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138"/>
            <p:cNvSpPr/>
            <p:nvPr/>
          </p:nvSpPr>
          <p:spPr>
            <a:xfrm>
              <a:off x="2926990" y="4373241"/>
              <a:ext cx="70726" cy="73711"/>
            </a:xfrm>
            <a:custGeom>
              <a:avLst/>
              <a:gdLst/>
              <a:ahLst/>
              <a:cxnLst/>
              <a:rect l="l" t="t" r="r" b="b"/>
              <a:pathLst>
                <a:path w="2701" h="2815" extrusionOk="0">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2" name="Google Shape;16442;p138"/>
          <p:cNvGrpSpPr/>
          <p:nvPr/>
        </p:nvGrpSpPr>
        <p:grpSpPr>
          <a:xfrm>
            <a:off x="2689440" y="2882162"/>
            <a:ext cx="222337" cy="366721"/>
            <a:chOff x="2689440" y="2882162"/>
            <a:chExt cx="222337" cy="366721"/>
          </a:xfrm>
        </p:grpSpPr>
        <p:sp>
          <p:nvSpPr>
            <p:cNvPr id="16443" name="Google Shape;16443;p138"/>
            <p:cNvSpPr/>
            <p:nvPr/>
          </p:nvSpPr>
          <p:spPr>
            <a:xfrm>
              <a:off x="2689440" y="3022566"/>
              <a:ext cx="30741" cy="46976"/>
            </a:xfrm>
            <a:custGeom>
              <a:avLst/>
              <a:gdLst/>
              <a:ahLst/>
              <a:cxnLst/>
              <a:rect l="l" t="t" r="r" b="b"/>
              <a:pathLst>
                <a:path w="1174" h="1794" extrusionOk="0">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4" name="Google Shape;16444;p138"/>
            <p:cNvSpPr/>
            <p:nvPr/>
          </p:nvSpPr>
          <p:spPr>
            <a:xfrm>
              <a:off x="2719422" y="3061268"/>
              <a:ext cx="162635" cy="187616"/>
            </a:xfrm>
            <a:custGeom>
              <a:avLst/>
              <a:gdLst/>
              <a:ahLst/>
              <a:cxnLst/>
              <a:rect l="l" t="t" r="r" b="b"/>
              <a:pathLst>
                <a:path w="6211" h="7165" extrusionOk="0">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138"/>
            <p:cNvSpPr/>
            <p:nvPr/>
          </p:nvSpPr>
          <p:spPr>
            <a:xfrm>
              <a:off x="2761867" y="3061268"/>
              <a:ext cx="96701" cy="86227"/>
            </a:xfrm>
            <a:custGeom>
              <a:avLst/>
              <a:gdLst/>
              <a:ahLst/>
              <a:cxnLst/>
              <a:rect l="l" t="t" r="r" b="b"/>
              <a:pathLst>
                <a:path w="3693" h="3293" extrusionOk="0">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138"/>
            <p:cNvSpPr/>
            <p:nvPr/>
          </p:nvSpPr>
          <p:spPr>
            <a:xfrm>
              <a:off x="2722407" y="3171690"/>
              <a:ext cx="159650" cy="77193"/>
            </a:xfrm>
            <a:custGeom>
              <a:avLst/>
              <a:gdLst/>
              <a:ahLst/>
              <a:cxnLst/>
              <a:rect l="l" t="t" r="r" b="b"/>
              <a:pathLst>
                <a:path w="6097" h="2948" extrusionOk="0">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7" name="Google Shape;16447;p138"/>
            <p:cNvSpPr/>
            <p:nvPr/>
          </p:nvSpPr>
          <p:spPr>
            <a:xfrm>
              <a:off x="2708659" y="2882162"/>
              <a:ext cx="203117" cy="254335"/>
            </a:xfrm>
            <a:custGeom>
              <a:avLst/>
              <a:gdLst/>
              <a:ahLst/>
              <a:cxnLst/>
              <a:rect l="l" t="t" r="r" b="b"/>
              <a:pathLst>
                <a:path w="7757" h="9713" extrusionOk="0">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8" name="Google Shape;16448;p138"/>
            <p:cNvSpPr/>
            <p:nvPr/>
          </p:nvSpPr>
          <p:spPr>
            <a:xfrm>
              <a:off x="2708659" y="3091512"/>
              <a:ext cx="40246" cy="11260"/>
            </a:xfrm>
            <a:custGeom>
              <a:avLst/>
              <a:gdLst/>
              <a:ahLst/>
              <a:cxnLst/>
              <a:rect l="l" t="t" r="r" b="b"/>
              <a:pathLst>
                <a:path w="1537" h="430" extrusionOk="0">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138"/>
            <p:cNvSpPr/>
            <p:nvPr/>
          </p:nvSpPr>
          <p:spPr>
            <a:xfrm>
              <a:off x="2755871" y="2907641"/>
              <a:ext cx="127181" cy="127181"/>
            </a:xfrm>
            <a:custGeom>
              <a:avLst/>
              <a:gdLst/>
              <a:ahLst/>
              <a:cxnLst/>
              <a:rect l="l" t="t" r="r" b="b"/>
              <a:pathLst>
                <a:path w="4857" h="4857" extrusionOk="0">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138"/>
            <p:cNvSpPr/>
            <p:nvPr/>
          </p:nvSpPr>
          <p:spPr>
            <a:xfrm>
              <a:off x="2788602" y="2927122"/>
              <a:ext cx="84028" cy="60985"/>
            </a:xfrm>
            <a:custGeom>
              <a:avLst/>
              <a:gdLst/>
              <a:ahLst/>
              <a:cxnLst/>
              <a:rect l="l" t="t" r="r" b="b"/>
              <a:pathLst>
                <a:path w="3209" h="2329" extrusionOk="0">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1" name="Google Shape;16451;p138"/>
            <p:cNvSpPr/>
            <p:nvPr/>
          </p:nvSpPr>
          <p:spPr>
            <a:xfrm>
              <a:off x="2777369" y="2969385"/>
              <a:ext cx="44017" cy="39696"/>
            </a:xfrm>
            <a:custGeom>
              <a:avLst/>
              <a:gdLst/>
              <a:ahLst/>
              <a:cxnLst/>
              <a:rect l="l" t="t" r="r" b="b"/>
              <a:pathLst>
                <a:path w="1681" h="1516" extrusionOk="0">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52" name="Google Shape;16452;p138"/>
          <p:cNvSpPr/>
          <p:nvPr/>
        </p:nvSpPr>
        <p:spPr>
          <a:xfrm>
            <a:off x="2637986" y="2280903"/>
            <a:ext cx="303039" cy="21000"/>
          </a:xfrm>
          <a:custGeom>
            <a:avLst/>
            <a:gdLst/>
            <a:ahLst/>
            <a:cxnLst/>
            <a:rect l="l" t="t" r="r" b="b"/>
            <a:pathLst>
              <a:path w="11573" h="802" extrusionOk="0">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53" name="Google Shape;16453;p138"/>
          <p:cNvGrpSpPr/>
          <p:nvPr/>
        </p:nvGrpSpPr>
        <p:grpSpPr>
          <a:xfrm>
            <a:off x="2637986" y="1980142"/>
            <a:ext cx="359232" cy="322023"/>
            <a:chOff x="2637986" y="1980142"/>
            <a:chExt cx="359232" cy="322023"/>
          </a:xfrm>
        </p:grpSpPr>
        <p:sp>
          <p:nvSpPr>
            <p:cNvPr id="16454" name="Google Shape;16454;p138"/>
            <p:cNvSpPr/>
            <p:nvPr/>
          </p:nvSpPr>
          <p:spPr>
            <a:xfrm>
              <a:off x="2637986" y="2064065"/>
              <a:ext cx="303039" cy="238100"/>
            </a:xfrm>
            <a:custGeom>
              <a:avLst/>
              <a:gdLst/>
              <a:ahLst/>
              <a:cxnLst/>
              <a:rect l="l" t="t" r="r" b="b"/>
              <a:pathLst>
                <a:path w="11573" h="9093" extrusionOk="0">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138"/>
            <p:cNvSpPr/>
            <p:nvPr/>
          </p:nvSpPr>
          <p:spPr>
            <a:xfrm>
              <a:off x="2638222"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138"/>
            <p:cNvSpPr/>
            <p:nvPr/>
          </p:nvSpPr>
          <p:spPr>
            <a:xfrm>
              <a:off x="2918742" y="2110019"/>
              <a:ext cx="22022" cy="192146"/>
            </a:xfrm>
            <a:custGeom>
              <a:avLst/>
              <a:gdLst/>
              <a:ahLst/>
              <a:cxnLst/>
              <a:rect l="l" t="t" r="r" b="b"/>
              <a:pathLst>
                <a:path w="841" h="7338" extrusionOk="0">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138"/>
            <p:cNvSpPr/>
            <p:nvPr/>
          </p:nvSpPr>
          <p:spPr>
            <a:xfrm>
              <a:off x="2835814" y="2103787"/>
              <a:ext cx="105211" cy="49149"/>
            </a:xfrm>
            <a:custGeom>
              <a:avLst/>
              <a:gdLst/>
              <a:ahLst/>
              <a:cxnLst/>
              <a:rect l="l" t="t" r="r" b="b"/>
              <a:pathLst>
                <a:path w="4018" h="1877" extrusionOk="0">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8" name="Google Shape;16458;p138"/>
            <p:cNvSpPr/>
            <p:nvPr/>
          </p:nvSpPr>
          <p:spPr>
            <a:xfrm>
              <a:off x="2842072"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9" name="Google Shape;16459;p138"/>
            <p:cNvSpPr/>
            <p:nvPr/>
          </p:nvSpPr>
          <p:spPr>
            <a:xfrm>
              <a:off x="2885277" y="2043326"/>
              <a:ext cx="66719" cy="47997"/>
            </a:xfrm>
            <a:custGeom>
              <a:avLst/>
              <a:gdLst/>
              <a:ahLst/>
              <a:cxnLst/>
              <a:rect l="l" t="t" r="r" b="b"/>
              <a:pathLst>
                <a:path w="2548" h="1833" extrusionOk="0">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138"/>
            <p:cNvSpPr/>
            <p:nvPr/>
          </p:nvSpPr>
          <p:spPr>
            <a:xfrm>
              <a:off x="2723166" y="2183232"/>
              <a:ext cx="33255" cy="33229"/>
            </a:xfrm>
            <a:custGeom>
              <a:avLst/>
              <a:gdLst/>
              <a:ahLst/>
              <a:cxnLst/>
              <a:rect l="l" t="t" r="r" b="b"/>
              <a:pathLst>
                <a:path w="1270" h="1269" extrusionOk="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138"/>
            <p:cNvSpPr/>
            <p:nvPr/>
          </p:nvSpPr>
          <p:spPr>
            <a:xfrm>
              <a:off x="2770613" y="2177734"/>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138"/>
            <p:cNvSpPr/>
            <p:nvPr/>
          </p:nvSpPr>
          <p:spPr>
            <a:xfrm>
              <a:off x="2770613" y="2194204"/>
              <a:ext cx="92800" cy="11050"/>
            </a:xfrm>
            <a:custGeom>
              <a:avLst/>
              <a:gdLst/>
              <a:ahLst/>
              <a:cxnLst/>
              <a:rect l="l" t="t" r="r" b="b"/>
              <a:pathLst>
                <a:path w="3544" h="422" extrusionOk="0">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138"/>
            <p:cNvSpPr/>
            <p:nvPr/>
          </p:nvSpPr>
          <p:spPr>
            <a:xfrm>
              <a:off x="2770613" y="2210962"/>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4" name="Google Shape;16464;p138"/>
            <p:cNvSpPr/>
            <p:nvPr/>
          </p:nvSpPr>
          <p:spPr>
            <a:xfrm>
              <a:off x="2909420" y="2057780"/>
              <a:ext cx="20686" cy="10814"/>
            </a:xfrm>
            <a:custGeom>
              <a:avLst/>
              <a:gdLst/>
              <a:ahLst/>
              <a:cxnLst/>
              <a:rect l="l" t="t" r="r" b="b"/>
              <a:pathLst>
                <a:path w="790" h="413" extrusionOk="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5" name="Google Shape;16465;p138"/>
            <p:cNvSpPr/>
            <p:nvPr/>
          </p:nvSpPr>
          <p:spPr>
            <a:xfrm>
              <a:off x="2914264" y="2058016"/>
              <a:ext cx="10762" cy="18827"/>
            </a:xfrm>
            <a:custGeom>
              <a:avLst/>
              <a:gdLst/>
              <a:ahLst/>
              <a:cxnLst/>
              <a:rect l="l" t="t" r="r" b="b"/>
              <a:pathLst>
                <a:path w="411" h="719" extrusionOk="0">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138"/>
            <p:cNvSpPr/>
            <p:nvPr/>
          </p:nvSpPr>
          <p:spPr>
            <a:xfrm>
              <a:off x="2898265" y="2004363"/>
              <a:ext cx="40744" cy="38989"/>
            </a:xfrm>
            <a:custGeom>
              <a:avLst/>
              <a:gdLst/>
              <a:ahLst/>
              <a:cxnLst/>
              <a:rect l="l" t="t" r="r" b="b"/>
              <a:pathLst>
                <a:path w="1556" h="1489" extrusionOk="0">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7" name="Google Shape;16467;p138"/>
          <p:cNvGrpSpPr/>
          <p:nvPr/>
        </p:nvGrpSpPr>
        <p:grpSpPr>
          <a:xfrm>
            <a:off x="1306531" y="3346972"/>
            <a:ext cx="323018" cy="359075"/>
            <a:chOff x="1306531" y="3346972"/>
            <a:chExt cx="323018" cy="359075"/>
          </a:xfrm>
        </p:grpSpPr>
        <p:sp>
          <p:nvSpPr>
            <p:cNvPr id="16468" name="Google Shape;16468;p138"/>
            <p:cNvSpPr/>
            <p:nvPr/>
          </p:nvSpPr>
          <p:spPr>
            <a:xfrm>
              <a:off x="1314020" y="3592614"/>
              <a:ext cx="98194" cy="97880"/>
            </a:xfrm>
            <a:custGeom>
              <a:avLst/>
              <a:gdLst/>
              <a:ahLst/>
              <a:cxnLst/>
              <a:rect l="l" t="t" r="r" b="b"/>
              <a:pathLst>
                <a:path w="3750" h="3738" extrusionOk="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138"/>
            <p:cNvSpPr/>
            <p:nvPr/>
          </p:nvSpPr>
          <p:spPr>
            <a:xfrm>
              <a:off x="1444657" y="3534326"/>
              <a:ext cx="170909" cy="171721"/>
            </a:xfrm>
            <a:custGeom>
              <a:avLst/>
              <a:gdLst/>
              <a:ahLst/>
              <a:cxnLst/>
              <a:rect l="l" t="t" r="r" b="b"/>
              <a:pathLst>
                <a:path w="6527" h="6558" extrusionOk="0">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138"/>
            <p:cNvSpPr/>
            <p:nvPr/>
          </p:nvSpPr>
          <p:spPr>
            <a:xfrm>
              <a:off x="1503364" y="3585125"/>
              <a:ext cx="36240" cy="39723"/>
            </a:xfrm>
            <a:custGeom>
              <a:avLst/>
              <a:gdLst/>
              <a:ahLst/>
              <a:cxnLst/>
              <a:rect l="l" t="t" r="r" b="b"/>
              <a:pathLst>
                <a:path w="1384" h="1517" extrusionOk="0">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138"/>
            <p:cNvSpPr/>
            <p:nvPr/>
          </p:nvSpPr>
          <p:spPr>
            <a:xfrm>
              <a:off x="1492628" y="3619584"/>
              <a:ext cx="57476" cy="41241"/>
            </a:xfrm>
            <a:custGeom>
              <a:avLst/>
              <a:gdLst/>
              <a:ahLst/>
              <a:cxnLst/>
              <a:rect l="l" t="t" r="r" b="b"/>
              <a:pathLst>
                <a:path w="2195" h="1575" extrusionOk="0">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138"/>
            <p:cNvSpPr/>
            <p:nvPr/>
          </p:nvSpPr>
          <p:spPr>
            <a:xfrm>
              <a:off x="1306531" y="3459463"/>
              <a:ext cx="200368" cy="202122"/>
            </a:xfrm>
            <a:custGeom>
              <a:avLst/>
              <a:gdLst/>
              <a:ahLst/>
              <a:cxnLst/>
              <a:rect l="l" t="t" r="r" b="b"/>
              <a:pathLst>
                <a:path w="7652" h="7719" extrusionOk="0">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138"/>
            <p:cNvSpPr/>
            <p:nvPr/>
          </p:nvSpPr>
          <p:spPr>
            <a:xfrm>
              <a:off x="1470633" y="3462710"/>
              <a:ext cx="33019" cy="32993"/>
            </a:xfrm>
            <a:custGeom>
              <a:avLst/>
              <a:gdLst/>
              <a:ahLst/>
              <a:cxnLst/>
              <a:rect l="l" t="t" r="r" b="b"/>
              <a:pathLst>
                <a:path w="1261" h="1260" extrusionOk="0">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138"/>
            <p:cNvSpPr/>
            <p:nvPr/>
          </p:nvSpPr>
          <p:spPr>
            <a:xfrm>
              <a:off x="1450156" y="3346972"/>
              <a:ext cx="179393" cy="158995"/>
            </a:xfrm>
            <a:custGeom>
              <a:avLst/>
              <a:gdLst/>
              <a:ahLst/>
              <a:cxnLst/>
              <a:rect l="l" t="t" r="r" b="b"/>
              <a:pathLst>
                <a:path w="6851" h="6072" extrusionOk="0">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5" name="Google Shape;16475;p138"/>
            <p:cNvSpPr/>
            <p:nvPr/>
          </p:nvSpPr>
          <p:spPr>
            <a:xfrm>
              <a:off x="1511272" y="3631551"/>
              <a:ext cx="19613" cy="10814"/>
            </a:xfrm>
            <a:custGeom>
              <a:avLst/>
              <a:gdLst/>
              <a:ahLst/>
              <a:cxnLst/>
              <a:rect l="l" t="t" r="r" b="b"/>
              <a:pathLst>
                <a:path w="749" h="413" extrusionOk="0">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6" name="Google Shape;16476;p138"/>
            <p:cNvSpPr/>
            <p:nvPr/>
          </p:nvSpPr>
          <p:spPr>
            <a:xfrm>
              <a:off x="1516116" y="3631760"/>
              <a:ext cx="10762" cy="18827"/>
            </a:xfrm>
            <a:custGeom>
              <a:avLst/>
              <a:gdLst/>
              <a:ahLst/>
              <a:cxnLst/>
              <a:rect l="l" t="t" r="r" b="b"/>
              <a:pathLst>
                <a:path w="411" h="719" extrusionOk="0">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7" name="Google Shape;16477;p138"/>
          <p:cNvGrpSpPr/>
          <p:nvPr/>
        </p:nvGrpSpPr>
        <p:grpSpPr>
          <a:xfrm>
            <a:off x="1308024" y="2413975"/>
            <a:ext cx="360253" cy="357111"/>
            <a:chOff x="1308024" y="2413975"/>
            <a:chExt cx="360253" cy="357111"/>
          </a:xfrm>
        </p:grpSpPr>
        <p:sp>
          <p:nvSpPr>
            <p:cNvPr id="16478" name="Google Shape;16478;p138"/>
            <p:cNvSpPr/>
            <p:nvPr/>
          </p:nvSpPr>
          <p:spPr>
            <a:xfrm>
              <a:off x="1403939" y="2569173"/>
              <a:ext cx="212622" cy="201913"/>
            </a:xfrm>
            <a:custGeom>
              <a:avLst/>
              <a:gdLst/>
              <a:ahLst/>
              <a:cxnLst/>
              <a:rect l="l" t="t" r="r" b="b"/>
              <a:pathLst>
                <a:path w="8120" h="7711" extrusionOk="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138"/>
            <p:cNvSpPr/>
            <p:nvPr/>
          </p:nvSpPr>
          <p:spPr>
            <a:xfrm>
              <a:off x="1422426" y="2593080"/>
              <a:ext cx="140928" cy="170700"/>
            </a:xfrm>
            <a:custGeom>
              <a:avLst/>
              <a:gdLst/>
              <a:ahLst/>
              <a:cxnLst/>
              <a:rect l="l" t="t" r="r" b="b"/>
              <a:pathLst>
                <a:path w="5382" h="6519" extrusionOk="0">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138"/>
            <p:cNvSpPr/>
            <p:nvPr/>
          </p:nvSpPr>
          <p:spPr>
            <a:xfrm>
              <a:off x="1464139" y="2613138"/>
              <a:ext cx="152161" cy="157896"/>
            </a:xfrm>
            <a:custGeom>
              <a:avLst/>
              <a:gdLst/>
              <a:ahLst/>
              <a:cxnLst/>
              <a:rect l="l" t="t" r="r" b="b"/>
              <a:pathLst>
                <a:path w="5811" h="6030" extrusionOk="0">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1" name="Google Shape;16481;p138"/>
            <p:cNvSpPr/>
            <p:nvPr/>
          </p:nvSpPr>
          <p:spPr>
            <a:xfrm>
              <a:off x="1537850" y="2569671"/>
              <a:ext cx="78712" cy="78215"/>
            </a:xfrm>
            <a:custGeom>
              <a:avLst/>
              <a:gdLst/>
              <a:ahLst/>
              <a:cxnLst/>
              <a:rect l="l" t="t" r="r" b="b"/>
              <a:pathLst>
                <a:path w="3006" h="2987" extrusionOk="0">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138"/>
            <p:cNvSpPr/>
            <p:nvPr/>
          </p:nvSpPr>
          <p:spPr>
            <a:xfrm>
              <a:off x="1548088" y="2554667"/>
              <a:ext cx="83216" cy="82666"/>
            </a:xfrm>
            <a:custGeom>
              <a:avLst/>
              <a:gdLst/>
              <a:ahLst/>
              <a:cxnLst/>
              <a:rect l="l" t="t" r="r" b="b"/>
              <a:pathLst>
                <a:path w="3178" h="3157" extrusionOk="0">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138"/>
            <p:cNvSpPr/>
            <p:nvPr/>
          </p:nvSpPr>
          <p:spPr>
            <a:xfrm>
              <a:off x="1594802" y="2603397"/>
              <a:ext cx="36502" cy="33936"/>
            </a:xfrm>
            <a:custGeom>
              <a:avLst/>
              <a:gdLst/>
              <a:ahLst/>
              <a:cxnLst/>
              <a:rect l="l" t="t" r="r" b="b"/>
              <a:pathLst>
                <a:path w="1394" h="1296" extrusionOk="0">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138"/>
            <p:cNvSpPr/>
            <p:nvPr/>
          </p:nvSpPr>
          <p:spPr>
            <a:xfrm>
              <a:off x="1566810" y="2518531"/>
              <a:ext cx="101205" cy="99817"/>
            </a:xfrm>
            <a:custGeom>
              <a:avLst/>
              <a:gdLst/>
              <a:ahLst/>
              <a:cxnLst/>
              <a:rect l="l" t="t" r="r" b="b"/>
              <a:pathLst>
                <a:path w="3865" h="3812" extrusionOk="0">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138"/>
            <p:cNvSpPr/>
            <p:nvPr/>
          </p:nvSpPr>
          <p:spPr>
            <a:xfrm>
              <a:off x="1616771" y="2567654"/>
              <a:ext cx="51506" cy="50930"/>
            </a:xfrm>
            <a:custGeom>
              <a:avLst/>
              <a:gdLst/>
              <a:ahLst/>
              <a:cxnLst/>
              <a:rect l="l" t="t" r="r" b="b"/>
              <a:pathLst>
                <a:path w="1967" h="1945" extrusionOk="0">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138"/>
            <p:cNvSpPr/>
            <p:nvPr/>
          </p:nvSpPr>
          <p:spPr>
            <a:xfrm>
              <a:off x="1409203" y="2654379"/>
              <a:ext cx="84237" cy="77612"/>
            </a:xfrm>
            <a:custGeom>
              <a:avLst/>
              <a:gdLst/>
              <a:ahLst/>
              <a:cxnLst/>
              <a:rect l="l" t="t" r="r" b="b"/>
              <a:pathLst>
                <a:path w="3217" h="2964" extrusionOk="0">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138"/>
            <p:cNvSpPr/>
            <p:nvPr/>
          </p:nvSpPr>
          <p:spPr>
            <a:xfrm>
              <a:off x="1428422" y="2665351"/>
              <a:ext cx="86987" cy="80152"/>
            </a:xfrm>
            <a:custGeom>
              <a:avLst/>
              <a:gdLst/>
              <a:ahLst/>
              <a:cxnLst/>
              <a:rect l="l" t="t" r="r" b="b"/>
              <a:pathLst>
                <a:path w="3322" h="3061" extrusionOk="0">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138"/>
            <p:cNvSpPr/>
            <p:nvPr/>
          </p:nvSpPr>
          <p:spPr>
            <a:xfrm>
              <a:off x="1447171" y="2687084"/>
              <a:ext cx="78974" cy="72218"/>
            </a:xfrm>
            <a:custGeom>
              <a:avLst/>
              <a:gdLst/>
              <a:ahLst/>
              <a:cxnLst/>
              <a:rect l="l" t="t" r="r" b="b"/>
              <a:pathLst>
                <a:path w="3016" h="2758" extrusionOk="0">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138"/>
            <p:cNvSpPr/>
            <p:nvPr/>
          </p:nvSpPr>
          <p:spPr>
            <a:xfrm>
              <a:off x="1482756" y="2624502"/>
              <a:ext cx="64101" cy="60095"/>
            </a:xfrm>
            <a:custGeom>
              <a:avLst/>
              <a:gdLst/>
              <a:ahLst/>
              <a:cxnLst/>
              <a:rect l="l" t="t" r="r" b="b"/>
              <a:pathLst>
                <a:path w="2448" h="2295" extrusionOk="0">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138"/>
            <p:cNvSpPr/>
            <p:nvPr/>
          </p:nvSpPr>
          <p:spPr>
            <a:xfrm>
              <a:off x="1359739" y="2560166"/>
              <a:ext cx="212360" cy="201363"/>
            </a:xfrm>
            <a:custGeom>
              <a:avLst/>
              <a:gdLst/>
              <a:ahLst/>
              <a:cxnLst/>
              <a:rect l="l" t="t" r="r" b="b"/>
              <a:pathLst>
                <a:path w="8110" h="7690" extrusionOk="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138"/>
            <p:cNvSpPr/>
            <p:nvPr/>
          </p:nvSpPr>
          <p:spPr>
            <a:xfrm>
              <a:off x="1359739" y="2603633"/>
              <a:ext cx="152397" cy="157974"/>
            </a:xfrm>
            <a:custGeom>
              <a:avLst/>
              <a:gdLst/>
              <a:ahLst/>
              <a:cxnLst/>
              <a:rect l="l" t="t" r="r" b="b"/>
              <a:pathLst>
                <a:path w="5820" h="6033" extrusionOk="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138"/>
            <p:cNvSpPr/>
            <p:nvPr/>
          </p:nvSpPr>
          <p:spPr>
            <a:xfrm>
              <a:off x="1359739" y="2560166"/>
              <a:ext cx="78450" cy="78215"/>
            </a:xfrm>
            <a:custGeom>
              <a:avLst/>
              <a:gdLst/>
              <a:ahLst/>
              <a:cxnLst/>
              <a:rect l="l" t="t" r="r" b="b"/>
              <a:pathLst>
                <a:path w="2996" h="2987" extrusionOk="0">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138"/>
            <p:cNvSpPr/>
            <p:nvPr/>
          </p:nvSpPr>
          <p:spPr>
            <a:xfrm>
              <a:off x="1344997" y="2545188"/>
              <a:ext cx="83216" cy="82640"/>
            </a:xfrm>
            <a:custGeom>
              <a:avLst/>
              <a:gdLst/>
              <a:ahLst/>
              <a:cxnLst/>
              <a:rect l="l" t="t" r="r" b="b"/>
              <a:pathLst>
                <a:path w="3178" h="3156" extrusionOk="0">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138"/>
            <p:cNvSpPr/>
            <p:nvPr/>
          </p:nvSpPr>
          <p:spPr>
            <a:xfrm>
              <a:off x="1344735" y="2593892"/>
              <a:ext cx="36764" cy="33936"/>
            </a:xfrm>
            <a:custGeom>
              <a:avLst/>
              <a:gdLst/>
              <a:ahLst/>
              <a:cxnLst/>
              <a:rect l="l" t="t" r="r" b="b"/>
              <a:pathLst>
                <a:path w="1404" h="1296" extrusionOk="0">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138"/>
            <p:cNvSpPr/>
            <p:nvPr/>
          </p:nvSpPr>
          <p:spPr>
            <a:xfrm>
              <a:off x="1308024" y="2509026"/>
              <a:ext cx="101205" cy="100079"/>
            </a:xfrm>
            <a:custGeom>
              <a:avLst/>
              <a:gdLst/>
              <a:ahLst/>
              <a:cxnLst/>
              <a:rect l="l" t="t" r="r" b="b"/>
              <a:pathLst>
                <a:path w="3865" h="3822" extrusionOk="0">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138"/>
            <p:cNvSpPr/>
            <p:nvPr/>
          </p:nvSpPr>
          <p:spPr>
            <a:xfrm>
              <a:off x="1308024" y="2558437"/>
              <a:ext cx="51480" cy="50668"/>
            </a:xfrm>
            <a:custGeom>
              <a:avLst/>
              <a:gdLst/>
              <a:ahLst/>
              <a:cxnLst/>
              <a:rect l="l" t="t" r="r" b="b"/>
              <a:pathLst>
                <a:path w="1966" h="1935" extrusionOk="0">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138"/>
            <p:cNvSpPr/>
            <p:nvPr/>
          </p:nvSpPr>
          <p:spPr>
            <a:xfrm>
              <a:off x="1482625" y="2645110"/>
              <a:ext cx="84211" cy="77403"/>
            </a:xfrm>
            <a:custGeom>
              <a:avLst/>
              <a:gdLst/>
              <a:ahLst/>
              <a:cxnLst/>
              <a:rect l="l" t="t" r="r" b="b"/>
              <a:pathLst>
                <a:path w="3216" h="2956" extrusionOk="0">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138"/>
            <p:cNvSpPr/>
            <p:nvPr/>
          </p:nvSpPr>
          <p:spPr>
            <a:xfrm>
              <a:off x="1460630" y="2655610"/>
              <a:ext cx="86987" cy="80205"/>
            </a:xfrm>
            <a:custGeom>
              <a:avLst/>
              <a:gdLst/>
              <a:ahLst/>
              <a:cxnLst/>
              <a:rect l="l" t="t" r="r" b="b"/>
              <a:pathLst>
                <a:path w="3322" h="3063" extrusionOk="0">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138"/>
            <p:cNvSpPr/>
            <p:nvPr/>
          </p:nvSpPr>
          <p:spPr>
            <a:xfrm>
              <a:off x="1449894" y="2677841"/>
              <a:ext cx="78974" cy="72140"/>
            </a:xfrm>
            <a:custGeom>
              <a:avLst/>
              <a:gdLst/>
              <a:ahLst/>
              <a:cxnLst/>
              <a:rect l="l" t="t" r="r" b="b"/>
              <a:pathLst>
                <a:path w="3016" h="2755" extrusionOk="0">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138"/>
            <p:cNvSpPr/>
            <p:nvPr/>
          </p:nvSpPr>
          <p:spPr>
            <a:xfrm>
              <a:off x="1478383" y="2413975"/>
              <a:ext cx="97199" cy="94764"/>
            </a:xfrm>
            <a:custGeom>
              <a:avLst/>
              <a:gdLst/>
              <a:ahLst/>
              <a:cxnLst/>
              <a:rect l="l" t="t" r="r" b="b"/>
              <a:pathLst>
                <a:path w="3712" h="3619" extrusionOk="0">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138"/>
            <p:cNvSpPr/>
            <p:nvPr/>
          </p:nvSpPr>
          <p:spPr>
            <a:xfrm>
              <a:off x="1394199" y="2415755"/>
              <a:ext cx="112334" cy="92983"/>
            </a:xfrm>
            <a:custGeom>
              <a:avLst/>
              <a:gdLst/>
              <a:ahLst/>
              <a:cxnLst/>
              <a:rect l="l" t="t" r="r" b="b"/>
              <a:pathLst>
                <a:path w="4290" h="3551" extrusionOk="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138"/>
            <p:cNvSpPr/>
            <p:nvPr/>
          </p:nvSpPr>
          <p:spPr>
            <a:xfrm>
              <a:off x="1429679" y="2455373"/>
              <a:ext cx="11024" cy="11888"/>
            </a:xfrm>
            <a:custGeom>
              <a:avLst/>
              <a:gdLst/>
              <a:ahLst/>
              <a:cxnLst/>
              <a:rect l="l" t="t" r="r" b="b"/>
              <a:pathLst>
                <a:path w="421" h="454" extrusionOk="0">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138"/>
            <p:cNvSpPr/>
            <p:nvPr/>
          </p:nvSpPr>
          <p:spPr>
            <a:xfrm>
              <a:off x="1445155" y="2455373"/>
              <a:ext cx="11024" cy="11888"/>
            </a:xfrm>
            <a:custGeom>
              <a:avLst/>
              <a:gdLst/>
              <a:ahLst/>
              <a:cxnLst/>
              <a:rect l="l" t="t" r="r" b="b"/>
              <a:pathLst>
                <a:path w="421" h="454" extrusionOk="0">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138"/>
            <p:cNvSpPr/>
            <p:nvPr/>
          </p:nvSpPr>
          <p:spPr>
            <a:xfrm>
              <a:off x="1460787"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138"/>
            <p:cNvSpPr/>
            <p:nvPr/>
          </p:nvSpPr>
          <p:spPr>
            <a:xfrm>
              <a:off x="1505878" y="2455373"/>
              <a:ext cx="10998" cy="11888"/>
            </a:xfrm>
            <a:custGeom>
              <a:avLst/>
              <a:gdLst/>
              <a:ahLst/>
              <a:cxnLst/>
              <a:rect l="l" t="t" r="r" b="b"/>
              <a:pathLst>
                <a:path w="420" h="454" extrusionOk="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138"/>
            <p:cNvSpPr/>
            <p:nvPr/>
          </p:nvSpPr>
          <p:spPr>
            <a:xfrm>
              <a:off x="1521353" y="2455373"/>
              <a:ext cx="11024" cy="11888"/>
            </a:xfrm>
            <a:custGeom>
              <a:avLst/>
              <a:gdLst/>
              <a:ahLst/>
              <a:cxnLst/>
              <a:rect l="l" t="t" r="r" b="b"/>
              <a:pathLst>
                <a:path w="421" h="454" extrusionOk="0">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138"/>
            <p:cNvSpPr/>
            <p:nvPr/>
          </p:nvSpPr>
          <p:spPr>
            <a:xfrm>
              <a:off x="1536724"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08" name="Google Shape;16508;p138"/>
          <p:cNvGrpSpPr/>
          <p:nvPr/>
        </p:nvGrpSpPr>
        <p:grpSpPr>
          <a:xfrm>
            <a:off x="1298519" y="1970322"/>
            <a:ext cx="378452" cy="341321"/>
            <a:chOff x="1298519" y="1970322"/>
            <a:chExt cx="378452" cy="341321"/>
          </a:xfrm>
        </p:grpSpPr>
        <p:sp>
          <p:nvSpPr>
            <p:cNvPr id="16509" name="Google Shape;16509;p138"/>
            <p:cNvSpPr/>
            <p:nvPr/>
          </p:nvSpPr>
          <p:spPr>
            <a:xfrm>
              <a:off x="1498624" y="1970322"/>
              <a:ext cx="178346" cy="149857"/>
            </a:xfrm>
            <a:custGeom>
              <a:avLst/>
              <a:gdLst/>
              <a:ahLst/>
              <a:cxnLst/>
              <a:rect l="l" t="t" r="r" b="b"/>
              <a:pathLst>
                <a:path w="6811" h="5723" extrusionOk="0">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138"/>
            <p:cNvSpPr/>
            <p:nvPr/>
          </p:nvSpPr>
          <p:spPr>
            <a:xfrm>
              <a:off x="1571969" y="2019576"/>
              <a:ext cx="21603" cy="53260"/>
            </a:xfrm>
            <a:custGeom>
              <a:avLst/>
              <a:gdLst/>
              <a:ahLst/>
              <a:cxnLst/>
              <a:rect l="l" t="t" r="r" b="b"/>
              <a:pathLst>
                <a:path w="825" h="2034" extrusionOk="0">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138"/>
            <p:cNvSpPr/>
            <p:nvPr/>
          </p:nvSpPr>
          <p:spPr>
            <a:xfrm>
              <a:off x="1571707" y="2064038"/>
              <a:ext cx="33203" cy="10814"/>
            </a:xfrm>
            <a:custGeom>
              <a:avLst/>
              <a:gdLst/>
              <a:ahLst/>
              <a:cxnLst/>
              <a:rect l="l" t="t" r="r" b="b"/>
              <a:pathLst>
                <a:path w="1268" h="413" extrusionOk="0">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138"/>
            <p:cNvSpPr/>
            <p:nvPr/>
          </p:nvSpPr>
          <p:spPr>
            <a:xfrm>
              <a:off x="1575058" y="2003001"/>
              <a:ext cx="18775" cy="15868"/>
            </a:xfrm>
            <a:custGeom>
              <a:avLst/>
              <a:gdLst/>
              <a:ahLst/>
              <a:cxnLst/>
              <a:rect l="l" t="t" r="r" b="b"/>
              <a:pathLst>
                <a:path w="717" h="606" extrusionOk="0">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138"/>
            <p:cNvSpPr/>
            <p:nvPr/>
          </p:nvSpPr>
          <p:spPr>
            <a:xfrm>
              <a:off x="1345495" y="2004625"/>
              <a:ext cx="170150" cy="171119"/>
            </a:xfrm>
            <a:custGeom>
              <a:avLst/>
              <a:gdLst/>
              <a:ahLst/>
              <a:cxnLst/>
              <a:rect l="l" t="t" r="r" b="b"/>
              <a:pathLst>
                <a:path w="6498" h="6535" extrusionOk="0">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4" name="Google Shape;16514;p138"/>
            <p:cNvSpPr/>
            <p:nvPr/>
          </p:nvSpPr>
          <p:spPr>
            <a:xfrm>
              <a:off x="1404935" y="2140760"/>
              <a:ext cx="51742" cy="93454"/>
            </a:xfrm>
            <a:custGeom>
              <a:avLst/>
              <a:gdLst/>
              <a:ahLst/>
              <a:cxnLst/>
              <a:rect l="l" t="t" r="r" b="b"/>
              <a:pathLst>
                <a:path w="1976" h="3569" extrusionOk="0">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5" name="Google Shape;16515;p138"/>
            <p:cNvSpPr/>
            <p:nvPr/>
          </p:nvSpPr>
          <p:spPr>
            <a:xfrm>
              <a:off x="1298519" y="2198708"/>
              <a:ext cx="264338" cy="112936"/>
            </a:xfrm>
            <a:custGeom>
              <a:avLst/>
              <a:gdLst/>
              <a:ahLst/>
              <a:cxnLst/>
              <a:rect l="l" t="t" r="r" b="b"/>
              <a:pathLst>
                <a:path w="10095" h="4313" extrusionOk="0">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138"/>
            <p:cNvSpPr/>
            <p:nvPr/>
          </p:nvSpPr>
          <p:spPr>
            <a:xfrm>
              <a:off x="1488124" y="2208710"/>
              <a:ext cx="74732" cy="102933"/>
            </a:xfrm>
            <a:custGeom>
              <a:avLst/>
              <a:gdLst/>
              <a:ahLst/>
              <a:cxnLst/>
              <a:rect l="l" t="t" r="r" b="b"/>
              <a:pathLst>
                <a:path w="2854" h="3931" extrusionOk="0">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138"/>
            <p:cNvSpPr/>
            <p:nvPr/>
          </p:nvSpPr>
          <p:spPr>
            <a:xfrm>
              <a:off x="1298519" y="2209941"/>
              <a:ext cx="71721" cy="101703"/>
            </a:xfrm>
            <a:custGeom>
              <a:avLst/>
              <a:gdLst/>
              <a:ahLst/>
              <a:cxnLst/>
              <a:rect l="l" t="t" r="r" b="b"/>
              <a:pathLst>
                <a:path w="2739" h="3884" extrusionOk="0">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138"/>
            <p:cNvSpPr/>
            <p:nvPr/>
          </p:nvSpPr>
          <p:spPr>
            <a:xfrm>
              <a:off x="1425045" y="2243615"/>
              <a:ext cx="11390" cy="12333"/>
            </a:xfrm>
            <a:custGeom>
              <a:avLst/>
              <a:gdLst/>
              <a:ahLst/>
              <a:cxnLst/>
              <a:rect l="l" t="t" r="r" b="b"/>
              <a:pathLst>
                <a:path w="435" h="471" extrusionOk="0">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138"/>
            <p:cNvSpPr/>
            <p:nvPr/>
          </p:nvSpPr>
          <p:spPr>
            <a:xfrm>
              <a:off x="1425045" y="2262102"/>
              <a:ext cx="11390" cy="12333"/>
            </a:xfrm>
            <a:custGeom>
              <a:avLst/>
              <a:gdLst/>
              <a:ahLst/>
              <a:cxnLst/>
              <a:rect l="l" t="t" r="r" b="b"/>
              <a:pathLst>
                <a:path w="435" h="471" extrusionOk="0">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138"/>
            <p:cNvSpPr/>
            <p:nvPr/>
          </p:nvSpPr>
          <p:spPr>
            <a:xfrm>
              <a:off x="1404935" y="2198708"/>
              <a:ext cx="26028" cy="38963"/>
            </a:xfrm>
            <a:custGeom>
              <a:avLst/>
              <a:gdLst/>
              <a:ahLst/>
              <a:cxnLst/>
              <a:rect l="l" t="t" r="r" b="b"/>
              <a:pathLst>
                <a:path w="994" h="1488" extrusionOk="0">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138"/>
            <p:cNvSpPr/>
            <p:nvPr/>
          </p:nvSpPr>
          <p:spPr>
            <a:xfrm>
              <a:off x="1430674" y="2198708"/>
              <a:ext cx="26002" cy="38963"/>
            </a:xfrm>
            <a:custGeom>
              <a:avLst/>
              <a:gdLst/>
              <a:ahLst/>
              <a:cxnLst/>
              <a:rect l="l" t="t" r="r" b="b"/>
              <a:pathLst>
                <a:path w="993" h="1488" extrusionOk="0">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138"/>
            <p:cNvSpPr/>
            <p:nvPr/>
          </p:nvSpPr>
          <p:spPr>
            <a:xfrm>
              <a:off x="1467648" y="2266658"/>
              <a:ext cx="53732" cy="20503"/>
            </a:xfrm>
            <a:custGeom>
              <a:avLst/>
              <a:gdLst/>
              <a:ahLst/>
              <a:cxnLst/>
              <a:rect l="l" t="t" r="r" b="b"/>
              <a:pathLst>
                <a:path w="2052" h="783" extrusionOk="0">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138"/>
            <p:cNvSpPr/>
            <p:nvPr/>
          </p:nvSpPr>
          <p:spPr>
            <a:xfrm>
              <a:off x="1375712" y="2026358"/>
              <a:ext cx="109951" cy="150328"/>
            </a:xfrm>
            <a:custGeom>
              <a:avLst/>
              <a:gdLst/>
              <a:ahLst/>
              <a:cxnLst/>
              <a:rect l="l" t="t" r="r" b="b"/>
              <a:pathLst>
                <a:path w="4199" h="5741" extrusionOk="0">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138"/>
            <p:cNvSpPr/>
            <p:nvPr/>
          </p:nvSpPr>
          <p:spPr>
            <a:xfrm>
              <a:off x="1342483" y="2077026"/>
              <a:ext cx="21524" cy="46766"/>
            </a:xfrm>
            <a:custGeom>
              <a:avLst/>
              <a:gdLst/>
              <a:ahLst/>
              <a:cxnLst/>
              <a:rect l="l" t="t" r="r" b="b"/>
              <a:pathLst>
                <a:path w="822" h="1786" extrusionOk="0">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138"/>
            <p:cNvSpPr/>
            <p:nvPr/>
          </p:nvSpPr>
          <p:spPr>
            <a:xfrm>
              <a:off x="1419179" y="2091742"/>
              <a:ext cx="25111" cy="37575"/>
            </a:xfrm>
            <a:custGeom>
              <a:avLst/>
              <a:gdLst/>
              <a:ahLst/>
              <a:cxnLst/>
              <a:rect l="l" t="t" r="r" b="b"/>
              <a:pathLst>
                <a:path w="959" h="1435" extrusionOk="0">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138"/>
            <p:cNvSpPr/>
            <p:nvPr/>
          </p:nvSpPr>
          <p:spPr>
            <a:xfrm>
              <a:off x="1429418" y="2118267"/>
              <a:ext cx="78974" cy="78712"/>
            </a:xfrm>
            <a:custGeom>
              <a:avLst/>
              <a:gdLst/>
              <a:ahLst/>
              <a:cxnLst/>
              <a:rect l="l" t="t" r="r" b="b"/>
              <a:pathLst>
                <a:path w="3016" h="3006" extrusionOk="0">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7" name="Google Shape;16527;p138"/>
            <p:cNvSpPr/>
            <p:nvPr/>
          </p:nvSpPr>
          <p:spPr>
            <a:xfrm>
              <a:off x="1497394" y="2077026"/>
              <a:ext cx="21734" cy="46766"/>
            </a:xfrm>
            <a:custGeom>
              <a:avLst/>
              <a:gdLst/>
              <a:ahLst/>
              <a:cxnLst/>
              <a:rect l="l" t="t" r="r" b="b"/>
              <a:pathLst>
                <a:path w="830" h="1786" extrusionOk="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8" name="Google Shape;16528;p138"/>
            <p:cNvSpPr/>
            <p:nvPr/>
          </p:nvSpPr>
          <p:spPr>
            <a:xfrm>
              <a:off x="1419677" y="2180483"/>
              <a:ext cx="22257" cy="22257"/>
            </a:xfrm>
            <a:custGeom>
              <a:avLst/>
              <a:gdLst/>
              <a:ahLst/>
              <a:cxnLst/>
              <a:rect l="l" t="t" r="r" b="b"/>
              <a:pathLst>
                <a:path w="850" h="850" extrusionOk="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9" name="Google Shape;16529;p138"/>
          <p:cNvGrpSpPr/>
          <p:nvPr/>
        </p:nvGrpSpPr>
        <p:grpSpPr>
          <a:xfrm>
            <a:off x="3114815" y="3346868"/>
            <a:ext cx="283217" cy="359180"/>
            <a:chOff x="3114815" y="3346868"/>
            <a:chExt cx="283217" cy="359180"/>
          </a:xfrm>
        </p:grpSpPr>
        <p:sp>
          <p:nvSpPr>
            <p:cNvPr id="16530" name="Google Shape;16530;p138"/>
            <p:cNvSpPr/>
            <p:nvPr/>
          </p:nvSpPr>
          <p:spPr>
            <a:xfrm>
              <a:off x="3180304" y="3473446"/>
              <a:ext cx="152397" cy="176146"/>
            </a:xfrm>
            <a:custGeom>
              <a:avLst/>
              <a:gdLst/>
              <a:ahLst/>
              <a:cxnLst/>
              <a:rect l="l" t="t" r="r" b="b"/>
              <a:pathLst>
                <a:path w="5820" h="6727" extrusionOk="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138"/>
            <p:cNvSpPr/>
            <p:nvPr/>
          </p:nvSpPr>
          <p:spPr>
            <a:xfrm>
              <a:off x="3180304" y="3473394"/>
              <a:ext cx="92197" cy="176199"/>
            </a:xfrm>
            <a:custGeom>
              <a:avLst/>
              <a:gdLst/>
              <a:ahLst/>
              <a:cxnLst/>
              <a:rect l="l" t="t" r="r" b="b"/>
              <a:pathLst>
                <a:path w="3521" h="6729" extrusionOk="0">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138"/>
            <p:cNvSpPr/>
            <p:nvPr/>
          </p:nvSpPr>
          <p:spPr>
            <a:xfrm>
              <a:off x="3244509" y="3603585"/>
              <a:ext cx="22257" cy="46007"/>
            </a:xfrm>
            <a:custGeom>
              <a:avLst/>
              <a:gdLst/>
              <a:ahLst/>
              <a:cxnLst/>
              <a:rect l="l" t="t" r="r" b="b"/>
              <a:pathLst>
                <a:path w="850" h="1757" extrusionOk="0">
                  <a:moveTo>
                    <a:pt x="0" y="1"/>
                  </a:moveTo>
                  <a:lnTo>
                    <a:pt x="0" y="1756"/>
                  </a:lnTo>
                  <a:lnTo>
                    <a:pt x="849" y="1756"/>
                  </a:lnTo>
                  <a:lnTo>
                    <a:pt x="84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138"/>
            <p:cNvSpPr/>
            <p:nvPr/>
          </p:nvSpPr>
          <p:spPr>
            <a:xfrm>
              <a:off x="3165300" y="3638333"/>
              <a:ext cx="182405" cy="35245"/>
            </a:xfrm>
            <a:custGeom>
              <a:avLst/>
              <a:gdLst/>
              <a:ahLst/>
              <a:cxnLst/>
              <a:rect l="l" t="t" r="r" b="b"/>
              <a:pathLst>
                <a:path w="6966" h="1346" extrusionOk="0">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138"/>
            <p:cNvSpPr/>
            <p:nvPr/>
          </p:nvSpPr>
          <p:spPr>
            <a:xfrm>
              <a:off x="3165300" y="3638333"/>
              <a:ext cx="15266" cy="35245"/>
            </a:xfrm>
            <a:custGeom>
              <a:avLst/>
              <a:gdLst/>
              <a:ahLst/>
              <a:cxnLst/>
              <a:rect l="l" t="t" r="r" b="b"/>
              <a:pathLst>
                <a:path w="583" h="1346" extrusionOk="0">
                  <a:moveTo>
                    <a:pt x="220" y="0"/>
                  </a:moveTo>
                  <a:cubicBezTo>
                    <a:pt x="96" y="0"/>
                    <a:pt x="1" y="95"/>
                    <a:pt x="1" y="210"/>
                  </a:cubicBezTo>
                  <a:lnTo>
                    <a:pt x="1" y="1345"/>
                  </a:lnTo>
                  <a:lnTo>
                    <a:pt x="583" y="1345"/>
                  </a:lnTo>
                  <a:lnTo>
                    <a:pt x="58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138"/>
            <p:cNvSpPr/>
            <p:nvPr/>
          </p:nvSpPr>
          <p:spPr>
            <a:xfrm>
              <a:off x="3149563" y="3664308"/>
              <a:ext cx="213879" cy="41739"/>
            </a:xfrm>
            <a:custGeom>
              <a:avLst/>
              <a:gdLst/>
              <a:ahLst/>
              <a:cxnLst/>
              <a:rect l="l" t="t" r="r" b="b"/>
              <a:pathLst>
                <a:path w="8168" h="1594" extrusionOk="0">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138"/>
            <p:cNvSpPr/>
            <p:nvPr/>
          </p:nvSpPr>
          <p:spPr>
            <a:xfrm>
              <a:off x="3149327" y="3664308"/>
              <a:ext cx="15999" cy="41739"/>
            </a:xfrm>
            <a:custGeom>
              <a:avLst/>
              <a:gdLst/>
              <a:ahLst/>
              <a:cxnLst/>
              <a:rect l="l" t="t" r="r" b="b"/>
              <a:pathLst>
                <a:path w="611" h="1594" extrusionOk="0">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138"/>
            <p:cNvSpPr/>
            <p:nvPr/>
          </p:nvSpPr>
          <p:spPr>
            <a:xfrm>
              <a:off x="3251239" y="3346868"/>
              <a:ext cx="10762" cy="101886"/>
            </a:xfrm>
            <a:custGeom>
              <a:avLst/>
              <a:gdLst/>
              <a:ahLst/>
              <a:cxnLst/>
              <a:rect l="l" t="t" r="r" b="b"/>
              <a:pathLst>
                <a:path w="411" h="3891" extrusionOk="0">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138"/>
            <p:cNvSpPr/>
            <p:nvPr/>
          </p:nvSpPr>
          <p:spPr>
            <a:xfrm>
              <a:off x="3173155" y="3365485"/>
              <a:ext cx="58131" cy="90260"/>
            </a:xfrm>
            <a:custGeom>
              <a:avLst/>
              <a:gdLst/>
              <a:ahLst/>
              <a:cxnLst/>
              <a:rect l="l" t="t" r="r" b="b"/>
              <a:pathLst>
                <a:path w="2220" h="3447" extrusionOk="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138"/>
            <p:cNvSpPr/>
            <p:nvPr/>
          </p:nvSpPr>
          <p:spPr>
            <a:xfrm>
              <a:off x="3114815" y="3419767"/>
              <a:ext cx="94999" cy="53208"/>
            </a:xfrm>
            <a:custGeom>
              <a:avLst/>
              <a:gdLst/>
              <a:ahLst/>
              <a:cxnLst/>
              <a:rect l="l" t="t" r="r" b="b"/>
              <a:pathLst>
                <a:path w="3628" h="2032" extrusionOk="0">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0" name="Google Shape;16540;p138"/>
            <p:cNvSpPr/>
            <p:nvPr/>
          </p:nvSpPr>
          <p:spPr>
            <a:xfrm>
              <a:off x="3281718" y="3365485"/>
              <a:ext cx="57947" cy="90260"/>
            </a:xfrm>
            <a:custGeom>
              <a:avLst/>
              <a:gdLst/>
              <a:ahLst/>
              <a:cxnLst/>
              <a:rect l="l" t="t" r="r" b="b"/>
              <a:pathLst>
                <a:path w="2213" h="3447" extrusionOk="0">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1" name="Google Shape;16541;p138"/>
            <p:cNvSpPr/>
            <p:nvPr/>
          </p:nvSpPr>
          <p:spPr>
            <a:xfrm>
              <a:off x="3303190" y="3419610"/>
              <a:ext cx="94842" cy="53129"/>
            </a:xfrm>
            <a:custGeom>
              <a:avLst/>
              <a:gdLst/>
              <a:ahLst/>
              <a:cxnLst/>
              <a:rect l="l" t="t" r="r" b="b"/>
              <a:pathLst>
                <a:path w="3622" h="2029" extrusionOk="0">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138"/>
            <p:cNvSpPr/>
            <p:nvPr/>
          </p:nvSpPr>
          <p:spPr>
            <a:xfrm>
              <a:off x="3228510" y="3561375"/>
              <a:ext cx="54229" cy="53993"/>
            </a:xfrm>
            <a:custGeom>
              <a:avLst/>
              <a:gdLst/>
              <a:ahLst/>
              <a:cxnLst/>
              <a:rect l="l" t="t" r="r" b="b"/>
              <a:pathLst>
                <a:path w="2071" h="2062" extrusionOk="0">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3" name="Google Shape;16543;p138"/>
          <p:cNvGrpSpPr/>
          <p:nvPr/>
        </p:nvGrpSpPr>
        <p:grpSpPr>
          <a:xfrm>
            <a:off x="3973186" y="3353231"/>
            <a:ext cx="378661" cy="346558"/>
            <a:chOff x="3973186" y="3353231"/>
            <a:chExt cx="378661" cy="346558"/>
          </a:xfrm>
        </p:grpSpPr>
        <p:sp>
          <p:nvSpPr>
            <p:cNvPr id="16544" name="Google Shape;16544;p138"/>
            <p:cNvSpPr/>
            <p:nvPr/>
          </p:nvSpPr>
          <p:spPr>
            <a:xfrm>
              <a:off x="4033882" y="3477190"/>
              <a:ext cx="34486" cy="34512"/>
            </a:xfrm>
            <a:custGeom>
              <a:avLst/>
              <a:gdLst/>
              <a:ahLst/>
              <a:cxnLst/>
              <a:rect l="l" t="t" r="r" b="b"/>
              <a:pathLst>
                <a:path w="1317" h="1318" extrusionOk="0">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5" name="Google Shape;16545;p138"/>
            <p:cNvSpPr/>
            <p:nvPr/>
          </p:nvSpPr>
          <p:spPr>
            <a:xfrm>
              <a:off x="4144278" y="3477190"/>
              <a:ext cx="34512" cy="34512"/>
            </a:xfrm>
            <a:custGeom>
              <a:avLst/>
              <a:gdLst/>
              <a:ahLst/>
              <a:cxnLst/>
              <a:rect l="l" t="t" r="r" b="b"/>
              <a:pathLst>
                <a:path w="1318" h="1318" extrusionOk="0">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6" name="Google Shape;16546;p138"/>
            <p:cNvSpPr/>
            <p:nvPr/>
          </p:nvSpPr>
          <p:spPr>
            <a:xfrm>
              <a:off x="4172768" y="3353231"/>
              <a:ext cx="179079" cy="150852"/>
            </a:xfrm>
            <a:custGeom>
              <a:avLst/>
              <a:gdLst/>
              <a:ahLst/>
              <a:cxnLst/>
              <a:rect l="l" t="t" r="r" b="b"/>
              <a:pathLst>
                <a:path w="6839" h="5761" extrusionOk="0">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7" name="Google Shape;16547;p138"/>
            <p:cNvSpPr/>
            <p:nvPr/>
          </p:nvSpPr>
          <p:spPr>
            <a:xfrm>
              <a:off x="4080335" y="3527649"/>
              <a:ext cx="52003" cy="93952"/>
            </a:xfrm>
            <a:custGeom>
              <a:avLst/>
              <a:gdLst/>
              <a:ahLst/>
              <a:cxnLst/>
              <a:rect l="l" t="t" r="r" b="b"/>
              <a:pathLst>
                <a:path w="1986"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138"/>
            <p:cNvSpPr/>
            <p:nvPr/>
          </p:nvSpPr>
          <p:spPr>
            <a:xfrm>
              <a:off x="3973186" y="3585858"/>
              <a:ext cx="265804" cy="113695"/>
            </a:xfrm>
            <a:custGeom>
              <a:avLst/>
              <a:gdLst/>
              <a:ahLst/>
              <a:cxnLst/>
              <a:rect l="l" t="t" r="r" b="b"/>
              <a:pathLst>
                <a:path w="10151" h="4342" extrusionOk="0">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138"/>
            <p:cNvSpPr/>
            <p:nvPr/>
          </p:nvSpPr>
          <p:spPr>
            <a:xfrm>
              <a:off x="4051112" y="3405260"/>
              <a:ext cx="110448" cy="151768"/>
            </a:xfrm>
            <a:custGeom>
              <a:avLst/>
              <a:gdLst/>
              <a:ahLst/>
              <a:cxnLst/>
              <a:rect l="l" t="t" r="r" b="b"/>
              <a:pathLst>
                <a:path w="4218" h="5796" extrusionOk="0">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138"/>
            <p:cNvSpPr/>
            <p:nvPr/>
          </p:nvSpPr>
          <p:spPr>
            <a:xfrm>
              <a:off x="4051112" y="3405496"/>
              <a:ext cx="37994" cy="49987"/>
            </a:xfrm>
            <a:custGeom>
              <a:avLst/>
              <a:gdLst/>
              <a:ahLst/>
              <a:cxnLst/>
              <a:rect l="l" t="t" r="r" b="b"/>
              <a:pathLst>
                <a:path w="1451" h="1909" extrusionOk="0">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138"/>
            <p:cNvSpPr/>
            <p:nvPr/>
          </p:nvSpPr>
          <p:spPr>
            <a:xfrm>
              <a:off x="4089080" y="3405260"/>
              <a:ext cx="72480" cy="71956"/>
            </a:xfrm>
            <a:custGeom>
              <a:avLst/>
              <a:gdLst/>
              <a:ahLst/>
              <a:cxnLst/>
              <a:rect l="l" t="t" r="r" b="b"/>
              <a:pathLst>
                <a:path w="2768" h="2748" extrusionOk="0">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138"/>
            <p:cNvSpPr/>
            <p:nvPr/>
          </p:nvSpPr>
          <p:spPr>
            <a:xfrm>
              <a:off x="4094317" y="3475384"/>
              <a:ext cx="24012" cy="37811"/>
            </a:xfrm>
            <a:custGeom>
              <a:avLst/>
              <a:gdLst/>
              <a:ahLst/>
              <a:cxnLst/>
              <a:rect l="l" t="t" r="r" b="b"/>
              <a:pathLst>
                <a:path w="917" h="1444" extrusionOk="0">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138"/>
            <p:cNvSpPr/>
            <p:nvPr/>
          </p:nvSpPr>
          <p:spPr>
            <a:xfrm>
              <a:off x="4087823" y="3604345"/>
              <a:ext cx="36999" cy="95209"/>
            </a:xfrm>
            <a:custGeom>
              <a:avLst/>
              <a:gdLst/>
              <a:ahLst/>
              <a:cxnLst/>
              <a:rect l="l" t="t" r="r" b="b"/>
              <a:pathLst>
                <a:path w="1413" h="3636" extrusionOk="0">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138"/>
            <p:cNvSpPr/>
            <p:nvPr/>
          </p:nvSpPr>
          <p:spPr>
            <a:xfrm>
              <a:off x="4080335" y="3586120"/>
              <a:ext cx="26002" cy="38963"/>
            </a:xfrm>
            <a:custGeom>
              <a:avLst/>
              <a:gdLst/>
              <a:ahLst/>
              <a:cxnLst/>
              <a:rect l="l" t="t" r="r" b="b"/>
              <a:pathLst>
                <a:path w="993" h="1488" extrusionOk="0">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138"/>
            <p:cNvSpPr/>
            <p:nvPr/>
          </p:nvSpPr>
          <p:spPr>
            <a:xfrm>
              <a:off x="4106310" y="3586120"/>
              <a:ext cx="26028" cy="38963"/>
            </a:xfrm>
            <a:custGeom>
              <a:avLst/>
              <a:gdLst/>
              <a:ahLst/>
              <a:cxnLst/>
              <a:rect l="l" t="t" r="r" b="b"/>
              <a:pathLst>
                <a:path w="994" h="1488" extrusionOk="0">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138"/>
            <p:cNvSpPr/>
            <p:nvPr/>
          </p:nvSpPr>
          <p:spPr>
            <a:xfrm>
              <a:off x="3973421" y="3586120"/>
              <a:ext cx="106940" cy="113669"/>
            </a:xfrm>
            <a:custGeom>
              <a:avLst/>
              <a:gdLst/>
              <a:ahLst/>
              <a:cxnLst/>
              <a:rect l="l" t="t" r="r" b="b"/>
              <a:pathLst>
                <a:path w="4084" h="4341" extrusionOk="0">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138"/>
            <p:cNvSpPr/>
            <p:nvPr/>
          </p:nvSpPr>
          <p:spPr>
            <a:xfrm>
              <a:off x="4132312" y="3586120"/>
              <a:ext cx="106940" cy="113433"/>
            </a:xfrm>
            <a:custGeom>
              <a:avLst/>
              <a:gdLst/>
              <a:ahLst/>
              <a:cxnLst/>
              <a:rect l="l" t="t" r="r" b="b"/>
              <a:pathLst>
                <a:path w="4084" h="4332" extrusionOk="0">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138"/>
            <p:cNvSpPr/>
            <p:nvPr/>
          </p:nvSpPr>
          <p:spPr>
            <a:xfrm>
              <a:off x="3973421" y="3598610"/>
              <a:ext cx="67714" cy="100943"/>
            </a:xfrm>
            <a:custGeom>
              <a:avLst/>
              <a:gdLst/>
              <a:ahLst/>
              <a:cxnLst/>
              <a:rect l="l" t="t" r="r" b="b"/>
              <a:pathLst>
                <a:path w="2586" h="3855" extrusionOk="0">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138"/>
            <p:cNvSpPr/>
            <p:nvPr/>
          </p:nvSpPr>
          <p:spPr>
            <a:xfrm>
              <a:off x="4171773" y="3598610"/>
              <a:ext cx="67479" cy="100943"/>
            </a:xfrm>
            <a:custGeom>
              <a:avLst/>
              <a:gdLst/>
              <a:ahLst/>
              <a:cxnLst/>
              <a:rect l="l" t="t" r="r" b="b"/>
              <a:pathLst>
                <a:path w="2577" h="3855" extrusionOk="0">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138"/>
            <p:cNvSpPr/>
            <p:nvPr/>
          </p:nvSpPr>
          <p:spPr>
            <a:xfrm>
              <a:off x="4241320" y="3379232"/>
              <a:ext cx="45379" cy="65017"/>
            </a:xfrm>
            <a:custGeom>
              <a:avLst/>
              <a:gdLst/>
              <a:ahLst/>
              <a:cxnLst/>
              <a:rect l="l" t="t" r="r" b="b"/>
              <a:pathLst>
                <a:path w="1733" h="2483" extrusionOk="0">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138"/>
            <p:cNvSpPr/>
            <p:nvPr/>
          </p:nvSpPr>
          <p:spPr>
            <a:xfrm>
              <a:off x="4250458" y="3449644"/>
              <a:ext cx="17020" cy="14349"/>
            </a:xfrm>
            <a:custGeom>
              <a:avLst/>
              <a:gdLst/>
              <a:ahLst/>
              <a:cxnLst/>
              <a:rect l="l" t="t" r="r" b="b"/>
              <a:pathLst>
                <a:path w="650" h="548" extrusionOk="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62" name="Google Shape;16562;p138"/>
          <p:cNvGrpSpPr/>
          <p:nvPr/>
        </p:nvGrpSpPr>
        <p:grpSpPr>
          <a:xfrm>
            <a:off x="2152857" y="4263002"/>
            <a:ext cx="373241" cy="359127"/>
            <a:chOff x="2152857" y="4263002"/>
            <a:chExt cx="373241" cy="359127"/>
          </a:xfrm>
        </p:grpSpPr>
        <p:sp>
          <p:nvSpPr>
            <p:cNvPr id="16563" name="Google Shape;16563;p138"/>
            <p:cNvSpPr/>
            <p:nvPr/>
          </p:nvSpPr>
          <p:spPr>
            <a:xfrm>
              <a:off x="2152857" y="4354493"/>
              <a:ext cx="275309" cy="267637"/>
            </a:xfrm>
            <a:custGeom>
              <a:avLst/>
              <a:gdLst/>
              <a:ahLst/>
              <a:cxnLst/>
              <a:rect l="l" t="t" r="r" b="b"/>
              <a:pathLst>
                <a:path w="10514" h="10221" extrusionOk="0">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4" name="Google Shape;16564;p138"/>
            <p:cNvSpPr/>
            <p:nvPr/>
          </p:nvSpPr>
          <p:spPr>
            <a:xfrm>
              <a:off x="2195564" y="4354257"/>
              <a:ext cx="56481" cy="72454"/>
            </a:xfrm>
            <a:custGeom>
              <a:avLst/>
              <a:gdLst/>
              <a:ahLst/>
              <a:cxnLst/>
              <a:rect l="l" t="t" r="r" b="b"/>
              <a:pathLst>
                <a:path w="2157" h="2767" extrusionOk="0">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5" name="Google Shape;16565;p138"/>
            <p:cNvSpPr/>
            <p:nvPr/>
          </p:nvSpPr>
          <p:spPr>
            <a:xfrm>
              <a:off x="2355686" y="4530351"/>
              <a:ext cx="72480" cy="56743"/>
            </a:xfrm>
            <a:custGeom>
              <a:avLst/>
              <a:gdLst/>
              <a:ahLst/>
              <a:cxnLst/>
              <a:rect l="l" t="t" r="r" b="b"/>
              <a:pathLst>
                <a:path w="2768" h="2167" extrusionOk="0">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138"/>
            <p:cNvSpPr/>
            <p:nvPr/>
          </p:nvSpPr>
          <p:spPr>
            <a:xfrm>
              <a:off x="2276764" y="4263002"/>
              <a:ext cx="249334" cy="210946"/>
            </a:xfrm>
            <a:custGeom>
              <a:avLst/>
              <a:gdLst/>
              <a:ahLst/>
              <a:cxnLst/>
              <a:rect l="l" t="t" r="r" b="b"/>
              <a:pathLst>
                <a:path w="9522" h="8056" extrusionOk="0">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138"/>
            <p:cNvSpPr/>
            <p:nvPr/>
          </p:nvSpPr>
          <p:spPr>
            <a:xfrm>
              <a:off x="2203080" y="4331502"/>
              <a:ext cx="78948" cy="97906"/>
            </a:xfrm>
            <a:custGeom>
              <a:avLst/>
              <a:gdLst/>
              <a:ahLst/>
              <a:cxnLst/>
              <a:rect l="l" t="t" r="r" b="b"/>
              <a:pathLst>
                <a:path w="3015" h="3739" extrusionOk="0">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138"/>
            <p:cNvSpPr/>
            <p:nvPr/>
          </p:nvSpPr>
          <p:spPr>
            <a:xfrm>
              <a:off x="2352203" y="4501129"/>
              <a:ext cx="99451" cy="77350"/>
            </a:xfrm>
            <a:custGeom>
              <a:avLst/>
              <a:gdLst/>
              <a:ahLst/>
              <a:cxnLst/>
              <a:rect l="l" t="t" r="r" b="b"/>
              <a:pathLst>
                <a:path w="3798" h="2954" extrusionOk="0">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138"/>
            <p:cNvSpPr/>
            <p:nvPr/>
          </p:nvSpPr>
          <p:spPr>
            <a:xfrm>
              <a:off x="2324971" y="4303039"/>
              <a:ext cx="134669" cy="115135"/>
            </a:xfrm>
            <a:custGeom>
              <a:avLst/>
              <a:gdLst/>
              <a:ahLst/>
              <a:cxnLst/>
              <a:rect l="l" t="t" r="r" b="b"/>
              <a:pathLst>
                <a:path w="5143" h="4397" extrusionOk="0">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138"/>
            <p:cNvSpPr/>
            <p:nvPr/>
          </p:nvSpPr>
          <p:spPr>
            <a:xfrm>
              <a:off x="2347464" y="4313775"/>
              <a:ext cx="109427" cy="93219"/>
            </a:xfrm>
            <a:custGeom>
              <a:avLst/>
              <a:gdLst/>
              <a:ahLst/>
              <a:cxnLst/>
              <a:rect l="l" t="t" r="r" b="b"/>
              <a:pathLst>
                <a:path w="4179" h="3560" extrusionOk="0">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1" name="Google Shape;16571;p138"/>
          <p:cNvGrpSpPr/>
          <p:nvPr/>
        </p:nvGrpSpPr>
        <p:grpSpPr>
          <a:xfrm>
            <a:off x="859632" y="3346972"/>
            <a:ext cx="303537" cy="359127"/>
            <a:chOff x="859632" y="3346972"/>
            <a:chExt cx="303537" cy="359127"/>
          </a:xfrm>
        </p:grpSpPr>
        <p:sp>
          <p:nvSpPr>
            <p:cNvPr id="16572" name="Google Shape;16572;p138"/>
            <p:cNvSpPr/>
            <p:nvPr/>
          </p:nvSpPr>
          <p:spPr>
            <a:xfrm>
              <a:off x="859632" y="3346972"/>
              <a:ext cx="303537" cy="359127"/>
            </a:xfrm>
            <a:custGeom>
              <a:avLst/>
              <a:gdLst/>
              <a:ahLst/>
              <a:cxnLst/>
              <a:rect l="l" t="t" r="r" b="b"/>
              <a:pathLst>
                <a:path w="11592" h="13715" extrusionOk="0">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3" name="Google Shape;16573;p138"/>
            <p:cNvSpPr/>
            <p:nvPr/>
          </p:nvSpPr>
          <p:spPr>
            <a:xfrm>
              <a:off x="926063" y="3427989"/>
              <a:ext cx="153156" cy="145903"/>
            </a:xfrm>
            <a:custGeom>
              <a:avLst/>
              <a:gdLst/>
              <a:ahLst/>
              <a:cxnLst/>
              <a:rect l="l" t="t" r="r" b="b"/>
              <a:pathLst>
                <a:path w="5849" h="5572" extrusionOk="0">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4" name="Google Shape;16574;p138"/>
            <p:cNvSpPr/>
            <p:nvPr/>
          </p:nvSpPr>
          <p:spPr>
            <a:xfrm>
              <a:off x="1011767" y="3492928"/>
              <a:ext cx="64703" cy="74470"/>
            </a:xfrm>
            <a:custGeom>
              <a:avLst/>
              <a:gdLst/>
              <a:ahLst/>
              <a:cxnLst/>
              <a:rect l="l" t="t" r="r" b="b"/>
              <a:pathLst>
                <a:path w="2471" h="2844" extrusionOk="0">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138"/>
            <p:cNvSpPr/>
            <p:nvPr/>
          </p:nvSpPr>
          <p:spPr>
            <a:xfrm>
              <a:off x="998020" y="3428224"/>
              <a:ext cx="81462" cy="145667"/>
            </a:xfrm>
            <a:custGeom>
              <a:avLst/>
              <a:gdLst/>
              <a:ahLst/>
              <a:cxnLst/>
              <a:rect l="l" t="t" r="r" b="b"/>
              <a:pathLst>
                <a:path w="3111" h="5563" extrusionOk="0">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138"/>
            <p:cNvSpPr/>
            <p:nvPr/>
          </p:nvSpPr>
          <p:spPr>
            <a:xfrm>
              <a:off x="1022738" y="3503925"/>
              <a:ext cx="80964" cy="81200"/>
            </a:xfrm>
            <a:custGeom>
              <a:avLst/>
              <a:gdLst/>
              <a:ahLst/>
              <a:cxnLst/>
              <a:rect l="l" t="t" r="r" b="b"/>
              <a:pathLst>
                <a:path w="3092" h="3101" extrusionOk="0">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7" name="Google Shape;16577;p138"/>
          <p:cNvGrpSpPr/>
          <p:nvPr/>
        </p:nvGrpSpPr>
        <p:grpSpPr>
          <a:xfrm>
            <a:off x="1767911" y="2882241"/>
            <a:ext cx="265306" cy="366799"/>
            <a:chOff x="1767911" y="2882241"/>
            <a:chExt cx="265306" cy="366799"/>
          </a:xfrm>
        </p:grpSpPr>
        <p:sp>
          <p:nvSpPr>
            <p:cNvPr id="16578" name="Google Shape;16578;p138"/>
            <p:cNvSpPr/>
            <p:nvPr/>
          </p:nvSpPr>
          <p:spPr>
            <a:xfrm>
              <a:off x="1767911" y="3066269"/>
              <a:ext cx="265306" cy="182771"/>
            </a:xfrm>
            <a:custGeom>
              <a:avLst/>
              <a:gdLst/>
              <a:ahLst/>
              <a:cxnLst/>
              <a:rect l="l" t="t" r="r" b="b"/>
              <a:pathLst>
                <a:path w="10132" h="6980" extrusionOk="0">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138"/>
            <p:cNvSpPr/>
            <p:nvPr/>
          </p:nvSpPr>
          <p:spPr>
            <a:xfrm>
              <a:off x="1818867" y="2882241"/>
              <a:ext cx="147422" cy="155905"/>
            </a:xfrm>
            <a:custGeom>
              <a:avLst/>
              <a:gdLst/>
              <a:ahLst/>
              <a:cxnLst/>
              <a:rect l="l" t="t" r="r" b="b"/>
              <a:pathLst>
                <a:path w="5630" h="5954" extrusionOk="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138"/>
            <p:cNvSpPr/>
            <p:nvPr/>
          </p:nvSpPr>
          <p:spPr>
            <a:xfrm>
              <a:off x="1886817" y="2912144"/>
              <a:ext cx="47735" cy="47500"/>
            </a:xfrm>
            <a:custGeom>
              <a:avLst/>
              <a:gdLst/>
              <a:ahLst/>
              <a:cxnLst/>
              <a:rect l="l" t="t" r="r" b="b"/>
              <a:pathLst>
                <a:path w="1823" h="1814" extrusionOk="0">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138"/>
            <p:cNvSpPr/>
            <p:nvPr/>
          </p:nvSpPr>
          <p:spPr>
            <a:xfrm>
              <a:off x="1858799" y="2906488"/>
              <a:ext cx="84237" cy="79079"/>
            </a:xfrm>
            <a:custGeom>
              <a:avLst/>
              <a:gdLst/>
              <a:ahLst/>
              <a:cxnLst/>
              <a:rect l="l" t="t" r="r" b="b"/>
              <a:pathLst>
                <a:path w="3217" h="3020" extrusionOk="0">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138"/>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138"/>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138"/>
            <p:cNvSpPr/>
            <p:nvPr/>
          </p:nvSpPr>
          <p:spPr>
            <a:xfrm>
              <a:off x="1783151" y="3029008"/>
              <a:ext cx="117440" cy="159938"/>
            </a:xfrm>
            <a:custGeom>
              <a:avLst/>
              <a:gdLst/>
              <a:ahLst/>
              <a:cxnLst/>
              <a:rect l="l" t="t" r="r" b="b"/>
              <a:pathLst>
                <a:path w="4485" h="6108" extrusionOk="0">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138"/>
            <p:cNvSpPr/>
            <p:nvPr/>
          </p:nvSpPr>
          <p:spPr>
            <a:xfrm>
              <a:off x="1813290" y="3067212"/>
              <a:ext cx="65305" cy="26578"/>
            </a:xfrm>
            <a:custGeom>
              <a:avLst/>
              <a:gdLst/>
              <a:ahLst/>
              <a:cxnLst/>
              <a:rect l="l" t="t" r="r" b="b"/>
              <a:pathLst>
                <a:path w="2494" h="1015" extrusionOk="0">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138"/>
            <p:cNvSpPr/>
            <p:nvPr/>
          </p:nvSpPr>
          <p:spPr>
            <a:xfrm>
              <a:off x="1813237" y="3086746"/>
              <a:ext cx="65279" cy="26525"/>
            </a:xfrm>
            <a:custGeom>
              <a:avLst/>
              <a:gdLst/>
              <a:ahLst/>
              <a:cxnLst/>
              <a:rect l="l" t="t" r="r" b="b"/>
              <a:pathLst>
                <a:path w="2493" h="1013" extrusionOk="0">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138"/>
            <p:cNvSpPr/>
            <p:nvPr/>
          </p:nvSpPr>
          <p:spPr>
            <a:xfrm>
              <a:off x="1813290" y="3106437"/>
              <a:ext cx="65227" cy="26552"/>
            </a:xfrm>
            <a:custGeom>
              <a:avLst/>
              <a:gdLst/>
              <a:ahLst/>
              <a:cxnLst/>
              <a:rect l="l" t="t" r="r" b="b"/>
              <a:pathLst>
                <a:path w="2491" h="1014" extrusionOk="0">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138"/>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138"/>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138"/>
            <p:cNvSpPr/>
            <p:nvPr/>
          </p:nvSpPr>
          <p:spPr>
            <a:xfrm>
              <a:off x="1900564" y="3029008"/>
              <a:ext cx="117414" cy="159938"/>
            </a:xfrm>
            <a:custGeom>
              <a:avLst/>
              <a:gdLst/>
              <a:ahLst/>
              <a:cxnLst/>
              <a:rect l="l" t="t" r="r" b="b"/>
              <a:pathLst>
                <a:path w="4484" h="6108" extrusionOk="0">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138"/>
            <p:cNvSpPr/>
            <p:nvPr/>
          </p:nvSpPr>
          <p:spPr>
            <a:xfrm>
              <a:off x="1900564" y="3029244"/>
              <a:ext cx="117414" cy="159702"/>
            </a:xfrm>
            <a:custGeom>
              <a:avLst/>
              <a:gdLst/>
              <a:ahLst/>
              <a:cxnLst/>
              <a:rect l="l" t="t" r="r" b="b"/>
              <a:pathLst>
                <a:path w="4484" h="6099" extrusionOk="0">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138"/>
            <p:cNvSpPr/>
            <p:nvPr/>
          </p:nvSpPr>
          <p:spPr>
            <a:xfrm>
              <a:off x="1941282" y="3069988"/>
              <a:ext cx="29484" cy="36345"/>
            </a:xfrm>
            <a:custGeom>
              <a:avLst/>
              <a:gdLst/>
              <a:ahLst/>
              <a:cxnLst/>
              <a:rect l="l" t="t" r="r" b="b"/>
              <a:pathLst>
                <a:path w="1126" h="1388" extrusionOk="0">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3" name="Google Shape;16593;p138"/>
          <p:cNvGrpSpPr/>
          <p:nvPr/>
        </p:nvGrpSpPr>
        <p:grpSpPr>
          <a:xfrm>
            <a:off x="1332009" y="1499935"/>
            <a:ext cx="331895" cy="359311"/>
            <a:chOff x="1332009" y="1499935"/>
            <a:chExt cx="331895" cy="359311"/>
          </a:xfrm>
        </p:grpSpPr>
        <p:sp>
          <p:nvSpPr>
            <p:cNvPr id="16594" name="Google Shape;16594;p138"/>
            <p:cNvSpPr/>
            <p:nvPr/>
          </p:nvSpPr>
          <p:spPr>
            <a:xfrm>
              <a:off x="1435414" y="1570451"/>
              <a:ext cx="28515" cy="79210"/>
            </a:xfrm>
            <a:custGeom>
              <a:avLst/>
              <a:gdLst/>
              <a:ahLst/>
              <a:cxnLst/>
              <a:rect l="l" t="t" r="r" b="b"/>
              <a:pathLst>
                <a:path w="1089" h="3025" extrusionOk="0">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138"/>
            <p:cNvSpPr/>
            <p:nvPr/>
          </p:nvSpPr>
          <p:spPr>
            <a:xfrm>
              <a:off x="1435414" y="1627665"/>
              <a:ext cx="28515" cy="21995"/>
            </a:xfrm>
            <a:custGeom>
              <a:avLst/>
              <a:gdLst/>
              <a:ahLst/>
              <a:cxnLst/>
              <a:rect l="l" t="t" r="r" b="b"/>
              <a:pathLst>
                <a:path w="1089" h="840" extrusionOk="0">
                  <a:moveTo>
                    <a:pt x="1" y="0"/>
                  </a:moveTo>
                  <a:lnTo>
                    <a:pt x="1" y="840"/>
                  </a:lnTo>
                  <a:lnTo>
                    <a:pt x="1088" y="840"/>
                  </a:lnTo>
                  <a:lnTo>
                    <a:pt x="1088"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6" name="Google Shape;16596;p138"/>
            <p:cNvSpPr/>
            <p:nvPr/>
          </p:nvSpPr>
          <p:spPr>
            <a:xfrm>
              <a:off x="1350496" y="1570451"/>
              <a:ext cx="28254" cy="79210"/>
            </a:xfrm>
            <a:custGeom>
              <a:avLst/>
              <a:gdLst/>
              <a:ahLst/>
              <a:cxnLst/>
              <a:rect l="l" t="t" r="r" b="b"/>
              <a:pathLst>
                <a:path w="1079" h="3025" extrusionOk="0">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7" name="Google Shape;16597;p138"/>
            <p:cNvSpPr/>
            <p:nvPr/>
          </p:nvSpPr>
          <p:spPr>
            <a:xfrm>
              <a:off x="1350496" y="1627665"/>
              <a:ext cx="28254" cy="21995"/>
            </a:xfrm>
            <a:custGeom>
              <a:avLst/>
              <a:gdLst/>
              <a:ahLst/>
              <a:cxnLst/>
              <a:rect l="l" t="t" r="r" b="b"/>
              <a:pathLst>
                <a:path w="1079" h="840" extrusionOk="0">
                  <a:moveTo>
                    <a:pt x="0" y="0"/>
                  </a:moveTo>
                  <a:lnTo>
                    <a:pt x="0" y="840"/>
                  </a:lnTo>
                  <a:lnTo>
                    <a:pt x="1078" y="840"/>
                  </a:lnTo>
                  <a:lnTo>
                    <a:pt x="1078"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138"/>
            <p:cNvSpPr/>
            <p:nvPr/>
          </p:nvSpPr>
          <p:spPr>
            <a:xfrm>
              <a:off x="1392706" y="1791531"/>
              <a:ext cx="28751" cy="67714"/>
            </a:xfrm>
            <a:custGeom>
              <a:avLst/>
              <a:gdLst/>
              <a:ahLst/>
              <a:cxnLst/>
              <a:rect l="l" t="t" r="r" b="b"/>
              <a:pathLst>
                <a:path w="1098" h="2586" extrusionOk="0">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138"/>
            <p:cNvSpPr/>
            <p:nvPr/>
          </p:nvSpPr>
          <p:spPr>
            <a:xfrm>
              <a:off x="1392942" y="1791531"/>
              <a:ext cx="28515" cy="22519"/>
            </a:xfrm>
            <a:custGeom>
              <a:avLst/>
              <a:gdLst/>
              <a:ahLst/>
              <a:cxnLst/>
              <a:rect l="l" t="t" r="r" b="b"/>
              <a:pathLst>
                <a:path w="1089" h="860" extrusionOk="0">
                  <a:moveTo>
                    <a:pt x="1" y="1"/>
                  </a:moveTo>
                  <a:lnTo>
                    <a:pt x="1" y="859"/>
                  </a:lnTo>
                  <a:lnTo>
                    <a:pt x="1089" y="859"/>
                  </a:lnTo>
                  <a:lnTo>
                    <a:pt x="108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138"/>
            <p:cNvSpPr/>
            <p:nvPr/>
          </p:nvSpPr>
          <p:spPr>
            <a:xfrm>
              <a:off x="1386448" y="1765294"/>
              <a:ext cx="41503" cy="33255"/>
            </a:xfrm>
            <a:custGeom>
              <a:avLst/>
              <a:gdLst/>
              <a:ahLst/>
              <a:cxnLst/>
              <a:rect l="l" t="t" r="r" b="b"/>
              <a:pathLst>
                <a:path w="1585" h="1270" extrusionOk="0">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1" name="Google Shape;16601;p138"/>
            <p:cNvSpPr/>
            <p:nvPr/>
          </p:nvSpPr>
          <p:spPr>
            <a:xfrm>
              <a:off x="1411428" y="1765294"/>
              <a:ext cx="16287" cy="33255"/>
            </a:xfrm>
            <a:custGeom>
              <a:avLst/>
              <a:gdLst/>
              <a:ahLst/>
              <a:cxnLst/>
              <a:rect l="l" t="t" r="r" b="b"/>
              <a:pathLst>
                <a:path w="622" h="1270" extrusionOk="0">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2" name="Google Shape;16602;p138"/>
            <p:cNvSpPr/>
            <p:nvPr/>
          </p:nvSpPr>
          <p:spPr>
            <a:xfrm>
              <a:off x="1381473" y="1738585"/>
              <a:ext cx="51480" cy="33517"/>
            </a:xfrm>
            <a:custGeom>
              <a:avLst/>
              <a:gdLst/>
              <a:ahLst/>
              <a:cxnLst/>
              <a:rect l="l" t="t" r="r" b="b"/>
              <a:pathLst>
                <a:path w="1966" h="1280" extrusionOk="0">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138"/>
            <p:cNvSpPr/>
            <p:nvPr/>
          </p:nvSpPr>
          <p:spPr>
            <a:xfrm>
              <a:off x="1411428" y="1738585"/>
              <a:ext cx="21524" cy="33517"/>
            </a:xfrm>
            <a:custGeom>
              <a:avLst/>
              <a:gdLst/>
              <a:ahLst/>
              <a:cxnLst/>
              <a:rect l="l" t="t" r="r" b="b"/>
              <a:pathLst>
                <a:path w="822" h="1280" extrusionOk="0">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138"/>
            <p:cNvSpPr/>
            <p:nvPr/>
          </p:nvSpPr>
          <p:spPr>
            <a:xfrm>
              <a:off x="1339001" y="1668619"/>
              <a:ext cx="136162" cy="77220"/>
            </a:xfrm>
            <a:custGeom>
              <a:avLst/>
              <a:gdLst/>
              <a:ahLst/>
              <a:cxnLst/>
              <a:rect l="l" t="t" r="r" b="b"/>
              <a:pathLst>
                <a:path w="5200" h="2949" extrusionOk="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138"/>
            <p:cNvSpPr/>
            <p:nvPr/>
          </p:nvSpPr>
          <p:spPr>
            <a:xfrm>
              <a:off x="1411428" y="1668619"/>
              <a:ext cx="63996" cy="77220"/>
            </a:xfrm>
            <a:custGeom>
              <a:avLst/>
              <a:gdLst/>
              <a:ahLst/>
              <a:cxnLst/>
              <a:rect l="l" t="t" r="r" b="b"/>
              <a:pathLst>
                <a:path w="2444" h="2949" extrusionOk="0">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6" name="Google Shape;16606;p138"/>
            <p:cNvSpPr/>
            <p:nvPr/>
          </p:nvSpPr>
          <p:spPr>
            <a:xfrm>
              <a:off x="1332009" y="1640889"/>
              <a:ext cx="150145" cy="27756"/>
            </a:xfrm>
            <a:custGeom>
              <a:avLst/>
              <a:gdLst/>
              <a:ahLst/>
              <a:cxnLst/>
              <a:rect l="l" t="t" r="r" b="b"/>
              <a:pathLst>
                <a:path w="5734" h="1060" extrusionOk="0">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138"/>
            <p:cNvSpPr/>
            <p:nvPr/>
          </p:nvSpPr>
          <p:spPr>
            <a:xfrm>
              <a:off x="1461651" y="1640889"/>
              <a:ext cx="20503" cy="27756"/>
            </a:xfrm>
            <a:custGeom>
              <a:avLst/>
              <a:gdLst/>
              <a:ahLst/>
              <a:cxnLst/>
              <a:rect l="l" t="t" r="r" b="b"/>
              <a:pathLst>
                <a:path w="783" h="1060" extrusionOk="0">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8" name="Google Shape;16608;p138"/>
            <p:cNvSpPr/>
            <p:nvPr/>
          </p:nvSpPr>
          <p:spPr>
            <a:xfrm>
              <a:off x="1467386" y="1499935"/>
              <a:ext cx="196518" cy="165725"/>
            </a:xfrm>
            <a:custGeom>
              <a:avLst/>
              <a:gdLst/>
              <a:ahLst/>
              <a:cxnLst/>
              <a:rect l="l" t="t" r="r" b="b"/>
              <a:pathLst>
                <a:path w="7505" h="6329" extrusionOk="0">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9" name="Google Shape;16609;p138"/>
            <p:cNvSpPr/>
            <p:nvPr/>
          </p:nvSpPr>
          <p:spPr>
            <a:xfrm>
              <a:off x="1369873" y="1679852"/>
              <a:ext cx="74653" cy="11050"/>
            </a:xfrm>
            <a:custGeom>
              <a:avLst/>
              <a:gdLst/>
              <a:ahLst/>
              <a:cxnLst/>
              <a:rect l="l" t="t" r="r" b="b"/>
              <a:pathLst>
                <a:path w="2851" h="422" extrusionOk="0">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138"/>
            <p:cNvSpPr/>
            <p:nvPr/>
          </p:nvSpPr>
          <p:spPr>
            <a:xfrm>
              <a:off x="1533346" y="1524496"/>
              <a:ext cx="60487" cy="92459"/>
            </a:xfrm>
            <a:custGeom>
              <a:avLst/>
              <a:gdLst/>
              <a:ahLst/>
              <a:cxnLst/>
              <a:rect l="l" t="t" r="r" b="b"/>
              <a:pathLst>
                <a:path w="2310" h="3531" extrusionOk="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11" name="Google Shape;16611;p138"/>
          <p:cNvGrpSpPr/>
          <p:nvPr/>
        </p:nvGrpSpPr>
        <p:grpSpPr>
          <a:xfrm>
            <a:off x="2663464" y="3346815"/>
            <a:ext cx="289528" cy="359232"/>
            <a:chOff x="2663464" y="3346815"/>
            <a:chExt cx="289528" cy="359232"/>
          </a:xfrm>
        </p:grpSpPr>
        <p:sp>
          <p:nvSpPr>
            <p:cNvPr id="16612" name="Google Shape;16612;p138"/>
            <p:cNvSpPr/>
            <p:nvPr/>
          </p:nvSpPr>
          <p:spPr>
            <a:xfrm>
              <a:off x="2663464" y="3490676"/>
              <a:ext cx="133674" cy="140666"/>
            </a:xfrm>
            <a:custGeom>
              <a:avLst/>
              <a:gdLst/>
              <a:ahLst/>
              <a:cxnLst/>
              <a:rect l="l" t="t" r="r" b="b"/>
              <a:pathLst>
                <a:path w="5105" h="5372" extrusionOk="0">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138"/>
            <p:cNvSpPr/>
            <p:nvPr/>
          </p:nvSpPr>
          <p:spPr>
            <a:xfrm>
              <a:off x="2742386" y="3610839"/>
              <a:ext cx="54753" cy="20503"/>
            </a:xfrm>
            <a:custGeom>
              <a:avLst/>
              <a:gdLst/>
              <a:ahLst/>
              <a:cxnLst/>
              <a:rect l="l" t="t" r="r" b="b"/>
              <a:pathLst>
                <a:path w="2091" h="783" extrusionOk="0">
                  <a:moveTo>
                    <a:pt x="1" y="1"/>
                  </a:moveTo>
                  <a:lnTo>
                    <a:pt x="1" y="783"/>
                  </a:lnTo>
                  <a:lnTo>
                    <a:pt x="2090" y="783"/>
                  </a:lnTo>
                  <a:lnTo>
                    <a:pt x="2090"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138"/>
            <p:cNvSpPr/>
            <p:nvPr/>
          </p:nvSpPr>
          <p:spPr>
            <a:xfrm>
              <a:off x="2819082" y="3490676"/>
              <a:ext cx="133910" cy="140666"/>
            </a:xfrm>
            <a:custGeom>
              <a:avLst/>
              <a:gdLst/>
              <a:ahLst/>
              <a:cxnLst/>
              <a:rect l="l" t="t" r="r" b="b"/>
              <a:pathLst>
                <a:path w="5114" h="5372" extrusionOk="0">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138"/>
            <p:cNvSpPr/>
            <p:nvPr/>
          </p:nvSpPr>
          <p:spPr>
            <a:xfrm>
              <a:off x="2819082" y="3610839"/>
              <a:ext cx="54988" cy="20503"/>
            </a:xfrm>
            <a:custGeom>
              <a:avLst/>
              <a:gdLst/>
              <a:ahLst/>
              <a:cxnLst/>
              <a:rect l="l" t="t" r="r" b="b"/>
              <a:pathLst>
                <a:path w="2100" h="783" extrusionOk="0">
                  <a:moveTo>
                    <a:pt x="1" y="1"/>
                  </a:moveTo>
                  <a:lnTo>
                    <a:pt x="1" y="783"/>
                  </a:lnTo>
                  <a:lnTo>
                    <a:pt x="2099" y="783"/>
                  </a:lnTo>
                  <a:lnTo>
                    <a:pt x="2099"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138"/>
            <p:cNvSpPr/>
            <p:nvPr/>
          </p:nvSpPr>
          <p:spPr>
            <a:xfrm>
              <a:off x="2714918" y="3346815"/>
              <a:ext cx="167898" cy="178189"/>
            </a:xfrm>
            <a:custGeom>
              <a:avLst/>
              <a:gdLst/>
              <a:ahLst/>
              <a:cxnLst/>
              <a:rect l="l" t="t" r="r" b="b"/>
              <a:pathLst>
                <a:path w="6412" h="6805" extrusionOk="0">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138"/>
            <p:cNvSpPr/>
            <p:nvPr/>
          </p:nvSpPr>
          <p:spPr>
            <a:xfrm>
              <a:off x="2757887" y="3372293"/>
              <a:ext cx="101467" cy="98744"/>
            </a:xfrm>
            <a:custGeom>
              <a:avLst/>
              <a:gdLst/>
              <a:ahLst/>
              <a:cxnLst/>
              <a:rect l="l" t="t" r="r" b="b"/>
              <a:pathLst>
                <a:path w="3875" h="3771" extrusionOk="0">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138"/>
            <p:cNvSpPr/>
            <p:nvPr/>
          </p:nvSpPr>
          <p:spPr>
            <a:xfrm>
              <a:off x="2789597" y="3403323"/>
              <a:ext cx="36999" cy="36423"/>
            </a:xfrm>
            <a:custGeom>
              <a:avLst/>
              <a:gdLst/>
              <a:ahLst/>
              <a:cxnLst/>
              <a:rect l="l" t="t" r="r" b="b"/>
              <a:pathLst>
                <a:path w="1413" h="1391" extrusionOk="0">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138"/>
            <p:cNvSpPr/>
            <p:nvPr/>
          </p:nvSpPr>
          <p:spPr>
            <a:xfrm>
              <a:off x="2734137" y="3660564"/>
              <a:ext cx="63001" cy="45483"/>
            </a:xfrm>
            <a:custGeom>
              <a:avLst/>
              <a:gdLst/>
              <a:ahLst/>
              <a:cxnLst/>
              <a:rect l="l" t="t" r="r" b="b"/>
              <a:pathLst>
                <a:path w="2406" h="1737" extrusionOk="0">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138"/>
            <p:cNvSpPr/>
            <p:nvPr/>
          </p:nvSpPr>
          <p:spPr>
            <a:xfrm>
              <a:off x="2734137" y="3629325"/>
              <a:ext cx="63001" cy="31265"/>
            </a:xfrm>
            <a:custGeom>
              <a:avLst/>
              <a:gdLst/>
              <a:ahLst/>
              <a:cxnLst/>
              <a:rect l="l" t="t" r="r" b="b"/>
              <a:pathLst>
                <a:path w="2406" h="1194" extrusionOk="0">
                  <a:moveTo>
                    <a:pt x="220" y="1"/>
                  </a:moveTo>
                  <a:cubicBezTo>
                    <a:pt x="106" y="1"/>
                    <a:pt x="1" y="96"/>
                    <a:pt x="1" y="220"/>
                  </a:cubicBezTo>
                  <a:lnTo>
                    <a:pt x="1" y="1193"/>
                  </a:lnTo>
                  <a:lnTo>
                    <a:pt x="2405" y="1193"/>
                  </a:lnTo>
                  <a:lnTo>
                    <a:pt x="2405"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138"/>
            <p:cNvSpPr/>
            <p:nvPr/>
          </p:nvSpPr>
          <p:spPr>
            <a:xfrm>
              <a:off x="2819082" y="3660564"/>
              <a:ext cx="62975" cy="45483"/>
            </a:xfrm>
            <a:custGeom>
              <a:avLst/>
              <a:gdLst/>
              <a:ahLst/>
              <a:cxnLst/>
              <a:rect l="l" t="t" r="r" b="b"/>
              <a:pathLst>
                <a:path w="2405" h="1737" extrusionOk="0">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138"/>
            <p:cNvSpPr/>
            <p:nvPr/>
          </p:nvSpPr>
          <p:spPr>
            <a:xfrm>
              <a:off x="2819082" y="3629090"/>
              <a:ext cx="62975" cy="31239"/>
            </a:xfrm>
            <a:custGeom>
              <a:avLst/>
              <a:gdLst/>
              <a:ahLst/>
              <a:cxnLst/>
              <a:rect l="l" t="t" r="r" b="b"/>
              <a:pathLst>
                <a:path w="2405" h="1193" extrusionOk="0">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23" name="Google Shape;16623;p138"/>
          <p:cNvGrpSpPr/>
          <p:nvPr/>
        </p:nvGrpSpPr>
        <p:grpSpPr>
          <a:xfrm>
            <a:off x="1315775" y="2881927"/>
            <a:ext cx="269051" cy="366983"/>
            <a:chOff x="1315775" y="2881927"/>
            <a:chExt cx="269051" cy="366983"/>
          </a:xfrm>
        </p:grpSpPr>
        <p:sp>
          <p:nvSpPr>
            <p:cNvPr id="16624" name="Google Shape;16624;p138"/>
            <p:cNvSpPr/>
            <p:nvPr/>
          </p:nvSpPr>
          <p:spPr>
            <a:xfrm>
              <a:off x="1319755" y="3230397"/>
              <a:ext cx="185390" cy="13250"/>
            </a:xfrm>
            <a:custGeom>
              <a:avLst/>
              <a:gdLst/>
              <a:ahLst/>
              <a:cxnLst/>
              <a:rect l="l" t="t" r="r" b="b"/>
              <a:pathLst>
                <a:path w="7080" h="506" extrusionOk="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5" name="Google Shape;16625;p138"/>
            <p:cNvSpPr/>
            <p:nvPr/>
          </p:nvSpPr>
          <p:spPr>
            <a:xfrm>
              <a:off x="1315775" y="2917146"/>
              <a:ext cx="191124" cy="331764"/>
            </a:xfrm>
            <a:custGeom>
              <a:avLst/>
              <a:gdLst/>
              <a:ahLst/>
              <a:cxnLst/>
              <a:rect l="l" t="t" r="r" b="b"/>
              <a:pathLst>
                <a:path w="7299" h="12670" extrusionOk="0">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138"/>
            <p:cNvSpPr/>
            <p:nvPr/>
          </p:nvSpPr>
          <p:spPr>
            <a:xfrm>
              <a:off x="1430674" y="2917146"/>
              <a:ext cx="76225" cy="118435"/>
            </a:xfrm>
            <a:custGeom>
              <a:avLst/>
              <a:gdLst/>
              <a:ahLst/>
              <a:cxnLst/>
              <a:rect l="l" t="t" r="r" b="b"/>
              <a:pathLst>
                <a:path w="2911" h="4523" extrusionOk="0">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138"/>
            <p:cNvSpPr/>
            <p:nvPr/>
          </p:nvSpPr>
          <p:spPr>
            <a:xfrm>
              <a:off x="1335256" y="2950872"/>
              <a:ext cx="152397" cy="239069"/>
            </a:xfrm>
            <a:custGeom>
              <a:avLst/>
              <a:gdLst/>
              <a:ahLst/>
              <a:cxnLst/>
              <a:rect l="l" t="t" r="r" b="b"/>
              <a:pathLst>
                <a:path w="5820" h="9130" extrusionOk="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138"/>
            <p:cNvSpPr/>
            <p:nvPr/>
          </p:nvSpPr>
          <p:spPr>
            <a:xfrm>
              <a:off x="1430674" y="2950872"/>
              <a:ext cx="56979" cy="80467"/>
            </a:xfrm>
            <a:custGeom>
              <a:avLst/>
              <a:gdLst/>
              <a:ahLst/>
              <a:cxnLst/>
              <a:rect l="l" t="t" r="r" b="b"/>
              <a:pathLst>
                <a:path w="2176" h="3073" extrusionOk="0">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9" name="Google Shape;16629;p138"/>
            <p:cNvSpPr/>
            <p:nvPr/>
          </p:nvSpPr>
          <p:spPr>
            <a:xfrm>
              <a:off x="1334994" y="2950872"/>
              <a:ext cx="152423" cy="239069"/>
            </a:xfrm>
            <a:custGeom>
              <a:avLst/>
              <a:gdLst/>
              <a:ahLst/>
              <a:cxnLst/>
              <a:rect l="l" t="t" r="r" b="b"/>
              <a:pathLst>
                <a:path w="5821" h="9130" extrusionOk="0">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0" name="Google Shape;16630;p138"/>
            <p:cNvSpPr/>
            <p:nvPr/>
          </p:nvSpPr>
          <p:spPr>
            <a:xfrm>
              <a:off x="1398938" y="3203662"/>
              <a:ext cx="24771" cy="24771"/>
            </a:xfrm>
            <a:custGeom>
              <a:avLst/>
              <a:gdLst/>
              <a:ahLst/>
              <a:cxnLst/>
              <a:rect l="l" t="t" r="r" b="b"/>
              <a:pathLst>
                <a:path w="946" h="946" extrusionOk="0">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138"/>
            <p:cNvSpPr/>
            <p:nvPr/>
          </p:nvSpPr>
          <p:spPr>
            <a:xfrm>
              <a:off x="1448166" y="2881927"/>
              <a:ext cx="136660" cy="136660"/>
            </a:xfrm>
            <a:custGeom>
              <a:avLst/>
              <a:gdLst/>
              <a:ahLst/>
              <a:cxnLst/>
              <a:rect l="l" t="t" r="r" b="b"/>
              <a:pathLst>
                <a:path w="5219" h="5219" extrusionOk="0">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2" name="Google Shape;16632;p138"/>
            <p:cNvSpPr/>
            <p:nvPr/>
          </p:nvSpPr>
          <p:spPr>
            <a:xfrm>
              <a:off x="1477127" y="2911149"/>
              <a:ext cx="78738" cy="77717"/>
            </a:xfrm>
            <a:custGeom>
              <a:avLst/>
              <a:gdLst/>
              <a:ahLst/>
              <a:cxnLst/>
              <a:rect l="l" t="t" r="r" b="b"/>
              <a:pathLst>
                <a:path w="3007" h="2968" extrusionOk="0">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3" name="Google Shape;16633;p138"/>
            <p:cNvSpPr/>
            <p:nvPr/>
          </p:nvSpPr>
          <p:spPr>
            <a:xfrm>
              <a:off x="1399462" y="2924923"/>
              <a:ext cx="20739" cy="17963"/>
            </a:xfrm>
            <a:custGeom>
              <a:avLst/>
              <a:gdLst/>
              <a:ahLst/>
              <a:cxnLst/>
              <a:rect l="l" t="t" r="r" b="b"/>
              <a:pathLst>
                <a:path w="792" h="686" extrusionOk="0">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138"/>
            <p:cNvSpPr/>
            <p:nvPr/>
          </p:nvSpPr>
          <p:spPr>
            <a:xfrm>
              <a:off x="1363484" y="3032045"/>
              <a:ext cx="95706" cy="22519"/>
            </a:xfrm>
            <a:custGeom>
              <a:avLst/>
              <a:gdLst/>
              <a:ahLst/>
              <a:cxnLst/>
              <a:rect l="l" t="t" r="r" b="b"/>
              <a:pathLst>
                <a:path w="3655" h="860" extrusionOk="0">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138"/>
            <p:cNvSpPr/>
            <p:nvPr/>
          </p:nvSpPr>
          <p:spPr>
            <a:xfrm>
              <a:off x="1363484" y="3073261"/>
              <a:ext cx="95706" cy="22519"/>
            </a:xfrm>
            <a:custGeom>
              <a:avLst/>
              <a:gdLst/>
              <a:ahLst/>
              <a:cxnLst/>
              <a:rect l="l" t="t" r="r" b="b"/>
              <a:pathLst>
                <a:path w="3655" h="860" extrusionOk="0">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138"/>
            <p:cNvSpPr/>
            <p:nvPr/>
          </p:nvSpPr>
          <p:spPr>
            <a:xfrm>
              <a:off x="1363484" y="3114240"/>
              <a:ext cx="95706" cy="22493"/>
            </a:xfrm>
            <a:custGeom>
              <a:avLst/>
              <a:gdLst/>
              <a:ahLst/>
              <a:cxnLst/>
              <a:rect l="l" t="t" r="r" b="b"/>
              <a:pathLst>
                <a:path w="3655" h="859" extrusionOk="0">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138"/>
            <p:cNvSpPr/>
            <p:nvPr/>
          </p:nvSpPr>
          <p:spPr>
            <a:xfrm>
              <a:off x="1508863" y="2912406"/>
              <a:ext cx="46740" cy="77193"/>
            </a:xfrm>
            <a:custGeom>
              <a:avLst/>
              <a:gdLst/>
              <a:ahLst/>
              <a:cxnLst/>
              <a:rect l="l" t="t" r="r" b="b"/>
              <a:pathLst>
                <a:path w="1785" h="2948" extrusionOk="0">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8" name="Google Shape;16638;p138"/>
            <p:cNvSpPr/>
            <p:nvPr/>
          </p:nvSpPr>
          <p:spPr>
            <a:xfrm>
              <a:off x="1477127" y="2938879"/>
              <a:ext cx="32757" cy="35245"/>
            </a:xfrm>
            <a:custGeom>
              <a:avLst/>
              <a:gdLst/>
              <a:ahLst/>
              <a:cxnLst/>
              <a:rect l="l" t="t" r="r" b="b"/>
              <a:pathLst>
                <a:path w="1251" h="1346" extrusionOk="0">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39" name="Google Shape;16639;p138"/>
          <p:cNvGrpSpPr/>
          <p:nvPr/>
        </p:nvGrpSpPr>
        <p:grpSpPr>
          <a:xfrm>
            <a:off x="3977427" y="1980142"/>
            <a:ext cx="359232" cy="322023"/>
            <a:chOff x="3977427" y="1980142"/>
            <a:chExt cx="359232" cy="322023"/>
          </a:xfrm>
        </p:grpSpPr>
        <p:sp>
          <p:nvSpPr>
            <p:cNvPr id="16640" name="Google Shape;16640;p138"/>
            <p:cNvSpPr/>
            <p:nvPr/>
          </p:nvSpPr>
          <p:spPr>
            <a:xfrm>
              <a:off x="3977427" y="2064065"/>
              <a:ext cx="303039" cy="238100"/>
            </a:xfrm>
            <a:custGeom>
              <a:avLst/>
              <a:gdLst/>
              <a:ahLst/>
              <a:cxnLst/>
              <a:rect l="l" t="t" r="r" b="b"/>
              <a:pathLst>
                <a:path w="11573" h="9093" extrusionOk="0">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138"/>
            <p:cNvSpPr/>
            <p:nvPr/>
          </p:nvSpPr>
          <p:spPr>
            <a:xfrm>
              <a:off x="3977427" y="2179724"/>
              <a:ext cx="303039" cy="122441"/>
            </a:xfrm>
            <a:custGeom>
              <a:avLst/>
              <a:gdLst/>
              <a:ahLst/>
              <a:cxnLst/>
              <a:rect l="l" t="t" r="r" b="b"/>
              <a:pathLst>
                <a:path w="11573" h="4676" extrusionOk="0">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138"/>
            <p:cNvSpPr/>
            <p:nvPr/>
          </p:nvSpPr>
          <p:spPr>
            <a:xfrm>
              <a:off x="4175517" y="2103787"/>
              <a:ext cx="104949" cy="49149"/>
            </a:xfrm>
            <a:custGeom>
              <a:avLst/>
              <a:gdLst/>
              <a:ahLst/>
              <a:cxnLst/>
              <a:rect l="l" t="t" r="r" b="b"/>
              <a:pathLst>
                <a:path w="4008" h="1877" extrusionOk="0">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138"/>
            <p:cNvSpPr/>
            <p:nvPr/>
          </p:nvSpPr>
          <p:spPr>
            <a:xfrm>
              <a:off x="3978161" y="2164248"/>
              <a:ext cx="327784" cy="137916"/>
            </a:xfrm>
            <a:custGeom>
              <a:avLst/>
              <a:gdLst/>
              <a:ahLst/>
              <a:cxnLst/>
              <a:rect l="l" t="t" r="r" b="b"/>
              <a:pathLst>
                <a:path w="12518" h="5267" extrusionOk="0">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138"/>
            <p:cNvSpPr/>
            <p:nvPr/>
          </p:nvSpPr>
          <p:spPr>
            <a:xfrm>
              <a:off x="3978161" y="2277891"/>
              <a:ext cx="306783" cy="24273"/>
            </a:xfrm>
            <a:custGeom>
              <a:avLst/>
              <a:gdLst/>
              <a:ahLst/>
              <a:cxnLst/>
              <a:rect l="l" t="t" r="r" b="b"/>
              <a:pathLst>
                <a:path w="11716" h="927" extrusionOk="0">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138"/>
            <p:cNvSpPr/>
            <p:nvPr/>
          </p:nvSpPr>
          <p:spPr>
            <a:xfrm>
              <a:off x="4181513"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138"/>
            <p:cNvSpPr/>
            <p:nvPr/>
          </p:nvSpPr>
          <p:spPr>
            <a:xfrm>
              <a:off x="4241870" y="2033585"/>
              <a:ext cx="23357" cy="62242"/>
            </a:xfrm>
            <a:custGeom>
              <a:avLst/>
              <a:gdLst/>
              <a:ahLst/>
              <a:cxnLst/>
              <a:rect l="l" t="t" r="r" b="b"/>
              <a:pathLst>
                <a:path w="892" h="2377" extrusionOk="0">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138"/>
            <p:cNvSpPr/>
            <p:nvPr/>
          </p:nvSpPr>
          <p:spPr>
            <a:xfrm>
              <a:off x="4241372" y="2087762"/>
              <a:ext cx="37183" cy="10814"/>
            </a:xfrm>
            <a:custGeom>
              <a:avLst/>
              <a:gdLst/>
              <a:ahLst/>
              <a:cxnLst/>
              <a:rect l="l" t="t" r="r" b="b"/>
              <a:pathLst>
                <a:path w="1420" h="413" extrusionOk="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138"/>
            <p:cNvSpPr/>
            <p:nvPr/>
          </p:nvSpPr>
          <p:spPr>
            <a:xfrm>
              <a:off x="4245221" y="2013239"/>
              <a:ext cx="20005" cy="17125"/>
            </a:xfrm>
            <a:custGeom>
              <a:avLst/>
              <a:gdLst/>
              <a:ahLst/>
              <a:cxnLst/>
              <a:rect l="l" t="t" r="r" b="b"/>
              <a:pathLst>
                <a:path w="764" h="654" extrusionOk="0">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138"/>
            <p:cNvSpPr/>
            <p:nvPr/>
          </p:nvSpPr>
          <p:spPr>
            <a:xfrm>
              <a:off x="3977663"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50" name="Google Shape;16650;p138"/>
          <p:cNvGrpSpPr/>
          <p:nvPr/>
        </p:nvGrpSpPr>
        <p:grpSpPr>
          <a:xfrm>
            <a:off x="865628" y="2413608"/>
            <a:ext cx="361720" cy="359180"/>
            <a:chOff x="865628" y="2413608"/>
            <a:chExt cx="361720" cy="359180"/>
          </a:xfrm>
        </p:grpSpPr>
        <p:sp>
          <p:nvSpPr>
            <p:cNvPr id="16651" name="Google Shape;16651;p138"/>
            <p:cNvSpPr/>
            <p:nvPr/>
          </p:nvSpPr>
          <p:spPr>
            <a:xfrm>
              <a:off x="865628" y="2710048"/>
              <a:ext cx="63472" cy="62739"/>
            </a:xfrm>
            <a:custGeom>
              <a:avLst/>
              <a:gdLst/>
              <a:ahLst/>
              <a:cxnLst/>
              <a:rect l="l" t="t" r="r" b="b"/>
              <a:pathLst>
                <a:path w="2424" h="2396" extrusionOk="0">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138"/>
            <p:cNvSpPr/>
            <p:nvPr/>
          </p:nvSpPr>
          <p:spPr>
            <a:xfrm>
              <a:off x="880370" y="2726283"/>
              <a:ext cx="48730" cy="46505"/>
            </a:xfrm>
            <a:custGeom>
              <a:avLst/>
              <a:gdLst/>
              <a:ahLst/>
              <a:cxnLst/>
              <a:rect l="l" t="t" r="r" b="b"/>
              <a:pathLst>
                <a:path w="1861" h="1776" extrusionOk="0">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3" name="Google Shape;16653;p138"/>
            <p:cNvSpPr/>
            <p:nvPr/>
          </p:nvSpPr>
          <p:spPr>
            <a:xfrm>
              <a:off x="879349" y="2579909"/>
              <a:ext cx="179891" cy="179132"/>
            </a:xfrm>
            <a:custGeom>
              <a:avLst/>
              <a:gdLst/>
              <a:ahLst/>
              <a:cxnLst/>
              <a:rect l="l" t="t" r="r" b="b"/>
              <a:pathLst>
                <a:path w="6870" h="6841" extrusionOk="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4" name="Google Shape;16654;p138"/>
            <p:cNvSpPr/>
            <p:nvPr/>
          </p:nvSpPr>
          <p:spPr>
            <a:xfrm>
              <a:off x="899590" y="2602140"/>
              <a:ext cx="159650" cy="156901"/>
            </a:xfrm>
            <a:custGeom>
              <a:avLst/>
              <a:gdLst/>
              <a:ahLst/>
              <a:cxnLst/>
              <a:rect l="l" t="t" r="r" b="b"/>
              <a:pathLst>
                <a:path w="6097" h="5992" extrusionOk="0">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5" name="Google Shape;16655;p138"/>
            <p:cNvSpPr/>
            <p:nvPr/>
          </p:nvSpPr>
          <p:spPr>
            <a:xfrm>
              <a:off x="971782" y="2617432"/>
              <a:ext cx="50485" cy="49359"/>
            </a:xfrm>
            <a:custGeom>
              <a:avLst/>
              <a:gdLst/>
              <a:ahLst/>
              <a:cxnLst/>
              <a:rect l="l" t="t" r="r" b="b"/>
              <a:pathLst>
                <a:path w="1928" h="1885" extrusionOk="0">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138"/>
            <p:cNvSpPr/>
            <p:nvPr/>
          </p:nvSpPr>
          <p:spPr>
            <a:xfrm>
              <a:off x="1033500" y="2509707"/>
              <a:ext cx="95942" cy="95968"/>
            </a:xfrm>
            <a:custGeom>
              <a:avLst/>
              <a:gdLst/>
              <a:ahLst/>
              <a:cxnLst/>
              <a:rect l="l" t="t" r="r" b="b"/>
              <a:pathLst>
                <a:path w="3664" h="3665" extrusionOk="0">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138"/>
            <p:cNvSpPr/>
            <p:nvPr/>
          </p:nvSpPr>
          <p:spPr>
            <a:xfrm>
              <a:off x="1001502" y="2559171"/>
              <a:ext cx="78712" cy="77900"/>
            </a:xfrm>
            <a:custGeom>
              <a:avLst/>
              <a:gdLst/>
              <a:ahLst/>
              <a:cxnLst/>
              <a:rect l="l" t="t" r="r" b="b"/>
              <a:pathLst>
                <a:path w="3006" h="2975" extrusionOk="0">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138"/>
            <p:cNvSpPr/>
            <p:nvPr/>
          </p:nvSpPr>
          <p:spPr>
            <a:xfrm>
              <a:off x="1030227" y="2589912"/>
              <a:ext cx="49987" cy="47159"/>
            </a:xfrm>
            <a:custGeom>
              <a:avLst/>
              <a:gdLst/>
              <a:ahLst/>
              <a:cxnLst/>
              <a:rect l="l" t="t" r="r" b="b"/>
              <a:pathLst>
                <a:path w="1909" h="1801" extrusionOk="0">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138"/>
            <p:cNvSpPr/>
            <p:nvPr/>
          </p:nvSpPr>
          <p:spPr>
            <a:xfrm>
              <a:off x="1128159" y="2454719"/>
              <a:ext cx="58209" cy="54282"/>
            </a:xfrm>
            <a:custGeom>
              <a:avLst/>
              <a:gdLst/>
              <a:ahLst/>
              <a:cxnLst/>
              <a:rect l="l" t="t" r="r" b="b"/>
              <a:pathLst>
                <a:path w="2223" h="2073" extrusionOk="0">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138"/>
            <p:cNvSpPr/>
            <p:nvPr/>
          </p:nvSpPr>
          <p:spPr>
            <a:xfrm>
              <a:off x="1099932" y="2413608"/>
              <a:ext cx="10762" cy="72899"/>
            </a:xfrm>
            <a:custGeom>
              <a:avLst/>
              <a:gdLst/>
              <a:ahLst/>
              <a:cxnLst/>
              <a:rect l="l" t="t" r="r" b="b"/>
              <a:pathLst>
                <a:path w="411" h="2784" extrusionOk="0">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138"/>
            <p:cNvSpPr/>
            <p:nvPr/>
          </p:nvSpPr>
          <p:spPr>
            <a:xfrm>
              <a:off x="1150888" y="2528194"/>
              <a:ext cx="76460" cy="10762"/>
            </a:xfrm>
            <a:custGeom>
              <a:avLst/>
              <a:gdLst/>
              <a:ahLst/>
              <a:cxnLst/>
              <a:rect l="l" t="t" r="r" b="b"/>
              <a:pathLst>
                <a:path w="2920" h="411" extrusionOk="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138"/>
            <p:cNvSpPr/>
            <p:nvPr/>
          </p:nvSpPr>
          <p:spPr>
            <a:xfrm>
              <a:off x="1002262" y="2486533"/>
              <a:ext cx="150904" cy="145484"/>
            </a:xfrm>
            <a:custGeom>
              <a:avLst/>
              <a:gdLst/>
              <a:ahLst/>
              <a:cxnLst/>
              <a:rect l="l" t="t" r="r" b="b"/>
              <a:pathLst>
                <a:path w="5763" h="5556" extrusionOk="0">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138"/>
            <p:cNvSpPr/>
            <p:nvPr/>
          </p:nvSpPr>
          <p:spPr>
            <a:xfrm>
              <a:off x="1039470" y="2572656"/>
              <a:ext cx="113695" cy="59361"/>
            </a:xfrm>
            <a:custGeom>
              <a:avLst/>
              <a:gdLst/>
              <a:ahLst/>
              <a:cxnLst/>
              <a:rect l="l" t="t" r="r" b="b"/>
              <a:pathLst>
                <a:path w="4342" h="2267" extrusionOk="0">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4" name="Google Shape;16664;p138"/>
          <p:cNvGrpSpPr/>
          <p:nvPr/>
        </p:nvGrpSpPr>
        <p:grpSpPr>
          <a:xfrm>
            <a:off x="3117093" y="2881927"/>
            <a:ext cx="268815" cy="366983"/>
            <a:chOff x="3117093" y="2881927"/>
            <a:chExt cx="268815" cy="366983"/>
          </a:xfrm>
        </p:grpSpPr>
        <p:sp>
          <p:nvSpPr>
            <p:cNvPr id="16665" name="Google Shape;16665;p138"/>
            <p:cNvSpPr/>
            <p:nvPr/>
          </p:nvSpPr>
          <p:spPr>
            <a:xfrm>
              <a:off x="3117093" y="2917146"/>
              <a:ext cx="191124" cy="331764"/>
            </a:xfrm>
            <a:custGeom>
              <a:avLst/>
              <a:gdLst/>
              <a:ahLst/>
              <a:cxnLst/>
              <a:rect l="l" t="t" r="r" b="b"/>
              <a:pathLst>
                <a:path w="7299" h="12670" extrusionOk="0">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6" name="Google Shape;16666;p138"/>
            <p:cNvSpPr/>
            <p:nvPr/>
          </p:nvSpPr>
          <p:spPr>
            <a:xfrm>
              <a:off x="3232019" y="2917146"/>
              <a:ext cx="76198" cy="118670"/>
            </a:xfrm>
            <a:custGeom>
              <a:avLst/>
              <a:gdLst/>
              <a:ahLst/>
              <a:cxnLst/>
              <a:rect l="l" t="t" r="r" b="b"/>
              <a:pathLst>
                <a:path w="2910" h="4532" extrusionOk="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138"/>
            <p:cNvSpPr/>
            <p:nvPr/>
          </p:nvSpPr>
          <p:spPr>
            <a:xfrm>
              <a:off x="3117093" y="3235398"/>
              <a:ext cx="191124" cy="13511"/>
            </a:xfrm>
            <a:custGeom>
              <a:avLst/>
              <a:gdLst/>
              <a:ahLst/>
              <a:cxnLst/>
              <a:rect l="l" t="t" r="r" b="b"/>
              <a:pathLst>
                <a:path w="7299" h="516" extrusionOk="0">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138"/>
            <p:cNvSpPr/>
            <p:nvPr/>
          </p:nvSpPr>
          <p:spPr>
            <a:xfrm>
              <a:off x="3136575" y="2950872"/>
              <a:ext cx="152161" cy="239069"/>
            </a:xfrm>
            <a:custGeom>
              <a:avLst/>
              <a:gdLst/>
              <a:ahLst/>
              <a:cxnLst/>
              <a:rect l="l" t="t" r="r" b="b"/>
              <a:pathLst>
                <a:path w="5811" h="9130" extrusionOk="0">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9" name="Google Shape;16669;p138"/>
            <p:cNvSpPr/>
            <p:nvPr/>
          </p:nvSpPr>
          <p:spPr>
            <a:xfrm>
              <a:off x="3232019" y="2950872"/>
              <a:ext cx="56717" cy="80467"/>
            </a:xfrm>
            <a:custGeom>
              <a:avLst/>
              <a:gdLst/>
              <a:ahLst/>
              <a:cxnLst/>
              <a:rect l="l" t="t" r="r" b="b"/>
              <a:pathLst>
                <a:path w="2166" h="3073" extrusionOk="0">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0" name="Google Shape;16670;p138"/>
            <p:cNvSpPr/>
            <p:nvPr/>
          </p:nvSpPr>
          <p:spPr>
            <a:xfrm>
              <a:off x="3136339" y="2951108"/>
              <a:ext cx="152397" cy="239095"/>
            </a:xfrm>
            <a:custGeom>
              <a:avLst/>
              <a:gdLst/>
              <a:ahLst/>
              <a:cxnLst/>
              <a:rect l="l" t="t" r="r" b="b"/>
              <a:pathLst>
                <a:path w="5820" h="9131" extrusionOk="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138"/>
            <p:cNvSpPr/>
            <p:nvPr/>
          </p:nvSpPr>
          <p:spPr>
            <a:xfrm>
              <a:off x="3190778" y="2927882"/>
              <a:ext cx="43755" cy="11024"/>
            </a:xfrm>
            <a:custGeom>
              <a:avLst/>
              <a:gdLst/>
              <a:ahLst/>
              <a:cxnLst/>
              <a:rect l="l" t="t" r="r" b="b"/>
              <a:pathLst>
                <a:path w="1671" h="421" extrusionOk="0">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138"/>
            <p:cNvSpPr/>
            <p:nvPr/>
          </p:nvSpPr>
          <p:spPr>
            <a:xfrm>
              <a:off x="3164802" y="3041289"/>
              <a:ext cx="95706" cy="22519"/>
            </a:xfrm>
            <a:custGeom>
              <a:avLst/>
              <a:gdLst/>
              <a:ahLst/>
              <a:cxnLst/>
              <a:rect l="l" t="t" r="r" b="b"/>
              <a:pathLst>
                <a:path w="3655" h="860" extrusionOk="0">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138"/>
            <p:cNvSpPr/>
            <p:nvPr/>
          </p:nvSpPr>
          <p:spPr>
            <a:xfrm>
              <a:off x="3157313" y="3083263"/>
              <a:ext cx="110448" cy="11024"/>
            </a:xfrm>
            <a:custGeom>
              <a:avLst/>
              <a:gdLst/>
              <a:ahLst/>
              <a:cxnLst/>
              <a:rect l="l" t="t" r="r" b="b"/>
              <a:pathLst>
                <a:path w="4218" h="421" extrusionOk="0">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138"/>
            <p:cNvSpPr/>
            <p:nvPr/>
          </p:nvSpPr>
          <p:spPr>
            <a:xfrm>
              <a:off x="3157313" y="3109998"/>
              <a:ext cx="110448" cy="11260"/>
            </a:xfrm>
            <a:custGeom>
              <a:avLst/>
              <a:gdLst/>
              <a:ahLst/>
              <a:cxnLst/>
              <a:rect l="l" t="t" r="r" b="b"/>
              <a:pathLst>
                <a:path w="4218" h="430" extrusionOk="0">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138"/>
            <p:cNvSpPr/>
            <p:nvPr/>
          </p:nvSpPr>
          <p:spPr>
            <a:xfrm>
              <a:off x="3200283" y="3203662"/>
              <a:ext cx="24745" cy="24771"/>
            </a:xfrm>
            <a:custGeom>
              <a:avLst/>
              <a:gdLst/>
              <a:ahLst/>
              <a:cxnLst/>
              <a:rect l="l" t="t" r="r" b="b"/>
              <a:pathLst>
                <a:path w="945" h="946" extrusionOk="0">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138"/>
            <p:cNvSpPr/>
            <p:nvPr/>
          </p:nvSpPr>
          <p:spPr>
            <a:xfrm>
              <a:off x="3249249" y="2881927"/>
              <a:ext cx="136660" cy="136660"/>
            </a:xfrm>
            <a:custGeom>
              <a:avLst/>
              <a:gdLst/>
              <a:ahLst/>
              <a:cxnLst/>
              <a:rect l="l" t="t" r="r" b="b"/>
              <a:pathLst>
                <a:path w="5219" h="5219" extrusionOk="0">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138"/>
            <p:cNvSpPr/>
            <p:nvPr/>
          </p:nvSpPr>
          <p:spPr>
            <a:xfrm>
              <a:off x="3301959" y="2928641"/>
              <a:ext cx="21995" cy="56219"/>
            </a:xfrm>
            <a:custGeom>
              <a:avLst/>
              <a:gdLst/>
              <a:ahLst/>
              <a:cxnLst/>
              <a:rect l="l" t="t" r="r" b="b"/>
              <a:pathLst>
                <a:path w="840" h="2147" extrusionOk="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8" name="Google Shape;16678;p138"/>
            <p:cNvSpPr/>
            <p:nvPr/>
          </p:nvSpPr>
          <p:spPr>
            <a:xfrm>
              <a:off x="3301462" y="2976088"/>
              <a:ext cx="33988" cy="11286"/>
            </a:xfrm>
            <a:custGeom>
              <a:avLst/>
              <a:gdLst/>
              <a:ahLst/>
              <a:cxnLst/>
              <a:rect l="l" t="t" r="r" b="b"/>
              <a:pathLst>
                <a:path w="1298" h="431" extrusionOk="0">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9" name="Google Shape;16679;p138"/>
            <p:cNvSpPr/>
            <p:nvPr/>
          </p:nvSpPr>
          <p:spPr>
            <a:xfrm>
              <a:off x="3304709" y="2910704"/>
              <a:ext cx="19246" cy="16706"/>
            </a:xfrm>
            <a:custGeom>
              <a:avLst/>
              <a:gdLst/>
              <a:ahLst/>
              <a:cxnLst/>
              <a:rect l="l" t="t" r="r" b="b"/>
              <a:pathLst>
                <a:path w="735" h="638" extrusionOk="0">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0" name="Google Shape;16680;p138"/>
          <p:cNvGrpSpPr/>
          <p:nvPr/>
        </p:nvGrpSpPr>
        <p:grpSpPr>
          <a:xfrm>
            <a:off x="3534508" y="1508000"/>
            <a:ext cx="368502" cy="343521"/>
            <a:chOff x="3534508" y="1508000"/>
            <a:chExt cx="368502" cy="343521"/>
          </a:xfrm>
        </p:grpSpPr>
        <p:sp>
          <p:nvSpPr>
            <p:cNvPr id="16681" name="Google Shape;16681;p138"/>
            <p:cNvSpPr/>
            <p:nvPr/>
          </p:nvSpPr>
          <p:spPr>
            <a:xfrm>
              <a:off x="3591984" y="1754322"/>
              <a:ext cx="45719" cy="45719"/>
            </a:xfrm>
            <a:custGeom>
              <a:avLst/>
              <a:gdLst/>
              <a:ahLst/>
              <a:cxnLst/>
              <a:rect l="l" t="t" r="r" b="b"/>
              <a:pathLst>
                <a:path w="1746" h="1746" extrusionOk="0">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138"/>
            <p:cNvSpPr/>
            <p:nvPr/>
          </p:nvSpPr>
          <p:spPr>
            <a:xfrm>
              <a:off x="3742600" y="1633897"/>
              <a:ext cx="106940" cy="91805"/>
            </a:xfrm>
            <a:custGeom>
              <a:avLst/>
              <a:gdLst/>
              <a:ahLst/>
              <a:cxnLst/>
              <a:rect l="l" t="t" r="r" b="b"/>
              <a:pathLst>
                <a:path w="4084" h="3506" extrusionOk="0">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138"/>
            <p:cNvSpPr/>
            <p:nvPr/>
          </p:nvSpPr>
          <p:spPr>
            <a:xfrm>
              <a:off x="3753336" y="1671132"/>
              <a:ext cx="100969" cy="54465"/>
            </a:xfrm>
            <a:custGeom>
              <a:avLst/>
              <a:gdLst/>
              <a:ahLst/>
              <a:cxnLst/>
              <a:rect l="l" t="t" r="r" b="b"/>
              <a:pathLst>
                <a:path w="3856" h="2080" extrusionOk="0">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138"/>
            <p:cNvSpPr/>
            <p:nvPr/>
          </p:nvSpPr>
          <p:spPr>
            <a:xfrm>
              <a:off x="3620447" y="1530990"/>
              <a:ext cx="154649" cy="297645"/>
            </a:xfrm>
            <a:custGeom>
              <a:avLst/>
              <a:gdLst/>
              <a:ahLst/>
              <a:cxnLst/>
              <a:rect l="l" t="t" r="r" b="b"/>
              <a:pathLst>
                <a:path w="5906" h="11367" extrusionOk="0">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5" name="Google Shape;16685;p138"/>
            <p:cNvSpPr/>
            <p:nvPr/>
          </p:nvSpPr>
          <p:spPr>
            <a:xfrm>
              <a:off x="3620447" y="1708603"/>
              <a:ext cx="154649" cy="120032"/>
            </a:xfrm>
            <a:custGeom>
              <a:avLst/>
              <a:gdLst/>
              <a:ahLst/>
              <a:cxnLst/>
              <a:rect l="l" t="t" r="r" b="b"/>
              <a:pathLst>
                <a:path w="5906" h="4584" extrusionOk="0">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6" name="Google Shape;16686;p138"/>
            <p:cNvSpPr/>
            <p:nvPr/>
          </p:nvSpPr>
          <p:spPr>
            <a:xfrm>
              <a:off x="3763601" y="1508000"/>
              <a:ext cx="45981" cy="343521"/>
            </a:xfrm>
            <a:custGeom>
              <a:avLst/>
              <a:gdLst/>
              <a:ahLst/>
              <a:cxnLst/>
              <a:rect l="l" t="t" r="r" b="b"/>
              <a:pathLst>
                <a:path w="1756" h="13119" extrusionOk="0">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138"/>
            <p:cNvSpPr/>
            <p:nvPr/>
          </p:nvSpPr>
          <p:spPr>
            <a:xfrm>
              <a:off x="3763601" y="1823005"/>
              <a:ext cx="45981" cy="28515"/>
            </a:xfrm>
            <a:custGeom>
              <a:avLst/>
              <a:gdLst/>
              <a:ahLst/>
              <a:cxnLst/>
              <a:rect l="l" t="t" r="r" b="b"/>
              <a:pathLst>
                <a:path w="1756" h="1089" extrusionOk="0">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138"/>
            <p:cNvSpPr/>
            <p:nvPr/>
          </p:nvSpPr>
          <p:spPr>
            <a:xfrm>
              <a:off x="3534508" y="1628399"/>
              <a:ext cx="46007" cy="102959"/>
            </a:xfrm>
            <a:custGeom>
              <a:avLst/>
              <a:gdLst/>
              <a:ahLst/>
              <a:cxnLst/>
              <a:rect l="l" t="t" r="r" b="b"/>
              <a:pathLst>
                <a:path w="1757" h="3932" extrusionOk="0">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138"/>
            <p:cNvSpPr/>
            <p:nvPr/>
          </p:nvSpPr>
          <p:spPr>
            <a:xfrm>
              <a:off x="3534508" y="1633400"/>
              <a:ext cx="46007" cy="97958"/>
            </a:xfrm>
            <a:custGeom>
              <a:avLst/>
              <a:gdLst/>
              <a:ahLst/>
              <a:cxnLst/>
              <a:rect l="l" t="t" r="r" b="b"/>
              <a:pathLst>
                <a:path w="1757" h="3741" extrusionOk="0">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138"/>
            <p:cNvSpPr/>
            <p:nvPr/>
          </p:nvSpPr>
          <p:spPr>
            <a:xfrm>
              <a:off x="3574728" y="1628163"/>
              <a:ext cx="57240" cy="103195"/>
            </a:xfrm>
            <a:custGeom>
              <a:avLst/>
              <a:gdLst/>
              <a:ahLst/>
              <a:cxnLst/>
              <a:rect l="l" t="t" r="r" b="b"/>
              <a:pathLst>
                <a:path w="2186" h="3941" extrusionOk="0">
                  <a:moveTo>
                    <a:pt x="1" y="0"/>
                  </a:moveTo>
                  <a:lnTo>
                    <a:pt x="1" y="3940"/>
                  </a:lnTo>
                  <a:lnTo>
                    <a:pt x="2186" y="3940"/>
                  </a:lnTo>
                  <a:lnTo>
                    <a:pt x="2186" y="0"/>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138"/>
            <p:cNvSpPr/>
            <p:nvPr/>
          </p:nvSpPr>
          <p:spPr>
            <a:xfrm>
              <a:off x="3574728" y="1714102"/>
              <a:ext cx="57240" cy="17256"/>
            </a:xfrm>
            <a:custGeom>
              <a:avLst/>
              <a:gdLst/>
              <a:ahLst/>
              <a:cxnLst/>
              <a:rect l="l" t="t" r="r" b="b"/>
              <a:pathLst>
                <a:path w="2186" h="659" extrusionOk="0">
                  <a:moveTo>
                    <a:pt x="1" y="0"/>
                  </a:moveTo>
                  <a:lnTo>
                    <a:pt x="1" y="658"/>
                  </a:lnTo>
                  <a:lnTo>
                    <a:pt x="2186" y="658"/>
                  </a:lnTo>
                  <a:lnTo>
                    <a:pt x="2186"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138"/>
            <p:cNvSpPr/>
            <p:nvPr/>
          </p:nvSpPr>
          <p:spPr>
            <a:xfrm>
              <a:off x="3574728" y="1731332"/>
              <a:ext cx="57240" cy="91700"/>
            </a:xfrm>
            <a:custGeom>
              <a:avLst/>
              <a:gdLst/>
              <a:ahLst/>
              <a:cxnLst/>
              <a:rect l="l" t="t" r="r" b="b"/>
              <a:pathLst>
                <a:path w="2186" h="3502" extrusionOk="0">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138"/>
            <p:cNvSpPr/>
            <p:nvPr/>
          </p:nvSpPr>
          <p:spPr>
            <a:xfrm>
              <a:off x="3870514" y="1674118"/>
              <a:ext cx="32496" cy="11521"/>
            </a:xfrm>
            <a:custGeom>
              <a:avLst/>
              <a:gdLst/>
              <a:ahLst/>
              <a:cxnLst/>
              <a:rect l="l" t="t" r="r" b="b"/>
              <a:pathLst>
                <a:path w="1241" h="440" extrusionOk="0">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138"/>
            <p:cNvSpPr/>
            <p:nvPr/>
          </p:nvSpPr>
          <p:spPr>
            <a:xfrm>
              <a:off x="3848781" y="1609493"/>
              <a:ext cx="27232" cy="23436"/>
            </a:xfrm>
            <a:custGeom>
              <a:avLst/>
              <a:gdLst/>
              <a:ahLst/>
              <a:cxnLst/>
              <a:rect l="l" t="t" r="r" b="b"/>
              <a:pathLst>
                <a:path w="1040" h="895" extrusionOk="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138"/>
            <p:cNvSpPr/>
            <p:nvPr/>
          </p:nvSpPr>
          <p:spPr>
            <a:xfrm>
              <a:off x="3848231" y="1726618"/>
              <a:ext cx="27808" cy="23724"/>
            </a:xfrm>
            <a:custGeom>
              <a:avLst/>
              <a:gdLst/>
              <a:ahLst/>
              <a:cxnLst/>
              <a:rect l="l" t="t" r="r" b="b"/>
              <a:pathLst>
                <a:path w="1062" h="906" extrusionOk="0">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96" name="Google Shape;16696;p138"/>
          <p:cNvGrpSpPr/>
          <p:nvPr/>
        </p:nvGrpSpPr>
        <p:grpSpPr>
          <a:xfrm>
            <a:off x="7147436" y="1502999"/>
            <a:ext cx="279054" cy="354754"/>
            <a:chOff x="7147436" y="1502999"/>
            <a:chExt cx="279054" cy="354754"/>
          </a:xfrm>
        </p:grpSpPr>
        <p:sp>
          <p:nvSpPr>
            <p:cNvPr id="16697" name="Google Shape;16697;p138"/>
            <p:cNvSpPr/>
            <p:nvPr/>
          </p:nvSpPr>
          <p:spPr>
            <a:xfrm>
              <a:off x="7147436" y="1745576"/>
              <a:ext cx="279054" cy="112177"/>
            </a:xfrm>
            <a:custGeom>
              <a:avLst/>
              <a:gdLst/>
              <a:ahLst/>
              <a:cxnLst/>
              <a:rect l="l" t="t" r="r" b="b"/>
              <a:pathLst>
                <a:path w="10657" h="4284" extrusionOk="0">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8" name="Google Shape;16698;p138"/>
            <p:cNvSpPr/>
            <p:nvPr/>
          </p:nvSpPr>
          <p:spPr>
            <a:xfrm>
              <a:off x="7187892" y="1694856"/>
              <a:ext cx="197618" cy="104688"/>
            </a:xfrm>
            <a:custGeom>
              <a:avLst/>
              <a:gdLst/>
              <a:ahLst/>
              <a:cxnLst/>
              <a:rect l="l" t="t" r="r" b="b"/>
              <a:pathLst>
                <a:path w="7547" h="3998" extrusionOk="0">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9" name="Google Shape;16699;p138"/>
            <p:cNvSpPr/>
            <p:nvPr/>
          </p:nvSpPr>
          <p:spPr>
            <a:xfrm>
              <a:off x="7206876" y="1712348"/>
              <a:ext cx="159912" cy="66274"/>
            </a:xfrm>
            <a:custGeom>
              <a:avLst/>
              <a:gdLst/>
              <a:ahLst/>
              <a:cxnLst/>
              <a:rect l="l" t="t" r="r" b="b"/>
              <a:pathLst>
                <a:path w="6107" h="2531" extrusionOk="0">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138"/>
            <p:cNvSpPr/>
            <p:nvPr/>
          </p:nvSpPr>
          <p:spPr>
            <a:xfrm>
              <a:off x="7232118" y="1700852"/>
              <a:ext cx="109689" cy="77769"/>
            </a:xfrm>
            <a:custGeom>
              <a:avLst/>
              <a:gdLst/>
              <a:ahLst/>
              <a:cxnLst/>
              <a:rect l="l" t="t" r="r" b="b"/>
              <a:pathLst>
                <a:path w="4189" h="2970" extrusionOk="0">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138"/>
            <p:cNvSpPr/>
            <p:nvPr/>
          </p:nvSpPr>
          <p:spPr>
            <a:xfrm>
              <a:off x="7246101" y="1700852"/>
              <a:ext cx="81462" cy="23121"/>
            </a:xfrm>
            <a:custGeom>
              <a:avLst/>
              <a:gdLst/>
              <a:ahLst/>
              <a:cxnLst/>
              <a:rect l="l" t="t" r="r" b="b"/>
              <a:pathLst>
                <a:path w="3111" h="883" extrusionOk="0">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138"/>
            <p:cNvSpPr/>
            <p:nvPr/>
          </p:nvSpPr>
          <p:spPr>
            <a:xfrm>
              <a:off x="7189149" y="1543716"/>
              <a:ext cx="190627" cy="168658"/>
            </a:xfrm>
            <a:custGeom>
              <a:avLst/>
              <a:gdLst/>
              <a:ahLst/>
              <a:cxnLst/>
              <a:rect l="l" t="t" r="r" b="b"/>
              <a:pathLst>
                <a:path w="7280" h="6441" extrusionOk="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138"/>
            <p:cNvSpPr/>
            <p:nvPr/>
          </p:nvSpPr>
          <p:spPr>
            <a:xfrm>
              <a:off x="7192893" y="1549713"/>
              <a:ext cx="146400" cy="162635"/>
            </a:xfrm>
            <a:custGeom>
              <a:avLst/>
              <a:gdLst/>
              <a:ahLst/>
              <a:cxnLst/>
              <a:rect l="l" t="t" r="r" b="b"/>
              <a:pathLst>
                <a:path w="5591" h="6211" extrusionOk="0">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138"/>
            <p:cNvSpPr/>
            <p:nvPr/>
          </p:nvSpPr>
          <p:spPr>
            <a:xfrm>
              <a:off x="7246101" y="1613604"/>
              <a:ext cx="11757" cy="17334"/>
            </a:xfrm>
            <a:custGeom>
              <a:avLst/>
              <a:gdLst/>
              <a:ahLst/>
              <a:cxnLst/>
              <a:rect l="l" t="t" r="r" b="b"/>
              <a:pathLst>
                <a:path w="449" h="662" extrusionOk="0">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138"/>
            <p:cNvSpPr/>
            <p:nvPr/>
          </p:nvSpPr>
          <p:spPr>
            <a:xfrm>
              <a:off x="7316041" y="1613604"/>
              <a:ext cx="11521" cy="17334"/>
            </a:xfrm>
            <a:custGeom>
              <a:avLst/>
              <a:gdLst/>
              <a:ahLst/>
              <a:cxnLst/>
              <a:rect l="l" t="t" r="r" b="b"/>
              <a:pathLst>
                <a:path w="440" h="662" extrusionOk="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6" name="Google Shape;16706;p138"/>
            <p:cNvSpPr/>
            <p:nvPr/>
          </p:nvSpPr>
          <p:spPr>
            <a:xfrm>
              <a:off x="7238115" y="1593834"/>
              <a:ext cx="28097" cy="13878"/>
            </a:xfrm>
            <a:custGeom>
              <a:avLst/>
              <a:gdLst/>
              <a:ahLst/>
              <a:cxnLst/>
              <a:rect l="l" t="t" r="r" b="b"/>
              <a:pathLst>
                <a:path w="1073" h="530" extrusionOk="0">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7" name="Google Shape;16707;p138"/>
            <p:cNvSpPr/>
            <p:nvPr/>
          </p:nvSpPr>
          <p:spPr>
            <a:xfrm>
              <a:off x="7307767" y="1594044"/>
              <a:ext cx="27782" cy="13904"/>
            </a:xfrm>
            <a:custGeom>
              <a:avLst/>
              <a:gdLst/>
              <a:ahLst/>
              <a:cxnLst/>
              <a:rect l="l" t="t" r="r" b="b"/>
              <a:pathLst>
                <a:path w="1061" h="531" extrusionOk="0">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138"/>
            <p:cNvSpPr/>
            <p:nvPr/>
          </p:nvSpPr>
          <p:spPr>
            <a:xfrm>
              <a:off x="7211380" y="1502999"/>
              <a:ext cx="174392" cy="52501"/>
            </a:xfrm>
            <a:custGeom>
              <a:avLst/>
              <a:gdLst/>
              <a:ahLst/>
              <a:cxnLst/>
              <a:rect l="l" t="t" r="r" b="b"/>
              <a:pathLst>
                <a:path w="6660" h="2005" extrusionOk="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138"/>
            <p:cNvSpPr/>
            <p:nvPr/>
          </p:nvSpPr>
          <p:spPr>
            <a:xfrm>
              <a:off x="7257832" y="1502999"/>
              <a:ext cx="127940" cy="40744"/>
            </a:xfrm>
            <a:custGeom>
              <a:avLst/>
              <a:gdLst/>
              <a:ahLst/>
              <a:cxnLst/>
              <a:rect l="l" t="t" r="r" b="b"/>
              <a:pathLst>
                <a:path w="4886" h="1556" extrusionOk="0">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138"/>
            <p:cNvSpPr/>
            <p:nvPr/>
          </p:nvSpPr>
          <p:spPr>
            <a:xfrm>
              <a:off x="7252097" y="1782262"/>
              <a:ext cx="11521" cy="75491"/>
            </a:xfrm>
            <a:custGeom>
              <a:avLst/>
              <a:gdLst/>
              <a:ahLst/>
              <a:cxnLst/>
              <a:rect l="l" t="t" r="r" b="b"/>
              <a:pathLst>
                <a:path w="440" h="2883" extrusionOk="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138"/>
            <p:cNvSpPr/>
            <p:nvPr/>
          </p:nvSpPr>
          <p:spPr>
            <a:xfrm>
              <a:off x="7310045" y="1782262"/>
              <a:ext cx="11783" cy="75491"/>
            </a:xfrm>
            <a:custGeom>
              <a:avLst/>
              <a:gdLst/>
              <a:ahLst/>
              <a:cxnLst/>
              <a:rect l="l" t="t" r="r" b="b"/>
              <a:pathLst>
                <a:path w="450" h="2883" extrusionOk="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2" name="Google Shape;16712;p138"/>
            <p:cNvSpPr/>
            <p:nvPr/>
          </p:nvSpPr>
          <p:spPr>
            <a:xfrm>
              <a:off x="7260896" y="1654112"/>
              <a:ext cx="51872" cy="17570"/>
            </a:xfrm>
            <a:custGeom>
              <a:avLst/>
              <a:gdLst/>
              <a:ahLst/>
              <a:cxnLst/>
              <a:rect l="l" t="t" r="r" b="b"/>
              <a:pathLst>
                <a:path w="1981" h="671" extrusionOk="0">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3" name="Google Shape;16713;p138"/>
          <p:cNvGrpSpPr/>
          <p:nvPr/>
        </p:nvGrpSpPr>
        <p:grpSpPr>
          <a:xfrm>
            <a:off x="7603081" y="1973072"/>
            <a:ext cx="276802" cy="354807"/>
            <a:chOff x="7603081" y="1973072"/>
            <a:chExt cx="276802" cy="354807"/>
          </a:xfrm>
        </p:grpSpPr>
        <p:sp>
          <p:nvSpPr>
            <p:cNvPr id="16714" name="Google Shape;16714;p138"/>
            <p:cNvSpPr/>
            <p:nvPr/>
          </p:nvSpPr>
          <p:spPr>
            <a:xfrm>
              <a:off x="7603081" y="2189465"/>
              <a:ext cx="276802" cy="138414"/>
            </a:xfrm>
            <a:custGeom>
              <a:avLst/>
              <a:gdLst/>
              <a:ahLst/>
              <a:cxnLst/>
              <a:rect l="l" t="t" r="r" b="b"/>
              <a:pathLst>
                <a:path w="10571" h="5286" extrusionOk="0">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5" name="Google Shape;16715;p138"/>
            <p:cNvSpPr/>
            <p:nvPr/>
          </p:nvSpPr>
          <p:spPr>
            <a:xfrm>
              <a:off x="7666527" y="2189465"/>
              <a:ext cx="149909" cy="92197"/>
            </a:xfrm>
            <a:custGeom>
              <a:avLst/>
              <a:gdLst/>
              <a:ahLst/>
              <a:cxnLst/>
              <a:rect l="l" t="t" r="r" b="b"/>
              <a:pathLst>
                <a:path w="5725" h="3521" extrusionOk="0">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6" name="Google Shape;16716;p138"/>
            <p:cNvSpPr/>
            <p:nvPr/>
          </p:nvSpPr>
          <p:spPr>
            <a:xfrm>
              <a:off x="7679751" y="2189465"/>
              <a:ext cx="123698" cy="34564"/>
            </a:xfrm>
            <a:custGeom>
              <a:avLst/>
              <a:gdLst/>
              <a:ahLst/>
              <a:cxnLst/>
              <a:rect l="l" t="t" r="r" b="b"/>
              <a:pathLst>
                <a:path w="4724" h="1320" extrusionOk="0">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138"/>
            <p:cNvSpPr/>
            <p:nvPr/>
          </p:nvSpPr>
          <p:spPr>
            <a:xfrm>
              <a:off x="7644532" y="2033585"/>
              <a:ext cx="189370" cy="155408"/>
            </a:xfrm>
            <a:custGeom>
              <a:avLst/>
              <a:gdLst/>
              <a:ahLst/>
              <a:cxnLst/>
              <a:rect l="l" t="t" r="r" b="b"/>
              <a:pathLst>
                <a:path w="7232" h="5935" extrusionOk="0">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138"/>
            <p:cNvSpPr/>
            <p:nvPr/>
          </p:nvSpPr>
          <p:spPr>
            <a:xfrm>
              <a:off x="7701249" y="2092292"/>
              <a:ext cx="11521" cy="17020"/>
            </a:xfrm>
            <a:custGeom>
              <a:avLst/>
              <a:gdLst/>
              <a:ahLst/>
              <a:cxnLst/>
              <a:rect l="l" t="t" r="r" b="b"/>
              <a:pathLst>
                <a:path w="440" h="650" extrusionOk="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9" name="Google Shape;16719;p138"/>
            <p:cNvSpPr/>
            <p:nvPr/>
          </p:nvSpPr>
          <p:spPr>
            <a:xfrm>
              <a:off x="7770429" y="2092292"/>
              <a:ext cx="11521" cy="17020"/>
            </a:xfrm>
            <a:custGeom>
              <a:avLst/>
              <a:gdLst/>
              <a:ahLst/>
              <a:cxnLst/>
              <a:rect l="l" t="t" r="r" b="b"/>
              <a:pathLst>
                <a:path w="440" h="650" extrusionOk="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0" name="Google Shape;16720;p138"/>
            <p:cNvSpPr/>
            <p:nvPr/>
          </p:nvSpPr>
          <p:spPr>
            <a:xfrm>
              <a:off x="7693995" y="2074067"/>
              <a:ext cx="25766" cy="11495"/>
            </a:xfrm>
            <a:custGeom>
              <a:avLst/>
              <a:gdLst/>
              <a:ahLst/>
              <a:cxnLst/>
              <a:rect l="l" t="t" r="r" b="b"/>
              <a:pathLst>
                <a:path w="984" h="439" extrusionOk="0">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138"/>
            <p:cNvSpPr/>
            <p:nvPr/>
          </p:nvSpPr>
          <p:spPr>
            <a:xfrm>
              <a:off x="7763202" y="2074067"/>
              <a:ext cx="25740" cy="11495"/>
            </a:xfrm>
            <a:custGeom>
              <a:avLst/>
              <a:gdLst/>
              <a:ahLst/>
              <a:cxnLst/>
              <a:rect l="l" t="t" r="r" b="b"/>
              <a:pathLst>
                <a:path w="983" h="439" extrusionOk="0">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138"/>
            <p:cNvSpPr/>
            <p:nvPr/>
          </p:nvSpPr>
          <p:spPr>
            <a:xfrm>
              <a:off x="7647281" y="2033585"/>
              <a:ext cx="140430" cy="155879"/>
            </a:xfrm>
            <a:custGeom>
              <a:avLst/>
              <a:gdLst/>
              <a:ahLst/>
              <a:cxnLst/>
              <a:rect l="l" t="t" r="r" b="b"/>
              <a:pathLst>
                <a:path w="5363" h="5953" extrusionOk="0">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3" name="Google Shape;16723;p138"/>
            <p:cNvSpPr/>
            <p:nvPr/>
          </p:nvSpPr>
          <p:spPr>
            <a:xfrm>
              <a:off x="7652518" y="1983127"/>
              <a:ext cx="106206" cy="108694"/>
            </a:xfrm>
            <a:custGeom>
              <a:avLst/>
              <a:gdLst/>
              <a:ahLst/>
              <a:cxnLst/>
              <a:rect l="l" t="t" r="r" b="b"/>
              <a:pathLst>
                <a:path w="4056" h="4151" extrusionOk="0">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4" name="Google Shape;16724;p138"/>
            <p:cNvSpPr/>
            <p:nvPr/>
          </p:nvSpPr>
          <p:spPr>
            <a:xfrm>
              <a:off x="7678023" y="2126018"/>
              <a:ext cx="126919" cy="86463"/>
            </a:xfrm>
            <a:custGeom>
              <a:avLst/>
              <a:gdLst/>
              <a:ahLst/>
              <a:cxnLst/>
              <a:rect l="l" t="t" r="r" b="b"/>
              <a:pathLst>
                <a:path w="4847" h="3302" extrusionOk="0">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138"/>
            <p:cNvSpPr/>
            <p:nvPr/>
          </p:nvSpPr>
          <p:spPr>
            <a:xfrm>
              <a:off x="7715493" y="2142881"/>
              <a:ext cx="51165" cy="17701"/>
            </a:xfrm>
            <a:custGeom>
              <a:avLst/>
              <a:gdLst/>
              <a:ahLst/>
              <a:cxnLst/>
              <a:rect l="l" t="t" r="r" b="b"/>
              <a:pathLst>
                <a:path w="1954" h="676" extrusionOk="0">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138"/>
            <p:cNvSpPr/>
            <p:nvPr/>
          </p:nvSpPr>
          <p:spPr>
            <a:xfrm>
              <a:off x="7678023" y="2126018"/>
              <a:ext cx="78215" cy="86463"/>
            </a:xfrm>
            <a:custGeom>
              <a:avLst/>
              <a:gdLst/>
              <a:ahLst/>
              <a:cxnLst/>
              <a:rect l="l" t="t" r="r" b="b"/>
              <a:pathLst>
                <a:path w="2987" h="3302" extrusionOk="0">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138"/>
            <p:cNvSpPr/>
            <p:nvPr/>
          </p:nvSpPr>
          <p:spPr>
            <a:xfrm>
              <a:off x="7666030" y="1973072"/>
              <a:ext cx="164625" cy="118749"/>
            </a:xfrm>
            <a:custGeom>
              <a:avLst/>
              <a:gdLst/>
              <a:ahLst/>
              <a:cxnLst/>
              <a:rect l="l" t="t" r="r" b="b"/>
              <a:pathLst>
                <a:path w="6287" h="4535" extrusionOk="0">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8" name="Google Shape;16728;p138"/>
          <p:cNvGrpSpPr/>
          <p:nvPr/>
        </p:nvGrpSpPr>
        <p:grpSpPr>
          <a:xfrm>
            <a:off x="6696792" y="1502999"/>
            <a:ext cx="276802" cy="354754"/>
            <a:chOff x="6696792" y="1502999"/>
            <a:chExt cx="276802" cy="354754"/>
          </a:xfrm>
        </p:grpSpPr>
        <p:sp>
          <p:nvSpPr>
            <p:cNvPr id="16729" name="Google Shape;16729;p138"/>
            <p:cNvSpPr/>
            <p:nvPr/>
          </p:nvSpPr>
          <p:spPr>
            <a:xfrm>
              <a:off x="6696792" y="1702345"/>
              <a:ext cx="276540" cy="155408"/>
            </a:xfrm>
            <a:custGeom>
              <a:avLst/>
              <a:gdLst/>
              <a:ahLst/>
              <a:cxnLst/>
              <a:rect l="l" t="t" r="r" b="b"/>
              <a:pathLst>
                <a:path w="10561" h="5935" extrusionOk="0">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0" name="Google Shape;16730;p138"/>
            <p:cNvSpPr/>
            <p:nvPr/>
          </p:nvSpPr>
          <p:spPr>
            <a:xfrm>
              <a:off x="6697028" y="1747069"/>
              <a:ext cx="276566" cy="110684"/>
            </a:xfrm>
            <a:custGeom>
              <a:avLst/>
              <a:gdLst/>
              <a:ahLst/>
              <a:cxnLst/>
              <a:rect l="l" t="t" r="r" b="b"/>
              <a:pathLst>
                <a:path w="10562" h="4227" extrusionOk="0">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1" name="Google Shape;16731;p138"/>
            <p:cNvSpPr/>
            <p:nvPr/>
          </p:nvSpPr>
          <p:spPr>
            <a:xfrm>
              <a:off x="6794960" y="1708106"/>
              <a:ext cx="80702" cy="22886"/>
            </a:xfrm>
            <a:custGeom>
              <a:avLst/>
              <a:gdLst/>
              <a:ahLst/>
              <a:cxnLst/>
              <a:rect l="l" t="t" r="r" b="b"/>
              <a:pathLst>
                <a:path w="3082" h="874" extrusionOk="0">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138"/>
            <p:cNvSpPr/>
            <p:nvPr/>
          </p:nvSpPr>
          <p:spPr>
            <a:xfrm>
              <a:off x="6738243" y="1592944"/>
              <a:ext cx="189134" cy="124929"/>
            </a:xfrm>
            <a:custGeom>
              <a:avLst/>
              <a:gdLst/>
              <a:ahLst/>
              <a:cxnLst/>
              <a:rect l="l" t="t" r="r" b="b"/>
              <a:pathLst>
                <a:path w="7223" h="4771" extrusionOk="0">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138"/>
            <p:cNvSpPr/>
            <p:nvPr/>
          </p:nvSpPr>
          <p:spPr>
            <a:xfrm>
              <a:off x="6742249" y="1592944"/>
              <a:ext cx="144908" cy="126683"/>
            </a:xfrm>
            <a:custGeom>
              <a:avLst/>
              <a:gdLst/>
              <a:ahLst/>
              <a:cxnLst/>
              <a:rect l="l" t="t" r="r" b="b"/>
              <a:pathLst>
                <a:path w="5534" h="4838" extrusionOk="0">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138"/>
            <p:cNvSpPr/>
            <p:nvPr/>
          </p:nvSpPr>
          <p:spPr>
            <a:xfrm>
              <a:off x="6702291" y="1503129"/>
              <a:ext cx="266066" cy="95575"/>
            </a:xfrm>
            <a:custGeom>
              <a:avLst/>
              <a:gdLst/>
              <a:ahLst/>
              <a:cxnLst/>
              <a:rect l="l" t="t" r="r" b="b"/>
              <a:pathLst>
                <a:path w="10161" h="3650" extrusionOk="0">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138"/>
            <p:cNvSpPr/>
            <p:nvPr/>
          </p:nvSpPr>
          <p:spPr>
            <a:xfrm>
              <a:off x="6787209" y="1621669"/>
              <a:ext cx="26997" cy="11521"/>
            </a:xfrm>
            <a:custGeom>
              <a:avLst/>
              <a:gdLst/>
              <a:ahLst/>
              <a:cxnLst/>
              <a:rect l="l" t="t" r="r" b="b"/>
              <a:pathLst>
                <a:path w="1031" h="440" extrusionOk="0">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138"/>
            <p:cNvSpPr/>
            <p:nvPr/>
          </p:nvSpPr>
          <p:spPr>
            <a:xfrm>
              <a:off x="6856416" y="1621669"/>
              <a:ext cx="26735" cy="11521"/>
            </a:xfrm>
            <a:custGeom>
              <a:avLst/>
              <a:gdLst/>
              <a:ahLst/>
              <a:cxnLst/>
              <a:rect l="l" t="t" r="r" b="b"/>
              <a:pathLst>
                <a:path w="1021" h="440" extrusionOk="0">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138"/>
            <p:cNvSpPr/>
            <p:nvPr/>
          </p:nvSpPr>
          <p:spPr>
            <a:xfrm>
              <a:off x="6702291" y="1502999"/>
              <a:ext cx="136660" cy="95706"/>
            </a:xfrm>
            <a:custGeom>
              <a:avLst/>
              <a:gdLst/>
              <a:ahLst/>
              <a:cxnLst/>
              <a:rect l="l" t="t" r="r" b="b"/>
              <a:pathLst>
                <a:path w="5219" h="3655" extrusionOk="0">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138"/>
            <p:cNvSpPr/>
            <p:nvPr/>
          </p:nvSpPr>
          <p:spPr>
            <a:xfrm>
              <a:off x="6748979" y="1598679"/>
              <a:ext cx="23017" cy="25766"/>
            </a:xfrm>
            <a:custGeom>
              <a:avLst/>
              <a:gdLst/>
              <a:ahLst/>
              <a:cxnLst/>
              <a:rect l="l" t="t" r="r" b="b"/>
              <a:pathLst>
                <a:path w="879" h="984" extrusionOk="0">
                  <a:moveTo>
                    <a:pt x="1" y="1"/>
                  </a:moveTo>
                  <a:lnTo>
                    <a:pt x="1" y="983"/>
                  </a:lnTo>
                  <a:lnTo>
                    <a:pt x="306" y="945"/>
                  </a:lnTo>
                  <a:cubicBezTo>
                    <a:pt x="631" y="907"/>
                    <a:pt x="879" y="630"/>
                    <a:pt x="879" y="296"/>
                  </a:cubicBezTo>
                  <a:lnTo>
                    <a:pt x="879"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138"/>
            <p:cNvSpPr/>
            <p:nvPr/>
          </p:nvSpPr>
          <p:spPr>
            <a:xfrm>
              <a:off x="6898626" y="1598679"/>
              <a:ext cx="23017" cy="25766"/>
            </a:xfrm>
            <a:custGeom>
              <a:avLst/>
              <a:gdLst/>
              <a:ahLst/>
              <a:cxnLst/>
              <a:rect l="l" t="t" r="r" b="b"/>
              <a:pathLst>
                <a:path w="879" h="984" extrusionOk="0">
                  <a:moveTo>
                    <a:pt x="0" y="1"/>
                  </a:moveTo>
                  <a:lnTo>
                    <a:pt x="0" y="296"/>
                  </a:lnTo>
                  <a:cubicBezTo>
                    <a:pt x="0" y="630"/>
                    <a:pt x="248" y="907"/>
                    <a:pt x="573" y="945"/>
                  </a:cubicBezTo>
                  <a:lnTo>
                    <a:pt x="878" y="983"/>
                  </a:lnTo>
                  <a:lnTo>
                    <a:pt x="878"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138"/>
            <p:cNvSpPr/>
            <p:nvPr/>
          </p:nvSpPr>
          <p:spPr>
            <a:xfrm>
              <a:off x="6812189" y="1667624"/>
              <a:ext cx="45981" cy="17256"/>
            </a:xfrm>
            <a:custGeom>
              <a:avLst/>
              <a:gdLst/>
              <a:ahLst/>
              <a:cxnLst/>
              <a:rect l="l" t="t" r="r" b="b"/>
              <a:pathLst>
                <a:path w="1756" h="659" extrusionOk="0">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138"/>
            <p:cNvSpPr/>
            <p:nvPr/>
          </p:nvSpPr>
          <p:spPr>
            <a:xfrm>
              <a:off x="6794960" y="1661889"/>
              <a:ext cx="80702" cy="34617"/>
            </a:xfrm>
            <a:custGeom>
              <a:avLst/>
              <a:gdLst/>
              <a:ahLst/>
              <a:cxnLst/>
              <a:rect l="l" t="t" r="r" b="b"/>
              <a:pathLst>
                <a:path w="3082" h="1322" extrusionOk="0">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138"/>
            <p:cNvSpPr/>
            <p:nvPr/>
          </p:nvSpPr>
          <p:spPr>
            <a:xfrm>
              <a:off x="6823920" y="1702345"/>
              <a:ext cx="22519" cy="46007"/>
            </a:xfrm>
            <a:custGeom>
              <a:avLst/>
              <a:gdLst/>
              <a:ahLst/>
              <a:cxnLst/>
              <a:rect l="l" t="t" r="r" b="b"/>
              <a:pathLst>
                <a:path w="860" h="1757" extrusionOk="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138"/>
            <p:cNvSpPr/>
            <p:nvPr/>
          </p:nvSpPr>
          <p:spPr>
            <a:xfrm>
              <a:off x="6757986" y="1747069"/>
              <a:ext cx="154649" cy="110684"/>
            </a:xfrm>
            <a:custGeom>
              <a:avLst/>
              <a:gdLst/>
              <a:ahLst/>
              <a:cxnLst/>
              <a:rect l="l" t="t" r="r" b="b"/>
              <a:pathLst>
                <a:path w="5906" h="4227" extrusionOk="0">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744" name="Google Shape;16744;p138"/>
          <p:cNvSpPr/>
          <p:nvPr/>
        </p:nvSpPr>
        <p:spPr>
          <a:xfrm>
            <a:off x="6360786" y="1502999"/>
            <a:ext cx="23017" cy="26264"/>
          </a:xfrm>
          <a:custGeom>
            <a:avLst/>
            <a:gdLst/>
            <a:ahLst/>
            <a:cxnLst/>
            <a:rect l="l" t="t" r="r" b="b"/>
            <a:pathLst>
              <a:path w="879" h="1003" extrusionOk="0">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745" name="Google Shape;16745;p138"/>
          <p:cNvGrpSpPr/>
          <p:nvPr/>
        </p:nvGrpSpPr>
        <p:grpSpPr>
          <a:xfrm>
            <a:off x="6223393" y="1502999"/>
            <a:ext cx="320295" cy="354754"/>
            <a:chOff x="6223393" y="1502999"/>
            <a:chExt cx="320295" cy="354754"/>
          </a:xfrm>
        </p:grpSpPr>
        <p:sp>
          <p:nvSpPr>
            <p:cNvPr id="16746" name="Google Shape;16746;p138"/>
            <p:cNvSpPr/>
            <p:nvPr/>
          </p:nvSpPr>
          <p:spPr>
            <a:xfrm>
              <a:off x="6246384" y="1691871"/>
              <a:ext cx="274550" cy="165882"/>
            </a:xfrm>
            <a:custGeom>
              <a:avLst/>
              <a:gdLst/>
              <a:ahLst/>
              <a:cxnLst/>
              <a:rect l="l" t="t" r="r" b="b"/>
              <a:pathLst>
                <a:path w="10485" h="6335" extrusionOk="0">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7" name="Google Shape;16747;p138"/>
            <p:cNvSpPr/>
            <p:nvPr/>
          </p:nvSpPr>
          <p:spPr>
            <a:xfrm>
              <a:off x="6223393" y="1709101"/>
              <a:ext cx="320295" cy="97199"/>
            </a:xfrm>
            <a:custGeom>
              <a:avLst/>
              <a:gdLst/>
              <a:ahLst/>
              <a:cxnLst/>
              <a:rect l="l" t="t" r="r" b="b"/>
              <a:pathLst>
                <a:path w="12232" h="3712" extrusionOk="0">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8" name="Google Shape;16748;p138"/>
            <p:cNvSpPr/>
            <p:nvPr/>
          </p:nvSpPr>
          <p:spPr>
            <a:xfrm>
              <a:off x="6292103" y="1724576"/>
              <a:ext cx="183138" cy="133177"/>
            </a:xfrm>
            <a:custGeom>
              <a:avLst/>
              <a:gdLst/>
              <a:ahLst/>
              <a:cxnLst/>
              <a:rect l="l" t="t" r="r" b="b"/>
              <a:pathLst>
                <a:path w="6994" h="5086" extrusionOk="0">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138"/>
            <p:cNvSpPr/>
            <p:nvPr/>
          </p:nvSpPr>
          <p:spPr>
            <a:xfrm>
              <a:off x="6343556" y="1691871"/>
              <a:ext cx="80205" cy="22886"/>
            </a:xfrm>
            <a:custGeom>
              <a:avLst/>
              <a:gdLst/>
              <a:ahLst/>
              <a:cxnLst/>
              <a:rect l="l" t="t" r="r" b="b"/>
              <a:pathLst>
                <a:path w="3063" h="874" extrusionOk="0">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138"/>
            <p:cNvSpPr/>
            <p:nvPr/>
          </p:nvSpPr>
          <p:spPr>
            <a:xfrm>
              <a:off x="6287363" y="1588938"/>
              <a:ext cx="192355" cy="114428"/>
            </a:xfrm>
            <a:custGeom>
              <a:avLst/>
              <a:gdLst/>
              <a:ahLst/>
              <a:cxnLst/>
              <a:rect l="l" t="t" r="r" b="b"/>
              <a:pathLst>
                <a:path w="7346" h="4370" extrusionOk="0">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138"/>
            <p:cNvSpPr/>
            <p:nvPr/>
          </p:nvSpPr>
          <p:spPr>
            <a:xfrm>
              <a:off x="6289851" y="1588938"/>
              <a:ext cx="156665" cy="114428"/>
            </a:xfrm>
            <a:custGeom>
              <a:avLst/>
              <a:gdLst/>
              <a:ahLst/>
              <a:cxnLst/>
              <a:rect l="l" t="t" r="r" b="b"/>
              <a:pathLst>
                <a:path w="5983" h="4370" extrusionOk="0">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138"/>
            <p:cNvSpPr/>
            <p:nvPr/>
          </p:nvSpPr>
          <p:spPr>
            <a:xfrm>
              <a:off x="6346568" y="1606063"/>
              <a:ext cx="11260" cy="17125"/>
            </a:xfrm>
            <a:custGeom>
              <a:avLst/>
              <a:gdLst/>
              <a:ahLst/>
              <a:cxnLst/>
              <a:rect l="l" t="t" r="r" b="b"/>
              <a:pathLst>
                <a:path w="430" h="654" extrusionOk="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3" name="Google Shape;16753;p138"/>
            <p:cNvSpPr/>
            <p:nvPr/>
          </p:nvSpPr>
          <p:spPr>
            <a:xfrm>
              <a:off x="6409255" y="1606063"/>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4" name="Google Shape;16754;p138"/>
            <p:cNvSpPr/>
            <p:nvPr/>
          </p:nvSpPr>
          <p:spPr>
            <a:xfrm>
              <a:off x="6297837" y="1502999"/>
              <a:ext cx="171905" cy="85965"/>
            </a:xfrm>
            <a:custGeom>
              <a:avLst/>
              <a:gdLst/>
              <a:ahLst/>
              <a:cxnLst/>
              <a:rect l="l" t="t" r="r" b="b"/>
              <a:pathLst>
                <a:path w="6565" h="3283" extrusionOk="0">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138"/>
            <p:cNvSpPr/>
            <p:nvPr/>
          </p:nvSpPr>
          <p:spPr>
            <a:xfrm>
              <a:off x="6360786" y="1502999"/>
              <a:ext cx="45745" cy="85965"/>
            </a:xfrm>
            <a:custGeom>
              <a:avLst/>
              <a:gdLst/>
              <a:ahLst/>
              <a:cxnLst/>
              <a:rect l="l" t="t" r="r" b="b"/>
              <a:pathLst>
                <a:path w="1747" h="3283" extrusionOk="0">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138"/>
            <p:cNvSpPr/>
            <p:nvPr/>
          </p:nvSpPr>
          <p:spPr>
            <a:xfrm>
              <a:off x="6297837" y="1502999"/>
              <a:ext cx="171905" cy="85965"/>
            </a:xfrm>
            <a:custGeom>
              <a:avLst/>
              <a:gdLst/>
              <a:ahLst/>
              <a:cxnLst/>
              <a:rect l="l" t="t" r="r" b="b"/>
              <a:pathLst>
                <a:path w="6565" h="3283" extrusionOk="0">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138"/>
            <p:cNvSpPr/>
            <p:nvPr/>
          </p:nvSpPr>
          <p:spPr>
            <a:xfrm>
              <a:off x="6364531" y="1651886"/>
              <a:ext cx="38021" cy="11521"/>
            </a:xfrm>
            <a:custGeom>
              <a:avLst/>
              <a:gdLst/>
              <a:ahLst/>
              <a:cxnLst/>
              <a:rect l="l" t="t" r="r" b="b"/>
              <a:pathLst>
                <a:path w="1452" h="440" extrusionOk="0">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138"/>
            <p:cNvSpPr/>
            <p:nvPr/>
          </p:nvSpPr>
          <p:spPr>
            <a:xfrm>
              <a:off x="6291658" y="1634343"/>
              <a:ext cx="183819" cy="74523"/>
            </a:xfrm>
            <a:custGeom>
              <a:avLst/>
              <a:gdLst/>
              <a:ahLst/>
              <a:cxnLst/>
              <a:rect l="l" t="t" r="r" b="b"/>
              <a:pathLst>
                <a:path w="7020" h="2846" extrusionOk="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138"/>
            <p:cNvSpPr/>
            <p:nvPr/>
          </p:nvSpPr>
          <p:spPr>
            <a:xfrm>
              <a:off x="6337822" y="1812008"/>
              <a:ext cx="91700" cy="45745"/>
            </a:xfrm>
            <a:custGeom>
              <a:avLst/>
              <a:gdLst/>
              <a:ahLst/>
              <a:cxnLst/>
              <a:rect l="l" t="t" r="r" b="b"/>
              <a:pathLst>
                <a:path w="3502" h="1747" extrusionOk="0">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0" name="Google Shape;16760;p138"/>
            <p:cNvSpPr/>
            <p:nvPr/>
          </p:nvSpPr>
          <p:spPr>
            <a:xfrm>
              <a:off x="6360786" y="1571708"/>
              <a:ext cx="45745" cy="17256"/>
            </a:xfrm>
            <a:custGeom>
              <a:avLst/>
              <a:gdLst/>
              <a:ahLst/>
              <a:cxnLst/>
              <a:rect l="l" t="t" r="r" b="b"/>
              <a:pathLst>
                <a:path w="1747" h="659" extrusionOk="0">
                  <a:moveTo>
                    <a:pt x="1" y="0"/>
                  </a:moveTo>
                  <a:lnTo>
                    <a:pt x="1" y="659"/>
                  </a:lnTo>
                  <a:lnTo>
                    <a:pt x="1747" y="659"/>
                  </a:lnTo>
                  <a:lnTo>
                    <a:pt x="174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1" name="Google Shape;16761;p138"/>
            <p:cNvSpPr/>
            <p:nvPr/>
          </p:nvSpPr>
          <p:spPr>
            <a:xfrm>
              <a:off x="6280608" y="1582941"/>
              <a:ext cx="206128" cy="63237"/>
            </a:xfrm>
            <a:custGeom>
              <a:avLst/>
              <a:gdLst/>
              <a:ahLst/>
              <a:cxnLst/>
              <a:rect l="l" t="t" r="r" b="b"/>
              <a:pathLst>
                <a:path w="7872" h="2415" extrusionOk="0">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2" name="Google Shape;16762;p138"/>
            <p:cNvSpPr/>
            <p:nvPr/>
          </p:nvSpPr>
          <p:spPr>
            <a:xfrm>
              <a:off x="6292103" y="1777548"/>
              <a:ext cx="11521" cy="80205"/>
            </a:xfrm>
            <a:custGeom>
              <a:avLst/>
              <a:gdLst/>
              <a:ahLst/>
              <a:cxnLst/>
              <a:rect l="l" t="t" r="r" b="b"/>
              <a:pathLst>
                <a:path w="440" h="3063" extrusionOk="0">
                  <a:moveTo>
                    <a:pt x="0" y="0"/>
                  </a:moveTo>
                  <a:lnTo>
                    <a:pt x="0" y="3063"/>
                  </a:lnTo>
                  <a:lnTo>
                    <a:pt x="439" y="3063"/>
                  </a:lnTo>
                  <a:lnTo>
                    <a:pt x="439" y="439"/>
                  </a:lnTo>
                  <a:cubicBezTo>
                    <a:pt x="439" y="201"/>
                    <a:pt x="239"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3" name="Google Shape;16763;p138"/>
            <p:cNvSpPr/>
            <p:nvPr/>
          </p:nvSpPr>
          <p:spPr>
            <a:xfrm>
              <a:off x="6274873" y="1777548"/>
              <a:ext cx="17256" cy="28751"/>
            </a:xfrm>
            <a:custGeom>
              <a:avLst/>
              <a:gdLst/>
              <a:ahLst/>
              <a:cxnLst/>
              <a:rect l="l" t="t" r="r" b="b"/>
              <a:pathLst>
                <a:path w="659" h="1098" extrusionOk="0">
                  <a:moveTo>
                    <a:pt x="658" y="0"/>
                  </a:moveTo>
                  <a:cubicBezTo>
                    <a:pt x="296" y="0"/>
                    <a:pt x="0" y="296"/>
                    <a:pt x="0" y="659"/>
                  </a:cubicBezTo>
                  <a:lnTo>
                    <a:pt x="0" y="1097"/>
                  </a:lnTo>
                  <a:lnTo>
                    <a:pt x="658" y="1097"/>
                  </a:lnTo>
                  <a:lnTo>
                    <a:pt x="65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4" name="Google Shape;16764;p138"/>
            <p:cNvSpPr/>
            <p:nvPr/>
          </p:nvSpPr>
          <p:spPr>
            <a:xfrm>
              <a:off x="6246384" y="1806273"/>
              <a:ext cx="45745" cy="51480"/>
            </a:xfrm>
            <a:custGeom>
              <a:avLst/>
              <a:gdLst/>
              <a:ahLst/>
              <a:cxnLst/>
              <a:rect l="l" t="t" r="r" b="b"/>
              <a:pathLst>
                <a:path w="1747" h="1966" extrusionOk="0">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5" name="Google Shape;16765;p138"/>
            <p:cNvSpPr/>
            <p:nvPr/>
          </p:nvSpPr>
          <p:spPr>
            <a:xfrm>
              <a:off x="6463719" y="1777548"/>
              <a:ext cx="11521" cy="80205"/>
            </a:xfrm>
            <a:custGeom>
              <a:avLst/>
              <a:gdLst/>
              <a:ahLst/>
              <a:cxnLst/>
              <a:rect l="l" t="t" r="r" b="b"/>
              <a:pathLst>
                <a:path w="440" h="3063" extrusionOk="0">
                  <a:moveTo>
                    <a:pt x="439" y="0"/>
                  </a:moveTo>
                  <a:cubicBezTo>
                    <a:pt x="191" y="0"/>
                    <a:pt x="0" y="201"/>
                    <a:pt x="0" y="439"/>
                  </a:cubicBezTo>
                  <a:lnTo>
                    <a:pt x="0" y="3063"/>
                  </a:lnTo>
                  <a:lnTo>
                    <a:pt x="439" y="3063"/>
                  </a:lnTo>
                  <a:lnTo>
                    <a:pt x="43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6" name="Google Shape;16766;p138"/>
            <p:cNvSpPr/>
            <p:nvPr/>
          </p:nvSpPr>
          <p:spPr>
            <a:xfrm>
              <a:off x="6475215" y="1777548"/>
              <a:ext cx="16994" cy="28751"/>
            </a:xfrm>
            <a:custGeom>
              <a:avLst/>
              <a:gdLst/>
              <a:ahLst/>
              <a:cxnLst/>
              <a:rect l="l" t="t" r="r" b="b"/>
              <a:pathLst>
                <a:path w="649" h="1098" extrusionOk="0">
                  <a:moveTo>
                    <a:pt x="0" y="0"/>
                  </a:moveTo>
                  <a:lnTo>
                    <a:pt x="0" y="1097"/>
                  </a:lnTo>
                  <a:lnTo>
                    <a:pt x="649" y="1097"/>
                  </a:lnTo>
                  <a:lnTo>
                    <a:pt x="649" y="659"/>
                  </a:lnTo>
                  <a:cubicBezTo>
                    <a:pt x="649" y="296"/>
                    <a:pt x="353" y="0"/>
                    <a:pt x="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7" name="Google Shape;16767;p138"/>
            <p:cNvSpPr/>
            <p:nvPr/>
          </p:nvSpPr>
          <p:spPr>
            <a:xfrm>
              <a:off x="6475215" y="1806273"/>
              <a:ext cx="45719" cy="51480"/>
            </a:xfrm>
            <a:custGeom>
              <a:avLst/>
              <a:gdLst/>
              <a:ahLst/>
              <a:cxnLst/>
              <a:rect l="l" t="t" r="r" b="b"/>
              <a:pathLst>
                <a:path w="1746" h="1966" extrusionOk="0">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8" name="Google Shape;16768;p138"/>
            <p:cNvSpPr/>
            <p:nvPr/>
          </p:nvSpPr>
          <p:spPr>
            <a:xfrm>
              <a:off x="6349317" y="1823503"/>
              <a:ext cx="68709" cy="34250"/>
            </a:xfrm>
            <a:custGeom>
              <a:avLst/>
              <a:gdLst/>
              <a:ahLst/>
              <a:cxnLst/>
              <a:rect l="l" t="t" r="r" b="b"/>
              <a:pathLst>
                <a:path w="2624" h="1308" extrusionOk="0">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69" name="Google Shape;16769;p138"/>
          <p:cNvGrpSpPr/>
          <p:nvPr/>
        </p:nvGrpSpPr>
        <p:grpSpPr>
          <a:xfrm>
            <a:off x="5310611" y="1502972"/>
            <a:ext cx="339515" cy="354781"/>
            <a:chOff x="5310611" y="1502972"/>
            <a:chExt cx="339515" cy="354781"/>
          </a:xfrm>
        </p:grpSpPr>
        <p:sp>
          <p:nvSpPr>
            <p:cNvPr id="16770" name="Google Shape;16770;p138"/>
            <p:cNvSpPr/>
            <p:nvPr/>
          </p:nvSpPr>
          <p:spPr>
            <a:xfrm>
              <a:off x="5310611" y="1502972"/>
              <a:ext cx="339515" cy="343285"/>
            </a:xfrm>
            <a:custGeom>
              <a:avLst/>
              <a:gdLst/>
              <a:ahLst/>
              <a:cxnLst/>
              <a:rect l="l" t="t" r="r" b="b"/>
              <a:pathLst>
                <a:path w="12966" h="13110" extrusionOk="0">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1" name="Google Shape;16771;p138"/>
            <p:cNvSpPr/>
            <p:nvPr/>
          </p:nvSpPr>
          <p:spPr>
            <a:xfrm>
              <a:off x="5310611" y="1502972"/>
              <a:ext cx="169914" cy="343285"/>
            </a:xfrm>
            <a:custGeom>
              <a:avLst/>
              <a:gdLst/>
              <a:ahLst/>
              <a:cxnLst/>
              <a:rect l="l" t="t" r="r" b="b"/>
              <a:pathLst>
                <a:path w="6489" h="13110" extrusionOk="0">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2" name="Google Shape;16772;p138"/>
            <p:cNvSpPr/>
            <p:nvPr/>
          </p:nvSpPr>
          <p:spPr>
            <a:xfrm>
              <a:off x="5348841" y="1709101"/>
              <a:ext cx="263081" cy="148652"/>
            </a:xfrm>
            <a:custGeom>
              <a:avLst/>
              <a:gdLst/>
              <a:ahLst/>
              <a:cxnLst/>
              <a:rect l="l" t="t" r="r" b="b"/>
              <a:pathLst>
                <a:path w="10047" h="5677" extrusionOk="0">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3" name="Google Shape;16773;p138"/>
            <p:cNvSpPr/>
            <p:nvPr/>
          </p:nvSpPr>
          <p:spPr>
            <a:xfrm>
              <a:off x="5348841" y="1767048"/>
              <a:ext cx="263081" cy="90705"/>
            </a:xfrm>
            <a:custGeom>
              <a:avLst/>
              <a:gdLst/>
              <a:ahLst/>
              <a:cxnLst/>
              <a:rect l="l" t="t" r="r" b="b"/>
              <a:pathLst>
                <a:path w="10047" h="3464" extrusionOk="0">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4" name="Google Shape;16774;p138"/>
            <p:cNvSpPr/>
            <p:nvPr/>
          </p:nvSpPr>
          <p:spPr>
            <a:xfrm>
              <a:off x="5446013" y="1708839"/>
              <a:ext cx="68736" cy="23069"/>
            </a:xfrm>
            <a:custGeom>
              <a:avLst/>
              <a:gdLst/>
              <a:ahLst/>
              <a:cxnLst/>
              <a:rect l="l" t="t" r="r" b="b"/>
              <a:pathLst>
                <a:path w="2625" h="881" extrusionOk="0">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5" name="Google Shape;16775;p138"/>
            <p:cNvSpPr/>
            <p:nvPr/>
          </p:nvSpPr>
          <p:spPr>
            <a:xfrm>
              <a:off x="5406055" y="1548979"/>
              <a:ext cx="148652" cy="171381"/>
            </a:xfrm>
            <a:custGeom>
              <a:avLst/>
              <a:gdLst/>
              <a:ahLst/>
              <a:cxnLst/>
              <a:rect l="l" t="t" r="r" b="b"/>
              <a:pathLst>
                <a:path w="5677" h="6545" extrusionOk="0">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6" name="Google Shape;16776;p138"/>
            <p:cNvSpPr/>
            <p:nvPr/>
          </p:nvSpPr>
          <p:spPr>
            <a:xfrm>
              <a:off x="5405584" y="1548979"/>
              <a:ext cx="149124" cy="171590"/>
            </a:xfrm>
            <a:custGeom>
              <a:avLst/>
              <a:gdLst/>
              <a:ahLst/>
              <a:cxnLst/>
              <a:rect l="l" t="t" r="r" b="b"/>
              <a:pathLst>
                <a:path w="5695" h="6553" extrusionOk="0">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7" name="Google Shape;16777;p138"/>
            <p:cNvSpPr/>
            <p:nvPr/>
          </p:nvSpPr>
          <p:spPr>
            <a:xfrm>
              <a:off x="5455047" y="1668802"/>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8" name="Google Shape;16778;p138"/>
            <p:cNvSpPr/>
            <p:nvPr/>
          </p:nvSpPr>
          <p:spPr>
            <a:xfrm>
              <a:off x="5440279" y="1628844"/>
              <a:ext cx="11521" cy="17334"/>
            </a:xfrm>
            <a:custGeom>
              <a:avLst/>
              <a:gdLst/>
              <a:ahLst/>
              <a:cxnLst/>
              <a:rect l="l" t="t" r="r" b="b"/>
              <a:pathLst>
                <a:path w="440" h="662" extrusionOk="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9" name="Google Shape;16779;p138"/>
            <p:cNvSpPr/>
            <p:nvPr/>
          </p:nvSpPr>
          <p:spPr>
            <a:xfrm>
              <a:off x="5508962" y="1628844"/>
              <a:ext cx="11521" cy="17334"/>
            </a:xfrm>
            <a:custGeom>
              <a:avLst/>
              <a:gdLst/>
              <a:ahLst/>
              <a:cxnLst/>
              <a:rect l="l" t="t" r="r" b="b"/>
              <a:pathLst>
                <a:path w="440" h="662" extrusionOk="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0" name="Google Shape;16780;p138"/>
            <p:cNvSpPr/>
            <p:nvPr/>
          </p:nvSpPr>
          <p:spPr>
            <a:xfrm>
              <a:off x="5432528" y="1611666"/>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1" name="Google Shape;16781;p138"/>
            <p:cNvSpPr/>
            <p:nvPr/>
          </p:nvSpPr>
          <p:spPr>
            <a:xfrm>
              <a:off x="5501211" y="1611666"/>
              <a:ext cx="26761" cy="11521"/>
            </a:xfrm>
            <a:custGeom>
              <a:avLst/>
              <a:gdLst/>
              <a:ahLst/>
              <a:cxnLst/>
              <a:rect l="l" t="t" r="r" b="b"/>
              <a:pathLst>
                <a:path w="1022" h="440" extrusionOk="0">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2" name="Google Shape;16782;p138"/>
            <p:cNvSpPr/>
            <p:nvPr/>
          </p:nvSpPr>
          <p:spPr>
            <a:xfrm>
              <a:off x="5353842" y="1786792"/>
              <a:ext cx="46740" cy="70961"/>
            </a:xfrm>
            <a:custGeom>
              <a:avLst/>
              <a:gdLst/>
              <a:ahLst/>
              <a:cxnLst/>
              <a:rect l="l" t="t" r="r" b="b"/>
              <a:pathLst>
                <a:path w="1785" h="2710" extrusionOk="0">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3" name="Google Shape;16783;p138"/>
            <p:cNvSpPr/>
            <p:nvPr/>
          </p:nvSpPr>
          <p:spPr>
            <a:xfrm>
              <a:off x="5560415" y="1786792"/>
              <a:ext cx="46740" cy="70961"/>
            </a:xfrm>
            <a:custGeom>
              <a:avLst/>
              <a:gdLst/>
              <a:ahLst/>
              <a:cxnLst/>
              <a:rect l="l" t="t" r="r" b="b"/>
              <a:pathLst>
                <a:path w="1785" h="2710" extrusionOk="0">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4" name="Google Shape;16784;p138"/>
            <p:cNvSpPr/>
            <p:nvPr/>
          </p:nvSpPr>
          <p:spPr>
            <a:xfrm>
              <a:off x="5480499" y="1502972"/>
              <a:ext cx="149909" cy="256613"/>
            </a:xfrm>
            <a:custGeom>
              <a:avLst/>
              <a:gdLst/>
              <a:ahLst/>
              <a:cxnLst/>
              <a:rect l="l" t="t" r="r" b="b"/>
              <a:pathLst>
                <a:path w="5725" h="9800" extrusionOk="0">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5" name="Google Shape;16785;p138"/>
            <p:cNvSpPr/>
            <p:nvPr/>
          </p:nvSpPr>
          <p:spPr>
            <a:xfrm>
              <a:off x="5330354" y="1502972"/>
              <a:ext cx="149909" cy="256351"/>
            </a:xfrm>
            <a:custGeom>
              <a:avLst/>
              <a:gdLst/>
              <a:ahLst/>
              <a:cxnLst/>
              <a:rect l="l" t="t" r="r" b="b"/>
              <a:pathLst>
                <a:path w="5725" h="9790" extrusionOk="0">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86" name="Google Shape;16786;p138"/>
          <p:cNvGrpSpPr/>
          <p:nvPr/>
        </p:nvGrpSpPr>
        <p:grpSpPr>
          <a:xfrm>
            <a:off x="6253637" y="3790101"/>
            <a:ext cx="274550" cy="354833"/>
            <a:chOff x="6253637" y="3790101"/>
            <a:chExt cx="274550" cy="354833"/>
          </a:xfrm>
        </p:grpSpPr>
        <p:sp>
          <p:nvSpPr>
            <p:cNvPr id="16787" name="Google Shape;16787;p138"/>
            <p:cNvSpPr/>
            <p:nvPr/>
          </p:nvSpPr>
          <p:spPr>
            <a:xfrm>
              <a:off x="6253637" y="3987300"/>
              <a:ext cx="274550" cy="157634"/>
            </a:xfrm>
            <a:custGeom>
              <a:avLst/>
              <a:gdLst/>
              <a:ahLst/>
              <a:cxnLst/>
              <a:rect l="l" t="t" r="r" b="b"/>
              <a:pathLst>
                <a:path w="10485" h="6020" extrusionOk="0">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8" name="Google Shape;16788;p138"/>
            <p:cNvSpPr/>
            <p:nvPr/>
          </p:nvSpPr>
          <p:spPr>
            <a:xfrm>
              <a:off x="6310590" y="3801701"/>
              <a:ext cx="160147" cy="244830"/>
            </a:xfrm>
            <a:custGeom>
              <a:avLst/>
              <a:gdLst/>
              <a:ahLst/>
              <a:cxnLst/>
              <a:rect l="l" t="t" r="r" b="b"/>
              <a:pathLst>
                <a:path w="6116" h="9350" extrusionOk="0">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9" name="Google Shape;16789;p138"/>
            <p:cNvSpPr/>
            <p:nvPr/>
          </p:nvSpPr>
          <p:spPr>
            <a:xfrm>
              <a:off x="6373276" y="3984551"/>
              <a:ext cx="34512" cy="68709"/>
            </a:xfrm>
            <a:custGeom>
              <a:avLst/>
              <a:gdLst/>
              <a:ahLst/>
              <a:cxnLst/>
              <a:rect l="l" t="t" r="r" b="b"/>
              <a:pathLst>
                <a:path w="1318" h="2624" extrusionOk="0">
                  <a:moveTo>
                    <a:pt x="1" y="0"/>
                  </a:moveTo>
                  <a:lnTo>
                    <a:pt x="1" y="1966"/>
                  </a:lnTo>
                  <a:lnTo>
                    <a:pt x="659" y="2624"/>
                  </a:lnTo>
                  <a:lnTo>
                    <a:pt x="1317" y="1966"/>
                  </a:lnTo>
                  <a:lnTo>
                    <a:pt x="13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0" name="Google Shape;16790;p138"/>
            <p:cNvSpPr/>
            <p:nvPr/>
          </p:nvSpPr>
          <p:spPr>
            <a:xfrm>
              <a:off x="6373276" y="4001781"/>
              <a:ext cx="34512" cy="11521"/>
            </a:xfrm>
            <a:custGeom>
              <a:avLst/>
              <a:gdLst/>
              <a:ahLst/>
              <a:cxnLst/>
              <a:rect l="l" t="t" r="r" b="b"/>
              <a:pathLst>
                <a:path w="1318" h="440" extrusionOk="0">
                  <a:moveTo>
                    <a:pt x="1" y="1"/>
                  </a:moveTo>
                  <a:lnTo>
                    <a:pt x="1" y="439"/>
                  </a:lnTo>
                  <a:lnTo>
                    <a:pt x="1317" y="439"/>
                  </a:lnTo>
                  <a:lnTo>
                    <a:pt x="1317"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1" name="Google Shape;16791;p138"/>
            <p:cNvSpPr/>
            <p:nvPr/>
          </p:nvSpPr>
          <p:spPr>
            <a:xfrm>
              <a:off x="6373276" y="4024771"/>
              <a:ext cx="34512" cy="11260"/>
            </a:xfrm>
            <a:custGeom>
              <a:avLst/>
              <a:gdLst/>
              <a:ahLst/>
              <a:cxnLst/>
              <a:rect l="l" t="t" r="r" b="b"/>
              <a:pathLst>
                <a:path w="1318" h="430" extrusionOk="0">
                  <a:moveTo>
                    <a:pt x="1" y="0"/>
                  </a:moveTo>
                  <a:lnTo>
                    <a:pt x="1" y="430"/>
                  </a:lnTo>
                  <a:lnTo>
                    <a:pt x="1317" y="430"/>
                  </a:lnTo>
                  <a:lnTo>
                    <a:pt x="1317"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2" name="Google Shape;16792;p138"/>
            <p:cNvSpPr/>
            <p:nvPr/>
          </p:nvSpPr>
          <p:spPr>
            <a:xfrm>
              <a:off x="6333318" y="3927337"/>
              <a:ext cx="114428" cy="65724"/>
            </a:xfrm>
            <a:custGeom>
              <a:avLst/>
              <a:gdLst/>
              <a:ahLst/>
              <a:cxnLst/>
              <a:rect l="l" t="t" r="r" b="b"/>
              <a:pathLst>
                <a:path w="4370" h="2510" extrusionOk="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3" name="Google Shape;16793;p138"/>
            <p:cNvSpPr/>
            <p:nvPr/>
          </p:nvSpPr>
          <p:spPr>
            <a:xfrm>
              <a:off x="6333318" y="3927337"/>
              <a:ext cx="114428" cy="34512"/>
            </a:xfrm>
            <a:custGeom>
              <a:avLst/>
              <a:gdLst/>
              <a:ahLst/>
              <a:cxnLst/>
              <a:rect l="l" t="t" r="r" b="b"/>
              <a:pathLst>
                <a:path w="4370" h="1318" extrusionOk="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4" name="Google Shape;16794;p138"/>
            <p:cNvSpPr/>
            <p:nvPr/>
          </p:nvSpPr>
          <p:spPr>
            <a:xfrm>
              <a:off x="6321823" y="3812935"/>
              <a:ext cx="137419" cy="143232"/>
            </a:xfrm>
            <a:custGeom>
              <a:avLst/>
              <a:gdLst/>
              <a:ahLst/>
              <a:cxnLst/>
              <a:rect l="l" t="t" r="r" b="b"/>
              <a:pathLst>
                <a:path w="5248" h="5470" extrusionOk="0">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5" name="Google Shape;16795;p138"/>
            <p:cNvSpPr/>
            <p:nvPr/>
          </p:nvSpPr>
          <p:spPr>
            <a:xfrm>
              <a:off x="6384772" y="3915972"/>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6" name="Google Shape;16796;p138"/>
            <p:cNvSpPr/>
            <p:nvPr/>
          </p:nvSpPr>
          <p:spPr>
            <a:xfrm>
              <a:off x="6321823" y="3812935"/>
              <a:ext cx="85965" cy="128909"/>
            </a:xfrm>
            <a:custGeom>
              <a:avLst/>
              <a:gdLst/>
              <a:ahLst/>
              <a:cxnLst/>
              <a:rect l="l" t="t" r="r" b="b"/>
              <a:pathLst>
                <a:path w="3283" h="4923" extrusionOk="0">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7" name="Google Shape;16797;p138"/>
            <p:cNvSpPr/>
            <p:nvPr/>
          </p:nvSpPr>
          <p:spPr>
            <a:xfrm>
              <a:off x="6344813" y="3881618"/>
              <a:ext cx="34250" cy="34512"/>
            </a:xfrm>
            <a:custGeom>
              <a:avLst/>
              <a:gdLst/>
              <a:ahLst/>
              <a:cxnLst/>
              <a:rect l="l" t="t" r="r" b="b"/>
              <a:pathLst>
                <a:path w="1308" h="1318" extrusionOk="0">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8" name="Google Shape;16798;p138"/>
            <p:cNvSpPr/>
            <p:nvPr/>
          </p:nvSpPr>
          <p:spPr>
            <a:xfrm>
              <a:off x="6341566" y="3881382"/>
              <a:ext cx="40482" cy="23252"/>
            </a:xfrm>
            <a:custGeom>
              <a:avLst/>
              <a:gdLst/>
              <a:ahLst/>
              <a:cxnLst/>
              <a:rect l="l" t="t" r="r" b="b"/>
              <a:pathLst>
                <a:path w="1546" h="888" extrusionOk="0">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9" name="Google Shape;16799;p138"/>
            <p:cNvSpPr/>
            <p:nvPr/>
          </p:nvSpPr>
          <p:spPr>
            <a:xfrm>
              <a:off x="6402001" y="3881618"/>
              <a:ext cx="34250" cy="34512"/>
            </a:xfrm>
            <a:custGeom>
              <a:avLst/>
              <a:gdLst/>
              <a:ahLst/>
              <a:cxnLst/>
              <a:rect l="l" t="t" r="r" b="b"/>
              <a:pathLst>
                <a:path w="1308" h="1318" extrusionOk="0">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0" name="Google Shape;16800;p138"/>
            <p:cNvSpPr/>
            <p:nvPr/>
          </p:nvSpPr>
          <p:spPr>
            <a:xfrm>
              <a:off x="6398754" y="3881382"/>
              <a:ext cx="40744" cy="23252"/>
            </a:xfrm>
            <a:custGeom>
              <a:avLst/>
              <a:gdLst/>
              <a:ahLst/>
              <a:cxnLst/>
              <a:rect l="l" t="t" r="r" b="b"/>
              <a:pathLst>
                <a:path w="1556" h="888" extrusionOk="0">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1" name="Google Shape;16801;p138"/>
            <p:cNvSpPr/>
            <p:nvPr/>
          </p:nvSpPr>
          <p:spPr>
            <a:xfrm>
              <a:off x="6299094" y="3790101"/>
              <a:ext cx="182876" cy="354833"/>
            </a:xfrm>
            <a:custGeom>
              <a:avLst/>
              <a:gdLst/>
              <a:ahLst/>
              <a:cxnLst/>
              <a:rect l="l" t="t" r="r" b="b"/>
              <a:pathLst>
                <a:path w="6984" h="13551" extrusionOk="0">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2" name="Google Shape;16802;p138"/>
            <p:cNvSpPr/>
            <p:nvPr/>
          </p:nvSpPr>
          <p:spPr>
            <a:xfrm>
              <a:off x="6256387" y="4048233"/>
              <a:ext cx="53967" cy="96701"/>
            </a:xfrm>
            <a:custGeom>
              <a:avLst/>
              <a:gdLst/>
              <a:ahLst/>
              <a:cxnLst/>
              <a:rect l="l" t="t" r="r" b="b"/>
              <a:pathLst>
                <a:path w="2061" h="3693" extrusionOk="0">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3" name="Google Shape;16803;p138"/>
            <p:cNvSpPr/>
            <p:nvPr/>
          </p:nvSpPr>
          <p:spPr>
            <a:xfrm>
              <a:off x="6470449" y="4048233"/>
              <a:ext cx="54255" cy="96701"/>
            </a:xfrm>
            <a:custGeom>
              <a:avLst/>
              <a:gdLst/>
              <a:ahLst/>
              <a:cxnLst/>
              <a:rect l="l" t="t" r="r" b="b"/>
              <a:pathLst>
                <a:path w="2072" h="3693" extrusionOk="0">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04" name="Google Shape;16804;p138"/>
          <p:cNvGrpSpPr/>
          <p:nvPr/>
        </p:nvGrpSpPr>
        <p:grpSpPr>
          <a:xfrm>
            <a:off x="5802731" y="3790180"/>
            <a:ext cx="274576" cy="354754"/>
            <a:chOff x="5802731" y="3790180"/>
            <a:chExt cx="274576" cy="354754"/>
          </a:xfrm>
        </p:grpSpPr>
        <p:sp>
          <p:nvSpPr>
            <p:cNvPr id="16805" name="Google Shape;16805;p138"/>
            <p:cNvSpPr/>
            <p:nvPr/>
          </p:nvSpPr>
          <p:spPr>
            <a:xfrm>
              <a:off x="5802731" y="4026761"/>
              <a:ext cx="274576" cy="117937"/>
            </a:xfrm>
            <a:custGeom>
              <a:avLst/>
              <a:gdLst/>
              <a:ahLst/>
              <a:cxnLst/>
              <a:rect l="l" t="t" r="r" b="b"/>
              <a:pathLst>
                <a:path w="10486" h="4504" extrusionOk="0">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6" name="Google Shape;16806;p138"/>
            <p:cNvSpPr/>
            <p:nvPr/>
          </p:nvSpPr>
          <p:spPr>
            <a:xfrm>
              <a:off x="5899904" y="4030270"/>
              <a:ext cx="80231" cy="114428"/>
            </a:xfrm>
            <a:custGeom>
              <a:avLst/>
              <a:gdLst/>
              <a:ahLst/>
              <a:cxnLst/>
              <a:rect l="l" t="t" r="r" b="b"/>
              <a:pathLst>
                <a:path w="3064" h="4370" extrusionOk="0">
                  <a:moveTo>
                    <a:pt x="1" y="0"/>
                  </a:moveTo>
                  <a:lnTo>
                    <a:pt x="440" y="4369"/>
                  </a:lnTo>
                  <a:lnTo>
                    <a:pt x="2624" y="4369"/>
                  </a:lnTo>
                  <a:lnTo>
                    <a:pt x="306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7" name="Google Shape;16807;p138"/>
            <p:cNvSpPr/>
            <p:nvPr/>
          </p:nvSpPr>
          <p:spPr>
            <a:xfrm>
              <a:off x="5899904" y="4030506"/>
              <a:ext cx="80231" cy="34250"/>
            </a:xfrm>
            <a:custGeom>
              <a:avLst/>
              <a:gdLst/>
              <a:ahLst/>
              <a:cxnLst/>
              <a:rect l="l" t="t" r="r" b="b"/>
              <a:pathLst>
                <a:path w="3064" h="1308" extrusionOk="0">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8" name="Google Shape;16808;p138"/>
            <p:cNvSpPr/>
            <p:nvPr/>
          </p:nvSpPr>
          <p:spPr>
            <a:xfrm>
              <a:off x="5899904" y="3973318"/>
              <a:ext cx="80231" cy="79943"/>
            </a:xfrm>
            <a:custGeom>
              <a:avLst/>
              <a:gdLst/>
              <a:ahLst/>
              <a:cxnLst/>
              <a:rect l="l" t="t" r="r" b="b"/>
              <a:pathLst>
                <a:path w="3064" h="3053" extrusionOk="0">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9" name="Google Shape;16809;p138"/>
            <p:cNvSpPr/>
            <p:nvPr/>
          </p:nvSpPr>
          <p:spPr>
            <a:xfrm>
              <a:off x="5899904" y="3973318"/>
              <a:ext cx="80231" cy="34119"/>
            </a:xfrm>
            <a:custGeom>
              <a:avLst/>
              <a:gdLst/>
              <a:ahLst/>
              <a:cxnLst/>
              <a:rect l="l" t="t" r="r" b="b"/>
              <a:pathLst>
                <a:path w="3064" h="1303" extrusionOk="0">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0" name="Google Shape;16810;p138"/>
            <p:cNvSpPr/>
            <p:nvPr/>
          </p:nvSpPr>
          <p:spPr>
            <a:xfrm>
              <a:off x="5843711" y="3841659"/>
              <a:ext cx="192355" cy="154413"/>
            </a:xfrm>
            <a:custGeom>
              <a:avLst/>
              <a:gdLst/>
              <a:ahLst/>
              <a:cxnLst/>
              <a:rect l="l" t="t" r="r" b="b"/>
              <a:pathLst>
                <a:path w="7346" h="5897" extrusionOk="0">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1" name="Google Shape;16811;p138"/>
            <p:cNvSpPr/>
            <p:nvPr/>
          </p:nvSpPr>
          <p:spPr>
            <a:xfrm>
              <a:off x="5899904" y="3899293"/>
              <a:ext cx="11521" cy="17334"/>
            </a:xfrm>
            <a:custGeom>
              <a:avLst/>
              <a:gdLst/>
              <a:ahLst/>
              <a:cxnLst/>
              <a:rect l="l" t="t" r="r" b="b"/>
              <a:pathLst>
                <a:path w="440" h="662" extrusionOk="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2" name="Google Shape;16812;p138"/>
            <p:cNvSpPr/>
            <p:nvPr/>
          </p:nvSpPr>
          <p:spPr>
            <a:xfrm>
              <a:off x="5968613" y="3899293"/>
              <a:ext cx="11521" cy="17334"/>
            </a:xfrm>
            <a:custGeom>
              <a:avLst/>
              <a:gdLst/>
              <a:ahLst/>
              <a:cxnLst/>
              <a:rect l="l" t="t" r="r" b="b"/>
              <a:pathLst>
                <a:path w="440" h="662" extrusionOk="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3" name="Google Shape;16813;p138"/>
            <p:cNvSpPr/>
            <p:nvPr/>
          </p:nvSpPr>
          <p:spPr>
            <a:xfrm>
              <a:off x="5892415" y="3881618"/>
              <a:ext cx="26499" cy="11521"/>
            </a:xfrm>
            <a:custGeom>
              <a:avLst/>
              <a:gdLst/>
              <a:ahLst/>
              <a:cxnLst/>
              <a:rect l="l" t="t" r="r" b="b"/>
              <a:pathLst>
                <a:path w="1012" h="440" extrusionOk="0">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4" name="Google Shape;16814;p138"/>
            <p:cNvSpPr/>
            <p:nvPr/>
          </p:nvSpPr>
          <p:spPr>
            <a:xfrm>
              <a:off x="5960863" y="3881618"/>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5" name="Google Shape;16815;p138"/>
            <p:cNvSpPr/>
            <p:nvPr/>
          </p:nvSpPr>
          <p:spPr>
            <a:xfrm>
              <a:off x="5846460" y="3841659"/>
              <a:ext cx="154884" cy="154387"/>
            </a:xfrm>
            <a:custGeom>
              <a:avLst/>
              <a:gdLst/>
              <a:ahLst/>
              <a:cxnLst/>
              <a:rect l="l" t="t" r="r" b="b"/>
              <a:pathLst>
                <a:path w="5915" h="5896" extrusionOk="0">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6" name="Google Shape;16816;p138"/>
            <p:cNvSpPr/>
            <p:nvPr/>
          </p:nvSpPr>
          <p:spPr>
            <a:xfrm>
              <a:off x="5854185" y="3818643"/>
              <a:ext cx="40011" cy="83006"/>
            </a:xfrm>
            <a:custGeom>
              <a:avLst/>
              <a:gdLst/>
              <a:ahLst/>
              <a:cxnLst/>
              <a:rect l="l" t="t" r="r" b="b"/>
              <a:pathLst>
                <a:path w="1528" h="3170" extrusionOk="0">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7" name="Google Shape;16817;p138"/>
            <p:cNvSpPr/>
            <p:nvPr/>
          </p:nvSpPr>
          <p:spPr>
            <a:xfrm>
              <a:off x="5939888" y="4007515"/>
              <a:ext cx="72951" cy="137419"/>
            </a:xfrm>
            <a:custGeom>
              <a:avLst/>
              <a:gdLst/>
              <a:ahLst/>
              <a:cxnLst/>
              <a:rect l="l" t="t" r="r" b="b"/>
              <a:pathLst>
                <a:path w="2786" h="5248" extrusionOk="0">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8" name="Google Shape;16818;p138"/>
            <p:cNvSpPr/>
            <p:nvPr/>
          </p:nvSpPr>
          <p:spPr>
            <a:xfrm>
              <a:off x="6012316" y="4093323"/>
              <a:ext cx="43755" cy="40011"/>
            </a:xfrm>
            <a:custGeom>
              <a:avLst/>
              <a:gdLst/>
              <a:ahLst/>
              <a:cxnLst/>
              <a:rect l="l" t="t" r="r" b="b"/>
              <a:pathLst>
                <a:path w="1671" h="1528" extrusionOk="0">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9" name="Google Shape;16819;p138"/>
            <p:cNvSpPr/>
            <p:nvPr/>
          </p:nvSpPr>
          <p:spPr>
            <a:xfrm>
              <a:off x="5985843" y="3801649"/>
              <a:ext cx="39984" cy="100001"/>
            </a:xfrm>
            <a:custGeom>
              <a:avLst/>
              <a:gdLst/>
              <a:ahLst/>
              <a:cxnLst/>
              <a:rect l="l" t="t" r="r" b="b"/>
              <a:pathLst>
                <a:path w="1527" h="3819" extrusionOk="0">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0" name="Google Shape;16820;p138"/>
            <p:cNvSpPr/>
            <p:nvPr/>
          </p:nvSpPr>
          <p:spPr>
            <a:xfrm>
              <a:off x="5914672" y="3938753"/>
              <a:ext cx="50668" cy="17361"/>
            </a:xfrm>
            <a:custGeom>
              <a:avLst/>
              <a:gdLst/>
              <a:ahLst/>
              <a:cxnLst/>
              <a:rect l="l" t="t" r="r" b="b"/>
              <a:pathLst>
                <a:path w="1935" h="663" extrusionOk="0">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1" name="Google Shape;16821;p138"/>
            <p:cNvSpPr/>
            <p:nvPr/>
          </p:nvSpPr>
          <p:spPr>
            <a:xfrm>
              <a:off x="5866937" y="4007515"/>
              <a:ext cx="72978" cy="137419"/>
            </a:xfrm>
            <a:custGeom>
              <a:avLst/>
              <a:gdLst/>
              <a:ahLst/>
              <a:cxnLst/>
              <a:rect l="l" t="t" r="r" b="b"/>
              <a:pathLst>
                <a:path w="2787" h="5248" extrusionOk="0">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2" name="Google Shape;16822;p138"/>
            <p:cNvSpPr/>
            <p:nvPr/>
          </p:nvSpPr>
          <p:spPr>
            <a:xfrm>
              <a:off x="5853687" y="3790180"/>
              <a:ext cx="145170" cy="62582"/>
            </a:xfrm>
            <a:custGeom>
              <a:avLst/>
              <a:gdLst/>
              <a:ahLst/>
              <a:cxnLst/>
              <a:rect l="l" t="t" r="r" b="b"/>
              <a:pathLst>
                <a:path w="5544" h="2390" extrusionOk="0">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3" name="Google Shape;16823;p138"/>
            <p:cNvSpPr/>
            <p:nvPr/>
          </p:nvSpPr>
          <p:spPr>
            <a:xfrm>
              <a:off x="5831221" y="4110448"/>
              <a:ext cx="57214" cy="34250"/>
            </a:xfrm>
            <a:custGeom>
              <a:avLst/>
              <a:gdLst/>
              <a:ahLst/>
              <a:cxnLst/>
              <a:rect l="l" t="t" r="r" b="b"/>
              <a:pathLst>
                <a:path w="2185" h="1308" extrusionOk="0">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4" name="Google Shape;16824;p138"/>
            <p:cNvSpPr/>
            <p:nvPr/>
          </p:nvSpPr>
          <p:spPr>
            <a:xfrm>
              <a:off x="5854185" y="4093323"/>
              <a:ext cx="11521" cy="28646"/>
            </a:xfrm>
            <a:custGeom>
              <a:avLst/>
              <a:gdLst/>
              <a:ahLst/>
              <a:cxnLst/>
              <a:rect l="l" t="t" r="r" b="b"/>
              <a:pathLst>
                <a:path w="440" h="1094" extrusionOk="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5" name="Google Shape;16825;p138"/>
            <p:cNvSpPr/>
            <p:nvPr/>
          </p:nvSpPr>
          <p:spPr>
            <a:xfrm>
              <a:off x="5831221" y="4127678"/>
              <a:ext cx="57214" cy="17020"/>
            </a:xfrm>
            <a:custGeom>
              <a:avLst/>
              <a:gdLst/>
              <a:ahLst/>
              <a:cxnLst/>
              <a:rect l="l" t="t" r="r" b="b"/>
              <a:pathLst>
                <a:path w="2185" h="650" extrusionOk="0">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26" name="Google Shape;16826;p138"/>
          <p:cNvGrpSpPr/>
          <p:nvPr/>
        </p:nvGrpSpPr>
        <p:grpSpPr>
          <a:xfrm>
            <a:off x="5352088" y="3790206"/>
            <a:ext cx="274550" cy="354728"/>
            <a:chOff x="5352088" y="3790206"/>
            <a:chExt cx="274550" cy="354728"/>
          </a:xfrm>
        </p:grpSpPr>
        <p:sp>
          <p:nvSpPr>
            <p:cNvPr id="16827" name="Google Shape;16827;p138"/>
            <p:cNvSpPr/>
            <p:nvPr/>
          </p:nvSpPr>
          <p:spPr>
            <a:xfrm>
              <a:off x="5352088" y="3978790"/>
              <a:ext cx="274550" cy="165908"/>
            </a:xfrm>
            <a:custGeom>
              <a:avLst/>
              <a:gdLst/>
              <a:ahLst/>
              <a:cxnLst/>
              <a:rect l="l" t="t" r="r" b="b"/>
              <a:pathLst>
                <a:path w="10485" h="6336" extrusionOk="0">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8" name="Google Shape;16828;p138"/>
            <p:cNvSpPr/>
            <p:nvPr/>
          </p:nvSpPr>
          <p:spPr>
            <a:xfrm>
              <a:off x="5352088" y="4034512"/>
              <a:ext cx="274550" cy="110186"/>
            </a:xfrm>
            <a:custGeom>
              <a:avLst/>
              <a:gdLst/>
              <a:ahLst/>
              <a:cxnLst/>
              <a:rect l="l" t="t" r="r" b="b"/>
              <a:pathLst>
                <a:path w="10485" h="4208" extrusionOk="0">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9" name="Google Shape;16829;p138"/>
            <p:cNvSpPr/>
            <p:nvPr/>
          </p:nvSpPr>
          <p:spPr>
            <a:xfrm>
              <a:off x="5424542" y="4034512"/>
              <a:ext cx="129904" cy="41739"/>
            </a:xfrm>
            <a:custGeom>
              <a:avLst/>
              <a:gdLst/>
              <a:ahLst/>
              <a:cxnLst/>
              <a:rect l="l" t="t" r="r" b="b"/>
              <a:pathLst>
                <a:path w="4961" h="1594" extrusionOk="0">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0" name="Google Shape;16830;p138"/>
            <p:cNvSpPr/>
            <p:nvPr/>
          </p:nvSpPr>
          <p:spPr>
            <a:xfrm>
              <a:off x="5398042" y="4037261"/>
              <a:ext cx="28515" cy="78948"/>
            </a:xfrm>
            <a:custGeom>
              <a:avLst/>
              <a:gdLst/>
              <a:ahLst/>
              <a:cxnLst/>
              <a:rect l="l" t="t" r="r" b="b"/>
              <a:pathLst>
                <a:path w="1089" h="3015" extrusionOk="0">
                  <a:moveTo>
                    <a:pt x="1088" y="0"/>
                  </a:moveTo>
                  <a:lnTo>
                    <a:pt x="1" y="325"/>
                  </a:lnTo>
                  <a:lnTo>
                    <a:pt x="1" y="3015"/>
                  </a:lnTo>
                  <a:lnTo>
                    <a:pt x="1088" y="3015"/>
                  </a:lnTo>
                  <a:lnTo>
                    <a:pt x="1088"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1" name="Google Shape;16831;p138"/>
            <p:cNvSpPr/>
            <p:nvPr/>
          </p:nvSpPr>
          <p:spPr>
            <a:xfrm>
              <a:off x="5552429" y="4037261"/>
              <a:ext cx="28515" cy="78948"/>
            </a:xfrm>
            <a:custGeom>
              <a:avLst/>
              <a:gdLst/>
              <a:ahLst/>
              <a:cxnLst/>
              <a:rect l="l" t="t" r="r" b="b"/>
              <a:pathLst>
                <a:path w="1089" h="3015" extrusionOk="0">
                  <a:moveTo>
                    <a:pt x="1" y="0"/>
                  </a:moveTo>
                  <a:lnTo>
                    <a:pt x="1" y="3015"/>
                  </a:lnTo>
                  <a:lnTo>
                    <a:pt x="1088" y="3015"/>
                  </a:lnTo>
                  <a:lnTo>
                    <a:pt x="1088" y="325"/>
                  </a:lnTo>
                  <a:lnTo>
                    <a:pt x="1"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2" name="Google Shape;16832;p138"/>
            <p:cNvSpPr/>
            <p:nvPr/>
          </p:nvSpPr>
          <p:spPr>
            <a:xfrm>
              <a:off x="5397807" y="4093219"/>
              <a:ext cx="183138" cy="51715"/>
            </a:xfrm>
            <a:custGeom>
              <a:avLst/>
              <a:gdLst/>
              <a:ahLst/>
              <a:cxnLst/>
              <a:rect l="l" t="t" r="r" b="b"/>
              <a:pathLst>
                <a:path w="6994" h="1975" extrusionOk="0">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3" name="Google Shape;16833;p138"/>
            <p:cNvSpPr/>
            <p:nvPr/>
          </p:nvSpPr>
          <p:spPr>
            <a:xfrm>
              <a:off x="5449522" y="3984551"/>
              <a:ext cx="79943" cy="28620"/>
            </a:xfrm>
            <a:custGeom>
              <a:avLst/>
              <a:gdLst/>
              <a:ahLst/>
              <a:cxnLst/>
              <a:rect l="l" t="t" r="r" b="b"/>
              <a:pathLst>
                <a:path w="3053" h="1093" extrusionOk="0">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4" name="Google Shape;16834;p138"/>
            <p:cNvSpPr/>
            <p:nvPr/>
          </p:nvSpPr>
          <p:spPr>
            <a:xfrm>
              <a:off x="5392386" y="3801701"/>
              <a:ext cx="193952" cy="200106"/>
            </a:xfrm>
            <a:custGeom>
              <a:avLst/>
              <a:gdLst/>
              <a:ahLst/>
              <a:cxnLst/>
              <a:rect l="l" t="t" r="r" b="b"/>
              <a:pathLst>
                <a:path w="7407" h="7642" extrusionOk="0">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5" name="Google Shape;16835;p138"/>
            <p:cNvSpPr/>
            <p:nvPr/>
          </p:nvSpPr>
          <p:spPr>
            <a:xfrm>
              <a:off x="5397807" y="3795940"/>
              <a:ext cx="183138" cy="91464"/>
            </a:xfrm>
            <a:custGeom>
              <a:avLst/>
              <a:gdLst/>
              <a:ahLst/>
              <a:cxnLst/>
              <a:rect l="l" t="t" r="r" b="b"/>
              <a:pathLst>
                <a:path w="6994" h="3493" extrusionOk="0">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6" name="Google Shape;16836;p138"/>
            <p:cNvSpPr/>
            <p:nvPr/>
          </p:nvSpPr>
          <p:spPr>
            <a:xfrm>
              <a:off x="5397807" y="3795940"/>
              <a:ext cx="91700" cy="91464"/>
            </a:xfrm>
            <a:custGeom>
              <a:avLst/>
              <a:gdLst/>
              <a:ahLst/>
              <a:cxnLst/>
              <a:rect l="l" t="t" r="r" b="b"/>
              <a:pathLst>
                <a:path w="3502" h="3493" extrusionOk="0">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7" name="Google Shape;16837;p138"/>
            <p:cNvSpPr/>
            <p:nvPr/>
          </p:nvSpPr>
          <p:spPr>
            <a:xfrm>
              <a:off x="5396812" y="3887378"/>
              <a:ext cx="161404" cy="114455"/>
            </a:xfrm>
            <a:custGeom>
              <a:avLst/>
              <a:gdLst/>
              <a:ahLst/>
              <a:cxnLst/>
              <a:rect l="l" t="t" r="r" b="b"/>
              <a:pathLst>
                <a:path w="6164" h="4371" extrusionOk="0">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8" name="Google Shape;16838;p138"/>
            <p:cNvSpPr/>
            <p:nvPr/>
          </p:nvSpPr>
          <p:spPr>
            <a:xfrm>
              <a:off x="5455518" y="3944567"/>
              <a:ext cx="67714" cy="66615"/>
            </a:xfrm>
            <a:custGeom>
              <a:avLst/>
              <a:gdLst/>
              <a:ahLst/>
              <a:cxnLst/>
              <a:rect l="l" t="t" r="r" b="b"/>
              <a:pathLst>
                <a:path w="2586" h="2544" extrusionOk="0">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9" name="Google Shape;16839;p138"/>
            <p:cNvSpPr/>
            <p:nvPr/>
          </p:nvSpPr>
          <p:spPr>
            <a:xfrm>
              <a:off x="5455754" y="3944567"/>
              <a:ext cx="41739" cy="66615"/>
            </a:xfrm>
            <a:custGeom>
              <a:avLst/>
              <a:gdLst/>
              <a:ahLst/>
              <a:cxnLst/>
              <a:rect l="l" t="t" r="r" b="b"/>
              <a:pathLst>
                <a:path w="1594" h="2544" extrusionOk="0">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0" name="Google Shape;16840;p138"/>
            <p:cNvSpPr/>
            <p:nvPr/>
          </p:nvSpPr>
          <p:spPr>
            <a:xfrm>
              <a:off x="5471439" y="3956978"/>
              <a:ext cx="35873" cy="16339"/>
            </a:xfrm>
            <a:custGeom>
              <a:avLst/>
              <a:gdLst/>
              <a:ahLst/>
              <a:cxnLst/>
              <a:rect l="l" t="t" r="r" b="b"/>
              <a:pathLst>
                <a:path w="1370" h="624" extrusionOk="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1" name="Google Shape;16841;p138"/>
            <p:cNvSpPr/>
            <p:nvPr/>
          </p:nvSpPr>
          <p:spPr>
            <a:xfrm>
              <a:off x="5452271" y="3904556"/>
              <a:ext cx="11260" cy="17073"/>
            </a:xfrm>
            <a:custGeom>
              <a:avLst/>
              <a:gdLst/>
              <a:ahLst/>
              <a:cxnLst/>
              <a:rect l="l" t="t" r="r" b="b"/>
              <a:pathLst>
                <a:path w="430" h="652" extrusionOk="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2" name="Google Shape;16842;p138"/>
            <p:cNvSpPr/>
            <p:nvPr/>
          </p:nvSpPr>
          <p:spPr>
            <a:xfrm>
              <a:off x="5515220" y="3904556"/>
              <a:ext cx="11521" cy="17073"/>
            </a:xfrm>
            <a:custGeom>
              <a:avLst/>
              <a:gdLst/>
              <a:ahLst/>
              <a:cxnLst/>
              <a:rect l="l" t="t" r="r" b="b"/>
              <a:pathLst>
                <a:path w="440" h="652" extrusionOk="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3" name="Google Shape;16843;p138"/>
            <p:cNvSpPr/>
            <p:nvPr/>
          </p:nvSpPr>
          <p:spPr>
            <a:xfrm>
              <a:off x="5472251" y="3790206"/>
              <a:ext cx="34486" cy="74208"/>
            </a:xfrm>
            <a:custGeom>
              <a:avLst/>
              <a:gdLst/>
              <a:ahLst/>
              <a:cxnLst/>
              <a:rect l="l" t="t" r="r" b="b"/>
              <a:pathLst>
                <a:path w="1317" h="2834" extrusionOk="0">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4" name="Google Shape;16844;p138"/>
            <p:cNvSpPr/>
            <p:nvPr/>
          </p:nvSpPr>
          <p:spPr>
            <a:xfrm>
              <a:off x="5535199" y="3805079"/>
              <a:ext cx="23017" cy="59361"/>
            </a:xfrm>
            <a:custGeom>
              <a:avLst/>
              <a:gdLst/>
              <a:ahLst/>
              <a:cxnLst/>
              <a:rect l="l" t="t" r="r" b="b"/>
              <a:pathLst>
                <a:path w="879" h="2267" extrusionOk="0">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5" name="Google Shape;16845;p138"/>
            <p:cNvSpPr/>
            <p:nvPr/>
          </p:nvSpPr>
          <p:spPr>
            <a:xfrm>
              <a:off x="5420797" y="3805079"/>
              <a:ext cx="22990" cy="59361"/>
            </a:xfrm>
            <a:custGeom>
              <a:avLst/>
              <a:gdLst/>
              <a:ahLst/>
              <a:cxnLst/>
              <a:rect l="l" t="t" r="r" b="b"/>
              <a:pathLst>
                <a:path w="878" h="2267" extrusionOk="0">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6" name="Google Shape;16846;p138"/>
            <p:cNvSpPr/>
            <p:nvPr/>
          </p:nvSpPr>
          <p:spPr>
            <a:xfrm>
              <a:off x="5386573" y="3881618"/>
              <a:ext cx="205866" cy="11521"/>
            </a:xfrm>
            <a:custGeom>
              <a:avLst/>
              <a:gdLst/>
              <a:ahLst/>
              <a:cxnLst/>
              <a:rect l="l" t="t" r="r" b="b"/>
              <a:pathLst>
                <a:path w="7862" h="440" extrusionOk="0">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7" name="Google Shape;16847;p138"/>
            <p:cNvSpPr/>
            <p:nvPr/>
          </p:nvSpPr>
          <p:spPr>
            <a:xfrm>
              <a:off x="5415036" y="4110448"/>
              <a:ext cx="11521" cy="11521"/>
            </a:xfrm>
            <a:custGeom>
              <a:avLst/>
              <a:gdLst/>
              <a:ahLst/>
              <a:cxnLst/>
              <a:rect l="l" t="t" r="r" b="b"/>
              <a:pathLst>
                <a:path w="440" h="440" extrusionOk="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8" name="Google Shape;16848;p138"/>
            <p:cNvSpPr/>
            <p:nvPr/>
          </p:nvSpPr>
          <p:spPr>
            <a:xfrm>
              <a:off x="5552429" y="4110448"/>
              <a:ext cx="11260" cy="11521"/>
            </a:xfrm>
            <a:custGeom>
              <a:avLst/>
              <a:gdLst/>
              <a:ahLst/>
              <a:cxnLst/>
              <a:rect l="l" t="t" r="r" b="b"/>
              <a:pathLst>
                <a:path w="430" h="440" extrusionOk="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9" name="Google Shape;16849;p138"/>
            <p:cNvSpPr/>
            <p:nvPr/>
          </p:nvSpPr>
          <p:spPr>
            <a:xfrm>
              <a:off x="5380813" y="4093219"/>
              <a:ext cx="17020" cy="51480"/>
            </a:xfrm>
            <a:custGeom>
              <a:avLst/>
              <a:gdLst/>
              <a:ahLst/>
              <a:cxnLst/>
              <a:rect l="l" t="t" r="r" b="b"/>
              <a:pathLst>
                <a:path w="650" h="1966" extrusionOk="0">
                  <a:moveTo>
                    <a:pt x="649" y="0"/>
                  </a:moveTo>
                  <a:cubicBezTo>
                    <a:pt x="287" y="0"/>
                    <a:pt x="1" y="296"/>
                    <a:pt x="1" y="658"/>
                  </a:cubicBezTo>
                  <a:lnTo>
                    <a:pt x="1" y="1965"/>
                  </a:lnTo>
                  <a:lnTo>
                    <a:pt x="649" y="1965"/>
                  </a:lnTo>
                  <a:lnTo>
                    <a:pt x="64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0" name="Google Shape;16850;p138"/>
            <p:cNvSpPr/>
            <p:nvPr/>
          </p:nvSpPr>
          <p:spPr>
            <a:xfrm>
              <a:off x="5580918" y="4093219"/>
              <a:ext cx="17256" cy="51480"/>
            </a:xfrm>
            <a:custGeom>
              <a:avLst/>
              <a:gdLst/>
              <a:ahLst/>
              <a:cxnLst/>
              <a:rect l="l" t="t" r="r" b="b"/>
              <a:pathLst>
                <a:path w="659" h="1966" extrusionOk="0">
                  <a:moveTo>
                    <a:pt x="0" y="0"/>
                  </a:moveTo>
                  <a:lnTo>
                    <a:pt x="0" y="1965"/>
                  </a:lnTo>
                  <a:lnTo>
                    <a:pt x="658" y="1965"/>
                  </a:lnTo>
                  <a:lnTo>
                    <a:pt x="658" y="658"/>
                  </a:lnTo>
                  <a:cubicBezTo>
                    <a:pt x="658" y="296"/>
                    <a:pt x="363"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51" name="Google Shape;16851;p138"/>
          <p:cNvGrpSpPr/>
          <p:nvPr/>
        </p:nvGrpSpPr>
        <p:grpSpPr>
          <a:xfrm>
            <a:off x="4901706" y="3790075"/>
            <a:ext cx="274550" cy="354859"/>
            <a:chOff x="4901706" y="3790075"/>
            <a:chExt cx="274550" cy="354859"/>
          </a:xfrm>
        </p:grpSpPr>
        <p:sp>
          <p:nvSpPr>
            <p:cNvPr id="16852" name="Google Shape;16852;p138"/>
            <p:cNvSpPr/>
            <p:nvPr/>
          </p:nvSpPr>
          <p:spPr>
            <a:xfrm>
              <a:off x="4901706" y="4007777"/>
              <a:ext cx="274550" cy="137157"/>
            </a:xfrm>
            <a:custGeom>
              <a:avLst/>
              <a:gdLst/>
              <a:ahLst/>
              <a:cxnLst/>
              <a:rect l="l" t="t" r="r" b="b"/>
              <a:pathLst>
                <a:path w="10485" h="5238" extrusionOk="0">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3" name="Google Shape;16853;p138"/>
            <p:cNvSpPr/>
            <p:nvPr/>
          </p:nvSpPr>
          <p:spPr>
            <a:xfrm>
              <a:off x="4935929" y="4007777"/>
              <a:ext cx="206102" cy="124169"/>
            </a:xfrm>
            <a:custGeom>
              <a:avLst/>
              <a:gdLst/>
              <a:ahLst/>
              <a:cxnLst/>
              <a:rect l="l" t="t" r="r" b="b"/>
              <a:pathLst>
                <a:path w="7871" h="4742" extrusionOk="0">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4" name="Google Shape;16854;p138"/>
            <p:cNvSpPr/>
            <p:nvPr/>
          </p:nvSpPr>
          <p:spPr>
            <a:xfrm>
              <a:off x="4941664" y="4017518"/>
              <a:ext cx="194633" cy="103195"/>
            </a:xfrm>
            <a:custGeom>
              <a:avLst/>
              <a:gdLst/>
              <a:ahLst/>
              <a:cxnLst/>
              <a:rect l="l" t="t" r="r" b="b"/>
              <a:pathLst>
                <a:path w="7433" h="3941" extrusionOk="0">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5" name="Google Shape;16855;p138"/>
            <p:cNvSpPr/>
            <p:nvPr/>
          </p:nvSpPr>
          <p:spPr>
            <a:xfrm>
              <a:off x="4959967" y="4034512"/>
              <a:ext cx="157922" cy="65279"/>
            </a:xfrm>
            <a:custGeom>
              <a:avLst/>
              <a:gdLst/>
              <a:ahLst/>
              <a:cxnLst/>
              <a:rect l="l" t="t" r="r" b="b"/>
              <a:pathLst>
                <a:path w="6031" h="2493" extrusionOk="0">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6" name="Google Shape;16856;p138"/>
            <p:cNvSpPr/>
            <p:nvPr/>
          </p:nvSpPr>
          <p:spPr>
            <a:xfrm>
              <a:off x="4984869" y="4013276"/>
              <a:ext cx="107961" cy="86515"/>
            </a:xfrm>
            <a:custGeom>
              <a:avLst/>
              <a:gdLst/>
              <a:ahLst/>
              <a:cxnLst/>
              <a:rect l="l" t="t" r="r" b="b"/>
              <a:pathLst>
                <a:path w="4123" h="3304" extrusionOk="0">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7" name="Google Shape;16857;p138"/>
            <p:cNvSpPr/>
            <p:nvPr/>
          </p:nvSpPr>
          <p:spPr>
            <a:xfrm>
              <a:off x="4998878" y="4013276"/>
              <a:ext cx="80205" cy="28620"/>
            </a:xfrm>
            <a:custGeom>
              <a:avLst/>
              <a:gdLst/>
              <a:ahLst/>
              <a:cxnLst/>
              <a:rect l="l" t="t" r="r" b="b"/>
              <a:pathLst>
                <a:path w="3063" h="1093" extrusionOk="0">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8" name="Google Shape;16858;p138"/>
            <p:cNvSpPr/>
            <p:nvPr/>
          </p:nvSpPr>
          <p:spPr>
            <a:xfrm>
              <a:off x="4942161" y="3830164"/>
              <a:ext cx="193612" cy="200132"/>
            </a:xfrm>
            <a:custGeom>
              <a:avLst/>
              <a:gdLst/>
              <a:ahLst/>
              <a:cxnLst/>
              <a:rect l="l" t="t" r="r" b="b"/>
              <a:pathLst>
                <a:path w="7394" h="7643" extrusionOk="0">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9" name="Google Shape;16859;p138"/>
            <p:cNvSpPr/>
            <p:nvPr/>
          </p:nvSpPr>
          <p:spPr>
            <a:xfrm>
              <a:off x="4946168" y="3860984"/>
              <a:ext cx="109689" cy="169338"/>
            </a:xfrm>
            <a:custGeom>
              <a:avLst/>
              <a:gdLst/>
              <a:ahLst/>
              <a:cxnLst/>
              <a:rect l="l" t="t" r="r" b="b"/>
              <a:pathLst>
                <a:path w="4189" h="6467" extrusionOk="0">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0" name="Google Shape;16860;p138"/>
            <p:cNvSpPr/>
            <p:nvPr/>
          </p:nvSpPr>
          <p:spPr>
            <a:xfrm>
              <a:off x="4998878" y="3935035"/>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1" name="Google Shape;16861;p138"/>
            <p:cNvSpPr/>
            <p:nvPr/>
          </p:nvSpPr>
          <p:spPr>
            <a:xfrm>
              <a:off x="5067561" y="3935035"/>
              <a:ext cx="11521" cy="17308"/>
            </a:xfrm>
            <a:custGeom>
              <a:avLst/>
              <a:gdLst/>
              <a:ahLst/>
              <a:cxnLst/>
              <a:rect l="l" t="t" r="r" b="b"/>
              <a:pathLst>
                <a:path w="440" h="661" extrusionOk="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2" name="Google Shape;16862;p138"/>
            <p:cNvSpPr/>
            <p:nvPr/>
          </p:nvSpPr>
          <p:spPr>
            <a:xfrm>
              <a:off x="5013646" y="3974993"/>
              <a:ext cx="50668" cy="17334"/>
            </a:xfrm>
            <a:custGeom>
              <a:avLst/>
              <a:gdLst/>
              <a:ahLst/>
              <a:cxnLst/>
              <a:rect l="l" t="t" r="r" b="b"/>
              <a:pathLst>
                <a:path w="1935" h="662" extrusionOk="0">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3" name="Google Shape;16863;p138"/>
            <p:cNvSpPr/>
            <p:nvPr/>
          </p:nvSpPr>
          <p:spPr>
            <a:xfrm>
              <a:off x="4990368" y="3917727"/>
              <a:ext cx="33752" cy="17387"/>
            </a:xfrm>
            <a:custGeom>
              <a:avLst/>
              <a:gdLst/>
              <a:ahLst/>
              <a:cxnLst/>
              <a:rect l="l" t="t" r="r" b="b"/>
              <a:pathLst>
                <a:path w="1289" h="664" extrusionOk="0">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4" name="Google Shape;16864;p138"/>
            <p:cNvSpPr/>
            <p:nvPr/>
          </p:nvSpPr>
          <p:spPr>
            <a:xfrm>
              <a:off x="5053814" y="3917727"/>
              <a:ext cx="33779" cy="17387"/>
            </a:xfrm>
            <a:custGeom>
              <a:avLst/>
              <a:gdLst/>
              <a:ahLst/>
              <a:cxnLst/>
              <a:rect l="l" t="t" r="r" b="b"/>
              <a:pathLst>
                <a:path w="1290" h="664" extrusionOk="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5" name="Google Shape;16865;p138"/>
            <p:cNvSpPr/>
            <p:nvPr/>
          </p:nvSpPr>
          <p:spPr>
            <a:xfrm>
              <a:off x="5022104" y="3790075"/>
              <a:ext cx="33255" cy="67793"/>
            </a:xfrm>
            <a:custGeom>
              <a:avLst/>
              <a:gdLst/>
              <a:ahLst/>
              <a:cxnLst/>
              <a:rect l="l" t="t" r="r" b="b"/>
              <a:pathLst>
                <a:path w="1270" h="2589" extrusionOk="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6" name="Google Shape;16866;p138"/>
            <p:cNvSpPr/>
            <p:nvPr/>
          </p:nvSpPr>
          <p:spPr>
            <a:xfrm>
              <a:off x="5022340" y="3790206"/>
              <a:ext cx="16785" cy="67976"/>
            </a:xfrm>
            <a:custGeom>
              <a:avLst/>
              <a:gdLst/>
              <a:ahLst/>
              <a:cxnLst/>
              <a:rect l="l" t="t" r="r" b="b"/>
              <a:pathLst>
                <a:path w="641" h="2596" extrusionOk="0">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7" name="Google Shape;16867;p138"/>
            <p:cNvSpPr/>
            <p:nvPr/>
          </p:nvSpPr>
          <p:spPr>
            <a:xfrm>
              <a:off x="4987383" y="4104688"/>
              <a:ext cx="11521" cy="40246"/>
            </a:xfrm>
            <a:custGeom>
              <a:avLst/>
              <a:gdLst/>
              <a:ahLst/>
              <a:cxnLst/>
              <a:rect l="l" t="t" r="r" b="b"/>
              <a:pathLst>
                <a:path w="440" h="1537" extrusionOk="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8" name="Google Shape;16868;p138"/>
            <p:cNvSpPr/>
            <p:nvPr/>
          </p:nvSpPr>
          <p:spPr>
            <a:xfrm>
              <a:off x="5079057" y="4104688"/>
              <a:ext cx="11260" cy="40246"/>
            </a:xfrm>
            <a:custGeom>
              <a:avLst/>
              <a:gdLst/>
              <a:ahLst/>
              <a:cxnLst/>
              <a:rect l="l" t="t" r="r" b="b"/>
              <a:pathLst>
                <a:path w="430" h="1537" extrusionOk="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69" name="Google Shape;16869;p138"/>
          <p:cNvGrpSpPr/>
          <p:nvPr/>
        </p:nvGrpSpPr>
        <p:grpSpPr>
          <a:xfrm>
            <a:off x="8052704" y="1503208"/>
            <a:ext cx="275073" cy="354545"/>
            <a:chOff x="8052704" y="1503208"/>
            <a:chExt cx="275073" cy="354545"/>
          </a:xfrm>
        </p:grpSpPr>
        <p:sp>
          <p:nvSpPr>
            <p:cNvPr id="16870" name="Google Shape;16870;p138"/>
            <p:cNvSpPr/>
            <p:nvPr/>
          </p:nvSpPr>
          <p:spPr>
            <a:xfrm>
              <a:off x="8052704" y="1697344"/>
              <a:ext cx="274812" cy="160409"/>
            </a:xfrm>
            <a:custGeom>
              <a:avLst/>
              <a:gdLst/>
              <a:ahLst/>
              <a:cxnLst/>
              <a:rect l="l" t="t" r="r" b="b"/>
              <a:pathLst>
                <a:path w="10495" h="6126" extrusionOk="0">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1" name="Google Shape;16871;p138"/>
            <p:cNvSpPr/>
            <p:nvPr/>
          </p:nvSpPr>
          <p:spPr>
            <a:xfrm>
              <a:off x="8098685" y="1823267"/>
              <a:ext cx="11260" cy="34486"/>
            </a:xfrm>
            <a:custGeom>
              <a:avLst/>
              <a:gdLst/>
              <a:ahLst/>
              <a:cxnLst/>
              <a:rect l="l" t="t" r="r" b="b"/>
              <a:pathLst>
                <a:path w="430" h="1317" extrusionOk="0">
                  <a:moveTo>
                    <a:pt x="0" y="0"/>
                  </a:moveTo>
                  <a:lnTo>
                    <a:pt x="0" y="1317"/>
                  </a:lnTo>
                  <a:lnTo>
                    <a:pt x="430" y="1317"/>
                  </a:lnTo>
                  <a:lnTo>
                    <a:pt x="430"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2" name="Google Shape;16872;p138"/>
            <p:cNvSpPr/>
            <p:nvPr/>
          </p:nvSpPr>
          <p:spPr>
            <a:xfrm>
              <a:off x="8270301" y="1823267"/>
              <a:ext cx="11521" cy="34486"/>
            </a:xfrm>
            <a:custGeom>
              <a:avLst/>
              <a:gdLst/>
              <a:ahLst/>
              <a:cxnLst/>
              <a:rect l="l" t="t" r="r" b="b"/>
              <a:pathLst>
                <a:path w="440" h="1317" extrusionOk="0">
                  <a:moveTo>
                    <a:pt x="0" y="0"/>
                  </a:moveTo>
                  <a:lnTo>
                    <a:pt x="0" y="1317"/>
                  </a:lnTo>
                  <a:lnTo>
                    <a:pt x="439" y="1317"/>
                  </a:lnTo>
                  <a:lnTo>
                    <a:pt x="439"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3" name="Google Shape;16873;p138"/>
            <p:cNvSpPr/>
            <p:nvPr/>
          </p:nvSpPr>
          <p:spPr>
            <a:xfrm>
              <a:off x="8052704" y="1747069"/>
              <a:ext cx="275073" cy="110684"/>
            </a:xfrm>
            <a:custGeom>
              <a:avLst/>
              <a:gdLst/>
              <a:ahLst/>
              <a:cxnLst/>
              <a:rect l="l" t="t" r="r" b="b"/>
              <a:pathLst>
                <a:path w="10505" h="4227" extrusionOk="0">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4" name="Google Shape;16874;p138"/>
            <p:cNvSpPr/>
            <p:nvPr/>
          </p:nvSpPr>
          <p:spPr>
            <a:xfrm>
              <a:off x="8150138" y="1697344"/>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5" name="Google Shape;16875;p138"/>
            <p:cNvSpPr/>
            <p:nvPr/>
          </p:nvSpPr>
          <p:spPr>
            <a:xfrm>
              <a:off x="8087687" y="1503208"/>
              <a:ext cx="205107" cy="136974"/>
            </a:xfrm>
            <a:custGeom>
              <a:avLst/>
              <a:gdLst/>
              <a:ahLst/>
              <a:cxnLst/>
              <a:rect l="l" t="t" r="r" b="b"/>
              <a:pathLst>
                <a:path w="7833" h="5231" extrusionOk="0">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6" name="Google Shape;16876;p138"/>
            <p:cNvSpPr/>
            <p:nvPr/>
          </p:nvSpPr>
          <p:spPr>
            <a:xfrm>
              <a:off x="8087687" y="1515751"/>
              <a:ext cx="190889" cy="124431"/>
            </a:xfrm>
            <a:custGeom>
              <a:avLst/>
              <a:gdLst/>
              <a:ahLst/>
              <a:cxnLst/>
              <a:rect l="l" t="t" r="r" b="b"/>
              <a:pathLst>
                <a:path w="7290" h="4752" extrusionOk="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7" name="Google Shape;16877;p138"/>
            <p:cNvSpPr/>
            <p:nvPr/>
          </p:nvSpPr>
          <p:spPr>
            <a:xfrm>
              <a:off x="8097690" y="1577207"/>
              <a:ext cx="184866" cy="143415"/>
            </a:xfrm>
            <a:custGeom>
              <a:avLst/>
              <a:gdLst/>
              <a:ahLst/>
              <a:cxnLst/>
              <a:rect l="l" t="t" r="r" b="b"/>
              <a:pathLst>
                <a:path w="7060" h="5477" extrusionOk="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8" name="Google Shape;16878;p138"/>
            <p:cNvSpPr/>
            <p:nvPr/>
          </p:nvSpPr>
          <p:spPr>
            <a:xfrm>
              <a:off x="8150138" y="1623031"/>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9" name="Google Shape;16879;p138"/>
            <p:cNvSpPr/>
            <p:nvPr/>
          </p:nvSpPr>
          <p:spPr>
            <a:xfrm>
              <a:off x="8218848" y="1623031"/>
              <a:ext cx="11495" cy="17151"/>
            </a:xfrm>
            <a:custGeom>
              <a:avLst/>
              <a:gdLst/>
              <a:ahLst/>
              <a:cxnLst/>
              <a:rect l="l" t="t" r="r" b="b"/>
              <a:pathLst>
                <a:path w="439" h="655" extrusionOk="0">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0" name="Google Shape;16880;p138"/>
            <p:cNvSpPr/>
            <p:nvPr/>
          </p:nvSpPr>
          <p:spPr>
            <a:xfrm>
              <a:off x="8164618" y="1662963"/>
              <a:ext cx="50799" cy="17439"/>
            </a:xfrm>
            <a:custGeom>
              <a:avLst/>
              <a:gdLst/>
              <a:ahLst/>
              <a:cxnLst/>
              <a:rect l="l" t="t" r="r" b="b"/>
              <a:pathLst>
                <a:path w="1940" h="666" extrusionOk="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1" name="Google Shape;16881;p138"/>
            <p:cNvSpPr/>
            <p:nvPr/>
          </p:nvSpPr>
          <p:spPr>
            <a:xfrm>
              <a:off x="8097690" y="1577207"/>
              <a:ext cx="155382" cy="143389"/>
            </a:xfrm>
            <a:custGeom>
              <a:avLst/>
              <a:gdLst/>
              <a:ahLst/>
              <a:cxnLst/>
              <a:rect l="l" t="t" r="r" b="b"/>
              <a:pathLst>
                <a:path w="5934" h="5476" extrusionOk="0">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2" name="Google Shape;16882;p138"/>
            <p:cNvSpPr/>
            <p:nvPr/>
          </p:nvSpPr>
          <p:spPr>
            <a:xfrm>
              <a:off x="8178863" y="1754558"/>
              <a:ext cx="22755" cy="63237"/>
            </a:xfrm>
            <a:custGeom>
              <a:avLst/>
              <a:gdLst/>
              <a:ahLst/>
              <a:cxnLst/>
              <a:rect l="l" t="t" r="r" b="b"/>
              <a:pathLst>
                <a:path w="869" h="2415" extrusionOk="0">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3" name="Google Shape;16883;p138"/>
            <p:cNvSpPr/>
            <p:nvPr/>
          </p:nvSpPr>
          <p:spPr>
            <a:xfrm>
              <a:off x="8127645" y="1728137"/>
              <a:ext cx="62477" cy="57921"/>
            </a:xfrm>
            <a:custGeom>
              <a:avLst/>
              <a:gdLst/>
              <a:ahLst/>
              <a:cxnLst/>
              <a:rect l="l" t="t" r="r" b="b"/>
              <a:pathLst>
                <a:path w="2386" h="2212" extrusionOk="0">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4" name="Google Shape;16884;p138"/>
            <p:cNvSpPr/>
            <p:nvPr/>
          </p:nvSpPr>
          <p:spPr>
            <a:xfrm>
              <a:off x="8190096" y="1728137"/>
              <a:ext cx="62477" cy="57816"/>
            </a:xfrm>
            <a:custGeom>
              <a:avLst/>
              <a:gdLst/>
              <a:ahLst/>
              <a:cxnLst/>
              <a:rect l="l" t="t" r="r" b="b"/>
              <a:pathLst>
                <a:path w="2386" h="2208" extrusionOk="0">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5" name="Google Shape;16885;p138"/>
            <p:cNvSpPr/>
            <p:nvPr/>
          </p:nvSpPr>
          <p:spPr>
            <a:xfrm>
              <a:off x="8058464" y="1770557"/>
              <a:ext cx="51480" cy="64206"/>
            </a:xfrm>
            <a:custGeom>
              <a:avLst/>
              <a:gdLst/>
              <a:ahLst/>
              <a:cxnLst/>
              <a:rect l="l" t="t" r="r" b="b"/>
              <a:pathLst>
                <a:path w="1966" h="2452" extrusionOk="0">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6" name="Google Shape;16886;p138"/>
            <p:cNvSpPr/>
            <p:nvPr/>
          </p:nvSpPr>
          <p:spPr>
            <a:xfrm>
              <a:off x="8270301" y="1770557"/>
              <a:ext cx="51480" cy="64206"/>
            </a:xfrm>
            <a:custGeom>
              <a:avLst/>
              <a:gdLst/>
              <a:ahLst/>
              <a:cxnLst/>
              <a:rect l="l" t="t" r="r" b="b"/>
              <a:pathLst>
                <a:path w="1966" h="2452" extrusionOk="0">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87" name="Google Shape;16887;p138"/>
          <p:cNvGrpSpPr/>
          <p:nvPr/>
        </p:nvGrpSpPr>
        <p:grpSpPr>
          <a:xfrm>
            <a:off x="5794745" y="1502999"/>
            <a:ext cx="274550" cy="354754"/>
            <a:chOff x="5794745" y="1502999"/>
            <a:chExt cx="274550" cy="354754"/>
          </a:xfrm>
        </p:grpSpPr>
        <p:sp>
          <p:nvSpPr>
            <p:cNvPr id="16888" name="Google Shape;16888;p138"/>
            <p:cNvSpPr/>
            <p:nvPr/>
          </p:nvSpPr>
          <p:spPr>
            <a:xfrm>
              <a:off x="5794745" y="1703340"/>
              <a:ext cx="274550" cy="154413"/>
            </a:xfrm>
            <a:custGeom>
              <a:avLst/>
              <a:gdLst/>
              <a:ahLst/>
              <a:cxnLst/>
              <a:rect l="l" t="t" r="r" b="b"/>
              <a:pathLst>
                <a:path w="10485" h="5897" extrusionOk="0">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9" name="Google Shape;16889;p138"/>
            <p:cNvSpPr/>
            <p:nvPr/>
          </p:nvSpPr>
          <p:spPr>
            <a:xfrm>
              <a:off x="5891918" y="1703340"/>
              <a:ext cx="80205" cy="22886"/>
            </a:xfrm>
            <a:custGeom>
              <a:avLst/>
              <a:gdLst/>
              <a:ahLst/>
              <a:cxnLst/>
              <a:rect l="l" t="t" r="r" b="b"/>
              <a:pathLst>
                <a:path w="3063" h="874" extrusionOk="0">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0" name="Google Shape;16890;p138"/>
            <p:cNvSpPr/>
            <p:nvPr/>
          </p:nvSpPr>
          <p:spPr>
            <a:xfrm>
              <a:off x="5835698" y="1554478"/>
              <a:ext cx="192381" cy="160147"/>
            </a:xfrm>
            <a:custGeom>
              <a:avLst/>
              <a:gdLst/>
              <a:ahLst/>
              <a:cxnLst/>
              <a:rect l="l" t="t" r="r" b="b"/>
              <a:pathLst>
                <a:path w="7347" h="6116" extrusionOk="0">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1" name="Google Shape;16891;p138"/>
            <p:cNvSpPr/>
            <p:nvPr/>
          </p:nvSpPr>
          <p:spPr>
            <a:xfrm>
              <a:off x="5839705" y="1554478"/>
              <a:ext cx="143677" cy="160357"/>
            </a:xfrm>
            <a:custGeom>
              <a:avLst/>
              <a:gdLst/>
              <a:ahLst/>
              <a:cxnLst/>
              <a:rect l="l" t="t" r="r" b="b"/>
              <a:pathLst>
                <a:path w="5487" h="6124" extrusionOk="0">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2" name="Google Shape;16892;p138"/>
            <p:cNvSpPr/>
            <p:nvPr/>
          </p:nvSpPr>
          <p:spPr>
            <a:xfrm>
              <a:off x="5842716" y="1502999"/>
              <a:ext cx="187118" cy="114455"/>
            </a:xfrm>
            <a:custGeom>
              <a:avLst/>
              <a:gdLst/>
              <a:ahLst/>
              <a:cxnLst/>
              <a:rect l="l" t="t" r="r" b="b"/>
              <a:pathLst>
                <a:path w="7146" h="4371" extrusionOk="0">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3" name="Google Shape;16893;p138"/>
            <p:cNvSpPr/>
            <p:nvPr/>
          </p:nvSpPr>
          <p:spPr>
            <a:xfrm>
              <a:off x="5842716" y="1502999"/>
              <a:ext cx="72218" cy="114455"/>
            </a:xfrm>
            <a:custGeom>
              <a:avLst/>
              <a:gdLst/>
              <a:ahLst/>
              <a:cxnLst/>
              <a:rect l="l" t="t" r="r" b="b"/>
              <a:pathLst>
                <a:path w="2758" h="4371" extrusionOk="0">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4" name="Google Shape;16894;p138"/>
            <p:cNvSpPr/>
            <p:nvPr/>
          </p:nvSpPr>
          <p:spPr>
            <a:xfrm>
              <a:off x="5891918" y="1617532"/>
              <a:ext cx="11521" cy="17151"/>
            </a:xfrm>
            <a:custGeom>
              <a:avLst/>
              <a:gdLst/>
              <a:ahLst/>
              <a:cxnLst/>
              <a:rect l="l" t="t" r="r" b="b"/>
              <a:pathLst>
                <a:path w="440" h="655" extrusionOk="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5" name="Google Shape;16895;p138"/>
            <p:cNvSpPr/>
            <p:nvPr/>
          </p:nvSpPr>
          <p:spPr>
            <a:xfrm>
              <a:off x="5960601" y="1617532"/>
              <a:ext cx="11521" cy="17151"/>
            </a:xfrm>
            <a:custGeom>
              <a:avLst/>
              <a:gdLst/>
              <a:ahLst/>
              <a:cxnLst/>
              <a:rect l="l" t="t" r="r" b="b"/>
              <a:pathLst>
                <a:path w="440" h="655" extrusionOk="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6" name="Google Shape;16896;p138"/>
            <p:cNvSpPr/>
            <p:nvPr/>
          </p:nvSpPr>
          <p:spPr>
            <a:xfrm>
              <a:off x="5906424" y="1657438"/>
              <a:ext cx="50773" cy="17282"/>
            </a:xfrm>
            <a:custGeom>
              <a:avLst/>
              <a:gdLst/>
              <a:ahLst/>
              <a:cxnLst/>
              <a:rect l="l" t="t" r="r" b="b"/>
              <a:pathLst>
                <a:path w="1939" h="660" extrusionOk="0">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7" name="Google Shape;16897;p138"/>
            <p:cNvSpPr/>
            <p:nvPr/>
          </p:nvSpPr>
          <p:spPr>
            <a:xfrm>
              <a:off x="5884429" y="1600433"/>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8" name="Google Shape;16898;p138"/>
            <p:cNvSpPr/>
            <p:nvPr/>
          </p:nvSpPr>
          <p:spPr>
            <a:xfrm>
              <a:off x="5953112" y="1600433"/>
              <a:ext cx="26499" cy="11260"/>
            </a:xfrm>
            <a:custGeom>
              <a:avLst/>
              <a:gdLst/>
              <a:ahLst/>
              <a:cxnLst/>
              <a:rect l="l" t="t" r="r" b="b"/>
              <a:pathLst>
                <a:path w="1012" h="430" extrusionOk="0">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9" name="Google Shape;16899;p138"/>
            <p:cNvSpPr/>
            <p:nvPr/>
          </p:nvSpPr>
          <p:spPr>
            <a:xfrm>
              <a:off x="5846199" y="1748326"/>
              <a:ext cx="171643" cy="109427"/>
            </a:xfrm>
            <a:custGeom>
              <a:avLst/>
              <a:gdLst/>
              <a:ahLst/>
              <a:cxnLst/>
              <a:rect l="l" t="t" r="r" b="b"/>
              <a:pathLst>
                <a:path w="6555" h="4179" extrusionOk="0">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0" name="Google Shape;16900;p138"/>
            <p:cNvSpPr/>
            <p:nvPr/>
          </p:nvSpPr>
          <p:spPr>
            <a:xfrm>
              <a:off x="5845439" y="1548979"/>
              <a:ext cx="177901" cy="28489"/>
            </a:xfrm>
            <a:custGeom>
              <a:avLst/>
              <a:gdLst/>
              <a:ahLst/>
              <a:cxnLst/>
              <a:rect l="l" t="t" r="r" b="b"/>
              <a:pathLst>
                <a:path w="6794" h="1088" extrusionOk="0">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1" name="Google Shape;16901;p138"/>
            <p:cNvSpPr/>
            <p:nvPr/>
          </p:nvSpPr>
          <p:spPr>
            <a:xfrm>
              <a:off x="5932635" y="1548979"/>
              <a:ext cx="90941" cy="22781"/>
            </a:xfrm>
            <a:custGeom>
              <a:avLst/>
              <a:gdLst/>
              <a:ahLst/>
              <a:cxnLst/>
              <a:rect l="l" t="t" r="r" b="b"/>
              <a:pathLst>
                <a:path w="3473" h="870" extrusionOk="0">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2" name="Google Shape;16902;p138"/>
            <p:cNvSpPr/>
            <p:nvPr/>
          </p:nvSpPr>
          <p:spPr>
            <a:xfrm>
              <a:off x="5932373" y="1537484"/>
              <a:ext cx="17282" cy="11521"/>
            </a:xfrm>
            <a:custGeom>
              <a:avLst/>
              <a:gdLst/>
              <a:ahLst/>
              <a:cxnLst/>
              <a:rect l="l" t="t" r="r" b="b"/>
              <a:pathLst>
                <a:path w="660" h="440" extrusionOk="0">
                  <a:moveTo>
                    <a:pt x="440" y="0"/>
                  </a:moveTo>
                  <a:cubicBezTo>
                    <a:pt x="201" y="0"/>
                    <a:pt x="1" y="191"/>
                    <a:pt x="10" y="439"/>
                  </a:cubicBezTo>
                  <a:lnTo>
                    <a:pt x="659" y="439"/>
                  </a:lnTo>
                  <a:lnTo>
                    <a:pt x="65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3" name="Google Shape;16903;p138"/>
            <p:cNvSpPr/>
            <p:nvPr/>
          </p:nvSpPr>
          <p:spPr>
            <a:xfrm>
              <a:off x="5972096" y="1502999"/>
              <a:ext cx="57240" cy="57240"/>
            </a:xfrm>
            <a:custGeom>
              <a:avLst/>
              <a:gdLst/>
              <a:ahLst/>
              <a:cxnLst/>
              <a:rect l="l" t="t" r="r" b="b"/>
              <a:pathLst>
                <a:path w="2186" h="2186" extrusionOk="0">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4" name="Google Shape;16904;p138"/>
            <p:cNvSpPr/>
            <p:nvPr/>
          </p:nvSpPr>
          <p:spPr>
            <a:xfrm>
              <a:off x="5943371" y="1525989"/>
              <a:ext cx="34250" cy="34250"/>
            </a:xfrm>
            <a:custGeom>
              <a:avLst/>
              <a:gdLst/>
              <a:ahLst/>
              <a:cxnLst/>
              <a:rect l="l" t="t" r="r" b="b"/>
              <a:pathLst>
                <a:path w="1308" h="1308" extrusionOk="0">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5" name="Google Shape;16905;p138"/>
            <p:cNvSpPr/>
            <p:nvPr/>
          </p:nvSpPr>
          <p:spPr>
            <a:xfrm>
              <a:off x="5845204" y="1548979"/>
              <a:ext cx="23750" cy="28489"/>
            </a:xfrm>
            <a:custGeom>
              <a:avLst/>
              <a:gdLst/>
              <a:ahLst/>
              <a:cxnLst/>
              <a:rect l="l" t="t" r="r" b="b"/>
              <a:pathLst>
                <a:path w="907" h="1088" extrusionOk="0">
                  <a:moveTo>
                    <a:pt x="0" y="0"/>
                  </a:moveTo>
                  <a:cubicBezTo>
                    <a:pt x="0" y="58"/>
                    <a:pt x="0" y="115"/>
                    <a:pt x="10" y="172"/>
                  </a:cubicBezTo>
                  <a:lnTo>
                    <a:pt x="105" y="1088"/>
                  </a:lnTo>
                  <a:lnTo>
                    <a:pt x="907" y="1088"/>
                  </a:lnTo>
                  <a:lnTo>
                    <a:pt x="907"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6" name="Google Shape;16906;p138"/>
            <p:cNvSpPr/>
            <p:nvPr/>
          </p:nvSpPr>
          <p:spPr>
            <a:xfrm>
              <a:off x="5863428" y="1748326"/>
              <a:ext cx="137419" cy="80964"/>
            </a:xfrm>
            <a:custGeom>
              <a:avLst/>
              <a:gdLst/>
              <a:ahLst/>
              <a:cxnLst/>
              <a:rect l="l" t="t" r="r" b="b"/>
              <a:pathLst>
                <a:path w="5248" h="3092" extrusionOk="0">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7" name="Google Shape;16907;p138"/>
            <p:cNvSpPr/>
            <p:nvPr/>
          </p:nvSpPr>
          <p:spPr>
            <a:xfrm>
              <a:off x="5828969" y="1817768"/>
              <a:ext cx="17256" cy="39984"/>
            </a:xfrm>
            <a:custGeom>
              <a:avLst/>
              <a:gdLst/>
              <a:ahLst/>
              <a:cxnLst/>
              <a:rect l="l" t="t" r="r" b="b"/>
              <a:pathLst>
                <a:path w="659" h="1527" extrusionOk="0">
                  <a:moveTo>
                    <a:pt x="659" y="0"/>
                  </a:moveTo>
                  <a:cubicBezTo>
                    <a:pt x="296" y="0"/>
                    <a:pt x="0" y="286"/>
                    <a:pt x="0" y="649"/>
                  </a:cubicBezTo>
                  <a:lnTo>
                    <a:pt x="0" y="1527"/>
                  </a:lnTo>
                  <a:lnTo>
                    <a:pt x="659" y="1527"/>
                  </a:lnTo>
                  <a:lnTo>
                    <a:pt x="659"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8" name="Google Shape;16908;p138"/>
            <p:cNvSpPr/>
            <p:nvPr/>
          </p:nvSpPr>
          <p:spPr>
            <a:xfrm>
              <a:off x="5846199" y="1817768"/>
              <a:ext cx="11521" cy="39984"/>
            </a:xfrm>
            <a:custGeom>
              <a:avLst/>
              <a:gdLst/>
              <a:ahLst/>
              <a:cxnLst/>
              <a:rect l="l" t="t" r="r" b="b"/>
              <a:pathLst>
                <a:path w="440" h="1527" extrusionOk="0">
                  <a:moveTo>
                    <a:pt x="1" y="0"/>
                  </a:moveTo>
                  <a:lnTo>
                    <a:pt x="1" y="1527"/>
                  </a:lnTo>
                  <a:lnTo>
                    <a:pt x="439" y="1527"/>
                  </a:lnTo>
                  <a:lnTo>
                    <a:pt x="439" y="439"/>
                  </a:lnTo>
                  <a:cubicBezTo>
                    <a:pt x="439" y="191"/>
                    <a:pt x="239" y="0"/>
                    <a:pt x="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9" name="Google Shape;16909;p138"/>
            <p:cNvSpPr/>
            <p:nvPr/>
          </p:nvSpPr>
          <p:spPr>
            <a:xfrm>
              <a:off x="6017815" y="1817768"/>
              <a:ext cx="17256" cy="39984"/>
            </a:xfrm>
            <a:custGeom>
              <a:avLst/>
              <a:gdLst/>
              <a:ahLst/>
              <a:cxnLst/>
              <a:rect l="l" t="t" r="r" b="b"/>
              <a:pathLst>
                <a:path w="659" h="1527" extrusionOk="0">
                  <a:moveTo>
                    <a:pt x="1" y="0"/>
                  </a:moveTo>
                  <a:lnTo>
                    <a:pt x="1" y="1527"/>
                  </a:lnTo>
                  <a:lnTo>
                    <a:pt x="659" y="1527"/>
                  </a:lnTo>
                  <a:lnTo>
                    <a:pt x="659" y="649"/>
                  </a:lnTo>
                  <a:cubicBezTo>
                    <a:pt x="649" y="286"/>
                    <a:pt x="363" y="0"/>
                    <a:pt x="1"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0" name="Google Shape;16910;p138"/>
            <p:cNvSpPr/>
            <p:nvPr/>
          </p:nvSpPr>
          <p:spPr>
            <a:xfrm>
              <a:off x="6006320" y="1817768"/>
              <a:ext cx="11521" cy="39984"/>
            </a:xfrm>
            <a:custGeom>
              <a:avLst/>
              <a:gdLst/>
              <a:ahLst/>
              <a:cxnLst/>
              <a:rect l="l" t="t" r="r" b="b"/>
              <a:pathLst>
                <a:path w="440" h="1527" extrusionOk="0">
                  <a:moveTo>
                    <a:pt x="440" y="0"/>
                  </a:moveTo>
                  <a:cubicBezTo>
                    <a:pt x="192" y="0"/>
                    <a:pt x="1" y="191"/>
                    <a:pt x="1" y="439"/>
                  </a:cubicBezTo>
                  <a:lnTo>
                    <a:pt x="1" y="1527"/>
                  </a:lnTo>
                  <a:lnTo>
                    <a:pt x="440" y="1527"/>
                  </a:lnTo>
                  <a:lnTo>
                    <a:pt x="440"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11" name="Google Shape;16911;p138"/>
          <p:cNvGrpSpPr/>
          <p:nvPr/>
        </p:nvGrpSpPr>
        <p:grpSpPr>
          <a:xfrm>
            <a:off x="4896940" y="1502999"/>
            <a:ext cx="263316" cy="354754"/>
            <a:chOff x="4896940" y="1502999"/>
            <a:chExt cx="263316" cy="354754"/>
          </a:xfrm>
        </p:grpSpPr>
        <p:sp>
          <p:nvSpPr>
            <p:cNvPr id="16912" name="Google Shape;16912;p138"/>
            <p:cNvSpPr/>
            <p:nvPr/>
          </p:nvSpPr>
          <p:spPr>
            <a:xfrm>
              <a:off x="4904193" y="1594384"/>
              <a:ext cx="113433" cy="103221"/>
            </a:xfrm>
            <a:custGeom>
              <a:avLst/>
              <a:gdLst/>
              <a:ahLst/>
              <a:cxnLst/>
              <a:rect l="l" t="t" r="r" b="b"/>
              <a:pathLst>
                <a:path w="4332" h="3942" extrusionOk="0">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3" name="Google Shape;16913;p138"/>
            <p:cNvSpPr/>
            <p:nvPr/>
          </p:nvSpPr>
          <p:spPr>
            <a:xfrm>
              <a:off x="5039831" y="1594620"/>
              <a:ext cx="113198" cy="102907"/>
            </a:xfrm>
            <a:custGeom>
              <a:avLst/>
              <a:gdLst/>
              <a:ahLst/>
              <a:cxnLst/>
              <a:rect l="l" t="t" r="r" b="b"/>
              <a:pathLst>
                <a:path w="4323" h="3930" extrusionOk="0">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4" name="Google Shape;16914;p138"/>
            <p:cNvSpPr/>
            <p:nvPr/>
          </p:nvSpPr>
          <p:spPr>
            <a:xfrm>
              <a:off x="4937160" y="1502999"/>
              <a:ext cx="183138" cy="123200"/>
            </a:xfrm>
            <a:custGeom>
              <a:avLst/>
              <a:gdLst/>
              <a:ahLst/>
              <a:cxnLst/>
              <a:rect l="l" t="t" r="r" b="b"/>
              <a:pathLst>
                <a:path w="6994" h="4705" extrusionOk="0">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5" name="Google Shape;16915;p138"/>
            <p:cNvSpPr/>
            <p:nvPr/>
          </p:nvSpPr>
          <p:spPr>
            <a:xfrm>
              <a:off x="4896940" y="1680376"/>
              <a:ext cx="263316" cy="177377"/>
            </a:xfrm>
            <a:custGeom>
              <a:avLst/>
              <a:gdLst/>
              <a:ahLst/>
              <a:cxnLst/>
              <a:rect l="l" t="t" r="r" b="b"/>
              <a:pathLst>
                <a:path w="10056" h="6774" extrusionOk="0">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6" name="Google Shape;16916;p138"/>
            <p:cNvSpPr/>
            <p:nvPr/>
          </p:nvSpPr>
          <p:spPr>
            <a:xfrm>
              <a:off x="4897202" y="1730834"/>
              <a:ext cx="263055" cy="126919"/>
            </a:xfrm>
            <a:custGeom>
              <a:avLst/>
              <a:gdLst/>
              <a:ahLst/>
              <a:cxnLst/>
              <a:rect l="l" t="t" r="r" b="b"/>
              <a:pathLst>
                <a:path w="10046" h="4847" extrusionOk="0">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7" name="Google Shape;16917;p138"/>
            <p:cNvSpPr/>
            <p:nvPr/>
          </p:nvSpPr>
          <p:spPr>
            <a:xfrm>
              <a:off x="4953395" y="1730834"/>
              <a:ext cx="150407" cy="81697"/>
            </a:xfrm>
            <a:custGeom>
              <a:avLst/>
              <a:gdLst/>
              <a:ahLst/>
              <a:cxnLst/>
              <a:rect l="l" t="t" r="r" b="b"/>
              <a:pathLst>
                <a:path w="5744" h="3120" extrusionOk="0">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8" name="Google Shape;16918;p138"/>
            <p:cNvSpPr/>
            <p:nvPr/>
          </p:nvSpPr>
          <p:spPr>
            <a:xfrm>
              <a:off x="4994374" y="1691871"/>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9" name="Google Shape;16919;p138"/>
            <p:cNvSpPr/>
            <p:nvPr/>
          </p:nvSpPr>
          <p:spPr>
            <a:xfrm>
              <a:off x="4936427" y="1559846"/>
              <a:ext cx="184630" cy="149019"/>
            </a:xfrm>
            <a:custGeom>
              <a:avLst/>
              <a:gdLst/>
              <a:ahLst/>
              <a:cxnLst/>
              <a:rect l="l" t="t" r="r" b="b"/>
              <a:pathLst>
                <a:path w="7051" h="5691" extrusionOk="0">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0" name="Google Shape;16920;p138"/>
            <p:cNvSpPr/>
            <p:nvPr/>
          </p:nvSpPr>
          <p:spPr>
            <a:xfrm>
              <a:off x="4936427" y="1560082"/>
              <a:ext cx="169391" cy="149019"/>
            </a:xfrm>
            <a:custGeom>
              <a:avLst/>
              <a:gdLst/>
              <a:ahLst/>
              <a:cxnLst/>
              <a:rect l="l" t="t" r="r" b="b"/>
              <a:pathLst>
                <a:path w="6469" h="5691" extrusionOk="0">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1" name="Google Shape;16921;p138"/>
            <p:cNvSpPr/>
            <p:nvPr/>
          </p:nvSpPr>
          <p:spPr>
            <a:xfrm>
              <a:off x="4988614" y="1612295"/>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2" name="Google Shape;16922;p138"/>
            <p:cNvSpPr/>
            <p:nvPr/>
          </p:nvSpPr>
          <p:spPr>
            <a:xfrm>
              <a:off x="5057323" y="1612295"/>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3" name="Google Shape;16923;p138"/>
            <p:cNvSpPr/>
            <p:nvPr/>
          </p:nvSpPr>
          <p:spPr>
            <a:xfrm>
              <a:off x="5003382" y="1652174"/>
              <a:ext cx="50694" cy="17282"/>
            </a:xfrm>
            <a:custGeom>
              <a:avLst/>
              <a:gdLst/>
              <a:ahLst/>
              <a:cxnLst/>
              <a:rect l="l" t="t" r="r" b="b"/>
              <a:pathLst>
                <a:path w="1936" h="660" extrusionOk="0">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4" name="Google Shape;16924;p138"/>
            <p:cNvSpPr/>
            <p:nvPr/>
          </p:nvSpPr>
          <p:spPr>
            <a:xfrm>
              <a:off x="5040093" y="1504255"/>
              <a:ext cx="79943" cy="90469"/>
            </a:xfrm>
            <a:custGeom>
              <a:avLst/>
              <a:gdLst/>
              <a:ahLst/>
              <a:cxnLst/>
              <a:rect l="l" t="t" r="r" b="b"/>
              <a:pathLst>
                <a:path w="3053" h="3455" extrusionOk="0">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5" name="Google Shape;16925;p138"/>
            <p:cNvSpPr/>
            <p:nvPr/>
          </p:nvSpPr>
          <p:spPr>
            <a:xfrm>
              <a:off x="5020114" y="1789043"/>
              <a:ext cx="17256" cy="57214"/>
            </a:xfrm>
            <a:custGeom>
              <a:avLst/>
              <a:gdLst/>
              <a:ahLst/>
              <a:cxnLst/>
              <a:rect l="l" t="t" r="r" b="b"/>
              <a:pathLst>
                <a:path w="659" h="2185" extrusionOk="0">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6" name="Google Shape;16926;p138"/>
            <p:cNvSpPr/>
            <p:nvPr/>
          </p:nvSpPr>
          <p:spPr>
            <a:xfrm>
              <a:off x="4899689" y="1767546"/>
              <a:ext cx="48992" cy="90207"/>
            </a:xfrm>
            <a:custGeom>
              <a:avLst/>
              <a:gdLst/>
              <a:ahLst/>
              <a:cxnLst/>
              <a:rect l="l" t="t" r="r" b="b"/>
              <a:pathLst>
                <a:path w="1871" h="3445" extrusionOk="0">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7" name="Google Shape;16927;p138"/>
            <p:cNvSpPr/>
            <p:nvPr/>
          </p:nvSpPr>
          <p:spPr>
            <a:xfrm>
              <a:off x="5108777" y="1767546"/>
              <a:ext cx="48992" cy="90207"/>
            </a:xfrm>
            <a:custGeom>
              <a:avLst/>
              <a:gdLst/>
              <a:ahLst/>
              <a:cxnLst/>
              <a:rect l="l" t="t" r="r" b="b"/>
              <a:pathLst>
                <a:path w="1871" h="3445" extrusionOk="0">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8" name="Google Shape;16928;p138"/>
            <p:cNvSpPr/>
            <p:nvPr/>
          </p:nvSpPr>
          <p:spPr>
            <a:xfrm>
              <a:off x="5020114" y="1789043"/>
              <a:ext cx="17256" cy="17989"/>
            </a:xfrm>
            <a:custGeom>
              <a:avLst/>
              <a:gdLst/>
              <a:ahLst/>
              <a:cxnLst/>
              <a:rect l="l" t="t" r="r" b="b"/>
              <a:pathLst>
                <a:path w="659" h="687" extrusionOk="0">
                  <a:moveTo>
                    <a:pt x="0" y="0"/>
                  </a:moveTo>
                  <a:lnTo>
                    <a:pt x="0" y="687"/>
                  </a:lnTo>
                  <a:lnTo>
                    <a:pt x="324" y="611"/>
                  </a:lnTo>
                  <a:lnTo>
                    <a:pt x="658" y="687"/>
                  </a:lnTo>
                  <a:lnTo>
                    <a:pt x="658"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9" name="Google Shape;16929;p138"/>
            <p:cNvSpPr/>
            <p:nvPr/>
          </p:nvSpPr>
          <p:spPr>
            <a:xfrm>
              <a:off x="4963895" y="1720334"/>
              <a:ext cx="129432" cy="80650"/>
            </a:xfrm>
            <a:custGeom>
              <a:avLst/>
              <a:gdLst/>
              <a:ahLst/>
              <a:cxnLst/>
              <a:rect l="l" t="t" r="r" b="b"/>
              <a:pathLst>
                <a:path w="4943" h="3080" extrusionOk="0">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0" name="Google Shape;16930;p138"/>
            <p:cNvSpPr/>
            <p:nvPr/>
          </p:nvSpPr>
          <p:spPr>
            <a:xfrm>
              <a:off x="5063058" y="1720334"/>
              <a:ext cx="26" cy="288"/>
            </a:xfrm>
            <a:custGeom>
              <a:avLst/>
              <a:gdLst/>
              <a:ahLst/>
              <a:cxnLst/>
              <a:rect l="l" t="t" r="r" b="b"/>
              <a:pathLst>
                <a:path w="1" h="11" extrusionOk="0">
                  <a:moveTo>
                    <a:pt x="1" y="10"/>
                  </a:moveTo>
                  <a:lnTo>
                    <a:pt x="1" y="10"/>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1" name="Google Shape;16931;p138"/>
            <p:cNvSpPr/>
            <p:nvPr/>
          </p:nvSpPr>
          <p:spPr>
            <a:xfrm>
              <a:off x="4994374" y="1720334"/>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2" name="Google Shape;16932;p138"/>
            <p:cNvSpPr/>
            <p:nvPr/>
          </p:nvSpPr>
          <p:spPr>
            <a:xfrm>
              <a:off x="4982879" y="1720334"/>
              <a:ext cx="91464" cy="62975"/>
            </a:xfrm>
            <a:custGeom>
              <a:avLst/>
              <a:gdLst/>
              <a:ahLst/>
              <a:cxnLst/>
              <a:rect l="l" t="t" r="r" b="b"/>
              <a:pathLst>
                <a:path w="3493" h="2405" extrusionOk="0">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33" name="Google Shape;16933;p138"/>
          <p:cNvGrpSpPr/>
          <p:nvPr/>
        </p:nvGrpSpPr>
        <p:grpSpPr>
          <a:xfrm>
            <a:off x="6255392" y="4268082"/>
            <a:ext cx="274550" cy="354728"/>
            <a:chOff x="6255392" y="4268082"/>
            <a:chExt cx="274550" cy="354728"/>
          </a:xfrm>
        </p:grpSpPr>
        <p:sp>
          <p:nvSpPr>
            <p:cNvPr id="16934" name="Google Shape;16934;p138"/>
            <p:cNvSpPr/>
            <p:nvPr/>
          </p:nvSpPr>
          <p:spPr>
            <a:xfrm>
              <a:off x="6286342" y="4268082"/>
              <a:ext cx="213120" cy="206102"/>
            </a:xfrm>
            <a:custGeom>
              <a:avLst/>
              <a:gdLst/>
              <a:ahLst/>
              <a:cxnLst/>
              <a:rect l="l" t="t" r="r" b="b"/>
              <a:pathLst>
                <a:path w="8139" h="7871" extrusionOk="0">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5" name="Google Shape;16935;p138"/>
            <p:cNvSpPr/>
            <p:nvPr/>
          </p:nvSpPr>
          <p:spPr>
            <a:xfrm>
              <a:off x="6352800" y="4451168"/>
              <a:ext cx="80205" cy="68736"/>
            </a:xfrm>
            <a:custGeom>
              <a:avLst/>
              <a:gdLst/>
              <a:ahLst/>
              <a:cxnLst/>
              <a:rect l="l" t="t" r="r" b="b"/>
              <a:pathLst>
                <a:path w="3063" h="2625" extrusionOk="0">
                  <a:moveTo>
                    <a:pt x="1" y="1"/>
                  </a:moveTo>
                  <a:lnTo>
                    <a:pt x="1" y="2624"/>
                  </a:lnTo>
                  <a:lnTo>
                    <a:pt x="3063" y="2624"/>
                  </a:lnTo>
                  <a:lnTo>
                    <a:pt x="3063"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6" name="Google Shape;16936;p138"/>
            <p:cNvSpPr/>
            <p:nvPr/>
          </p:nvSpPr>
          <p:spPr>
            <a:xfrm>
              <a:off x="6352800" y="4451168"/>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7" name="Google Shape;16937;p138"/>
            <p:cNvSpPr/>
            <p:nvPr/>
          </p:nvSpPr>
          <p:spPr>
            <a:xfrm>
              <a:off x="6296842" y="4307464"/>
              <a:ext cx="192381" cy="166458"/>
            </a:xfrm>
            <a:custGeom>
              <a:avLst/>
              <a:gdLst/>
              <a:ahLst/>
              <a:cxnLst/>
              <a:rect l="l" t="t" r="r" b="b"/>
              <a:pathLst>
                <a:path w="7347" h="6357" extrusionOk="0">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8" name="Google Shape;16938;p138"/>
            <p:cNvSpPr/>
            <p:nvPr/>
          </p:nvSpPr>
          <p:spPr>
            <a:xfrm>
              <a:off x="6296607" y="4320033"/>
              <a:ext cx="107935" cy="154125"/>
            </a:xfrm>
            <a:custGeom>
              <a:avLst/>
              <a:gdLst/>
              <a:ahLst/>
              <a:cxnLst/>
              <a:rect l="l" t="t" r="r" b="b"/>
              <a:pathLst>
                <a:path w="4122" h="5886" extrusionOk="0">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9" name="Google Shape;16939;p138"/>
            <p:cNvSpPr/>
            <p:nvPr/>
          </p:nvSpPr>
          <p:spPr>
            <a:xfrm>
              <a:off x="6352800" y="4376855"/>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0" name="Google Shape;16940;p138"/>
            <p:cNvSpPr/>
            <p:nvPr/>
          </p:nvSpPr>
          <p:spPr>
            <a:xfrm>
              <a:off x="6421509" y="4376855"/>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1" name="Google Shape;16941;p138"/>
            <p:cNvSpPr/>
            <p:nvPr/>
          </p:nvSpPr>
          <p:spPr>
            <a:xfrm>
              <a:off x="6345311" y="4359756"/>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2" name="Google Shape;16942;p138"/>
            <p:cNvSpPr/>
            <p:nvPr/>
          </p:nvSpPr>
          <p:spPr>
            <a:xfrm>
              <a:off x="6413758" y="4359756"/>
              <a:ext cx="26761" cy="11521"/>
            </a:xfrm>
            <a:custGeom>
              <a:avLst/>
              <a:gdLst/>
              <a:ahLst/>
              <a:cxnLst/>
              <a:rect l="l" t="t" r="r" b="b"/>
              <a:pathLst>
                <a:path w="1022" h="440" extrusionOk="0">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3" name="Google Shape;16943;p138"/>
            <p:cNvSpPr/>
            <p:nvPr/>
          </p:nvSpPr>
          <p:spPr>
            <a:xfrm>
              <a:off x="6255392" y="4508382"/>
              <a:ext cx="274550" cy="114428"/>
            </a:xfrm>
            <a:custGeom>
              <a:avLst/>
              <a:gdLst/>
              <a:ahLst/>
              <a:cxnLst/>
              <a:rect l="l" t="t" r="r" b="b"/>
              <a:pathLst>
                <a:path w="10485" h="4370" extrusionOk="0">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4" name="Google Shape;16944;p138"/>
            <p:cNvSpPr/>
            <p:nvPr/>
          </p:nvSpPr>
          <p:spPr>
            <a:xfrm>
              <a:off x="6376785" y="4456667"/>
              <a:ext cx="32260" cy="28751"/>
            </a:xfrm>
            <a:custGeom>
              <a:avLst/>
              <a:gdLst/>
              <a:ahLst/>
              <a:cxnLst/>
              <a:rect l="l" t="t" r="r" b="b"/>
              <a:pathLst>
                <a:path w="1232" h="1098" extrusionOk="0">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5" name="Google Shape;16945;p138"/>
            <p:cNvSpPr/>
            <p:nvPr/>
          </p:nvSpPr>
          <p:spPr>
            <a:xfrm>
              <a:off x="6370029" y="4422705"/>
              <a:ext cx="45745" cy="16994"/>
            </a:xfrm>
            <a:custGeom>
              <a:avLst/>
              <a:gdLst/>
              <a:ahLst/>
              <a:cxnLst/>
              <a:rect l="l" t="t" r="r" b="b"/>
              <a:pathLst>
                <a:path w="1747" h="649" extrusionOk="0">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6" name="Google Shape;16946;p138"/>
            <p:cNvSpPr/>
            <p:nvPr/>
          </p:nvSpPr>
          <p:spPr>
            <a:xfrm>
              <a:off x="6352800" y="4416944"/>
              <a:ext cx="79969" cy="28568"/>
            </a:xfrm>
            <a:custGeom>
              <a:avLst/>
              <a:gdLst/>
              <a:ahLst/>
              <a:cxnLst/>
              <a:rect l="l" t="t" r="r" b="b"/>
              <a:pathLst>
                <a:path w="3054" h="1091" extrusionOk="0">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7" name="Google Shape;16947;p138"/>
            <p:cNvSpPr/>
            <p:nvPr/>
          </p:nvSpPr>
          <p:spPr>
            <a:xfrm>
              <a:off x="6262619" y="4532106"/>
              <a:ext cx="50249" cy="90705"/>
            </a:xfrm>
            <a:custGeom>
              <a:avLst/>
              <a:gdLst/>
              <a:ahLst/>
              <a:cxnLst/>
              <a:rect l="l" t="t" r="r" b="b"/>
              <a:pathLst>
                <a:path w="1919" h="3464" extrusionOk="0">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8" name="Google Shape;16948;p138"/>
            <p:cNvSpPr/>
            <p:nvPr/>
          </p:nvSpPr>
          <p:spPr>
            <a:xfrm>
              <a:off x="6472963" y="4532106"/>
              <a:ext cx="49987" cy="90705"/>
            </a:xfrm>
            <a:custGeom>
              <a:avLst/>
              <a:gdLst/>
              <a:ahLst/>
              <a:cxnLst/>
              <a:rect l="l" t="t" r="r" b="b"/>
              <a:pathLst>
                <a:path w="1909" h="3464" extrusionOk="0">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9" name="Google Shape;16949;p138"/>
            <p:cNvSpPr/>
            <p:nvPr/>
          </p:nvSpPr>
          <p:spPr>
            <a:xfrm>
              <a:off x="6387285" y="4548340"/>
              <a:ext cx="11260" cy="11521"/>
            </a:xfrm>
            <a:custGeom>
              <a:avLst/>
              <a:gdLst/>
              <a:ahLst/>
              <a:cxnLst/>
              <a:rect l="l" t="t" r="r" b="b"/>
              <a:pathLst>
                <a:path w="430" h="440" extrusionOk="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0" name="Google Shape;16950;p138"/>
            <p:cNvSpPr/>
            <p:nvPr/>
          </p:nvSpPr>
          <p:spPr>
            <a:xfrm>
              <a:off x="6387285" y="4588560"/>
              <a:ext cx="11260" cy="11286"/>
            </a:xfrm>
            <a:custGeom>
              <a:avLst/>
              <a:gdLst/>
              <a:ahLst/>
              <a:cxnLst/>
              <a:rect l="l" t="t" r="r" b="b"/>
              <a:pathLst>
                <a:path w="430" h="431" extrusionOk="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1" name="Google Shape;16951;p138"/>
            <p:cNvSpPr/>
            <p:nvPr/>
          </p:nvSpPr>
          <p:spPr>
            <a:xfrm>
              <a:off x="6318838" y="4508382"/>
              <a:ext cx="148155" cy="48495"/>
            </a:xfrm>
            <a:custGeom>
              <a:avLst/>
              <a:gdLst/>
              <a:ahLst/>
              <a:cxnLst/>
              <a:rect l="l" t="t" r="r" b="b"/>
              <a:pathLst>
                <a:path w="5658" h="1852" extrusionOk="0">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2" name="Google Shape;16952;p138"/>
            <p:cNvSpPr/>
            <p:nvPr/>
          </p:nvSpPr>
          <p:spPr>
            <a:xfrm>
              <a:off x="6329809" y="4487853"/>
              <a:ext cx="62975" cy="57581"/>
            </a:xfrm>
            <a:custGeom>
              <a:avLst/>
              <a:gdLst/>
              <a:ahLst/>
              <a:cxnLst/>
              <a:rect l="l" t="t" r="r" b="b"/>
              <a:pathLst>
                <a:path w="2405" h="2199" extrusionOk="0">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3" name="Google Shape;16953;p138"/>
            <p:cNvSpPr/>
            <p:nvPr/>
          </p:nvSpPr>
          <p:spPr>
            <a:xfrm>
              <a:off x="6392784" y="4487853"/>
              <a:ext cx="62975" cy="57581"/>
            </a:xfrm>
            <a:custGeom>
              <a:avLst/>
              <a:gdLst/>
              <a:ahLst/>
              <a:cxnLst/>
              <a:rect l="l" t="t" r="r" b="b"/>
              <a:pathLst>
                <a:path w="2405" h="2199" extrusionOk="0">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54" name="Google Shape;16954;p138"/>
          <p:cNvGrpSpPr/>
          <p:nvPr/>
        </p:nvGrpSpPr>
        <p:grpSpPr>
          <a:xfrm>
            <a:off x="7604076" y="3790075"/>
            <a:ext cx="275807" cy="354859"/>
            <a:chOff x="7604076" y="3790075"/>
            <a:chExt cx="275807" cy="354859"/>
          </a:xfrm>
        </p:grpSpPr>
        <p:sp>
          <p:nvSpPr>
            <p:cNvPr id="16955" name="Google Shape;16955;p138"/>
            <p:cNvSpPr/>
            <p:nvPr/>
          </p:nvSpPr>
          <p:spPr>
            <a:xfrm>
              <a:off x="7623558" y="3790075"/>
              <a:ext cx="237341" cy="113800"/>
            </a:xfrm>
            <a:custGeom>
              <a:avLst/>
              <a:gdLst/>
              <a:ahLst/>
              <a:cxnLst/>
              <a:rect l="l" t="t" r="r" b="b"/>
              <a:pathLst>
                <a:path w="9064" h="4346" extrusionOk="0">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6" name="Google Shape;16956;p138"/>
            <p:cNvSpPr/>
            <p:nvPr/>
          </p:nvSpPr>
          <p:spPr>
            <a:xfrm>
              <a:off x="7604076" y="4018513"/>
              <a:ext cx="275545" cy="126186"/>
            </a:xfrm>
            <a:custGeom>
              <a:avLst/>
              <a:gdLst/>
              <a:ahLst/>
              <a:cxnLst/>
              <a:rect l="l" t="t" r="r" b="b"/>
              <a:pathLst>
                <a:path w="10523" h="4819" extrusionOk="0">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7" name="Google Shape;16957;p138"/>
            <p:cNvSpPr/>
            <p:nvPr/>
          </p:nvSpPr>
          <p:spPr>
            <a:xfrm>
              <a:off x="7604312" y="4049987"/>
              <a:ext cx="275571" cy="94711"/>
            </a:xfrm>
            <a:custGeom>
              <a:avLst/>
              <a:gdLst/>
              <a:ahLst/>
              <a:cxnLst/>
              <a:rect l="l" t="t" r="r" b="b"/>
              <a:pathLst>
                <a:path w="10524" h="3617" extrusionOk="0">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8" name="Google Shape;16958;p138"/>
            <p:cNvSpPr/>
            <p:nvPr/>
          </p:nvSpPr>
          <p:spPr>
            <a:xfrm>
              <a:off x="7726962" y="4096204"/>
              <a:ext cx="30270" cy="48495"/>
            </a:xfrm>
            <a:custGeom>
              <a:avLst/>
              <a:gdLst/>
              <a:ahLst/>
              <a:cxnLst/>
              <a:rect l="l" t="t" r="r" b="b"/>
              <a:pathLst>
                <a:path w="1156" h="1852" extrusionOk="0">
                  <a:moveTo>
                    <a:pt x="936" y="1"/>
                  </a:moveTo>
                  <a:lnTo>
                    <a:pt x="220" y="29"/>
                  </a:lnTo>
                  <a:lnTo>
                    <a:pt x="1" y="1851"/>
                  </a:lnTo>
                  <a:lnTo>
                    <a:pt x="1155" y="1851"/>
                  </a:lnTo>
                  <a:lnTo>
                    <a:pt x="936"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9" name="Google Shape;16959;p138"/>
            <p:cNvSpPr/>
            <p:nvPr/>
          </p:nvSpPr>
          <p:spPr>
            <a:xfrm>
              <a:off x="7668779" y="4049987"/>
              <a:ext cx="146400" cy="57319"/>
            </a:xfrm>
            <a:custGeom>
              <a:avLst/>
              <a:gdLst/>
              <a:ahLst/>
              <a:cxnLst/>
              <a:rect l="l" t="t" r="r" b="b"/>
              <a:pathLst>
                <a:path w="5591" h="2189" extrusionOk="0">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0" name="Google Shape;16960;p138"/>
            <p:cNvSpPr/>
            <p:nvPr/>
          </p:nvSpPr>
          <p:spPr>
            <a:xfrm>
              <a:off x="7719238" y="4064494"/>
              <a:ext cx="45981" cy="35245"/>
            </a:xfrm>
            <a:custGeom>
              <a:avLst/>
              <a:gdLst/>
              <a:ahLst/>
              <a:cxnLst/>
              <a:rect l="l" t="t" r="r" b="b"/>
              <a:pathLst>
                <a:path w="1756" h="1346" extrusionOk="0">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1" name="Google Shape;16961;p138"/>
            <p:cNvSpPr/>
            <p:nvPr/>
          </p:nvSpPr>
          <p:spPr>
            <a:xfrm>
              <a:off x="7701982" y="4018513"/>
              <a:ext cx="80231" cy="23148"/>
            </a:xfrm>
            <a:custGeom>
              <a:avLst/>
              <a:gdLst/>
              <a:ahLst/>
              <a:cxnLst/>
              <a:rect l="l" t="t" r="r" b="b"/>
              <a:pathLst>
                <a:path w="3064" h="884" extrusionOk="0">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2" name="Google Shape;16962;p138"/>
            <p:cNvSpPr/>
            <p:nvPr/>
          </p:nvSpPr>
          <p:spPr>
            <a:xfrm>
              <a:off x="7645527" y="3875124"/>
              <a:ext cx="188139" cy="154675"/>
            </a:xfrm>
            <a:custGeom>
              <a:avLst/>
              <a:gdLst/>
              <a:ahLst/>
              <a:cxnLst/>
              <a:rect l="l" t="t" r="r" b="b"/>
              <a:pathLst>
                <a:path w="7185" h="5907" extrusionOk="0">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3" name="Google Shape;16963;p138"/>
            <p:cNvSpPr/>
            <p:nvPr/>
          </p:nvSpPr>
          <p:spPr>
            <a:xfrm>
              <a:off x="7701982" y="3933412"/>
              <a:ext cx="11521" cy="16942"/>
            </a:xfrm>
            <a:custGeom>
              <a:avLst/>
              <a:gdLst/>
              <a:ahLst/>
              <a:cxnLst/>
              <a:rect l="l" t="t" r="r" b="b"/>
              <a:pathLst>
                <a:path w="440" h="647" extrusionOk="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4" name="Google Shape;16964;p138"/>
            <p:cNvSpPr/>
            <p:nvPr/>
          </p:nvSpPr>
          <p:spPr>
            <a:xfrm>
              <a:off x="7770691"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5" name="Google Shape;16965;p138"/>
            <p:cNvSpPr/>
            <p:nvPr/>
          </p:nvSpPr>
          <p:spPr>
            <a:xfrm>
              <a:off x="7648276" y="3875124"/>
              <a:ext cx="168396" cy="154884"/>
            </a:xfrm>
            <a:custGeom>
              <a:avLst/>
              <a:gdLst/>
              <a:ahLst/>
              <a:cxnLst/>
              <a:rect l="l" t="t" r="r" b="b"/>
              <a:pathLst>
                <a:path w="6431" h="5915" extrusionOk="0">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6" name="Google Shape;16966;p138"/>
            <p:cNvSpPr/>
            <p:nvPr/>
          </p:nvSpPr>
          <p:spPr>
            <a:xfrm>
              <a:off x="7656027" y="3892380"/>
              <a:ext cx="23017" cy="42970"/>
            </a:xfrm>
            <a:custGeom>
              <a:avLst/>
              <a:gdLst/>
              <a:ahLst/>
              <a:cxnLst/>
              <a:rect l="l" t="t" r="r" b="b"/>
              <a:pathLst>
                <a:path w="879" h="1641" extrusionOk="0">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7" name="Google Shape;16967;p138"/>
            <p:cNvSpPr/>
            <p:nvPr/>
          </p:nvSpPr>
          <p:spPr>
            <a:xfrm>
              <a:off x="7805151" y="3892380"/>
              <a:ext cx="23017" cy="42970"/>
            </a:xfrm>
            <a:custGeom>
              <a:avLst/>
              <a:gdLst/>
              <a:ahLst/>
              <a:cxnLst/>
              <a:rect l="l" t="t" r="r" b="b"/>
              <a:pathLst>
                <a:path w="879" h="1641" extrusionOk="0">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8" name="Google Shape;16968;p138"/>
            <p:cNvSpPr/>
            <p:nvPr/>
          </p:nvSpPr>
          <p:spPr>
            <a:xfrm>
              <a:off x="7679515" y="4038073"/>
              <a:ext cx="62477" cy="57659"/>
            </a:xfrm>
            <a:custGeom>
              <a:avLst/>
              <a:gdLst/>
              <a:ahLst/>
              <a:cxnLst/>
              <a:rect l="l" t="t" r="r" b="b"/>
              <a:pathLst>
                <a:path w="2386" h="2202" extrusionOk="0">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9" name="Google Shape;16969;p138"/>
            <p:cNvSpPr/>
            <p:nvPr/>
          </p:nvSpPr>
          <p:spPr>
            <a:xfrm>
              <a:off x="7741966" y="4037942"/>
              <a:ext cx="62477" cy="57843"/>
            </a:xfrm>
            <a:custGeom>
              <a:avLst/>
              <a:gdLst/>
              <a:ahLst/>
              <a:cxnLst/>
              <a:rect l="l" t="t" r="r" b="b"/>
              <a:pathLst>
                <a:path w="2386" h="2209" extrusionOk="0">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0" name="Google Shape;16970;p138"/>
            <p:cNvSpPr/>
            <p:nvPr/>
          </p:nvSpPr>
          <p:spPr>
            <a:xfrm>
              <a:off x="7722694" y="3978528"/>
              <a:ext cx="38806" cy="11312"/>
            </a:xfrm>
            <a:custGeom>
              <a:avLst/>
              <a:gdLst/>
              <a:ahLst/>
              <a:cxnLst/>
              <a:rect l="l" t="t" r="r" b="b"/>
              <a:pathLst>
                <a:path w="1482" h="432" extrusionOk="0">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1" name="Google Shape;16971;p138"/>
            <p:cNvSpPr/>
            <p:nvPr/>
          </p:nvSpPr>
          <p:spPr>
            <a:xfrm>
              <a:off x="7656027" y="3892380"/>
              <a:ext cx="172140" cy="28751"/>
            </a:xfrm>
            <a:custGeom>
              <a:avLst/>
              <a:gdLst/>
              <a:ahLst/>
              <a:cxnLst/>
              <a:rect l="l" t="t" r="r" b="b"/>
              <a:pathLst>
                <a:path w="6574" h="1098" extrusionOk="0">
                  <a:moveTo>
                    <a:pt x="1" y="0"/>
                  </a:moveTo>
                  <a:cubicBezTo>
                    <a:pt x="1" y="611"/>
                    <a:pt x="1470" y="1097"/>
                    <a:pt x="3282" y="1097"/>
                  </a:cubicBezTo>
                  <a:cubicBezTo>
                    <a:pt x="5104" y="1097"/>
                    <a:pt x="6574" y="611"/>
                    <a:pt x="65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2" name="Google Shape;16972;p138"/>
            <p:cNvSpPr/>
            <p:nvPr/>
          </p:nvSpPr>
          <p:spPr>
            <a:xfrm>
              <a:off x="7656027" y="3857894"/>
              <a:ext cx="172140" cy="34512"/>
            </a:xfrm>
            <a:custGeom>
              <a:avLst/>
              <a:gdLst/>
              <a:ahLst/>
              <a:cxnLst/>
              <a:rect l="l" t="t" r="r" b="b"/>
              <a:pathLst>
                <a:path w="6574" h="1318" extrusionOk="0">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3" name="Google Shape;16973;p138"/>
            <p:cNvSpPr/>
            <p:nvPr/>
          </p:nvSpPr>
          <p:spPr>
            <a:xfrm>
              <a:off x="7724972" y="3823670"/>
              <a:ext cx="34250" cy="39984"/>
            </a:xfrm>
            <a:custGeom>
              <a:avLst/>
              <a:gdLst/>
              <a:ahLst/>
              <a:cxnLst/>
              <a:rect l="l" t="t" r="r" b="b"/>
              <a:pathLst>
                <a:path w="1308" h="1527" extrusionOk="0">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4" name="Google Shape;16974;p138"/>
            <p:cNvSpPr/>
            <p:nvPr/>
          </p:nvSpPr>
          <p:spPr>
            <a:xfrm>
              <a:off x="7724763"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5" name="Google Shape;16975;p138"/>
            <p:cNvSpPr/>
            <p:nvPr/>
          </p:nvSpPr>
          <p:spPr>
            <a:xfrm>
              <a:off x="7609811" y="4080729"/>
              <a:ext cx="51977" cy="64206"/>
            </a:xfrm>
            <a:custGeom>
              <a:avLst/>
              <a:gdLst/>
              <a:ahLst/>
              <a:cxnLst/>
              <a:rect l="l" t="t" r="r" b="b"/>
              <a:pathLst>
                <a:path w="1985" h="2452" extrusionOk="0">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6" name="Google Shape;16976;p138"/>
            <p:cNvSpPr/>
            <p:nvPr/>
          </p:nvSpPr>
          <p:spPr>
            <a:xfrm>
              <a:off x="7822407" y="4080729"/>
              <a:ext cx="51977" cy="64206"/>
            </a:xfrm>
            <a:custGeom>
              <a:avLst/>
              <a:gdLst/>
              <a:ahLst/>
              <a:cxnLst/>
              <a:rect l="l" t="t" r="r" b="b"/>
              <a:pathLst>
                <a:path w="1985" h="2452" extrusionOk="0">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77" name="Google Shape;16977;p138"/>
          <p:cNvGrpSpPr/>
          <p:nvPr/>
        </p:nvGrpSpPr>
        <p:grpSpPr>
          <a:xfrm>
            <a:off x="7154427" y="3790206"/>
            <a:ext cx="274550" cy="354493"/>
            <a:chOff x="7154427" y="3790206"/>
            <a:chExt cx="274550" cy="354493"/>
          </a:xfrm>
        </p:grpSpPr>
        <p:sp>
          <p:nvSpPr>
            <p:cNvPr id="16978" name="Google Shape;16978;p138"/>
            <p:cNvSpPr/>
            <p:nvPr/>
          </p:nvSpPr>
          <p:spPr>
            <a:xfrm>
              <a:off x="7154427" y="3978790"/>
              <a:ext cx="274550" cy="165908"/>
            </a:xfrm>
            <a:custGeom>
              <a:avLst/>
              <a:gdLst/>
              <a:ahLst/>
              <a:cxnLst/>
              <a:rect l="l" t="t" r="r" b="b"/>
              <a:pathLst>
                <a:path w="10485" h="6336" extrusionOk="0">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9" name="Google Shape;16979;p138"/>
            <p:cNvSpPr/>
            <p:nvPr/>
          </p:nvSpPr>
          <p:spPr>
            <a:xfrm>
              <a:off x="7154427" y="4035743"/>
              <a:ext cx="274550" cy="108956"/>
            </a:xfrm>
            <a:custGeom>
              <a:avLst/>
              <a:gdLst/>
              <a:ahLst/>
              <a:cxnLst/>
              <a:rect l="l" t="t" r="r" b="b"/>
              <a:pathLst>
                <a:path w="10485" h="4161" extrusionOk="0">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0" name="Google Shape;16980;p138"/>
            <p:cNvSpPr/>
            <p:nvPr/>
          </p:nvSpPr>
          <p:spPr>
            <a:xfrm>
              <a:off x="7251600" y="3978790"/>
              <a:ext cx="79969" cy="22964"/>
            </a:xfrm>
            <a:custGeom>
              <a:avLst/>
              <a:gdLst/>
              <a:ahLst/>
              <a:cxnLst/>
              <a:rect l="l" t="t" r="r" b="b"/>
              <a:pathLst>
                <a:path w="3054" h="877" extrusionOk="0">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1" name="Google Shape;16981;p138"/>
            <p:cNvSpPr/>
            <p:nvPr/>
          </p:nvSpPr>
          <p:spPr>
            <a:xfrm>
              <a:off x="7195145" y="3835925"/>
              <a:ext cx="192381" cy="154387"/>
            </a:xfrm>
            <a:custGeom>
              <a:avLst/>
              <a:gdLst/>
              <a:ahLst/>
              <a:cxnLst/>
              <a:rect l="l" t="t" r="r" b="b"/>
              <a:pathLst>
                <a:path w="7347" h="5896" extrusionOk="0">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2" name="Google Shape;16982;p138"/>
            <p:cNvSpPr/>
            <p:nvPr/>
          </p:nvSpPr>
          <p:spPr>
            <a:xfrm>
              <a:off x="7195145" y="3835925"/>
              <a:ext cx="107935" cy="154387"/>
            </a:xfrm>
            <a:custGeom>
              <a:avLst/>
              <a:gdLst/>
              <a:ahLst/>
              <a:cxnLst/>
              <a:rect l="l" t="t" r="r" b="b"/>
              <a:pathLst>
                <a:path w="4122" h="5896" extrusionOk="0">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3" name="Google Shape;16983;p138"/>
            <p:cNvSpPr/>
            <p:nvPr/>
          </p:nvSpPr>
          <p:spPr>
            <a:xfrm>
              <a:off x="7205619" y="3790206"/>
              <a:ext cx="171905" cy="91438"/>
            </a:xfrm>
            <a:custGeom>
              <a:avLst/>
              <a:gdLst/>
              <a:ahLst/>
              <a:cxnLst/>
              <a:rect l="l" t="t" r="r" b="b"/>
              <a:pathLst>
                <a:path w="6565" h="3492" extrusionOk="0">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4" name="Google Shape;16984;p138"/>
            <p:cNvSpPr/>
            <p:nvPr/>
          </p:nvSpPr>
          <p:spPr>
            <a:xfrm>
              <a:off x="7245839" y="3790206"/>
              <a:ext cx="91464" cy="91438"/>
            </a:xfrm>
            <a:custGeom>
              <a:avLst/>
              <a:gdLst/>
              <a:ahLst/>
              <a:cxnLst/>
              <a:rect l="l" t="t" r="r" b="b"/>
              <a:pathLst>
                <a:path w="3493" h="3492" extrusionOk="0">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5" name="Google Shape;16985;p138"/>
            <p:cNvSpPr/>
            <p:nvPr/>
          </p:nvSpPr>
          <p:spPr>
            <a:xfrm>
              <a:off x="7274328" y="3875883"/>
              <a:ext cx="34486" cy="34486"/>
            </a:xfrm>
            <a:custGeom>
              <a:avLst/>
              <a:gdLst/>
              <a:ahLst/>
              <a:cxnLst/>
              <a:rect l="l" t="t" r="r" b="b"/>
              <a:pathLst>
                <a:path w="1317" h="1317" extrusionOk="0">
                  <a:moveTo>
                    <a:pt x="0" y="0"/>
                  </a:moveTo>
                  <a:lnTo>
                    <a:pt x="0" y="1317"/>
                  </a:lnTo>
                  <a:lnTo>
                    <a:pt x="1317" y="1317"/>
                  </a:lnTo>
                  <a:lnTo>
                    <a:pt x="1317"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6" name="Google Shape;16986;p138"/>
            <p:cNvSpPr/>
            <p:nvPr/>
          </p:nvSpPr>
          <p:spPr>
            <a:xfrm>
              <a:off x="7266106" y="3933019"/>
              <a:ext cx="50747" cy="17334"/>
            </a:xfrm>
            <a:custGeom>
              <a:avLst/>
              <a:gdLst/>
              <a:ahLst/>
              <a:cxnLst/>
              <a:rect l="l" t="t" r="r" b="b"/>
              <a:pathLst>
                <a:path w="1938" h="662" extrusionOk="0">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7" name="Google Shape;16987;p138"/>
            <p:cNvSpPr/>
            <p:nvPr/>
          </p:nvSpPr>
          <p:spPr>
            <a:xfrm>
              <a:off x="7205619" y="3875883"/>
              <a:ext cx="74470" cy="49804"/>
            </a:xfrm>
            <a:custGeom>
              <a:avLst/>
              <a:gdLst/>
              <a:ahLst/>
              <a:cxnLst/>
              <a:rect l="l" t="t" r="r" b="b"/>
              <a:pathLst>
                <a:path w="2844" h="1902" extrusionOk="0">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8" name="Google Shape;16988;p138"/>
            <p:cNvSpPr/>
            <p:nvPr/>
          </p:nvSpPr>
          <p:spPr>
            <a:xfrm>
              <a:off x="7303053" y="3875883"/>
              <a:ext cx="74208" cy="49699"/>
            </a:xfrm>
            <a:custGeom>
              <a:avLst/>
              <a:gdLst/>
              <a:ahLst/>
              <a:cxnLst/>
              <a:rect l="l" t="t" r="r" b="b"/>
              <a:pathLst>
                <a:path w="2834" h="1898" extrusionOk="0">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9" name="Google Shape;16989;p138"/>
            <p:cNvSpPr/>
            <p:nvPr/>
          </p:nvSpPr>
          <p:spPr>
            <a:xfrm>
              <a:off x="7254349"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0" name="Google Shape;16990;p138"/>
            <p:cNvSpPr/>
            <p:nvPr/>
          </p:nvSpPr>
          <p:spPr>
            <a:xfrm>
              <a:off x="7317298"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1" name="Google Shape;16991;p138"/>
            <p:cNvSpPr/>
            <p:nvPr/>
          </p:nvSpPr>
          <p:spPr>
            <a:xfrm>
              <a:off x="7257099" y="4058890"/>
              <a:ext cx="63158" cy="85808"/>
            </a:xfrm>
            <a:custGeom>
              <a:avLst/>
              <a:gdLst/>
              <a:ahLst/>
              <a:cxnLst/>
              <a:rect l="l" t="t" r="r" b="b"/>
              <a:pathLst>
                <a:path w="2412" h="3277" extrusionOk="0">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2" name="Google Shape;16992;p138"/>
            <p:cNvSpPr/>
            <p:nvPr/>
          </p:nvSpPr>
          <p:spPr>
            <a:xfrm>
              <a:off x="7267232" y="3835873"/>
              <a:ext cx="49594" cy="23043"/>
            </a:xfrm>
            <a:custGeom>
              <a:avLst/>
              <a:gdLst/>
              <a:ahLst/>
              <a:cxnLst/>
              <a:rect l="l" t="t" r="r" b="b"/>
              <a:pathLst>
                <a:path w="1894" h="880" extrusionOk="0">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3" name="Google Shape;16993;p138"/>
            <p:cNvSpPr/>
            <p:nvPr/>
          </p:nvSpPr>
          <p:spPr>
            <a:xfrm>
              <a:off x="7285824" y="381880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4" name="Google Shape;16994;p138"/>
            <p:cNvSpPr/>
            <p:nvPr/>
          </p:nvSpPr>
          <p:spPr>
            <a:xfrm>
              <a:off x="7371501" y="4046505"/>
              <a:ext cx="51742" cy="98194"/>
            </a:xfrm>
            <a:custGeom>
              <a:avLst/>
              <a:gdLst/>
              <a:ahLst/>
              <a:cxnLst/>
              <a:rect l="l" t="t" r="r" b="b"/>
              <a:pathLst>
                <a:path w="1976" h="3750" extrusionOk="0">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5" name="Google Shape;16995;p138"/>
            <p:cNvSpPr/>
            <p:nvPr/>
          </p:nvSpPr>
          <p:spPr>
            <a:xfrm>
              <a:off x="7159664" y="4046505"/>
              <a:ext cx="51742" cy="98194"/>
            </a:xfrm>
            <a:custGeom>
              <a:avLst/>
              <a:gdLst/>
              <a:ahLst/>
              <a:cxnLst/>
              <a:rect l="l" t="t" r="r" b="b"/>
              <a:pathLst>
                <a:path w="1976" h="3750" extrusionOk="0">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6" name="Google Shape;16996;p138"/>
            <p:cNvSpPr/>
            <p:nvPr/>
          </p:nvSpPr>
          <p:spPr>
            <a:xfrm>
              <a:off x="7274328" y="4070490"/>
              <a:ext cx="34486" cy="34224"/>
            </a:xfrm>
            <a:custGeom>
              <a:avLst/>
              <a:gdLst/>
              <a:ahLst/>
              <a:cxnLst/>
              <a:rect l="l" t="t" r="r" b="b"/>
              <a:pathLst>
                <a:path w="1317" h="1307" extrusionOk="0">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7" name="Google Shape;16997;p138"/>
            <p:cNvSpPr/>
            <p:nvPr/>
          </p:nvSpPr>
          <p:spPr>
            <a:xfrm>
              <a:off x="7270820" y="4071983"/>
              <a:ext cx="36502" cy="32757"/>
            </a:xfrm>
            <a:custGeom>
              <a:avLst/>
              <a:gdLst/>
              <a:ahLst/>
              <a:cxnLst/>
              <a:rect l="l" t="t" r="r" b="b"/>
              <a:pathLst>
                <a:path w="1394" h="1251" extrusionOk="0">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98" name="Google Shape;16998;p138"/>
          <p:cNvGrpSpPr/>
          <p:nvPr/>
        </p:nvGrpSpPr>
        <p:grpSpPr>
          <a:xfrm>
            <a:off x="8054458" y="1973150"/>
            <a:ext cx="274576" cy="354728"/>
            <a:chOff x="8054458" y="1973150"/>
            <a:chExt cx="274576" cy="354728"/>
          </a:xfrm>
        </p:grpSpPr>
        <p:sp>
          <p:nvSpPr>
            <p:cNvPr id="16999" name="Google Shape;16999;p138"/>
            <p:cNvSpPr/>
            <p:nvPr/>
          </p:nvSpPr>
          <p:spPr>
            <a:xfrm>
              <a:off x="8054458" y="2150501"/>
              <a:ext cx="274576" cy="177377"/>
            </a:xfrm>
            <a:custGeom>
              <a:avLst/>
              <a:gdLst/>
              <a:ahLst/>
              <a:cxnLst/>
              <a:rect l="l" t="t" r="r" b="b"/>
              <a:pathLst>
                <a:path w="10486" h="6774" extrusionOk="0">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0" name="Google Shape;17000;p138"/>
            <p:cNvSpPr/>
            <p:nvPr/>
          </p:nvSpPr>
          <p:spPr>
            <a:xfrm>
              <a:off x="8088944" y="2150501"/>
              <a:ext cx="205866" cy="124431"/>
            </a:xfrm>
            <a:custGeom>
              <a:avLst/>
              <a:gdLst/>
              <a:ahLst/>
              <a:cxnLst/>
              <a:rect l="l" t="t" r="r" b="b"/>
              <a:pathLst>
                <a:path w="7862" h="4752" extrusionOk="0">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1" name="Google Shape;17001;p138"/>
            <p:cNvSpPr/>
            <p:nvPr/>
          </p:nvSpPr>
          <p:spPr>
            <a:xfrm>
              <a:off x="8157391" y="2246417"/>
              <a:ext cx="11521" cy="81462"/>
            </a:xfrm>
            <a:custGeom>
              <a:avLst/>
              <a:gdLst/>
              <a:ahLst/>
              <a:cxnLst/>
              <a:rect l="l" t="t" r="r" b="b"/>
              <a:pathLst>
                <a:path w="440" h="3111" extrusionOk="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2" name="Google Shape;17002;p138"/>
            <p:cNvSpPr/>
            <p:nvPr/>
          </p:nvSpPr>
          <p:spPr>
            <a:xfrm>
              <a:off x="8214579" y="2246417"/>
              <a:ext cx="11521" cy="81462"/>
            </a:xfrm>
            <a:custGeom>
              <a:avLst/>
              <a:gdLst/>
              <a:ahLst/>
              <a:cxnLst/>
              <a:rect l="l" t="t" r="r" b="b"/>
              <a:pathLst>
                <a:path w="440" h="3111" extrusionOk="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3" name="Google Shape;17003;p138"/>
            <p:cNvSpPr/>
            <p:nvPr/>
          </p:nvSpPr>
          <p:spPr>
            <a:xfrm>
              <a:off x="8094443" y="2160478"/>
              <a:ext cx="194607" cy="103195"/>
            </a:xfrm>
            <a:custGeom>
              <a:avLst/>
              <a:gdLst/>
              <a:ahLst/>
              <a:cxnLst/>
              <a:rect l="l" t="t" r="r" b="b"/>
              <a:pathLst>
                <a:path w="7432" h="3941" extrusionOk="0">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4" name="Google Shape;17004;p138"/>
            <p:cNvSpPr/>
            <p:nvPr/>
          </p:nvSpPr>
          <p:spPr>
            <a:xfrm>
              <a:off x="8112746" y="2177734"/>
              <a:ext cx="158000" cy="65227"/>
            </a:xfrm>
            <a:custGeom>
              <a:avLst/>
              <a:gdLst/>
              <a:ahLst/>
              <a:cxnLst/>
              <a:rect l="l" t="t" r="r" b="b"/>
              <a:pathLst>
                <a:path w="6034" h="2491" extrusionOk="0">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5" name="Google Shape;17005;p138"/>
            <p:cNvSpPr/>
            <p:nvPr/>
          </p:nvSpPr>
          <p:spPr>
            <a:xfrm>
              <a:off x="8137910" y="2156236"/>
              <a:ext cx="107935" cy="86725"/>
            </a:xfrm>
            <a:custGeom>
              <a:avLst/>
              <a:gdLst/>
              <a:ahLst/>
              <a:cxnLst/>
              <a:rect l="l" t="t" r="r" b="b"/>
              <a:pathLst>
                <a:path w="4122" h="3312" extrusionOk="0">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6" name="Google Shape;17006;p138"/>
            <p:cNvSpPr/>
            <p:nvPr/>
          </p:nvSpPr>
          <p:spPr>
            <a:xfrm>
              <a:off x="8151631" y="2156236"/>
              <a:ext cx="80231" cy="28646"/>
            </a:xfrm>
            <a:custGeom>
              <a:avLst/>
              <a:gdLst/>
              <a:ahLst/>
              <a:cxnLst/>
              <a:rect l="l" t="t" r="r" b="b"/>
              <a:pathLst>
                <a:path w="3064" h="1094" extrusionOk="0">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7" name="Google Shape;17007;p138"/>
            <p:cNvSpPr/>
            <p:nvPr/>
          </p:nvSpPr>
          <p:spPr>
            <a:xfrm>
              <a:off x="8094678" y="1973150"/>
              <a:ext cx="194136" cy="200368"/>
            </a:xfrm>
            <a:custGeom>
              <a:avLst/>
              <a:gdLst/>
              <a:ahLst/>
              <a:cxnLst/>
              <a:rect l="l" t="t" r="r" b="b"/>
              <a:pathLst>
                <a:path w="7414" h="7652" extrusionOk="0">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8" name="Google Shape;17008;p138"/>
            <p:cNvSpPr/>
            <p:nvPr/>
          </p:nvSpPr>
          <p:spPr>
            <a:xfrm>
              <a:off x="8099182" y="2003970"/>
              <a:ext cx="109427" cy="169548"/>
            </a:xfrm>
            <a:custGeom>
              <a:avLst/>
              <a:gdLst/>
              <a:ahLst/>
              <a:cxnLst/>
              <a:rect l="l" t="t" r="r" b="b"/>
              <a:pathLst>
                <a:path w="4179" h="6475" extrusionOk="0">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9" name="Google Shape;17009;p138"/>
            <p:cNvSpPr/>
            <p:nvPr/>
          </p:nvSpPr>
          <p:spPr>
            <a:xfrm>
              <a:off x="8157889" y="2116277"/>
              <a:ext cx="67714" cy="66588"/>
            </a:xfrm>
            <a:custGeom>
              <a:avLst/>
              <a:gdLst/>
              <a:ahLst/>
              <a:cxnLst/>
              <a:rect l="l" t="t" r="r" b="b"/>
              <a:pathLst>
                <a:path w="2586" h="2543" extrusionOk="0">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0" name="Google Shape;17010;p138"/>
            <p:cNvSpPr/>
            <p:nvPr/>
          </p:nvSpPr>
          <p:spPr>
            <a:xfrm>
              <a:off x="8157889" y="2116016"/>
              <a:ext cx="41739" cy="66667"/>
            </a:xfrm>
            <a:custGeom>
              <a:avLst/>
              <a:gdLst/>
              <a:ahLst/>
              <a:cxnLst/>
              <a:rect l="l" t="t" r="r" b="b"/>
              <a:pathLst>
                <a:path w="1594" h="2546" extrusionOk="0">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1" name="Google Shape;17011;p138"/>
            <p:cNvSpPr/>
            <p:nvPr/>
          </p:nvSpPr>
          <p:spPr>
            <a:xfrm>
              <a:off x="8172317" y="2128034"/>
              <a:ext cx="37366" cy="16758"/>
            </a:xfrm>
            <a:custGeom>
              <a:avLst/>
              <a:gdLst/>
              <a:ahLst/>
              <a:cxnLst/>
              <a:rect l="l" t="t" r="r" b="b"/>
              <a:pathLst>
                <a:path w="1427" h="640" extrusionOk="0">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2" name="Google Shape;17012;p138"/>
            <p:cNvSpPr/>
            <p:nvPr/>
          </p:nvSpPr>
          <p:spPr>
            <a:xfrm>
              <a:off x="8144142" y="2047568"/>
              <a:ext cx="32496" cy="11521"/>
            </a:xfrm>
            <a:custGeom>
              <a:avLst/>
              <a:gdLst/>
              <a:ahLst/>
              <a:cxnLst/>
              <a:rect l="l" t="t" r="r" b="b"/>
              <a:pathLst>
                <a:path w="1241" h="440" extrusionOk="0">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3" name="Google Shape;17013;p138"/>
            <p:cNvSpPr/>
            <p:nvPr/>
          </p:nvSpPr>
          <p:spPr>
            <a:xfrm>
              <a:off x="8207091" y="2047568"/>
              <a:ext cx="32260" cy="11521"/>
            </a:xfrm>
            <a:custGeom>
              <a:avLst/>
              <a:gdLst/>
              <a:ahLst/>
              <a:cxnLst/>
              <a:rect l="l" t="t" r="r" b="b"/>
              <a:pathLst>
                <a:path w="1232" h="440" extrusionOk="0">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4" name="Google Shape;17014;p138"/>
            <p:cNvSpPr/>
            <p:nvPr/>
          </p:nvSpPr>
          <p:spPr>
            <a:xfrm>
              <a:off x="8104183" y="2070558"/>
              <a:ext cx="43729" cy="11260"/>
            </a:xfrm>
            <a:custGeom>
              <a:avLst/>
              <a:gdLst/>
              <a:ahLst/>
              <a:cxnLst/>
              <a:rect l="l" t="t" r="r" b="b"/>
              <a:pathLst>
                <a:path w="1670" h="430" extrusionOk="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5" name="Google Shape;17015;p138"/>
            <p:cNvSpPr/>
            <p:nvPr/>
          </p:nvSpPr>
          <p:spPr>
            <a:xfrm>
              <a:off x="8235580" y="2070558"/>
              <a:ext cx="43729" cy="11260"/>
            </a:xfrm>
            <a:custGeom>
              <a:avLst/>
              <a:gdLst/>
              <a:ahLst/>
              <a:cxnLst/>
              <a:rect l="l" t="t" r="r" b="b"/>
              <a:pathLst>
                <a:path w="1670" h="430" extrusionOk="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6" name="Google Shape;17016;p138"/>
            <p:cNvSpPr/>
            <p:nvPr/>
          </p:nvSpPr>
          <p:spPr>
            <a:xfrm>
              <a:off x="8174621" y="2070558"/>
              <a:ext cx="34486" cy="22833"/>
            </a:xfrm>
            <a:custGeom>
              <a:avLst/>
              <a:gdLst/>
              <a:ahLst/>
              <a:cxnLst/>
              <a:rect l="l" t="t" r="r" b="b"/>
              <a:pathLst>
                <a:path w="1317" h="872" extrusionOk="0">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7" name="Google Shape;17017;p138"/>
            <p:cNvSpPr/>
            <p:nvPr/>
          </p:nvSpPr>
          <p:spPr>
            <a:xfrm>
              <a:off x="8134663" y="2064824"/>
              <a:ext cx="51480" cy="39984"/>
            </a:xfrm>
            <a:custGeom>
              <a:avLst/>
              <a:gdLst/>
              <a:ahLst/>
              <a:cxnLst/>
              <a:rect l="l" t="t" r="r" b="b"/>
              <a:pathLst>
                <a:path w="1966" h="1527" extrusionOk="0">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8" name="Google Shape;17018;p138"/>
            <p:cNvSpPr/>
            <p:nvPr/>
          </p:nvSpPr>
          <p:spPr>
            <a:xfrm>
              <a:off x="8197612" y="2064824"/>
              <a:ext cx="51218" cy="39984"/>
            </a:xfrm>
            <a:custGeom>
              <a:avLst/>
              <a:gdLst/>
              <a:ahLst/>
              <a:cxnLst/>
              <a:rect l="l" t="t" r="r" b="b"/>
              <a:pathLst>
                <a:path w="1956" h="1527" extrusionOk="0">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9" name="Google Shape;17019;p138"/>
            <p:cNvSpPr/>
            <p:nvPr/>
          </p:nvSpPr>
          <p:spPr>
            <a:xfrm>
              <a:off x="8154642" y="2076319"/>
              <a:ext cx="11521" cy="11312"/>
            </a:xfrm>
            <a:custGeom>
              <a:avLst/>
              <a:gdLst/>
              <a:ahLst/>
              <a:cxnLst/>
              <a:rect l="l" t="t" r="r" b="b"/>
              <a:pathLst>
                <a:path w="440" h="432" extrusionOk="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0" name="Google Shape;17020;p138"/>
            <p:cNvSpPr/>
            <p:nvPr/>
          </p:nvSpPr>
          <p:spPr>
            <a:xfrm>
              <a:off x="8217591" y="2076319"/>
              <a:ext cx="11521" cy="11312"/>
            </a:xfrm>
            <a:custGeom>
              <a:avLst/>
              <a:gdLst/>
              <a:ahLst/>
              <a:cxnLst/>
              <a:rect l="l" t="t" r="r" b="b"/>
              <a:pathLst>
                <a:path w="440" h="432" extrusionOk="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21" name="Google Shape;17021;p138"/>
          <p:cNvGrpSpPr/>
          <p:nvPr/>
        </p:nvGrpSpPr>
        <p:grpSpPr>
          <a:xfrm>
            <a:off x="7153930" y="1973150"/>
            <a:ext cx="274812" cy="354728"/>
            <a:chOff x="7153930" y="1973150"/>
            <a:chExt cx="274812" cy="354728"/>
          </a:xfrm>
        </p:grpSpPr>
        <p:sp>
          <p:nvSpPr>
            <p:cNvPr id="17022" name="Google Shape;17022;p138"/>
            <p:cNvSpPr/>
            <p:nvPr/>
          </p:nvSpPr>
          <p:spPr>
            <a:xfrm>
              <a:off x="7153930" y="2212691"/>
              <a:ext cx="274812" cy="115188"/>
            </a:xfrm>
            <a:custGeom>
              <a:avLst/>
              <a:gdLst/>
              <a:ahLst/>
              <a:cxnLst/>
              <a:rect l="l" t="t" r="r" b="b"/>
              <a:pathLst>
                <a:path w="10495" h="4399" extrusionOk="0">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3" name="Google Shape;17023;p138"/>
            <p:cNvSpPr/>
            <p:nvPr/>
          </p:nvSpPr>
          <p:spPr>
            <a:xfrm>
              <a:off x="7184409" y="2116277"/>
              <a:ext cx="213591" cy="211601"/>
            </a:xfrm>
            <a:custGeom>
              <a:avLst/>
              <a:gdLst/>
              <a:ahLst/>
              <a:cxnLst/>
              <a:rect l="l" t="t" r="r" b="b"/>
              <a:pathLst>
                <a:path w="8157" h="8081" extrusionOk="0">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4" name="Google Shape;17024;p138"/>
            <p:cNvSpPr/>
            <p:nvPr/>
          </p:nvSpPr>
          <p:spPr>
            <a:xfrm>
              <a:off x="7185640" y="2116277"/>
              <a:ext cx="211365" cy="145458"/>
            </a:xfrm>
            <a:custGeom>
              <a:avLst/>
              <a:gdLst/>
              <a:ahLst/>
              <a:cxnLst/>
              <a:rect l="l" t="t" r="r" b="b"/>
              <a:pathLst>
                <a:path w="8072" h="5555" extrusionOk="0">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5" name="Google Shape;17025;p138"/>
            <p:cNvSpPr/>
            <p:nvPr/>
          </p:nvSpPr>
          <p:spPr>
            <a:xfrm>
              <a:off x="7244608" y="2167731"/>
              <a:ext cx="93454" cy="94004"/>
            </a:xfrm>
            <a:custGeom>
              <a:avLst/>
              <a:gdLst/>
              <a:ahLst/>
              <a:cxnLst/>
              <a:rect l="l" t="t" r="r" b="b"/>
              <a:pathLst>
                <a:path w="3569" h="3590" extrusionOk="0">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6" name="Google Shape;17026;p138"/>
            <p:cNvSpPr/>
            <p:nvPr/>
          </p:nvSpPr>
          <p:spPr>
            <a:xfrm>
              <a:off x="7157177" y="2238430"/>
              <a:ext cx="48233" cy="89448"/>
            </a:xfrm>
            <a:custGeom>
              <a:avLst/>
              <a:gdLst/>
              <a:ahLst/>
              <a:cxnLst/>
              <a:rect l="l" t="t" r="r" b="b"/>
              <a:pathLst>
                <a:path w="1842" h="3416" extrusionOk="0">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7" name="Google Shape;17027;p138"/>
            <p:cNvSpPr/>
            <p:nvPr/>
          </p:nvSpPr>
          <p:spPr>
            <a:xfrm>
              <a:off x="7377000" y="2238430"/>
              <a:ext cx="48495" cy="89448"/>
            </a:xfrm>
            <a:custGeom>
              <a:avLst/>
              <a:gdLst/>
              <a:ahLst/>
              <a:cxnLst/>
              <a:rect l="l" t="t" r="r" b="b"/>
              <a:pathLst>
                <a:path w="1852" h="3416" extrusionOk="0">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8" name="Google Shape;17028;p138"/>
            <p:cNvSpPr/>
            <p:nvPr/>
          </p:nvSpPr>
          <p:spPr>
            <a:xfrm>
              <a:off x="7251338" y="2167731"/>
              <a:ext cx="79969" cy="22886"/>
            </a:xfrm>
            <a:custGeom>
              <a:avLst/>
              <a:gdLst/>
              <a:ahLst/>
              <a:cxnLst/>
              <a:rect l="l" t="t" r="r" b="b"/>
              <a:pathLst>
                <a:path w="3054" h="874" extrusionOk="0">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9" name="Google Shape;17029;p138"/>
            <p:cNvSpPr/>
            <p:nvPr/>
          </p:nvSpPr>
          <p:spPr>
            <a:xfrm>
              <a:off x="7195145" y="2013109"/>
              <a:ext cx="192381" cy="165882"/>
            </a:xfrm>
            <a:custGeom>
              <a:avLst/>
              <a:gdLst/>
              <a:ahLst/>
              <a:cxnLst/>
              <a:rect l="l" t="t" r="r" b="b"/>
              <a:pathLst>
                <a:path w="7347" h="6335" extrusionOk="0">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0" name="Google Shape;17030;p138"/>
            <p:cNvSpPr/>
            <p:nvPr/>
          </p:nvSpPr>
          <p:spPr>
            <a:xfrm>
              <a:off x="7274067" y="2122012"/>
              <a:ext cx="34512" cy="17020"/>
            </a:xfrm>
            <a:custGeom>
              <a:avLst/>
              <a:gdLst/>
              <a:ahLst/>
              <a:cxnLst/>
              <a:rect l="l" t="t" r="r" b="b"/>
              <a:pathLst>
                <a:path w="1318" h="650" extrusionOk="0">
                  <a:moveTo>
                    <a:pt x="1" y="1"/>
                  </a:moveTo>
                  <a:cubicBezTo>
                    <a:pt x="1" y="363"/>
                    <a:pt x="297" y="650"/>
                    <a:pt x="659" y="650"/>
                  </a:cubicBezTo>
                  <a:cubicBezTo>
                    <a:pt x="1022" y="650"/>
                    <a:pt x="1317" y="363"/>
                    <a:pt x="1317"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1" name="Google Shape;17031;p138"/>
            <p:cNvSpPr/>
            <p:nvPr/>
          </p:nvSpPr>
          <p:spPr>
            <a:xfrm>
              <a:off x="7197633" y="2013344"/>
              <a:ext cx="145170" cy="165882"/>
            </a:xfrm>
            <a:custGeom>
              <a:avLst/>
              <a:gdLst/>
              <a:ahLst/>
              <a:cxnLst/>
              <a:rect l="l" t="t" r="r" b="b"/>
              <a:pathLst>
                <a:path w="5544" h="6335" extrusionOk="0">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2" name="Google Shape;17032;p138"/>
            <p:cNvSpPr/>
            <p:nvPr/>
          </p:nvSpPr>
          <p:spPr>
            <a:xfrm>
              <a:off x="7251338" y="2081923"/>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3" name="Google Shape;17033;p138"/>
            <p:cNvSpPr/>
            <p:nvPr/>
          </p:nvSpPr>
          <p:spPr>
            <a:xfrm>
              <a:off x="7319786" y="2081923"/>
              <a:ext cx="11521" cy="17151"/>
            </a:xfrm>
            <a:custGeom>
              <a:avLst/>
              <a:gdLst/>
              <a:ahLst/>
              <a:cxnLst/>
              <a:rect l="l" t="t" r="r" b="b"/>
              <a:pathLst>
                <a:path w="440" h="655" extrusionOk="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4" name="Google Shape;17034;p138"/>
            <p:cNvSpPr/>
            <p:nvPr/>
          </p:nvSpPr>
          <p:spPr>
            <a:xfrm>
              <a:off x="7242671" y="2064641"/>
              <a:ext cx="33674" cy="17439"/>
            </a:xfrm>
            <a:custGeom>
              <a:avLst/>
              <a:gdLst/>
              <a:ahLst/>
              <a:cxnLst/>
              <a:rect l="l" t="t" r="r" b="b"/>
              <a:pathLst>
                <a:path w="1286" h="666" extrusionOk="0">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5" name="Google Shape;17035;p138"/>
            <p:cNvSpPr/>
            <p:nvPr/>
          </p:nvSpPr>
          <p:spPr>
            <a:xfrm>
              <a:off x="7306143" y="2064745"/>
              <a:ext cx="33255" cy="17099"/>
            </a:xfrm>
            <a:custGeom>
              <a:avLst/>
              <a:gdLst/>
              <a:ahLst/>
              <a:cxnLst/>
              <a:rect l="l" t="t" r="r" b="b"/>
              <a:pathLst>
                <a:path w="1270" h="653" extrusionOk="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6" name="Google Shape;17036;p138"/>
            <p:cNvSpPr/>
            <p:nvPr/>
          </p:nvSpPr>
          <p:spPr>
            <a:xfrm>
              <a:off x="7205383" y="1973150"/>
              <a:ext cx="171643" cy="111679"/>
            </a:xfrm>
            <a:custGeom>
              <a:avLst/>
              <a:gdLst/>
              <a:ahLst/>
              <a:cxnLst/>
              <a:rect l="l" t="t" r="r" b="b"/>
              <a:pathLst>
                <a:path w="6555" h="4265" extrusionOk="0">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7" name="Google Shape;17037;p138"/>
            <p:cNvSpPr/>
            <p:nvPr/>
          </p:nvSpPr>
          <p:spPr>
            <a:xfrm>
              <a:off x="7297057" y="2120284"/>
              <a:ext cx="23017" cy="21236"/>
            </a:xfrm>
            <a:custGeom>
              <a:avLst/>
              <a:gdLst/>
              <a:ahLst/>
              <a:cxnLst/>
              <a:rect l="l" t="t" r="r" b="b"/>
              <a:pathLst>
                <a:path w="879" h="811" extrusionOk="0">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8" name="Google Shape;17038;p138"/>
            <p:cNvSpPr/>
            <p:nvPr/>
          </p:nvSpPr>
          <p:spPr>
            <a:xfrm>
              <a:off x="7262598" y="2120284"/>
              <a:ext cx="22990" cy="21236"/>
            </a:xfrm>
            <a:custGeom>
              <a:avLst/>
              <a:gdLst/>
              <a:ahLst/>
              <a:cxnLst/>
              <a:rect l="l" t="t" r="r" b="b"/>
              <a:pathLst>
                <a:path w="878" h="811" extrusionOk="0">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9" name="Google Shape;17039;p138"/>
            <p:cNvSpPr/>
            <p:nvPr/>
          </p:nvSpPr>
          <p:spPr>
            <a:xfrm>
              <a:off x="7248877" y="2112350"/>
              <a:ext cx="84918" cy="15449"/>
            </a:xfrm>
            <a:custGeom>
              <a:avLst/>
              <a:gdLst/>
              <a:ahLst/>
              <a:cxnLst/>
              <a:rect l="l" t="t" r="r" b="b"/>
              <a:pathLst>
                <a:path w="3243" h="590" extrusionOk="0">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0" name="Google Shape;17040;p138"/>
            <p:cNvSpPr/>
            <p:nvPr/>
          </p:nvSpPr>
          <p:spPr>
            <a:xfrm>
              <a:off x="7285562" y="2257912"/>
              <a:ext cx="11521" cy="69966"/>
            </a:xfrm>
            <a:custGeom>
              <a:avLst/>
              <a:gdLst/>
              <a:ahLst/>
              <a:cxnLst/>
              <a:rect l="l" t="t" r="r" b="b"/>
              <a:pathLst>
                <a:path w="440" h="2672" extrusionOk="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41" name="Google Shape;17041;p138"/>
          <p:cNvGrpSpPr/>
          <p:nvPr/>
        </p:nvGrpSpPr>
        <p:grpSpPr>
          <a:xfrm>
            <a:off x="6703522" y="1973098"/>
            <a:ext cx="274812" cy="354781"/>
            <a:chOff x="6703522" y="1973098"/>
            <a:chExt cx="274812" cy="354781"/>
          </a:xfrm>
        </p:grpSpPr>
        <p:sp>
          <p:nvSpPr>
            <p:cNvPr id="17042" name="Google Shape;17042;p138"/>
            <p:cNvSpPr/>
            <p:nvPr/>
          </p:nvSpPr>
          <p:spPr>
            <a:xfrm>
              <a:off x="6761233" y="1973150"/>
              <a:ext cx="160147" cy="57214"/>
            </a:xfrm>
            <a:custGeom>
              <a:avLst/>
              <a:gdLst/>
              <a:ahLst/>
              <a:cxnLst/>
              <a:rect l="l" t="t" r="r" b="b"/>
              <a:pathLst>
                <a:path w="6116" h="2185" extrusionOk="0">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3" name="Google Shape;17043;p138"/>
            <p:cNvSpPr/>
            <p:nvPr/>
          </p:nvSpPr>
          <p:spPr>
            <a:xfrm>
              <a:off x="6724758" y="2116277"/>
              <a:ext cx="232601" cy="112177"/>
            </a:xfrm>
            <a:custGeom>
              <a:avLst/>
              <a:gdLst/>
              <a:ahLst/>
              <a:cxnLst/>
              <a:rect l="l" t="t" r="r" b="b"/>
              <a:pathLst>
                <a:path w="8883" h="4284" extrusionOk="0">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4" name="Google Shape;17044;p138"/>
            <p:cNvSpPr/>
            <p:nvPr/>
          </p:nvSpPr>
          <p:spPr>
            <a:xfrm>
              <a:off x="6703522" y="2201955"/>
              <a:ext cx="274812" cy="125924"/>
            </a:xfrm>
            <a:custGeom>
              <a:avLst/>
              <a:gdLst/>
              <a:ahLst/>
              <a:cxnLst/>
              <a:rect l="l" t="t" r="r" b="b"/>
              <a:pathLst>
                <a:path w="10495" h="4809" extrusionOk="0">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5" name="Google Shape;17045;p138"/>
            <p:cNvSpPr/>
            <p:nvPr/>
          </p:nvSpPr>
          <p:spPr>
            <a:xfrm>
              <a:off x="6769717" y="2201955"/>
              <a:ext cx="142918" cy="68736"/>
            </a:xfrm>
            <a:custGeom>
              <a:avLst/>
              <a:gdLst/>
              <a:ahLst/>
              <a:cxnLst/>
              <a:rect l="l" t="t" r="r" b="b"/>
              <a:pathLst>
                <a:path w="5458" h="2625" extrusionOk="0">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6" name="Google Shape;17046;p138"/>
            <p:cNvSpPr/>
            <p:nvPr/>
          </p:nvSpPr>
          <p:spPr>
            <a:xfrm>
              <a:off x="6755237" y="2212455"/>
              <a:ext cx="28751" cy="115423"/>
            </a:xfrm>
            <a:custGeom>
              <a:avLst/>
              <a:gdLst/>
              <a:ahLst/>
              <a:cxnLst/>
              <a:rect l="l" t="t" r="r" b="b"/>
              <a:pathLst>
                <a:path w="1098" h="4408" extrusionOk="0">
                  <a:moveTo>
                    <a:pt x="1098" y="0"/>
                  </a:moveTo>
                  <a:lnTo>
                    <a:pt x="0" y="325"/>
                  </a:lnTo>
                  <a:lnTo>
                    <a:pt x="0" y="4408"/>
                  </a:lnTo>
                  <a:lnTo>
                    <a:pt x="1098" y="4408"/>
                  </a:lnTo>
                  <a:lnTo>
                    <a:pt x="1098"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7" name="Google Shape;17047;p138"/>
            <p:cNvSpPr/>
            <p:nvPr/>
          </p:nvSpPr>
          <p:spPr>
            <a:xfrm>
              <a:off x="6898364" y="2212455"/>
              <a:ext cx="28515" cy="115423"/>
            </a:xfrm>
            <a:custGeom>
              <a:avLst/>
              <a:gdLst/>
              <a:ahLst/>
              <a:cxnLst/>
              <a:rect l="l" t="t" r="r" b="b"/>
              <a:pathLst>
                <a:path w="1089" h="4408" extrusionOk="0">
                  <a:moveTo>
                    <a:pt x="1" y="0"/>
                  </a:moveTo>
                  <a:lnTo>
                    <a:pt x="1" y="4408"/>
                  </a:lnTo>
                  <a:lnTo>
                    <a:pt x="1088" y="4408"/>
                  </a:lnTo>
                  <a:lnTo>
                    <a:pt x="1088" y="325"/>
                  </a:lnTo>
                  <a:lnTo>
                    <a:pt x="1"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8" name="Google Shape;17048;p138"/>
            <p:cNvSpPr/>
            <p:nvPr/>
          </p:nvSpPr>
          <p:spPr>
            <a:xfrm>
              <a:off x="6744737" y="2053329"/>
              <a:ext cx="192643" cy="137157"/>
            </a:xfrm>
            <a:custGeom>
              <a:avLst/>
              <a:gdLst/>
              <a:ahLst/>
              <a:cxnLst/>
              <a:rect l="l" t="t" r="r" b="b"/>
              <a:pathLst>
                <a:path w="7357" h="5238" extrusionOk="0">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9" name="Google Shape;17049;p138"/>
            <p:cNvSpPr/>
            <p:nvPr/>
          </p:nvSpPr>
          <p:spPr>
            <a:xfrm>
              <a:off x="6748743" y="2053329"/>
              <a:ext cx="166641" cy="116419"/>
            </a:xfrm>
            <a:custGeom>
              <a:avLst/>
              <a:gdLst/>
              <a:ahLst/>
              <a:cxnLst/>
              <a:rect l="l" t="t" r="r" b="b"/>
              <a:pathLst>
                <a:path w="6364" h="4446" extrusionOk="0">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0" name="Google Shape;17050;p138"/>
            <p:cNvSpPr/>
            <p:nvPr/>
          </p:nvSpPr>
          <p:spPr>
            <a:xfrm>
              <a:off x="6801192" y="2093418"/>
              <a:ext cx="11286" cy="17125"/>
            </a:xfrm>
            <a:custGeom>
              <a:avLst/>
              <a:gdLst/>
              <a:ahLst/>
              <a:cxnLst/>
              <a:rect l="l" t="t" r="r" b="b"/>
              <a:pathLst>
                <a:path w="431" h="654" extrusionOk="0">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1" name="Google Shape;17051;p138"/>
            <p:cNvSpPr/>
            <p:nvPr/>
          </p:nvSpPr>
          <p:spPr>
            <a:xfrm>
              <a:off x="6869901"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2" name="Google Shape;17052;p138"/>
            <p:cNvSpPr/>
            <p:nvPr/>
          </p:nvSpPr>
          <p:spPr>
            <a:xfrm>
              <a:off x="6792970" y="2076057"/>
              <a:ext cx="27887" cy="14768"/>
            </a:xfrm>
            <a:custGeom>
              <a:avLst/>
              <a:gdLst/>
              <a:ahLst/>
              <a:cxnLst/>
              <a:rect l="l" t="t" r="r" b="b"/>
              <a:pathLst>
                <a:path w="1065" h="564" extrusionOk="0">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3" name="Google Shape;17053;p138"/>
            <p:cNvSpPr/>
            <p:nvPr/>
          </p:nvSpPr>
          <p:spPr>
            <a:xfrm>
              <a:off x="6861496" y="2076057"/>
              <a:ext cx="27651" cy="14768"/>
            </a:xfrm>
            <a:custGeom>
              <a:avLst/>
              <a:gdLst/>
              <a:ahLst/>
              <a:cxnLst/>
              <a:rect l="l" t="t" r="r" b="b"/>
              <a:pathLst>
                <a:path w="1056" h="564" extrusionOk="0">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4" name="Google Shape;17054;p138"/>
            <p:cNvSpPr/>
            <p:nvPr/>
          </p:nvSpPr>
          <p:spPr>
            <a:xfrm>
              <a:off x="6755237" y="2064824"/>
              <a:ext cx="23017" cy="31501"/>
            </a:xfrm>
            <a:custGeom>
              <a:avLst/>
              <a:gdLst/>
              <a:ahLst/>
              <a:cxnLst/>
              <a:rect l="l" t="t" r="r" b="b"/>
              <a:pathLst>
                <a:path w="879" h="1203" extrusionOk="0">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5" name="Google Shape;17055;p138"/>
            <p:cNvSpPr/>
            <p:nvPr/>
          </p:nvSpPr>
          <p:spPr>
            <a:xfrm>
              <a:off x="6903863" y="2064824"/>
              <a:ext cx="23017" cy="31501"/>
            </a:xfrm>
            <a:custGeom>
              <a:avLst/>
              <a:gdLst/>
              <a:ahLst/>
              <a:cxnLst/>
              <a:rect l="l" t="t" r="r" b="b"/>
              <a:pathLst>
                <a:path w="879" h="1203" extrusionOk="0">
                  <a:moveTo>
                    <a:pt x="1" y="0"/>
                  </a:moveTo>
                  <a:lnTo>
                    <a:pt x="1" y="706"/>
                  </a:lnTo>
                  <a:cubicBezTo>
                    <a:pt x="1" y="926"/>
                    <a:pt x="163" y="1107"/>
                    <a:pt x="392" y="1135"/>
                  </a:cubicBezTo>
                  <a:lnTo>
                    <a:pt x="878" y="1202"/>
                  </a:ln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6" name="Google Shape;17056;p138"/>
            <p:cNvSpPr/>
            <p:nvPr/>
          </p:nvSpPr>
          <p:spPr>
            <a:xfrm>
              <a:off x="6898364" y="2212455"/>
              <a:ext cx="14271" cy="31239"/>
            </a:xfrm>
            <a:custGeom>
              <a:avLst/>
              <a:gdLst/>
              <a:ahLst/>
              <a:cxnLst/>
              <a:rect l="l" t="t" r="r" b="b"/>
              <a:pathLst>
                <a:path w="545" h="1193" extrusionOk="0">
                  <a:moveTo>
                    <a:pt x="1" y="0"/>
                  </a:moveTo>
                  <a:lnTo>
                    <a:pt x="1" y="1193"/>
                  </a:lnTo>
                  <a:cubicBezTo>
                    <a:pt x="249" y="887"/>
                    <a:pt x="430" y="534"/>
                    <a:pt x="545" y="162"/>
                  </a:cubicBezTo>
                  <a:lnTo>
                    <a:pt x="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7" name="Google Shape;17057;p138"/>
            <p:cNvSpPr/>
            <p:nvPr/>
          </p:nvSpPr>
          <p:spPr>
            <a:xfrm>
              <a:off x="6769717" y="2212193"/>
              <a:ext cx="14271" cy="31501"/>
            </a:xfrm>
            <a:custGeom>
              <a:avLst/>
              <a:gdLst/>
              <a:ahLst/>
              <a:cxnLst/>
              <a:rect l="l" t="t" r="r" b="b"/>
              <a:pathLst>
                <a:path w="545" h="1203" extrusionOk="0">
                  <a:moveTo>
                    <a:pt x="545" y="1"/>
                  </a:moveTo>
                  <a:lnTo>
                    <a:pt x="1" y="163"/>
                  </a:lnTo>
                  <a:cubicBezTo>
                    <a:pt x="106" y="544"/>
                    <a:pt x="287" y="897"/>
                    <a:pt x="545" y="1203"/>
                  </a:cubicBezTo>
                  <a:lnTo>
                    <a:pt x="545"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8" name="Google Shape;17058;p138"/>
            <p:cNvSpPr/>
            <p:nvPr/>
          </p:nvSpPr>
          <p:spPr>
            <a:xfrm>
              <a:off x="6777966" y="2127773"/>
              <a:ext cx="126186" cy="131423"/>
            </a:xfrm>
            <a:custGeom>
              <a:avLst/>
              <a:gdLst/>
              <a:ahLst/>
              <a:cxnLst/>
              <a:rect l="l" t="t" r="r" b="b"/>
              <a:pathLst>
                <a:path w="4819" h="5019" extrusionOk="0">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9" name="Google Shape;17059;p138"/>
            <p:cNvSpPr/>
            <p:nvPr/>
          </p:nvSpPr>
          <p:spPr>
            <a:xfrm>
              <a:off x="6815908" y="2144688"/>
              <a:ext cx="50537" cy="17334"/>
            </a:xfrm>
            <a:custGeom>
              <a:avLst/>
              <a:gdLst/>
              <a:ahLst/>
              <a:cxnLst/>
              <a:rect l="l" t="t" r="r" b="b"/>
              <a:pathLst>
                <a:path w="1930" h="662" extrusionOk="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0" name="Google Shape;17060;p138"/>
            <p:cNvSpPr/>
            <p:nvPr/>
          </p:nvSpPr>
          <p:spPr>
            <a:xfrm>
              <a:off x="6778044" y="2127773"/>
              <a:ext cx="100131" cy="131658"/>
            </a:xfrm>
            <a:custGeom>
              <a:avLst/>
              <a:gdLst/>
              <a:ahLst/>
              <a:cxnLst/>
              <a:rect l="l" t="t" r="r" b="b"/>
              <a:pathLst>
                <a:path w="3824" h="5028" extrusionOk="0">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1" name="Google Shape;17061;p138"/>
            <p:cNvSpPr/>
            <p:nvPr/>
          </p:nvSpPr>
          <p:spPr>
            <a:xfrm>
              <a:off x="6749503" y="2030338"/>
              <a:ext cx="183112" cy="34512"/>
            </a:xfrm>
            <a:custGeom>
              <a:avLst/>
              <a:gdLst/>
              <a:ahLst/>
              <a:cxnLst/>
              <a:rect l="l" t="t" r="r" b="b"/>
              <a:pathLst>
                <a:path w="6993" h="1318" extrusionOk="0">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2" name="Google Shape;17062;p138"/>
            <p:cNvSpPr/>
            <p:nvPr/>
          </p:nvSpPr>
          <p:spPr>
            <a:xfrm>
              <a:off x="6810697" y="1973098"/>
              <a:ext cx="106678" cy="45771"/>
            </a:xfrm>
            <a:custGeom>
              <a:avLst/>
              <a:gdLst/>
              <a:ahLst/>
              <a:cxnLst/>
              <a:rect l="l" t="t" r="r" b="b"/>
              <a:pathLst>
                <a:path w="4074" h="1748" extrusionOk="0">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3" name="Google Shape;17063;p138"/>
            <p:cNvSpPr/>
            <p:nvPr/>
          </p:nvSpPr>
          <p:spPr>
            <a:xfrm>
              <a:off x="6738243" y="2276399"/>
              <a:ext cx="17020" cy="51480"/>
            </a:xfrm>
            <a:custGeom>
              <a:avLst/>
              <a:gdLst/>
              <a:ahLst/>
              <a:cxnLst/>
              <a:rect l="l" t="t" r="r" b="b"/>
              <a:pathLst>
                <a:path w="650" h="1966" extrusionOk="0">
                  <a:moveTo>
                    <a:pt x="649" y="0"/>
                  </a:moveTo>
                  <a:cubicBezTo>
                    <a:pt x="287" y="0"/>
                    <a:pt x="1" y="287"/>
                    <a:pt x="1" y="649"/>
                  </a:cubicBezTo>
                  <a:lnTo>
                    <a:pt x="1" y="1966"/>
                  </a:lnTo>
                  <a:lnTo>
                    <a:pt x="649" y="1966"/>
                  </a:lnTo>
                  <a:lnTo>
                    <a:pt x="64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4" name="Google Shape;17064;p138"/>
            <p:cNvSpPr/>
            <p:nvPr/>
          </p:nvSpPr>
          <p:spPr>
            <a:xfrm>
              <a:off x="6755237" y="2276399"/>
              <a:ext cx="11521" cy="51480"/>
            </a:xfrm>
            <a:custGeom>
              <a:avLst/>
              <a:gdLst/>
              <a:ahLst/>
              <a:cxnLst/>
              <a:rect l="l" t="t" r="r" b="b"/>
              <a:pathLst>
                <a:path w="440" h="1966" extrusionOk="0">
                  <a:moveTo>
                    <a:pt x="0" y="0"/>
                  </a:moveTo>
                  <a:lnTo>
                    <a:pt x="0" y="1966"/>
                  </a:lnTo>
                  <a:lnTo>
                    <a:pt x="439" y="1966"/>
                  </a:lnTo>
                  <a:lnTo>
                    <a:pt x="439" y="439"/>
                  </a:lnTo>
                  <a:cubicBezTo>
                    <a:pt x="439" y="191"/>
                    <a:pt x="239" y="0"/>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5" name="Google Shape;17065;p138"/>
            <p:cNvSpPr/>
            <p:nvPr/>
          </p:nvSpPr>
          <p:spPr>
            <a:xfrm>
              <a:off x="6926854" y="2276399"/>
              <a:ext cx="17256" cy="51480"/>
            </a:xfrm>
            <a:custGeom>
              <a:avLst/>
              <a:gdLst/>
              <a:ahLst/>
              <a:cxnLst/>
              <a:rect l="l" t="t" r="r" b="b"/>
              <a:pathLst>
                <a:path w="659" h="1966" extrusionOk="0">
                  <a:moveTo>
                    <a:pt x="0" y="0"/>
                  </a:moveTo>
                  <a:lnTo>
                    <a:pt x="0" y="1966"/>
                  </a:lnTo>
                  <a:lnTo>
                    <a:pt x="659" y="1966"/>
                  </a:lnTo>
                  <a:lnTo>
                    <a:pt x="659" y="649"/>
                  </a:lnTo>
                  <a:cubicBezTo>
                    <a:pt x="649" y="287"/>
                    <a:pt x="363"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6" name="Google Shape;17066;p138"/>
            <p:cNvSpPr/>
            <p:nvPr/>
          </p:nvSpPr>
          <p:spPr>
            <a:xfrm>
              <a:off x="6915358" y="2276399"/>
              <a:ext cx="11521" cy="51480"/>
            </a:xfrm>
            <a:custGeom>
              <a:avLst/>
              <a:gdLst/>
              <a:ahLst/>
              <a:cxnLst/>
              <a:rect l="l" t="t" r="r" b="b"/>
              <a:pathLst>
                <a:path w="440" h="1966" extrusionOk="0">
                  <a:moveTo>
                    <a:pt x="439" y="0"/>
                  </a:moveTo>
                  <a:cubicBezTo>
                    <a:pt x="201" y="0"/>
                    <a:pt x="1" y="191"/>
                    <a:pt x="1" y="439"/>
                  </a:cubicBezTo>
                  <a:lnTo>
                    <a:pt x="1" y="1966"/>
                  </a:lnTo>
                  <a:lnTo>
                    <a:pt x="439" y="1966"/>
                  </a:lnTo>
                  <a:lnTo>
                    <a:pt x="439"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67" name="Google Shape;17067;p138"/>
          <p:cNvGrpSpPr/>
          <p:nvPr/>
        </p:nvGrpSpPr>
        <p:grpSpPr>
          <a:xfrm>
            <a:off x="6253375" y="1973150"/>
            <a:ext cx="274812" cy="354728"/>
            <a:chOff x="6253375" y="1973150"/>
            <a:chExt cx="274812" cy="354728"/>
          </a:xfrm>
        </p:grpSpPr>
        <p:sp>
          <p:nvSpPr>
            <p:cNvPr id="17068" name="Google Shape;17068;p138"/>
            <p:cNvSpPr/>
            <p:nvPr/>
          </p:nvSpPr>
          <p:spPr>
            <a:xfrm>
              <a:off x="6253637" y="2173492"/>
              <a:ext cx="274550" cy="154387"/>
            </a:xfrm>
            <a:custGeom>
              <a:avLst/>
              <a:gdLst/>
              <a:ahLst/>
              <a:cxnLst/>
              <a:rect l="l" t="t" r="r" b="b"/>
              <a:pathLst>
                <a:path w="10485" h="5896" extrusionOk="0">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9" name="Google Shape;17069;p138"/>
            <p:cNvSpPr/>
            <p:nvPr/>
          </p:nvSpPr>
          <p:spPr>
            <a:xfrm>
              <a:off x="6253375" y="2210439"/>
              <a:ext cx="274812" cy="117440"/>
            </a:xfrm>
            <a:custGeom>
              <a:avLst/>
              <a:gdLst/>
              <a:ahLst/>
              <a:cxnLst/>
              <a:rect l="l" t="t" r="r" b="b"/>
              <a:pathLst>
                <a:path w="10495" h="4485" extrusionOk="0">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0" name="Google Shape;17070;p138"/>
            <p:cNvSpPr/>
            <p:nvPr/>
          </p:nvSpPr>
          <p:spPr>
            <a:xfrm>
              <a:off x="6315591" y="2210439"/>
              <a:ext cx="150407" cy="49542"/>
            </a:xfrm>
            <a:custGeom>
              <a:avLst/>
              <a:gdLst/>
              <a:ahLst/>
              <a:cxnLst/>
              <a:rect l="l" t="t" r="r" b="b"/>
              <a:pathLst>
                <a:path w="5744" h="1892" extrusionOk="0">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1" name="Google Shape;17071;p138"/>
            <p:cNvSpPr/>
            <p:nvPr/>
          </p:nvSpPr>
          <p:spPr>
            <a:xfrm>
              <a:off x="6350810" y="2173492"/>
              <a:ext cx="79969" cy="22860"/>
            </a:xfrm>
            <a:custGeom>
              <a:avLst/>
              <a:gdLst/>
              <a:ahLst/>
              <a:cxnLst/>
              <a:rect l="l" t="t" r="r" b="b"/>
              <a:pathLst>
                <a:path w="3054" h="873" extrusionOk="0">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2" name="Google Shape;17072;p138"/>
            <p:cNvSpPr/>
            <p:nvPr/>
          </p:nvSpPr>
          <p:spPr>
            <a:xfrm>
              <a:off x="6294355" y="2059063"/>
              <a:ext cx="192617" cy="125688"/>
            </a:xfrm>
            <a:custGeom>
              <a:avLst/>
              <a:gdLst/>
              <a:ahLst/>
              <a:cxnLst/>
              <a:rect l="l" t="t" r="r" b="b"/>
              <a:pathLst>
                <a:path w="7356" h="4800" extrusionOk="0">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3" name="Google Shape;17073;p138"/>
            <p:cNvSpPr/>
            <p:nvPr/>
          </p:nvSpPr>
          <p:spPr>
            <a:xfrm>
              <a:off x="6297340" y="2059063"/>
              <a:ext cx="144908" cy="125897"/>
            </a:xfrm>
            <a:custGeom>
              <a:avLst/>
              <a:gdLst/>
              <a:ahLst/>
              <a:cxnLst/>
              <a:rect l="l" t="t" r="r" b="b"/>
              <a:pathLst>
                <a:path w="5534" h="4808" extrusionOk="0">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4" name="Google Shape;17074;p138"/>
            <p:cNvSpPr/>
            <p:nvPr/>
          </p:nvSpPr>
          <p:spPr>
            <a:xfrm>
              <a:off x="6316822" y="2116775"/>
              <a:ext cx="147919" cy="67976"/>
            </a:xfrm>
            <a:custGeom>
              <a:avLst/>
              <a:gdLst/>
              <a:ahLst/>
              <a:cxnLst/>
              <a:rect l="l" t="t" r="r" b="b"/>
              <a:pathLst>
                <a:path w="5649" h="2596" extrusionOk="0">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5" name="Google Shape;17075;p138"/>
            <p:cNvSpPr/>
            <p:nvPr/>
          </p:nvSpPr>
          <p:spPr>
            <a:xfrm>
              <a:off x="6305091" y="2059063"/>
              <a:ext cx="22755" cy="28515"/>
            </a:xfrm>
            <a:custGeom>
              <a:avLst/>
              <a:gdLst/>
              <a:ahLst/>
              <a:cxnLst/>
              <a:rect l="l" t="t" r="r" b="b"/>
              <a:pathLst>
                <a:path w="869" h="1089" extrusionOk="0">
                  <a:moveTo>
                    <a:pt x="0" y="1"/>
                  </a:moveTo>
                  <a:lnTo>
                    <a:pt x="0" y="1088"/>
                  </a:lnTo>
                  <a:lnTo>
                    <a:pt x="869" y="1088"/>
                  </a:lnTo>
                  <a:lnTo>
                    <a:pt x="869"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6" name="Google Shape;17076;p138"/>
            <p:cNvSpPr/>
            <p:nvPr/>
          </p:nvSpPr>
          <p:spPr>
            <a:xfrm>
              <a:off x="6453717" y="2059063"/>
              <a:ext cx="23017" cy="28515"/>
            </a:xfrm>
            <a:custGeom>
              <a:avLst/>
              <a:gdLst/>
              <a:ahLst/>
              <a:cxnLst/>
              <a:rect l="l" t="t" r="r" b="b"/>
              <a:pathLst>
                <a:path w="879" h="1089" extrusionOk="0">
                  <a:moveTo>
                    <a:pt x="1" y="1"/>
                  </a:moveTo>
                  <a:lnTo>
                    <a:pt x="1" y="1088"/>
                  </a:lnTo>
                  <a:lnTo>
                    <a:pt x="878" y="1088"/>
                  </a:lnTo>
                  <a:lnTo>
                    <a:pt x="878"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7" name="Google Shape;17077;p138"/>
            <p:cNvSpPr/>
            <p:nvPr/>
          </p:nvSpPr>
          <p:spPr>
            <a:xfrm>
              <a:off x="6328579" y="2198525"/>
              <a:ext cx="62216" cy="50197"/>
            </a:xfrm>
            <a:custGeom>
              <a:avLst/>
              <a:gdLst/>
              <a:ahLst/>
              <a:cxnLst/>
              <a:rect l="l" t="t" r="r" b="b"/>
              <a:pathLst>
                <a:path w="2376" h="1917" extrusionOk="0">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8" name="Google Shape;17078;p138"/>
            <p:cNvSpPr/>
            <p:nvPr/>
          </p:nvSpPr>
          <p:spPr>
            <a:xfrm>
              <a:off x="6390768" y="2198525"/>
              <a:ext cx="62477" cy="50197"/>
            </a:xfrm>
            <a:custGeom>
              <a:avLst/>
              <a:gdLst/>
              <a:ahLst/>
              <a:cxnLst/>
              <a:rect l="l" t="t" r="r" b="b"/>
              <a:pathLst>
                <a:path w="2386" h="1917" extrusionOk="0">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9" name="Google Shape;17079;p138"/>
            <p:cNvSpPr/>
            <p:nvPr/>
          </p:nvSpPr>
          <p:spPr>
            <a:xfrm>
              <a:off x="6353559"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0" name="Google Shape;17080;p138"/>
            <p:cNvSpPr/>
            <p:nvPr/>
          </p:nvSpPr>
          <p:spPr>
            <a:xfrm>
              <a:off x="6416508"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1" name="Google Shape;17081;p138"/>
            <p:cNvSpPr/>
            <p:nvPr/>
          </p:nvSpPr>
          <p:spPr>
            <a:xfrm>
              <a:off x="6373669" y="2081792"/>
              <a:ext cx="34355" cy="23017"/>
            </a:xfrm>
            <a:custGeom>
              <a:avLst/>
              <a:gdLst/>
              <a:ahLst/>
              <a:cxnLst/>
              <a:rect l="l" t="t" r="r" b="b"/>
              <a:pathLst>
                <a:path w="1312" h="879" extrusionOk="0">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2" name="Google Shape;17082;p138"/>
            <p:cNvSpPr/>
            <p:nvPr/>
          </p:nvSpPr>
          <p:spPr>
            <a:xfrm>
              <a:off x="6305091" y="1973150"/>
              <a:ext cx="171643" cy="85939"/>
            </a:xfrm>
            <a:custGeom>
              <a:avLst/>
              <a:gdLst/>
              <a:ahLst/>
              <a:cxnLst/>
              <a:rect l="l" t="t" r="r" b="b"/>
              <a:pathLst>
                <a:path w="6555" h="3282" extrusionOk="0">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3" name="Google Shape;17083;p138"/>
            <p:cNvSpPr/>
            <p:nvPr/>
          </p:nvSpPr>
          <p:spPr>
            <a:xfrm>
              <a:off x="6377545" y="2156236"/>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4" name="Google Shape;17084;p138"/>
            <p:cNvSpPr/>
            <p:nvPr/>
          </p:nvSpPr>
          <p:spPr>
            <a:xfrm>
              <a:off x="6303101" y="2081792"/>
              <a:ext cx="43729" cy="11521"/>
            </a:xfrm>
            <a:custGeom>
              <a:avLst/>
              <a:gdLst/>
              <a:ahLst/>
              <a:cxnLst/>
              <a:rect l="l" t="t" r="r" b="b"/>
              <a:pathLst>
                <a:path w="1670" h="440" extrusionOk="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5" name="Google Shape;17085;p138"/>
            <p:cNvSpPr/>
            <p:nvPr/>
          </p:nvSpPr>
          <p:spPr>
            <a:xfrm>
              <a:off x="6434733" y="2081792"/>
              <a:ext cx="43755" cy="11521"/>
            </a:xfrm>
            <a:custGeom>
              <a:avLst/>
              <a:gdLst/>
              <a:ahLst/>
              <a:cxnLst/>
              <a:rect l="l" t="t" r="r" b="b"/>
              <a:pathLst>
                <a:path w="1671" h="440" extrusionOk="0">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6" name="Google Shape;17086;p138"/>
            <p:cNvSpPr/>
            <p:nvPr/>
          </p:nvSpPr>
          <p:spPr>
            <a:xfrm>
              <a:off x="6333580" y="2076057"/>
              <a:ext cx="51480" cy="40246"/>
            </a:xfrm>
            <a:custGeom>
              <a:avLst/>
              <a:gdLst/>
              <a:ahLst/>
              <a:cxnLst/>
              <a:rect l="l" t="t" r="r" b="b"/>
              <a:pathLst>
                <a:path w="1966" h="1537" extrusionOk="0">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7" name="Google Shape;17087;p138"/>
            <p:cNvSpPr/>
            <p:nvPr/>
          </p:nvSpPr>
          <p:spPr>
            <a:xfrm>
              <a:off x="6396529" y="2076057"/>
              <a:ext cx="51480" cy="40246"/>
            </a:xfrm>
            <a:custGeom>
              <a:avLst/>
              <a:gdLst/>
              <a:ahLst/>
              <a:cxnLst/>
              <a:rect l="l" t="t" r="r" b="b"/>
              <a:pathLst>
                <a:path w="1966" h="1537" extrusionOk="0">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8" name="Google Shape;17088;p138"/>
            <p:cNvSpPr/>
            <p:nvPr/>
          </p:nvSpPr>
          <p:spPr>
            <a:xfrm>
              <a:off x="6316822" y="2116775"/>
              <a:ext cx="85468" cy="68133"/>
            </a:xfrm>
            <a:custGeom>
              <a:avLst/>
              <a:gdLst/>
              <a:ahLst/>
              <a:cxnLst/>
              <a:rect l="l" t="t" r="r" b="b"/>
              <a:pathLst>
                <a:path w="3264" h="2602" extrusionOk="0">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9" name="Google Shape;17089;p138"/>
            <p:cNvSpPr/>
            <p:nvPr/>
          </p:nvSpPr>
          <p:spPr>
            <a:xfrm>
              <a:off x="6367804" y="2133507"/>
              <a:ext cx="45981" cy="17020"/>
            </a:xfrm>
            <a:custGeom>
              <a:avLst/>
              <a:gdLst/>
              <a:ahLst/>
              <a:cxnLst/>
              <a:rect l="l" t="t" r="r" b="b"/>
              <a:pathLst>
                <a:path w="1756" h="650" extrusionOk="0">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0" name="Google Shape;17090;p138"/>
            <p:cNvSpPr/>
            <p:nvPr/>
          </p:nvSpPr>
          <p:spPr>
            <a:xfrm>
              <a:off x="6356544" y="2127746"/>
              <a:ext cx="68474" cy="17020"/>
            </a:xfrm>
            <a:custGeom>
              <a:avLst/>
              <a:gdLst/>
              <a:ahLst/>
              <a:cxnLst/>
              <a:rect l="l" t="t" r="r" b="b"/>
              <a:pathLst>
                <a:path w="2615" h="650" extrusionOk="0">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1" name="Google Shape;17091;p138"/>
            <p:cNvSpPr/>
            <p:nvPr/>
          </p:nvSpPr>
          <p:spPr>
            <a:xfrm>
              <a:off x="6305091" y="1973150"/>
              <a:ext cx="71956" cy="85939"/>
            </a:xfrm>
            <a:custGeom>
              <a:avLst/>
              <a:gdLst/>
              <a:ahLst/>
              <a:cxnLst/>
              <a:rect l="l" t="t" r="r" b="b"/>
              <a:pathLst>
                <a:path w="2748" h="3282" extrusionOk="0">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2" name="Google Shape;17092;p138"/>
            <p:cNvSpPr/>
            <p:nvPr/>
          </p:nvSpPr>
          <p:spPr>
            <a:xfrm>
              <a:off x="6274611" y="2053329"/>
              <a:ext cx="232601" cy="11521"/>
            </a:xfrm>
            <a:custGeom>
              <a:avLst/>
              <a:gdLst/>
              <a:ahLst/>
              <a:cxnLst/>
              <a:rect l="l" t="t" r="r" b="b"/>
              <a:pathLst>
                <a:path w="8883" h="440" extrusionOk="0">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3" name="Google Shape;17093;p138"/>
            <p:cNvSpPr/>
            <p:nvPr/>
          </p:nvSpPr>
          <p:spPr>
            <a:xfrm>
              <a:off x="6377283" y="1973150"/>
              <a:ext cx="25792" cy="22990"/>
            </a:xfrm>
            <a:custGeom>
              <a:avLst/>
              <a:gdLst/>
              <a:ahLst/>
              <a:cxnLst/>
              <a:rect l="l" t="t" r="r" b="b"/>
              <a:pathLst>
                <a:path w="985" h="878" extrusionOk="0">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4" name="Google Shape;17094;p138"/>
            <p:cNvSpPr/>
            <p:nvPr/>
          </p:nvSpPr>
          <p:spPr>
            <a:xfrm>
              <a:off x="6306583" y="2036099"/>
              <a:ext cx="168658" cy="17256"/>
            </a:xfrm>
            <a:custGeom>
              <a:avLst/>
              <a:gdLst/>
              <a:ahLst/>
              <a:cxnLst/>
              <a:rect l="l" t="t" r="r" b="b"/>
              <a:pathLst>
                <a:path w="6441" h="659" extrusionOk="0">
                  <a:moveTo>
                    <a:pt x="172" y="0"/>
                  </a:moveTo>
                  <a:lnTo>
                    <a:pt x="1" y="658"/>
                  </a:lnTo>
                  <a:lnTo>
                    <a:pt x="6440" y="658"/>
                  </a:lnTo>
                  <a:lnTo>
                    <a:pt x="6259"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5" name="Google Shape;17095;p138"/>
            <p:cNvSpPr/>
            <p:nvPr/>
          </p:nvSpPr>
          <p:spPr>
            <a:xfrm>
              <a:off x="6306583" y="2036099"/>
              <a:ext cx="27520" cy="17256"/>
            </a:xfrm>
            <a:custGeom>
              <a:avLst/>
              <a:gdLst/>
              <a:ahLst/>
              <a:cxnLst/>
              <a:rect l="l" t="t" r="r" b="b"/>
              <a:pathLst>
                <a:path w="1051" h="659" extrusionOk="0">
                  <a:moveTo>
                    <a:pt x="172" y="0"/>
                  </a:moveTo>
                  <a:lnTo>
                    <a:pt x="1" y="658"/>
                  </a:lnTo>
                  <a:lnTo>
                    <a:pt x="869" y="658"/>
                  </a:lnTo>
                  <a:lnTo>
                    <a:pt x="105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6" name="Google Shape;17096;p138"/>
            <p:cNvSpPr/>
            <p:nvPr/>
          </p:nvSpPr>
          <p:spPr>
            <a:xfrm>
              <a:off x="6305091" y="2220180"/>
              <a:ext cx="22755" cy="107699"/>
            </a:xfrm>
            <a:custGeom>
              <a:avLst/>
              <a:gdLst/>
              <a:ahLst/>
              <a:cxnLst/>
              <a:rect l="l" t="t" r="r" b="b"/>
              <a:pathLst>
                <a:path w="869" h="4113" extrusionOk="0">
                  <a:moveTo>
                    <a:pt x="869" y="1"/>
                  </a:moveTo>
                  <a:lnTo>
                    <a:pt x="0" y="259"/>
                  </a:lnTo>
                  <a:lnTo>
                    <a:pt x="0" y="4113"/>
                  </a:lnTo>
                  <a:lnTo>
                    <a:pt x="869" y="4113"/>
                  </a:lnTo>
                  <a:lnTo>
                    <a:pt x="869"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7" name="Google Shape;17097;p138"/>
            <p:cNvSpPr/>
            <p:nvPr/>
          </p:nvSpPr>
          <p:spPr>
            <a:xfrm>
              <a:off x="6453717" y="2220180"/>
              <a:ext cx="23017" cy="107699"/>
            </a:xfrm>
            <a:custGeom>
              <a:avLst/>
              <a:gdLst/>
              <a:ahLst/>
              <a:cxnLst/>
              <a:rect l="l" t="t" r="r" b="b"/>
              <a:pathLst>
                <a:path w="879" h="4113" extrusionOk="0">
                  <a:moveTo>
                    <a:pt x="1" y="1"/>
                  </a:moveTo>
                  <a:lnTo>
                    <a:pt x="1" y="4113"/>
                  </a:lnTo>
                  <a:lnTo>
                    <a:pt x="878" y="4113"/>
                  </a:lnTo>
                  <a:lnTo>
                    <a:pt x="878" y="259"/>
                  </a:lnTo>
                  <a:lnTo>
                    <a:pt x="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8" name="Google Shape;17098;p138"/>
            <p:cNvSpPr/>
            <p:nvPr/>
          </p:nvSpPr>
          <p:spPr>
            <a:xfrm>
              <a:off x="6453717" y="2220180"/>
              <a:ext cx="12281" cy="14035"/>
            </a:xfrm>
            <a:custGeom>
              <a:avLst/>
              <a:gdLst/>
              <a:ahLst/>
              <a:cxnLst/>
              <a:rect l="l" t="t" r="r" b="b"/>
              <a:pathLst>
                <a:path w="469" h="536" extrusionOk="0">
                  <a:moveTo>
                    <a:pt x="1" y="1"/>
                  </a:moveTo>
                  <a:lnTo>
                    <a:pt x="1" y="535"/>
                  </a:lnTo>
                  <a:lnTo>
                    <a:pt x="468" y="135"/>
                  </a:lnTo>
                  <a:lnTo>
                    <a:pt x="172" y="49"/>
                  </a:lnTo>
                  <a:lnTo>
                    <a:pt x="1"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9" name="Google Shape;17099;p138"/>
            <p:cNvSpPr/>
            <p:nvPr/>
          </p:nvSpPr>
          <p:spPr>
            <a:xfrm>
              <a:off x="6315591" y="2220180"/>
              <a:ext cx="12255" cy="14035"/>
            </a:xfrm>
            <a:custGeom>
              <a:avLst/>
              <a:gdLst/>
              <a:ahLst/>
              <a:cxnLst/>
              <a:rect l="l" t="t" r="r" b="b"/>
              <a:pathLst>
                <a:path w="468" h="536" extrusionOk="0">
                  <a:moveTo>
                    <a:pt x="468" y="1"/>
                  </a:moveTo>
                  <a:lnTo>
                    <a:pt x="296" y="49"/>
                  </a:lnTo>
                  <a:lnTo>
                    <a:pt x="0" y="135"/>
                  </a:lnTo>
                  <a:lnTo>
                    <a:pt x="468" y="535"/>
                  </a:lnTo>
                  <a:lnTo>
                    <a:pt x="468"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0" name="Google Shape;17100;p138"/>
            <p:cNvSpPr/>
            <p:nvPr/>
          </p:nvSpPr>
          <p:spPr>
            <a:xfrm>
              <a:off x="6287861" y="2276399"/>
              <a:ext cx="17256" cy="51480"/>
            </a:xfrm>
            <a:custGeom>
              <a:avLst/>
              <a:gdLst/>
              <a:ahLst/>
              <a:cxnLst/>
              <a:rect l="l" t="t" r="r" b="b"/>
              <a:pathLst>
                <a:path w="659" h="1966" extrusionOk="0">
                  <a:moveTo>
                    <a:pt x="658" y="0"/>
                  </a:moveTo>
                  <a:cubicBezTo>
                    <a:pt x="296" y="0"/>
                    <a:pt x="0" y="287"/>
                    <a:pt x="0" y="649"/>
                  </a:cubicBezTo>
                  <a:lnTo>
                    <a:pt x="0" y="1966"/>
                  </a:lnTo>
                  <a:lnTo>
                    <a:pt x="658" y="1966"/>
                  </a:lnTo>
                  <a:lnTo>
                    <a:pt x="65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1" name="Google Shape;17101;p138"/>
            <p:cNvSpPr/>
            <p:nvPr/>
          </p:nvSpPr>
          <p:spPr>
            <a:xfrm>
              <a:off x="6305091" y="2276399"/>
              <a:ext cx="11521" cy="51480"/>
            </a:xfrm>
            <a:custGeom>
              <a:avLst/>
              <a:gdLst/>
              <a:ahLst/>
              <a:cxnLst/>
              <a:rect l="l" t="t" r="r" b="b"/>
              <a:pathLst>
                <a:path w="440" h="1966" extrusionOk="0">
                  <a:moveTo>
                    <a:pt x="0" y="0"/>
                  </a:moveTo>
                  <a:lnTo>
                    <a:pt x="0" y="1966"/>
                  </a:lnTo>
                  <a:lnTo>
                    <a:pt x="439" y="1966"/>
                  </a:lnTo>
                  <a:lnTo>
                    <a:pt x="439" y="439"/>
                  </a:lnTo>
                  <a:cubicBezTo>
                    <a:pt x="439" y="191"/>
                    <a:pt x="249" y="0"/>
                    <a:pt x="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2" name="Google Shape;17102;p138"/>
            <p:cNvSpPr/>
            <p:nvPr/>
          </p:nvSpPr>
          <p:spPr>
            <a:xfrm>
              <a:off x="6476707" y="2276399"/>
              <a:ext cx="17020" cy="51480"/>
            </a:xfrm>
            <a:custGeom>
              <a:avLst/>
              <a:gdLst/>
              <a:ahLst/>
              <a:cxnLst/>
              <a:rect l="l" t="t" r="r" b="b"/>
              <a:pathLst>
                <a:path w="650" h="1966" extrusionOk="0">
                  <a:moveTo>
                    <a:pt x="0" y="0"/>
                  </a:moveTo>
                  <a:lnTo>
                    <a:pt x="0" y="1966"/>
                  </a:lnTo>
                  <a:lnTo>
                    <a:pt x="649" y="1966"/>
                  </a:lnTo>
                  <a:lnTo>
                    <a:pt x="649" y="649"/>
                  </a:lnTo>
                  <a:cubicBezTo>
                    <a:pt x="649" y="287"/>
                    <a:pt x="353" y="0"/>
                    <a:pt x="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3" name="Google Shape;17103;p138"/>
            <p:cNvSpPr/>
            <p:nvPr/>
          </p:nvSpPr>
          <p:spPr>
            <a:xfrm>
              <a:off x="6465212" y="2276399"/>
              <a:ext cx="11521" cy="51480"/>
            </a:xfrm>
            <a:custGeom>
              <a:avLst/>
              <a:gdLst/>
              <a:ahLst/>
              <a:cxnLst/>
              <a:rect l="l" t="t" r="r" b="b"/>
              <a:pathLst>
                <a:path w="440" h="1966" extrusionOk="0">
                  <a:moveTo>
                    <a:pt x="439" y="0"/>
                  </a:moveTo>
                  <a:cubicBezTo>
                    <a:pt x="191" y="0"/>
                    <a:pt x="1" y="191"/>
                    <a:pt x="1" y="439"/>
                  </a:cubicBezTo>
                  <a:lnTo>
                    <a:pt x="1" y="1966"/>
                  </a:lnTo>
                  <a:lnTo>
                    <a:pt x="439" y="1966"/>
                  </a:lnTo>
                  <a:lnTo>
                    <a:pt x="43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4" name="Google Shape;17104;p138"/>
            <p:cNvSpPr/>
            <p:nvPr/>
          </p:nvSpPr>
          <p:spPr>
            <a:xfrm>
              <a:off x="6385033" y="2264903"/>
              <a:ext cx="11521" cy="11521"/>
            </a:xfrm>
            <a:custGeom>
              <a:avLst/>
              <a:gdLst/>
              <a:ahLst/>
              <a:cxnLst/>
              <a:rect l="l" t="t" r="r" b="b"/>
              <a:pathLst>
                <a:path w="440" h="440" extrusionOk="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5" name="Google Shape;17105;p138"/>
            <p:cNvSpPr/>
            <p:nvPr/>
          </p:nvSpPr>
          <p:spPr>
            <a:xfrm>
              <a:off x="6385033" y="2299127"/>
              <a:ext cx="11521" cy="11521"/>
            </a:xfrm>
            <a:custGeom>
              <a:avLst/>
              <a:gdLst/>
              <a:ahLst/>
              <a:cxnLst/>
              <a:rect l="l" t="t" r="r" b="b"/>
              <a:pathLst>
                <a:path w="440" h="440" extrusionOk="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06" name="Google Shape;17106;p138"/>
          <p:cNvGrpSpPr/>
          <p:nvPr/>
        </p:nvGrpSpPr>
        <p:grpSpPr>
          <a:xfrm>
            <a:off x="5802496" y="1973150"/>
            <a:ext cx="275309" cy="354728"/>
            <a:chOff x="5802496" y="1973150"/>
            <a:chExt cx="275309" cy="354728"/>
          </a:xfrm>
        </p:grpSpPr>
        <p:sp>
          <p:nvSpPr>
            <p:cNvPr id="17107" name="Google Shape;17107;p138"/>
            <p:cNvSpPr/>
            <p:nvPr/>
          </p:nvSpPr>
          <p:spPr>
            <a:xfrm>
              <a:off x="5803229" y="2210439"/>
              <a:ext cx="274576" cy="117440"/>
            </a:xfrm>
            <a:custGeom>
              <a:avLst/>
              <a:gdLst/>
              <a:ahLst/>
              <a:cxnLst/>
              <a:rect l="l" t="t" r="r" b="b"/>
              <a:pathLst>
                <a:path w="10486" h="4485" extrusionOk="0">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8" name="Google Shape;17108;p138"/>
            <p:cNvSpPr/>
            <p:nvPr/>
          </p:nvSpPr>
          <p:spPr>
            <a:xfrm>
              <a:off x="5885162" y="2210439"/>
              <a:ext cx="110946" cy="20267"/>
            </a:xfrm>
            <a:custGeom>
              <a:avLst/>
              <a:gdLst/>
              <a:ahLst/>
              <a:cxnLst/>
              <a:rect l="l" t="t" r="r" b="b"/>
              <a:pathLst>
                <a:path w="4237" h="774" extrusionOk="0">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9" name="Google Shape;17109;p138"/>
            <p:cNvSpPr/>
            <p:nvPr/>
          </p:nvSpPr>
          <p:spPr>
            <a:xfrm>
              <a:off x="5992075"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0" name="Google Shape;17110;p138"/>
            <p:cNvSpPr/>
            <p:nvPr/>
          </p:nvSpPr>
          <p:spPr>
            <a:xfrm>
              <a:off x="6009069"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1" name="Google Shape;17111;p138"/>
            <p:cNvSpPr/>
            <p:nvPr/>
          </p:nvSpPr>
          <p:spPr>
            <a:xfrm>
              <a:off x="5988593" y="1987133"/>
              <a:ext cx="60723" cy="54255"/>
            </a:xfrm>
            <a:custGeom>
              <a:avLst/>
              <a:gdLst/>
              <a:ahLst/>
              <a:cxnLst/>
              <a:rect l="l" t="t" r="r" b="b"/>
              <a:pathLst>
                <a:path w="2319" h="2072" extrusionOk="0">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2" name="Google Shape;17112;p138"/>
            <p:cNvSpPr/>
            <p:nvPr/>
          </p:nvSpPr>
          <p:spPr>
            <a:xfrm>
              <a:off x="6006817" y="1996114"/>
              <a:ext cx="32260" cy="29170"/>
            </a:xfrm>
            <a:custGeom>
              <a:avLst/>
              <a:gdLst/>
              <a:ahLst/>
              <a:cxnLst/>
              <a:rect l="l" t="t" r="r" b="b"/>
              <a:pathLst>
                <a:path w="1232" h="1114" extrusionOk="0">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3" name="Google Shape;17113;p138"/>
            <p:cNvSpPr/>
            <p:nvPr/>
          </p:nvSpPr>
          <p:spPr>
            <a:xfrm>
              <a:off x="5820459"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4" name="Google Shape;17114;p138"/>
            <p:cNvSpPr/>
            <p:nvPr/>
          </p:nvSpPr>
          <p:spPr>
            <a:xfrm>
              <a:off x="5837453"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5" name="Google Shape;17115;p138"/>
            <p:cNvSpPr/>
            <p:nvPr/>
          </p:nvSpPr>
          <p:spPr>
            <a:xfrm>
              <a:off x="5831954" y="1987133"/>
              <a:ext cx="60487" cy="54255"/>
            </a:xfrm>
            <a:custGeom>
              <a:avLst/>
              <a:gdLst/>
              <a:ahLst/>
              <a:cxnLst/>
              <a:rect l="l" t="t" r="r" b="b"/>
              <a:pathLst>
                <a:path w="2310" h="2072" extrusionOk="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6" name="Google Shape;17116;p138"/>
            <p:cNvSpPr/>
            <p:nvPr/>
          </p:nvSpPr>
          <p:spPr>
            <a:xfrm>
              <a:off x="5842192" y="1996114"/>
              <a:ext cx="32024" cy="29170"/>
            </a:xfrm>
            <a:custGeom>
              <a:avLst/>
              <a:gdLst/>
              <a:ahLst/>
              <a:cxnLst/>
              <a:rect l="l" t="t" r="r" b="b"/>
              <a:pathLst>
                <a:path w="1223" h="1114" extrusionOk="0">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7" name="Google Shape;17117;p138"/>
            <p:cNvSpPr/>
            <p:nvPr/>
          </p:nvSpPr>
          <p:spPr>
            <a:xfrm>
              <a:off x="5823208" y="1984619"/>
              <a:ext cx="234591" cy="234591"/>
            </a:xfrm>
            <a:custGeom>
              <a:avLst/>
              <a:gdLst/>
              <a:ahLst/>
              <a:cxnLst/>
              <a:rect l="l" t="t" r="r" b="b"/>
              <a:pathLst>
                <a:path w="8959" h="8959" extrusionOk="0">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8" name="Google Shape;17118;p138"/>
            <p:cNvSpPr/>
            <p:nvPr/>
          </p:nvSpPr>
          <p:spPr>
            <a:xfrm>
              <a:off x="5866178" y="2036099"/>
              <a:ext cx="148678" cy="148652"/>
            </a:xfrm>
            <a:custGeom>
              <a:avLst/>
              <a:gdLst/>
              <a:ahLst/>
              <a:cxnLst/>
              <a:rect l="l" t="t" r="r" b="b"/>
              <a:pathLst>
                <a:path w="5678" h="5677" extrusionOk="0">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9" name="Google Shape;17119;p138"/>
            <p:cNvSpPr/>
            <p:nvPr/>
          </p:nvSpPr>
          <p:spPr>
            <a:xfrm>
              <a:off x="5865680" y="2036125"/>
              <a:ext cx="86463" cy="148836"/>
            </a:xfrm>
            <a:custGeom>
              <a:avLst/>
              <a:gdLst/>
              <a:ahLst/>
              <a:cxnLst/>
              <a:rect l="l" t="t" r="r" b="b"/>
              <a:pathLst>
                <a:path w="3302" h="5684" extrusionOk="0">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0" name="Google Shape;17120;p138"/>
            <p:cNvSpPr/>
            <p:nvPr/>
          </p:nvSpPr>
          <p:spPr>
            <a:xfrm>
              <a:off x="5900663"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1" name="Google Shape;17121;p138"/>
            <p:cNvSpPr/>
            <p:nvPr/>
          </p:nvSpPr>
          <p:spPr>
            <a:xfrm>
              <a:off x="5969111"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2" name="Google Shape;17122;p138"/>
            <p:cNvSpPr/>
            <p:nvPr/>
          </p:nvSpPr>
          <p:spPr>
            <a:xfrm>
              <a:off x="5892913" y="2076293"/>
              <a:ext cx="26761" cy="11286"/>
            </a:xfrm>
            <a:custGeom>
              <a:avLst/>
              <a:gdLst/>
              <a:ahLst/>
              <a:cxnLst/>
              <a:rect l="l" t="t" r="r" b="b"/>
              <a:pathLst>
                <a:path w="1022" h="431" extrusionOk="0">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3" name="Google Shape;17123;p138"/>
            <p:cNvSpPr/>
            <p:nvPr/>
          </p:nvSpPr>
          <p:spPr>
            <a:xfrm>
              <a:off x="5961622" y="2076293"/>
              <a:ext cx="26499" cy="11286"/>
            </a:xfrm>
            <a:custGeom>
              <a:avLst/>
              <a:gdLst/>
              <a:ahLst/>
              <a:cxnLst/>
              <a:rect l="l" t="t" r="r" b="b"/>
              <a:pathLst>
                <a:path w="1012" h="431" extrusionOk="0">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4" name="Google Shape;17124;p138"/>
            <p:cNvSpPr/>
            <p:nvPr/>
          </p:nvSpPr>
          <p:spPr>
            <a:xfrm>
              <a:off x="5887178" y="2013475"/>
              <a:ext cx="13511" cy="11390"/>
            </a:xfrm>
            <a:custGeom>
              <a:avLst/>
              <a:gdLst/>
              <a:ahLst/>
              <a:cxnLst/>
              <a:rect l="l" t="t" r="r" b="b"/>
              <a:pathLst>
                <a:path w="516" h="435" extrusionOk="0">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5" name="Google Shape;17125;p138"/>
            <p:cNvSpPr/>
            <p:nvPr/>
          </p:nvSpPr>
          <p:spPr>
            <a:xfrm>
              <a:off x="5978852" y="2013475"/>
              <a:ext cx="13250" cy="11390"/>
            </a:xfrm>
            <a:custGeom>
              <a:avLst/>
              <a:gdLst/>
              <a:ahLst/>
              <a:cxnLst/>
              <a:rect l="l" t="t" r="r" b="b"/>
              <a:pathLst>
                <a:path w="506" h="435" extrusionOk="0">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6" name="Google Shape;17126;p138"/>
            <p:cNvSpPr/>
            <p:nvPr/>
          </p:nvSpPr>
          <p:spPr>
            <a:xfrm>
              <a:off x="5914908" y="2130522"/>
              <a:ext cx="51480" cy="22755"/>
            </a:xfrm>
            <a:custGeom>
              <a:avLst/>
              <a:gdLst/>
              <a:ahLst/>
              <a:cxnLst/>
              <a:rect l="l" t="t" r="r" b="b"/>
              <a:pathLst>
                <a:path w="1966" h="869" extrusionOk="0">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7" name="Google Shape;17127;p138"/>
            <p:cNvSpPr/>
            <p:nvPr/>
          </p:nvSpPr>
          <p:spPr>
            <a:xfrm>
              <a:off x="5802496" y="2011616"/>
              <a:ext cx="228333" cy="207673"/>
            </a:xfrm>
            <a:custGeom>
              <a:avLst/>
              <a:gdLst/>
              <a:ahLst/>
              <a:cxnLst/>
              <a:rect l="l" t="t" r="r" b="b"/>
              <a:pathLst>
                <a:path w="8720" h="7931" extrusionOk="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8" name="Google Shape;17128;p138"/>
            <p:cNvSpPr/>
            <p:nvPr/>
          </p:nvSpPr>
          <p:spPr>
            <a:xfrm>
              <a:off x="5843449" y="2287894"/>
              <a:ext cx="11260" cy="39984"/>
            </a:xfrm>
            <a:custGeom>
              <a:avLst/>
              <a:gdLst/>
              <a:ahLst/>
              <a:cxnLst/>
              <a:rect l="l" t="t" r="r" b="b"/>
              <a:pathLst>
                <a:path w="430" h="1527" extrusionOk="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9" name="Google Shape;17129;p138"/>
            <p:cNvSpPr/>
            <p:nvPr/>
          </p:nvSpPr>
          <p:spPr>
            <a:xfrm>
              <a:off x="6026299" y="2287894"/>
              <a:ext cx="11521" cy="39984"/>
            </a:xfrm>
            <a:custGeom>
              <a:avLst/>
              <a:gdLst/>
              <a:ahLst/>
              <a:cxnLst/>
              <a:rect l="l" t="t" r="r" b="b"/>
              <a:pathLst>
                <a:path w="440" h="1527" extrusionOk="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0" name="Google Shape;17130;p138"/>
            <p:cNvSpPr/>
            <p:nvPr/>
          </p:nvSpPr>
          <p:spPr>
            <a:xfrm>
              <a:off x="5872933" y="2270664"/>
              <a:ext cx="135167" cy="57214"/>
            </a:xfrm>
            <a:custGeom>
              <a:avLst/>
              <a:gdLst/>
              <a:ahLst/>
              <a:cxnLst/>
              <a:rect l="l" t="t" r="r" b="b"/>
              <a:pathLst>
                <a:path w="5162" h="2185" extrusionOk="0">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1" name="Google Shape;17131;p138"/>
            <p:cNvSpPr/>
            <p:nvPr/>
          </p:nvSpPr>
          <p:spPr>
            <a:xfrm>
              <a:off x="5911897" y="2018843"/>
              <a:ext cx="57240" cy="34512"/>
            </a:xfrm>
            <a:custGeom>
              <a:avLst/>
              <a:gdLst/>
              <a:ahLst/>
              <a:cxnLst/>
              <a:rect l="l" t="t" r="r" b="b"/>
              <a:pathLst>
                <a:path w="2186" h="1318" extrusionOk="0">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2" name="Google Shape;17132;p138"/>
            <p:cNvSpPr/>
            <p:nvPr/>
          </p:nvSpPr>
          <p:spPr>
            <a:xfrm>
              <a:off x="5929126" y="2007610"/>
              <a:ext cx="22755" cy="22755"/>
            </a:xfrm>
            <a:custGeom>
              <a:avLst/>
              <a:gdLst/>
              <a:ahLst/>
              <a:cxnLst/>
              <a:rect l="l" t="t" r="r" b="b"/>
              <a:pathLst>
                <a:path w="869" h="869" extrusionOk="0">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33" name="Google Shape;17133;p138"/>
          <p:cNvGrpSpPr/>
          <p:nvPr/>
        </p:nvGrpSpPr>
        <p:grpSpPr>
          <a:xfrm>
            <a:off x="5353083" y="1973150"/>
            <a:ext cx="274576" cy="354728"/>
            <a:chOff x="5353083" y="1973150"/>
            <a:chExt cx="274576" cy="354728"/>
          </a:xfrm>
        </p:grpSpPr>
        <p:sp>
          <p:nvSpPr>
            <p:cNvPr id="17134" name="Google Shape;17134;p138"/>
            <p:cNvSpPr/>
            <p:nvPr/>
          </p:nvSpPr>
          <p:spPr>
            <a:xfrm>
              <a:off x="5353083" y="2167731"/>
              <a:ext cx="274576" cy="160147"/>
            </a:xfrm>
            <a:custGeom>
              <a:avLst/>
              <a:gdLst/>
              <a:ahLst/>
              <a:cxnLst/>
              <a:rect l="l" t="t" r="r" b="b"/>
              <a:pathLst>
                <a:path w="10486" h="6116" extrusionOk="0">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5" name="Google Shape;17135;p138"/>
            <p:cNvSpPr/>
            <p:nvPr/>
          </p:nvSpPr>
          <p:spPr>
            <a:xfrm>
              <a:off x="5484479" y="2276399"/>
              <a:ext cx="11521" cy="51480"/>
            </a:xfrm>
            <a:custGeom>
              <a:avLst/>
              <a:gdLst/>
              <a:ahLst/>
              <a:cxnLst/>
              <a:rect l="l" t="t" r="r" b="b"/>
              <a:pathLst>
                <a:path w="440" h="1966" extrusionOk="0">
                  <a:moveTo>
                    <a:pt x="1" y="0"/>
                  </a:moveTo>
                  <a:lnTo>
                    <a:pt x="1" y="1966"/>
                  </a:lnTo>
                  <a:lnTo>
                    <a:pt x="440" y="1966"/>
                  </a:lnTo>
                  <a:lnTo>
                    <a:pt x="440" y="0"/>
                  </a:ln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6" name="Google Shape;17136;p138"/>
            <p:cNvSpPr/>
            <p:nvPr/>
          </p:nvSpPr>
          <p:spPr>
            <a:xfrm>
              <a:off x="5393067" y="2177734"/>
              <a:ext cx="194607" cy="102933"/>
            </a:xfrm>
            <a:custGeom>
              <a:avLst/>
              <a:gdLst/>
              <a:ahLst/>
              <a:cxnLst/>
              <a:rect l="l" t="t" r="r" b="b"/>
              <a:pathLst>
                <a:path w="7432" h="3931" extrusionOk="0">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7" name="Google Shape;17137;p138"/>
            <p:cNvSpPr/>
            <p:nvPr/>
          </p:nvSpPr>
          <p:spPr>
            <a:xfrm>
              <a:off x="5411213" y="2194963"/>
              <a:ext cx="157817" cy="65044"/>
            </a:xfrm>
            <a:custGeom>
              <a:avLst/>
              <a:gdLst/>
              <a:ahLst/>
              <a:cxnLst/>
              <a:rect l="l" t="t" r="r" b="b"/>
              <a:pathLst>
                <a:path w="6027" h="2484" extrusionOk="0">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8" name="Google Shape;17138;p138"/>
            <p:cNvSpPr/>
            <p:nvPr/>
          </p:nvSpPr>
          <p:spPr>
            <a:xfrm>
              <a:off x="5436272" y="2173492"/>
              <a:ext cx="107935" cy="86515"/>
            </a:xfrm>
            <a:custGeom>
              <a:avLst/>
              <a:gdLst/>
              <a:ahLst/>
              <a:cxnLst/>
              <a:rect l="l" t="t" r="r" b="b"/>
              <a:pathLst>
                <a:path w="4122" h="3304" extrusionOk="0">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9" name="Google Shape;17139;p138"/>
            <p:cNvSpPr/>
            <p:nvPr/>
          </p:nvSpPr>
          <p:spPr>
            <a:xfrm>
              <a:off x="5450255" y="2173492"/>
              <a:ext cx="80231" cy="28620"/>
            </a:xfrm>
            <a:custGeom>
              <a:avLst/>
              <a:gdLst/>
              <a:ahLst/>
              <a:cxnLst/>
              <a:rect l="l" t="t" r="r" b="b"/>
              <a:pathLst>
                <a:path w="3064" h="1093" extrusionOk="0">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0" name="Google Shape;17140;p138"/>
            <p:cNvSpPr/>
            <p:nvPr/>
          </p:nvSpPr>
          <p:spPr>
            <a:xfrm>
              <a:off x="5394062" y="2076057"/>
              <a:ext cx="192381" cy="114428"/>
            </a:xfrm>
            <a:custGeom>
              <a:avLst/>
              <a:gdLst/>
              <a:ahLst/>
              <a:cxnLst/>
              <a:rect l="l" t="t" r="r" b="b"/>
              <a:pathLst>
                <a:path w="7347" h="4370" extrusionOk="0">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1" name="Google Shape;17141;p138"/>
            <p:cNvSpPr/>
            <p:nvPr/>
          </p:nvSpPr>
          <p:spPr>
            <a:xfrm>
              <a:off x="5394062" y="2076319"/>
              <a:ext cx="107699" cy="114402"/>
            </a:xfrm>
            <a:custGeom>
              <a:avLst/>
              <a:gdLst/>
              <a:ahLst/>
              <a:cxnLst/>
              <a:rect l="l" t="t" r="r" b="b"/>
              <a:pathLst>
                <a:path w="4113" h="4369" extrusionOk="0">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2" name="Google Shape;17142;p138"/>
            <p:cNvSpPr/>
            <p:nvPr/>
          </p:nvSpPr>
          <p:spPr>
            <a:xfrm>
              <a:off x="5470994" y="2139006"/>
              <a:ext cx="38256" cy="11521"/>
            </a:xfrm>
            <a:custGeom>
              <a:avLst/>
              <a:gdLst/>
              <a:ahLst/>
              <a:cxnLst/>
              <a:rect l="l" t="t" r="r" b="b"/>
              <a:pathLst>
                <a:path w="1461" h="440" extrusionOk="0">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3" name="Google Shape;17143;p138"/>
            <p:cNvSpPr/>
            <p:nvPr/>
          </p:nvSpPr>
          <p:spPr>
            <a:xfrm>
              <a:off x="5405296" y="1973150"/>
              <a:ext cx="170150" cy="74444"/>
            </a:xfrm>
            <a:custGeom>
              <a:avLst/>
              <a:gdLst/>
              <a:ahLst/>
              <a:cxnLst/>
              <a:rect l="l" t="t" r="r" b="b"/>
              <a:pathLst>
                <a:path w="6498" h="2843" extrusionOk="0">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4" name="Google Shape;17144;p138"/>
            <p:cNvSpPr/>
            <p:nvPr/>
          </p:nvSpPr>
          <p:spPr>
            <a:xfrm>
              <a:off x="5478980" y="2270664"/>
              <a:ext cx="22781" cy="22990"/>
            </a:xfrm>
            <a:custGeom>
              <a:avLst/>
              <a:gdLst/>
              <a:ahLst/>
              <a:cxnLst/>
              <a:rect l="l" t="t" r="r" b="b"/>
              <a:pathLst>
                <a:path w="870" h="878" extrusionOk="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5" name="Google Shape;17145;p138"/>
            <p:cNvSpPr/>
            <p:nvPr/>
          </p:nvSpPr>
          <p:spPr>
            <a:xfrm>
              <a:off x="5356330" y="2253670"/>
              <a:ext cx="48233" cy="74208"/>
            </a:xfrm>
            <a:custGeom>
              <a:avLst/>
              <a:gdLst/>
              <a:ahLst/>
              <a:cxnLst/>
              <a:rect l="l" t="t" r="r" b="b"/>
              <a:pathLst>
                <a:path w="1842" h="2834" extrusionOk="0">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6" name="Google Shape;17146;p138"/>
            <p:cNvSpPr/>
            <p:nvPr/>
          </p:nvSpPr>
          <p:spPr>
            <a:xfrm>
              <a:off x="5575917" y="2253670"/>
              <a:ext cx="48233" cy="74208"/>
            </a:xfrm>
            <a:custGeom>
              <a:avLst/>
              <a:gdLst/>
              <a:ahLst/>
              <a:cxnLst/>
              <a:rect l="l" t="t" r="r" b="b"/>
              <a:pathLst>
                <a:path w="1842" h="2834" extrusionOk="0">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7" name="Google Shape;17147;p138"/>
            <p:cNvSpPr/>
            <p:nvPr/>
          </p:nvSpPr>
          <p:spPr>
            <a:xfrm>
              <a:off x="5398566" y="2047568"/>
              <a:ext cx="183374" cy="28777"/>
            </a:xfrm>
            <a:custGeom>
              <a:avLst/>
              <a:gdLst/>
              <a:ahLst/>
              <a:cxnLst/>
              <a:rect l="l" t="t" r="r" b="b"/>
              <a:pathLst>
                <a:path w="7003" h="1099" extrusionOk="0">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8" name="Google Shape;17148;p138"/>
            <p:cNvSpPr/>
            <p:nvPr/>
          </p:nvSpPr>
          <p:spPr>
            <a:xfrm>
              <a:off x="5427788" y="1973150"/>
              <a:ext cx="62713" cy="74444"/>
            </a:xfrm>
            <a:custGeom>
              <a:avLst/>
              <a:gdLst/>
              <a:ahLst/>
              <a:cxnLst/>
              <a:rect l="l" t="t" r="r" b="b"/>
              <a:pathLst>
                <a:path w="2395" h="2843" extrusionOk="0">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9" name="Google Shape;17149;p138"/>
            <p:cNvSpPr/>
            <p:nvPr/>
          </p:nvSpPr>
          <p:spPr>
            <a:xfrm>
              <a:off x="5490240" y="1973150"/>
              <a:ext cx="62477" cy="74208"/>
            </a:xfrm>
            <a:custGeom>
              <a:avLst/>
              <a:gdLst/>
              <a:ahLst/>
              <a:cxnLst/>
              <a:rect l="l" t="t" r="r" b="b"/>
              <a:pathLst>
                <a:path w="2386" h="2834" extrusionOk="0">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0" name="Google Shape;17150;p138"/>
            <p:cNvSpPr/>
            <p:nvPr/>
          </p:nvSpPr>
          <p:spPr>
            <a:xfrm>
              <a:off x="5398802" y="2047568"/>
              <a:ext cx="39984" cy="28515"/>
            </a:xfrm>
            <a:custGeom>
              <a:avLst/>
              <a:gdLst/>
              <a:ahLst/>
              <a:cxnLst/>
              <a:rect l="l" t="t" r="r" b="b"/>
              <a:pathLst>
                <a:path w="1527" h="1089" extrusionOk="0">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1" name="Google Shape;17151;p138"/>
            <p:cNvSpPr/>
            <p:nvPr/>
          </p:nvSpPr>
          <p:spPr>
            <a:xfrm>
              <a:off x="5404536" y="2076057"/>
              <a:ext cx="171643" cy="49699"/>
            </a:xfrm>
            <a:custGeom>
              <a:avLst/>
              <a:gdLst/>
              <a:ahLst/>
              <a:cxnLst/>
              <a:rect l="l" t="t" r="r" b="b"/>
              <a:pathLst>
                <a:path w="6555" h="1898" extrusionOk="0">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2" name="Google Shape;17152;p138"/>
            <p:cNvSpPr/>
            <p:nvPr/>
          </p:nvSpPr>
          <p:spPr>
            <a:xfrm>
              <a:off x="5450255" y="2093418"/>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3" name="Google Shape;17153;p138"/>
            <p:cNvSpPr/>
            <p:nvPr/>
          </p:nvSpPr>
          <p:spPr>
            <a:xfrm>
              <a:off x="5518965"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4" name="Google Shape;17154;p138"/>
            <p:cNvSpPr/>
            <p:nvPr/>
          </p:nvSpPr>
          <p:spPr>
            <a:xfrm>
              <a:off x="5404301" y="2076057"/>
              <a:ext cx="171878" cy="11521"/>
            </a:xfrm>
            <a:custGeom>
              <a:avLst/>
              <a:gdLst/>
              <a:ahLst/>
              <a:cxnLst/>
              <a:rect l="l" t="t" r="r" b="b"/>
              <a:pathLst>
                <a:path w="6564" h="440" extrusionOk="0">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55" name="Google Shape;17155;p138"/>
          <p:cNvGrpSpPr/>
          <p:nvPr/>
        </p:nvGrpSpPr>
        <p:grpSpPr>
          <a:xfrm>
            <a:off x="4902701" y="1973150"/>
            <a:ext cx="274812" cy="354728"/>
            <a:chOff x="4902701" y="1973150"/>
            <a:chExt cx="274812" cy="354728"/>
          </a:xfrm>
        </p:grpSpPr>
        <p:sp>
          <p:nvSpPr>
            <p:cNvPr id="17156" name="Google Shape;17156;p138"/>
            <p:cNvSpPr/>
            <p:nvPr/>
          </p:nvSpPr>
          <p:spPr>
            <a:xfrm>
              <a:off x="4902936" y="2161996"/>
              <a:ext cx="274576" cy="165882"/>
            </a:xfrm>
            <a:custGeom>
              <a:avLst/>
              <a:gdLst/>
              <a:ahLst/>
              <a:cxnLst/>
              <a:rect l="l" t="t" r="r" b="b"/>
              <a:pathLst>
                <a:path w="10486" h="6335" extrusionOk="0">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7" name="Google Shape;17157;p138"/>
            <p:cNvSpPr/>
            <p:nvPr/>
          </p:nvSpPr>
          <p:spPr>
            <a:xfrm>
              <a:off x="4902701" y="2208710"/>
              <a:ext cx="274550" cy="119168"/>
            </a:xfrm>
            <a:custGeom>
              <a:avLst/>
              <a:gdLst/>
              <a:ahLst/>
              <a:cxnLst/>
              <a:rect l="l" t="t" r="r" b="b"/>
              <a:pathLst>
                <a:path w="10485" h="4551" extrusionOk="0">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8" name="Google Shape;17158;p138"/>
            <p:cNvSpPr/>
            <p:nvPr/>
          </p:nvSpPr>
          <p:spPr>
            <a:xfrm>
              <a:off x="5000109" y="2161996"/>
              <a:ext cx="79969" cy="22886"/>
            </a:xfrm>
            <a:custGeom>
              <a:avLst/>
              <a:gdLst/>
              <a:ahLst/>
              <a:cxnLst/>
              <a:rect l="l" t="t" r="r" b="b"/>
              <a:pathLst>
                <a:path w="3054" h="874" extrusionOk="0">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9" name="Google Shape;17159;p138"/>
            <p:cNvSpPr/>
            <p:nvPr/>
          </p:nvSpPr>
          <p:spPr>
            <a:xfrm>
              <a:off x="4943654" y="2019105"/>
              <a:ext cx="192643" cy="154413"/>
            </a:xfrm>
            <a:custGeom>
              <a:avLst/>
              <a:gdLst/>
              <a:ahLst/>
              <a:cxnLst/>
              <a:rect l="l" t="t" r="r" b="b"/>
              <a:pathLst>
                <a:path w="7357" h="5897" extrusionOk="0">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0" name="Google Shape;17160;p138"/>
            <p:cNvSpPr/>
            <p:nvPr/>
          </p:nvSpPr>
          <p:spPr>
            <a:xfrm>
              <a:off x="4946403" y="2041833"/>
              <a:ext cx="145170" cy="131658"/>
            </a:xfrm>
            <a:custGeom>
              <a:avLst/>
              <a:gdLst/>
              <a:ahLst/>
              <a:cxnLst/>
              <a:rect l="l" t="t" r="r" b="b"/>
              <a:pathLst>
                <a:path w="5544" h="5028" extrusionOk="0">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1" name="Google Shape;17161;p138"/>
            <p:cNvSpPr/>
            <p:nvPr/>
          </p:nvSpPr>
          <p:spPr>
            <a:xfrm>
              <a:off x="5000109" y="2076686"/>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2" name="Google Shape;17162;p138"/>
            <p:cNvSpPr/>
            <p:nvPr/>
          </p:nvSpPr>
          <p:spPr>
            <a:xfrm>
              <a:off x="5068556" y="2076686"/>
              <a:ext cx="11521" cy="17125"/>
            </a:xfrm>
            <a:custGeom>
              <a:avLst/>
              <a:gdLst/>
              <a:ahLst/>
              <a:cxnLst/>
              <a:rect l="l" t="t" r="r" b="b"/>
              <a:pathLst>
                <a:path w="440" h="654" extrusionOk="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3" name="Google Shape;17163;p138"/>
            <p:cNvSpPr/>
            <p:nvPr/>
          </p:nvSpPr>
          <p:spPr>
            <a:xfrm>
              <a:off x="4992384" y="2059063"/>
              <a:ext cx="26499" cy="11521"/>
            </a:xfrm>
            <a:custGeom>
              <a:avLst/>
              <a:gdLst/>
              <a:ahLst/>
              <a:cxnLst/>
              <a:rect l="l" t="t" r="r" b="b"/>
              <a:pathLst>
                <a:path w="1012" h="440" extrusionOk="0">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4" name="Google Shape;17164;p138"/>
            <p:cNvSpPr/>
            <p:nvPr/>
          </p:nvSpPr>
          <p:spPr>
            <a:xfrm>
              <a:off x="5061068" y="2059063"/>
              <a:ext cx="26499" cy="11521"/>
            </a:xfrm>
            <a:custGeom>
              <a:avLst/>
              <a:gdLst/>
              <a:ahLst/>
              <a:cxnLst/>
              <a:rect l="l" t="t" r="r" b="b"/>
              <a:pathLst>
                <a:path w="1012" h="440" extrusionOk="0">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5" name="Google Shape;17165;p138"/>
            <p:cNvSpPr/>
            <p:nvPr/>
          </p:nvSpPr>
          <p:spPr>
            <a:xfrm>
              <a:off x="5014615" y="2116068"/>
              <a:ext cx="50773" cy="17282"/>
            </a:xfrm>
            <a:custGeom>
              <a:avLst/>
              <a:gdLst/>
              <a:ahLst/>
              <a:cxnLst/>
              <a:rect l="l" t="t" r="r" b="b"/>
              <a:pathLst>
                <a:path w="1939" h="660" extrusionOk="0">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6" name="Google Shape;17166;p138"/>
            <p:cNvSpPr/>
            <p:nvPr/>
          </p:nvSpPr>
          <p:spPr>
            <a:xfrm>
              <a:off x="4954154" y="1973150"/>
              <a:ext cx="171643" cy="68709"/>
            </a:xfrm>
            <a:custGeom>
              <a:avLst/>
              <a:gdLst/>
              <a:ahLst/>
              <a:cxnLst/>
              <a:rect l="l" t="t" r="r" b="b"/>
              <a:pathLst>
                <a:path w="6555" h="2624" extrusionOk="0">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7" name="Google Shape;17167;p138"/>
            <p:cNvSpPr/>
            <p:nvPr/>
          </p:nvSpPr>
          <p:spPr>
            <a:xfrm>
              <a:off x="4973400" y="2185118"/>
              <a:ext cx="55224" cy="50589"/>
            </a:xfrm>
            <a:custGeom>
              <a:avLst/>
              <a:gdLst/>
              <a:ahLst/>
              <a:cxnLst/>
              <a:rect l="l" t="t" r="r" b="b"/>
              <a:pathLst>
                <a:path w="2109" h="1932" extrusionOk="0">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8" name="Google Shape;17168;p138"/>
            <p:cNvSpPr/>
            <p:nvPr/>
          </p:nvSpPr>
          <p:spPr>
            <a:xfrm>
              <a:off x="5051327" y="2184987"/>
              <a:ext cx="55486" cy="50720"/>
            </a:xfrm>
            <a:custGeom>
              <a:avLst/>
              <a:gdLst/>
              <a:ahLst/>
              <a:cxnLst/>
              <a:rect l="l" t="t" r="r" b="b"/>
              <a:pathLst>
                <a:path w="2119" h="1937" extrusionOk="0">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9" name="Google Shape;17169;p138"/>
            <p:cNvSpPr/>
            <p:nvPr/>
          </p:nvSpPr>
          <p:spPr>
            <a:xfrm>
              <a:off x="4963895" y="2253408"/>
              <a:ext cx="15266" cy="11521"/>
            </a:xfrm>
            <a:custGeom>
              <a:avLst/>
              <a:gdLst/>
              <a:ahLst/>
              <a:cxnLst/>
              <a:rect l="l" t="t" r="r" b="b"/>
              <a:pathLst>
                <a:path w="583" h="440" extrusionOk="0">
                  <a:moveTo>
                    <a:pt x="287" y="1"/>
                  </a:moveTo>
                  <a:cubicBezTo>
                    <a:pt x="1" y="1"/>
                    <a:pt x="1" y="440"/>
                    <a:pt x="287" y="440"/>
                  </a:cubicBezTo>
                  <a:cubicBezTo>
                    <a:pt x="582" y="440"/>
                    <a:pt x="582" y="1"/>
                    <a:pt x="28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0" name="Google Shape;17170;p138"/>
            <p:cNvSpPr/>
            <p:nvPr/>
          </p:nvSpPr>
          <p:spPr>
            <a:xfrm>
              <a:off x="5101026" y="2253408"/>
              <a:ext cx="15266" cy="11521"/>
            </a:xfrm>
            <a:custGeom>
              <a:avLst/>
              <a:gdLst/>
              <a:ahLst/>
              <a:cxnLst/>
              <a:rect l="l" t="t" r="r" b="b"/>
              <a:pathLst>
                <a:path w="583" h="440" extrusionOk="0">
                  <a:moveTo>
                    <a:pt x="297" y="1"/>
                  </a:moveTo>
                  <a:cubicBezTo>
                    <a:pt x="1" y="1"/>
                    <a:pt x="1" y="440"/>
                    <a:pt x="297" y="440"/>
                  </a:cubicBezTo>
                  <a:cubicBezTo>
                    <a:pt x="583" y="440"/>
                    <a:pt x="583" y="1"/>
                    <a:pt x="29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1" name="Google Shape;17171;p138"/>
            <p:cNvSpPr/>
            <p:nvPr/>
          </p:nvSpPr>
          <p:spPr>
            <a:xfrm>
              <a:off x="5101026" y="2281898"/>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2" name="Google Shape;17172;p138"/>
            <p:cNvSpPr/>
            <p:nvPr/>
          </p:nvSpPr>
          <p:spPr>
            <a:xfrm>
              <a:off x="4963895" y="2281898"/>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3" name="Google Shape;17173;p138"/>
            <p:cNvSpPr/>
            <p:nvPr/>
          </p:nvSpPr>
          <p:spPr>
            <a:xfrm>
              <a:off x="5101026" y="2310623"/>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4" name="Google Shape;17174;p138"/>
            <p:cNvSpPr/>
            <p:nvPr/>
          </p:nvSpPr>
          <p:spPr>
            <a:xfrm>
              <a:off x="4963895" y="2310623"/>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5" name="Google Shape;17175;p138"/>
            <p:cNvSpPr/>
            <p:nvPr/>
          </p:nvSpPr>
          <p:spPr>
            <a:xfrm>
              <a:off x="4954390" y="2041833"/>
              <a:ext cx="22781" cy="37235"/>
            </a:xfrm>
            <a:custGeom>
              <a:avLst/>
              <a:gdLst/>
              <a:ahLst/>
              <a:cxnLst/>
              <a:rect l="l" t="t" r="r" b="b"/>
              <a:pathLst>
                <a:path w="870" h="1422" extrusionOk="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6" name="Google Shape;17176;p138"/>
            <p:cNvSpPr/>
            <p:nvPr/>
          </p:nvSpPr>
          <p:spPr>
            <a:xfrm>
              <a:off x="5103042" y="2041833"/>
              <a:ext cx="22755" cy="37235"/>
            </a:xfrm>
            <a:custGeom>
              <a:avLst/>
              <a:gdLst/>
              <a:ahLst/>
              <a:cxnLst/>
              <a:rect l="l" t="t" r="r" b="b"/>
              <a:pathLst>
                <a:path w="869" h="1422" extrusionOk="0">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7" name="Google Shape;17177;p138"/>
            <p:cNvSpPr/>
            <p:nvPr/>
          </p:nvSpPr>
          <p:spPr>
            <a:xfrm>
              <a:off x="4954390" y="1973150"/>
              <a:ext cx="70490" cy="68709"/>
            </a:xfrm>
            <a:custGeom>
              <a:avLst/>
              <a:gdLst/>
              <a:ahLst/>
              <a:cxnLst/>
              <a:rect l="l" t="t" r="r" b="b"/>
              <a:pathLst>
                <a:path w="2692" h="2624" extrusionOk="0">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8" name="Google Shape;17178;p138"/>
            <p:cNvSpPr/>
            <p:nvPr/>
          </p:nvSpPr>
          <p:spPr>
            <a:xfrm>
              <a:off x="4958658" y="2013344"/>
              <a:ext cx="162897" cy="11286"/>
            </a:xfrm>
            <a:custGeom>
              <a:avLst/>
              <a:gdLst/>
              <a:ahLst/>
              <a:cxnLst/>
              <a:rect l="l" t="t" r="r" b="b"/>
              <a:pathLst>
                <a:path w="6221" h="431" extrusionOk="0">
                  <a:moveTo>
                    <a:pt x="105" y="1"/>
                  </a:moveTo>
                  <a:lnTo>
                    <a:pt x="0" y="430"/>
                  </a:lnTo>
                  <a:lnTo>
                    <a:pt x="6220" y="430"/>
                  </a:lnTo>
                  <a:lnTo>
                    <a:pt x="6115"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9" name="Google Shape;17179;p138"/>
            <p:cNvSpPr/>
            <p:nvPr/>
          </p:nvSpPr>
          <p:spPr>
            <a:xfrm>
              <a:off x="4958658" y="2013344"/>
              <a:ext cx="42734" cy="11286"/>
            </a:xfrm>
            <a:custGeom>
              <a:avLst/>
              <a:gdLst/>
              <a:ahLst/>
              <a:cxnLst/>
              <a:rect l="l" t="t" r="r" b="b"/>
              <a:pathLst>
                <a:path w="1632" h="431" extrusionOk="0">
                  <a:moveTo>
                    <a:pt x="105" y="1"/>
                  </a:moveTo>
                  <a:lnTo>
                    <a:pt x="0" y="430"/>
                  </a:lnTo>
                  <a:lnTo>
                    <a:pt x="1527" y="430"/>
                  </a:lnTo>
                  <a:lnTo>
                    <a:pt x="1632"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0" name="Google Shape;17180;p138"/>
            <p:cNvSpPr/>
            <p:nvPr/>
          </p:nvSpPr>
          <p:spPr>
            <a:xfrm>
              <a:off x="4942659" y="2224945"/>
              <a:ext cx="97199" cy="102933"/>
            </a:xfrm>
            <a:custGeom>
              <a:avLst/>
              <a:gdLst/>
              <a:ahLst/>
              <a:cxnLst/>
              <a:rect l="l" t="t" r="r" b="b"/>
              <a:pathLst>
                <a:path w="3712" h="3931" extrusionOk="0">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81" name="Google Shape;17181;p138"/>
          <p:cNvGrpSpPr/>
          <p:nvPr/>
        </p:nvGrpSpPr>
        <p:grpSpPr>
          <a:xfrm>
            <a:off x="4902701" y="2879989"/>
            <a:ext cx="272560" cy="354676"/>
            <a:chOff x="4902701" y="2879989"/>
            <a:chExt cx="272560" cy="354676"/>
          </a:xfrm>
        </p:grpSpPr>
        <p:sp>
          <p:nvSpPr>
            <p:cNvPr id="17182" name="Google Shape;17182;p138"/>
            <p:cNvSpPr/>
            <p:nvPr/>
          </p:nvSpPr>
          <p:spPr>
            <a:xfrm>
              <a:off x="4902701" y="3081273"/>
              <a:ext cx="272560" cy="153392"/>
            </a:xfrm>
            <a:custGeom>
              <a:avLst/>
              <a:gdLst/>
              <a:ahLst/>
              <a:cxnLst/>
              <a:rect l="l" t="t" r="r" b="b"/>
              <a:pathLst>
                <a:path w="10409" h="5858" extrusionOk="0">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3" name="Google Shape;17183;p138"/>
            <p:cNvSpPr/>
            <p:nvPr/>
          </p:nvSpPr>
          <p:spPr>
            <a:xfrm>
              <a:off x="4902701" y="3123483"/>
              <a:ext cx="272560" cy="111182"/>
            </a:xfrm>
            <a:custGeom>
              <a:avLst/>
              <a:gdLst/>
              <a:ahLst/>
              <a:cxnLst/>
              <a:rect l="l" t="t" r="r" b="b"/>
              <a:pathLst>
                <a:path w="10409" h="4246" extrusionOk="0">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4" name="Google Shape;17184;p138"/>
            <p:cNvSpPr/>
            <p:nvPr/>
          </p:nvSpPr>
          <p:spPr>
            <a:xfrm>
              <a:off x="4966644" y="3123483"/>
              <a:ext cx="143913" cy="43781"/>
            </a:xfrm>
            <a:custGeom>
              <a:avLst/>
              <a:gdLst/>
              <a:ahLst/>
              <a:cxnLst/>
              <a:rect l="l" t="t" r="r" b="b"/>
              <a:pathLst>
                <a:path w="5496" h="1672" extrusionOk="0">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5" name="Google Shape;17185;p138"/>
            <p:cNvSpPr/>
            <p:nvPr/>
          </p:nvSpPr>
          <p:spPr>
            <a:xfrm>
              <a:off x="4998878" y="3081273"/>
              <a:ext cx="79445" cy="22676"/>
            </a:xfrm>
            <a:custGeom>
              <a:avLst/>
              <a:gdLst/>
              <a:ahLst/>
              <a:cxnLst/>
              <a:rect l="l" t="t" r="r" b="b"/>
              <a:pathLst>
                <a:path w="3034" h="866" extrusionOk="0">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6" name="Google Shape;17186;p138"/>
            <p:cNvSpPr/>
            <p:nvPr/>
          </p:nvSpPr>
          <p:spPr>
            <a:xfrm>
              <a:off x="4942397" y="2933616"/>
              <a:ext cx="187904" cy="158917"/>
            </a:xfrm>
            <a:custGeom>
              <a:avLst/>
              <a:gdLst/>
              <a:ahLst/>
              <a:cxnLst/>
              <a:rect l="l" t="t" r="r" b="b"/>
              <a:pathLst>
                <a:path w="7176" h="6069" extrusionOk="0">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7" name="Google Shape;17187;p138"/>
            <p:cNvSpPr/>
            <p:nvPr/>
          </p:nvSpPr>
          <p:spPr>
            <a:xfrm>
              <a:off x="4947163" y="2933616"/>
              <a:ext cx="142656" cy="159074"/>
            </a:xfrm>
            <a:custGeom>
              <a:avLst/>
              <a:gdLst/>
              <a:ahLst/>
              <a:cxnLst/>
              <a:rect l="l" t="t" r="r" b="b"/>
              <a:pathLst>
                <a:path w="5448" h="6075" extrusionOk="0">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8" name="Google Shape;17188;p138"/>
            <p:cNvSpPr/>
            <p:nvPr/>
          </p:nvSpPr>
          <p:spPr>
            <a:xfrm>
              <a:off x="4976883" y="3106175"/>
              <a:ext cx="61980" cy="49725"/>
            </a:xfrm>
            <a:custGeom>
              <a:avLst/>
              <a:gdLst/>
              <a:ahLst/>
              <a:cxnLst/>
              <a:rect l="l" t="t" r="r" b="b"/>
              <a:pathLst>
                <a:path w="2367" h="1899" extrusionOk="0">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9" name="Google Shape;17189;p138"/>
            <p:cNvSpPr/>
            <p:nvPr/>
          </p:nvSpPr>
          <p:spPr>
            <a:xfrm>
              <a:off x="5038836" y="3106175"/>
              <a:ext cx="61718" cy="49725"/>
            </a:xfrm>
            <a:custGeom>
              <a:avLst/>
              <a:gdLst/>
              <a:ahLst/>
              <a:cxnLst/>
              <a:rect l="l" t="t" r="r" b="b"/>
              <a:pathLst>
                <a:path w="2357" h="1899" extrusionOk="0">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0" name="Google Shape;17190;p138"/>
            <p:cNvSpPr/>
            <p:nvPr/>
          </p:nvSpPr>
          <p:spPr>
            <a:xfrm>
              <a:off x="4999114" y="2996512"/>
              <a:ext cx="11260" cy="17073"/>
            </a:xfrm>
            <a:custGeom>
              <a:avLst/>
              <a:gdLst/>
              <a:ahLst/>
              <a:cxnLst/>
              <a:rect l="l" t="t" r="r" b="b"/>
              <a:pathLst>
                <a:path w="430" h="652" extrusionOk="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1" name="Google Shape;17191;p138"/>
            <p:cNvSpPr/>
            <p:nvPr/>
          </p:nvSpPr>
          <p:spPr>
            <a:xfrm>
              <a:off x="5067064" y="2996512"/>
              <a:ext cx="11521" cy="17073"/>
            </a:xfrm>
            <a:custGeom>
              <a:avLst/>
              <a:gdLst/>
              <a:ahLst/>
              <a:cxnLst/>
              <a:rect l="l" t="t" r="r" b="b"/>
              <a:pathLst>
                <a:path w="440" h="652" extrusionOk="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2" name="Google Shape;17192;p138"/>
            <p:cNvSpPr/>
            <p:nvPr/>
          </p:nvSpPr>
          <p:spPr>
            <a:xfrm>
              <a:off x="4991363" y="2979099"/>
              <a:ext cx="26525" cy="11521"/>
            </a:xfrm>
            <a:custGeom>
              <a:avLst/>
              <a:gdLst/>
              <a:ahLst/>
              <a:cxnLst/>
              <a:rect l="l" t="t" r="r" b="b"/>
              <a:pathLst>
                <a:path w="1013" h="440" extrusionOk="0">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3" name="Google Shape;17193;p138"/>
            <p:cNvSpPr/>
            <p:nvPr/>
          </p:nvSpPr>
          <p:spPr>
            <a:xfrm>
              <a:off x="5059575" y="2979099"/>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4" name="Google Shape;17194;p138"/>
            <p:cNvSpPr/>
            <p:nvPr/>
          </p:nvSpPr>
          <p:spPr>
            <a:xfrm>
              <a:off x="5013097" y="3033538"/>
              <a:ext cx="51244" cy="22781"/>
            </a:xfrm>
            <a:custGeom>
              <a:avLst/>
              <a:gdLst/>
              <a:ahLst/>
              <a:cxnLst/>
              <a:rect l="l" t="t" r="r" b="b"/>
              <a:pathLst>
                <a:path w="1957" h="870" extrusionOk="0">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5" name="Google Shape;17195;p138"/>
            <p:cNvSpPr/>
            <p:nvPr/>
          </p:nvSpPr>
          <p:spPr>
            <a:xfrm>
              <a:off x="5033102" y="3172188"/>
              <a:ext cx="11260" cy="11260"/>
            </a:xfrm>
            <a:custGeom>
              <a:avLst/>
              <a:gdLst/>
              <a:ahLst/>
              <a:cxnLst/>
              <a:rect l="l" t="t" r="r" b="b"/>
              <a:pathLst>
                <a:path w="430" h="430" extrusionOk="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6" name="Google Shape;17196;p138"/>
            <p:cNvSpPr/>
            <p:nvPr/>
          </p:nvSpPr>
          <p:spPr>
            <a:xfrm>
              <a:off x="5033102" y="3206150"/>
              <a:ext cx="11260" cy="11521"/>
            </a:xfrm>
            <a:custGeom>
              <a:avLst/>
              <a:gdLst/>
              <a:ahLst/>
              <a:cxnLst/>
              <a:rect l="l" t="t" r="r" b="b"/>
              <a:pathLst>
                <a:path w="430" h="440" extrusionOk="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7" name="Google Shape;17197;p138"/>
            <p:cNvSpPr/>
            <p:nvPr/>
          </p:nvSpPr>
          <p:spPr>
            <a:xfrm>
              <a:off x="4944413" y="2922383"/>
              <a:ext cx="188637" cy="76460"/>
            </a:xfrm>
            <a:custGeom>
              <a:avLst/>
              <a:gdLst/>
              <a:ahLst/>
              <a:cxnLst/>
              <a:rect l="l" t="t" r="r" b="b"/>
              <a:pathLst>
                <a:path w="7204" h="2920" extrusionOk="0">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8" name="Google Shape;17198;p138"/>
            <p:cNvSpPr/>
            <p:nvPr/>
          </p:nvSpPr>
          <p:spPr>
            <a:xfrm>
              <a:off x="4976385" y="2879989"/>
              <a:ext cx="150668" cy="65148"/>
            </a:xfrm>
            <a:custGeom>
              <a:avLst/>
              <a:gdLst/>
              <a:ahLst/>
              <a:cxnLst/>
              <a:rect l="l" t="t" r="r" b="b"/>
              <a:pathLst>
                <a:path w="5754" h="2488" extrusionOk="0">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9" name="Google Shape;17199;p138"/>
            <p:cNvSpPr/>
            <p:nvPr/>
          </p:nvSpPr>
          <p:spPr>
            <a:xfrm>
              <a:off x="4936427" y="3183421"/>
              <a:ext cx="17256" cy="51244"/>
            </a:xfrm>
            <a:custGeom>
              <a:avLst/>
              <a:gdLst/>
              <a:ahLst/>
              <a:cxnLst/>
              <a:rect l="l" t="t" r="r" b="b"/>
              <a:pathLst>
                <a:path w="659" h="1957" extrusionOk="0">
                  <a:moveTo>
                    <a:pt x="658" y="1"/>
                  </a:moveTo>
                  <a:cubicBezTo>
                    <a:pt x="296" y="1"/>
                    <a:pt x="0" y="297"/>
                    <a:pt x="0" y="659"/>
                  </a:cubicBezTo>
                  <a:lnTo>
                    <a:pt x="0" y="1957"/>
                  </a:lnTo>
                  <a:lnTo>
                    <a:pt x="658" y="1957"/>
                  </a:lnTo>
                  <a:lnTo>
                    <a:pt x="658"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0" name="Google Shape;17200;p138"/>
            <p:cNvSpPr/>
            <p:nvPr/>
          </p:nvSpPr>
          <p:spPr>
            <a:xfrm>
              <a:off x="5123781" y="3183421"/>
              <a:ext cx="16994" cy="51244"/>
            </a:xfrm>
            <a:custGeom>
              <a:avLst/>
              <a:gdLst/>
              <a:ahLst/>
              <a:cxnLst/>
              <a:rect l="l" t="t" r="r" b="b"/>
              <a:pathLst>
                <a:path w="649" h="1957" extrusionOk="0">
                  <a:moveTo>
                    <a:pt x="0" y="1"/>
                  </a:moveTo>
                  <a:lnTo>
                    <a:pt x="0" y="1957"/>
                  </a:lnTo>
                  <a:lnTo>
                    <a:pt x="649" y="1957"/>
                  </a:lnTo>
                  <a:lnTo>
                    <a:pt x="649" y="659"/>
                  </a:lnTo>
                  <a:cubicBezTo>
                    <a:pt x="649" y="297"/>
                    <a:pt x="363" y="1"/>
                    <a:pt x="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1" name="Google Shape;17201;p138"/>
            <p:cNvSpPr/>
            <p:nvPr/>
          </p:nvSpPr>
          <p:spPr>
            <a:xfrm>
              <a:off x="4953657" y="3127725"/>
              <a:ext cx="22755" cy="106940"/>
            </a:xfrm>
            <a:custGeom>
              <a:avLst/>
              <a:gdLst/>
              <a:ahLst/>
              <a:cxnLst/>
              <a:rect l="l" t="t" r="r" b="b"/>
              <a:pathLst>
                <a:path w="869" h="4084" extrusionOk="0">
                  <a:moveTo>
                    <a:pt x="869" y="0"/>
                  </a:moveTo>
                  <a:lnTo>
                    <a:pt x="0" y="258"/>
                  </a:lnTo>
                  <a:lnTo>
                    <a:pt x="0" y="4084"/>
                  </a:lnTo>
                  <a:lnTo>
                    <a:pt x="869" y="4084"/>
                  </a:lnTo>
                  <a:lnTo>
                    <a:pt x="869"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2" name="Google Shape;17202;p138"/>
            <p:cNvSpPr/>
            <p:nvPr/>
          </p:nvSpPr>
          <p:spPr>
            <a:xfrm>
              <a:off x="5101288" y="3127725"/>
              <a:ext cx="22755" cy="106940"/>
            </a:xfrm>
            <a:custGeom>
              <a:avLst/>
              <a:gdLst/>
              <a:ahLst/>
              <a:cxnLst/>
              <a:rect l="l" t="t" r="r" b="b"/>
              <a:pathLst>
                <a:path w="869" h="4084" extrusionOk="0">
                  <a:moveTo>
                    <a:pt x="0" y="0"/>
                  </a:moveTo>
                  <a:lnTo>
                    <a:pt x="0" y="4084"/>
                  </a:lnTo>
                  <a:lnTo>
                    <a:pt x="869" y="4084"/>
                  </a:lnTo>
                  <a:lnTo>
                    <a:pt x="869" y="258"/>
                  </a:lnTo>
                  <a:lnTo>
                    <a:pt x="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3" name="Google Shape;17203;p138"/>
            <p:cNvSpPr/>
            <p:nvPr/>
          </p:nvSpPr>
          <p:spPr>
            <a:xfrm>
              <a:off x="4953657" y="3183421"/>
              <a:ext cx="11260" cy="51244"/>
            </a:xfrm>
            <a:custGeom>
              <a:avLst/>
              <a:gdLst/>
              <a:ahLst/>
              <a:cxnLst/>
              <a:rect l="l" t="t" r="r" b="b"/>
              <a:pathLst>
                <a:path w="430" h="1957" extrusionOk="0">
                  <a:moveTo>
                    <a:pt x="0" y="1"/>
                  </a:moveTo>
                  <a:lnTo>
                    <a:pt x="0" y="1957"/>
                  </a:lnTo>
                  <a:lnTo>
                    <a:pt x="430" y="1957"/>
                  </a:lnTo>
                  <a:lnTo>
                    <a:pt x="430" y="440"/>
                  </a:lnTo>
                  <a:cubicBezTo>
                    <a:pt x="430" y="201"/>
                    <a:pt x="239" y="1"/>
                    <a:pt x="0"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4" name="Google Shape;17204;p138"/>
            <p:cNvSpPr/>
            <p:nvPr/>
          </p:nvSpPr>
          <p:spPr>
            <a:xfrm>
              <a:off x="5112521" y="3183421"/>
              <a:ext cx="11286" cy="51244"/>
            </a:xfrm>
            <a:custGeom>
              <a:avLst/>
              <a:gdLst/>
              <a:ahLst/>
              <a:cxnLst/>
              <a:rect l="l" t="t" r="r" b="b"/>
              <a:pathLst>
                <a:path w="431" h="1957" extrusionOk="0">
                  <a:moveTo>
                    <a:pt x="430" y="1"/>
                  </a:moveTo>
                  <a:cubicBezTo>
                    <a:pt x="192" y="1"/>
                    <a:pt x="1" y="201"/>
                    <a:pt x="1" y="440"/>
                  </a:cubicBezTo>
                  <a:lnTo>
                    <a:pt x="1" y="1957"/>
                  </a:lnTo>
                  <a:lnTo>
                    <a:pt x="430" y="1957"/>
                  </a:lnTo>
                  <a:lnTo>
                    <a:pt x="43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5" name="Google Shape;17205;p138"/>
            <p:cNvSpPr/>
            <p:nvPr/>
          </p:nvSpPr>
          <p:spPr>
            <a:xfrm>
              <a:off x="5010112" y="2880172"/>
              <a:ext cx="110448" cy="44488"/>
            </a:xfrm>
            <a:custGeom>
              <a:avLst/>
              <a:gdLst/>
              <a:ahLst/>
              <a:cxnLst/>
              <a:rect l="l" t="t" r="r" b="b"/>
              <a:pathLst>
                <a:path w="4218" h="1699" extrusionOk="0">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06" name="Google Shape;17206;p138"/>
          <p:cNvGrpSpPr/>
          <p:nvPr/>
        </p:nvGrpSpPr>
        <p:grpSpPr>
          <a:xfrm>
            <a:off x="5803988" y="4268082"/>
            <a:ext cx="274550" cy="354728"/>
            <a:chOff x="5803988" y="4268082"/>
            <a:chExt cx="274550" cy="354728"/>
          </a:xfrm>
        </p:grpSpPr>
        <p:sp>
          <p:nvSpPr>
            <p:cNvPr id="17207" name="Google Shape;17207;p138"/>
            <p:cNvSpPr/>
            <p:nvPr/>
          </p:nvSpPr>
          <p:spPr>
            <a:xfrm>
              <a:off x="5803988" y="4519877"/>
              <a:ext cx="274550" cy="102933"/>
            </a:xfrm>
            <a:custGeom>
              <a:avLst/>
              <a:gdLst/>
              <a:ahLst/>
              <a:cxnLst/>
              <a:rect l="l" t="t" r="r" b="b"/>
              <a:pathLst>
                <a:path w="10485" h="3931" extrusionOk="0">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8" name="Google Shape;17208;p138"/>
            <p:cNvSpPr/>
            <p:nvPr/>
          </p:nvSpPr>
          <p:spPr>
            <a:xfrm>
              <a:off x="5870943" y="4519877"/>
              <a:ext cx="140666" cy="45745"/>
            </a:xfrm>
            <a:custGeom>
              <a:avLst/>
              <a:gdLst/>
              <a:ahLst/>
              <a:cxnLst/>
              <a:rect l="l" t="t" r="r" b="b"/>
              <a:pathLst>
                <a:path w="5372" h="1747" extrusionOk="0">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9" name="Google Shape;17209;p138"/>
            <p:cNvSpPr/>
            <p:nvPr/>
          </p:nvSpPr>
          <p:spPr>
            <a:xfrm>
              <a:off x="5849707" y="4523124"/>
              <a:ext cx="39984" cy="99686"/>
            </a:xfrm>
            <a:custGeom>
              <a:avLst/>
              <a:gdLst/>
              <a:ahLst/>
              <a:cxnLst/>
              <a:rect l="l" t="t" r="r" b="b"/>
              <a:pathLst>
                <a:path w="1527" h="3807" extrusionOk="0">
                  <a:moveTo>
                    <a:pt x="1527" y="0"/>
                  </a:moveTo>
                  <a:lnTo>
                    <a:pt x="0" y="458"/>
                  </a:lnTo>
                  <a:lnTo>
                    <a:pt x="0" y="3807"/>
                  </a:lnTo>
                  <a:lnTo>
                    <a:pt x="1527" y="3807"/>
                  </a:lnTo>
                  <a:lnTo>
                    <a:pt x="1527"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0" name="Google Shape;17210;p138"/>
            <p:cNvSpPr/>
            <p:nvPr/>
          </p:nvSpPr>
          <p:spPr>
            <a:xfrm>
              <a:off x="5870943" y="4523360"/>
              <a:ext cx="18748" cy="25007"/>
            </a:xfrm>
            <a:custGeom>
              <a:avLst/>
              <a:gdLst/>
              <a:ahLst/>
              <a:cxnLst/>
              <a:rect l="l" t="t" r="r" b="b"/>
              <a:pathLst>
                <a:path w="716" h="955" extrusionOk="0">
                  <a:moveTo>
                    <a:pt x="716" y="1"/>
                  </a:moveTo>
                  <a:lnTo>
                    <a:pt x="0" y="211"/>
                  </a:lnTo>
                  <a:cubicBezTo>
                    <a:pt x="200" y="497"/>
                    <a:pt x="439" y="745"/>
                    <a:pt x="716" y="955"/>
                  </a:cubicBezTo>
                  <a:lnTo>
                    <a:pt x="716"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1" name="Google Shape;17211;p138"/>
            <p:cNvSpPr/>
            <p:nvPr/>
          </p:nvSpPr>
          <p:spPr>
            <a:xfrm>
              <a:off x="5992835" y="4523124"/>
              <a:ext cx="39984" cy="99686"/>
            </a:xfrm>
            <a:custGeom>
              <a:avLst/>
              <a:gdLst/>
              <a:ahLst/>
              <a:cxnLst/>
              <a:rect l="l" t="t" r="r" b="b"/>
              <a:pathLst>
                <a:path w="1527" h="3807" extrusionOk="0">
                  <a:moveTo>
                    <a:pt x="1" y="0"/>
                  </a:moveTo>
                  <a:lnTo>
                    <a:pt x="1" y="3807"/>
                  </a:lnTo>
                  <a:lnTo>
                    <a:pt x="1527" y="3807"/>
                  </a:lnTo>
                  <a:lnTo>
                    <a:pt x="1527" y="458"/>
                  </a:lnTo>
                  <a:lnTo>
                    <a:pt x="1"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2" name="Google Shape;17212;p138"/>
            <p:cNvSpPr/>
            <p:nvPr/>
          </p:nvSpPr>
          <p:spPr>
            <a:xfrm>
              <a:off x="5992835" y="4523124"/>
              <a:ext cx="18775" cy="25007"/>
            </a:xfrm>
            <a:custGeom>
              <a:avLst/>
              <a:gdLst/>
              <a:ahLst/>
              <a:cxnLst/>
              <a:rect l="l" t="t" r="r" b="b"/>
              <a:pathLst>
                <a:path w="717" h="955" extrusionOk="0">
                  <a:moveTo>
                    <a:pt x="1" y="0"/>
                  </a:moveTo>
                  <a:lnTo>
                    <a:pt x="1" y="954"/>
                  </a:lnTo>
                  <a:cubicBezTo>
                    <a:pt x="277" y="744"/>
                    <a:pt x="516" y="496"/>
                    <a:pt x="716" y="220"/>
                  </a:cubicBezTo>
                  <a:lnTo>
                    <a:pt x="1"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3" name="Google Shape;17213;p138"/>
            <p:cNvSpPr/>
            <p:nvPr/>
          </p:nvSpPr>
          <p:spPr>
            <a:xfrm>
              <a:off x="5866924" y="4342500"/>
              <a:ext cx="157395" cy="36274"/>
            </a:xfrm>
            <a:custGeom>
              <a:avLst/>
              <a:gdLst/>
              <a:ahLst/>
              <a:cxnLst/>
              <a:rect l="l" t="t" r="r" b="b"/>
              <a:pathLst>
                <a:path w="5677" h="1308" extrusionOk="0">
                  <a:moveTo>
                    <a:pt x="0" y="1"/>
                  </a:moveTo>
                  <a:lnTo>
                    <a:pt x="0" y="1308"/>
                  </a:lnTo>
                  <a:lnTo>
                    <a:pt x="5677" y="1308"/>
                  </a:lnTo>
                  <a:lnTo>
                    <a:pt x="5677"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4" name="Google Shape;17214;p138"/>
            <p:cNvSpPr/>
            <p:nvPr/>
          </p:nvSpPr>
          <p:spPr>
            <a:xfrm>
              <a:off x="5844942" y="4376724"/>
              <a:ext cx="192643" cy="74470"/>
            </a:xfrm>
            <a:custGeom>
              <a:avLst/>
              <a:gdLst/>
              <a:ahLst/>
              <a:cxnLst/>
              <a:rect l="l" t="t" r="r" b="b"/>
              <a:pathLst>
                <a:path w="7357" h="2844" extrusionOk="0">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5" name="Google Shape;17215;p138"/>
            <p:cNvSpPr/>
            <p:nvPr/>
          </p:nvSpPr>
          <p:spPr>
            <a:xfrm>
              <a:off x="5848948" y="4376724"/>
              <a:ext cx="166903" cy="74470"/>
            </a:xfrm>
            <a:custGeom>
              <a:avLst/>
              <a:gdLst/>
              <a:ahLst/>
              <a:cxnLst/>
              <a:rect l="l" t="t" r="r" b="b"/>
              <a:pathLst>
                <a:path w="6374" h="2844" extrusionOk="0">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6" name="Google Shape;17216;p138"/>
            <p:cNvSpPr/>
            <p:nvPr/>
          </p:nvSpPr>
          <p:spPr>
            <a:xfrm>
              <a:off x="5866937" y="4439699"/>
              <a:ext cx="148652" cy="114428"/>
            </a:xfrm>
            <a:custGeom>
              <a:avLst/>
              <a:gdLst/>
              <a:ahLst/>
              <a:cxnLst/>
              <a:rect l="l" t="t" r="r" b="b"/>
              <a:pathLst>
                <a:path w="5677" h="4370" extrusionOk="0">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7" name="Google Shape;17217;p138"/>
            <p:cNvSpPr/>
            <p:nvPr/>
          </p:nvSpPr>
          <p:spPr>
            <a:xfrm>
              <a:off x="5901161" y="4405396"/>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8" name="Google Shape;17218;p138"/>
            <p:cNvSpPr/>
            <p:nvPr/>
          </p:nvSpPr>
          <p:spPr>
            <a:xfrm>
              <a:off x="5969844" y="4405396"/>
              <a:ext cx="11521" cy="17334"/>
            </a:xfrm>
            <a:custGeom>
              <a:avLst/>
              <a:gdLst/>
              <a:ahLst/>
              <a:cxnLst/>
              <a:rect l="l" t="t" r="r" b="b"/>
              <a:pathLst>
                <a:path w="440" h="662" extrusionOk="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9" name="Google Shape;17219;p138"/>
            <p:cNvSpPr/>
            <p:nvPr/>
          </p:nvSpPr>
          <p:spPr>
            <a:xfrm>
              <a:off x="5915877" y="4456745"/>
              <a:ext cx="50773" cy="17465"/>
            </a:xfrm>
            <a:custGeom>
              <a:avLst/>
              <a:gdLst/>
              <a:ahLst/>
              <a:cxnLst/>
              <a:rect l="l" t="t" r="r" b="b"/>
              <a:pathLst>
                <a:path w="1939" h="667" extrusionOk="0">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0" name="Google Shape;17220;p138"/>
            <p:cNvSpPr/>
            <p:nvPr/>
          </p:nvSpPr>
          <p:spPr>
            <a:xfrm>
              <a:off x="5884167" y="4268082"/>
              <a:ext cx="160147" cy="138492"/>
            </a:xfrm>
            <a:custGeom>
              <a:avLst/>
              <a:gdLst/>
              <a:ahLst/>
              <a:cxnLst/>
              <a:rect l="l" t="t" r="r" b="b"/>
              <a:pathLst>
                <a:path w="6116" h="5289" extrusionOk="0">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1" name="Google Shape;17221;p138"/>
            <p:cNvSpPr/>
            <p:nvPr/>
          </p:nvSpPr>
          <p:spPr>
            <a:xfrm>
              <a:off x="5838212" y="4268082"/>
              <a:ext cx="160147" cy="138492"/>
            </a:xfrm>
            <a:custGeom>
              <a:avLst/>
              <a:gdLst/>
              <a:ahLst/>
              <a:cxnLst/>
              <a:rect l="l" t="t" r="r" b="b"/>
              <a:pathLst>
                <a:path w="6116" h="5289" extrusionOk="0">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2" name="Google Shape;17222;p138"/>
            <p:cNvSpPr/>
            <p:nvPr/>
          </p:nvSpPr>
          <p:spPr>
            <a:xfrm>
              <a:off x="5866701" y="4439699"/>
              <a:ext cx="86201" cy="114428"/>
            </a:xfrm>
            <a:custGeom>
              <a:avLst/>
              <a:gdLst/>
              <a:ahLst/>
              <a:cxnLst/>
              <a:rect l="l" t="t" r="r" b="b"/>
              <a:pathLst>
                <a:path w="3292" h="4370" extrusionOk="0">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3" name="Google Shape;17223;p138"/>
            <p:cNvSpPr/>
            <p:nvPr/>
          </p:nvSpPr>
          <p:spPr>
            <a:xfrm>
              <a:off x="5935620" y="4571331"/>
              <a:ext cx="11286" cy="11521"/>
            </a:xfrm>
            <a:custGeom>
              <a:avLst/>
              <a:gdLst/>
              <a:ahLst/>
              <a:cxnLst/>
              <a:rect l="l" t="t" r="r" b="b"/>
              <a:pathLst>
                <a:path w="431" h="440" extrusionOk="0">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4" name="Google Shape;17224;p138"/>
            <p:cNvSpPr/>
            <p:nvPr/>
          </p:nvSpPr>
          <p:spPr>
            <a:xfrm>
              <a:off x="5935620" y="4600056"/>
              <a:ext cx="11286" cy="11260"/>
            </a:xfrm>
            <a:custGeom>
              <a:avLst/>
              <a:gdLst/>
              <a:ahLst/>
              <a:cxnLst/>
              <a:rect l="l" t="t" r="r" b="b"/>
              <a:pathLst>
                <a:path w="431" h="430" extrusionOk="0">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5" name="Google Shape;17225;p138"/>
            <p:cNvSpPr/>
            <p:nvPr/>
          </p:nvSpPr>
          <p:spPr>
            <a:xfrm>
              <a:off x="5832713" y="4571331"/>
              <a:ext cx="17020" cy="51480"/>
            </a:xfrm>
            <a:custGeom>
              <a:avLst/>
              <a:gdLst/>
              <a:ahLst/>
              <a:cxnLst/>
              <a:rect l="l" t="t" r="r" b="b"/>
              <a:pathLst>
                <a:path w="650" h="1966" extrusionOk="0">
                  <a:moveTo>
                    <a:pt x="649" y="1"/>
                  </a:moveTo>
                  <a:cubicBezTo>
                    <a:pt x="287" y="1"/>
                    <a:pt x="0" y="296"/>
                    <a:pt x="0" y="659"/>
                  </a:cubicBezTo>
                  <a:lnTo>
                    <a:pt x="0" y="1966"/>
                  </a:lnTo>
                  <a:lnTo>
                    <a:pt x="649" y="1966"/>
                  </a:lnTo>
                  <a:lnTo>
                    <a:pt x="64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6" name="Google Shape;17226;p138"/>
            <p:cNvSpPr/>
            <p:nvPr/>
          </p:nvSpPr>
          <p:spPr>
            <a:xfrm>
              <a:off x="5849707" y="4571331"/>
              <a:ext cx="11495" cy="51480"/>
            </a:xfrm>
            <a:custGeom>
              <a:avLst/>
              <a:gdLst/>
              <a:ahLst/>
              <a:cxnLst/>
              <a:rect l="l" t="t" r="r" b="b"/>
              <a:pathLst>
                <a:path w="439" h="1966" extrusionOk="0">
                  <a:moveTo>
                    <a:pt x="0" y="1"/>
                  </a:moveTo>
                  <a:lnTo>
                    <a:pt x="0" y="1966"/>
                  </a:lnTo>
                  <a:lnTo>
                    <a:pt x="439" y="1966"/>
                  </a:lnTo>
                  <a:lnTo>
                    <a:pt x="439" y="439"/>
                  </a:lnTo>
                  <a:cubicBezTo>
                    <a:pt x="439" y="191"/>
                    <a:pt x="239" y="1"/>
                    <a:pt x="0"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7" name="Google Shape;17227;p138"/>
            <p:cNvSpPr/>
            <p:nvPr/>
          </p:nvSpPr>
          <p:spPr>
            <a:xfrm>
              <a:off x="6032793" y="4571331"/>
              <a:ext cx="17282" cy="51480"/>
            </a:xfrm>
            <a:custGeom>
              <a:avLst/>
              <a:gdLst/>
              <a:ahLst/>
              <a:cxnLst/>
              <a:rect l="l" t="t" r="r" b="b"/>
              <a:pathLst>
                <a:path w="660" h="1966" extrusionOk="0">
                  <a:moveTo>
                    <a:pt x="1" y="1"/>
                  </a:moveTo>
                  <a:lnTo>
                    <a:pt x="1" y="1966"/>
                  </a:lnTo>
                  <a:lnTo>
                    <a:pt x="659" y="1966"/>
                  </a:lnTo>
                  <a:lnTo>
                    <a:pt x="659" y="659"/>
                  </a:lnTo>
                  <a:cubicBezTo>
                    <a:pt x="650" y="296"/>
                    <a:pt x="363" y="1"/>
                    <a:pt x="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8" name="Google Shape;17228;p138"/>
            <p:cNvSpPr/>
            <p:nvPr/>
          </p:nvSpPr>
          <p:spPr>
            <a:xfrm>
              <a:off x="6021324" y="4571331"/>
              <a:ext cx="11495" cy="51480"/>
            </a:xfrm>
            <a:custGeom>
              <a:avLst/>
              <a:gdLst/>
              <a:ahLst/>
              <a:cxnLst/>
              <a:rect l="l" t="t" r="r" b="b"/>
              <a:pathLst>
                <a:path w="439" h="1966" extrusionOk="0">
                  <a:moveTo>
                    <a:pt x="439" y="1"/>
                  </a:moveTo>
                  <a:cubicBezTo>
                    <a:pt x="191" y="1"/>
                    <a:pt x="0" y="191"/>
                    <a:pt x="0" y="439"/>
                  </a:cubicBezTo>
                  <a:lnTo>
                    <a:pt x="0" y="1966"/>
                  </a:lnTo>
                  <a:lnTo>
                    <a:pt x="439" y="1966"/>
                  </a:lnTo>
                  <a:lnTo>
                    <a:pt x="43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29" name="Google Shape;17229;p138"/>
          <p:cNvGrpSpPr/>
          <p:nvPr/>
        </p:nvGrpSpPr>
        <p:grpSpPr>
          <a:xfrm>
            <a:off x="5352349" y="4268082"/>
            <a:ext cx="274550" cy="354728"/>
            <a:chOff x="5352349" y="4268082"/>
            <a:chExt cx="274550" cy="354728"/>
          </a:xfrm>
        </p:grpSpPr>
        <p:sp>
          <p:nvSpPr>
            <p:cNvPr id="17230" name="Google Shape;17230;p138"/>
            <p:cNvSpPr/>
            <p:nvPr/>
          </p:nvSpPr>
          <p:spPr>
            <a:xfrm>
              <a:off x="5352349" y="4502647"/>
              <a:ext cx="274550" cy="120163"/>
            </a:xfrm>
            <a:custGeom>
              <a:avLst/>
              <a:gdLst/>
              <a:ahLst/>
              <a:cxnLst/>
              <a:rect l="l" t="t" r="r" b="b"/>
              <a:pathLst>
                <a:path w="10485" h="4589" extrusionOk="0">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1" name="Google Shape;17231;p138"/>
            <p:cNvSpPr/>
            <p:nvPr/>
          </p:nvSpPr>
          <p:spPr>
            <a:xfrm>
              <a:off x="5449522" y="4468424"/>
              <a:ext cx="80205" cy="154387"/>
            </a:xfrm>
            <a:custGeom>
              <a:avLst/>
              <a:gdLst/>
              <a:ahLst/>
              <a:cxnLst/>
              <a:rect l="l" t="t" r="r" b="b"/>
              <a:pathLst>
                <a:path w="3063" h="5896" extrusionOk="0">
                  <a:moveTo>
                    <a:pt x="0" y="0"/>
                  </a:moveTo>
                  <a:lnTo>
                    <a:pt x="0" y="5896"/>
                  </a:lnTo>
                  <a:lnTo>
                    <a:pt x="3062" y="5896"/>
                  </a:lnTo>
                  <a:lnTo>
                    <a:pt x="306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2" name="Google Shape;17232;p138"/>
            <p:cNvSpPr/>
            <p:nvPr/>
          </p:nvSpPr>
          <p:spPr>
            <a:xfrm>
              <a:off x="5449522" y="4468162"/>
              <a:ext cx="80205" cy="28882"/>
            </a:xfrm>
            <a:custGeom>
              <a:avLst/>
              <a:gdLst/>
              <a:ahLst/>
              <a:cxnLst/>
              <a:rect l="l" t="t" r="r" b="b"/>
              <a:pathLst>
                <a:path w="3063" h="1103" extrusionOk="0">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3" name="Google Shape;17233;p138"/>
            <p:cNvSpPr/>
            <p:nvPr/>
          </p:nvSpPr>
          <p:spPr>
            <a:xfrm>
              <a:off x="5529700" y="4456928"/>
              <a:ext cx="64729" cy="165882"/>
            </a:xfrm>
            <a:custGeom>
              <a:avLst/>
              <a:gdLst/>
              <a:ahLst/>
              <a:cxnLst/>
              <a:rect l="l" t="t" r="r" b="b"/>
              <a:pathLst>
                <a:path w="2472" h="6335" extrusionOk="0">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4" name="Google Shape;17234;p138"/>
            <p:cNvSpPr/>
            <p:nvPr/>
          </p:nvSpPr>
          <p:spPr>
            <a:xfrm>
              <a:off x="5384819" y="4456928"/>
              <a:ext cx="64965" cy="165882"/>
            </a:xfrm>
            <a:custGeom>
              <a:avLst/>
              <a:gdLst/>
              <a:ahLst/>
              <a:cxnLst/>
              <a:rect l="l" t="t" r="r" b="b"/>
              <a:pathLst>
                <a:path w="2481" h="6335" extrusionOk="0">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5" name="Google Shape;17235;p138"/>
            <p:cNvSpPr/>
            <p:nvPr/>
          </p:nvSpPr>
          <p:spPr>
            <a:xfrm>
              <a:off x="5449522" y="4523622"/>
              <a:ext cx="80205" cy="99189"/>
            </a:xfrm>
            <a:custGeom>
              <a:avLst/>
              <a:gdLst/>
              <a:ahLst/>
              <a:cxnLst/>
              <a:rect l="l" t="t" r="r" b="b"/>
              <a:pathLst>
                <a:path w="3063" h="3788" extrusionOk="0">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6" name="Google Shape;17236;p138"/>
            <p:cNvSpPr/>
            <p:nvPr/>
          </p:nvSpPr>
          <p:spPr>
            <a:xfrm>
              <a:off x="5449522" y="4523622"/>
              <a:ext cx="80205" cy="42053"/>
            </a:xfrm>
            <a:custGeom>
              <a:avLst/>
              <a:gdLst/>
              <a:ahLst/>
              <a:cxnLst/>
              <a:rect l="l" t="t" r="r" b="b"/>
              <a:pathLst>
                <a:path w="3063" h="1606" extrusionOk="0">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7" name="Google Shape;17237;p138"/>
            <p:cNvSpPr/>
            <p:nvPr/>
          </p:nvSpPr>
          <p:spPr>
            <a:xfrm>
              <a:off x="5398042" y="4273817"/>
              <a:ext cx="183138" cy="125924"/>
            </a:xfrm>
            <a:custGeom>
              <a:avLst/>
              <a:gdLst/>
              <a:ahLst/>
              <a:cxnLst/>
              <a:rect l="l" t="t" r="r" b="b"/>
              <a:pathLst>
                <a:path w="6994" h="4809" extrusionOk="0">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8" name="Google Shape;17238;p138"/>
            <p:cNvSpPr/>
            <p:nvPr/>
          </p:nvSpPr>
          <p:spPr>
            <a:xfrm>
              <a:off x="5397833" y="4273817"/>
              <a:ext cx="106154" cy="125924"/>
            </a:xfrm>
            <a:custGeom>
              <a:avLst/>
              <a:gdLst/>
              <a:ahLst/>
              <a:cxnLst/>
              <a:rect l="l" t="t" r="r" b="b"/>
              <a:pathLst>
                <a:path w="4054" h="4809" extrusionOk="0">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9" name="Google Shape;17239;p138"/>
            <p:cNvSpPr/>
            <p:nvPr/>
          </p:nvSpPr>
          <p:spPr>
            <a:xfrm>
              <a:off x="5363818" y="4348261"/>
              <a:ext cx="251585" cy="91438"/>
            </a:xfrm>
            <a:custGeom>
              <a:avLst/>
              <a:gdLst/>
              <a:ahLst/>
              <a:cxnLst/>
              <a:rect l="l" t="t" r="r" b="b"/>
              <a:pathLst>
                <a:path w="9608" h="3492" extrusionOk="0">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0" name="Google Shape;17240;p138"/>
            <p:cNvSpPr/>
            <p:nvPr/>
          </p:nvSpPr>
          <p:spPr>
            <a:xfrm>
              <a:off x="5363818" y="4359494"/>
              <a:ext cx="251585" cy="91700"/>
            </a:xfrm>
            <a:custGeom>
              <a:avLst/>
              <a:gdLst/>
              <a:ahLst/>
              <a:cxnLst/>
              <a:rect l="l" t="t" r="r" b="b"/>
              <a:pathLst>
                <a:path w="9608" h="3502" extrusionOk="0">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1" name="Google Shape;17241;p138"/>
            <p:cNvSpPr/>
            <p:nvPr/>
          </p:nvSpPr>
          <p:spPr>
            <a:xfrm>
              <a:off x="5394298" y="4359756"/>
              <a:ext cx="190627" cy="125924"/>
            </a:xfrm>
            <a:custGeom>
              <a:avLst/>
              <a:gdLst/>
              <a:ahLst/>
              <a:cxnLst/>
              <a:rect l="l" t="t" r="r" b="b"/>
              <a:pathLst>
                <a:path w="7280" h="4809" extrusionOk="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2" name="Google Shape;17242;p138"/>
            <p:cNvSpPr/>
            <p:nvPr/>
          </p:nvSpPr>
          <p:spPr>
            <a:xfrm>
              <a:off x="5397047" y="4359756"/>
              <a:ext cx="144175" cy="125688"/>
            </a:xfrm>
            <a:custGeom>
              <a:avLst/>
              <a:gdLst/>
              <a:ahLst/>
              <a:cxnLst/>
              <a:rect l="l" t="t" r="r" b="b"/>
              <a:pathLst>
                <a:path w="5506" h="4800" extrusionOk="0">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3" name="Google Shape;17243;p138"/>
            <p:cNvSpPr/>
            <p:nvPr/>
          </p:nvSpPr>
          <p:spPr>
            <a:xfrm>
              <a:off x="5466752" y="4268082"/>
              <a:ext cx="45745" cy="65201"/>
            </a:xfrm>
            <a:custGeom>
              <a:avLst/>
              <a:gdLst/>
              <a:ahLst/>
              <a:cxnLst/>
              <a:rect l="l" t="t" r="r" b="b"/>
              <a:pathLst>
                <a:path w="1747" h="2490" extrusionOk="0">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4" name="Google Shape;17244;p138"/>
            <p:cNvSpPr/>
            <p:nvPr/>
          </p:nvSpPr>
          <p:spPr>
            <a:xfrm>
              <a:off x="5466752" y="4268082"/>
              <a:ext cx="22755" cy="65201"/>
            </a:xfrm>
            <a:custGeom>
              <a:avLst/>
              <a:gdLst/>
              <a:ahLst/>
              <a:cxnLst/>
              <a:rect l="l" t="t" r="r" b="b"/>
              <a:pathLst>
                <a:path w="869" h="2490" extrusionOk="0">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5" name="Google Shape;17245;p138"/>
            <p:cNvSpPr/>
            <p:nvPr/>
          </p:nvSpPr>
          <p:spPr>
            <a:xfrm>
              <a:off x="5449522" y="4388350"/>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6" name="Google Shape;17246;p138"/>
            <p:cNvSpPr/>
            <p:nvPr/>
          </p:nvSpPr>
          <p:spPr>
            <a:xfrm>
              <a:off x="5518205" y="4388350"/>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7" name="Google Shape;17247;p138"/>
            <p:cNvSpPr/>
            <p:nvPr/>
          </p:nvSpPr>
          <p:spPr>
            <a:xfrm>
              <a:off x="5442007" y="4371251"/>
              <a:ext cx="26525" cy="11260"/>
            </a:xfrm>
            <a:custGeom>
              <a:avLst/>
              <a:gdLst/>
              <a:ahLst/>
              <a:cxnLst/>
              <a:rect l="l" t="t" r="r" b="b"/>
              <a:pathLst>
                <a:path w="1013" h="430" extrusionOk="0">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8" name="Google Shape;17248;p138"/>
            <p:cNvSpPr/>
            <p:nvPr/>
          </p:nvSpPr>
          <p:spPr>
            <a:xfrm>
              <a:off x="5464264" y="4428230"/>
              <a:ext cx="50720" cy="17256"/>
            </a:xfrm>
            <a:custGeom>
              <a:avLst/>
              <a:gdLst/>
              <a:ahLst/>
              <a:cxnLst/>
              <a:rect l="l" t="t" r="r" b="b"/>
              <a:pathLst>
                <a:path w="1937" h="659" extrusionOk="0">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9" name="Google Shape;17249;p138"/>
            <p:cNvSpPr/>
            <p:nvPr/>
          </p:nvSpPr>
          <p:spPr>
            <a:xfrm>
              <a:off x="5510716" y="4371251"/>
              <a:ext cx="26499" cy="11260"/>
            </a:xfrm>
            <a:custGeom>
              <a:avLst/>
              <a:gdLst/>
              <a:ahLst/>
              <a:cxnLst/>
              <a:rect l="l" t="t" r="r" b="b"/>
              <a:pathLst>
                <a:path w="1012" h="430" extrusionOk="0">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0" name="Google Shape;17250;p138"/>
            <p:cNvSpPr/>
            <p:nvPr/>
          </p:nvSpPr>
          <p:spPr>
            <a:xfrm>
              <a:off x="5403803" y="4359756"/>
              <a:ext cx="23017" cy="30244"/>
            </a:xfrm>
            <a:custGeom>
              <a:avLst/>
              <a:gdLst/>
              <a:ahLst/>
              <a:cxnLst/>
              <a:rect l="l" t="t" r="r" b="b"/>
              <a:pathLst>
                <a:path w="879" h="1155" extrusionOk="0">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1" name="Google Shape;17251;p138"/>
            <p:cNvSpPr/>
            <p:nvPr/>
          </p:nvSpPr>
          <p:spPr>
            <a:xfrm>
              <a:off x="5552429" y="4359756"/>
              <a:ext cx="23017" cy="30244"/>
            </a:xfrm>
            <a:custGeom>
              <a:avLst/>
              <a:gdLst/>
              <a:ahLst/>
              <a:cxnLst/>
              <a:rect l="l" t="t" r="r" b="b"/>
              <a:pathLst>
                <a:path w="879" h="1155" extrusionOk="0">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52" name="Google Shape;17252;p138"/>
          <p:cNvGrpSpPr/>
          <p:nvPr/>
        </p:nvGrpSpPr>
        <p:grpSpPr>
          <a:xfrm>
            <a:off x="7606826" y="2419290"/>
            <a:ext cx="274550" cy="354728"/>
            <a:chOff x="7606826" y="2419290"/>
            <a:chExt cx="274550" cy="354728"/>
          </a:xfrm>
        </p:grpSpPr>
        <p:sp>
          <p:nvSpPr>
            <p:cNvPr id="17253" name="Google Shape;17253;p138"/>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4" name="Google Shape;17254;p138"/>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5" name="Google Shape;17255;p138"/>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6" name="Google Shape;17256;p138"/>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7" name="Google Shape;17257;p138"/>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8" name="Google Shape;17258;p138"/>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9" name="Google Shape;17259;p138"/>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0" name="Google Shape;17260;p138"/>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1" name="Google Shape;17261;p138"/>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2" name="Google Shape;17262;p138"/>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3" name="Google Shape;17263;p138"/>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4" name="Google Shape;17264;p138"/>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5" name="Google Shape;17265;p138"/>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6" name="Google Shape;17266;p138"/>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7" name="Google Shape;17267;p138"/>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68" name="Google Shape;17268;p138"/>
          <p:cNvGrpSpPr/>
          <p:nvPr/>
        </p:nvGrpSpPr>
        <p:grpSpPr>
          <a:xfrm>
            <a:off x="7156182" y="2419290"/>
            <a:ext cx="274550" cy="354728"/>
            <a:chOff x="7156182" y="2419290"/>
            <a:chExt cx="274550" cy="354728"/>
          </a:xfrm>
        </p:grpSpPr>
        <p:sp>
          <p:nvSpPr>
            <p:cNvPr id="17269" name="Google Shape;17269;p138"/>
            <p:cNvSpPr/>
            <p:nvPr/>
          </p:nvSpPr>
          <p:spPr>
            <a:xfrm>
              <a:off x="7156182" y="2602402"/>
              <a:ext cx="274550" cy="171616"/>
            </a:xfrm>
            <a:custGeom>
              <a:avLst/>
              <a:gdLst/>
              <a:ahLst/>
              <a:cxnLst/>
              <a:rect l="l" t="t" r="r" b="b"/>
              <a:pathLst>
                <a:path w="10485" h="6554" extrusionOk="0">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0" name="Google Shape;17270;p138"/>
            <p:cNvSpPr/>
            <p:nvPr/>
          </p:nvSpPr>
          <p:spPr>
            <a:xfrm>
              <a:off x="7156182" y="2654353"/>
              <a:ext cx="274550" cy="119665"/>
            </a:xfrm>
            <a:custGeom>
              <a:avLst/>
              <a:gdLst/>
              <a:ahLst/>
              <a:cxnLst/>
              <a:rect l="l" t="t" r="r" b="b"/>
              <a:pathLst>
                <a:path w="10485" h="4570" extrusionOk="0">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1" name="Google Shape;17271;p138"/>
            <p:cNvSpPr/>
            <p:nvPr/>
          </p:nvSpPr>
          <p:spPr>
            <a:xfrm>
              <a:off x="7253354" y="2602402"/>
              <a:ext cx="80205" cy="28620"/>
            </a:xfrm>
            <a:custGeom>
              <a:avLst/>
              <a:gdLst/>
              <a:ahLst/>
              <a:cxnLst/>
              <a:rect l="l" t="t" r="r" b="b"/>
              <a:pathLst>
                <a:path w="3063" h="1093" extrusionOk="0">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2" name="Google Shape;17272;p138"/>
            <p:cNvSpPr/>
            <p:nvPr/>
          </p:nvSpPr>
          <p:spPr>
            <a:xfrm>
              <a:off x="7197135" y="2487974"/>
              <a:ext cx="192381" cy="131423"/>
            </a:xfrm>
            <a:custGeom>
              <a:avLst/>
              <a:gdLst/>
              <a:ahLst/>
              <a:cxnLst/>
              <a:rect l="l" t="t" r="r" b="b"/>
              <a:pathLst>
                <a:path w="7347" h="5019" extrusionOk="0">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3" name="Google Shape;17273;p138"/>
            <p:cNvSpPr/>
            <p:nvPr/>
          </p:nvSpPr>
          <p:spPr>
            <a:xfrm>
              <a:off x="7201141" y="2499469"/>
              <a:ext cx="155408" cy="120163"/>
            </a:xfrm>
            <a:custGeom>
              <a:avLst/>
              <a:gdLst/>
              <a:ahLst/>
              <a:cxnLst/>
              <a:rect l="l" t="t" r="r" b="b"/>
              <a:pathLst>
                <a:path w="5935" h="4589" extrusionOk="0">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4" name="Google Shape;17274;p138"/>
            <p:cNvSpPr/>
            <p:nvPr/>
          </p:nvSpPr>
          <p:spPr>
            <a:xfrm>
              <a:off x="7253354" y="2522328"/>
              <a:ext cx="11495" cy="17125"/>
            </a:xfrm>
            <a:custGeom>
              <a:avLst/>
              <a:gdLst/>
              <a:ahLst/>
              <a:cxnLst/>
              <a:rect l="l" t="t" r="r" b="b"/>
              <a:pathLst>
                <a:path w="439" h="654" extrusionOk="0">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5" name="Google Shape;17275;p138"/>
            <p:cNvSpPr/>
            <p:nvPr/>
          </p:nvSpPr>
          <p:spPr>
            <a:xfrm>
              <a:off x="7322038" y="2522328"/>
              <a:ext cx="11260" cy="17125"/>
            </a:xfrm>
            <a:custGeom>
              <a:avLst/>
              <a:gdLst/>
              <a:ahLst/>
              <a:cxnLst/>
              <a:rect l="l" t="t" r="r" b="b"/>
              <a:pathLst>
                <a:path w="430" h="654"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6" name="Google Shape;17276;p138"/>
            <p:cNvSpPr/>
            <p:nvPr/>
          </p:nvSpPr>
          <p:spPr>
            <a:xfrm>
              <a:off x="7197109" y="2657574"/>
              <a:ext cx="191439" cy="81750"/>
            </a:xfrm>
            <a:custGeom>
              <a:avLst/>
              <a:gdLst/>
              <a:ahLst/>
              <a:cxnLst/>
              <a:rect l="l" t="t" r="r" b="b"/>
              <a:pathLst>
                <a:path w="7311" h="3122" extrusionOk="0">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7" name="Google Shape;17277;p138"/>
            <p:cNvSpPr/>
            <p:nvPr/>
          </p:nvSpPr>
          <p:spPr>
            <a:xfrm>
              <a:off x="7159926" y="2476478"/>
              <a:ext cx="64729" cy="11521"/>
            </a:xfrm>
            <a:custGeom>
              <a:avLst/>
              <a:gdLst/>
              <a:ahLst/>
              <a:cxnLst/>
              <a:rect l="l" t="t" r="r" b="b"/>
              <a:pathLst>
                <a:path w="2472" h="440" extrusionOk="0">
                  <a:moveTo>
                    <a:pt x="286" y="1"/>
                  </a:moveTo>
                  <a:cubicBezTo>
                    <a:pt x="0" y="1"/>
                    <a:pt x="0" y="440"/>
                    <a:pt x="286" y="440"/>
                  </a:cubicBezTo>
                  <a:lnTo>
                    <a:pt x="2471" y="440"/>
                  </a:lnTo>
                  <a:lnTo>
                    <a:pt x="2471" y="1"/>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8" name="Google Shape;17278;p138"/>
            <p:cNvSpPr/>
            <p:nvPr/>
          </p:nvSpPr>
          <p:spPr>
            <a:xfrm>
              <a:off x="7285824" y="2562182"/>
              <a:ext cx="26499" cy="11495"/>
            </a:xfrm>
            <a:custGeom>
              <a:avLst/>
              <a:gdLst/>
              <a:ahLst/>
              <a:cxnLst/>
              <a:rect l="l" t="t" r="r" b="b"/>
              <a:pathLst>
                <a:path w="1012" h="439" extrusionOk="0">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9" name="Google Shape;17279;p138"/>
            <p:cNvSpPr/>
            <p:nvPr/>
          </p:nvSpPr>
          <p:spPr>
            <a:xfrm>
              <a:off x="7220623" y="2654589"/>
              <a:ext cx="145405" cy="62242"/>
            </a:xfrm>
            <a:custGeom>
              <a:avLst/>
              <a:gdLst/>
              <a:ahLst/>
              <a:cxnLst/>
              <a:rect l="l" t="t" r="r" b="b"/>
              <a:pathLst>
                <a:path w="5553" h="2377" extrusionOk="0">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0" name="Google Shape;17280;p138"/>
            <p:cNvSpPr/>
            <p:nvPr/>
          </p:nvSpPr>
          <p:spPr>
            <a:xfrm>
              <a:off x="7218869" y="2487974"/>
              <a:ext cx="148914" cy="22755"/>
            </a:xfrm>
            <a:custGeom>
              <a:avLst/>
              <a:gdLst/>
              <a:ahLst/>
              <a:cxnLst/>
              <a:rect l="l" t="t" r="r" b="b"/>
              <a:pathLst>
                <a:path w="5687" h="869" extrusionOk="0">
                  <a:moveTo>
                    <a:pt x="1" y="1"/>
                  </a:moveTo>
                  <a:lnTo>
                    <a:pt x="1" y="869"/>
                  </a:lnTo>
                  <a:lnTo>
                    <a:pt x="5686" y="869"/>
                  </a:lnTo>
                  <a:lnTo>
                    <a:pt x="5686"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1" name="Google Shape;17281;p138"/>
            <p:cNvSpPr/>
            <p:nvPr/>
          </p:nvSpPr>
          <p:spPr>
            <a:xfrm>
              <a:off x="7213370" y="2419290"/>
              <a:ext cx="159912" cy="68709"/>
            </a:xfrm>
            <a:custGeom>
              <a:avLst/>
              <a:gdLst/>
              <a:ahLst/>
              <a:cxnLst/>
              <a:rect l="l" t="t" r="r" b="b"/>
              <a:pathLst>
                <a:path w="6107" h="2624" extrusionOk="0">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2" name="Google Shape;17282;p138"/>
            <p:cNvSpPr/>
            <p:nvPr/>
          </p:nvSpPr>
          <p:spPr>
            <a:xfrm>
              <a:off x="7213370" y="2419290"/>
              <a:ext cx="100210" cy="68709"/>
            </a:xfrm>
            <a:custGeom>
              <a:avLst/>
              <a:gdLst/>
              <a:ahLst/>
              <a:cxnLst/>
              <a:rect l="l" t="t" r="r" b="b"/>
              <a:pathLst>
                <a:path w="3827" h="2624" extrusionOk="0">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3" name="Google Shape;17283;p138"/>
            <p:cNvSpPr/>
            <p:nvPr/>
          </p:nvSpPr>
          <p:spPr>
            <a:xfrm>
              <a:off x="7341781" y="2453514"/>
              <a:ext cx="23514" cy="17256"/>
            </a:xfrm>
            <a:custGeom>
              <a:avLst/>
              <a:gdLst/>
              <a:ahLst/>
              <a:cxnLst/>
              <a:rect l="l" t="t" r="r" b="b"/>
              <a:pathLst>
                <a:path w="898" h="659" extrusionOk="0">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84" name="Google Shape;17284;p138"/>
          <p:cNvGrpSpPr/>
          <p:nvPr/>
        </p:nvGrpSpPr>
        <p:grpSpPr>
          <a:xfrm>
            <a:off x="6705276" y="2419290"/>
            <a:ext cx="274812" cy="354728"/>
            <a:chOff x="6705276" y="2419290"/>
            <a:chExt cx="274812" cy="354728"/>
          </a:xfrm>
        </p:grpSpPr>
        <p:sp>
          <p:nvSpPr>
            <p:cNvPr id="17285" name="Google Shape;17285;p138"/>
            <p:cNvSpPr/>
            <p:nvPr/>
          </p:nvSpPr>
          <p:spPr>
            <a:xfrm>
              <a:off x="6705538" y="2608136"/>
              <a:ext cx="274550" cy="165882"/>
            </a:xfrm>
            <a:custGeom>
              <a:avLst/>
              <a:gdLst/>
              <a:ahLst/>
              <a:cxnLst/>
              <a:rect l="l" t="t" r="r" b="b"/>
              <a:pathLst>
                <a:path w="10485" h="6335" extrusionOk="0">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6" name="Google Shape;17286;p138"/>
            <p:cNvSpPr/>
            <p:nvPr/>
          </p:nvSpPr>
          <p:spPr>
            <a:xfrm>
              <a:off x="6705276" y="2651604"/>
              <a:ext cx="274812" cy="122415"/>
            </a:xfrm>
            <a:custGeom>
              <a:avLst/>
              <a:gdLst/>
              <a:ahLst/>
              <a:cxnLst/>
              <a:rect l="l" t="t" r="r" b="b"/>
              <a:pathLst>
                <a:path w="10495" h="4675" extrusionOk="0">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7" name="Google Shape;17287;p138"/>
            <p:cNvSpPr/>
            <p:nvPr/>
          </p:nvSpPr>
          <p:spPr>
            <a:xfrm>
              <a:off x="6773959" y="2656343"/>
              <a:ext cx="137681" cy="117675"/>
            </a:xfrm>
            <a:custGeom>
              <a:avLst/>
              <a:gdLst/>
              <a:ahLst/>
              <a:cxnLst/>
              <a:rect l="l" t="t" r="r" b="b"/>
              <a:pathLst>
                <a:path w="5258" h="4494" extrusionOk="0">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8" name="Google Shape;17288;p138"/>
            <p:cNvSpPr/>
            <p:nvPr/>
          </p:nvSpPr>
          <p:spPr>
            <a:xfrm>
              <a:off x="6780479" y="2656343"/>
              <a:ext cx="124405" cy="46321"/>
            </a:xfrm>
            <a:custGeom>
              <a:avLst/>
              <a:gdLst/>
              <a:ahLst/>
              <a:cxnLst/>
              <a:rect l="l" t="t" r="r" b="b"/>
              <a:pathLst>
                <a:path w="4751" h="1769" extrusionOk="0">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9" name="Google Shape;17289;p138"/>
            <p:cNvSpPr/>
            <p:nvPr/>
          </p:nvSpPr>
          <p:spPr>
            <a:xfrm>
              <a:off x="6825439" y="2693814"/>
              <a:ext cx="34486" cy="80205"/>
            </a:xfrm>
            <a:custGeom>
              <a:avLst/>
              <a:gdLst/>
              <a:ahLst/>
              <a:cxnLst/>
              <a:rect l="l" t="t" r="r" b="b"/>
              <a:pathLst>
                <a:path w="1317" h="3063" extrusionOk="0">
                  <a:moveTo>
                    <a:pt x="344" y="1"/>
                  </a:moveTo>
                  <a:lnTo>
                    <a:pt x="0" y="3063"/>
                  </a:lnTo>
                  <a:lnTo>
                    <a:pt x="1317" y="3063"/>
                  </a:lnTo>
                  <a:lnTo>
                    <a:pt x="973"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0" name="Google Shape;17290;p138"/>
            <p:cNvSpPr/>
            <p:nvPr/>
          </p:nvSpPr>
          <p:spPr>
            <a:xfrm>
              <a:off x="6819678" y="2665351"/>
              <a:ext cx="46007" cy="34250"/>
            </a:xfrm>
            <a:custGeom>
              <a:avLst/>
              <a:gdLst/>
              <a:ahLst/>
              <a:cxnLst/>
              <a:rect l="l" t="t" r="r" b="b"/>
              <a:pathLst>
                <a:path w="1757" h="1308" extrusionOk="0">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1" name="Google Shape;17291;p138"/>
            <p:cNvSpPr/>
            <p:nvPr/>
          </p:nvSpPr>
          <p:spPr>
            <a:xfrm>
              <a:off x="6802710" y="2608136"/>
              <a:ext cx="79943" cy="22886"/>
            </a:xfrm>
            <a:custGeom>
              <a:avLst/>
              <a:gdLst/>
              <a:ahLst/>
              <a:cxnLst/>
              <a:rect l="l" t="t" r="r" b="b"/>
              <a:pathLst>
                <a:path w="3053" h="874" extrusionOk="0">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2" name="Google Shape;17292;p138"/>
            <p:cNvSpPr/>
            <p:nvPr/>
          </p:nvSpPr>
          <p:spPr>
            <a:xfrm>
              <a:off x="6722768" y="2447753"/>
              <a:ext cx="62713" cy="143180"/>
            </a:xfrm>
            <a:custGeom>
              <a:avLst/>
              <a:gdLst/>
              <a:ahLst/>
              <a:cxnLst/>
              <a:rect l="l" t="t" r="r" b="b"/>
              <a:pathLst>
                <a:path w="2395" h="5468" extrusionOk="0">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3" name="Google Shape;17293;p138"/>
            <p:cNvSpPr/>
            <p:nvPr/>
          </p:nvSpPr>
          <p:spPr>
            <a:xfrm>
              <a:off x="6900119" y="2447753"/>
              <a:ext cx="62477" cy="143180"/>
            </a:xfrm>
            <a:custGeom>
              <a:avLst/>
              <a:gdLst/>
              <a:ahLst/>
              <a:cxnLst/>
              <a:rect l="l" t="t" r="r" b="b"/>
              <a:pathLst>
                <a:path w="2386" h="5468" extrusionOk="0">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4" name="Google Shape;17294;p138"/>
            <p:cNvSpPr/>
            <p:nvPr/>
          </p:nvSpPr>
          <p:spPr>
            <a:xfrm>
              <a:off x="6745732" y="2419290"/>
              <a:ext cx="193874" cy="200368"/>
            </a:xfrm>
            <a:custGeom>
              <a:avLst/>
              <a:gdLst/>
              <a:ahLst/>
              <a:cxnLst/>
              <a:rect l="l" t="t" r="r" b="b"/>
              <a:pathLst>
                <a:path w="7404" h="7652" extrusionOk="0">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5" name="Google Shape;17295;p138"/>
            <p:cNvSpPr/>
            <p:nvPr/>
          </p:nvSpPr>
          <p:spPr>
            <a:xfrm>
              <a:off x="6796950"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6" name="Google Shape;17296;p138"/>
            <p:cNvSpPr/>
            <p:nvPr/>
          </p:nvSpPr>
          <p:spPr>
            <a:xfrm>
              <a:off x="6859898"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7" name="Google Shape;17297;p138"/>
            <p:cNvSpPr/>
            <p:nvPr/>
          </p:nvSpPr>
          <p:spPr>
            <a:xfrm>
              <a:off x="6745732" y="2419316"/>
              <a:ext cx="111443" cy="200237"/>
            </a:xfrm>
            <a:custGeom>
              <a:avLst/>
              <a:gdLst/>
              <a:ahLst/>
              <a:cxnLst/>
              <a:rect l="l" t="t" r="r" b="b"/>
              <a:pathLst>
                <a:path w="4256" h="7647" extrusionOk="0">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8" name="Google Shape;17298;p138"/>
            <p:cNvSpPr/>
            <p:nvPr/>
          </p:nvSpPr>
          <p:spPr>
            <a:xfrm>
              <a:off x="6805434" y="2516594"/>
              <a:ext cx="11521" cy="17125"/>
            </a:xfrm>
            <a:custGeom>
              <a:avLst/>
              <a:gdLst/>
              <a:ahLst/>
              <a:cxnLst/>
              <a:rect l="l" t="t" r="r" b="b"/>
              <a:pathLst>
                <a:path w="440" h="654" extrusionOk="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9" name="Google Shape;17299;p138"/>
            <p:cNvSpPr/>
            <p:nvPr/>
          </p:nvSpPr>
          <p:spPr>
            <a:xfrm>
              <a:off x="6817400" y="2562103"/>
              <a:ext cx="50563" cy="17361"/>
            </a:xfrm>
            <a:custGeom>
              <a:avLst/>
              <a:gdLst/>
              <a:ahLst/>
              <a:cxnLst/>
              <a:rect l="l" t="t" r="r" b="b"/>
              <a:pathLst>
                <a:path w="1931" h="663" extrusionOk="0">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0" name="Google Shape;17300;p138"/>
            <p:cNvSpPr/>
            <p:nvPr/>
          </p:nvSpPr>
          <p:spPr>
            <a:xfrm>
              <a:off x="6794960" y="2493734"/>
              <a:ext cx="32496" cy="11260"/>
            </a:xfrm>
            <a:custGeom>
              <a:avLst/>
              <a:gdLst/>
              <a:ahLst/>
              <a:cxnLst/>
              <a:rect l="l" t="t" r="r" b="b"/>
              <a:pathLst>
                <a:path w="1241" h="430" extrusionOk="0">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1" name="Google Shape;17301;p138"/>
            <p:cNvSpPr/>
            <p:nvPr/>
          </p:nvSpPr>
          <p:spPr>
            <a:xfrm>
              <a:off x="6868409" y="2516594"/>
              <a:ext cx="11495" cy="17125"/>
            </a:xfrm>
            <a:custGeom>
              <a:avLst/>
              <a:gdLst/>
              <a:ahLst/>
              <a:cxnLst/>
              <a:rect l="l" t="t" r="r" b="b"/>
              <a:pathLst>
                <a:path w="439" h="654" extrusionOk="0">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2" name="Google Shape;17302;p138"/>
            <p:cNvSpPr/>
            <p:nvPr/>
          </p:nvSpPr>
          <p:spPr>
            <a:xfrm>
              <a:off x="6857908" y="2493734"/>
              <a:ext cx="32496" cy="11260"/>
            </a:xfrm>
            <a:custGeom>
              <a:avLst/>
              <a:gdLst/>
              <a:ahLst/>
              <a:cxnLst/>
              <a:rect l="l" t="t" r="r" b="b"/>
              <a:pathLst>
                <a:path w="1241" h="430" extrusionOk="0">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3" name="Google Shape;17303;p138"/>
            <p:cNvSpPr/>
            <p:nvPr/>
          </p:nvSpPr>
          <p:spPr>
            <a:xfrm>
              <a:off x="6754975" y="2516463"/>
              <a:ext cx="43755" cy="11521"/>
            </a:xfrm>
            <a:custGeom>
              <a:avLst/>
              <a:gdLst/>
              <a:ahLst/>
              <a:cxnLst/>
              <a:rect l="l" t="t" r="r" b="b"/>
              <a:pathLst>
                <a:path w="1671" h="440" extrusionOk="0">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4" name="Google Shape;17304;p138"/>
            <p:cNvSpPr/>
            <p:nvPr/>
          </p:nvSpPr>
          <p:spPr>
            <a:xfrm>
              <a:off x="6886633" y="2516463"/>
              <a:ext cx="43729" cy="11521"/>
            </a:xfrm>
            <a:custGeom>
              <a:avLst/>
              <a:gdLst/>
              <a:ahLst/>
              <a:cxnLst/>
              <a:rect l="l" t="t" r="r" b="b"/>
              <a:pathLst>
                <a:path w="1670" h="440" extrusionOk="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5" name="Google Shape;17305;p138"/>
            <p:cNvSpPr/>
            <p:nvPr/>
          </p:nvSpPr>
          <p:spPr>
            <a:xfrm>
              <a:off x="6825675" y="2516463"/>
              <a:ext cx="34250" cy="22990"/>
            </a:xfrm>
            <a:custGeom>
              <a:avLst/>
              <a:gdLst/>
              <a:ahLst/>
              <a:cxnLst/>
              <a:rect l="l" t="t" r="r" b="b"/>
              <a:pathLst>
                <a:path w="1308" h="878" extrusionOk="0">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6" name="Google Shape;17306;p138"/>
            <p:cNvSpPr/>
            <p:nvPr/>
          </p:nvSpPr>
          <p:spPr>
            <a:xfrm>
              <a:off x="6825439" y="2596641"/>
              <a:ext cx="34486" cy="34250"/>
            </a:xfrm>
            <a:custGeom>
              <a:avLst/>
              <a:gdLst/>
              <a:ahLst/>
              <a:cxnLst/>
              <a:rect l="l" t="t" r="r" b="b"/>
              <a:pathLst>
                <a:path w="1317" h="1308" extrusionOk="0">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7" name="Google Shape;17307;p138"/>
            <p:cNvSpPr/>
            <p:nvPr/>
          </p:nvSpPr>
          <p:spPr>
            <a:xfrm>
              <a:off x="6783726" y="2640868"/>
              <a:ext cx="58969" cy="50380"/>
            </a:xfrm>
            <a:custGeom>
              <a:avLst/>
              <a:gdLst/>
              <a:ahLst/>
              <a:cxnLst/>
              <a:rect l="l" t="t" r="r" b="b"/>
              <a:pathLst>
                <a:path w="2252" h="1924" extrusionOk="0">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8" name="Google Shape;17308;p138"/>
            <p:cNvSpPr/>
            <p:nvPr/>
          </p:nvSpPr>
          <p:spPr>
            <a:xfrm>
              <a:off x="6842669" y="2640868"/>
              <a:ext cx="58969" cy="50380"/>
            </a:xfrm>
            <a:custGeom>
              <a:avLst/>
              <a:gdLst/>
              <a:ahLst/>
              <a:cxnLst/>
              <a:rect l="l" t="t" r="r" b="b"/>
              <a:pathLst>
                <a:path w="2252" h="1924" extrusionOk="0">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9" name="Google Shape;17309;p138"/>
            <p:cNvSpPr/>
            <p:nvPr/>
          </p:nvSpPr>
          <p:spPr>
            <a:xfrm>
              <a:off x="6734499" y="2625131"/>
              <a:ext cx="68238" cy="148888"/>
            </a:xfrm>
            <a:custGeom>
              <a:avLst/>
              <a:gdLst/>
              <a:ahLst/>
              <a:cxnLst/>
              <a:rect l="l" t="t" r="r" b="b"/>
              <a:pathLst>
                <a:path w="2606" h="5686" extrusionOk="0">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0" name="Google Shape;17310;p138"/>
            <p:cNvSpPr/>
            <p:nvPr/>
          </p:nvSpPr>
          <p:spPr>
            <a:xfrm>
              <a:off x="6882627" y="2625131"/>
              <a:ext cx="68238" cy="148888"/>
            </a:xfrm>
            <a:custGeom>
              <a:avLst/>
              <a:gdLst/>
              <a:ahLst/>
              <a:cxnLst/>
              <a:rect l="l" t="t" r="r" b="b"/>
              <a:pathLst>
                <a:path w="2606" h="5686" extrusionOk="0">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1" name="Google Shape;17311;p138"/>
            <p:cNvSpPr/>
            <p:nvPr/>
          </p:nvSpPr>
          <p:spPr>
            <a:xfrm>
              <a:off x="6785455" y="2510702"/>
              <a:ext cx="51506" cy="40246"/>
            </a:xfrm>
            <a:custGeom>
              <a:avLst/>
              <a:gdLst/>
              <a:ahLst/>
              <a:cxnLst/>
              <a:rect l="l" t="t" r="r" b="b"/>
              <a:pathLst>
                <a:path w="1967" h="1537" extrusionOk="0">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2" name="Google Shape;17312;p138"/>
            <p:cNvSpPr/>
            <p:nvPr/>
          </p:nvSpPr>
          <p:spPr>
            <a:xfrm>
              <a:off x="6848403" y="2510702"/>
              <a:ext cx="51506" cy="40246"/>
            </a:xfrm>
            <a:custGeom>
              <a:avLst/>
              <a:gdLst/>
              <a:ahLst/>
              <a:cxnLst/>
              <a:rect l="l" t="t" r="r" b="b"/>
              <a:pathLst>
                <a:path w="1967" h="1537" extrusionOk="0">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13" name="Google Shape;17313;p138"/>
          <p:cNvGrpSpPr/>
          <p:nvPr/>
        </p:nvGrpSpPr>
        <p:grpSpPr>
          <a:xfrm>
            <a:off x="4902936" y="2419290"/>
            <a:ext cx="274576" cy="354728"/>
            <a:chOff x="4902936" y="2419290"/>
            <a:chExt cx="274576" cy="354728"/>
          </a:xfrm>
        </p:grpSpPr>
        <p:sp>
          <p:nvSpPr>
            <p:cNvPr id="17314" name="Google Shape;17314;p138"/>
            <p:cNvSpPr/>
            <p:nvPr/>
          </p:nvSpPr>
          <p:spPr>
            <a:xfrm>
              <a:off x="4943418" y="2419290"/>
              <a:ext cx="193376" cy="131658"/>
            </a:xfrm>
            <a:custGeom>
              <a:avLst/>
              <a:gdLst/>
              <a:ahLst/>
              <a:cxnLst/>
              <a:rect l="l" t="t" r="r" b="b"/>
              <a:pathLst>
                <a:path w="7385" h="5028" extrusionOk="0">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5" name="Google Shape;17315;p138"/>
            <p:cNvSpPr/>
            <p:nvPr/>
          </p:nvSpPr>
          <p:spPr>
            <a:xfrm>
              <a:off x="4902936" y="2613871"/>
              <a:ext cx="274576" cy="160147"/>
            </a:xfrm>
            <a:custGeom>
              <a:avLst/>
              <a:gdLst/>
              <a:ahLst/>
              <a:cxnLst/>
              <a:rect l="l" t="t" r="r" b="b"/>
              <a:pathLst>
                <a:path w="10486" h="6116" extrusionOk="0">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6" name="Google Shape;17316;p138"/>
            <p:cNvSpPr/>
            <p:nvPr/>
          </p:nvSpPr>
          <p:spPr>
            <a:xfrm>
              <a:off x="4902936" y="2657338"/>
              <a:ext cx="274576" cy="116680"/>
            </a:xfrm>
            <a:custGeom>
              <a:avLst/>
              <a:gdLst/>
              <a:ahLst/>
              <a:cxnLst/>
              <a:rect l="l" t="t" r="r" b="b"/>
              <a:pathLst>
                <a:path w="10486" h="4456" extrusionOk="0">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7" name="Google Shape;17317;p138"/>
            <p:cNvSpPr/>
            <p:nvPr/>
          </p:nvSpPr>
          <p:spPr>
            <a:xfrm>
              <a:off x="4971384" y="2662104"/>
              <a:ext cx="137681" cy="111915"/>
            </a:xfrm>
            <a:custGeom>
              <a:avLst/>
              <a:gdLst/>
              <a:ahLst/>
              <a:cxnLst/>
              <a:rect l="l" t="t" r="r" b="b"/>
              <a:pathLst>
                <a:path w="5258" h="4274" extrusionOk="0">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8" name="Google Shape;17318;p138"/>
            <p:cNvSpPr/>
            <p:nvPr/>
          </p:nvSpPr>
          <p:spPr>
            <a:xfrm>
              <a:off x="4977878" y="2662104"/>
              <a:ext cx="124431" cy="46217"/>
            </a:xfrm>
            <a:custGeom>
              <a:avLst/>
              <a:gdLst/>
              <a:ahLst/>
              <a:cxnLst/>
              <a:rect l="l" t="t" r="r" b="b"/>
              <a:pathLst>
                <a:path w="4752" h="1765" extrusionOk="0">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9" name="Google Shape;17319;p138"/>
            <p:cNvSpPr/>
            <p:nvPr/>
          </p:nvSpPr>
          <p:spPr>
            <a:xfrm>
              <a:off x="5022837" y="2699574"/>
              <a:ext cx="34512" cy="74444"/>
            </a:xfrm>
            <a:custGeom>
              <a:avLst/>
              <a:gdLst/>
              <a:ahLst/>
              <a:cxnLst/>
              <a:rect l="l" t="t" r="r" b="b"/>
              <a:pathLst>
                <a:path w="1318" h="2843" extrusionOk="0">
                  <a:moveTo>
                    <a:pt x="344" y="0"/>
                  </a:moveTo>
                  <a:lnTo>
                    <a:pt x="1" y="2843"/>
                  </a:lnTo>
                  <a:lnTo>
                    <a:pt x="1317" y="2843"/>
                  </a:lnTo>
                  <a:lnTo>
                    <a:pt x="97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0" name="Google Shape;17320;p138"/>
            <p:cNvSpPr/>
            <p:nvPr/>
          </p:nvSpPr>
          <p:spPr>
            <a:xfrm>
              <a:off x="5017103" y="2670823"/>
              <a:ext cx="45745" cy="34512"/>
            </a:xfrm>
            <a:custGeom>
              <a:avLst/>
              <a:gdLst/>
              <a:ahLst/>
              <a:cxnLst/>
              <a:rect l="l" t="t" r="r" b="b"/>
              <a:pathLst>
                <a:path w="1747" h="1318" extrusionOk="0">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1" name="Google Shape;17321;p138"/>
            <p:cNvSpPr/>
            <p:nvPr/>
          </p:nvSpPr>
          <p:spPr>
            <a:xfrm>
              <a:off x="5000109" y="2613635"/>
              <a:ext cx="79969" cy="22938"/>
            </a:xfrm>
            <a:custGeom>
              <a:avLst/>
              <a:gdLst/>
              <a:ahLst/>
              <a:cxnLst/>
              <a:rect l="l" t="t" r="r" b="b"/>
              <a:pathLst>
                <a:path w="3054" h="876" extrusionOk="0">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2" name="Google Shape;17322;p138"/>
            <p:cNvSpPr/>
            <p:nvPr/>
          </p:nvSpPr>
          <p:spPr>
            <a:xfrm>
              <a:off x="4981125" y="2646602"/>
              <a:ext cx="58995" cy="50301"/>
            </a:xfrm>
            <a:custGeom>
              <a:avLst/>
              <a:gdLst/>
              <a:ahLst/>
              <a:cxnLst/>
              <a:rect l="l" t="t" r="r" b="b"/>
              <a:pathLst>
                <a:path w="2253" h="1921" extrusionOk="0">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3" name="Google Shape;17323;p138"/>
            <p:cNvSpPr/>
            <p:nvPr/>
          </p:nvSpPr>
          <p:spPr>
            <a:xfrm>
              <a:off x="5040093" y="2646602"/>
              <a:ext cx="58969" cy="50301"/>
            </a:xfrm>
            <a:custGeom>
              <a:avLst/>
              <a:gdLst/>
              <a:ahLst/>
              <a:cxnLst/>
              <a:rect l="l" t="t" r="r" b="b"/>
              <a:pathLst>
                <a:path w="2252" h="1921" extrusionOk="0">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4" name="Google Shape;17324;p138"/>
            <p:cNvSpPr/>
            <p:nvPr/>
          </p:nvSpPr>
          <p:spPr>
            <a:xfrm>
              <a:off x="4931923" y="2630865"/>
              <a:ext cx="68212" cy="143153"/>
            </a:xfrm>
            <a:custGeom>
              <a:avLst/>
              <a:gdLst/>
              <a:ahLst/>
              <a:cxnLst/>
              <a:rect l="l" t="t" r="r" b="b"/>
              <a:pathLst>
                <a:path w="2605" h="5467" extrusionOk="0">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5" name="Google Shape;17325;p138"/>
            <p:cNvSpPr/>
            <p:nvPr/>
          </p:nvSpPr>
          <p:spPr>
            <a:xfrm>
              <a:off x="5080052" y="2630865"/>
              <a:ext cx="68212" cy="143153"/>
            </a:xfrm>
            <a:custGeom>
              <a:avLst/>
              <a:gdLst/>
              <a:ahLst/>
              <a:cxnLst/>
              <a:rect l="l" t="t" r="r" b="b"/>
              <a:pathLst>
                <a:path w="2605" h="5467" extrusionOk="0">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6" name="Google Shape;17326;p138"/>
            <p:cNvSpPr/>
            <p:nvPr/>
          </p:nvSpPr>
          <p:spPr>
            <a:xfrm>
              <a:off x="4946403" y="2476478"/>
              <a:ext cx="187144" cy="148678"/>
            </a:xfrm>
            <a:custGeom>
              <a:avLst/>
              <a:gdLst/>
              <a:ahLst/>
              <a:cxnLst/>
              <a:rect l="l" t="t" r="r" b="b"/>
              <a:pathLst>
                <a:path w="7147" h="5678" extrusionOk="0">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7" name="Google Shape;17327;p138"/>
            <p:cNvSpPr/>
            <p:nvPr/>
          </p:nvSpPr>
          <p:spPr>
            <a:xfrm>
              <a:off x="4946665" y="2476478"/>
              <a:ext cx="127678" cy="148652"/>
            </a:xfrm>
            <a:custGeom>
              <a:avLst/>
              <a:gdLst/>
              <a:ahLst/>
              <a:cxnLst/>
              <a:rect l="l" t="t" r="r" b="b"/>
              <a:pathLst>
                <a:path w="4876" h="5677" extrusionOk="0">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8" name="Google Shape;17328;p138"/>
            <p:cNvSpPr/>
            <p:nvPr/>
          </p:nvSpPr>
          <p:spPr>
            <a:xfrm>
              <a:off x="5005608" y="2419290"/>
              <a:ext cx="119430" cy="45981"/>
            </a:xfrm>
            <a:custGeom>
              <a:avLst/>
              <a:gdLst/>
              <a:ahLst/>
              <a:cxnLst/>
              <a:rect l="l" t="t" r="r" b="b"/>
              <a:pathLst>
                <a:path w="4561" h="1756" extrusionOk="0">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9" name="Google Shape;17329;p138"/>
            <p:cNvSpPr/>
            <p:nvPr/>
          </p:nvSpPr>
          <p:spPr>
            <a:xfrm>
              <a:off x="5000109" y="2527879"/>
              <a:ext cx="11521" cy="17334"/>
            </a:xfrm>
            <a:custGeom>
              <a:avLst/>
              <a:gdLst/>
              <a:ahLst/>
              <a:cxnLst/>
              <a:rect l="l" t="t" r="r" b="b"/>
              <a:pathLst>
                <a:path w="440" h="662" extrusionOk="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0" name="Google Shape;17330;p138"/>
            <p:cNvSpPr/>
            <p:nvPr/>
          </p:nvSpPr>
          <p:spPr>
            <a:xfrm>
              <a:off x="5068818" y="2527879"/>
              <a:ext cx="11260" cy="17334"/>
            </a:xfrm>
            <a:custGeom>
              <a:avLst/>
              <a:gdLst/>
              <a:ahLst/>
              <a:cxnLst/>
              <a:rect l="l" t="t" r="r" b="b"/>
              <a:pathLst>
                <a:path w="430" h="662" extrusionOk="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1" name="Google Shape;17331;p138"/>
            <p:cNvSpPr/>
            <p:nvPr/>
          </p:nvSpPr>
          <p:spPr>
            <a:xfrm>
              <a:off x="5014825" y="2567864"/>
              <a:ext cx="50537" cy="17334"/>
            </a:xfrm>
            <a:custGeom>
              <a:avLst/>
              <a:gdLst/>
              <a:ahLst/>
              <a:cxnLst/>
              <a:rect l="l" t="t" r="r" b="b"/>
              <a:pathLst>
                <a:path w="1930" h="662" extrusionOk="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2" name="Google Shape;17332;p138"/>
            <p:cNvSpPr/>
            <p:nvPr/>
          </p:nvSpPr>
          <p:spPr>
            <a:xfrm>
              <a:off x="4992384" y="2510702"/>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3" name="Google Shape;17333;p138"/>
            <p:cNvSpPr/>
            <p:nvPr/>
          </p:nvSpPr>
          <p:spPr>
            <a:xfrm>
              <a:off x="5061068" y="2510702"/>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34" name="Google Shape;17334;p138"/>
          <p:cNvGrpSpPr/>
          <p:nvPr/>
        </p:nvGrpSpPr>
        <p:grpSpPr>
          <a:xfrm>
            <a:off x="7608056" y="3345794"/>
            <a:ext cx="270334" cy="354754"/>
            <a:chOff x="7608056" y="3345794"/>
            <a:chExt cx="270334" cy="354754"/>
          </a:xfrm>
        </p:grpSpPr>
        <p:sp>
          <p:nvSpPr>
            <p:cNvPr id="17335" name="Google Shape;17335;p138"/>
            <p:cNvSpPr/>
            <p:nvPr/>
          </p:nvSpPr>
          <p:spPr>
            <a:xfrm>
              <a:off x="7636284" y="3351293"/>
              <a:ext cx="213879" cy="276068"/>
            </a:xfrm>
            <a:custGeom>
              <a:avLst/>
              <a:gdLst/>
              <a:ahLst/>
              <a:cxnLst/>
              <a:rect l="l" t="t" r="r" b="b"/>
              <a:pathLst>
                <a:path w="8168" h="10543" extrusionOk="0">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6" name="Google Shape;17336;p138"/>
            <p:cNvSpPr/>
            <p:nvPr/>
          </p:nvSpPr>
          <p:spPr>
            <a:xfrm>
              <a:off x="7608056" y="3548387"/>
              <a:ext cx="270334" cy="151925"/>
            </a:xfrm>
            <a:custGeom>
              <a:avLst/>
              <a:gdLst/>
              <a:ahLst/>
              <a:cxnLst/>
              <a:rect l="l" t="t" r="r" b="b"/>
              <a:pathLst>
                <a:path w="10324" h="5802" extrusionOk="0">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7" name="Google Shape;17337;p138"/>
            <p:cNvSpPr/>
            <p:nvPr/>
          </p:nvSpPr>
          <p:spPr>
            <a:xfrm>
              <a:off x="7608056" y="3590100"/>
              <a:ext cx="270334" cy="110213"/>
            </a:xfrm>
            <a:custGeom>
              <a:avLst/>
              <a:gdLst/>
              <a:ahLst/>
              <a:cxnLst/>
              <a:rect l="l" t="t" r="r" b="b"/>
              <a:pathLst>
                <a:path w="10324" h="4209" extrusionOk="0">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8" name="Google Shape;17338;p138"/>
            <p:cNvSpPr/>
            <p:nvPr/>
          </p:nvSpPr>
          <p:spPr>
            <a:xfrm>
              <a:off x="7703736" y="3548387"/>
              <a:ext cx="78974" cy="22441"/>
            </a:xfrm>
            <a:custGeom>
              <a:avLst/>
              <a:gdLst/>
              <a:ahLst/>
              <a:cxnLst/>
              <a:rect l="l" t="t" r="r" b="b"/>
              <a:pathLst>
                <a:path w="3016" h="857" extrusionOk="0">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9" name="Google Shape;17339;p138"/>
            <p:cNvSpPr/>
            <p:nvPr/>
          </p:nvSpPr>
          <p:spPr>
            <a:xfrm>
              <a:off x="7649795" y="3402013"/>
              <a:ext cx="187118" cy="157634"/>
            </a:xfrm>
            <a:custGeom>
              <a:avLst/>
              <a:gdLst/>
              <a:ahLst/>
              <a:cxnLst/>
              <a:rect l="l" t="t" r="r" b="b"/>
              <a:pathLst>
                <a:path w="7146" h="6020" extrusionOk="0">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0" name="Google Shape;17340;p138"/>
            <p:cNvSpPr/>
            <p:nvPr/>
          </p:nvSpPr>
          <p:spPr>
            <a:xfrm>
              <a:off x="7652283" y="3402013"/>
              <a:ext cx="164154" cy="157581"/>
            </a:xfrm>
            <a:custGeom>
              <a:avLst/>
              <a:gdLst/>
              <a:ahLst/>
              <a:cxnLst/>
              <a:rect l="l" t="t" r="r" b="b"/>
              <a:pathLst>
                <a:path w="6269" h="6018" extrusionOk="0">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1" name="Google Shape;17341;p138"/>
            <p:cNvSpPr/>
            <p:nvPr/>
          </p:nvSpPr>
          <p:spPr>
            <a:xfrm>
              <a:off x="7703736" y="3464386"/>
              <a:ext cx="11260" cy="17073"/>
            </a:xfrm>
            <a:custGeom>
              <a:avLst/>
              <a:gdLst/>
              <a:ahLst/>
              <a:cxnLst/>
              <a:rect l="l" t="t" r="r" b="b"/>
              <a:pathLst>
                <a:path w="430" h="652" extrusionOk="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2" name="Google Shape;17342;p138"/>
            <p:cNvSpPr/>
            <p:nvPr/>
          </p:nvSpPr>
          <p:spPr>
            <a:xfrm>
              <a:off x="7771425" y="3464386"/>
              <a:ext cx="11286" cy="17073"/>
            </a:xfrm>
            <a:custGeom>
              <a:avLst/>
              <a:gdLst/>
              <a:ahLst/>
              <a:cxnLst/>
              <a:rect l="l" t="t" r="r" b="b"/>
              <a:pathLst>
                <a:path w="431" h="652" extrusionOk="0">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3" name="Google Shape;17343;p138"/>
            <p:cNvSpPr/>
            <p:nvPr/>
          </p:nvSpPr>
          <p:spPr>
            <a:xfrm>
              <a:off x="7696247" y="3446973"/>
              <a:ext cx="26264" cy="11521"/>
            </a:xfrm>
            <a:custGeom>
              <a:avLst/>
              <a:gdLst/>
              <a:ahLst/>
              <a:cxnLst/>
              <a:rect l="l" t="t" r="r" b="b"/>
              <a:pathLst>
                <a:path w="1003" h="440" extrusionOk="0">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4" name="Google Shape;17344;p138"/>
            <p:cNvSpPr/>
            <p:nvPr/>
          </p:nvSpPr>
          <p:spPr>
            <a:xfrm>
              <a:off x="7763936" y="3446973"/>
              <a:ext cx="26264" cy="11521"/>
            </a:xfrm>
            <a:custGeom>
              <a:avLst/>
              <a:gdLst/>
              <a:ahLst/>
              <a:cxnLst/>
              <a:rect l="l" t="t" r="r" b="b"/>
              <a:pathLst>
                <a:path w="1003" h="440" extrusionOk="0">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5" name="Google Shape;17345;p138"/>
            <p:cNvSpPr/>
            <p:nvPr/>
          </p:nvSpPr>
          <p:spPr>
            <a:xfrm>
              <a:off x="7718243" y="3503218"/>
              <a:ext cx="49961" cy="16994"/>
            </a:xfrm>
            <a:custGeom>
              <a:avLst/>
              <a:gdLst/>
              <a:ahLst/>
              <a:cxnLst/>
              <a:rect l="l" t="t" r="r" b="b"/>
              <a:pathLst>
                <a:path w="1908" h="649" extrusionOk="0">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6" name="Google Shape;17346;p138"/>
            <p:cNvSpPr/>
            <p:nvPr/>
          </p:nvSpPr>
          <p:spPr>
            <a:xfrm>
              <a:off x="7658777" y="3402013"/>
              <a:ext cx="22519" cy="64729"/>
            </a:xfrm>
            <a:custGeom>
              <a:avLst/>
              <a:gdLst/>
              <a:ahLst/>
              <a:cxnLst/>
              <a:rect l="l" t="t" r="r" b="b"/>
              <a:pathLst>
                <a:path w="860" h="2472" extrusionOk="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7" name="Google Shape;17347;p138"/>
            <p:cNvSpPr/>
            <p:nvPr/>
          </p:nvSpPr>
          <p:spPr>
            <a:xfrm>
              <a:off x="7805151" y="3402013"/>
              <a:ext cx="22519" cy="64729"/>
            </a:xfrm>
            <a:custGeom>
              <a:avLst/>
              <a:gdLst/>
              <a:ahLst/>
              <a:cxnLst/>
              <a:rect l="l" t="t" r="r" b="b"/>
              <a:pathLst>
                <a:path w="860" h="2472" extrusionOk="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8" name="Google Shape;17348;p138"/>
            <p:cNvSpPr/>
            <p:nvPr/>
          </p:nvSpPr>
          <p:spPr>
            <a:xfrm>
              <a:off x="7652021" y="3351345"/>
              <a:ext cx="183635" cy="101388"/>
            </a:xfrm>
            <a:custGeom>
              <a:avLst/>
              <a:gdLst/>
              <a:ahLst/>
              <a:cxnLst/>
              <a:rect l="l" t="t" r="r" b="b"/>
              <a:pathLst>
                <a:path w="7013" h="3872" extrusionOk="0">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9" name="Google Shape;17349;p138"/>
            <p:cNvSpPr/>
            <p:nvPr/>
          </p:nvSpPr>
          <p:spPr>
            <a:xfrm>
              <a:off x="7652021" y="3351293"/>
              <a:ext cx="183635" cy="84970"/>
            </a:xfrm>
            <a:custGeom>
              <a:avLst/>
              <a:gdLst/>
              <a:ahLst/>
              <a:cxnLst/>
              <a:rect l="l" t="t" r="r" b="b"/>
              <a:pathLst>
                <a:path w="7013" h="3245" extrusionOk="0">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0" name="Google Shape;17350;p138"/>
            <p:cNvSpPr/>
            <p:nvPr/>
          </p:nvSpPr>
          <p:spPr>
            <a:xfrm>
              <a:off x="7630549" y="3345794"/>
              <a:ext cx="225086" cy="354493"/>
            </a:xfrm>
            <a:custGeom>
              <a:avLst/>
              <a:gdLst/>
              <a:ahLst/>
              <a:cxnLst/>
              <a:rect l="l" t="t" r="r" b="b"/>
              <a:pathLst>
                <a:path w="8596" h="13538" extrusionOk="0">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1" name="Google Shape;17351;p138"/>
            <p:cNvSpPr/>
            <p:nvPr/>
          </p:nvSpPr>
          <p:spPr>
            <a:xfrm>
              <a:off x="7731964" y="3627335"/>
              <a:ext cx="22519" cy="33752"/>
            </a:xfrm>
            <a:custGeom>
              <a:avLst/>
              <a:gdLst/>
              <a:ahLst/>
              <a:cxnLst/>
              <a:rect l="l" t="t" r="r" b="b"/>
              <a:pathLst>
                <a:path w="860" h="1289" extrusionOk="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2" name="Google Shape;17352;p138"/>
            <p:cNvSpPr/>
            <p:nvPr/>
          </p:nvSpPr>
          <p:spPr>
            <a:xfrm>
              <a:off x="7611565" y="3617333"/>
              <a:ext cx="52972" cy="83216"/>
            </a:xfrm>
            <a:custGeom>
              <a:avLst/>
              <a:gdLst/>
              <a:ahLst/>
              <a:cxnLst/>
              <a:rect l="l" t="t" r="r" b="b"/>
              <a:pathLst>
                <a:path w="2023" h="3178" extrusionOk="0">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3" name="Google Shape;17353;p138"/>
            <p:cNvSpPr/>
            <p:nvPr/>
          </p:nvSpPr>
          <p:spPr>
            <a:xfrm>
              <a:off x="7821909" y="3617333"/>
              <a:ext cx="52972" cy="82954"/>
            </a:xfrm>
            <a:custGeom>
              <a:avLst/>
              <a:gdLst/>
              <a:ahLst/>
              <a:cxnLst/>
              <a:rect l="l" t="t" r="r" b="b"/>
              <a:pathLst>
                <a:path w="2023" h="3168" extrusionOk="0">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54" name="Google Shape;17354;p138"/>
          <p:cNvGrpSpPr/>
          <p:nvPr/>
        </p:nvGrpSpPr>
        <p:grpSpPr>
          <a:xfrm>
            <a:off x="6712765" y="4268082"/>
            <a:ext cx="263316" cy="354728"/>
            <a:chOff x="6712765" y="4268082"/>
            <a:chExt cx="263316" cy="354728"/>
          </a:xfrm>
        </p:grpSpPr>
        <p:sp>
          <p:nvSpPr>
            <p:cNvPr id="17355" name="Google Shape;17355;p138"/>
            <p:cNvSpPr/>
            <p:nvPr/>
          </p:nvSpPr>
          <p:spPr>
            <a:xfrm>
              <a:off x="6907372" y="4411209"/>
              <a:ext cx="36004" cy="131658"/>
            </a:xfrm>
            <a:custGeom>
              <a:avLst/>
              <a:gdLst/>
              <a:ahLst/>
              <a:cxnLst/>
              <a:rect l="l" t="t" r="r" b="b"/>
              <a:pathLst>
                <a:path w="1375" h="5028" extrusionOk="0">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6" name="Google Shape;17356;p138"/>
            <p:cNvSpPr/>
            <p:nvPr/>
          </p:nvSpPr>
          <p:spPr>
            <a:xfrm>
              <a:off x="6745496" y="4411209"/>
              <a:ext cx="36240" cy="131658"/>
            </a:xfrm>
            <a:custGeom>
              <a:avLst/>
              <a:gdLst/>
              <a:ahLst/>
              <a:cxnLst/>
              <a:rect l="l" t="t" r="r" b="b"/>
              <a:pathLst>
                <a:path w="1384" h="5028" extrusionOk="0">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7" name="Google Shape;17357;p138"/>
            <p:cNvSpPr/>
            <p:nvPr/>
          </p:nvSpPr>
          <p:spPr>
            <a:xfrm>
              <a:off x="6752985" y="4268082"/>
              <a:ext cx="183138" cy="134669"/>
            </a:xfrm>
            <a:custGeom>
              <a:avLst/>
              <a:gdLst/>
              <a:ahLst/>
              <a:cxnLst/>
              <a:rect l="l" t="t" r="r" b="b"/>
              <a:pathLst>
                <a:path w="6994" h="5143" extrusionOk="0">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8" name="Google Shape;17358;p138"/>
            <p:cNvSpPr/>
            <p:nvPr/>
          </p:nvSpPr>
          <p:spPr>
            <a:xfrm>
              <a:off x="6712765" y="4456928"/>
              <a:ext cx="263316" cy="165882"/>
            </a:xfrm>
            <a:custGeom>
              <a:avLst/>
              <a:gdLst/>
              <a:ahLst/>
              <a:cxnLst/>
              <a:rect l="l" t="t" r="r" b="b"/>
              <a:pathLst>
                <a:path w="10056" h="6335" extrusionOk="0">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9" name="Google Shape;17359;p138"/>
            <p:cNvSpPr/>
            <p:nvPr/>
          </p:nvSpPr>
          <p:spPr>
            <a:xfrm>
              <a:off x="6713027" y="4529854"/>
              <a:ext cx="263055" cy="92957"/>
            </a:xfrm>
            <a:custGeom>
              <a:avLst/>
              <a:gdLst/>
              <a:ahLst/>
              <a:cxnLst/>
              <a:rect l="l" t="t" r="r" b="b"/>
              <a:pathLst>
                <a:path w="10046" h="3550" extrusionOk="0">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0" name="Google Shape;17360;p138"/>
            <p:cNvSpPr/>
            <p:nvPr/>
          </p:nvSpPr>
          <p:spPr>
            <a:xfrm>
              <a:off x="6810199" y="4468424"/>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1" name="Google Shape;17361;p138"/>
            <p:cNvSpPr/>
            <p:nvPr/>
          </p:nvSpPr>
          <p:spPr>
            <a:xfrm>
              <a:off x="6752226" y="4336399"/>
              <a:ext cx="184630" cy="149019"/>
            </a:xfrm>
            <a:custGeom>
              <a:avLst/>
              <a:gdLst/>
              <a:ahLst/>
              <a:cxnLst/>
              <a:rect l="l" t="t" r="r" b="b"/>
              <a:pathLst>
                <a:path w="7051" h="5691" extrusionOk="0">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2" name="Google Shape;17362;p138"/>
            <p:cNvSpPr/>
            <p:nvPr/>
          </p:nvSpPr>
          <p:spPr>
            <a:xfrm>
              <a:off x="6752226" y="4336451"/>
              <a:ext cx="169417" cy="149202"/>
            </a:xfrm>
            <a:custGeom>
              <a:avLst/>
              <a:gdLst/>
              <a:ahLst/>
              <a:cxnLst/>
              <a:rect l="l" t="t" r="r" b="b"/>
              <a:pathLst>
                <a:path w="6470" h="5698" extrusionOk="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3" name="Google Shape;17363;p138"/>
            <p:cNvSpPr/>
            <p:nvPr/>
          </p:nvSpPr>
          <p:spPr>
            <a:xfrm>
              <a:off x="6804439" y="4388847"/>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4" name="Google Shape;17364;p138"/>
            <p:cNvSpPr/>
            <p:nvPr/>
          </p:nvSpPr>
          <p:spPr>
            <a:xfrm>
              <a:off x="6873148" y="4388847"/>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5" name="Google Shape;17365;p138"/>
            <p:cNvSpPr/>
            <p:nvPr/>
          </p:nvSpPr>
          <p:spPr>
            <a:xfrm>
              <a:off x="6878883" y="4496887"/>
              <a:ext cx="26" cy="26"/>
            </a:xfrm>
            <a:custGeom>
              <a:avLst/>
              <a:gdLst/>
              <a:ahLst/>
              <a:cxnLst/>
              <a:rect l="l" t="t" r="r" b="b"/>
              <a:pathLst>
                <a:path w="1" h="1" extrusionOk="0">
                  <a:moveTo>
                    <a:pt x="1" y="1"/>
                  </a:moveTo>
                  <a:lnTo>
                    <a:pt x="1" y="1"/>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6" name="Google Shape;17366;p138"/>
            <p:cNvSpPr/>
            <p:nvPr/>
          </p:nvSpPr>
          <p:spPr>
            <a:xfrm>
              <a:off x="6810199" y="4496887"/>
              <a:ext cx="26" cy="26"/>
            </a:xfrm>
            <a:custGeom>
              <a:avLst/>
              <a:gdLst/>
              <a:ahLst/>
              <a:cxnLst/>
              <a:rect l="l" t="t" r="r" b="b"/>
              <a:pathLst>
                <a:path w="1" h="1" extrusionOk="0">
                  <a:moveTo>
                    <a:pt x="0" y="1"/>
                  </a:moveTo>
                  <a:lnTo>
                    <a:pt x="0" y="1"/>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7" name="Google Shape;17367;p138"/>
            <p:cNvSpPr/>
            <p:nvPr/>
          </p:nvSpPr>
          <p:spPr>
            <a:xfrm>
              <a:off x="6841909" y="4269810"/>
              <a:ext cx="94214" cy="101467"/>
            </a:xfrm>
            <a:custGeom>
              <a:avLst/>
              <a:gdLst/>
              <a:ahLst/>
              <a:cxnLst/>
              <a:rect l="l" t="t" r="r" b="b"/>
              <a:pathLst>
                <a:path w="3598" h="3875" extrusionOk="0">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8" name="Google Shape;17368;p138"/>
            <p:cNvSpPr/>
            <p:nvPr/>
          </p:nvSpPr>
          <p:spPr>
            <a:xfrm>
              <a:off x="6818683" y="4426187"/>
              <a:ext cx="51480" cy="22755"/>
            </a:xfrm>
            <a:custGeom>
              <a:avLst/>
              <a:gdLst/>
              <a:ahLst/>
              <a:cxnLst/>
              <a:rect l="l" t="t" r="r" b="b"/>
              <a:pathLst>
                <a:path w="1966" h="869" extrusionOk="0">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9" name="Google Shape;17369;p138"/>
            <p:cNvSpPr/>
            <p:nvPr/>
          </p:nvSpPr>
          <p:spPr>
            <a:xfrm>
              <a:off x="6754242" y="4529854"/>
              <a:ext cx="180624" cy="87222"/>
            </a:xfrm>
            <a:custGeom>
              <a:avLst/>
              <a:gdLst/>
              <a:ahLst/>
              <a:cxnLst/>
              <a:rect l="l" t="t" r="r" b="b"/>
              <a:pathLst>
                <a:path w="6898" h="3331" extrusionOk="0">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0" name="Google Shape;17370;p138"/>
            <p:cNvSpPr/>
            <p:nvPr/>
          </p:nvSpPr>
          <p:spPr>
            <a:xfrm>
              <a:off x="6764978" y="4525874"/>
              <a:ext cx="158891" cy="79707"/>
            </a:xfrm>
            <a:custGeom>
              <a:avLst/>
              <a:gdLst/>
              <a:ahLst/>
              <a:cxnLst/>
              <a:rect l="l" t="t" r="r" b="b"/>
              <a:pathLst>
                <a:path w="6068" h="3044" extrusionOk="0">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71" name="Google Shape;17371;p138"/>
          <p:cNvGrpSpPr/>
          <p:nvPr/>
        </p:nvGrpSpPr>
        <p:grpSpPr>
          <a:xfrm>
            <a:off x="5359341" y="2419159"/>
            <a:ext cx="262819" cy="354859"/>
            <a:chOff x="5359341" y="2419159"/>
            <a:chExt cx="262819" cy="354859"/>
          </a:xfrm>
        </p:grpSpPr>
        <p:sp>
          <p:nvSpPr>
            <p:cNvPr id="17372" name="Google Shape;17372;p138"/>
            <p:cNvSpPr/>
            <p:nvPr/>
          </p:nvSpPr>
          <p:spPr>
            <a:xfrm>
              <a:off x="5359341" y="2636364"/>
              <a:ext cx="262819" cy="137655"/>
            </a:xfrm>
            <a:custGeom>
              <a:avLst/>
              <a:gdLst/>
              <a:ahLst/>
              <a:cxnLst/>
              <a:rect l="l" t="t" r="r" b="b"/>
              <a:pathLst>
                <a:path w="10037" h="5257" extrusionOk="0">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3" name="Google Shape;17373;p138"/>
            <p:cNvSpPr/>
            <p:nvPr/>
          </p:nvSpPr>
          <p:spPr>
            <a:xfrm>
              <a:off x="5400556" y="2636364"/>
              <a:ext cx="180388" cy="102698"/>
            </a:xfrm>
            <a:custGeom>
              <a:avLst/>
              <a:gdLst/>
              <a:ahLst/>
              <a:cxnLst/>
              <a:rect l="l" t="t" r="r" b="b"/>
              <a:pathLst>
                <a:path w="6889" h="3922" extrusionOk="0">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4" name="Google Shape;17374;p138"/>
            <p:cNvSpPr/>
            <p:nvPr/>
          </p:nvSpPr>
          <p:spPr>
            <a:xfrm>
              <a:off x="5359341" y="2636364"/>
              <a:ext cx="131423" cy="137655"/>
            </a:xfrm>
            <a:custGeom>
              <a:avLst/>
              <a:gdLst/>
              <a:ahLst/>
              <a:cxnLst/>
              <a:rect l="l" t="t" r="r" b="b"/>
              <a:pathLst>
                <a:path w="5019" h="5257" extrusionOk="0">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5" name="Google Shape;17375;p138"/>
            <p:cNvSpPr/>
            <p:nvPr/>
          </p:nvSpPr>
          <p:spPr>
            <a:xfrm>
              <a:off x="5400556" y="2636364"/>
              <a:ext cx="90207" cy="102698"/>
            </a:xfrm>
            <a:custGeom>
              <a:avLst/>
              <a:gdLst/>
              <a:ahLst/>
              <a:cxnLst/>
              <a:rect l="l" t="t" r="r" b="b"/>
              <a:pathLst>
                <a:path w="3445" h="3922" extrusionOk="0">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6" name="Google Shape;17376;p138"/>
            <p:cNvSpPr/>
            <p:nvPr/>
          </p:nvSpPr>
          <p:spPr>
            <a:xfrm>
              <a:off x="5411056" y="2636364"/>
              <a:ext cx="159388" cy="91464"/>
            </a:xfrm>
            <a:custGeom>
              <a:avLst/>
              <a:gdLst/>
              <a:ahLst/>
              <a:cxnLst/>
              <a:rect l="l" t="t" r="r" b="b"/>
              <a:pathLst>
                <a:path w="6087" h="3493" extrusionOk="0">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7" name="Google Shape;17377;p138"/>
            <p:cNvSpPr/>
            <p:nvPr/>
          </p:nvSpPr>
          <p:spPr>
            <a:xfrm>
              <a:off x="5456513" y="2619134"/>
              <a:ext cx="68709" cy="62975"/>
            </a:xfrm>
            <a:custGeom>
              <a:avLst/>
              <a:gdLst/>
              <a:ahLst/>
              <a:cxnLst/>
              <a:rect l="l" t="t" r="r" b="b"/>
              <a:pathLst>
                <a:path w="2624" h="2405" extrusionOk="0">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8" name="Google Shape;17378;p138"/>
            <p:cNvSpPr/>
            <p:nvPr/>
          </p:nvSpPr>
          <p:spPr>
            <a:xfrm>
              <a:off x="5456513" y="2619134"/>
              <a:ext cx="68709" cy="28620"/>
            </a:xfrm>
            <a:custGeom>
              <a:avLst/>
              <a:gdLst/>
              <a:ahLst/>
              <a:cxnLst/>
              <a:rect l="l" t="t" r="r" b="b"/>
              <a:pathLst>
                <a:path w="2624" h="1093" extrusionOk="0">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9" name="Google Shape;17379;p138"/>
            <p:cNvSpPr/>
            <p:nvPr/>
          </p:nvSpPr>
          <p:spPr>
            <a:xfrm>
              <a:off x="5360833" y="2482082"/>
              <a:ext cx="92957" cy="131711"/>
            </a:xfrm>
            <a:custGeom>
              <a:avLst/>
              <a:gdLst/>
              <a:ahLst/>
              <a:cxnLst/>
              <a:rect l="l" t="t" r="r" b="b"/>
              <a:pathLst>
                <a:path w="3550" h="5030" extrusionOk="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0" name="Google Shape;17380;p138"/>
            <p:cNvSpPr/>
            <p:nvPr/>
          </p:nvSpPr>
          <p:spPr>
            <a:xfrm>
              <a:off x="5527946" y="2482082"/>
              <a:ext cx="92957" cy="131711"/>
            </a:xfrm>
            <a:custGeom>
              <a:avLst/>
              <a:gdLst/>
              <a:ahLst/>
              <a:cxnLst/>
              <a:rect l="l" t="t" r="r" b="b"/>
              <a:pathLst>
                <a:path w="3550" h="5030" extrusionOk="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1" name="Google Shape;17381;p138"/>
            <p:cNvSpPr/>
            <p:nvPr/>
          </p:nvSpPr>
          <p:spPr>
            <a:xfrm>
              <a:off x="5394560" y="2442019"/>
              <a:ext cx="192381" cy="194109"/>
            </a:xfrm>
            <a:custGeom>
              <a:avLst/>
              <a:gdLst/>
              <a:ahLst/>
              <a:cxnLst/>
              <a:rect l="l" t="t" r="r" b="b"/>
              <a:pathLst>
                <a:path w="7347" h="7413" extrusionOk="0">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2" name="Google Shape;17382;p138"/>
            <p:cNvSpPr/>
            <p:nvPr/>
          </p:nvSpPr>
          <p:spPr>
            <a:xfrm>
              <a:off x="5394560" y="2462757"/>
              <a:ext cx="107699" cy="173397"/>
            </a:xfrm>
            <a:custGeom>
              <a:avLst/>
              <a:gdLst/>
              <a:ahLst/>
              <a:cxnLst/>
              <a:rect l="l" t="t" r="r" b="b"/>
              <a:pathLst>
                <a:path w="4113" h="6622" extrusionOk="0">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3" name="Google Shape;17383;p138"/>
            <p:cNvSpPr/>
            <p:nvPr/>
          </p:nvSpPr>
          <p:spPr>
            <a:xfrm>
              <a:off x="5450753" y="2528325"/>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4" name="Google Shape;17384;p138"/>
            <p:cNvSpPr/>
            <p:nvPr/>
          </p:nvSpPr>
          <p:spPr>
            <a:xfrm>
              <a:off x="5519200" y="2528325"/>
              <a:ext cx="11521" cy="17125"/>
            </a:xfrm>
            <a:custGeom>
              <a:avLst/>
              <a:gdLst/>
              <a:ahLst/>
              <a:cxnLst/>
              <a:rect l="l" t="t" r="r" b="b"/>
              <a:pathLst>
                <a:path w="440" h="654" extrusionOk="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5" name="Google Shape;17385;p138"/>
            <p:cNvSpPr/>
            <p:nvPr/>
          </p:nvSpPr>
          <p:spPr>
            <a:xfrm>
              <a:off x="5462248" y="2573415"/>
              <a:ext cx="56979" cy="28489"/>
            </a:xfrm>
            <a:custGeom>
              <a:avLst/>
              <a:gdLst/>
              <a:ahLst/>
              <a:cxnLst/>
              <a:rect l="l" t="t" r="r" b="b"/>
              <a:pathLst>
                <a:path w="2176" h="1088" extrusionOk="0">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6" name="Google Shape;17386;p138"/>
            <p:cNvSpPr/>
            <p:nvPr/>
          </p:nvSpPr>
          <p:spPr>
            <a:xfrm>
              <a:off x="5442766" y="2504680"/>
              <a:ext cx="28201" cy="17544"/>
            </a:xfrm>
            <a:custGeom>
              <a:avLst/>
              <a:gdLst/>
              <a:ahLst/>
              <a:cxnLst/>
              <a:rect l="l" t="t" r="r" b="b"/>
              <a:pathLst>
                <a:path w="1077" h="670" extrusionOk="0">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7" name="Google Shape;17387;p138"/>
            <p:cNvSpPr/>
            <p:nvPr/>
          </p:nvSpPr>
          <p:spPr>
            <a:xfrm>
              <a:off x="5511057" y="2504889"/>
              <a:ext cx="27651" cy="17334"/>
            </a:xfrm>
            <a:custGeom>
              <a:avLst/>
              <a:gdLst/>
              <a:ahLst/>
              <a:cxnLst/>
              <a:rect l="l" t="t" r="r" b="b"/>
              <a:pathLst>
                <a:path w="1056" h="662" extrusionOk="0">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8" name="Google Shape;17388;p138"/>
            <p:cNvSpPr/>
            <p:nvPr/>
          </p:nvSpPr>
          <p:spPr>
            <a:xfrm>
              <a:off x="5470758" y="2536442"/>
              <a:ext cx="39984" cy="39984"/>
            </a:xfrm>
            <a:custGeom>
              <a:avLst/>
              <a:gdLst/>
              <a:ahLst/>
              <a:cxnLst/>
              <a:rect l="l" t="t" r="r" b="b"/>
              <a:pathLst>
                <a:path w="1527" h="1527" extrusionOk="0">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9" name="Google Shape;17389;p138"/>
            <p:cNvSpPr/>
            <p:nvPr/>
          </p:nvSpPr>
          <p:spPr>
            <a:xfrm>
              <a:off x="5466987" y="2538694"/>
              <a:ext cx="41503" cy="37549"/>
            </a:xfrm>
            <a:custGeom>
              <a:avLst/>
              <a:gdLst/>
              <a:ahLst/>
              <a:cxnLst/>
              <a:rect l="l" t="t" r="r" b="b"/>
              <a:pathLst>
                <a:path w="1585" h="1434" extrusionOk="0">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0" name="Google Shape;17390;p138"/>
            <p:cNvSpPr/>
            <p:nvPr/>
          </p:nvSpPr>
          <p:spPr>
            <a:xfrm>
              <a:off x="5405060" y="2430655"/>
              <a:ext cx="171616" cy="100079"/>
            </a:xfrm>
            <a:custGeom>
              <a:avLst/>
              <a:gdLst/>
              <a:ahLst/>
              <a:cxnLst/>
              <a:rect l="l" t="t" r="r" b="b"/>
              <a:pathLst>
                <a:path w="6554" h="3822" extrusionOk="0">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1" name="Google Shape;17391;p138"/>
            <p:cNvSpPr/>
            <p:nvPr/>
          </p:nvSpPr>
          <p:spPr>
            <a:xfrm>
              <a:off x="5456749" y="2419159"/>
              <a:ext cx="119692" cy="91307"/>
            </a:xfrm>
            <a:custGeom>
              <a:avLst/>
              <a:gdLst/>
              <a:ahLst/>
              <a:cxnLst/>
              <a:rect l="l" t="t" r="r" b="b"/>
              <a:pathLst>
                <a:path w="4571" h="3487" extrusionOk="0">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2" name="Google Shape;17392;p138"/>
            <p:cNvSpPr/>
            <p:nvPr/>
          </p:nvSpPr>
          <p:spPr>
            <a:xfrm>
              <a:off x="5410794" y="2646864"/>
              <a:ext cx="159650" cy="81697"/>
            </a:xfrm>
            <a:custGeom>
              <a:avLst/>
              <a:gdLst/>
              <a:ahLst/>
              <a:cxnLst/>
              <a:rect l="l" t="t" r="r" b="b"/>
              <a:pathLst>
                <a:path w="6097" h="3120" extrusionOk="0">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93" name="Google Shape;17393;p138"/>
          <p:cNvGrpSpPr/>
          <p:nvPr/>
        </p:nvGrpSpPr>
        <p:grpSpPr>
          <a:xfrm>
            <a:off x="6709282" y="3790206"/>
            <a:ext cx="263316" cy="354493"/>
            <a:chOff x="6709282" y="3790206"/>
            <a:chExt cx="263316" cy="354493"/>
          </a:xfrm>
        </p:grpSpPr>
        <p:sp>
          <p:nvSpPr>
            <p:cNvPr id="17394" name="Google Shape;17394;p138"/>
            <p:cNvSpPr/>
            <p:nvPr/>
          </p:nvSpPr>
          <p:spPr>
            <a:xfrm>
              <a:off x="6743742" y="3790206"/>
              <a:ext cx="194371" cy="256822"/>
            </a:xfrm>
            <a:custGeom>
              <a:avLst/>
              <a:gdLst/>
              <a:ahLst/>
              <a:cxnLst/>
              <a:rect l="l" t="t" r="r" b="b"/>
              <a:pathLst>
                <a:path w="7423" h="9808" extrusionOk="0">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5" name="Google Shape;17395;p138"/>
            <p:cNvSpPr/>
            <p:nvPr/>
          </p:nvSpPr>
          <p:spPr>
            <a:xfrm>
              <a:off x="6743742" y="3790206"/>
              <a:ext cx="97199" cy="256822"/>
            </a:xfrm>
            <a:custGeom>
              <a:avLst/>
              <a:gdLst/>
              <a:ahLst/>
              <a:cxnLst/>
              <a:rect l="l" t="t" r="r" b="b"/>
              <a:pathLst>
                <a:path w="3712" h="9808" extrusionOk="0">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6" name="Google Shape;17396;p138"/>
            <p:cNvSpPr/>
            <p:nvPr/>
          </p:nvSpPr>
          <p:spPr>
            <a:xfrm>
              <a:off x="6709282" y="3990286"/>
              <a:ext cx="263316" cy="154413"/>
            </a:xfrm>
            <a:custGeom>
              <a:avLst/>
              <a:gdLst/>
              <a:ahLst/>
              <a:cxnLst/>
              <a:rect l="l" t="t" r="r" b="b"/>
              <a:pathLst>
                <a:path w="10056" h="5897" extrusionOk="0">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7" name="Google Shape;17397;p138"/>
            <p:cNvSpPr/>
            <p:nvPr/>
          </p:nvSpPr>
          <p:spPr>
            <a:xfrm>
              <a:off x="6709518" y="4050747"/>
              <a:ext cx="263081" cy="93952"/>
            </a:xfrm>
            <a:custGeom>
              <a:avLst/>
              <a:gdLst/>
              <a:ahLst/>
              <a:cxnLst/>
              <a:rect l="l" t="t" r="r" b="b"/>
              <a:pathLst>
                <a:path w="10047" h="3588" extrusionOk="0">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8" name="Google Shape;17398;p138"/>
            <p:cNvSpPr/>
            <p:nvPr/>
          </p:nvSpPr>
          <p:spPr>
            <a:xfrm>
              <a:off x="6760238" y="4050747"/>
              <a:ext cx="161902" cy="65463"/>
            </a:xfrm>
            <a:custGeom>
              <a:avLst/>
              <a:gdLst/>
              <a:ahLst/>
              <a:cxnLst/>
              <a:rect l="l" t="t" r="r" b="b"/>
              <a:pathLst>
                <a:path w="6183" h="2500" extrusionOk="0">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9" name="Google Shape;17399;p138"/>
            <p:cNvSpPr/>
            <p:nvPr/>
          </p:nvSpPr>
          <p:spPr>
            <a:xfrm>
              <a:off x="6712267" y="4077220"/>
              <a:ext cx="48730" cy="67479"/>
            </a:xfrm>
            <a:custGeom>
              <a:avLst/>
              <a:gdLst/>
              <a:ahLst/>
              <a:cxnLst/>
              <a:rect l="l" t="t" r="r" b="b"/>
              <a:pathLst>
                <a:path w="1861" h="2577" extrusionOk="0">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0" name="Google Shape;17400;p138"/>
            <p:cNvSpPr/>
            <p:nvPr/>
          </p:nvSpPr>
          <p:spPr>
            <a:xfrm>
              <a:off x="6806691" y="3990286"/>
              <a:ext cx="68736" cy="28515"/>
            </a:xfrm>
            <a:custGeom>
              <a:avLst/>
              <a:gdLst/>
              <a:ahLst/>
              <a:cxnLst/>
              <a:rect l="l" t="t" r="r" b="b"/>
              <a:pathLst>
                <a:path w="2625" h="1089" extrusionOk="0">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1" name="Google Shape;17401;p138"/>
            <p:cNvSpPr/>
            <p:nvPr/>
          </p:nvSpPr>
          <p:spPr>
            <a:xfrm>
              <a:off x="6748743" y="3858889"/>
              <a:ext cx="184369" cy="148652"/>
            </a:xfrm>
            <a:custGeom>
              <a:avLst/>
              <a:gdLst/>
              <a:ahLst/>
              <a:cxnLst/>
              <a:rect l="l" t="t" r="r" b="b"/>
              <a:pathLst>
                <a:path w="7041" h="5677" extrusionOk="0">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2" name="Google Shape;17402;p138"/>
            <p:cNvSpPr/>
            <p:nvPr/>
          </p:nvSpPr>
          <p:spPr>
            <a:xfrm>
              <a:off x="6748743" y="3858889"/>
              <a:ext cx="183635" cy="148652"/>
            </a:xfrm>
            <a:custGeom>
              <a:avLst/>
              <a:gdLst/>
              <a:ahLst/>
              <a:cxnLst/>
              <a:rect l="l" t="t" r="r" b="b"/>
              <a:pathLst>
                <a:path w="7013" h="5677" extrusionOk="0">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3" name="Google Shape;17403;p138"/>
            <p:cNvSpPr/>
            <p:nvPr/>
          </p:nvSpPr>
          <p:spPr>
            <a:xfrm>
              <a:off x="6801192" y="3910238"/>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4" name="Google Shape;17404;p138"/>
            <p:cNvSpPr/>
            <p:nvPr/>
          </p:nvSpPr>
          <p:spPr>
            <a:xfrm>
              <a:off x="6869639" y="3910238"/>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5" name="Google Shape;17405;p138"/>
            <p:cNvSpPr/>
            <p:nvPr/>
          </p:nvSpPr>
          <p:spPr>
            <a:xfrm>
              <a:off x="6815724" y="3950249"/>
              <a:ext cx="50668" cy="17361"/>
            </a:xfrm>
            <a:custGeom>
              <a:avLst/>
              <a:gdLst/>
              <a:ahLst/>
              <a:cxnLst/>
              <a:rect l="l" t="t" r="r" b="b"/>
              <a:pathLst>
                <a:path w="1935" h="663" extrusionOk="0">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6" name="Google Shape;17406;p138"/>
            <p:cNvSpPr/>
            <p:nvPr/>
          </p:nvSpPr>
          <p:spPr>
            <a:xfrm>
              <a:off x="6921093" y="4077220"/>
              <a:ext cx="48756" cy="67479"/>
            </a:xfrm>
            <a:custGeom>
              <a:avLst/>
              <a:gdLst/>
              <a:ahLst/>
              <a:cxnLst/>
              <a:rect l="l" t="t" r="r" b="b"/>
              <a:pathLst>
                <a:path w="1862" h="2577" extrusionOk="0">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7" name="Google Shape;17407;p138"/>
            <p:cNvSpPr/>
            <p:nvPr/>
          </p:nvSpPr>
          <p:spPr>
            <a:xfrm>
              <a:off x="6787209" y="3887326"/>
              <a:ext cx="33569" cy="17308"/>
            </a:xfrm>
            <a:custGeom>
              <a:avLst/>
              <a:gdLst/>
              <a:ahLst/>
              <a:cxnLst/>
              <a:rect l="l" t="t" r="r" b="b"/>
              <a:pathLst>
                <a:path w="1282" h="661" extrusionOk="0">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8" name="Google Shape;17408;p138"/>
            <p:cNvSpPr/>
            <p:nvPr/>
          </p:nvSpPr>
          <p:spPr>
            <a:xfrm>
              <a:off x="6785455" y="3790206"/>
              <a:ext cx="152920" cy="120163"/>
            </a:xfrm>
            <a:custGeom>
              <a:avLst/>
              <a:gdLst/>
              <a:ahLst/>
              <a:cxnLst/>
              <a:rect l="l" t="t" r="r" b="b"/>
              <a:pathLst>
                <a:path w="5840" h="4589" extrusionOk="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9" name="Google Shape;17409;p138"/>
            <p:cNvSpPr/>
            <p:nvPr/>
          </p:nvSpPr>
          <p:spPr>
            <a:xfrm>
              <a:off x="6875400" y="4007280"/>
              <a:ext cx="62975" cy="137419"/>
            </a:xfrm>
            <a:custGeom>
              <a:avLst/>
              <a:gdLst/>
              <a:ahLst/>
              <a:cxnLst/>
              <a:rect l="l" t="t" r="r" b="b"/>
              <a:pathLst>
                <a:path w="2405" h="5248" extrusionOk="0">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10" name="Google Shape;17410;p138"/>
          <p:cNvGrpSpPr/>
          <p:nvPr/>
        </p:nvGrpSpPr>
        <p:grpSpPr>
          <a:xfrm>
            <a:off x="6260629" y="2419290"/>
            <a:ext cx="263055" cy="354493"/>
            <a:chOff x="6260629" y="2419290"/>
            <a:chExt cx="263055" cy="354493"/>
          </a:xfrm>
        </p:grpSpPr>
        <p:sp>
          <p:nvSpPr>
            <p:cNvPr id="17411" name="Google Shape;17411;p138"/>
            <p:cNvSpPr/>
            <p:nvPr/>
          </p:nvSpPr>
          <p:spPr>
            <a:xfrm>
              <a:off x="6317581" y="2419290"/>
              <a:ext cx="148914" cy="57214"/>
            </a:xfrm>
            <a:custGeom>
              <a:avLst/>
              <a:gdLst/>
              <a:ahLst/>
              <a:cxnLst/>
              <a:rect l="l" t="t" r="r" b="b"/>
              <a:pathLst>
                <a:path w="5687" h="2185" extrusionOk="0">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2" name="Google Shape;17412;p138"/>
            <p:cNvSpPr/>
            <p:nvPr/>
          </p:nvSpPr>
          <p:spPr>
            <a:xfrm>
              <a:off x="6271862" y="2453514"/>
              <a:ext cx="240352" cy="148914"/>
            </a:xfrm>
            <a:custGeom>
              <a:avLst/>
              <a:gdLst/>
              <a:ahLst/>
              <a:cxnLst/>
              <a:rect l="l" t="t" r="r" b="b"/>
              <a:pathLst>
                <a:path w="9179" h="5687" extrusionOk="0">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3" name="Google Shape;17413;p138"/>
            <p:cNvSpPr/>
            <p:nvPr/>
          </p:nvSpPr>
          <p:spPr>
            <a:xfrm>
              <a:off x="6284614" y="2476478"/>
              <a:ext cx="214848" cy="232470"/>
            </a:xfrm>
            <a:custGeom>
              <a:avLst/>
              <a:gdLst/>
              <a:ahLst/>
              <a:cxnLst/>
              <a:rect l="l" t="t" r="r" b="b"/>
              <a:pathLst>
                <a:path w="8205" h="8878" extrusionOk="0">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4" name="Google Shape;17414;p138"/>
            <p:cNvSpPr/>
            <p:nvPr/>
          </p:nvSpPr>
          <p:spPr>
            <a:xfrm>
              <a:off x="6260629" y="2630865"/>
              <a:ext cx="263055" cy="142918"/>
            </a:xfrm>
            <a:custGeom>
              <a:avLst/>
              <a:gdLst/>
              <a:ahLst/>
              <a:cxnLst/>
              <a:rect l="l" t="t" r="r" b="b"/>
              <a:pathLst>
                <a:path w="10046" h="5458" extrusionOk="0">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5" name="Google Shape;17415;p138"/>
            <p:cNvSpPr/>
            <p:nvPr/>
          </p:nvSpPr>
          <p:spPr>
            <a:xfrm>
              <a:off x="6357801" y="2630865"/>
              <a:ext cx="68709" cy="28515"/>
            </a:xfrm>
            <a:custGeom>
              <a:avLst/>
              <a:gdLst/>
              <a:ahLst/>
              <a:cxnLst/>
              <a:rect l="l" t="t" r="r" b="b"/>
              <a:pathLst>
                <a:path w="2624" h="1089" extrusionOk="0">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6" name="Google Shape;17416;p138"/>
            <p:cNvSpPr/>
            <p:nvPr/>
          </p:nvSpPr>
          <p:spPr>
            <a:xfrm>
              <a:off x="6317581" y="2504156"/>
              <a:ext cx="148914" cy="143834"/>
            </a:xfrm>
            <a:custGeom>
              <a:avLst/>
              <a:gdLst/>
              <a:ahLst/>
              <a:cxnLst/>
              <a:rect l="l" t="t" r="r" b="b"/>
              <a:pathLst>
                <a:path w="5687" h="5493"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7" name="Google Shape;17417;p138"/>
            <p:cNvSpPr/>
            <p:nvPr/>
          </p:nvSpPr>
          <p:spPr>
            <a:xfrm>
              <a:off x="6317581" y="2504156"/>
              <a:ext cx="125924" cy="143913"/>
            </a:xfrm>
            <a:custGeom>
              <a:avLst/>
              <a:gdLst/>
              <a:ahLst/>
              <a:cxnLst/>
              <a:rect l="l" t="t" r="r" b="b"/>
              <a:pathLst>
                <a:path w="4809" h="5496"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8" name="Google Shape;17418;p138"/>
            <p:cNvSpPr/>
            <p:nvPr/>
          </p:nvSpPr>
          <p:spPr>
            <a:xfrm>
              <a:off x="6352040" y="2556552"/>
              <a:ext cx="11521" cy="17125"/>
            </a:xfrm>
            <a:custGeom>
              <a:avLst/>
              <a:gdLst/>
              <a:ahLst/>
              <a:cxnLst/>
              <a:rect l="l" t="t" r="r" b="b"/>
              <a:pathLst>
                <a:path w="440" h="654" extrusionOk="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9" name="Google Shape;17419;p138"/>
            <p:cNvSpPr/>
            <p:nvPr/>
          </p:nvSpPr>
          <p:spPr>
            <a:xfrm>
              <a:off x="6420750" y="2556552"/>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0" name="Google Shape;17420;p138"/>
            <p:cNvSpPr/>
            <p:nvPr/>
          </p:nvSpPr>
          <p:spPr>
            <a:xfrm>
              <a:off x="6366756" y="2596432"/>
              <a:ext cx="50563" cy="17282"/>
            </a:xfrm>
            <a:custGeom>
              <a:avLst/>
              <a:gdLst/>
              <a:ahLst/>
              <a:cxnLst/>
              <a:rect l="l" t="t" r="r" b="b"/>
              <a:pathLst>
                <a:path w="1931" h="660" extrusionOk="0">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1" name="Google Shape;17421;p138"/>
            <p:cNvSpPr/>
            <p:nvPr/>
          </p:nvSpPr>
          <p:spPr>
            <a:xfrm>
              <a:off x="6344133" y="2537542"/>
              <a:ext cx="27468" cy="13930"/>
            </a:xfrm>
            <a:custGeom>
              <a:avLst/>
              <a:gdLst/>
              <a:ahLst/>
              <a:cxnLst/>
              <a:rect l="l" t="t" r="r" b="b"/>
              <a:pathLst>
                <a:path w="1049" h="532" extrusionOk="0">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2" name="Google Shape;17422;p138"/>
            <p:cNvSpPr/>
            <p:nvPr/>
          </p:nvSpPr>
          <p:spPr>
            <a:xfrm>
              <a:off x="6412554" y="2537751"/>
              <a:ext cx="27468" cy="13957"/>
            </a:xfrm>
            <a:custGeom>
              <a:avLst/>
              <a:gdLst/>
              <a:ahLst/>
              <a:cxnLst/>
              <a:rect l="l" t="t" r="r" b="b"/>
              <a:pathLst>
                <a:path w="1049" h="533" extrusionOk="0">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3" name="Google Shape;17423;p138"/>
            <p:cNvSpPr/>
            <p:nvPr/>
          </p:nvSpPr>
          <p:spPr>
            <a:xfrm>
              <a:off x="6260629" y="2697061"/>
              <a:ext cx="263055" cy="76722"/>
            </a:xfrm>
            <a:custGeom>
              <a:avLst/>
              <a:gdLst/>
              <a:ahLst/>
              <a:cxnLst/>
              <a:rect l="l" t="t" r="r" b="b"/>
              <a:pathLst>
                <a:path w="10046" h="2930" extrusionOk="0">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4" name="Google Shape;17424;p138"/>
            <p:cNvSpPr/>
            <p:nvPr/>
          </p:nvSpPr>
          <p:spPr>
            <a:xfrm>
              <a:off x="6305588" y="2697061"/>
              <a:ext cx="172900" cy="65489"/>
            </a:xfrm>
            <a:custGeom>
              <a:avLst/>
              <a:gdLst/>
              <a:ahLst/>
              <a:cxnLst/>
              <a:rect l="l" t="t" r="r" b="b"/>
              <a:pathLst>
                <a:path w="6603" h="2501" extrusionOk="0">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5" name="Google Shape;17425;p138"/>
            <p:cNvSpPr/>
            <p:nvPr/>
          </p:nvSpPr>
          <p:spPr>
            <a:xfrm>
              <a:off x="6294852" y="2476478"/>
              <a:ext cx="194371" cy="65227"/>
            </a:xfrm>
            <a:custGeom>
              <a:avLst/>
              <a:gdLst/>
              <a:ahLst/>
              <a:cxnLst/>
              <a:rect l="l" t="t" r="r" b="b"/>
              <a:pathLst>
                <a:path w="7423" h="2491" extrusionOk="0">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26" name="Google Shape;17426;p138"/>
          <p:cNvGrpSpPr/>
          <p:nvPr/>
        </p:nvGrpSpPr>
        <p:grpSpPr>
          <a:xfrm>
            <a:off x="6260864" y="2879911"/>
            <a:ext cx="263343" cy="354754"/>
            <a:chOff x="6260864" y="2879911"/>
            <a:chExt cx="263343" cy="354754"/>
          </a:xfrm>
        </p:grpSpPr>
        <p:sp>
          <p:nvSpPr>
            <p:cNvPr id="17427" name="Google Shape;17427;p138"/>
            <p:cNvSpPr/>
            <p:nvPr/>
          </p:nvSpPr>
          <p:spPr>
            <a:xfrm>
              <a:off x="6290610" y="2960115"/>
              <a:ext cx="203850" cy="208354"/>
            </a:xfrm>
            <a:custGeom>
              <a:avLst/>
              <a:gdLst/>
              <a:ahLst/>
              <a:cxnLst/>
              <a:rect l="l" t="t" r="r" b="b"/>
              <a:pathLst>
                <a:path w="7785" h="7957" extrusionOk="0">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8" name="Google Shape;17428;p138"/>
            <p:cNvSpPr/>
            <p:nvPr/>
          </p:nvSpPr>
          <p:spPr>
            <a:xfrm>
              <a:off x="6260864" y="3086013"/>
              <a:ext cx="263081" cy="148652"/>
            </a:xfrm>
            <a:custGeom>
              <a:avLst/>
              <a:gdLst/>
              <a:ahLst/>
              <a:cxnLst/>
              <a:rect l="l" t="t" r="r" b="b"/>
              <a:pathLst>
                <a:path w="10047" h="5677" extrusionOk="0">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9" name="Google Shape;17429;p138"/>
            <p:cNvSpPr/>
            <p:nvPr/>
          </p:nvSpPr>
          <p:spPr>
            <a:xfrm>
              <a:off x="6260864" y="3137204"/>
              <a:ext cx="263343" cy="97461"/>
            </a:xfrm>
            <a:custGeom>
              <a:avLst/>
              <a:gdLst/>
              <a:ahLst/>
              <a:cxnLst/>
              <a:rect l="l" t="t" r="r" b="b"/>
              <a:pathLst>
                <a:path w="10057" h="3722" extrusionOk="0">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0" name="Google Shape;17430;p138"/>
            <p:cNvSpPr/>
            <p:nvPr/>
          </p:nvSpPr>
          <p:spPr>
            <a:xfrm>
              <a:off x="6320566" y="3137204"/>
              <a:ext cx="143677" cy="63237"/>
            </a:xfrm>
            <a:custGeom>
              <a:avLst/>
              <a:gdLst/>
              <a:ahLst/>
              <a:cxnLst/>
              <a:rect l="l" t="t" r="r" b="b"/>
              <a:pathLst>
                <a:path w="5487" h="2415" extrusionOk="0">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1" name="Google Shape;17431;p138"/>
            <p:cNvSpPr/>
            <p:nvPr/>
          </p:nvSpPr>
          <p:spPr>
            <a:xfrm>
              <a:off x="6358299"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2" name="Google Shape;17432;p138"/>
            <p:cNvSpPr/>
            <p:nvPr/>
          </p:nvSpPr>
          <p:spPr>
            <a:xfrm>
              <a:off x="6379273" y="2879911"/>
              <a:ext cx="26525" cy="11521"/>
            </a:xfrm>
            <a:custGeom>
              <a:avLst/>
              <a:gdLst/>
              <a:ahLst/>
              <a:cxnLst/>
              <a:rect l="l" t="t" r="r" b="b"/>
              <a:pathLst>
                <a:path w="1013" h="440" extrusionOk="0">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3" name="Google Shape;17433;p138"/>
            <p:cNvSpPr/>
            <p:nvPr/>
          </p:nvSpPr>
          <p:spPr>
            <a:xfrm>
              <a:off x="6296109" y="2960115"/>
              <a:ext cx="170621" cy="137209"/>
            </a:xfrm>
            <a:custGeom>
              <a:avLst/>
              <a:gdLst/>
              <a:ahLst/>
              <a:cxnLst/>
              <a:rect l="l" t="t" r="r" b="b"/>
              <a:pathLst>
                <a:path w="6516" h="5240" extrusionOk="0">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4" name="Google Shape;17434;p138"/>
            <p:cNvSpPr/>
            <p:nvPr/>
          </p:nvSpPr>
          <p:spPr>
            <a:xfrm>
              <a:off x="6300089" y="2960115"/>
              <a:ext cx="166903" cy="137393"/>
            </a:xfrm>
            <a:custGeom>
              <a:avLst/>
              <a:gdLst/>
              <a:ahLst/>
              <a:cxnLst/>
              <a:rect l="l" t="t" r="r" b="b"/>
              <a:pathLst>
                <a:path w="6374" h="5247" extrusionOk="0">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5" name="Google Shape;17435;p138"/>
            <p:cNvSpPr/>
            <p:nvPr/>
          </p:nvSpPr>
          <p:spPr>
            <a:xfrm>
              <a:off x="6352564" y="3000702"/>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6" name="Google Shape;17436;p138"/>
            <p:cNvSpPr/>
            <p:nvPr/>
          </p:nvSpPr>
          <p:spPr>
            <a:xfrm>
              <a:off x="6421012" y="3000702"/>
              <a:ext cx="11495" cy="17125"/>
            </a:xfrm>
            <a:custGeom>
              <a:avLst/>
              <a:gdLst/>
              <a:ahLst/>
              <a:cxnLst/>
              <a:rect l="l" t="t" r="r" b="b"/>
              <a:pathLst>
                <a:path w="439" h="654" extrusionOk="0">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7" name="Google Shape;17437;p138"/>
            <p:cNvSpPr/>
            <p:nvPr/>
          </p:nvSpPr>
          <p:spPr>
            <a:xfrm>
              <a:off x="6344813" y="2983079"/>
              <a:ext cx="26761" cy="11286"/>
            </a:xfrm>
            <a:custGeom>
              <a:avLst/>
              <a:gdLst/>
              <a:ahLst/>
              <a:cxnLst/>
              <a:rect l="l" t="t" r="r" b="b"/>
              <a:pathLst>
                <a:path w="1022" h="431" extrusionOk="0">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8" name="Google Shape;17438;p138"/>
            <p:cNvSpPr/>
            <p:nvPr/>
          </p:nvSpPr>
          <p:spPr>
            <a:xfrm>
              <a:off x="6413497" y="2983079"/>
              <a:ext cx="26761" cy="11286"/>
            </a:xfrm>
            <a:custGeom>
              <a:avLst/>
              <a:gdLst/>
              <a:ahLst/>
              <a:cxnLst/>
              <a:rect l="l" t="t" r="r" b="b"/>
              <a:pathLst>
                <a:path w="1022" h="431" extrusionOk="0">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9" name="Google Shape;17439;p138"/>
            <p:cNvSpPr/>
            <p:nvPr/>
          </p:nvSpPr>
          <p:spPr>
            <a:xfrm>
              <a:off x="6366783" y="3037309"/>
              <a:ext cx="51506" cy="22990"/>
            </a:xfrm>
            <a:custGeom>
              <a:avLst/>
              <a:gdLst/>
              <a:ahLst/>
              <a:cxnLst/>
              <a:rect l="l" t="t" r="r" b="b"/>
              <a:pathLst>
                <a:path w="1967" h="878" extrusionOk="0">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0" name="Google Shape;17440;p138"/>
            <p:cNvSpPr/>
            <p:nvPr/>
          </p:nvSpPr>
          <p:spPr>
            <a:xfrm>
              <a:off x="6306583" y="2965850"/>
              <a:ext cx="23017" cy="37261"/>
            </a:xfrm>
            <a:custGeom>
              <a:avLst/>
              <a:gdLst/>
              <a:ahLst/>
              <a:cxnLst/>
              <a:rect l="l" t="t" r="r" b="b"/>
              <a:pathLst>
                <a:path w="879" h="1423" extrusionOk="0">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1" name="Google Shape;17441;p138"/>
            <p:cNvSpPr/>
            <p:nvPr/>
          </p:nvSpPr>
          <p:spPr>
            <a:xfrm>
              <a:off x="6352564" y="2954355"/>
              <a:ext cx="125662" cy="74732"/>
            </a:xfrm>
            <a:custGeom>
              <a:avLst/>
              <a:gdLst/>
              <a:ahLst/>
              <a:cxnLst/>
              <a:rect l="l" t="t" r="r" b="b"/>
              <a:pathLst>
                <a:path w="4799" h="2854" extrusionOk="0">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2" name="Google Shape;17442;p138"/>
            <p:cNvSpPr/>
            <p:nvPr/>
          </p:nvSpPr>
          <p:spPr>
            <a:xfrm>
              <a:off x="6306583" y="2885671"/>
              <a:ext cx="171643" cy="85965"/>
            </a:xfrm>
            <a:custGeom>
              <a:avLst/>
              <a:gdLst/>
              <a:ahLst/>
              <a:cxnLst/>
              <a:rect l="l" t="t" r="r" b="b"/>
              <a:pathLst>
                <a:path w="6555" h="3283" extrusionOk="0">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3" name="Google Shape;17443;p138"/>
            <p:cNvSpPr/>
            <p:nvPr/>
          </p:nvSpPr>
          <p:spPr>
            <a:xfrm>
              <a:off x="6306583" y="2885619"/>
              <a:ext cx="171643" cy="86018"/>
            </a:xfrm>
            <a:custGeom>
              <a:avLst/>
              <a:gdLst/>
              <a:ahLst/>
              <a:cxnLst/>
              <a:rect l="l" t="t" r="r" b="b"/>
              <a:pathLst>
                <a:path w="6555" h="3285" extrusionOk="0">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4" name="Google Shape;17444;p138"/>
            <p:cNvSpPr/>
            <p:nvPr/>
          </p:nvSpPr>
          <p:spPr>
            <a:xfrm>
              <a:off x="6293857" y="2954355"/>
              <a:ext cx="197121" cy="26499"/>
            </a:xfrm>
            <a:custGeom>
              <a:avLst/>
              <a:gdLst/>
              <a:ahLst/>
              <a:cxnLst/>
              <a:rect l="l" t="t" r="r" b="b"/>
              <a:pathLst>
                <a:path w="7528" h="1012" extrusionOk="0">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45" name="Google Shape;17445;p138"/>
          <p:cNvGrpSpPr/>
          <p:nvPr/>
        </p:nvGrpSpPr>
        <p:grpSpPr>
          <a:xfrm>
            <a:off x="8062968" y="2419290"/>
            <a:ext cx="263316" cy="354728"/>
            <a:chOff x="8062968" y="2419290"/>
            <a:chExt cx="263316" cy="354728"/>
          </a:xfrm>
        </p:grpSpPr>
        <p:sp>
          <p:nvSpPr>
            <p:cNvPr id="17446" name="Google Shape;17446;p138"/>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7" name="Google Shape;17447;p138"/>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8" name="Google Shape;17448;p138"/>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9" name="Google Shape;17449;p138"/>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0" name="Google Shape;17450;p138"/>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1" name="Google Shape;17451;p138"/>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2" name="Google Shape;17452;p138"/>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3" name="Google Shape;17453;p138"/>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4" name="Google Shape;17454;p138"/>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5" name="Google Shape;17455;p138"/>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6" name="Google Shape;17456;p138"/>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7" name="Google Shape;17457;p138"/>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8" name="Google Shape;17458;p138"/>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9" name="Google Shape;17459;p138"/>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0" name="Google Shape;17460;p138"/>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1" name="Google Shape;17461;p138"/>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2" name="Google Shape;17462;p138"/>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63" name="Google Shape;17463;p138"/>
          <p:cNvGrpSpPr/>
          <p:nvPr/>
        </p:nvGrpSpPr>
        <p:grpSpPr>
          <a:xfrm>
            <a:off x="5809723" y="2419290"/>
            <a:ext cx="263316" cy="354728"/>
            <a:chOff x="5809723" y="2419290"/>
            <a:chExt cx="263316" cy="354728"/>
          </a:xfrm>
        </p:grpSpPr>
        <p:sp>
          <p:nvSpPr>
            <p:cNvPr id="17464" name="Google Shape;17464;p138"/>
            <p:cNvSpPr/>
            <p:nvPr/>
          </p:nvSpPr>
          <p:spPr>
            <a:xfrm>
              <a:off x="5815484" y="2419290"/>
              <a:ext cx="80205" cy="80205"/>
            </a:xfrm>
            <a:custGeom>
              <a:avLst/>
              <a:gdLst/>
              <a:ahLst/>
              <a:cxnLst/>
              <a:rect l="l" t="t" r="r" b="b"/>
              <a:pathLst>
                <a:path w="3063" h="3063" extrusionOk="0">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5" name="Google Shape;17465;p138"/>
            <p:cNvSpPr/>
            <p:nvPr/>
          </p:nvSpPr>
          <p:spPr>
            <a:xfrm>
              <a:off x="5987100" y="2419290"/>
              <a:ext cx="80205" cy="80205"/>
            </a:xfrm>
            <a:custGeom>
              <a:avLst/>
              <a:gdLst/>
              <a:ahLst/>
              <a:cxnLst/>
              <a:rect l="l" t="t" r="r" b="b"/>
              <a:pathLst>
                <a:path w="3063" h="3063" extrusionOk="0">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6" name="Google Shape;17466;p138"/>
            <p:cNvSpPr/>
            <p:nvPr/>
          </p:nvSpPr>
          <p:spPr>
            <a:xfrm>
              <a:off x="5823732" y="2424789"/>
              <a:ext cx="235325" cy="137419"/>
            </a:xfrm>
            <a:custGeom>
              <a:avLst/>
              <a:gdLst/>
              <a:ahLst/>
              <a:cxnLst/>
              <a:rect l="l" t="t" r="r" b="b"/>
              <a:pathLst>
                <a:path w="8987" h="5248" extrusionOk="0">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7" name="Google Shape;17467;p138"/>
            <p:cNvSpPr/>
            <p:nvPr/>
          </p:nvSpPr>
          <p:spPr>
            <a:xfrm>
              <a:off x="5809723" y="2630865"/>
              <a:ext cx="263081" cy="143153"/>
            </a:xfrm>
            <a:custGeom>
              <a:avLst/>
              <a:gdLst/>
              <a:ahLst/>
              <a:cxnLst/>
              <a:rect l="l" t="t" r="r" b="b"/>
              <a:pathLst>
                <a:path w="10047" h="5467" extrusionOk="0">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8" name="Google Shape;17468;p138"/>
            <p:cNvSpPr/>
            <p:nvPr/>
          </p:nvSpPr>
          <p:spPr>
            <a:xfrm>
              <a:off x="5809985" y="2694809"/>
              <a:ext cx="263055" cy="79210"/>
            </a:xfrm>
            <a:custGeom>
              <a:avLst/>
              <a:gdLst/>
              <a:ahLst/>
              <a:cxnLst/>
              <a:rect l="l" t="t" r="r" b="b"/>
              <a:pathLst>
                <a:path w="10046" h="3025" extrusionOk="0">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9" name="Google Shape;17469;p138"/>
            <p:cNvSpPr/>
            <p:nvPr/>
          </p:nvSpPr>
          <p:spPr>
            <a:xfrm>
              <a:off x="5907157" y="2630865"/>
              <a:ext cx="68709" cy="23017"/>
            </a:xfrm>
            <a:custGeom>
              <a:avLst/>
              <a:gdLst/>
              <a:ahLst/>
              <a:cxnLst/>
              <a:rect l="l" t="t" r="r" b="b"/>
              <a:pathLst>
                <a:path w="2624" h="879" extrusionOk="0">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0" name="Google Shape;17470;p138"/>
            <p:cNvSpPr/>
            <p:nvPr/>
          </p:nvSpPr>
          <p:spPr>
            <a:xfrm>
              <a:off x="5844942" y="2465009"/>
              <a:ext cx="192643" cy="177377"/>
            </a:xfrm>
            <a:custGeom>
              <a:avLst/>
              <a:gdLst/>
              <a:ahLst/>
              <a:cxnLst/>
              <a:rect l="l" t="t" r="r" b="b"/>
              <a:pathLst>
                <a:path w="7357" h="6774" extrusionOk="0">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1" name="Google Shape;17471;p138"/>
            <p:cNvSpPr/>
            <p:nvPr/>
          </p:nvSpPr>
          <p:spPr>
            <a:xfrm>
              <a:off x="5845439" y="2464931"/>
              <a:ext cx="170150" cy="177430"/>
            </a:xfrm>
            <a:custGeom>
              <a:avLst/>
              <a:gdLst/>
              <a:ahLst/>
              <a:cxnLst/>
              <a:rect l="l" t="t" r="r" b="b"/>
              <a:pathLst>
                <a:path w="6498" h="6776" extrusionOk="0">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2" name="Google Shape;17472;p138"/>
            <p:cNvSpPr/>
            <p:nvPr/>
          </p:nvSpPr>
          <p:spPr>
            <a:xfrm>
              <a:off x="5916086" y="2590723"/>
              <a:ext cx="50616" cy="17465"/>
            </a:xfrm>
            <a:custGeom>
              <a:avLst/>
              <a:gdLst/>
              <a:ahLst/>
              <a:cxnLst/>
              <a:rect l="l" t="t" r="r" b="b"/>
              <a:pathLst>
                <a:path w="1933" h="667" extrusionOk="0">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3" name="Google Shape;17473;p138"/>
            <p:cNvSpPr/>
            <p:nvPr/>
          </p:nvSpPr>
          <p:spPr>
            <a:xfrm>
              <a:off x="5901397" y="2545135"/>
              <a:ext cx="11521" cy="17073"/>
            </a:xfrm>
            <a:custGeom>
              <a:avLst/>
              <a:gdLst/>
              <a:ahLst/>
              <a:cxnLst/>
              <a:rect l="l" t="t" r="r" b="b"/>
              <a:pathLst>
                <a:path w="440" h="652" extrusionOk="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4" name="Google Shape;17474;p138"/>
            <p:cNvSpPr/>
            <p:nvPr/>
          </p:nvSpPr>
          <p:spPr>
            <a:xfrm>
              <a:off x="5970106" y="2545135"/>
              <a:ext cx="11260" cy="17073"/>
            </a:xfrm>
            <a:custGeom>
              <a:avLst/>
              <a:gdLst/>
              <a:ahLst/>
              <a:cxnLst/>
              <a:rect l="l" t="t" r="r" b="b"/>
              <a:pathLst>
                <a:path w="430" h="652" extrusionOk="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5" name="Google Shape;17475;p138"/>
            <p:cNvSpPr/>
            <p:nvPr/>
          </p:nvSpPr>
          <p:spPr>
            <a:xfrm>
              <a:off x="5893672" y="2527958"/>
              <a:ext cx="21000" cy="11495"/>
            </a:xfrm>
            <a:custGeom>
              <a:avLst/>
              <a:gdLst/>
              <a:ahLst/>
              <a:cxnLst/>
              <a:rect l="l" t="t" r="r" b="b"/>
              <a:pathLst>
                <a:path w="802" h="439" extrusionOk="0">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6" name="Google Shape;17476;p138"/>
            <p:cNvSpPr/>
            <p:nvPr/>
          </p:nvSpPr>
          <p:spPr>
            <a:xfrm>
              <a:off x="5968116" y="2527932"/>
              <a:ext cx="19246" cy="11521"/>
            </a:xfrm>
            <a:custGeom>
              <a:avLst/>
              <a:gdLst/>
              <a:ahLst/>
              <a:cxnLst/>
              <a:rect l="l" t="t" r="r" b="b"/>
              <a:pathLst>
                <a:path w="735" h="440" extrusionOk="0">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7" name="Google Shape;17477;p138"/>
            <p:cNvSpPr/>
            <p:nvPr/>
          </p:nvSpPr>
          <p:spPr>
            <a:xfrm>
              <a:off x="5875919" y="2425025"/>
              <a:ext cx="162661" cy="97199"/>
            </a:xfrm>
            <a:custGeom>
              <a:avLst/>
              <a:gdLst/>
              <a:ahLst/>
              <a:cxnLst/>
              <a:rect l="l" t="t" r="r" b="b"/>
              <a:pathLst>
                <a:path w="6212" h="3712" extrusionOk="0">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8" name="Google Shape;17478;p138"/>
            <p:cNvSpPr/>
            <p:nvPr/>
          </p:nvSpPr>
          <p:spPr>
            <a:xfrm>
              <a:off x="5843947" y="2694809"/>
              <a:ext cx="194869" cy="50485"/>
            </a:xfrm>
            <a:custGeom>
              <a:avLst/>
              <a:gdLst/>
              <a:ahLst/>
              <a:cxnLst/>
              <a:rect l="l" t="t" r="r" b="b"/>
              <a:pathLst>
                <a:path w="7442" h="1928" extrusionOk="0">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9" name="Google Shape;17479;p138"/>
            <p:cNvSpPr/>
            <p:nvPr/>
          </p:nvSpPr>
          <p:spPr>
            <a:xfrm>
              <a:off x="5809723" y="2688577"/>
              <a:ext cx="85965" cy="85442"/>
            </a:xfrm>
            <a:custGeom>
              <a:avLst/>
              <a:gdLst/>
              <a:ahLst/>
              <a:cxnLst/>
              <a:rect l="l" t="t" r="r" b="b"/>
              <a:pathLst>
                <a:path w="3283" h="3263" extrusionOk="0">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0" name="Google Shape;17480;p138"/>
            <p:cNvSpPr/>
            <p:nvPr/>
          </p:nvSpPr>
          <p:spPr>
            <a:xfrm>
              <a:off x="5987100" y="2688577"/>
              <a:ext cx="85939" cy="85442"/>
            </a:xfrm>
            <a:custGeom>
              <a:avLst/>
              <a:gdLst/>
              <a:ahLst/>
              <a:cxnLst/>
              <a:rect l="l" t="t" r="r" b="b"/>
              <a:pathLst>
                <a:path w="3282" h="3263" extrusionOk="0">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81" name="Google Shape;17481;p138"/>
          <p:cNvGrpSpPr/>
          <p:nvPr/>
        </p:nvGrpSpPr>
        <p:grpSpPr>
          <a:xfrm>
            <a:off x="7606826" y="1502999"/>
            <a:ext cx="263552" cy="354754"/>
            <a:chOff x="7606826" y="1502999"/>
            <a:chExt cx="263552" cy="354754"/>
          </a:xfrm>
        </p:grpSpPr>
        <p:sp>
          <p:nvSpPr>
            <p:cNvPr id="17482" name="Google Shape;17482;p138"/>
            <p:cNvSpPr/>
            <p:nvPr/>
          </p:nvSpPr>
          <p:spPr>
            <a:xfrm>
              <a:off x="7606826" y="1703340"/>
              <a:ext cx="263552" cy="154413"/>
            </a:xfrm>
            <a:custGeom>
              <a:avLst/>
              <a:gdLst/>
              <a:ahLst/>
              <a:cxnLst/>
              <a:rect l="l" t="t" r="r" b="b"/>
              <a:pathLst>
                <a:path w="10065" h="5897" extrusionOk="0">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3" name="Google Shape;17483;p138"/>
            <p:cNvSpPr/>
            <p:nvPr/>
          </p:nvSpPr>
          <p:spPr>
            <a:xfrm>
              <a:off x="7626543" y="1502999"/>
              <a:ext cx="223856" cy="240090"/>
            </a:xfrm>
            <a:custGeom>
              <a:avLst/>
              <a:gdLst/>
              <a:ahLst/>
              <a:cxnLst/>
              <a:rect l="l" t="t" r="r" b="b"/>
              <a:pathLst>
                <a:path w="8549" h="9169" extrusionOk="0">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4" name="Google Shape;17484;p138"/>
            <p:cNvSpPr/>
            <p:nvPr/>
          </p:nvSpPr>
          <p:spPr>
            <a:xfrm>
              <a:off x="7641049" y="1708839"/>
              <a:ext cx="194869" cy="102959"/>
            </a:xfrm>
            <a:custGeom>
              <a:avLst/>
              <a:gdLst/>
              <a:ahLst/>
              <a:cxnLst/>
              <a:rect l="l" t="t" r="r" b="b"/>
              <a:pathLst>
                <a:path w="7442" h="3932" extrusionOk="0">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5" name="Google Shape;17485;p138"/>
            <p:cNvSpPr/>
            <p:nvPr/>
          </p:nvSpPr>
          <p:spPr>
            <a:xfrm>
              <a:off x="7659431" y="1726069"/>
              <a:ext cx="158341" cy="65227"/>
            </a:xfrm>
            <a:custGeom>
              <a:avLst/>
              <a:gdLst/>
              <a:ahLst/>
              <a:cxnLst/>
              <a:rect l="l" t="t" r="r" b="b"/>
              <a:pathLst>
                <a:path w="6047" h="2491" extrusionOk="0">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6" name="Google Shape;17486;p138"/>
            <p:cNvSpPr/>
            <p:nvPr/>
          </p:nvSpPr>
          <p:spPr>
            <a:xfrm>
              <a:off x="7692739" y="1502999"/>
              <a:ext cx="142420" cy="85468"/>
            </a:xfrm>
            <a:custGeom>
              <a:avLst/>
              <a:gdLst/>
              <a:ahLst/>
              <a:cxnLst/>
              <a:rect l="l" t="t" r="r" b="b"/>
              <a:pathLst>
                <a:path w="5439" h="3264" extrusionOk="0">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7" name="Google Shape;17487;p138"/>
            <p:cNvSpPr/>
            <p:nvPr/>
          </p:nvSpPr>
          <p:spPr>
            <a:xfrm>
              <a:off x="7687266" y="1703340"/>
              <a:ext cx="102436" cy="87955"/>
            </a:xfrm>
            <a:custGeom>
              <a:avLst/>
              <a:gdLst/>
              <a:ahLst/>
              <a:cxnLst/>
              <a:rect l="l" t="t" r="r" b="b"/>
              <a:pathLst>
                <a:path w="3912" h="3359" extrusionOk="0">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8" name="Google Shape;17488;p138"/>
            <p:cNvSpPr/>
            <p:nvPr/>
          </p:nvSpPr>
          <p:spPr>
            <a:xfrm>
              <a:off x="7704234" y="1703340"/>
              <a:ext cx="68736" cy="28254"/>
            </a:xfrm>
            <a:custGeom>
              <a:avLst/>
              <a:gdLst/>
              <a:ahLst/>
              <a:cxnLst/>
              <a:rect l="l" t="t" r="r" b="b"/>
              <a:pathLst>
                <a:path w="2625" h="1079" extrusionOk="0">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9" name="Google Shape;17489;p138"/>
            <p:cNvSpPr/>
            <p:nvPr/>
          </p:nvSpPr>
          <p:spPr>
            <a:xfrm>
              <a:off x="7664014" y="1576133"/>
              <a:ext cx="149176" cy="144070"/>
            </a:xfrm>
            <a:custGeom>
              <a:avLst/>
              <a:gdLst/>
              <a:ahLst/>
              <a:cxnLst/>
              <a:rect l="l" t="t" r="r" b="b"/>
              <a:pathLst>
                <a:path w="5697" h="5502"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0" name="Google Shape;17490;p138"/>
            <p:cNvSpPr/>
            <p:nvPr/>
          </p:nvSpPr>
          <p:spPr>
            <a:xfrm>
              <a:off x="7664014" y="1576133"/>
              <a:ext cx="126186" cy="144148"/>
            </a:xfrm>
            <a:custGeom>
              <a:avLst/>
              <a:gdLst/>
              <a:ahLst/>
              <a:cxnLst/>
              <a:rect l="l" t="t" r="r" b="b"/>
              <a:pathLst>
                <a:path w="4819" h="5505"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1" name="Google Shape;17491;p138"/>
            <p:cNvSpPr/>
            <p:nvPr/>
          </p:nvSpPr>
          <p:spPr>
            <a:xfrm>
              <a:off x="7690749" y="1611431"/>
              <a:ext cx="26761" cy="11521"/>
            </a:xfrm>
            <a:custGeom>
              <a:avLst/>
              <a:gdLst/>
              <a:ahLst/>
              <a:cxnLst/>
              <a:rect l="l" t="t" r="r" b="b"/>
              <a:pathLst>
                <a:path w="1022" h="440" extrusionOk="0">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2" name="Google Shape;17492;p138"/>
            <p:cNvSpPr/>
            <p:nvPr/>
          </p:nvSpPr>
          <p:spPr>
            <a:xfrm>
              <a:off x="7759458" y="1611431"/>
              <a:ext cx="26735" cy="11521"/>
            </a:xfrm>
            <a:custGeom>
              <a:avLst/>
              <a:gdLst/>
              <a:ahLst/>
              <a:cxnLst/>
              <a:rect l="l" t="t" r="r" b="b"/>
              <a:pathLst>
                <a:path w="1021" h="440" extrusionOk="0">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3" name="Google Shape;17493;p138"/>
            <p:cNvSpPr/>
            <p:nvPr/>
          </p:nvSpPr>
          <p:spPr>
            <a:xfrm>
              <a:off x="7698499" y="1629106"/>
              <a:ext cx="11521" cy="17308"/>
            </a:xfrm>
            <a:custGeom>
              <a:avLst/>
              <a:gdLst/>
              <a:ahLst/>
              <a:cxnLst/>
              <a:rect l="l" t="t" r="r" b="b"/>
              <a:pathLst>
                <a:path w="440"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4" name="Google Shape;17494;p138"/>
            <p:cNvSpPr/>
            <p:nvPr/>
          </p:nvSpPr>
          <p:spPr>
            <a:xfrm>
              <a:off x="7767183" y="1629106"/>
              <a:ext cx="11521" cy="17308"/>
            </a:xfrm>
            <a:custGeom>
              <a:avLst/>
              <a:gdLst/>
              <a:ahLst/>
              <a:cxnLst/>
              <a:rect l="l" t="t" r="r" b="b"/>
              <a:pathLst>
                <a:path w="440" h="661" extrusionOk="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5" name="Google Shape;17495;p138"/>
            <p:cNvSpPr/>
            <p:nvPr/>
          </p:nvSpPr>
          <p:spPr>
            <a:xfrm>
              <a:off x="7610073" y="1789541"/>
              <a:ext cx="48233" cy="68212"/>
            </a:xfrm>
            <a:custGeom>
              <a:avLst/>
              <a:gdLst/>
              <a:ahLst/>
              <a:cxnLst/>
              <a:rect l="l" t="t" r="r" b="b"/>
              <a:pathLst>
                <a:path w="1842" h="2605" extrusionOk="0">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6" name="Google Shape;17496;p138"/>
            <p:cNvSpPr/>
            <p:nvPr/>
          </p:nvSpPr>
          <p:spPr>
            <a:xfrm>
              <a:off x="7818662" y="1789541"/>
              <a:ext cx="48233" cy="68212"/>
            </a:xfrm>
            <a:custGeom>
              <a:avLst/>
              <a:gdLst/>
              <a:ahLst/>
              <a:cxnLst/>
              <a:rect l="l" t="t" r="r" b="b"/>
              <a:pathLst>
                <a:path w="1842" h="2605" extrusionOk="0">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7" name="Google Shape;17497;p138"/>
            <p:cNvSpPr/>
            <p:nvPr/>
          </p:nvSpPr>
          <p:spPr>
            <a:xfrm>
              <a:off x="7712744" y="1666393"/>
              <a:ext cx="51480" cy="22990"/>
            </a:xfrm>
            <a:custGeom>
              <a:avLst/>
              <a:gdLst/>
              <a:ahLst/>
              <a:cxnLst/>
              <a:rect l="l" t="t" r="r" b="b"/>
              <a:pathLst>
                <a:path w="1966" h="878" extrusionOk="0">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8" name="Google Shape;17498;p138"/>
            <p:cNvSpPr/>
            <p:nvPr/>
          </p:nvSpPr>
          <p:spPr>
            <a:xfrm>
              <a:off x="7704234" y="1794778"/>
              <a:ext cx="11260" cy="62975"/>
            </a:xfrm>
            <a:custGeom>
              <a:avLst/>
              <a:gdLst/>
              <a:ahLst/>
              <a:cxnLst/>
              <a:rect l="l" t="t" r="r" b="b"/>
              <a:pathLst>
                <a:path w="430" h="2405" extrusionOk="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9" name="Google Shape;17499;p138"/>
            <p:cNvSpPr/>
            <p:nvPr/>
          </p:nvSpPr>
          <p:spPr>
            <a:xfrm>
              <a:off x="7761448" y="1794778"/>
              <a:ext cx="11521" cy="62975"/>
            </a:xfrm>
            <a:custGeom>
              <a:avLst/>
              <a:gdLst/>
              <a:ahLst/>
              <a:cxnLst/>
              <a:rect l="l" t="t" r="r" b="b"/>
              <a:pathLst>
                <a:path w="440" h="2405" extrusionOk="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00" name="Google Shape;17500;p138"/>
          <p:cNvGrpSpPr/>
          <p:nvPr/>
        </p:nvGrpSpPr>
        <p:grpSpPr>
          <a:xfrm>
            <a:off x="8060455" y="3790075"/>
            <a:ext cx="264076" cy="354623"/>
            <a:chOff x="8060455" y="3790075"/>
            <a:chExt cx="264076" cy="354623"/>
          </a:xfrm>
        </p:grpSpPr>
        <p:sp>
          <p:nvSpPr>
            <p:cNvPr id="17501" name="Google Shape;17501;p138"/>
            <p:cNvSpPr/>
            <p:nvPr/>
          </p:nvSpPr>
          <p:spPr>
            <a:xfrm>
              <a:off x="8074202" y="3790075"/>
              <a:ext cx="237079" cy="113800"/>
            </a:xfrm>
            <a:custGeom>
              <a:avLst/>
              <a:gdLst/>
              <a:ahLst/>
              <a:cxnLst/>
              <a:rect l="l" t="t" r="r" b="b"/>
              <a:pathLst>
                <a:path w="9054" h="4346" extrusionOk="0">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2" name="Google Shape;17502;p138"/>
            <p:cNvSpPr/>
            <p:nvPr/>
          </p:nvSpPr>
          <p:spPr>
            <a:xfrm>
              <a:off x="8083681" y="3955564"/>
              <a:ext cx="80231" cy="126186"/>
            </a:xfrm>
            <a:custGeom>
              <a:avLst/>
              <a:gdLst/>
              <a:ahLst/>
              <a:cxnLst/>
              <a:rect l="l" t="t" r="r" b="b"/>
              <a:pathLst>
                <a:path w="3064" h="4819" extrusionOk="0">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3" name="Google Shape;17503;p138"/>
            <p:cNvSpPr/>
            <p:nvPr/>
          </p:nvSpPr>
          <p:spPr>
            <a:xfrm>
              <a:off x="8060716" y="4018513"/>
              <a:ext cx="263814" cy="126186"/>
            </a:xfrm>
            <a:custGeom>
              <a:avLst/>
              <a:gdLst/>
              <a:ahLst/>
              <a:cxnLst/>
              <a:rect l="l" t="t" r="r" b="b"/>
              <a:pathLst>
                <a:path w="10075" h="4819" extrusionOk="0">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4" name="Google Shape;17504;p138"/>
            <p:cNvSpPr/>
            <p:nvPr/>
          </p:nvSpPr>
          <p:spPr>
            <a:xfrm>
              <a:off x="8060455" y="4057241"/>
              <a:ext cx="264076" cy="87458"/>
            </a:xfrm>
            <a:custGeom>
              <a:avLst/>
              <a:gdLst/>
              <a:ahLst/>
              <a:cxnLst/>
              <a:rect l="l" t="t" r="r" b="b"/>
              <a:pathLst>
                <a:path w="10085" h="3340" extrusionOk="0">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5" name="Google Shape;17505;p138"/>
            <p:cNvSpPr/>
            <p:nvPr/>
          </p:nvSpPr>
          <p:spPr>
            <a:xfrm>
              <a:off x="8125420" y="4057241"/>
              <a:ext cx="134408" cy="61142"/>
            </a:xfrm>
            <a:custGeom>
              <a:avLst/>
              <a:gdLst/>
              <a:ahLst/>
              <a:cxnLst/>
              <a:rect l="l" t="t" r="r" b="b"/>
              <a:pathLst>
                <a:path w="5133" h="2335" extrusionOk="0">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6" name="Google Shape;17506;p138"/>
            <p:cNvSpPr/>
            <p:nvPr/>
          </p:nvSpPr>
          <p:spPr>
            <a:xfrm>
              <a:off x="8158386" y="4018513"/>
              <a:ext cx="68709" cy="23017"/>
            </a:xfrm>
            <a:custGeom>
              <a:avLst/>
              <a:gdLst/>
              <a:ahLst/>
              <a:cxnLst/>
              <a:rect l="l" t="t" r="r" b="b"/>
              <a:pathLst>
                <a:path w="2624" h="879" extrusionOk="0">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7" name="Google Shape;17507;p138"/>
            <p:cNvSpPr/>
            <p:nvPr/>
          </p:nvSpPr>
          <p:spPr>
            <a:xfrm>
              <a:off x="8096171" y="3875386"/>
              <a:ext cx="188139" cy="154413"/>
            </a:xfrm>
            <a:custGeom>
              <a:avLst/>
              <a:gdLst/>
              <a:ahLst/>
              <a:cxnLst/>
              <a:rect l="l" t="t" r="r" b="b"/>
              <a:pathLst>
                <a:path w="7185" h="5897" extrusionOk="0">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8" name="Google Shape;17508;p138"/>
            <p:cNvSpPr/>
            <p:nvPr/>
          </p:nvSpPr>
          <p:spPr>
            <a:xfrm>
              <a:off x="8152390"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9" name="Google Shape;17509;p138"/>
            <p:cNvSpPr/>
            <p:nvPr/>
          </p:nvSpPr>
          <p:spPr>
            <a:xfrm>
              <a:off x="8221335" y="3933412"/>
              <a:ext cx="11521" cy="16942"/>
            </a:xfrm>
            <a:custGeom>
              <a:avLst/>
              <a:gdLst/>
              <a:ahLst/>
              <a:cxnLst/>
              <a:rect l="l" t="t" r="r" b="b"/>
              <a:pathLst>
                <a:path w="440" h="647" extrusionOk="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0" name="Google Shape;17510;p138"/>
            <p:cNvSpPr/>
            <p:nvPr/>
          </p:nvSpPr>
          <p:spPr>
            <a:xfrm>
              <a:off x="8166792" y="3978136"/>
              <a:ext cx="50930" cy="17492"/>
            </a:xfrm>
            <a:custGeom>
              <a:avLst/>
              <a:gdLst/>
              <a:ahLst/>
              <a:cxnLst/>
              <a:rect l="l" t="t" r="r" b="b"/>
              <a:pathLst>
                <a:path w="1945" h="668" extrusionOk="0">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1" name="Google Shape;17511;p138"/>
            <p:cNvSpPr/>
            <p:nvPr/>
          </p:nvSpPr>
          <p:spPr>
            <a:xfrm>
              <a:off x="8099942" y="3880885"/>
              <a:ext cx="167375" cy="149124"/>
            </a:xfrm>
            <a:custGeom>
              <a:avLst/>
              <a:gdLst/>
              <a:ahLst/>
              <a:cxnLst/>
              <a:rect l="l" t="t" r="r" b="b"/>
              <a:pathLst>
                <a:path w="6392" h="5695" extrusionOk="0">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2" name="Google Shape;17512;p138"/>
            <p:cNvSpPr/>
            <p:nvPr/>
          </p:nvSpPr>
          <p:spPr>
            <a:xfrm>
              <a:off x="8255795" y="3892380"/>
              <a:ext cx="22781" cy="42970"/>
            </a:xfrm>
            <a:custGeom>
              <a:avLst/>
              <a:gdLst/>
              <a:ahLst/>
              <a:cxnLst/>
              <a:rect l="l" t="t" r="r" b="b"/>
              <a:pathLst>
                <a:path w="870" h="1641" extrusionOk="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3" name="Google Shape;17513;p138"/>
            <p:cNvSpPr/>
            <p:nvPr/>
          </p:nvSpPr>
          <p:spPr>
            <a:xfrm>
              <a:off x="8106435" y="3892380"/>
              <a:ext cx="22990" cy="42970"/>
            </a:xfrm>
            <a:custGeom>
              <a:avLst/>
              <a:gdLst/>
              <a:ahLst/>
              <a:cxnLst/>
              <a:rect l="l" t="t" r="r" b="b"/>
              <a:pathLst>
                <a:path w="878" h="1641" extrusionOk="0">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4" name="Google Shape;17514;p138"/>
            <p:cNvSpPr/>
            <p:nvPr/>
          </p:nvSpPr>
          <p:spPr>
            <a:xfrm>
              <a:off x="8106671" y="3892380"/>
              <a:ext cx="172140" cy="28751"/>
            </a:xfrm>
            <a:custGeom>
              <a:avLst/>
              <a:gdLst/>
              <a:ahLst/>
              <a:cxnLst/>
              <a:rect l="l" t="t" r="r" b="b"/>
              <a:pathLst>
                <a:path w="6574" h="1098" extrusionOk="0">
                  <a:moveTo>
                    <a:pt x="1" y="0"/>
                  </a:moveTo>
                  <a:cubicBezTo>
                    <a:pt x="1" y="611"/>
                    <a:pt x="1470" y="1097"/>
                    <a:pt x="3282" y="1097"/>
                  </a:cubicBezTo>
                  <a:cubicBezTo>
                    <a:pt x="5095" y="1097"/>
                    <a:pt x="6564" y="611"/>
                    <a:pt x="65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5" name="Google Shape;17515;p138"/>
            <p:cNvSpPr/>
            <p:nvPr/>
          </p:nvSpPr>
          <p:spPr>
            <a:xfrm>
              <a:off x="8178627" y="4110448"/>
              <a:ext cx="27992" cy="34250"/>
            </a:xfrm>
            <a:custGeom>
              <a:avLst/>
              <a:gdLst/>
              <a:ahLst/>
              <a:cxnLst/>
              <a:rect l="l" t="t" r="r" b="b"/>
              <a:pathLst>
                <a:path w="1069" h="1308" extrusionOk="0">
                  <a:moveTo>
                    <a:pt x="859" y="0"/>
                  </a:moveTo>
                  <a:lnTo>
                    <a:pt x="200" y="10"/>
                  </a:lnTo>
                  <a:lnTo>
                    <a:pt x="0" y="1307"/>
                  </a:lnTo>
                  <a:lnTo>
                    <a:pt x="1069" y="1307"/>
                  </a:lnTo>
                  <a:lnTo>
                    <a:pt x="859"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6" name="Google Shape;17516;p138"/>
            <p:cNvSpPr/>
            <p:nvPr/>
          </p:nvSpPr>
          <p:spPr>
            <a:xfrm>
              <a:off x="8171112" y="4081724"/>
              <a:ext cx="42760" cy="31736"/>
            </a:xfrm>
            <a:custGeom>
              <a:avLst/>
              <a:gdLst/>
              <a:ahLst/>
              <a:cxnLst/>
              <a:rect l="l" t="t" r="r" b="b"/>
              <a:pathLst>
                <a:path w="1633" h="1212" extrusionOk="0">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7" name="Google Shape;17517;p138"/>
            <p:cNvSpPr/>
            <p:nvPr/>
          </p:nvSpPr>
          <p:spPr>
            <a:xfrm>
              <a:off x="8135894" y="4044017"/>
              <a:ext cx="56743" cy="62844"/>
            </a:xfrm>
            <a:custGeom>
              <a:avLst/>
              <a:gdLst/>
              <a:ahLst/>
              <a:cxnLst/>
              <a:rect l="l" t="t" r="r" b="b"/>
              <a:pathLst>
                <a:path w="2167" h="2400" extrusionOk="0">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8" name="Google Shape;17518;p138"/>
            <p:cNvSpPr/>
            <p:nvPr/>
          </p:nvSpPr>
          <p:spPr>
            <a:xfrm>
              <a:off x="8192610" y="4044017"/>
              <a:ext cx="56717" cy="62844"/>
            </a:xfrm>
            <a:custGeom>
              <a:avLst/>
              <a:gdLst/>
              <a:ahLst/>
              <a:cxnLst/>
              <a:rect l="l" t="t" r="r" b="b"/>
              <a:pathLst>
                <a:path w="2166" h="2400" extrusionOk="0">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9" name="Google Shape;17519;p138"/>
            <p:cNvSpPr/>
            <p:nvPr/>
          </p:nvSpPr>
          <p:spPr>
            <a:xfrm>
              <a:off x="8063963" y="4087956"/>
              <a:ext cx="48468" cy="56743"/>
            </a:xfrm>
            <a:custGeom>
              <a:avLst/>
              <a:gdLst/>
              <a:ahLst/>
              <a:cxnLst/>
              <a:rect l="l" t="t" r="r" b="b"/>
              <a:pathLst>
                <a:path w="1851" h="2167" extrusionOk="0">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0" name="Google Shape;17520;p138"/>
            <p:cNvSpPr/>
            <p:nvPr/>
          </p:nvSpPr>
          <p:spPr>
            <a:xfrm>
              <a:off x="8272789" y="4087956"/>
              <a:ext cx="48495" cy="56743"/>
            </a:xfrm>
            <a:custGeom>
              <a:avLst/>
              <a:gdLst/>
              <a:ahLst/>
              <a:cxnLst/>
              <a:rect l="l" t="t" r="r" b="b"/>
              <a:pathLst>
                <a:path w="1852" h="2167" extrusionOk="0">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1" name="Google Shape;17521;p138"/>
            <p:cNvSpPr/>
            <p:nvPr/>
          </p:nvSpPr>
          <p:spPr>
            <a:xfrm>
              <a:off x="8106671" y="3857894"/>
              <a:ext cx="171905" cy="34512"/>
            </a:xfrm>
            <a:custGeom>
              <a:avLst/>
              <a:gdLst/>
              <a:ahLst/>
              <a:cxnLst/>
              <a:rect l="l" t="t" r="r" b="b"/>
              <a:pathLst>
                <a:path w="6565" h="1318" extrusionOk="0">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2" name="Google Shape;17522;p138"/>
            <p:cNvSpPr/>
            <p:nvPr/>
          </p:nvSpPr>
          <p:spPr>
            <a:xfrm>
              <a:off x="8175380" y="3823670"/>
              <a:ext cx="34486" cy="39984"/>
            </a:xfrm>
            <a:custGeom>
              <a:avLst/>
              <a:gdLst/>
              <a:ahLst/>
              <a:cxnLst/>
              <a:rect l="l" t="t" r="r" b="b"/>
              <a:pathLst>
                <a:path w="1317" h="1527" extrusionOk="0">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3" name="Google Shape;17523;p138"/>
            <p:cNvSpPr/>
            <p:nvPr/>
          </p:nvSpPr>
          <p:spPr>
            <a:xfrm>
              <a:off x="8175407"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24" name="Google Shape;17524;p138"/>
          <p:cNvGrpSpPr/>
          <p:nvPr/>
        </p:nvGrpSpPr>
        <p:grpSpPr>
          <a:xfrm>
            <a:off x="7614550" y="2879911"/>
            <a:ext cx="263316" cy="354754"/>
            <a:chOff x="7614550" y="2879911"/>
            <a:chExt cx="263316" cy="354754"/>
          </a:xfrm>
        </p:grpSpPr>
        <p:sp>
          <p:nvSpPr>
            <p:cNvPr id="17525" name="Google Shape;17525;p138"/>
            <p:cNvSpPr/>
            <p:nvPr/>
          </p:nvSpPr>
          <p:spPr>
            <a:xfrm>
              <a:off x="7614550" y="3086013"/>
              <a:ext cx="263316" cy="148652"/>
            </a:xfrm>
            <a:custGeom>
              <a:avLst/>
              <a:gdLst/>
              <a:ahLst/>
              <a:cxnLst/>
              <a:rect l="l" t="t" r="r" b="b"/>
              <a:pathLst>
                <a:path w="10056" h="5677" extrusionOk="0">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6" name="Google Shape;17526;p138"/>
            <p:cNvSpPr/>
            <p:nvPr/>
          </p:nvSpPr>
          <p:spPr>
            <a:xfrm>
              <a:off x="7614550" y="3137728"/>
              <a:ext cx="263081" cy="96937"/>
            </a:xfrm>
            <a:custGeom>
              <a:avLst/>
              <a:gdLst/>
              <a:ahLst/>
              <a:cxnLst/>
              <a:rect l="l" t="t" r="r" b="b"/>
              <a:pathLst>
                <a:path w="10047" h="3702" extrusionOk="0">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7" name="Google Shape;17527;p138"/>
            <p:cNvSpPr/>
            <p:nvPr/>
          </p:nvSpPr>
          <p:spPr>
            <a:xfrm>
              <a:off x="7683495" y="3137728"/>
              <a:ext cx="125426" cy="62477"/>
            </a:xfrm>
            <a:custGeom>
              <a:avLst/>
              <a:gdLst/>
              <a:ahLst/>
              <a:cxnLst/>
              <a:rect l="l" t="t" r="r" b="b"/>
              <a:pathLst>
                <a:path w="4790" h="2386" extrusionOk="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8" name="Google Shape;17528;p138"/>
            <p:cNvSpPr/>
            <p:nvPr/>
          </p:nvSpPr>
          <p:spPr>
            <a:xfrm>
              <a:off x="7711985"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9" name="Google Shape;17529;p138"/>
            <p:cNvSpPr/>
            <p:nvPr/>
          </p:nvSpPr>
          <p:spPr>
            <a:xfrm>
              <a:off x="7780668" y="3023064"/>
              <a:ext cx="45745" cy="211601"/>
            </a:xfrm>
            <a:custGeom>
              <a:avLst/>
              <a:gdLst/>
              <a:ahLst/>
              <a:cxnLst/>
              <a:rect l="l" t="t" r="r" b="b"/>
              <a:pathLst>
                <a:path w="1747" h="8081" extrusionOk="0">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0" name="Google Shape;17530;p138"/>
            <p:cNvSpPr/>
            <p:nvPr/>
          </p:nvSpPr>
          <p:spPr>
            <a:xfrm>
              <a:off x="7780668" y="3102981"/>
              <a:ext cx="29275" cy="23017"/>
            </a:xfrm>
            <a:custGeom>
              <a:avLst/>
              <a:gdLst/>
              <a:ahLst/>
              <a:cxnLst/>
              <a:rect l="l" t="t" r="r" b="b"/>
              <a:pathLst>
                <a:path w="1118" h="879" extrusionOk="0">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1" name="Google Shape;17531;p138"/>
            <p:cNvSpPr/>
            <p:nvPr/>
          </p:nvSpPr>
          <p:spPr>
            <a:xfrm>
              <a:off x="7666030" y="3023064"/>
              <a:ext cx="45719" cy="211601"/>
            </a:xfrm>
            <a:custGeom>
              <a:avLst/>
              <a:gdLst/>
              <a:ahLst/>
              <a:cxnLst/>
              <a:rect l="l" t="t" r="r" b="b"/>
              <a:pathLst>
                <a:path w="1746" h="8081" extrusionOk="0">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2" name="Google Shape;17532;p138"/>
            <p:cNvSpPr/>
            <p:nvPr/>
          </p:nvSpPr>
          <p:spPr>
            <a:xfrm>
              <a:off x="7628559" y="2879911"/>
              <a:ext cx="235325" cy="137419"/>
            </a:xfrm>
            <a:custGeom>
              <a:avLst/>
              <a:gdLst/>
              <a:ahLst/>
              <a:cxnLst/>
              <a:rect l="l" t="t" r="r" b="b"/>
              <a:pathLst>
                <a:path w="8987" h="5248" extrusionOk="0">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3" name="Google Shape;17533;p138"/>
            <p:cNvSpPr/>
            <p:nvPr/>
          </p:nvSpPr>
          <p:spPr>
            <a:xfrm>
              <a:off x="7650031" y="2920131"/>
              <a:ext cx="192381" cy="177142"/>
            </a:xfrm>
            <a:custGeom>
              <a:avLst/>
              <a:gdLst/>
              <a:ahLst/>
              <a:cxnLst/>
              <a:rect l="l" t="t" r="r" b="b"/>
              <a:pathLst>
                <a:path w="7347" h="6765" extrusionOk="0">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4" name="Google Shape;17534;p138"/>
            <p:cNvSpPr/>
            <p:nvPr/>
          </p:nvSpPr>
          <p:spPr>
            <a:xfrm>
              <a:off x="7650188" y="2920052"/>
              <a:ext cx="170229" cy="177456"/>
            </a:xfrm>
            <a:custGeom>
              <a:avLst/>
              <a:gdLst/>
              <a:ahLst/>
              <a:cxnLst/>
              <a:rect l="l" t="t" r="r" b="b"/>
              <a:pathLst>
                <a:path w="6501" h="6777" extrusionOk="0">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5" name="Google Shape;17535;p138"/>
            <p:cNvSpPr/>
            <p:nvPr/>
          </p:nvSpPr>
          <p:spPr>
            <a:xfrm>
              <a:off x="7720468" y="3037309"/>
              <a:ext cx="51506" cy="22755"/>
            </a:xfrm>
            <a:custGeom>
              <a:avLst/>
              <a:gdLst/>
              <a:ahLst/>
              <a:cxnLst/>
              <a:rect l="l" t="t" r="r" b="b"/>
              <a:pathLst>
                <a:path w="1967" h="869" extrusionOk="0">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6" name="Google Shape;17536;p138"/>
            <p:cNvSpPr/>
            <p:nvPr/>
          </p:nvSpPr>
          <p:spPr>
            <a:xfrm>
              <a:off x="7706250" y="3000204"/>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7" name="Google Shape;17537;p138"/>
            <p:cNvSpPr/>
            <p:nvPr/>
          </p:nvSpPr>
          <p:spPr>
            <a:xfrm>
              <a:off x="7774933" y="3000204"/>
              <a:ext cx="11260" cy="17125"/>
            </a:xfrm>
            <a:custGeom>
              <a:avLst/>
              <a:gdLst/>
              <a:ahLst/>
              <a:cxnLst/>
              <a:rect l="l" t="t" r="r" b="b"/>
              <a:pathLst>
                <a:path w="430" h="654" extrusionOk="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8" name="Google Shape;17538;p138"/>
            <p:cNvSpPr/>
            <p:nvPr/>
          </p:nvSpPr>
          <p:spPr>
            <a:xfrm>
              <a:off x="7698237" y="2981535"/>
              <a:ext cx="27206" cy="12831"/>
            </a:xfrm>
            <a:custGeom>
              <a:avLst/>
              <a:gdLst/>
              <a:ahLst/>
              <a:cxnLst/>
              <a:rect l="l" t="t" r="r" b="b"/>
              <a:pathLst>
                <a:path w="1039" h="490" extrusionOk="0">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9" name="Google Shape;17539;p138"/>
            <p:cNvSpPr/>
            <p:nvPr/>
          </p:nvSpPr>
          <p:spPr>
            <a:xfrm>
              <a:off x="7766921" y="2981561"/>
              <a:ext cx="27285" cy="12804"/>
            </a:xfrm>
            <a:custGeom>
              <a:avLst/>
              <a:gdLst/>
              <a:ahLst/>
              <a:cxnLst/>
              <a:rect l="l" t="t" r="r" b="b"/>
              <a:pathLst>
                <a:path w="1042" h="489" extrusionOk="0">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0" name="Google Shape;17540;p138"/>
            <p:cNvSpPr/>
            <p:nvPr/>
          </p:nvSpPr>
          <p:spPr>
            <a:xfrm>
              <a:off x="7681008" y="2879911"/>
              <a:ext cx="162399" cy="97199"/>
            </a:xfrm>
            <a:custGeom>
              <a:avLst/>
              <a:gdLst/>
              <a:ahLst/>
              <a:cxnLst/>
              <a:rect l="l" t="t" r="r" b="b"/>
              <a:pathLst>
                <a:path w="6202" h="3712" extrusionOk="0">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1" name="Google Shape;17541;p138"/>
            <p:cNvSpPr/>
            <p:nvPr/>
          </p:nvSpPr>
          <p:spPr>
            <a:xfrm>
              <a:off x="7682762" y="3102981"/>
              <a:ext cx="29249" cy="23017"/>
            </a:xfrm>
            <a:custGeom>
              <a:avLst/>
              <a:gdLst/>
              <a:ahLst/>
              <a:cxnLst/>
              <a:rect l="l" t="t" r="r" b="b"/>
              <a:pathLst>
                <a:path w="1117" h="879" extrusionOk="0">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2" name="Google Shape;17542;p138"/>
            <p:cNvSpPr/>
            <p:nvPr/>
          </p:nvSpPr>
          <p:spPr>
            <a:xfrm>
              <a:off x="7682762" y="3102981"/>
              <a:ext cx="29249" cy="11783"/>
            </a:xfrm>
            <a:custGeom>
              <a:avLst/>
              <a:gdLst/>
              <a:ahLst/>
              <a:cxnLst/>
              <a:rect l="l" t="t" r="r" b="b"/>
              <a:pathLst>
                <a:path w="1117" h="450" extrusionOk="0">
                  <a:moveTo>
                    <a:pt x="0" y="1"/>
                  </a:moveTo>
                  <a:cubicBezTo>
                    <a:pt x="10" y="154"/>
                    <a:pt x="19" y="297"/>
                    <a:pt x="19" y="449"/>
                  </a:cubicBezTo>
                  <a:lnTo>
                    <a:pt x="1116" y="449"/>
                  </a:lnTo>
                  <a:lnTo>
                    <a:pt x="1116" y="1"/>
                  </a:ln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3" name="Google Shape;17543;p138"/>
            <p:cNvSpPr/>
            <p:nvPr/>
          </p:nvSpPr>
          <p:spPr>
            <a:xfrm>
              <a:off x="7780432" y="3103242"/>
              <a:ext cx="29249" cy="11521"/>
            </a:xfrm>
            <a:custGeom>
              <a:avLst/>
              <a:gdLst/>
              <a:ahLst/>
              <a:cxnLst/>
              <a:rect l="l" t="t" r="r" b="b"/>
              <a:pathLst>
                <a:path w="1117" h="440" extrusionOk="0">
                  <a:moveTo>
                    <a:pt x="0" y="1"/>
                  </a:moveTo>
                  <a:lnTo>
                    <a:pt x="0" y="439"/>
                  </a:lnTo>
                  <a:lnTo>
                    <a:pt x="1098" y="439"/>
                  </a:lnTo>
                  <a:cubicBezTo>
                    <a:pt x="1098" y="287"/>
                    <a:pt x="1107" y="144"/>
                    <a:pt x="1117"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44" name="Google Shape;17544;p138"/>
          <p:cNvGrpSpPr/>
          <p:nvPr/>
        </p:nvGrpSpPr>
        <p:grpSpPr>
          <a:xfrm>
            <a:off x="4900684" y="4268187"/>
            <a:ext cx="274576" cy="354623"/>
            <a:chOff x="4900684" y="4268187"/>
            <a:chExt cx="274576" cy="354623"/>
          </a:xfrm>
        </p:grpSpPr>
        <p:sp>
          <p:nvSpPr>
            <p:cNvPr id="17545" name="Google Shape;17545;p138"/>
            <p:cNvSpPr/>
            <p:nvPr/>
          </p:nvSpPr>
          <p:spPr>
            <a:xfrm>
              <a:off x="4963633" y="4268187"/>
              <a:ext cx="148678" cy="57109"/>
            </a:xfrm>
            <a:custGeom>
              <a:avLst/>
              <a:gdLst/>
              <a:ahLst/>
              <a:cxnLst/>
              <a:rect l="l" t="t" r="r" b="b"/>
              <a:pathLst>
                <a:path w="5678" h="2181" extrusionOk="0">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6" name="Google Shape;17546;p138"/>
            <p:cNvSpPr/>
            <p:nvPr/>
          </p:nvSpPr>
          <p:spPr>
            <a:xfrm>
              <a:off x="4935170" y="4302542"/>
              <a:ext cx="205866" cy="102959"/>
            </a:xfrm>
            <a:custGeom>
              <a:avLst/>
              <a:gdLst/>
              <a:ahLst/>
              <a:cxnLst/>
              <a:rect l="l" t="t" r="r" b="b"/>
              <a:pathLst>
                <a:path w="7862" h="3932" extrusionOk="0">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7" name="Google Shape;17547;p138"/>
            <p:cNvSpPr/>
            <p:nvPr/>
          </p:nvSpPr>
          <p:spPr>
            <a:xfrm>
              <a:off x="4946403" y="4405475"/>
              <a:ext cx="17256" cy="22938"/>
            </a:xfrm>
            <a:custGeom>
              <a:avLst/>
              <a:gdLst/>
              <a:ahLst/>
              <a:cxnLst/>
              <a:rect l="l" t="t" r="r" b="b"/>
              <a:pathLst>
                <a:path w="659" h="876" extrusionOk="0">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8" name="Google Shape;17548;p138"/>
            <p:cNvSpPr/>
            <p:nvPr/>
          </p:nvSpPr>
          <p:spPr>
            <a:xfrm>
              <a:off x="5112285" y="4405475"/>
              <a:ext cx="17256" cy="22938"/>
            </a:xfrm>
            <a:custGeom>
              <a:avLst/>
              <a:gdLst/>
              <a:ahLst/>
              <a:cxnLst/>
              <a:rect l="l" t="t" r="r" b="b"/>
              <a:pathLst>
                <a:path w="659" h="876" extrusionOk="0">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9" name="Google Shape;17549;p138"/>
            <p:cNvSpPr/>
            <p:nvPr/>
          </p:nvSpPr>
          <p:spPr>
            <a:xfrm>
              <a:off x="4900684" y="4468424"/>
              <a:ext cx="274576" cy="154387"/>
            </a:xfrm>
            <a:custGeom>
              <a:avLst/>
              <a:gdLst/>
              <a:ahLst/>
              <a:cxnLst/>
              <a:rect l="l" t="t" r="r" b="b"/>
              <a:pathLst>
                <a:path w="10486" h="5896" extrusionOk="0">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0" name="Google Shape;17550;p138"/>
            <p:cNvSpPr/>
            <p:nvPr/>
          </p:nvSpPr>
          <p:spPr>
            <a:xfrm>
              <a:off x="4997857" y="4468424"/>
              <a:ext cx="80231" cy="22860"/>
            </a:xfrm>
            <a:custGeom>
              <a:avLst/>
              <a:gdLst/>
              <a:ahLst/>
              <a:cxnLst/>
              <a:rect l="l" t="t" r="r" b="b"/>
              <a:pathLst>
                <a:path w="3064" h="873" extrusionOk="0">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1" name="Google Shape;17551;p138"/>
            <p:cNvSpPr/>
            <p:nvPr/>
          </p:nvSpPr>
          <p:spPr>
            <a:xfrm>
              <a:off x="4941664" y="4325270"/>
              <a:ext cx="192617" cy="154413"/>
            </a:xfrm>
            <a:custGeom>
              <a:avLst/>
              <a:gdLst/>
              <a:ahLst/>
              <a:cxnLst/>
              <a:rect l="l" t="t" r="r" b="b"/>
              <a:pathLst>
                <a:path w="7356" h="5897" extrusionOk="0">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2" name="Google Shape;17552;p138"/>
            <p:cNvSpPr/>
            <p:nvPr/>
          </p:nvSpPr>
          <p:spPr>
            <a:xfrm>
              <a:off x="4945670" y="4325270"/>
              <a:ext cx="155382" cy="154622"/>
            </a:xfrm>
            <a:custGeom>
              <a:avLst/>
              <a:gdLst/>
              <a:ahLst/>
              <a:cxnLst/>
              <a:rect l="l" t="t" r="r" b="b"/>
              <a:pathLst>
                <a:path w="5934" h="5905" extrusionOk="0">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3" name="Google Shape;17553;p138"/>
            <p:cNvSpPr/>
            <p:nvPr/>
          </p:nvSpPr>
          <p:spPr>
            <a:xfrm>
              <a:off x="4997857" y="4382615"/>
              <a:ext cx="11521" cy="17125"/>
            </a:xfrm>
            <a:custGeom>
              <a:avLst/>
              <a:gdLst/>
              <a:ahLst/>
              <a:cxnLst/>
              <a:rect l="l" t="t" r="r" b="b"/>
              <a:pathLst>
                <a:path w="440" h="654" extrusionOk="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4" name="Google Shape;17554;p138"/>
            <p:cNvSpPr/>
            <p:nvPr/>
          </p:nvSpPr>
          <p:spPr>
            <a:xfrm>
              <a:off x="5066566" y="4382615"/>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5" name="Google Shape;17555;p138"/>
            <p:cNvSpPr/>
            <p:nvPr/>
          </p:nvSpPr>
          <p:spPr>
            <a:xfrm>
              <a:off x="5012625" y="4422495"/>
              <a:ext cx="50694" cy="17230"/>
            </a:xfrm>
            <a:custGeom>
              <a:avLst/>
              <a:gdLst/>
              <a:ahLst/>
              <a:cxnLst/>
              <a:rect l="l" t="t" r="r" b="b"/>
              <a:pathLst>
                <a:path w="1936" h="658" extrusionOk="0">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6" name="Google Shape;17556;p138"/>
            <p:cNvSpPr/>
            <p:nvPr/>
          </p:nvSpPr>
          <p:spPr>
            <a:xfrm>
              <a:off x="4990368" y="4365490"/>
              <a:ext cx="26761" cy="11260"/>
            </a:xfrm>
            <a:custGeom>
              <a:avLst/>
              <a:gdLst/>
              <a:ahLst/>
              <a:cxnLst/>
              <a:rect l="l" t="t" r="r" b="b"/>
              <a:pathLst>
                <a:path w="1022" h="430" extrusionOk="0">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7" name="Google Shape;17557;p138"/>
            <p:cNvSpPr/>
            <p:nvPr/>
          </p:nvSpPr>
          <p:spPr>
            <a:xfrm>
              <a:off x="5059077" y="4365490"/>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8" name="Google Shape;17558;p138"/>
            <p:cNvSpPr/>
            <p:nvPr/>
          </p:nvSpPr>
          <p:spPr>
            <a:xfrm>
              <a:off x="5009352" y="4451168"/>
              <a:ext cx="57240" cy="44384"/>
            </a:xfrm>
            <a:custGeom>
              <a:avLst/>
              <a:gdLst/>
              <a:ahLst/>
              <a:cxnLst/>
              <a:rect l="l" t="t" r="r" b="b"/>
              <a:pathLst>
                <a:path w="2186" h="1695" extrusionOk="0">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9" name="Google Shape;17559;p138"/>
            <p:cNvSpPr/>
            <p:nvPr/>
          </p:nvSpPr>
          <p:spPr>
            <a:xfrm>
              <a:off x="4900684" y="4523622"/>
              <a:ext cx="274576" cy="99189"/>
            </a:xfrm>
            <a:custGeom>
              <a:avLst/>
              <a:gdLst/>
              <a:ahLst/>
              <a:cxnLst/>
              <a:rect l="l" t="t" r="r" b="b"/>
              <a:pathLst>
                <a:path w="10486" h="3788" extrusionOk="0">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60" name="Google Shape;17560;p138"/>
          <p:cNvGrpSpPr/>
          <p:nvPr/>
        </p:nvGrpSpPr>
        <p:grpSpPr>
          <a:xfrm>
            <a:off x="7161654" y="3345794"/>
            <a:ext cx="263343" cy="354754"/>
            <a:chOff x="7161654" y="3345794"/>
            <a:chExt cx="263343" cy="354754"/>
          </a:xfrm>
        </p:grpSpPr>
        <p:sp>
          <p:nvSpPr>
            <p:cNvPr id="17561" name="Google Shape;17561;p138"/>
            <p:cNvSpPr/>
            <p:nvPr/>
          </p:nvSpPr>
          <p:spPr>
            <a:xfrm>
              <a:off x="7321802" y="3488686"/>
              <a:ext cx="68971" cy="125924"/>
            </a:xfrm>
            <a:custGeom>
              <a:avLst/>
              <a:gdLst/>
              <a:ahLst/>
              <a:cxnLst/>
              <a:rect l="l" t="t" r="r" b="b"/>
              <a:pathLst>
                <a:path w="2634" h="4809" extrusionOk="0">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2" name="Google Shape;17562;p138"/>
            <p:cNvSpPr/>
            <p:nvPr/>
          </p:nvSpPr>
          <p:spPr>
            <a:xfrm>
              <a:off x="7161654" y="3540139"/>
              <a:ext cx="263343" cy="160409"/>
            </a:xfrm>
            <a:custGeom>
              <a:avLst/>
              <a:gdLst/>
              <a:ahLst/>
              <a:cxnLst/>
              <a:rect l="l" t="t" r="r" b="b"/>
              <a:pathLst>
                <a:path w="10057" h="6126" extrusionOk="0">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3" name="Google Shape;17563;p138"/>
            <p:cNvSpPr/>
            <p:nvPr/>
          </p:nvSpPr>
          <p:spPr>
            <a:xfrm>
              <a:off x="7224629" y="3597092"/>
              <a:ext cx="200368" cy="103457"/>
            </a:xfrm>
            <a:custGeom>
              <a:avLst/>
              <a:gdLst/>
              <a:ahLst/>
              <a:cxnLst/>
              <a:rect l="l" t="t" r="r" b="b"/>
              <a:pathLst>
                <a:path w="7652" h="3951" extrusionOk="0">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4" name="Google Shape;17564;p138"/>
            <p:cNvSpPr/>
            <p:nvPr/>
          </p:nvSpPr>
          <p:spPr>
            <a:xfrm>
              <a:off x="7315806" y="3603088"/>
              <a:ext cx="54727" cy="97199"/>
            </a:xfrm>
            <a:custGeom>
              <a:avLst/>
              <a:gdLst/>
              <a:ahLst/>
              <a:cxnLst/>
              <a:rect l="l" t="t" r="r" b="b"/>
              <a:pathLst>
                <a:path w="2090" h="3712" extrusionOk="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5" name="Google Shape;17565;p138"/>
            <p:cNvSpPr/>
            <p:nvPr/>
          </p:nvSpPr>
          <p:spPr>
            <a:xfrm>
              <a:off x="7161654" y="3597092"/>
              <a:ext cx="200368" cy="103457"/>
            </a:xfrm>
            <a:custGeom>
              <a:avLst/>
              <a:gdLst/>
              <a:ahLst/>
              <a:cxnLst/>
              <a:rect l="l" t="t" r="r" b="b"/>
              <a:pathLst>
                <a:path w="7652" h="3951" extrusionOk="0">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6" name="Google Shape;17566;p138"/>
            <p:cNvSpPr/>
            <p:nvPr/>
          </p:nvSpPr>
          <p:spPr>
            <a:xfrm>
              <a:off x="7258853" y="3540139"/>
              <a:ext cx="68709" cy="28646"/>
            </a:xfrm>
            <a:custGeom>
              <a:avLst/>
              <a:gdLst/>
              <a:ahLst/>
              <a:cxnLst/>
              <a:rect l="l" t="t" r="r" b="b"/>
              <a:pathLst>
                <a:path w="2624" h="1094" extrusionOk="0">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7" name="Google Shape;17567;p138"/>
            <p:cNvSpPr/>
            <p:nvPr/>
          </p:nvSpPr>
          <p:spPr>
            <a:xfrm>
              <a:off x="7195878" y="3500181"/>
              <a:ext cx="46007" cy="45745"/>
            </a:xfrm>
            <a:custGeom>
              <a:avLst/>
              <a:gdLst/>
              <a:ahLst/>
              <a:cxnLst/>
              <a:rect l="l" t="t" r="r" b="b"/>
              <a:pathLst>
                <a:path w="1757" h="1747" extrusionOk="0">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8" name="Google Shape;17568;p138"/>
            <p:cNvSpPr/>
            <p:nvPr/>
          </p:nvSpPr>
          <p:spPr>
            <a:xfrm>
              <a:off x="7207373" y="3511676"/>
              <a:ext cx="23017" cy="22755"/>
            </a:xfrm>
            <a:custGeom>
              <a:avLst/>
              <a:gdLst/>
              <a:ahLst/>
              <a:cxnLst/>
              <a:rect l="l" t="t" r="r" b="b"/>
              <a:pathLst>
                <a:path w="879" h="869" extrusionOk="0">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9" name="Google Shape;17569;p138"/>
            <p:cNvSpPr/>
            <p:nvPr/>
          </p:nvSpPr>
          <p:spPr>
            <a:xfrm>
              <a:off x="7344766" y="3500181"/>
              <a:ext cx="45745" cy="45745"/>
            </a:xfrm>
            <a:custGeom>
              <a:avLst/>
              <a:gdLst/>
              <a:ahLst/>
              <a:cxnLst/>
              <a:rect l="l" t="t" r="r" b="b"/>
              <a:pathLst>
                <a:path w="1747" h="1747" extrusionOk="0">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0" name="Google Shape;17570;p138"/>
            <p:cNvSpPr/>
            <p:nvPr/>
          </p:nvSpPr>
          <p:spPr>
            <a:xfrm>
              <a:off x="7356261" y="3511676"/>
              <a:ext cx="22755" cy="22755"/>
            </a:xfrm>
            <a:custGeom>
              <a:avLst/>
              <a:gdLst/>
              <a:ahLst/>
              <a:cxnLst/>
              <a:rect l="l" t="t" r="r" b="b"/>
              <a:pathLst>
                <a:path w="869" h="869" extrusionOk="0">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1" name="Google Shape;17571;p138"/>
            <p:cNvSpPr/>
            <p:nvPr/>
          </p:nvSpPr>
          <p:spPr>
            <a:xfrm>
              <a:off x="7201639" y="3345794"/>
              <a:ext cx="183138" cy="134434"/>
            </a:xfrm>
            <a:custGeom>
              <a:avLst/>
              <a:gdLst/>
              <a:ahLst/>
              <a:cxnLst/>
              <a:rect l="l" t="t" r="r" b="b"/>
              <a:pathLst>
                <a:path w="6994" h="5134" extrusionOk="0">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2" name="Google Shape;17572;p138"/>
            <p:cNvSpPr/>
            <p:nvPr/>
          </p:nvSpPr>
          <p:spPr>
            <a:xfrm>
              <a:off x="7200880" y="3414111"/>
              <a:ext cx="184866" cy="143311"/>
            </a:xfrm>
            <a:custGeom>
              <a:avLst/>
              <a:gdLst/>
              <a:ahLst/>
              <a:cxnLst/>
              <a:rect l="l" t="t" r="r" b="b"/>
              <a:pathLst>
                <a:path w="7060" h="5473" extrusionOk="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3" name="Google Shape;17573;p138"/>
            <p:cNvSpPr/>
            <p:nvPr/>
          </p:nvSpPr>
          <p:spPr>
            <a:xfrm>
              <a:off x="7253223" y="3465905"/>
              <a:ext cx="11390" cy="17308"/>
            </a:xfrm>
            <a:custGeom>
              <a:avLst/>
              <a:gdLst/>
              <a:ahLst/>
              <a:cxnLst/>
              <a:rect l="l" t="t" r="r" b="b"/>
              <a:pathLst>
                <a:path w="435" h="661" extrusionOk="0">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4" name="Google Shape;17574;p138"/>
            <p:cNvSpPr/>
            <p:nvPr/>
          </p:nvSpPr>
          <p:spPr>
            <a:xfrm>
              <a:off x="7321802" y="3465905"/>
              <a:ext cx="11495" cy="17308"/>
            </a:xfrm>
            <a:custGeom>
              <a:avLst/>
              <a:gdLst/>
              <a:ahLst/>
              <a:cxnLst/>
              <a:rect l="l" t="t" r="r" b="b"/>
              <a:pathLst>
                <a:path w="439" h="661" extrusionOk="0">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5" name="Google Shape;17575;p138"/>
            <p:cNvSpPr/>
            <p:nvPr/>
          </p:nvSpPr>
          <p:spPr>
            <a:xfrm>
              <a:off x="7267573" y="3502930"/>
              <a:ext cx="51506" cy="23017"/>
            </a:xfrm>
            <a:custGeom>
              <a:avLst/>
              <a:gdLst/>
              <a:ahLst/>
              <a:cxnLst/>
              <a:rect l="l" t="t" r="r" b="b"/>
              <a:pathLst>
                <a:path w="1967" h="879" extrusionOk="0">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6" name="Google Shape;17576;p138"/>
            <p:cNvSpPr/>
            <p:nvPr/>
          </p:nvSpPr>
          <p:spPr>
            <a:xfrm>
              <a:off x="7201141" y="3414111"/>
              <a:ext cx="169626" cy="143311"/>
            </a:xfrm>
            <a:custGeom>
              <a:avLst/>
              <a:gdLst/>
              <a:ahLst/>
              <a:cxnLst/>
              <a:rect l="l" t="t" r="r" b="b"/>
              <a:pathLst>
                <a:path w="6478" h="5473" extrusionOk="0">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7" name="Google Shape;17577;p138"/>
            <p:cNvSpPr/>
            <p:nvPr/>
          </p:nvSpPr>
          <p:spPr>
            <a:xfrm>
              <a:off x="7290563" y="3347313"/>
              <a:ext cx="94214" cy="101441"/>
            </a:xfrm>
            <a:custGeom>
              <a:avLst/>
              <a:gdLst/>
              <a:ahLst/>
              <a:cxnLst/>
              <a:rect l="l" t="t" r="r" b="b"/>
              <a:pathLst>
                <a:path w="3598" h="3874" extrusionOk="0">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8" name="Google Shape;17578;p138"/>
            <p:cNvSpPr/>
            <p:nvPr/>
          </p:nvSpPr>
          <p:spPr>
            <a:xfrm>
              <a:off x="7215884" y="3603088"/>
              <a:ext cx="54962" cy="97199"/>
            </a:xfrm>
            <a:custGeom>
              <a:avLst/>
              <a:gdLst/>
              <a:ahLst/>
              <a:cxnLst/>
              <a:rect l="l" t="t" r="r" b="b"/>
              <a:pathLst>
                <a:path w="2099" h="3712" extrusionOk="0">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9" name="Google Shape;17579;p138"/>
            <p:cNvSpPr/>
            <p:nvPr/>
          </p:nvSpPr>
          <p:spPr>
            <a:xfrm>
              <a:off x="7198392" y="3609346"/>
              <a:ext cx="34486" cy="90941"/>
            </a:xfrm>
            <a:custGeom>
              <a:avLst/>
              <a:gdLst/>
              <a:ahLst/>
              <a:cxnLst/>
              <a:rect l="l" t="t" r="r" b="b"/>
              <a:pathLst>
                <a:path w="1317" h="3473" extrusionOk="0">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80" name="Google Shape;17580;p138"/>
          <p:cNvGrpSpPr/>
          <p:nvPr/>
        </p:nvGrpSpPr>
        <p:grpSpPr>
          <a:xfrm>
            <a:off x="6711770" y="3345794"/>
            <a:ext cx="263081" cy="354754"/>
            <a:chOff x="6711770" y="3345794"/>
            <a:chExt cx="263081" cy="354754"/>
          </a:xfrm>
        </p:grpSpPr>
        <p:sp>
          <p:nvSpPr>
            <p:cNvPr id="17581" name="Google Shape;17581;p138"/>
            <p:cNvSpPr/>
            <p:nvPr/>
          </p:nvSpPr>
          <p:spPr>
            <a:xfrm>
              <a:off x="6768984" y="3465957"/>
              <a:ext cx="148652" cy="148652"/>
            </a:xfrm>
            <a:custGeom>
              <a:avLst/>
              <a:gdLst/>
              <a:ahLst/>
              <a:cxnLst/>
              <a:rect l="l" t="t" r="r" b="b"/>
              <a:pathLst>
                <a:path w="5677" h="5677" extrusionOk="0">
                  <a:moveTo>
                    <a:pt x="0" y="0"/>
                  </a:moveTo>
                  <a:lnTo>
                    <a:pt x="0" y="5677"/>
                  </a:lnTo>
                  <a:lnTo>
                    <a:pt x="5676" y="5677"/>
                  </a:lnTo>
                  <a:lnTo>
                    <a:pt x="56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2" name="Google Shape;17582;p138"/>
            <p:cNvSpPr/>
            <p:nvPr/>
          </p:nvSpPr>
          <p:spPr>
            <a:xfrm>
              <a:off x="6711770" y="3545900"/>
              <a:ext cx="263081" cy="154649"/>
            </a:xfrm>
            <a:custGeom>
              <a:avLst/>
              <a:gdLst/>
              <a:ahLst/>
              <a:cxnLst/>
              <a:rect l="l" t="t" r="r" b="b"/>
              <a:pathLst>
                <a:path w="10047" h="5906" extrusionOk="0">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3" name="Google Shape;17583;p138"/>
            <p:cNvSpPr/>
            <p:nvPr/>
          </p:nvSpPr>
          <p:spPr>
            <a:xfrm>
              <a:off x="6760474" y="3545900"/>
              <a:ext cx="165646" cy="143153"/>
            </a:xfrm>
            <a:custGeom>
              <a:avLst/>
              <a:gdLst/>
              <a:ahLst/>
              <a:cxnLst/>
              <a:rect l="l" t="t" r="r" b="b"/>
              <a:pathLst>
                <a:path w="6326" h="5467" extrusionOk="0">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4" name="Google Shape;17584;p138"/>
            <p:cNvSpPr/>
            <p:nvPr/>
          </p:nvSpPr>
          <p:spPr>
            <a:xfrm>
              <a:off x="6771969" y="3545900"/>
              <a:ext cx="142918" cy="131658"/>
            </a:xfrm>
            <a:custGeom>
              <a:avLst/>
              <a:gdLst/>
              <a:ahLst/>
              <a:cxnLst/>
              <a:rect l="l" t="t" r="r" b="b"/>
              <a:pathLst>
                <a:path w="5458" h="5028" extrusionOk="0">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5" name="Google Shape;17585;p138"/>
            <p:cNvSpPr/>
            <p:nvPr/>
          </p:nvSpPr>
          <p:spPr>
            <a:xfrm>
              <a:off x="6808942" y="3545900"/>
              <a:ext cx="68736" cy="28804"/>
            </a:xfrm>
            <a:custGeom>
              <a:avLst/>
              <a:gdLst/>
              <a:ahLst/>
              <a:cxnLst/>
              <a:rect l="l" t="t" r="r" b="b"/>
              <a:pathLst>
                <a:path w="2625" h="1100" extrusionOk="0">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6" name="Google Shape;17586;p138"/>
            <p:cNvSpPr/>
            <p:nvPr/>
          </p:nvSpPr>
          <p:spPr>
            <a:xfrm>
              <a:off x="6768984" y="3414504"/>
              <a:ext cx="148652" cy="148652"/>
            </a:xfrm>
            <a:custGeom>
              <a:avLst/>
              <a:gdLst/>
              <a:ahLst/>
              <a:cxnLst/>
              <a:rect l="l" t="t" r="r" b="b"/>
              <a:pathLst>
                <a:path w="5677" h="5677" extrusionOk="0">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7" name="Google Shape;17587;p138"/>
            <p:cNvSpPr/>
            <p:nvPr/>
          </p:nvSpPr>
          <p:spPr>
            <a:xfrm>
              <a:off x="6803208" y="3466324"/>
              <a:ext cx="11495" cy="17151"/>
            </a:xfrm>
            <a:custGeom>
              <a:avLst/>
              <a:gdLst/>
              <a:ahLst/>
              <a:cxnLst/>
              <a:rect l="l" t="t" r="r" b="b"/>
              <a:pathLst>
                <a:path w="439" h="655" extrusionOk="0">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8" name="Google Shape;17588;p138"/>
            <p:cNvSpPr/>
            <p:nvPr/>
          </p:nvSpPr>
          <p:spPr>
            <a:xfrm>
              <a:off x="6871891" y="3466324"/>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9" name="Google Shape;17589;p138"/>
            <p:cNvSpPr/>
            <p:nvPr/>
          </p:nvSpPr>
          <p:spPr>
            <a:xfrm>
              <a:off x="6817976" y="3506361"/>
              <a:ext cx="50668" cy="17334"/>
            </a:xfrm>
            <a:custGeom>
              <a:avLst/>
              <a:gdLst/>
              <a:ahLst/>
              <a:cxnLst/>
              <a:rect l="l" t="t" r="r" b="b"/>
              <a:pathLst>
                <a:path w="1935" h="662" extrusionOk="0">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0" name="Google Shape;17590;p138"/>
            <p:cNvSpPr/>
            <p:nvPr/>
          </p:nvSpPr>
          <p:spPr>
            <a:xfrm>
              <a:off x="6768748" y="3414504"/>
              <a:ext cx="148888" cy="148652"/>
            </a:xfrm>
            <a:custGeom>
              <a:avLst/>
              <a:gdLst/>
              <a:ahLst/>
              <a:cxnLst/>
              <a:rect l="l" t="t" r="r" b="b"/>
              <a:pathLst>
                <a:path w="5686" h="5677" extrusionOk="0">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1" name="Google Shape;17591;p138"/>
            <p:cNvSpPr/>
            <p:nvPr/>
          </p:nvSpPr>
          <p:spPr>
            <a:xfrm>
              <a:off x="6745994" y="3345794"/>
              <a:ext cx="194633" cy="268318"/>
            </a:xfrm>
            <a:custGeom>
              <a:avLst/>
              <a:gdLst/>
              <a:ahLst/>
              <a:cxnLst/>
              <a:rect l="l" t="t" r="r" b="b"/>
              <a:pathLst>
                <a:path w="7433" h="10247" extrusionOk="0">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2" name="Google Shape;17592;p138"/>
            <p:cNvSpPr/>
            <p:nvPr/>
          </p:nvSpPr>
          <p:spPr>
            <a:xfrm>
              <a:off x="6771969" y="3592352"/>
              <a:ext cx="142918" cy="83713"/>
            </a:xfrm>
            <a:custGeom>
              <a:avLst/>
              <a:gdLst/>
              <a:ahLst/>
              <a:cxnLst/>
              <a:rect l="l" t="t" r="r" b="b"/>
              <a:pathLst>
                <a:path w="5458" h="3197" extrusionOk="0">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3" name="Google Shape;17593;p138"/>
            <p:cNvSpPr/>
            <p:nvPr/>
          </p:nvSpPr>
          <p:spPr>
            <a:xfrm>
              <a:off x="6776211" y="3592352"/>
              <a:ext cx="134172" cy="64467"/>
            </a:xfrm>
            <a:custGeom>
              <a:avLst/>
              <a:gdLst/>
              <a:ahLst/>
              <a:cxnLst/>
              <a:rect l="l" t="t" r="r" b="b"/>
              <a:pathLst>
                <a:path w="5124" h="2462" extrusionOk="0">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4" name="Google Shape;17594;p138"/>
            <p:cNvSpPr/>
            <p:nvPr/>
          </p:nvSpPr>
          <p:spPr>
            <a:xfrm>
              <a:off x="6786450" y="3582664"/>
              <a:ext cx="57005" cy="62818"/>
            </a:xfrm>
            <a:custGeom>
              <a:avLst/>
              <a:gdLst/>
              <a:ahLst/>
              <a:cxnLst/>
              <a:rect l="l" t="t" r="r" b="b"/>
              <a:pathLst>
                <a:path w="2177" h="2399" extrusionOk="0">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5" name="Google Shape;17595;p138"/>
            <p:cNvSpPr/>
            <p:nvPr/>
          </p:nvSpPr>
          <p:spPr>
            <a:xfrm>
              <a:off x="6843428" y="3582664"/>
              <a:ext cx="56717" cy="62818"/>
            </a:xfrm>
            <a:custGeom>
              <a:avLst/>
              <a:gdLst/>
              <a:ahLst/>
              <a:cxnLst/>
              <a:rect l="l" t="t" r="r" b="b"/>
              <a:pathLst>
                <a:path w="2166" h="2399" extrusionOk="0">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6" name="Google Shape;17596;p138"/>
            <p:cNvSpPr/>
            <p:nvPr/>
          </p:nvSpPr>
          <p:spPr>
            <a:xfrm>
              <a:off x="6714519" y="3627335"/>
              <a:ext cx="48730" cy="72951"/>
            </a:xfrm>
            <a:custGeom>
              <a:avLst/>
              <a:gdLst/>
              <a:ahLst/>
              <a:cxnLst/>
              <a:rect l="l" t="t" r="r" b="b"/>
              <a:pathLst>
                <a:path w="1861" h="2786" extrusionOk="0">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7" name="Google Shape;17597;p138"/>
            <p:cNvSpPr/>
            <p:nvPr/>
          </p:nvSpPr>
          <p:spPr>
            <a:xfrm>
              <a:off x="6923345" y="3627335"/>
              <a:ext cx="48992" cy="72951"/>
            </a:xfrm>
            <a:custGeom>
              <a:avLst/>
              <a:gdLst/>
              <a:ahLst/>
              <a:cxnLst/>
              <a:rect l="l" t="t" r="r" b="b"/>
              <a:pathLst>
                <a:path w="1871" h="2786" extrusionOk="0">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98" name="Google Shape;17598;p138"/>
          <p:cNvGrpSpPr/>
          <p:nvPr/>
        </p:nvGrpSpPr>
        <p:grpSpPr>
          <a:xfrm>
            <a:off x="7163409" y="2880251"/>
            <a:ext cx="263316" cy="354414"/>
            <a:chOff x="7163409" y="2880251"/>
            <a:chExt cx="263316" cy="354414"/>
          </a:xfrm>
        </p:grpSpPr>
        <p:sp>
          <p:nvSpPr>
            <p:cNvPr id="17599" name="Google Shape;17599;p138"/>
            <p:cNvSpPr/>
            <p:nvPr/>
          </p:nvSpPr>
          <p:spPr>
            <a:xfrm>
              <a:off x="7163409" y="3125474"/>
              <a:ext cx="263316" cy="109191"/>
            </a:xfrm>
            <a:custGeom>
              <a:avLst/>
              <a:gdLst/>
              <a:ahLst/>
              <a:cxnLst/>
              <a:rect l="l" t="t" r="r" b="b"/>
              <a:pathLst>
                <a:path w="10056" h="4170" extrusionOk="0">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0" name="Google Shape;17600;p138"/>
            <p:cNvSpPr/>
            <p:nvPr/>
          </p:nvSpPr>
          <p:spPr>
            <a:xfrm>
              <a:off x="7197633" y="2920131"/>
              <a:ext cx="194633" cy="291544"/>
            </a:xfrm>
            <a:custGeom>
              <a:avLst/>
              <a:gdLst/>
              <a:ahLst/>
              <a:cxnLst/>
              <a:rect l="l" t="t" r="r" b="b"/>
              <a:pathLst>
                <a:path w="7433" h="11134" extrusionOk="0">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1" name="Google Shape;17601;p138"/>
            <p:cNvSpPr/>
            <p:nvPr/>
          </p:nvSpPr>
          <p:spPr>
            <a:xfrm>
              <a:off x="7240105" y="3114240"/>
              <a:ext cx="147657" cy="96204"/>
            </a:xfrm>
            <a:custGeom>
              <a:avLst/>
              <a:gdLst/>
              <a:ahLst/>
              <a:cxnLst/>
              <a:rect l="l" t="t" r="r" b="b"/>
              <a:pathLst>
                <a:path w="5639" h="3674" extrusionOk="0">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2" name="Google Shape;17602;p138"/>
            <p:cNvSpPr/>
            <p:nvPr/>
          </p:nvSpPr>
          <p:spPr>
            <a:xfrm>
              <a:off x="7220623" y="3000074"/>
              <a:ext cx="148652" cy="125924"/>
            </a:xfrm>
            <a:custGeom>
              <a:avLst/>
              <a:gdLst/>
              <a:ahLst/>
              <a:cxnLst/>
              <a:rect l="l" t="t" r="r" b="b"/>
              <a:pathLst>
                <a:path w="5677" h="4809" extrusionOk="0">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3" name="Google Shape;17603;p138"/>
            <p:cNvSpPr/>
            <p:nvPr/>
          </p:nvSpPr>
          <p:spPr>
            <a:xfrm>
              <a:off x="7220623" y="2954355"/>
              <a:ext cx="148914" cy="142918"/>
            </a:xfrm>
            <a:custGeom>
              <a:avLst/>
              <a:gdLst/>
              <a:ahLst/>
              <a:cxnLst/>
              <a:rect l="l" t="t" r="r" b="b"/>
              <a:pathLst>
                <a:path w="5687" h="5458" extrusionOk="0">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4" name="Google Shape;17604;p138"/>
            <p:cNvSpPr/>
            <p:nvPr/>
          </p:nvSpPr>
          <p:spPr>
            <a:xfrm>
              <a:off x="7220387" y="2954355"/>
              <a:ext cx="148888" cy="143180"/>
            </a:xfrm>
            <a:custGeom>
              <a:avLst/>
              <a:gdLst/>
              <a:ahLst/>
              <a:cxnLst/>
              <a:rect l="l" t="t" r="r" b="b"/>
              <a:pathLst>
                <a:path w="5686" h="5468" extrusionOk="0">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5" name="Google Shape;17605;p138"/>
            <p:cNvSpPr/>
            <p:nvPr/>
          </p:nvSpPr>
          <p:spPr>
            <a:xfrm>
              <a:off x="7269851" y="3045714"/>
              <a:ext cx="50747" cy="17361"/>
            </a:xfrm>
            <a:custGeom>
              <a:avLst/>
              <a:gdLst/>
              <a:ahLst/>
              <a:cxnLst/>
              <a:rect l="l" t="t" r="r" b="b"/>
              <a:pathLst>
                <a:path w="1938" h="663" extrusionOk="0">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6" name="Google Shape;17606;p138"/>
            <p:cNvSpPr/>
            <p:nvPr/>
          </p:nvSpPr>
          <p:spPr>
            <a:xfrm>
              <a:off x="7255344" y="3005939"/>
              <a:ext cx="11260" cy="16889"/>
            </a:xfrm>
            <a:custGeom>
              <a:avLst/>
              <a:gdLst/>
              <a:ahLst/>
              <a:cxnLst/>
              <a:rect l="l" t="t" r="r" b="b"/>
              <a:pathLst>
                <a:path w="430" h="645" extrusionOk="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7" name="Google Shape;17607;p138"/>
            <p:cNvSpPr/>
            <p:nvPr/>
          </p:nvSpPr>
          <p:spPr>
            <a:xfrm>
              <a:off x="7323792"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8" name="Google Shape;17608;p138"/>
            <p:cNvSpPr/>
            <p:nvPr/>
          </p:nvSpPr>
          <p:spPr>
            <a:xfrm>
              <a:off x="7247594" y="2988578"/>
              <a:ext cx="26761" cy="11521"/>
            </a:xfrm>
            <a:custGeom>
              <a:avLst/>
              <a:gdLst/>
              <a:ahLst/>
              <a:cxnLst/>
              <a:rect l="l" t="t" r="r" b="b"/>
              <a:pathLst>
                <a:path w="1022" h="440" extrusionOk="0">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9" name="Google Shape;17609;p138"/>
            <p:cNvSpPr/>
            <p:nvPr/>
          </p:nvSpPr>
          <p:spPr>
            <a:xfrm>
              <a:off x="7316303"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0" name="Google Shape;17610;p138"/>
            <p:cNvSpPr/>
            <p:nvPr/>
          </p:nvSpPr>
          <p:spPr>
            <a:xfrm>
              <a:off x="7189646" y="2880251"/>
              <a:ext cx="208852" cy="285469"/>
            </a:xfrm>
            <a:custGeom>
              <a:avLst/>
              <a:gdLst/>
              <a:ahLst/>
              <a:cxnLst/>
              <a:rect l="l" t="t" r="r" b="b"/>
              <a:pathLst>
                <a:path w="7976" h="10902" extrusionOk="0">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11" name="Google Shape;17611;p138"/>
          <p:cNvGrpSpPr/>
          <p:nvPr/>
        </p:nvGrpSpPr>
        <p:grpSpPr>
          <a:xfrm>
            <a:off x="6712032" y="2880172"/>
            <a:ext cx="263316" cy="354493"/>
            <a:chOff x="6712032" y="2880172"/>
            <a:chExt cx="263316" cy="354493"/>
          </a:xfrm>
        </p:grpSpPr>
        <p:sp>
          <p:nvSpPr>
            <p:cNvPr id="17612" name="Google Shape;17612;p138"/>
            <p:cNvSpPr/>
            <p:nvPr/>
          </p:nvSpPr>
          <p:spPr>
            <a:xfrm>
              <a:off x="6729995" y="2880172"/>
              <a:ext cx="227600" cy="209113"/>
            </a:xfrm>
            <a:custGeom>
              <a:avLst/>
              <a:gdLst/>
              <a:ahLst/>
              <a:cxnLst/>
              <a:rect l="l" t="t" r="r" b="b"/>
              <a:pathLst>
                <a:path w="8692" h="7986" extrusionOk="0">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3" name="Google Shape;17613;p138"/>
            <p:cNvSpPr/>
            <p:nvPr/>
          </p:nvSpPr>
          <p:spPr>
            <a:xfrm>
              <a:off x="6843926" y="2880172"/>
              <a:ext cx="113669" cy="209009"/>
            </a:xfrm>
            <a:custGeom>
              <a:avLst/>
              <a:gdLst/>
              <a:ahLst/>
              <a:cxnLst/>
              <a:rect l="l" t="t" r="r" b="b"/>
              <a:pathLst>
                <a:path w="4341" h="7982" extrusionOk="0">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4" name="Google Shape;17614;p138"/>
            <p:cNvSpPr/>
            <p:nvPr/>
          </p:nvSpPr>
          <p:spPr>
            <a:xfrm>
              <a:off x="6712032" y="3118980"/>
              <a:ext cx="263316" cy="115685"/>
            </a:xfrm>
            <a:custGeom>
              <a:avLst/>
              <a:gdLst/>
              <a:ahLst/>
              <a:cxnLst/>
              <a:rect l="l" t="t" r="r" b="b"/>
              <a:pathLst>
                <a:path w="10056" h="4418" extrusionOk="0">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5" name="Google Shape;17615;p138"/>
            <p:cNvSpPr/>
            <p:nvPr/>
          </p:nvSpPr>
          <p:spPr>
            <a:xfrm>
              <a:off x="6768487" y="3118980"/>
              <a:ext cx="150407" cy="81802"/>
            </a:xfrm>
            <a:custGeom>
              <a:avLst/>
              <a:gdLst/>
              <a:ahLst/>
              <a:cxnLst/>
              <a:rect l="l" t="t" r="r" b="b"/>
              <a:pathLst>
                <a:path w="5744" h="3124" extrusionOk="0">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6" name="Google Shape;17616;p138"/>
            <p:cNvSpPr/>
            <p:nvPr/>
          </p:nvSpPr>
          <p:spPr>
            <a:xfrm>
              <a:off x="6714755" y="3155953"/>
              <a:ext cx="48992" cy="78712"/>
            </a:xfrm>
            <a:custGeom>
              <a:avLst/>
              <a:gdLst/>
              <a:ahLst/>
              <a:cxnLst/>
              <a:rect l="l" t="t" r="r" b="b"/>
              <a:pathLst>
                <a:path w="1871" h="3006" extrusionOk="0">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7" name="Google Shape;17617;p138"/>
            <p:cNvSpPr/>
            <p:nvPr/>
          </p:nvSpPr>
          <p:spPr>
            <a:xfrm>
              <a:off x="6923842" y="3155953"/>
              <a:ext cx="48992" cy="78712"/>
            </a:xfrm>
            <a:custGeom>
              <a:avLst/>
              <a:gdLst/>
              <a:ahLst/>
              <a:cxnLst/>
              <a:rect l="l" t="t" r="r" b="b"/>
              <a:pathLst>
                <a:path w="1871" h="3006" extrusionOk="0">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8" name="Google Shape;17618;p138"/>
            <p:cNvSpPr/>
            <p:nvPr/>
          </p:nvSpPr>
          <p:spPr>
            <a:xfrm>
              <a:off x="6778961" y="3108741"/>
              <a:ext cx="129432" cy="80650"/>
            </a:xfrm>
            <a:custGeom>
              <a:avLst/>
              <a:gdLst/>
              <a:ahLst/>
              <a:cxnLst/>
              <a:rect l="l" t="t" r="r" b="b"/>
              <a:pathLst>
                <a:path w="4943" h="3080" extrusionOk="0">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9" name="Google Shape;17619;p138"/>
            <p:cNvSpPr/>
            <p:nvPr/>
          </p:nvSpPr>
          <p:spPr>
            <a:xfrm>
              <a:off x="6878149" y="3108479"/>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0" name="Google Shape;17620;p138"/>
            <p:cNvSpPr/>
            <p:nvPr/>
          </p:nvSpPr>
          <p:spPr>
            <a:xfrm>
              <a:off x="6809440" y="3108479"/>
              <a:ext cx="26" cy="288"/>
            </a:xfrm>
            <a:custGeom>
              <a:avLst/>
              <a:gdLst/>
              <a:ahLst/>
              <a:cxnLst/>
              <a:rect l="l" t="t" r="r" b="b"/>
              <a:pathLst>
                <a:path w="1" h="11" extrusionOk="0">
                  <a:moveTo>
                    <a:pt x="1" y="1"/>
                  </a:moveTo>
                  <a:lnTo>
                    <a:pt x="1" y="10"/>
                  </a:lnTo>
                  <a:lnTo>
                    <a:pt x="1"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1" name="Google Shape;17621;p138"/>
            <p:cNvSpPr/>
            <p:nvPr/>
          </p:nvSpPr>
          <p:spPr>
            <a:xfrm>
              <a:off x="6797945" y="3108741"/>
              <a:ext cx="91464" cy="62975"/>
            </a:xfrm>
            <a:custGeom>
              <a:avLst/>
              <a:gdLst/>
              <a:ahLst/>
              <a:cxnLst/>
              <a:rect l="l" t="t" r="r" b="b"/>
              <a:pathLst>
                <a:path w="3493" h="2405" extrusionOk="0">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2" name="Google Shape;17622;p138"/>
            <p:cNvSpPr/>
            <p:nvPr/>
          </p:nvSpPr>
          <p:spPr>
            <a:xfrm>
              <a:off x="6809440" y="3080252"/>
              <a:ext cx="68736" cy="79969"/>
            </a:xfrm>
            <a:custGeom>
              <a:avLst/>
              <a:gdLst/>
              <a:ahLst/>
              <a:cxnLst/>
              <a:rect l="l" t="t" r="r" b="b"/>
              <a:pathLst>
                <a:path w="2625" h="3054" extrusionOk="0">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3" name="Google Shape;17623;p138"/>
            <p:cNvSpPr/>
            <p:nvPr/>
          </p:nvSpPr>
          <p:spPr>
            <a:xfrm>
              <a:off x="6809440" y="3080252"/>
              <a:ext cx="68736" cy="28568"/>
            </a:xfrm>
            <a:custGeom>
              <a:avLst/>
              <a:gdLst/>
              <a:ahLst/>
              <a:cxnLst/>
              <a:rect l="l" t="t" r="r" b="b"/>
              <a:pathLst>
                <a:path w="2625" h="1091" extrusionOk="0">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4" name="Google Shape;17624;p138"/>
            <p:cNvSpPr/>
            <p:nvPr/>
          </p:nvSpPr>
          <p:spPr>
            <a:xfrm>
              <a:off x="6747251" y="2920131"/>
              <a:ext cx="192617" cy="177142"/>
            </a:xfrm>
            <a:custGeom>
              <a:avLst/>
              <a:gdLst/>
              <a:ahLst/>
              <a:cxnLst/>
              <a:rect l="l" t="t" r="r" b="b"/>
              <a:pathLst>
                <a:path w="7356" h="6765" extrusionOk="0">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5" name="Google Shape;17625;p138"/>
            <p:cNvSpPr/>
            <p:nvPr/>
          </p:nvSpPr>
          <p:spPr>
            <a:xfrm>
              <a:off x="6751231" y="2920131"/>
              <a:ext cx="130689" cy="177377"/>
            </a:xfrm>
            <a:custGeom>
              <a:avLst/>
              <a:gdLst/>
              <a:ahLst/>
              <a:cxnLst/>
              <a:rect l="l" t="t" r="r" b="b"/>
              <a:pathLst>
                <a:path w="4991" h="6774" extrusionOk="0">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6" name="Google Shape;17626;p138"/>
            <p:cNvSpPr/>
            <p:nvPr/>
          </p:nvSpPr>
          <p:spPr>
            <a:xfrm>
              <a:off x="6818474" y="3045714"/>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7" name="Google Shape;17627;p138"/>
            <p:cNvSpPr/>
            <p:nvPr/>
          </p:nvSpPr>
          <p:spPr>
            <a:xfrm>
              <a:off x="6803705"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8" name="Google Shape;17628;p138"/>
            <p:cNvSpPr/>
            <p:nvPr/>
          </p:nvSpPr>
          <p:spPr>
            <a:xfrm>
              <a:off x="6872389" y="3005939"/>
              <a:ext cx="11521" cy="16889"/>
            </a:xfrm>
            <a:custGeom>
              <a:avLst/>
              <a:gdLst/>
              <a:ahLst/>
              <a:cxnLst/>
              <a:rect l="l" t="t" r="r" b="b"/>
              <a:pathLst>
                <a:path w="440" h="645" extrusionOk="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9" name="Google Shape;17629;p138"/>
            <p:cNvSpPr/>
            <p:nvPr/>
          </p:nvSpPr>
          <p:spPr>
            <a:xfrm>
              <a:off x="6796217"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0" name="Google Shape;17630;p138"/>
            <p:cNvSpPr/>
            <p:nvPr/>
          </p:nvSpPr>
          <p:spPr>
            <a:xfrm>
              <a:off x="6864900" y="2988578"/>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1" name="Google Shape;17631;p138"/>
            <p:cNvSpPr/>
            <p:nvPr/>
          </p:nvSpPr>
          <p:spPr>
            <a:xfrm>
              <a:off x="6746491" y="2880172"/>
              <a:ext cx="137419" cy="120189"/>
            </a:xfrm>
            <a:custGeom>
              <a:avLst/>
              <a:gdLst/>
              <a:ahLst/>
              <a:cxnLst/>
              <a:rect l="l" t="t" r="r" b="b"/>
              <a:pathLst>
                <a:path w="5248" h="4590" extrusionOk="0">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2" name="Google Shape;17632;p138"/>
            <p:cNvSpPr/>
            <p:nvPr/>
          </p:nvSpPr>
          <p:spPr>
            <a:xfrm>
              <a:off x="6762595" y="2940267"/>
              <a:ext cx="37628" cy="35612"/>
            </a:xfrm>
            <a:custGeom>
              <a:avLst/>
              <a:gdLst/>
              <a:ahLst/>
              <a:cxnLst/>
              <a:rect l="l" t="t" r="r" b="b"/>
              <a:pathLst>
                <a:path w="1437" h="1360" extrusionOk="0">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33" name="Google Shape;17633;p138"/>
          <p:cNvGrpSpPr/>
          <p:nvPr/>
        </p:nvGrpSpPr>
        <p:grpSpPr>
          <a:xfrm>
            <a:off x="6261624" y="3345794"/>
            <a:ext cx="263316" cy="354754"/>
            <a:chOff x="6261624" y="3345794"/>
            <a:chExt cx="263316" cy="354754"/>
          </a:xfrm>
        </p:grpSpPr>
        <p:sp>
          <p:nvSpPr>
            <p:cNvPr id="17634" name="Google Shape;17634;p138"/>
            <p:cNvSpPr/>
            <p:nvPr/>
          </p:nvSpPr>
          <p:spPr>
            <a:xfrm>
              <a:off x="6267620" y="3345794"/>
              <a:ext cx="251585" cy="236922"/>
            </a:xfrm>
            <a:custGeom>
              <a:avLst/>
              <a:gdLst/>
              <a:ahLst/>
              <a:cxnLst/>
              <a:rect l="l" t="t" r="r" b="b"/>
              <a:pathLst>
                <a:path w="9608" h="9048" extrusionOk="0">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5" name="Google Shape;17635;p138"/>
            <p:cNvSpPr/>
            <p:nvPr/>
          </p:nvSpPr>
          <p:spPr>
            <a:xfrm>
              <a:off x="6341802" y="3345794"/>
              <a:ext cx="177403" cy="205133"/>
            </a:xfrm>
            <a:custGeom>
              <a:avLst/>
              <a:gdLst/>
              <a:ahLst/>
              <a:cxnLst/>
              <a:rect l="l" t="t" r="r" b="b"/>
              <a:pathLst>
                <a:path w="6775" h="7834" extrusionOk="0">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6" name="Google Shape;17636;p138"/>
            <p:cNvSpPr/>
            <p:nvPr/>
          </p:nvSpPr>
          <p:spPr>
            <a:xfrm>
              <a:off x="6261624" y="3574625"/>
              <a:ext cx="263316" cy="125662"/>
            </a:xfrm>
            <a:custGeom>
              <a:avLst/>
              <a:gdLst/>
              <a:ahLst/>
              <a:cxnLst/>
              <a:rect l="l" t="t" r="r" b="b"/>
              <a:pathLst>
                <a:path w="10056" h="4799" extrusionOk="0">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7" name="Google Shape;17637;p138"/>
            <p:cNvSpPr/>
            <p:nvPr/>
          </p:nvSpPr>
          <p:spPr>
            <a:xfrm>
              <a:off x="6343818" y="3574625"/>
              <a:ext cx="99189" cy="62975"/>
            </a:xfrm>
            <a:custGeom>
              <a:avLst/>
              <a:gdLst/>
              <a:ahLst/>
              <a:cxnLst/>
              <a:rect l="l" t="t" r="r" b="b"/>
              <a:pathLst>
                <a:path w="3788" h="2405" extrusionOk="0">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8" name="Google Shape;17638;p138"/>
            <p:cNvSpPr/>
            <p:nvPr/>
          </p:nvSpPr>
          <p:spPr>
            <a:xfrm>
              <a:off x="6307840" y="3614347"/>
              <a:ext cx="171145" cy="85939"/>
            </a:xfrm>
            <a:custGeom>
              <a:avLst/>
              <a:gdLst/>
              <a:ahLst/>
              <a:cxnLst/>
              <a:rect l="l" t="t" r="r" b="b"/>
              <a:pathLst>
                <a:path w="6536" h="3282" extrusionOk="0">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9" name="Google Shape;17639;p138"/>
            <p:cNvSpPr/>
            <p:nvPr/>
          </p:nvSpPr>
          <p:spPr>
            <a:xfrm>
              <a:off x="6319073" y="3614347"/>
              <a:ext cx="148652" cy="80702"/>
            </a:xfrm>
            <a:custGeom>
              <a:avLst/>
              <a:gdLst/>
              <a:ahLst/>
              <a:cxnLst/>
              <a:rect l="l" t="t" r="r" b="b"/>
              <a:pathLst>
                <a:path w="5677" h="3082" extrusionOk="0">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0" name="Google Shape;17640;p138"/>
            <p:cNvSpPr/>
            <p:nvPr/>
          </p:nvSpPr>
          <p:spPr>
            <a:xfrm>
              <a:off x="6359058" y="3574625"/>
              <a:ext cx="68709" cy="22755"/>
            </a:xfrm>
            <a:custGeom>
              <a:avLst/>
              <a:gdLst/>
              <a:ahLst/>
              <a:cxnLst/>
              <a:rect l="l" t="t" r="r" b="b"/>
              <a:pathLst>
                <a:path w="2624" h="869" extrusionOk="0">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1" name="Google Shape;17641;p138"/>
            <p:cNvSpPr/>
            <p:nvPr/>
          </p:nvSpPr>
          <p:spPr>
            <a:xfrm>
              <a:off x="6297104" y="3431471"/>
              <a:ext cx="192617" cy="154413"/>
            </a:xfrm>
            <a:custGeom>
              <a:avLst/>
              <a:gdLst/>
              <a:ahLst/>
              <a:cxnLst/>
              <a:rect l="l" t="t" r="r" b="b"/>
              <a:pathLst>
                <a:path w="7356" h="5897" extrusionOk="0">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2" name="Google Shape;17642;p138"/>
            <p:cNvSpPr/>
            <p:nvPr/>
          </p:nvSpPr>
          <p:spPr>
            <a:xfrm>
              <a:off x="6301084" y="3431471"/>
              <a:ext cx="141661" cy="154465"/>
            </a:xfrm>
            <a:custGeom>
              <a:avLst/>
              <a:gdLst/>
              <a:ahLst/>
              <a:cxnLst/>
              <a:rect l="l" t="t" r="r" b="b"/>
              <a:pathLst>
                <a:path w="5410" h="5899" extrusionOk="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3" name="Google Shape;17643;p138"/>
            <p:cNvSpPr/>
            <p:nvPr/>
          </p:nvSpPr>
          <p:spPr>
            <a:xfrm>
              <a:off x="6353297" y="3483056"/>
              <a:ext cx="11521" cy="23383"/>
            </a:xfrm>
            <a:custGeom>
              <a:avLst/>
              <a:gdLst/>
              <a:ahLst/>
              <a:cxnLst/>
              <a:rect l="l" t="t" r="r" b="b"/>
              <a:pathLst>
                <a:path w="440" h="893" extrusionOk="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4" name="Google Shape;17644;p138"/>
            <p:cNvSpPr/>
            <p:nvPr/>
          </p:nvSpPr>
          <p:spPr>
            <a:xfrm>
              <a:off x="6422007" y="3483056"/>
              <a:ext cx="11521" cy="23383"/>
            </a:xfrm>
            <a:custGeom>
              <a:avLst/>
              <a:gdLst/>
              <a:ahLst/>
              <a:cxnLst/>
              <a:rect l="l" t="t" r="r" b="b"/>
              <a:pathLst>
                <a:path w="440" h="893" extrusionOk="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5" name="Google Shape;17645;p138"/>
            <p:cNvSpPr/>
            <p:nvPr/>
          </p:nvSpPr>
          <p:spPr>
            <a:xfrm>
              <a:off x="6368066" y="3540087"/>
              <a:ext cx="50694" cy="17334"/>
            </a:xfrm>
            <a:custGeom>
              <a:avLst/>
              <a:gdLst/>
              <a:ahLst/>
              <a:cxnLst/>
              <a:rect l="l" t="t" r="r" b="b"/>
              <a:pathLst>
                <a:path w="1936" h="662" extrusionOk="0">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6" name="Google Shape;17646;p138"/>
            <p:cNvSpPr/>
            <p:nvPr/>
          </p:nvSpPr>
          <p:spPr>
            <a:xfrm>
              <a:off x="6305850" y="3482951"/>
              <a:ext cx="38230" cy="11521"/>
            </a:xfrm>
            <a:custGeom>
              <a:avLst/>
              <a:gdLst/>
              <a:ahLst/>
              <a:cxnLst/>
              <a:rect l="l" t="t" r="r" b="b"/>
              <a:pathLst>
                <a:path w="1460" h="440" extrusionOk="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7" name="Google Shape;17647;p138"/>
            <p:cNvSpPr/>
            <p:nvPr/>
          </p:nvSpPr>
          <p:spPr>
            <a:xfrm>
              <a:off x="6442981" y="3482951"/>
              <a:ext cx="37994" cy="11521"/>
            </a:xfrm>
            <a:custGeom>
              <a:avLst/>
              <a:gdLst/>
              <a:ahLst/>
              <a:cxnLst/>
              <a:rect l="l" t="t" r="r" b="b"/>
              <a:pathLst>
                <a:path w="1451" h="440" extrusionOk="0">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8" name="Google Shape;17648;p138"/>
            <p:cNvSpPr/>
            <p:nvPr/>
          </p:nvSpPr>
          <p:spPr>
            <a:xfrm>
              <a:off x="6374298" y="3488686"/>
              <a:ext cx="38230" cy="11521"/>
            </a:xfrm>
            <a:custGeom>
              <a:avLst/>
              <a:gdLst/>
              <a:ahLst/>
              <a:cxnLst/>
              <a:rect l="l" t="t" r="r" b="b"/>
              <a:pathLst>
                <a:path w="1460" h="440" extrusionOk="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9" name="Google Shape;17649;p138"/>
            <p:cNvSpPr/>
            <p:nvPr/>
          </p:nvSpPr>
          <p:spPr>
            <a:xfrm>
              <a:off x="6414492" y="3465957"/>
              <a:ext cx="26525" cy="11260"/>
            </a:xfrm>
            <a:custGeom>
              <a:avLst/>
              <a:gdLst/>
              <a:ahLst/>
              <a:cxnLst/>
              <a:rect l="l" t="t" r="r" b="b"/>
              <a:pathLst>
                <a:path w="1013" h="430" extrusionOk="0">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0" name="Google Shape;17650;p138"/>
            <p:cNvSpPr/>
            <p:nvPr/>
          </p:nvSpPr>
          <p:spPr>
            <a:xfrm>
              <a:off x="6345808" y="3465957"/>
              <a:ext cx="26499" cy="11260"/>
            </a:xfrm>
            <a:custGeom>
              <a:avLst/>
              <a:gdLst/>
              <a:ahLst/>
              <a:cxnLst/>
              <a:rect l="l" t="t" r="r" b="b"/>
              <a:pathLst>
                <a:path w="1012" h="430" extrusionOk="0">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1" name="Google Shape;17651;p138"/>
            <p:cNvSpPr/>
            <p:nvPr/>
          </p:nvSpPr>
          <p:spPr>
            <a:xfrm>
              <a:off x="6313575" y="3431471"/>
              <a:ext cx="119953" cy="40246"/>
            </a:xfrm>
            <a:custGeom>
              <a:avLst/>
              <a:gdLst/>
              <a:ahLst/>
              <a:cxnLst/>
              <a:rect l="l" t="t" r="r" b="b"/>
              <a:pathLst>
                <a:path w="4581" h="1537" extrusionOk="0">
                  <a:moveTo>
                    <a:pt x="1" y="1"/>
                  </a:moveTo>
                  <a:lnTo>
                    <a:pt x="1" y="1537"/>
                  </a:lnTo>
                  <a:cubicBezTo>
                    <a:pt x="1" y="1537"/>
                    <a:pt x="2834" y="1317"/>
                    <a:pt x="458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2" name="Google Shape;17652;p138"/>
            <p:cNvSpPr/>
            <p:nvPr/>
          </p:nvSpPr>
          <p:spPr>
            <a:xfrm>
              <a:off x="6295847"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3" name="Google Shape;17653;p138"/>
            <p:cNvSpPr/>
            <p:nvPr/>
          </p:nvSpPr>
          <p:spPr>
            <a:xfrm>
              <a:off x="6467464"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4" name="Google Shape;17654;p138"/>
            <p:cNvSpPr/>
            <p:nvPr/>
          </p:nvSpPr>
          <p:spPr>
            <a:xfrm>
              <a:off x="6319073" y="3408743"/>
              <a:ext cx="148652" cy="51506"/>
            </a:xfrm>
            <a:custGeom>
              <a:avLst/>
              <a:gdLst/>
              <a:ahLst/>
              <a:cxnLst/>
              <a:rect l="l" t="t" r="r" b="b"/>
              <a:pathLst>
                <a:path w="5677" h="1967" extrusionOk="0">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5" name="Google Shape;17655;p138"/>
            <p:cNvSpPr/>
            <p:nvPr/>
          </p:nvSpPr>
          <p:spPr>
            <a:xfrm>
              <a:off x="6399016" y="3482951"/>
              <a:ext cx="57240" cy="45981"/>
            </a:xfrm>
            <a:custGeom>
              <a:avLst/>
              <a:gdLst/>
              <a:ahLst/>
              <a:cxnLst/>
              <a:rect l="l" t="t" r="r" b="b"/>
              <a:pathLst>
                <a:path w="2186" h="1756" extrusionOk="0">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6" name="Google Shape;17656;p138"/>
            <p:cNvSpPr/>
            <p:nvPr/>
          </p:nvSpPr>
          <p:spPr>
            <a:xfrm>
              <a:off x="6330569" y="3482951"/>
              <a:ext cx="56979" cy="45981"/>
            </a:xfrm>
            <a:custGeom>
              <a:avLst/>
              <a:gdLst/>
              <a:ahLst/>
              <a:cxnLst/>
              <a:rect l="l" t="t" r="r" b="b"/>
              <a:pathLst>
                <a:path w="2176" h="1756" extrusionOk="0">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7" name="Google Shape;17657;p138"/>
            <p:cNvSpPr/>
            <p:nvPr/>
          </p:nvSpPr>
          <p:spPr>
            <a:xfrm>
              <a:off x="6326327" y="3614347"/>
              <a:ext cx="134172" cy="80467"/>
            </a:xfrm>
            <a:custGeom>
              <a:avLst/>
              <a:gdLst/>
              <a:ahLst/>
              <a:cxnLst/>
              <a:rect l="l" t="t" r="r" b="b"/>
              <a:pathLst>
                <a:path w="5124" h="3073" extrusionOk="0">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8" name="Google Shape;17658;p138"/>
            <p:cNvSpPr/>
            <p:nvPr/>
          </p:nvSpPr>
          <p:spPr>
            <a:xfrm>
              <a:off x="6336565" y="3599893"/>
              <a:ext cx="56979" cy="62635"/>
            </a:xfrm>
            <a:custGeom>
              <a:avLst/>
              <a:gdLst/>
              <a:ahLst/>
              <a:cxnLst/>
              <a:rect l="l" t="t" r="r" b="b"/>
              <a:pathLst>
                <a:path w="2176" h="2392" extrusionOk="0">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9" name="Google Shape;17659;p138"/>
            <p:cNvSpPr/>
            <p:nvPr/>
          </p:nvSpPr>
          <p:spPr>
            <a:xfrm>
              <a:off x="6393282" y="3599658"/>
              <a:ext cx="56717" cy="62870"/>
            </a:xfrm>
            <a:custGeom>
              <a:avLst/>
              <a:gdLst/>
              <a:ahLst/>
              <a:cxnLst/>
              <a:rect l="l" t="t" r="r" b="b"/>
              <a:pathLst>
                <a:path w="2166" h="2401" extrusionOk="0">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0" name="Google Shape;17660;p138"/>
            <p:cNvSpPr/>
            <p:nvPr/>
          </p:nvSpPr>
          <p:spPr>
            <a:xfrm>
              <a:off x="6265132" y="3644067"/>
              <a:ext cx="48468" cy="56481"/>
            </a:xfrm>
            <a:custGeom>
              <a:avLst/>
              <a:gdLst/>
              <a:ahLst/>
              <a:cxnLst/>
              <a:rect l="l" t="t" r="r" b="b"/>
              <a:pathLst>
                <a:path w="1851" h="2157" extrusionOk="0">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1" name="Google Shape;17661;p138"/>
            <p:cNvSpPr/>
            <p:nvPr/>
          </p:nvSpPr>
          <p:spPr>
            <a:xfrm>
              <a:off x="6473198" y="3644067"/>
              <a:ext cx="48495" cy="56481"/>
            </a:xfrm>
            <a:custGeom>
              <a:avLst/>
              <a:gdLst/>
              <a:ahLst/>
              <a:cxnLst/>
              <a:rect l="l" t="t" r="r" b="b"/>
              <a:pathLst>
                <a:path w="1852" h="2157" extrusionOk="0">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662" name="Google Shape;17662;p138"/>
          <p:cNvSpPr/>
          <p:nvPr/>
        </p:nvSpPr>
        <p:spPr>
          <a:xfrm>
            <a:off x="5880422" y="3363050"/>
            <a:ext cx="125924" cy="11260"/>
          </a:xfrm>
          <a:custGeom>
            <a:avLst/>
            <a:gdLst/>
            <a:ahLst/>
            <a:cxnLst/>
            <a:rect l="l" t="t" r="r" b="b"/>
            <a:pathLst>
              <a:path w="4809" h="430" extrusionOk="0">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663" name="Google Shape;17663;p138"/>
          <p:cNvGrpSpPr/>
          <p:nvPr/>
        </p:nvGrpSpPr>
        <p:grpSpPr>
          <a:xfrm>
            <a:off x="5811739" y="3345794"/>
            <a:ext cx="263316" cy="354754"/>
            <a:chOff x="5811739" y="3345794"/>
            <a:chExt cx="263316" cy="354754"/>
          </a:xfrm>
        </p:grpSpPr>
        <p:sp>
          <p:nvSpPr>
            <p:cNvPr id="17664" name="Google Shape;17664;p138"/>
            <p:cNvSpPr/>
            <p:nvPr/>
          </p:nvSpPr>
          <p:spPr>
            <a:xfrm>
              <a:off x="5857694" y="3408743"/>
              <a:ext cx="171643" cy="57240"/>
            </a:xfrm>
            <a:custGeom>
              <a:avLst/>
              <a:gdLst/>
              <a:ahLst/>
              <a:cxnLst/>
              <a:rect l="l" t="t" r="r" b="b"/>
              <a:pathLst>
                <a:path w="6555" h="2186" extrusionOk="0">
                  <a:moveTo>
                    <a:pt x="0" y="1"/>
                  </a:moveTo>
                  <a:lnTo>
                    <a:pt x="0" y="2185"/>
                  </a:lnTo>
                  <a:lnTo>
                    <a:pt x="6554" y="2185"/>
                  </a:lnTo>
                  <a:lnTo>
                    <a:pt x="655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5" name="Google Shape;17665;p138"/>
            <p:cNvSpPr/>
            <p:nvPr/>
          </p:nvSpPr>
          <p:spPr>
            <a:xfrm>
              <a:off x="5854944" y="3528696"/>
              <a:ext cx="60723" cy="57371"/>
            </a:xfrm>
            <a:custGeom>
              <a:avLst/>
              <a:gdLst/>
              <a:ahLst/>
              <a:cxnLst/>
              <a:rect l="l" t="t" r="r" b="b"/>
              <a:pathLst>
                <a:path w="2319" h="2191" extrusionOk="0">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6" name="Google Shape;17666;p138"/>
            <p:cNvSpPr/>
            <p:nvPr/>
          </p:nvSpPr>
          <p:spPr>
            <a:xfrm>
              <a:off x="5971101" y="3528696"/>
              <a:ext cx="60723" cy="57371"/>
            </a:xfrm>
            <a:custGeom>
              <a:avLst/>
              <a:gdLst/>
              <a:ahLst/>
              <a:cxnLst/>
              <a:rect l="l" t="t" r="r" b="b"/>
              <a:pathLst>
                <a:path w="2319" h="2191" extrusionOk="0">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7" name="Google Shape;17667;p138"/>
            <p:cNvSpPr/>
            <p:nvPr/>
          </p:nvSpPr>
          <p:spPr>
            <a:xfrm>
              <a:off x="5811739" y="3563130"/>
              <a:ext cx="263316" cy="137157"/>
            </a:xfrm>
            <a:custGeom>
              <a:avLst/>
              <a:gdLst/>
              <a:ahLst/>
              <a:cxnLst/>
              <a:rect l="l" t="t" r="r" b="b"/>
              <a:pathLst>
                <a:path w="10056" h="5238" extrusionOk="0">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8" name="Google Shape;17668;p138"/>
            <p:cNvSpPr/>
            <p:nvPr/>
          </p:nvSpPr>
          <p:spPr>
            <a:xfrm>
              <a:off x="5811975" y="3602355"/>
              <a:ext cx="263081" cy="97932"/>
            </a:xfrm>
            <a:custGeom>
              <a:avLst/>
              <a:gdLst/>
              <a:ahLst/>
              <a:cxnLst/>
              <a:rect l="l" t="t" r="r" b="b"/>
              <a:pathLst>
                <a:path w="10047" h="3740" extrusionOk="0">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9" name="Google Shape;17669;p138"/>
            <p:cNvSpPr/>
            <p:nvPr/>
          </p:nvSpPr>
          <p:spPr>
            <a:xfrm>
              <a:off x="5909147" y="3574625"/>
              <a:ext cx="68736" cy="22807"/>
            </a:xfrm>
            <a:custGeom>
              <a:avLst/>
              <a:gdLst/>
              <a:ahLst/>
              <a:cxnLst/>
              <a:rect l="l" t="t" r="r" b="b"/>
              <a:pathLst>
                <a:path w="2625" h="871" extrusionOk="0">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0" name="Google Shape;17670;p138"/>
            <p:cNvSpPr/>
            <p:nvPr/>
          </p:nvSpPr>
          <p:spPr>
            <a:xfrm>
              <a:off x="5850938" y="3465957"/>
              <a:ext cx="184630" cy="119927"/>
            </a:xfrm>
            <a:custGeom>
              <a:avLst/>
              <a:gdLst/>
              <a:ahLst/>
              <a:cxnLst/>
              <a:rect l="l" t="t" r="r" b="b"/>
              <a:pathLst>
                <a:path w="7051" h="4580" extrusionOk="0">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1" name="Google Shape;17671;p138"/>
            <p:cNvSpPr/>
            <p:nvPr/>
          </p:nvSpPr>
          <p:spPr>
            <a:xfrm>
              <a:off x="5918129" y="3534483"/>
              <a:ext cx="50773" cy="17439"/>
            </a:xfrm>
            <a:custGeom>
              <a:avLst/>
              <a:gdLst/>
              <a:ahLst/>
              <a:cxnLst/>
              <a:rect l="l" t="t" r="r" b="b"/>
              <a:pathLst>
                <a:path w="1939" h="666" extrusionOk="0">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2" name="Google Shape;17672;p138"/>
            <p:cNvSpPr/>
            <p:nvPr/>
          </p:nvSpPr>
          <p:spPr>
            <a:xfrm>
              <a:off x="5903413" y="3488817"/>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3" name="Google Shape;17673;p138"/>
            <p:cNvSpPr/>
            <p:nvPr/>
          </p:nvSpPr>
          <p:spPr>
            <a:xfrm>
              <a:off x="5972096" y="3488817"/>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4" name="Google Shape;17674;p138"/>
            <p:cNvSpPr/>
            <p:nvPr/>
          </p:nvSpPr>
          <p:spPr>
            <a:xfrm>
              <a:off x="5847115" y="3465957"/>
              <a:ext cx="147998" cy="120163"/>
            </a:xfrm>
            <a:custGeom>
              <a:avLst/>
              <a:gdLst/>
              <a:ahLst/>
              <a:cxnLst/>
              <a:rect l="l" t="t" r="r" b="b"/>
              <a:pathLst>
                <a:path w="5652" h="4589" extrusionOk="0">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5" name="Google Shape;17675;p138"/>
            <p:cNvSpPr/>
            <p:nvPr/>
          </p:nvSpPr>
          <p:spPr>
            <a:xfrm>
              <a:off x="5857694" y="3465957"/>
              <a:ext cx="23017" cy="25766"/>
            </a:xfrm>
            <a:custGeom>
              <a:avLst/>
              <a:gdLst/>
              <a:ahLst/>
              <a:cxnLst/>
              <a:rect l="l" t="t" r="r" b="b"/>
              <a:pathLst>
                <a:path w="879" h="984" extrusionOk="0">
                  <a:moveTo>
                    <a:pt x="0" y="0"/>
                  </a:moveTo>
                  <a:lnTo>
                    <a:pt x="0" y="983"/>
                  </a:lnTo>
                  <a:lnTo>
                    <a:pt x="296" y="945"/>
                  </a:lnTo>
                  <a:cubicBezTo>
                    <a:pt x="630" y="897"/>
                    <a:pt x="869" y="621"/>
                    <a:pt x="878" y="29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6" name="Google Shape;17676;p138"/>
            <p:cNvSpPr/>
            <p:nvPr/>
          </p:nvSpPr>
          <p:spPr>
            <a:xfrm>
              <a:off x="6006320" y="3465957"/>
              <a:ext cx="23017" cy="25766"/>
            </a:xfrm>
            <a:custGeom>
              <a:avLst/>
              <a:gdLst/>
              <a:ahLst/>
              <a:cxnLst/>
              <a:rect l="l" t="t" r="r" b="b"/>
              <a:pathLst>
                <a:path w="879" h="984" extrusionOk="0">
                  <a:moveTo>
                    <a:pt x="1" y="0"/>
                  </a:moveTo>
                  <a:lnTo>
                    <a:pt x="1" y="296"/>
                  </a:lnTo>
                  <a:cubicBezTo>
                    <a:pt x="1" y="621"/>
                    <a:pt x="249" y="897"/>
                    <a:pt x="573" y="945"/>
                  </a:cubicBezTo>
                  <a:lnTo>
                    <a:pt x="878" y="983"/>
                  </a:ln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7" name="Google Shape;17677;p138"/>
            <p:cNvSpPr/>
            <p:nvPr/>
          </p:nvSpPr>
          <p:spPr>
            <a:xfrm>
              <a:off x="5857694" y="3414504"/>
              <a:ext cx="23017" cy="51480"/>
            </a:xfrm>
            <a:custGeom>
              <a:avLst/>
              <a:gdLst/>
              <a:ahLst/>
              <a:cxnLst/>
              <a:rect l="l" t="t" r="r" b="b"/>
              <a:pathLst>
                <a:path w="879" h="1966" extrusionOk="0">
                  <a:moveTo>
                    <a:pt x="0" y="0"/>
                  </a:moveTo>
                  <a:lnTo>
                    <a:pt x="0" y="1965"/>
                  </a:lnTo>
                  <a:lnTo>
                    <a:pt x="878" y="1965"/>
                  </a:lnTo>
                  <a:lnTo>
                    <a:pt x="87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8" name="Google Shape;17678;p138"/>
            <p:cNvSpPr/>
            <p:nvPr/>
          </p:nvSpPr>
          <p:spPr>
            <a:xfrm>
              <a:off x="5840464" y="3362788"/>
              <a:ext cx="205866" cy="57240"/>
            </a:xfrm>
            <a:custGeom>
              <a:avLst/>
              <a:gdLst/>
              <a:ahLst/>
              <a:cxnLst/>
              <a:rect l="l" t="t" r="r" b="b"/>
              <a:pathLst>
                <a:path w="7862" h="2186" extrusionOk="0">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9" name="Google Shape;17679;p138"/>
            <p:cNvSpPr/>
            <p:nvPr/>
          </p:nvSpPr>
          <p:spPr>
            <a:xfrm>
              <a:off x="5857694" y="3437232"/>
              <a:ext cx="171643" cy="11521"/>
            </a:xfrm>
            <a:custGeom>
              <a:avLst/>
              <a:gdLst/>
              <a:ahLst/>
              <a:cxnLst/>
              <a:rect l="l" t="t" r="r" b="b"/>
              <a:pathLst>
                <a:path w="6555" h="440" extrusionOk="0">
                  <a:moveTo>
                    <a:pt x="0" y="0"/>
                  </a:moveTo>
                  <a:lnTo>
                    <a:pt x="0" y="439"/>
                  </a:lnTo>
                  <a:lnTo>
                    <a:pt x="6554" y="439"/>
                  </a:lnTo>
                  <a:lnTo>
                    <a:pt x="655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0" name="Google Shape;17680;p138"/>
            <p:cNvSpPr/>
            <p:nvPr/>
          </p:nvSpPr>
          <p:spPr>
            <a:xfrm>
              <a:off x="5857694" y="3437232"/>
              <a:ext cx="23017" cy="11521"/>
            </a:xfrm>
            <a:custGeom>
              <a:avLst/>
              <a:gdLst/>
              <a:ahLst/>
              <a:cxnLst/>
              <a:rect l="l" t="t" r="r" b="b"/>
              <a:pathLst>
                <a:path w="879" h="440" extrusionOk="0">
                  <a:moveTo>
                    <a:pt x="0" y="0"/>
                  </a:moveTo>
                  <a:lnTo>
                    <a:pt x="0" y="439"/>
                  </a:lnTo>
                  <a:lnTo>
                    <a:pt x="878" y="439"/>
                  </a:lnTo>
                  <a:lnTo>
                    <a:pt x="87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1" name="Google Shape;17681;p138"/>
            <p:cNvSpPr/>
            <p:nvPr/>
          </p:nvSpPr>
          <p:spPr>
            <a:xfrm>
              <a:off x="5891918" y="3345794"/>
              <a:ext cx="103195" cy="74234"/>
            </a:xfrm>
            <a:custGeom>
              <a:avLst/>
              <a:gdLst/>
              <a:ahLst/>
              <a:cxnLst/>
              <a:rect l="l" t="t" r="r" b="b"/>
              <a:pathLst>
                <a:path w="3941" h="2835" extrusionOk="0">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2" name="Google Shape;17682;p138"/>
            <p:cNvSpPr/>
            <p:nvPr/>
          </p:nvSpPr>
          <p:spPr>
            <a:xfrm>
              <a:off x="5882674" y="3602355"/>
              <a:ext cx="121682" cy="98194"/>
            </a:xfrm>
            <a:custGeom>
              <a:avLst/>
              <a:gdLst/>
              <a:ahLst/>
              <a:cxnLst/>
              <a:rect l="l" t="t" r="r" b="b"/>
              <a:pathLst>
                <a:path w="4647" h="3750" extrusionOk="0">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3" name="Google Shape;17683;p138"/>
            <p:cNvSpPr/>
            <p:nvPr/>
          </p:nvSpPr>
          <p:spPr>
            <a:xfrm>
              <a:off x="5814489" y="3644827"/>
              <a:ext cx="48966" cy="55460"/>
            </a:xfrm>
            <a:custGeom>
              <a:avLst/>
              <a:gdLst/>
              <a:ahLst/>
              <a:cxnLst/>
              <a:rect l="l" t="t" r="r" b="b"/>
              <a:pathLst>
                <a:path w="1870" h="2118" extrusionOk="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4" name="Google Shape;17684;p138"/>
            <p:cNvSpPr/>
            <p:nvPr/>
          </p:nvSpPr>
          <p:spPr>
            <a:xfrm>
              <a:off x="6023550" y="3644827"/>
              <a:ext cx="48992" cy="55460"/>
            </a:xfrm>
            <a:custGeom>
              <a:avLst/>
              <a:gdLst/>
              <a:ahLst/>
              <a:cxnLst/>
              <a:rect l="l" t="t" r="r" b="b"/>
              <a:pathLst>
                <a:path w="1871" h="2118" extrusionOk="0">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85" name="Google Shape;17685;p138"/>
          <p:cNvGrpSpPr/>
          <p:nvPr/>
        </p:nvGrpSpPr>
        <p:grpSpPr>
          <a:xfrm>
            <a:off x="5363818" y="3345794"/>
            <a:ext cx="259074" cy="354493"/>
            <a:chOff x="5363818" y="3345794"/>
            <a:chExt cx="259074" cy="354493"/>
          </a:xfrm>
        </p:grpSpPr>
        <p:sp>
          <p:nvSpPr>
            <p:cNvPr id="17686" name="Google Shape;17686;p138"/>
            <p:cNvSpPr/>
            <p:nvPr/>
          </p:nvSpPr>
          <p:spPr>
            <a:xfrm>
              <a:off x="5397807" y="3514661"/>
              <a:ext cx="191360" cy="123934"/>
            </a:xfrm>
            <a:custGeom>
              <a:avLst/>
              <a:gdLst/>
              <a:ahLst/>
              <a:cxnLst/>
              <a:rect l="l" t="t" r="r" b="b"/>
              <a:pathLst>
                <a:path w="7308" h="4733" extrusionOk="0">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7" name="Google Shape;17687;p138"/>
            <p:cNvSpPr/>
            <p:nvPr/>
          </p:nvSpPr>
          <p:spPr>
            <a:xfrm>
              <a:off x="5397807" y="3514661"/>
              <a:ext cx="95706" cy="123934"/>
            </a:xfrm>
            <a:custGeom>
              <a:avLst/>
              <a:gdLst/>
              <a:ahLst/>
              <a:cxnLst/>
              <a:rect l="l" t="t" r="r" b="b"/>
              <a:pathLst>
                <a:path w="3655" h="4733" extrusionOk="0">
                  <a:moveTo>
                    <a:pt x="869" y="1"/>
                  </a:moveTo>
                  <a:cubicBezTo>
                    <a:pt x="869" y="1651"/>
                    <a:pt x="0" y="2596"/>
                    <a:pt x="430" y="4733"/>
                  </a:cubicBezTo>
                  <a:lnTo>
                    <a:pt x="3654" y="4733"/>
                  </a:lnTo>
                  <a:lnTo>
                    <a:pt x="365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8" name="Google Shape;17688;p138"/>
            <p:cNvSpPr/>
            <p:nvPr/>
          </p:nvSpPr>
          <p:spPr>
            <a:xfrm>
              <a:off x="5363818" y="3565382"/>
              <a:ext cx="259074" cy="134905"/>
            </a:xfrm>
            <a:custGeom>
              <a:avLst/>
              <a:gdLst/>
              <a:ahLst/>
              <a:cxnLst/>
              <a:rect l="l" t="t" r="r" b="b"/>
              <a:pathLst>
                <a:path w="9894" h="5152" extrusionOk="0">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9" name="Google Shape;17689;p138"/>
            <p:cNvSpPr/>
            <p:nvPr/>
          </p:nvSpPr>
          <p:spPr>
            <a:xfrm>
              <a:off x="5364080" y="3621836"/>
              <a:ext cx="258813" cy="78450"/>
            </a:xfrm>
            <a:custGeom>
              <a:avLst/>
              <a:gdLst/>
              <a:ahLst/>
              <a:cxnLst/>
              <a:rect l="l" t="t" r="r" b="b"/>
              <a:pathLst>
                <a:path w="9884" h="2996" extrusionOk="0">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0" name="Google Shape;17690;p138"/>
            <p:cNvSpPr/>
            <p:nvPr/>
          </p:nvSpPr>
          <p:spPr>
            <a:xfrm>
              <a:off x="5459760" y="3570880"/>
              <a:ext cx="67479" cy="28175"/>
            </a:xfrm>
            <a:custGeom>
              <a:avLst/>
              <a:gdLst/>
              <a:ahLst/>
              <a:cxnLst/>
              <a:rect l="l" t="t" r="r" b="b"/>
              <a:pathLst>
                <a:path w="2577" h="1076" extrusionOk="0">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1" name="Google Shape;17691;p138"/>
            <p:cNvSpPr/>
            <p:nvPr/>
          </p:nvSpPr>
          <p:spPr>
            <a:xfrm>
              <a:off x="5420273" y="3435740"/>
              <a:ext cx="146427" cy="152135"/>
            </a:xfrm>
            <a:custGeom>
              <a:avLst/>
              <a:gdLst/>
              <a:ahLst/>
              <a:cxnLst/>
              <a:rect l="l" t="t" r="r" b="b"/>
              <a:pathLst>
                <a:path w="5592" h="5810" extrusionOk="0">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2" name="Google Shape;17692;p138"/>
            <p:cNvSpPr/>
            <p:nvPr/>
          </p:nvSpPr>
          <p:spPr>
            <a:xfrm>
              <a:off x="5420090" y="3435740"/>
              <a:ext cx="146610" cy="152109"/>
            </a:xfrm>
            <a:custGeom>
              <a:avLst/>
              <a:gdLst/>
              <a:ahLst/>
              <a:cxnLst/>
              <a:rect l="l" t="t" r="r" b="b"/>
              <a:pathLst>
                <a:path w="5599" h="5809" extrusionOk="0">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3" name="Google Shape;17693;p138"/>
            <p:cNvSpPr/>
            <p:nvPr/>
          </p:nvSpPr>
          <p:spPr>
            <a:xfrm>
              <a:off x="5527213" y="3598846"/>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4" name="Google Shape;17694;p138"/>
            <p:cNvSpPr/>
            <p:nvPr/>
          </p:nvSpPr>
          <p:spPr>
            <a:xfrm>
              <a:off x="5459760" y="3598846"/>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5" name="Google Shape;17695;p138"/>
            <p:cNvSpPr/>
            <p:nvPr/>
          </p:nvSpPr>
          <p:spPr>
            <a:xfrm>
              <a:off x="5468506" y="3537180"/>
              <a:ext cx="50013" cy="16994"/>
            </a:xfrm>
            <a:custGeom>
              <a:avLst/>
              <a:gdLst/>
              <a:ahLst/>
              <a:cxnLst/>
              <a:rect l="l" t="t" r="r" b="b"/>
              <a:pathLst>
                <a:path w="1910" h="649" extrusionOk="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6" name="Google Shape;17696;p138"/>
            <p:cNvSpPr/>
            <p:nvPr/>
          </p:nvSpPr>
          <p:spPr>
            <a:xfrm>
              <a:off x="5454000" y="3497798"/>
              <a:ext cx="11521" cy="16889"/>
            </a:xfrm>
            <a:custGeom>
              <a:avLst/>
              <a:gdLst/>
              <a:ahLst/>
              <a:cxnLst/>
              <a:rect l="l" t="t" r="r" b="b"/>
              <a:pathLst>
                <a:path w="440" h="645" extrusionOk="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7" name="Google Shape;17697;p138"/>
            <p:cNvSpPr/>
            <p:nvPr/>
          </p:nvSpPr>
          <p:spPr>
            <a:xfrm>
              <a:off x="5521714" y="3497798"/>
              <a:ext cx="11260" cy="16889"/>
            </a:xfrm>
            <a:custGeom>
              <a:avLst/>
              <a:gdLst/>
              <a:ahLst/>
              <a:cxnLst/>
              <a:rect l="l" t="t" r="r" b="b"/>
              <a:pathLst>
                <a:path w="430" h="645" extrusionOk="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8" name="Google Shape;17698;p138"/>
            <p:cNvSpPr/>
            <p:nvPr/>
          </p:nvSpPr>
          <p:spPr>
            <a:xfrm>
              <a:off x="5513963" y="3480935"/>
              <a:ext cx="26499" cy="11286"/>
            </a:xfrm>
            <a:custGeom>
              <a:avLst/>
              <a:gdLst/>
              <a:ahLst/>
              <a:cxnLst/>
              <a:rect l="l" t="t" r="r" b="b"/>
              <a:pathLst>
                <a:path w="1012" h="431" extrusionOk="0">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9" name="Google Shape;17699;p138"/>
            <p:cNvSpPr/>
            <p:nvPr/>
          </p:nvSpPr>
          <p:spPr>
            <a:xfrm>
              <a:off x="5446511" y="3480935"/>
              <a:ext cx="26264" cy="11286"/>
            </a:xfrm>
            <a:custGeom>
              <a:avLst/>
              <a:gdLst/>
              <a:ahLst/>
              <a:cxnLst/>
              <a:rect l="l" t="t" r="r" b="b"/>
              <a:pathLst>
                <a:path w="1003" h="431" extrusionOk="0">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0" name="Google Shape;17700;p138"/>
            <p:cNvSpPr/>
            <p:nvPr/>
          </p:nvSpPr>
          <p:spPr>
            <a:xfrm>
              <a:off x="5386573" y="3345794"/>
              <a:ext cx="213853" cy="202620"/>
            </a:xfrm>
            <a:custGeom>
              <a:avLst/>
              <a:gdLst/>
              <a:ahLst/>
              <a:cxnLst/>
              <a:rect l="l" t="t" r="r" b="b"/>
              <a:pathLst>
                <a:path w="8167" h="7738" extrusionOk="0">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1" name="Google Shape;17701;p138"/>
            <p:cNvSpPr/>
            <p:nvPr/>
          </p:nvSpPr>
          <p:spPr>
            <a:xfrm>
              <a:off x="5409040" y="3373917"/>
              <a:ext cx="169155" cy="112543"/>
            </a:xfrm>
            <a:custGeom>
              <a:avLst/>
              <a:gdLst/>
              <a:ahLst/>
              <a:cxnLst/>
              <a:rect l="l" t="t" r="r" b="b"/>
              <a:pathLst>
                <a:path w="6460" h="4298" extrusionOk="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2" name="Google Shape;17702;p138"/>
            <p:cNvSpPr/>
            <p:nvPr/>
          </p:nvSpPr>
          <p:spPr>
            <a:xfrm>
              <a:off x="5454759" y="3373917"/>
              <a:ext cx="123410" cy="112543"/>
            </a:xfrm>
            <a:custGeom>
              <a:avLst/>
              <a:gdLst/>
              <a:ahLst/>
              <a:cxnLst/>
              <a:rect l="l" t="t" r="r" b="b"/>
              <a:pathLst>
                <a:path w="4713" h="4298" extrusionOk="0">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3" name="Google Shape;17703;p138"/>
            <p:cNvSpPr/>
            <p:nvPr/>
          </p:nvSpPr>
          <p:spPr>
            <a:xfrm>
              <a:off x="5369579" y="3647314"/>
              <a:ext cx="45483" cy="52972"/>
            </a:xfrm>
            <a:custGeom>
              <a:avLst/>
              <a:gdLst/>
              <a:ahLst/>
              <a:cxnLst/>
              <a:rect l="l" t="t" r="r" b="b"/>
              <a:pathLst>
                <a:path w="1737" h="2023" extrusionOk="0">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4" name="Google Shape;17704;p138"/>
            <p:cNvSpPr/>
            <p:nvPr/>
          </p:nvSpPr>
          <p:spPr>
            <a:xfrm>
              <a:off x="5572173" y="3647314"/>
              <a:ext cx="45745" cy="52972"/>
            </a:xfrm>
            <a:custGeom>
              <a:avLst/>
              <a:gdLst/>
              <a:ahLst/>
              <a:cxnLst/>
              <a:rect l="l" t="t" r="r" b="b"/>
              <a:pathLst>
                <a:path w="1747" h="2023" extrusionOk="0">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5" name="Google Shape;17705;p138"/>
            <p:cNvSpPr/>
            <p:nvPr/>
          </p:nvSpPr>
          <p:spPr>
            <a:xfrm>
              <a:off x="5432528" y="3621836"/>
              <a:ext cx="122179" cy="55984"/>
            </a:xfrm>
            <a:custGeom>
              <a:avLst/>
              <a:gdLst/>
              <a:ahLst/>
              <a:cxnLst/>
              <a:rect l="l" t="t" r="r" b="b"/>
              <a:pathLst>
                <a:path w="4666" h="2138" extrusionOk="0">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6" name="Google Shape;17706;p138"/>
            <p:cNvSpPr/>
            <p:nvPr/>
          </p:nvSpPr>
          <p:spPr>
            <a:xfrm>
              <a:off x="5392046" y="3475200"/>
              <a:ext cx="28254" cy="44986"/>
            </a:xfrm>
            <a:custGeom>
              <a:avLst/>
              <a:gdLst/>
              <a:ahLst/>
              <a:cxnLst/>
              <a:rect l="l" t="t" r="r" b="b"/>
              <a:pathLst>
                <a:path w="1079" h="1718" extrusionOk="0">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7" name="Google Shape;17707;p138"/>
            <p:cNvSpPr/>
            <p:nvPr/>
          </p:nvSpPr>
          <p:spPr>
            <a:xfrm>
              <a:off x="5409040" y="3475200"/>
              <a:ext cx="11260" cy="44986"/>
            </a:xfrm>
            <a:custGeom>
              <a:avLst/>
              <a:gdLst/>
              <a:ahLst/>
              <a:cxnLst/>
              <a:rect l="l" t="t" r="r" b="b"/>
              <a:pathLst>
                <a:path w="430" h="1718" extrusionOk="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8" name="Google Shape;17708;p138"/>
            <p:cNvSpPr/>
            <p:nvPr/>
          </p:nvSpPr>
          <p:spPr>
            <a:xfrm>
              <a:off x="5566674" y="3475200"/>
              <a:ext cx="28254" cy="44986"/>
            </a:xfrm>
            <a:custGeom>
              <a:avLst/>
              <a:gdLst/>
              <a:ahLst/>
              <a:cxnLst/>
              <a:rect l="l" t="t" r="r" b="b"/>
              <a:pathLst>
                <a:path w="1079" h="1718" extrusionOk="0">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9" name="Google Shape;17709;p138"/>
            <p:cNvSpPr/>
            <p:nvPr/>
          </p:nvSpPr>
          <p:spPr>
            <a:xfrm>
              <a:off x="5566674" y="3475200"/>
              <a:ext cx="11260" cy="44986"/>
            </a:xfrm>
            <a:custGeom>
              <a:avLst/>
              <a:gdLst/>
              <a:ahLst/>
              <a:cxnLst/>
              <a:rect l="l" t="t" r="r" b="b"/>
              <a:pathLst>
                <a:path w="430" h="1718" extrusionOk="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0" name="Google Shape;17710;p138"/>
            <p:cNvSpPr/>
            <p:nvPr/>
          </p:nvSpPr>
          <p:spPr>
            <a:xfrm>
              <a:off x="5442766" y="3537154"/>
              <a:ext cx="17020" cy="11260"/>
            </a:xfrm>
            <a:custGeom>
              <a:avLst/>
              <a:gdLst/>
              <a:ahLst/>
              <a:cxnLst/>
              <a:rect l="l" t="t" r="r" b="b"/>
              <a:pathLst>
                <a:path w="650" h="430" extrusionOk="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11" name="Google Shape;17711;p138"/>
          <p:cNvGrpSpPr/>
          <p:nvPr/>
        </p:nvGrpSpPr>
        <p:grpSpPr>
          <a:xfrm>
            <a:off x="4912939" y="3345663"/>
            <a:ext cx="261326" cy="354885"/>
            <a:chOff x="4912939" y="3345663"/>
            <a:chExt cx="261326" cy="354885"/>
          </a:xfrm>
        </p:grpSpPr>
        <p:sp>
          <p:nvSpPr>
            <p:cNvPr id="17712" name="Google Shape;17712;p138"/>
            <p:cNvSpPr/>
            <p:nvPr/>
          </p:nvSpPr>
          <p:spPr>
            <a:xfrm>
              <a:off x="4916683" y="3471692"/>
              <a:ext cx="253837" cy="40011"/>
            </a:xfrm>
            <a:custGeom>
              <a:avLst/>
              <a:gdLst/>
              <a:ahLst/>
              <a:cxnLst/>
              <a:rect l="l" t="t" r="r" b="b"/>
              <a:pathLst>
                <a:path w="9694" h="1528" extrusionOk="0">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3" name="Google Shape;17713;p138"/>
            <p:cNvSpPr/>
            <p:nvPr/>
          </p:nvSpPr>
          <p:spPr>
            <a:xfrm>
              <a:off x="4912939" y="3586120"/>
              <a:ext cx="261326" cy="114428"/>
            </a:xfrm>
            <a:custGeom>
              <a:avLst/>
              <a:gdLst/>
              <a:ahLst/>
              <a:cxnLst/>
              <a:rect l="l" t="t" r="r" b="b"/>
              <a:pathLst>
                <a:path w="9980" h="4370" extrusionOk="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4" name="Google Shape;17714;p138"/>
            <p:cNvSpPr/>
            <p:nvPr/>
          </p:nvSpPr>
          <p:spPr>
            <a:xfrm>
              <a:off x="4912939" y="3630582"/>
              <a:ext cx="261326" cy="69966"/>
            </a:xfrm>
            <a:custGeom>
              <a:avLst/>
              <a:gdLst/>
              <a:ahLst/>
              <a:cxnLst/>
              <a:rect l="l" t="t" r="r" b="b"/>
              <a:pathLst>
                <a:path w="9980" h="2672" extrusionOk="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5" name="Google Shape;17715;p138"/>
            <p:cNvSpPr/>
            <p:nvPr/>
          </p:nvSpPr>
          <p:spPr>
            <a:xfrm>
              <a:off x="5037841" y="3654568"/>
              <a:ext cx="11521" cy="45719"/>
            </a:xfrm>
            <a:custGeom>
              <a:avLst/>
              <a:gdLst/>
              <a:ahLst/>
              <a:cxnLst/>
              <a:rect l="l" t="t" r="r" b="b"/>
              <a:pathLst>
                <a:path w="440" h="1746" extrusionOk="0">
                  <a:moveTo>
                    <a:pt x="0" y="0"/>
                  </a:moveTo>
                  <a:lnTo>
                    <a:pt x="0" y="1746"/>
                  </a:lnTo>
                  <a:lnTo>
                    <a:pt x="439" y="1746"/>
                  </a:lnTo>
                  <a:lnTo>
                    <a:pt x="43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6" name="Google Shape;17716;p138"/>
            <p:cNvSpPr/>
            <p:nvPr/>
          </p:nvSpPr>
          <p:spPr>
            <a:xfrm>
              <a:off x="5009352" y="3586120"/>
              <a:ext cx="68736" cy="34171"/>
            </a:xfrm>
            <a:custGeom>
              <a:avLst/>
              <a:gdLst/>
              <a:ahLst/>
              <a:cxnLst/>
              <a:rect l="l" t="t" r="r" b="b"/>
              <a:pathLst>
                <a:path w="2625" h="1305" extrusionOk="0">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7" name="Google Shape;17717;p138"/>
            <p:cNvSpPr/>
            <p:nvPr/>
          </p:nvSpPr>
          <p:spPr>
            <a:xfrm>
              <a:off x="4952164" y="3534405"/>
              <a:ext cx="57214" cy="165882"/>
            </a:xfrm>
            <a:custGeom>
              <a:avLst/>
              <a:gdLst/>
              <a:ahLst/>
              <a:cxnLst/>
              <a:rect l="l" t="t" r="r" b="b"/>
              <a:pathLst>
                <a:path w="2185" h="6335" extrusionOk="0">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8" name="Google Shape;17718;p138"/>
            <p:cNvSpPr/>
            <p:nvPr/>
          </p:nvSpPr>
          <p:spPr>
            <a:xfrm>
              <a:off x="4952164" y="3626078"/>
              <a:ext cx="28489" cy="22755"/>
            </a:xfrm>
            <a:custGeom>
              <a:avLst/>
              <a:gdLst/>
              <a:ahLst/>
              <a:cxnLst/>
              <a:rect l="l" t="t" r="r" b="b"/>
              <a:pathLst>
                <a:path w="1088" h="869" extrusionOk="0">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9" name="Google Shape;17719;p138"/>
            <p:cNvSpPr/>
            <p:nvPr/>
          </p:nvSpPr>
          <p:spPr>
            <a:xfrm>
              <a:off x="5077800" y="3534405"/>
              <a:ext cx="57240" cy="165882"/>
            </a:xfrm>
            <a:custGeom>
              <a:avLst/>
              <a:gdLst/>
              <a:ahLst/>
              <a:cxnLst/>
              <a:rect l="l" t="t" r="r" b="b"/>
              <a:pathLst>
                <a:path w="2186" h="6335" extrusionOk="0">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0" name="Google Shape;17720;p138"/>
            <p:cNvSpPr/>
            <p:nvPr/>
          </p:nvSpPr>
          <p:spPr>
            <a:xfrm>
              <a:off x="5032081" y="3637574"/>
              <a:ext cx="23017" cy="22755"/>
            </a:xfrm>
            <a:custGeom>
              <a:avLst/>
              <a:gdLst/>
              <a:ahLst/>
              <a:cxnLst/>
              <a:rect l="l" t="t" r="r" b="b"/>
              <a:pathLst>
                <a:path w="879" h="869" extrusionOk="0">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1" name="Google Shape;17721;p138"/>
            <p:cNvSpPr/>
            <p:nvPr/>
          </p:nvSpPr>
          <p:spPr>
            <a:xfrm>
              <a:off x="5106525" y="3626078"/>
              <a:ext cx="28751" cy="22755"/>
            </a:xfrm>
            <a:custGeom>
              <a:avLst/>
              <a:gdLst/>
              <a:ahLst/>
              <a:cxnLst/>
              <a:rect l="l" t="t" r="r" b="b"/>
              <a:pathLst>
                <a:path w="1098" h="869" extrusionOk="0">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2" name="Google Shape;17722;p138"/>
            <p:cNvSpPr/>
            <p:nvPr/>
          </p:nvSpPr>
          <p:spPr>
            <a:xfrm>
              <a:off x="5025351" y="3345663"/>
              <a:ext cx="65960" cy="57109"/>
            </a:xfrm>
            <a:custGeom>
              <a:avLst/>
              <a:gdLst/>
              <a:ahLst/>
              <a:cxnLst/>
              <a:rect l="l" t="t" r="r" b="b"/>
              <a:pathLst>
                <a:path w="2519" h="2181" extrusionOk="0">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3" name="Google Shape;17723;p138"/>
            <p:cNvSpPr/>
            <p:nvPr/>
          </p:nvSpPr>
          <p:spPr>
            <a:xfrm>
              <a:off x="4986388" y="3345794"/>
              <a:ext cx="114428" cy="102959"/>
            </a:xfrm>
            <a:custGeom>
              <a:avLst/>
              <a:gdLst/>
              <a:ahLst/>
              <a:cxnLst/>
              <a:rect l="l" t="t" r="r" b="b"/>
              <a:pathLst>
                <a:path w="4370" h="3932" extrusionOk="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4" name="Google Shape;17724;p138"/>
            <p:cNvSpPr/>
            <p:nvPr/>
          </p:nvSpPr>
          <p:spPr>
            <a:xfrm>
              <a:off x="4947163" y="3511676"/>
              <a:ext cx="192617" cy="97199"/>
            </a:xfrm>
            <a:custGeom>
              <a:avLst/>
              <a:gdLst/>
              <a:ahLst/>
              <a:cxnLst/>
              <a:rect l="l" t="t" r="r" b="b"/>
              <a:pathLst>
                <a:path w="7356" h="3712" extrusionOk="0">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5" name="Google Shape;17725;p138"/>
            <p:cNvSpPr/>
            <p:nvPr/>
          </p:nvSpPr>
          <p:spPr>
            <a:xfrm>
              <a:off x="4951143" y="3511650"/>
              <a:ext cx="149673" cy="97434"/>
            </a:xfrm>
            <a:custGeom>
              <a:avLst/>
              <a:gdLst/>
              <a:ahLst/>
              <a:cxnLst/>
              <a:rect l="l" t="t" r="r" b="b"/>
              <a:pathLst>
                <a:path w="5716" h="3721" extrusionOk="0">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6" name="Google Shape;17726;p138"/>
            <p:cNvSpPr/>
            <p:nvPr/>
          </p:nvSpPr>
          <p:spPr>
            <a:xfrm>
              <a:off x="5018124" y="3557317"/>
              <a:ext cx="50747" cy="17334"/>
            </a:xfrm>
            <a:custGeom>
              <a:avLst/>
              <a:gdLst/>
              <a:ahLst/>
              <a:cxnLst/>
              <a:rect l="l" t="t" r="r" b="b"/>
              <a:pathLst>
                <a:path w="1938" h="662" extrusionOk="0">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7" name="Google Shape;17727;p138"/>
            <p:cNvSpPr/>
            <p:nvPr/>
          </p:nvSpPr>
          <p:spPr>
            <a:xfrm>
              <a:off x="5003487" y="3517358"/>
              <a:ext cx="11390" cy="17073"/>
            </a:xfrm>
            <a:custGeom>
              <a:avLst/>
              <a:gdLst/>
              <a:ahLst/>
              <a:cxnLst/>
              <a:rect l="l" t="t" r="r" b="b"/>
              <a:pathLst>
                <a:path w="435" h="652" extrusionOk="0">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8" name="Google Shape;17728;p138"/>
            <p:cNvSpPr/>
            <p:nvPr/>
          </p:nvSpPr>
          <p:spPr>
            <a:xfrm>
              <a:off x="5072065" y="3517358"/>
              <a:ext cx="11521" cy="17073"/>
            </a:xfrm>
            <a:custGeom>
              <a:avLst/>
              <a:gdLst/>
              <a:ahLst/>
              <a:cxnLst/>
              <a:rect l="l" t="t" r="r" b="b"/>
              <a:pathLst>
                <a:path w="440" h="652" extrusionOk="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9" name="Google Shape;17729;p138"/>
            <p:cNvSpPr/>
            <p:nvPr/>
          </p:nvSpPr>
          <p:spPr>
            <a:xfrm>
              <a:off x="4980627" y="3448727"/>
              <a:ext cx="125924" cy="22990"/>
            </a:xfrm>
            <a:custGeom>
              <a:avLst/>
              <a:gdLst/>
              <a:ahLst/>
              <a:cxnLst/>
              <a:rect l="l" t="t" r="r" b="b"/>
              <a:pathLst>
                <a:path w="4809" h="878" extrusionOk="0">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0" name="Google Shape;17730;p138"/>
            <p:cNvSpPr/>
            <p:nvPr/>
          </p:nvSpPr>
          <p:spPr>
            <a:xfrm>
              <a:off x="4986388" y="3346789"/>
              <a:ext cx="55722" cy="101964"/>
            </a:xfrm>
            <a:custGeom>
              <a:avLst/>
              <a:gdLst/>
              <a:ahLst/>
              <a:cxnLst/>
              <a:rect l="l" t="t" r="r" b="b"/>
              <a:pathLst>
                <a:path w="2128" h="3894" extrusionOk="0">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1" name="Google Shape;17731;p138"/>
            <p:cNvSpPr/>
            <p:nvPr/>
          </p:nvSpPr>
          <p:spPr>
            <a:xfrm>
              <a:off x="4980627" y="3448727"/>
              <a:ext cx="34250" cy="22990"/>
            </a:xfrm>
            <a:custGeom>
              <a:avLst/>
              <a:gdLst/>
              <a:ahLst/>
              <a:cxnLst/>
              <a:rect l="l" t="t" r="r" b="b"/>
              <a:pathLst>
                <a:path w="1308" h="878" extrusionOk="0">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2" name="Google Shape;17732;p138"/>
            <p:cNvSpPr/>
            <p:nvPr/>
          </p:nvSpPr>
          <p:spPr>
            <a:xfrm>
              <a:off x="4916683" y="3471692"/>
              <a:ext cx="92695" cy="40011"/>
            </a:xfrm>
            <a:custGeom>
              <a:avLst/>
              <a:gdLst/>
              <a:ahLst/>
              <a:cxnLst/>
              <a:rect l="l" t="t" r="r" b="b"/>
              <a:pathLst>
                <a:path w="3540" h="1528" extrusionOk="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33" name="Google Shape;17733;p138"/>
          <p:cNvGrpSpPr/>
          <p:nvPr/>
        </p:nvGrpSpPr>
        <p:grpSpPr>
          <a:xfrm>
            <a:off x="5809723" y="2879911"/>
            <a:ext cx="263081" cy="355016"/>
            <a:chOff x="5809723" y="2879911"/>
            <a:chExt cx="263081" cy="355016"/>
          </a:xfrm>
        </p:grpSpPr>
        <p:sp>
          <p:nvSpPr>
            <p:cNvPr id="17734" name="Google Shape;17734;p138"/>
            <p:cNvSpPr/>
            <p:nvPr/>
          </p:nvSpPr>
          <p:spPr>
            <a:xfrm>
              <a:off x="5809723" y="3136969"/>
              <a:ext cx="263081" cy="97696"/>
            </a:xfrm>
            <a:custGeom>
              <a:avLst/>
              <a:gdLst/>
              <a:ahLst/>
              <a:cxnLst/>
              <a:rect l="l" t="t" r="r" b="b"/>
              <a:pathLst>
                <a:path w="10047" h="3731" extrusionOk="0">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5" name="Google Shape;17735;p138"/>
            <p:cNvSpPr/>
            <p:nvPr/>
          </p:nvSpPr>
          <p:spPr>
            <a:xfrm>
              <a:off x="5865942" y="3136969"/>
              <a:ext cx="150642" cy="75937"/>
            </a:xfrm>
            <a:custGeom>
              <a:avLst/>
              <a:gdLst/>
              <a:ahLst/>
              <a:cxnLst/>
              <a:rect l="l" t="t" r="r" b="b"/>
              <a:pathLst>
                <a:path w="5753" h="2900" extrusionOk="0">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6" name="Google Shape;17736;p138"/>
            <p:cNvSpPr/>
            <p:nvPr/>
          </p:nvSpPr>
          <p:spPr>
            <a:xfrm>
              <a:off x="5876416" y="3120734"/>
              <a:ext cx="129432" cy="80650"/>
            </a:xfrm>
            <a:custGeom>
              <a:avLst/>
              <a:gdLst/>
              <a:ahLst/>
              <a:cxnLst/>
              <a:rect l="l" t="t" r="r" b="b"/>
              <a:pathLst>
                <a:path w="4943" h="3080" extrusionOk="0">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7" name="Google Shape;17737;p138"/>
            <p:cNvSpPr/>
            <p:nvPr/>
          </p:nvSpPr>
          <p:spPr>
            <a:xfrm>
              <a:off x="5895400" y="3120734"/>
              <a:ext cx="91726" cy="62477"/>
            </a:xfrm>
            <a:custGeom>
              <a:avLst/>
              <a:gdLst/>
              <a:ahLst/>
              <a:cxnLst/>
              <a:rect l="l" t="t" r="r" b="b"/>
              <a:pathLst>
                <a:path w="3503" h="2386" extrusionOk="0">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8" name="Google Shape;17738;p138"/>
            <p:cNvSpPr/>
            <p:nvPr/>
          </p:nvSpPr>
          <p:spPr>
            <a:xfrm>
              <a:off x="5906895" y="3091747"/>
              <a:ext cx="68736" cy="79969"/>
            </a:xfrm>
            <a:custGeom>
              <a:avLst/>
              <a:gdLst/>
              <a:ahLst/>
              <a:cxnLst/>
              <a:rect l="l" t="t" r="r" b="b"/>
              <a:pathLst>
                <a:path w="2625" h="3054" extrusionOk="0">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9" name="Google Shape;17739;p138"/>
            <p:cNvSpPr/>
            <p:nvPr/>
          </p:nvSpPr>
          <p:spPr>
            <a:xfrm>
              <a:off x="5906895" y="3091747"/>
              <a:ext cx="68736" cy="28568"/>
            </a:xfrm>
            <a:custGeom>
              <a:avLst/>
              <a:gdLst/>
              <a:ahLst/>
              <a:cxnLst/>
              <a:rect l="l" t="t" r="r" b="b"/>
              <a:pathLst>
                <a:path w="2625" h="1091" extrusionOk="0">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0" name="Google Shape;17740;p138"/>
            <p:cNvSpPr/>
            <p:nvPr/>
          </p:nvSpPr>
          <p:spPr>
            <a:xfrm>
              <a:off x="5906895" y="2879911"/>
              <a:ext cx="68736" cy="46007"/>
            </a:xfrm>
            <a:custGeom>
              <a:avLst/>
              <a:gdLst/>
              <a:ahLst/>
              <a:cxnLst/>
              <a:rect l="l" t="t" r="r" b="b"/>
              <a:pathLst>
                <a:path w="2625" h="1757" extrusionOk="0">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1" name="Google Shape;17741;p138"/>
            <p:cNvSpPr/>
            <p:nvPr/>
          </p:nvSpPr>
          <p:spPr>
            <a:xfrm>
              <a:off x="5838212" y="2914134"/>
              <a:ext cx="206102" cy="137419"/>
            </a:xfrm>
            <a:custGeom>
              <a:avLst/>
              <a:gdLst/>
              <a:ahLst/>
              <a:cxnLst/>
              <a:rect l="l" t="t" r="r" b="b"/>
              <a:pathLst>
                <a:path w="7871" h="5248" extrusionOk="0">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2" name="Google Shape;17742;p138"/>
            <p:cNvSpPr/>
            <p:nvPr/>
          </p:nvSpPr>
          <p:spPr>
            <a:xfrm>
              <a:off x="5861203" y="2948620"/>
              <a:ext cx="160147" cy="91438"/>
            </a:xfrm>
            <a:custGeom>
              <a:avLst/>
              <a:gdLst/>
              <a:ahLst/>
              <a:cxnLst/>
              <a:rect l="l" t="t" r="r" b="b"/>
              <a:pathLst>
                <a:path w="6116" h="3492" extrusionOk="0">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3" name="Google Shape;17743;p138"/>
            <p:cNvSpPr/>
            <p:nvPr/>
          </p:nvSpPr>
          <p:spPr>
            <a:xfrm>
              <a:off x="5848712" y="2960115"/>
              <a:ext cx="184630" cy="148652"/>
            </a:xfrm>
            <a:custGeom>
              <a:avLst/>
              <a:gdLst/>
              <a:ahLst/>
              <a:cxnLst/>
              <a:rect l="l" t="t" r="r" b="b"/>
              <a:pathLst>
                <a:path w="7051" h="5677" extrusionOk="0">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4" name="Google Shape;17744;p138"/>
            <p:cNvSpPr/>
            <p:nvPr/>
          </p:nvSpPr>
          <p:spPr>
            <a:xfrm>
              <a:off x="5848948" y="2960115"/>
              <a:ext cx="132418" cy="148626"/>
            </a:xfrm>
            <a:custGeom>
              <a:avLst/>
              <a:gdLst/>
              <a:ahLst/>
              <a:cxnLst/>
              <a:rect l="l" t="t" r="r" b="b"/>
              <a:pathLst>
                <a:path w="5057" h="5676" extrusionOk="0">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5" name="Google Shape;17745;p138"/>
            <p:cNvSpPr/>
            <p:nvPr/>
          </p:nvSpPr>
          <p:spPr>
            <a:xfrm>
              <a:off x="5889666" y="3005808"/>
              <a:ext cx="34512" cy="22781"/>
            </a:xfrm>
            <a:custGeom>
              <a:avLst/>
              <a:gdLst/>
              <a:ahLst/>
              <a:cxnLst/>
              <a:rect l="l" t="t" r="r" b="b"/>
              <a:pathLst>
                <a:path w="1318" h="870" extrusionOk="0">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6" name="Google Shape;17746;p138"/>
            <p:cNvSpPr/>
            <p:nvPr/>
          </p:nvSpPr>
          <p:spPr>
            <a:xfrm>
              <a:off x="5958375" y="3005808"/>
              <a:ext cx="34486" cy="22781"/>
            </a:xfrm>
            <a:custGeom>
              <a:avLst/>
              <a:gdLst/>
              <a:ahLst/>
              <a:cxnLst/>
              <a:rect l="l" t="t" r="r" b="b"/>
              <a:pathLst>
                <a:path w="1317" h="870" extrusionOk="0">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7" name="Google Shape;17747;p138"/>
            <p:cNvSpPr/>
            <p:nvPr/>
          </p:nvSpPr>
          <p:spPr>
            <a:xfrm>
              <a:off x="5915929" y="3057707"/>
              <a:ext cx="50668" cy="17361"/>
            </a:xfrm>
            <a:custGeom>
              <a:avLst/>
              <a:gdLst/>
              <a:ahLst/>
              <a:cxnLst/>
              <a:rect l="l" t="t" r="r" b="b"/>
              <a:pathLst>
                <a:path w="1935" h="663" extrusionOk="0">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8" name="Google Shape;17748;p138"/>
            <p:cNvSpPr/>
            <p:nvPr/>
          </p:nvSpPr>
          <p:spPr>
            <a:xfrm>
              <a:off x="5901161" y="3012197"/>
              <a:ext cx="11521" cy="16889"/>
            </a:xfrm>
            <a:custGeom>
              <a:avLst/>
              <a:gdLst/>
              <a:ahLst/>
              <a:cxnLst/>
              <a:rect l="l" t="t" r="r" b="b"/>
              <a:pathLst>
                <a:path w="440" h="645" extrusionOk="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9" name="Google Shape;17749;p138"/>
            <p:cNvSpPr/>
            <p:nvPr/>
          </p:nvSpPr>
          <p:spPr>
            <a:xfrm>
              <a:off x="5969844" y="3012197"/>
              <a:ext cx="11521" cy="16889"/>
            </a:xfrm>
            <a:custGeom>
              <a:avLst/>
              <a:gdLst/>
              <a:ahLst/>
              <a:cxnLst/>
              <a:rect l="l" t="t" r="r" b="b"/>
              <a:pathLst>
                <a:path w="440" h="645" extrusionOk="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0" name="Google Shape;17750;p138"/>
            <p:cNvSpPr/>
            <p:nvPr/>
          </p:nvSpPr>
          <p:spPr>
            <a:xfrm>
              <a:off x="5922135" y="3011569"/>
              <a:ext cx="38256" cy="11260"/>
            </a:xfrm>
            <a:custGeom>
              <a:avLst/>
              <a:gdLst/>
              <a:ahLst/>
              <a:cxnLst/>
              <a:rect l="l" t="t" r="r" b="b"/>
              <a:pathLst>
                <a:path w="1461" h="430" extrusionOk="0">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1" name="Google Shape;17751;p138"/>
            <p:cNvSpPr/>
            <p:nvPr/>
          </p:nvSpPr>
          <p:spPr>
            <a:xfrm>
              <a:off x="5933630" y="3211648"/>
              <a:ext cx="15266" cy="11521"/>
            </a:xfrm>
            <a:custGeom>
              <a:avLst/>
              <a:gdLst/>
              <a:ahLst/>
              <a:cxnLst/>
              <a:rect l="l" t="t" r="r" b="b"/>
              <a:pathLst>
                <a:path w="583" h="440" extrusionOk="0">
                  <a:moveTo>
                    <a:pt x="296" y="1"/>
                  </a:moveTo>
                  <a:cubicBezTo>
                    <a:pt x="1" y="1"/>
                    <a:pt x="1" y="440"/>
                    <a:pt x="296" y="440"/>
                  </a:cubicBezTo>
                  <a:cubicBezTo>
                    <a:pt x="583" y="440"/>
                    <a:pt x="583" y="1"/>
                    <a:pt x="29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2" name="Google Shape;17752;p138"/>
            <p:cNvSpPr/>
            <p:nvPr/>
          </p:nvSpPr>
          <p:spPr>
            <a:xfrm>
              <a:off x="5868691" y="2994156"/>
              <a:ext cx="66955" cy="57398"/>
            </a:xfrm>
            <a:custGeom>
              <a:avLst/>
              <a:gdLst/>
              <a:ahLst/>
              <a:cxnLst/>
              <a:rect l="l" t="t" r="r" b="b"/>
              <a:pathLst>
                <a:path w="2557" h="2192" extrusionOk="0">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3" name="Google Shape;17753;p138"/>
            <p:cNvSpPr/>
            <p:nvPr/>
          </p:nvSpPr>
          <p:spPr>
            <a:xfrm>
              <a:off x="5937375" y="2994156"/>
              <a:ext cx="66719" cy="57398"/>
            </a:xfrm>
            <a:custGeom>
              <a:avLst/>
              <a:gdLst/>
              <a:ahLst/>
              <a:cxnLst/>
              <a:rect l="l" t="t" r="r" b="b"/>
              <a:pathLst>
                <a:path w="2548" h="2192" extrusionOk="0">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4" name="Google Shape;17754;p138"/>
            <p:cNvSpPr/>
            <p:nvPr/>
          </p:nvSpPr>
          <p:spPr>
            <a:xfrm>
              <a:off x="5811477" y="3169202"/>
              <a:ext cx="49725" cy="65724"/>
            </a:xfrm>
            <a:custGeom>
              <a:avLst/>
              <a:gdLst/>
              <a:ahLst/>
              <a:cxnLst/>
              <a:rect l="l" t="t" r="r" b="b"/>
              <a:pathLst>
                <a:path w="1899" h="2510" extrusionOk="0">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5" name="Google Shape;17755;p138"/>
            <p:cNvSpPr/>
            <p:nvPr/>
          </p:nvSpPr>
          <p:spPr>
            <a:xfrm>
              <a:off x="6021324" y="3169202"/>
              <a:ext cx="49725" cy="65724"/>
            </a:xfrm>
            <a:custGeom>
              <a:avLst/>
              <a:gdLst/>
              <a:ahLst/>
              <a:cxnLst/>
              <a:rect l="l" t="t" r="r" b="b"/>
              <a:pathLst>
                <a:path w="1899" h="2510" extrusionOk="0">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56" name="Google Shape;17756;p138"/>
          <p:cNvGrpSpPr/>
          <p:nvPr/>
        </p:nvGrpSpPr>
        <p:grpSpPr>
          <a:xfrm>
            <a:off x="7616069" y="4268056"/>
            <a:ext cx="263316" cy="354754"/>
            <a:chOff x="7616069" y="4268056"/>
            <a:chExt cx="263316" cy="354754"/>
          </a:xfrm>
        </p:grpSpPr>
        <p:sp>
          <p:nvSpPr>
            <p:cNvPr id="17757" name="Google Shape;17757;p138"/>
            <p:cNvSpPr/>
            <p:nvPr/>
          </p:nvSpPr>
          <p:spPr>
            <a:xfrm>
              <a:off x="7616069" y="4513881"/>
              <a:ext cx="263316" cy="108930"/>
            </a:xfrm>
            <a:custGeom>
              <a:avLst/>
              <a:gdLst/>
              <a:ahLst/>
              <a:cxnLst/>
              <a:rect l="l" t="t" r="r" b="b"/>
              <a:pathLst>
                <a:path w="10056" h="4160" extrusionOk="0">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8" name="Google Shape;17758;p138"/>
            <p:cNvSpPr/>
            <p:nvPr/>
          </p:nvSpPr>
          <p:spPr>
            <a:xfrm>
              <a:off x="7719238" y="4514116"/>
              <a:ext cx="57214" cy="108694"/>
            </a:xfrm>
            <a:custGeom>
              <a:avLst/>
              <a:gdLst/>
              <a:ahLst/>
              <a:cxnLst/>
              <a:rect l="l" t="t" r="r" b="b"/>
              <a:pathLst>
                <a:path w="2185" h="4151" extrusionOk="0">
                  <a:moveTo>
                    <a:pt x="0" y="1"/>
                  </a:moveTo>
                  <a:lnTo>
                    <a:pt x="0" y="4151"/>
                  </a:lnTo>
                  <a:lnTo>
                    <a:pt x="2185" y="4151"/>
                  </a:lnTo>
                  <a:lnTo>
                    <a:pt x="2185"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9" name="Google Shape;17759;p138"/>
            <p:cNvSpPr/>
            <p:nvPr/>
          </p:nvSpPr>
          <p:spPr>
            <a:xfrm>
              <a:off x="7719238" y="4514116"/>
              <a:ext cx="57214" cy="34433"/>
            </a:xfrm>
            <a:custGeom>
              <a:avLst/>
              <a:gdLst/>
              <a:ahLst/>
              <a:cxnLst/>
              <a:rect l="l" t="t" r="r" b="b"/>
              <a:pathLst>
                <a:path w="2185" h="1315" extrusionOk="0">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0" name="Google Shape;17760;p138"/>
            <p:cNvSpPr/>
            <p:nvPr/>
          </p:nvSpPr>
          <p:spPr>
            <a:xfrm>
              <a:off x="7642542" y="4268082"/>
              <a:ext cx="210344" cy="208852"/>
            </a:xfrm>
            <a:custGeom>
              <a:avLst/>
              <a:gdLst/>
              <a:ahLst/>
              <a:cxnLst/>
              <a:rect l="l" t="t" r="r" b="b"/>
              <a:pathLst>
                <a:path w="8033" h="7976" extrusionOk="0">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1" name="Google Shape;17761;p138"/>
            <p:cNvSpPr/>
            <p:nvPr/>
          </p:nvSpPr>
          <p:spPr>
            <a:xfrm>
              <a:off x="7713477" y="4462663"/>
              <a:ext cx="68736" cy="74470"/>
            </a:xfrm>
            <a:custGeom>
              <a:avLst/>
              <a:gdLst/>
              <a:ahLst/>
              <a:cxnLst/>
              <a:rect l="l" t="t" r="r" b="b"/>
              <a:pathLst>
                <a:path w="2625" h="2844" extrusionOk="0">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2" name="Google Shape;17762;p138"/>
            <p:cNvSpPr/>
            <p:nvPr/>
          </p:nvSpPr>
          <p:spPr>
            <a:xfrm>
              <a:off x="7713477" y="4462663"/>
              <a:ext cx="68736" cy="28620"/>
            </a:xfrm>
            <a:custGeom>
              <a:avLst/>
              <a:gdLst/>
              <a:ahLst/>
              <a:cxnLst/>
              <a:rect l="l" t="t" r="r" b="b"/>
              <a:pathLst>
                <a:path w="2625" h="1093" extrusionOk="0">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3" name="Google Shape;17763;p138"/>
            <p:cNvSpPr/>
            <p:nvPr/>
          </p:nvSpPr>
          <p:spPr>
            <a:xfrm>
              <a:off x="7673257" y="4319771"/>
              <a:ext cx="148914" cy="160147"/>
            </a:xfrm>
            <a:custGeom>
              <a:avLst/>
              <a:gdLst/>
              <a:ahLst/>
              <a:cxnLst/>
              <a:rect l="l" t="t" r="r" b="b"/>
              <a:pathLst>
                <a:path w="5687" h="6116" extrusionOk="0">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4" name="Google Shape;17764;p138"/>
            <p:cNvSpPr/>
            <p:nvPr/>
          </p:nvSpPr>
          <p:spPr>
            <a:xfrm>
              <a:off x="7673047" y="4319771"/>
              <a:ext cx="149124" cy="160174"/>
            </a:xfrm>
            <a:custGeom>
              <a:avLst/>
              <a:gdLst/>
              <a:ahLst/>
              <a:cxnLst/>
              <a:rect l="l" t="t" r="r" b="b"/>
              <a:pathLst>
                <a:path w="5695" h="6117" extrusionOk="0">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5" name="Google Shape;17765;p138"/>
            <p:cNvSpPr/>
            <p:nvPr/>
          </p:nvSpPr>
          <p:spPr>
            <a:xfrm>
              <a:off x="7699992" y="4371251"/>
              <a:ext cx="26761" cy="11260"/>
            </a:xfrm>
            <a:custGeom>
              <a:avLst/>
              <a:gdLst/>
              <a:ahLst/>
              <a:cxnLst/>
              <a:rect l="l" t="t" r="r" b="b"/>
              <a:pathLst>
                <a:path w="1022" h="430" extrusionOk="0">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6" name="Google Shape;17766;p138"/>
            <p:cNvSpPr/>
            <p:nvPr/>
          </p:nvSpPr>
          <p:spPr>
            <a:xfrm>
              <a:off x="7768701" y="4371251"/>
              <a:ext cx="26735" cy="11260"/>
            </a:xfrm>
            <a:custGeom>
              <a:avLst/>
              <a:gdLst/>
              <a:ahLst/>
              <a:cxnLst/>
              <a:rect l="l" t="t" r="r" b="b"/>
              <a:pathLst>
                <a:path w="1021" h="430" extrusionOk="0">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7" name="Google Shape;17767;p138"/>
            <p:cNvSpPr/>
            <p:nvPr/>
          </p:nvSpPr>
          <p:spPr>
            <a:xfrm>
              <a:off x="7814394" y="4571278"/>
              <a:ext cx="43991" cy="40115"/>
            </a:xfrm>
            <a:custGeom>
              <a:avLst/>
              <a:gdLst/>
              <a:ahLst/>
              <a:cxnLst/>
              <a:rect l="l" t="t" r="r" b="b"/>
              <a:pathLst>
                <a:path w="1680" h="1532" extrusionOk="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8" name="Google Shape;17768;p138"/>
            <p:cNvSpPr/>
            <p:nvPr/>
          </p:nvSpPr>
          <p:spPr>
            <a:xfrm>
              <a:off x="7644794" y="4588560"/>
              <a:ext cx="57214" cy="34250"/>
            </a:xfrm>
            <a:custGeom>
              <a:avLst/>
              <a:gdLst/>
              <a:ahLst/>
              <a:cxnLst/>
              <a:rect l="l" t="t" r="r" b="b"/>
              <a:pathLst>
                <a:path w="2185" h="1308" extrusionOk="0">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9" name="Google Shape;17769;p138"/>
            <p:cNvSpPr/>
            <p:nvPr/>
          </p:nvSpPr>
          <p:spPr>
            <a:xfrm>
              <a:off x="7667653" y="4571278"/>
              <a:ext cx="11390" cy="28568"/>
            </a:xfrm>
            <a:custGeom>
              <a:avLst/>
              <a:gdLst/>
              <a:ahLst/>
              <a:cxnLst/>
              <a:rect l="l" t="t" r="r" b="b"/>
              <a:pathLst>
                <a:path w="435" h="1091" extrusionOk="0">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0" name="Google Shape;17770;p138"/>
            <p:cNvSpPr/>
            <p:nvPr/>
          </p:nvSpPr>
          <p:spPr>
            <a:xfrm>
              <a:off x="7707743" y="438835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1" name="Google Shape;17771;p138"/>
            <p:cNvSpPr/>
            <p:nvPr/>
          </p:nvSpPr>
          <p:spPr>
            <a:xfrm>
              <a:off x="7776426" y="4388350"/>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2" name="Google Shape;17772;p138"/>
            <p:cNvSpPr/>
            <p:nvPr/>
          </p:nvSpPr>
          <p:spPr>
            <a:xfrm>
              <a:off x="7721987" y="4425454"/>
              <a:ext cx="51480" cy="22886"/>
            </a:xfrm>
            <a:custGeom>
              <a:avLst/>
              <a:gdLst/>
              <a:ahLst/>
              <a:cxnLst/>
              <a:rect l="l" t="t" r="r" b="b"/>
              <a:pathLst>
                <a:path w="1966" h="874" extrusionOk="0">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3" name="Google Shape;17773;p138"/>
            <p:cNvSpPr/>
            <p:nvPr/>
          </p:nvSpPr>
          <p:spPr>
            <a:xfrm>
              <a:off x="7650528" y="4268056"/>
              <a:ext cx="194371" cy="108956"/>
            </a:xfrm>
            <a:custGeom>
              <a:avLst/>
              <a:gdLst/>
              <a:ahLst/>
              <a:cxnLst/>
              <a:rect l="l" t="t" r="r" b="b"/>
              <a:pathLst>
                <a:path w="7423" h="4161" extrusionOk="0">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4" name="Google Shape;17774;p138"/>
            <p:cNvSpPr/>
            <p:nvPr/>
          </p:nvSpPr>
          <p:spPr>
            <a:xfrm>
              <a:off x="7747701" y="4492147"/>
              <a:ext cx="65724" cy="130663"/>
            </a:xfrm>
            <a:custGeom>
              <a:avLst/>
              <a:gdLst/>
              <a:ahLst/>
              <a:cxnLst/>
              <a:rect l="l" t="t" r="r" b="b"/>
              <a:pathLst>
                <a:path w="2510" h="4990" extrusionOk="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5" name="Google Shape;17775;p138"/>
            <p:cNvSpPr/>
            <p:nvPr/>
          </p:nvSpPr>
          <p:spPr>
            <a:xfrm>
              <a:off x="7682003" y="4492147"/>
              <a:ext cx="65724" cy="130663"/>
            </a:xfrm>
            <a:custGeom>
              <a:avLst/>
              <a:gdLst/>
              <a:ahLst/>
              <a:cxnLst/>
              <a:rect l="l" t="t" r="r" b="b"/>
              <a:pathLst>
                <a:path w="2510" h="4990" extrusionOk="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6" name="Google Shape;17776;p138"/>
            <p:cNvSpPr/>
            <p:nvPr/>
          </p:nvSpPr>
          <p:spPr>
            <a:xfrm>
              <a:off x="7715231" y="4268082"/>
              <a:ext cx="129668" cy="92931"/>
            </a:xfrm>
            <a:custGeom>
              <a:avLst/>
              <a:gdLst/>
              <a:ahLst/>
              <a:cxnLst/>
              <a:rect l="l" t="t" r="r" b="b"/>
              <a:pathLst>
                <a:path w="4952" h="3549" extrusionOk="0">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7" name="Google Shape;17777;p138"/>
            <p:cNvSpPr/>
            <p:nvPr/>
          </p:nvSpPr>
          <p:spPr>
            <a:xfrm>
              <a:off x="7644794" y="4605554"/>
              <a:ext cx="57214" cy="17256"/>
            </a:xfrm>
            <a:custGeom>
              <a:avLst/>
              <a:gdLst/>
              <a:ahLst/>
              <a:cxnLst/>
              <a:rect l="l" t="t" r="r" b="b"/>
              <a:pathLst>
                <a:path w="2185" h="659" extrusionOk="0">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78" name="Google Shape;17778;p138"/>
          <p:cNvGrpSpPr/>
          <p:nvPr/>
        </p:nvGrpSpPr>
        <p:grpSpPr>
          <a:xfrm>
            <a:off x="7164404" y="4268318"/>
            <a:ext cx="263316" cy="354493"/>
            <a:chOff x="7164404" y="4268318"/>
            <a:chExt cx="263316" cy="354493"/>
          </a:xfrm>
        </p:grpSpPr>
        <p:sp>
          <p:nvSpPr>
            <p:cNvPr id="17779" name="Google Shape;17779;p138"/>
            <p:cNvSpPr/>
            <p:nvPr/>
          </p:nvSpPr>
          <p:spPr>
            <a:xfrm>
              <a:off x="7170898" y="4268318"/>
              <a:ext cx="250590" cy="280049"/>
            </a:xfrm>
            <a:custGeom>
              <a:avLst/>
              <a:gdLst/>
              <a:ahLst/>
              <a:cxnLst/>
              <a:rect l="l" t="t" r="r" b="b"/>
              <a:pathLst>
                <a:path w="9570" h="10695" extrusionOk="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0" name="Google Shape;17780;p138"/>
            <p:cNvSpPr/>
            <p:nvPr/>
          </p:nvSpPr>
          <p:spPr>
            <a:xfrm>
              <a:off x="7164404" y="4474158"/>
              <a:ext cx="263316" cy="148652"/>
            </a:xfrm>
            <a:custGeom>
              <a:avLst/>
              <a:gdLst/>
              <a:ahLst/>
              <a:cxnLst/>
              <a:rect l="l" t="t" r="r" b="b"/>
              <a:pathLst>
                <a:path w="10056" h="5677" extrusionOk="0">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1" name="Google Shape;17781;p138"/>
            <p:cNvSpPr/>
            <p:nvPr/>
          </p:nvSpPr>
          <p:spPr>
            <a:xfrm>
              <a:off x="7164666" y="4547607"/>
              <a:ext cx="263055" cy="75203"/>
            </a:xfrm>
            <a:custGeom>
              <a:avLst/>
              <a:gdLst/>
              <a:ahLst/>
              <a:cxnLst/>
              <a:rect l="l" t="t" r="r" b="b"/>
              <a:pathLst>
                <a:path w="10046" h="2872" extrusionOk="0">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2" name="Google Shape;17782;p138"/>
            <p:cNvSpPr/>
            <p:nvPr/>
          </p:nvSpPr>
          <p:spPr>
            <a:xfrm>
              <a:off x="7175166" y="4547607"/>
              <a:ext cx="242080" cy="46740"/>
            </a:xfrm>
            <a:custGeom>
              <a:avLst/>
              <a:gdLst/>
              <a:ahLst/>
              <a:cxnLst/>
              <a:rect l="l" t="t" r="r" b="b"/>
              <a:pathLst>
                <a:path w="9245" h="1785" extrusionOk="0">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3" name="Google Shape;17783;p138"/>
            <p:cNvSpPr/>
            <p:nvPr/>
          </p:nvSpPr>
          <p:spPr>
            <a:xfrm>
              <a:off x="7261838" y="4474158"/>
              <a:ext cx="68709" cy="22833"/>
            </a:xfrm>
            <a:custGeom>
              <a:avLst/>
              <a:gdLst/>
              <a:ahLst/>
              <a:cxnLst/>
              <a:rect l="l" t="t" r="r" b="b"/>
              <a:pathLst>
                <a:path w="2624" h="872" extrusionOk="0">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4" name="Google Shape;17784;p138"/>
            <p:cNvSpPr/>
            <p:nvPr/>
          </p:nvSpPr>
          <p:spPr>
            <a:xfrm>
              <a:off x="7221618" y="4291046"/>
              <a:ext cx="148914" cy="194371"/>
            </a:xfrm>
            <a:custGeom>
              <a:avLst/>
              <a:gdLst/>
              <a:ahLst/>
              <a:cxnLst/>
              <a:rect l="l" t="t" r="r" b="b"/>
              <a:pathLst>
                <a:path w="5687" h="7423" extrusionOk="0">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5" name="Google Shape;17785;p138"/>
            <p:cNvSpPr/>
            <p:nvPr/>
          </p:nvSpPr>
          <p:spPr>
            <a:xfrm>
              <a:off x="7221382" y="4291046"/>
              <a:ext cx="148888" cy="194397"/>
            </a:xfrm>
            <a:custGeom>
              <a:avLst/>
              <a:gdLst/>
              <a:ahLst/>
              <a:cxnLst/>
              <a:rect l="l" t="t" r="r" b="b"/>
              <a:pathLst>
                <a:path w="5686" h="7424" extrusionOk="0">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6" name="Google Shape;17786;p138"/>
            <p:cNvSpPr/>
            <p:nvPr/>
          </p:nvSpPr>
          <p:spPr>
            <a:xfrm>
              <a:off x="7270767" y="4433755"/>
              <a:ext cx="50799" cy="17465"/>
            </a:xfrm>
            <a:custGeom>
              <a:avLst/>
              <a:gdLst/>
              <a:ahLst/>
              <a:cxnLst/>
              <a:rect l="l" t="t" r="r" b="b"/>
              <a:pathLst>
                <a:path w="1940" h="667" extrusionOk="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7" name="Google Shape;17787;p138"/>
            <p:cNvSpPr/>
            <p:nvPr/>
          </p:nvSpPr>
          <p:spPr>
            <a:xfrm>
              <a:off x="7256104" y="4394084"/>
              <a:ext cx="11495" cy="17151"/>
            </a:xfrm>
            <a:custGeom>
              <a:avLst/>
              <a:gdLst/>
              <a:ahLst/>
              <a:cxnLst/>
              <a:rect l="l" t="t" r="r" b="b"/>
              <a:pathLst>
                <a:path w="439" h="655" extrusionOk="0">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8" name="Google Shape;17788;p138"/>
            <p:cNvSpPr/>
            <p:nvPr/>
          </p:nvSpPr>
          <p:spPr>
            <a:xfrm>
              <a:off x="7324787" y="4394084"/>
              <a:ext cx="11260" cy="17151"/>
            </a:xfrm>
            <a:custGeom>
              <a:avLst/>
              <a:gdLst/>
              <a:ahLst/>
              <a:cxnLst/>
              <a:rect l="l" t="t" r="r" b="b"/>
              <a:pathLst>
                <a:path w="430" h="655" extrusionOk="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9" name="Google Shape;17789;p138"/>
            <p:cNvSpPr/>
            <p:nvPr/>
          </p:nvSpPr>
          <p:spPr>
            <a:xfrm>
              <a:off x="7248353" y="4376986"/>
              <a:ext cx="26761" cy="11260"/>
            </a:xfrm>
            <a:custGeom>
              <a:avLst/>
              <a:gdLst/>
              <a:ahLst/>
              <a:cxnLst/>
              <a:rect l="l" t="t" r="r" b="b"/>
              <a:pathLst>
                <a:path w="1022" h="430" extrusionOk="0">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0" name="Google Shape;17790;p138"/>
            <p:cNvSpPr/>
            <p:nvPr/>
          </p:nvSpPr>
          <p:spPr>
            <a:xfrm>
              <a:off x="7317036" y="4376986"/>
              <a:ext cx="26761" cy="11260"/>
            </a:xfrm>
            <a:custGeom>
              <a:avLst/>
              <a:gdLst/>
              <a:ahLst/>
              <a:cxnLst/>
              <a:rect l="l" t="t" r="r" b="b"/>
              <a:pathLst>
                <a:path w="1022" h="430" extrusionOk="0">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1" name="Google Shape;17791;p138"/>
            <p:cNvSpPr/>
            <p:nvPr/>
          </p:nvSpPr>
          <p:spPr>
            <a:xfrm>
              <a:off x="7266840" y="4580836"/>
              <a:ext cx="23750" cy="41975"/>
            </a:xfrm>
            <a:custGeom>
              <a:avLst/>
              <a:gdLst/>
              <a:ahLst/>
              <a:cxnLst/>
              <a:rect l="l" t="t" r="r" b="b"/>
              <a:pathLst>
                <a:path w="907" h="1603" extrusionOk="0">
                  <a:moveTo>
                    <a:pt x="0" y="0"/>
                  </a:moveTo>
                  <a:lnTo>
                    <a:pt x="458" y="1603"/>
                  </a:lnTo>
                  <a:lnTo>
                    <a:pt x="907" y="1603"/>
                  </a:lnTo>
                  <a:lnTo>
                    <a:pt x="468" y="57"/>
                  </a:lnTo>
                  <a:cubicBezTo>
                    <a:pt x="306" y="38"/>
                    <a:pt x="153" y="19"/>
                    <a:pt x="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2" name="Google Shape;17792;p138"/>
            <p:cNvSpPr/>
            <p:nvPr/>
          </p:nvSpPr>
          <p:spPr>
            <a:xfrm>
              <a:off x="7301797" y="4580836"/>
              <a:ext cx="24012" cy="41975"/>
            </a:xfrm>
            <a:custGeom>
              <a:avLst/>
              <a:gdLst/>
              <a:ahLst/>
              <a:cxnLst/>
              <a:rect l="l" t="t" r="r" b="b"/>
              <a:pathLst>
                <a:path w="917" h="1603" extrusionOk="0">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3" name="Google Shape;17793;p138"/>
            <p:cNvSpPr/>
            <p:nvPr/>
          </p:nvSpPr>
          <p:spPr>
            <a:xfrm>
              <a:off x="7222377" y="4291046"/>
              <a:ext cx="147657" cy="66719"/>
            </a:xfrm>
            <a:custGeom>
              <a:avLst/>
              <a:gdLst/>
              <a:ahLst/>
              <a:cxnLst/>
              <a:rect l="l" t="t" r="r" b="b"/>
              <a:pathLst>
                <a:path w="5639" h="2548" extrusionOk="0">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4" name="Google Shape;17794;p138"/>
            <p:cNvSpPr/>
            <p:nvPr/>
          </p:nvSpPr>
          <p:spPr>
            <a:xfrm>
              <a:off x="7222377" y="4291099"/>
              <a:ext cx="85206" cy="66667"/>
            </a:xfrm>
            <a:custGeom>
              <a:avLst/>
              <a:gdLst/>
              <a:ahLst/>
              <a:cxnLst/>
              <a:rect l="l" t="t" r="r" b="b"/>
              <a:pathLst>
                <a:path w="3254" h="2546" extrusionOk="0">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95" name="Google Shape;17795;p138"/>
          <p:cNvGrpSpPr/>
          <p:nvPr/>
        </p:nvGrpSpPr>
        <p:grpSpPr>
          <a:xfrm>
            <a:off x="5358346" y="2879911"/>
            <a:ext cx="263316" cy="354754"/>
            <a:chOff x="5358346" y="2879911"/>
            <a:chExt cx="263316" cy="354754"/>
          </a:xfrm>
        </p:grpSpPr>
        <p:sp>
          <p:nvSpPr>
            <p:cNvPr id="17796" name="Google Shape;17796;p138"/>
            <p:cNvSpPr/>
            <p:nvPr/>
          </p:nvSpPr>
          <p:spPr>
            <a:xfrm>
              <a:off x="5392805" y="3120237"/>
              <a:ext cx="194371" cy="51480"/>
            </a:xfrm>
            <a:custGeom>
              <a:avLst/>
              <a:gdLst/>
              <a:ahLst/>
              <a:cxnLst/>
              <a:rect l="l" t="t" r="r" b="b"/>
              <a:pathLst>
                <a:path w="7423" h="1966" extrusionOk="0">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7" name="Google Shape;17797;p138"/>
            <p:cNvSpPr/>
            <p:nvPr/>
          </p:nvSpPr>
          <p:spPr>
            <a:xfrm>
              <a:off x="5450020" y="2879911"/>
              <a:ext cx="79969" cy="46007"/>
            </a:xfrm>
            <a:custGeom>
              <a:avLst/>
              <a:gdLst/>
              <a:ahLst/>
              <a:cxnLst/>
              <a:rect l="l" t="t" r="r" b="b"/>
              <a:pathLst>
                <a:path w="3054" h="1757" extrusionOk="0">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8" name="Google Shape;17798;p138"/>
            <p:cNvSpPr/>
            <p:nvPr/>
          </p:nvSpPr>
          <p:spPr>
            <a:xfrm>
              <a:off x="5358346" y="3091512"/>
              <a:ext cx="263316" cy="143153"/>
            </a:xfrm>
            <a:custGeom>
              <a:avLst/>
              <a:gdLst/>
              <a:ahLst/>
              <a:cxnLst/>
              <a:rect l="l" t="t" r="r" b="b"/>
              <a:pathLst>
                <a:path w="10056" h="5467" extrusionOk="0">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9" name="Google Shape;17799;p138"/>
            <p:cNvSpPr/>
            <p:nvPr/>
          </p:nvSpPr>
          <p:spPr>
            <a:xfrm>
              <a:off x="5358346" y="3144955"/>
              <a:ext cx="263316" cy="89710"/>
            </a:xfrm>
            <a:custGeom>
              <a:avLst/>
              <a:gdLst/>
              <a:ahLst/>
              <a:cxnLst/>
              <a:rect l="l" t="t" r="r" b="b"/>
              <a:pathLst>
                <a:path w="10056" h="3426" extrusionOk="0">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0" name="Google Shape;17800;p138"/>
            <p:cNvSpPr/>
            <p:nvPr/>
          </p:nvSpPr>
          <p:spPr>
            <a:xfrm>
              <a:off x="5423546" y="3144955"/>
              <a:ext cx="132915" cy="54988"/>
            </a:xfrm>
            <a:custGeom>
              <a:avLst/>
              <a:gdLst/>
              <a:ahLst/>
              <a:cxnLst/>
              <a:rect l="l" t="t" r="r" b="b"/>
              <a:pathLst>
                <a:path w="5076" h="2100" extrusionOk="0">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1" name="Google Shape;17801;p138"/>
            <p:cNvSpPr/>
            <p:nvPr/>
          </p:nvSpPr>
          <p:spPr>
            <a:xfrm>
              <a:off x="5455754" y="3091512"/>
              <a:ext cx="68736" cy="34564"/>
            </a:xfrm>
            <a:custGeom>
              <a:avLst/>
              <a:gdLst/>
              <a:ahLst/>
              <a:cxnLst/>
              <a:rect l="l" t="t" r="r" b="b"/>
              <a:pathLst>
                <a:path w="2625" h="1320" extrusionOk="0">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2" name="Google Shape;17802;p138"/>
            <p:cNvSpPr/>
            <p:nvPr/>
          </p:nvSpPr>
          <p:spPr>
            <a:xfrm>
              <a:off x="5397545" y="2994339"/>
              <a:ext cx="184630" cy="119927"/>
            </a:xfrm>
            <a:custGeom>
              <a:avLst/>
              <a:gdLst/>
              <a:ahLst/>
              <a:cxnLst/>
              <a:rect l="l" t="t" r="r" b="b"/>
              <a:pathLst>
                <a:path w="7051" h="4580" extrusionOk="0">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3" name="Google Shape;17803;p138"/>
            <p:cNvSpPr/>
            <p:nvPr/>
          </p:nvSpPr>
          <p:spPr>
            <a:xfrm>
              <a:off x="5397807" y="2982844"/>
              <a:ext cx="143651" cy="131632"/>
            </a:xfrm>
            <a:custGeom>
              <a:avLst/>
              <a:gdLst/>
              <a:ahLst/>
              <a:cxnLst/>
              <a:rect l="l" t="t" r="r" b="b"/>
              <a:pathLst>
                <a:path w="5486" h="5027" extrusionOk="0">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4" name="Google Shape;17804;p138"/>
            <p:cNvSpPr/>
            <p:nvPr/>
          </p:nvSpPr>
          <p:spPr>
            <a:xfrm>
              <a:off x="5410035" y="3139613"/>
              <a:ext cx="28515" cy="95052"/>
            </a:xfrm>
            <a:custGeom>
              <a:avLst/>
              <a:gdLst/>
              <a:ahLst/>
              <a:cxnLst/>
              <a:rect l="l" t="t" r="r" b="b"/>
              <a:pathLst>
                <a:path w="1089" h="3630" extrusionOk="0">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5" name="Google Shape;17805;p138"/>
            <p:cNvSpPr/>
            <p:nvPr/>
          </p:nvSpPr>
          <p:spPr>
            <a:xfrm>
              <a:off x="5464709" y="3062970"/>
              <a:ext cx="50563" cy="17334"/>
            </a:xfrm>
            <a:custGeom>
              <a:avLst/>
              <a:gdLst/>
              <a:ahLst/>
              <a:cxnLst/>
              <a:rect l="l" t="t" r="r" b="b"/>
              <a:pathLst>
                <a:path w="1931" h="662" extrusionOk="0">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6" name="Google Shape;17806;p138"/>
            <p:cNvSpPr/>
            <p:nvPr/>
          </p:nvSpPr>
          <p:spPr>
            <a:xfrm>
              <a:off x="5450020" y="3022933"/>
              <a:ext cx="11521" cy="17125"/>
            </a:xfrm>
            <a:custGeom>
              <a:avLst/>
              <a:gdLst/>
              <a:ahLst/>
              <a:cxnLst/>
              <a:rect l="l" t="t" r="r" b="b"/>
              <a:pathLst>
                <a:path w="440" h="654" extrusionOk="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7" name="Google Shape;17807;p138"/>
            <p:cNvSpPr/>
            <p:nvPr/>
          </p:nvSpPr>
          <p:spPr>
            <a:xfrm>
              <a:off x="5518572" y="3022933"/>
              <a:ext cx="11417" cy="17125"/>
            </a:xfrm>
            <a:custGeom>
              <a:avLst/>
              <a:gdLst/>
              <a:ahLst/>
              <a:cxnLst/>
              <a:rect l="l" t="t" r="r" b="b"/>
              <a:pathLst>
                <a:path w="436" h="654" extrusionOk="0">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8" name="Google Shape;17808;p138"/>
            <p:cNvSpPr/>
            <p:nvPr/>
          </p:nvSpPr>
          <p:spPr>
            <a:xfrm>
              <a:off x="5398566" y="2920131"/>
              <a:ext cx="183112" cy="111443"/>
            </a:xfrm>
            <a:custGeom>
              <a:avLst/>
              <a:gdLst/>
              <a:ahLst/>
              <a:cxnLst/>
              <a:rect l="l" t="t" r="r" b="b"/>
              <a:pathLst>
                <a:path w="6993" h="4256" extrusionOk="0">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9" name="Google Shape;17809;p138"/>
            <p:cNvSpPr/>
            <p:nvPr/>
          </p:nvSpPr>
          <p:spPr>
            <a:xfrm>
              <a:off x="5455754" y="2921126"/>
              <a:ext cx="125924" cy="73239"/>
            </a:xfrm>
            <a:custGeom>
              <a:avLst/>
              <a:gdLst/>
              <a:ahLst/>
              <a:cxnLst/>
              <a:rect l="l" t="t" r="r" b="b"/>
              <a:pathLst>
                <a:path w="4809" h="2797" extrusionOk="0">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0" name="Google Shape;17810;p138"/>
            <p:cNvSpPr/>
            <p:nvPr/>
          </p:nvSpPr>
          <p:spPr>
            <a:xfrm>
              <a:off x="5410035" y="3144222"/>
              <a:ext cx="11286" cy="90443"/>
            </a:xfrm>
            <a:custGeom>
              <a:avLst/>
              <a:gdLst/>
              <a:ahLst/>
              <a:cxnLst/>
              <a:rect l="l" t="t" r="r" b="b"/>
              <a:pathLst>
                <a:path w="431" h="3454" extrusionOk="0">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1" name="Google Shape;17811;p138"/>
            <p:cNvSpPr/>
            <p:nvPr/>
          </p:nvSpPr>
          <p:spPr>
            <a:xfrm>
              <a:off x="5541431" y="3139613"/>
              <a:ext cx="28751" cy="95052"/>
            </a:xfrm>
            <a:custGeom>
              <a:avLst/>
              <a:gdLst/>
              <a:ahLst/>
              <a:cxnLst/>
              <a:rect l="l" t="t" r="r" b="b"/>
              <a:pathLst>
                <a:path w="1098" h="3630" extrusionOk="0">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2" name="Google Shape;17812;p138"/>
            <p:cNvSpPr/>
            <p:nvPr/>
          </p:nvSpPr>
          <p:spPr>
            <a:xfrm>
              <a:off x="5558687" y="3144222"/>
              <a:ext cx="11260" cy="90443"/>
            </a:xfrm>
            <a:custGeom>
              <a:avLst/>
              <a:gdLst/>
              <a:ahLst/>
              <a:cxnLst/>
              <a:rect l="l" t="t" r="r" b="b"/>
              <a:pathLst>
                <a:path w="430" h="3454" extrusionOk="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3" name="Google Shape;17813;p138"/>
            <p:cNvSpPr/>
            <p:nvPr/>
          </p:nvSpPr>
          <p:spPr>
            <a:xfrm>
              <a:off x="5410035" y="3177425"/>
              <a:ext cx="28515" cy="17282"/>
            </a:xfrm>
            <a:custGeom>
              <a:avLst/>
              <a:gdLst/>
              <a:ahLst/>
              <a:cxnLst/>
              <a:rect l="l" t="t" r="r" b="b"/>
              <a:pathLst>
                <a:path w="1089" h="660" extrusionOk="0">
                  <a:moveTo>
                    <a:pt x="1" y="1"/>
                  </a:moveTo>
                  <a:lnTo>
                    <a:pt x="1" y="659"/>
                  </a:lnTo>
                  <a:lnTo>
                    <a:pt x="1088" y="659"/>
                  </a:lnTo>
                  <a:lnTo>
                    <a:pt x="1088"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4" name="Google Shape;17814;p138"/>
            <p:cNvSpPr/>
            <p:nvPr/>
          </p:nvSpPr>
          <p:spPr>
            <a:xfrm>
              <a:off x="5410035" y="3177425"/>
              <a:ext cx="11286" cy="17282"/>
            </a:xfrm>
            <a:custGeom>
              <a:avLst/>
              <a:gdLst/>
              <a:ahLst/>
              <a:cxnLst/>
              <a:rect l="l" t="t" r="r" b="b"/>
              <a:pathLst>
                <a:path w="431" h="660" extrusionOk="0">
                  <a:moveTo>
                    <a:pt x="1" y="1"/>
                  </a:moveTo>
                  <a:lnTo>
                    <a:pt x="1" y="659"/>
                  </a:lnTo>
                  <a:lnTo>
                    <a:pt x="430" y="659"/>
                  </a:lnTo>
                  <a:lnTo>
                    <a:pt x="43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5" name="Google Shape;17815;p138"/>
            <p:cNvSpPr/>
            <p:nvPr/>
          </p:nvSpPr>
          <p:spPr>
            <a:xfrm>
              <a:off x="5541431" y="3177425"/>
              <a:ext cx="28751" cy="17282"/>
            </a:xfrm>
            <a:custGeom>
              <a:avLst/>
              <a:gdLst/>
              <a:ahLst/>
              <a:cxnLst/>
              <a:rect l="l" t="t" r="r" b="b"/>
              <a:pathLst>
                <a:path w="1098" h="660" extrusionOk="0">
                  <a:moveTo>
                    <a:pt x="1" y="1"/>
                  </a:moveTo>
                  <a:lnTo>
                    <a:pt x="1" y="659"/>
                  </a:lnTo>
                  <a:lnTo>
                    <a:pt x="1098" y="659"/>
                  </a:lnTo>
                  <a:lnTo>
                    <a:pt x="1098"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6" name="Google Shape;17816;p138"/>
            <p:cNvSpPr/>
            <p:nvPr/>
          </p:nvSpPr>
          <p:spPr>
            <a:xfrm>
              <a:off x="5558687" y="3177425"/>
              <a:ext cx="11495" cy="17282"/>
            </a:xfrm>
            <a:custGeom>
              <a:avLst/>
              <a:gdLst/>
              <a:ahLst/>
              <a:cxnLst/>
              <a:rect l="l" t="t" r="r" b="b"/>
              <a:pathLst>
                <a:path w="439" h="660" extrusionOk="0">
                  <a:moveTo>
                    <a:pt x="0" y="1"/>
                  </a:moveTo>
                  <a:lnTo>
                    <a:pt x="0" y="659"/>
                  </a:lnTo>
                  <a:lnTo>
                    <a:pt x="439" y="659"/>
                  </a:lnTo>
                  <a:lnTo>
                    <a:pt x="4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17" name="Google Shape;17817;p138"/>
          <p:cNvGrpSpPr/>
          <p:nvPr/>
        </p:nvGrpSpPr>
        <p:grpSpPr>
          <a:xfrm>
            <a:off x="8061450" y="3345742"/>
            <a:ext cx="263316" cy="354807"/>
            <a:chOff x="8061450" y="3345742"/>
            <a:chExt cx="263316" cy="354807"/>
          </a:xfrm>
        </p:grpSpPr>
        <p:sp>
          <p:nvSpPr>
            <p:cNvPr id="17818" name="Google Shape;17818;p138"/>
            <p:cNvSpPr/>
            <p:nvPr/>
          </p:nvSpPr>
          <p:spPr>
            <a:xfrm>
              <a:off x="8075956" y="3345794"/>
              <a:ext cx="234591" cy="303039"/>
            </a:xfrm>
            <a:custGeom>
              <a:avLst/>
              <a:gdLst/>
              <a:ahLst/>
              <a:cxnLst/>
              <a:rect l="l" t="t" r="r" b="b"/>
              <a:pathLst>
                <a:path w="8959" h="11573" extrusionOk="0">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9" name="Google Shape;17819;p138"/>
            <p:cNvSpPr/>
            <p:nvPr/>
          </p:nvSpPr>
          <p:spPr>
            <a:xfrm>
              <a:off x="8158884" y="3345742"/>
              <a:ext cx="151166" cy="301599"/>
            </a:xfrm>
            <a:custGeom>
              <a:avLst/>
              <a:gdLst/>
              <a:ahLst/>
              <a:cxnLst/>
              <a:rect l="l" t="t" r="r" b="b"/>
              <a:pathLst>
                <a:path w="5773" h="11518" extrusionOk="0">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0" name="Google Shape;17820;p138"/>
            <p:cNvSpPr/>
            <p:nvPr/>
          </p:nvSpPr>
          <p:spPr>
            <a:xfrm>
              <a:off x="8061450" y="3545900"/>
              <a:ext cx="263316" cy="154649"/>
            </a:xfrm>
            <a:custGeom>
              <a:avLst/>
              <a:gdLst/>
              <a:ahLst/>
              <a:cxnLst/>
              <a:rect l="l" t="t" r="r" b="b"/>
              <a:pathLst>
                <a:path w="10056" h="5906" extrusionOk="0">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1" name="Google Shape;17821;p138"/>
            <p:cNvSpPr/>
            <p:nvPr/>
          </p:nvSpPr>
          <p:spPr>
            <a:xfrm>
              <a:off x="8061711" y="3604842"/>
              <a:ext cx="263055" cy="95706"/>
            </a:xfrm>
            <a:custGeom>
              <a:avLst/>
              <a:gdLst/>
              <a:ahLst/>
              <a:cxnLst/>
              <a:rect l="l" t="t" r="r" b="b"/>
              <a:pathLst>
                <a:path w="10046" h="3655" extrusionOk="0">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2" name="Google Shape;17822;p138"/>
            <p:cNvSpPr/>
            <p:nvPr/>
          </p:nvSpPr>
          <p:spPr>
            <a:xfrm>
              <a:off x="8110913" y="3604842"/>
              <a:ext cx="164651" cy="55486"/>
            </a:xfrm>
            <a:custGeom>
              <a:avLst/>
              <a:gdLst/>
              <a:ahLst/>
              <a:cxnLst/>
              <a:rect l="l" t="t" r="r" b="b"/>
              <a:pathLst>
                <a:path w="6288" h="2119" extrusionOk="0">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3" name="Google Shape;17823;p138"/>
            <p:cNvSpPr/>
            <p:nvPr/>
          </p:nvSpPr>
          <p:spPr>
            <a:xfrm>
              <a:off x="8158884" y="3545900"/>
              <a:ext cx="68709" cy="23069"/>
            </a:xfrm>
            <a:custGeom>
              <a:avLst/>
              <a:gdLst/>
              <a:ahLst/>
              <a:cxnLst/>
              <a:rect l="l" t="t" r="r" b="b"/>
              <a:pathLst>
                <a:path w="2624" h="881" extrusionOk="0">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4" name="Google Shape;17824;p138"/>
            <p:cNvSpPr/>
            <p:nvPr/>
          </p:nvSpPr>
          <p:spPr>
            <a:xfrm>
              <a:off x="8100937" y="3408743"/>
              <a:ext cx="184630" cy="148678"/>
            </a:xfrm>
            <a:custGeom>
              <a:avLst/>
              <a:gdLst/>
              <a:ahLst/>
              <a:cxnLst/>
              <a:rect l="l" t="t" r="r" b="b"/>
              <a:pathLst>
                <a:path w="7051" h="5678" extrusionOk="0">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5" name="Google Shape;17825;p138"/>
            <p:cNvSpPr/>
            <p:nvPr/>
          </p:nvSpPr>
          <p:spPr>
            <a:xfrm>
              <a:off x="8153149" y="3460642"/>
              <a:ext cx="11495" cy="17073"/>
            </a:xfrm>
            <a:custGeom>
              <a:avLst/>
              <a:gdLst/>
              <a:ahLst/>
              <a:cxnLst/>
              <a:rect l="l" t="t" r="r" b="b"/>
              <a:pathLst>
                <a:path w="439" h="652" extrusionOk="0">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6" name="Google Shape;17826;p138"/>
            <p:cNvSpPr/>
            <p:nvPr/>
          </p:nvSpPr>
          <p:spPr>
            <a:xfrm>
              <a:off x="8221833" y="3460642"/>
              <a:ext cx="11521" cy="17073"/>
            </a:xfrm>
            <a:custGeom>
              <a:avLst/>
              <a:gdLst/>
              <a:ahLst/>
              <a:cxnLst/>
              <a:rect l="l" t="t" r="r" b="b"/>
              <a:pathLst>
                <a:path w="440" h="652" extrusionOk="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7" name="Google Shape;17827;p138"/>
            <p:cNvSpPr/>
            <p:nvPr/>
          </p:nvSpPr>
          <p:spPr>
            <a:xfrm>
              <a:off x="8167368" y="3500181"/>
              <a:ext cx="51480" cy="23017"/>
            </a:xfrm>
            <a:custGeom>
              <a:avLst/>
              <a:gdLst/>
              <a:ahLst/>
              <a:cxnLst/>
              <a:rect l="l" t="t" r="r" b="b"/>
              <a:pathLst>
                <a:path w="1966" h="879" extrusionOk="0">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8" name="Google Shape;17828;p138"/>
            <p:cNvSpPr/>
            <p:nvPr/>
          </p:nvSpPr>
          <p:spPr>
            <a:xfrm>
              <a:off x="8119659" y="3358494"/>
              <a:ext cx="63970" cy="28385"/>
            </a:xfrm>
            <a:custGeom>
              <a:avLst/>
              <a:gdLst/>
              <a:ahLst/>
              <a:cxnLst/>
              <a:rect l="l" t="t" r="r" b="b"/>
              <a:pathLst>
                <a:path w="2443" h="1084" extrusionOk="0">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9" name="Google Shape;17829;p138"/>
            <p:cNvSpPr/>
            <p:nvPr/>
          </p:nvSpPr>
          <p:spPr>
            <a:xfrm>
              <a:off x="8202587" y="3358494"/>
              <a:ext cx="63996" cy="28385"/>
            </a:xfrm>
            <a:custGeom>
              <a:avLst/>
              <a:gdLst/>
              <a:ahLst/>
              <a:cxnLst/>
              <a:rect l="l" t="t" r="r" b="b"/>
              <a:pathLst>
                <a:path w="2444" h="1084" extrusionOk="0">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0" name="Google Shape;17830;p138"/>
            <p:cNvSpPr/>
            <p:nvPr/>
          </p:nvSpPr>
          <p:spPr>
            <a:xfrm>
              <a:off x="8100937" y="3408743"/>
              <a:ext cx="120922" cy="148652"/>
            </a:xfrm>
            <a:custGeom>
              <a:avLst/>
              <a:gdLst/>
              <a:ahLst/>
              <a:cxnLst/>
              <a:rect l="l" t="t" r="r" b="b"/>
              <a:pathLst>
                <a:path w="4618" h="5677" extrusionOk="0">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1" name="Google Shape;17831;p138"/>
            <p:cNvSpPr/>
            <p:nvPr/>
          </p:nvSpPr>
          <p:spPr>
            <a:xfrm>
              <a:off x="8145137" y="3440034"/>
              <a:ext cx="27704" cy="14454"/>
            </a:xfrm>
            <a:custGeom>
              <a:avLst/>
              <a:gdLst/>
              <a:ahLst/>
              <a:cxnLst/>
              <a:rect l="l" t="t" r="r" b="b"/>
              <a:pathLst>
                <a:path w="1058" h="552" extrusionOk="0">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2" name="Google Shape;17832;p138"/>
            <p:cNvSpPr/>
            <p:nvPr/>
          </p:nvSpPr>
          <p:spPr>
            <a:xfrm>
              <a:off x="8213401" y="3440034"/>
              <a:ext cx="27704" cy="14454"/>
            </a:xfrm>
            <a:custGeom>
              <a:avLst/>
              <a:gdLst/>
              <a:ahLst/>
              <a:cxnLst/>
              <a:rect l="l" t="t" r="r" b="b"/>
              <a:pathLst>
                <a:path w="1058" h="552" extrusionOk="0">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3" name="Google Shape;17833;p138"/>
            <p:cNvSpPr/>
            <p:nvPr/>
          </p:nvSpPr>
          <p:spPr>
            <a:xfrm>
              <a:off x="8181613" y="3368523"/>
              <a:ext cx="23017" cy="23017"/>
            </a:xfrm>
            <a:custGeom>
              <a:avLst/>
              <a:gdLst/>
              <a:ahLst/>
              <a:cxnLst/>
              <a:rect l="l" t="t" r="r" b="b"/>
              <a:pathLst>
                <a:path w="879" h="879" extrusionOk="0">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34" name="Google Shape;17834;p138"/>
          <p:cNvGrpSpPr/>
          <p:nvPr/>
        </p:nvGrpSpPr>
        <p:grpSpPr>
          <a:xfrm>
            <a:off x="8065953" y="2879911"/>
            <a:ext cx="263081" cy="354754"/>
            <a:chOff x="8065953" y="2879911"/>
            <a:chExt cx="263081" cy="354754"/>
          </a:xfrm>
        </p:grpSpPr>
        <p:sp>
          <p:nvSpPr>
            <p:cNvPr id="17835" name="Google Shape;17835;p138"/>
            <p:cNvSpPr/>
            <p:nvPr/>
          </p:nvSpPr>
          <p:spPr>
            <a:xfrm>
              <a:off x="8065953" y="3074518"/>
              <a:ext cx="263081" cy="160147"/>
            </a:xfrm>
            <a:custGeom>
              <a:avLst/>
              <a:gdLst/>
              <a:ahLst/>
              <a:cxnLst/>
              <a:rect l="l" t="t" r="r" b="b"/>
              <a:pathLst>
                <a:path w="10047" h="6116" extrusionOk="0">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6" name="Google Shape;17836;p138"/>
            <p:cNvSpPr/>
            <p:nvPr/>
          </p:nvSpPr>
          <p:spPr>
            <a:xfrm>
              <a:off x="8065953" y="3129715"/>
              <a:ext cx="263081" cy="104949"/>
            </a:xfrm>
            <a:custGeom>
              <a:avLst/>
              <a:gdLst/>
              <a:ahLst/>
              <a:cxnLst/>
              <a:rect l="l" t="t" r="r" b="b"/>
              <a:pathLst>
                <a:path w="10047" h="4008" extrusionOk="0">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7" name="Google Shape;17837;p138"/>
            <p:cNvSpPr/>
            <p:nvPr/>
          </p:nvSpPr>
          <p:spPr>
            <a:xfrm>
              <a:off x="8163126" y="3074518"/>
              <a:ext cx="68736" cy="22755"/>
            </a:xfrm>
            <a:custGeom>
              <a:avLst/>
              <a:gdLst/>
              <a:ahLst/>
              <a:cxnLst/>
              <a:rect l="l" t="t" r="r" b="b"/>
              <a:pathLst>
                <a:path w="2625" h="869" extrusionOk="0">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8" name="Google Shape;17838;p138"/>
            <p:cNvSpPr/>
            <p:nvPr/>
          </p:nvSpPr>
          <p:spPr>
            <a:xfrm>
              <a:off x="8101172" y="2931390"/>
              <a:ext cx="192617" cy="154649"/>
            </a:xfrm>
            <a:custGeom>
              <a:avLst/>
              <a:gdLst/>
              <a:ahLst/>
              <a:cxnLst/>
              <a:rect l="l" t="t" r="r" b="b"/>
              <a:pathLst>
                <a:path w="7356" h="5906" extrusionOk="0">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9" name="Google Shape;17839;p138"/>
            <p:cNvSpPr/>
            <p:nvPr/>
          </p:nvSpPr>
          <p:spPr>
            <a:xfrm>
              <a:off x="8208845" y="2988578"/>
              <a:ext cx="51742" cy="11521"/>
            </a:xfrm>
            <a:custGeom>
              <a:avLst/>
              <a:gdLst/>
              <a:ahLst/>
              <a:cxnLst/>
              <a:rect l="l" t="t" r="r" b="b"/>
              <a:pathLst>
                <a:path w="1976" h="440" extrusionOk="0">
                  <a:moveTo>
                    <a:pt x="0" y="1"/>
                  </a:moveTo>
                  <a:lnTo>
                    <a:pt x="0" y="440"/>
                  </a:lnTo>
                  <a:lnTo>
                    <a:pt x="1975" y="440"/>
                  </a:lnTo>
                  <a:lnTo>
                    <a:pt x="197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0" name="Google Shape;17840;p138"/>
            <p:cNvSpPr/>
            <p:nvPr/>
          </p:nvSpPr>
          <p:spPr>
            <a:xfrm>
              <a:off x="8176166" y="2988526"/>
              <a:ext cx="42682" cy="23828"/>
            </a:xfrm>
            <a:custGeom>
              <a:avLst/>
              <a:gdLst/>
              <a:ahLst/>
              <a:cxnLst/>
              <a:rect l="l" t="t" r="r" b="b"/>
              <a:pathLst>
                <a:path w="1630" h="910" extrusionOk="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1" name="Google Shape;17841;p138"/>
            <p:cNvSpPr/>
            <p:nvPr/>
          </p:nvSpPr>
          <p:spPr>
            <a:xfrm>
              <a:off x="8105179" y="2931390"/>
              <a:ext cx="142158" cy="154596"/>
            </a:xfrm>
            <a:custGeom>
              <a:avLst/>
              <a:gdLst/>
              <a:ahLst/>
              <a:cxnLst/>
              <a:rect l="l" t="t" r="r" b="b"/>
              <a:pathLst>
                <a:path w="5429" h="5904" extrusionOk="0">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2" name="Google Shape;17842;p138"/>
            <p:cNvSpPr/>
            <p:nvPr/>
          </p:nvSpPr>
          <p:spPr>
            <a:xfrm>
              <a:off x="8172134" y="3034350"/>
              <a:ext cx="50720" cy="17230"/>
            </a:xfrm>
            <a:custGeom>
              <a:avLst/>
              <a:gdLst/>
              <a:ahLst/>
              <a:cxnLst/>
              <a:rect l="l" t="t" r="r" b="b"/>
              <a:pathLst>
                <a:path w="1937" h="658" extrusionOk="0">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3" name="Google Shape;17843;p138"/>
            <p:cNvSpPr/>
            <p:nvPr/>
          </p:nvSpPr>
          <p:spPr>
            <a:xfrm>
              <a:off x="8157391" y="2994444"/>
              <a:ext cx="11521" cy="17151"/>
            </a:xfrm>
            <a:custGeom>
              <a:avLst/>
              <a:gdLst/>
              <a:ahLst/>
              <a:cxnLst/>
              <a:rect l="l" t="t" r="r" b="b"/>
              <a:pathLst>
                <a:path w="440" h="655" extrusionOk="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4" name="Google Shape;17844;p138"/>
            <p:cNvSpPr/>
            <p:nvPr/>
          </p:nvSpPr>
          <p:spPr>
            <a:xfrm>
              <a:off x="8226075" y="2994444"/>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5" name="Google Shape;17845;p138"/>
            <p:cNvSpPr/>
            <p:nvPr/>
          </p:nvSpPr>
          <p:spPr>
            <a:xfrm>
              <a:off x="8128405" y="2977345"/>
              <a:ext cx="63734" cy="51480"/>
            </a:xfrm>
            <a:custGeom>
              <a:avLst/>
              <a:gdLst/>
              <a:ahLst/>
              <a:cxnLst/>
              <a:rect l="l" t="t" r="r" b="b"/>
              <a:pathLst>
                <a:path w="2434" h="1966" extrusionOk="0">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6" name="Google Shape;17846;p138"/>
            <p:cNvSpPr/>
            <p:nvPr/>
          </p:nvSpPr>
          <p:spPr>
            <a:xfrm>
              <a:off x="8220340" y="2891406"/>
              <a:ext cx="62975" cy="105945"/>
            </a:xfrm>
            <a:custGeom>
              <a:avLst/>
              <a:gdLst/>
              <a:ahLst/>
              <a:cxnLst/>
              <a:rect l="l" t="t" r="r" b="b"/>
              <a:pathLst>
                <a:path w="2405" h="4046" extrusionOk="0">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7" name="Google Shape;17847;p138"/>
            <p:cNvSpPr/>
            <p:nvPr/>
          </p:nvSpPr>
          <p:spPr>
            <a:xfrm>
              <a:off x="8101513" y="2879911"/>
              <a:ext cx="141085" cy="145143"/>
            </a:xfrm>
            <a:custGeom>
              <a:avLst/>
              <a:gdLst/>
              <a:ahLst/>
              <a:cxnLst/>
              <a:rect l="l" t="t" r="r" b="b"/>
              <a:pathLst>
                <a:path w="5388" h="5543" extrusionOk="0">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8" name="Google Shape;17848;p138"/>
            <p:cNvSpPr/>
            <p:nvPr/>
          </p:nvSpPr>
          <p:spPr>
            <a:xfrm>
              <a:off x="8277528" y="3152706"/>
              <a:ext cx="46740" cy="81697"/>
            </a:xfrm>
            <a:custGeom>
              <a:avLst/>
              <a:gdLst/>
              <a:ahLst/>
              <a:cxnLst/>
              <a:rect l="l" t="t" r="r" b="b"/>
              <a:pathLst>
                <a:path w="1785" h="3120" extrusionOk="0">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9" name="Google Shape;17849;p138"/>
            <p:cNvSpPr/>
            <p:nvPr/>
          </p:nvSpPr>
          <p:spPr>
            <a:xfrm>
              <a:off x="8070693" y="3152706"/>
              <a:ext cx="46740" cy="81697"/>
            </a:xfrm>
            <a:custGeom>
              <a:avLst/>
              <a:gdLst/>
              <a:ahLst/>
              <a:cxnLst/>
              <a:rect l="l" t="t" r="r" b="b"/>
              <a:pathLst>
                <a:path w="1785" h="3120" extrusionOk="0">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0" name="Google Shape;17850;p138"/>
            <p:cNvSpPr/>
            <p:nvPr/>
          </p:nvSpPr>
          <p:spPr>
            <a:xfrm>
              <a:off x="8202849" y="2977345"/>
              <a:ext cx="63734" cy="51480"/>
            </a:xfrm>
            <a:custGeom>
              <a:avLst/>
              <a:gdLst/>
              <a:ahLst/>
              <a:cxnLst/>
              <a:rect l="l" t="t" r="r" b="b"/>
              <a:pathLst>
                <a:path w="2434" h="1966" extrusionOk="0">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51" name="Google Shape;17851;p138"/>
          <p:cNvGrpSpPr/>
          <p:nvPr/>
        </p:nvGrpSpPr>
        <p:grpSpPr>
          <a:xfrm>
            <a:off x="8064199" y="4268318"/>
            <a:ext cx="270308" cy="354493"/>
            <a:chOff x="8064199" y="4268318"/>
            <a:chExt cx="270308" cy="354493"/>
          </a:xfrm>
        </p:grpSpPr>
        <p:sp>
          <p:nvSpPr>
            <p:cNvPr id="17852" name="Google Shape;17852;p138"/>
            <p:cNvSpPr/>
            <p:nvPr/>
          </p:nvSpPr>
          <p:spPr>
            <a:xfrm>
              <a:off x="8064199" y="4470911"/>
              <a:ext cx="270308" cy="151899"/>
            </a:xfrm>
            <a:custGeom>
              <a:avLst/>
              <a:gdLst/>
              <a:ahLst/>
              <a:cxnLst/>
              <a:rect l="l" t="t" r="r" b="b"/>
              <a:pathLst>
                <a:path w="10323" h="5801" extrusionOk="0">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3" name="Google Shape;17853;p138"/>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4" name="Google Shape;17854;p138"/>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5" name="Google Shape;17855;p138"/>
            <p:cNvSpPr/>
            <p:nvPr/>
          </p:nvSpPr>
          <p:spPr>
            <a:xfrm>
              <a:off x="8238827" y="4498877"/>
              <a:ext cx="95680" cy="123934"/>
            </a:xfrm>
            <a:custGeom>
              <a:avLst/>
              <a:gdLst/>
              <a:ahLst/>
              <a:cxnLst/>
              <a:rect l="l" t="t" r="r" b="b"/>
              <a:pathLst>
                <a:path w="3654" h="4733" extrusionOk="0">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6" name="Google Shape;17856;p138"/>
            <p:cNvSpPr/>
            <p:nvPr/>
          </p:nvSpPr>
          <p:spPr>
            <a:xfrm>
              <a:off x="8238827" y="4497384"/>
              <a:ext cx="44226" cy="125426"/>
            </a:xfrm>
            <a:custGeom>
              <a:avLst/>
              <a:gdLst/>
              <a:ahLst/>
              <a:cxnLst/>
              <a:rect l="l" t="t" r="r" b="b"/>
              <a:pathLst>
                <a:path w="1689" h="4790" extrusionOk="0">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7" name="Google Shape;17857;p138"/>
            <p:cNvSpPr/>
            <p:nvPr/>
          </p:nvSpPr>
          <p:spPr>
            <a:xfrm>
              <a:off x="8064199" y="4498877"/>
              <a:ext cx="95706" cy="123934"/>
            </a:xfrm>
            <a:custGeom>
              <a:avLst/>
              <a:gdLst/>
              <a:ahLst/>
              <a:cxnLst/>
              <a:rect l="l" t="t" r="r" b="b"/>
              <a:pathLst>
                <a:path w="3655" h="4733" extrusionOk="0">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8" name="Google Shape;17858;p138"/>
            <p:cNvSpPr/>
            <p:nvPr/>
          </p:nvSpPr>
          <p:spPr>
            <a:xfrm>
              <a:off x="8115417" y="4497384"/>
              <a:ext cx="44488" cy="125426"/>
            </a:xfrm>
            <a:custGeom>
              <a:avLst/>
              <a:gdLst/>
              <a:ahLst/>
              <a:cxnLst/>
              <a:rect l="l" t="t" r="r" b="b"/>
              <a:pathLst>
                <a:path w="1699" h="4790" extrusionOk="0">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9" name="Google Shape;17859;p138"/>
            <p:cNvSpPr/>
            <p:nvPr/>
          </p:nvSpPr>
          <p:spPr>
            <a:xfrm>
              <a:off x="8160141" y="4541113"/>
              <a:ext cx="78712" cy="81697"/>
            </a:xfrm>
            <a:custGeom>
              <a:avLst/>
              <a:gdLst/>
              <a:ahLst/>
              <a:cxnLst/>
              <a:rect l="l" t="t" r="r" b="b"/>
              <a:pathLst>
                <a:path w="3006" h="3120" extrusionOk="0">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0" name="Google Shape;17860;p138"/>
            <p:cNvSpPr/>
            <p:nvPr/>
          </p:nvSpPr>
          <p:spPr>
            <a:xfrm>
              <a:off x="8159879" y="4525114"/>
              <a:ext cx="78974" cy="41372"/>
            </a:xfrm>
            <a:custGeom>
              <a:avLst/>
              <a:gdLst/>
              <a:ahLst/>
              <a:cxnLst/>
              <a:rect l="l" t="t" r="r" b="b"/>
              <a:pathLst>
                <a:path w="3016" h="1580" extrusionOk="0">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1" name="Google Shape;17861;p138"/>
            <p:cNvSpPr/>
            <p:nvPr/>
          </p:nvSpPr>
          <p:spPr>
            <a:xfrm>
              <a:off x="8075459" y="4268318"/>
              <a:ext cx="247815" cy="196885"/>
            </a:xfrm>
            <a:custGeom>
              <a:avLst/>
              <a:gdLst/>
              <a:ahLst/>
              <a:cxnLst/>
              <a:rect l="l" t="t" r="r" b="b"/>
              <a:pathLst>
                <a:path w="9464" h="7519" extrusionOk="0">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2" name="Google Shape;17862;p138"/>
            <p:cNvSpPr/>
            <p:nvPr/>
          </p:nvSpPr>
          <p:spPr>
            <a:xfrm>
              <a:off x="8108164" y="4335770"/>
              <a:ext cx="181881" cy="146400"/>
            </a:xfrm>
            <a:custGeom>
              <a:avLst/>
              <a:gdLst/>
              <a:ahLst/>
              <a:cxnLst/>
              <a:rect l="l" t="t" r="r" b="b"/>
              <a:pathLst>
                <a:path w="6946" h="5591" extrusionOk="0">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3" name="Google Shape;17863;p138"/>
            <p:cNvSpPr/>
            <p:nvPr/>
          </p:nvSpPr>
          <p:spPr>
            <a:xfrm>
              <a:off x="8108425" y="4335770"/>
              <a:ext cx="141661" cy="146400"/>
            </a:xfrm>
            <a:custGeom>
              <a:avLst/>
              <a:gdLst/>
              <a:ahLst/>
              <a:cxnLst/>
              <a:rect l="l" t="t" r="r" b="b"/>
              <a:pathLst>
                <a:path w="5410" h="5591" extrusionOk="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4" name="Google Shape;17864;p138"/>
            <p:cNvSpPr/>
            <p:nvPr/>
          </p:nvSpPr>
          <p:spPr>
            <a:xfrm>
              <a:off x="8174569" y="4431241"/>
              <a:ext cx="49830" cy="17230"/>
            </a:xfrm>
            <a:custGeom>
              <a:avLst/>
              <a:gdLst/>
              <a:ahLst/>
              <a:cxnLst/>
              <a:rect l="l" t="t" r="r" b="b"/>
              <a:pathLst>
                <a:path w="1903" h="658" extrusionOk="0">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5" name="Google Shape;17865;p138"/>
            <p:cNvSpPr/>
            <p:nvPr/>
          </p:nvSpPr>
          <p:spPr>
            <a:xfrm>
              <a:off x="8134375" y="4380730"/>
              <a:ext cx="130218" cy="43572"/>
            </a:xfrm>
            <a:custGeom>
              <a:avLst/>
              <a:gdLst/>
              <a:ahLst/>
              <a:cxnLst/>
              <a:rect l="l" t="t" r="r" b="b"/>
              <a:pathLst>
                <a:path w="4973" h="1664" extrusionOk="0">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6" name="Google Shape;17866;p138"/>
            <p:cNvSpPr/>
            <p:nvPr/>
          </p:nvSpPr>
          <p:spPr>
            <a:xfrm>
              <a:off x="8148646" y="4391963"/>
              <a:ext cx="33752" cy="21000"/>
            </a:xfrm>
            <a:custGeom>
              <a:avLst/>
              <a:gdLst/>
              <a:ahLst/>
              <a:cxnLst/>
              <a:rect l="l" t="t" r="r" b="b"/>
              <a:pathLst>
                <a:path w="1289" h="802" extrusionOk="0">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7" name="Google Shape;17867;p138"/>
            <p:cNvSpPr/>
            <p:nvPr/>
          </p:nvSpPr>
          <p:spPr>
            <a:xfrm>
              <a:off x="8216334" y="4391963"/>
              <a:ext cx="33752" cy="21079"/>
            </a:xfrm>
            <a:custGeom>
              <a:avLst/>
              <a:gdLst/>
              <a:ahLst/>
              <a:cxnLst/>
              <a:rect l="l" t="t" r="r" b="b"/>
              <a:pathLst>
                <a:path w="1289" h="805" extrusionOk="0">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8" name="Google Shape;17868;p138"/>
            <p:cNvSpPr/>
            <p:nvPr/>
          </p:nvSpPr>
          <p:spPr>
            <a:xfrm>
              <a:off x="8159879" y="4391963"/>
              <a:ext cx="11260" cy="11286"/>
            </a:xfrm>
            <a:custGeom>
              <a:avLst/>
              <a:gdLst/>
              <a:ahLst/>
              <a:cxnLst/>
              <a:rect l="l" t="t" r="r" b="b"/>
              <a:pathLst>
                <a:path w="430" h="431" extrusionOk="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9" name="Google Shape;17869;p138"/>
            <p:cNvSpPr/>
            <p:nvPr/>
          </p:nvSpPr>
          <p:spPr>
            <a:xfrm>
              <a:off x="8227567" y="4391963"/>
              <a:ext cx="11286" cy="11286"/>
            </a:xfrm>
            <a:custGeom>
              <a:avLst/>
              <a:gdLst/>
              <a:ahLst/>
              <a:cxnLst/>
              <a:rect l="l" t="t" r="r" b="b"/>
              <a:pathLst>
                <a:path w="431" h="431" extrusionOk="0">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873"/>
        <p:cNvGrpSpPr/>
        <p:nvPr/>
      </p:nvGrpSpPr>
      <p:grpSpPr>
        <a:xfrm>
          <a:off x="0" y="0"/>
          <a:ext cx="0" cy="0"/>
          <a:chOff x="0" y="0"/>
          <a:chExt cx="0" cy="0"/>
        </a:xfrm>
      </p:grpSpPr>
      <p:sp>
        <p:nvSpPr>
          <p:cNvPr id="17874" name="Google Shape;17874;p139"/>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7875" name="Google Shape;17875;p139"/>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7876" name="Google Shape;17876;p139"/>
          <p:cNvGrpSpPr/>
          <p:nvPr/>
        </p:nvGrpSpPr>
        <p:grpSpPr>
          <a:xfrm>
            <a:off x="3511608" y="3348218"/>
            <a:ext cx="381482" cy="366926"/>
            <a:chOff x="3511608" y="3348218"/>
            <a:chExt cx="381482" cy="366926"/>
          </a:xfrm>
        </p:grpSpPr>
        <p:sp>
          <p:nvSpPr>
            <p:cNvPr id="17877" name="Google Shape;17877;p139"/>
            <p:cNvSpPr/>
            <p:nvPr/>
          </p:nvSpPr>
          <p:spPr>
            <a:xfrm>
              <a:off x="3628211" y="3373096"/>
              <a:ext cx="133197" cy="153581"/>
            </a:xfrm>
            <a:custGeom>
              <a:avLst/>
              <a:gdLst/>
              <a:ahLst/>
              <a:cxnLst/>
              <a:rect l="l" t="t" r="r" b="b"/>
              <a:pathLst>
                <a:path w="5097" h="5877" extrusionOk="0">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8" name="Google Shape;17878;p139"/>
            <p:cNvSpPr/>
            <p:nvPr/>
          </p:nvSpPr>
          <p:spPr>
            <a:xfrm>
              <a:off x="3511608" y="3415561"/>
              <a:ext cx="381482" cy="73406"/>
            </a:xfrm>
            <a:custGeom>
              <a:avLst/>
              <a:gdLst/>
              <a:ahLst/>
              <a:cxnLst/>
              <a:rect l="l" t="t" r="r" b="b"/>
              <a:pathLst>
                <a:path w="14598" h="2809" extrusionOk="0">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9" name="Google Shape;17879;p139"/>
            <p:cNvSpPr/>
            <p:nvPr/>
          </p:nvSpPr>
          <p:spPr>
            <a:xfrm>
              <a:off x="3525171" y="3415822"/>
              <a:ext cx="35958" cy="73145"/>
            </a:xfrm>
            <a:custGeom>
              <a:avLst/>
              <a:gdLst/>
              <a:ahLst/>
              <a:cxnLst/>
              <a:rect l="l" t="t" r="r" b="b"/>
              <a:pathLst>
                <a:path w="1376" h="2799" extrusionOk="0">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0" name="Google Shape;17880;p139"/>
            <p:cNvSpPr/>
            <p:nvPr/>
          </p:nvSpPr>
          <p:spPr>
            <a:xfrm>
              <a:off x="3530188" y="3415822"/>
              <a:ext cx="30941" cy="37709"/>
            </a:xfrm>
            <a:custGeom>
              <a:avLst/>
              <a:gdLst/>
              <a:ahLst/>
              <a:cxnLst/>
              <a:rect l="l" t="t" r="r" b="b"/>
              <a:pathLst>
                <a:path w="1184" h="1443" extrusionOk="0">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1" name="Google Shape;17881;p139"/>
            <p:cNvSpPr/>
            <p:nvPr/>
          </p:nvSpPr>
          <p:spPr>
            <a:xfrm>
              <a:off x="3823447" y="3415561"/>
              <a:ext cx="69643" cy="73406"/>
            </a:xfrm>
            <a:custGeom>
              <a:avLst/>
              <a:gdLst/>
              <a:ahLst/>
              <a:cxnLst/>
              <a:rect l="l" t="t" r="r" b="b"/>
              <a:pathLst>
                <a:path w="2665" h="2809" extrusionOk="0">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2" name="Google Shape;17882;p139"/>
            <p:cNvSpPr/>
            <p:nvPr/>
          </p:nvSpPr>
          <p:spPr>
            <a:xfrm>
              <a:off x="3561103" y="3415822"/>
              <a:ext cx="32953" cy="73145"/>
            </a:xfrm>
            <a:custGeom>
              <a:avLst/>
              <a:gdLst/>
              <a:ahLst/>
              <a:cxnLst/>
              <a:rect l="l" t="t" r="r" b="b"/>
              <a:pathLst>
                <a:path w="1261" h="2799" extrusionOk="0">
                  <a:moveTo>
                    <a:pt x="1" y="1"/>
                  </a:moveTo>
                  <a:lnTo>
                    <a:pt x="1" y="2799"/>
                  </a:lnTo>
                  <a:lnTo>
                    <a:pt x="1260" y="2799"/>
                  </a:lnTo>
                  <a:lnTo>
                    <a:pt x="1260"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3" name="Google Shape;17883;p139"/>
            <p:cNvSpPr/>
            <p:nvPr/>
          </p:nvSpPr>
          <p:spPr>
            <a:xfrm>
              <a:off x="3594030" y="3453270"/>
              <a:ext cx="229705" cy="35697"/>
            </a:xfrm>
            <a:custGeom>
              <a:avLst/>
              <a:gdLst/>
              <a:ahLst/>
              <a:cxnLst/>
              <a:rect l="l" t="t" r="r" b="b"/>
              <a:pathLst>
                <a:path w="8790" h="1366" extrusionOk="0">
                  <a:moveTo>
                    <a:pt x="0" y="0"/>
                  </a:moveTo>
                  <a:lnTo>
                    <a:pt x="0" y="1366"/>
                  </a:lnTo>
                  <a:lnTo>
                    <a:pt x="8789" y="1366"/>
                  </a:lnTo>
                  <a:lnTo>
                    <a:pt x="8789" y="1347"/>
                  </a:lnTo>
                  <a:lnTo>
                    <a:pt x="878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4" name="Google Shape;17884;p139"/>
            <p:cNvSpPr/>
            <p:nvPr/>
          </p:nvSpPr>
          <p:spPr>
            <a:xfrm>
              <a:off x="3628211" y="3348218"/>
              <a:ext cx="133197" cy="86472"/>
            </a:xfrm>
            <a:custGeom>
              <a:avLst/>
              <a:gdLst/>
              <a:ahLst/>
              <a:cxnLst/>
              <a:rect l="l" t="t" r="r" b="b"/>
              <a:pathLst>
                <a:path w="5097" h="3309" extrusionOk="0">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5" name="Google Shape;17885;p139"/>
            <p:cNvSpPr/>
            <p:nvPr/>
          </p:nvSpPr>
          <p:spPr>
            <a:xfrm>
              <a:off x="3683246" y="3368836"/>
              <a:ext cx="111586" cy="157840"/>
            </a:xfrm>
            <a:custGeom>
              <a:avLst/>
              <a:gdLst/>
              <a:ahLst/>
              <a:cxnLst/>
              <a:rect l="l" t="t" r="r" b="b"/>
              <a:pathLst>
                <a:path w="4270" h="6040" extrusionOk="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6" name="Google Shape;17886;p139"/>
            <p:cNvSpPr/>
            <p:nvPr/>
          </p:nvSpPr>
          <p:spPr>
            <a:xfrm>
              <a:off x="3651574" y="3523122"/>
              <a:ext cx="114356" cy="192022"/>
            </a:xfrm>
            <a:custGeom>
              <a:avLst/>
              <a:gdLst/>
              <a:ahLst/>
              <a:cxnLst/>
              <a:rect l="l" t="t" r="r" b="b"/>
              <a:pathLst>
                <a:path w="4376" h="7348" extrusionOk="0">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7" name="Google Shape;17887;p139"/>
            <p:cNvSpPr/>
            <p:nvPr/>
          </p:nvSpPr>
          <p:spPr>
            <a:xfrm>
              <a:off x="3674701" y="3587461"/>
              <a:ext cx="91229" cy="127422"/>
            </a:xfrm>
            <a:custGeom>
              <a:avLst/>
              <a:gdLst/>
              <a:ahLst/>
              <a:cxnLst/>
              <a:rect l="l" t="t" r="r" b="b"/>
              <a:pathLst>
                <a:path w="3491" h="4876" extrusionOk="0">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8" name="Google Shape;17888;p139"/>
            <p:cNvSpPr/>
            <p:nvPr/>
          </p:nvSpPr>
          <p:spPr>
            <a:xfrm>
              <a:off x="3626695" y="3503784"/>
              <a:ext cx="169391" cy="59321"/>
            </a:xfrm>
            <a:custGeom>
              <a:avLst/>
              <a:gdLst/>
              <a:ahLst/>
              <a:cxnLst/>
              <a:rect l="l" t="t" r="r" b="b"/>
              <a:pathLst>
                <a:path w="6482" h="2270" extrusionOk="0">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9" name="Google Shape;17889;p139"/>
            <p:cNvSpPr/>
            <p:nvPr/>
          </p:nvSpPr>
          <p:spPr>
            <a:xfrm>
              <a:off x="3862907" y="3436180"/>
              <a:ext cx="30183" cy="32195"/>
            </a:xfrm>
            <a:custGeom>
              <a:avLst/>
              <a:gdLst/>
              <a:ahLst/>
              <a:cxnLst/>
              <a:rect l="l" t="t" r="r" b="b"/>
              <a:pathLst>
                <a:path w="1155" h="1232" extrusionOk="0">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0" name="Google Shape;17890;p139"/>
            <p:cNvSpPr/>
            <p:nvPr/>
          </p:nvSpPr>
          <p:spPr>
            <a:xfrm>
              <a:off x="3561103" y="3453270"/>
              <a:ext cx="32953" cy="35697"/>
            </a:xfrm>
            <a:custGeom>
              <a:avLst/>
              <a:gdLst/>
              <a:ahLst/>
              <a:cxnLst/>
              <a:rect l="l" t="t" r="r" b="b"/>
              <a:pathLst>
                <a:path w="1261" h="1366" extrusionOk="0">
                  <a:moveTo>
                    <a:pt x="1" y="0"/>
                  </a:moveTo>
                  <a:lnTo>
                    <a:pt x="1" y="1366"/>
                  </a:lnTo>
                  <a:lnTo>
                    <a:pt x="1260" y="1366"/>
                  </a:lnTo>
                  <a:lnTo>
                    <a:pt x="126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91" name="Google Shape;17891;p139"/>
          <p:cNvGrpSpPr/>
          <p:nvPr/>
        </p:nvGrpSpPr>
        <p:grpSpPr>
          <a:xfrm>
            <a:off x="1849816" y="3807339"/>
            <a:ext cx="163616" cy="366665"/>
            <a:chOff x="1849816" y="3807339"/>
            <a:chExt cx="163616" cy="366665"/>
          </a:xfrm>
        </p:grpSpPr>
        <p:sp>
          <p:nvSpPr>
            <p:cNvPr id="17892" name="Google Shape;17892;p139"/>
            <p:cNvSpPr/>
            <p:nvPr/>
          </p:nvSpPr>
          <p:spPr>
            <a:xfrm>
              <a:off x="1849816" y="4128743"/>
              <a:ext cx="163616" cy="45261"/>
            </a:xfrm>
            <a:custGeom>
              <a:avLst/>
              <a:gdLst/>
              <a:ahLst/>
              <a:cxnLst/>
              <a:rect l="l" t="t" r="r" b="b"/>
              <a:pathLst>
                <a:path w="6261" h="1732" extrusionOk="0">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3" name="Google Shape;17893;p139"/>
            <p:cNvSpPr/>
            <p:nvPr/>
          </p:nvSpPr>
          <p:spPr>
            <a:xfrm>
              <a:off x="1879712" y="4132010"/>
              <a:ext cx="133720" cy="41995"/>
            </a:xfrm>
            <a:custGeom>
              <a:avLst/>
              <a:gdLst/>
              <a:ahLst/>
              <a:cxnLst/>
              <a:rect l="l" t="t" r="r" b="b"/>
              <a:pathLst>
                <a:path w="5117" h="1607" extrusionOk="0">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4" name="Google Shape;17894;p139"/>
            <p:cNvSpPr/>
            <p:nvPr/>
          </p:nvSpPr>
          <p:spPr>
            <a:xfrm>
              <a:off x="1863901" y="4145076"/>
              <a:ext cx="11315" cy="28667"/>
            </a:xfrm>
            <a:custGeom>
              <a:avLst/>
              <a:gdLst/>
              <a:ahLst/>
              <a:cxnLst/>
              <a:rect l="l" t="t" r="r" b="b"/>
              <a:pathLst>
                <a:path w="433" h="1097" extrusionOk="0">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5" name="Google Shape;17895;p139"/>
            <p:cNvSpPr/>
            <p:nvPr/>
          </p:nvSpPr>
          <p:spPr>
            <a:xfrm>
              <a:off x="1889015" y="4145076"/>
              <a:ext cx="11080" cy="28667"/>
            </a:xfrm>
            <a:custGeom>
              <a:avLst/>
              <a:gdLst/>
              <a:ahLst/>
              <a:cxnLst/>
              <a:rect l="l" t="t" r="r" b="b"/>
              <a:pathLst>
                <a:path w="424" h="1097" extrusionOk="0">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6" name="Google Shape;17896;p139"/>
            <p:cNvSpPr/>
            <p:nvPr/>
          </p:nvSpPr>
          <p:spPr>
            <a:xfrm>
              <a:off x="1913893" y="4145076"/>
              <a:ext cx="11342" cy="28667"/>
            </a:xfrm>
            <a:custGeom>
              <a:avLst/>
              <a:gdLst/>
              <a:ahLst/>
              <a:cxnLst/>
              <a:rect l="l" t="t" r="r" b="b"/>
              <a:pathLst>
                <a:path w="434" h="1097" extrusionOk="0">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7" name="Google Shape;17897;p139"/>
            <p:cNvSpPr/>
            <p:nvPr/>
          </p:nvSpPr>
          <p:spPr>
            <a:xfrm>
              <a:off x="1939032" y="4145076"/>
              <a:ext cx="11315" cy="28667"/>
            </a:xfrm>
            <a:custGeom>
              <a:avLst/>
              <a:gdLst/>
              <a:ahLst/>
              <a:cxnLst/>
              <a:rect l="l" t="t" r="r" b="b"/>
              <a:pathLst>
                <a:path w="433" h="1097" extrusionOk="0">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8" name="Google Shape;17898;p139"/>
            <p:cNvSpPr/>
            <p:nvPr/>
          </p:nvSpPr>
          <p:spPr>
            <a:xfrm>
              <a:off x="1964146" y="4145076"/>
              <a:ext cx="11342" cy="28667"/>
            </a:xfrm>
            <a:custGeom>
              <a:avLst/>
              <a:gdLst/>
              <a:ahLst/>
              <a:cxnLst/>
              <a:rect l="l" t="t" r="r" b="b"/>
              <a:pathLst>
                <a:path w="434" h="1097" extrusionOk="0">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9" name="Google Shape;17899;p139"/>
            <p:cNvSpPr/>
            <p:nvPr/>
          </p:nvSpPr>
          <p:spPr>
            <a:xfrm>
              <a:off x="1989285" y="4145076"/>
              <a:ext cx="11342" cy="28667"/>
            </a:xfrm>
            <a:custGeom>
              <a:avLst/>
              <a:gdLst/>
              <a:ahLst/>
              <a:cxnLst/>
              <a:rect l="l" t="t" r="r" b="b"/>
              <a:pathLst>
                <a:path w="434" h="1097" extrusionOk="0">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0" name="Google Shape;17900;p139"/>
            <p:cNvSpPr/>
            <p:nvPr/>
          </p:nvSpPr>
          <p:spPr>
            <a:xfrm>
              <a:off x="1901585" y="3850798"/>
              <a:ext cx="60079" cy="68389"/>
            </a:xfrm>
            <a:custGeom>
              <a:avLst/>
              <a:gdLst/>
              <a:ahLst/>
              <a:cxnLst/>
              <a:rect l="l" t="t" r="r" b="b"/>
              <a:pathLst>
                <a:path w="2299" h="2617" extrusionOk="0">
                  <a:moveTo>
                    <a:pt x="0" y="1"/>
                  </a:moveTo>
                  <a:lnTo>
                    <a:pt x="0" y="2616"/>
                  </a:lnTo>
                  <a:lnTo>
                    <a:pt x="2299" y="2616"/>
                  </a:lnTo>
                  <a:lnTo>
                    <a:pt x="2299"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1" name="Google Shape;17901;p139"/>
            <p:cNvSpPr/>
            <p:nvPr/>
          </p:nvSpPr>
          <p:spPr>
            <a:xfrm>
              <a:off x="1929468" y="3850798"/>
              <a:ext cx="32195" cy="68389"/>
            </a:xfrm>
            <a:custGeom>
              <a:avLst/>
              <a:gdLst/>
              <a:ahLst/>
              <a:cxnLst/>
              <a:rect l="l" t="t" r="r" b="b"/>
              <a:pathLst>
                <a:path w="1232" h="2617" extrusionOk="0">
                  <a:moveTo>
                    <a:pt x="1" y="1"/>
                  </a:moveTo>
                  <a:lnTo>
                    <a:pt x="1" y="2616"/>
                  </a:lnTo>
                  <a:lnTo>
                    <a:pt x="1232" y="2616"/>
                  </a:lnTo>
                  <a:lnTo>
                    <a:pt x="1232"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2" name="Google Shape;17902;p139"/>
            <p:cNvSpPr/>
            <p:nvPr/>
          </p:nvSpPr>
          <p:spPr>
            <a:xfrm>
              <a:off x="1850077" y="3886233"/>
              <a:ext cx="163354" cy="245802"/>
            </a:xfrm>
            <a:custGeom>
              <a:avLst/>
              <a:gdLst/>
              <a:ahLst/>
              <a:cxnLst/>
              <a:rect l="l" t="t" r="r" b="b"/>
              <a:pathLst>
                <a:path w="6251" h="9406" extrusionOk="0">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3" name="Google Shape;17903;p139"/>
            <p:cNvSpPr/>
            <p:nvPr/>
          </p:nvSpPr>
          <p:spPr>
            <a:xfrm>
              <a:off x="1887003" y="3807339"/>
              <a:ext cx="88981" cy="54042"/>
            </a:xfrm>
            <a:custGeom>
              <a:avLst/>
              <a:gdLst/>
              <a:ahLst/>
              <a:cxnLst/>
              <a:rect l="l" t="t" r="r" b="b"/>
              <a:pathLst>
                <a:path w="3405" h="2068" extrusionOk="0">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4" name="Google Shape;17904;p139"/>
            <p:cNvSpPr/>
            <p:nvPr/>
          </p:nvSpPr>
          <p:spPr>
            <a:xfrm>
              <a:off x="1879712" y="3886233"/>
              <a:ext cx="133720" cy="245802"/>
            </a:xfrm>
            <a:custGeom>
              <a:avLst/>
              <a:gdLst/>
              <a:ahLst/>
              <a:cxnLst/>
              <a:rect l="l" t="t" r="r" b="b"/>
              <a:pathLst>
                <a:path w="5117" h="9406" extrusionOk="0">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5" name="Google Shape;17905;p139"/>
            <p:cNvSpPr/>
            <p:nvPr/>
          </p:nvSpPr>
          <p:spPr>
            <a:xfrm>
              <a:off x="1917160" y="3807339"/>
              <a:ext cx="58824" cy="54042"/>
            </a:xfrm>
            <a:custGeom>
              <a:avLst/>
              <a:gdLst/>
              <a:ahLst/>
              <a:cxnLst/>
              <a:rect l="l" t="t" r="r" b="b"/>
              <a:pathLst>
                <a:path w="2251" h="2068" extrusionOk="0">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06" name="Google Shape;17906;p139"/>
          <p:cNvGrpSpPr/>
          <p:nvPr/>
        </p:nvGrpSpPr>
        <p:grpSpPr>
          <a:xfrm>
            <a:off x="2274757" y="3807313"/>
            <a:ext cx="202292" cy="366430"/>
            <a:chOff x="2274757" y="3807313"/>
            <a:chExt cx="202292" cy="366430"/>
          </a:xfrm>
        </p:grpSpPr>
        <p:sp>
          <p:nvSpPr>
            <p:cNvPr id="17907" name="Google Shape;17907;p139"/>
            <p:cNvSpPr/>
            <p:nvPr/>
          </p:nvSpPr>
          <p:spPr>
            <a:xfrm>
              <a:off x="2322579" y="3811181"/>
              <a:ext cx="39904" cy="57988"/>
            </a:xfrm>
            <a:custGeom>
              <a:avLst/>
              <a:gdLst/>
              <a:ahLst/>
              <a:cxnLst/>
              <a:rect l="l" t="t" r="r" b="b"/>
              <a:pathLst>
                <a:path w="1527" h="2219" extrusionOk="0">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8" name="Google Shape;17908;p139"/>
            <p:cNvSpPr/>
            <p:nvPr/>
          </p:nvSpPr>
          <p:spPr>
            <a:xfrm>
              <a:off x="2347379" y="3816120"/>
              <a:ext cx="16098" cy="52814"/>
            </a:xfrm>
            <a:custGeom>
              <a:avLst/>
              <a:gdLst/>
              <a:ahLst/>
              <a:cxnLst/>
              <a:rect l="l" t="t" r="r" b="b"/>
              <a:pathLst>
                <a:path w="616" h="2021" extrusionOk="0">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9" name="Google Shape;17909;p139"/>
            <p:cNvSpPr/>
            <p:nvPr/>
          </p:nvSpPr>
          <p:spPr>
            <a:xfrm>
              <a:off x="2274757" y="3854587"/>
              <a:ext cx="135706" cy="319156"/>
            </a:xfrm>
            <a:custGeom>
              <a:avLst/>
              <a:gdLst/>
              <a:ahLst/>
              <a:cxnLst/>
              <a:rect l="l" t="t" r="r" b="b"/>
              <a:pathLst>
                <a:path w="5193" h="12213" extrusionOk="0">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0" name="Google Shape;17910;p139"/>
            <p:cNvSpPr/>
            <p:nvPr/>
          </p:nvSpPr>
          <p:spPr>
            <a:xfrm>
              <a:off x="2297858" y="3854326"/>
              <a:ext cx="113859" cy="319418"/>
            </a:xfrm>
            <a:custGeom>
              <a:avLst/>
              <a:gdLst/>
              <a:ahLst/>
              <a:cxnLst/>
              <a:rect l="l" t="t" r="r" b="b"/>
              <a:pathLst>
                <a:path w="4357" h="12223" extrusionOk="0">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1" name="Google Shape;17911;p139"/>
            <p:cNvSpPr/>
            <p:nvPr/>
          </p:nvSpPr>
          <p:spPr>
            <a:xfrm>
              <a:off x="2348372" y="3828193"/>
              <a:ext cx="12335" cy="12335"/>
            </a:xfrm>
            <a:custGeom>
              <a:avLst/>
              <a:gdLst/>
              <a:ahLst/>
              <a:cxnLst/>
              <a:rect l="l" t="t" r="r" b="b"/>
              <a:pathLst>
                <a:path w="472" h="472" extrusionOk="0">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2" name="Google Shape;17912;p139"/>
            <p:cNvSpPr/>
            <p:nvPr/>
          </p:nvSpPr>
          <p:spPr>
            <a:xfrm>
              <a:off x="2377771" y="3838463"/>
              <a:ext cx="95985" cy="40270"/>
            </a:xfrm>
            <a:custGeom>
              <a:avLst/>
              <a:gdLst/>
              <a:ahLst/>
              <a:cxnLst/>
              <a:rect l="l" t="t" r="r" b="b"/>
              <a:pathLst>
                <a:path w="3673" h="1541" extrusionOk="0">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3" name="Google Shape;17913;p139"/>
            <p:cNvSpPr/>
            <p:nvPr/>
          </p:nvSpPr>
          <p:spPr>
            <a:xfrm>
              <a:off x="2377274" y="3807313"/>
              <a:ext cx="99774" cy="27700"/>
            </a:xfrm>
            <a:custGeom>
              <a:avLst/>
              <a:gdLst/>
              <a:ahLst/>
              <a:cxnLst/>
              <a:rect l="l" t="t" r="r" b="b"/>
              <a:pathLst>
                <a:path w="3818" h="1060" extrusionOk="0">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4" name="Google Shape;17914;p139"/>
            <p:cNvSpPr/>
            <p:nvPr/>
          </p:nvSpPr>
          <p:spPr>
            <a:xfrm>
              <a:off x="2274992" y="3936486"/>
              <a:ext cx="135236" cy="237257"/>
            </a:xfrm>
            <a:custGeom>
              <a:avLst/>
              <a:gdLst/>
              <a:ahLst/>
              <a:cxnLst/>
              <a:rect l="l" t="t" r="r" b="b"/>
              <a:pathLst>
                <a:path w="5175" h="9079" extrusionOk="0">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5" name="Google Shape;17915;p139"/>
            <p:cNvSpPr/>
            <p:nvPr/>
          </p:nvSpPr>
          <p:spPr>
            <a:xfrm>
              <a:off x="2299373" y="3936486"/>
              <a:ext cx="110854" cy="211882"/>
            </a:xfrm>
            <a:custGeom>
              <a:avLst/>
              <a:gdLst/>
              <a:ahLst/>
              <a:cxnLst/>
              <a:rect l="l" t="t" r="r" b="b"/>
              <a:pathLst>
                <a:path w="4242" h="8108" extrusionOk="0">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6" name="Google Shape;17916;p139"/>
            <p:cNvSpPr/>
            <p:nvPr/>
          </p:nvSpPr>
          <p:spPr>
            <a:xfrm>
              <a:off x="2351142" y="3991417"/>
              <a:ext cx="59086" cy="122274"/>
            </a:xfrm>
            <a:custGeom>
              <a:avLst/>
              <a:gdLst/>
              <a:ahLst/>
              <a:cxnLst/>
              <a:rect l="l" t="t" r="r" b="b"/>
              <a:pathLst>
                <a:path w="2261" h="4679" extrusionOk="0">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17" name="Google Shape;17917;p139"/>
          <p:cNvGrpSpPr/>
          <p:nvPr/>
        </p:nvGrpSpPr>
        <p:grpSpPr>
          <a:xfrm>
            <a:off x="3972716" y="3348218"/>
            <a:ext cx="366404" cy="366665"/>
            <a:chOff x="3972716" y="3348218"/>
            <a:chExt cx="366404" cy="366665"/>
          </a:xfrm>
        </p:grpSpPr>
        <p:sp>
          <p:nvSpPr>
            <p:cNvPr id="17918" name="Google Shape;17918;p139"/>
            <p:cNvSpPr/>
            <p:nvPr/>
          </p:nvSpPr>
          <p:spPr>
            <a:xfrm>
              <a:off x="4069223" y="3397974"/>
              <a:ext cx="172919" cy="223929"/>
            </a:xfrm>
            <a:custGeom>
              <a:avLst/>
              <a:gdLst/>
              <a:ahLst/>
              <a:cxnLst/>
              <a:rect l="l" t="t" r="r" b="b"/>
              <a:pathLst>
                <a:path w="6617" h="8569" extrusionOk="0">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9" name="Google Shape;17919;p139"/>
            <p:cNvSpPr/>
            <p:nvPr/>
          </p:nvSpPr>
          <p:spPr>
            <a:xfrm>
              <a:off x="4069223" y="3397974"/>
              <a:ext cx="99539" cy="223929"/>
            </a:xfrm>
            <a:custGeom>
              <a:avLst/>
              <a:gdLst/>
              <a:ahLst/>
              <a:cxnLst/>
              <a:rect l="l" t="t" r="r" b="b"/>
              <a:pathLst>
                <a:path w="3809" h="8569" extrusionOk="0">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0" name="Google Shape;17920;p139"/>
            <p:cNvSpPr/>
            <p:nvPr/>
          </p:nvSpPr>
          <p:spPr>
            <a:xfrm>
              <a:off x="3987036" y="3361806"/>
              <a:ext cx="337763" cy="174173"/>
            </a:xfrm>
            <a:custGeom>
              <a:avLst/>
              <a:gdLst/>
              <a:ahLst/>
              <a:cxnLst/>
              <a:rect l="l" t="t" r="r" b="b"/>
              <a:pathLst>
                <a:path w="12925" h="6665" extrusionOk="0">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1" name="Google Shape;17921;p139"/>
            <p:cNvSpPr/>
            <p:nvPr/>
          </p:nvSpPr>
          <p:spPr>
            <a:xfrm>
              <a:off x="4136828" y="3348218"/>
              <a:ext cx="38206" cy="38232"/>
            </a:xfrm>
            <a:custGeom>
              <a:avLst/>
              <a:gdLst/>
              <a:ahLst/>
              <a:cxnLst/>
              <a:rect l="l" t="t" r="r" b="b"/>
              <a:pathLst>
                <a:path w="1462" h="1463" extrusionOk="0">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2" name="Google Shape;17922;p139"/>
            <p:cNvSpPr/>
            <p:nvPr/>
          </p:nvSpPr>
          <p:spPr>
            <a:xfrm>
              <a:off x="4300417" y="3531668"/>
              <a:ext cx="38702" cy="38467"/>
            </a:xfrm>
            <a:custGeom>
              <a:avLst/>
              <a:gdLst/>
              <a:ahLst/>
              <a:cxnLst/>
              <a:rect l="l" t="t" r="r" b="b"/>
              <a:pathLst>
                <a:path w="1481" h="1472" extrusionOk="0">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3" name="Google Shape;17923;p139"/>
            <p:cNvSpPr/>
            <p:nvPr/>
          </p:nvSpPr>
          <p:spPr>
            <a:xfrm>
              <a:off x="3972716" y="3531668"/>
              <a:ext cx="38493" cy="38467"/>
            </a:xfrm>
            <a:custGeom>
              <a:avLst/>
              <a:gdLst/>
              <a:ahLst/>
              <a:cxnLst/>
              <a:rect l="l" t="t" r="r" b="b"/>
              <a:pathLst>
                <a:path w="1473" h="1472" extrusionOk="0">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4" name="Google Shape;17924;p139"/>
            <p:cNvSpPr/>
            <p:nvPr/>
          </p:nvSpPr>
          <p:spPr>
            <a:xfrm>
              <a:off x="4096610" y="3639229"/>
              <a:ext cx="118380" cy="75654"/>
            </a:xfrm>
            <a:custGeom>
              <a:avLst/>
              <a:gdLst/>
              <a:ahLst/>
              <a:cxnLst/>
              <a:rect l="l" t="t" r="r" b="b"/>
              <a:pathLst>
                <a:path w="4530" h="2895" extrusionOk="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5" name="Google Shape;17925;p139"/>
            <p:cNvSpPr/>
            <p:nvPr/>
          </p:nvSpPr>
          <p:spPr>
            <a:xfrm>
              <a:off x="4075756" y="3612574"/>
              <a:ext cx="160088" cy="46281"/>
            </a:xfrm>
            <a:custGeom>
              <a:avLst/>
              <a:gdLst/>
              <a:ahLst/>
              <a:cxnLst/>
              <a:rect l="l" t="t" r="r" b="b"/>
              <a:pathLst>
                <a:path w="6126" h="1771" extrusionOk="0">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6" name="Google Shape;17926;p139"/>
            <p:cNvSpPr/>
            <p:nvPr/>
          </p:nvSpPr>
          <p:spPr>
            <a:xfrm>
              <a:off x="4127028" y="3639229"/>
              <a:ext cx="87962" cy="75654"/>
            </a:xfrm>
            <a:custGeom>
              <a:avLst/>
              <a:gdLst/>
              <a:ahLst/>
              <a:cxnLst/>
              <a:rect l="l" t="t" r="r" b="b"/>
              <a:pathLst>
                <a:path w="3366" h="2895" extrusionOk="0">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7" name="Google Shape;17927;p139"/>
            <p:cNvSpPr/>
            <p:nvPr/>
          </p:nvSpPr>
          <p:spPr>
            <a:xfrm>
              <a:off x="4106148" y="3612574"/>
              <a:ext cx="129696" cy="46281"/>
            </a:xfrm>
            <a:custGeom>
              <a:avLst/>
              <a:gdLst/>
              <a:ahLst/>
              <a:cxnLst/>
              <a:rect l="l" t="t" r="r" b="b"/>
              <a:pathLst>
                <a:path w="4963" h="1771" extrusionOk="0">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8" name="Google Shape;17928;p139"/>
            <p:cNvSpPr/>
            <p:nvPr/>
          </p:nvSpPr>
          <p:spPr>
            <a:xfrm>
              <a:off x="3996104" y="3348218"/>
              <a:ext cx="38206" cy="38232"/>
            </a:xfrm>
            <a:custGeom>
              <a:avLst/>
              <a:gdLst/>
              <a:ahLst/>
              <a:cxnLst/>
              <a:rect l="l" t="t" r="r" b="b"/>
              <a:pathLst>
                <a:path w="1462" h="1463" extrusionOk="0">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9" name="Google Shape;17929;p139"/>
            <p:cNvSpPr/>
            <p:nvPr/>
          </p:nvSpPr>
          <p:spPr>
            <a:xfrm>
              <a:off x="4277551" y="3348218"/>
              <a:ext cx="37971" cy="38232"/>
            </a:xfrm>
            <a:custGeom>
              <a:avLst/>
              <a:gdLst/>
              <a:ahLst/>
              <a:cxnLst/>
              <a:rect l="l" t="t" r="r" b="b"/>
              <a:pathLst>
                <a:path w="1453" h="1463" extrusionOk="0">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30" name="Google Shape;17930;p139"/>
          <p:cNvGrpSpPr/>
          <p:nvPr/>
        </p:nvGrpSpPr>
        <p:grpSpPr>
          <a:xfrm>
            <a:off x="866528" y="3348348"/>
            <a:ext cx="317405" cy="366534"/>
            <a:chOff x="866528" y="3348348"/>
            <a:chExt cx="317405" cy="366534"/>
          </a:xfrm>
        </p:grpSpPr>
        <p:sp>
          <p:nvSpPr>
            <p:cNvPr id="17931" name="Google Shape;17931;p139"/>
            <p:cNvSpPr/>
            <p:nvPr/>
          </p:nvSpPr>
          <p:spPr>
            <a:xfrm>
              <a:off x="869795" y="3526650"/>
              <a:ext cx="314139" cy="188232"/>
            </a:xfrm>
            <a:custGeom>
              <a:avLst/>
              <a:gdLst/>
              <a:ahLst/>
              <a:cxnLst/>
              <a:rect l="l" t="t" r="r" b="b"/>
              <a:pathLst>
                <a:path w="12021" h="7203" extrusionOk="0">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2" name="Google Shape;17932;p139"/>
            <p:cNvSpPr/>
            <p:nvPr/>
          </p:nvSpPr>
          <p:spPr>
            <a:xfrm>
              <a:off x="891145" y="3526650"/>
              <a:ext cx="271177" cy="152300"/>
            </a:xfrm>
            <a:custGeom>
              <a:avLst/>
              <a:gdLst/>
              <a:ahLst/>
              <a:cxnLst/>
              <a:rect l="l" t="t" r="r" b="b"/>
              <a:pathLst>
                <a:path w="10377" h="5828" extrusionOk="0">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3" name="Google Shape;17933;p139"/>
            <p:cNvSpPr/>
            <p:nvPr/>
          </p:nvSpPr>
          <p:spPr>
            <a:xfrm>
              <a:off x="869795" y="3466911"/>
              <a:ext cx="314139" cy="188180"/>
            </a:xfrm>
            <a:custGeom>
              <a:avLst/>
              <a:gdLst/>
              <a:ahLst/>
              <a:cxnLst/>
              <a:rect l="l" t="t" r="r" b="b"/>
              <a:pathLst>
                <a:path w="12021" h="7201" extrusionOk="0">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4" name="Google Shape;17934;p139"/>
            <p:cNvSpPr/>
            <p:nvPr/>
          </p:nvSpPr>
          <p:spPr>
            <a:xfrm>
              <a:off x="891145" y="3466833"/>
              <a:ext cx="271177" cy="152300"/>
            </a:xfrm>
            <a:custGeom>
              <a:avLst/>
              <a:gdLst/>
              <a:ahLst/>
              <a:cxnLst/>
              <a:rect l="l" t="t" r="r" b="b"/>
              <a:pathLst>
                <a:path w="10377" h="5828" extrusionOk="0">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5" name="Google Shape;17935;p139"/>
            <p:cNvSpPr/>
            <p:nvPr/>
          </p:nvSpPr>
          <p:spPr>
            <a:xfrm>
              <a:off x="869795" y="3407094"/>
              <a:ext cx="313877" cy="188180"/>
            </a:xfrm>
            <a:custGeom>
              <a:avLst/>
              <a:gdLst/>
              <a:ahLst/>
              <a:cxnLst/>
              <a:rect l="l" t="t" r="r" b="b"/>
              <a:pathLst>
                <a:path w="12011" h="7201" extrusionOk="0">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6" name="Google Shape;17936;p139"/>
            <p:cNvSpPr/>
            <p:nvPr/>
          </p:nvSpPr>
          <p:spPr>
            <a:xfrm>
              <a:off x="888872" y="3407094"/>
              <a:ext cx="262893" cy="156690"/>
            </a:xfrm>
            <a:custGeom>
              <a:avLst/>
              <a:gdLst/>
              <a:ahLst/>
              <a:cxnLst/>
              <a:rect l="l" t="t" r="r" b="b"/>
              <a:pathLst>
                <a:path w="10060" h="5996" extrusionOk="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7" name="Google Shape;17937;p139"/>
            <p:cNvSpPr/>
            <p:nvPr/>
          </p:nvSpPr>
          <p:spPr>
            <a:xfrm>
              <a:off x="866528" y="3348348"/>
              <a:ext cx="282963" cy="189304"/>
            </a:xfrm>
            <a:custGeom>
              <a:avLst/>
              <a:gdLst/>
              <a:ahLst/>
              <a:cxnLst/>
              <a:rect l="l" t="t" r="r" b="b"/>
              <a:pathLst>
                <a:path w="10828" h="7244" extrusionOk="0">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8" name="Google Shape;17938;p139"/>
            <p:cNvSpPr/>
            <p:nvPr/>
          </p:nvSpPr>
          <p:spPr>
            <a:xfrm>
              <a:off x="1102975" y="3417835"/>
              <a:ext cx="46516" cy="50775"/>
            </a:xfrm>
            <a:custGeom>
              <a:avLst/>
              <a:gdLst/>
              <a:ahLst/>
              <a:cxnLst/>
              <a:rect l="l" t="t" r="r" b="b"/>
              <a:pathLst>
                <a:path w="1780" h="1943" extrusionOk="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39" name="Google Shape;17939;p139"/>
          <p:cNvGrpSpPr/>
          <p:nvPr/>
        </p:nvGrpSpPr>
        <p:grpSpPr>
          <a:xfrm>
            <a:off x="1316818" y="3348296"/>
            <a:ext cx="310872" cy="366848"/>
            <a:chOff x="1316818" y="3348296"/>
            <a:chExt cx="310872" cy="366848"/>
          </a:xfrm>
        </p:grpSpPr>
        <p:sp>
          <p:nvSpPr>
            <p:cNvPr id="17940" name="Google Shape;17940;p139"/>
            <p:cNvSpPr/>
            <p:nvPr/>
          </p:nvSpPr>
          <p:spPr>
            <a:xfrm>
              <a:off x="1324631" y="3348296"/>
              <a:ext cx="58824" cy="187919"/>
            </a:xfrm>
            <a:custGeom>
              <a:avLst/>
              <a:gdLst/>
              <a:ahLst/>
              <a:cxnLst/>
              <a:rect l="l" t="t" r="r" b="b"/>
              <a:pathLst>
                <a:path w="2251" h="7191" extrusionOk="0">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1" name="Google Shape;17941;p139"/>
            <p:cNvSpPr/>
            <p:nvPr/>
          </p:nvSpPr>
          <p:spPr>
            <a:xfrm>
              <a:off x="1341199" y="3348348"/>
              <a:ext cx="25923" cy="25479"/>
            </a:xfrm>
            <a:custGeom>
              <a:avLst/>
              <a:gdLst/>
              <a:ahLst/>
              <a:cxnLst/>
              <a:rect l="l" t="t" r="r" b="b"/>
              <a:pathLst>
                <a:path w="992" h="975" extrusionOk="0">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2" name="Google Shape;17942;p139"/>
            <p:cNvSpPr/>
            <p:nvPr/>
          </p:nvSpPr>
          <p:spPr>
            <a:xfrm>
              <a:off x="1324631" y="3400744"/>
              <a:ext cx="58824" cy="135471"/>
            </a:xfrm>
            <a:custGeom>
              <a:avLst/>
              <a:gdLst/>
              <a:ahLst/>
              <a:cxnLst/>
              <a:rect l="l" t="t" r="r" b="b"/>
              <a:pathLst>
                <a:path w="2251" h="5184" extrusionOk="0">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3" name="Google Shape;17943;p139"/>
            <p:cNvSpPr/>
            <p:nvPr/>
          </p:nvSpPr>
          <p:spPr>
            <a:xfrm>
              <a:off x="1354030" y="3400744"/>
              <a:ext cx="29425" cy="135471"/>
            </a:xfrm>
            <a:custGeom>
              <a:avLst/>
              <a:gdLst/>
              <a:ahLst/>
              <a:cxnLst/>
              <a:rect l="l" t="t" r="r" b="b"/>
              <a:pathLst>
                <a:path w="1126" h="5184" extrusionOk="0">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4" name="Google Shape;17944;p139"/>
            <p:cNvSpPr/>
            <p:nvPr/>
          </p:nvSpPr>
          <p:spPr>
            <a:xfrm>
              <a:off x="1382671" y="3348296"/>
              <a:ext cx="59086" cy="187919"/>
            </a:xfrm>
            <a:custGeom>
              <a:avLst/>
              <a:gdLst/>
              <a:ahLst/>
              <a:cxnLst/>
              <a:rect l="l" t="t" r="r" b="b"/>
              <a:pathLst>
                <a:path w="2261" h="7191" extrusionOk="0">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5" name="Google Shape;17945;p139"/>
            <p:cNvSpPr/>
            <p:nvPr/>
          </p:nvSpPr>
          <p:spPr>
            <a:xfrm>
              <a:off x="1399240" y="3348348"/>
              <a:ext cx="25923" cy="25479"/>
            </a:xfrm>
            <a:custGeom>
              <a:avLst/>
              <a:gdLst/>
              <a:ahLst/>
              <a:cxnLst/>
              <a:rect l="l" t="t" r="r" b="b"/>
              <a:pathLst>
                <a:path w="992" h="975" extrusionOk="0">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6" name="Google Shape;17946;p139"/>
            <p:cNvSpPr/>
            <p:nvPr/>
          </p:nvSpPr>
          <p:spPr>
            <a:xfrm>
              <a:off x="1382671" y="3400744"/>
              <a:ext cx="59086" cy="135471"/>
            </a:xfrm>
            <a:custGeom>
              <a:avLst/>
              <a:gdLst/>
              <a:ahLst/>
              <a:cxnLst/>
              <a:rect l="l" t="t" r="r" b="b"/>
              <a:pathLst>
                <a:path w="2261" h="5184" extrusionOk="0">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7" name="Google Shape;17947;p139"/>
            <p:cNvSpPr/>
            <p:nvPr/>
          </p:nvSpPr>
          <p:spPr>
            <a:xfrm>
              <a:off x="1412332" y="3400744"/>
              <a:ext cx="29425" cy="135471"/>
            </a:xfrm>
            <a:custGeom>
              <a:avLst/>
              <a:gdLst/>
              <a:ahLst/>
              <a:cxnLst/>
              <a:rect l="l" t="t" r="r" b="b"/>
              <a:pathLst>
                <a:path w="1126" h="5184" extrusionOk="0">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8" name="Google Shape;17948;p139"/>
            <p:cNvSpPr/>
            <p:nvPr/>
          </p:nvSpPr>
          <p:spPr>
            <a:xfrm>
              <a:off x="1441208" y="3348296"/>
              <a:ext cx="59086" cy="187919"/>
            </a:xfrm>
            <a:custGeom>
              <a:avLst/>
              <a:gdLst/>
              <a:ahLst/>
              <a:cxnLst/>
              <a:rect l="l" t="t" r="r" b="b"/>
              <a:pathLst>
                <a:path w="2261" h="7191" extrusionOk="0">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9" name="Google Shape;17949;p139"/>
            <p:cNvSpPr/>
            <p:nvPr/>
          </p:nvSpPr>
          <p:spPr>
            <a:xfrm>
              <a:off x="1457802" y="3348348"/>
              <a:ext cx="25662" cy="25479"/>
            </a:xfrm>
            <a:custGeom>
              <a:avLst/>
              <a:gdLst/>
              <a:ahLst/>
              <a:cxnLst/>
              <a:rect l="l" t="t" r="r" b="b"/>
              <a:pathLst>
                <a:path w="982" h="975" extrusionOk="0">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0" name="Google Shape;17950;p139"/>
            <p:cNvSpPr/>
            <p:nvPr/>
          </p:nvSpPr>
          <p:spPr>
            <a:xfrm>
              <a:off x="1441470" y="3400744"/>
              <a:ext cx="58589" cy="135471"/>
            </a:xfrm>
            <a:custGeom>
              <a:avLst/>
              <a:gdLst/>
              <a:ahLst/>
              <a:cxnLst/>
              <a:rect l="l" t="t" r="r" b="b"/>
              <a:pathLst>
                <a:path w="2242" h="5184" extrusionOk="0">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1" name="Google Shape;17951;p139"/>
            <p:cNvSpPr/>
            <p:nvPr/>
          </p:nvSpPr>
          <p:spPr>
            <a:xfrm>
              <a:off x="1470607" y="3400744"/>
              <a:ext cx="29451" cy="135471"/>
            </a:xfrm>
            <a:custGeom>
              <a:avLst/>
              <a:gdLst/>
              <a:ahLst/>
              <a:cxnLst/>
              <a:rect l="l" t="t" r="r" b="b"/>
              <a:pathLst>
                <a:path w="1127" h="5184" extrusionOk="0">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2" name="Google Shape;17952;p139"/>
            <p:cNvSpPr/>
            <p:nvPr/>
          </p:nvSpPr>
          <p:spPr>
            <a:xfrm>
              <a:off x="1499771" y="3348296"/>
              <a:ext cx="58824" cy="187919"/>
            </a:xfrm>
            <a:custGeom>
              <a:avLst/>
              <a:gdLst/>
              <a:ahLst/>
              <a:cxnLst/>
              <a:rect l="l" t="t" r="r" b="b"/>
              <a:pathLst>
                <a:path w="2251" h="7191" extrusionOk="0">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3" name="Google Shape;17953;p139"/>
            <p:cNvSpPr/>
            <p:nvPr/>
          </p:nvSpPr>
          <p:spPr>
            <a:xfrm>
              <a:off x="1516104" y="3348348"/>
              <a:ext cx="25897" cy="25479"/>
            </a:xfrm>
            <a:custGeom>
              <a:avLst/>
              <a:gdLst/>
              <a:ahLst/>
              <a:cxnLst/>
              <a:rect l="l" t="t" r="r" b="b"/>
              <a:pathLst>
                <a:path w="991" h="975" extrusionOk="0">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4" name="Google Shape;17954;p139"/>
            <p:cNvSpPr/>
            <p:nvPr/>
          </p:nvSpPr>
          <p:spPr>
            <a:xfrm>
              <a:off x="1499771" y="3400744"/>
              <a:ext cx="58824" cy="135471"/>
            </a:xfrm>
            <a:custGeom>
              <a:avLst/>
              <a:gdLst/>
              <a:ahLst/>
              <a:cxnLst/>
              <a:rect l="l" t="t" r="r" b="b"/>
              <a:pathLst>
                <a:path w="2251" h="5184" extrusionOk="0">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5" name="Google Shape;17955;p139"/>
            <p:cNvSpPr/>
            <p:nvPr/>
          </p:nvSpPr>
          <p:spPr>
            <a:xfrm>
              <a:off x="1529432" y="3400744"/>
              <a:ext cx="29164" cy="135471"/>
            </a:xfrm>
            <a:custGeom>
              <a:avLst/>
              <a:gdLst/>
              <a:ahLst/>
              <a:cxnLst/>
              <a:rect l="l" t="t" r="r" b="b"/>
              <a:pathLst>
                <a:path w="1116" h="5184" extrusionOk="0">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6" name="Google Shape;17956;p139"/>
            <p:cNvSpPr/>
            <p:nvPr/>
          </p:nvSpPr>
          <p:spPr>
            <a:xfrm>
              <a:off x="1558569" y="3348296"/>
              <a:ext cx="58824" cy="187919"/>
            </a:xfrm>
            <a:custGeom>
              <a:avLst/>
              <a:gdLst/>
              <a:ahLst/>
              <a:cxnLst/>
              <a:rect l="l" t="t" r="r" b="b"/>
              <a:pathLst>
                <a:path w="2251" h="7191" extrusionOk="0">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7" name="Google Shape;17957;p139"/>
            <p:cNvSpPr/>
            <p:nvPr/>
          </p:nvSpPr>
          <p:spPr>
            <a:xfrm>
              <a:off x="1575163" y="3348348"/>
              <a:ext cx="25662" cy="25479"/>
            </a:xfrm>
            <a:custGeom>
              <a:avLst/>
              <a:gdLst/>
              <a:ahLst/>
              <a:cxnLst/>
              <a:rect l="l" t="t" r="r" b="b"/>
              <a:pathLst>
                <a:path w="982" h="975" extrusionOk="0">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8" name="Google Shape;17958;p139"/>
            <p:cNvSpPr/>
            <p:nvPr/>
          </p:nvSpPr>
          <p:spPr>
            <a:xfrm>
              <a:off x="1558569" y="3400744"/>
              <a:ext cx="58824" cy="135471"/>
            </a:xfrm>
            <a:custGeom>
              <a:avLst/>
              <a:gdLst/>
              <a:ahLst/>
              <a:cxnLst/>
              <a:rect l="l" t="t" r="r" b="b"/>
              <a:pathLst>
                <a:path w="2251" h="5184" extrusionOk="0">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9" name="Google Shape;17959;p139"/>
            <p:cNvSpPr/>
            <p:nvPr/>
          </p:nvSpPr>
          <p:spPr>
            <a:xfrm>
              <a:off x="1587968" y="3400744"/>
              <a:ext cx="29425" cy="135471"/>
            </a:xfrm>
            <a:custGeom>
              <a:avLst/>
              <a:gdLst/>
              <a:ahLst/>
              <a:cxnLst/>
              <a:rect l="l" t="t" r="r" b="b"/>
              <a:pathLst>
                <a:path w="1126" h="5184" extrusionOk="0">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0" name="Google Shape;17960;p139"/>
            <p:cNvSpPr/>
            <p:nvPr/>
          </p:nvSpPr>
          <p:spPr>
            <a:xfrm>
              <a:off x="1316818" y="3475117"/>
              <a:ext cx="310872" cy="240027"/>
            </a:xfrm>
            <a:custGeom>
              <a:avLst/>
              <a:gdLst/>
              <a:ahLst/>
              <a:cxnLst/>
              <a:rect l="l" t="t" r="r" b="b"/>
              <a:pathLst>
                <a:path w="11896" h="9185" extrusionOk="0">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1" name="Google Shape;17961;p139"/>
            <p:cNvSpPr/>
            <p:nvPr/>
          </p:nvSpPr>
          <p:spPr>
            <a:xfrm>
              <a:off x="1347994" y="3474882"/>
              <a:ext cx="279696" cy="210367"/>
            </a:xfrm>
            <a:custGeom>
              <a:avLst/>
              <a:gdLst/>
              <a:ahLst/>
              <a:cxnLst/>
              <a:rect l="l" t="t" r="r" b="b"/>
              <a:pathLst>
                <a:path w="10703" h="8050" extrusionOk="0">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2" name="Google Shape;17962;p139"/>
            <p:cNvSpPr/>
            <p:nvPr/>
          </p:nvSpPr>
          <p:spPr>
            <a:xfrm>
              <a:off x="1316818" y="3581921"/>
              <a:ext cx="310872" cy="41002"/>
            </a:xfrm>
            <a:custGeom>
              <a:avLst/>
              <a:gdLst/>
              <a:ahLst/>
              <a:cxnLst/>
              <a:rect l="l" t="t" r="r" b="b"/>
              <a:pathLst>
                <a:path w="11896" h="1569" extrusionOk="0">
                  <a:moveTo>
                    <a:pt x="1" y="1"/>
                  </a:moveTo>
                  <a:lnTo>
                    <a:pt x="1" y="1568"/>
                  </a:lnTo>
                  <a:lnTo>
                    <a:pt x="11896" y="1568"/>
                  </a:lnTo>
                  <a:lnTo>
                    <a:pt x="11896" y="1"/>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3" name="Google Shape;17963;p139"/>
            <p:cNvSpPr/>
            <p:nvPr/>
          </p:nvSpPr>
          <p:spPr>
            <a:xfrm>
              <a:off x="1316818" y="3581921"/>
              <a:ext cx="31202" cy="41002"/>
            </a:xfrm>
            <a:custGeom>
              <a:avLst/>
              <a:gdLst/>
              <a:ahLst/>
              <a:cxnLst/>
              <a:rect l="l" t="t" r="r" b="b"/>
              <a:pathLst>
                <a:path w="1194" h="1569" extrusionOk="0">
                  <a:moveTo>
                    <a:pt x="1" y="1"/>
                  </a:moveTo>
                  <a:lnTo>
                    <a:pt x="1" y="1568"/>
                  </a:lnTo>
                  <a:lnTo>
                    <a:pt x="1193" y="1568"/>
                  </a:lnTo>
                  <a:lnTo>
                    <a:pt x="1193"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64" name="Google Shape;17964;p139"/>
          <p:cNvGrpSpPr/>
          <p:nvPr/>
        </p:nvGrpSpPr>
        <p:grpSpPr>
          <a:xfrm>
            <a:off x="3105248" y="3348244"/>
            <a:ext cx="305620" cy="366430"/>
            <a:chOff x="3105248" y="3348244"/>
            <a:chExt cx="305620" cy="366430"/>
          </a:xfrm>
        </p:grpSpPr>
        <p:sp>
          <p:nvSpPr>
            <p:cNvPr id="17965" name="Google Shape;17965;p139"/>
            <p:cNvSpPr/>
            <p:nvPr/>
          </p:nvSpPr>
          <p:spPr>
            <a:xfrm>
              <a:off x="3198750" y="3348244"/>
              <a:ext cx="99774" cy="238485"/>
            </a:xfrm>
            <a:custGeom>
              <a:avLst/>
              <a:gdLst/>
              <a:ahLst/>
              <a:cxnLst/>
              <a:rect l="l" t="t" r="r" b="b"/>
              <a:pathLst>
                <a:path w="3818" h="9126" extrusionOk="0">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6" name="Google Shape;17966;p139"/>
            <p:cNvSpPr/>
            <p:nvPr/>
          </p:nvSpPr>
          <p:spPr>
            <a:xfrm>
              <a:off x="3223366" y="3348244"/>
              <a:ext cx="69147" cy="208328"/>
            </a:xfrm>
            <a:custGeom>
              <a:avLst/>
              <a:gdLst/>
              <a:ahLst/>
              <a:cxnLst/>
              <a:rect l="l" t="t" r="r" b="b"/>
              <a:pathLst>
                <a:path w="2646" h="7972" extrusionOk="0">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7" name="Google Shape;17967;p139"/>
            <p:cNvSpPr/>
            <p:nvPr/>
          </p:nvSpPr>
          <p:spPr>
            <a:xfrm>
              <a:off x="3224124" y="3348244"/>
              <a:ext cx="99277" cy="238485"/>
            </a:xfrm>
            <a:custGeom>
              <a:avLst/>
              <a:gdLst/>
              <a:ahLst/>
              <a:cxnLst/>
              <a:rect l="l" t="t" r="r" b="b"/>
              <a:pathLst>
                <a:path w="3799" h="9126" extrusionOk="0">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8" name="Google Shape;17968;p139"/>
            <p:cNvSpPr/>
            <p:nvPr/>
          </p:nvSpPr>
          <p:spPr>
            <a:xfrm>
              <a:off x="3242469" y="3355770"/>
              <a:ext cx="80697" cy="230959"/>
            </a:xfrm>
            <a:custGeom>
              <a:avLst/>
              <a:gdLst/>
              <a:ahLst/>
              <a:cxnLst/>
              <a:rect l="l" t="t" r="r" b="b"/>
              <a:pathLst>
                <a:path w="3088" h="8838" extrusionOk="0">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9" name="Google Shape;17969;p139"/>
            <p:cNvSpPr/>
            <p:nvPr/>
          </p:nvSpPr>
          <p:spPr>
            <a:xfrm>
              <a:off x="3235675" y="3503000"/>
              <a:ext cx="175192" cy="211255"/>
            </a:xfrm>
            <a:custGeom>
              <a:avLst/>
              <a:gdLst/>
              <a:ahLst/>
              <a:cxnLst/>
              <a:rect l="l" t="t" r="r" b="b"/>
              <a:pathLst>
                <a:path w="6704" h="8084" extrusionOk="0">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0" name="Google Shape;17970;p139"/>
            <p:cNvSpPr/>
            <p:nvPr/>
          </p:nvSpPr>
          <p:spPr>
            <a:xfrm>
              <a:off x="3105248" y="3502739"/>
              <a:ext cx="181725" cy="211935"/>
            </a:xfrm>
            <a:custGeom>
              <a:avLst/>
              <a:gdLst/>
              <a:ahLst/>
              <a:cxnLst/>
              <a:rect l="l" t="t" r="r" b="b"/>
              <a:pathLst>
                <a:path w="6954" h="8110" extrusionOk="0">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1" name="Google Shape;17971;p139"/>
            <p:cNvSpPr/>
            <p:nvPr/>
          </p:nvSpPr>
          <p:spPr>
            <a:xfrm>
              <a:off x="3253288" y="3522365"/>
              <a:ext cx="15836" cy="16124"/>
            </a:xfrm>
            <a:custGeom>
              <a:avLst/>
              <a:gdLst/>
              <a:ahLst/>
              <a:cxnLst/>
              <a:rect l="l" t="t" r="r" b="b"/>
              <a:pathLst>
                <a:path w="606" h="617" extrusionOk="0">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72" name="Google Shape;17972;p139"/>
          <p:cNvGrpSpPr/>
          <p:nvPr/>
        </p:nvGrpSpPr>
        <p:grpSpPr>
          <a:xfrm>
            <a:off x="2661988" y="3348218"/>
            <a:ext cx="304078" cy="366665"/>
            <a:chOff x="2661988" y="3348218"/>
            <a:chExt cx="304078" cy="366665"/>
          </a:xfrm>
        </p:grpSpPr>
        <p:sp>
          <p:nvSpPr>
            <p:cNvPr id="17973" name="Google Shape;17973;p139"/>
            <p:cNvSpPr/>
            <p:nvPr/>
          </p:nvSpPr>
          <p:spPr>
            <a:xfrm>
              <a:off x="2801954" y="3540971"/>
              <a:ext cx="24146" cy="173912"/>
            </a:xfrm>
            <a:custGeom>
              <a:avLst/>
              <a:gdLst/>
              <a:ahLst/>
              <a:cxnLst/>
              <a:rect l="l" t="t" r="r" b="b"/>
              <a:pathLst>
                <a:path w="924" h="6655" extrusionOk="0">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4" name="Google Shape;17974;p139"/>
            <p:cNvSpPr/>
            <p:nvPr/>
          </p:nvSpPr>
          <p:spPr>
            <a:xfrm>
              <a:off x="2801954" y="3540971"/>
              <a:ext cx="24146" cy="39721"/>
            </a:xfrm>
            <a:custGeom>
              <a:avLst/>
              <a:gdLst/>
              <a:ahLst/>
              <a:cxnLst/>
              <a:rect l="l" t="t" r="r" b="b"/>
              <a:pathLst>
                <a:path w="924" h="1520" extrusionOk="0">
                  <a:moveTo>
                    <a:pt x="1" y="0"/>
                  </a:moveTo>
                  <a:lnTo>
                    <a:pt x="1" y="1520"/>
                  </a:lnTo>
                  <a:lnTo>
                    <a:pt x="924" y="1520"/>
                  </a:lnTo>
                  <a:lnTo>
                    <a:pt x="924"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5" name="Google Shape;17975;p139"/>
            <p:cNvSpPr/>
            <p:nvPr/>
          </p:nvSpPr>
          <p:spPr>
            <a:xfrm>
              <a:off x="2809245" y="3348218"/>
              <a:ext cx="11080" cy="39669"/>
            </a:xfrm>
            <a:custGeom>
              <a:avLst/>
              <a:gdLst/>
              <a:ahLst/>
              <a:cxnLst/>
              <a:rect l="l" t="t" r="r" b="b"/>
              <a:pathLst>
                <a:path w="424" h="1518" extrusionOk="0">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6" name="Google Shape;17976;p139"/>
            <p:cNvSpPr/>
            <p:nvPr/>
          </p:nvSpPr>
          <p:spPr>
            <a:xfrm>
              <a:off x="2852207" y="3359585"/>
              <a:ext cx="24173" cy="37579"/>
            </a:xfrm>
            <a:custGeom>
              <a:avLst/>
              <a:gdLst/>
              <a:ahLst/>
              <a:cxnLst/>
              <a:rect l="l" t="t" r="r" b="b"/>
              <a:pathLst>
                <a:path w="925" h="1438" extrusionOk="0">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7" name="Google Shape;17977;p139"/>
            <p:cNvSpPr/>
            <p:nvPr/>
          </p:nvSpPr>
          <p:spPr>
            <a:xfrm>
              <a:off x="2889158" y="3390970"/>
              <a:ext cx="35540" cy="31411"/>
            </a:xfrm>
            <a:custGeom>
              <a:avLst/>
              <a:gdLst/>
              <a:ahLst/>
              <a:cxnLst/>
              <a:rect l="l" t="t" r="r" b="b"/>
              <a:pathLst>
                <a:path w="1360" h="1202" extrusionOk="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8" name="Google Shape;17978;p139"/>
            <p:cNvSpPr/>
            <p:nvPr/>
          </p:nvSpPr>
          <p:spPr>
            <a:xfrm>
              <a:off x="2915290" y="3438479"/>
              <a:ext cx="40688" cy="22056"/>
            </a:xfrm>
            <a:custGeom>
              <a:avLst/>
              <a:gdLst/>
              <a:ahLst/>
              <a:cxnLst/>
              <a:rect l="l" t="t" r="r" b="b"/>
              <a:pathLst>
                <a:path w="1557" h="844" extrusionOk="0">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9" name="Google Shape;17979;p139"/>
            <p:cNvSpPr/>
            <p:nvPr/>
          </p:nvSpPr>
          <p:spPr>
            <a:xfrm>
              <a:off x="2922817" y="3493723"/>
              <a:ext cx="43249" cy="11080"/>
            </a:xfrm>
            <a:custGeom>
              <a:avLst/>
              <a:gdLst/>
              <a:ahLst/>
              <a:cxnLst/>
              <a:rect l="l" t="t" r="r" b="b"/>
              <a:pathLst>
                <a:path w="1655" h="424" extrusionOk="0">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0" name="Google Shape;17980;p139"/>
            <p:cNvSpPr/>
            <p:nvPr/>
          </p:nvSpPr>
          <p:spPr>
            <a:xfrm>
              <a:off x="2912912" y="3538149"/>
              <a:ext cx="42570" cy="22160"/>
            </a:xfrm>
            <a:custGeom>
              <a:avLst/>
              <a:gdLst/>
              <a:ahLst/>
              <a:cxnLst/>
              <a:rect l="l" t="t" r="r" b="b"/>
              <a:pathLst>
                <a:path w="1629" h="848" extrusionOk="0">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1" name="Google Shape;17981;p139"/>
            <p:cNvSpPr/>
            <p:nvPr/>
          </p:nvSpPr>
          <p:spPr>
            <a:xfrm>
              <a:off x="2887825" y="3575649"/>
              <a:ext cx="35880" cy="31411"/>
            </a:xfrm>
            <a:custGeom>
              <a:avLst/>
              <a:gdLst/>
              <a:ahLst/>
              <a:cxnLst/>
              <a:rect l="l" t="t" r="r" b="b"/>
              <a:pathLst>
                <a:path w="1373" h="1202" extrusionOk="0">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2" name="Google Shape;17982;p139"/>
            <p:cNvSpPr/>
            <p:nvPr/>
          </p:nvSpPr>
          <p:spPr>
            <a:xfrm>
              <a:off x="2850926" y="3600605"/>
              <a:ext cx="24721" cy="37552"/>
            </a:xfrm>
            <a:custGeom>
              <a:avLst/>
              <a:gdLst/>
              <a:ahLst/>
              <a:cxnLst/>
              <a:rect l="l" t="t" r="r" b="b"/>
              <a:pathLst>
                <a:path w="946" h="1437" extrusionOk="0">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3" name="Google Shape;17983;p139"/>
            <p:cNvSpPr/>
            <p:nvPr/>
          </p:nvSpPr>
          <p:spPr>
            <a:xfrm>
              <a:off x="2751021" y="3600083"/>
              <a:ext cx="24068" cy="37317"/>
            </a:xfrm>
            <a:custGeom>
              <a:avLst/>
              <a:gdLst/>
              <a:ahLst/>
              <a:cxnLst/>
              <a:rect l="l" t="t" r="r" b="b"/>
              <a:pathLst>
                <a:path w="921" h="1428" extrusionOk="0">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4" name="Google Shape;17984;p139"/>
            <p:cNvSpPr/>
            <p:nvPr/>
          </p:nvSpPr>
          <p:spPr>
            <a:xfrm>
              <a:off x="2703147" y="3574525"/>
              <a:ext cx="36063" cy="31411"/>
            </a:xfrm>
            <a:custGeom>
              <a:avLst/>
              <a:gdLst/>
              <a:ahLst/>
              <a:cxnLst/>
              <a:rect l="l" t="t" r="r" b="b"/>
              <a:pathLst>
                <a:path w="1380" h="1202" extrusionOk="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5" name="Google Shape;17985;p139"/>
            <p:cNvSpPr/>
            <p:nvPr/>
          </p:nvSpPr>
          <p:spPr>
            <a:xfrm>
              <a:off x="2671814" y="3536607"/>
              <a:ext cx="40714" cy="22186"/>
            </a:xfrm>
            <a:custGeom>
              <a:avLst/>
              <a:gdLst/>
              <a:ahLst/>
              <a:cxnLst/>
              <a:rect l="l" t="t" r="r" b="b"/>
              <a:pathLst>
                <a:path w="1558" h="849" extrusionOk="0">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6" name="Google Shape;17986;p139"/>
            <p:cNvSpPr/>
            <p:nvPr/>
          </p:nvSpPr>
          <p:spPr>
            <a:xfrm>
              <a:off x="2661988" y="3492208"/>
              <a:ext cx="41498" cy="11080"/>
            </a:xfrm>
            <a:custGeom>
              <a:avLst/>
              <a:gdLst/>
              <a:ahLst/>
              <a:cxnLst/>
              <a:rect l="l" t="t" r="r" b="b"/>
              <a:pathLst>
                <a:path w="1588" h="424" extrusionOk="0">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7" name="Google Shape;17987;p139"/>
            <p:cNvSpPr/>
            <p:nvPr/>
          </p:nvSpPr>
          <p:spPr>
            <a:xfrm>
              <a:off x="2672363" y="3436728"/>
              <a:ext cx="42570" cy="22134"/>
            </a:xfrm>
            <a:custGeom>
              <a:avLst/>
              <a:gdLst/>
              <a:ahLst/>
              <a:cxnLst/>
              <a:rect l="l" t="t" r="r" b="b"/>
              <a:pathLst>
                <a:path w="1629" h="847" extrusionOk="0">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8" name="Google Shape;17988;p139"/>
            <p:cNvSpPr/>
            <p:nvPr/>
          </p:nvSpPr>
          <p:spPr>
            <a:xfrm>
              <a:off x="2704349" y="3390082"/>
              <a:ext cx="35932" cy="31411"/>
            </a:xfrm>
            <a:custGeom>
              <a:avLst/>
              <a:gdLst/>
              <a:ahLst/>
              <a:cxnLst/>
              <a:rect l="l" t="t" r="r" b="b"/>
              <a:pathLst>
                <a:path w="1375" h="1202" extrusionOk="0">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9" name="Google Shape;17989;p139"/>
            <p:cNvSpPr/>
            <p:nvPr/>
          </p:nvSpPr>
          <p:spPr>
            <a:xfrm>
              <a:off x="2752433" y="3358958"/>
              <a:ext cx="24669" cy="37526"/>
            </a:xfrm>
            <a:custGeom>
              <a:avLst/>
              <a:gdLst/>
              <a:ahLst/>
              <a:cxnLst/>
              <a:rect l="l" t="t" r="r" b="b"/>
              <a:pathLst>
                <a:path w="944" h="1436" extrusionOk="0">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0" name="Google Shape;17990;p139"/>
            <p:cNvSpPr/>
            <p:nvPr/>
          </p:nvSpPr>
          <p:spPr>
            <a:xfrm>
              <a:off x="2727816" y="3415796"/>
              <a:ext cx="172422" cy="159591"/>
            </a:xfrm>
            <a:custGeom>
              <a:avLst/>
              <a:gdLst/>
              <a:ahLst/>
              <a:cxnLst/>
              <a:rect l="l" t="t" r="r" b="b"/>
              <a:pathLst>
                <a:path w="6598" h="6107" extrusionOk="0">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1" name="Google Shape;17991;p139"/>
            <p:cNvSpPr/>
            <p:nvPr/>
          </p:nvSpPr>
          <p:spPr>
            <a:xfrm>
              <a:off x="2727816" y="3467330"/>
              <a:ext cx="59582" cy="108058"/>
            </a:xfrm>
            <a:custGeom>
              <a:avLst/>
              <a:gdLst/>
              <a:ahLst/>
              <a:cxnLst/>
              <a:rect l="l" t="t" r="r" b="b"/>
              <a:pathLst>
                <a:path w="2280" h="4135" extrusionOk="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92" name="Google Shape;17992;p139"/>
          <p:cNvGrpSpPr/>
          <p:nvPr/>
        </p:nvGrpSpPr>
        <p:grpSpPr>
          <a:xfrm>
            <a:off x="2212927" y="3348897"/>
            <a:ext cx="307606" cy="366482"/>
            <a:chOff x="2212927" y="3348897"/>
            <a:chExt cx="307606" cy="366482"/>
          </a:xfrm>
        </p:grpSpPr>
        <p:sp>
          <p:nvSpPr>
            <p:cNvPr id="17993" name="Google Shape;17993;p139"/>
            <p:cNvSpPr/>
            <p:nvPr/>
          </p:nvSpPr>
          <p:spPr>
            <a:xfrm>
              <a:off x="2234539" y="3408218"/>
              <a:ext cx="222936" cy="219905"/>
            </a:xfrm>
            <a:custGeom>
              <a:avLst/>
              <a:gdLst/>
              <a:ahLst/>
              <a:cxnLst/>
              <a:rect l="l" t="t" r="r" b="b"/>
              <a:pathLst>
                <a:path w="8531" h="8415" extrusionOk="0">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4" name="Google Shape;17994;p139"/>
            <p:cNvSpPr/>
            <p:nvPr/>
          </p:nvSpPr>
          <p:spPr>
            <a:xfrm>
              <a:off x="2330288" y="3408218"/>
              <a:ext cx="127187" cy="126246"/>
            </a:xfrm>
            <a:custGeom>
              <a:avLst/>
              <a:gdLst/>
              <a:ahLst/>
              <a:cxnLst/>
              <a:rect l="l" t="t" r="r" b="b"/>
              <a:pathLst>
                <a:path w="4867" h="4831" extrusionOk="0">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5" name="Google Shape;17995;p139"/>
            <p:cNvSpPr/>
            <p:nvPr/>
          </p:nvSpPr>
          <p:spPr>
            <a:xfrm>
              <a:off x="2212927" y="3640797"/>
              <a:ext cx="53049" cy="74582"/>
            </a:xfrm>
            <a:custGeom>
              <a:avLst/>
              <a:gdLst/>
              <a:ahLst/>
              <a:cxnLst/>
              <a:rect l="l" t="t" r="r" b="b"/>
              <a:pathLst>
                <a:path w="2030" h="2854" extrusionOk="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6" name="Google Shape;17996;p139"/>
            <p:cNvSpPr/>
            <p:nvPr/>
          </p:nvSpPr>
          <p:spPr>
            <a:xfrm>
              <a:off x="2233284" y="3652295"/>
              <a:ext cx="32457" cy="54800"/>
            </a:xfrm>
            <a:custGeom>
              <a:avLst/>
              <a:gdLst/>
              <a:ahLst/>
              <a:cxnLst/>
              <a:rect l="l" t="t" r="r" b="b"/>
              <a:pathLst>
                <a:path w="1242" h="2097" extrusionOk="0">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7" name="Google Shape;17997;p139"/>
            <p:cNvSpPr/>
            <p:nvPr/>
          </p:nvSpPr>
          <p:spPr>
            <a:xfrm>
              <a:off x="2229756" y="3408218"/>
              <a:ext cx="201586" cy="219722"/>
            </a:xfrm>
            <a:custGeom>
              <a:avLst/>
              <a:gdLst/>
              <a:ahLst/>
              <a:cxnLst/>
              <a:rect l="l" t="t" r="r" b="b"/>
              <a:pathLst>
                <a:path w="7714" h="8408" extrusionOk="0">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8" name="Google Shape;17998;p139"/>
            <p:cNvSpPr/>
            <p:nvPr/>
          </p:nvSpPr>
          <p:spPr>
            <a:xfrm>
              <a:off x="2330288" y="3408035"/>
              <a:ext cx="101054" cy="90236"/>
            </a:xfrm>
            <a:custGeom>
              <a:avLst/>
              <a:gdLst/>
              <a:ahLst/>
              <a:cxnLst/>
              <a:rect l="l" t="t" r="r" b="b"/>
              <a:pathLst>
                <a:path w="3867" h="3453" extrusionOk="0">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9" name="Google Shape;17999;p139"/>
            <p:cNvSpPr/>
            <p:nvPr/>
          </p:nvSpPr>
          <p:spPr>
            <a:xfrm>
              <a:off x="2389086" y="3348897"/>
              <a:ext cx="131446" cy="126142"/>
            </a:xfrm>
            <a:custGeom>
              <a:avLst/>
              <a:gdLst/>
              <a:ahLst/>
              <a:cxnLst/>
              <a:rect l="l" t="t" r="r" b="b"/>
              <a:pathLst>
                <a:path w="5030" h="4827" extrusionOk="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0" name="Google Shape;18000;p139"/>
            <p:cNvSpPr/>
            <p:nvPr/>
          </p:nvSpPr>
          <p:spPr>
            <a:xfrm>
              <a:off x="2450158" y="3352738"/>
              <a:ext cx="70140" cy="85479"/>
            </a:xfrm>
            <a:custGeom>
              <a:avLst/>
              <a:gdLst/>
              <a:ahLst/>
              <a:cxnLst/>
              <a:rect l="l" t="t" r="r" b="b"/>
              <a:pathLst>
                <a:path w="2684" h="3271" extrusionOk="0">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1" name="Google Shape;18001;p139"/>
            <p:cNvSpPr/>
            <p:nvPr/>
          </p:nvSpPr>
          <p:spPr>
            <a:xfrm>
              <a:off x="2356159" y="3369908"/>
              <a:ext cx="139992" cy="137405"/>
            </a:xfrm>
            <a:custGeom>
              <a:avLst/>
              <a:gdLst/>
              <a:ahLst/>
              <a:cxnLst/>
              <a:rect l="l" t="t" r="r" b="b"/>
              <a:pathLst>
                <a:path w="5357" h="5258" extrusionOk="0">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2" name="Google Shape;18002;p139"/>
            <p:cNvSpPr/>
            <p:nvPr/>
          </p:nvSpPr>
          <p:spPr>
            <a:xfrm>
              <a:off x="2372492" y="3386476"/>
              <a:ext cx="123659" cy="120837"/>
            </a:xfrm>
            <a:custGeom>
              <a:avLst/>
              <a:gdLst/>
              <a:ahLst/>
              <a:cxnLst/>
              <a:rect l="l" t="t" r="r" b="b"/>
              <a:pathLst>
                <a:path w="4732" h="4624" extrusionOk="0">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03" name="Google Shape;18003;p139"/>
          <p:cNvGrpSpPr/>
          <p:nvPr/>
        </p:nvGrpSpPr>
        <p:grpSpPr>
          <a:xfrm>
            <a:off x="1764389" y="3348218"/>
            <a:ext cx="310114" cy="366665"/>
            <a:chOff x="1764389" y="3348218"/>
            <a:chExt cx="310114" cy="366665"/>
          </a:xfrm>
        </p:grpSpPr>
        <p:sp>
          <p:nvSpPr>
            <p:cNvPr id="18004" name="Google Shape;18004;p139"/>
            <p:cNvSpPr/>
            <p:nvPr/>
          </p:nvSpPr>
          <p:spPr>
            <a:xfrm>
              <a:off x="1782734" y="3556441"/>
              <a:ext cx="37918" cy="23598"/>
            </a:xfrm>
            <a:custGeom>
              <a:avLst/>
              <a:gdLst/>
              <a:ahLst/>
              <a:cxnLst/>
              <a:rect l="l" t="t" r="r" b="b"/>
              <a:pathLst>
                <a:path w="1451" h="903" extrusionOk="0">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5" name="Google Shape;18005;p139"/>
            <p:cNvSpPr/>
            <p:nvPr/>
          </p:nvSpPr>
          <p:spPr>
            <a:xfrm>
              <a:off x="2016933" y="3558218"/>
              <a:ext cx="37971" cy="23833"/>
            </a:xfrm>
            <a:custGeom>
              <a:avLst/>
              <a:gdLst/>
              <a:ahLst/>
              <a:cxnLst/>
              <a:rect l="l" t="t" r="r" b="b"/>
              <a:pathLst>
                <a:path w="1453" h="912" extrusionOk="0">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6" name="Google Shape;18006;p139"/>
            <p:cNvSpPr/>
            <p:nvPr/>
          </p:nvSpPr>
          <p:spPr>
            <a:xfrm>
              <a:off x="1915147" y="3348218"/>
              <a:ext cx="11080" cy="36089"/>
            </a:xfrm>
            <a:custGeom>
              <a:avLst/>
              <a:gdLst/>
              <a:ahLst/>
              <a:cxnLst/>
              <a:rect l="l" t="t" r="r" b="b"/>
              <a:pathLst>
                <a:path w="424" h="1381" extrusionOk="0">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7" name="Google Shape;18007;p139"/>
            <p:cNvSpPr/>
            <p:nvPr/>
          </p:nvSpPr>
          <p:spPr>
            <a:xfrm>
              <a:off x="1839363" y="3367399"/>
              <a:ext cx="27126" cy="32796"/>
            </a:xfrm>
            <a:custGeom>
              <a:avLst/>
              <a:gdLst/>
              <a:ahLst/>
              <a:cxnLst/>
              <a:rect l="l" t="t" r="r" b="b"/>
              <a:pathLst>
                <a:path w="1038" h="1255" extrusionOk="0">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8" name="Google Shape;18008;p139"/>
            <p:cNvSpPr/>
            <p:nvPr/>
          </p:nvSpPr>
          <p:spPr>
            <a:xfrm>
              <a:off x="1783988" y="3420997"/>
              <a:ext cx="37971" cy="23754"/>
            </a:xfrm>
            <a:custGeom>
              <a:avLst/>
              <a:gdLst/>
              <a:ahLst/>
              <a:cxnLst/>
              <a:rect l="l" t="t" r="r" b="b"/>
              <a:pathLst>
                <a:path w="1453" h="909" extrusionOk="0">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9" name="Google Shape;18009;p139"/>
            <p:cNvSpPr/>
            <p:nvPr/>
          </p:nvSpPr>
          <p:spPr>
            <a:xfrm>
              <a:off x="1764389" y="3494716"/>
              <a:ext cx="37971" cy="11106"/>
            </a:xfrm>
            <a:custGeom>
              <a:avLst/>
              <a:gdLst/>
              <a:ahLst/>
              <a:cxnLst/>
              <a:rect l="l" t="t" r="r" b="b"/>
              <a:pathLst>
                <a:path w="1453" h="425" extrusionOk="0">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0" name="Google Shape;18010;p139"/>
            <p:cNvSpPr/>
            <p:nvPr/>
          </p:nvSpPr>
          <p:spPr>
            <a:xfrm>
              <a:off x="2034756" y="3496990"/>
              <a:ext cx="39748" cy="11342"/>
            </a:xfrm>
            <a:custGeom>
              <a:avLst/>
              <a:gdLst/>
              <a:ahLst/>
              <a:cxnLst/>
              <a:rect l="l" t="t" r="r" b="b"/>
              <a:pathLst>
                <a:path w="1521" h="434" extrusionOk="0">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1" name="Google Shape;18011;p139"/>
            <p:cNvSpPr/>
            <p:nvPr/>
          </p:nvSpPr>
          <p:spPr>
            <a:xfrm>
              <a:off x="2018684" y="3423009"/>
              <a:ext cx="37448" cy="23754"/>
            </a:xfrm>
            <a:custGeom>
              <a:avLst/>
              <a:gdLst/>
              <a:ahLst/>
              <a:cxnLst/>
              <a:rect l="l" t="t" r="r" b="b"/>
              <a:pathLst>
                <a:path w="1433" h="909" extrusionOk="0">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2" name="Google Shape;18012;p139"/>
            <p:cNvSpPr/>
            <p:nvPr/>
          </p:nvSpPr>
          <p:spPr>
            <a:xfrm>
              <a:off x="1974573" y="3368627"/>
              <a:ext cx="26054" cy="32822"/>
            </a:xfrm>
            <a:custGeom>
              <a:avLst/>
              <a:gdLst/>
              <a:ahLst/>
              <a:cxnLst/>
              <a:rect l="l" t="t" r="r" b="b"/>
              <a:pathLst>
                <a:path w="997" h="1256" extrusionOk="0">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3" name="Google Shape;18013;p139"/>
            <p:cNvSpPr/>
            <p:nvPr/>
          </p:nvSpPr>
          <p:spPr>
            <a:xfrm>
              <a:off x="1820914" y="3408009"/>
              <a:ext cx="218651" cy="273450"/>
            </a:xfrm>
            <a:custGeom>
              <a:avLst/>
              <a:gdLst/>
              <a:ahLst/>
              <a:cxnLst/>
              <a:rect l="l" t="t" r="r" b="b"/>
              <a:pathLst>
                <a:path w="8367" h="10464" extrusionOk="0">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4" name="Google Shape;18014;p139"/>
            <p:cNvSpPr/>
            <p:nvPr/>
          </p:nvSpPr>
          <p:spPr>
            <a:xfrm>
              <a:off x="1829720" y="3409028"/>
              <a:ext cx="209844" cy="272431"/>
            </a:xfrm>
            <a:custGeom>
              <a:avLst/>
              <a:gdLst/>
              <a:ahLst/>
              <a:cxnLst/>
              <a:rect l="l" t="t" r="r" b="b"/>
              <a:pathLst>
                <a:path w="8030" h="10425" extrusionOk="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5" name="Google Shape;18015;p139"/>
            <p:cNvSpPr/>
            <p:nvPr/>
          </p:nvSpPr>
          <p:spPr>
            <a:xfrm>
              <a:off x="1865652" y="3465579"/>
              <a:ext cx="110096" cy="161290"/>
            </a:xfrm>
            <a:custGeom>
              <a:avLst/>
              <a:gdLst/>
              <a:ahLst/>
              <a:cxnLst/>
              <a:rect l="l" t="t" r="r" b="b"/>
              <a:pathLst>
                <a:path w="4213" h="6172" extrusionOk="0">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6" name="Google Shape;18016;p139"/>
            <p:cNvSpPr/>
            <p:nvPr/>
          </p:nvSpPr>
          <p:spPr>
            <a:xfrm>
              <a:off x="1899311" y="3570866"/>
              <a:ext cx="11080" cy="55950"/>
            </a:xfrm>
            <a:custGeom>
              <a:avLst/>
              <a:gdLst/>
              <a:ahLst/>
              <a:cxnLst/>
              <a:rect l="l" t="t" r="r" b="b"/>
              <a:pathLst>
                <a:path w="424" h="2141" extrusionOk="0">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7" name="Google Shape;18017;p139"/>
            <p:cNvSpPr/>
            <p:nvPr/>
          </p:nvSpPr>
          <p:spPr>
            <a:xfrm>
              <a:off x="1899311" y="3584429"/>
              <a:ext cx="5305" cy="42518"/>
            </a:xfrm>
            <a:custGeom>
              <a:avLst/>
              <a:gdLst/>
              <a:ahLst/>
              <a:cxnLst/>
              <a:rect l="l" t="t" r="r" b="b"/>
              <a:pathLst>
                <a:path w="203" h="1627" extrusionOk="0">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8" name="Google Shape;18018;p139"/>
            <p:cNvSpPr/>
            <p:nvPr/>
          </p:nvSpPr>
          <p:spPr>
            <a:xfrm>
              <a:off x="1891524" y="3678663"/>
              <a:ext cx="58328" cy="36220"/>
            </a:xfrm>
            <a:custGeom>
              <a:avLst/>
              <a:gdLst/>
              <a:ahLst/>
              <a:cxnLst/>
              <a:rect l="l" t="t" r="r" b="b"/>
              <a:pathLst>
                <a:path w="2232" h="1386" extrusionOk="0">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9" name="Google Shape;18019;p139"/>
            <p:cNvSpPr/>
            <p:nvPr/>
          </p:nvSpPr>
          <p:spPr>
            <a:xfrm>
              <a:off x="1876210" y="3611842"/>
              <a:ext cx="88720" cy="34939"/>
            </a:xfrm>
            <a:custGeom>
              <a:avLst/>
              <a:gdLst/>
              <a:ahLst/>
              <a:cxnLst/>
              <a:rect l="l" t="t" r="r" b="b"/>
              <a:pathLst>
                <a:path w="3395" h="1337" extrusionOk="0">
                  <a:moveTo>
                    <a:pt x="0" y="0"/>
                  </a:moveTo>
                  <a:lnTo>
                    <a:pt x="0" y="1337"/>
                  </a:lnTo>
                  <a:lnTo>
                    <a:pt x="3395" y="1337"/>
                  </a:lnTo>
                  <a:lnTo>
                    <a:pt x="3395"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0" name="Google Shape;18020;p139"/>
            <p:cNvSpPr/>
            <p:nvPr/>
          </p:nvSpPr>
          <p:spPr>
            <a:xfrm>
              <a:off x="1876445" y="3646755"/>
              <a:ext cx="88485" cy="34965"/>
            </a:xfrm>
            <a:custGeom>
              <a:avLst/>
              <a:gdLst/>
              <a:ahLst/>
              <a:cxnLst/>
              <a:rect l="l" t="t" r="r" b="b"/>
              <a:pathLst>
                <a:path w="3386" h="1338" extrusionOk="0">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1" name="Google Shape;18021;p139"/>
            <p:cNvSpPr/>
            <p:nvPr/>
          </p:nvSpPr>
          <p:spPr>
            <a:xfrm>
              <a:off x="1920687" y="3678663"/>
              <a:ext cx="29164" cy="32195"/>
            </a:xfrm>
            <a:custGeom>
              <a:avLst/>
              <a:gdLst/>
              <a:ahLst/>
              <a:cxnLst/>
              <a:rect l="l" t="t" r="r" b="b"/>
              <a:pathLst>
                <a:path w="1116" h="1232" extrusionOk="0">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2" name="Google Shape;18022;p139"/>
            <p:cNvSpPr/>
            <p:nvPr/>
          </p:nvSpPr>
          <p:spPr>
            <a:xfrm>
              <a:off x="1904590" y="3611842"/>
              <a:ext cx="60340" cy="34939"/>
            </a:xfrm>
            <a:custGeom>
              <a:avLst/>
              <a:gdLst/>
              <a:ahLst/>
              <a:cxnLst/>
              <a:rect l="l" t="t" r="r" b="b"/>
              <a:pathLst>
                <a:path w="2309" h="1337" extrusionOk="0">
                  <a:moveTo>
                    <a:pt x="1" y="0"/>
                  </a:moveTo>
                  <a:lnTo>
                    <a:pt x="1" y="1337"/>
                  </a:lnTo>
                  <a:lnTo>
                    <a:pt x="2309" y="1337"/>
                  </a:lnTo>
                  <a:lnTo>
                    <a:pt x="2309"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3" name="Google Shape;18023;p139"/>
            <p:cNvSpPr/>
            <p:nvPr/>
          </p:nvSpPr>
          <p:spPr>
            <a:xfrm>
              <a:off x="1904590" y="3646755"/>
              <a:ext cx="60340" cy="34965"/>
            </a:xfrm>
            <a:custGeom>
              <a:avLst/>
              <a:gdLst/>
              <a:ahLst/>
              <a:cxnLst/>
              <a:rect l="l" t="t" r="r" b="b"/>
              <a:pathLst>
                <a:path w="2309" h="1338" extrusionOk="0">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24" name="Google Shape;18024;p139"/>
          <p:cNvGrpSpPr/>
          <p:nvPr/>
        </p:nvGrpSpPr>
        <p:grpSpPr>
          <a:xfrm>
            <a:off x="2777572" y="3807287"/>
            <a:ext cx="81716" cy="366717"/>
            <a:chOff x="2777572" y="3807287"/>
            <a:chExt cx="81716" cy="366717"/>
          </a:xfrm>
        </p:grpSpPr>
        <p:sp>
          <p:nvSpPr>
            <p:cNvPr id="18025" name="Google Shape;18025;p139"/>
            <p:cNvSpPr/>
            <p:nvPr/>
          </p:nvSpPr>
          <p:spPr>
            <a:xfrm>
              <a:off x="2777572" y="3941765"/>
              <a:ext cx="81455" cy="181464"/>
            </a:xfrm>
            <a:custGeom>
              <a:avLst/>
              <a:gdLst/>
              <a:ahLst/>
              <a:cxnLst/>
              <a:rect l="l" t="t" r="r" b="b"/>
              <a:pathLst>
                <a:path w="3117" h="6944" extrusionOk="0">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6" name="Google Shape;18026;p139"/>
            <p:cNvSpPr/>
            <p:nvPr/>
          </p:nvSpPr>
          <p:spPr>
            <a:xfrm>
              <a:off x="2796440" y="3941765"/>
              <a:ext cx="62587" cy="181464"/>
            </a:xfrm>
            <a:custGeom>
              <a:avLst/>
              <a:gdLst/>
              <a:ahLst/>
              <a:cxnLst/>
              <a:rect l="l" t="t" r="r" b="b"/>
              <a:pathLst>
                <a:path w="2395" h="6944" extrusionOk="0">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7" name="Google Shape;18027;p139"/>
            <p:cNvSpPr/>
            <p:nvPr/>
          </p:nvSpPr>
          <p:spPr>
            <a:xfrm>
              <a:off x="2796440" y="3807287"/>
              <a:ext cx="42988" cy="286282"/>
            </a:xfrm>
            <a:custGeom>
              <a:avLst/>
              <a:gdLst/>
              <a:ahLst/>
              <a:cxnLst/>
              <a:rect l="l" t="t" r="r" b="b"/>
              <a:pathLst>
                <a:path w="1645" h="10955" extrusionOk="0">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8" name="Google Shape;18028;p139"/>
            <p:cNvSpPr/>
            <p:nvPr/>
          </p:nvSpPr>
          <p:spPr>
            <a:xfrm>
              <a:off x="2817293" y="3816878"/>
              <a:ext cx="22631" cy="259104"/>
            </a:xfrm>
            <a:custGeom>
              <a:avLst/>
              <a:gdLst/>
              <a:ahLst/>
              <a:cxnLst/>
              <a:rect l="l" t="t" r="r" b="b"/>
              <a:pathLst>
                <a:path w="866" h="9915" extrusionOk="0">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9" name="Google Shape;18029;p139"/>
            <p:cNvSpPr/>
            <p:nvPr/>
          </p:nvSpPr>
          <p:spPr>
            <a:xfrm>
              <a:off x="2796936" y="3843533"/>
              <a:ext cx="42988" cy="40479"/>
            </a:xfrm>
            <a:custGeom>
              <a:avLst/>
              <a:gdLst/>
              <a:ahLst/>
              <a:cxnLst/>
              <a:rect l="l" t="t" r="r" b="b"/>
              <a:pathLst>
                <a:path w="1645" h="1549" extrusionOk="0">
                  <a:moveTo>
                    <a:pt x="0" y="0"/>
                  </a:moveTo>
                  <a:lnTo>
                    <a:pt x="0" y="510"/>
                  </a:lnTo>
                  <a:lnTo>
                    <a:pt x="1645" y="1548"/>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0" name="Google Shape;18030;p139"/>
            <p:cNvSpPr/>
            <p:nvPr/>
          </p:nvSpPr>
          <p:spPr>
            <a:xfrm>
              <a:off x="2796936" y="3888507"/>
              <a:ext cx="42988" cy="40218"/>
            </a:xfrm>
            <a:custGeom>
              <a:avLst/>
              <a:gdLst/>
              <a:ahLst/>
              <a:cxnLst/>
              <a:rect l="l" t="t" r="r" b="b"/>
              <a:pathLst>
                <a:path w="1645" h="1539" extrusionOk="0">
                  <a:moveTo>
                    <a:pt x="0" y="0"/>
                  </a:moveTo>
                  <a:lnTo>
                    <a:pt x="0" y="510"/>
                  </a:lnTo>
                  <a:lnTo>
                    <a:pt x="1645" y="1539"/>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1" name="Google Shape;18031;p139"/>
            <p:cNvSpPr/>
            <p:nvPr/>
          </p:nvSpPr>
          <p:spPr>
            <a:xfrm>
              <a:off x="2796936" y="3933220"/>
              <a:ext cx="42988" cy="40505"/>
            </a:xfrm>
            <a:custGeom>
              <a:avLst/>
              <a:gdLst/>
              <a:ahLst/>
              <a:cxnLst/>
              <a:rect l="l" t="t" r="r" b="b"/>
              <a:pathLst>
                <a:path w="1645" h="1550" extrusionOk="0">
                  <a:moveTo>
                    <a:pt x="0" y="1"/>
                  </a:moveTo>
                  <a:lnTo>
                    <a:pt x="0" y="520"/>
                  </a:lnTo>
                  <a:lnTo>
                    <a:pt x="1645" y="1549"/>
                  </a:lnTo>
                  <a:lnTo>
                    <a:pt x="1645" y="1039"/>
                  </a:lnTo>
                  <a:lnTo>
                    <a:pt x="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2" name="Google Shape;18032;p139"/>
            <p:cNvSpPr/>
            <p:nvPr/>
          </p:nvSpPr>
          <p:spPr>
            <a:xfrm>
              <a:off x="2796936" y="3978455"/>
              <a:ext cx="42988" cy="40244"/>
            </a:xfrm>
            <a:custGeom>
              <a:avLst/>
              <a:gdLst/>
              <a:ahLst/>
              <a:cxnLst/>
              <a:rect l="l" t="t" r="r" b="b"/>
              <a:pathLst>
                <a:path w="1645" h="1540" extrusionOk="0">
                  <a:moveTo>
                    <a:pt x="0" y="1"/>
                  </a:moveTo>
                  <a:lnTo>
                    <a:pt x="0" y="510"/>
                  </a:lnTo>
                  <a:lnTo>
                    <a:pt x="1645" y="1539"/>
                  </a:lnTo>
                  <a:lnTo>
                    <a:pt x="1645" y="1020"/>
                  </a:lnTo>
                  <a:lnTo>
                    <a:pt x="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3" name="Google Shape;18033;p139"/>
            <p:cNvSpPr/>
            <p:nvPr/>
          </p:nvSpPr>
          <p:spPr>
            <a:xfrm>
              <a:off x="2777572" y="4031739"/>
              <a:ext cx="81716" cy="34207"/>
            </a:xfrm>
            <a:custGeom>
              <a:avLst/>
              <a:gdLst/>
              <a:ahLst/>
              <a:cxnLst/>
              <a:rect l="l" t="t" r="r" b="b"/>
              <a:pathLst>
                <a:path w="3127" h="1309" extrusionOk="0">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4" name="Google Shape;18034;p139"/>
            <p:cNvSpPr/>
            <p:nvPr/>
          </p:nvSpPr>
          <p:spPr>
            <a:xfrm>
              <a:off x="2777572" y="4114161"/>
              <a:ext cx="81455" cy="59843"/>
            </a:xfrm>
            <a:custGeom>
              <a:avLst/>
              <a:gdLst/>
              <a:ahLst/>
              <a:cxnLst/>
              <a:rect l="l" t="t" r="r" b="b"/>
              <a:pathLst>
                <a:path w="3117" h="2290" extrusionOk="0">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5" name="Google Shape;18035;p139"/>
            <p:cNvSpPr/>
            <p:nvPr/>
          </p:nvSpPr>
          <p:spPr>
            <a:xfrm>
              <a:off x="2796440" y="4114161"/>
              <a:ext cx="62587" cy="58589"/>
            </a:xfrm>
            <a:custGeom>
              <a:avLst/>
              <a:gdLst/>
              <a:ahLst/>
              <a:cxnLst/>
              <a:rect l="l" t="t" r="r" b="b"/>
              <a:pathLst>
                <a:path w="2395" h="2242" extrusionOk="0">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36" name="Google Shape;18036;p139"/>
          <p:cNvGrpSpPr/>
          <p:nvPr/>
        </p:nvGrpSpPr>
        <p:grpSpPr>
          <a:xfrm>
            <a:off x="3934014" y="4329780"/>
            <a:ext cx="366665" cy="256334"/>
            <a:chOff x="3934014" y="4329780"/>
            <a:chExt cx="366665" cy="256334"/>
          </a:xfrm>
        </p:grpSpPr>
        <p:sp>
          <p:nvSpPr>
            <p:cNvPr id="18037" name="Google Shape;18037;p139"/>
            <p:cNvSpPr/>
            <p:nvPr/>
          </p:nvSpPr>
          <p:spPr>
            <a:xfrm>
              <a:off x="4086810" y="4338561"/>
              <a:ext cx="108842" cy="40479"/>
            </a:xfrm>
            <a:custGeom>
              <a:avLst/>
              <a:gdLst/>
              <a:ahLst/>
              <a:cxnLst/>
              <a:rect l="l" t="t" r="r" b="b"/>
              <a:pathLst>
                <a:path w="4165" h="1549" extrusionOk="0">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8" name="Google Shape;18038;p139"/>
            <p:cNvSpPr/>
            <p:nvPr/>
          </p:nvSpPr>
          <p:spPr>
            <a:xfrm>
              <a:off x="4220243" y="4352882"/>
              <a:ext cx="56812" cy="30941"/>
            </a:xfrm>
            <a:custGeom>
              <a:avLst/>
              <a:gdLst/>
              <a:ahLst/>
              <a:cxnLst/>
              <a:rect l="l" t="t" r="r" b="b"/>
              <a:pathLst>
                <a:path w="2174" h="1184" extrusionOk="0">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9" name="Google Shape;18039;p139"/>
            <p:cNvSpPr/>
            <p:nvPr/>
          </p:nvSpPr>
          <p:spPr>
            <a:xfrm>
              <a:off x="3934014" y="4378518"/>
              <a:ext cx="366665" cy="207597"/>
            </a:xfrm>
            <a:custGeom>
              <a:avLst/>
              <a:gdLst/>
              <a:ahLst/>
              <a:cxnLst/>
              <a:rect l="l" t="t" r="r" b="b"/>
              <a:pathLst>
                <a:path w="14031" h="7944" extrusionOk="0">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0" name="Google Shape;18040;p139"/>
            <p:cNvSpPr/>
            <p:nvPr/>
          </p:nvSpPr>
          <p:spPr>
            <a:xfrm>
              <a:off x="4248126" y="4413195"/>
              <a:ext cx="52552" cy="145009"/>
            </a:xfrm>
            <a:custGeom>
              <a:avLst/>
              <a:gdLst/>
              <a:ahLst/>
              <a:cxnLst/>
              <a:rect l="l" t="t" r="r" b="b"/>
              <a:pathLst>
                <a:path w="2011" h="5549" extrusionOk="0">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1" name="Google Shape;18041;p139"/>
            <p:cNvSpPr/>
            <p:nvPr/>
          </p:nvSpPr>
          <p:spPr>
            <a:xfrm>
              <a:off x="4024249" y="4393596"/>
              <a:ext cx="209086" cy="178485"/>
            </a:xfrm>
            <a:custGeom>
              <a:avLst/>
              <a:gdLst/>
              <a:ahLst/>
              <a:cxnLst/>
              <a:rect l="l" t="t" r="r" b="b"/>
              <a:pathLst>
                <a:path w="8001" h="6830" extrusionOk="0">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2" name="Google Shape;18042;p139"/>
            <p:cNvSpPr/>
            <p:nvPr/>
          </p:nvSpPr>
          <p:spPr>
            <a:xfrm>
              <a:off x="4044842" y="4408674"/>
              <a:ext cx="173154" cy="148197"/>
            </a:xfrm>
            <a:custGeom>
              <a:avLst/>
              <a:gdLst/>
              <a:ahLst/>
              <a:cxnLst/>
              <a:rect l="l" t="t" r="r" b="b"/>
              <a:pathLst>
                <a:path w="6626" h="5671" extrusionOk="0">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3" name="Google Shape;18043;p139"/>
            <p:cNvSpPr/>
            <p:nvPr/>
          </p:nvSpPr>
          <p:spPr>
            <a:xfrm>
              <a:off x="4084302" y="4427228"/>
              <a:ext cx="120628" cy="107666"/>
            </a:xfrm>
            <a:custGeom>
              <a:avLst/>
              <a:gdLst/>
              <a:ahLst/>
              <a:cxnLst/>
              <a:rect l="l" t="t" r="r" b="b"/>
              <a:pathLst>
                <a:path w="4616" h="4120" extrusionOk="0">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4" name="Google Shape;18044;p139"/>
            <p:cNvSpPr/>
            <p:nvPr/>
          </p:nvSpPr>
          <p:spPr>
            <a:xfrm>
              <a:off x="4085739" y="4428065"/>
              <a:ext cx="117936" cy="107823"/>
            </a:xfrm>
            <a:custGeom>
              <a:avLst/>
              <a:gdLst/>
              <a:ahLst/>
              <a:cxnLst/>
              <a:rect l="l" t="t" r="r" b="b"/>
              <a:pathLst>
                <a:path w="4513" h="4126" extrusionOk="0">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5" name="Google Shape;18045;p139"/>
            <p:cNvSpPr/>
            <p:nvPr/>
          </p:nvSpPr>
          <p:spPr>
            <a:xfrm>
              <a:off x="4135809" y="4456157"/>
              <a:ext cx="34207" cy="34207"/>
            </a:xfrm>
            <a:custGeom>
              <a:avLst/>
              <a:gdLst/>
              <a:ahLst/>
              <a:cxnLst/>
              <a:rect l="l" t="t" r="r" b="b"/>
              <a:pathLst>
                <a:path w="1309" h="1309" extrusionOk="0">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6" name="Google Shape;18046;p139"/>
            <p:cNvSpPr/>
            <p:nvPr/>
          </p:nvSpPr>
          <p:spPr>
            <a:xfrm>
              <a:off x="3966941" y="4329780"/>
              <a:ext cx="34965" cy="30680"/>
            </a:xfrm>
            <a:custGeom>
              <a:avLst/>
              <a:gdLst/>
              <a:ahLst/>
              <a:cxnLst/>
              <a:rect l="l" t="t" r="r" b="b"/>
              <a:pathLst>
                <a:path w="1338" h="1174" extrusionOk="0">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7" name="Google Shape;18047;p139"/>
            <p:cNvSpPr/>
            <p:nvPr/>
          </p:nvSpPr>
          <p:spPr>
            <a:xfrm>
              <a:off x="3934014" y="4351627"/>
              <a:ext cx="100793" cy="234487"/>
            </a:xfrm>
            <a:custGeom>
              <a:avLst/>
              <a:gdLst/>
              <a:ahLst/>
              <a:cxnLst/>
              <a:rect l="l" t="t" r="r" b="b"/>
              <a:pathLst>
                <a:path w="3857" h="8973" extrusionOk="0">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8" name="Google Shape;18048;p139"/>
            <p:cNvSpPr/>
            <p:nvPr/>
          </p:nvSpPr>
          <p:spPr>
            <a:xfrm>
              <a:off x="3934275" y="4351627"/>
              <a:ext cx="78920" cy="208354"/>
            </a:xfrm>
            <a:custGeom>
              <a:avLst/>
              <a:gdLst/>
              <a:ahLst/>
              <a:cxnLst/>
              <a:rect l="l" t="t" r="r" b="b"/>
              <a:pathLst>
                <a:path w="3020" h="7973" extrusionOk="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9" name="Google Shape;18049;p139"/>
            <p:cNvSpPr/>
            <p:nvPr/>
          </p:nvSpPr>
          <p:spPr>
            <a:xfrm>
              <a:off x="4219982" y="4396863"/>
              <a:ext cx="22396" cy="22396"/>
            </a:xfrm>
            <a:custGeom>
              <a:avLst/>
              <a:gdLst/>
              <a:ahLst/>
              <a:cxnLst/>
              <a:rect l="l" t="t" r="r" b="b"/>
              <a:pathLst>
                <a:path w="857" h="857" extrusionOk="0">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50" name="Google Shape;18050;p139"/>
          <p:cNvGrpSpPr/>
          <p:nvPr/>
        </p:nvGrpSpPr>
        <p:grpSpPr>
          <a:xfrm>
            <a:off x="947670" y="3807339"/>
            <a:ext cx="194295" cy="366404"/>
            <a:chOff x="947670" y="3807339"/>
            <a:chExt cx="194295" cy="366404"/>
          </a:xfrm>
        </p:grpSpPr>
        <p:sp>
          <p:nvSpPr>
            <p:cNvPr id="18051" name="Google Shape;18051;p139"/>
            <p:cNvSpPr/>
            <p:nvPr/>
          </p:nvSpPr>
          <p:spPr>
            <a:xfrm>
              <a:off x="1031372" y="4028734"/>
              <a:ext cx="26916" cy="145009"/>
            </a:xfrm>
            <a:custGeom>
              <a:avLst/>
              <a:gdLst/>
              <a:ahLst/>
              <a:cxnLst/>
              <a:rect l="l" t="t" r="r" b="b"/>
              <a:pathLst>
                <a:path w="1030" h="5549" extrusionOk="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2" name="Google Shape;18052;p139"/>
            <p:cNvSpPr/>
            <p:nvPr/>
          </p:nvSpPr>
          <p:spPr>
            <a:xfrm>
              <a:off x="1035135" y="4035633"/>
              <a:ext cx="82945" cy="136725"/>
            </a:xfrm>
            <a:custGeom>
              <a:avLst/>
              <a:gdLst/>
              <a:ahLst/>
              <a:cxnLst/>
              <a:rect l="l" t="t" r="r" b="b"/>
              <a:pathLst>
                <a:path w="3174" h="5232" extrusionOk="0">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3" name="Google Shape;18053;p139"/>
            <p:cNvSpPr/>
            <p:nvPr/>
          </p:nvSpPr>
          <p:spPr>
            <a:xfrm>
              <a:off x="971555" y="4035633"/>
              <a:ext cx="82945" cy="136725"/>
            </a:xfrm>
            <a:custGeom>
              <a:avLst/>
              <a:gdLst/>
              <a:ahLst/>
              <a:cxnLst/>
              <a:rect l="l" t="t" r="r" b="b"/>
              <a:pathLst>
                <a:path w="3174" h="5232" extrusionOk="0">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4" name="Google Shape;18054;p139"/>
            <p:cNvSpPr/>
            <p:nvPr/>
          </p:nvSpPr>
          <p:spPr>
            <a:xfrm>
              <a:off x="1029857" y="3807339"/>
              <a:ext cx="29922" cy="41734"/>
            </a:xfrm>
            <a:custGeom>
              <a:avLst/>
              <a:gdLst/>
              <a:ahLst/>
              <a:cxnLst/>
              <a:rect l="l" t="t" r="r" b="b"/>
              <a:pathLst>
                <a:path w="1145" h="1597" extrusionOk="0">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5" name="Google Shape;18055;p139"/>
            <p:cNvSpPr/>
            <p:nvPr/>
          </p:nvSpPr>
          <p:spPr>
            <a:xfrm>
              <a:off x="967034" y="3847531"/>
              <a:ext cx="155567" cy="188755"/>
            </a:xfrm>
            <a:custGeom>
              <a:avLst/>
              <a:gdLst/>
              <a:ahLst/>
              <a:cxnLst/>
              <a:rect l="l" t="t" r="r" b="b"/>
              <a:pathLst>
                <a:path w="5953" h="7223" extrusionOk="0">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6" name="Google Shape;18056;p139"/>
            <p:cNvSpPr/>
            <p:nvPr/>
          </p:nvSpPr>
          <p:spPr>
            <a:xfrm>
              <a:off x="990161" y="3847531"/>
              <a:ext cx="132440" cy="188755"/>
            </a:xfrm>
            <a:custGeom>
              <a:avLst/>
              <a:gdLst/>
              <a:ahLst/>
              <a:cxnLst/>
              <a:rect l="l" t="t" r="r" b="b"/>
              <a:pathLst>
                <a:path w="5068" h="7223" extrusionOk="0">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7" name="Google Shape;18057;p139"/>
            <p:cNvSpPr/>
            <p:nvPr/>
          </p:nvSpPr>
          <p:spPr>
            <a:xfrm>
              <a:off x="947670" y="3830963"/>
              <a:ext cx="194295" cy="31176"/>
            </a:xfrm>
            <a:custGeom>
              <a:avLst/>
              <a:gdLst/>
              <a:ahLst/>
              <a:cxnLst/>
              <a:rect l="l" t="t" r="r" b="b"/>
              <a:pathLst>
                <a:path w="7435" h="1193" extrusionOk="0">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8" name="Google Shape;18058;p139"/>
            <p:cNvSpPr/>
            <p:nvPr/>
          </p:nvSpPr>
          <p:spPr>
            <a:xfrm>
              <a:off x="947670" y="4021678"/>
              <a:ext cx="194295" cy="31437"/>
            </a:xfrm>
            <a:custGeom>
              <a:avLst/>
              <a:gdLst/>
              <a:ahLst/>
              <a:cxnLst/>
              <a:rect l="l" t="t" r="r" b="b"/>
              <a:pathLst>
                <a:path w="7435" h="1203" extrusionOk="0">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9" name="Google Shape;18059;p139"/>
            <p:cNvSpPr/>
            <p:nvPr/>
          </p:nvSpPr>
          <p:spPr>
            <a:xfrm>
              <a:off x="975083" y="3830963"/>
              <a:ext cx="166882" cy="31176"/>
            </a:xfrm>
            <a:custGeom>
              <a:avLst/>
              <a:gdLst/>
              <a:ahLst/>
              <a:cxnLst/>
              <a:rect l="l" t="t" r="r" b="b"/>
              <a:pathLst>
                <a:path w="6386" h="1193" extrusionOk="0">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0" name="Google Shape;18060;p139"/>
            <p:cNvSpPr/>
            <p:nvPr/>
          </p:nvSpPr>
          <p:spPr>
            <a:xfrm>
              <a:off x="975083" y="4021678"/>
              <a:ext cx="166882" cy="31437"/>
            </a:xfrm>
            <a:custGeom>
              <a:avLst/>
              <a:gdLst/>
              <a:ahLst/>
              <a:cxnLst/>
              <a:rect l="l" t="t" r="r" b="b"/>
              <a:pathLst>
                <a:path w="6386" h="1203" extrusionOk="0">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61" name="Google Shape;18061;p139"/>
          <p:cNvGrpSpPr/>
          <p:nvPr/>
        </p:nvGrpSpPr>
        <p:grpSpPr>
          <a:xfrm>
            <a:off x="3420379" y="4286557"/>
            <a:ext cx="368939" cy="342283"/>
            <a:chOff x="3420379" y="4286557"/>
            <a:chExt cx="368939" cy="342283"/>
          </a:xfrm>
        </p:grpSpPr>
        <p:sp>
          <p:nvSpPr>
            <p:cNvPr id="18062" name="Google Shape;18062;p139"/>
            <p:cNvSpPr/>
            <p:nvPr/>
          </p:nvSpPr>
          <p:spPr>
            <a:xfrm>
              <a:off x="3420379" y="4364589"/>
              <a:ext cx="368939" cy="186011"/>
            </a:xfrm>
            <a:custGeom>
              <a:avLst/>
              <a:gdLst/>
              <a:ahLst/>
              <a:cxnLst/>
              <a:rect l="l" t="t" r="r" b="b"/>
              <a:pathLst>
                <a:path w="14118" h="7118" extrusionOk="0">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3" name="Google Shape;18063;p139"/>
            <p:cNvSpPr/>
            <p:nvPr/>
          </p:nvSpPr>
          <p:spPr>
            <a:xfrm>
              <a:off x="3465379" y="4366706"/>
              <a:ext cx="323938" cy="183215"/>
            </a:xfrm>
            <a:custGeom>
              <a:avLst/>
              <a:gdLst/>
              <a:ahLst/>
              <a:cxnLst/>
              <a:rect l="l" t="t" r="r" b="b"/>
              <a:pathLst>
                <a:path w="12396" h="7011" extrusionOk="0">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4" name="Google Shape;18064;p139"/>
            <p:cNvSpPr/>
            <p:nvPr/>
          </p:nvSpPr>
          <p:spPr>
            <a:xfrm>
              <a:off x="3497522" y="4366497"/>
              <a:ext cx="207597" cy="182144"/>
            </a:xfrm>
            <a:custGeom>
              <a:avLst/>
              <a:gdLst/>
              <a:ahLst/>
              <a:cxnLst/>
              <a:rect l="l" t="t" r="r" b="b"/>
              <a:pathLst>
                <a:path w="7944" h="6970" extrusionOk="0">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5" name="Google Shape;18065;p139"/>
            <p:cNvSpPr/>
            <p:nvPr/>
          </p:nvSpPr>
          <p:spPr>
            <a:xfrm>
              <a:off x="3533455" y="4366497"/>
              <a:ext cx="171664" cy="164504"/>
            </a:xfrm>
            <a:custGeom>
              <a:avLst/>
              <a:gdLst/>
              <a:ahLst/>
              <a:cxnLst/>
              <a:rect l="l" t="t" r="r" b="b"/>
              <a:pathLst>
                <a:path w="6569" h="6295" extrusionOk="0">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6" name="Google Shape;18066;p139"/>
            <p:cNvSpPr/>
            <p:nvPr/>
          </p:nvSpPr>
          <p:spPr>
            <a:xfrm>
              <a:off x="3571922" y="4428483"/>
              <a:ext cx="64338" cy="58328"/>
            </a:xfrm>
            <a:custGeom>
              <a:avLst/>
              <a:gdLst/>
              <a:ahLst/>
              <a:cxnLst/>
              <a:rect l="l" t="t" r="r" b="b"/>
              <a:pathLst>
                <a:path w="2462" h="2232" extrusionOk="0">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7" name="Google Shape;18067;p139"/>
            <p:cNvSpPr/>
            <p:nvPr/>
          </p:nvSpPr>
          <p:spPr>
            <a:xfrm>
              <a:off x="3627688" y="4396105"/>
              <a:ext cx="32718" cy="32692"/>
            </a:xfrm>
            <a:custGeom>
              <a:avLst/>
              <a:gdLst/>
              <a:ahLst/>
              <a:cxnLst/>
              <a:rect l="l" t="t" r="r" b="b"/>
              <a:pathLst>
                <a:path w="1252" h="1251" extrusionOk="0">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8" name="Google Shape;18068;p139"/>
            <p:cNvSpPr/>
            <p:nvPr/>
          </p:nvSpPr>
          <p:spPr>
            <a:xfrm>
              <a:off x="3598812" y="4286557"/>
              <a:ext cx="11838" cy="48763"/>
            </a:xfrm>
            <a:custGeom>
              <a:avLst/>
              <a:gdLst/>
              <a:ahLst/>
              <a:cxnLst/>
              <a:rect l="l" t="t" r="r" b="b"/>
              <a:pathLst>
                <a:path w="453" h="1866" extrusionOk="0">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9" name="Google Shape;18069;p139"/>
            <p:cNvSpPr/>
            <p:nvPr/>
          </p:nvSpPr>
          <p:spPr>
            <a:xfrm>
              <a:off x="3511817" y="4300982"/>
              <a:ext cx="27073" cy="46673"/>
            </a:xfrm>
            <a:custGeom>
              <a:avLst/>
              <a:gdLst/>
              <a:ahLst/>
              <a:cxnLst/>
              <a:rect l="l" t="t" r="r" b="b"/>
              <a:pathLst>
                <a:path w="1036" h="1786" extrusionOk="0">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0" name="Google Shape;18070;p139"/>
            <p:cNvSpPr/>
            <p:nvPr/>
          </p:nvSpPr>
          <p:spPr>
            <a:xfrm>
              <a:off x="3431590" y="4338665"/>
              <a:ext cx="39721" cy="39852"/>
            </a:xfrm>
            <a:custGeom>
              <a:avLst/>
              <a:gdLst/>
              <a:ahLst/>
              <a:cxnLst/>
              <a:rect l="l" t="t" r="r" b="b"/>
              <a:pathLst>
                <a:path w="1520" h="1525" extrusionOk="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1" name="Google Shape;18071;p139"/>
            <p:cNvSpPr/>
            <p:nvPr/>
          </p:nvSpPr>
          <p:spPr>
            <a:xfrm>
              <a:off x="3738281" y="4341514"/>
              <a:ext cx="38153" cy="39800"/>
            </a:xfrm>
            <a:custGeom>
              <a:avLst/>
              <a:gdLst/>
              <a:ahLst/>
              <a:cxnLst/>
              <a:rect l="l" t="t" r="r" b="b"/>
              <a:pathLst>
                <a:path w="1460" h="1523" extrusionOk="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2" name="Google Shape;18072;p139"/>
            <p:cNvSpPr/>
            <p:nvPr/>
          </p:nvSpPr>
          <p:spPr>
            <a:xfrm>
              <a:off x="3670389" y="4301819"/>
              <a:ext cx="26185" cy="46333"/>
            </a:xfrm>
            <a:custGeom>
              <a:avLst/>
              <a:gdLst/>
              <a:ahLst/>
              <a:cxnLst/>
              <a:rect l="l" t="t" r="r" b="b"/>
              <a:pathLst>
                <a:path w="1002" h="1773" extrusionOk="0">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3" name="Google Shape;18073;p139"/>
            <p:cNvSpPr/>
            <p:nvPr/>
          </p:nvSpPr>
          <p:spPr>
            <a:xfrm>
              <a:off x="3597296" y="4581071"/>
              <a:ext cx="11342" cy="47770"/>
            </a:xfrm>
            <a:custGeom>
              <a:avLst/>
              <a:gdLst/>
              <a:ahLst/>
              <a:cxnLst/>
              <a:rect l="l" t="t" r="r" b="b"/>
              <a:pathLst>
                <a:path w="434" h="1828" extrusionOk="0">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4" name="Google Shape;18074;p139"/>
            <p:cNvSpPr/>
            <p:nvPr/>
          </p:nvSpPr>
          <p:spPr>
            <a:xfrm>
              <a:off x="3669161" y="4568553"/>
              <a:ext cx="26315" cy="46150"/>
            </a:xfrm>
            <a:custGeom>
              <a:avLst/>
              <a:gdLst/>
              <a:ahLst/>
              <a:cxnLst/>
              <a:rect l="l" t="t" r="r" b="b"/>
              <a:pathLst>
                <a:path w="1007" h="1766" extrusionOk="0">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5" name="Google Shape;18075;p139"/>
            <p:cNvSpPr/>
            <p:nvPr/>
          </p:nvSpPr>
          <p:spPr>
            <a:xfrm>
              <a:off x="3736922" y="4537586"/>
              <a:ext cx="39512" cy="39695"/>
            </a:xfrm>
            <a:custGeom>
              <a:avLst/>
              <a:gdLst/>
              <a:ahLst/>
              <a:cxnLst/>
              <a:rect l="l" t="t" r="r" b="b"/>
              <a:pathLst>
                <a:path w="1512" h="1519" extrusionOk="0">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6" name="Google Shape;18076;p139"/>
            <p:cNvSpPr/>
            <p:nvPr/>
          </p:nvSpPr>
          <p:spPr>
            <a:xfrm>
              <a:off x="3431068" y="4534476"/>
              <a:ext cx="38336" cy="39774"/>
            </a:xfrm>
            <a:custGeom>
              <a:avLst/>
              <a:gdLst/>
              <a:ahLst/>
              <a:cxnLst/>
              <a:rect l="l" t="t" r="r" b="b"/>
              <a:pathLst>
                <a:path w="1467" h="1522" extrusionOk="0">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7" name="Google Shape;18077;p139"/>
            <p:cNvSpPr/>
            <p:nvPr/>
          </p:nvSpPr>
          <p:spPr>
            <a:xfrm>
              <a:off x="3510223" y="4567926"/>
              <a:ext cx="26289" cy="46359"/>
            </a:xfrm>
            <a:custGeom>
              <a:avLst/>
              <a:gdLst/>
              <a:ahLst/>
              <a:cxnLst/>
              <a:rect l="l" t="t" r="r" b="b"/>
              <a:pathLst>
                <a:path w="1006" h="1774" extrusionOk="0">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78" name="Google Shape;18078;p139"/>
          <p:cNvGrpSpPr/>
          <p:nvPr/>
        </p:nvGrpSpPr>
        <p:grpSpPr>
          <a:xfrm>
            <a:off x="3965190" y="3842252"/>
            <a:ext cx="369801" cy="296813"/>
            <a:chOff x="3965190" y="3842252"/>
            <a:chExt cx="369801" cy="296813"/>
          </a:xfrm>
        </p:grpSpPr>
        <p:sp>
          <p:nvSpPr>
            <p:cNvPr id="18079" name="Google Shape;18079;p139"/>
            <p:cNvSpPr/>
            <p:nvPr/>
          </p:nvSpPr>
          <p:spPr>
            <a:xfrm>
              <a:off x="3965190" y="3869404"/>
              <a:ext cx="366665" cy="269661"/>
            </a:xfrm>
            <a:custGeom>
              <a:avLst/>
              <a:gdLst/>
              <a:ahLst/>
              <a:cxnLst/>
              <a:rect l="l" t="t" r="r" b="b"/>
              <a:pathLst>
                <a:path w="14031" h="10319" extrusionOk="0">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0" name="Google Shape;18080;p139"/>
            <p:cNvSpPr/>
            <p:nvPr/>
          </p:nvSpPr>
          <p:spPr>
            <a:xfrm>
              <a:off x="3986043" y="3869404"/>
              <a:ext cx="348947" cy="245567"/>
            </a:xfrm>
            <a:custGeom>
              <a:avLst/>
              <a:gdLst/>
              <a:ahLst/>
              <a:cxnLst/>
              <a:rect l="l" t="t" r="r" b="b"/>
              <a:pathLst>
                <a:path w="13353" h="9397" extrusionOk="0">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1" name="Google Shape;18081;p139"/>
            <p:cNvSpPr/>
            <p:nvPr/>
          </p:nvSpPr>
          <p:spPr>
            <a:xfrm>
              <a:off x="4038047" y="3842252"/>
              <a:ext cx="21141" cy="53127"/>
            </a:xfrm>
            <a:custGeom>
              <a:avLst/>
              <a:gdLst/>
              <a:ahLst/>
              <a:cxnLst/>
              <a:rect l="l" t="t" r="r" b="b"/>
              <a:pathLst>
                <a:path w="809" h="2033" extrusionOk="0">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2" name="Google Shape;18082;p139"/>
            <p:cNvSpPr/>
            <p:nvPr/>
          </p:nvSpPr>
          <p:spPr>
            <a:xfrm>
              <a:off x="4104659" y="3842252"/>
              <a:ext cx="21115" cy="53127"/>
            </a:xfrm>
            <a:custGeom>
              <a:avLst/>
              <a:gdLst/>
              <a:ahLst/>
              <a:cxnLst/>
              <a:rect l="l" t="t" r="r" b="b"/>
              <a:pathLst>
                <a:path w="808" h="2033" extrusionOk="0">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3" name="Google Shape;18083;p139"/>
            <p:cNvSpPr/>
            <p:nvPr/>
          </p:nvSpPr>
          <p:spPr>
            <a:xfrm>
              <a:off x="4171244" y="3842252"/>
              <a:ext cx="21141" cy="53127"/>
            </a:xfrm>
            <a:custGeom>
              <a:avLst/>
              <a:gdLst/>
              <a:ahLst/>
              <a:cxnLst/>
              <a:rect l="l" t="t" r="r" b="b"/>
              <a:pathLst>
                <a:path w="809" h="2033" extrusionOk="0">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4" name="Google Shape;18084;p139"/>
            <p:cNvSpPr/>
            <p:nvPr/>
          </p:nvSpPr>
          <p:spPr>
            <a:xfrm>
              <a:off x="4238091" y="3842252"/>
              <a:ext cx="20880" cy="53127"/>
            </a:xfrm>
            <a:custGeom>
              <a:avLst/>
              <a:gdLst/>
              <a:ahLst/>
              <a:cxnLst/>
              <a:rect l="l" t="t" r="r" b="b"/>
              <a:pathLst>
                <a:path w="799" h="2033" extrusionOk="0">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5" name="Google Shape;18085;p139"/>
            <p:cNvSpPr/>
            <p:nvPr/>
          </p:nvSpPr>
          <p:spPr>
            <a:xfrm>
              <a:off x="4038047" y="3842252"/>
              <a:ext cx="21141" cy="29504"/>
            </a:xfrm>
            <a:custGeom>
              <a:avLst/>
              <a:gdLst/>
              <a:ahLst/>
              <a:cxnLst/>
              <a:rect l="l" t="t" r="r" b="b"/>
              <a:pathLst>
                <a:path w="809" h="1129" extrusionOk="0">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6" name="Google Shape;18086;p139"/>
            <p:cNvSpPr/>
            <p:nvPr/>
          </p:nvSpPr>
          <p:spPr>
            <a:xfrm>
              <a:off x="4104659" y="3842252"/>
              <a:ext cx="21115" cy="29504"/>
            </a:xfrm>
            <a:custGeom>
              <a:avLst/>
              <a:gdLst/>
              <a:ahLst/>
              <a:cxnLst/>
              <a:rect l="l" t="t" r="r" b="b"/>
              <a:pathLst>
                <a:path w="808" h="1129" extrusionOk="0">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7" name="Google Shape;18087;p139"/>
            <p:cNvSpPr/>
            <p:nvPr/>
          </p:nvSpPr>
          <p:spPr>
            <a:xfrm>
              <a:off x="4171244" y="3842252"/>
              <a:ext cx="21141" cy="29504"/>
            </a:xfrm>
            <a:custGeom>
              <a:avLst/>
              <a:gdLst/>
              <a:ahLst/>
              <a:cxnLst/>
              <a:rect l="l" t="t" r="r" b="b"/>
              <a:pathLst>
                <a:path w="809" h="1129" extrusionOk="0">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8" name="Google Shape;18088;p139"/>
            <p:cNvSpPr/>
            <p:nvPr/>
          </p:nvSpPr>
          <p:spPr>
            <a:xfrm>
              <a:off x="4238091" y="3842252"/>
              <a:ext cx="20880" cy="29504"/>
            </a:xfrm>
            <a:custGeom>
              <a:avLst/>
              <a:gdLst/>
              <a:ahLst/>
              <a:cxnLst/>
              <a:rect l="l" t="t" r="r" b="b"/>
              <a:pathLst>
                <a:path w="799" h="1129" extrusionOk="0">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9" name="Google Shape;18089;p139"/>
            <p:cNvSpPr/>
            <p:nvPr/>
          </p:nvSpPr>
          <p:spPr>
            <a:xfrm>
              <a:off x="3985547" y="3919657"/>
              <a:ext cx="167483" cy="163145"/>
            </a:xfrm>
            <a:custGeom>
              <a:avLst/>
              <a:gdLst/>
              <a:ahLst/>
              <a:cxnLst/>
              <a:rect l="l" t="t" r="r" b="b"/>
              <a:pathLst>
                <a:path w="6409" h="6243" extrusionOk="0">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0" name="Google Shape;18090;p139"/>
            <p:cNvSpPr/>
            <p:nvPr/>
          </p:nvSpPr>
          <p:spPr>
            <a:xfrm>
              <a:off x="4167116" y="3935990"/>
              <a:ext cx="147126" cy="143755"/>
            </a:xfrm>
            <a:custGeom>
              <a:avLst/>
              <a:gdLst/>
              <a:ahLst/>
              <a:cxnLst/>
              <a:rect l="l" t="t" r="r" b="b"/>
              <a:pathLst>
                <a:path w="5630" h="5501" extrusionOk="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1" name="Google Shape;18091;p139"/>
            <p:cNvSpPr/>
            <p:nvPr/>
          </p:nvSpPr>
          <p:spPr>
            <a:xfrm>
              <a:off x="4167298" y="4057114"/>
              <a:ext cx="22814" cy="22474"/>
            </a:xfrm>
            <a:custGeom>
              <a:avLst/>
              <a:gdLst/>
              <a:ahLst/>
              <a:cxnLst/>
              <a:rect l="l" t="t" r="r" b="b"/>
              <a:pathLst>
                <a:path w="873" h="860" extrusionOk="0">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2" name="Google Shape;18092;p139"/>
            <p:cNvSpPr/>
            <p:nvPr/>
          </p:nvSpPr>
          <p:spPr>
            <a:xfrm>
              <a:off x="4183814" y="3960868"/>
              <a:ext cx="102544" cy="102570"/>
            </a:xfrm>
            <a:custGeom>
              <a:avLst/>
              <a:gdLst/>
              <a:ahLst/>
              <a:cxnLst/>
              <a:rect l="l" t="t" r="r" b="b"/>
              <a:pathLst>
                <a:path w="3924" h="3925" extrusionOk="0">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3" name="Google Shape;18093;p139"/>
            <p:cNvSpPr/>
            <p:nvPr/>
          </p:nvSpPr>
          <p:spPr>
            <a:xfrm>
              <a:off x="4265975" y="3936120"/>
              <a:ext cx="48267" cy="45392"/>
            </a:xfrm>
            <a:custGeom>
              <a:avLst/>
              <a:gdLst/>
              <a:ahLst/>
              <a:cxnLst/>
              <a:rect l="l" t="t" r="r" b="b"/>
              <a:pathLst>
                <a:path w="1847" h="1737" extrusionOk="0">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4" name="Google Shape;18094;p139"/>
            <p:cNvSpPr/>
            <p:nvPr/>
          </p:nvSpPr>
          <p:spPr>
            <a:xfrm>
              <a:off x="4201401" y="3978455"/>
              <a:ext cx="84957" cy="84983"/>
            </a:xfrm>
            <a:custGeom>
              <a:avLst/>
              <a:gdLst/>
              <a:ahLst/>
              <a:cxnLst/>
              <a:rect l="l" t="t" r="r" b="b"/>
              <a:pathLst>
                <a:path w="3251" h="3252" extrusionOk="0">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5" name="Google Shape;18095;p139"/>
            <p:cNvSpPr/>
            <p:nvPr/>
          </p:nvSpPr>
          <p:spPr>
            <a:xfrm>
              <a:off x="4265975" y="3936120"/>
              <a:ext cx="48032" cy="45392"/>
            </a:xfrm>
            <a:custGeom>
              <a:avLst/>
              <a:gdLst/>
              <a:ahLst/>
              <a:cxnLst/>
              <a:rect l="l" t="t" r="r" b="b"/>
              <a:pathLst>
                <a:path w="1838" h="1737" extrusionOk="0">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6" name="Google Shape;18096;p139"/>
            <p:cNvSpPr/>
            <p:nvPr/>
          </p:nvSpPr>
          <p:spPr>
            <a:xfrm>
              <a:off x="4283562" y="3953734"/>
              <a:ext cx="29425" cy="27779"/>
            </a:xfrm>
            <a:custGeom>
              <a:avLst/>
              <a:gdLst/>
              <a:ahLst/>
              <a:cxnLst/>
              <a:rect l="l" t="t" r="r" b="b"/>
              <a:pathLst>
                <a:path w="1126" h="1063" extrusionOk="0">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7" name="Google Shape;18097;p139"/>
            <p:cNvSpPr/>
            <p:nvPr/>
          </p:nvSpPr>
          <p:spPr>
            <a:xfrm>
              <a:off x="4248649" y="3943777"/>
              <a:ext cx="55061" cy="55061"/>
            </a:xfrm>
            <a:custGeom>
              <a:avLst/>
              <a:gdLst/>
              <a:ahLst/>
              <a:cxnLst/>
              <a:rect l="l" t="t" r="r" b="b"/>
              <a:pathLst>
                <a:path w="2107" h="2107" extrusionOk="0">
                  <a:moveTo>
                    <a:pt x="664" y="1"/>
                  </a:moveTo>
                  <a:lnTo>
                    <a:pt x="644" y="10"/>
                  </a:lnTo>
                  <a:lnTo>
                    <a:pt x="0" y="664"/>
                  </a:lnTo>
                  <a:lnTo>
                    <a:pt x="1443" y="2107"/>
                  </a:lnTo>
                  <a:lnTo>
                    <a:pt x="2106" y="1443"/>
                  </a:lnTo>
                  <a:lnTo>
                    <a:pt x="664"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8" name="Google Shape;18098;p139"/>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9" name="Google Shape;18099;p139"/>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00" name="Google Shape;18100;p139"/>
          <p:cNvGrpSpPr/>
          <p:nvPr/>
        </p:nvGrpSpPr>
        <p:grpSpPr>
          <a:xfrm>
            <a:off x="3506590" y="3833812"/>
            <a:ext cx="396796" cy="313407"/>
            <a:chOff x="3506590" y="3833812"/>
            <a:chExt cx="396796" cy="313407"/>
          </a:xfrm>
        </p:grpSpPr>
        <p:sp>
          <p:nvSpPr>
            <p:cNvPr id="18101" name="Google Shape;18101;p139"/>
            <p:cNvSpPr/>
            <p:nvPr/>
          </p:nvSpPr>
          <p:spPr>
            <a:xfrm>
              <a:off x="3511608" y="3839404"/>
              <a:ext cx="370428" cy="302667"/>
            </a:xfrm>
            <a:custGeom>
              <a:avLst/>
              <a:gdLst/>
              <a:ahLst/>
              <a:cxnLst/>
              <a:rect l="l" t="t" r="r" b="b"/>
              <a:pathLst>
                <a:path w="14175" h="11582" extrusionOk="0">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2" name="Google Shape;18102;p139"/>
            <p:cNvSpPr/>
            <p:nvPr/>
          </p:nvSpPr>
          <p:spPr>
            <a:xfrm>
              <a:off x="3511347" y="3920676"/>
              <a:ext cx="346804" cy="221159"/>
            </a:xfrm>
            <a:custGeom>
              <a:avLst/>
              <a:gdLst/>
              <a:ahLst/>
              <a:cxnLst/>
              <a:rect l="l" t="t" r="r" b="b"/>
              <a:pathLst>
                <a:path w="13271" h="8463" extrusionOk="0">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3" name="Google Shape;18103;p139"/>
            <p:cNvSpPr/>
            <p:nvPr/>
          </p:nvSpPr>
          <p:spPr>
            <a:xfrm>
              <a:off x="3506590" y="3833812"/>
              <a:ext cx="396796" cy="313407"/>
            </a:xfrm>
            <a:custGeom>
              <a:avLst/>
              <a:gdLst/>
              <a:ahLst/>
              <a:cxnLst/>
              <a:rect l="l" t="t" r="r" b="b"/>
              <a:pathLst>
                <a:path w="15184" h="11993" extrusionOk="0">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04" name="Google Shape;18104;p139"/>
          <p:cNvGrpSpPr/>
          <p:nvPr/>
        </p:nvGrpSpPr>
        <p:grpSpPr>
          <a:xfrm>
            <a:off x="2769288" y="1965364"/>
            <a:ext cx="104556" cy="366665"/>
            <a:chOff x="2769288" y="1965364"/>
            <a:chExt cx="104556" cy="366665"/>
          </a:xfrm>
        </p:grpSpPr>
        <p:sp>
          <p:nvSpPr>
            <p:cNvPr id="18105" name="Google Shape;18105;p139"/>
            <p:cNvSpPr/>
            <p:nvPr/>
          </p:nvSpPr>
          <p:spPr>
            <a:xfrm>
              <a:off x="2787372" y="1965364"/>
              <a:ext cx="68127" cy="69382"/>
            </a:xfrm>
            <a:custGeom>
              <a:avLst/>
              <a:gdLst/>
              <a:ahLst/>
              <a:cxnLst/>
              <a:rect l="l" t="t" r="r" b="b"/>
              <a:pathLst>
                <a:path w="2607" h="2655" extrusionOk="0">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6" name="Google Shape;18106;p139"/>
            <p:cNvSpPr/>
            <p:nvPr/>
          </p:nvSpPr>
          <p:spPr>
            <a:xfrm>
              <a:off x="2778853" y="2014624"/>
              <a:ext cx="85192" cy="55323"/>
            </a:xfrm>
            <a:custGeom>
              <a:avLst/>
              <a:gdLst/>
              <a:ahLst/>
              <a:cxnLst/>
              <a:rect l="l" t="t" r="r" b="b"/>
              <a:pathLst>
                <a:path w="3260" h="2117" extrusionOk="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7" name="Google Shape;18107;p139"/>
            <p:cNvSpPr/>
            <p:nvPr/>
          </p:nvSpPr>
          <p:spPr>
            <a:xfrm>
              <a:off x="2806239" y="2014624"/>
              <a:ext cx="30418" cy="32195"/>
            </a:xfrm>
            <a:custGeom>
              <a:avLst/>
              <a:gdLst/>
              <a:ahLst/>
              <a:cxnLst/>
              <a:rect l="l" t="t" r="r" b="b"/>
              <a:pathLst>
                <a:path w="1164" h="1232" extrusionOk="0">
                  <a:moveTo>
                    <a:pt x="0" y="1"/>
                  </a:moveTo>
                  <a:lnTo>
                    <a:pt x="0" y="1231"/>
                  </a:lnTo>
                  <a:lnTo>
                    <a:pt x="1164" y="1231"/>
                  </a:lnTo>
                  <a:lnTo>
                    <a:pt x="1164" y="1"/>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8" name="Google Shape;18108;p139"/>
            <p:cNvSpPr/>
            <p:nvPr/>
          </p:nvSpPr>
          <p:spPr>
            <a:xfrm>
              <a:off x="2769288" y="2046793"/>
              <a:ext cx="104556" cy="285236"/>
            </a:xfrm>
            <a:custGeom>
              <a:avLst/>
              <a:gdLst/>
              <a:ahLst/>
              <a:cxnLst/>
              <a:rect l="l" t="t" r="r" b="b"/>
              <a:pathLst>
                <a:path w="4001" h="10915" extrusionOk="0">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9" name="Google Shape;18109;p139"/>
            <p:cNvSpPr/>
            <p:nvPr/>
          </p:nvSpPr>
          <p:spPr>
            <a:xfrm>
              <a:off x="2793670" y="2046793"/>
              <a:ext cx="80175" cy="214626"/>
            </a:xfrm>
            <a:custGeom>
              <a:avLst/>
              <a:gdLst/>
              <a:ahLst/>
              <a:cxnLst/>
              <a:rect l="l" t="t" r="r" b="b"/>
              <a:pathLst>
                <a:path w="3068" h="8213" extrusionOk="0">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0" name="Google Shape;18110;p139"/>
            <p:cNvSpPr/>
            <p:nvPr/>
          </p:nvSpPr>
          <p:spPr>
            <a:xfrm>
              <a:off x="2769288" y="2287787"/>
              <a:ext cx="104556" cy="44007"/>
            </a:xfrm>
            <a:custGeom>
              <a:avLst/>
              <a:gdLst/>
              <a:ahLst/>
              <a:cxnLst/>
              <a:rect l="l" t="t" r="r" b="b"/>
              <a:pathLst>
                <a:path w="4001" h="1684" extrusionOk="0">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1" name="Google Shape;18111;p139"/>
            <p:cNvSpPr/>
            <p:nvPr/>
          </p:nvSpPr>
          <p:spPr>
            <a:xfrm>
              <a:off x="278337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2" name="Google Shape;18112;p139"/>
            <p:cNvSpPr/>
            <p:nvPr/>
          </p:nvSpPr>
          <p:spPr>
            <a:xfrm>
              <a:off x="2805220" y="2303492"/>
              <a:ext cx="11080" cy="28537"/>
            </a:xfrm>
            <a:custGeom>
              <a:avLst/>
              <a:gdLst/>
              <a:ahLst/>
              <a:cxnLst/>
              <a:rect l="l" t="t" r="r" b="b"/>
              <a:pathLst>
                <a:path w="424" h="1092" extrusionOk="0">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3" name="Google Shape;18113;p139"/>
            <p:cNvSpPr/>
            <p:nvPr/>
          </p:nvSpPr>
          <p:spPr>
            <a:xfrm>
              <a:off x="282709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4" name="Google Shape;18114;p139"/>
            <p:cNvSpPr/>
            <p:nvPr/>
          </p:nvSpPr>
          <p:spPr>
            <a:xfrm>
              <a:off x="2848940" y="2303414"/>
              <a:ext cx="11342" cy="28380"/>
            </a:xfrm>
            <a:custGeom>
              <a:avLst/>
              <a:gdLst/>
              <a:ahLst/>
              <a:cxnLst/>
              <a:rect l="l" t="t" r="r" b="b"/>
              <a:pathLst>
                <a:path w="434" h="1086" extrusionOk="0">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5" name="Google Shape;18115;p139"/>
            <p:cNvSpPr/>
            <p:nvPr/>
          </p:nvSpPr>
          <p:spPr>
            <a:xfrm>
              <a:off x="2818287" y="2046793"/>
              <a:ext cx="24146" cy="91046"/>
            </a:xfrm>
            <a:custGeom>
              <a:avLst/>
              <a:gdLst/>
              <a:ahLst/>
              <a:cxnLst/>
              <a:rect l="l" t="t" r="r" b="b"/>
              <a:pathLst>
                <a:path w="924" h="3484" extrusionOk="0">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6" name="Google Shape;18116;p139"/>
            <p:cNvSpPr/>
            <p:nvPr/>
          </p:nvSpPr>
          <p:spPr>
            <a:xfrm>
              <a:off x="2818287" y="2046793"/>
              <a:ext cx="24146" cy="67187"/>
            </a:xfrm>
            <a:custGeom>
              <a:avLst/>
              <a:gdLst/>
              <a:ahLst/>
              <a:cxnLst/>
              <a:rect l="l" t="t" r="r" b="b"/>
              <a:pathLst>
                <a:path w="924" h="2571" extrusionOk="0">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17" name="Google Shape;18117;p139"/>
          <p:cNvGrpSpPr/>
          <p:nvPr/>
        </p:nvGrpSpPr>
        <p:grpSpPr>
          <a:xfrm>
            <a:off x="3966679" y="2010861"/>
            <a:ext cx="367162" cy="275698"/>
            <a:chOff x="3966679" y="2010861"/>
            <a:chExt cx="367162" cy="275698"/>
          </a:xfrm>
        </p:grpSpPr>
        <p:sp>
          <p:nvSpPr>
            <p:cNvPr id="18118" name="Google Shape;18118;p139"/>
            <p:cNvSpPr/>
            <p:nvPr/>
          </p:nvSpPr>
          <p:spPr>
            <a:xfrm>
              <a:off x="3966679" y="2038509"/>
              <a:ext cx="367162" cy="248050"/>
            </a:xfrm>
            <a:custGeom>
              <a:avLst/>
              <a:gdLst/>
              <a:ahLst/>
              <a:cxnLst/>
              <a:rect l="l" t="t" r="r" b="b"/>
              <a:pathLst>
                <a:path w="14050" h="9492" extrusionOk="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9" name="Google Shape;18119;p139"/>
            <p:cNvSpPr/>
            <p:nvPr/>
          </p:nvSpPr>
          <p:spPr>
            <a:xfrm>
              <a:off x="4067969" y="2068117"/>
              <a:ext cx="236473" cy="185018"/>
            </a:xfrm>
            <a:custGeom>
              <a:avLst/>
              <a:gdLst/>
              <a:ahLst/>
              <a:cxnLst/>
              <a:rect l="l" t="t" r="r" b="b"/>
              <a:pathLst>
                <a:path w="9049" h="7080" extrusionOk="0">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0" name="Google Shape;18120;p139"/>
            <p:cNvSpPr/>
            <p:nvPr/>
          </p:nvSpPr>
          <p:spPr>
            <a:xfrm>
              <a:off x="3966941" y="2010861"/>
              <a:ext cx="79443" cy="243764"/>
            </a:xfrm>
            <a:custGeom>
              <a:avLst/>
              <a:gdLst/>
              <a:ahLst/>
              <a:cxnLst/>
              <a:rect l="l" t="t" r="r" b="b"/>
              <a:pathLst>
                <a:path w="3040" h="9328" extrusionOk="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1" name="Google Shape;18121;p139"/>
            <p:cNvSpPr/>
            <p:nvPr/>
          </p:nvSpPr>
          <p:spPr>
            <a:xfrm>
              <a:off x="3966941" y="2011357"/>
              <a:ext cx="22657" cy="243032"/>
            </a:xfrm>
            <a:custGeom>
              <a:avLst/>
              <a:gdLst/>
              <a:ahLst/>
              <a:cxnLst/>
              <a:rect l="l" t="t" r="r" b="b"/>
              <a:pathLst>
                <a:path w="867" h="9300" extrusionOk="0">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22" name="Google Shape;18122;p139"/>
          <p:cNvGrpSpPr/>
          <p:nvPr/>
        </p:nvGrpSpPr>
        <p:grpSpPr>
          <a:xfrm>
            <a:off x="1752577" y="2025495"/>
            <a:ext cx="366404" cy="246220"/>
            <a:chOff x="1752577" y="2025495"/>
            <a:chExt cx="366404" cy="246220"/>
          </a:xfrm>
        </p:grpSpPr>
        <p:sp>
          <p:nvSpPr>
            <p:cNvPr id="18123" name="Google Shape;18123;p139"/>
            <p:cNvSpPr/>
            <p:nvPr/>
          </p:nvSpPr>
          <p:spPr>
            <a:xfrm>
              <a:off x="1852090" y="2025495"/>
              <a:ext cx="80932" cy="72831"/>
            </a:xfrm>
            <a:custGeom>
              <a:avLst/>
              <a:gdLst/>
              <a:ahLst/>
              <a:cxnLst/>
              <a:rect l="l" t="t" r="r" b="b"/>
              <a:pathLst>
                <a:path w="3097" h="2787" extrusionOk="0">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4" name="Google Shape;18124;p139"/>
            <p:cNvSpPr/>
            <p:nvPr/>
          </p:nvSpPr>
          <p:spPr>
            <a:xfrm>
              <a:off x="1888257" y="2215400"/>
              <a:ext cx="205584" cy="56316"/>
            </a:xfrm>
            <a:custGeom>
              <a:avLst/>
              <a:gdLst/>
              <a:ahLst/>
              <a:cxnLst/>
              <a:rect l="l" t="t" r="r" b="b"/>
              <a:pathLst>
                <a:path w="7867" h="2155" extrusionOk="0">
                  <a:moveTo>
                    <a:pt x="1" y="1"/>
                  </a:moveTo>
                  <a:lnTo>
                    <a:pt x="1" y="2155"/>
                  </a:lnTo>
                  <a:lnTo>
                    <a:pt x="7867" y="2155"/>
                  </a:lnTo>
                  <a:lnTo>
                    <a:pt x="7867" y="1"/>
                  </a:ln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5" name="Google Shape;18125;p139"/>
            <p:cNvSpPr/>
            <p:nvPr/>
          </p:nvSpPr>
          <p:spPr>
            <a:xfrm>
              <a:off x="1930984" y="2215400"/>
              <a:ext cx="11080" cy="23519"/>
            </a:xfrm>
            <a:custGeom>
              <a:avLst/>
              <a:gdLst/>
              <a:ahLst/>
              <a:cxnLst/>
              <a:rect l="l" t="t" r="r" b="b"/>
              <a:pathLst>
                <a:path w="424" h="900" extrusionOk="0">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6" name="Google Shape;18126;p139"/>
            <p:cNvSpPr/>
            <p:nvPr/>
          </p:nvSpPr>
          <p:spPr>
            <a:xfrm>
              <a:off x="1948336" y="2215400"/>
              <a:ext cx="11315" cy="39120"/>
            </a:xfrm>
            <a:custGeom>
              <a:avLst/>
              <a:gdLst/>
              <a:ahLst/>
              <a:cxnLst/>
              <a:rect l="l" t="t" r="r" b="b"/>
              <a:pathLst>
                <a:path w="433" h="1497" extrusionOk="0">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7" name="Google Shape;18127;p139"/>
            <p:cNvSpPr/>
            <p:nvPr/>
          </p:nvSpPr>
          <p:spPr>
            <a:xfrm>
              <a:off x="1965661"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8" name="Google Shape;18128;p139"/>
            <p:cNvSpPr/>
            <p:nvPr/>
          </p:nvSpPr>
          <p:spPr>
            <a:xfrm>
              <a:off x="1983013" y="2215400"/>
              <a:ext cx="11315" cy="23519"/>
            </a:xfrm>
            <a:custGeom>
              <a:avLst/>
              <a:gdLst/>
              <a:ahLst/>
              <a:cxnLst/>
              <a:rect l="l" t="t" r="r" b="b"/>
              <a:pathLst>
                <a:path w="433" h="900" extrusionOk="0">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9" name="Google Shape;18129;p139"/>
            <p:cNvSpPr/>
            <p:nvPr/>
          </p:nvSpPr>
          <p:spPr>
            <a:xfrm>
              <a:off x="2000601" y="2215400"/>
              <a:ext cx="11080" cy="23519"/>
            </a:xfrm>
            <a:custGeom>
              <a:avLst/>
              <a:gdLst/>
              <a:ahLst/>
              <a:cxnLst/>
              <a:rect l="l" t="t" r="r" b="b"/>
              <a:pathLst>
                <a:path w="424" h="900" extrusionOk="0">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0" name="Google Shape;18130;p139"/>
            <p:cNvSpPr/>
            <p:nvPr/>
          </p:nvSpPr>
          <p:spPr>
            <a:xfrm>
              <a:off x="2017926" y="2215400"/>
              <a:ext cx="11342" cy="39120"/>
            </a:xfrm>
            <a:custGeom>
              <a:avLst/>
              <a:gdLst/>
              <a:ahLst/>
              <a:cxnLst/>
              <a:rect l="l" t="t" r="r" b="b"/>
              <a:pathLst>
                <a:path w="434" h="1497" extrusionOk="0">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1" name="Google Shape;18131;p139"/>
            <p:cNvSpPr/>
            <p:nvPr/>
          </p:nvSpPr>
          <p:spPr>
            <a:xfrm>
              <a:off x="2035278" y="2215400"/>
              <a:ext cx="11315" cy="23519"/>
            </a:xfrm>
            <a:custGeom>
              <a:avLst/>
              <a:gdLst/>
              <a:ahLst/>
              <a:cxnLst/>
              <a:rect l="l" t="t" r="r" b="b"/>
              <a:pathLst>
                <a:path w="433" h="900" extrusionOk="0">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2" name="Google Shape;18132;p139"/>
            <p:cNvSpPr/>
            <p:nvPr/>
          </p:nvSpPr>
          <p:spPr>
            <a:xfrm>
              <a:off x="2052604"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3" name="Google Shape;18133;p139"/>
            <p:cNvSpPr/>
            <p:nvPr/>
          </p:nvSpPr>
          <p:spPr>
            <a:xfrm>
              <a:off x="2070191" y="2215400"/>
              <a:ext cx="11080" cy="23519"/>
            </a:xfrm>
            <a:custGeom>
              <a:avLst/>
              <a:gdLst/>
              <a:ahLst/>
              <a:cxnLst/>
              <a:rect l="l" t="t" r="r" b="b"/>
              <a:pathLst>
                <a:path w="424" h="900" extrusionOk="0">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4" name="Google Shape;18134;p139"/>
            <p:cNvSpPr/>
            <p:nvPr/>
          </p:nvSpPr>
          <p:spPr>
            <a:xfrm>
              <a:off x="2092822" y="2191776"/>
              <a:ext cx="26159" cy="79939"/>
            </a:xfrm>
            <a:custGeom>
              <a:avLst/>
              <a:gdLst/>
              <a:ahLst/>
              <a:cxnLst/>
              <a:rect l="l" t="t" r="r" b="b"/>
              <a:pathLst>
                <a:path w="1001" h="3059" extrusionOk="0">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5" name="Google Shape;18135;p139"/>
            <p:cNvSpPr/>
            <p:nvPr/>
          </p:nvSpPr>
          <p:spPr>
            <a:xfrm>
              <a:off x="1752577" y="2044519"/>
              <a:ext cx="166359" cy="227196"/>
            </a:xfrm>
            <a:custGeom>
              <a:avLst/>
              <a:gdLst/>
              <a:ahLst/>
              <a:cxnLst/>
              <a:rect l="l" t="t" r="r" b="b"/>
              <a:pathLst>
                <a:path w="6366" h="8694" extrusionOk="0">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6" name="Google Shape;18136;p139"/>
            <p:cNvSpPr/>
            <p:nvPr/>
          </p:nvSpPr>
          <p:spPr>
            <a:xfrm>
              <a:off x="1774189" y="2044467"/>
              <a:ext cx="144748" cy="204147"/>
            </a:xfrm>
            <a:custGeom>
              <a:avLst/>
              <a:gdLst/>
              <a:ahLst/>
              <a:cxnLst/>
              <a:rect l="l" t="t" r="r" b="b"/>
              <a:pathLst>
                <a:path w="5539" h="7812" extrusionOk="0">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7" name="Google Shape;18137;p139"/>
            <p:cNvSpPr/>
            <p:nvPr/>
          </p:nvSpPr>
          <p:spPr>
            <a:xfrm>
              <a:off x="1780774" y="2090774"/>
              <a:ext cx="95880" cy="81978"/>
            </a:xfrm>
            <a:custGeom>
              <a:avLst/>
              <a:gdLst/>
              <a:ahLst/>
              <a:cxnLst/>
              <a:rect l="l" t="t" r="r" b="b"/>
              <a:pathLst>
                <a:path w="3669" h="3137" extrusionOk="0">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8" name="Google Shape;18138;p139"/>
            <p:cNvSpPr/>
            <p:nvPr/>
          </p:nvSpPr>
          <p:spPr>
            <a:xfrm>
              <a:off x="1805443" y="2090565"/>
              <a:ext cx="71028" cy="61882"/>
            </a:xfrm>
            <a:custGeom>
              <a:avLst/>
              <a:gdLst/>
              <a:ahLst/>
              <a:cxnLst/>
              <a:rect l="l" t="t" r="r" b="b"/>
              <a:pathLst>
                <a:path w="2718" h="2368" extrusionOk="0">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39" name="Google Shape;18139;p139"/>
          <p:cNvGrpSpPr/>
          <p:nvPr/>
        </p:nvGrpSpPr>
        <p:grpSpPr>
          <a:xfrm>
            <a:off x="1309553" y="2069580"/>
            <a:ext cx="366404" cy="158363"/>
            <a:chOff x="1309553" y="2069580"/>
            <a:chExt cx="366404" cy="158363"/>
          </a:xfrm>
        </p:grpSpPr>
        <p:sp>
          <p:nvSpPr>
            <p:cNvPr id="18140" name="Google Shape;18140;p139"/>
            <p:cNvSpPr/>
            <p:nvPr/>
          </p:nvSpPr>
          <p:spPr>
            <a:xfrm>
              <a:off x="1477402" y="2100051"/>
              <a:ext cx="198555" cy="92770"/>
            </a:xfrm>
            <a:custGeom>
              <a:avLst/>
              <a:gdLst/>
              <a:ahLst/>
              <a:cxnLst/>
              <a:rect l="l" t="t" r="r" b="b"/>
              <a:pathLst>
                <a:path w="7598" h="3550" extrusionOk="0">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1" name="Google Shape;18141;p139"/>
            <p:cNvSpPr/>
            <p:nvPr/>
          </p:nvSpPr>
          <p:spPr>
            <a:xfrm>
              <a:off x="1477402" y="2150826"/>
              <a:ext cx="198555" cy="42230"/>
            </a:xfrm>
            <a:custGeom>
              <a:avLst/>
              <a:gdLst/>
              <a:ahLst/>
              <a:cxnLst/>
              <a:rect l="l" t="t" r="r" b="b"/>
              <a:pathLst>
                <a:path w="7598" h="1616" extrusionOk="0">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2" name="Google Shape;18142;p139"/>
            <p:cNvSpPr/>
            <p:nvPr/>
          </p:nvSpPr>
          <p:spPr>
            <a:xfrm>
              <a:off x="1477402" y="2171680"/>
              <a:ext cx="198555" cy="21376"/>
            </a:xfrm>
            <a:custGeom>
              <a:avLst/>
              <a:gdLst/>
              <a:ahLst/>
              <a:cxnLst/>
              <a:rect l="l" t="t" r="r" b="b"/>
              <a:pathLst>
                <a:path w="7598" h="818" extrusionOk="0">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3" name="Google Shape;18143;p139"/>
            <p:cNvSpPr/>
            <p:nvPr/>
          </p:nvSpPr>
          <p:spPr>
            <a:xfrm>
              <a:off x="1309553" y="2100077"/>
              <a:ext cx="105549" cy="92744"/>
            </a:xfrm>
            <a:custGeom>
              <a:avLst/>
              <a:gdLst/>
              <a:ahLst/>
              <a:cxnLst/>
              <a:rect l="l" t="t" r="r" b="b"/>
              <a:pathLst>
                <a:path w="4039" h="3549" extrusionOk="0">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4" name="Google Shape;18144;p139"/>
            <p:cNvSpPr/>
            <p:nvPr/>
          </p:nvSpPr>
          <p:spPr>
            <a:xfrm>
              <a:off x="1328891" y="2100077"/>
              <a:ext cx="86211" cy="71629"/>
            </a:xfrm>
            <a:custGeom>
              <a:avLst/>
              <a:gdLst/>
              <a:ahLst/>
              <a:cxnLst/>
              <a:rect l="l" t="t" r="r" b="b"/>
              <a:pathLst>
                <a:path w="3299" h="2741" extrusionOk="0">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5" name="Google Shape;18145;p139"/>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6" name="Google Shape;18146;p139"/>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7" name="Google Shape;18147;p139"/>
            <p:cNvSpPr/>
            <p:nvPr/>
          </p:nvSpPr>
          <p:spPr>
            <a:xfrm>
              <a:off x="1339814" y="2100077"/>
              <a:ext cx="11838" cy="23885"/>
            </a:xfrm>
            <a:custGeom>
              <a:avLst/>
              <a:gdLst/>
              <a:ahLst/>
              <a:cxnLst/>
              <a:rect l="l" t="t" r="r" b="b"/>
              <a:pathLst>
                <a:path w="453" h="914" extrusionOk="0">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8" name="Google Shape;18148;p139"/>
            <p:cNvSpPr/>
            <p:nvPr/>
          </p:nvSpPr>
          <p:spPr>
            <a:xfrm>
              <a:off x="1357532" y="2100077"/>
              <a:ext cx="11080" cy="22944"/>
            </a:xfrm>
            <a:custGeom>
              <a:avLst/>
              <a:gdLst/>
              <a:ahLst/>
              <a:cxnLst/>
              <a:rect l="l" t="t" r="r" b="b"/>
              <a:pathLst>
                <a:path w="424" h="878" extrusionOk="0">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9" name="Google Shape;18149;p139"/>
            <p:cNvSpPr/>
            <p:nvPr/>
          </p:nvSpPr>
          <p:spPr>
            <a:xfrm>
              <a:off x="1374884" y="2100077"/>
              <a:ext cx="11080" cy="22944"/>
            </a:xfrm>
            <a:custGeom>
              <a:avLst/>
              <a:gdLst/>
              <a:ahLst/>
              <a:cxnLst/>
              <a:rect l="l" t="t" r="r" b="b"/>
              <a:pathLst>
                <a:path w="424" h="878" extrusionOk="0">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0" name="Google Shape;18150;p139"/>
            <p:cNvSpPr/>
            <p:nvPr/>
          </p:nvSpPr>
          <p:spPr>
            <a:xfrm>
              <a:off x="1391844" y="2100077"/>
              <a:ext cx="11838" cy="39225"/>
            </a:xfrm>
            <a:custGeom>
              <a:avLst/>
              <a:gdLst/>
              <a:ahLst/>
              <a:cxnLst/>
              <a:rect l="l" t="t" r="r" b="b"/>
              <a:pathLst>
                <a:path w="453" h="1501" extrusionOk="0">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1" name="Google Shape;18151;p139"/>
            <p:cNvSpPr/>
            <p:nvPr/>
          </p:nvSpPr>
          <p:spPr>
            <a:xfrm>
              <a:off x="1322619" y="2100077"/>
              <a:ext cx="11315" cy="38467"/>
            </a:xfrm>
            <a:custGeom>
              <a:avLst/>
              <a:gdLst/>
              <a:ahLst/>
              <a:cxnLst/>
              <a:rect l="l" t="t" r="r" b="b"/>
              <a:pathLst>
                <a:path w="433" h="1472" extrusionOk="0">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2" name="Google Shape;18152;p139"/>
            <p:cNvSpPr/>
            <p:nvPr/>
          </p:nvSpPr>
          <p:spPr>
            <a:xfrm>
              <a:off x="1513334"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3" name="Google Shape;18153;p139"/>
            <p:cNvSpPr/>
            <p:nvPr/>
          </p:nvSpPr>
          <p:spPr>
            <a:xfrm>
              <a:off x="1496008" y="2100077"/>
              <a:ext cx="11315" cy="22944"/>
            </a:xfrm>
            <a:custGeom>
              <a:avLst/>
              <a:gdLst/>
              <a:ahLst/>
              <a:cxnLst/>
              <a:rect l="l" t="t" r="r" b="b"/>
              <a:pathLst>
                <a:path w="433" h="878" extrusionOk="0">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4" name="Google Shape;18154;p139"/>
            <p:cNvSpPr/>
            <p:nvPr/>
          </p:nvSpPr>
          <p:spPr>
            <a:xfrm>
              <a:off x="1530921" y="2100077"/>
              <a:ext cx="11342" cy="38467"/>
            </a:xfrm>
            <a:custGeom>
              <a:avLst/>
              <a:gdLst/>
              <a:ahLst/>
              <a:cxnLst/>
              <a:rect l="l" t="t" r="r" b="b"/>
              <a:pathLst>
                <a:path w="434" h="1472" extrusionOk="0">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5" name="Google Shape;18155;p139"/>
            <p:cNvSpPr/>
            <p:nvPr/>
          </p:nvSpPr>
          <p:spPr>
            <a:xfrm>
              <a:off x="1548012"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6" name="Google Shape;18156;p139"/>
            <p:cNvSpPr/>
            <p:nvPr/>
          </p:nvSpPr>
          <p:spPr>
            <a:xfrm>
              <a:off x="1565364" y="2100077"/>
              <a:ext cx="11838" cy="23885"/>
            </a:xfrm>
            <a:custGeom>
              <a:avLst/>
              <a:gdLst/>
              <a:ahLst/>
              <a:cxnLst/>
              <a:rect l="l" t="t" r="r" b="b"/>
              <a:pathLst>
                <a:path w="453" h="914" extrusionOk="0">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7" name="Google Shape;18157;p139"/>
            <p:cNvSpPr/>
            <p:nvPr/>
          </p:nvSpPr>
          <p:spPr>
            <a:xfrm>
              <a:off x="1582690"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8" name="Google Shape;18158;p139"/>
            <p:cNvSpPr/>
            <p:nvPr/>
          </p:nvSpPr>
          <p:spPr>
            <a:xfrm>
              <a:off x="1600042" y="2100077"/>
              <a:ext cx="11838" cy="39225"/>
            </a:xfrm>
            <a:custGeom>
              <a:avLst/>
              <a:gdLst/>
              <a:ahLst/>
              <a:cxnLst/>
              <a:rect l="l" t="t" r="r" b="b"/>
              <a:pathLst>
                <a:path w="453" h="1501" extrusionOk="0">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9" name="Google Shape;18159;p139"/>
            <p:cNvSpPr/>
            <p:nvPr/>
          </p:nvSpPr>
          <p:spPr>
            <a:xfrm>
              <a:off x="1617367"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0" name="Google Shape;18160;p139"/>
            <p:cNvSpPr/>
            <p:nvPr/>
          </p:nvSpPr>
          <p:spPr>
            <a:xfrm>
              <a:off x="1634955" y="2100077"/>
              <a:ext cx="11342" cy="22944"/>
            </a:xfrm>
            <a:custGeom>
              <a:avLst/>
              <a:gdLst/>
              <a:ahLst/>
              <a:cxnLst/>
              <a:rect l="l" t="t" r="r" b="b"/>
              <a:pathLst>
                <a:path w="434" h="878" extrusionOk="0">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1" name="Google Shape;18161;p139"/>
            <p:cNvSpPr/>
            <p:nvPr/>
          </p:nvSpPr>
          <p:spPr>
            <a:xfrm>
              <a:off x="1652045"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2" name="Google Shape;18162;p139"/>
            <p:cNvSpPr/>
            <p:nvPr/>
          </p:nvSpPr>
          <p:spPr>
            <a:xfrm>
              <a:off x="1386435" y="2069580"/>
              <a:ext cx="45000" cy="158363"/>
            </a:xfrm>
            <a:custGeom>
              <a:avLst/>
              <a:gdLst/>
              <a:ahLst/>
              <a:cxnLst/>
              <a:rect l="l" t="t" r="r" b="b"/>
              <a:pathLst>
                <a:path w="1722" h="6060" extrusionOk="0">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3" name="Google Shape;18163;p139"/>
            <p:cNvSpPr/>
            <p:nvPr/>
          </p:nvSpPr>
          <p:spPr>
            <a:xfrm>
              <a:off x="1405537" y="2084737"/>
              <a:ext cx="25897" cy="135967"/>
            </a:xfrm>
            <a:custGeom>
              <a:avLst/>
              <a:gdLst/>
              <a:ahLst/>
              <a:cxnLst/>
              <a:rect l="l" t="t" r="r" b="b"/>
              <a:pathLst>
                <a:path w="991" h="5203" extrusionOk="0">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4" name="Google Shape;18164;p139"/>
            <p:cNvSpPr/>
            <p:nvPr/>
          </p:nvSpPr>
          <p:spPr>
            <a:xfrm>
              <a:off x="1462062" y="2069737"/>
              <a:ext cx="45026" cy="158128"/>
            </a:xfrm>
            <a:custGeom>
              <a:avLst/>
              <a:gdLst/>
              <a:ahLst/>
              <a:cxnLst/>
              <a:rect l="l" t="t" r="r" b="b"/>
              <a:pathLst>
                <a:path w="1723" h="6051" extrusionOk="0">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5" name="Google Shape;18165;p139"/>
            <p:cNvSpPr/>
            <p:nvPr/>
          </p:nvSpPr>
          <p:spPr>
            <a:xfrm>
              <a:off x="1462062" y="2084999"/>
              <a:ext cx="25923" cy="135967"/>
            </a:xfrm>
            <a:custGeom>
              <a:avLst/>
              <a:gdLst/>
              <a:ahLst/>
              <a:cxnLst/>
              <a:rect l="l" t="t" r="r" b="b"/>
              <a:pathLst>
                <a:path w="992" h="5203" extrusionOk="0">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66" name="Google Shape;18166;p139"/>
          <p:cNvGrpSpPr/>
          <p:nvPr/>
        </p:nvGrpSpPr>
        <p:grpSpPr>
          <a:xfrm>
            <a:off x="866528" y="2088762"/>
            <a:ext cx="366639" cy="119635"/>
            <a:chOff x="866528" y="2088762"/>
            <a:chExt cx="366639" cy="119635"/>
          </a:xfrm>
        </p:grpSpPr>
        <p:sp>
          <p:nvSpPr>
            <p:cNvPr id="18167" name="Google Shape;18167;p139"/>
            <p:cNvSpPr/>
            <p:nvPr/>
          </p:nvSpPr>
          <p:spPr>
            <a:xfrm>
              <a:off x="866528" y="2088762"/>
              <a:ext cx="366639" cy="119635"/>
            </a:xfrm>
            <a:custGeom>
              <a:avLst/>
              <a:gdLst/>
              <a:ahLst/>
              <a:cxnLst/>
              <a:rect l="l" t="t" r="r" b="b"/>
              <a:pathLst>
                <a:path w="14030" h="4578" extrusionOk="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8" name="Google Shape;18168;p139"/>
            <p:cNvSpPr/>
            <p:nvPr/>
          </p:nvSpPr>
          <p:spPr>
            <a:xfrm>
              <a:off x="866528" y="2139511"/>
              <a:ext cx="366639" cy="68885"/>
            </a:xfrm>
            <a:custGeom>
              <a:avLst/>
              <a:gdLst/>
              <a:ahLst/>
              <a:cxnLst/>
              <a:rect l="l" t="t" r="r" b="b"/>
              <a:pathLst>
                <a:path w="14030" h="2636" extrusionOk="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9" name="Google Shape;18169;p139"/>
            <p:cNvSpPr/>
            <p:nvPr/>
          </p:nvSpPr>
          <p:spPr>
            <a:xfrm>
              <a:off x="866528" y="2164389"/>
              <a:ext cx="366639" cy="44007"/>
            </a:xfrm>
            <a:custGeom>
              <a:avLst/>
              <a:gdLst/>
              <a:ahLst/>
              <a:cxnLst/>
              <a:rect l="l" t="t" r="r" b="b"/>
              <a:pathLst>
                <a:path w="14030" h="1684" extrusionOk="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0" name="Google Shape;18170;p139"/>
            <p:cNvSpPr/>
            <p:nvPr/>
          </p:nvSpPr>
          <p:spPr>
            <a:xfrm>
              <a:off x="897940" y="2088762"/>
              <a:ext cx="11943" cy="36455"/>
            </a:xfrm>
            <a:custGeom>
              <a:avLst/>
              <a:gdLst/>
              <a:ahLst/>
              <a:cxnLst/>
              <a:rect l="l" t="t" r="r" b="b"/>
              <a:pathLst>
                <a:path w="457" h="1395" extrusionOk="0">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1" name="Google Shape;18171;p139"/>
            <p:cNvSpPr/>
            <p:nvPr/>
          </p:nvSpPr>
          <p:spPr>
            <a:xfrm>
              <a:off x="927443" y="2088762"/>
              <a:ext cx="11838" cy="26916"/>
            </a:xfrm>
            <a:custGeom>
              <a:avLst/>
              <a:gdLst/>
              <a:ahLst/>
              <a:cxnLst/>
              <a:rect l="l" t="t" r="r" b="b"/>
              <a:pathLst>
                <a:path w="453" h="1030" extrusionOk="0">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2" name="Google Shape;18172;p139"/>
            <p:cNvSpPr/>
            <p:nvPr/>
          </p:nvSpPr>
          <p:spPr>
            <a:xfrm>
              <a:off x="956346" y="2088762"/>
              <a:ext cx="11838" cy="36455"/>
            </a:xfrm>
            <a:custGeom>
              <a:avLst/>
              <a:gdLst/>
              <a:ahLst/>
              <a:cxnLst/>
              <a:rect l="l" t="t" r="r" b="b"/>
              <a:pathLst>
                <a:path w="453" h="1395" extrusionOk="0">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3" name="Google Shape;18173;p139"/>
            <p:cNvSpPr/>
            <p:nvPr/>
          </p:nvSpPr>
          <p:spPr>
            <a:xfrm>
              <a:off x="985876" y="2088762"/>
              <a:ext cx="11838" cy="26916"/>
            </a:xfrm>
            <a:custGeom>
              <a:avLst/>
              <a:gdLst/>
              <a:ahLst/>
              <a:cxnLst/>
              <a:rect l="l" t="t" r="r" b="b"/>
              <a:pathLst>
                <a:path w="453" h="1030" extrusionOk="0">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4" name="Google Shape;18174;p139"/>
            <p:cNvSpPr/>
            <p:nvPr/>
          </p:nvSpPr>
          <p:spPr>
            <a:xfrm>
              <a:off x="1014647" y="2088762"/>
              <a:ext cx="11969" cy="36455"/>
            </a:xfrm>
            <a:custGeom>
              <a:avLst/>
              <a:gdLst/>
              <a:ahLst/>
              <a:cxnLst/>
              <a:rect l="l" t="t" r="r" b="b"/>
              <a:pathLst>
                <a:path w="458" h="1395" extrusionOk="0">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5" name="Google Shape;18175;p139"/>
            <p:cNvSpPr/>
            <p:nvPr/>
          </p:nvSpPr>
          <p:spPr>
            <a:xfrm>
              <a:off x="1044439" y="2088762"/>
              <a:ext cx="11315" cy="26159"/>
            </a:xfrm>
            <a:custGeom>
              <a:avLst/>
              <a:gdLst/>
              <a:ahLst/>
              <a:cxnLst/>
              <a:rect l="l" t="t" r="r" b="b"/>
              <a:pathLst>
                <a:path w="433" h="1001" extrusionOk="0">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6" name="Google Shape;18176;p139"/>
            <p:cNvSpPr/>
            <p:nvPr/>
          </p:nvSpPr>
          <p:spPr>
            <a:xfrm>
              <a:off x="1073080"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7" name="Google Shape;18177;p139"/>
            <p:cNvSpPr/>
            <p:nvPr/>
          </p:nvSpPr>
          <p:spPr>
            <a:xfrm>
              <a:off x="1102479" y="2088762"/>
              <a:ext cx="11838" cy="26916"/>
            </a:xfrm>
            <a:custGeom>
              <a:avLst/>
              <a:gdLst/>
              <a:ahLst/>
              <a:cxnLst/>
              <a:rect l="l" t="t" r="r" b="b"/>
              <a:pathLst>
                <a:path w="453" h="1030" extrusionOk="0">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8" name="Google Shape;18178;p139"/>
            <p:cNvSpPr/>
            <p:nvPr/>
          </p:nvSpPr>
          <p:spPr>
            <a:xfrm>
              <a:off x="1131381"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9" name="Google Shape;18179;p139"/>
            <p:cNvSpPr/>
            <p:nvPr/>
          </p:nvSpPr>
          <p:spPr>
            <a:xfrm>
              <a:off x="1160911" y="2088762"/>
              <a:ext cx="11838" cy="26916"/>
            </a:xfrm>
            <a:custGeom>
              <a:avLst/>
              <a:gdLst/>
              <a:ahLst/>
              <a:cxnLst/>
              <a:rect l="l" t="t" r="r" b="b"/>
              <a:pathLst>
                <a:path w="453" h="1030" extrusionOk="0">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0" name="Google Shape;18180;p139"/>
            <p:cNvSpPr/>
            <p:nvPr/>
          </p:nvSpPr>
          <p:spPr>
            <a:xfrm>
              <a:off x="1189814" y="2088762"/>
              <a:ext cx="11812" cy="36455"/>
            </a:xfrm>
            <a:custGeom>
              <a:avLst/>
              <a:gdLst/>
              <a:ahLst/>
              <a:cxnLst/>
              <a:rect l="l" t="t" r="r" b="b"/>
              <a:pathLst>
                <a:path w="452" h="1395" extrusionOk="0">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81" name="Google Shape;18181;p139"/>
          <p:cNvGrpSpPr/>
          <p:nvPr/>
        </p:nvGrpSpPr>
        <p:grpSpPr>
          <a:xfrm>
            <a:off x="2329269" y="1965312"/>
            <a:ext cx="98807" cy="366273"/>
            <a:chOff x="2329269" y="1965312"/>
            <a:chExt cx="98807" cy="366273"/>
          </a:xfrm>
        </p:grpSpPr>
        <p:sp>
          <p:nvSpPr>
            <p:cNvPr id="18182" name="Google Shape;18182;p139"/>
            <p:cNvSpPr/>
            <p:nvPr/>
          </p:nvSpPr>
          <p:spPr>
            <a:xfrm>
              <a:off x="2329269" y="1965312"/>
              <a:ext cx="98807" cy="312179"/>
            </a:xfrm>
            <a:custGeom>
              <a:avLst/>
              <a:gdLst/>
              <a:ahLst/>
              <a:cxnLst/>
              <a:rect l="l" t="t" r="r" b="b"/>
              <a:pathLst>
                <a:path w="3781" h="11946" extrusionOk="0">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3" name="Google Shape;18183;p139"/>
            <p:cNvSpPr/>
            <p:nvPr/>
          </p:nvSpPr>
          <p:spPr>
            <a:xfrm>
              <a:off x="2353415" y="1970904"/>
              <a:ext cx="74661" cy="289757"/>
            </a:xfrm>
            <a:custGeom>
              <a:avLst/>
              <a:gdLst/>
              <a:ahLst/>
              <a:cxnLst/>
              <a:rect l="l" t="t" r="r" b="b"/>
              <a:pathLst>
                <a:path w="2857" h="11088" extrusionOk="0">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4" name="Google Shape;18184;p139"/>
            <p:cNvSpPr/>
            <p:nvPr/>
          </p:nvSpPr>
          <p:spPr>
            <a:xfrm>
              <a:off x="2337266" y="2001558"/>
              <a:ext cx="81246" cy="330027"/>
            </a:xfrm>
            <a:custGeom>
              <a:avLst/>
              <a:gdLst/>
              <a:ahLst/>
              <a:cxnLst/>
              <a:rect l="l" t="t" r="r" b="b"/>
              <a:pathLst>
                <a:path w="3109" h="12629" extrusionOk="0">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85" name="Google Shape;18185;p139"/>
          <p:cNvGrpSpPr/>
          <p:nvPr/>
        </p:nvGrpSpPr>
        <p:grpSpPr>
          <a:xfrm>
            <a:off x="3208053" y="1964972"/>
            <a:ext cx="112344" cy="366926"/>
            <a:chOff x="3208053" y="1964972"/>
            <a:chExt cx="112344" cy="366926"/>
          </a:xfrm>
        </p:grpSpPr>
        <p:sp>
          <p:nvSpPr>
            <p:cNvPr id="18186" name="Google Shape;18186;p139"/>
            <p:cNvSpPr/>
            <p:nvPr/>
          </p:nvSpPr>
          <p:spPr>
            <a:xfrm>
              <a:off x="3226398" y="2093283"/>
              <a:ext cx="63607" cy="238616"/>
            </a:xfrm>
            <a:custGeom>
              <a:avLst/>
              <a:gdLst/>
              <a:ahLst/>
              <a:cxnLst/>
              <a:rect l="l" t="t" r="r" b="b"/>
              <a:pathLst>
                <a:path w="2434" h="9131" extrusionOk="0">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7" name="Google Shape;18187;p139"/>
            <p:cNvSpPr/>
            <p:nvPr/>
          </p:nvSpPr>
          <p:spPr>
            <a:xfrm>
              <a:off x="3226398" y="2093544"/>
              <a:ext cx="45497" cy="238355"/>
            </a:xfrm>
            <a:custGeom>
              <a:avLst/>
              <a:gdLst/>
              <a:ahLst/>
              <a:cxnLst/>
              <a:rect l="l" t="t" r="r" b="b"/>
              <a:pathLst>
                <a:path w="1741" h="9121" extrusionOk="0">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8" name="Google Shape;18188;p139"/>
            <p:cNvSpPr/>
            <p:nvPr/>
          </p:nvSpPr>
          <p:spPr>
            <a:xfrm>
              <a:off x="3208053" y="1964972"/>
              <a:ext cx="112344" cy="147936"/>
            </a:xfrm>
            <a:custGeom>
              <a:avLst/>
              <a:gdLst/>
              <a:ahLst/>
              <a:cxnLst/>
              <a:rect l="l" t="t" r="r" b="b"/>
              <a:pathLst>
                <a:path w="4299" h="5661" extrusionOk="0">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9" name="Google Shape;18189;p139"/>
            <p:cNvSpPr/>
            <p:nvPr/>
          </p:nvSpPr>
          <p:spPr>
            <a:xfrm>
              <a:off x="3229900" y="1964972"/>
              <a:ext cx="90497" cy="130088"/>
            </a:xfrm>
            <a:custGeom>
              <a:avLst/>
              <a:gdLst/>
              <a:ahLst/>
              <a:cxnLst/>
              <a:rect l="l" t="t" r="r" b="b"/>
              <a:pathLst>
                <a:path w="3463" h="4978" extrusionOk="0">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0" name="Google Shape;18190;p139"/>
            <p:cNvSpPr/>
            <p:nvPr/>
          </p:nvSpPr>
          <p:spPr>
            <a:xfrm>
              <a:off x="3227887" y="2142542"/>
              <a:ext cx="60340" cy="31176"/>
            </a:xfrm>
            <a:custGeom>
              <a:avLst/>
              <a:gdLst/>
              <a:ahLst/>
              <a:cxnLst/>
              <a:rect l="l" t="t" r="r" b="b"/>
              <a:pathLst>
                <a:path w="2309" h="1193" extrusionOk="0">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1" name="Google Shape;18191;p139"/>
            <p:cNvSpPr/>
            <p:nvPr/>
          </p:nvSpPr>
          <p:spPr>
            <a:xfrm>
              <a:off x="3227887" y="2142542"/>
              <a:ext cx="29948" cy="31176"/>
            </a:xfrm>
            <a:custGeom>
              <a:avLst/>
              <a:gdLst/>
              <a:ahLst/>
              <a:cxnLst/>
              <a:rect l="l" t="t" r="r" b="b"/>
              <a:pathLst>
                <a:path w="1146" h="1193" extrusionOk="0">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92" name="Google Shape;18192;p139"/>
          <p:cNvGrpSpPr/>
          <p:nvPr/>
        </p:nvGrpSpPr>
        <p:grpSpPr>
          <a:xfrm>
            <a:off x="3225379" y="3807339"/>
            <a:ext cx="72413" cy="366404"/>
            <a:chOff x="3225379" y="3807339"/>
            <a:chExt cx="72413" cy="366404"/>
          </a:xfrm>
        </p:grpSpPr>
        <p:sp>
          <p:nvSpPr>
            <p:cNvPr id="18193" name="Google Shape;18193;p139"/>
            <p:cNvSpPr/>
            <p:nvPr/>
          </p:nvSpPr>
          <p:spPr>
            <a:xfrm>
              <a:off x="3225379" y="3807339"/>
              <a:ext cx="72413" cy="366404"/>
            </a:xfrm>
            <a:custGeom>
              <a:avLst/>
              <a:gdLst/>
              <a:ahLst/>
              <a:cxnLst/>
              <a:rect l="l" t="t" r="r" b="b"/>
              <a:pathLst>
                <a:path w="2771" h="14021" extrusionOk="0">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4" name="Google Shape;18194;p139"/>
            <p:cNvSpPr/>
            <p:nvPr/>
          </p:nvSpPr>
          <p:spPr>
            <a:xfrm>
              <a:off x="3225640" y="4104623"/>
              <a:ext cx="72152" cy="33188"/>
            </a:xfrm>
            <a:custGeom>
              <a:avLst/>
              <a:gdLst/>
              <a:ahLst/>
              <a:cxnLst/>
              <a:rect l="l" t="t" r="r" b="b"/>
              <a:pathLst>
                <a:path w="2761" h="1270" extrusionOk="0">
                  <a:moveTo>
                    <a:pt x="0" y="0"/>
                  </a:moveTo>
                  <a:lnTo>
                    <a:pt x="0" y="1269"/>
                  </a:lnTo>
                  <a:lnTo>
                    <a:pt x="2760" y="1269"/>
                  </a:lnTo>
                  <a:lnTo>
                    <a:pt x="2760" y="1241"/>
                  </a:lnTo>
                  <a:lnTo>
                    <a:pt x="2760"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5" name="Google Shape;18195;p139"/>
            <p:cNvSpPr/>
            <p:nvPr/>
          </p:nvSpPr>
          <p:spPr>
            <a:xfrm>
              <a:off x="3245997" y="3807339"/>
              <a:ext cx="31437" cy="32509"/>
            </a:xfrm>
            <a:custGeom>
              <a:avLst/>
              <a:gdLst/>
              <a:ahLst/>
              <a:cxnLst/>
              <a:rect l="l" t="t" r="r" b="b"/>
              <a:pathLst>
                <a:path w="1203" h="1244" extrusionOk="0">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6" name="Google Shape;18196;p139"/>
            <p:cNvSpPr/>
            <p:nvPr/>
          </p:nvSpPr>
          <p:spPr>
            <a:xfrm>
              <a:off x="3225379" y="4137785"/>
              <a:ext cx="72413" cy="35958"/>
            </a:xfrm>
            <a:custGeom>
              <a:avLst/>
              <a:gdLst/>
              <a:ahLst/>
              <a:cxnLst/>
              <a:rect l="l" t="t" r="r" b="b"/>
              <a:pathLst>
                <a:path w="2771" h="1376" extrusionOk="0">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7" name="Google Shape;18197;p139"/>
            <p:cNvSpPr/>
            <p:nvPr/>
          </p:nvSpPr>
          <p:spPr>
            <a:xfrm>
              <a:off x="3255039" y="4104623"/>
              <a:ext cx="42753" cy="33188"/>
            </a:xfrm>
            <a:custGeom>
              <a:avLst/>
              <a:gdLst/>
              <a:ahLst/>
              <a:cxnLst/>
              <a:rect l="l" t="t" r="r" b="b"/>
              <a:pathLst>
                <a:path w="1636" h="1270" extrusionOk="0">
                  <a:moveTo>
                    <a:pt x="0" y="0"/>
                  </a:moveTo>
                  <a:lnTo>
                    <a:pt x="0" y="1269"/>
                  </a:lnTo>
                  <a:lnTo>
                    <a:pt x="1635" y="1269"/>
                  </a:lnTo>
                  <a:lnTo>
                    <a:pt x="1635" y="1241"/>
                  </a:lnTo>
                  <a:lnTo>
                    <a:pt x="1635" y="0"/>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8" name="Google Shape;18198;p139"/>
            <p:cNvSpPr/>
            <p:nvPr/>
          </p:nvSpPr>
          <p:spPr>
            <a:xfrm>
              <a:off x="3255039" y="4137785"/>
              <a:ext cx="42753" cy="32953"/>
            </a:xfrm>
            <a:custGeom>
              <a:avLst/>
              <a:gdLst/>
              <a:ahLst/>
              <a:cxnLst/>
              <a:rect l="l" t="t" r="r" b="b"/>
              <a:pathLst>
                <a:path w="1636" h="1261" extrusionOk="0">
                  <a:moveTo>
                    <a:pt x="0" y="0"/>
                  </a:moveTo>
                  <a:cubicBezTo>
                    <a:pt x="0" y="539"/>
                    <a:pt x="318" y="1039"/>
                    <a:pt x="818" y="1260"/>
                  </a:cubicBezTo>
                  <a:cubicBezTo>
                    <a:pt x="1308" y="1029"/>
                    <a:pt x="1625" y="539"/>
                    <a:pt x="163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9" name="Google Shape;18199;p139"/>
            <p:cNvSpPr/>
            <p:nvPr/>
          </p:nvSpPr>
          <p:spPr>
            <a:xfrm>
              <a:off x="3225379" y="3872932"/>
              <a:ext cx="72413" cy="231717"/>
            </a:xfrm>
            <a:custGeom>
              <a:avLst/>
              <a:gdLst/>
              <a:ahLst/>
              <a:cxnLst/>
              <a:rect l="l" t="t" r="r" b="b"/>
              <a:pathLst>
                <a:path w="2771" h="8867" extrusionOk="0">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0" name="Google Shape;18200;p139"/>
            <p:cNvSpPr/>
            <p:nvPr/>
          </p:nvSpPr>
          <p:spPr>
            <a:xfrm>
              <a:off x="3255039" y="3872932"/>
              <a:ext cx="42753" cy="231717"/>
            </a:xfrm>
            <a:custGeom>
              <a:avLst/>
              <a:gdLst/>
              <a:ahLst/>
              <a:cxnLst/>
              <a:rect l="l" t="t" r="r" b="b"/>
              <a:pathLst>
                <a:path w="1636" h="8867" extrusionOk="0">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01" name="Google Shape;18201;p139"/>
          <p:cNvGrpSpPr/>
          <p:nvPr/>
        </p:nvGrpSpPr>
        <p:grpSpPr>
          <a:xfrm>
            <a:off x="3523916" y="2011096"/>
            <a:ext cx="366665" cy="275201"/>
            <a:chOff x="3523916" y="2011096"/>
            <a:chExt cx="366665" cy="275201"/>
          </a:xfrm>
        </p:grpSpPr>
        <p:sp>
          <p:nvSpPr>
            <p:cNvPr id="18202" name="Google Shape;18202;p139"/>
            <p:cNvSpPr/>
            <p:nvPr/>
          </p:nvSpPr>
          <p:spPr>
            <a:xfrm>
              <a:off x="3524178" y="2038744"/>
              <a:ext cx="366404" cy="247553"/>
            </a:xfrm>
            <a:custGeom>
              <a:avLst/>
              <a:gdLst/>
              <a:ahLst/>
              <a:cxnLst/>
              <a:rect l="l" t="t" r="r" b="b"/>
              <a:pathLst>
                <a:path w="14021" h="9473" extrusionOk="0">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3" name="Google Shape;18203;p139"/>
            <p:cNvSpPr/>
            <p:nvPr/>
          </p:nvSpPr>
          <p:spPr>
            <a:xfrm>
              <a:off x="3624945" y="2161123"/>
              <a:ext cx="244783" cy="74425"/>
            </a:xfrm>
            <a:custGeom>
              <a:avLst/>
              <a:gdLst/>
              <a:ahLst/>
              <a:cxnLst/>
              <a:rect l="l" t="t" r="r" b="b"/>
              <a:pathLst>
                <a:path w="9367" h="2848" extrusionOk="0">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4" name="Google Shape;18204;p139"/>
            <p:cNvSpPr/>
            <p:nvPr/>
          </p:nvSpPr>
          <p:spPr>
            <a:xfrm>
              <a:off x="3624945" y="2161123"/>
              <a:ext cx="244783" cy="47796"/>
            </a:xfrm>
            <a:custGeom>
              <a:avLst/>
              <a:gdLst/>
              <a:ahLst/>
              <a:cxnLst/>
              <a:rect l="l" t="t" r="r" b="b"/>
              <a:pathLst>
                <a:path w="9367" h="1829" extrusionOk="0">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5" name="Google Shape;18205;p139"/>
            <p:cNvSpPr/>
            <p:nvPr/>
          </p:nvSpPr>
          <p:spPr>
            <a:xfrm>
              <a:off x="3652697" y="2161123"/>
              <a:ext cx="11969" cy="24146"/>
            </a:xfrm>
            <a:custGeom>
              <a:avLst/>
              <a:gdLst/>
              <a:ahLst/>
              <a:cxnLst/>
              <a:rect l="l" t="t" r="r" b="b"/>
              <a:pathLst>
                <a:path w="458" h="924" extrusionOk="0">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6" name="Google Shape;18206;p139"/>
            <p:cNvSpPr/>
            <p:nvPr/>
          </p:nvSpPr>
          <p:spPr>
            <a:xfrm>
              <a:off x="3670546" y="2161123"/>
              <a:ext cx="11838" cy="24146"/>
            </a:xfrm>
            <a:custGeom>
              <a:avLst/>
              <a:gdLst/>
              <a:ahLst/>
              <a:cxnLst/>
              <a:rect l="l" t="t" r="r" b="b"/>
              <a:pathLst>
                <a:path w="453" h="924" extrusionOk="0">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7" name="Google Shape;18207;p139"/>
            <p:cNvSpPr/>
            <p:nvPr/>
          </p:nvSpPr>
          <p:spPr>
            <a:xfrm>
              <a:off x="3688264" y="2161123"/>
              <a:ext cx="11838" cy="24146"/>
            </a:xfrm>
            <a:custGeom>
              <a:avLst/>
              <a:gdLst/>
              <a:ahLst/>
              <a:cxnLst/>
              <a:rect l="l" t="t" r="r" b="b"/>
              <a:pathLst>
                <a:path w="453" h="924" extrusionOk="0">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8" name="Google Shape;18208;p139"/>
            <p:cNvSpPr/>
            <p:nvPr/>
          </p:nvSpPr>
          <p:spPr>
            <a:xfrm>
              <a:off x="3705981" y="2161123"/>
              <a:ext cx="11838" cy="40244"/>
            </a:xfrm>
            <a:custGeom>
              <a:avLst/>
              <a:gdLst/>
              <a:ahLst/>
              <a:cxnLst/>
              <a:rect l="l" t="t" r="r" b="b"/>
              <a:pathLst>
                <a:path w="453" h="1540" extrusionOk="0">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9" name="Google Shape;18209;p139"/>
            <p:cNvSpPr/>
            <p:nvPr/>
          </p:nvSpPr>
          <p:spPr>
            <a:xfrm>
              <a:off x="3634875" y="2161123"/>
              <a:ext cx="11943" cy="40244"/>
            </a:xfrm>
            <a:custGeom>
              <a:avLst/>
              <a:gdLst/>
              <a:ahLst/>
              <a:cxnLst/>
              <a:rect l="l" t="t" r="r" b="b"/>
              <a:pathLst>
                <a:path w="457" h="1540" extrusionOk="0">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0" name="Google Shape;18210;p139"/>
            <p:cNvSpPr/>
            <p:nvPr/>
          </p:nvSpPr>
          <p:spPr>
            <a:xfrm>
              <a:off x="3723934" y="2161123"/>
              <a:ext cx="11342" cy="23415"/>
            </a:xfrm>
            <a:custGeom>
              <a:avLst/>
              <a:gdLst/>
              <a:ahLst/>
              <a:cxnLst/>
              <a:rect l="l" t="t" r="r" b="b"/>
              <a:pathLst>
                <a:path w="434" h="896" extrusionOk="0">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1" name="Google Shape;18211;p139"/>
            <p:cNvSpPr/>
            <p:nvPr/>
          </p:nvSpPr>
          <p:spPr>
            <a:xfrm>
              <a:off x="3741783" y="2161123"/>
              <a:ext cx="11342" cy="23415"/>
            </a:xfrm>
            <a:custGeom>
              <a:avLst/>
              <a:gdLst/>
              <a:ahLst/>
              <a:cxnLst/>
              <a:rect l="l" t="t" r="r" b="b"/>
              <a:pathLst>
                <a:path w="434" h="896" extrusionOk="0">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2" name="Google Shape;18212;p139"/>
            <p:cNvSpPr/>
            <p:nvPr/>
          </p:nvSpPr>
          <p:spPr>
            <a:xfrm>
              <a:off x="3759631" y="2161123"/>
              <a:ext cx="11080" cy="23415"/>
            </a:xfrm>
            <a:custGeom>
              <a:avLst/>
              <a:gdLst/>
              <a:ahLst/>
              <a:cxnLst/>
              <a:rect l="l" t="t" r="r" b="b"/>
              <a:pathLst>
                <a:path w="424" h="896" extrusionOk="0">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3" name="Google Shape;18213;p139"/>
            <p:cNvSpPr/>
            <p:nvPr/>
          </p:nvSpPr>
          <p:spPr>
            <a:xfrm>
              <a:off x="3777219" y="2161123"/>
              <a:ext cx="11342" cy="39303"/>
            </a:xfrm>
            <a:custGeom>
              <a:avLst/>
              <a:gdLst/>
              <a:ahLst/>
              <a:cxnLst/>
              <a:rect l="l" t="t" r="r" b="b"/>
              <a:pathLst>
                <a:path w="434" h="1504" extrusionOk="0">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4" name="Google Shape;18214;p139"/>
            <p:cNvSpPr/>
            <p:nvPr/>
          </p:nvSpPr>
          <p:spPr>
            <a:xfrm>
              <a:off x="3795067" y="2161123"/>
              <a:ext cx="11315" cy="23415"/>
            </a:xfrm>
            <a:custGeom>
              <a:avLst/>
              <a:gdLst/>
              <a:ahLst/>
              <a:cxnLst/>
              <a:rect l="l" t="t" r="r" b="b"/>
              <a:pathLst>
                <a:path w="433" h="896" extrusionOk="0">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5" name="Google Shape;18215;p139"/>
            <p:cNvSpPr/>
            <p:nvPr/>
          </p:nvSpPr>
          <p:spPr>
            <a:xfrm>
              <a:off x="3812654" y="2161123"/>
              <a:ext cx="11342" cy="23415"/>
            </a:xfrm>
            <a:custGeom>
              <a:avLst/>
              <a:gdLst/>
              <a:ahLst/>
              <a:cxnLst/>
              <a:rect l="l" t="t" r="r" b="b"/>
              <a:pathLst>
                <a:path w="434" h="896" extrusionOk="0">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6" name="Google Shape;18216;p139"/>
            <p:cNvSpPr/>
            <p:nvPr/>
          </p:nvSpPr>
          <p:spPr>
            <a:xfrm>
              <a:off x="3830503" y="2161123"/>
              <a:ext cx="11315" cy="23415"/>
            </a:xfrm>
            <a:custGeom>
              <a:avLst/>
              <a:gdLst/>
              <a:ahLst/>
              <a:cxnLst/>
              <a:rect l="l" t="t" r="r" b="b"/>
              <a:pathLst>
                <a:path w="433" h="896" extrusionOk="0">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7" name="Google Shape;18217;p139"/>
            <p:cNvSpPr/>
            <p:nvPr/>
          </p:nvSpPr>
          <p:spPr>
            <a:xfrm>
              <a:off x="3848325" y="2161123"/>
              <a:ext cx="11080" cy="39303"/>
            </a:xfrm>
            <a:custGeom>
              <a:avLst/>
              <a:gdLst/>
              <a:ahLst/>
              <a:cxnLst/>
              <a:rect l="l" t="t" r="r" b="b"/>
              <a:pathLst>
                <a:path w="424" h="1504" extrusionOk="0">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8" name="Google Shape;18218;p139"/>
            <p:cNvSpPr/>
            <p:nvPr/>
          </p:nvSpPr>
          <p:spPr>
            <a:xfrm>
              <a:off x="3626173" y="2063857"/>
              <a:ext cx="212483" cy="74190"/>
            </a:xfrm>
            <a:custGeom>
              <a:avLst/>
              <a:gdLst/>
              <a:ahLst/>
              <a:cxnLst/>
              <a:rect l="l" t="t" r="r" b="b"/>
              <a:pathLst>
                <a:path w="8131" h="2839" extrusionOk="0">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9" name="Google Shape;18219;p139"/>
            <p:cNvSpPr/>
            <p:nvPr/>
          </p:nvSpPr>
          <p:spPr>
            <a:xfrm>
              <a:off x="3523916" y="2011096"/>
              <a:ext cx="79181" cy="243790"/>
            </a:xfrm>
            <a:custGeom>
              <a:avLst/>
              <a:gdLst/>
              <a:ahLst/>
              <a:cxnLst/>
              <a:rect l="l" t="t" r="r" b="b"/>
              <a:pathLst>
                <a:path w="3030" h="9329" extrusionOk="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0" name="Google Shape;18220;p139"/>
            <p:cNvSpPr/>
            <p:nvPr/>
          </p:nvSpPr>
          <p:spPr>
            <a:xfrm>
              <a:off x="3523916" y="2011096"/>
              <a:ext cx="27910" cy="243529"/>
            </a:xfrm>
            <a:custGeom>
              <a:avLst/>
              <a:gdLst/>
              <a:ahLst/>
              <a:cxnLst/>
              <a:rect l="l" t="t" r="r" b="b"/>
              <a:pathLst>
                <a:path w="1068" h="9319" extrusionOk="0">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1" name="Google Shape;18221;p139"/>
            <p:cNvSpPr/>
            <p:nvPr/>
          </p:nvSpPr>
          <p:spPr>
            <a:xfrm>
              <a:off x="3523916" y="2056331"/>
              <a:ext cx="26" cy="1542"/>
            </a:xfrm>
            <a:custGeom>
              <a:avLst/>
              <a:gdLst/>
              <a:ahLst/>
              <a:cxnLst/>
              <a:rect l="l" t="t" r="r" b="b"/>
              <a:pathLst>
                <a:path w="1" h="59" extrusionOk="0">
                  <a:moveTo>
                    <a:pt x="1" y="1"/>
                  </a:moveTo>
                  <a:lnTo>
                    <a:pt x="1" y="59"/>
                  </a:lnTo>
                  <a:lnTo>
                    <a:pt x="1" y="59"/>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2" name="Google Shape;18222;p139"/>
          <p:cNvGrpSpPr/>
          <p:nvPr/>
        </p:nvGrpSpPr>
        <p:grpSpPr>
          <a:xfrm>
            <a:off x="1742777" y="1499997"/>
            <a:ext cx="393791" cy="366744"/>
            <a:chOff x="1742777" y="1499997"/>
            <a:chExt cx="393791" cy="366744"/>
          </a:xfrm>
        </p:grpSpPr>
        <p:sp>
          <p:nvSpPr>
            <p:cNvPr id="18223" name="Google Shape;18223;p139"/>
            <p:cNvSpPr/>
            <p:nvPr/>
          </p:nvSpPr>
          <p:spPr>
            <a:xfrm>
              <a:off x="1760861" y="1591957"/>
              <a:ext cx="152823" cy="270654"/>
            </a:xfrm>
            <a:custGeom>
              <a:avLst/>
              <a:gdLst/>
              <a:ahLst/>
              <a:cxnLst/>
              <a:rect l="l" t="t" r="r" b="b"/>
              <a:pathLst>
                <a:path w="5848" h="10357" extrusionOk="0">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4" name="Google Shape;18224;p139"/>
            <p:cNvSpPr/>
            <p:nvPr/>
          </p:nvSpPr>
          <p:spPr>
            <a:xfrm>
              <a:off x="1760861" y="1592218"/>
              <a:ext cx="152562" cy="115349"/>
            </a:xfrm>
            <a:custGeom>
              <a:avLst/>
              <a:gdLst/>
              <a:ahLst/>
              <a:cxnLst/>
              <a:rect l="l" t="t" r="r" b="b"/>
              <a:pathLst>
                <a:path w="5838" h="4414" extrusionOk="0">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5" name="Google Shape;18225;p139"/>
            <p:cNvSpPr/>
            <p:nvPr/>
          </p:nvSpPr>
          <p:spPr>
            <a:xfrm>
              <a:off x="1851070" y="1499997"/>
              <a:ext cx="155070" cy="183947"/>
            </a:xfrm>
            <a:custGeom>
              <a:avLst/>
              <a:gdLst/>
              <a:ahLst/>
              <a:cxnLst/>
              <a:rect l="l" t="t" r="r" b="b"/>
              <a:pathLst>
                <a:path w="5934" h="7039" extrusionOk="0">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6" name="Google Shape;18226;p139"/>
            <p:cNvSpPr/>
            <p:nvPr/>
          </p:nvSpPr>
          <p:spPr>
            <a:xfrm>
              <a:off x="1742777" y="1500049"/>
              <a:ext cx="211098" cy="183894"/>
            </a:xfrm>
            <a:custGeom>
              <a:avLst/>
              <a:gdLst/>
              <a:ahLst/>
              <a:cxnLst/>
              <a:rect l="l" t="t" r="r" b="b"/>
              <a:pathLst>
                <a:path w="8078" h="7037" extrusionOk="0">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7" name="Google Shape;18227;p139"/>
            <p:cNvSpPr/>
            <p:nvPr/>
          </p:nvSpPr>
          <p:spPr>
            <a:xfrm>
              <a:off x="1760861" y="1755546"/>
              <a:ext cx="25662" cy="11080"/>
            </a:xfrm>
            <a:custGeom>
              <a:avLst/>
              <a:gdLst/>
              <a:ahLst/>
              <a:cxnLst/>
              <a:rect l="l" t="t" r="r" b="b"/>
              <a:pathLst>
                <a:path w="982" h="424" extrusionOk="0">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8" name="Google Shape;18228;p139"/>
            <p:cNvSpPr/>
            <p:nvPr/>
          </p:nvSpPr>
          <p:spPr>
            <a:xfrm>
              <a:off x="1791018" y="1755546"/>
              <a:ext cx="90732" cy="11080"/>
            </a:xfrm>
            <a:custGeom>
              <a:avLst/>
              <a:gdLst/>
              <a:ahLst/>
              <a:cxnLst/>
              <a:rect l="l" t="t" r="r" b="b"/>
              <a:pathLst>
                <a:path w="3472" h="424" extrusionOk="0">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9" name="Google Shape;18229;p139"/>
            <p:cNvSpPr/>
            <p:nvPr/>
          </p:nvSpPr>
          <p:spPr>
            <a:xfrm>
              <a:off x="1884233" y="1755546"/>
              <a:ext cx="29190" cy="11080"/>
            </a:xfrm>
            <a:custGeom>
              <a:avLst/>
              <a:gdLst/>
              <a:ahLst/>
              <a:cxnLst/>
              <a:rect l="l" t="t" r="r" b="b"/>
              <a:pathLst>
                <a:path w="1117" h="424" extrusionOk="0">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0" name="Google Shape;18230;p139"/>
            <p:cNvSpPr/>
            <p:nvPr/>
          </p:nvSpPr>
          <p:spPr>
            <a:xfrm>
              <a:off x="1851828" y="1733177"/>
              <a:ext cx="177440" cy="71211"/>
            </a:xfrm>
            <a:custGeom>
              <a:avLst/>
              <a:gdLst/>
              <a:ahLst/>
              <a:cxnLst/>
              <a:rect l="l" t="t" r="r" b="b"/>
              <a:pathLst>
                <a:path w="6790" h="2725" extrusionOk="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1" name="Google Shape;18231;p139"/>
            <p:cNvSpPr/>
            <p:nvPr/>
          </p:nvSpPr>
          <p:spPr>
            <a:xfrm>
              <a:off x="1851828" y="1737698"/>
              <a:ext cx="155332" cy="50619"/>
            </a:xfrm>
            <a:custGeom>
              <a:avLst/>
              <a:gdLst/>
              <a:ahLst/>
              <a:cxnLst/>
              <a:rect l="l" t="t" r="r" b="b"/>
              <a:pathLst>
                <a:path w="5944" h="1937" extrusionOk="0">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2" name="Google Shape;18232;p139"/>
            <p:cNvSpPr/>
            <p:nvPr/>
          </p:nvSpPr>
          <p:spPr>
            <a:xfrm>
              <a:off x="1851828" y="1716975"/>
              <a:ext cx="177440" cy="71263"/>
            </a:xfrm>
            <a:custGeom>
              <a:avLst/>
              <a:gdLst/>
              <a:ahLst/>
              <a:cxnLst/>
              <a:rect l="l" t="t" r="r" b="b"/>
              <a:pathLst>
                <a:path w="6790" h="2727" extrusionOk="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3" name="Google Shape;18233;p139"/>
            <p:cNvSpPr/>
            <p:nvPr/>
          </p:nvSpPr>
          <p:spPr>
            <a:xfrm>
              <a:off x="1858361" y="1716975"/>
              <a:ext cx="170907" cy="57701"/>
            </a:xfrm>
            <a:custGeom>
              <a:avLst/>
              <a:gdLst/>
              <a:ahLst/>
              <a:cxnLst/>
              <a:rect l="l" t="t" r="r" b="b"/>
              <a:pathLst>
                <a:path w="6540" h="2208" extrusionOk="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4" name="Google Shape;18234;p139"/>
            <p:cNvSpPr/>
            <p:nvPr/>
          </p:nvSpPr>
          <p:spPr>
            <a:xfrm>
              <a:off x="1959965" y="1655041"/>
              <a:ext cx="169051" cy="122875"/>
            </a:xfrm>
            <a:custGeom>
              <a:avLst/>
              <a:gdLst/>
              <a:ahLst/>
              <a:cxnLst/>
              <a:rect l="l" t="t" r="r" b="b"/>
              <a:pathLst>
                <a:path w="6469" h="4702" extrusionOk="0">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5" name="Google Shape;18235;p139"/>
            <p:cNvSpPr/>
            <p:nvPr/>
          </p:nvSpPr>
          <p:spPr>
            <a:xfrm>
              <a:off x="1965400" y="1743630"/>
              <a:ext cx="171168" cy="123110"/>
            </a:xfrm>
            <a:custGeom>
              <a:avLst/>
              <a:gdLst/>
              <a:ahLst/>
              <a:cxnLst/>
              <a:rect l="l" t="t" r="r" b="b"/>
              <a:pathLst>
                <a:path w="6550" h="4711" extrusionOk="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6" name="Google Shape;18236;p139"/>
            <p:cNvSpPr/>
            <p:nvPr/>
          </p:nvSpPr>
          <p:spPr>
            <a:xfrm>
              <a:off x="1981001" y="1755285"/>
              <a:ext cx="11838" cy="11838"/>
            </a:xfrm>
            <a:custGeom>
              <a:avLst/>
              <a:gdLst/>
              <a:ahLst/>
              <a:cxnLst/>
              <a:rect l="l" t="t" r="r" b="b"/>
              <a:pathLst>
                <a:path w="453" h="453" extrusionOk="0">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37" name="Google Shape;18237;p139"/>
          <p:cNvGrpSpPr/>
          <p:nvPr/>
        </p:nvGrpSpPr>
        <p:grpSpPr>
          <a:xfrm>
            <a:off x="4014449" y="1499997"/>
            <a:ext cx="319914" cy="366639"/>
            <a:chOff x="4014449" y="1499997"/>
            <a:chExt cx="319914" cy="366639"/>
          </a:xfrm>
        </p:grpSpPr>
        <p:sp>
          <p:nvSpPr>
            <p:cNvPr id="18238" name="Google Shape;18238;p139"/>
            <p:cNvSpPr/>
            <p:nvPr/>
          </p:nvSpPr>
          <p:spPr>
            <a:xfrm>
              <a:off x="4014449" y="1499997"/>
              <a:ext cx="319914" cy="366639"/>
            </a:xfrm>
            <a:custGeom>
              <a:avLst/>
              <a:gdLst/>
              <a:ahLst/>
              <a:cxnLst/>
              <a:rect l="l" t="t" r="r" b="b"/>
              <a:pathLst>
                <a:path w="12242" h="14030" extrusionOk="0">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9" name="Google Shape;18239;p139"/>
            <p:cNvSpPr/>
            <p:nvPr/>
          </p:nvSpPr>
          <p:spPr>
            <a:xfrm>
              <a:off x="4014449" y="1591199"/>
              <a:ext cx="319914" cy="275437"/>
            </a:xfrm>
            <a:custGeom>
              <a:avLst/>
              <a:gdLst/>
              <a:ahLst/>
              <a:cxnLst/>
              <a:rect l="l" t="t" r="r" b="b"/>
              <a:pathLst>
                <a:path w="12242" h="10540" extrusionOk="0">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0" name="Google Shape;18240;p139"/>
            <p:cNvSpPr/>
            <p:nvPr/>
          </p:nvSpPr>
          <p:spPr>
            <a:xfrm>
              <a:off x="4014685" y="1591199"/>
              <a:ext cx="159853" cy="248808"/>
            </a:xfrm>
            <a:custGeom>
              <a:avLst/>
              <a:gdLst/>
              <a:ahLst/>
              <a:cxnLst/>
              <a:rect l="l" t="t" r="r" b="b"/>
              <a:pathLst>
                <a:path w="6117" h="9521" extrusionOk="0">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1" name="Google Shape;18241;p139"/>
            <p:cNvSpPr/>
            <p:nvPr/>
          </p:nvSpPr>
          <p:spPr>
            <a:xfrm>
              <a:off x="4174511" y="1591460"/>
              <a:ext cx="159853" cy="275175"/>
            </a:xfrm>
            <a:custGeom>
              <a:avLst/>
              <a:gdLst/>
              <a:ahLst/>
              <a:cxnLst/>
              <a:rect l="l" t="t" r="r" b="b"/>
              <a:pathLst>
                <a:path w="6117" h="10530" extrusionOk="0">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2" name="Google Shape;18242;p139"/>
            <p:cNvSpPr/>
            <p:nvPr/>
          </p:nvSpPr>
          <p:spPr>
            <a:xfrm>
              <a:off x="4174511" y="1591199"/>
              <a:ext cx="159853" cy="248808"/>
            </a:xfrm>
            <a:custGeom>
              <a:avLst/>
              <a:gdLst/>
              <a:ahLst/>
              <a:cxnLst/>
              <a:rect l="l" t="t" r="r" b="b"/>
              <a:pathLst>
                <a:path w="6117" h="9521" extrusionOk="0">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43" name="Google Shape;18243;p139"/>
          <p:cNvGrpSpPr/>
          <p:nvPr/>
        </p:nvGrpSpPr>
        <p:grpSpPr>
          <a:xfrm>
            <a:off x="866267" y="1591460"/>
            <a:ext cx="367397" cy="183711"/>
            <a:chOff x="866267" y="1591460"/>
            <a:chExt cx="367397" cy="183711"/>
          </a:xfrm>
        </p:grpSpPr>
        <p:sp>
          <p:nvSpPr>
            <p:cNvPr id="18244" name="Google Shape;18244;p139"/>
            <p:cNvSpPr/>
            <p:nvPr/>
          </p:nvSpPr>
          <p:spPr>
            <a:xfrm>
              <a:off x="866267" y="1591460"/>
              <a:ext cx="367397" cy="183502"/>
            </a:xfrm>
            <a:custGeom>
              <a:avLst/>
              <a:gdLst/>
              <a:ahLst/>
              <a:cxnLst/>
              <a:rect l="l" t="t" r="r" b="b"/>
              <a:pathLst>
                <a:path w="14059" h="7022"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5" name="Google Shape;18245;p139"/>
            <p:cNvSpPr/>
            <p:nvPr/>
          </p:nvSpPr>
          <p:spPr>
            <a:xfrm>
              <a:off x="866267" y="1591460"/>
              <a:ext cx="199286" cy="183711"/>
            </a:xfrm>
            <a:custGeom>
              <a:avLst/>
              <a:gdLst/>
              <a:ahLst/>
              <a:cxnLst/>
              <a:rect l="l" t="t" r="r" b="b"/>
              <a:pathLst>
                <a:path w="7626" h="7030"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6" name="Google Shape;18246;p139"/>
            <p:cNvSpPr/>
            <p:nvPr/>
          </p:nvSpPr>
          <p:spPr>
            <a:xfrm>
              <a:off x="1071564" y="1593969"/>
              <a:ext cx="19626" cy="47509"/>
            </a:xfrm>
            <a:custGeom>
              <a:avLst/>
              <a:gdLst/>
              <a:ahLst/>
              <a:cxnLst/>
              <a:rect l="l" t="t" r="r" b="b"/>
              <a:pathLst>
                <a:path w="751" h="1818" extrusionOk="0">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7" name="Google Shape;18247;p139"/>
            <p:cNvSpPr/>
            <p:nvPr/>
          </p:nvSpPr>
          <p:spPr>
            <a:xfrm>
              <a:off x="1122575" y="1619605"/>
              <a:ext cx="33946" cy="42988"/>
            </a:xfrm>
            <a:custGeom>
              <a:avLst/>
              <a:gdLst/>
              <a:ahLst/>
              <a:cxnLst/>
              <a:rect l="l" t="t" r="r" b="b"/>
              <a:pathLst>
                <a:path w="1299" h="1645" extrusionOk="0">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8" name="Google Shape;18248;p139"/>
            <p:cNvSpPr/>
            <p:nvPr/>
          </p:nvSpPr>
          <p:spPr>
            <a:xfrm>
              <a:off x="1159866" y="1668839"/>
              <a:ext cx="45915" cy="33293"/>
            </a:xfrm>
            <a:custGeom>
              <a:avLst/>
              <a:gdLst/>
              <a:ahLst/>
              <a:cxnLst/>
              <a:rect l="l" t="t" r="r" b="b"/>
              <a:pathLst>
                <a:path w="1757" h="1274" extrusionOk="0">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9" name="Google Shape;18249;p139"/>
            <p:cNvSpPr/>
            <p:nvPr/>
          </p:nvSpPr>
          <p:spPr>
            <a:xfrm>
              <a:off x="1181634" y="1734196"/>
              <a:ext cx="49286" cy="19103"/>
            </a:xfrm>
            <a:custGeom>
              <a:avLst/>
              <a:gdLst/>
              <a:ahLst/>
              <a:cxnLst/>
              <a:rect l="l" t="t" r="r" b="b"/>
              <a:pathLst>
                <a:path w="1886" h="731" extrusionOk="0">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0" name="Google Shape;18250;p139"/>
            <p:cNvSpPr/>
            <p:nvPr/>
          </p:nvSpPr>
          <p:spPr>
            <a:xfrm>
              <a:off x="868776" y="1734196"/>
              <a:ext cx="48267" cy="19364"/>
            </a:xfrm>
            <a:custGeom>
              <a:avLst/>
              <a:gdLst/>
              <a:ahLst/>
              <a:cxnLst/>
              <a:rect l="l" t="t" r="r" b="b"/>
              <a:pathLst>
                <a:path w="1847" h="741" extrusionOk="0">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1" name="Google Shape;18251;p139"/>
            <p:cNvSpPr/>
            <p:nvPr/>
          </p:nvSpPr>
          <p:spPr>
            <a:xfrm>
              <a:off x="894151" y="1668603"/>
              <a:ext cx="44007" cy="33659"/>
            </a:xfrm>
            <a:custGeom>
              <a:avLst/>
              <a:gdLst/>
              <a:ahLst/>
              <a:cxnLst/>
              <a:rect l="l" t="t" r="r" b="b"/>
              <a:pathLst>
                <a:path w="1684" h="1288" extrusionOk="0">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2" name="Google Shape;18252;p139"/>
            <p:cNvSpPr/>
            <p:nvPr/>
          </p:nvSpPr>
          <p:spPr>
            <a:xfrm>
              <a:off x="942914" y="1619605"/>
              <a:ext cx="35462" cy="43328"/>
            </a:xfrm>
            <a:custGeom>
              <a:avLst/>
              <a:gdLst/>
              <a:ahLst/>
              <a:cxnLst/>
              <a:rect l="l" t="t" r="r" b="b"/>
              <a:pathLst>
                <a:path w="1357" h="1658" extrusionOk="0">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3" name="Google Shape;18253;p139"/>
            <p:cNvSpPr/>
            <p:nvPr/>
          </p:nvSpPr>
          <p:spPr>
            <a:xfrm>
              <a:off x="1008506" y="1593708"/>
              <a:ext cx="19626" cy="47770"/>
            </a:xfrm>
            <a:custGeom>
              <a:avLst/>
              <a:gdLst/>
              <a:ahLst/>
              <a:cxnLst/>
              <a:rect l="l" t="t" r="r" b="b"/>
              <a:pathLst>
                <a:path w="751" h="1828" extrusionOk="0">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4" name="Google Shape;18254;p139"/>
            <p:cNvSpPr/>
            <p:nvPr/>
          </p:nvSpPr>
          <p:spPr>
            <a:xfrm>
              <a:off x="1043916" y="1591695"/>
              <a:ext cx="11838" cy="138999"/>
            </a:xfrm>
            <a:custGeom>
              <a:avLst/>
              <a:gdLst/>
              <a:ahLst/>
              <a:cxnLst/>
              <a:rect l="l" t="t" r="r" b="b"/>
              <a:pathLst>
                <a:path w="453" h="5319" extrusionOk="0">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5" name="Google Shape;18255;p139"/>
            <p:cNvSpPr/>
            <p:nvPr/>
          </p:nvSpPr>
          <p:spPr>
            <a:xfrm>
              <a:off x="1063777" y="1603507"/>
              <a:ext cx="61594" cy="128180"/>
            </a:xfrm>
            <a:custGeom>
              <a:avLst/>
              <a:gdLst/>
              <a:ahLst/>
              <a:cxnLst/>
              <a:rect l="l" t="t" r="r" b="b"/>
              <a:pathLst>
                <a:path w="2357" h="4905" extrusionOk="0">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6" name="Google Shape;18256;p139"/>
            <p:cNvSpPr/>
            <p:nvPr/>
          </p:nvSpPr>
          <p:spPr>
            <a:xfrm>
              <a:off x="1081129" y="1641452"/>
              <a:ext cx="102805" cy="100662"/>
            </a:xfrm>
            <a:custGeom>
              <a:avLst/>
              <a:gdLst/>
              <a:ahLst/>
              <a:cxnLst/>
              <a:rect l="l" t="t" r="r" b="b"/>
              <a:pathLst>
                <a:path w="3934" h="3852" extrusionOk="0">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7" name="Google Shape;18257;p139"/>
            <p:cNvSpPr/>
            <p:nvPr/>
          </p:nvSpPr>
          <p:spPr>
            <a:xfrm>
              <a:off x="1091163" y="1700015"/>
              <a:ext cx="130453" cy="60758"/>
            </a:xfrm>
            <a:custGeom>
              <a:avLst/>
              <a:gdLst/>
              <a:ahLst/>
              <a:cxnLst/>
              <a:rect l="l" t="t" r="r" b="b"/>
              <a:pathLst>
                <a:path w="4992" h="2325" extrusionOk="0">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8" name="Google Shape;18258;p139"/>
            <p:cNvSpPr/>
            <p:nvPr/>
          </p:nvSpPr>
          <p:spPr>
            <a:xfrm>
              <a:off x="878079" y="1700015"/>
              <a:ext cx="128441" cy="60784"/>
            </a:xfrm>
            <a:custGeom>
              <a:avLst/>
              <a:gdLst/>
              <a:ahLst/>
              <a:cxnLst/>
              <a:rect l="l" t="t" r="r" b="b"/>
              <a:pathLst>
                <a:path w="4915" h="2326" extrusionOk="0">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9" name="Google Shape;18259;p139"/>
            <p:cNvSpPr/>
            <p:nvPr/>
          </p:nvSpPr>
          <p:spPr>
            <a:xfrm>
              <a:off x="974325" y="1603507"/>
              <a:ext cx="62849" cy="130715"/>
            </a:xfrm>
            <a:custGeom>
              <a:avLst/>
              <a:gdLst/>
              <a:ahLst/>
              <a:cxnLst/>
              <a:rect l="l" t="t" r="r" b="b"/>
              <a:pathLst>
                <a:path w="2405" h="5002" extrusionOk="0">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0" name="Google Shape;18260;p139"/>
            <p:cNvSpPr/>
            <p:nvPr/>
          </p:nvSpPr>
          <p:spPr>
            <a:xfrm>
              <a:off x="916023" y="1641713"/>
              <a:ext cx="101290" cy="100793"/>
            </a:xfrm>
            <a:custGeom>
              <a:avLst/>
              <a:gdLst/>
              <a:ahLst/>
              <a:cxnLst/>
              <a:rect l="l" t="t" r="r" b="b"/>
              <a:pathLst>
                <a:path w="3876" h="3857" extrusionOk="0">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1" name="Google Shape;18261;p139"/>
            <p:cNvSpPr/>
            <p:nvPr/>
          </p:nvSpPr>
          <p:spPr>
            <a:xfrm>
              <a:off x="992409" y="1721861"/>
              <a:ext cx="115375" cy="53049"/>
            </a:xfrm>
            <a:custGeom>
              <a:avLst/>
              <a:gdLst/>
              <a:ahLst/>
              <a:cxnLst/>
              <a:rect l="l" t="t" r="r" b="b"/>
              <a:pathLst>
                <a:path w="4415" h="2030" extrusionOk="0">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62" name="Google Shape;18262;p139"/>
          <p:cNvGrpSpPr/>
          <p:nvPr/>
        </p:nvGrpSpPr>
        <p:grpSpPr>
          <a:xfrm>
            <a:off x="3117843" y="1499892"/>
            <a:ext cx="327440" cy="366744"/>
            <a:chOff x="3117843" y="1499892"/>
            <a:chExt cx="327440" cy="366744"/>
          </a:xfrm>
        </p:grpSpPr>
        <p:sp>
          <p:nvSpPr>
            <p:cNvPr id="18263" name="Google Shape;18263;p139"/>
            <p:cNvSpPr/>
            <p:nvPr/>
          </p:nvSpPr>
          <p:spPr>
            <a:xfrm>
              <a:off x="3117843" y="1499997"/>
              <a:ext cx="327440" cy="366404"/>
            </a:xfrm>
            <a:custGeom>
              <a:avLst/>
              <a:gdLst/>
              <a:ahLst/>
              <a:cxnLst/>
              <a:rect l="l" t="t" r="r" b="b"/>
              <a:pathLst>
                <a:path w="12530" h="14021" extrusionOk="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4" name="Google Shape;18264;p139"/>
            <p:cNvSpPr/>
            <p:nvPr/>
          </p:nvSpPr>
          <p:spPr>
            <a:xfrm>
              <a:off x="3300013" y="1682427"/>
              <a:ext cx="145271" cy="184208"/>
            </a:xfrm>
            <a:custGeom>
              <a:avLst/>
              <a:gdLst/>
              <a:ahLst/>
              <a:cxnLst/>
              <a:rect l="l" t="t" r="r" b="b"/>
              <a:pathLst>
                <a:path w="5559" h="7049" extrusionOk="0">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5" name="Google Shape;18265;p139"/>
            <p:cNvSpPr/>
            <p:nvPr/>
          </p:nvSpPr>
          <p:spPr>
            <a:xfrm>
              <a:off x="3262826" y="1537183"/>
              <a:ext cx="182457" cy="182718"/>
            </a:xfrm>
            <a:custGeom>
              <a:avLst/>
              <a:gdLst/>
              <a:ahLst/>
              <a:cxnLst/>
              <a:rect l="l" t="t" r="r" b="b"/>
              <a:pathLst>
                <a:path w="6982" h="6992" extrusionOk="0">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6" name="Google Shape;18266;p139"/>
            <p:cNvSpPr/>
            <p:nvPr/>
          </p:nvSpPr>
          <p:spPr>
            <a:xfrm>
              <a:off x="3155030" y="1682427"/>
              <a:ext cx="182457" cy="145271"/>
            </a:xfrm>
            <a:custGeom>
              <a:avLst/>
              <a:gdLst/>
              <a:ahLst/>
              <a:cxnLst/>
              <a:rect l="l" t="t" r="r" b="b"/>
              <a:pathLst>
                <a:path w="6982" h="5559" extrusionOk="0">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7" name="Google Shape;18267;p139"/>
            <p:cNvSpPr/>
            <p:nvPr/>
          </p:nvSpPr>
          <p:spPr>
            <a:xfrm>
              <a:off x="3117843" y="1499997"/>
              <a:ext cx="182196" cy="219905"/>
            </a:xfrm>
            <a:custGeom>
              <a:avLst/>
              <a:gdLst/>
              <a:ahLst/>
              <a:cxnLst/>
              <a:rect l="l" t="t" r="r" b="b"/>
              <a:pathLst>
                <a:path w="6972" h="8415" extrusionOk="0">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8" name="Google Shape;18268;p139"/>
            <p:cNvSpPr/>
            <p:nvPr/>
          </p:nvSpPr>
          <p:spPr>
            <a:xfrm>
              <a:off x="3155030" y="1682427"/>
              <a:ext cx="35200" cy="145271"/>
            </a:xfrm>
            <a:custGeom>
              <a:avLst/>
              <a:gdLst/>
              <a:ahLst/>
              <a:cxnLst/>
              <a:rect l="l" t="t" r="r" b="b"/>
              <a:pathLst>
                <a:path w="1347" h="5559" extrusionOk="0">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9" name="Google Shape;18269;p139"/>
            <p:cNvSpPr/>
            <p:nvPr/>
          </p:nvSpPr>
          <p:spPr>
            <a:xfrm>
              <a:off x="3117843" y="1499892"/>
              <a:ext cx="122640" cy="182562"/>
            </a:xfrm>
            <a:custGeom>
              <a:avLst/>
              <a:gdLst/>
              <a:ahLst/>
              <a:cxnLst/>
              <a:rect l="l" t="t" r="r" b="b"/>
              <a:pathLst>
                <a:path w="4693" h="6986" extrusionOk="0">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70" name="Google Shape;18270;p139"/>
          <p:cNvGrpSpPr/>
          <p:nvPr/>
        </p:nvGrpSpPr>
        <p:grpSpPr>
          <a:xfrm>
            <a:off x="2667005" y="1499997"/>
            <a:ext cx="336770" cy="366639"/>
            <a:chOff x="2667005" y="1499997"/>
            <a:chExt cx="336770" cy="366639"/>
          </a:xfrm>
        </p:grpSpPr>
        <p:sp>
          <p:nvSpPr>
            <p:cNvPr id="18271" name="Google Shape;18271;p139"/>
            <p:cNvSpPr/>
            <p:nvPr/>
          </p:nvSpPr>
          <p:spPr>
            <a:xfrm>
              <a:off x="2684593" y="1596974"/>
              <a:ext cx="229731" cy="252335"/>
            </a:xfrm>
            <a:custGeom>
              <a:avLst/>
              <a:gdLst/>
              <a:ahLst/>
              <a:cxnLst/>
              <a:rect l="l" t="t" r="r" b="b"/>
              <a:pathLst>
                <a:path w="8791" h="9656" extrusionOk="0">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2" name="Google Shape;18272;p139"/>
            <p:cNvSpPr/>
            <p:nvPr/>
          </p:nvSpPr>
          <p:spPr>
            <a:xfrm>
              <a:off x="2717781" y="1638185"/>
              <a:ext cx="163119" cy="168137"/>
            </a:xfrm>
            <a:custGeom>
              <a:avLst/>
              <a:gdLst/>
              <a:ahLst/>
              <a:cxnLst/>
              <a:rect l="l" t="t" r="r" b="b"/>
              <a:pathLst>
                <a:path w="6242" h="6434" extrusionOk="0">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3" name="Google Shape;18273;p139"/>
            <p:cNvSpPr/>
            <p:nvPr/>
          </p:nvSpPr>
          <p:spPr>
            <a:xfrm>
              <a:off x="2740386" y="1638185"/>
              <a:ext cx="140514" cy="168137"/>
            </a:xfrm>
            <a:custGeom>
              <a:avLst/>
              <a:gdLst/>
              <a:ahLst/>
              <a:cxnLst/>
              <a:rect l="l" t="t" r="r" b="b"/>
              <a:pathLst>
                <a:path w="5377" h="6434" extrusionOk="0">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4" name="Google Shape;18274;p139"/>
            <p:cNvSpPr/>
            <p:nvPr/>
          </p:nvSpPr>
          <p:spPr>
            <a:xfrm>
              <a:off x="2725830" y="1719170"/>
              <a:ext cx="108581" cy="87152"/>
            </a:xfrm>
            <a:custGeom>
              <a:avLst/>
              <a:gdLst/>
              <a:ahLst/>
              <a:cxnLst/>
              <a:rect l="l" t="t" r="r" b="b"/>
              <a:pathLst>
                <a:path w="4155" h="3335" extrusionOk="0">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5" name="Google Shape;18275;p139"/>
            <p:cNvSpPr/>
            <p:nvPr/>
          </p:nvSpPr>
          <p:spPr>
            <a:xfrm>
              <a:off x="2725830" y="1776400"/>
              <a:ext cx="28903" cy="29922"/>
            </a:xfrm>
            <a:custGeom>
              <a:avLst/>
              <a:gdLst/>
              <a:ahLst/>
              <a:cxnLst/>
              <a:rect l="l" t="t" r="r" b="b"/>
              <a:pathLst>
                <a:path w="1106" h="1145" extrusionOk="0">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6" name="Google Shape;18276;p139"/>
            <p:cNvSpPr/>
            <p:nvPr/>
          </p:nvSpPr>
          <p:spPr>
            <a:xfrm>
              <a:off x="2799445" y="1662828"/>
              <a:ext cx="60340" cy="55244"/>
            </a:xfrm>
            <a:custGeom>
              <a:avLst/>
              <a:gdLst/>
              <a:ahLst/>
              <a:cxnLst/>
              <a:rect l="l" t="t" r="r" b="b"/>
              <a:pathLst>
                <a:path w="2309" h="2114" extrusionOk="0">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7" name="Google Shape;18277;p139"/>
            <p:cNvSpPr/>
            <p:nvPr/>
          </p:nvSpPr>
          <p:spPr>
            <a:xfrm>
              <a:off x="2752955" y="1719170"/>
              <a:ext cx="53545" cy="46019"/>
            </a:xfrm>
            <a:custGeom>
              <a:avLst/>
              <a:gdLst/>
              <a:ahLst/>
              <a:cxnLst/>
              <a:rect l="l" t="t" r="r" b="b"/>
              <a:pathLst>
                <a:path w="2049" h="1761" extrusionOk="0">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8" name="Google Shape;18278;p139"/>
            <p:cNvSpPr/>
            <p:nvPr/>
          </p:nvSpPr>
          <p:spPr>
            <a:xfrm>
              <a:off x="2679079" y="1512044"/>
              <a:ext cx="312623" cy="342545"/>
            </a:xfrm>
            <a:custGeom>
              <a:avLst/>
              <a:gdLst/>
              <a:ahLst/>
              <a:cxnLst/>
              <a:rect l="l" t="t" r="r" b="b"/>
              <a:pathLst>
                <a:path w="11963" h="13108" extrusionOk="0">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9" name="Google Shape;18279;p139"/>
            <p:cNvSpPr/>
            <p:nvPr/>
          </p:nvSpPr>
          <p:spPr>
            <a:xfrm>
              <a:off x="2667005" y="1499997"/>
              <a:ext cx="35227" cy="35200"/>
            </a:xfrm>
            <a:custGeom>
              <a:avLst/>
              <a:gdLst/>
              <a:ahLst/>
              <a:cxnLst/>
              <a:rect l="l" t="t" r="r" b="b"/>
              <a:pathLst>
                <a:path w="1348" h="1347" extrusionOk="0">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0" name="Google Shape;18280;p139"/>
            <p:cNvSpPr/>
            <p:nvPr/>
          </p:nvSpPr>
          <p:spPr>
            <a:xfrm>
              <a:off x="2818051" y="1499997"/>
              <a:ext cx="35436" cy="35200"/>
            </a:xfrm>
            <a:custGeom>
              <a:avLst/>
              <a:gdLst/>
              <a:ahLst/>
              <a:cxnLst/>
              <a:rect l="l" t="t" r="r" b="b"/>
              <a:pathLst>
                <a:path w="1356" h="1347" extrusionOk="0">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1" name="Google Shape;18281;p139"/>
            <p:cNvSpPr/>
            <p:nvPr/>
          </p:nvSpPr>
          <p:spPr>
            <a:xfrm>
              <a:off x="2968575" y="1499997"/>
              <a:ext cx="35200" cy="35200"/>
            </a:xfrm>
            <a:custGeom>
              <a:avLst/>
              <a:gdLst/>
              <a:ahLst/>
              <a:cxnLst/>
              <a:rect l="l" t="t" r="r" b="b"/>
              <a:pathLst>
                <a:path w="1347" h="1347" extrusionOk="0">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2" name="Google Shape;18282;p139"/>
            <p:cNvSpPr/>
            <p:nvPr/>
          </p:nvSpPr>
          <p:spPr>
            <a:xfrm>
              <a:off x="2667005" y="1831435"/>
              <a:ext cx="35227" cy="35200"/>
            </a:xfrm>
            <a:custGeom>
              <a:avLst/>
              <a:gdLst/>
              <a:ahLst/>
              <a:cxnLst/>
              <a:rect l="l" t="t" r="r" b="b"/>
              <a:pathLst>
                <a:path w="1348" h="1347" extrusionOk="0">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3" name="Google Shape;18283;p139"/>
            <p:cNvSpPr/>
            <p:nvPr/>
          </p:nvSpPr>
          <p:spPr>
            <a:xfrm>
              <a:off x="2818051" y="1831435"/>
              <a:ext cx="35436" cy="35200"/>
            </a:xfrm>
            <a:custGeom>
              <a:avLst/>
              <a:gdLst/>
              <a:ahLst/>
              <a:cxnLst/>
              <a:rect l="l" t="t" r="r" b="b"/>
              <a:pathLst>
                <a:path w="1356" h="1347" extrusionOk="0">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4" name="Google Shape;18284;p139"/>
            <p:cNvSpPr/>
            <p:nvPr/>
          </p:nvSpPr>
          <p:spPr>
            <a:xfrm>
              <a:off x="2968575" y="1831435"/>
              <a:ext cx="35200" cy="35200"/>
            </a:xfrm>
            <a:custGeom>
              <a:avLst/>
              <a:gdLst/>
              <a:ahLst/>
              <a:cxnLst/>
              <a:rect l="l" t="t" r="r" b="b"/>
              <a:pathLst>
                <a:path w="1347" h="1347" extrusionOk="0">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5" name="Google Shape;18285;p139"/>
            <p:cNvSpPr/>
            <p:nvPr/>
          </p:nvSpPr>
          <p:spPr>
            <a:xfrm>
              <a:off x="2667005" y="1666095"/>
              <a:ext cx="35227" cy="35200"/>
            </a:xfrm>
            <a:custGeom>
              <a:avLst/>
              <a:gdLst/>
              <a:ahLst/>
              <a:cxnLst/>
              <a:rect l="l" t="t" r="r" b="b"/>
              <a:pathLst>
                <a:path w="1348" h="1347" extrusionOk="0">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6" name="Google Shape;18286;p139"/>
            <p:cNvSpPr/>
            <p:nvPr/>
          </p:nvSpPr>
          <p:spPr>
            <a:xfrm>
              <a:off x="2968575" y="1666095"/>
              <a:ext cx="35200" cy="35200"/>
            </a:xfrm>
            <a:custGeom>
              <a:avLst/>
              <a:gdLst/>
              <a:ahLst/>
              <a:cxnLst/>
              <a:rect l="l" t="t" r="r" b="b"/>
              <a:pathLst>
                <a:path w="1347" h="1347" extrusionOk="0">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7" name="Google Shape;18287;p139"/>
            <p:cNvSpPr/>
            <p:nvPr/>
          </p:nvSpPr>
          <p:spPr>
            <a:xfrm>
              <a:off x="2893182" y="1554901"/>
              <a:ext cx="68807" cy="64782"/>
            </a:xfrm>
            <a:custGeom>
              <a:avLst/>
              <a:gdLst/>
              <a:ahLst/>
              <a:cxnLst/>
              <a:rect l="l" t="t" r="r" b="b"/>
              <a:pathLst>
                <a:path w="2633" h="2479" extrusionOk="0">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8" name="Google Shape;18288;p139"/>
            <p:cNvSpPr/>
            <p:nvPr/>
          </p:nvSpPr>
          <p:spPr>
            <a:xfrm>
              <a:off x="2889184" y="1587462"/>
              <a:ext cx="38702" cy="37735"/>
            </a:xfrm>
            <a:custGeom>
              <a:avLst/>
              <a:gdLst/>
              <a:ahLst/>
              <a:cxnLst/>
              <a:rect l="l" t="t" r="r" b="b"/>
              <a:pathLst>
                <a:path w="1481" h="1444" extrusionOk="0">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9" name="Google Shape;18289;p139"/>
            <p:cNvSpPr/>
            <p:nvPr/>
          </p:nvSpPr>
          <p:spPr>
            <a:xfrm>
              <a:off x="2923574" y="1552262"/>
              <a:ext cx="38728" cy="37814"/>
            </a:xfrm>
            <a:custGeom>
              <a:avLst/>
              <a:gdLst/>
              <a:ahLst/>
              <a:cxnLst/>
              <a:rect l="l" t="t" r="r" b="b"/>
              <a:pathLst>
                <a:path w="1482" h="1447" extrusionOk="0">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90" name="Google Shape;18290;p139"/>
          <p:cNvGrpSpPr/>
          <p:nvPr/>
        </p:nvGrpSpPr>
        <p:grpSpPr>
          <a:xfrm>
            <a:off x="3564866" y="1499997"/>
            <a:ext cx="326473" cy="366639"/>
            <a:chOff x="3564866" y="1499997"/>
            <a:chExt cx="326473" cy="366639"/>
          </a:xfrm>
        </p:grpSpPr>
        <p:sp>
          <p:nvSpPr>
            <p:cNvPr id="18291" name="Google Shape;18291;p139"/>
            <p:cNvSpPr/>
            <p:nvPr/>
          </p:nvSpPr>
          <p:spPr>
            <a:xfrm>
              <a:off x="3595284" y="1499997"/>
              <a:ext cx="263389" cy="366404"/>
            </a:xfrm>
            <a:custGeom>
              <a:avLst/>
              <a:gdLst/>
              <a:ahLst/>
              <a:cxnLst/>
              <a:rect l="l" t="t" r="r" b="b"/>
              <a:pathLst>
                <a:path w="10079" h="14021" extrusionOk="0">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2" name="Google Shape;18292;p139"/>
            <p:cNvSpPr/>
            <p:nvPr/>
          </p:nvSpPr>
          <p:spPr>
            <a:xfrm>
              <a:off x="3623690" y="1499997"/>
              <a:ext cx="234983" cy="366404"/>
            </a:xfrm>
            <a:custGeom>
              <a:avLst/>
              <a:gdLst/>
              <a:ahLst/>
              <a:cxnLst/>
              <a:rect l="l" t="t" r="r" b="b"/>
              <a:pathLst>
                <a:path w="8992" h="14021" extrusionOk="0">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3" name="Google Shape;18293;p139"/>
            <p:cNvSpPr/>
            <p:nvPr/>
          </p:nvSpPr>
          <p:spPr>
            <a:xfrm>
              <a:off x="3830241" y="1499997"/>
              <a:ext cx="61098" cy="87204"/>
            </a:xfrm>
            <a:custGeom>
              <a:avLst/>
              <a:gdLst/>
              <a:ahLst/>
              <a:cxnLst/>
              <a:rect l="l" t="t" r="r" b="b"/>
              <a:pathLst>
                <a:path w="2338" h="3337" extrusionOk="0">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4" name="Google Shape;18294;p139"/>
            <p:cNvSpPr/>
            <p:nvPr/>
          </p:nvSpPr>
          <p:spPr>
            <a:xfrm>
              <a:off x="3564866" y="1779431"/>
              <a:ext cx="230724" cy="87204"/>
            </a:xfrm>
            <a:custGeom>
              <a:avLst/>
              <a:gdLst/>
              <a:ahLst/>
              <a:cxnLst/>
              <a:rect l="l" t="t" r="r" b="b"/>
              <a:pathLst>
                <a:path w="8829" h="3337" extrusionOk="0">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5" name="Google Shape;18295;p139"/>
            <p:cNvSpPr/>
            <p:nvPr/>
          </p:nvSpPr>
          <p:spPr>
            <a:xfrm>
              <a:off x="3565389" y="1841993"/>
              <a:ext cx="230201" cy="24643"/>
            </a:xfrm>
            <a:custGeom>
              <a:avLst/>
              <a:gdLst/>
              <a:ahLst/>
              <a:cxnLst/>
              <a:rect l="l" t="t" r="r" b="b"/>
              <a:pathLst>
                <a:path w="8809" h="943" extrusionOk="0">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6" name="Google Shape;18296;p139"/>
            <p:cNvSpPr/>
            <p:nvPr/>
          </p:nvSpPr>
          <p:spPr>
            <a:xfrm>
              <a:off x="3635659" y="1593708"/>
              <a:ext cx="153737" cy="11368"/>
            </a:xfrm>
            <a:custGeom>
              <a:avLst/>
              <a:gdLst/>
              <a:ahLst/>
              <a:cxnLst/>
              <a:rect l="l" t="t" r="r" b="b"/>
              <a:pathLst>
                <a:path w="5883" h="435" extrusionOk="0">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7" name="Google Shape;18297;p139"/>
            <p:cNvSpPr/>
            <p:nvPr/>
          </p:nvSpPr>
          <p:spPr>
            <a:xfrm>
              <a:off x="3635659" y="1639675"/>
              <a:ext cx="152901" cy="11368"/>
            </a:xfrm>
            <a:custGeom>
              <a:avLst/>
              <a:gdLst/>
              <a:ahLst/>
              <a:cxnLst/>
              <a:rect l="l" t="t" r="r" b="b"/>
              <a:pathLst>
                <a:path w="5851" h="435" extrusionOk="0">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8" name="Google Shape;18298;p139"/>
            <p:cNvSpPr/>
            <p:nvPr/>
          </p:nvSpPr>
          <p:spPr>
            <a:xfrm>
              <a:off x="3635659" y="1685668"/>
              <a:ext cx="152901" cy="11368"/>
            </a:xfrm>
            <a:custGeom>
              <a:avLst/>
              <a:gdLst/>
              <a:ahLst/>
              <a:cxnLst/>
              <a:rect l="l" t="t" r="r" b="b"/>
              <a:pathLst>
                <a:path w="5851" h="435" extrusionOk="0">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9" name="Google Shape;18299;p139"/>
            <p:cNvSpPr/>
            <p:nvPr/>
          </p:nvSpPr>
          <p:spPr>
            <a:xfrm>
              <a:off x="3635659" y="1731661"/>
              <a:ext cx="152901" cy="11368"/>
            </a:xfrm>
            <a:custGeom>
              <a:avLst/>
              <a:gdLst/>
              <a:ahLst/>
              <a:cxnLst/>
              <a:rect l="l" t="t" r="r" b="b"/>
              <a:pathLst>
                <a:path w="5851" h="435" extrusionOk="0">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00" name="Google Shape;18300;p139"/>
          <p:cNvGrpSpPr/>
          <p:nvPr/>
        </p:nvGrpSpPr>
        <p:grpSpPr>
          <a:xfrm>
            <a:off x="1314074" y="1499997"/>
            <a:ext cx="364392" cy="366639"/>
            <a:chOff x="1314074" y="1499997"/>
            <a:chExt cx="364392" cy="366639"/>
          </a:xfrm>
        </p:grpSpPr>
        <p:sp>
          <p:nvSpPr>
            <p:cNvPr id="18301" name="Google Shape;18301;p139"/>
            <p:cNvSpPr/>
            <p:nvPr/>
          </p:nvSpPr>
          <p:spPr>
            <a:xfrm>
              <a:off x="1467602" y="1715093"/>
              <a:ext cx="57073" cy="132440"/>
            </a:xfrm>
            <a:custGeom>
              <a:avLst/>
              <a:gdLst/>
              <a:ahLst/>
              <a:cxnLst/>
              <a:rect l="l" t="t" r="r" b="b"/>
              <a:pathLst>
                <a:path w="2184" h="5068" extrusionOk="0">
                  <a:moveTo>
                    <a:pt x="1" y="0"/>
                  </a:moveTo>
                  <a:lnTo>
                    <a:pt x="1" y="5068"/>
                  </a:lnTo>
                  <a:lnTo>
                    <a:pt x="2183" y="5068"/>
                  </a:lnTo>
                  <a:lnTo>
                    <a:pt x="2183"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2" name="Google Shape;18302;p139"/>
            <p:cNvSpPr/>
            <p:nvPr/>
          </p:nvSpPr>
          <p:spPr>
            <a:xfrm>
              <a:off x="1494492" y="1756539"/>
              <a:ext cx="30183" cy="90993"/>
            </a:xfrm>
            <a:custGeom>
              <a:avLst/>
              <a:gdLst/>
              <a:ahLst/>
              <a:cxnLst/>
              <a:rect l="l" t="t" r="r" b="b"/>
              <a:pathLst>
                <a:path w="1155" h="3482" extrusionOk="0">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3" name="Google Shape;18303;p139"/>
            <p:cNvSpPr/>
            <p:nvPr/>
          </p:nvSpPr>
          <p:spPr>
            <a:xfrm>
              <a:off x="1408307" y="1830677"/>
              <a:ext cx="175924" cy="35958"/>
            </a:xfrm>
            <a:custGeom>
              <a:avLst/>
              <a:gdLst/>
              <a:ahLst/>
              <a:cxnLst/>
              <a:rect l="l" t="t" r="r" b="b"/>
              <a:pathLst>
                <a:path w="6732" h="1376" extrusionOk="0">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4" name="Google Shape;18304;p139"/>
            <p:cNvSpPr/>
            <p:nvPr/>
          </p:nvSpPr>
          <p:spPr>
            <a:xfrm>
              <a:off x="1431670" y="1849780"/>
              <a:ext cx="152562" cy="16855"/>
            </a:xfrm>
            <a:custGeom>
              <a:avLst/>
              <a:gdLst/>
              <a:ahLst/>
              <a:cxnLst/>
              <a:rect l="l" t="t" r="r" b="b"/>
              <a:pathLst>
                <a:path w="5838" h="645" extrusionOk="0">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5" name="Google Shape;18305;p139"/>
            <p:cNvSpPr/>
            <p:nvPr/>
          </p:nvSpPr>
          <p:spPr>
            <a:xfrm>
              <a:off x="1314074" y="1499997"/>
              <a:ext cx="364392" cy="231952"/>
            </a:xfrm>
            <a:custGeom>
              <a:avLst/>
              <a:gdLst/>
              <a:ahLst/>
              <a:cxnLst/>
              <a:rect l="l" t="t" r="r" b="b"/>
              <a:pathLst>
                <a:path w="13944" h="8876" extrusionOk="0">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6" name="Google Shape;18306;p139"/>
            <p:cNvSpPr/>
            <p:nvPr/>
          </p:nvSpPr>
          <p:spPr>
            <a:xfrm>
              <a:off x="1335920" y="1520092"/>
              <a:ext cx="320672" cy="188990"/>
            </a:xfrm>
            <a:custGeom>
              <a:avLst/>
              <a:gdLst/>
              <a:ahLst/>
              <a:cxnLst/>
              <a:rect l="l" t="t" r="r" b="b"/>
              <a:pathLst>
                <a:path w="12271" h="7232" extrusionOk="0">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7" name="Google Shape;18307;p139"/>
            <p:cNvSpPr/>
            <p:nvPr/>
          </p:nvSpPr>
          <p:spPr>
            <a:xfrm>
              <a:off x="1359544" y="1520092"/>
              <a:ext cx="297048" cy="168398"/>
            </a:xfrm>
            <a:custGeom>
              <a:avLst/>
              <a:gdLst/>
              <a:ahLst/>
              <a:cxnLst/>
              <a:rect l="l" t="t" r="r" b="b"/>
              <a:pathLst>
                <a:path w="11367" h="6444" extrusionOk="0">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8" name="Google Shape;18308;p139"/>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9" name="Google Shape;18309;p139"/>
            <p:cNvSpPr/>
            <p:nvPr/>
          </p:nvSpPr>
          <p:spPr>
            <a:xfrm>
              <a:off x="1482184" y="1540946"/>
              <a:ext cx="91751" cy="75418"/>
            </a:xfrm>
            <a:custGeom>
              <a:avLst/>
              <a:gdLst/>
              <a:ahLst/>
              <a:cxnLst/>
              <a:rect l="l" t="t" r="r" b="b"/>
              <a:pathLst>
                <a:path w="3511" h="2886" extrusionOk="0">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0" name="Google Shape;18310;p139"/>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1" name="Google Shape;18311;p139"/>
            <p:cNvSpPr/>
            <p:nvPr/>
          </p:nvSpPr>
          <p:spPr>
            <a:xfrm>
              <a:off x="1578587" y="1619866"/>
              <a:ext cx="60418" cy="58302"/>
            </a:xfrm>
            <a:custGeom>
              <a:avLst/>
              <a:gdLst/>
              <a:ahLst/>
              <a:cxnLst/>
              <a:rect l="l" t="t" r="r" b="b"/>
              <a:pathLst>
                <a:path w="2312" h="2231" extrusionOk="0">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2" name="Google Shape;18312;p139"/>
            <p:cNvSpPr/>
            <p:nvPr/>
          </p:nvSpPr>
          <p:spPr>
            <a:xfrm>
              <a:off x="1359597" y="1542200"/>
              <a:ext cx="122248" cy="143781"/>
            </a:xfrm>
            <a:custGeom>
              <a:avLst/>
              <a:gdLst/>
              <a:ahLst/>
              <a:cxnLst/>
              <a:rect l="l" t="t" r="r" b="b"/>
              <a:pathLst>
                <a:path w="4678" h="5502" extrusionOk="0">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13" name="Google Shape;18313;p139"/>
          <p:cNvGrpSpPr/>
          <p:nvPr/>
        </p:nvGrpSpPr>
        <p:grpSpPr>
          <a:xfrm>
            <a:off x="2220479" y="1499997"/>
            <a:ext cx="337005" cy="366639"/>
            <a:chOff x="2220479" y="1499997"/>
            <a:chExt cx="337005" cy="366639"/>
          </a:xfrm>
        </p:grpSpPr>
        <p:sp>
          <p:nvSpPr>
            <p:cNvPr id="18314" name="Google Shape;18314;p139"/>
            <p:cNvSpPr/>
            <p:nvPr/>
          </p:nvSpPr>
          <p:spPr>
            <a:xfrm>
              <a:off x="2249121" y="1517584"/>
              <a:ext cx="279722" cy="331073"/>
            </a:xfrm>
            <a:custGeom>
              <a:avLst/>
              <a:gdLst/>
              <a:ahLst/>
              <a:cxnLst/>
              <a:rect l="l" t="t" r="r" b="b"/>
              <a:pathLst>
                <a:path w="10704" h="12669" extrusionOk="0">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5" name="Google Shape;18315;p139"/>
            <p:cNvSpPr/>
            <p:nvPr/>
          </p:nvSpPr>
          <p:spPr>
            <a:xfrm>
              <a:off x="2281786" y="1520772"/>
              <a:ext cx="247057" cy="327884"/>
            </a:xfrm>
            <a:custGeom>
              <a:avLst/>
              <a:gdLst/>
              <a:ahLst/>
              <a:cxnLst/>
              <a:rect l="l" t="t" r="r" b="b"/>
              <a:pathLst>
                <a:path w="9454" h="12547" extrusionOk="0">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6" name="Google Shape;18316;p139"/>
            <p:cNvSpPr/>
            <p:nvPr/>
          </p:nvSpPr>
          <p:spPr>
            <a:xfrm>
              <a:off x="2232527" y="1512044"/>
              <a:ext cx="312884" cy="342545"/>
            </a:xfrm>
            <a:custGeom>
              <a:avLst/>
              <a:gdLst/>
              <a:ahLst/>
              <a:cxnLst/>
              <a:rect l="l" t="t" r="r" b="b"/>
              <a:pathLst>
                <a:path w="11973" h="13108" extrusionOk="0">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7" name="Google Shape;18317;p139"/>
            <p:cNvSpPr/>
            <p:nvPr/>
          </p:nvSpPr>
          <p:spPr>
            <a:xfrm>
              <a:off x="2220479"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8" name="Google Shape;18318;p139"/>
            <p:cNvSpPr/>
            <p:nvPr/>
          </p:nvSpPr>
          <p:spPr>
            <a:xfrm>
              <a:off x="2371760" y="1499997"/>
              <a:ext cx="35200" cy="35200"/>
            </a:xfrm>
            <a:custGeom>
              <a:avLst/>
              <a:gdLst/>
              <a:ahLst/>
              <a:cxnLst/>
              <a:rect l="l" t="t" r="r" b="b"/>
              <a:pathLst>
                <a:path w="1347" h="1347" extrusionOk="0">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9" name="Google Shape;18319;p139"/>
            <p:cNvSpPr/>
            <p:nvPr/>
          </p:nvSpPr>
          <p:spPr>
            <a:xfrm>
              <a:off x="2522022"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0" name="Google Shape;18320;p139"/>
            <p:cNvSpPr/>
            <p:nvPr/>
          </p:nvSpPr>
          <p:spPr>
            <a:xfrm>
              <a:off x="2220479"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1" name="Google Shape;18321;p139"/>
            <p:cNvSpPr/>
            <p:nvPr/>
          </p:nvSpPr>
          <p:spPr>
            <a:xfrm>
              <a:off x="2371760" y="1831435"/>
              <a:ext cx="35200" cy="35200"/>
            </a:xfrm>
            <a:custGeom>
              <a:avLst/>
              <a:gdLst/>
              <a:ahLst/>
              <a:cxnLst/>
              <a:rect l="l" t="t" r="r" b="b"/>
              <a:pathLst>
                <a:path w="1347" h="1347" extrusionOk="0">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2" name="Google Shape;18322;p139"/>
            <p:cNvSpPr/>
            <p:nvPr/>
          </p:nvSpPr>
          <p:spPr>
            <a:xfrm>
              <a:off x="2522022"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3" name="Google Shape;18323;p139"/>
            <p:cNvSpPr/>
            <p:nvPr/>
          </p:nvSpPr>
          <p:spPr>
            <a:xfrm>
              <a:off x="2220479"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4" name="Google Shape;18324;p139"/>
            <p:cNvSpPr/>
            <p:nvPr/>
          </p:nvSpPr>
          <p:spPr>
            <a:xfrm>
              <a:off x="2522022"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25" name="Google Shape;18325;p139"/>
          <p:cNvGrpSpPr/>
          <p:nvPr/>
        </p:nvGrpSpPr>
        <p:grpSpPr>
          <a:xfrm>
            <a:off x="4105155" y="2425976"/>
            <a:ext cx="87230" cy="366430"/>
            <a:chOff x="4105155" y="2425976"/>
            <a:chExt cx="87230" cy="366430"/>
          </a:xfrm>
        </p:grpSpPr>
        <p:sp>
          <p:nvSpPr>
            <p:cNvPr id="18326" name="Google Shape;18326;p139"/>
            <p:cNvSpPr/>
            <p:nvPr/>
          </p:nvSpPr>
          <p:spPr>
            <a:xfrm>
              <a:off x="4105155" y="2425976"/>
              <a:ext cx="87230" cy="366430"/>
            </a:xfrm>
            <a:custGeom>
              <a:avLst/>
              <a:gdLst/>
              <a:ahLst/>
              <a:cxnLst/>
              <a:rect l="l" t="t" r="r" b="b"/>
              <a:pathLst>
                <a:path w="3338" h="14022" extrusionOk="0">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7" name="Google Shape;18327;p139"/>
            <p:cNvSpPr/>
            <p:nvPr/>
          </p:nvSpPr>
          <p:spPr>
            <a:xfrm>
              <a:off x="4133561" y="2433789"/>
              <a:ext cx="58824" cy="358616"/>
            </a:xfrm>
            <a:custGeom>
              <a:avLst/>
              <a:gdLst/>
              <a:ahLst/>
              <a:cxnLst/>
              <a:rect l="l" t="t" r="r" b="b"/>
              <a:pathLst>
                <a:path w="2251" h="13723" extrusionOk="0">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8" name="Google Shape;18328;p139"/>
            <p:cNvSpPr/>
            <p:nvPr/>
          </p:nvSpPr>
          <p:spPr>
            <a:xfrm>
              <a:off x="4105155" y="2509417"/>
              <a:ext cx="87230" cy="282989"/>
            </a:xfrm>
            <a:custGeom>
              <a:avLst/>
              <a:gdLst/>
              <a:ahLst/>
              <a:cxnLst/>
              <a:rect l="l" t="t" r="r" b="b"/>
              <a:pathLst>
                <a:path w="3338" h="10829" extrusionOk="0">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9" name="Google Shape;18329;p139"/>
            <p:cNvSpPr/>
            <p:nvPr/>
          </p:nvSpPr>
          <p:spPr>
            <a:xfrm>
              <a:off x="4133561" y="2509417"/>
              <a:ext cx="58824" cy="282989"/>
            </a:xfrm>
            <a:custGeom>
              <a:avLst/>
              <a:gdLst/>
              <a:ahLst/>
              <a:cxnLst/>
              <a:rect l="l" t="t" r="r" b="b"/>
              <a:pathLst>
                <a:path w="2251" h="10829" extrusionOk="0">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0" name="Google Shape;18330;p139"/>
            <p:cNvSpPr/>
            <p:nvPr/>
          </p:nvSpPr>
          <p:spPr>
            <a:xfrm>
              <a:off x="4105155" y="2552901"/>
              <a:ext cx="87230" cy="195262"/>
            </a:xfrm>
            <a:custGeom>
              <a:avLst/>
              <a:gdLst/>
              <a:ahLst/>
              <a:cxnLst/>
              <a:rect l="l" t="t" r="r" b="b"/>
              <a:pathLst>
                <a:path w="3338" h="7472" extrusionOk="0">
                  <a:moveTo>
                    <a:pt x="0" y="0"/>
                  </a:moveTo>
                  <a:lnTo>
                    <a:pt x="0" y="7472"/>
                  </a:lnTo>
                  <a:lnTo>
                    <a:pt x="3337" y="7472"/>
                  </a:lnTo>
                  <a:lnTo>
                    <a:pt x="3337"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1" name="Google Shape;18331;p139"/>
            <p:cNvSpPr/>
            <p:nvPr/>
          </p:nvSpPr>
          <p:spPr>
            <a:xfrm>
              <a:off x="4133561" y="2552901"/>
              <a:ext cx="58824" cy="195262"/>
            </a:xfrm>
            <a:custGeom>
              <a:avLst/>
              <a:gdLst/>
              <a:ahLst/>
              <a:cxnLst/>
              <a:rect l="l" t="t" r="r" b="b"/>
              <a:pathLst>
                <a:path w="2251" h="7472" extrusionOk="0">
                  <a:moveTo>
                    <a:pt x="0" y="0"/>
                  </a:moveTo>
                  <a:lnTo>
                    <a:pt x="0" y="7472"/>
                  </a:lnTo>
                  <a:lnTo>
                    <a:pt x="2250" y="7472"/>
                  </a:lnTo>
                  <a:lnTo>
                    <a:pt x="2250"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32" name="Google Shape;18332;p139"/>
          <p:cNvGrpSpPr/>
          <p:nvPr/>
        </p:nvGrpSpPr>
        <p:grpSpPr>
          <a:xfrm>
            <a:off x="1808109" y="2426002"/>
            <a:ext cx="267884" cy="366639"/>
            <a:chOff x="1808109" y="2426002"/>
            <a:chExt cx="267884" cy="366639"/>
          </a:xfrm>
        </p:grpSpPr>
        <p:sp>
          <p:nvSpPr>
            <p:cNvPr id="18333" name="Google Shape;18333;p139"/>
            <p:cNvSpPr/>
            <p:nvPr/>
          </p:nvSpPr>
          <p:spPr>
            <a:xfrm>
              <a:off x="1821671" y="2426002"/>
              <a:ext cx="244025" cy="159591"/>
            </a:xfrm>
            <a:custGeom>
              <a:avLst/>
              <a:gdLst/>
              <a:ahLst/>
              <a:cxnLst/>
              <a:rect l="l" t="t" r="r" b="b"/>
              <a:pathLst>
                <a:path w="9338" h="6107" extrusionOk="0">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4" name="Google Shape;18334;p139"/>
            <p:cNvSpPr/>
            <p:nvPr/>
          </p:nvSpPr>
          <p:spPr>
            <a:xfrm>
              <a:off x="1808109" y="2585567"/>
              <a:ext cx="267649" cy="46516"/>
            </a:xfrm>
            <a:custGeom>
              <a:avLst/>
              <a:gdLst/>
              <a:ahLst/>
              <a:cxnLst/>
              <a:rect l="l" t="t" r="r" b="b"/>
              <a:pathLst>
                <a:path w="10242" h="1780" extrusionOk="0">
                  <a:moveTo>
                    <a:pt x="520" y="0"/>
                  </a:moveTo>
                  <a:lnTo>
                    <a:pt x="0" y="1779"/>
                  </a:lnTo>
                  <a:lnTo>
                    <a:pt x="10241" y="1779"/>
                  </a:lnTo>
                  <a:lnTo>
                    <a:pt x="9847"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5" name="Google Shape;18335;p139"/>
            <p:cNvSpPr/>
            <p:nvPr/>
          </p:nvSpPr>
          <p:spPr>
            <a:xfrm>
              <a:off x="1808109" y="2632056"/>
              <a:ext cx="267884" cy="59817"/>
            </a:xfrm>
            <a:custGeom>
              <a:avLst/>
              <a:gdLst/>
              <a:ahLst/>
              <a:cxnLst/>
              <a:rect l="l" t="t" r="r" b="b"/>
              <a:pathLst>
                <a:path w="10251" h="2289" extrusionOk="0">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6" name="Google Shape;18336;p139"/>
            <p:cNvSpPr/>
            <p:nvPr/>
          </p:nvSpPr>
          <p:spPr>
            <a:xfrm>
              <a:off x="1842525" y="2426002"/>
              <a:ext cx="223172" cy="159591"/>
            </a:xfrm>
            <a:custGeom>
              <a:avLst/>
              <a:gdLst/>
              <a:ahLst/>
              <a:cxnLst/>
              <a:rect l="l" t="t" r="r" b="b"/>
              <a:pathLst>
                <a:path w="8540" h="6107" extrusionOk="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7" name="Google Shape;18337;p139"/>
            <p:cNvSpPr/>
            <p:nvPr/>
          </p:nvSpPr>
          <p:spPr>
            <a:xfrm>
              <a:off x="1829224" y="2585567"/>
              <a:ext cx="246534" cy="46516"/>
            </a:xfrm>
            <a:custGeom>
              <a:avLst/>
              <a:gdLst/>
              <a:ahLst/>
              <a:cxnLst/>
              <a:rect l="l" t="t" r="r" b="b"/>
              <a:pathLst>
                <a:path w="9434" h="1780" extrusionOk="0">
                  <a:moveTo>
                    <a:pt x="510" y="0"/>
                  </a:moveTo>
                  <a:lnTo>
                    <a:pt x="0" y="1779"/>
                  </a:lnTo>
                  <a:lnTo>
                    <a:pt x="9433" y="1779"/>
                  </a:lnTo>
                  <a:lnTo>
                    <a:pt x="9039"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8" name="Google Shape;18338;p139"/>
            <p:cNvSpPr/>
            <p:nvPr/>
          </p:nvSpPr>
          <p:spPr>
            <a:xfrm>
              <a:off x="1829224" y="2632056"/>
              <a:ext cx="246769" cy="59817"/>
            </a:xfrm>
            <a:custGeom>
              <a:avLst/>
              <a:gdLst/>
              <a:ahLst/>
              <a:cxnLst/>
              <a:rect l="l" t="t" r="r" b="b"/>
              <a:pathLst>
                <a:path w="9443" h="2289" extrusionOk="0">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9" name="Google Shape;18339;p139"/>
            <p:cNvSpPr/>
            <p:nvPr/>
          </p:nvSpPr>
          <p:spPr>
            <a:xfrm>
              <a:off x="2015156" y="2444843"/>
              <a:ext cx="27936" cy="24382"/>
            </a:xfrm>
            <a:custGeom>
              <a:avLst/>
              <a:gdLst/>
              <a:ahLst/>
              <a:cxnLst/>
              <a:rect l="l" t="t" r="r" b="b"/>
              <a:pathLst>
                <a:path w="1069" h="933" extrusionOk="0">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0" name="Google Shape;18340;p139"/>
            <p:cNvSpPr/>
            <p:nvPr/>
          </p:nvSpPr>
          <p:spPr>
            <a:xfrm>
              <a:off x="2027987" y="2444843"/>
              <a:ext cx="15105" cy="14843"/>
            </a:xfrm>
            <a:custGeom>
              <a:avLst/>
              <a:gdLst/>
              <a:ahLst/>
              <a:cxnLst/>
              <a:rect l="l" t="t" r="r" b="b"/>
              <a:pathLst>
                <a:path w="578" h="568" extrusionOk="0">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1" name="Google Shape;18341;p139"/>
            <p:cNvSpPr/>
            <p:nvPr/>
          </p:nvSpPr>
          <p:spPr>
            <a:xfrm>
              <a:off x="1842029" y="2542788"/>
              <a:ext cx="26420" cy="23441"/>
            </a:xfrm>
            <a:custGeom>
              <a:avLst/>
              <a:gdLst/>
              <a:ahLst/>
              <a:cxnLst/>
              <a:rect l="l" t="t" r="r" b="b"/>
              <a:pathLst>
                <a:path w="1011" h="897" extrusionOk="0">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2" name="Google Shape;18342;p139"/>
            <p:cNvSpPr/>
            <p:nvPr/>
          </p:nvSpPr>
          <p:spPr>
            <a:xfrm>
              <a:off x="2012648" y="2542788"/>
              <a:ext cx="27178" cy="23441"/>
            </a:xfrm>
            <a:custGeom>
              <a:avLst/>
              <a:gdLst/>
              <a:ahLst/>
              <a:cxnLst/>
              <a:rect l="l" t="t" r="r" b="b"/>
              <a:pathLst>
                <a:path w="1040" h="897" extrusionOk="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3" name="Google Shape;18343;p139"/>
            <p:cNvSpPr/>
            <p:nvPr/>
          </p:nvSpPr>
          <p:spPr>
            <a:xfrm>
              <a:off x="1855095" y="2542788"/>
              <a:ext cx="13354" cy="13693"/>
            </a:xfrm>
            <a:custGeom>
              <a:avLst/>
              <a:gdLst/>
              <a:ahLst/>
              <a:cxnLst/>
              <a:rect l="l" t="t" r="r" b="b"/>
              <a:pathLst>
                <a:path w="511" h="524" extrusionOk="0">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4" name="Google Shape;18344;p139"/>
            <p:cNvSpPr/>
            <p:nvPr/>
          </p:nvSpPr>
          <p:spPr>
            <a:xfrm>
              <a:off x="2025479" y="2542788"/>
              <a:ext cx="14347" cy="13720"/>
            </a:xfrm>
            <a:custGeom>
              <a:avLst/>
              <a:gdLst/>
              <a:ahLst/>
              <a:cxnLst/>
              <a:rect l="l" t="t" r="r" b="b"/>
              <a:pathLst>
                <a:path w="549" h="525" extrusionOk="0">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5" name="Google Shape;18345;p139"/>
            <p:cNvSpPr/>
            <p:nvPr/>
          </p:nvSpPr>
          <p:spPr>
            <a:xfrm>
              <a:off x="1864633" y="2661691"/>
              <a:ext cx="154835" cy="130950"/>
            </a:xfrm>
            <a:custGeom>
              <a:avLst/>
              <a:gdLst/>
              <a:ahLst/>
              <a:cxnLst/>
              <a:rect l="l" t="t" r="r" b="b"/>
              <a:pathLst>
                <a:path w="5925" h="5011" extrusionOk="0">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6" name="Google Shape;18346;p139"/>
            <p:cNvSpPr/>
            <p:nvPr/>
          </p:nvSpPr>
          <p:spPr>
            <a:xfrm>
              <a:off x="1889276" y="2684818"/>
              <a:ext cx="105549" cy="84460"/>
            </a:xfrm>
            <a:custGeom>
              <a:avLst/>
              <a:gdLst/>
              <a:ahLst/>
              <a:cxnLst/>
              <a:rect l="l" t="t" r="r" b="b"/>
              <a:pathLst>
                <a:path w="4039" h="3232" extrusionOk="0">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7" name="Google Shape;18347;p139"/>
            <p:cNvSpPr/>
            <p:nvPr/>
          </p:nvSpPr>
          <p:spPr>
            <a:xfrm>
              <a:off x="1828466" y="2655915"/>
              <a:ext cx="227196" cy="11342"/>
            </a:xfrm>
            <a:custGeom>
              <a:avLst/>
              <a:gdLst/>
              <a:ahLst/>
              <a:cxnLst/>
              <a:rect l="l" t="t" r="r" b="b"/>
              <a:pathLst>
                <a:path w="8694" h="434" extrusionOk="0">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8" name="Google Shape;18348;p139"/>
            <p:cNvSpPr/>
            <p:nvPr/>
          </p:nvSpPr>
          <p:spPr>
            <a:xfrm>
              <a:off x="1821671" y="2482030"/>
              <a:ext cx="243790" cy="44007"/>
            </a:xfrm>
            <a:custGeom>
              <a:avLst/>
              <a:gdLst/>
              <a:ahLst/>
              <a:cxnLst/>
              <a:rect l="l" t="t" r="r" b="b"/>
              <a:pathLst>
                <a:path w="9329" h="1684" extrusionOk="0">
                  <a:moveTo>
                    <a:pt x="1" y="0"/>
                  </a:moveTo>
                  <a:lnTo>
                    <a:pt x="1" y="1683"/>
                  </a:lnTo>
                  <a:lnTo>
                    <a:pt x="9328" y="1683"/>
                  </a:lnTo>
                  <a:lnTo>
                    <a:pt x="9328"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9" name="Google Shape;18349;p139"/>
            <p:cNvSpPr/>
            <p:nvPr/>
          </p:nvSpPr>
          <p:spPr>
            <a:xfrm>
              <a:off x="1842525" y="2482030"/>
              <a:ext cx="223172" cy="44007"/>
            </a:xfrm>
            <a:custGeom>
              <a:avLst/>
              <a:gdLst/>
              <a:ahLst/>
              <a:cxnLst/>
              <a:rect l="l" t="t" r="r" b="b"/>
              <a:pathLst>
                <a:path w="8540" h="1684" extrusionOk="0">
                  <a:moveTo>
                    <a:pt x="1" y="0"/>
                  </a:moveTo>
                  <a:lnTo>
                    <a:pt x="1" y="1683"/>
                  </a:lnTo>
                  <a:lnTo>
                    <a:pt x="8540" y="1683"/>
                  </a:lnTo>
                  <a:lnTo>
                    <a:pt x="8540"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0" name="Google Shape;18350;p139"/>
            <p:cNvSpPr/>
            <p:nvPr/>
          </p:nvSpPr>
          <p:spPr>
            <a:xfrm>
              <a:off x="1884494" y="2447848"/>
              <a:ext cx="114878" cy="114878"/>
            </a:xfrm>
            <a:custGeom>
              <a:avLst/>
              <a:gdLst/>
              <a:ahLst/>
              <a:cxnLst/>
              <a:rect l="l" t="t" r="r" b="b"/>
              <a:pathLst>
                <a:path w="4396" h="4396" extrusionOk="0">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1" name="Google Shape;18351;p139"/>
            <p:cNvSpPr/>
            <p:nvPr/>
          </p:nvSpPr>
          <p:spPr>
            <a:xfrm>
              <a:off x="1902342" y="2471054"/>
              <a:ext cx="78162" cy="69565"/>
            </a:xfrm>
            <a:custGeom>
              <a:avLst/>
              <a:gdLst/>
              <a:ahLst/>
              <a:cxnLst/>
              <a:rect l="l" t="t" r="r" b="b"/>
              <a:pathLst>
                <a:path w="2991" h="2662" extrusionOk="0">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2" name="Google Shape;18352;p139"/>
            <p:cNvSpPr/>
            <p:nvPr/>
          </p:nvSpPr>
          <p:spPr>
            <a:xfrm>
              <a:off x="1912743" y="2470427"/>
              <a:ext cx="75680" cy="58641"/>
            </a:xfrm>
            <a:custGeom>
              <a:avLst/>
              <a:gdLst/>
              <a:ahLst/>
              <a:cxnLst/>
              <a:rect l="l" t="t" r="r" b="b"/>
              <a:pathLst>
                <a:path w="2896" h="2244" extrusionOk="0">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3" name="Google Shape;18353;p139"/>
            <p:cNvSpPr/>
            <p:nvPr/>
          </p:nvSpPr>
          <p:spPr>
            <a:xfrm>
              <a:off x="1937020" y="2488563"/>
              <a:ext cx="22134" cy="22134"/>
            </a:xfrm>
            <a:custGeom>
              <a:avLst/>
              <a:gdLst/>
              <a:ahLst/>
              <a:cxnLst/>
              <a:rect l="l" t="t" r="r" b="b"/>
              <a:pathLst>
                <a:path w="847" h="847" extrusionOk="0">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54" name="Google Shape;18354;p139"/>
          <p:cNvGrpSpPr/>
          <p:nvPr/>
        </p:nvGrpSpPr>
        <p:grpSpPr>
          <a:xfrm>
            <a:off x="3603568" y="2426002"/>
            <a:ext cx="207597" cy="366639"/>
            <a:chOff x="3603568" y="2426002"/>
            <a:chExt cx="207597" cy="366639"/>
          </a:xfrm>
        </p:grpSpPr>
        <p:sp>
          <p:nvSpPr>
            <p:cNvPr id="18355" name="Google Shape;18355;p139"/>
            <p:cNvSpPr/>
            <p:nvPr/>
          </p:nvSpPr>
          <p:spPr>
            <a:xfrm>
              <a:off x="3629465" y="2426002"/>
              <a:ext cx="155828" cy="203050"/>
            </a:xfrm>
            <a:custGeom>
              <a:avLst/>
              <a:gdLst/>
              <a:ahLst/>
              <a:cxnLst/>
              <a:rect l="l" t="t" r="r" b="b"/>
              <a:pathLst>
                <a:path w="5963" h="7770" extrusionOk="0">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6" name="Google Shape;18356;p139"/>
            <p:cNvSpPr/>
            <p:nvPr/>
          </p:nvSpPr>
          <p:spPr>
            <a:xfrm>
              <a:off x="3657114" y="2451376"/>
              <a:ext cx="128180" cy="177675"/>
            </a:xfrm>
            <a:custGeom>
              <a:avLst/>
              <a:gdLst/>
              <a:ahLst/>
              <a:cxnLst/>
              <a:rect l="l" t="t" r="r" b="b"/>
              <a:pathLst>
                <a:path w="4905" h="6799" extrusionOk="0">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7" name="Google Shape;18357;p139"/>
            <p:cNvSpPr/>
            <p:nvPr/>
          </p:nvSpPr>
          <p:spPr>
            <a:xfrm>
              <a:off x="3603568" y="2556403"/>
              <a:ext cx="207597" cy="236238"/>
            </a:xfrm>
            <a:custGeom>
              <a:avLst/>
              <a:gdLst/>
              <a:ahLst/>
              <a:cxnLst/>
              <a:rect l="l" t="t" r="r" b="b"/>
              <a:pathLst>
                <a:path w="7944" h="9040" extrusionOk="0">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8" name="Google Shape;18358;p139"/>
            <p:cNvSpPr/>
            <p:nvPr/>
          </p:nvSpPr>
          <p:spPr>
            <a:xfrm>
              <a:off x="3634979" y="2556403"/>
              <a:ext cx="176185" cy="206839"/>
            </a:xfrm>
            <a:custGeom>
              <a:avLst/>
              <a:gdLst/>
              <a:ahLst/>
              <a:cxnLst/>
              <a:rect l="l" t="t" r="r" b="b"/>
              <a:pathLst>
                <a:path w="6742" h="7915" extrusionOk="0">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9" name="Google Shape;18359;p139"/>
            <p:cNvSpPr/>
            <p:nvPr/>
          </p:nvSpPr>
          <p:spPr>
            <a:xfrm>
              <a:off x="3603568" y="2623511"/>
              <a:ext cx="207597" cy="101786"/>
            </a:xfrm>
            <a:custGeom>
              <a:avLst/>
              <a:gdLst/>
              <a:ahLst/>
              <a:cxnLst/>
              <a:rect l="l" t="t" r="r" b="b"/>
              <a:pathLst>
                <a:path w="7944" h="3895" extrusionOk="0">
                  <a:moveTo>
                    <a:pt x="1" y="0"/>
                  </a:moveTo>
                  <a:lnTo>
                    <a:pt x="1" y="3895"/>
                  </a:lnTo>
                  <a:lnTo>
                    <a:pt x="7944" y="3895"/>
                  </a:lnTo>
                  <a:lnTo>
                    <a:pt x="7944"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0" name="Google Shape;18360;p139"/>
            <p:cNvSpPr/>
            <p:nvPr/>
          </p:nvSpPr>
          <p:spPr>
            <a:xfrm>
              <a:off x="3603568" y="2623511"/>
              <a:ext cx="31437" cy="101786"/>
            </a:xfrm>
            <a:custGeom>
              <a:avLst/>
              <a:gdLst/>
              <a:ahLst/>
              <a:cxnLst/>
              <a:rect l="l" t="t" r="r" b="b"/>
              <a:pathLst>
                <a:path w="1203" h="3895" extrusionOk="0">
                  <a:moveTo>
                    <a:pt x="1" y="0"/>
                  </a:moveTo>
                  <a:lnTo>
                    <a:pt x="1" y="3895"/>
                  </a:lnTo>
                  <a:lnTo>
                    <a:pt x="1203" y="3895"/>
                  </a:lnTo>
                  <a:lnTo>
                    <a:pt x="1203"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61" name="Google Shape;18361;p139"/>
          <p:cNvGrpSpPr/>
          <p:nvPr/>
        </p:nvGrpSpPr>
        <p:grpSpPr>
          <a:xfrm>
            <a:off x="2246115" y="2426002"/>
            <a:ext cx="274417" cy="366404"/>
            <a:chOff x="2246115" y="2426002"/>
            <a:chExt cx="274417" cy="366404"/>
          </a:xfrm>
        </p:grpSpPr>
        <p:sp>
          <p:nvSpPr>
            <p:cNvPr id="18362" name="Google Shape;18362;p139"/>
            <p:cNvSpPr/>
            <p:nvPr/>
          </p:nvSpPr>
          <p:spPr>
            <a:xfrm>
              <a:off x="2246115" y="2440819"/>
              <a:ext cx="274417" cy="148798"/>
            </a:xfrm>
            <a:custGeom>
              <a:avLst/>
              <a:gdLst/>
              <a:ahLst/>
              <a:cxnLst/>
              <a:rect l="l" t="t" r="r" b="b"/>
              <a:pathLst>
                <a:path w="10501" h="5694" extrusionOk="0">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3" name="Google Shape;18363;p139"/>
            <p:cNvSpPr/>
            <p:nvPr/>
          </p:nvSpPr>
          <p:spPr>
            <a:xfrm>
              <a:off x="2285053" y="2520471"/>
              <a:ext cx="196543" cy="271935"/>
            </a:xfrm>
            <a:custGeom>
              <a:avLst/>
              <a:gdLst/>
              <a:ahLst/>
              <a:cxnLst/>
              <a:rect l="l" t="t" r="r" b="b"/>
              <a:pathLst>
                <a:path w="7521" h="10406" extrusionOk="0">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4" name="Google Shape;18364;p139"/>
            <p:cNvSpPr/>
            <p:nvPr/>
          </p:nvSpPr>
          <p:spPr>
            <a:xfrm>
              <a:off x="2315471" y="2520732"/>
              <a:ext cx="166124" cy="245018"/>
            </a:xfrm>
            <a:custGeom>
              <a:avLst/>
              <a:gdLst/>
              <a:ahLst/>
              <a:cxnLst/>
              <a:rect l="l" t="t" r="r" b="b"/>
              <a:pathLst>
                <a:path w="6357" h="9376" extrusionOk="0">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5" name="Google Shape;18365;p139"/>
            <p:cNvSpPr/>
            <p:nvPr/>
          </p:nvSpPr>
          <p:spPr>
            <a:xfrm>
              <a:off x="2285053" y="2520471"/>
              <a:ext cx="196543" cy="166882"/>
            </a:xfrm>
            <a:custGeom>
              <a:avLst/>
              <a:gdLst/>
              <a:ahLst/>
              <a:cxnLst/>
              <a:rect l="l" t="t" r="r" b="b"/>
              <a:pathLst>
                <a:path w="7521" h="6386" extrusionOk="0">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6" name="Google Shape;18366;p139"/>
            <p:cNvSpPr/>
            <p:nvPr/>
          </p:nvSpPr>
          <p:spPr>
            <a:xfrm>
              <a:off x="2335306" y="2426002"/>
              <a:ext cx="96272" cy="40218"/>
            </a:xfrm>
            <a:custGeom>
              <a:avLst/>
              <a:gdLst/>
              <a:ahLst/>
              <a:cxnLst/>
              <a:rect l="l" t="t" r="r" b="b"/>
              <a:pathLst>
                <a:path w="3684" h="1539" extrusionOk="0">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7" name="Google Shape;18367;p139"/>
            <p:cNvSpPr/>
            <p:nvPr/>
          </p:nvSpPr>
          <p:spPr>
            <a:xfrm>
              <a:off x="2360680" y="2426002"/>
              <a:ext cx="70897" cy="19626"/>
            </a:xfrm>
            <a:custGeom>
              <a:avLst/>
              <a:gdLst/>
              <a:ahLst/>
              <a:cxnLst/>
              <a:rect l="l" t="t" r="r" b="b"/>
              <a:pathLst>
                <a:path w="2713" h="751" extrusionOk="0">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8" name="Google Shape;18368;p139"/>
            <p:cNvSpPr/>
            <p:nvPr/>
          </p:nvSpPr>
          <p:spPr>
            <a:xfrm>
              <a:off x="2323990" y="2591603"/>
              <a:ext cx="71394" cy="95749"/>
            </a:xfrm>
            <a:custGeom>
              <a:avLst/>
              <a:gdLst/>
              <a:ahLst/>
              <a:cxnLst/>
              <a:rect l="l" t="t" r="r" b="b"/>
              <a:pathLst>
                <a:path w="2732" h="3664" extrusionOk="0">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9" name="Google Shape;18369;p139"/>
            <p:cNvSpPr/>
            <p:nvPr/>
          </p:nvSpPr>
          <p:spPr>
            <a:xfrm>
              <a:off x="2430794" y="2591838"/>
              <a:ext cx="35723" cy="43563"/>
            </a:xfrm>
            <a:custGeom>
              <a:avLst/>
              <a:gdLst/>
              <a:ahLst/>
              <a:cxnLst/>
              <a:rect l="l" t="t" r="r" b="b"/>
              <a:pathLst>
                <a:path w="1367" h="1667" extrusionOk="0">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70" name="Google Shape;18370;p139"/>
          <p:cNvGrpSpPr/>
          <p:nvPr/>
        </p:nvGrpSpPr>
        <p:grpSpPr>
          <a:xfrm>
            <a:off x="2696666" y="2426002"/>
            <a:ext cx="256099" cy="366639"/>
            <a:chOff x="2696666" y="2426002"/>
            <a:chExt cx="256099" cy="366639"/>
          </a:xfrm>
        </p:grpSpPr>
        <p:sp>
          <p:nvSpPr>
            <p:cNvPr id="18371" name="Google Shape;18371;p139"/>
            <p:cNvSpPr/>
            <p:nvPr/>
          </p:nvSpPr>
          <p:spPr>
            <a:xfrm>
              <a:off x="2724811" y="2426002"/>
              <a:ext cx="227954" cy="86446"/>
            </a:xfrm>
            <a:custGeom>
              <a:avLst/>
              <a:gdLst/>
              <a:ahLst/>
              <a:cxnLst/>
              <a:rect l="l" t="t" r="r" b="b"/>
              <a:pathLst>
                <a:path w="8723" h="3308" extrusionOk="0">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2" name="Google Shape;18372;p139"/>
            <p:cNvSpPr/>
            <p:nvPr/>
          </p:nvSpPr>
          <p:spPr>
            <a:xfrm>
              <a:off x="2696666" y="2465436"/>
              <a:ext cx="147283" cy="184156"/>
            </a:xfrm>
            <a:custGeom>
              <a:avLst/>
              <a:gdLst/>
              <a:ahLst/>
              <a:cxnLst/>
              <a:rect l="l" t="t" r="r" b="b"/>
              <a:pathLst>
                <a:path w="5636" h="7047" extrusionOk="0">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3" name="Google Shape;18373;p139"/>
            <p:cNvSpPr/>
            <p:nvPr/>
          </p:nvSpPr>
          <p:spPr>
            <a:xfrm>
              <a:off x="2813008" y="2631534"/>
              <a:ext cx="51795" cy="161107"/>
            </a:xfrm>
            <a:custGeom>
              <a:avLst/>
              <a:gdLst/>
              <a:ahLst/>
              <a:cxnLst/>
              <a:rect l="l" t="t" r="r" b="b"/>
              <a:pathLst>
                <a:path w="1982" h="6165" extrusionOk="0">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4" name="Google Shape;18374;p139"/>
            <p:cNvSpPr/>
            <p:nvPr/>
          </p:nvSpPr>
          <p:spPr>
            <a:xfrm>
              <a:off x="2836893" y="2631795"/>
              <a:ext cx="27910" cy="138999"/>
            </a:xfrm>
            <a:custGeom>
              <a:avLst/>
              <a:gdLst/>
              <a:ahLst/>
              <a:cxnLst/>
              <a:rect l="l" t="t" r="r" b="b"/>
              <a:pathLst>
                <a:path w="1068" h="5319" extrusionOk="0">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5" name="Google Shape;18375;p139"/>
            <p:cNvSpPr/>
            <p:nvPr/>
          </p:nvSpPr>
          <p:spPr>
            <a:xfrm>
              <a:off x="2725568" y="2436533"/>
              <a:ext cx="227196" cy="69826"/>
            </a:xfrm>
            <a:custGeom>
              <a:avLst/>
              <a:gdLst/>
              <a:ahLst/>
              <a:cxnLst/>
              <a:rect l="l" t="t" r="r" b="b"/>
              <a:pathLst>
                <a:path w="8694" h="2672" extrusionOk="0">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6" name="Google Shape;18376;p139"/>
            <p:cNvSpPr/>
            <p:nvPr/>
          </p:nvSpPr>
          <p:spPr>
            <a:xfrm>
              <a:off x="2725307" y="2426002"/>
              <a:ext cx="227457" cy="52788"/>
            </a:xfrm>
            <a:custGeom>
              <a:avLst/>
              <a:gdLst/>
              <a:ahLst/>
              <a:cxnLst/>
              <a:rect l="l" t="t" r="r" b="b"/>
              <a:pathLst>
                <a:path w="8704" h="2020" extrusionOk="0">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77" name="Google Shape;18377;p139"/>
          <p:cNvGrpSpPr/>
          <p:nvPr/>
        </p:nvGrpSpPr>
        <p:grpSpPr>
          <a:xfrm>
            <a:off x="3149072" y="2426002"/>
            <a:ext cx="225863" cy="366430"/>
            <a:chOff x="3149072" y="2426002"/>
            <a:chExt cx="225863" cy="366430"/>
          </a:xfrm>
        </p:grpSpPr>
        <p:sp>
          <p:nvSpPr>
            <p:cNvPr id="18378" name="Google Shape;18378;p139"/>
            <p:cNvSpPr/>
            <p:nvPr/>
          </p:nvSpPr>
          <p:spPr>
            <a:xfrm>
              <a:off x="3236694" y="2606420"/>
              <a:ext cx="58824" cy="186011"/>
            </a:xfrm>
            <a:custGeom>
              <a:avLst/>
              <a:gdLst/>
              <a:ahLst/>
              <a:cxnLst/>
              <a:rect l="l" t="t" r="r" b="b"/>
              <a:pathLst>
                <a:path w="2251" h="7118" extrusionOk="0">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9" name="Google Shape;18379;p139"/>
            <p:cNvSpPr/>
            <p:nvPr/>
          </p:nvSpPr>
          <p:spPr>
            <a:xfrm>
              <a:off x="3260056" y="2606420"/>
              <a:ext cx="35462" cy="165863"/>
            </a:xfrm>
            <a:custGeom>
              <a:avLst/>
              <a:gdLst/>
              <a:ahLst/>
              <a:cxnLst/>
              <a:rect l="l" t="t" r="r" b="b"/>
              <a:pathLst>
                <a:path w="1357" h="6347" extrusionOk="0">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0" name="Google Shape;18380;p139"/>
            <p:cNvSpPr/>
            <p:nvPr/>
          </p:nvSpPr>
          <p:spPr>
            <a:xfrm>
              <a:off x="3194464" y="2547857"/>
              <a:ext cx="143284" cy="88981"/>
            </a:xfrm>
            <a:custGeom>
              <a:avLst/>
              <a:gdLst/>
              <a:ahLst/>
              <a:cxnLst/>
              <a:rect l="l" t="t" r="r" b="b"/>
              <a:pathLst>
                <a:path w="5483" h="3405" extrusionOk="0">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1" name="Google Shape;18381;p139"/>
            <p:cNvSpPr/>
            <p:nvPr/>
          </p:nvSpPr>
          <p:spPr>
            <a:xfrm>
              <a:off x="3214063" y="2547857"/>
              <a:ext cx="123685" cy="69382"/>
            </a:xfrm>
            <a:custGeom>
              <a:avLst/>
              <a:gdLst/>
              <a:ahLst/>
              <a:cxnLst/>
              <a:rect l="l" t="t" r="r" b="b"/>
              <a:pathLst>
                <a:path w="4733" h="2655" extrusionOk="0">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2" name="Google Shape;18382;p139"/>
            <p:cNvSpPr/>
            <p:nvPr/>
          </p:nvSpPr>
          <p:spPr>
            <a:xfrm>
              <a:off x="3179908" y="2426002"/>
              <a:ext cx="172396" cy="119635"/>
            </a:xfrm>
            <a:custGeom>
              <a:avLst/>
              <a:gdLst/>
              <a:ahLst/>
              <a:cxnLst/>
              <a:rect l="l" t="t" r="r" b="b"/>
              <a:pathLst>
                <a:path w="6597" h="4578" extrusionOk="0">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3" name="Google Shape;18383;p139"/>
            <p:cNvSpPr/>
            <p:nvPr/>
          </p:nvSpPr>
          <p:spPr>
            <a:xfrm>
              <a:off x="3199246" y="2426002"/>
              <a:ext cx="153058" cy="85715"/>
            </a:xfrm>
            <a:custGeom>
              <a:avLst/>
              <a:gdLst/>
              <a:ahLst/>
              <a:cxnLst/>
              <a:rect l="l" t="t" r="r" b="b"/>
              <a:pathLst>
                <a:path w="5857" h="3280" extrusionOk="0">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4" name="Google Shape;18384;p139"/>
            <p:cNvSpPr/>
            <p:nvPr/>
          </p:nvSpPr>
          <p:spPr>
            <a:xfrm>
              <a:off x="3149072" y="2528755"/>
              <a:ext cx="225863" cy="41760"/>
            </a:xfrm>
            <a:custGeom>
              <a:avLst/>
              <a:gdLst/>
              <a:ahLst/>
              <a:cxnLst/>
              <a:rect l="l" t="t" r="r" b="b"/>
              <a:pathLst>
                <a:path w="8643" h="1598" extrusionOk="0">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5" name="Google Shape;18385;p139"/>
            <p:cNvSpPr/>
            <p:nvPr/>
          </p:nvSpPr>
          <p:spPr>
            <a:xfrm>
              <a:off x="3174864" y="2528519"/>
              <a:ext cx="200070" cy="20122"/>
            </a:xfrm>
            <a:custGeom>
              <a:avLst/>
              <a:gdLst/>
              <a:ahLst/>
              <a:cxnLst/>
              <a:rect l="l" t="t" r="r" b="b"/>
              <a:pathLst>
                <a:path w="7656" h="770" extrusionOk="0">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6" name="Google Shape;18386;p139"/>
            <p:cNvSpPr/>
            <p:nvPr/>
          </p:nvSpPr>
          <p:spPr>
            <a:xfrm>
              <a:off x="3217095" y="2426002"/>
              <a:ext cx="110096" cy="85636"/>
            </a:xfrm>
            <a:custGeom>
              <a:avLst/>
              <a:gdLst/>
              <a:ahLst/>
              <a:cxnLst/>
              <a:rect l="l" t="t" r="r" b="b"/>
              <a:pathLst>
                <a:path w="4213" h="3277" extrusionOk="0">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7" name="Google Shape;18387;p139"/>
            <p:cNvSpPr/>
            <p:nvPr/>
          </p:nvSpPr>
          <p:spPr>
            <a:xfrm>
              <a:off x="3217095" y="2426002"/>
              <a:ext cx="27674" cy="31620"/>
            </a:xfrm>
            <a:custGeom>
              <a:avLst/>
              <a:gdLst/>
              <a:ahLst/>
              <a:cxnLst/>
              <a:rect l="l" t="t" r="r" b="b"/>
              <a:pathLst>
                <a:path w="1059" h="1210" extrusionOk="0">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8" name="Google Shape;18388;p139"/>
            <p:cNvSpPr/>
            <p:nvPr/>
          </p:nvSpPr>
          <p:spPr>
            <a:xfrm>
              <a:off x="3271868" y="2426002"/>
              <a:ext cx="55323" cy="61333"/>
            </a:xfrm>
            <a:custGeom>
              <a:avLst/>
              <a:gdLst/>
              <a:ahLst/>
              <a:cxnLst/>
              <a:rect l="l" t="t" r="r" b="b"/>
              <a:pathLst>
                <a:path w="2117" h="2347" extrusionOk="0">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89" name="Google Shape;18389;p139"/>
          <p:cNvGrpSpPr/>
          <p:nvPr/>
        </p:nvGrpSpPr>
        <p:grpSpPr>
          <a:xfrm>
            <a:off x="1361556" y="2425923"/>
            <a:ext cx="283224" cy="366482"/>
            <a:chOff x="1361556" y="2425923"/>
            <a:chExt cx="283224" cy="366482"/>
          </a:xfrm>
        </p:grpSpPr>
        <p:sp>
          <p:nvSpPr>
            <p:cNvPr id="18390" name="Google Shape;18390;p139"/>
            <p:cNvSpPr/>
            <p:nvPr/>
          </p:nvSpPr>
          <p:spPr>
            <a:xfrm>
              <a:off x="1361556" y="2425923"/>
              <a:ext cx="283224" cy="366482"/>
            </a:xfrm>
            <a:custGeom>
              <a:avLst/>
              <a:gdLst/>
              <a:ahLst/>
              <a:cxnLst/>
              <a:rect l="l" t="t" r="r" b="b"/>
              <a:pathLst>
                <a:path w="10838" h="14024" extrusionOk="0">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1" name="Google Shape;18391;p139"/>
            <p:cNvSpPr/>
            <p:nvPr/>
          </p:nvSpPr>
          <p:spPr>
            <a:xfrm>
              <a:off x="1493499" y="2660698"/>
              <a:ext cx="36951" cy="22866"/>
            </a:xfrm>
            <a:custGeom>
              <a:avLst/>
              <a:gdLst/>
              <a:ahLst/>
              <a:cxnLst/>
              <a:rect l="l" t="t" r="r" b="b"/>
              <a:pathLst>
                <a:path w="1414" h="875" extrusionOk="0">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2" name="Google Shape;18392;p139"/>
            <p:cNvSpPr/>
            <p:nvPr/>
          </p:nvSpPr>
          <p:spPr>
            <a:xfrm>
              <a:off x="1512341" y="2660959"/>
              <a:ext cx="18110" cy="20122"/>
            </a:xfrm>
            <a:custGeom>
              <a:avLst/>
              <a:gdLst/>
              <a:ahLst/>
              <a:cxnLst/>
              <a:rect l="l" t="t" r="r" b="b"/>
              <a:pathLst>
                <a:path w="693" h="770" extrusionOk="0">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3" name="Google Shape;18393;p139"/>
            <p:cNvSpPr/>
            <p:nvPr/>
          </p:nvSpPr>
          <p:spPr>
            <a:xfrm>
              <a:off x="1433290" y="2489556"/>
              <a:ext cx="153711" cy="173180"/>
            </a:xfrm>
            <a:custGeom>
              <a:avLst/>
              <a:gdLst/>
              <a:ahLst/>
              <a:cxnLst/>
              <a:rect l="l" t="t" r="r" b="b"/>
              <a:pathLst>
                <a:path w="5882" h="6627" extrusionOk="0">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4" name="Google Shape;18394;p139"/>
            <p:cNvSpPr/>
            <p:nvPr/>
          </p:nvSpPr>
          <p:spPr>
            <a:xfrm>
              <a:off x="1457306" y="2490314"/>
              <a:ext cx="129434" cy="172422"/>
            </a:xfrm>
            <a:custGeom>
              <a:avLst/>
              <a:gdLst/>
              <a:ahLst/>
              <a:cxnLst/>
              <a:rect l="l" t="t" r="r" b="b"/>
              <a:pathLst>
                <a:path w="4953" h="6598" extrusionOk="0">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5" name="Google Shape;18395;p139"/>
            <p:cNvSpPr/>
            <p:nvPr/>
          </p:nvSpPr>
          <p:spPr>
            <a:xfrm>
              <a:off x="1469876" y="2523502"/>
              <a:ext cx="79417" cy="95253"/>
            </a:xfrm>
            <a:custGeom>
              <a:avLst/>
              <a:gdLst/>
              <a:ahLst/>
              <a:cxnLst/>
              <a:rect l="l" t="t" r="r" b="b"/>
              <a:pathLst>
                <a:path w="3039" h="3645" extrusionOk="0">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6" name="Google Shape;18396;p139"/>
            <p:cNvSpPr/>
            <p:nvPr/>
          </p:nvSpPr>
          <p:spPr>
            <a:xfrm>
              <a:off x="1421086" y="2581412"/>
              <a:ext cx="30131" cy="19338"/>
            </a:xfrm>
            <a:custGeom>
              <a:avLst/>
              <a:gdLst/>
              <a:ahLst/>
              <a:cxnLst/>
              <a:rect l="l" t="t" r="r" b="b"/>
              <a:pathLst>
                <a:path w="1153" h="740" extrusionOk="0">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7" name="Google Shape;18397;p139"/>
            <p:cNvSpPr/>
            <p:nvPr/>
          </p:nvSpPr>
          <p:spPr>
            <a:xfrm>
              <a:off x="1569336" y="2582222"/>
              <a:ext cx="30157" cy="19312"/>
            </a:xfrm>
            <a:custGeom>
              <a:avLst/>
              <a:gdLst/>
              <a:ahLst/>
              <a:cxnLst/>
              <a:rect l="l" t="t" r="r" b="b"/>
              <a:pathLst>
                <a:path w="1154" h="739" extrusionOk="0">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8" name="Google Shape;18398;p139"/>
            <p:cNvSpPr/>
            <p:nvPr/>
          </p:nvSpPr>
          <p:spPr>
            <a:xfrm>
              <a:off x="1506304" y="2449599"/>
              <a:ext cx="11342" cy="26498"/>
            </a:xfrm>
            <a:custGeom>
              <a:avLst/>
              <a:gdLst/>
              <a:ahLst/>
              <a:cxnLst/>
              <a:rect l="l" t="t" r="r" b="b"/>
              <a:pathLst>
                <a:path w="434" h="1014" extrusionOk="0">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9" name="Google Shape;18399;p139"/>
            <p:cNvSpPr/>
            <p:nvPr/>
          </p:nvSpPr>
          <p:spPr>
            <a:xfrm>
              <a:off x="1457228" y="2461176"/>
              <a:ext cx="23624" cy="25897"/>
            </a:xfrm>
            <a:custGeom>
              <a:avLst/>
              <a:gdLst/>
              <a:ahLst/>
              <a:cxnLst/>
              <a:rect l="l" t="t" r="r" b="b"/>
              <a:pathLst>
                <a:path w="904" h="991" extrusionOk="0">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0" name="Google Shape;18400;p139"/>
            <p:cNvSpPr/>
            <p:nvPr/>
          </p:nvSpPr>
          <p:spPr>
            <a:xfrm>
              <a:off x="1422680" y="2495723"/>
              <a:ext cx="29295" cy="18868"/>
            </a:xfrm>
            <a:custGeom>
              <a:avLst/>
              <a:gdLst/>
              <a:ahLst/>
              <a:cxnLst/>
              <a:rect l="l" t="t" r="r" b="b"/>
              <a:pathLst>
                <a:path w="1121" h="722" extrusionOk="0">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1" name="Google Shape;18401;p139"/>
            <p:cNvSpPr/>
            <p:nvPr/>
          </p:nvSpPr>
          <p:spPr>
            <a:xfrm>
              <a:off x="1410816" y="2542344"/>
              <a:ext cx="28171" cy="11315"/>
            </a:xfrm>
            <a:custGeom>
              <a:avLst/>
              <a:gdLst/>
              <a:ahLst/>
              <a:cxnLst/>
              <a:rect l="l" t="t" r="r" b="b"/>
              <a:pathLst>
                <a:path w="1078" h="433" extrusionOk="0">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2" name="Google Shape;18402;p139"/>
            <p:cNvSpPr/>
            <p:nvPr/>
          </p:nvSpPr>
          <p:spPr>
            <a:xfrm>
              <a:off x="1581932" y="2543833"/>
              <a:ext cx="29687" cy="11342"/>
            </a:xfrm>
            <a:custGeom>
              <a:avLst/>
              <a:gdLst/>
              <a:ahLst/>
              <a:cxnLst/>
              <a:rect l="l" t="t" r="r" b="b"/>
              <a:pathLst>
                <a:path w="1136" h="434" extrusionOk="0">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3" name="Google Shape;18403;p139"/>
            <p:cNvSpPr/>
            <p:nvPr/>
          </p:nvSpPr>
          <p:spPr>
            <a:xfrm>
              <a:off x="1571139" y="2496742"/>
              <a:ext cx="30183" cy="19234"/>
            </a:xfrm>
            <a:custGeom>
              <a:avLst/>
              <a:gdLst/>
              <a:ahLst/>
              <a:cxnLst/>
              <a:rect l="l" t="t" r="r" b="b"/>
              <a:pathLst>
                <a:path w="1155" h="736" extrusionOk="0">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4" name="Google Shape;18404;p139"/>
            <p:cNvSpPr/>
            <p:nvPr/>
          </p:nvSpPr>
          <p:spPr>
            <a:xfrm>
              <a:off x="1542655" y="2462483"/>
              <a:ext cx="22213" cy="25349"/>
            </a:xfrm>
            <a:custGeom>
              <a:avLst/>
              <a:gdLst/>
              <a:ahLst/>
              <a:cxnLst/>
              <a:rect l="l" t="t" r="r" b="b"/>
              <a:pathLst>
                <a:path w="850" h="970" extrusionOk="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5" name="Google Shape;18405;p139"/>
            <p:cNvSpPr/>
            <p:nvPr/>
          </p:nvSpPr>
          <p:spPr>
            <a:xfrm>
              <a:off x="1496243" y="2594112"/>
              <a:ext cx="8075" cy="24382"/>
            </a:xfrm>
            <a:custGeom>
              <a:avLst/>
              <a:gdLst/>
              <a:ahLst/>
              <a:cxnLst/>
              <a:rect l="l" t="t" r="r" b="b"/>
              <a:pathLst>
                <a:path w="309" h="933" extrusionOk="0">
                  <a:moveTo>
                    <a:pt x="1" y="0"/>
                  </a:moveTo>
                  <a:lnTo>
                    <a:pt x="1" y="933"/>
                  </a:lnTo>
                  <a:lnTo>
                    <a:pt x="308" y="933"/>
                  </a:lnTo>
                  <a:lnTo>
                    <a:pt x="308" y="856"/>
                  </a:lnTo>
                  <a:cubicBezTo>
                    <a:pt x="308" y="539"/>
                    <a:pt x="203" y="241"/>
                    <a:pt x="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6" name="Google Shape;18406;p139"/>
            <p:cNvSpPr/>
            <p:nvPr/>
          </p:nvSpPr>
          <p:spPr>
            <a:xfrm>
              <a:off x="1483935" y="2618468"/>
              <a:ext cx="56054" cy="22160"/>
            </a:xfrm>
            <a:custGeom>
              <a:avLst/>
              <a:gdLst/>
              <a:ahLst/>
              <a:cxnLst/>
              <a:rect l="l" t="t" r="r" b="b"/>
              <a:pathLst>
                <a:path w="2145" h="848" extrusionOk="0">
                  <a:moveTo>
                    <a:pt x="1" y="1"/>
                  </a:moveTo>
                  <a:lnTo>
                    <a:pt x="1" y="847"/>
                  </a:lnTo>
                  <a:lnTo>
                    <a:pt x="2145" y="847"/>
                  </a:lnTo>
                  <a:lnTo>
                    <a:pt x="2145"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7" name="Google Shape;18407;p139"/>
            <p:cNvSpPr/>
            <p:nvPr/>
          </p:nvSpPr>
          <p:spPr>
            <a:xfrm>
              <a:off x="1483935" y="2640602"/>
              <a:ext cx="56054" cy="22134"/>
            </a:xfrm>
            <a:custGeom>
              <a:avLst/>
              <a:gdLst/>
              <a:ahLst/>
              <a:cxnLst/>
              <a:rect l="l" t="t" r="r" b="b"/>
              <a:pathLst>
                <a:path w="2145" h="847" extrusionOk="0">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8" name="Google Shape;18408;p139"/>
            <p:cNvSpPr/>
            <p:nvPr/>
          </p:nvSpPr>
          <p:spPr>
            <a:xfrm>
              <a:off x="1504292" y="2618468"/>
              <a:ext cx="35697" cy="22160"/>
            </a:xfrm>
            <a:custGeom>
              <a:avLst/>
              <a:gdLst/>
              <a:ahLst/>
              <a:cxnLst/>
              <a:rect l="l" t="t" r="r" b="b"/>
              <a:pathLst>
                <a:path w="1366" h="848" extrusionOk="0">
                  <a:moveTo>
                    <a:pt x="0" y="1"/>
                  </a:moveTo>
                  <a:lnTo>
                    <a:pt x="0" y="847"/>
                  </a:lnTo>
                  <a:lnTo>
                    <a:pt x="1366" y="847"/>
                  </a:lnTo>
                  <a:lnTo>
                    <a:pt x="1366"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9" name="Google Shape;18409;p139"/>
            <p:cNvSpPr/>
            <p:nvPr/>
          </p:nvSpPr>
          <p:spPr>
            <a:xfrm>
              <a:off x="1504031" y="2640602"/>
              <a:ext cx="35958" cy="22134"/>
            </a:xfrm>
            <a:custGeom>
              <a:avLst/>
              <a:gdLst/>
              <a:ahLst/>
              <a:cxnLst/>
              <a:rect l="l" t="t" r="r" b="b"/>
              <a:pathLst>
                <a:path w="1376" h="847" extrusionOk="0">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10" name="Google Shape;18410;p139"/>
          <p:cNvGrpSpPr/>
          <p:nvPr/>
        </p:nvGrpSpPr>
        <p:grpSpPr>
          <a:xfrm>
            <a:off x="3973735" y="2891056"/>
            <a:ext cx="361883" cy="366979"/>
            <a:chOff x="3973735" y="2891056"/>
            <a:chExt cx="361883" cy="366979"/>
          </a:xfrm>
        </p:grpSpPr>
        <p:sp>
          <p:nvSpPr>
            <p:cNvPr id="18411" name="Google Shape;18411;p139"/>
            <p:cNvSpPr/>
            <p:nvPr/>
          </p:nvSpPr>
          <p:spPr>
            <a:xfrm>
              <a:off x="4148875" y="2891056"/>
              <a:ext cx="149661" cy="98598"/>
            </a:xfrm>
            <a:custGeom>
              <a:avLst/>
              <a:gdLst/>
              <a:ahLst/>
              <a:cxnLst/>
              <a:rect l="l" t="t" r="r" b="b"/>
              <a:pathLst>
                <a:path w="5727" h="3773" extrusionOk="0">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2" name="Google Shape;18412;p139"/>
            <p:cNvSpPr/>
            <p:nvPr/>
          </p:nvSpPr>
          <p:spPr>
            <a:xfrm>
              <a:off x="4231558" y="3066039"/>
              <a:ext cx="25139" cy="25139"/>
            </a:xfrm>
            <a:custGeom>
              <a:avLst/>
              <a:gdLst/>
              <a:ahLst/>
              <a:cxnLst/>
              <a:rect l="l" t="t" r="r" b="b"/>
              <a:pathLst>
                <a:path w="962" h="962" fill="none" extrusionOk="0">
                  <a:moveTo>
                    <a:pt x="962" y="962"/>
                  </a:moveTo>
                  <a:lnTo>
                    <a:pt x="0" y="0"/>
                  </a:lnTo>
                </a:path>
              </a:pathLst>
            </a:custGeom>
            <a:noFill/>
            <a:ln w="45200"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3" name="Google Shape;18413;p139"/>
            <p:cNvSpPr/>
            <p:nvPr/>
          </p:nvSpPr>
          <p:spPr>
            <a:xfrm>
              <a:off x="3973735" y="2975307"/>
              <a:ext cx="359871" cy="282728"/>
            </a:xfrm>
            <a:custGeom>
              <a:avLst/>
              <a:gdLst/>
              <a:ahLst/>
              <a:cxnLst/>
              <a:rect l="l" t="t" r="r" b="b"/>
              <a:pathLst>
                <a:path w="13771" h="10819" extrusionOk="0">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4" name="Google Shape;18414;p139"/>
            <p:cNvSpPr/>
            <p:nvPr/>
          </p:nvSpPr>
          <p:spPr>
            <a:xfrm>
              <a:off x="3997855" y="2975307"/>
              <a:ext cx="337763" cy="282728"/>
            </a:xfrm>
            <a:custGeom>
              <a:avLst/>
              <a:gdLst/>
              <a:ahLst/>
              <a:cxnLst/>
              <a:rect l="l" t="t" r="r" b="b"/>
              <a:pathLst>
                <a:path w="12925" h="10819" extrusionOk="0">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5" name="Google Shape;18415;p139"/>
            <p:cNvSpPr/>
            <p:nvPr/>
          </p:nvSpPr>
          <p:spPr>
            <a:xfrm>
              <a:off x="3973970" y="3219306"/>
              <a:ext cx="359635" cy="11080"/>
            </a:xfrm>
            <a:custGeom>
              <a:avLst/>
              <a:gdLst/>
              <a:ahLst/>
              <a:cxnLst/>
              <a:rect l="l" t="t" r="r" b="b"/>
              <a:pathLst>
                <a:path w="13762" h="424" extrusionOk="0">
                  <a:moveTo>
                    <a:pt x="1" y="1"/>
                  </a:moveTo>
                  <a:lnTo>
                    <a:pt x="1" y="424"/>
                  </a:lnTo>
                  <a:lnTo>
                    <a:pt x="13761" y="424"/>
                  </a:lnTo>
                  <a:lnTo>
                    <a:pt x="13761"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6" name="Google Shape;18416;p139"/>
            <p:cNvSpPr/>
            <p:nvPr/>
          </p:nvSpPr>
          <p:spPr>
            <a:xfrm>
              <a:off x="3973970" y="3040403"/>
              <a:ext cx="359635" cy="11080"/>
            </a:xfrm>
            <a:custGeom>
              <a:avLst/>
              <a:gdLst/>
              <a:ahLst/>
              <a:cxnLst/>
              <a:rect l="l" t="t" r="r" b="b"/>
              <a:pathLst>
                <a:path w="13762" h="424" extrusionOk="0">
                  <a:moveTo>
                    <a:pt x="1" y="0"/>
                  </a:moveTo>
                  <a:lnTo>
                    <a:pt x="1" y="423"/>
                  </a:lnTo>
                  <a:lnTo>
                    <a:pt x="13761" y="423"/>
                  </a:lnTo>
                  <a:lnTo>
                    <a:pt x="13761"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7" name="Google Shape;18417;p139"/>
            <p:cNvSpPr/>
            <p:nvPr/>
          </p:nvSpPr>
          <p:spPr>
            <a:xfrm>
              <a:off x="3998090" y="2999688"/>
              <a:ext cx="46281" cy="27674"/>
            </a:xfrm>
            <a:custGeom>
              <a:avLst/>
              <a:gdLst/>
              <a:ahLst/>
              <a:cxnLst/>
              <a:rect l="l" t="t" r="r" b="b"/>
              <a:pathLst>
                <a:path w="1771" h="1059" extrusionOk="0">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8" name="Google Shape;18418;p139"/>
            <p:cNvSpPr/>
            <p:nvPr/>
          </p:nvSpPr>
          <p:spPr>
            <a:xfrm>
              <a:off x="4262970" y="2999688"/>
              <a:ext cx="46255" cy="27674"/>
            </a:xfrm>
            <a:custGeom>
              <a:avLst/>
              <a:gdLst/>
              <a:ahLst/>
              <a:cxnLst/>
              <a:rect l="l" t="t" r="r" b="b"/>
              <a:pathLst>
                <a:path w="1770" h="1059" extrusionOk="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9" name="Google Shape;18419;p139"/>
            <p:cNvSpPr/>
            <p:nvPr/>
          </p:nvSpPr>
          <p:spPr>
            <a:xfrm>
              <a:off x="4019963" y="2999688"/>
              <a:ext cx="24408" cy="27674"/>
            </a:xfrm>
            <a:custGeom>
              <a:avLst/>
              <a:gdLst/>
              <a:ahLst/>
              <a:cxnLst/>
              <a:rect l="l" t="t" r="r" b="b"/>
              <a:pathLst>
                <a:path w="934" h="1059" extrusionOk="0">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0" name="Google Shape;18420;p139"/>
            <p:cNvSpPr/>
            <p:nvPr/>
          </p:nvSpPr>
          <p:spPr>
            <a:xfrm>
              <a:off x="4284816" y="2999688"/>
              <a:ext cx="24408" cy="27674"/>
            </a:xfrm>
            <a:custGeom>
              <a:avLst/>
              <a:gdLst/>
              <a:ahLst/>
              <a:cxnLst/>
              <a:rect l="l" t="t" r="r" b="b"/>
              <a:pathLst>
                <a:path w="934" h="1059" extrusionOk="0">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1" name="Google Shape;18421;p139"/>
            <p:cNvSpPr/>
            <p:nvPr/>
          </p:nvSpPr>
          <p:spPr>
            <a:xfrm>
              <a:off x="4125434" y="3060838"/>
              <a:ext cx="138319" cy="134635"/>
            </a:xfrm>
            <a:custGeom>
              <a:avLst/>
              <a:gdLst/>
              <a:ahLst/>
              <a:cxnLst/>
              <a:rect l="l" t="t" r="r" b="b"/>
              <a:pathLst>
                <a:path w="5293" h="5152" extrusionOk="0">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2" name="Google Shape;18422;p139"/>
            <p:cNvSpPr/>
            <p:nvPr/>
          </p:nvSpPr>
          <p:spPr>
            <a:xfrm>
              <a:off x="4129772" y="3060865"/>
              <a:ext cx="128180" cy="116760"/>
            </a:xfrm>
            <a:custGeom>
              <a:avLst/>
              <a:gdLst/>
              <a:ahLst/>
              <a:cxnLst/>
              <a:rect l="l" t="t" r="r" b="b"/>
              <a:pathLst>
                <a:path w="4905" h="4468" extrusionOk="0">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3" name="Google Shape;18423;p139"/>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4" name="Google Shape;18424;p139"/>
            <p:cNvSpPr/>
            <p:nvPr/>
          </p:nvSpPr>
          <p:spPr>
            <a:xfrm>
              <a:off x="3973970" y="3219306"/>
              <a:ext cx="24146" cy="11080"/>
            </a:xfrm>
            <a:custGeom>
              <a:avLst/>
              <a:gdLst/>
              <a:ahLst/>
              <a:cxnLst/>
              <a:rect l="l" t="t" r="r" b="b"/>
              <a:pathLst>
                <a:path w="924" h="424" extrusionOk="0">
                  <a:moveTo>
                    <a:pt x="1" y="1"/>
                  </a:moveTo>
                  <a:lnTo>
                    <a:pt x="1" y="424"/>
                  </a:lnTo>
                  <a:lnTo>
                    <a:pt x="924" y="424"/>
                  </a:lnTo>
                  <a:lnTo>
                    <a:pt x="924"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5" name="Google Shape;18425;p139"/>
            <p:cNvSpPr/>
            <p:nvPr/>
          </p:nvSpPr>
          <p:spPr>
            <a:xfrm>
              <a:off x="3973970" y="3040403"/>
              <a:ext cx="24146" cy="11080"/>
            </a:xfrm>
            <a:custGeom>
              <a:avLst/>
              <a:gdLst/>
              <a:ahLst/>
              <a:cxnLst/>
              <a:rect l="l" t="t" r="r" b="b"/>
              <a:pathLst>
                <a:path w="924" h="424" extrusionOk="0">
                  <a:moveTo>
                    <a:pt x="1" y="0"/>
                  </a:moveTo>
                  <a:lnTo>
                    <a:pt x="1" y="423"/>
                  </a:lnTo>
                  <a:lnTo>
                    <a:pt x="924" y="423"/>
                  </a:lnTo>
                  <a:lnTo>
                    <a:pt x="92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6" name="Google Shape;18426;p139"/>
            <p:cNvSpPr/>
            <p:nvPr/>
          </p:nvSpPr>
          <p:spPr>
            <a:xfrm>
              <a:off x="4135312" y="3077851"/>
              <a:ext cx="109835" cy="108319"/>
            </a:xfrm>
            <a:custGeom>
              <a:avLst/>
              <a:gdLst/>
              <a:ahLst/>
              <a:cxnLst/>
              <a:rect l="l" t="t" r="r" b="b"/>
              <a:pathLst>
                <a:path w="4203" h="4145" extrusionOk="0">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7" name="Google Shape;18427;p139"/>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28" name="Google Shape;18428;p139"/>
          <p:cNvGrpSpPr/>
          <p:nvPr/>
        </p:nvGrpSpPr>
        <p:grpSpPr>
          <a:xfrm>
            <a:off x="3527941" y="2916744"/>
            <a:ext cx="366665" cy="315654"/>
            <a:chOff x="3527941" y="2916744"/>
            <a:chExt cx="366665" cy="315654"/>
          </a:xfrm>
        </p:grpSpPr>
        <p:sp>
          <p:nvSpPr>
            <p:cNvPr id="18429" name="Google Shape;18429;p139"/>
            <p:cNvSpPr/>
            <p:nvPr/>
          </p:nvSpPr>
          <p:spPr>
            <a:xfrm>
              <a:off x="3527941" y="2916770"/>
              <a:ext cx="366665" cy="157840"/>
            </a:xfrm>
            <a:custGeom>
              <a:avLst/>
              <a:gdLst/>
              <a:ahLst/>
              <a:cxnLst/>
              <a:rect l="l" t="t" r="r" b="b"/>
              <a:pathLst>
                <a:path w="14031" h="6040" extrusionOk="0">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0" name="Google Shape;18430;p139"/>
            <p:cNvSpPr/>
            <p:nvPr/>
          </p:nvSpPr>
          <p:spPr>
            <a:xfrm>
              <a:off x="3546521" y="2916744"/>
              <a:ext cx="348085" cy="139260"/>
            </a:xfrm>
            <a:custGeom>
              <a:avLst/>
              <a:gdLst/>
              <a:ahLst/>
              <a:cxnLst/>
              <a:rect l="l" t="t" r="r" b="b"/>
              <a:pathLst>
                <a:path w="13320" h="5329" extrusionOk="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1" name="Google Shape;18431;p139"/>
            <p:cNvSpPr/>
            <p:nvPr/>
          </p:nvSpPr>
          <p:spPr>
            <a:xfrm>
              <a:off x="3527941" y="3074584"/>
              <a:ext cx="366665" cy="157814"/>
            </a:xfrm>
            <a:custGeom>
              <a:avLst/>
              <a:gdLst/>
              <a:ahLst/>
              <a:cxnLst/>
              <a:rect l="l" t="t" r="r" b="b"/>
              <a:pathLst>
                <a:path w="14031" h="6039" extrusionOk="0">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2" name="Google Shape;18432;p139"/>
            <p:cNvSpPr/>
            <p:nvPr/>
          </p:nvSpPr>
          <p:spPr>
            <a:xfrm>
              <a:off x="3547279" y="3093426"/>
              <a:ext cx="347327" cy="138973"/>
            </a:xfrm>
            <a:custGeom>
              <a:avLst/>
              <a:gdLst/>
              <a:ahLst/>
              <a:cxnLst/>
              <a:rect l="l" t="t" r="r" b="b"/>
              <a:pathLst>
                <a:path w="13291" h="5318" extrusionOk="0">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3" name="Google Shape;18433;p139"/>
            <p:cNvSpPr/>
            <p:nvPr/>
          </p:nvSpPr>
          <p:spPr>
            <a:xfrm>
              <a:off x="3553812" y="3097424"/>
              <a:ext cx="45026" cy="44268"/>
            </a:xfrm>
            <a:custGeom>
              <a:avLst/>
              <a:gdLst/>
              <a:ahLst/>
              <a:cxnLst/>
              <a:rect l="l" t="t" r="r" b="b"/>
              <a:pathLst>
                <a:path w="1723" h="1694" extrusionOk="0">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4" name="Google Shape;18434;p139"/>
            <p:cNvSpPr/>
            <p:nvPr/>
          </p:nvSpPr>
          <p:spPr>
            <a:xfrm>
              <a:off x="3554335"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5" name="Google Shape;18435;p139"/>
            <p:cNvSpPr/>
            <p:nvPr/>
          </p:nvSpPr>
          <p:spPr>
            <a:xfrm>
              <a:off x="3620920" y="3097424"/>
              <a:ext cx="45261" cy="44268"/>
            </a:xfrm>
            <a:custGeom>
              <a:avLst/>
              <a:gdLst/>
              <a:ahLst/>
              <a:cxnLst/>
              <a:rect l="l" t="t" r="r" b="b"/>
              <a:pathLst>
                <a:path w="1732" h="1694" extrusionOk="0">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w="3125" cap="flat" cmpd="sng">
              <a:solidFill>
                <a:srgbClr val="ABBCCA"/>
              </a:solidFill>
              <a:prstDash val="solid"/>
              <a:miter lim="961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6" name="Google Shape;18436;p139"/>
            <p:cNvSpPr/>
            <p:nvPr/>
          </p:nvSpPr>
          <p:spPr>
            <a:xfrm>
              <a:off x="3621678"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7" name="Google Shape;18437;p139"/>
            <p:cNvSpPr/>
            <p:nvPr/>
          </p:nvSpPr>
          <p:spPr>
            <a:xfrm>
              <a:off x="3689021"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8" name="Google Shape;18438;p139"/>
            <p:cNvSpPr/>
            <p:nvPr/>
          </p:nvSpPr>
          <p:spPr>
            <a:xfrm>
              <a:off x="3755607"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9" name="Google Shape;18439;p139"/>
            <p:cNvSpPr/>
            <p:nvPr/>
          </p:nvSpPr>
          <p:spPr>
            <a:xfrm>
              <a:off x="3756365" y="3165551"/>
              <a:ext cx="44504" cy="44504"/>
            </a:xfrm>
            <a:custGeom>
              <a:avLst/>
              <a:gdLst/>
              <a:ahLst/>
              <a:cxnLst/>
              <a:rect l="l" t="t" r="r" b="b"/>
              <a:pathLst>
                <a:path w="1703" h="1703" extrusionOk="0">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0" name="Google Shape;18440;p139"/>
            <p:cNvSpPr/>
            <p:nvPr/>
          </p:nvSpPr>
          <p:spPr>
            <a:xfrm>
              <a:off x="3822950"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1" name="Google Shape;18441;p139"/>
            <p:cNvSpPr/>
            <p:nvPr/>
          </p:nvSpPr>
          <p:spPr>
            <a:xfrm>
              <a:off x="3823708" y="3165551"/>
              <a:ext cx="44504" cy="44504"/>
            </a:xfrm>
            <a:custGeom>
              <a:avLst/>
              <a:gdLst/>
              <a:ahLst/>
              <a:cxnLst/>
              <a:rect l="l" t="t" r="r" b="b"/>
              <a:pathLst>
                <a:path w="1703" h="1703" extrusionOk="0">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2" name="Google Shape;18442;p139"/>
            <p:cNvSpPr/>
            <p:nvPr/>
          </p:nvSpPr>
          <p:spPr>
            <a:xfrm>
              <a:off x="3562514" y="3105185"/>
              <a:ext cx="40897" cy="36507"/>
            </a:xfrm>
            <a:custGeom>
              <a:avLst/>
              <a:gdLst/>
              <a:ahLst/>
              <a:cxnLst/>
              <a:rect l="l" t="t" r="r" b="b"/>
              <a:pathLst>
                <a:path w="1565" h="1397" extrusionOk="0">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3" name="Google Shape;18443;p139"/>
            <p:cNvSpPr/>
            <p:nvPr/>
          </p:nvSpPr>
          <p:spPr>
            <a:xfrm>
              <a:off x="3562436"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4" name="Google Shape;18444;p139"/>
            <p:cNvSpPr/>
            <p:nvPr/>
          </p:nvSpPr>
          <p:spPr>
            <a:xfrm>
              <a:off x="3629622" y="3105185"/>
              <a:ext cx="41133" cy="36507"/>
            </a:xfrm>
            <a:custGeom>
              <a:avLst/>
              <a:gdLst/>
              <a:ahLst/>
              <a:cxnLst/>
              <a:rect l="l" t="t" r="r" b="b"/>
              <a:pathLst>
                <a:path w="1574" h="1397" extrusionOk="0">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w="3125" cap="flat" cmpd="sng">
              <a:solidFill>
                <a:srgbClr val="ABBCCA"/>
              </a:solidFill>
              <a:prstDash val="solid"/>
              <a:miter lim="961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5" name="Google Shape;18445;p139"/>
            <p:cNvSpPr/>
            <p:nvPr/>
          </p:nvSpPr>
          <p:spPr>
            <a:xfrm>
              <a:off x="3629779"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6" name="Google Shape;18446;p139"/>
            <p:cNvSpPr/>
            <p:nvPr/>
          </p:nvSpPr>
          <p:spPr>
            <a:xfrm>
              <a:off x="3696887" y="3173313"/>
              <a:ext cx="41263" cy="36742"/>
            </a:xfrm>
            <a:custGeom>
              <a:avLst/>
              <a:gdLst/>
              <a:ahLst/>
              <a:cxnLst/>
              <a:rect l="l" t="t" r="r" b="b"/>
              <a:pathLst>
                <a:path w="1579" h="1406" extrusionOk="0">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7" name="Google Shape;18447;p139"/>
            <p:cNvSpPr/>
            <p:nvPr/>
          </p:nvSpPr>
          <p:spPr>
            <a:xfrm>
              <a:off x="3764309"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8" name="Google Shape;18448;p139"/>
            <p:cNvSpPr/>
            <p:nvPr/>
          </p:nvSpPr>
          <p:spPr>
            <a:xfrm>
              <a:off x="3764231" y="3173313"/>
              <a:ext cx="41289" cy="36742"/>
            </a:xfrm>
            <a:custGeom>
              <a:avLst/>
              <a:gdLst/>
              <a:ahLst/>
              <a:cxnLst/>
              <a:rect l="l" t="t" r="r" b="b"/>
              <a:pathLst>
                <a:path w="1580" h="1406" extrusionOk="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9" name="Google Shape;18449;p139"/>
            <p:cNvSpPr/>
            <p:nvPr/>
          </p:nvSpPr>
          <p:spPr>
            <a:xfrm>
              <a:off x="3831653"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0" name="Google Shape;18450;p139"/>
            <p:cNvSpPr/>
            <p:nvPr/>
          </p:nvSpPr>
          <p:spPr>
            <a:xfrm>
              <a:off x="3831574" y="3173313"/>
              <a:ext cx="41289" cy="36742"/>
            </a:xfrm>
            <a:custGeom>
              <a:avLst/>
              <a:gdLst/>
              <a:ahLst/>
              <a:cxnLst/>
              <a:rect l="l" t="t" r="r" b="b"/>
              <a:pathLst>
                <a:path w="1580" h="1406" extrusionOk="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1" name="Google Shape;18451;p139"/>
            <p:cNvSpPr/>
            <p:nvPr/>
          </p:nvSpPr>
          <p:spPr>
            <a:xfrm>
              <a:off x="3550310" y="2939375"/>
              <a:ext cx="101786" cy="65854"/>
            </a:xfrm>
            <a:custGeom>
              <a:avLst/>
              <a:gdLst/>
              <a:ahLst/>
              <a:cxnLst/>
              <a:rect l="l" t="t" r="r" b="b"/>
              <a:pathLst>
                <a:path w="3895" h="2520" extrusionOk="0">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2" name="Google Shape;18452;p139"/>
            <p:cNvSpPr/>
            <p:nvPr/>
          </p:nvSpPr>
          <p:spPr>
            <a:xfrm>
              <a:off x="3568655" y="2939375"/>
              <a:ext cx="83441" cy="65854"/>
            </a:xfrm>
            <a:custGeom>
              <a:avLst/>
              <a:gdLst/>
              <a:ahLst/>
              <a:cxnLst/>
              <a:rect l="l" t="t" r="r" b="b"/>
              <a:pathLst>
                <a:path w="3193" h="2520" extrusionOk="0">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3" name="Google Shape;18453;p139"/>
            <p:cNvSpPr/>
            <p:nvPr/>
          </p:nvSpPr>
          <p:spPr>
            <a:xfrm>
              <a:off x="3633725" y="2986100"/>
              <a:ext cx="90993" cy="65880"/>
            </a:xfrm>
            <a:custGeom>
              <a:avLst/>
              <a:gdLst/>
              <a:ahLst/>
              <a:cxnLst/>
              <a:rect l="l" t="t" r="r" b="b"/>
              <a:pathLst>
                <a:path w="3482" h="2521" extrusionOk="0">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4" name="Google Shape;18454;p139"/>
            <p:cNvSpPr/>
            <p:nvPr/>
          </p:nvSpPr>
          <p:spPr>
            <a:xfrm>
              <a:off x="3657610" y="2986100"/>
              <a:ext cx="67108" cy="63868"/>
            </a:xfrm>
            <a:custGeom>
              <a:avLst/>
              <a:gdLst/>
              <a:ahLst/>
              <a:cxnLst/>
              <a:rect l="l" t="t" r="r" b="b"/>
              <a:pathLst>
                <a:path w="2568" h="2444" extrusionOk="0">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5" name="Google Shape;18455;p139"/>
            <p:cNvSpPr/>
            <p:nvPr/>
          </p:nvSpPr>
          <p:spPr>
            <a:xfrm>
              <a:off x="3723438" y="2950298"/>
              <a:ext cx="126142" cy="143154"/>
            </a:xfrm>
            <a:custGeom>
              <a:avLst/>
              <a:gdLst/>
              <a:ahLst/>
              <a:cxnLst/>
              <a:rect l="l" t="t" r="r" b="b"/>
              <a:pathLst>
                <a:path w="4827" h="5478" extrusionOk="0">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6" name="Google Shape;18456;p139"/>
            <p:cNvSpPr/>
            <p:nvPr/>
          </p:nvSpPr>
          <p:spPr>
            <a:xfrm>
              <a:off x="3743037" y="3024567"/>
              <a:ext cx="47274" cy="45000"/>
            </a:xfrm>
            <a:custGeom>
              <a:avLst/>
              <a:gdLst/>
              <a:ahLst/>
              <a:cxnLst/>
              <a:rect l="l" t="t" r="r" b="b"/>
              <a:pathLst>
                <a:path w="1809" h="1722" extrusionOk="0">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7" name="Google Shape;18457;p139"/>
            <p:cNvSpPr/>
            <p:nvPr/>
          </p:nvSpPr>
          <p:spPr>
            <a:xfrm>
              <a:off x="3641016" y="3064392"/>
              <a:ext cx="117884" cy="81586"/>
            </a:xfrm>
            <a:custGeom>
              <a:avLst/>
              <a:gdLst/>
              <a:ahLst/>
              <a:cxnLst/>
              <a:rect l="l" t="t" r="r" b="b"/>
              <a:pathLst>
                <a:path w="4511" h="3122" extrusionOk="0">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8" name="Google Shape;18458;p139"/>
            <p:cNvSpPr/>
            <p:nvPr/>
          </p:nvSpPr>
          <p:spPr>
            <a:xfrm>
              <a:off x="3662628" y="3064210"/>
              <a:ext cx="92509" cy="58694"/>
            </a:xfrm>
            <a:custGeom>
              <a:avLst/>
              <a:gdLst/>
              <a:ahLst/>
              <a:cxnLst/>
              <a:rect l="l" t="t" r="r" b="b"/>
              <a:pathLst>
                <a:path w="3540" h="2246" extrusionOk="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59" name="Google Shape;18459;p139"/>
          <p:cNvGrpSpPr/>
          <p:nvPr/>
        </p:nvGrpSpPr>
        <p:grpSpPr>
          <a:xfrm>
            <a:off x="2640873" y="2891631"/>
            <a:ext cx="366404" cy="366404"/>
            <a:chOff x="2640873" y="2891631"/>
            <a:chExt cx="366404" cy="366404"/>
          </a:xfrm>
        </p:grpSpPr>
        <p:sp>
          <p:nvSpPr>
            <p:cNvPr id="18460" name="Google Shape;18460;p139"/>
            <p:cNvSpPr/>
            <p:nvPr/>
          </p:nvSpPr>
          <p:spPr>
            <a:xfrm>
              <a:off x="2696405" y="2945646"/>
              <a:ext cx="310872" cy="312388"/>
            </a:xfrm>
            <a:custGeom>
              <a:avLst/>
              <a:gdLst/>
              <a:ahLst/>
              <a:cxnLst/>
              <a:rect l="l" t="t" r="r" b="b"/>
              <a:pathLst>
                <a:path w="11896" h="11954" extrusionOk="0">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1" name="Google Shape;18461;p139"/>
            <p:cNvSpPr/>
            <p:nvPr/>
          </p:nvSpPr>
          <p:spPr>
            <a:xfrm>
              <a:off x="2696405" y="3118539"/>
              <a:ext cx="60340" cy="57073"/>
            </a:xfrm>
            <a:custGeom>
              <a:avLst/>
              <a:gdLst/>
              <a:ahLst/>
              <a:cxnLst/>
              <a:rect l="l" t="t" r="r" b="b"/>
              <a:pathLst>
                <a:path w="2309" h="2184" extrusionOk="0">
                  <a:moveTo>
                    <a:pt x="1" y="1"/>
                  </a:moveTo>
                  <a:lnTo>
                    <a:pt x="1" y="2184"/>
                  </a:lnTo>
                  <a:lnTo>
                    <a:pt x="2309" y="2184"/>
                  </a:lnTo>
                  <a:lnTo>
                    <a:pt x="230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2" name="Google Shape;18462;p139"/>
            <p:cNvSpPr/>
            <p:nvPr/>
          </p:nvSpPr>
          <p:spPr>
            <a:xfrm>
              <a:off x="2864776" y="2945646"/>
              <a:ext cx="26420" cy="60340"/>
            </a:xfrm>
            <a:custGeom>
              <a:avLst/>
              <a:gdLst/>
              <a:ahLst/>
              <a:cxnLst/>
              <a:rect l="l" t="t" r="r" b="b"/>
              <a:pathLst>
                <a:path w="1011" h="2309" extrusionOk="0">
                  <a:moveTo>
                    <a:pt x="1" y="1"/>
                  </a:moveTo>
                  <a:lnTo>
                    <a:pt x="1" y="2309"/>
                  </a:lnTo>
                  <a:lnTo>
                    <a:pt x="1010" y="2309"/>
                  </a:lnTo>
                  <a:lnTo>
                    <a:pt x="101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3" name="Google Shape;18463;p139"/>
            <p:cNvSpPr/>
            <p:nvPr/>
          </p:nvSpPr>
          <p:spPr>
            <a:xfrm>
              <a:off x="2640873" y="2891631"/>
              <a:ext cx="310872" cy="312127"/>
            </a:xfrm>
            <a:custGeom>
              <a:avLst/>
              <a:gdLst/>
              <a:ahLst/>
              <a:cxnLst/>
              <a:rect l="l" t="t" r="r" b="b"/>
              <a:pathLst>
                <a:path w="11896" h="11944" extrusionOk="0">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4" name="Google Shape;18464;p139"/>
            <p:cNvSpPr/>
            <p:nvPr/>
          </p:nvSpPr>
          <p:spPr>
            <a:xfrm>
              <a:off x="2821318" y="2972798"/>
              <a:ext cx="11080" cy="33188"/>
            </a:xfrm>
            <a:custGeom>
              <a:avLst/>
              <a:gdLst/>
              <a:ahLst/>
              <a:cxnLst/>
              <a:rect l="l" t="t" r="r" b="b"/>
              <a:pathLst>
                <a:path w="424" h="1270" extrusionOk="0">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5" name="Google Shape;18465;p139"/>
            <p:cNvSpPr/>
            <p:nvPr/>
          </p:nvSpPr>
          <p:spPr>
            <a:xfrm>
              <a:off x="2855734" y="2982598"/>
              <a:ext cx="11342" cy="23389"/>
            </a:xfrm>
            <a:custGeom>
              <a:avLst/>
              <a:gdLst/>
              <a:ahLst/>
              <a:cxnLst/>
              <a:rect l="l" t="t" r="r" b="b"/>
              <a:pathLst>
                <a:path w="434" h="895" extrusionOk="0">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6" name="Google Shape;18466;p139"/>
            <p:cNvSpPr/>
            <p:nvPr/>
          </p:nvSpPr>
          <p:spPr>
            <a:xfrm>
              <a:off x="2786379" y="2982598"/>
              <a:ext cx="11080" cy="23389"/>
            </a:xfrm>
            <a:custGeom>
              <a:avLst/>
              <a:gdLst/>
              <a:ahLst/>
              <a:cxnLst/>
              <a:rect l="l" t="t" r="r" b="b"/>
              <a:pathLst>
                <a:path w="424" h="895" extrusionOk="0">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7" name="Google Shape;18467;p139"/>
            <p:cNvSpPr/>
            <p:nvPr/>
          </p:nvSpPr>
          <p:spPr>
            <a:xfrm>
              <a:off x="2972468" y="2972040"/>
              <a:ext cx="11943" cy="33946"/>
            </a:xfrm>
            <a:custGeom>
              <a:avLst/>
              <a:gdLst/>
              <a:ahLst/>
              <a:cxnLst/>
              <a:rect l="l" t="t" r="r" b="b"/>
              <a:pathLst>
                <a:path w="457" h="1299" extrusionOk="0">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8" name="Google Shape;18468;p139"/>
            <p:cNvSpPr/>
            <p:nvPr/>
          </p:nvSpPr>
          <p:spPr>
            <a:xfrm>
              <a:off x="2811753" y="3143182"/>
              <a:ext cx="11342" cy="33241"/>
            </a:xfrm>
            <a:custGeom>
              <a:avLst/>
              <a:gdLst/>
              <a:ahLst/>
              <a:cxnLst/>
              <a:rect l="l" t="t" r="r" b="b"/>
              <a:pathLst>
                <a:path w="434" h="1272" extrusionOk="0">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9" name="Google Shape;18469;p139"/>
            <p:cNvSpPr/>
            <p:nvPr/>
          </p:nvSpPr>
          <p:spPr>
            <a:xfrm>
              <a:off x="2777337" y="3143182"/>
              <a:ext cx="11080" cy="24957"/>
            </a:xfrm>
            <a:custGeom>
              <a:avLst/>
              <a:gdLst/>
              <a:ahLst/>
              <a:cxnLst/>
              <a:rect l="l" t="t" r="r" b="b"/>
              <a:pathLst>
                <a:path w="424" h="955" extrusionOk="0">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0" name="Google Shape;18470;p139"/>
            <p:cNvSpPr/>
            <p:nvPr/>
          </p:nvSpPr>
          <p:spPr>
            <a:xfrm>
              <a:off x="2846693" y="3143182"/>
              <a:ext cx="11342" cy="24957"/>
            </a:xfrm>
            <a:custGeom>
              <a:avLst/>
              <a:gdLst/>
              <a:ahLst/>
              <a:cxnLst/>
              <a:rect l="l" t="t" r="r" b="b"/>
              <a:pathLst>
                <a:path w="434" h="955" extrusionOk="0">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1" name="Google Shape;18471;p139"/>
            <p:cNvSpPr/>
            <p:nvPr/>
          </p:nvSpPr>
          <p:spPr>
            <a:xfrm>
              <a:off x="2742659" y="3143182"/>
              <a:ext cx="11080" cy="33241"/>
            </a:xfrm>
            <a:custGeom>
              <a:avLst/>
              <a:gdLst/>
              <a:ahLst/>
              <a:cxnLst/>
              <a:rect l="l" t="t" r="r" b="b"/>
              <a:pathLst>
                <a:path w="424" h="1272" extrusionOk="0">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2" name="Google Shape;18472;p139"/>
            <p:cNvSpPr/>
            <p:nvPr/>
          </p:nvSpPr>
          <p:spPr>
            <a:xfrm>
              <a:off x="2707589" y="3143182"/>
              <a:ext cx="11838" cy="25897"/>
            </a:xfrm>
            <a:custGeom>
              <a:avLst/>
              <a:gdLst/>
              <a:ahLst/>
              <a:cxnLst/>
              <a:rect l="l" t="t" r="r" b="b"/>
              <a:pathLst>
                <a:path w="453" h="991" extrusionOk="0">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3" name="Google Shape;18473;p139"/>
            <p:cNvSpPr/>
            <p:nvPr/>
          </p:nvSpPr>
          <p:spPr>
            <a:xfrm>
              <a:off x="2673042" y="3143182"/>
              <a:ext cx="11838" cy="34181"/>
            </a:xfrm>
            <a:custGeom>
              <a:avLst/>
              <a:gdLst/>
              <a:ahLst/>
              <a:cxnLst/>
              <a:rect l="l" t="t" r="r" b="b"/>
              <a:pathLst>
                <a:path w="453" h="1308" extrusionOk="0">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74" name="Google Shape;18474;p139"/>
          <p:cNvGrpSpPr/>
          <p:nvPr/>
        </p:nvGrpSpPr>
        <p:grpSpPr>
          <a:xfrm>
            <a:off x="2197091" y="2938120"/>
            <a:ext cx="366665" cy="273189"/>
            <a:chOff x="2197091" y="2938120"/>
            <a:chExt cx="366665" cy="273189"/>
          </a:xfrm>
        </p:grpSpPr>
        <p:sp>
          <p:nvSpPr>
            <p:cNvPr id="18475" name="Google Shape;18475;p139"/>
            <p:cNvSpPr/>
            <p:nvPr/>
          </p:nvSpPr>
          <p:spPr>
            <a:xfrm>
              <a:off x="2197091" y="2938120"/>
              <a:ext cx="366665" cy="273189"/>
            </a:xfrm>
            <a:custGeom>
              <a:avLst/>
              <a:gdLst/>
              <a:ahLst/>
              <a:cxnLst/>
              <a:rect l="l" t="t" r="r" b="b"/>
              <a:pathLst>
                <a:path w="14031" h="10454" extrusionOk="0">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6" name="Google Shape;18476;p139"/>
            <p:cNvSpPr/>
            <p:nvPr/>
          </p:nvSpPr>
          <p:spPr>
            <a:xfrm>
              <a:off x="2218206" y="2938120"/>
              <a:ext cx="345550" cy="273189"/>
            </a:xfrm>
            <a:custGeom>
              <a:avLst/>
              <a:gdLst/>
              <a:ahLst/>
              <a:cxnLst/>
              <a:rect l="l" t="t" r="r" b="b"/>
              <a:pathLst>
                <a:path w="13223" h="10454" extrusionOk="0">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7" name="Google Shape;18477;p139"/>
            <p:cNvSpPr/>
            <p:nvPr/>
          </p:nvSpPr>
          <p:spPr>
            <a:xfrm>
              <a:off x="2197352" y="2938120"/>
              <a:ext cx="366404" cy="47274"/>
            </a:xfrm>
            <a:custGeom>
              <a:avLst/>
              <a:gdLst/>
              <a:ahLst/>
              <a:cxnLst/>
              <a:rect l="l" t="t" r="r" b="b"/>
              <a:pathLst>
                <a:path w="14021" h="1809" extrusionOk="0">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8" name="Google Shape;18478;p139"/>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9" name="Google Shape;18479;p139"/>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0" name="Google Shape;18480;p139"/>
            <p:cNvSpPr/>
            <p:nvPr/>
          </p:nvSpPr>
          <p:spPr>
            <a:xfrm>
              <a:off x="2215697" y="3003451"/>
              <a:ext cx="43746" cy="11342"/>
            </a:xfrm>
            <a:custGeom>
              <a:avLst/>
              <a:gdLst/>
              <a:ahLst/>
              <a:cxnLst/>
              <a:rect l="l" t="t" r="r" b="b"/>
              <a:pathLst>
                <a:path w="1674" h="434" extrusionOk="0">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1" name="Google Shape;18481;p139"/>
            <p:cNvSpPr/>
            <p:nvPr/>
          </p:nvSpPr>
          <p:spPr>
            <a:xfrm>
              <a:off x="2271725" y="3003451"/>
              <a:ext cx="44007" cy="11342"/>
            </a:xfrm>
            <a:custGeom>
              <a:avLst/>
              <a:gdLst/>
              <a:ahLst/>
              <a:cxnLst/>
              <a:rect l="l" t="t" r="r" b="b"/>
              <a:pathLst>
                <a:path w="1684" h="434" extrusionOk="0">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2" name="Google Shape;18482;p139"/>
            <p:cNvSpPr/>
            <p:nvPr/>
          </p:nvSpPr>
          <p:spPr>
            <a:xfrm>
              <a:off x="2326917" y="3003451"/>
              <a:ext cx="45967" cy="11342"/>
            </a:xfrm>
            <a:custGeom>
              <a:avLst/>
              <a:gdLst/>
              <a:ahLst/>
              <a:cxnLst/>
              <a:rect l="l" t="t" r="r" b="b"/>
              <a:pathLst>
                <a:path w="1759" h="434" extrusionOk="0">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3" name="Google Shape;18483;p139"/>
            <p:cNvSpPr/>
            <p:nvPr/>
          </p:nvSpPr>
          <p:spPr>
            <a:xfrm>
              <a:off x="2384069" y="3003451"/>
              <a:ext cx="43746" cy="11342"/>
            </a:xfrm>
            <a:custGeom>
              <a:avLst/>
              <a:gdLst/>
              <a:ahLst/>
              <a:cxnLst/>
              <a:rect l="l" t="t" r="r" b="b"/>
              <a:pathLst>
                <a:path w="1674" h="434" extrusionOk="0">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4" name="Google Shape;18484;p139"/>
            <p:cNvSpPr/>
            <p:nvPr/>
          </p:nvSpPr>
          <p:spPr>
            <a:xfrm>
              <a:off x="2439261" y="3003451"/>
              <a:ext cx="45680" cy="11342"/>
            </a:xfrm>
            <a:custGeom>
              <a:avLst/>
              <a:gdLst/>
              <a:ahLst/>
              <a:cxnLst/>
              <a:rect l="l" t="t" r="r" b="b"/>
              <a:pathLst>
                <a:path w="1748" h="434" extrusionOk="0">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5" name="Google Shape;18485;p139"/>
            <p:cNvSpPr/>
            <p:nvPr/>
          </p:nvSpPr>
          <p:spPr>
            <a:xfrm>
              <a:off x="2495289" y="3003451"/>
              <a:ext cx="45706" cy="11342"/>
            </a:xfrm>
            <a:custGeom>
              <a:avLst/>
              <a:gdLst/>
              <a:ahLst/>
              <a:cxnLst/>
              <a:rect l="l" t="t" r="r" b="b"/>
              <a:pathLst>
                <a:path w="1749" h="434" extrusionOk="0">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6" name="Google Shape;18486;p139"/>
            <p:cNvSpPr/>
            <p:nvPr/>
          </p:nvSpPr>
          <p:spPr>
            <a:xfrm>
              <a:off x="2219878" y="2957458"/>
              <a:ext cx="279043" cy="11368"/>
            </a:xfrm>
            <a:custGeom>
              <a:avLst/>
              <a:gdLst/>
              <a:ahLst/>
              <a:cxnLst/>
              <a:rect l="l" t="t" r="r" b="b"/>
              <a:pathLst>
                <a:path w="10678" h="435" extrusionOk="0">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7" name="Google Shape;18487;p139"/>
            <p:cNvSpPr/>
            <p:nvPr/>
          </p:nvSpPr>
          <p:spPr>
            <a:xfrm>
              <a:off x="2517711" y="2949932"/>
              <a:ext cx="34835" cy="26995"/>
            </a:xfrm>
            <a:custGeom>
              <a:avLst/>
              <a:gdLst/>
              <a:ahLst/>
              <a:cxnLst/>
              <a:rect l="l" t="t" r="r" b="b"/>
              <a:pathLst>
                <a:path w="1333" h="1033" extrusionOk="0">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8" name="Google Shape;18488;p139"/>
            <p:cNvSpPr/>
            <p:nvPr/>
          </p:nvSpPr>
          <p:spPr>
            <a:xfrm>
              <a:off x="2222230" y="3037894"/>
              <a:ext cx="195027" cy="143494"/>
            </a:xfrm>
            <a:custGeom>
              <a:avLst/>
              <a:gdLst/>
              <a:ahLst/>
              <a:cxnLst/>
              <a:rect l="l" t="t" r="r" b="b"/>
              <a:pathLst>
                <a:path w="7463" h="5491" extrusionOk="0">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9" name="Google Shape;18489;p139"/>
            <p:cNvSpPr/>
            <p:nvPr/>
          </p:nvSpPr>
          <p:spPr>
            <a:xfrm>
              <a:off x="2447623" y="3032328"/>
              <a:ext cx="93554" cy="11132"/>
            </a:xfrm>
            <a:custGeom>
              <a:avLst/>
              <a:gdLst/>
              <a:ahLst/>
              <a:cxnLst/>
              <a:rect l="l" t="t" r="r" b="b"/>
              <a:pathLst>
                <a:path w="3580" h="426" extrusionOk="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0" name="Google Shape;18490;p139"/>
            <p:cNvSpPr/>
            <p:nvPr/>
          </p:nvSpPr>
          <p:spPr>
            <a:xfrm>
              <a:off x="2436229" y="3056187"/>
              <a:ext cx="105000" cy="11394"/>
            </a:xfrm>
            <a:custGeom>
              <a:avLst/>
              <a:gdLst/>
              <a:ahLst/>
              <a:cxnLst/>
              <a:rect l="l" t="t" r="r" b="b"/>
              <a:pathLst>
                <a:path w="4018" h="436" extrusionOk="0">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1" name="Google Shape;18491;p139"/>
            <p:cNvSpPr/>
            <p:nvPr/>
          </p:nvSpPr>
          <p:spPr>
            <a:xfrm>
              <a:off x="2437327" y="3080098"/>
              <a:ext cx="102805" cy="11080"/>
            </a:xfrm>
            <a:custGeom>
              <a:avLst/>
              <a:gdLst/>
              <a:ahLst/>
              <a:cxnLst/>
              <a:rect l="l" t="t" r="r" b="b"/>
              <a:pathLst>
                <a:path w="3934" h="424" extrusionOk="0">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2" name="Google Shape;18492;p139"/>
            <p:cNvSpPr/>
            <p:nvPr/>
          </p:nvSpPr>
          <p:spPr>
            <a:xfrm>
              <a:off x="2436229" y="3103957"/>
              <a:ext cx="105000" cy="11368"/>
            </a:xfrm>
            <a:custGeom>
              <a:avLst/>
              <a:gdLst/>
              <a:ahLst/>
              <a:cxnLst/>
              <a:rect l="l" t="t" r="r" b="b"/>
              <a:pathLst>
                <a:path w="4018" h="435" extrusionOk="0">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3" name="Google Shape;18493;p139"/>
            <p:cNvSpPr/>
            <p:nvPr/>
          </p:nvSpPr>
          <p:spPr>
            <a:xfrm>
              <a:off x="2436308" y="3128051"/>
              <a:ext cx="104870" cy="11159"/>
            </a:xfrm>
            <a:custGeom>
              <a:avLst/>
              <a:gdLst/>
              <a:ahLst/>
              <a:cxnLst/>
              <a:rect l="l" t="t" r="r" b="b"/>
              <a:pathLst>
                <a:path w="4013" h="427" extrusionOk="0">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4" name="Google Shape;18494;p139"/>
            <p:cNvSpPr/>
            <p:nvPr/>
          </p:nvSpPr>
          <p:spPr>
            <a:xfrm>
              <a:off x="2437327" y="3151962"/>
              <a:ext cx="102805" cy="11342"/>
            </a:xfrm>
            <a:custGeom>
              <a:avLst/>
              <a:gdLst/>
              <a:ahLst/>
              <a:cxnLst/>
              <a:rect l="l" t="t" r="r" b="b"/>
              <a:pathLst>
                <a:path w="3934" h="434" extrusionOk="0">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5" name="Google Shape;18495;p139"/>
            <p:cNvSpPr/>
            <p:nvPr/>
          </p:nvSpPr>
          <p:spPr>
            <a:xfrm>
              <a:off x="2436229" y="3175821"/>
              <a:ext cx="77012" cy="11368"/>
            </a:xfrm>
            <a:custGeom>
              <a:avLst/>
              <a:gdLst/>
              <a:ahLst/>
              <a:cxnLst/>
              <a:rect l="l" t="t" r="r" b="b"/>
              <a:pathLst>
                <a:path w="2947" h="435" extrusionOk="0">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6" name="Google Shape;18496;p139"/>
            <p:cNvSpPr/>
            <p:nvPr/>
          </p:nvSpPr>
          <p:spPr>
            <a:xfrm>
              <a:off x="2226255" y="3090525"/>
              <a:ext cx="111847" cy="90863"/>
            </a:xfrm>
            <a:custGeom>
              <a:avLst/>
              <a:gdLst/>
              <a:ahLst/>
              <a:cxnLst/>
              <a:rect l="l" t="t" r="r" b="b"/>
              <a:pathLst>
                <a:path w="4280" h="3477" extrusionOk="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7" name="Google Shape;18497;p139"/>
            <p:cNvSpPr/>
            <p:nvPr/>
          </p:nvSpPr>
          <p:spPr>
            <a:xfrm>
              <a:off x="2324513" y="3056474"/>
              <a:ext cx="68363" cy="62561"/>
            </a:xfrm>
            <a:custGeom>
              <a:avLst/>
              <a:gdLst/>
              <a:ahLst/>
              <a:cxnLst/>
              <a:rect l="l" t="t" r="r" b="b"/>
              <a:pathLst>
                <a:path w="2616" h="2394" extrusionOk="0">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8" name="Google Shape;18498;p139"/>
            <p:cNvSpPr/>
            <p:nvPr/>
          </p:nvSpPr>
          <p:spPr>
            <a:xfrm>
              <a:off x="2253380" y="3090342"/>
              <a:ext cx="55819" cy="47953"/>
            </a:xfrm>
            <a:custGeom>
              <a:avLst/>
              <a:gdLst/>
              <a:ahLst/>
              <a:cxnLst/>
              <a:rect l="l" t="t" r="r" b="b"/>
              <a:pathLst>
                <a:path w="2136" h="1835" extrusionOk="0">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99" name="Google Shape;18499;p139"/>
          <p:cNvGrpSpPr/>
          <p:nvPr/>
        </p:nvGrpSpPr>
        <p:grpSpPr>
          <a:xfrm>
            <a:off x="1753570" y="2892127"/>
            <a:ext cx="366665" cy="365202"/>
            <a:chOff x="1753570" y="2892127"/>
            <a:chExt cx="366665" cy="365202"/>
          </a:xfrm>
        </p:grpSpPr>
        <p:sp>
          <p:nvSpPr>
            <p:cNvPr id="18500" name="Google Shape;18500;p139"/>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1" name="Google Shape;18501;p139"/>
            <p:cNvSpPr/>
            <p:nvPr/>
          </p:nvSpPr>
          <p:spPr>
            <a:xfrm>
              <a:off x="1775939" y="3076335"/>
              <a:ext cx="342780" cy="104295"/>
            </a:xfrm>
            <a:custGeom>
              <a:avLst/>
              <a:gdLst/>
              <a:ahLst/>
              <a:cxnLst/>
              <a:rect l="l" t="t" r="r" b="b"/>
              <a:pathLst>
                <a:path w="13117" h="3991" extrusionOk="0">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2" name="Google Shape;18502;p139"/>
            <p:cNvSpPr/>
            <p:nvPr/>
          </p:nvSpPr>
          <p:spPr>
            <a:xfrm>
              <a:off x="2046934" y="3180578"/>
              <a:ext cx="70218" cy="76751"/>
            </a:xfrm>
            <a:custGeom>
              <a:avLst/>
              <a:gdLst/>
              <a:ahLst/>
              <a:cxnLst/>
              <a:rect l="l" t="t" r="r" b="b"/>
              <a:pathLst>
                <a:path w="2687" h="2937" extrusionOk="0">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3" name="Google Shape;18503;p139"/>
            <p:cNvSpPr/>
            <p:nvPr/>
          </p:nvSpPr>
          <p:spPr>
            <a:xfrm>
              <a:off x="2064416" y="3186405"/>
              <a:ext cx="52709" cy="60836"/>
            </a:xfrm>
            <a:custGeom>
              <a:avLst/>
              <a:gdLst/>
              <a:ahLst/>
              <a:cxnLst/>
              <a:rect l="l" t="t" r="r" b="b"/>
              <a:pathLst>
                <a:path w="2017" h="2328" extrusionOk="0">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4" name="Google Shape;18504;p139"/>
            <p:cNvSpPr/>
            <p:nvPr/>
          </p:nvSpPr>
          <p:spPr>
            <a:xfrm>
              <a:off x="1913658" y="2892650"/>
              <a:ext cx="206577" cy="160088"/>
            </a:xfrm>
            <a:custGeom>
              <a:avLst/>
              <a:gdLst/>
              <a:ahLst/>
              <a:cxnLst/>
              <a:rect l="l" t="t" r="r" b="b"/>
              <a:pathLst>
                <a:path w="7905" h="6126" extrusionOk="0">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5" name="Google Shape;18505;p139"/>
            <p:cNvSpPr/>
            <p:nvPr/>
          </p:nvSpPr>
          <p:spPr>
            <a:xfrm>
              <a:off x="1941045" y="2892650"/>
              <a:ext cx="179191" cy="160088"/>
            </a:xfrm>
            <a:custGeom>
              <a:avLst/>
              <a:gdLst/>
              <a:ahLst/>
              <a:cxnLst/>
              <a:rect l="l" t="t" r="r" b="b"/>
              <a:pathLst>
                <a:path w="6857" h="6126" extrusionOk="0">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6" name="Google Shape;18506;p139"/>
            <p:cNvSpPr/>
            <p:nvPr/>
          </p:nvSpPr>
          <p:spPr>
            <a:xfrm>
              <a:off x="1755086" y="2892127"/>
              <a:ext cx="132701" cy="160114"/>
            </a:xfrm>
            <a:custGeom>
              <a:avLst/>
              <a:gdLst/>
              <a:ahLst/>
              <a:cxnLst/>
              <a:rect l="l" t="t" r="r" b="b"/>
              <a:pathLst>
                <a:path w="5078" h="6127" extrusionOk="0">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7" name="Google Shape;18507;p139"/>
            <p:cNvSpPr/>
            <p:nvPr/>
          </p:nvSpPr>
          <p:spPr>
            <a:xfrm>
              <a:off x="1777455" y="2892127"/>
              <a:ext cx="110331" cy="160114"/>
            </a:xfrm>
            <a:custGeom>
              <a:avLst/>
              <a:gdLst/>
              <a:ahLst/>
              <a:cxnLst/>
              <a:rect l="l" t="t" r="r" b="b"/>
              <a:pathLst>
                <a:path w="4222" h="6127" extrusionOk="0">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8" name="Google Shape;18508;p139"/>
            <p:cNvSpPr/>
            <p:nvPr/>
          </p:nvSpPr>
          <p:spPr>
            <a:xfrm>
              <a:off x="1755086" y="2892127"/>
              <a:ext cx="132701" cy="159853"/>
            </a:xfrm>
            <a:custGeom>
              <a:avLst/>
              <a:gdLst/>
              <a:ahLst/>
              <a:cxnLst/>
              <a:rect l="l" t="t" r="r" b="b"/>
              <a:pathLst>
                <a:path w="5078" h="6117" extrusionOk="0">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9" name="Google Shape;18509;p139"/>
            <p:cNvSpPr/>
            <p:nvPr/>
          </p:nvSpPr>
          <p:spPr>
            <a:xfrm>
              <a:off x="1939268" y="2914496"/>
              <a:ext cx="72910" cy="11080"/>
            </a:xfrm>
            <a:custGeom>
              <a:avLst/>
              <a:gdLst/>
              <a:ahLst/>
              <a:cxnLst/>
              <a:rect l="l" t="t" r="r" b="b"/>
              <a:pathLst>
                <a:path w="2790" h="424" extrusionOk="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0" name="Google Shape;18510;p139"/>
            <p:cNvSpPr/>
            <p:nvPr/>
          </p:nvSpPr>
          <p:spPr>
            <a:xfrm>
              <a:off x="2021690" y="2914496"/>
              <a:ext cx="72648" cy="11080"/>
            </a:xfrm>
            <a:custGeom>
              <a:avLst/>
              <a:gdLst/>
              <a:ahLst/>
              <a:cxnLst/>
              <a:rect l="l" t="t" r="r" b="b"/>
              <a:pathLst>
                <a:path w="2780" h="424" extrusionOk="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1" name="Google Shape;18511;p139"/>
            <p:cNvSpPr/>
            <p:nvPr/>
          </p:nvSpPr>
          <p:spPr>
            <a:xfrm>
              <a:off x="1939268" y="2949436"/>
              <a:ext cx="72910" cy="11315"/>
            </a:xfrm>
            <a:custGeom>
              <a:avLst/>
              <a:gdLst/>
              <a:ahLst/>
              <a:cxnLst/>
              <a:rect l="l" t="t" r="r" b="b"/>
              <a:pathLst>
                <a:path w="2790" h="433" extrusionOk="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2" name="Google Shape;18512;p139"/>
            <p:cNvSpPr/>
            <p:nvPr/>
          </p:nvSpPr>
          <p:spPr>
            <a:xfrm>
              <a:off x="2021690" y="2949436"/>
              <a:ext cx="72648" cy="11315"/>
            </a:xfrm>
            <a:custGeom>
              <a:avLst/>
              <a:gdLst/>
              <a:ahLst/>
              <a:cxnLst/>
              <a:rect l="l" t="t" r="r" b="b"/>
              <a:pathLst>
                <a:path w="2780" h="433" extrusionOk="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3" name="Google Shape;18513;p139"/>
            <p:cNvSpPr/>
            <p:nvPr/>
          </p:nvSpPr>
          <p:spPr>
            <a:xfrm>
              <a:off x="1939268" y="2984610"/>
              <a:ext cx="72910" cy="11080"/>
            </a:xfrm>
            <a:custGeom>
              <a:avLst/>
              <a:gdLst/>
              <a:ahLst/>
              <a:cxnLst/>
              <a:rect l="l" t="t" r="r" b="b"/>
              <a:pathLst>
                <a:path w="2790" h="424" extrusionOk="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4" name="Google Shape;18514;p139"/>
            <p:cNvSpPr/>
            <p:nvPr/>
          </p:nvSpPr>
          <p:spPr>
            <a:xfrm>
              <a:off x="2021690" y="2984610"/>
              <a:ext cx="72648" cy="11080"/>
            </a:xfrm>
            <a:custGeom>
              <a:avLst/>
              <a:gdLst/>
              <a:ahLst/>
              <a:cxnLst/>
              <a:rect l="l" t="t" r="r" b="b"/>
              <a:pathLst>
                <a:path w="2780" h="424" extrusionOk="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5" name="Google Shape;18515;p139"/>
            <p:cNvSpPr/>
            <p:nvPr/>
          </p:nvSpPr>
          <p:spPr>
            <a:xfrm>
              <a:off x="1939268" y="3019549"/>
              <a:ext cx="72910" cy="11080"/>
            </a:xfrm>
            <a:custGeom>
              <a:avLst/>
              <a:gdLst/>
              <a:ahLst/>
              <a:cxnLst/>
              <a:rect l="l" t="t" r="r" b="b"/>
              <a:pathLst>
                <a:path w="2790" h="424" extrusionOk="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6" name="Google Shape;18516;p139"/>
            <p:cNvSpPr/>
            <p:nvPr/>
          </p:nvSpPr>
          <p:spPr>
            <a:xfrm>
              <a:off x="2021690" y="3019549"/>
              <a:ext cx="72648" cy="11080"/>
            </a:xfrm>
            <a:custGeom>
              <a:avLst/>
              <a:gdLst/>
              <a:ahLst/>
              <a:cxnLst/>
              <a:rect l="l" t="t" r="r" b="b"/>
              <a:pathLst>
                <a:path w="2780" h="424" extrusionOk="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7" name="Google Shape;18517;p139"/>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18" name="Google Shape;18518;p139"/>
          <p:cNvGrpSpPr/>
          <p:nvPr/>
        </p:nvGrpSpPr>
        <p:grpSpPr>
          <a:xfrm>
            <a:off x="1303751" y="3807339"/>
            <a:ext cx="367684" cy="366561"/>
            <a:chOff x="1303751" y="3807339"/>
            <a:chExt cx="367684" cy="366561"/>
          </a:xfrm>
        </p:grpSpPr>
        <p:sp>
          <p:nvSpPr>
            <p:cNvPr id="18519" name="Google Shape;18519;p139"/>
            <p:cNvSpPr/>
            <p:nvPr/>
          </p:nvSpPr>
          <p:spPr>
            <a:xfrm>
              <a:off x="1305006" y="4056356"/>
              <a:ext cx="366430" cy="117387"/>
            </a:xfrm>
            <a:custGeom>
              <a:avLst/>
              <a:gdLst/>
              <a:ahLst/>
              <a:cxnLst/>
              <a:rect l="l" t="t" r="r" b="b"/>
              <a:pathLst>
                <a:path w="14022" h="4492" extrusionOk="0">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0" name="Google Shape;18520;p139"/>
            <p:cNvSpPr/>
            <p:nvPr/>
          </p:nvSpPr>
          <p:spPr>
            <a:xfrm>
              <a:off x="1305267" y="4079980"/>
              <a:ext cx="366169" cy="93763"/>
            </a:xfrm>
            <a:custGeom>
              <a:avLst/>
              <a:gdLst/>
              <a:ahLst/>
              <a:cxnLst/>
              <a:rect l="l" t="t" r="r" b="b"/>
              <a:pathLst>
                <a:path w="14012" h="3588" extrusionOk="0">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1" name="Google Shape;18521;p139"/>
            <p:cNvSpPr/>
            <p:nvPr/>
          </p:nvSpPr>
          <p:spPr>
            <a:xfrm>
              <a:off x="1605556" y="4079980"/>
              <a:ext cx="39225" cy="70401"/>
            </a:xfrm>
            <a:custGeom>
              <a:avLst/>
              <a:gdLst/>
              <a:ahLst/>
              <a:cxnLst/>
              <a:rect l="l" t="t" r="r" b="b"/>
              <a:pathLst>
                <a:path w="1501" h="2694" extrusionOk="0">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2" name="Google Shape;18522;p139"/>
            <p:cNvSpPr/>
            <p:nvPr/>
          </p:nvSpPr>
          <p:spPr>
            <a:xfrm>
              <a:off x="1516104"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3" name="Google Shape;18523;p139"/>
            <p:cNvSpPr/>
            <p:nvPr/>
          </p:nvSpPr>
          <p:spPr>
            <a:xfrm>
              <a:off x="1427149"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4" name="Google Shape;18524;p139"/>
            <p:cNvSpPr/>
            <p:nvPr/>
          </p:nvSpPr>
          <p:spPr>
            <a:xfrm>
              <a:off x="1575294"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5" name="Google Shape;18525;p139"/>
            <p:cNvSpPr/>
            <p:nvPr/>
          </p:nvSpPr>
          <p:spPr>
            <a:xfrm>
              <a:off x="1575294"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6" name="Google Shape;18526;p139"/>
            <p:cNvSpPr/>
            <p:nvPr/>
          </p:nvSpPr>
          <p:spPr>
            <a:xfrm>
              <a:off x="1485686" y="4079745"/>
              <a:ext cx="11838" cy="49260"/>
            </a:xfrm>
            <a:custGeom>
              <a:avLst/>
              <a:gdLst/>
              <a:ahLst/>
              <a:cxnLst/>
              <a:rect l="l" t="t" r="r" b="b"/>
              <a:pathLst>
                <a:path w="453" h="1885" extrusionOk="0">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7" name="Google Shape;18527;p139"/>
            <p:cNvSpPr/>
            <p:nvPr/>
          </p:nvSpPr>
          <p:spPr>
            <a:xfrm>
              <a:off x="1485686" y="4139536"/>
              <a:ext cx="11838" cy="19129"/>
            </a:xfrm>
            <a:custGeom>
              <a:avLst/>
              <a:gdLst/>
              <a:ahLst/>
              <a:cxnLst/>
              <a:rect l="l" t="t" r="r" b="b"/>
              <a:pathLst>
                <a:path w="453" h="732" extrusionOk="0">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8" name="Google Shape;18528;p139"/>
            <p:cNvSpPr/>
            <p:nvPr/>
          </p:nvSpPr>
          <p:spPr>
            <a:xfrm>
              <a:off x="1396626"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9" name="Google Shape;18529;p139"/>
            <p:cNvSpPr/>
            <p:nvPr/>
          </p:nvSpPr>
          <p:spPr>
            <a:xfrm>
              <a:off x="1396626"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0" name="Google Shape;18530;p139"/>
            <p:cNvSpPr/>
            <p:nvPr/>
          </p:nvSpPr>
          <p:spPr>
            <a:xfrm>
              <a:off x="1304274" y="3915110"/>
              <a:ext cx="353573" cy="258712"/>
            </a:xfrm>
            <a:custGeom>
              <a:avLst/>
              <a:gdLst/>
              <a:ahLst/>
              <a:cxnLst/>
              <a:rect l="l" t="t" r="r" b="b"/>
              <a:pathLst>
                <a:path w="13530" h="9900" extrusionOk="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1" name="Google Shape;18531;p139"/>
            <p:cNvSpPr/>
            <p:nvPr/>
          </p:nvSpPr>
          <p:spPr>
            <a:xfrm>
              <a:off x="1307018" y="3927706"/>
              <a:ext cx="350829" cy="245776"/>
            </a:xfrm>
            <a:custGeom>
              <a:avLst/>
              <a:gdLst/>
              <a:ahLst/>
              <a:cxnLst/>
              <a:rect l="l" t="t" r="r" b="b"/>
              <a:pathLst>
                <a:path w="13425" h="9405" extrusionOk="0">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2" name="Google Shape;18532;p139"/>
            <p:cNvSpPr/>
            <p:nvPr/>
          </p:nvSpPr>
          <p:spPr>
            <a:xfrm>
              <a:off x="1560582" y="3944431"/>
              <a:ext cx="65122" cy="74060"/>
            </a:xfrm>
            <a:custGeom>
              <a:avLst/>
              <a:gdLst/>
              <a:ahLst/>
              <a:cxnLst/>
              <a:rect l="l" t="t" r="r" b="b"/>
              <a:pathLst>
                <a:path w="2492" h="2834" extrusionOk="0">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3" name="Google Shape;18533;p139"/>
            <p:cNvSpPr/>
            <p:nvPr/>
          </p:nvSpPr>
          <p:spPr>
            <a:xfrm>
              <a:off x="1533953" y="3971922"/>
              <a:ext cx="47326" cy="69565"/>
            </a:xfrm>
            <a:custGeom>
              <a:avLst/>
              <a:gdLst/>
              <a:ahLst/>
              <a:cxnLst/>
              <a:rect l="l" t="t" r="r" b="b"/>
              <a:pathLst>
                <a:path w="1811" h="2662" extrusionOk="0">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4" name="Google Shape;18534;p139"/>
            <p:cNvSpPr/>
            <p:nvPr/>
          </p:nvSpPr>
          <p:spPr>
            <a:xfrm>
              <a:off x="1482942" y="3989169"/>
              <a:ext cx="65096" cy="74112"/>
            </a:xfrm>
            <a:custGeom>
              <a:avLst/>
              <a:gdLst/>
              <a:ahLst/>
              <a:cxnLst/>
              <a:rect l="l" t="t" r="r" b="b"/>
              <a:pathLst>
                <a:path w="2491" h="2836" extrusionOk="0">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5" name="Google Shape;18535;p139"/>
            <p:cNvSpPr/>
            <p:nvPr/>
          </p:nvSpPr>
          <p:spPr>
            <a:xfrm>
              <a:off x="1456548" y="4016922"/>
              <a:ext cx="45497" cy="69382"/>
            </a:xfrm>
            <a:custGeom>
              <a:avLst/>
              <a:gdLst/>
              <a:ahLst/>
              <a:cxnLst/>
              <a:rect l="l" t="t" r="r" b="b"/>
              <a:pathLst>
                <a:path w="1741" h="2655" extrusionOk="0">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6" name="Google Shape;18536;p139"/>
            <p:cNvSpPr/>
            <p:nvPr/>
          </p:nvSpPr>
          <p:spPr>
            <a:xfrm>
              <a:off x="1405799" y="4033778"/>
              <a:ext cx="65096" cy="74112"/>
            </a:xfrm>
            <a:custGeom>
              <a:avLst/>
              <a:gdLst/>
              <a:ahLst/>
              <a:cxnLst/>
              <a:rect l="l" t="t" r="r" b="b"/>
              <a:pathLst>
                <a:path w="2491" h="2836" extrusionOk="0">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7" name="Google Shape;18537;p139"/>
            <p:cNvSpPr/>
            <p:nvPr/>
          </p:nvSpPr>
          <p:spPr>
            <a:xfrm>
              <a:off x="1379405" y="4061452"/>
              <a:ext cx="45261" cy="69330"/>
            </a:xfrm>
            <a:custGeom>
              <a:avLst/>
              <a:gdLst/>
              <a:ahLst/>
              <a:cxnLst/>
              <a:rect l="l" t="t" r="r" b="b"/>
              <a:pathLst>
                <a:path w="1732" h="2653" extrusionOk="0">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8" name="Google Shape;18538;p139"/>
            <p:cNvSpPr/>
            <p:nvPr/>
          </p:nvSpPr>
          <p:spPr>
            <a:xfrm>
              <a:off x="1305267" y="3823907"/>
              <a:ext cx="261612" cy="349993"/>
            </a:xfrm>
            <a:custGeom>
              <a:avLst/>
              <a:gdLst/>
              <a:ahLst/>
              <a:cxnLst/>
              <a:rect l="l" t="t" r="r" b="b"/>
              <a:pathLst>
                <a:path w="10011" h="13393" extrusionOk="0">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9" name="Google Shape;18539;p139"/>
            <p:cNvSpPr/>
            <p:nvPr/>
          </p:nvSpPr>
          <p:spPr>
            <a:xfrm>
              <a:off x="1320345" y="3828690"/>
              <a:ext cx="246299" cy="344792"/>
            </a:xfrm>
            <a:custGeom>
              <a:avLst/>
              <a:gdLst/>
              <a:ahLst/>
              <a:cxnLst/>
              <a:rect l="l" t="t" r="r" b="b"/>
              <a:pathLst>
                <a:path w="9425" h="13194" extrusionOk="0">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0" name="Google Shape;18540;p139"/>
            <p:cNvSpPr/>
            <p:nvPr/>
          </p:nvSpPr>
          <p:spPr>
            <a:xfrm>
              <a:off x="1460076" y="3854979"/>
              <a:ext cx="76647" cy="62561"/>
            </a:xfrm>
            <a:custGeom>
              <a:avLst/>
              <a:gdLst/>
              <a:ahLst/>
              <a:cxnLst/>
              <a:rect l="l" t="t" r="r" b="b"/>
              <a:pathLst>
                <a:path w="2933" h="2394" extrusionOk="0">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1" name="Google Shape;18541;p139"/>
            <p:cNvSpPr/>
            <p:nvPr/>
          </p:nvSpPr>
          <p:spPr>
            <a:xfrm>
              <a:off x="1414579" y="3932514"/>
              <a:ext cx="76673" cy="62535"/>
            </a:xfrm>
            <a:custGeom>
              <a:avLst/>
              <a:gdLst/>
              <a:ahLst/>
              <a:cxnLst/>
              <a:rect l="l" t="t" r="r" b="b"/>
              <a:pathLst>
                <a:path w="2934" h="2393" extrusionOk="0">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2" name="Google Shape;18542;p139"/>
            <p:cNvSpPr/>
            <p:nvPr/>
          </p:nvSpPr>
          <p:spPr>
            <a:xfrm>
              <a:off x="1370102" y="4009527"/>
              <a:ext cx="76673" cy="62535"/>
            </a:xfrm>
            <a:custGeom>
              <a:avLst/>
              <a:gdLst/>
              <a:ahLst/>
              <a:cxnLst/>
              <a:rect l="l" t="t" r="r" b="b"/>
              <a:pathLst>
                <a:path w="2934" h="2393" extrusionOk="0">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3" name="Google Shape;18543;p139"/>
            <p:cNvSpPr/>
            <p:nvPr/>
          </p:nvSpPr>
          <p:spPr>
            <a:xfrm>
              <a:off x="1442254" y="3903481"/>
              <a:ext cx="48972" cy="30131"/>
            </a:xfrm>
            <a:custGeom>
              <a:avLst/>
              <a:gdLst/>
              <a:ahLst/>
              <a:cxnLst/>
              <a:rect l="l" t="t" r="r" b="b"/>
              <a:pathLst>
                <a:path w="1874" h="1153" extrusionOk="0">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4" name="Google Shape;18544;p139"/>
            <p:cNvSpPr/>
            <p:nvPr/>
          </p:nvSpPr>
          <p:spPr>
            <a:xfrm>
              <a:off x="1494022" y="3933612"/>
              <a:ext cx="23101" cy="15078"/>
            </a:xfrm>
            <a:custGeom>
              <a:avLst/>
              <a:gdLst/>
              <a:ahLst/>
              <a:cxnLst/>
              <a:rect l="l" t="t" r="r" b="b"/>
              <a:pathLst>
                <a:path w="884" h="577" extrusionOk="0">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5" name="Google Shape;18545;p139"/>
            <p:cNvSpPr/>
            <p:nvPr/>
          </p:nvSpPr>
          <p:spPr>
            <a:xfrm>
              <a:off x="1397462" y="3981147"/>
              <a:ext cx="48816" cy="30131"/>
            </a:xfrm>
            <a:custGeom>
              <a:avLst/>
              <a:gdLst/>
              <a:ahLst/>
              <a:cxnLst/>
              <a:rect l="l" t="t" r="r" b="b"/>
              <a:pathLst>
                <a:path w="1868" h="1153" extrusionOk="0">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6" name="Google Shape;18546;p139"/>
            <p:cNvSpPr/>
            <p:nvPr/>
          </p:nvSpPr>
          <p:spPr>
            <a:xfrm>
              <a:off x="1449022" y="4011042"/>
              <a:ext cx="23101" cy="15288"/>
            </a:xfrm>
            <a:custGeom>
              <a:avLst/>
              <a:gdLst/>
              <a:ahLst/>
              <a:cxnLst/>
              <a:rect l="l" t="t" r="r" b="b"/>
              <a:pathLst>
                <a:path w="884" h="585" extrusionOk="0">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7" name="Google Shape;18547;p139"/>
            <p:cNvSpPr/>
            <p:nvPr/>
          </p:nvSpPr>
          <p:spPr>
            <a:xfrm>
              <a:off x="1404806" y="4088185"/>
              <a:ext cx="22918" cy="15209"/>
            </a:xfrm>
            <a:custGeom>
              <a:avLst/>
              <a:gdLst/>
              <a:ahLst/>
              <a:cxnLst/>
              <a:rect l="l" t="t" r="r" b="b"/>
              <a:pathLst>
                <a:path w="877" h="582" extrusionOk="0">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8" name="Google Shape;18548;p139"/>
            <p:cNvSpPr/>
            <p:nvPr/>
          </p:nvSpPr>
          <p:spPr>
            <a:xfrm>
              <a:off x="1352985" y="4058290"/>
              <a:ext cx="48816" cy="30105"/>
            </a:xfrm>
            <a:custGeom>
              <a:avLst/>
              <a:gdLst/>
              <a:ahLst/>
              <a:cxnLst/>
              <a:rect l="l" t="t" r="r" b="b"/>
              <a:pathLst>
                <a:path w="1868" h="1152" extrusionOk="0">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9" name="Google Shape;18549;p139"/>
            <p:cNvSpPr/>
            <p:nvPr/>
          </p:nvSpPr>
          <p:spPr>
            <a:xfrm>
              <a:off x="1303751" y="3807339"/>
              <a:ext cx="118903" cy="366404"/>
            </a:xfrm>
            <a:custGeom>
              <a:avLst/>
              <a:gdLst/>
              <a:ahLst/>
              <a:cxnLst/>
              <a:rect l="l" t="t" r="r" b="b"/>
              <a:pathLst>
                <a:path w="4550" h="14021" extrusionOk="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0" name="Google Shape;18550;p139"/>
            <p:cNvSpPr/>
            <p:nvPr/>
          </p:nvSpPr>
          <p:spPr>
            <a:xfrm>
              <a:off x="1326879" y="3807339"/>
              <a:ext cx="95776" cy="366142"/>
            </a:xfrm>
            <a:custGeom>
              <a:avLst/>
              <a:gdLst/>
              <a:ahLst/>
              <a:cxnLst/>
              <a:rect l="l" t="t" r="r" b="b"/>
              <a:pathLst>
                <a:path w="3665" h="14011" extrusionOk="0">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1" name="Google Shape;18551;p139"/>
            <p:cNvSpPr/>
            <p:nvPr/>
          </p:nvSpPr>
          <p:spPr>
            <a:xfrm>
              <a:off x="1328891" y="3834230"/>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2" name="Google Shape;18552;p139"/>
            <p:cNvSpPr/>
            <p:nvPr/>
          </p:nvSpPr>
          <p:spPr>
            <a:xfrm>
              <a:off x="1328891" y="3923943"/>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3" name="Google Shape;18553;p139"/>
            <p:cNvSpPr/>
            <p:nvPr/>
          </p:nvSpPr>
          <p:spPr>
            <a:xfrm>
              <a:off x="1328891" y="4012898"/>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4" name="Google Shape;18554;p139"/>
            <p:cNvSpPr/>
            <p:nvPr/>
          </p:nvSpPr>
          <p:spPr>
            <a:xfrm>
              <a:off x="1387192" y="3891983"/>
              <a:ext cx="22474" cy="11394"/>
            </a:xfrm>
            <a:custGeom>
              <a:avLst/>
              <a:gdLst/>
              <a:ahLst/>
              <a:cxnLst/>
              <a:rect l="l" t="t" r="r" b="b"/>
              <a:pathLst>
                <a:path w="860" h="436" extrusionOk="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5" name="Google Shape;18555;p139"/>
            <p:cNvSpPr/>
            <p:nvPr/>
          </p:nvSpPr>
          <p:spPr>
            <a:xfrm>
              <a:off x="1327375" y="3891983"/>
              <a:ext cx="52396" cy="11394"/>
            </a:xfrm>
            <a:custGeom>
              <a:avLst/>
              <a:gdLst/>
              <a:ahLst/>
              <a:cxnLst/>
              <a:rect l="l" t="t" r="r" b="b"/>
              <a:pathLst>
                <a:path w="2005" h="436" extrusionOk="0">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6" name="Google Shape;18556;p139"/>
            <p:cNvSpPr/>
            <p:nvPr/>
          </p:nvSpPr>
          <p:spPr>
            <a:xfrm>
              <a:off x="1326539" y="3981695"/>
              <a:ext cx="53232" cy="11394"/>
            </a:xfrm>
            <a:custGeom>
              <a:avLst/>
              <a:gdLst/>
              <a:ahLst/>
              <a:cxnLst/>
              <a:rect l="l" t="t" r="r" b="b"/>
              <a:pathLst>
                <a:path w="2037" h="436" extrusionOk="0">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7" name="Google Shape;18557;p139"/>
            <p:cNvSpPr/>
            <p:nvPr/>
          </p:nvSpPr>
          <p:spPr>
            <a:xfrm>
              <a:off x="1386330" y="3981695"/>
              <a:ext cx="23336" cy="11394"/>
            </a:xfrm>
            <a:custGeom>
              <a:avLst/>
              <a:gdLst/>
              <a:ahLst/>
              <a:cxnLst/>
              <a:rect l="l" t="t" r="r" b="b"/>
              <a:pathLst>
                <a:path w="893" h="436" extrusionOk="0">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8" name="Google Shape;18558;p139"/>
            <p:cNvSpPr/>
            <p:nvPr/>
          </p:nvSpPr>
          <p:spPr>
            <a:xfrm>
              <a:off x="1327375" y="4070677"/>
              <a:ext cx="52396" cy="11368"/>
            </a:xfrm>
            <a:custGeom>
              <a:avLst/>
              <a:gdLst/>
              <a:ahLst/>
              <a:cxnLst/>
              <a:rect l="l" t="t" r="r" b="b"/>
              <a:pathLst>
                <a:path w="2005" h="435" extrusionOk="0">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9" name="Google Shape;18559;p139"/>
            <p:cNvSpPr/>
            <p:nvPr/>
          </p:nvSpPr>
          <p:spPr>
            <a:xfrm>
              <a:off x="1387192" y="4070677"/>
              <a:ext cx="22474" cy="11368"/>
            </a:xfrm>
            <a:custGeom>
              <a:avLst/>
              <a:gdLst/>
              <a:ahLst/>
              <a:cxnLst/>
              <a:rect l="l" t="t" r="r" b="b"/>
              <a:pathLst>
                <a:path w="860" h="435" extrusionOk="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560" name="Google Shape;18560;p139"/>
          <p:cNvSpPr/>
          <p:nvPr/>
        </p:nvSpPr>
        <p:spPr>
          <a:xfrm>
            <a:off x="1321365" y="2905951"/>
            <a:ext cx="30157" cy="28667"/>
          </a:xfrm>
          <a:custGeom>
            <a:avLst/>
            <a:gdLst/>
            <a:ahLst/>
            <a:cxnLst/>
            <a:rect l="l" t="t" r="r" b="b"/>
            <a:pathLst>
              <a:path w="1154" h="1097" extrusionOk="0">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561" name="Google Shape;18561;p139"/>
          <p:cNvGrpSpPr/>
          <p:nvPr/>
        </p:nvGrpSpPr>
        <p:grpSpPr>
          <a:xfrm>
            <a:off x="1310049" y="2891421"/>
            <a:ext cx="384749" cy="366613"/>
            <a:chOff x="1310049" y="2891421"/>
            <a:chExt cx="384749" cy="366613"/>
          </a:xfrm>
        </p:grpSpPr>
        <p:sp>
          <p:nvSpPr>
            <p:cNvPr id="18562" name="Google Shape;18562;p139"/>
            <p:cNvSpPr/>
            <p:nvPr/>
          </p:nvSpPr>
          <p:spPr>
            <a:xfrm>
              <a:off x="1310049" y="2891421"/>
              <a:ext cx="384749" cy="366613"/>
            </a:xfrm>
            <a:custGeom>
              <a:avLst/>
              <a:gdLst/>
              <a:ahLst/>
              <a:cxnLst/>
              <a:rect l="l" t="t" r="r" b="b"/>
              <a:pathLst>
                <a:path w="14723" h="14029" extrusionOk="0">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3" name="Google Shape;18563;p139"/>
            <p:cNvSpPr/>
            <p:nvPr/>
          </p:nvSpPr>
          <p:spPr>
            <a:xfrm>
              <a:off x="1342218" y="2904697"/>
              <a:ext cx="324932" cy="324696"/>
            </a:xfrm>
            <a:custGeom>
              <a:avLst/>
              <a:gdLst/>
              <a:ahLst/>
              <a:cxnLst/>
              <a:rect l="l" t="t" r="r" b="b"/>
              <a:pathLst>
                <a:path w="12434" h="12425" extrusionOk="0">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4" name="Google Shape;18564;p139"/>
            <p:cNvSpPr/>
            <p:nvPr/>
          </p:nvSpPr>
          <p:spPr>
            <a:xfrm>
              <a:off x="1355546" y="2931848"/>
              <a:ext cx="22134" cy="19573"/>
            </a:xfrm>
            <a:custGeom>
              <a:avLst/>
              <a:gdLst/>
              <a:ahLst/>
              <a:cxnLst/>
              <a:rect l="l" t="t" r="r" b="b"/>
              <a:pathLst>
                <a:path w="847" h="749" extrusionOk="0">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5" name="Google Shape;18565;p139"/>
            <p:cNvSpPr/>
            <p:nvPr/>
          </p:nvSpPr>
          <p:spPr>
            <a:xfrm>
              <a:off x="1372610" y="2957720"/>
              <a:ext cx="30680" cy="28667"/>
            </a:xfrm>
            <a:custGeom>
              <a:avLst/>
              <a:gdLst/>
              <a:ahLst/>
              <a:cxnLst/>
              <a:rect l="l" t="t" r="r" b="b"/>
              <a:pathLst>
                <a:path w="1174" h="1097" extrusionOk="0">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6" name="Google Shape;18566;p139"/>
            <p:cNvSpPr/>
            <p:nvPr/>
          </p:nvSpPr>
          <p:spPr>
            <a:xfrm>
              <a:off x="1407001" y="2983356"/>
              <a:ext cx="21925" cy="19599"/>
            </a:xfrm>
            <a:custGeom>
              <a:avLst/>
              <a:gdLst/>
              <a:ahLst/>
              <a:cxnLst/>
              <a:rect l="l" t="t" r="r" b="b"/>
              <a:pathLst>
                <a:path w="839" h="750" extrusionOk="0">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7" name="Google Shape;18567;p139"/>
            <p:cNvSpPr/>
            <p:nvPr/>
          </p:nvSpPr>
          <p:spPr>
            <a:xfrm>
              <a:off x="1424379" y="3009227"/>
              <a:ext cx="30444" cy="28693"/>
            </a:xfrm>
            <a:custGeom>
              <a:avLst/>
              <a:gdLst/>
              <a:ahLst/>
              <a:cxnLst/>
              <a:rect l="l" t="t" r="r" b="b"/>
              <a:pathLst>
                <a:path w="1165" h="1098" extrusionOk="0">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8" name="Google Shape;18568;p139"/>
            <p:cNvSpPr/>
            <p:nvPr/>
          </p:nvSpPr>
          <p:spPr>
            <a:xfrm>
              <a:off x="1458769" y="3035124"/>
              <a:ext cx="21925" cy="19338"/>
            </a:xfrm>
            <a:custGeom>
              <a:avLst/>
              <a:gdLst/>
              <a:ahLst/>
              <a:cxnLst/>
              <a:rect l="l" t="t" r="r" b="b"/>
              <a:pathLst>
                <a:path w="839" h="740" extrusionOk="0">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9" name="Google Shape;18569;p139"/>
            <p:cNvSpPr/>
            <p:nvPr/>
          </p:nvSpPr>
          <p:spPr>
            <a:xfrm>
              <a:off x="1475886" y="3060995"/>
              <a:ext cx="30444" cy="28667"/>
            </a:xfrm>
            <a:custGeom>
              <a:avLst/>
              <a:gdLst/>
              <a:ahLst/>
              <a:cxnLst/>
              <a:rect l="l" t="t" r="r" b="b"/>
              <a:pathLst>
                <a:path w="1165" h="1097" extrusionOk="0">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0" name="Google Shape;18570;p139"/>
            <p:cNvSpPr/>
            <p:nvPr/>
          </p:nvSpPr>
          <p:spPr>
            <a:xfrm>
              <a:off x="1510276" y="3086631"/>
              <a:ext cx="21925" cy="19599"/>
            </a:xfrm>
            <a:custGeom>
              <a:avLst/>
              <a:gdLst/>
              <a:ahLst/>
              <a:cxnLst/>
              <a:rect l="l" t="t" r="r" b="b"/>
              <a:pathLst>
                <a:path w="839" h="750" extrusionOk="0">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1" name="Google Shape;18571;p139"/>
            <p:cNvSpPr/>
            <p:nvPr/>
          </p:nvSpPr>
          <p:spPr>
            <a:xfrm>
              <a:off x="1527655" y="3112267"/>
              <a:ext cx="30444" cy="28667"/>
            </a:xfrm>
            <a:custGeom>
              <a:avLst/>
              <a:gdLst/>
              <a:ahLst/>
              <a:cxnLst/>
              <a:rect l="l" t="t" r="r" b="b"/>
              <a:pathLst>
                <a:path w="1165" h="1097" extrusionOk="0">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2" name="Google Shape;18572;p139"/>
            <p:cNvSpPr/>
            <p:nvPr/>
          </p:nvSpPr>
          <p:spPr>
            <a:xfrm>
              <a:off x="1578639" y="3164036"/>
              <a:ext cx="31228" cy="28876"/>
            </a:xfrm>
            <a:custGeom>
              <a:avLst/>
              <a:gdLst/>
              <a:ahLst/>
              <a:cxnLst/>
              <a:rect l="l" t="t" r="r" b="b"/>
              <a:pathLst>
                <a:path w="1195" h="1105" extrusionOk="0">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3" name="Google Shape;18573;p139"/>
            <p:cNvSpPr/>
            <p:nvPr/>
          </p:nvSpPr>
          <p:spPr>
            <a:xfrm>
              <a:off x="1614101" y="3189907"/>
              <a:ext cx="21403" cy="19390"/>
            </a:xfrm>
            <a:custGeom>
              <a:avLst/>
              <a:gdLst/>
              <a:ahLst/>
              <a:cxnLst/>
              <a:rect l="l" t="t" r="r" b="b"/>
              <a:pathLst>
                <a:path w="819" h="742" extrusionOk="0">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4" name="Google Shape;18574;p139"/>
            <p:cNvSpPr/>
            <p:nvPr/>
          </p:nvSpPr>
          <p:spPr>
            <a:xfrm>
              <a:off x="1630930" y="3215804"/>
              <a:ext cx="30444" cy="28406"/>
            </a:xfrm>
            <a:custGeom>
              <a:avLst/>
              <a:gdLst/>
              <a:ahLst/>
              <a:cxnLst/>
              <a:rect l="l" t="t" r="r" b="b"/>
              <a:pathLst>
                <a:path w="1165" h="1087" extrusionOk="0">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5" name="Google Shape;18575;p139"/>
            <p:cNvSpPr/>
            <p:nvPr/>
          </p:nvSpPr>
          <p:spPr>
            <a:xfrm>
              <a:off x="1562332" y="3138138"/>
              <a:ext cx="21403" cy="19286"/>
            </a:xfrm>
            <a:custGeom>
              <a:avLst/>
              <a:gdLst/>
              <a:ahLst/>
              <a:cxnLst/>
              <a:rect l="l" t="t" r="r" b="b"/>
              <a:pathLst>
                <a:path w="819" h="738" extrusionOk="0">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76" name="Google Shape;18576;p139"/>
          <p:cNvGrpSpPr/>
          <p:nvPr/>
        </p:nvGrpSpPr>
        <p:grpSpPr>
          <a:xfrm>
            <a:off x="849673" y="2891343"/>
            <a:ext cx="383468" cy="366665"/>
            <a:chOff x="849673" y="2891343"/>
            <a:chExt cx="383468" cy="366665"/>
          </a:xfrm>
        </p:grpSpPr>
        <p:sp>
          <p:nvSpPr>
            <p:cNvPr id="18577" name="Google Shape;18577;p139"/>
            <p:cNvSpPr/>
            <p:nvPr/>
          </p:nvSpPr>
          <p:spPr>
            <a:xfrm>
              <a:off x="849673" y="2976561"/>
              <a:ext cx="322188" cy="281447"/>
            </a:xfrm>
            <a:custGeom>
              <a:avLst/>
              <a:gdLst/>
              <a:ahLst/>
              <a:cxnLst/>
              <a:rect l="l" t="t" r="r" b="b"/>
              <a:pathLst>
                <a:path w="12329" h="10770" extrusionOk="0">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8" name="Google Shape;18578;p139"/>
            <p:cNvSpPr/>
            <p:nvPr/>
          </p:nvSpPr>
          <p:spPr>
            <a:xfrm>
              <a:off x="867260" y="2976561"/>
              <a:ext cx="304600" cy="258947"/>
            </a:xfrm>
            <a:custGeom>
              <a:avLst/>
              <a:gdLst/>
              <a:ahLst/>
              <a:cxnLst/>
              <a:rect l="l" t="t" r="r" b="b"/>
              <a:pathLst>
                <a:path w="11656" h="9909" extrusionOk="0">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9" name="Google Shape;18579;p139"/>
            <p:cNvSpPr/>
            <p:nvPr/>
          </p:nvSpPr>
          <p:spPr>
            <a:xfrm>
              <a:off x="947173" y="3018948"/>
              <a:ext cx="81952" cy="50122"/>
            </a:xfrm>
            <a:custGeom>
              <a:avLst/>
              <a:gdLst/>
              <a:ahLst/>
              <a:cxnLst/>
              <a:rect l="l" t="t" r="r" b="b"/>
              <a:pathLst>
                <a:path w="3136" h="1918" extrusionOk="0">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0" name="Google Shape;18580;p139"/>
            <p:cNvSpPr/>
            <p:nvPr/>
          </p:nvSpPr>
          <p:spPr>
            <a:xfrm>
              <a:off x="967792" y="3018791"/>
              <a:ext cx="61333" cy="49521"/>
            </a:xfrm>
            <a:custGeom>
              <a:avLst/>
              <a:gdLst/>
              <a:ahLst/>
              <a:cxnLst/>
              <a:rect l="l" t="t" r="r" b="b"/>
              <a:pathLst>
                <a:path w="2347" h="1895" extrusionOk="0">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1" name="Google Shape;18581;p139"/>
            <p:cNvSpPr/>
            <p:nvPr/>
          </p:nvSpPr>
          <p:spPr>
            <a:xfrm>
              <a:off x="992174" y="3104663"/>
              <a:ext cx="65357" cy="72831"/>
            </a:xfrm>
            <a:custGeom>
              <a:avLst/>
              <a:gdLst/>
              <a:ahLst/>
              <a:cxnLst/>
              <a:rect l="l" t="t" r="r" b="b"/>
              <a:pathLst>
                <a:path w="2501" h="2787" extrusionOk="0">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2" name="Google Shape;18582;p139"/>
            <p:cNvSpPr/>
            <p:nvPr/>
          </p:nvSpPr>
          <p:spPr>
            <a:xfrm>
              <a:off x="1009499" y="3104427"/>
              <a:ext cx="48032" cy="64913"/>
            </a:xfrm>
            <a:custGeom>
              <a:avLst/>
              <a:gdLst/>
              <a:ahLst/>
              <a:cxnLst/>
              <a:rect l="l" t="t" r="r" b="b"/>
              <a:pathLst>
                <a:path w="1838" h="2484" extrusionOk="0">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3" name="Google Shape;18583;p139"/>
            <p:cNvSpPr/>
            <p:nvPr/>
          </p:nvSpPr>
          <p:spPr>
            <a:xfrm>
              <a:off x="897417" y="3078400"/>
              <a:ext cx="69147" cy="70584"/>
            </a:xfrm>
            <a:custGeom>
              <a:avLst/>
              <a:gdLst/>
              <a:ahLst/>
              <a:cxnLst/>
              <a:rect l="l" t="t" r="r" b="b"/>
              <a:pathLst>
                <a:path w="2646" h="2701" extrusionOk="0">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4" name="Google Shape;18584;p139"/>
            <p:cNvSpPr/>
            <p:nvPr/>
          </p:nvSpPr>
          <p:spPr>
            <a:xfrm>
              <a:off x="904708" y="3094915"/>
              <a:ext cx="61856" cy="54068"/>
            </a:xfrm>
            <a:custGeom>
              <a:avLst/>
              <a:gdLst/>
              <a:ahLst/>
              <a:cxnLst/>
              <a:rect l="l" t="t" r="r" b="b"/>
              <a:pathLst>
                <a:path w="2367" h="2069" extrusionOk="0">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5" name="Google Shape;18585;p139"/>
            <p:cNvSpPr/>
            <p:nvPr/>
          </p:nvSpPr>
          <p:spPr>
            <a:xfrm>
              <a:off x="1107261" y="2891343"/>
              <a:ext cx="125880" cy="143049"/>
            </a:xfrm>
            <a:custGeom>
              <a:avLst/>
              <a:gdLst/>
              <a:ahLst/>
              <a:cxnLst/>
              <a:rect l="l" t="t" r="r" b="b"/>
              <a:pathLst>
                <a:path w="4817" h="5474" extrusionOk="0">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6" name="Google Shape;18586;p139"/>
            <p:cNvSpPr/>
            <p:nvPr/>
          </p:nvSpPr>
          <p:spPr>
            <a:xfrm>
              <a:off x="1126599" y="2965507"/>
              <a:ext cx="47274" cy="45000"/>
            </a:xfrm>
            <a:custGeom>
              <a:avLst/>
              <a:gdLst/>
              <a:ahLst/>
              <a:cxnLst/>
              <a:rect l="l" t="t" r="r" b="b"/>
              <a:pathLst>
                <a:path w="1809" h="1722" extrusionOk="0">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7" name="Google Shape;18587;p139"/>
            <p:cNvSpPr/>
            <p:nvPr/>
          </p:nvSpPr>
          <p:spPr>
            <a:xfrm>
              <a:off x="1024578" y="3005411"/>
              <a:ext cx="119635" cy="81507"/>
            </a:xfrm>
            <a:custGeom>
              <a:avLst/>
              <a:gdLst/>
              <a:ahLst/>
              <a:cxnLst/>
              <a:rect l="l" t="t" r="r" b="b"/>
              <a:pathLst>
                <a:path w="4578" h="3119" extrusionOk="0">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8" name="Google Shape;18588;p139"/>
            <p:cNvSpPr/>
            <p:nvPr/>
          </p:nvSpPr>
          <p:spPr>
            <a:xfrm>
              <a:off x="1039395" y="3005150"/>
              <a:ext cx="95018" cy="60863"/>
            </a:xfrm>
            <a:custGeom>
              <a:avLst/>
              <a:gdLst/>
              <a:ahLst/>
              <a:cxnLst/>
              <a:rect l="l" t="t" r="r" b="b"/>
              <a:pathLst>
                <a:path w="3636" h="2329" extrusionOk="0">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89" name="Google Shape;18589;p139"/>
          <p:cNvGrpSpPr/>
          <p:nvPr/>
        </p:nvGrpSpPr>
        <p:grpSpPr>
          <a:xfrm>
            <a:off x="920257" y="2426002"/>
            <a:ext cx="278024" cy="366508"/>
            <a:chOff x="920257" y="2426002"/>
            <a:chExt cx="278024" cy="366508"/>
          </a:xfrm>
        </p:grpSpPr>
        <p:sp>
          <p:nvSpPr>
            <p:cNvPr id="18590" name="Google Shape;18590;p139"/>
            <p:cNvSpPr/>
            <p:nvPr/>
          </p:nvSpPr>
          <p:spPr>
            <a:xfrm>
              <a:off x="1039918" y="2426002"/>
              <a:ext cx="38964" cy="92483"/>
            </a:xfrm>
            <a:custGeom>
              <a:avLst/>
              <a:gdLst/>
              <a:ahLst/>
              <a:cxnLst/>
              <a:rect l="l" t="t" r="r" b="b"/>
              <a:pathLst>
                <a:path w="1491" h="3539" extrusionOk="0">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1" name="Google Shape;18591;p139"/>
            <p:cNvSpPr/>
            <p:nvPr/>
          </p:nvSpPr>
          <p:spPr>
            <a:xfrm>
              <a:off x="1061529" y="2429268"/>
              <a:ext cx="17352" cy="85950"/>
            </a:xfrm>
            <a:custGeom>
              <a:avLst/>
              <a:gdLst/>
              <a:ahLst/>
              <a:cxnLst/>
              <a:rect l="l" t="t" r="r" b="b"/>
              <a:pathLst>
                <a:path w="664" h="3289" extrusionOk="0">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2" name="Google Shape;18592;p139"/>
            <p:cNvSpPr/>
            <p:nvPr/>
          </p:nvSpPr>
          <p:spPr>
            <a:xfrm>
              <a:off x="920257" y="2748398"/>
              <a:ext cx="27204" cy="44112"/>
            </a:xfrm>
            <a:custGeom>
              <a:avLst/>
              <a:gdLst/>
              <a:ahLst/>
              <a:cxnLst/>
              <a:rect l="l" t="t" r="r" b="b"/>
              <a:pathLst>
                <a:path w="1041" h="1688" extrusionOk="0">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3" name="Google Shape;18593;p139"/>
            <p:cNvSpPr/>
            <p:nvPr/>
          </p:nvSpPr>
          <p:spPr>
            <a:xfrm>
              <a:off x="930083" y="2483023"/>
              <a:ext cx="136229" cy="283485"/>
            </a:xfrm>
            <a:custGeom>
              <a:avLst/>
              <a:gdLst/>
              <a:ahLst/>
              <a:cxnLst/>
              <a:rect l="l" t="t" r="r" b="b"/>
              <a:pathLst>
                <a:path w="5213" h="10848" extrusionOk="0">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4" name="Google Shape;18594;p139"/>
            <p:cNvSpPr/>
            <p:nvPr/>
          </p:nvSpPr>
          <p:spPr>
            <a:xfrm>
              <a:off x="945161" y="2690097"/>
              <a:ext cx="38728" cy="38728"/>
            </a:xfrm>
            <a:custGeom>
              <a:avLst/>
              <a:gdLst/>
              <a:ahLst/>
              <a:cxnLst/>
              <a:rect l="l" t="t" r="r" b="b"/>
              <a:pathLst>
                <a:path w="1482" h="1482" extrusionOk="0">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5" name="Google Shape;18595;p139"/>
            <p:cNvSpPr/>
            <p:nvPr/>
          </p:nvSpPr>
          <p:spPr>
            <a:xfrm>
              <a:off x="956215" y="2701151"/>
              <a:ext cx="16620" cy="16620"/>
            </a:xfrm>
            <a:custGeom>
              <a:avLst/>
              <a:gdLst/>
              <a:ahLst/>
              <a:cxnLst/>
              <a:rect l="l" t="t" r="r" b="b"/>
              <a:pathLst>
                <a:path w="636" h="636" extrusionOk="0">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6" name="Google Shape;18596;p139"/>
            <p:cNvSpPr/>
            <p:nvPr/>
          </p:nvSpPr>
          <p:spPr>
            <a:xfrm>
              <a:off x="1170841" y="2748398"/>
              <a:ext cx="27439" cy="44112"/>
            </a:xfrm>
            <a:custGeom>
              <a:avLst/>
              <a:gdLst/>
              <a:ahLst/>
              <a:cxnLst/>
              <a:rect l="l" t="t" r="r" b="b"/>
              <a:pathLst>
                <a:path w="1050" h="1688" extrusionOk="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7" name="Google Shape;18597;p139"/>
            <p:cNvSpPr/>
            <p:nvPr/>
          </p:nvSpPr>
          <p:spPr>
            <a:xfrm>
              <a:off x="1052226" y="2483023"/>
              <a:ext cx="136229" cy="283485"/>
            </a:xfrm>
            <a:custGeom>
              <a:avLst/>
              <a:gdLst/>
              <a:ahLst/>
              <a:cxnLst/>
              <a:rect l="l" t="t" r="r" b="b"/>
              <a:pathLst>
                <a:path w="5213" h="10848" extrusionOk="0">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8" name="Google Shape;18598;p139"/>
            <p:cNvSpPr/>
            <p:nvPr/>
          </p:nvSpPr>
          <p:spPr>
            <a:xfrm>
              <a:off x="1134648" y="2690097"/>
              <a:ext cx="38728" cy="38728"/>
            </a:xfrm>
            <a:custGeom>
              <a:avLst/>
              <a:gdLst/>
              <a:ahLst/>
              <a:cxnLst/>
              <a:rect l="l" t="t" r="r" b="b"/>
              <a:pathLst>
                <a:path w="1482" h="1482" extrusionOk="0">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9" name="Google Shape;18599;p139"/>
            <p:cNvSpPr/>
            <p:nvPr/>
          </p:nvSpPr>
          <p:spPr>
            <a:xfrm>
              <a:off x="1145702" y="2701151"/>
              <a:ext cx="16620" cy="16620"/>
            </a:xfrm>
            <a:custGeom>
              <a:avLst/>
              <a:gdLst/>
              <a:ahLst/>
              <a:cxnLst/>
              <a:rect l="l" t="t" r="r" b="b"/>
              <a:pathLst>
                <a:path w="636" h="636" extrusionOk="0">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0" name="Google Shape;18600;p139"/>
            <p:cNvSpPr/>
            <p:nvPr/>
          </p:nvSpPr>
          <p:spPr>
            <a:xfrm>
              <a:off x="1015536" y="2472883"/>
              <a:ext cx="87727" cy="76960"/>
            </a:xfrm>
            <a:custGeom>
              <a:avLst/>
              <a:gdLst/>
              <a:ahLst/>
              <a:cxnLst/>
              <a:rect l="l" t="t" r="r" b="b"/>
              <a:pathLst>
                <a:path w="3357" h="2945" extrusionOk="0">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1" name="Google Shape;18601;p139"/>
            <p:cNvSpPr/>
            <p:nvPr/>
          </p:nvSpPr>
          <p:spPr>
            <a:xfrm>
              <a:off x="1027844" y="2472727"/>
              <a:ext cx="83702" cy="72648"/>
            </a:xfrm>
            <a:custGeom>
              <a:avLst/>
              <a:gdLst/>
              <a:ahLst/>
              <a:cxnLst/>
              <a:rect l="l" t="t" r="r" b="b"/>
              <a:pathLst>
                <a:path w="3203" h="2780" extrusionOk="0">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2" name="Google Shape;18602;p139"/>
            <p:cNvSpPr/>
            <p:nvPr/>
          </p:nvSpPr>
          <p:spPr>
            <a:xfrm>
              <a:off x="1047182" y="2499120"/>
              <a:ext cx="24408" cy="24146"/>
            </a:xfrm>
            <a:custGeom>
              <a:avLst/>
              <a:gdLst/>
              <a:ahLst/>
              <a:cxnLst/>
              <a:rect l="l" t="t" r="r" b="b"/>
              <a:pathLst>
                <a:path w="934" h="924" extrusionOk="0">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03" name="Google Shape;18603;p139"/>
          <p:cNvGrpSpPr/>
          <p:nvPr/>
        </p:nvGrpSpPr>
        <p:grpSpPr>
          <a:xfrm>
            <a:off x="866528" y="4274484"/>
            <a:ext cx="349810" cy="366665"/>
            <a:chOff x="866528" y="4274484"/>
            <a:chExt cx="349810" cy="366665"/>
          </a:xfrm>
        </p:grpSpPr>
        <p:sp>
          <p:nvSpPr>
            <p:cNvPr id="18604" name="Google Shape;18604;p139"/>
            <p:cNvSpPr/>
            <p:nvPr/>
          </p:nvSpPr>
          <p:spPr>
            <a:xfrm>
              <a:off x="1041407" y="4370991"/>
              <a:ext cx="174931" cy="270158"/>
            </a:xfrm>
            <a:custGeom>
              <a:avLst/>
              <a:gdLst/>
              <a:ahLst/>
              <a:cxnLst/>
              <a:rect l="l" t="t" r="r" b="b"/>
              <a:pathLst>
                <a:path w="6694" h="10338" extrusionOk="0">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5" name="Google Shape;18605;p139"/>
            <p:cNvSpPr/>
            <p:nvPr/>
          </p:nvSpPr>
          <p:spPr>
            <a:xfrm>
              <a:off x="1041407" y="4516471"/>
              <a:ext cx="173938" cy="124678"/>
            </a:xfrm>
            <a:custGeom>
              <a:avLst/>
              <a:gdLst/>
              <a:ahLst/>
              <a:cxnLst/>
              <a:rect l="l" t="t" r="r" b="b"/>
              <a:pathLst>
                <a:path w="6656" h="4771" extrusionOk="0">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6" name="Google Shape;18606;p139"/>
            <p:cNvSpPr/>
            <p:nvPr/>
          </p:nvSpPr>
          <p:spPr>
            <a:xfrm>
              <a:off x="866528" y="4370991"/>
              <a:ext cx="174905" cy="270158"/>
            </a:xfrm>
            <a:custGeom>
              <a:avLst/>
              <a:gdLst/>
              <a:ahLst/>
              <a:cxnLst/>
              <a:rect l="l" t="t" r="r" b="b"/>
              <a:pathLst>
                <a:path w="6693" h="10338" extrusionOk="0">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7" name="Google Shape;18607;p139"/>
            <p:cNvSpPr/>
            <p:nvPr/>
          </p:nvSpPr>
          <p:spPr>
            <a:xfrm>
              <a:off x="866528" y="4370991"/>
              <a:ext cx="64600" cy="173650"/>
            </a:xfrm>
            <a:custGeom>
              <a:avLst/>
              <a:gdLst/>
              <a:ahLst/>
              <a:cxnLst/>
              <a:rect l="l" t="t" r="r" b="b"/>
              <a:pathLst>
                <a:path w="2472" h="6645" extrusionOk="0">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8" name="Google Shape;18608;p139"/>
            <p:cNvSpPr/>
            <p:nvPr/>
          </p:nvSpPr>
          <p:spPr>
            <a:xfrm>
              <a:off x="867522" y="4274536"/>
              <a:ext cx="347824" cy="192701"/>
            </a:xfrm>
            <a:custGeom>
              <a:avLst/>
              <a:gdLst/>
              <a:ahLst/>
              <a:cxnLst/>
              <a:rect l="l" t="t" r="r" b="b"/>
              <a:pathLst>
                <a:path w="13310" h="7374" extrusionOk="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9" name="Google Shape;18609;p139"/>
            <p:cNvSpPr/>
            <p:nvPr/>
          </p:nvSpPr>
          <p:spPr>
            <a:xfrm>
              <a:off x="1041407" y="4274484"/>
              <a:ext cx="173938" cy="131708"/>
            </a:xfrm>
            <a:custGeom>
              <a:avLst/>
              <a:gdLst/>
              <a:ahLst/>
              <a:cxnLst/>
              <a:rect l="l" t="t" r="r" b="b"/>
              <a:pathLst>
                <a:path w="6656" h="5040" extrusionOk="0">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0" name="Google Shape;18610;p139"/>
            <p:cNvSpPr/>
            <p:nvPr/>
          </p:nvSpPr>
          <p:spPr>
            <a:xfrm>
              <a:off x="1041407" y="4405669"/>
              <a:ext cx="112866" cy="173650"/>
            </a:xfrm>
            <a:custGeom>
              <a:avLst/>
              <a:gdLst/>
              <a:ahLst/>
              <a:cxnLst/>
              <a:rect l="l" t="t" r="r" b="b"/>
              <a:pathLst>
                <a:path w="4319" h="6645" extrusionOk="0">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1" name="Google Shape;18611;p139"/>
            <p:cNvSpPr/>
            <p:nvPr/>
          </p:nvSpPr>
          <p:spPr>
            <a:xfrm>
              <a:off x="928593" y="4405669"/>
              <a:ext cx="112840" cy="173415"/>
            </a:xfrm>
            <a:custGeom>
              <a:avLst/>
              <a:gdLst/>
              <a:ahLst/>
              <a:cxnLst/>
              <a:rect l="l" t="t" r="r" b="b"/>
              <a:pathLst>
                <a:path w="4318" h="6636" extrusionOk="0">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2" name="Google Shape;18612;p139"/>
            <p:cNvSpPr/>
            <p:nvPr/>
          </p:nvSpPr>
          <p:spPr>
            <a:xfrm>
              <a:off x="929848" y="4343657"/>
              <a:ext cx="223407" cy="123842"/>
            </a:xfrm>
            <a:custGeom>
              <a:avLst/>
              <a:gdLst/>
              <a:ahLst/>
              <a:cxnLst/>
              <a:rect l="l" t="t" r="r" b="b"/>
              <a:pathLst>
                <a:path w="8549" h="4739" extrusionOk="0">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3" name="Google Shape;18613;p139"/>
            <p:cNvSpPr/>
            <p:nvPr/>
          </p:nvSpPr>
          <p:spPr>
            <a:xfrm>
              <a:off x="1112017" y="4497290"/>
              <a:ext cx="29896" cy="18972"/>
            </a:xfrm>
            <a:custGeom>
              <a:avLst/>
              <a:gdLst/>
              <a:ahLst/>
              <a:cxnLst/>
              <a:rect l="l" t="t" r="r" b="b"/>
              <a:pathLst>
                <a:path w="1144" h="726" extrusionOk="0">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4" name="Google Shape;18614;p139"/>
            <p:cNvSpPr/>
            <p:nvPr/>
          </p:nvSpPr>
          <p:spPr>
            <a:xfrm>
              <a:off x="1112017" y="4481218"/>
              <a:ext cx="29896" cy="18946"/>
            </a:xfrm>
            <a:custGeom>
              <a:avLst/>
              <a:gdLst/>
              <a:ahLst/>
              <a:cxnLst/>
              <a:rect l="l" t="t" r="r" b="b"/>
              <a:pathLst>
                <a:path w="1144" h="725" extrusionOk="0">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15" name="Google Shape;18615;p139"/>
          <p:cNvGrpSpPr/>
          <p:nvPr/>
        </p:nvGrpSpPr>
        <p:grpSpPr>
          <a:xfrm>
            <a:off x="1388708" y="4274484"/>
            <a:ext cx="330210" cy="366665"/>
            <a:chOff x="1388708" y="4274484"/>
            <a:chExt cx="330210" cy="366665"/>
          </a:xfrm>
        </p:grpSpPr>
        <p:sp>
          <p:nvSpPr>
            <p:cNvPr id="18616" name="Google Shape;18616;p139"/>
            <p:cNvSpPr/>
            <p:nvPr/>
          </p:nvSpPr>
          <p:spPr>
            <a:xfrm>
              <a:off x="1490965" y="4274484"/>
              <a:ext cx="227954" cy="366665"/>
            </a:xfrm>
            <a:custGeom>
              <a:avLst/>
              <a:gdLst/>
              <a:ahLst/>
              <a:cxnLst/>
              <a:rect l="l" t="t" r="r" b="b"/>
              <a:pathLst>
                <a:path w="8723" h="14031" extrusionOk="0">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7" name="Google Shape;18617;p139"/>
            <p:cNvSpPr/>
            <p:nvPr/>
          </p:nvSpPr>
          <p:spPr>
            <a:xfrm>
              <a:off x="1651810" y="4274484"/>
              <a:ext cx="67108" cy="366665"/>
            </a:xfrm>
            <a:custGeom>
              <a:avLst/>
              <a:gdLst/>
              <a:ahLst/>
              <a:cxnLst/>
              <a:rect l="l" t="t" r="r" b="b"/>
              <a:pathLst>
                <a:path w="2568" h="14031" extrusionOk="0">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8" name="Google Shape;18618;p139"/>
            <p:cNvSpPr/>
            <p:nvPr/>
          </p:nvSpPr>
          <p:spPr>
            <a:xfrm>
              <a:off x="1395973" y="4576288"/>
              <a:ext cx="273947" cy="64861"/>
            </a:xfrm>
            <a:custGeom>
              <a:avLst/>
              <a:gdLst/>
              <a:ahLst/>
              <a:cxnLst/>
              <a:rect l="l" t="t" r="r" b="b"/>
              <a:pathLst>
                <a:path w="10483" h="2482" extrusionOk="0">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9" name="Google Shape;18619;p139"/>
            <p:cNvSpPr/>
            <p:nvPr/>
          </p:nvSpPr>
          <p:spPr>
            <a:xfrm>
              <a:off x="1523395" y="4385547"/>
              <a:ext cx="31437" cy="26916"/>
            </a:xfrm>
            <a:custGeom>
              <a:avLst/>
              <a:gdLst/>
              <a:ahLst/>
              <a:cxnLst/>
              <a:rect l="l" t="t" r="r" b="b"/>
              <a:pathLst>
                <a:path w="1203" h="1030" extrusionOk="0">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0" name="Google Shape;18620;p139"/>
            <p:cNvSpPr/>
            <p:nvPr/>
          </p:nvSpPr>
          <p:spPr>
            <a:xfrm>
              <a:off x="1569623" y="4394589"/>
              <a:ext cx="41734" cy="11106"/>
            </a:xfrm>
            <a:custGeom>
              <a:avLst/>
              <a:gdLst/>
              <a:ahLst/>
              <a:cxnLst/>
              <a:rect l="l" t="t" r="r" b="b"/>
              <a:pathLst>
                <a:path w="1597" h="425"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1" name="Google Shape;18621;p139"/>
            <p:cNvSpPr/>
            <p:nvPr/>
          </p:nvSpPr>
          <p:spPr>
            <a:xfrm>
              <a:off x="1569623" y="4407917"/>
              <a:ext cx="109103" cy="11080"/>
            </a:xfrm>
            <a:custGeom>
              <a:avLst/>
              <a:gdLst/>
              <a:ahLst/>
              <a:cxnLst/>
              <a:rect l="l" t="t" r="r" b="b"/>
              <a:pathLst>
                <a:path w="4175" h="424" extrusionOk="0">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2" name="Google Shape;18622;p139"/>
            <p:cNvSpPr/>
            <p:nvPr/>
          </p:nvSpPr>
          <p:spPr>
            <a:xfrm>
              <a:off x="1569623" y="4379014"/>
              <a:ext cx="14608" cy="11080"/>
            </a:xfrm>
            <a:custGeom>
              <a:avLst/>
              <a:gdLst/>
              <a:ahLst/>
              <a:cxnLst/>
              <a:rect l="l" t="t" r="r" b="b"/>
              <a:pathLst>
                <a:path w="559" h="424" extrusionOk="0">
                  <a:moveTo>
                    <a:pt x="280" y="1"/>
                  </a:moveTo>
                  <a:cubicBezTo>
                    <a:pt x="1" y="1"/>
                    <a:pt x="1" y="424"/>
                    <a:pt x="280" y="424"/>
                  </a:cubicBezTo>
                  <a:cubicBezTo>
                    <a:pt x="558" y="424"/>
                    <a:pt x="558" y="1"/>
                    <a:pt x="28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3" name="Google Shape;18623;p139"/>
            <p:cNvSpPr/>
            <p:nvPr/>
          </p:nvSpPr>
          <p:spPr>
            <a:xfrm>
              <a:off x="1523395" y="4444110"/>
              <a:ext cx="31437" cy="26786"/>
            </a:xfrm>
            <a:custGeom>
              <a:avLst/>
              <a:gdLst/>
              <a:ahLst/>
              <a:cxnLst/>
              <a:rect l="l" t="t" r="r" b="b"/>
              <a:pathLst>
                <a:path w="1203" h="1025" extrusionOk="0">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4" name="Google Shape;18624;p139"/>
            <p:cNvSpPr/>
            <p:nvPr/>
          </p:nvSpPr>
          <p:spPr>
            <a:xfrm>
              <a:off x="1569623" y="4453152"/>
              <a:ext cx="41734" cy="11080"/>
            </a:xfrm>
            <a:custGeom>
              <a:avLst/>
              <a:gdLst/>
              <a:ahLst/>
              <a:cxnLst/>
              <a:rect l="l" t="t" r="r" b="b"/>
              <a:pathLst>
                <a:path w="1597" h="424"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5" name="Google Shape;18625;p139"/>
            <p:cNvSpPr/>
            <p:nvPr/>
          </p:nvSpPr>
          <p:spPr>
            <a:xfrm>
              <a:off x="1569623" y="4466480"/>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6" name="Google Shape;18626;p139"/>
            <p:cNvSpPr/>
            <p:nvPr/>
          </p:nvSpPr>
          <p:spPr>
            <a:xfrm>
              <a:off x="1569623" y="4437577"/>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7" name="Google Shape;18627;p139"/>
            <p:cNvSpPr/>
            <p:nvPr/>
          </p:nvSpPr>
          <p:spPr>
            <a:xfrm>
              <a:off x="1523395" y="4502647"/>
              <a:ext cx="31437" cy="26655"/>
            </a:xfrm>
            <a:custGeom>
              <a:avLst/>
              <a:gdLst/>
              <a:ahLst/>
              <a:cxnLst/>
              <a:rect l="l" t="t" r="r" b="b"/>
              <a:pathLst>
                <a:path w="1203" h="1020" extrusionOk="0">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8" name="Google Shape;18628;p139"/>
            <p:cNvSpPr/>
            <p:nvPr/>
          </p:nvSpPr>
          <p:spPr>
            <a:xfrm>
              <a:off x="1569623" y="4511689"/>
              <a:ext cx="41734" cy="11106"/>
            </a:xfrm>
            <a:custGeom>
              <a:avLst/>
              <a:gdLst/>
              <a:ahLst/>
              <a:cxnLst/>
              <a:rect l="l" t="t" r="r" b="b"/>
              <a:pathLst>
                <a:path w="1597" h="425" extrusionOk="0">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9" name="Google Shape;18629;p139"/>
            <p:cNvSpPr/>
            <p:nvPr/>
          </p:nvSpPr>
          <p:spPr>
            <a:xfrm>
              <a:off x="1569623" y="4524781"/>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0" name="Google Shape;18630;p139"/>
            <p:cNvSpPr/>
            <p:nvPr/>
          </p:nvSpPr>
          <p:spPr>
            <a:xfrm>
              <a:off x="1569623" y="4495879"/>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1" name="Google Shape;18631;p139"/>
            <p:cNvSpPr/>
            <p:nvPr/>
          </p:nvSpPr>
          <p:spPr>
            <a:xfrm>
              <a:off x="1530425" y="4309423"/>
              <a:ext cx="149295" cy="32169"/>
            </a:xfrm>
            <a:custGeom>
              <a:avLst/>
              <a:gdLst/>
              <a:ahLst/>
              <a:cxnLst/>
              <a:rect l="l" t="t" r="r" b="b"/>
              <a:pathLst>
                <a:path w="5713" h="1231" extrusionOk="0">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2" name="Google Shape;18632;p139"/>
            <p:cNvSpPr/>
            <p:nvPr/>
          </p:nvSpPr>
          <p:spPr>
            <a:xfrm>
              <a:off x="1490965" y="4463448"/>
              <a:ext cx="29634" cy="29451"/>
            </a:xfrm>
            <a:custGeom>
              <a:avLst/>
              <a:gdLst/>
              <a:ahLst/>
              <a:cxnLst/>
              <a:rect l="l" t="t" r="r" b="b"/>
              <a:pathLst>
                <a:path w="1134" h="1127" extrusionOk="0">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3" name="Google Shape;18633;p139"/>
            <p:cNvSpPr/>
            <p:nvPr/>
          </p:nvSpPr>
          <p:spPr>
            <a:xfrm>
              <a:off x="1388708" y="4350242"/>
              <a:ext cx="122640" cy="130689"/>
            </a:xfrm>
            <a:custGeom>
              <a:avLst/>
              <a:gdLst/>
              <a:ahLst/>
              <a:cxnLst/>
              <a:rect l="l" t="t" r="r" b="b"/>
              <a:pathLst>
                <a:path w="4693" h="5001" extrusionOk="0">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4" name="Google Shape;18634;p139"/>
            <p:cNvSpPr/>
            <p:nvPr/>
          </p:nvSpPr>
          <p:spPr>
            <a:xfrm>
              <a:off x="1388708" y="4358422"/>
              <a:ext cx="112605" cy="122509"/>
            </a:xfrm>
            <a:custGeom>
              <a:avLst/>
              <a:gdLst/>
              <a:ahLst/>
              <a:cxnLst/>
              <a:rect l="l" t="t" r="r" b="b"/>
              <a:pathLst>
                <a:path w="4309" h="4688" extrusionOk="0">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5" name="Google Shape;18635;p139"/>
            <p:cNvSpPr/>
            <p:nvPr/>
          </p:nvSpPr>
          <p:spPr>
            <a:xfrm>
              <a:off x="1388708" y="4350242"/>
              <a:ext cx="35697" cy="34338"/>
            </a:xfrm>
            <a:custGeom>
              <a:avLst/>
              <a:gdLst/>
              <a:ahLst/>
              <a:cxnLst/>
              <a:rect l="l" t="t" r="r" b="b"/>
              <a:pathLst>
                <a:path w="1366" h="1314" extrusionOk="0">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36" name="Google Shape;18636;p139"/>
          <p:cNvGrpSpPr/>
          <p:nvPr/>
        </p:nvGrpSpPr>
        <p:grpSpPr>
          <a:xfrm>
            <a:off x="1874694" y="4293326"/>
            <a:ext cx="375446" cy="328982"/>
            <a:chOff x="1874694" y="4293326"/>
            <a:chExt cx="375446" cy="328982"/>
          </a:xfrm>
        </p:grpSpPr>
        <p:sp>
          <p:nvSpPr>
            <p:cNvPr id="18637" name="Google Shape;18637;p139"/>
            <p:cNvSpPr/>
            <p:nvPr/>
          </p:nvSpPr>
          <p:spPr>
            <a:xfrm>
              <a:off x="1874694" y="4396105"/>
              <a:ext cx="230959" cy="221996"/>
            </a:xfrm>
            <a:custGeom>
              <a:avLst/>
              <a:gdLst/>
              <a:ahLst/>
              <a:cxnLst/>
              <a:rect l="l" t="t" r="r" b="b"/>
              <a:pathLst>
                <a:path w="8838" h="8495" extrusionOk="0">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8" name="Google Shape;18638;p139"/>
            <p:cNvSpPr/>
            <p:nvPr/>
          </p:nvSpPr>
          <p:spPr>
            <a:xfrm>
              <a:off x="2019181" y="4396105"/>
              <a:ext cx="230959" cy="221996"/>
            </a:xfrm>
            <a:custGeom>
              <a:avLst/>
              <a:gdLst/>
              <a:ahLst/>
              <a:cxnLst/>
              <a:rect l="l" t="t" r="r" b="b"/>
              <a:pathLst>
                <a:path w="8838" h="8495" extrusionOk="0">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9" name="Google Shape;18639;p139"/>
            <p:cNvSpPr/>
            <p:nvPr/>
          </p:nvSpPr>
          <p:spPr>
            <a:xfrm>
              <a:off x="2033266" y="4540853"/>
              <a:ext cx="67108" cy="50775"/>
            </a:xfrm>
            <a:custGeom>
              <a:avLst/>
              <a:gdLst/>
              <a:ahLst/>
              <a:cxnLst/>
              <a:rect l="l" t="t" r="r" b="b"/>
              <a:pathLst>
                <a:path w="2568" h="1943" extrusionOk="0">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0" name="Google Shape;18640;p139"/>
            <p:cNvSpPr/>
            <p:nvPr/>
          </p:nvSpPr>
          <p:spPr>
            <a:xfrm>
              <a:off x="1947055" y="4323979"/>
              <a:ext cx="230724" cy="221996"/>
            </a:xfrm>
            <a:custGeom>
              <a:avLst/>
              <a:gdLst/>
              <a:ahLst/>
              <a:cxnLst/>
              <a:rect l="l" t="t" r="r" b="b"/>
              <a:pathLst>
                <a:path w="8829" h="8495" extrusionOk="0">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1" name="Google Shape;18641;p139"/>
            <p:cNvSpPr/>
            <p:nvPr/>
          </p:nvSpPr>
          <p:spPr>
            <a:xfrm>
              <a:off x="2019677" y="4422995"/>
              <a:ext cx="85741" cy="122980"/>
            </a:xfrm>
            <a:custGeom>
              <a:avLst/>
              <a:gdLst/>
              <a:ahLst/>
              <a:cxnLst/>
              <a:rect l="l" t="t" r="r" b="b"/>
              <a:pathLst>
                <a:path w="3281" h="4706" extrusionOk="0">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2" name="Google Shape;18642;p139"/>
            <p:cNvSpPr/>
            <p:nvPr/>
          </p:nvSpPr>
          <p:spPr>
            <a:xfrm>
              <a:off x="1942534" y="4396261"/>
              <a:ext cx="124182" cy="144617"/>
            </a:xfrm>
            <a:custGeom>
              <a:avLst/>
              <a:gdLst/>
              <a:ahLst/>
              <a:cxnLst/>
              <a:rect l="l" t="t" r="r" b="b"/>
              <a:pathLst>
                <a:path w="4752" h="5534" extrusionOk="0">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3" name="Google Shape;18643;p139"/>
            <p:cNvSpPr/>
            <p:nvPr/>
          </p:nvSpPr>
          <p:spPr>
            <a:xfrm>
              <a:off x="2066690" y="4396261"/>
              <a:ext cx="111089" cy="144617"/>
            </a:xfrm>
            <a:custGeom>
              <a:avLst/>
              <a:gdLst/>
              <a:ahLst/>
              <a:cxnLst/>
              <a:rect l="l" t="t" r="r" b="b"/>
              <a:pathLst>
                <a:path w="4251" h="5534" extrusionOk="0">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4" name="Google Shape;18644;p139"/>
            <p:cNvSpPr/>
            <p:nvPr/>
          </p:nvSpPr>
          <p:spPr>
            <a:xfrm>
              <a:off x="2012412" y="4293326"/>
              <a:ext cx="94992" cy="81246"/>
            </a:xfrm>
            <a:custGeom>
              <a:avLst/>
              <a:gdLst/>
              <a:ahLst/>
              <a:cxnLst/>
              <a:rect l="l" t="t" r="r" b="b"/>
              <a:pathLst>
                <a:path w="3635" h="3109" extrusionOk="0">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5" name="Google Shape;18645;p139"/>
            <p:cNvSpPr/>
            <p:nvPr/>
          </p:nvSpPr>
          <p:spPr>
            <a:xfrm>
              <a:off x="2058641" y="4293326"/>
              <a:ext cx="48763" cy="81194"/>
            </a:xfrm>
            <a:custGeom>
              <a:avLst/>
              <a:gdLst/>
              <a:ahLst/>
              <a:cxnLst/>
              <a:rect l="l" t="t" r="r" b="b"/>
              <a:pathLst>
                <a:path w="1866" h="3107" extrusionOk="0">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6" name="Google Shape;18646;p139"/>
            <p:cNvSpPr/>
            <p:nvPr/>
          </p:nvSpPr>
          <p:spPr>
            <a:xfrm>
              <a:off x="2061150" y="4305529"/>
              <a:ext cx="23389" cy="34077"/>
            </a:xfrm>
            <a:custGeom>
              <a:avLst/>
              <a:gdLst/>
              <a:ahLst/>
              <a:cxnLst/>
              <a:rect l="l" t="t" r="r" b="b"/>
              <a:pathLst>
                <a:path w="895" h="1304" extrusionOk="0">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7" name="Google Shape;18647;p139"/>
            <p:cNvSpPr/>
            <p:nvPr/>
          </p:nvSpPr>
          <p:spPr>
            <a:xfrm>
              <a:off x="2046332" y="4459816"/>
              <a:ext cx="35723" cy="61647"/>
            </a:xfrm>
            <a:custGeom>
              <a:avLst/>
              <a:gdLst/>
              <a:ahLst/>
              <a:cxnLst/>
              <a:rect l="l" t="t" r="r" b="b"/>
              <a:pathLst>
                <a:path w="1367" h="2359" extrusionOk="0">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8" name="Google Shape;18648;p139"/>
            <p:cNvSpPr/>
            <p:nvPr/>
          </p:nvSpPr>
          <p:spPr>
            <a:xfrm>
              <a:off x="2182770" y="4521436"/>
              <a:ext cx="25662" cy="22709"/>
            </a:xfrm>
            <a:custGeom>
              <a:avLst/>
              <a:gdLst/>
              <a:ahLst/>
              <a:cxnLst/>
              <a:rect l="l" t="t" r="r" b="b"/>
              <a:pathLst>
                <a:path w="982" h="869" extrusionOk="0">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9" name="Google Shape;18649;p139"/>
            <p:cNvSpPr/>
            <p:nvPr/>
          </p:nvSpPr>
          <p:spPr>
            <a:xfrm>
              <a:off x="2178746" y="4542603"/>
              <a:ext cx="33711" cy="79704"/>
            </a:xfrm>
            <a:custGeom>
              <a:avLst/>
              <a:gdLst/>
              <a:ahLst/>
              <a:cxnLst/>
              <a:rect l="l" t="t" r="r" b="b"/>
              <a:pathLst>
                <a:path w="1290" h="3050" extrusionOk="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0" name="Google Shape;18650;p139"/>
            <p:cNvSpPr/>
            <p:nvPr/>
          </p:nvSpPr>
          <p:spPr>
            <a:xfrm>
              <a:off x="2195601" y="4542603"/>
              <a:ext cx="16855" cy="79704"/>
            </a:xfrm>
            <a:custGeom>
              <a:avLst/>
              <a:gdLst/>
              <a:ahLst/>
              <a:cxnLst/>
              <a:rect l="l" t="t" r="r" b="b"/>
              <a:pathLst>
                <a:path w="645" h="3050" extrusionOk="0">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1" name="Google Shape;18651;p139"/>
            <p:cNvSpPr/>
            <p:nvPr/>
          </p:nvSpPr>
          <p:spPr>
            <a:xfrm>
              <a:off x="2178746" y="4602917"/>
              <a:ext cx="33711" cy="19390"/>
            </a:xfrm>
            <a:custGeom>
              <a:avLst/>
              <a:gdLst/>
              <a:ahLst/>
              <a:cxnLst/>
              <a:rect l="l" t="t" r="r" b="b"/>
              <a:pathLst>
                <a:path w="1290" h="742" extrusionOk="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2" name="Google Shape;18652;p139"/>
            <p:cNvSpPr/>
            <p:nvPr/>
          </p:nvSpPr>
          <p:spPr>
            <a:xfrm>
              <a:off x="1911881" y="4515974"/>
              <a:ext cx="80958" cy="78920"/>
            </a:xfrm>
            <a:custGeom>
              <a:avLst/>
              <a:gdLst/>
              <a:ahLst/>
              <a:cxnLst/>
              <a:rect l="l" t="t" r="r" b="b"/>
              <a:pathLst>
                <a:path w="3098" h="3020" extrusionOk="0">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3" name="Google Shape;18653;p139"/>
            <p:cNvSpPr/>
            <p:nvPr/>
          </p:nvSpPr>
          <p:spPr>
            <a:xfrm>
              <a:off x="1945566" y="4516157"/>
              <a:ext cx="37971" cy="78737"/>
            </a:xfrm>
            <a:custGeom>
              <a:avLst/>
              <a:gdLst/>
              <a:ahLst/>
              <a:cxnLst/>
              <a:rect l="l" t="t" r="r" b="b"/>
              <a:pathLst>
                <a:path w="1453" h="3013" extrusionOk="0">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4" name="Google Shape;18654;p139"/>
            <p:cNvSpPr/>
            <p:nvPr/>
          </p:nvSpPr>
          <p:spPr>
            <a:xfrm>
              <a:off x="1907099" y="4489581"/>
              <a:ext cx="19390" cy="15366"/>
            </a:xfrm>
            <a:custGeom>
              <a:avLst/>
              <a:gdLst/>
              <a:ahLst/>
              <a:cxnLst/>
              <a:rect l="l" t="t" r="r" b="b"/>
              <a:pathLst>
                <a:path w="742" h="588" extrusionOk="0">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5" name="Google Shape;18655;p139"/>
            <p:cNvSpPr/>
            <p:nvPr/>
          </p:nvSpPr>
          <p:spPr>
            <a:xfrm>
              <a:off x="1897769" y="4504006"/>
              <a:ext cx="20932" cy="12753"/>
            </a:xfrm>
            <a:custGeom>
              <a:avLst/>
              <a:gdLst/>
              <a:ahLst/>
              <a:cxnLst/>
              <a:rect l="l" t="t" r="r" b="b"/>
              <a:pathLst>
                <a:path w="801" h="488" extrusionOk="0">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6" name="Google Shape;18656;p139"/>
            <p:cNvSpPr/>
            <p:nvPr/>
          </p:nvSpPr>
          <p:spPr>
            <a:xfrm>
              <a:off x="1922909" y="4479859"/>
              <a:ext cx="14373" cy="16803"/>
            </a:xfrm>
            <a:custGeom>
              <a:avLst/>
              <a:gdLst/>
              <a:ahLst/>
              <a:cxnLst/>
              <a:rect l="l" t="t" r="r" b="b"/>
              <a:pathLst>
                <a:path w="550" h="643" extrusionOk="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7" name="Google Shape;18657;p139"/>
            <p:cNvSpPr/>
            <p:nvPr/>
          </p:nvSpPr>
          <p:spPr>
            <a:xfrm>
              <a:off x="1934773" y="4594111"/>
              <a:ext cx="34939" cy="28197"/>
            </a:xfrm>
            <a:custGeom>
              <a:avLst/>
              <a:gdLst/>
              <a:ahLst/>
              <a:cxnLst/>
              <a:rect l="l" t="t" r="r" b="b"/>
              <a:pathLst>
                <a:path w="1337" h="1079" extrusionOk="0">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8" name="Google Shape;18658;p139"/>
            <p:cNvSpPr/>
            <p:nvPr/>
          </p:nvSpPr>
          <p:spPr>
            <a:xfrm>
              <a:off x="1929729" y="4602682"/>
              <a:ext cx="45497" cy="11080"/>
            </a:xfrm>
            <a:custGeom>
              <a:avLst/>
              <a:gdLst/>
              <a:ahLst/>
              <a:cxnLst/>
              <a:rect l="l" t="t" r="r" b="b"/>
              <a:pathLst>
                <a:path w="1741" h="424" extrusionOk="0">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59" name="Google Shape;18659;p139"/>
          <p:cNvGrpSpPr/>
          <p:nvPr/>
        </p:nvGrpSpPr>
        <p:grpSpPr>
          <a:xfrm>
            <a:off x="2396116" y="4293090"/>
            <a:ext cx="366665" cy="329714"/>
            <a:chOff x="2396116" y="4293090"/>
            <a:chExt cx="366665" cy="329714"/>
          </a:xfrm>
        </p:grpSpPr>
        <p:sp>
          <p:nvSpPr>
            <p:cNvPr id="18660" name="Google Shape;18660;p139"/>
            <p:cNvSpPr/>
            <p:nvPr/>
          </p:nvSpPr>
          <p:spPr>
            <a:xfrm>
              <a:off x="2497144" y="4300878"/>
              <a:ext cx="143755" cy="54539"/>
            </a:xfrm>
            <a:custGeom>
              <a:avLst/>
              <a:gdLst/>
              <a:ahLst/>
              <a:cxnLst/>
              <a:rect l="l" t="t" r="r" b="b"/>
              <a:pathLst>
                <a:path w="5501" h="2087" extrusionOk="0">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1" name="Google Shape;18661;p139"/>
            <p:cNvSpPr/>
            <p:nvPr/>
          </p:nvSpPr>
          <p:spPr>
            <a:xfrm>
              <a:off x="2410959" y="4293090"/>
              <a:ext cx="143494" cy="54303"/>
            </a:xfrm>
            <a:custGeom>
              <a:avLst/>
              <a:gdLst/>
              <a:ahLst/>
              <a:cxnLst/>
              <a:rect l="l" t="t" r="r" b="b"/>
              <a:pathLst>
                <a:path w="5491" h="2078" extrusionOk="0">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2" name="Google Shape;18662;p139"/>
            <p:cNvSpPr/>
            <p:nvPr/>
          </p:nvSpPr>
          <p:spPr>
            <a:xfrm>
              <a:off x="2396116" y="4323979"/>
              <a:ext cx="366665" cy="251081"/>
            </a:xfrm>
            <a:custGeom>
              <a:avLst/>
              <a:gdLst/>
              <a:ahLst/>
              <a:cxnLst/>
              <a:rect l="l" t="t" r="r" b="b"/>
              <a:pathLst>
                <a:path w="14031" h="9608" extrusionOk="0">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3" name="Google Shape;18663;p139"/>
            <p:cNvSpPr/>
            <p:nvPr/>
          </p:nvSpPr>
          <p:spPr>
            <a:xfrm>
              <a:off x="2407928" y="4391819"/>
              <a:ext cx="340533" cy="182980"/>
            </a:xfrm>
            <a:custGeom>
              <a:avLst/>
              <a:gdLst/>
              <a:ahLst/>
              <a:cxnLst/>
              <a:rect l="l" t="t" r="r" b="b"/>
              <a:pathLst>
                <a:path w="13031" h="7002" extrusionOk="0">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4" name="Google Shape;18664;p139"/>
            <p:cNvSpPr/>
            <p:nvPr/>
          </p:nvSpPr>
          <p:spPr>
            <a:xfrm>
              <a:off x="2728077" y="4323979"/>
              <a:ext cx="34704" cy="251081"/>
            </a:xfrm>
            <a:custGeom>
              <a:avLst/>
              <a:gdLst/>
              <a:ahLst/>
              <a:cxnLst/>
              <a:rect l="l" t="t" r="r" b="b"/>
              <a:pathLst>
                <a:path w="1328" h="9608" extrusionOk="0">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5" name="Google Shape;18665;p139"/>
            <p:cNvSpPr/>
            <p:nvPr/>
          </p:nvSpPr>
          <p:spPr>
            <a:xfrm>
              <a:off x="2511726" y="4400626"/>
              <a:ext cx="227928" cy="222179"/>
            </a:xfrm>
            <a:custGeom>
              <a:avLst/>
              <a:gdLst/>
              <a:ahLst/>
              <a:cxnLst/>
              <a:rect l="l" t="t" r="r" b="b"/>
              <a:pathLst>
                <a:path w="8722" h="8502" extrusionOk="0">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6" name="Google Shape;18666;p139"/>
            <p:cNvSpPr/>
            <p:nvPr/>
          </p:nvSpPr>
          <p:spPr>
            <a:xfrm>
              <a:off x="2679340" y="4400626"/>
              <a:ext cx="60314" cy="222179"/>
            </a:xfrm>
            <a:custGeom>
              <a:avLst/>
              <a:gdLst/>
              <a:ahLst/>
              <a:cxnLst/>
              <a:rect l="l" t="t" r="r" b="b"/>
              <a:pathLst>
                <a:path w="2308" h="8502" extrusionOk="0">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7" name="Google Shape;18667;p139"/>
            <p:cNvSpPr/>
            <p:nvPr/>
          </p:nvSpPr>
          <p:spPr>
            <a:xfrm>
              <a:off x="2416735" y="4557943"/>
              <a:ext cx="273921" cy="64861"/>
            </a:xfrm>
            <a:custGeom>
              <a:avLst/>
              <a:gdLst/>
              <a:ahLst/>
              <a:cxnLst/>
              <a:rect l="l" t="t" r="r" b="b"/>
              <a:pathLst>
                <a:path w="10482" h="2482" extrusionOk="0">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8" name="Google Shape;18668;p139"/>
            <p:cNvSpPr/>
            <p:nvPr/>
          </p:nvSpPr>
          <p:spPr>
            <a:xfrm>
              <a:off x="2537336" y="4482290"/>
              <a:ext cx="25923" cy="11106"/>
            </a:xfrm>
            <a:custGeom>
              <a:avLst/>
              <a:gdLst/>
              <a:ahLst/>
              <a:cxnLst/>
              <a:rect l="l" t="t" r="r" b="b"/>
              <a:pathLst>
                <a:path w="992" h="425" extrusionOk="0">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9" name="Google Shape;18669;p139"/>
            <p:cNvSpPr/>
            <p:nvPr/>
          </p:nvSpPr>
          <p:spPr>
            <a:xfrm>
              <a:off x="2566239" y="4482290"/>
              <a:ext cx="149791" cy="11106"/>
            </a:xfrm>
            <a:custGeom>
              <a:avLst/>
              <a:gdLst/>
              <a:ahLst/>
              <a:cxnLst/>
              <a:rect l="l" t="t" r="r" b="b"/>
              <a:pathLst>
                <a:path w="5732" h="425" extrusionOk="0">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0" name="Google Shape;18670;p139"/>
            <p:cNvSpPr/>
            <p:nvPr/>
          </p:nvSpPr>
          <p:spPr>
            <a:xfrm>
              <a:off x="2537336" y="4500635"/>
              <a:ext cx="178694" cy="11106"/>
            </a:xfrm>
            <a:custGeom>
              <a:avLst/>
              <a:gdLst/>
              <a:ahLst/>
              <a:cxnLst/>
              <a:rect l="l" t="t" r="r" b="b"/>
              <a:pathLst>
                <a:path w="6838" h="425"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1" name="Google Shape;18671;p139"/>
            <p:cNvSpPr/>
            <p:nvPr/>
          </p:nvSpPr>
          <p:spPr>
            <a:xfrm>
              <a:off x="2537336" y="4519241"/>
              <a:ext cx="178694" cy="11080"/>
            </a:xfrm>
            <a:custGeom>
              <a:avLst/>
              <a:gdLst/>
              <a:ahLst/>
              <a:cxnLst/>
              <a:rect l="l" t="t" r="r" b="b"/>
              <a:pathLst>
                <a:path w="6838" h="424"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2" name="Google Shape;18672;p139"/>
            <p:cNvSpPr/>
            <p:nvPr/>
          </p:nvSpPr>
          <p:spPr>
            <a:xfrm>
              <a:off x="2648660" y="4443352"/>
              <a:ext cx="60105" cy="20122"/>
            </a:xfrm>
            <a:custGeom>
              <a:avLst/>
              <a:gdLst/>
              <a:ahLst/>
              <a:cxnLst/>
              <a:rect l="l" t="t" r="r" b="b"/>
              <a:pathLst>
                <a:path w="2300" h="770" extrusionOk="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73" name="Google Shape;18673;p139"/>
          <p:cNvGrpSpPr/>
          <p:nvPr/>
        </p:nvGrpSpPr>
        <p:grpSpPr>
          <a:xfrm>
            <a:off x="2908757" y="4289824"/>
            <a:ext cx="367162" cy="336116"/>
            <a:chOff x="2908757" y="4289824"/>
            <a:chExt cx="367162" cy="336116"/>
          </a:xfrm>
        </p:grpSpPr>
        <p:sp>
          <p:nvSpPr>
            <p:cNvPr id="18674" name="Google Shape;18674;p139"/>
            <p:cNvSpPr/>
            <p:nvPr/>
          </p:nvSpPr>
          <p:spPr>
            <a:xfrm>
              <a:off x="2908757" y="4289824"/>
              <a:ext cx="337501" cy="276926"/>
            </a:xfrm>
            <a:custGeom>
              <a:avLst/>
              <a:gdLst/>
              <a:ahLst/>
              <a:cxnLst/>
              <a:rect l="l" t="t" r="r" b="b"/>
              <a:pathLst>
                <a:path w="12915" h="10597" extrusionOk="0">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5" name="Google Shape;18675;p139"/>
            <p:cNvSpPr/>
            <p:nvPr/>
          </p:nvSpPr>
          <p:spPr>
            <a:xfrm>
              <a:off x="2941423" y="4303413"/>
              <a:ext cx="304836" cy="263337"/>
            </a:xfrm>
            <a:custGeom>
              <a:avLst/>
              <a:gdLst/>
              <a:ahLst/>
              <a:cxnLst/>
              <a:rect l="l" t="t" r="r" b="b"/>
              <a:pathLst>
                <a:path w="11665" h="10077" extrusionOk="0">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6" name="Google Shape;18676;p139"/>
            <p:cNvSpPr/>
            <p:nvPr/>
          </p:nvSpPr>
          <p:spPr>
            <a:xfrm>
              <a:off x="3215082" y="4289824"/>
              <a:ext cx="31176" cy="276926"/>
            </a:xfrm>
            <a:custGeom>
              <a:avLst/>
              <a:gdLst/>
              <a:ahLst/>
              <a:cxnLst/>
              <a:rect l="l" t="t" r="r" b="b"/>
              <a:pathLst>
                <a:path w="1193" h="10597" extrusionOk="0">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7" name="Google Shape;18677;p139"/>
            <p:cNvSpPr/>
            <p:nvPr/>
          </p:nvSpPr>
          <p:spPr>
            <a:xfrm>
              <a:off x="2908757" y="4289824"/>
              <a:ext cx="337501" cy="40714"/>
            </a:xfrm>
            <a:custGeom>
              <a:avLst/>
              <a:gdLst/>
              <a:ahLst/>
              <a:cxnLst/>
              <a:rect l="l" t="t" r="r" b="b"/>
              <a:pathLst>
                <a:path w="12915" h="1558" extrusionOk="0">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8" name="Google Shape;18678;p139"/>
            <p:cNvSpPr/>
            <p:nvPr/>
          </p:nvSpPr>
          <p:spPr>
            <a:xfrm>
              <a:off x="2992198" y="4303204"/>
              <a:ext cx="147779" cy="27335"/>
            </a:xfrm>
            <a:custGeom>
              <a:avLst/>
              <a:gdLst/>
              <a:ahLst/>
              <a:cxnLst/>
              <a:rect l="l" t="t" r="r" b="b"/>
              <a:pathLst>
                <a:path w="5655" h="1046" extrusionOk="0">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9" name="Google Shape;18679;p139"/>
            <p:cNvSpPr/>
            <p:nvPr/>
          </p:nvSpPr>
          <p:spPr>
            <a:xfrm>
              <a:off x="3215082" y="4289824"/>
              <a:ext cx="31176" cy="40714"/>
            </a:xfrm>
            <a:custGeom>
              <a:avLst/>
              <a:gdLst/>
              <a:ahLst/>
              <a:cxnLst/>
              <a:rect l="l" t="t" r="r" b="b"/>
              <a:pathLst>
                <a:path w="1193" h="1558" extrusionOk="0">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0" name="Google Shape;18680;p139"/>
            <p:cNvSpPr/>
            <p:nvPr/>
          </p:nvSpPr>
          <p:spPr>
            <a:xfrm>
              <a:off x="3123854" y="4474502"/>
              <a:ext cx="64626" cy="64364"/>
            </a:xfrm>
            <a:custGeom>
              <a:avLst/>
              <a:gdLst/>
              <a:ahLst/>
              <a:cxnLst/>
              <a:rect l="l" t="t" r="r" b="b"/>
              <a:pathLst>
                <a:path w="2473" h="2463" extrusionOk="0">
                  <a:moveTo>
                    <a:pt x="664" y="1"/>
                  </a:moveTo>
                  <a:lnTo>
                    <a:pt x="1" y="655"/>
                  </a:lnTo>
                  <a:lnTo>
                    <a:pt x="1818" y="2463"/>
                  </a:lnTo>
                  <a:lnTo>
                    <a:pt x="2472" y="1809"/>
                  </a:lnTo>
                  <a:lnTo>
                    <a:pt x="664"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1" name="Google Shape;18681;p139"/>
            <p:cNvSpPr/>
            <p:nvPr/>
          </p:nvSpPr>
          <p:spPr>
            <a:xfrm>
              <a:off x="2953235" y="4312167"/>
              <a:ext cx="217396" cy="209008"/>
            </a:xfrm>
            <a:custGeom>
              <a:avLst/>
              <a:gdLst/>
              <a:ahLst/>
              <a:cxnLst/>
              <a:rect l="l" t="t" r="r" b="b"/>
              <a:pathLst>
                <a:path w="8319" h="7998" extrusionOk="0">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2" name="Google Shape;18682;p139"/>
            <p:cNvSpPr/>
            <p:nvPr/>
          </p:nvSpPr>
          <p:spPr>
            <a:xfrm>
              <a:off x="2951484" y="4331035"/>
              <a:ext cx="200306" cy="171194"/>
            </a:xfrm>
            <a:custGeom>
              <a:avLst/>
              <a:gdLst/>
              <a:ahLst/>
              <a:cxnLst/>
              <a:rect l="l" t="t" r="r" b="b"/>
              <a:pathLst>
                <a:path w="7665" h="6551" extrusionOk="0">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3" name="Google Shape;18683;p139"/>
            <p:cNvSpPr/>
            <p:nvPr/>
          </p:nvSpPr>
          <p:spPr>
            <a:xfrm>
              <a:off x="3156284" y="4507560"/>
              <a:ext cx="119635" cy="118380"/>
            </a:xfrm>
            <a:custGeom>
              <a:avLst/>
              <a:gdLst/>
              <a:ahLst/>
              <a:cxnLst/>
              <a:rect l="l" t="t" r="r" b="b"/>
              <a:pathLst>
                <a:path w="4578" h="4530" extrusionOk="0">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4" name="Google Shape;18684;p139"/>
            <p:cNvSpPr/>
            <p:nvPr/>
          </p:nvSpPr>
          <p:spPr>
            <a:xfrm>
              <a:off x="3173375" y="4507560"/>
              <a:ext cx="102544" cy="101917"/>
            </a:xfrm>
            <a:custGeom>
              <a:avLst/>
              <a:gdLst/>
              <a:ahLst/>
              <a:cxnLst/>
              <a:rect l="l" t="t" r="r" b="b"/>
              <a:pathLst>
                <a:path w="3924" h="3900" extrusionOk="0">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5" name="Google Shape;18685;p139"/>
            <p:cNvSpPr/>
            <p:nvPr/>
          </p:nvSpPr>
          <p:spPr>
            <a:xfrm>
              <a:off x="3226136" y="4579189"/>
              <a:ext cx="45366" cy="41342"/>
            </a:xfrm>
            <a:custGeom>
              <a:avLst/>
              <a:gdLst/>
              <a:ahLst/>
              <a:cxnLst/>
              <a:rect l="l" t="t" r="r" b="b"/>
              <a:pathLst>
                <a:path w="1736" h="1582" extrusionOk="0">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6" name="Google Shape;18686;p139"/>
            <p:cNvSpPr/>
            <p:nvPr/>
          </p:nvSpPr>
          <p:spPr>
            <a:xfrm>
              <a:off x="2936144" y="4305137"/>
              <a:ext cx="12335" cy="11080"/>
            </a:xfrm>
            <a:custGeom>
              <a:avLst/>
              <a:gdLst/>
              <a:ahLst/>
              <a:cxnLst/>
              <a:rect l="l" t="t" r="r" b="b"/>
              <a:pathLst>
                <a:path w="472" h="424" extrusionOk="0">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7" name="Google Shape;18687;p139"/>
            <p:cNvSpPr/>
            <p:nvPr/>
          </p:nvSpPr>
          <p:spPr>
            <a:xfrm>
              <a:off x="2950465" y="4305137"/>
              <a:ext cx="12596" cy="11080"/>
            </a:xfrm>
            <a:custGeom>
              <a:avLst/>
              <a:gdLst/>
              <a:ahLst/>
              <a:cxnLst/>
              <a:rect l="l" t="t" r="r" b="b"/>
              <a:pathLst>
                <a:path w="482" h="424" extrusionOk="0">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8" name="Google Shape;18688;p139"/>
            <p:cNvSpPr/>
            <p:nvPr/>
          </p:nvSpPr>
          <p:spPr>
            <a:xfrm>
              <a:off x="2964785" y="4305137"/>
              <a:ext cx="12596" cy="11080"/>
            </a:xfrm>
            <a:custGeom>
              <a:avLst/>
              <a:gdLst/>
              <a:ahLst/>
              <a:cxnLst/>
              <a:rect l="l" t="t" r="r" b="b"/>
              <a:pathLst>
                <a:path w="482" h="424" extrusionOk="0">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9" name="Google Shape;18689;p139"/>
            <p:cNvSpPr/>
            <p:nvPr/>
          </p:nvSpPr>
          <p:spPr>
            <a:xfrm>
              <a:off x="3013549" y="4428143"/>
              <a:ext cx="13092" cy="11211"/>
            </a:xfrm>
            <a:custGeom>
              <a:avLst/>
              <a:gdLst/>
              <a:ahLst/>
              <a:cxnLst/>
              <a:rect l="l" t="t" r="r" b="b"/>
              <a:pathLst>
                <a:path w="501" h="429" extrusionOk="0">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0" name="Google Shape;18690;p139"/>
            <p:cNvSpPr/>
            <p:nvPr/>
          </p:nvSpPr>
          <p:spPr>
            <a:xfrm>
              <a:off x="3013549" y="4446488"/>
              <a:ext cx="13092" cy="11211"/>
            </a:xfrm>
            <a:custGeom>
              <a:avLst/>
              <a:gdLst/>
              <a:ahLst/>
              <a:cxnLst/>
              <a:rect l="l" t="t" r="r" b="b"/>
              <a:pathLst>
                <a:path w="501" h="429" extrusionOk="0">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1" name="Google Shape;18691;p139"/>
            <p:cNvSpPr/>
            <p:nvPr/>
          </p:nvSpPr>
          <p:spPr>
            <a:xfrm>
              <a:off x="3029124" y="4428143"/>
              <a:ext cx="13092" cy="11211"/>
            </a:xfrm>
            <a:custGeom>
              <a:avLst/>
              <a:gdLst/>
              <a:ahLst/>
              <a:cxnLst/>
              <a:rect l="l" t="t" r="r" b="b"/>
              <a:pathLst>
                <a:path w="501" h="429" extrusionOk="0">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2" name="Google Shape;18692;p139"/>
            <p:cNvSpPr/>
            <p:nvPr/>
          </p:nvSpPr>
          <p:spPr>
            <a:xfrm>
              <a:off x="3029124" y="4446488"/>
              <a:ext cx="13092" cy="11211"/>
            </a:xfrm>
            <a:custGeom>
              <a:avLst/>
              <a:gdLst/>
              <a:ahLst/>
              <a:cxnLst/>
              <a:rect l="l" t="t" r="r" b="b"/>
              <a:pathLst>
                <a:path w="501" h="429" extrusionOk="0">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3" name="Google Shape;18693;p139"/>
            <p:cNvSpPr/>
            <p:nvPr/>
          </p:nvSpPr>
          <p:spPr>
            <a:xfrm>
              <a:off x="3019063" y="4367803"/>
              <a:ext cx="72805" cy="70950"/>
            </a:xfrm>
            <a:custGeom>
              <a:avLst/>
              <a:gdLst/>
              <a:ahLst/>
              <a:cxnLst/>
              <a:rect l="l" t="t" r="r" b="b"/>
              <a:pathLst>
                <a:path w="2786" h="2715" extrusionOk="0">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4" name="Google Shape;18694;p139"/>
            <p:cNvSpPr/>
            <p:nvPr/>
          </p:nvSpPr>
          <p:spPr>
            <a:xfrm>
              <a:off x="3048827" y="4396261"/>
              <a:ext cx="72805" cy="70819"/>
            </a:xfrm>
            <a:custGeom>
              <a:avLst/>
              <a:gdLst/>
              <a:ahLst/>
              <a:cxnLst/>
              <a:rect l="l" t="t" r="r" b="b"/>
              <a:pathLst>
                <a:path w="2786" h="2710" extrusionOk="0">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5" name="Google Shape;18695;p139"/>
            <p:cNvSpPr/>
            <p:nvPr/>
          </p:nvSpPr>
          <p:spPr>
            <a:xfrm>
              <a:off x="3048827" y="4396209"/>
              <a:ext cx="36612" cy="42465"/>
            </a:xfrm>
            <a:custGeom>
              <a:avLst/>
              <a:gdLst/>
              <a:ahLst/>
              <a:cxnLst/>
              <a:rect l="l" t="t" r="r" b="b"/>
              <a:pathLst>
                <a:path w="1401" h="1625" extrusionOk="0">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6" name="Google Shape;18696;p139"/>
            <p:cNvSpPr/>
            <p:nvPr/>
          </p:nvSpPr>
          <p:spPr>
            <a:xfrm>
              <a:off x="2934393" y="4503405"/>
              <a:ext cx="18110" cy="11080"/>
            </a:xfrm>
            <a:custGeom>
              <a:avLst/>
              <a:gdLst/>
              <a:ahLst/>
              <a:cxnLst/>
              <a:rect l="l" t="t" r="r" b="b"/>
              <a:pathLst>
                <a:path w="693" h="424" extrusionOk="0">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7" name="Google Shape;18697;p139"/>
            <p:cNvSpPr/>
            <p:nvPr/>
          </p:nvSpPr>
          <p:spPr>
            <a:xfrm>
              <a:off x="2950726" y="4503405"/>
              <a:ext cx="33685" cy="11080"/>
            </a:xfrm>
            <a:custGeom>
              <a:avLst/>
              <a:gdLst/>
              <a:ahLst/>
              <a:cxnLst/>
              <a:rect l="l" t="t" r="r" b="b"/>
              <a:pathLst>
                <a:path w="1289" h="424" extrusionOk="0">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8" name="Google Shape;18698;p139"/>
            <p:cNvSpPr/>
            <p:nvPr/>
          </p:nvSpPr>
          <p:spPr>
            <a:xfrm>
              <a:off x="2934628" y="4517987"/>
              <a:ext cx="49782" cy="11080"/>
            </a:xfrm>
            <a:custGeom>
              <a:avLst/>
              <a:gdLst/>
              <a:ahLst/>
              <a:cxnLst/>
              <a:rect l="l" t="t" r="r" b="b"/>
              <a:pathLst>
                <a:path w="1905" h="424" extrusionOk="0">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9" name="Google Shape;18699;p139"/>
            <p:cNvSpPr/>
            <p:nvPr/>
          </p:nvSpPr>
          <p:spPr>
            <a:xfrm>
              <a:off x="2934628" y="4532804"/>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0" name="Google Shape;18700;p139"/>
            <p:cNvSpPr/>
            <p:nvPr/>
          </p:nvSpPr>
          <p:spPr>
            <a:xfrm>
              <a:off x="3210797" y="4348491"/>
              <a:ext cx="11106" cy="125044"/>
            </a:xfrm>
            <a:custGeom>
              <a:avLst/>
              <a:gdLst/>
              <a:ahLst/>
              <a:cxnLst/>
              <a:rect l="l" t="t" r="r" b="b"/>
              <a:pathLst>
                <a:path w="425" h="4785" extrusionOk="0">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01" name="Google Shape;18701;p139"/>
          <p:cNvGrpSpPr/>
          <p:nvPr/>
        </p:nvGrpSpPr>
        <p:grpSpPr>
          <a:xfrm>
            <a:off x="3082408" y="2919540"/>
            <a:ext cx="368651" cy="310350"/>
            <a:chOff x="3082408" y="2919540"/>
            <a:chExt cx="368651" cy="310350"/>
          </a:xfrm>
        </p:grpSpPr>
        <p:sp>
          <p:nvSpPr>
            <p:cNvPr id="18702" name="Google Shape;18702;p139"/>
            <p:cNvSpPr/>
            <p:nvPr/>
          </p:nvSpPr>
          <p:spPr>
            <a:xfrm>
              <a:off x="3329909" y="3060629"/>
              <a:ext cx="81455" cy="169260"/>
            </a:xfrm>
            <a:custGeom>
              <a:avLst/>
              <a:gdLst/>
              <a:ahLst/>
              <a:cxnLst/>
              <a:rect l="l" t="t" r="r" b="b"/>
              <a:pathLst>
                <a:path w="3117" h="6477" extrusionOk="0">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3" name="Google Shape;18703;p139"/>
            <p:cNvSpPr/>
            <p:nvPr/>
          </p:nvSpPr>
          <p:spPr>
            <a:xfrm>
              <a:off x="3082408" y="3016283"/>
              <a:ext cx="76908" cy="11080"/>
            </a:xfrm>
            <a:custGeom>
              <a:avLst/>
              <a:gdLst/>
              <a:ahLst/>
              <a:cxnLst/>
              <a:rect l="l" t="t" r="r" b="b"/>
              <a:pathLst>
                <a:path w="2943" h="424" extrusionOk="0">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4" name="Google Shape;18704;p139"/>
            <p:cNvSpPr/>
            <p:nvPr/>
          </p:nvSpPr>
          <p:spPr>
            <a:xfrm>
              <a:off x="3300510" y="3029584"/>
              <a:ext cx="66377" cy="53049"/>
            </a:xfrm>
            <a:custGeom>
              <a:avLst/>
              <a:gdLst/>
              <a:ahLst/>
              <a:cxnLst/>
              <a:rect l="l" t="t" r="r" b="b"/>
              <a:pathLst>
                <a:path w="2540" h="2030" extrusionOk="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5" name="Google Shape;18705;p139"/>
            <p:cNvSpPr/>
            <p:nvPr/>
          </p:nvSpPr>
          <p:spPr>
            <a:xfrm>
              <a:off x="3319612" y="3029349"/>
              <a:ext cx="47274" cy="34129"/>
            </a:xfrm>
            <a:custGeom>
              <a:avLst/>
              <a:gdLst/>
              <a:ahLst/>
              <a:cxnLst/>
              <a:rect l="l" t="t" r="r" b="b"/>
              <a:pathLst>
                <a:path w="1809" h="1306" extrusionOk="0">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6" name="Google Shape;18706;p139"/>
            <p:cNvSpPr/>
            <p:nvPr/>
          </p:nvSpPr>
          <p:spPr>
            <a:xfrm>
              <a:off x="3174368" y="2919540"/>
              <a:ext cx="96533" cy="101237"/>
            </a:xfrm>
            <a:custGeom>
              <a:avLst/>
              <a:gdLst/>
              <a:ahLst/>
              <a:cxnLst/>
              <a:rect l="l" t="t" r="r" b="b"/>
              <a:pathLst>
                <a:path w="3694" h="3874" extrusionOk="0">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7" name="Google Shape;18707;p139"/>
            <p:cNvSpPr/>
            <p:nvPr/>
          </p:nvSpPr>
          <p:spPr>
            <a:xfrm>
              <a:off x="3196999" y="2925054"/>
              <a:ext cx="73903" cy="90784"/>
            </a:xfrm>
            <a:custGeom>
              <a:avLst/>
              <a:gdLst/>
              <a:ahLst/>
              <a:cxnLst/>
              <a:rect l="l" t="t" r="r" b="b"/>
              <a:pathLst>
                <a:path w="2828" h="3474" extrusionOk="0">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8" name="Google Shape;18708;p139"/>
            <p:cNvSpPr/>
            <p:nvPr/>
          </p:nvSpPr>
          <p:spPr>
            <a:xfrm>
              <a:off x="3122364" y="2998931"/>
              <a:ext cx="328695" cy="46019"/>
            </a:xfrm>
            <a:custGeom>
              <a:avLst/>
              <a:gdLst/>
              <a:ahLst/>
              <a:cxnLst/>
              <a:rect l="l" t="t" r="r" b="b"/>
              <a:pathLst>
                <a:path w="12578" h="1761" extrusionOk="0">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9" name="Google Shape;18709;p139"/>
            <p:cNvSpPr/>
            <p:nvPr/>
          </p:nvSpPr>
          <p:spPr>
            <a:xfrm>
              <a:off x="3122364" y="3008992"/>
              <a:ext cx="328459" cy="35697"/>
            </a:xfrm>
            <a:custGeom>
              <a:avLst/>
              <a:gdLst/>
              <a:ahLst/>
              <a:cxnLst/>
              <a:rect l="l" t="t" r="r" b="b"/>
              <a:pathLst>
                <a:path w="12569" h="1366" extrusionOk="0">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0" name="Google Shape;18710;p139"/>
            <p:cNvSpPr/>
            <p:nvPr/>
          </p:nvSpPr>
          <p:spPr>
            <a:xfrm>
              <a:off x="3122599" y="2998931"/>
              <a:ext cx="46516" cy="46019"/>
            </a:xfrm>
            <a:custGeom>
              <a:avLst/>
              <a:gdLst/>
              <a:ahLst/>
              <a:cxnLst/>
              <a:rect l="l" t="t" r="r" b="b"/>
              <a:pathLst>
                <a:path w="1780" h="1761" extrusionOk="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1" name="Google Shape;18711;p139"/>
            <p:cNvSpPr/>
            <p:nvPr/>
          </p:nvSpPr>
          <p:spPr>
            <a:xfrm>
              <a:off x="3122599" y="3009749"/>
              <a:ext cx="46516" cy="34939"/>
            </a:xfrm>
            <a:custGeom>
              <a:avLst/>
              <a:gdLst/>
              <a:ahLst/>
              <a:cxnLst/>
              <a:rect l="l" t="t" r="r" b="b"/>
              <a:pathLst>
                <a:path w="1780" h="1337" extrusionOk="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2" name="Google Shape;18712;p139"/>
            <p:cNvSpPr/>
            <p:nvPr/>
          </p:nvSpPr>
          <p:spPr>
            <a:xfrm>
              <a:off x="3408829" y="2998931"/>
              <a:ext cx="41995" cy="46019"/>
            </a:xfrm>
            <a:custGeom>
              <a:avLst/>
              <a:gdLst/>
              <a:ahLst/>
              <a:cxnLst/>
              <a:rect l="l" t="t" r="r" b="b"/>
              <a:pathLst>
                <a:path w="1607" h="1761" extrusionOk="0">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3" name="Google Shape;18713;p139"/>
            <p:cNvSpPr/>
            <p:nvPr/>
          </p:nvSpPr>
          <p:spPr>
            <a:xfrm>
              <a:off x="3408829" y="3008992"/>
              <a:ext cx="41995" cy="35697"/>
            </a:xfrm>
            <a:custGeom>
              <a:avLst/>
              <a:gdLst/>
              <a:ahLst/>
              <a:cxnLst/>
              <a:rect l="l" t="t" r="r" b="b"/>
              <a:pathLst>
                <a:path w="1607" h="1366" extrusionOk="0">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14" name="Google Shape;18714;p139"/>
          <p:cNvGrpSpPr/>
          <p:nvPr/>
        </p:nvGrpSpPr>
        <p:grpSpPr>
          <a:xfrm>
            <a:off x="7069130" y="2424800"/>
            <a:ext cx="366169" cy="360498"/>
            <a:chOff x="7069130" y="2424800"/>
            <a:chExt cx="366169" cy="360498"/>
          </a:xfrm>
        </p:grpSpPr>
        <p:sp>
          <p:nvSpPr>
            <p:cNvPr id="18715" name="Google Shape;18715;p139"/>
            <p:cNvSpPr/>
            <p:nvPr/>
          </p:nvSpPr>
          <p:spPr>
            <a:xfrm>
              <a:off x="7158581" y="2546420"/>
              <a:ext cx="110070" cy="151934"/>
            </a:xfrm>
            <a:custGeom>
              <a:avLst/>
              <a:gdLst/>
              <a:ahLst/>
              <a:cxnLst/>
              <a:rect l="l" t="t" r="r" b="b"/>
              <a:pathLst>
                <a:path w="4212" h="5814" extrusionOk="0">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6" name="Google Shape;18716;p139"/>
            <p:cNvSpPr/>
            <p:nvPr/>
          </p:nvSpPr>
          <p:spPr>
            <a:xfrm>
              <a:off x="7158085" y="2590663"/>
              <a:ext cx="156194" cy="107640"/>
            </a:xfrm>
            <a:custGeom>
              <a:avLst/>
              <a:gdLst/>
              <a:ahLst/>
              <a:cxnLst/>
              <a:rect l="l" t="t" r="r" b="b"/>
              <a:pathLst>
                <a:path w="5977" h="4119" extrusionOk="0">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7" name="Google Shape;18717;p139"/>
            <p:cNvSpPr/>
            <p:nvPr/>
          </p:nvSpPr>
          <p:spPr>
            <a:xfrm>
              <a:off x="7157327" y="2654321"/>
              <a:ext cx="167535" cy="44007"/>
            </a:xfrm>
            <a:custGeom>
              <a:avLst/>
              <a:gdLst/>
              <a:ahLst/>
              <a:cxnLst/>
              <a:rect l="l" t="t" r="r" b="b"/>
              <a:pathLst>
                <a:path w="6411" h="1684" extrusionOk="0">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8" name="Google Shape;18718;p139"/>
            <p:cNvSpPr/>
            <p:nvPr/>
          </p:nvSpPr>
          <p:spPr>
            <a:xfrm>
              <a:off x="7156674" y="2683929"/>
              <a:ext cx="152065" cy="38180"/>
            </a:xfrm>
            <a:custGeom>
              <a:avLst/>
              <a:gdLst/>
              <a:ahLst/>
              <a:cxnLst/>
              <a:rect l="l" t="t" r="r" b="b"/>
              <a:pathLst>
                <a:path w="5819" h="1461" extrusionOk="0">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9" name="Google Shape;18719;p139"/>
            <p:cNvSpPr/>
            <p:nvPr/>
          </p:nvSpPr>
          <p:spPr>
            <a:xfrm>
              <a:off x="7158843" y="2536830"/>
              <a:ext cx="44817" cy="161447"/>
            </a:xfrm>
            <a:custGeom>
              <a:avLst/>
              <a:gdLst/>
              <a:ahLst/>
              <a:cxnLst/>
              <a:rect l="l" t="t" r="r" b="b"/>
              <a:pathLst>
                <a:path w="1715" h="6178" extrusionOk="0">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0" name="Google Shape;18720;p139"/>
            <p:cNvSpPr/>
            <p:nvPr/>
          </p:nvSpPr>
          <p:spPr>
            <a:xfrm>
              <a:off x="7134905" y="2551621"/>
              <a:ext cx="39408" cy="146682"/>
            </a:xfrm>
            <a:custGeom>
              <a:avLst/>
              <a:gdLst/>
              <a:ahLst/>
              <a:cxnLst/>
              <a:rect l="l" t="t" r="r" b="b"/>
              <a:pathLst>
                <a:path w="1508" h="5613" extrusionOk="0">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1" name="Google Shape;18721;p139"/>
            <p:cNvSpPr/>
            <p:nvPr/>
          </p:nvSpPr>
          <p:spPr>
            <a:xfrm>
              <a:off x="7247536" y="2513467"/>
              <a:ext cx="162126" cy="133642"/>
            </a:xfrm>
            <a:custGeom>
              <a:avLst/>
              <a:gdLst/>
              <a:ahLst/>
              <a:cxnLst/>
              <a:rect l="l" t="t" r="r" b="b"/>
              <a:pathLst>
                <a:path w="6204" h="5114" extrusionOk="0">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2" name="Google Shape;18722;p139"/>
            <p:cNvSpPr/>
            <p:nvPr/>
          </p:nvSpPr>
          <p:spPr>
            <a:xfrm>
              <a:off x="7258852" y="2544094"/>
              <a:ext cx="150811" cy="103014"/>
            </a:xfrm>
            <a:custGeom>
              <a:avLst/>
              <a:gdLst/>
              <a:ahLst/>
              <a:cxnLst/>
              <a:rect l="l" t="t" r="r" b="b"/>
              <a:pathLst>
                <a:path w="5771" h="3942" extrusionOk="0">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3" name="Google Shape;18723;p139"/>
            <p:cNvSpPr/>
            <p:nvPr/>
          </p:nvSpPr>
          <p:spPr>
            <a:xfrm>
              <a:off x="7270925" y="2597065"/>
              <a:ext cx="164373" cy="94312"/>
            </a:xfrm>
            <a:custGeom>
              <a:avLst/>
              <a:gdLst/>
              <a:ahLst/>
              <a:cxnLst/>
              <a:rect l="l" t="t" r="r" b="b"/>
              <a:pathLst>
                <a:path w="6290" h="3609" extrusionOk="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4" name="Google Shape;18724;p139"/>
            <p:cNvSpPr/>
            <p:nvPr/>
          </p:nvSpPr>
          <p:spPr>
            <a:xfrm>
              <a:off x="7276204" y="2637074"/>
              <a:ext cx="158833" cy="54042"/>
            </a:xfrm>
            <a:custGeom>
              <a:avLst/>
              <a:gdLst/>
              <a:ahLst/>
              <a:cxnLst/>
              <a:rect l="l" t="t" r="r" b="b"/>
              <a:pathLst>
                <a:path w="6078" h="2068" extrusionOk="0">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5" name="Google Shape;18725;p139"/>
            <p:cNvSpPr/>
            <p:nvPr/>
          </p:nvSpPr>
          <p:spPr>
            <a:xfrm>
              <a:off x="7210611" y="2452735"/>
              <a:ext cx="137718" cy="157422"/>
            </a:xfrm>
            <a:custGeom>
              <a:avLst/>
              <a:gdLst/>
              <a:ahLst/>
              <a:cxnLst/>
              <a:rect l="l" t="t" r="r" b="b"/>
              <a:pathLst>
                <a:path w="5270" h="6024" extrusionOk="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6" name="Google Shape;18726;p139"/>
            <p:cNvSpPr/>
            <p:nvPr/>
          </p:nvSpPr>
          <p:spPr>
            <a:xfrm>
              <a:off x="7228695" y="2467944"/>
              <a:ext cx="119635" cy="142239"/>
            </a:xfrm>
            <a:custGeom>
              <a:avLst/>
              <a:gdLst/>
              <a:ahLst/>
              <a:cxnLst/>
              <a:rect l="l" t="t" r="r" b="b"/>
              <a:pathLst>
                <a:path w="4578" h="5443" extrusionOk="0">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7" name="Google Shape;18727;p139"/>
            <p:cNvSpPr/>
            <p:nvPr/>
          </p:nvSpPr>
          <p:spPr>
            <a:xfrm>
              <a:off x="7270925" y="2691351"/>
              <a:ext cx="164112" cy="93946"/>
            </a:xfrm>
            <a:custGeom>
              <a:avLst/>
              <a:gdLst/>
              <a:ahLst/>
              <a:cxnLst/>
              <a:rect l="l" t="t" r="r" b="b"/>
              <a:pathLst>
                <a:path w="6280" h="3595" extrusionOk="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8" name="Google Shape;18728;p139"/>
            <p:cNvSpPr/>
            <p:nvPr/>
          </p:nvSpPr>
          <p:spPr>
            <a:xfrm>
              <a:off x="7270925" y="2710950"/>
              <a:ext cx="159591" cy="74347"/>
            </a:xfrm>
            <a:custGeom>
              <a:avLst/>
              <a:gdLst/>
              <a:ahLst/>
              <a:cxnLst/>
              <a:rect l="l" t="t" r="r" b="b"/>
              <a:pathLst>
                <a:path w="6107" h="2845" extrusionOk="0">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9" name="Google Shape;18729;p139"/>
            <p:cNvSpPr/>
            <p:nvPr/>
          </p:nvSpPr>
          <p:spPr>
            <a:xfrm>
              <a:off x="7069130" y="2424852"/>
              <a:ext cx="98023" cy="161812"/>
            </a:xfrm>
            <a:custGeom>
              <a:avLst/>
              <a:gdLst/>
              <a:ahLst/>
              <a:cxnLst/>
              <a:rect l="l" t="t" r="r" b="b"/>
              <a:pathLst>
                <a:path w="3751" h="6192" extrusionOk="0">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0" name="Google Shape;18730;p139"/>
            <p:cNvSpPr/>
            <p:nvPr/>
          </p:nvSpPr>
          <p:spPr>
            <a:xfrm>
              <a:off x="7116612" y="2424800"/>
              <a:ext cx="50540" cy="157265"/>
            </a:xfrm>
            <a:custGeom>
              <a:avLst/>
              <a:gdLst/>
              <a:ahLst/>
              <a:cxnLst/>
              <a:rect l="l" t="t" r="r" b="b"/>
              <a:pathLst>
                <a:path w="1934" h="6018" extrusionOk="0">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1" name="Google Shape;18731;p139"/>
            <p:cNvSpPr/>
            <p:nvPr/>
          </p:nvSpPr>
          <p:spPr>
            <a:xfrm>
              <a:off x="7167388" y="2424800"/>
              <a:ext cx="97788" cy="161865"/>
            </a:xfrm>
            <a:custGeom>
              <a:avLst/>
              <a:gdLst/>
              <a:ahLst/>
              <a:cxnLst/>
              <a:rect l="l" t="t" r="r" b="b"/>
              <a:pathLst>
                <a:path w="3742" h="6194" extrusionOk="0">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2" name="Google Shape;18732;p139"/>
            <p:cNvSpPr/>
            <p:nvPr/>
          </p:nvSpPr>
          <p:spPr>
            <a:xfrm>
              <a:off x="7188242" y="2428510"/>
              <a:ext cx="76934" cy="158154"/>
            </a:xfrm>
            <a:custGeom>
              <a:avLst/>
              <a:gdLst/>
              <a:ahLst/>
              <a:cxnLst/>
              <a:rect l="l" t="t" r="r" b="b"/>
              <a:pathLst>
                <a:path w="2944" h="6052" extrusionOk="0">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3" name="Google Shape;18733;p139"/>
            <p:cNvSpPr/>
            <p:nvPr/>
          </p:nvSpPr>
          <p:spPr>
            <a:xfrm>
              <a:off x="7140001" y="2665219"/>
              <a:ext cx="53545" cy="53545"/>
            </a:xfrm>
            <a:custGeom>
              <a:avLst/>
              <a:gdLst/>
              <a:ahLst/>
              <a:cxnLst/>
              <a:rect l="l" t="t" r="r" b="b"/>
              <a:pathLst>
                <a:path w="2049" h="2049" extrusionOk="0">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4" name="Google Shape;18734;p139"/>
            <p:cNvSpPr/>
            <p:nvPr/>
          </p:nvSpPr>
          <p:spPr>
            <a:xfrm>
              <a:off x="7140001" y="2692109"/>
              <a:ext cx="53545" cy="26655"/>
            </a:xfrm>
            <a:custGeom>
              <a:avLst/>
              <a:gdLst/>
              <a:ahLst/>
              <a:cxnLst/>
              <a:rect l="l" t="t" r="r" b="b"/>
              <a:pathLst>
                <a:path w="2049" h="1020" extrusionOk="0">
                  <a:moveTo>
                    <a:pt x="0" y="0"/>
                  </a:moveTo>
                  <a:cubicBezTo>
                    <a:pt x="0" y="558"/>
                    <a:pt x="462" y="1020"/>
                    <a:pt x="1020" y="1020"/>
                  </a:cubicBezTo>
                  <a:cubicBezTo>
                    <a:pt x="1587" y="1020"/>
                    <a:pt x="2048" y="558"/>
                    <a:pt x="204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35" name="Google Shape;18735;p139"/>
          <p:cNvGrpSpPr/>
          <p:nvPr/>
        </p:nvGrpSpPr>
        <p:grpSpPr>
          <a:xfrm>
            <a:off x="4885655" y="2424721"/>
            <a:ext cx="281473" cy="360629"/>
            <a:chOff x="4885655" y="2424721"/>
            <a:chExt cx="281473" cy="360629"/>
          </a:xfrm>
        </p:grpSpPr>
        <p:sp>
          <p:nvSpPr>
            <p:cNvPr id="18736" name="Google Shape;18736;p139"/>
            <p:cNvSpPr/>
            <p:nvPr/>
          </p:nvSpPr>
          <p:spPr>
            <a:xfrm>
              <a:off x="4885655" y="2588833"/>
              <a:ext cx="80697" cy="196516"/>
            </a:xfrm>
            <a:custGeom>
              <a:avLst/>
              <a:gdLst/>
              <a:ahLst/>
              <a:cxnLst/>
              <a:rect l="l" t="t" r="r" b="b"/>
              <a:pathLst>
                <a:path w="3088" h="7520" extrusionOk="0">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7" name="Google Shape;18737;p139"/>
            <p:cNvSpPr/>
            <p:nvPr/>
          </p:nvSpPr>
          <p:spPr>
            <a:xfrm>
              <a:off x="4926134" y="2588833"/>
              <a:ext cx="40218" cy="196516"/>
            </a:xfrm>
            <a:custGeom>
              <a:avLst/>
              <a:gdLst/>
              <a:ahLst/>
              <a:cxnLst/>
              <a:rect l="l" t="t" r="r" b="b"/>
              <a:pathLst>
                <a:path w="1539" h="7520" extrusionOk="0">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8" name="Google Shape;18738;p139"/>
            <p:cNvSpPr/>
            <p:nvPr/>
          </p:nvSpPr>
          <p:spPr>
            <a:xfrm>
              <a:off x="4893442" y="2424721"/>
              <a:ext cx="197039" cy="217396"/>
            </a:xfrm>
            <a:custGeom>
              <a:avLst/>
              <a:gdLst/>
              <a:ahLst/>
              <a:cxnLst/>
              <a:rect l="l" t="t" r="r" b="b"/>
              <a:pathLst>
                <a:path w="7540" h="8319" extrusionOk="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9" name="Google Shape;18739;p139"/>
            <p:cNvSpPr/>
            <p:nvPr/>
          </p:nvSpPr>
          <p:spPr>
            <a:xfrm>
              <a:off x="4949000" y="2424721"/>
              <a:ext cx="117858" cy="116133"/>
            </a:xfrm>
            <a:custGeom>
              <a:avLst/>
              <a:gdLst/>
              <a:ahLst/>
              <a:cxnLst/>
              <a:rect l="l" t="t" r="r" b="b"/>
              <a:pathLst>
                <a:path w="4510" h="4444" extrusionOk="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0" name="Google Shape;18740;p139"/>
            <p:cNvSpPr/>
            <p:nvPr/>
          </p:nvSpPr>
          <p:spPr>
            <a:xfrm>
              <a:off x="4888921" y="2424721"/>
              <a:ext cx="83964" cy="298825"/>
            </a:xfrm>
            <a:custGeom>
              <a:avLst/>
              <a:gdLst/>
              <a:ahLst/>
              <a:cxnLst/>
              <a:rect l="l" t="t" r="r" b="b"/>
              <a:pathLst>
                <a:path w="3213" h="11435" extrusionOk="0">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1" name="Google Shape;18741;p139"/>
            <p:cNvSpPr/>
            <p:nvPr/>
          </p:nvSpPr>
          <p:spPr>
            <a:xfrm>
              <a:off x="4906770" y="2424721"/>
              <a:ext cx="66115" cy="298851"/>
            </a:xfrm>
            <a:custGeom>
              <a:avLst/>
              <a:gdLst/>
              <a:ahLst/>
              <a:cxnLst/>
              <a:rect l="l" t="t" r="r" b="b"/>
              <a:pathLst>
                <a:path w="2530" h="11436" extrusionOk="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2" name="Google Shape;18742;p139"/>
            <p:cNvSpPr/>
            <p:nvPr/>
          </p:nvSpPr>
          <p:spPr>
            <a:xfrm>
              <a:off x="4889183" y="2583293"/>
              <a:ext cx="66115" cy="82448"/>
            </a:xfrm>
            <a:custGeom>
              <a:avLst/>
              <a:gdLst/>
              <a:ahLst/>
              <a:cxnLst/>
              <a:rect l="l" t="t" r="r" b="b"/>
              <a:pathLst>
                <a:path w="2530" h="3155" extrusionOk="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3" name="Google Shape;18743;p139"/>
            <p:cNvSpPr/>
            <p:nvPr/>
          </p:nvSpPr>
          <p:spPr>
            <a:xfrm>
              <a:off x="5000246" y="2503641"/>
              <a:ext cx="38728" cy="71891"/>
            </a:xfrm>
            <a:custGeom>
              <a:avLst/>
              <a:gdLst/>
              <a:ahLst/>
              <a:cxnLst/>
              <a:rect l="l" t="t" r="r" b="b"/>
              <a:pathLst>
                <a:path w="1482" h="2751" extrusionOk="0">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4" name="Google Shape;18744;p139"/>
            <p:cNvSpPr/>
            <p:nvPr/>
          </p:nvSpPr>
          <p:spPr>
            <a:xfrm>
              <a:off x="5019087" y="2553528"/>
              <a:ext cx="51690" cy="47143"/>
            </a:xfrm>
            <a:custGeom>
              <a:avLst/>
              <a:gdLst/>
              <a:ahLst/>
              <a:cxnLst/>
              <a:rect l="l" t="t" r="r" b="b"/>
              <a:pathLst>
                <a:path w="1978" h="1804" extrusionOk="0">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5" name="Google Shape;18745;p139"/>
            <p:cNvSpPr/>
            <p:nvPr/>
          </p:nvSpPr>
          <p:spPr>
            <a:xfrm>
              <a:off x="5056039" y="2522222"/>
              <a:ext cx="111089" cy="160506"/>
            </a:xfrm>
            <a:custGeom>
              <a:avLst/>
              <a:gdLst/>
              <a:ahLst/>
              <a:cxnLst/>
              <a:rect l="l" t="t" r="r" b="b"/>
              <a:pathLst>
                <a:path w="4251" h="6142" extrusionOk="0">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6" name="Google Shape;18746;p139"/>
            <p:cNvSpPr/>
            <p:nvPr/>
          </p:nvSpPr>
          <p:spPr>
            <a:xfrm>
              <a:off x="5056535" y="2522483"/>
              <a:ext cx="109103" cy="149791"/>
            </a:xfrm>
            <a:custGeom>
              <a:avLst/>
              <a:gdLst/>
              <a:ahLst/>
              <a:cxnLst/>
              <a:rect l="l" t="t" r="r" b="b"/>
              <a:pathLst>
                <a:path w="4175" h="5732" extrusionOk="0">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47" name="Google Shape;18747;p139"/>
          <p:cNvGrpSpPr/>
          <p:nvPr/>
        </p:nvGrpSpPr>
        <p:grpSpPr>
          <a:xfrm>
            <a:off x="6625609" y="2446777"/>
            <a:ext cx="364130" cy="316726"/>
            <a:chOff x="6625609" y="2446777"/>
            <a:chExt cx="364130" cy="316726"/>
          </a:xfrm>
        </p:grpSpPr>
        <p:sp>
          <p:nvSpPr>
            <p:cNvPr id="18748" name="Google Shape;18748;p139"/>
            <p:cNvSpPr/>
            <p:nvPr/>
          </p:nvSpPr>
          <p:spPr>
            <a:xfrm>
              <a:off x="6657255" y="2495096"/>
              <a:ext cx="265140" cy="240497"/>
            </a:xfrm>
            <a:custGeom>
              <a:avLst/>
              <a:gdLst/>
              <a:ahLst/>
              <a:cxnLst/>
              <a:rect l="l" t="t" r="r" b="b"/>
              <a:pathLst>
                <a:path w="10146" h="9203" extrusionOk="0">
                  <a:moveTo>
                    <a:pt x="1232" y="0"/>
                  </a:moveTo>
                  <a:lnTo>
                    <a:pt x="1" y="808"/>
                  </a:lnTo>
                  <a:lnTo>
                    <a:pt x="1376" y="9203"/>
                  </a:lnTo>
                  <a:lnTo>
                    <a:pt x="10146" y="9203"/>
                  </a:lnTo>
                  <a:lnTo>
                    <a:pt x="1232"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9" name="Google Shape;18749;p139"/>
            <p:cNvSpPr/>
            <p:nvPr/>
          </p:nvSpPr>
          <p:spPr>
            <a:xfrm>
              <a:off x="6693187" y="2495096"/>
              <a:ext cx="264905" cy="240497"/>
            </a:xfrm>
            <a:custGeom>
              <a:avLst/>
              <a:gdLst/>
              <a:ahLst/>
              <a:cxnLst/>
              <a:rect l="l" t="t" r="r" b="b"/>
              <a:pathLst>
                <a:path w="10137" h="9203" extrusionOk="0">
                  <a:moveTo>
                    <a:pt x="8905" y="0"/>
                  </a:moveTo>
                  <a:lnTo>
                    <a:pt x="1" y="9203"/>
                  </a:lnTo>
                  <a:lnTo>
                    <a:pt x="8771" y="9203"/>
                  </a:lnTo>
                  <a:lnTo>
                    <a:pt x="10136" y="808"/>
                  </a:lnTo>
                  <a:lnTo>
                    <a:pt x="8905"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0" name="Google Shape;18750;p139"/>
            <p:cNvSpPr/>
            <p:nvPr/>
          </p:nvSpPr>
          <p:spPr>
            <a:xfrm>
              <a:off x="6693187" y="2617213"/>
              <a:ext cx="229208" cy="118380"/>
            </a:xfrm>
            <a:custGeom>
              <a:avLst/>
              <a:gdLst/>
              <a:ahLst/>
              <a:cxnLst/>
              <a:rect l="l" t="t" r="r" b="b"/>
              <a:pathLst>
                <a:path w="8771" h="4530" extrusionOk="0">
                  <a:moveTo>
                    <a:pt x="4386" y="1"/>
                  </a:moveTo>
                  <a:lnTo>
                    <a:pt x="1" y="4530"/>
                  </a:lnTo>
                  <a:lnTo>
                    <a:pt x="8771" y="4530"/>
                  </a:lnTo>
                  <a:lnTo>
                    <a:pt x="4386"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1" name="Google Shape;18751;p139"/>
            <p:cNvSpPr/>
            <p:nvPr/>
          </p:nvSpPr>
          <p:spPr>
            <a:xfrm>
              <a:off x="6693187" y="2707945"/>
              <a:ext cx="229208" cy="55558"/>
            </a:xfrm>
            <a:custGeom>
              <a:avLst/>
              <a:gdLst/>
              <a:ahLst/>
              <a:cxnLst/>
              <a:rect l="l" t="t" r="r" b="b"/>
              <a:pathLst>
                <a:path w="8771" h="2126" extrusionOk="0">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2" name="Google Shape;18752;p139"/>
            <p:cNvSpPr/>
            <p:nvPr/>
          </p:nvSpPr>
          <p:spPr>
            <a:xfrm>
              <a:off x="6625609" y="2446777"/>
              <a:ext cx="61829" cy="67187"/>
            </a:xfrm>
            <a:custGeom>
              <a:avLst/>
              <a:gdLst/>
              <a:ahLst/>
              <a:cxnLst/>
              <a:rect l="l" t="t" r="r" b="b"/>
              <a:pathLst>
                <a:path w="2366" h="2571" extrusionOk="0">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3" name="Google Shape;18753;p139"/>
            <p:cNvSpPr/>
            <p:nvPr/>
          </p:nvSpPr>
          <p:spPr>
            <a:xfrm>
              <a:off x="6635409" y="2446777"/>
              <a:ext cx="52030" cy="56629"/>
            </a:xfrm>
            <a:custGeom>
              <a:avLst/>
              <a:gdLst/>
              <a:ahLst/>
              <a:cxnLst/>
              <a:rect l="l" t="t" r="r" b="b"/>
              <a:pathLst>
                <a:path w="1991" h="2167" extrusionOk="0">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4" name="Google Shape;18754;p139"/>
            <p:cNvSpPr/>
            <p:nvPr/>
          </p:nvSpPr>
          <p:spPr>
            <a:xfrm>
              <a:off x="6632769" y="2475862"/>
              <a:ext cx="72256" cy="50462"/>
            </a:xfrm>
            <a:custGeom>
              <a:avLst/>
              <a:gdLst/>
              <a:ahLst/>
              <a:cxnLst/>
              <a:rect l="l" t="t" r="r" b="b"/>
              <a:pathLst>
                <a:path w="2765" h="1931" extrusionOk="0">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5" name="Google Shape;18755;p139"/>
            <p:cNvSpPr/>
            <p:nvPr/>
          </p:nvSpPr>
          <p:spPr>
            <a:xfrm>
              <a:off x="6663057" y="2475941"/>
              <a:ext cx="43667" cy="33998"/>
            </a:xfrm>
            <a:custGeom>
              <a:avLst/>
              <a:gdLst/>
              <a:ahLst/>
              <a:cxnLst/>
              <a:rect l="l" t="t" r="r" b="b"/>
              <a:pathLst>
                <a:path w="1671" h="1301" extrusionOk="0">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6" name="Google Shape;18756;p139"/>
            <p:cNvSpPr/>
            <p:nvPr/>
          </p:nvSpPr>
          <p:spPr>
            <a:xfrm>
              <a:off x="6927910" y="2446777"/>
              <a:ext cx="61829" cy="67187"/>
            </a:xfrm>
            <a:custGeom>
              <a:avLst/>
              <a:gdLst/>
              <a:ahLst/>
              <a:cxnLst/>
              <a:rect l="l" t="t" r="r" b="b"/>
              <a:pathLst>
                <a:path w="2366" h="2571" extrusionOk="0">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7" name="Google Shape;18757;p139"/>
            <p:cNvSpPr/>
            <p:nvPr/>
          </p:nvSpPr>
          <p:spPr>
            <a:xfrm>
              <a:off x="6927910" y="2446777"/>
              <a:ext cx="52030" cy="56629"/>
            </a:xfrm>
            <a:custGeom>
              <a:avLst/>
              <a:gdLst/>
              <a:ahLst/>
              <a:cxnLst/>
              <a:rect l="l" t="t" r="r" b="b"/>
              <a:pathLst>
                <a:path w="1991" h="2167" extrusionOk="0">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8" name="Google Shape;18758;p139"/>
            <p:cNvSpPr/>
            <p:nvPr/>
          </p:nvSpPr>
          <p:spPr>
            <a:xfrm>
              <a:off x="6910322" y="2475862"/>
              <a:ext cx="72256" cy="50462"/>
            </a:xfrm>
            <a:custGeom>
              <a:avLst/>
              <a:gdLst/>
              <a:ahLst/>
              <a:cxnLst/>
              <a:rect l="l" t="t" r="r" b="b"/>
              <a:pathLst>
                <a:path w="2765" h="1931" extrusionOk="0">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9" name="Google Shape;18759;p139"/>
            <p:cNvSpPr/>
            <p:nvPr/>
          </p:nvSpPr>
          <p:spPr>
            <a:xfrm>
              <a:off x="6908624" y="2475941"/>
              <a:ext cx="43694" cy="33998"/>
            </a:xfrm>
            <a:custGeom>
              <a:avLst/>
              <a:gdLst/>
              <a:ahLst/>
              <a:cxnLst/>
              <a:rect l="l" t="t" r="r" b="b"/>
              <a:pathLst>
                <a:path w="1672" h="1301" extrusionOk="0">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60" name="Google Shape;18760;p139"/>
          <p:cNvGrpSpPr/>
          <p:nvPr/>
        </p:nvGrpSpPr>
        <p:grpSpPr>
          <a:xfrm>
            <a:off x="5757644" y="2012350"/>
            <a:ext cx="360628" cy="298825"/>
            <a:chOff x="5757644" y="2012350"/>
            <a:chExt cx="360628" cy="298825"/>
          </a:xfrm>
        </p:grpSpPr>
        <p:sp>
          <p:nvSpPr>
            <p:cNvPr id="18761" name="Google Shape;18761;p139"/>
            <p:cNvSpPr/>
            <p:nvPr/>
          </p:nvSpPr>
          <p:spPr>
            <a:xfrm>
              <a:off x="5768698" y="2012350"/>
              <a:ext cx="338259" cy="164164"/>
            </a:xfrm>
            <a:custGeom>
              <a:avLst/>
              <a:gdLst/>
              <a:ahLst/>
              <a:cxnLst/>
              <a:rect l="l" t="t" r="r" b="b"/>
              <a:pathLst>
                <a:path w="12944" h="6282" extrusionOk="0">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2" name="Google Shape;18762;p139"/>
            <p:cNvSpPr/>
            <p:nvPr/>
          </p:nvSpPr>
          <p:spPr>
            <a:xfrm>
              <a:off x="5790571" y="2037934"/>
              <a:ext cx="294775" cy="113180"/>
            </a:xfrm>
            <a:custGeom>
              <a:avLst/>
              <a:gdLst/>
              <a:ahLst/>
              <a:cxnLst/>
              <a:rect l="l" t="t" r="r" b="b"/>
              <a:pathLst>
                <a:path w="11280" h="4331" extrusionOk="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3" name="Google Shape;18763;p139"/>
            <p:cNvSpPr/>
            <p:nvPr/>
          </p:nvSpPr>
          <p:spPr>
            <a:xfrm>
              <a:off x="5871738"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4" name="Google Shape;18764;p139"/>
            <p:cNvSpPr/>
            <p:nvPr/>
          </p:nvSpPr>
          <p:spPr>
            <a:xfrm>
              <a:off x="5805649"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5" name="Google Shape;18765;p139"/>
            <p:cNvSpPr/>
            <p:nvPr/>
          </p:nvSpPr>
          <p:spPr>
            <a:xfrm>
              <a:off x="5937828" y="2201837"/>
              <a:ext cx="66350" cy="55819"/>
            </a:xfrm>
            <a:custGeom>
              <a:avLst/>
              <a:gdLst/>
              <a:ahLst/>
              <a:cxnLst/>
              <a:rect l="l" t="t" r="r" b="b"/>
              <a:pathLst>
                <a:path w="2539" h="2136" extrusionOk="0">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6" name="Google Shape;18766;p139"/>
            <p:cNvSpPr/>
            <p:nvPr/>
          </p:nvSpPr>
          <p:spPr>
            <a:xfrm>
              <a:off x="6004152" y="2201837"/>
              <a:ext cx="66115" cy="55819"/>
            </a:xfrm>
            <a:custGeom>
              <a:avLst/>
              <a:gdLst/>
              <a:ahLst/>
              <a:cxnLst/>
              <a:rect l="l" t="t" r="r" b="b"/>
              <a:pathLst>
                <a:path w="2530" h="2136" extrusionOk="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7" name="Google Shape;18767;p139"/>
            <p:cNvSpPr/>
            <p:nvPr/>
          </p:nvSpPr>
          <p:spPr>
            <a:xfrm>
              <a:off x="6020485" y="2201837"/>
              <a:ext cx="49782" cy="55558"/>
            </a:xfrm>
            <a:custGeom>
              <a:avLst/>
              <a:gdLst/>
              <a:ahLst/>
              <a:cxnLst/>
              <a:rect l="l" t="t" r="r" b="b"/>
              <a:pathLst>
                <a:path w="1905" h="2126" extrusionOk="0">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8" name="Google Shape;18768;p139"/>
            <p:cNvSpPr/>
            <p:nvPr/>
          </p:nvSpPr>
          <p:spPr>
            <a:xfrm>
              <a:off x="5954396"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9" name="Google Shape;18769;p139"/>
            <p:cNvSpPr/>
            <p:nvPr/>
          </p:nvSpPr>
          <p:spPr>
            <a:xfrm>
              <a:off x="5888071" y="2201837"/>
              <a:ext cx="49782" cy="55558"/>
            </a:xfrm>
            <a:custGeom>
              <a:avLst/>
              <a:gdLst/>
              <a:ahLst/>
              <a:cxnLst/>
              <a:rect l="l" t="t" r="r" b="b"/>
              <a:pathLst>
                <a:path w="1905" h="2126" extrusionOk="0">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0" name="Google Shape;18770;p139"/>
            <p:cNvSpPr/>
            <p:nvPr/>
          </p:nvSpPr>
          <p:spPr>
            <a:xfrm>
              <a:off x="5822217"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1" name="Google Shape;18771;p139"/>
            <p:cNvSpPr/>
            <p:nvPr/>
          </p:nvSpPr>
          <p:spPr>
            <a:xfrm>
              <a:off x="5772461" y="2240539"/>
              <a:ext cx="66115" cy="55819"/>
            </a:xfrm>
            <a:custGeom>
              <a:avLst/>
              <a:gdLst/>
              <a:ahLst/>
              <a:cxnLst/>
              <a:rect l="l" t="t" r="r" b="b"/>
              <a:pathLst>
                <a:path w="2530" h="2136" extrusionOk="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2" name="Google Shape;18772;p139"/>
            <p:cNvSpPr/>
            <p:nvPr/>
          </p:nvSpPr>
          <p:spPr>
            <a:xfrm>
              <a:off x="5838550" y="2240539"/>
              <a:ext cx="66377" cy="55819"/>
            </a:xfrm>
            <a:custGeom>
              <a:avLst/>
              <a:gdLst/>
              <a:ahLst/>
              <a:cxnLst/>
              <a:rect l="l" t="t" r="r" b="b"/>
              <a:pathLst>
                <a:path w="2540" h="2136" extrusionOk="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3" name="Google Shape;18773;p139"/>
            <p:cNvSpPr/>
            <p:nvPr/>
          </p:nvSpPr>
          <p:spPr>
            <a:xfrm>
              <a:off x="5904901" y="2240539"/>
              <a:ext cx="66115" cy="55819"/>
            </a:xfrm>
            <a:custGeom>
              <a:avLst/>
              <a:gdLst/>
              <a:ahLst/>
              <a:cxnLst/>
              <a:rect l="l" t="t" r="r" b="b"/>
              <a:pathLst>
                <a:path w="2530" h="2136" extrusionOk="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4" name="Google Shape;18774;p139"/>
            <p:cNvSpPr/>
            <p:nvPr/>
          </p:nvSpPr>
          <p:spPr>
            <a:xfrm>
              <a:off x="5970990" y="2240539"/>
              <a:ext cx="66377" cy="55819"/>
            </a:xfrm>
            <a:custGeom>
              <a:avLst/>
              <a:gdLst/>
              <a:ahLst/>
              <a:cxnLst/>
              <a:rect l="l" t="t" r="r" b="b"/>
              <a:pathLst>
                <a:path w="2540" h="2136" extrusionOk="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5" name="Google Shape;18775;p139"/>
            <p:cNvSpPr/>
            <p:nvPr/>
          </p:nvSpPr>
          <p:spPr>
            <a:xfrm>
              <a:off x="6037340" y="2240539"/>
              <a:ext cx="66115" cy="55819"/>
            </a:xfrm>
            <a:custGeom>
              <a:avLst/>
              <a:gdLst/>
              <a:ahLst/>
              <a:cxnLst/>
              <a:rect l="l" t="t" r="r" b="b"/>
              <a:pathLst>
                <a:path w="2530" h="2136" extrusionOk="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6" name="Google Shape;18776;p139"/>
            <p:cNvSpPr/>
            <p:nvPr/>
          </p:nvSpPr>
          <p:spPr>
            <a:xfrm>
              <a:off x="6053673" y="2240539"/>
              <a:ext cx="49782" cy="55819"/>
            </a:xfrm>
            <a:custGeom>
              <a:avLst/>
              <a:gdLst/>
              <a:ahLst/>
              <a:cxnLst/>
              <a:rect l="l" t="t" r="r" b="b"/>
              <a:pathLst>
                <a:path w="1905" h="2136" extrusionOk="0">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7" name="Google Shape;18777;p139"/>
            <p:cNvSpPr/>
            <p:nvPr/>
          </p:nvSpPr>
          <p:spPr>
            <a:xfrm>
              <a:off x="5987584" y="2240539"/>
              <a:ext cx="49782" cy="55819"/>
            </a:xfrm>
            <a:custGeom>
              <a:avLst/>
              <a:gdLst/>
              <a:ahLst/>
              <a:cxnLst/>
              <a:rect l="l" t="t" r="r" b="b"/>
              <a:pathLst>
                <a:path w="1905" h="2136" extrusionOk="0">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8" name="Google Shape;18778;p139"/>
            <p:cNvSpPr/>
            <p:nvPr/>
          </p:nvSpPr>
          <p:spPr>
            <a:xfrm>
              <a:off x="5921233" y="2240539"/>
              <a:ext cx="49782" cy="55819"/>
            </a:xfrm>
            <a:custGeom>
              <a:avLst/>
              <a:gdLst/>
              <a:ahLst/>
              <a:cxnLst/>
              <a:rect l="l" t="t" r="r" b="b"/>
              <a:pathLst>
                <a:path w="1905" h="2136" extrusionOk="0">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9" name="Google Shape;18779;p139"/>
            <p:cNvSpPr/>
            <p:nvPr/>
          </p:nvSpPr>
          <p:spPr>
            <a:xfrm>
              <a:off x="5854883" y="2240539"/>
              <a:ext cx="49782" cy="55819"/>
            </a:xfrm>
            <a:custGeom>
              <a:avLst/>
              <a:gdLst/>
              <a:ahLst/>
              <a:cxnLst/>
              <a:rect l="l" t="t" r="r" b="b"/>
              <a:pathLst>
                <a:path w="1905" h="2136" extrusionOk="0">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0" name="Google Shape;18780;p139"/>
            <p:cNvSpPr/>
            <p:nvPr/>
          </p:nvSpPr>
          <p:spPr>
            <a:xfrm>
              <a:off x="5788794" y="2240539"/>
              <a:ext cx="49782" cy="55819"/>
            </a:xfrm>
            <a:custGeom>
              <a:avLst/>
              <a:gdLst/>
              <a:ahLst/>
              <a:cxnLst/>
              <a:rect l="l" t="t" r="r" b="b"/>
              <a:pathLst>
                <a:path w="1905" h="2136" extrusionOk="0">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1" name="Google Shape;18781;p139"/>
            <p:cNvSpPr/>
            <p:nvPr/>
          </p:nvSpPr>
          <p:spPr>
            <a:xfrm>
              <a:off x="5757644" y="2292308"/>
              <a:ext cx="360628" cy="18868"/>
            </a:xfrm>
            <a:custGeom>
              <a:avLst/>
              <a:gdLst/>
              <a:ahLst/>
              <a:cxnLst/>
              <a:rect l="l" t="t" r="r" b="b"/>
              <a:pathLst>
                <a:path w="13800" h="722" extrusionOk="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2" name="Google Shape;18782;p139"/>
            <p:cNvSpPr/>
            <p:nvPr/>
          </p:nvSpPr>
          <p:spPr>
            <a:xfrm>
              <a:off x="5757644" y="2292308"/>
              <a:ext cx="360628" cy="18868"/>
            </a:xfrm>
            <a:custGeom>
              <a:avLst/>
              <a:gdLst/>
              <a:ahLst/>
              <a:cxnLst/>
              <a:rect l="l" t="t" r="r" b="b"/>
              <a:pathLst>
                <a:path w="13800" h="722" extrusionOk="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83" name="Google Shape;18783;p139"/>
          <p:cNvGrpSpPr/>
          <p:nvPr/>
        </p:nvGrpSpPr>
        <p:grpSpPr>
          <a:xfrm>
            <a:off x="5317625" y="1983474"/>
            <a:ext cx="360628" cy="356839"/>
            <a:chOff x="5317625" y="1983474"/>
            <a:chExt cx="360628" cy="356839"/>
          </a:xfrm>
        </p:grpSpPr>
        <p:sp>
          <p:nvSpPr>
            <p:cNvPr id="18784" name="Google Shape;18784;p139"/>
            <p:cNvSpPr/>
            <p:nvPr/>
          </p:nvSpPr>
          <p:spPr>
            <a:xfrm>
              <a:off x="5642295" y="2050817"/>
              <a:ext cx="22134" cy="199051"/>
            </a:xfrm>
            <a:custGeom>
              <a:avLst/>
              <a:gdLst/>
              <a:ahLst/>
              <a:cxnLst/>
              <a:rect l="l" t="t" r="r" b="b"/>
              <a:pathLst>
                <a:path w="847" h="7617" extrusionOk="0">
                  <a:moveTo>
                    <a:pt x="1" y="0"/>
                  </a:moveTo>
                  <a:lnTo>
                    <a:pt x="1" y="7616"/>
                  </a:lnTo>
                  <a:lnTo>
                    <a:pt x="847" y="7616"/>
                  </a:lnTo>
                  <a:lnTo>
                    <a:pt x="84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5" name="Google Shape;18785;p139"/>
            <p:cNvSpPr/>
            <p:nvPr/>
          </p:nvSpPr>
          <p:spPr>
            <a:xfrm>
              <a:off x="5653349" y="2050817"/>
              <a:ext cx="10845" cy="199051"/>
            </a:xfrm>
            <a:custGeom>
              <a:avLst/>
              <a:gdLst/>
              <a:ahLst/>
              <a:cxnLst/>
              <a:rect l="l" t="t" r="r" b="b"/>
              <a:pathLst>
                <a:path w="415" h="7617" extrusionOk="0">
                  <a:moveTo>
                    <a:pt x="1" y="0"/>
                  </a:moveTo>
                  <a:lnTo>
                    <a:pt x="1" y="7616"/>
                  </a:lnTo>
                  <a:lnTo>
                    <a:pt x="414" y="7616"/>
                  </a:lnTo>
                  <a:lnTo>
                    <a:pt x="414"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6" name="Google Shape;18786;p139"/>
            <p:cNvSpPr/>
            <p:nvPr/>
          </p:nvSpPr>
          <p:spPr>
            <a:xfrm>
              <a:off x="5635762" y="2216419"/>
              <a:ext cx="35200" cy="123894"/>
            </a:xfrm>
            <a:custGeom>
              <a:avLst/>
              <a:gdLst/>
              <a:ahLst/>
              <a:cxnLst/>
              <a:rect l="l" t="t" r="r" b="b"/>
              <a:pathLst>
                <a:path w="1347" h="4741" extrusionOk="0">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7" name="Google Shape;18787;p139"/>
            <p:cNvSpPr/>
            <p:nvPr/>
          </p:nvSpPr>
          <p:spPr>
            <a:xfrm>
              <a:off x="5630980" y="2036732"/>
              <a:ext cx="47274" cy="36220"/>
            </a:xfrm>
            <a:custGeom>
              <a:avLst/>
              <a:gdLst/>
              <a:ahLst/>
              <a:cxnLst/>
              <a:rect l="l" t="t" r="r" b="b"/>
              <a:pathLst>
                <a:path w="1809" h="1386" extrusionOk="0">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8" name="Google Shape;18788;p139"/>
            <p:cNvSpPr/>
            <p:nvPr/>
          </p:nvSpPr>
          <p:spPr>
            <a:xfrm>
              <a:off x="5461380" y="1986740"/>
              <a:ext cx="48267" cy="48267"/>
            </a:xfrm>
            <a:custGeom>
              <a:avLst/>
              <a:gdLst/>
              <a:ahLst/>
              <a:cxnLst/>
              <a:rect l="l" t="t" r="r" b="b"/>
              <a:pathLst>
                <a:path w="1847" h="1847" extrusionOk="0">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9" name="Google Shape;18789;p139"/>
            <p:cNvSpPr/>
            <p:nvPr/>
          </p:nvSpPr>
          <p:spPr>
            <a:xfrm>
              <a:off x="5471937" y="1997298"/>
              <a:ext cx="27152" cy="27152"/>
            </a:xfrm>
            <a:custGeom>
              <a:avLst/>
              <a:gdLst/>
              <a:ahLst/>
              <a:cxnLst/>
              <a:rect l="l" t="t" r="r" b="b"/>
              <a:pathLst>
                <a:path w="1039" h="1039" extrusionOk="0">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0" name="Google Shape;18790;p139"/>
            <p:cNvSpPr/>
            <p:nvPr/>
          </p:nvSpPr>
          <p:spPr>
            <a:xfrm>
              <a:off x="5416380" y="2011932"/>
              <a:ext cx="138241" cy="62248"/>
            </a:xfrm>
            <a:custGeom>
              <a:avLst/>
              <a:gdLst/>
              <a:ahLst/>
              <a:cxnLst/>
              <a:rect l="l" t="t" r="r" b="b"/>
              <a:pathLst>
                <a:path w="5290" h="2382" extrusionOk="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1" name="Google Shape;18791;p139"/>
            <p:cNvSpPr/>
            <p:nvPr/>
          </p:nvSpPr>
          <p:spPr>
            <a:xfrm>
              <a:off x="5428949" y="2022908"/>
              <a:ext cx="113363" cy="40505"/>
            </a:xfrm>
            <a:custGeom>
              <a:avLst/>
              <a:gdLst/>
              <a:ahLst/>
              <a:cxnLst/>
              <a:rect l="l" t="t" r="r" b="b"/>
              <a:pathLst>
                <a:path w="4338" h="1550" extrusionOk="0">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2" name="Google Shape;18792;p139"/>
            <p:cNvSpPr/>
            <p:nvPr/>
          </p:nvSpPr>
          <p:spPr>
            <a:xfrm>
              <a:off x="5317625" y="1983474"/>
              <a:ext cx="143023" cy="142997"/>
            </a:xfrm>
            <a:custGeom>
              <a:avLst/>
              <a:gdLst/>
              <a:ahLst/>
              <a:cxnLst/>
              <a:rect l="l" t="t" r="r" b="b"/>
              <a:pathLst>
                <a:path w="5473" h="5472" extrusionOk="0">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3" name="Google Shape;18793;p139"/>
            <p:cNvSpPr/>
            <p:nvPr/>
          </p:nvSpPr>
          <p:spPr>
            <a:xfrm>
              <a:off x="5338740" y="2004328"/>
              <a:ext cx="129696" cy="122744"/>
            </a:xfrm>
            <a:custGeom>
              <a:avLst/>
              <a:gdLst/>
              <a:ahLst/>
              <a:cxnLst/>
              <a:rect l="l" t="t" r="r" b="b"/>
              <a:pathLst>
                <a:path w="4963" h="4697" extrusionOk="0">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4" name="Google Shape;18794;p139"/>
            <p:cNvSpPr/>
            <p:nvPr/>
          </p:nvSpPr>
          <p:spPr>
            <a:xfrm>
              <a:off x="5318383" y="2001897"/>
              <a:ext cx="123659" cy="105993"/>
            </a:xfrm>
            <a:custGeom>
              <a:avLst/>
              <a:gdLst/>
              <a:ahLst/>
              <a:cxnLst/>
              <a:rect l="l" t="t" r="r" b="b"/>
              <a:pathLst>
                <a:path w="4732" h="4056" extrusionOk="0">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5" name="Google Shape;18795;p139"/>
            <p:cNvSpPr/>
            <p:nvPr/>
          </p:nvSpPr>
          <p:spPr>
            <a:xfrm>
              <a:off x="5328940" y="2009842"/>
              <a:ext cx="120392" cy="90131"/>
            </a:xfrm>
            <a:custGeom>
              <a:avLst/>
              <a:gdLst/>
              <a:ahLst/>
              <a:cxnLst/>
              <a:rect l="l" t="t" r="r" b="b"/>
              <a:pathLst>
                <a:path w="4607" h="3449" extrusionOk="0">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6" name="Google Shape;18796;p139"/>
            <p:cNvSpPr/>
            <p:nvPr/>
          </p:nvSpPr>
          <p:spPr>
            <a:xfrm>
              <a:off x="5357346" y="2023169"/>
              <a:ext cx="80932" cy="76255"/>
            </a:xfrm>
            <a:custGeom>
              <a:avLst/>
              <a:gdLst/>
              <a:ahLst/>
              <a:cxnLst/>
              <a:rect l="l" t="t" r="r" b="b"/>
              <a:pathLst>
                <a:path w="3097" h="2918" extrusionOk="0">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7" name="Google Shape;18797;p139"/>
            <p:cNvSpPr/>
            <p:nvPr/>
          </p:nvSpPr>
          <p:spPr>
            <a:xfrm>
              <a:off x="5510378" y="1983474"/>
              <a:ext cx="142997" cy="142997"/>
            </a:xfrm>
            <a:custGeom>
              <a:avLst/>
              <a:gdLst/>
              <a:ahLst/>
              <a:cxnLst/>
              <a:rect l="l" t="t" r="r" b="b"/>
              <a:pathLst>
                <a:path w="5472" h="5472" extrusionOk="0">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8" name="Google Shape;18798;p139"/>
            <p:cNvSpPr/>
            <p:nvPr/>
          </p:nvSpPr>
          <p:spPr>
            <a:xfrm>
              <a:off x="5531232" y="2004328"/>
              <a:ext cx="129199" cy="122169"/>
            </a:xfrm>
            <a:custGeom>
              <a:avLst/>
              <a:gdLst/>
              <a:ahLst/>
              <a:cxnLst/>
              <a:rect l="l" t="t" r="r" b="b"/>
              <a:pathLst>
                <a:path w="4944" h="4675" extrusionOk="0">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9" name="Google Shape;18799;p139"/>
            <p:cNvSpPr/>
            <p:nvPr/>
          </p:nvSpPr>
          <p:spPr>
            <a:xfrm>
              <a:off x="5511136" y="2001897"/>
              <a:ext cx="123659" cy="105993"/>
            </a:xfrm>
            <a:custGeom>
              <a:avLst/>
              <a:gdLst/>
              <a:ahLst/>
              <a:cxnLst/>
              <a:rect l="l" t="t" r="r" b="b"/>
              <a:pathLst>
                <a:path w="4732" h="4056" extrusionOk="0">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0" name="Google Shape;18800;p139"/>
            <p:cNvSpPr/>
            <p:nvPr/>
          </p:nvSpPr>
          <p:spPr>
            <a:xfrm>
              <a:off x="5521668" y="2009842"/>
              <a:ext cx="120157" cy="90131"/>
            </a:xfrm>
            <a:custGeom>
              <a:avLst/>
              <a:gdLst/>
              <a:ahLst/>
              <a:cxnLst/>
              <a:rect l="l" t="t" r="r" b="b"/>
              <a:pathLst>
                <a:path w="4598" h="3449" extrusionOk="0">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1" name="Google Shape;18801;p139"/>
            <p:cNvSpPr/>
            <p:nvPr/>
          </p:nvSpPr>
          <p:spPr>
            <a:xfrm>
              <a:off x="5550074" y="2023169"/>
              <a:ext cx="80697" cy="76255"/>
            </a:xfrm>
            <a:custGeom>
              <a:avLst/>
              <a:gdLst/>
              <a:ahLst/>
              <a:cxnLst/>
              <a:rect l="l" t="t" r="r" b="b"/>
              <a:pathLst>
                <a:path w="3088" h="2918" extrusionOk="0">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2" name="Google Shape;18802;p139"/>
            <p:cNvSpPr/>
            <p:nvPr/>
          </p:nvSpPr>
          <p:spPr>
            <a:xfrm>
              <a:off x="5653349" y="2216419"/>
              <a:ext cx="17378" cy="123894"/>
            </a:xfrm>
            <a:custGeom>
              <a:avLst/>
              <a:gdLst/>
              <a:ahLst/>
              <a:cxnLst/>
              <a:rect l="l" t="t" r="r" b="b"/>
              <a:pathLst>
                <a:path w="665" h="4741" extrusionOk="0">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03" name="Google Shape;18803;p139"/>
          <p:cNvGrpSpPr/>
          <p:nvPr/>
        </p:nvGrpSpPr>
        <p:grpSpPr>
          <a:xfrm>
            <a:off x="6181827" y="2463685"/>
            <a:ext cx="360629" cy="282989"/>
            <a:chOff x="6181827" y="2463685"/>
            <a:chExt cx="360629" cy="282989"/>
          </a:xfrm>
        </p:grpSpPr>
        <p:sp>
          <p:nvSpPr>
            <p:cNvPr id="18804" name="Google Shape;18804;p139"/>
            <p:cNvSpPr/>
            <p:nvPr/>
          </p:nvSpPr>
          <p:spPr>
            <a:xfrm>
              <a:off x="6274545" y="2463685"/>
              <a:ext cx="255837" cy="32430"/>
            </a:xfrm>
            <a:custGeom>
              <a:avLst/>
              <a:gdLst/>
              <a:ahLst/>
              <a:cxnLst/>
              <a:rect l="l" t="t" r="r" b="b"/>
              <a:pathLst>
                <a:path w="9790" h="1241" extrusionOk="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5" name="Google Shape;18805;p139"/>
            <p:cNvSpPr/>
            <p:nvPr/>
          </p:nvSpPr>
          <p:spPr>
            <a:xfrm>
              <a:off x="6243891" y="2463685"/>
              <a:ext cx="255837" cy="282989"/>
            </a:xfrm>
            <a:custGeom>
              <a:avLst/>
              <a:gdLst/>
              <a:ahLst/>
              <a:cxnLst/>
              <a:rect l="l" t="t" r="r" b="b"/>
              <a:pathLst>
                <a:path w="9790" h="10829" extrusionOk="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6" name="Google Shape;18806;p139"/>
            <p:cNvSpPr/>
            <p:nvPr/>
          </p:nvSpPr>
          <p:spPr>
            <a:xfrm>
              <a:off x="6400190" y="2463685"/>
              <a:ext cx="99277" cy="282989"/>
            </a:xfrm>
            <a:custGeom>
              <a:avLst/>
              <a:gdLst/>
              <a:ahLst/>
              <a:cxnLst/>
              <a:rect l="l" t="t" r="r" b="b"/>
              <a:pathLst>
                <a:path w="3799" h="10829" extrusionOk="0">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7" name="Google Shape;18807;p139"/>
            <p:cNvSpPr/>
            <p:nvPr/>
          </p:nvSpPr>
          <p:spPr>
            <a:xfrm>
              <a:off x="6181827" y="2713982"/>
              <a:ext cx="255576" cy="32692"/>
            </a:xfrm>
            <a:custGeom>
              <a:avLst/>
              <a:gdLst/>
              <a:ahLst/>
              <a:cxnLst/>
              <a:rect l="l" t="t" r="r" b="b"/>
              <a:pathLst>
                <a:path w="9780" h="1251" extrusionOk="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8" name="Google Shape;18808;p139"/>
            <p:cNvSpPr/>
            <p:nvPr/>
          </p:nvSpPr>
          <p:spPr>
            <a:xfrm>
              <a:off x="6386131" y="2558598"/>
              <a:ext cx="156325" cy="97344"/>
            </a:xfrm>
            <a:custGeom>
              <a:avLst/>
              <a:gdLst/>
              <a:ahLst/>
              <a:cxnLst/>
              <a:rect l="l" t="t" r="r" b="b"/>
              <a:pathLst>
                <a:path w="5982" h="3725" extrusionOk="0">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9" name="Google Shape;18809;p139"/>
            <p:cNvSpPr/>
            <p:nvPr/>
          </p:nvSpPr>
          <p:spPr>
            <a:xfrm>
              <a:off x="6386131" y="2558650"/>
              <a:ext cx="156325" cy="97291"/>
            </a:xfrm>
            <a:custGeom>
              <a:avLst/>
              <a:gdLst/>
              <a:ahLst/>
              <a:cxnLst/>
              <a:rect l="l" t="t" r="r" b="b"/>
              <a:pathLst>
                <a:path w="5982" h="3723" extrusionOk="0">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0" name="Google Shape;18810;p139"/>
            <p:cNvSpPr/>
            <p:nvPr/>
          </p:nvSpPr>
          <p:spPr>
            <a:xfrm>
              <a:off x="6358718" y="2580941"/>
              <a:ext cx="122927" cy="112187"/>
            </a:xfrm>
            <a:custGeom>
              <a:avLst/>
              <a:gdLst/>
              <a:ahLst/>
              <a:cxnLst/>
              <a:rect l="l" t="t" r="r" b="b"/>
              <a:pathLst>
                <a:path w="4704" h="4293" extrusionOk="0">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1" name="Google Shape;18811;p139"/>
            <p:cNvSpPr/>
            <p:nvPr/>
          </p:nvSpPr>
          <p:spPr>
            <a:xfrm>
              <a:off x="6277576" y="2518955"/>
              <a:ext cx="168868" cy="10584"/>
            </a:xfrm>
            <a:custGeom>
              <a:avLst/>
              <a:gdLst/>
              <a:ahLst/>
              <a:cxnLst/>
              <a:rect l="l" t="t" r="r" b="b"/>
              <a:pathLst>
                <a:path w="6462" h="405" extrusionOk="0">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2" name="Google Shape;18812;p139"/>
            <p:cNvSpPr/>
            <p:nvPr/>
          </p:nvSpPr>
          <p:spPr>
            <a:xfrm>
              <a:off x="6277576" y="2680794"/>
              <a:ext cx="69382" cy="10584"/>
            </a:xfrm>
            <a:custGeom>
              <a:avLst/>
              <a:gdLst/>
              <a:ahLst/>
              <a:cxnLst/>
              <a:rect l="l" t="t" r="r" b="b"/>
              <a:pathLst>
                <a:path w="2655" h="405" extrusionOk="0">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3" name="Google Shape;18813;p139"/>
            <p:cNvSpPr/>
            <p:nvPr/>
          </p:nvSpPr>
          <p:spPr>
            <a:xfrm>
              <a:off x="6277576" y="2626778"/>
              <a:ext cx="91490" cy="10584"/>
            </a:xfrm>
            <a:custGeom>
              <a:avLst/>
              <a:gdLst/>
              <a:ahLst/>
              <a:cxnLst/>
              <a:rect l="l" t="t" r="r" b="b"/>
              <a:pathLst>
                <a:path w="3501" h="405" extrusionOk="0">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4" name="Google Shape;18814;p139"/>
            <p:cNvSpPr/>
            <p:nvPr/>
          </p:nvSpPr>
          <p:spPr>
            <a:xfrm>
              <a:off x="6277576" y="2572736"/>
              <a:ext cx="129173" cy="10584"/>
            </a:xfrm>
            <a:custGeom>
              <a:avLst/>
              <a:gdLst/>
              <a:ahLst/>
              <a:cxnLst/>
              <a:rect l="l" t="t" r="r" b="b"/>
              <a:pathLst>
                <a:path w="4943" h="405" extrusionOk="0">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5" name="Google Shape;18815;p139"/>
          <p:cNvGrpSpPr/>
          <p:nvPr/>
        </p:nvGrpSpPr>
        <p:grpSpPr>
          <a:xfrm>
            <a:off x="5346292" y="3340691"/>
            <a:ext cx="291247" cy="360628"/>
            <a:chOff x="5346292" y="3340691"/>
            <a:chExt cx="291247" cy="360628"/>
          </a:xfrm>
        </p:grpSpPr>
        <p:sp>
          <p:nvSpPr>
            <p:cNvPr id="18816" name="Google Shape;18816;p139"/>
            <p:cNvSpPr/>
            <p:nvPr/>
          </p:nvSpPr>
          <p:spPr>
            <a:xfrm>
              <a:off x="5479202" y="3340691"/>
              <a:ext cx="25166" cy="31934"/>
            </a:xfrm>
            <a:custGeom>
              <a:avLst/>
              <a:gdLst/>
              <a:ahLst/>
              <a:cxnLst/>
              <a:rect l="l" t="t" r="r" b="b"/>
              <a:pathLst>
                <a:path w="963" h="1222" extrusionOk="0">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7" name="Google Shape;18817;p139"/>
            <p:cNvSpPr/>
            <p:nvPr/>
          </p:nvSpPr>
          <p:spPr>
            <a:xfrm>
              <a:off x="5492033" y="3340691"/>
              <a:ext cx="12596" cy="31934"/>
            </a:xfrm>
            <a:custGeom>
              <a:avLst/>
              <a:gdLst/>
              <a:ahLst/>
              <a:cxnLst/>
              <a:rect l="l" t="t" r="r" b="b"/>
              <a:pathLst>
                <a:path w="482" h="1222" extrusionOk="0">
                  <a:moveTo>
                    <a:pt x="0" y="0"/>
                  </a:moveTo>
                  <a:lnTo>
                    <a:pt x="0" y="1222"/>
                  </a:lnTo>
                  <a:lnTo>
                    <a:pt x="481" y="1222"/>
                  </a:lnTo>
                  <a:lnTo>
                    <a:pt x="481" y="116"/>
                  </a:lnTo>
                  <a:cubicBezTo>
                    <a:pt x="481" y="48"/>
                    <a:pt x="433" y="0"/>
                    <a:pt x="36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8" name="Google Shape;18818;p139"/>
            <p:cNvSpPr/>
            <p:nvPr/>
          </p:nvSpPr>
          <p:spPr>
            <a:xfrm>
              <a:off x="5427199" y="3605048"/>
              <a:ext cx="132204" cy="11342"/>
            </a:xfrm>
            <a:custGeom>
              <a:avLst/>
              <a:gdLst/>
              <a:ahLst/>
              <a:cxnLst/>
              <a:rect l="l" t="t" r="r" b="b"/>
              <a:pathLst>
                <a:path w="5059" h="434" extrusionOk="0">
                  <a:moveTo>
                    <a:pt x="0" y="0"/>
                  </a:moveTo>
                  <a:lnTo>
                    <a:pt x="0" y="433"/>
                  </a:lnTo>
                  <a:lnTo>
                    <a:pt x="5058" y="433"/>
                  </a:lnTo>
                  <a:lnTo>
                    <a:pt x="5058"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9" name="Google Shape;18819;p139"/>
            <p:cNvSpPr/>
            <p:nvPr/>
          </p:nvSpPr>
          <p:spPr>
            <a:xfrm>
              <a:off x="5480718" y="3463566"/>
              <a:ext cx="22396" cy="205323"/>
            </a:xfrm>
            <a:custGeom>
              <a:avLst/>
              <a:gdLst/>
              <a:ahLst/>
              <a:cxnLst/>
              <a:rect l="l" t="t" r="r" b="b"/>
              <a:pathLst>
                <a:path w="857" h="7857" extrusionOk="0">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0" name="Google Shape;18820;p139"/>
            <p:cNvSpPr/>
            <p:nvPr/>
          </p:nvSpPr>
          <p:spPr>
            <a:xfrm>
              <a:off x="5486493" y="3463566"/>
              <a:ext cx="16620" cy="205323"/>
            </a:xfrm>
            <a:custGeom>
              <a:avLst/>
              <a:gdLst/>
              <a:ahLst/>
              <a:cxnLst/>
              <a:rect l="l" t="t" r="r" b="b"/>
              <a:pathLst>
                <a:path w="636" h="7857" extrusionOk="0">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1" name="Google Shape;18821;p139"/>
            <p:cNvSpPr/>
            <p:nvPr/>
          </p:nvSpPr>
          <p:spPr>
            <a:xfrm>
              <a:off x="5502068" y="3448488"/>
              <a:ext cx="96795" cy="252832"/>
            </a:xfrm>
            <a:custGeom>
              <a:avLst/>
              <a:gdLst/>
              <a:ahLst/>
              <a:cxnLst/>
              <a:rect l="l" t="t" r="r" b="b"/>
              <a:pathLst>
                <a:path w="3704" h="9675" extrusionOk="0">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2" name="Google Shape;18822;p139"/>
            <p:cNvSpPr/>
            <p:nvPr/>
          </p:nvSpPr>
          <p:spPr>
            <a:xfrm>
              <a:off x="5514141" y="3448488"/>
              <a:ext cx="84722" cy="252832"/>
            </a:xfrm>
            <a:custGeom>
              <a:avLst/>
              <a:gdLst/>
              <a:ahLst/>
              <a:cxnLst/>
              <a:rect l="l" t="t" r="r" b="b"/>
              <a:pathLst>
                <a:path w="3242" h="9675" extrusionOk="0">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3" name="Google Shape;18823;p139"/>
            <p:cNvSpPr/>
            <p:nvPr/>
          </p:nvSpPr>
          <p:spPr>
            <a:xfrm>
              <a:off x="5385230" y="3448488"/>
              <a:ext cx="96533" cy="252832"/>
            </a:xfrm>
            <a:custGeom>
              <a:avLst/>
              <a:gdLst/>
              <a:ahLst/>
              <a:cxnLst/>
              <a:rect l="l" t="t" r="r" b="b"/>
              <a:pathLst>
                <a:path w="3694" h="9675" extrusionOk="0">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4" name="Google Shape;18824;p139"/>
            <p:cNvSpPr/>
            <p:nvPr/>
          </p:nvSpPr>
          <p:spPr>
            <a:xfrm>
              <a:off x="5391502" y="3448488"/>
              <a:ext cx="90262" cy="252832"/>
            </a:xfrm>
            <a:custGeom>
              <a:avLst/>
              <a:gdLst/>
              <a:ahLst/>
              <a:cxnLst/>
              <a:rect l="l" t="t" r="r" b="b"/>
              <a:pathLst>
                <a:path w="3454" h="9675" extrusionOk="0">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5" name="Google Shape;18825;p139"/>
            <p:cNvSpPr/>
            <p:nvPr/>
          </p:nvSpPr>
          <p:spPr>
            <a:xfrm>
              <a:off x="5490518" y="3549751"/>
              <a:ext cx="3031" cy="2300"/>
            </a:xfrm>
            <a:custGeom>
              <a:avLst/>
              <a:gdLst/>
              <a:ahLst/>
              <a:cxnLst/>
              <a:rect l="l" t="t" r="r" b="b"/>
              <a:pathLst>
                <a:path w="116" h="88" extrusionOk="0">
                  <a:moveTo>
                    <a:pt x="58" y="1"/>
                  </a:moveTo>
                  <a:cubicBezTo>
                    <a:pt x="1" y="1"/>
                    <a:pt x="1" y="87"/>
                    <a:pt x="58" y="87"/>
                  </a:cubicBezTo>
                  <a:cubicBezTo>
                    <a:pt x="116" y="87"/>
                    <a:pt x="116" y="1"/>
                    <a:pt x="5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6" name="Google Shape;18826;p139"/>
            <p:cNvSpPr/>
            <p:nvPr/>
          </p:nvSpPr>
          <p:spPr>
            <a:xfrm>
              <a:off x="5360352" y="3373357"/>
              <a:ext cx="263128" cy="180210"/>
            </a:xfrm>
            <a:custGeom>
              <a:avLst/>
              <a:gdLst/>
              <a:ahLst/>
              <a:cxnLst/>
              <a:rect l="l" t="t" r="r" b="b"/>
              <a:pathLst>
                <a:path w="10069" h="6896" extrusionOk="0">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7" name="Google Shape;18827;p139"/>
            <p:cNvSpPr/>
            <p:nvPr/>
          </p:nvSpPr>
          <p:spPr>
            <a:xfrm>
              <a:off x="5579237" y="3373357"/>
              <a:ext cx="44242" cy="180210"/>
            </a:xfrm>
            <a:custGeom>
              <a:avLst/>
              <a:gdLst/>
              <a:ahLst/>
              <a:cxnLst/>
              <a:rect l="l" t="t" r="r" b="b"/>
              <a:pathLst>
                <a:path w="1693" h="6896" extrusionOk="0">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8" name="Google Shape;18828;p139"/>
            <p:cNvSpPr/>
            <p:nvPr/>
          </p:nvSpPr>
          <p:spPr>
            <a:xfrm>
              <a:off x="5459603" y="3362303"/>
              <a:ext cx="64364" cy="22134"/>
            </a:xfrm>
            <a:custGeom>
              <a:avLst/>
              <a:gdLst/>
              <a:ahLst/>
              <a:cxnLst/>
              <a:rect l="l" t="t" r="r" b="b"/>
              <a:pathLst>
                <a:path w="2463" h="847" extrusionOk="0">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9" name="Google Shape;18829;p139"/>
            <p:cNvSpPr/>
            <p:nvPr/>
          </p:nvSpPr>
          <p:spPr>
            <a:xfrm>
              <a:off x="5385988" y="3413314"/>
              <a:ext cx="215123" cy="108842"/>
            </a:xfrm>
            <a:custGeom>
              <a:avLst/>
              <a:gdLst/>
              <a:ahLst/>
              <a:cxnLst/>
              <a:rect l="l" t="t" r="r" b="b"/>
              <a:pathLst>
                <a:path w="8232" h="4165" extrusionOk="0">
                  <a:moveTo>
                    <a:pt x="5289" y="0"/>
                  </a:moveTo>
                  <a:lnTo>
                    <a:pt x="2751" y="3260"/>
                  </a:lnTo>
                  <a:lnTo>
                    <a:pt x="1779" y="1876"/>
                  </a:lnTo>
                  <a:lnTo>
                    <a:pt x="0" y="4164"/>
                  </a:lnTo>
                  <a:lnTo>
                    <a:pt x="8232" y="4164"/>
                  </a:lnTo>
                  <a:lnTo>
                    <a:pt x="528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0" name="Google Shape;18830;p139"/>
            <p:cNvSpPr/>
            <p:nvPr/>
          </p:nvSpPr>
          <p:spPr>
            <a:xfrm>
              <a:off x="5432477" y="3462312"/>
              <a:ext cx="41995" cy="59843"/>
            </a:xfrm>
            <a:custGeom>
              <a:avLst/>
              <a:gdLst/>
              <a:ahLst/>
              <a:cxnLst/>
              <a:rect l="l" t="t" r="r" b="b"/>
              <a:pathLst>
                <a:path w="1607" h="2290" extrusionOk="0">
                  <a:moveTo>
                    <a:pt x="0" y="1"/>
                  </a:moveTo>
                  <a:lnTo>
                    <a:pt x="683" y="2289"/>
                  </a:lnTo>
                  <a:lnTo>
                    <a:pt x="1606" y="2289"/>
                  </a:lnTo>
                  <a:lnTo>
                    <a:pt x="0"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1" name="Google Shape;18831;p139"/>
            <p:cNvSpPr/>
            <p:nvPr/>
          </p:nvSpPr>
          <p:spPr>
            <a:xfrm>
              <a:off x="5524202" y="3413314"/>
              <a:ext cx="76908" cy="108842"/>
            </a:xfrm>
            <a:custGeom>
              <a:avLst/>
              <a:gdLst/>
              <a:ahLst/>
              <a:cxnLst/>
              <a:rect l="l" t="t" r="r" b="b"/>
              <a:pathLst>
                <a:path w="2943" h="4165" extrusionOk="0">
                  <a:moveTo>
                    <a:pt x="0" y="0"/>
                  </a:moveTo>
                  <a:lnTo>
                    <a:pt x="1346" y="4164"/>
                  </a:lnTo>
                  <a:lnTo>
                    <a:pt x="2943" y="4164"/>
                  </a:lnTo>
                  <a:lnTo>
                    <a:pt x="0"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2" name="Google Shape;18832;p139"/>
            <p:cNvSpPr/>
            <p:nvPr/>
          </p:nvSpPr>
          <p:spPr>
            <a:xfrm>
              <a:off x="5360352" y="3522129"/>
              <a:ext cx="263128" cy="31437"/>
            </a:xfrm>
            <a:custGeom>
              <a:avLst/>
              <a:gdLst/>
              <a:ahLst/>
              <a:cxnLst/>
              <a:rect l="l" t="t" r="r" b="b"/>
              <a:pathLst>
                <a:path w="10069" h="1203" extrusionOk="0">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3" name="Google Shape;18833;p139"/>
            <p:cNvSpPr/>
            <p:nvPr/>
          </p:nvSpPr>
          <p:spPr>
            <a:xfrm>
              <a:off x="5360613" y="3522129"/>
              <a:ext cx="262867" cy="31437"/>
            </a:xfrm>
            <a:custGeom>
              <a:avLst/>
              <a:gdLst/>
              <a:ahLst/>
              <a:cxnLst/>
              <a:rect l="l" t="t" r="r" b="b"/>
              <a:pathLst>
                <a:path w="10059" h="1203" extrusionOk="0">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4" name="Google Shape;18834;p139"/>
            <p:cNvSpPr/>
            <p:nvPr/>
          </p:nvSpPr>
          <p:spPr>
            <a:xfrm>
              <a:off x="5346292" y="3545753"/>
              <a:ext cx="291247" cy="21873"/>
            </a:xfrm>
            <a:custGeom>
              <a:avLst/>
              <a:gdLst/>
              <a:ahLst/>
              <a:cxnLst/>
              <a:rect l="l" t="t" r="r" b="b"/>
              <a:pathLst>
                <a:path w="11145" h="837" extrusionOk="0">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5" name="Google Shape;18835;p139"/>
            <p:cNvSpPr/>
            <p:nvPr/>
          </p:nvSpPr>
          <p:spPr>
            <a:xfrm>
              <a:off x="5346292" y="3545753"/>
              <a:ext cx="291247" cy="21873"/>
            </a:xfrm>
            <a:custGeom>
              <a:avLst/>
              <a:gdLst/>
              <a:ahLst/>
              <a:cxnLst/>
              <a:rect l="l" t="t" r="r" b="b"/>
              <a:pathLst>
                <a:path w="11145" h="837" extrusionOk="0">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6" name="Google Shape;18836;p139"/>
            <p:cNvSpPr/>
            <p:nvPr/>
          </p:nvSpPr>
          <p:spPr>
            <a:xfrm>
              <a:off x="5490256" y="3413314"/>
              <a:ext cx="69147" cy="51533"/>
            </a:xfrm>
            <a:custGeom>
              <a:avLst/>
              <a:gdLst/>
              <a:ahLst/>
              <a:cxnLst/>
              <a:rect l="l" t="t" r="r" b="b"/>
              <a:pathLst>
                <a:path w="2646" h="1972" extrusionOk="0">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7" name="Google Shape;18837;p139"/>
            <p:cNvSpPr/>
            <p:nvPr/>
          </p:nvSpPr>
          <p:spPr>
            <a:xfrm>
              <a:off x="5524202" y="3413314"/>
              <a:ext cx="35200" cy="49521"/>
            </a:xfrm>
            <a:custGeom>
              <a:avLst/>
              <a:gdLst/>
              <a:ahLst/>
              <a:cxnLst/>
              <a:rect l="l" t="t" r="r" b="b"/>
              <a:pathLst>
                <a:path w="1347" h="1895" extrusionOk="0">
                  <a:moveTo>
                    <a:pt x="0" y="0"/>
                  </a:moveTo>
                  <a:lnTo>
                    <a:pt x="462" y="1433"/>
                  </a:lnTo>
                  <a:lnTo>
                    <a:pt x="1346" y="1895"/>
                  </a:lnTo>
                  <a:lnTo>
                    <a:pt x="0"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8" name="Google Shape;18838;p139"/>
            <p:cNvSpPr/>
            <p:nvPr/>
          </p:nvSpPr>
          <p:spPr>
            <a:xfrm>
              <a:off x="5406580" y="3462312"/>
              <a:ext cx="42491" cy="39721"/>
            </a:xfrm>
            <a:custGeom>
              <a:avLst/>
              <a:gdLst/>
              <a:ahLst/>
              <a:cxnLst/>
              <a:rect l="l" t="t" r="r" b="b"/>
              <a:pathLst>
                <a:path w="1626" h="1520" extrusionOk="0">
                  <a:moveTo>
                    <a:pt x="991" y="1"/>
                  </a:moveTo>
                  <a:lnTo>
                    <a:pt x="1" y="1270"/>
                  </a:lnTo>
                  <a:lnTo>
                    <a:pt x="722" y="1145"/>
                  </a:lnTo>
                  <a:lnTo>
                    <a:pt x="982" y="1520"/>
                  </a:lnTo>
                  <a:lnTo>
                    <a:pt x="1626" y="904"/>
                  </a:lnTo>
                  <a:lnTo>
                    <a:pt x="9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9" name="Google Shape;18839;p139"/>
            <p:cNvSpPr/>
            <p:nvPr/>
          </p:nvSpPr>
          <p:spPr>
            <a:xfrm>
              <a:off x="5432477" y="3462312"/>
              <a:ext cx="16594" cy="30680"/>
            </a:xfrm>
            <a:custGeom>
              <a:avLst/>
              <a:gdLst/>
              <a:ahLst/>
              <a:cxnLst/>
              <a:rect l="l" t="t" r="r" b="b"/>
              <a:pathLst>
                <a:path w="635" h="1174" extrusionOk="0">
                  <a:moveTo>
                    <a:pt x="0" y="1"/>
                  </a:moveTo>
                  <a:lnTo>
                    <a:pt x="346" y="1174"/>
                  </a:lnTo>
                  <a:lnTo>
                    <a:pt x="635" y="904"/>
                  </a:lnTo>
                  <a:lnTo>
                    <a:pt x="0"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0" name="Google Shape;18840;p139"/>
            <p:cNvSpPr/>
            <p:nvPr/>
          </p:nvSpPr>
          <p:spPr>
            <a:xfrm>
              <a:off x="5491772" y="3362303"/>
              <a:ext cx="32195" cy="22134"/>
            </a:xfrm>
            <a:custGeom>
              <a:avLst/>
              <a:gdLst/>
              <a:ahLst/>
              <a:cxnLst/>
              <a:rect l="l" t="t" r="r" b="b"/>
              <a:pathLst>
                <a:path w="1232" h="847" extrusionOk="0">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1" name="Google Shape;18841;p139"/>
          <p:cNvGrpSpPr/>
          <p:nvPr/>
        </p:nvGrpSpPr>
        <p:grpSpPr>
          <a:xfrm>
            <a:off x="7969264" y="1981697"/>
            <a:ext cx="337763" cy="360393"/>
            <a:chOff x="7969264" y="1981697"/>
            <a:chExt cx="337763" cy="360393"/>
          </a:xfrm>
        </p:grpSpPr>
        <p:sp>
          <p:nvSpPr>
            <p:cNvPr id="18842" name="Google Shape;18842;p139"/>
            <p:cNvSpPr/>
            <p:nvPr/>
          </p:nvSpPr>
          <p:spPr>
            <a:xfrm>
              <a:off x="8035353" y="2032159"/>
              <a:ext cx="271673" cy="247109"/>
            </a:xfrm>
            <a:custGeom>
              <a:avLst/>
              <a:gdLst/>
              <a:ahLst/>
              <a:cxnLst/>
              <a:rect l="l" t="t" r="r" b="b"/>
              <a:pathLst>
                <a:path w="10396" h="9456" extrusionOk="0">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3" name="Google Shape;18843;p139"/>
            <p:cNvSpPr/>
            <p:nvPr/>
          </p:nvSpPr>
          <p:spPr>
            <a:xfrm>
              <a:off x="8229596" y="2136244"/>
              <a:ext cx="77431" cy="76934"/>
            </a:xfrm>
            <a:custGeom>
              <a:avLst/>
              <a:gdLst/>
              <a:ahLst/>
              <a:cxnLst/>
              <a:rect l="l" t="t" r="r" b="b"/>
              <a:pathLst>
                <a:path w="2963" h="2944" extrusionOk="0">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4" name="Google Shape;18844;p139"/>
            <p:cNvSpPr/>
            <p:nvPr/>
          </p:nvSpPr>
          <p:spPr>
            <a:xfrm>
              <a:off x="8208480" y="2092786"/>
              <a:ext cx="96533" cy="92744"/>
            </a:xfrm>
            <a:custGeom>
              <a:avLst/>
              <a:gdLst/>
              <a:ahLst/>
              <a:cxnLst/>
              <a:rect l="l" t="t" r="r" b="b"/>
              <a:pathLst>
                <a:path w="3694" h="3549" extrusionOk="0">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5" name="Google Shape;18845;p139"/>
            <p:cNvSpPr/>
            <p:nvPr/>
          </p:nvSpPr>
          <p:spPr>
            <a:xfrm>
              <a:off x="8186634" y="2049302"/>
              <a:ext cx="116865" cy="108084"/>
            </a:xfrm>
            <a:custGeom>
              <a:avLst/>
              <a:gdLst/>
              <a:ahLst/>
              <a:cxnLst/>
              <a:rect l="l" t="t" r="r" b="b"/>
              <a:pathLst>
                <a:path w="4472" h="4136" extrusionOk="0">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6" name="Google Shape;18846;p139"/>
            <p:cNvSpPr/>
            <p:nvPr/>
          </p:nvSpPr>
          <p:spPr>
            <a:xfrm>
              <a:off x="8165257" y="2033465"/>
              <a:ext cx="100297" cy="95514"/>
            </a:xfrm>
            <a:custGeom>
              <a:avLst/>
              <a:gdLst/>
              <a:ahLst/>
              <a:cxnLst/>
              <a:rect l="l" t="t" r="r" b="b"/>
              <a:pathLst>
                <a:path w="3838" h="3655" extrusionOk="0">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7" name="Google Shape;18847;p139"/>
            <p:cNvSpPr/>
            <p:nvPr/>
          </p:nvSpPr>
          <p:spPr>
            <a:xfrm>
              <a:off x="8079830" y="1981697"/>
              <a:ext cx="205820" cy="288529"/>
            </a:xfrm>
            <a:custGeom>
              <a:avLst/>
              <a:gdLst/>
              <a:ahLst/>
              <a:cxnLst/>
              <a:rect l="l" t="t" r="r" b="b"/>
              <a:pathLst>
                <a:path w="7876" h="11041" extrusionOk="0">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8" name="Google Shape;18848;p139"/>
            <p:cNvSpPr/>
            <p:nvPr/>
          </p:nvSpPr>
          <p:spPr>
            <a:xfrm>
              <a:off x="8258995" y="2031453"/>
              <a:ext cx="26655" cy="95279"/>
            </a:xfrm>
            <a:custGeom>
              <a:avLst/>
              <a:gdLst/>
              <a:ahLst/>
              <a:cxnLst/>
              <a:rect l="l" t="t" r="r" b="b"/>
              <a:pathLst>
                <a:path w="1020" h="3646" extrusionOk="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9" name="Google Shape;18849;p139"/>
            <p:cNvSpPr/>
            <p:nvPr/>
          </p:nvSpPr>
          <p:spPr>
            <a:xfrm>
              <a:off x="8223298" y="2006836"/>
              <a:ext cx="26916" cy="120131"/>
            </a:xfrm>
            <a:custGeom>
              <a:avLst/>
              <a:gdLst/>
              <a:ahLst/>
              <a:cxnLst/>
              <a:rect l="l" t="t" r="r" b="b"/>
              <a:pathLst>
                <a:path w="1030" h="4597" extrusionOk="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0" name="Google Shape;18850;p139"/>
            <p:cNvSpPr/>
            <p:nvPr/>
          </p:nvSpPr>
          <p:spPr>
            <a:xfrm>
              <a:off x="8187627" y="1981697"/>
              <a:ext cx="26916" cy="145271"/>
            </a:xfrm>
            <a:custGeom>
              <a:avLst/>
              <a:gdLst/>
              <a:ahLst/>
              <a:cxnLst/>
              <a:rect l="l" t="t" r="r" b="b"/>
              <a:pathLst>
                <a:path w="1030" h="5559" extrusionOk="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1" name="Google Shape;18851;p139"/>
            <p:cNvSpPr/>
            <p:nvPr/>
          </p:nvSpPr>
          <p:spPr>
            <a:xfrm>
              <a:off x="8152191" y="2002315"/>
              <a:ext cx="26655" cy="124652"/>
            </a:xfrm>
            <a:custGeom>
              <a:avLst/>
              <a:gdLst/>
              <a:ahLst/>
              <a:cxnLst/>
              <a:rect l="l" t="t" r="r" b="b"/>
              <a:pathLst>
                <a:path w="1020" h="4770" extrusionOk="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2" name="Google Shape;18852;p139"/>
            <p:cNvSpPr/>
            <p:nvPr/>
          </p:nvSpPr>
          <p:spPr>
            <a:xfrm>
              <a:off x="8013741" y="2173823"/>
              <a:ext cx="106072" cy="122588"/>
            </a:xfrm>
            <a:custGeom>
              <a:avLst/>
              <a:gdLst/>
              <a:ahLst/>
              <a:cxnLst/>
              <a:rect l="l" t="t" r="r" b="b"/>
              <a:pathLst>
                <a:path w="4059" h="4691" extrusionOk="0">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3" name="Google Shape;18853;p139"/>
            <p:cNvSpPr/>
            <p:nvPr/>
          </p:nvSpPr>
          <p:spPr>
            <a:xfrm>
              <a:off x="8053436" y="2226977"/>
              <a:ext cx="66377" cy="69539"/>
            </a:xfrm>
            <a:custGeom>
              <a:avLst/>
              <a:gdLst/>
              <a:ahLst/>
              <a:cxnLst/>
              <a:rect l="l" t="t" r="r" b="b"/>
              <a:pathLst>
                <a:path w="2540" h="2661" extrusionOk="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4" name="Google Shape;18854;p139"/>
            <p:cNvSpPr/>
            <p:nvPr/>
          </p:nvSpPr>
          <p:spPr>
            <a:xfrm>
              <a:off x="7969264" y="2183388"/>
              <a:ext cx="135471" cy="149896"/>
            </a:xfrm>
            <a:custGeom>
              <a:avLst/>
              <a:gdLst/>
              <a:ahLst/>
              <a:cxnLst/>
              <a:rect l="l" t="t" r="r" b="b"/>
              <a:pathLst>
                <a:path w="5184" h="5736" extrusionOk="0">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5" name="Google Shape;18855;p139"/>
            <p:cNvSpPr/>
            <p:nvPr/>
          </p:nvSpPr>
          <p:spPr>
            <a:xfrm>
              <a:off x="8033340" y="2260635"/>
              <a:ext cx="71394" cy="72544"/>
            </a:xfrm>
            <a:custGeom>
              <a:avLst/>
              <a:gdLst/>
              <a:ahLst/>
              <a:cxnLst/>
              <a:rect l="l" t="t" r="r" b="b"/>
              <a:pathLst>
                <a:path w="2732" h="2776" extrusionOk="0">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6" name="Google Shape;18856;p139"/>
            <p:cNvSpPr/>
            <p:nvPr/>
          </p:nvSpPr>
          <p:spPr>
            <a:xfrm>
              <a:off x="8134604" y="2256114"/>
              <a:ext cx="131211" cy="36455"/>
            </a:xfrm>
            <a:custGeom>
              <a:avLst/>
              <a:gdLst/>
              <a:ahLst/>
              <a:cxnLst/>
              <a:rect l="l" t="t" r="r" b="b"/>
              <a:pathLst>
                <a:path w="5021" h="1395" extrusionOk="0">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7" name="Google Shape;18857;p139"/>
            <p:cNvSpPr/>
            <p:nvPr/>
          </p:nvSpPr>
          <p:spPr>
            <a:xfrm>
              <a:off x="8200196" y="2256114"/>
              <a:ext cx="65619" cy="36455"/>
            </a:xfrm>
            <a:custGeom>
              <a:avLst/>
              <a:gdLst/>
              <a:ahLst/>
              <a:cxnLst/>
              <a:rect l="l" t="t" r="r" b="b"/>
              <a:pathLst>
                <a:path w="2511" h="1395" extrusionOk="0">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8" name="Google Shape;18858;p139"/>
            <p:cNvSpPr/>
            <p:nvPr/>
          </p:nvSpPr>
          <p:spPr>
            <a:xfrm>
              <a:off x="8125562" y="2279242"/>
              <a:ext cx="149034" cy="62849"/>
            </a:xfrm>
            <a:custGeom>
              <a:avLst/>
              <a:gdLst/>
              <a:ahLst/>
              <a:cxnLst/>
              <a:rect l="l" t="t" r="r" b="b"/>
              <a:pathLst>
                <a:path w="5703" h="2405" extrusionOk="0">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9" name="Google Shape;18859;p139"/>
            <p:cNvSpPr/>
            <p:nvPr/>
          </p:nvSpPr>
          <p:spPr>
            <a:xfrm>
              <a:off x="8131076" y="2279242"/>
              <a:ext cx="143520" cy="62587"/>
            </a:xfrm>
            <a:custGeom>
              <a:avLst/>
              <a:gdLst/>
              <a:ahLst/>
              <a:cxnLst/>
              <a:rect l="l" t="t" r="r" b="b"/>
              <a:pathLst>
                <a:path w="5492" h="2395" extrusionOk="0">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60" name="Google Shape;18860;p139"/>
          <p:cNvGrpSpPr/>
          <p:nvPr/>
        </p:nvGrpSpPr>
        <p:grpSpPr>
          <a:xfrm>
            <a:off x="5736032" y="2430000"/>
            <a:ext cx="360890" cy="350332"/>
            <a:chOff x="5736032" y="2430000"/>
            <a:chExt cx="360890" cy="350332"/>
          </a:xfrm>
        </p:grpSpPr>
        <p:sp>
          <p:nvSpPr>
            <p:cNvPr id="18861" name="Google Shape;18861;p139"/>
            <p:cNvSpPr/>
            <p:nvPr/>
          </p:nvSpPr>
          <p:spPr>
            <a:xfrm>
              <a:off x="6072018" y="2447613"/>
              <a:ext cx="18868" cy="332719"/>
            </a:xfrm>
            <a:custGeom>
              <a:avLst/>
              <a:gdLst/>
              <a:ahLst/>
              <a:cxnLst/>
              <a:rect l="l" t="t" r="r" b="b"/>
              <a:pathLst>
                <a:path w="722" h="12732" extrusionOk="0">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2" name="Google Shape;18862;p139"/>
            <p:cNvSpPr/>
            <p:nvPr/>
          </p:nvSpPr>
          <p:spPr>
            <a:xfrm>
              <a:off x="6076774" y="2447613"/>
              <a:ext cx="14112" cy="332432"/>
            </a:xfrm>
            <a:custGeom>
              <a:avLst/>
              <a:gdLst/>
              <a:ahLst/>
              <a:cxnLst/>
              <a:rect l="l" t="t" r="r" b="b"/>
              <a:pathLst>
                <a:path w="540" h="12721" extrusionOk="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3" name="Google Shape;18863;p139"/>
            <p:cNvSpPr/>
            <p:nvPr/>
          </p:nvSpPr>
          <p:spPr>
            <a:xfrm>
              <a:off x="5979535" y="2638328"/>
              <a:ext cx="18606" cy="137117"/>
            </a:xfrm>
            <a:custGeom>
              <a:avLst/>
              <a:gdLst/>
              <a:ahLst/>
              <a:cxnLst/>
              <a:rect l="l" t="t" r="r" b="b"/>
              <a:pathLst>
                <a:path w="712" h="5247" extrusionOk="0">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4" name="Google Shape;18864;p139"/>
            <p:cNvSpPr/>
            <p:nvPr/>
          </p:nvSpPr>
          <p:spPr>
            <a:xfrm>
              <a:off x="5984056" y="2638328"/>
              <a:ext cx="14085" cy="138345"/>
            </a:xfrm>
            <a:custGeom>
              <a:avLst/>
              <a:gdLst/>
              <a:ahLst/>
              <a:cxnLst/>
              <a:rect l="l" t="t" r="r" b="b"/>
              <a:pathLst>
                <a:path w="539" h="5294" extrusionOk="0">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5" name="Google Shape;18865;p139"/>
            <p:cNvSpPr/>
            <p:nvPr/>
          </p:nvSpPr>
          <p:spPr>
            <a:xfrm>
              <a:off x="5736032" y="2430000"/>
              <a:ext cx="360629" cy="122405"/>
            </a:xfrm>
            <a:custGeom>
              <a:avLst/>
              <a:gdLst/>
              <a:ahLst/>
              <a:cxnLst/>
              <a:rect l="l" t="t" r="r" b="b"/>
              <a:pathLst>
                <a:path w="13800" h="4684" extrusionOk="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6" name="Google Shape;18866;p139"/>
            <p:cNvSpPr/>
            <p:nvPr/>
          </p:nvSpPr>
          <p:spPr>
            <a:xfrm>
              <a:off x="5972505" y="2430000"/>
              <a:ext cx="124417" cy="122405"/>
            </a:xfrm>
            <a:custGeom>
              <a:avLst/>
              <a:gdLst/>
              <a:ahLst/>
              <a:cxnLst/>
              <a:rect l="l" t="t" r="r" b="b"/>
              <a:pathLst>
                <a:path w="4761" h="4684" extrusionOk="0">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7" name="Google Shape;18867;p139"/>
            <p:cNvSpPr/>
            <p:nvPr/>
          </p:nvSpPr>
          <p:spPr>
            <a:xfrm>
              <a:off x="5750353" y="2455139"/>
              <a:ext cx="156325" cy="84722"/>
            </a:xfrm>
            <a:custGeom>
              <a:avLst/>
              <a:gdLst/>
              <a:ahLst/>
              <a:cxnLst/>
              <a:rect l="l" t="t" r="r" b="b"/>
              <a:pathLst>
                <a:path w="5982" h="3242" extrusionOk="0">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8" name="Google Shape;18868;p139"/>
            <p:cNvSpPr/>
            <p:nvPr/>
          </p:nvSpPr>
          <p:spPr>
            <a:xfrm>
              <a:off x="5763184" y="2465697"/>
              <a:ext cx="131185" cy="64600"/>
            </a:xfrm>
            <a:custGeom>
              <a:avLst/>
              <a:gdLst/>
              <a:ahLst/>
              <a:cxnLst/>
              <a:rect l="l" t="t" r="r" b="b"/>
              <a:pathLst>
                <a:path w="5020" h="2472" extrusionOk="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9" name="Google Shape;18869;p139"/>
            <p:cNvSpPr/>
            <p:nvPr/>
          </p:nvSpPr>
          <p:spPr>
            <a:xfrm>
              <a:off x="5926016" y="2455375"/>
              <a:ext cx="156298" cy="84486"/>
            </a:xfrm>
            <a:custGeom>
              <a:avLst/>
              <a:gdLst/>
              <a:ahLst/>
              <a:cxnLst/>
              <a:rect l="l" t="t" r="r" b="b"/>
              <a:pathLst>
                <a:path w="5981" h="3233" extrusionOk="0">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0" name="Google Shape;18870;p139"/>
            <p:cNvSpPr/>
            <p:nvPr/>
          </p:nvSpPr>
          <p:spPr>
            <a:xfrm>
              <a:off x="5938324" y="2465697"/>
              <a:ext cx="131185" cy="64600"/>
            </a:xfrm>
            <a:custGeom>
              <a:avLst/>
              <a:gdLst/>
              <a:ahLst/>
              <a:cxnLst/>
              <a:rect l="l" t="t" r="r" b="b"/>
              <a:pathLst>
                <a:path w="5020" h="2472" extrusionOk="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1" name="Google Shape;18871;p139"/>
            <p:cNvSpPr/>
            <p:nvPr/>
          </p:nvSpPr>
          <p:spPr>
            <a:xfrm>
              <a:off x="6000389" y="2465932"/>
              <a:ext cx="69382" cy="64129"/>
            </a:xfrm>
            <a:custGeom>
              <a:avLst/>
              <a:gdLst/>
              <a:ahLst/>
              <a:cxnLst/>
              <a:rect l="l" t="t" r="r" b="b"/>
              <a:pathLst>
                <a:path w="2655" h="2454" extrusionOk="0">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2" name="Google Shape;18872;p139"/>
            <p:cNvSpPr/>
            <p:nvPr/>
          </p:nvSpPr>
          <p:spPr>
            <a:xfrm>
              <a:off x="5816703" y="2491333"/>
              <a:ext cx="77666" cy="38964"/>
            </a:xfrm>
            <a:custGeom>
              <a:avLst/>
              <a:gdLst/>
              <a:ahLst/>
              <a:cxnLst/>
              <a:rect l="l" t="t" r="r" b="b"/>
              <a:pathLst>
                <a:path w="2972" h="1491" extrusionOk="0">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3" name="Google Shape;18873;p139"/>
            <p:cNvSpPr/>
            <p:nvPr/>
          </p:nvSpPr>
          <p:spPr>
            <a:xfrm>
              <a:off x="5828751" y="2603990"/>
              <a:ext cx="175192" cy="72831"/>
            </a:xfrm>
            <a:custGeom>
              <a:avLst/>
              <a:gdLst/>
              <a:ahLst/>
              <a:cxnLst/>
              <a:rect l="l" t="t" r="r" b="b"/>
              <a:pathLst>
                <a:path w="6704" h="2787" extrusionOk="0">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4" name="Google Shape;18874;p139"/>
            <p:cNvSpPr/>
            <p:nvPr/>
          </p:nvSpPr>
          <p:spPr>
            <a:xfrm>
              <a:off x="5828751" y="2636316"/>
              <a:ext cx="175192" cy="40505"/>
            </a:xfrm>
            <a:custGeom>
              <a:avLst/>
              <a:gdLst/>
              <a:ahLst/>
              <a:cxnLst/>
              <a:rect l="l" t="t" r="r" b="b"/>
              <a:pathLst>
                <a:path w="6704" h="1550" extrusionOk="0">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5" name="Google Shape;18875;p139"/>
            <p:cNvSpPr/>
            <p:nvPr/>
          </p:nvSpPr>
          <p:spPr>
            <a:xfrm>
              <a:off x="5872993" y="2648624"/>
              <a:ext cx="86472" cy="16620"/>
            </a:xfrm>
            <a:custGeom>
              <a:avLst/>
              <a:gdLst/>
              <a:ahLst/>
              <a:cxnLst/>
              <a:rect l="l" t="t" r="r" b="b"/>
              <a:pathLst>
                <a:path w="3309" h="636" extrusionOk="0">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6" name="Google Shape;18876;p139"/>
            <p:cNvSpPr/>
            <p:nvPr/>
          </p:nvSpPr>
          <p:spPr>
            <a:xfrm>
              <a:off x="5920972" y="2616717"/>
              <a:ext cx="50540" cy="17404"/>
            </a:xfrm>
            <a:custGeom>
              <a:avLst/>
              <a:gdLst/>
              <a:ahLst/>
              <a:cxnLst/>
              <a:rect l="l" t="t" r="r" b="b"/>
              <a:pathLst>
                <a:path w="1934" h="666" extrusionOk="0">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7" name="Google Shape;18877;p139"/>
            <p:cNvSpPr/>
            <p:nvPr/>
          </p:nvSpPr>
          <p:spPr>
            <a:xfrm>
              <a:off x="5860920" y="2616717"/>
              <a:ext cx="50802" cy="17404"/>
            </a:xfrm>
            <a:custGeom>
              <a:avLst/>
              <a:gdLst/>
              <a:ahLst/>
              <a:cxnLst/>
              <a:rect l="l" t="t" r="r" b="b"/>
              <a:pathLst>
                <a:path w="1944" h="666" extrusionOk="0">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78" name="Google Shape;18878;p139"/>
          <p:cNvGrpSpPr/>
          <p:nvPr/>
        </p:nvGrpSpPr>
        <p:grpSpPr>
          <a:xfrm>
            <a:off x="4877867" y="1995991"/>
            <a:ext cx="360628" cy="331778"/>
            <a:chOff x="4877867" y="1995991"/>
            <a:chExt cx="360628" cy="331778"/>
          </a:xfrm>
        </p:grpSpPr>
        <p:sp>
          <p:nvSpPr>
            <p:cNvPr id="18879" name="Google Shape;18879;p139"/>
            <p:cNvSpPr/>
            <p:nvPr/>
          </p:nvSpPr>
          <p:spPr>
            <a:xfrm>
              <a:off x="5151527" y="2172699"/>
              <a:ext cx="17613" cy="155070"/>
            </a:xfrm>
            <a:custGeom>
              <a:avLst/>
              <a:gdLst/>
              <a:ahLst/>
              <a:cxnLst/>
              <a:rect l="l" t="t" r="r" b="b"/>
              <a:pathLst>
                <a:path w="674" h="5934" extrusionOk="0">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0" name="Google Shape;18880;p139"/>
            <p:cNvSpPr/>
            <p:nvPr/>
          </p:nvSpPr>
          <p:spPr>
            <a:xfrm>
              <a:off x="5155813" y="2172699"/>
              <a:ext cx="13328" cy="155070"/>
            </a:xfrm>
            <a:custGeom>
              <a:avLst/>
              <a:gdLst/>
              <a:ahLst/>
              <a:cxnLst/>
              <a:rect l="l" t="t" r="r" b="b"/>
              <a:pathLst>
                <a:path w="510" h="5934" extrusionOk="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1" name="Google Shape;18881;p139"/>
            <p:cNvSpPr/>
            <p:nvPr/>
          </p:nvSpPr>
          <p:spPr>
            <a:xfrm>
              <a:off x="4941709" y="2135748"/>
              <a:ext cx="233206" cy="58877"/>
            </a:xfrm>
            <a:custGeom>
              <a:avLst/>
              <a:gdLst/>
              <a:ahLst/>
              <a:cxnLst/>
              <a:rect l="l" t="t" r="r" b="b"/>
              <a:pathLst>
                <a:path w="8924" h="2253" extrusionOk="0">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2" name="Google Shape;18882;p139"/>
            <p:cNvSpPr/>
            <p:nvPr/>
          </p:nvSpPr>
          <p:spPr>
            <a:xfrm>
              <a:off x="5217119" y="2012873"/>
              <a:ext cx="17613" cy="314897"/>
            </a:xfrm>
            <a:custGeom>
              <a:avLst/>
              <a:gdLst/>
              <a:ahLst/>
              <a:cxnLst/>
              <a:rect l="l" t="t" r="r" b="b"/>
              <a:pathLst>
                <a:path w="674" h="12050" extrusionOk="0">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3" name="Google Shape;18883;p139"/>
            <p:cNvSpPr/>
            <p:nvPr/>
          </p:nvSpPr>
          <p:spPr>
            <a:xfrm>
              <a:off x="5221379" y="2012873"/>
              <a:ext cx="13354" cy="314897"/>
            </a:xfrm>
            <a:custGeom>
              <a:avLst/>
              <a:gdLst/>
              <a:ahLst/>
              <a:cxnLst/>
              <a:rect l="l" t="t" r="r" b="b"/>
              <a:pathLst>
                <a:path w="511" h="12050" extrusionOk="0">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4" name="Google Shape;18884;p139"/>
            <p:cNvSpPr/>
            <p:nvPr/>
          </p:nvSpPr>
          <p:spPr>
            <a:xfrm>
              <a:off x="4877867" y="1995991"/>
              <a:ext cx="360393" cy="119478"/>
            </a:xfrm>
            <a:custGeom>
              <a:avLst/>
              <a:gdLst/>
              <a:ahLst/>
              <a:cxnLst/>
              <a:rect l="l" t="t" r="r" b="b"/>
              <a:pathLst>
                <a:path w="13791" h="4572" extrusionOk="0">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5" name="Google Shape;18885;p139"/>
            <p:cNvSpPr/>
            <p:nvPr/>
          </p:nvSpPr>
          <p:spPr>
            <a:xfrm>
              <a:off x="5138461" y="1997533"/>
              <a:ext cx="100035" cy="117675"/>
            </a:xfrm>
            <a:custGeom>
              <a:avLst/>
              <a:gdLst/>
              <a:ahLst/>
              <a:cxnLst/>
              <a:rect l="l" t="t" r="r" b="b"/>
              <a:pathLst>
                <a:path w="3828" h="4503" extrusionOk="0">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6" name="Google Shape;18886;p139"/>
            <p:cNvSpPr/>
            <p:nvPr/>
          </p:nvSpPr>
          <p:spPr>
            <a:xfrm>
              <a:off x="5085438" y="2010077"/>
              <a:ext cx="137222" cy="91568"/>
            </a:xfrm>
            <a:custGeom>
              <a:avLst/>
              <a:gdLst/>
              <a:ahLst/>
              <a:cxnLst/>
              <a:rect l="l" t="t" r="r" b="b"/>
              <a:pathLst>
                <a:path w="5251" h="3504" extrusionOk="0">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7" name="Google Shape;18887;p139"/>
            <p:cNvSpPr/>
            <p:nvPr/>
          </p:nvSpPr>
          <p:spPr>
            <a:xfrm>
              <a:off x="5089959" y="2014336"/>
              <a:ext cx="127683" cy="83023"/>
            </a:xfrm>
            <a:custGeom>
              <a:avLst/>
              <a:gdLst/>
              <a:ahLst/>
              <a:cxnLst/>
              <a:rect l="l" t="t" r="r" b="b"/>
              <a:pathLst>
                <a:path w="4886" h="3177" extrusionOk="0">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8" name="Google Shape;18888;p139"/>
            <p:cNvSpPr/>
            <p:nvPr/>
          </p:nvSpPr>
          <p:spPr>
            <a:xfrm>
              <a:off x="4893704" y="2009815"/>
              <a:ext cx="136987" cy="91568"/>
            </a:xfrm>
            <a:custGeom>
              <a:avLst/>
              <a:gdLst/>
              <a:ahLst/>
              <a:cxnLst/>
              <a:rect l="l" t="t" r="r" b="b"/>
              <a:pathLst>
                <a:path w="5242" h="3504" extrusionOk="0">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9" name="Google Shape;18889;p139"/>
            <p:cNvSpPr/>
            <p:nvPr/>
          </p:nvSpPr>
          <p:spPr>
            <a:xfrm>
              <a:off x="4898721" y="2014101"/>
              <a:ext cx="127683" cy="83023"/>
            </a:xfrm>
            <a:custGeom>
              <a:avLst/>
              <a:gdLst/>
              <a:ahLst/>
              <a:cxnLst/>
              <a:rect l="l" t="t" r="r" b="b"/>
              <a:pathLst>
                <a:path w="4886" h="3177" extrusionOk="0">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0" name="Google Shape;18890;p139"/>
            <p:cNvSpPr/>
            <p:nvPr/>
          </p:nvSpPr>
          <p:spPr>
            <a:xfrm>
              <a:off x="4940690" y="2017133"/>
              <a:ext cx="85479" cy="79939"/>
            </a:xfrm>
            <a:custGeom>
              <a:avLst/>
              <a:gdLst/>
              <a:ahLst/>
              <a:cxnLst/>
              <a:rect l="l" t="t" r="r" b="b"/>
              <a:pathLst>
                <a:path w="3271" h="3059" extrusionOk="0">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1" name="Google Shape;18891;p139"/>
            <p:cNvSpPr/>
            <p:nvPr/>
          </p:nvSpPr>
          <p:spPr>
            <a:xfrm>
              <a:off x="5139715" y="2014624"/>
              <a:ext cx="77431" cy="82500"/>
            </a:xfrm>
            <a:custGeom>
              <a:avLst/>
              <a:gdLst/>
              <a:ahLst/>
              <a:cxnLst/>
              <a:rect l="l" t="t" r="r" b="b"/>
              <a:pathLst>
                <a:path w="2963" h="3157" extrusionOk="0">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2" name="Google Shape;18892;p139"/>
            <p:cNvSpPr/>
            <p:nvPr/>
          </p:nvSpPr>
          <p:spPr>
            <a:xfrm>
              <a:off x="4969096" y="2146802"/>
              <a:ext cx="177675" cy="36716"/>
            </a:xfrm>
            <a:custGeom>
              <a:avLst/>
              <a:gdLst/>
              <a:ahLst/>
              <a:cxnLst/>
              <a:rect l="l" t="t" r="r" b="b"/>
              <a:pathLst>
                <a:path w="6799" h="1405" extrusionOk="0">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93" name="Google Shape;18893;p139"/>
          <p:cNvGrpSpPr/>
          <p:nvPr/>
        </p:nvGrpSpPr>
        <p:grpSpPr>
          <a:xfrm>
            <a:off x="7050889" y="2913503"/>
            <a:ext cx="363529" cy="339513"/>
            <a:chOff x="7050889" y="2913503"/>
            <a:chExt cx="363529" cy="339513"/>
          </a:xfrm>
        </p:grpSpPr>
        <p:sp>
          <p:nvSpPr>
            <p:cNvPr id="18894" name="Google Shape;18894;p139"/>
            <p:cNvSpPr/>
            <p:nvPr/>
          </p:nvSpPr>
          <p:spPr>
            <a:xfrm>
              <a:off x="7057814" y="2913503"/>
              <a:ext cx="217893" cy="268146"/>
            </a:xfrm>
            <a:custGeom>
              <a:avLst/>
              <a:gdLst/>
              <a:ahLst/>
              <a:cxnLst/>
              <a:rect l="l" t="t" r="r" b="b"/>
              <a:pathLst>
                <a:path w="8338" h="10261" extrusionOk="0">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5" name="Google Shape;18895;p139"/>
            <p:cNvSpPr/>
            <p:nvPr/>
          </p:nvSpPr>
          <p:spPr>
            <a:xfrm>
              <a:off x="7262118" y="2972223"/>
              <a:ext cx="152300" cy="280794"/>
            </a:xfrm>
            <a:custGeom>
              <a:avLst/>
              <a:gdLst/>
              <a:ahLst/>
              <a:cxnLst/>
              <a:rect l="l" t="t" r="r" b="b"/>
              <a:pathLst>
                <a:path w="5828" h="10745" extrusionOk="0">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6" name="Google Shape;18896;p139"/>
            <p:cNvSpPr/>
            <p:nvPr/>
          </p:nvSpPr>
          <p:spPr>
            <a:xfrm>
              <a:off x="7263373" y="3037136"/>
              <a:ext cx="151046" cy="214626"/>
            </a:xfrm>
            <a:custGeom>
              <a:avLst/>
              <a:gdLst/>
              <a:ahLst/>
              <a:cxnLst/>
              <a:rect l="l" t="t" r="r" b="b"/>
              <a:pathLst>
                <a:path w="5780" h="8213" extrusionOk="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7" name="Google Shape;18897;p139"/>
            <p:cNvSpPr/>
            <p:nvPr/>
          </p:nvSpPr>
          <p:spPr>
            <a:xfrm>
              <a:off x="7105323" y="2913739"/>
              <a:ext cx="170384" cy="97788"/>
            </a:xfrm>
            <a:custGeom>
              <a:avLst/>
              <a:gdLst/>
              <a:ahLst/>
              <a:cxnLst/>
              <a:rect l="l" t="t" r="r" b="b"/>
              <a:pathLst>
                <a:path w="6520" h="3742" extrusionOk="0">
                  <a:moveTo>
                    <a:pt x="6520" y="1"/>
                  </a:moveTo>
                  <a:lnTo>
                    <a:pt x="0" y="1443"/>
                  </a:lnTo>
                  <a:lnTo>
                    <a:pt x="0" y="3741"/>
                  </a:lnTo>
                  <a:lnTo>
                    <a:pt x="6520" y="2289"/>
                  </a:lnTo>
                  <a:lnTo>
                    <a:pt x="652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8" name="Google Shape;18898;p139"/>
            <p:cNvSpPr/>
            <p:nvPr/>
          </p:nvSpPr>
          <p:spPr>
            <a:xfrm>
              <a:off x="7082196" y="2913503"/>
              <a:ext cx="193511" cy="267884"/>
            </a:xfrm>
            <a:custGeom>
              <a:avLst/>
              <a:gdLst/>
              <a:ahLst/>
              <a:cxnLst/>
              <a:rect l="l" t="t" r="r" b="b"/>
              <a:pathLst>
                <a:path w="7405" h="10251" extrusionOk="0">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9" name="Google Shape;18899;p139"/>
            <p:cNvSpPr/>
            <p:nvPr/>
          </p:nvSpPr>
          <p:spPr>
            <a:xfrm>
              <a:off x="7354601" y="3215961"/>
              <a:ext cx="50775" cy="17195"/>
            </a:xfrm>
            <a:custGeom>
              <a:avLst/>
              <a:gdLst/>
              <a:ahLst/>
              <a:cxnLst/>
              <a:rect l="l" t="t" r="r" b="b"/>
              <a:pathLst>
                <a:path w="1943" h="658" extrusionOk="0">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0" name="Google Shape;18900;p139"/>
            <p:cNvSpPr/>
            <p:nvPr/>
          </p:nvSpPr>
          <p:spPr>
            <a:xfrm>
              <a:off x="7050889" y="3195813"/>
              <a:ext cx="197431" cy="26786"/>
            </a:xfrm>
            <a:custGeom>
              <a:avLst/>
              <a:gdLst/>
              <a:ahLst/>
              <a:cxnLst/>
              <a:rect l="l" t="t" r="r" b="b"/>
              <a:pathLst>
                <a:path w="7555" h="1025" extrusionOk="0">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1" name="Google Shape;18901;p139"/>
            <p:cNvSpPr/>
            <p:nvPr/>
          </p:nvSpPr>
          <p:spPr>
            <a:xfrm>
              <a:off x="7357371" y="3166361"/>
              <a:ext cx="47509" cy="16803"/>
            </a:xfrm>
            <a:custGeom>
              <a:avLst/>
              <a:gdLst/>
              <a:ahLst/>
              <a:cxnLst/>
              <a:rect l="l" t="t" r="r" b="b"/>
              <a:pathLst>
                <a:path w="1818" h="643" extrusionOk="0">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2" name="Google Shape;18902;p139"/>
            <p:cNvSpPr/>
            <p:nvPr/>
          </p:nvSpPr>
          <p:spPr>
            <a:xfrm>
              <a:off x="7145855" y="3147938"/>
              <a:ext cx="145872" cy="31464"/>
            </a:xfrm>
            <a:custGeom>
              <a:avLst/>
              <a:gdLst/>
              <a:ahLst/>
              <a:cxnLst/>
              <a:rect l="l" t="t" r="r" b="b"/>
              <a:pathLst>
                <a:path w="5582" h="1204" extrusionOk="0">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03" name="Google Shape;18903;p139"/>
          <p:cNvGrpSpPr/>
          <p:nvPr/>
        </p:nvGrpSpPr>
        <p:grpSpPr>
          <a:xfrm>
            <a:off x="7510900" y="1981462"/>
            <a:ext cx="372937" cy="360629"/>
            <a:chOff x="7510900" y="1981462"/>
            <a:chExt cx="372937" cy="360629"/>
          </a:xfrm>
        </p:grpSpPr>
        <p:sp>
          <p:nvSpPr>
            <p:cNvPr id="18904" name="Google Shape;18904;p139"/>
            <p:cNvSpPr/>
            <p:nvPr/>
          </p:nvSpPr>
          <p:spPr>
            <a:xfrm>
              <a:off x="7617207" y="2027455"/>
              <a:ext cx="160584" cy="264121"/>
            </a:xfrm>
            <a:custGeom>
              <a:avLst/>
              <a:gdLst/>
              <a:ahLst/>
              <a:cxnLst/>
              <a:rect l="l" t="t" r="r" b="b"/>
              <a:pathLst>
                <a:path w="6145" h="10107" extrusionOk="0">
                  <a:moveTo>
                    <a:pt x="0" y="0"/>
                  </a:moveTo>
                  <a:lnTo>
                    <a:pt x="0" y="10106"/>
                  </a:lnTo>
                  <a:lnTo>
                    <a:pt x="6145" y="10106"/>
                  </a:lnTo>
                  <a:lnTo>
                    <a:pt x="6145"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5" name="Google Shape;18905;p139"/>
            <p:cNvSpPr/>
            <p:nvPr/>
          </p:nvSpPr>
          <p:spPr>
            <a:xfrm>
              <a:off x="7739585" y="2027455"/>
              <a:ext cx="38206" cy="264121"/>
            </a:xfrm>
            <a:custGeom>
              <a:avLst/>
              <a:gdLst/>
              <a:ahLst/>
              <a:cxnLst/>
              <a:rect l="l" t="t" r="r" b="b"/>
              <a:pathLst>
                <a:path w="1462" h="10107" extrusionOk="0">
                  <a:moveTo>
                    <a:pt x="0" y="0"/>
                  </a:moveTo>
                  <a:lnTo>
                    <a:pt x="0" y="10106"/>
                  </a:lnTo>
                  <a:lnTo>
                    <a:pt x="1462" y="10106"/>
                  </a:lnTo>
                  <a:lnTo>
                    <a:pt x="1462"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6" name="Google Shape;18906;p139"/>
            <p:cNvSpPr/>
            <p:nvPr/>
          </p:nvSpPr>
          <p:spPr>
            <a:xfrm>
              <a:off x="7576231" y="2011619"/>
              <a:ext cx="243529" cy="64861"/>
            </a:xfrm>
            <a:custGeom>
              <a:avLst/>
              <a:gdLst/>
              <a:ahLst/>
              <a:cxnLst/>
              <a:rect l="l" t="t" r="r" b="b"/>
              <a:pathLst>
                <a:path w="9319" h="2482" extrusionOk="0">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7" name="Google Shape;18907;p139"/>
            <p:cNvSpPr/>
            <p:nvPr/>
          </p:nvSpPr>
          <p:spPr>
            <a:xfrm>
              <a:off x="7576231" y="2011619"/>
              <a:ext cx="243529" cy="63842"/>
            </a:xfrm>
            <a:custGeom>
              <a:avLst/>
              <a:gdLst/>
              <a:ahLst/>
              <a:cxnLst/>
              <a:rect l="l" t="t" r="r" b="b"/>
              <a:pathLst>
                <a:path w="9319" h="2443" extrusionOk="0">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8" name="Google Shape;18908;p139"/>
            <p:cNvSpPr/>
            <p:nvPr/>
          </p:nvSpPr>
          <p:spPr>
            <a:xfrm>
              <a:off x="7510900" y="1981462"/>
              <a:ext cx="372937" cy="92169"/>
            </a:xfrm>
            <a:custGeom>
              <a:avLst/>
              <a:gdLst/>
              <a:ahLst/>
              <a:cxnLst/>
              <a:rect l="l" t="t" r="r" b="b"/>
              <a:pathLst>
                <a:path w="14271" h="3527" extrusionOk="0">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9" name="Google Shape;18909;p139"/>
            <p:cNvSpPr/>
            <p:nvPr/>
          </p:nvSpPr>
          <p:spPr>
            <a:xfrm>
              <a:off x="7785056" y="1981462"/>
              <a:ext cx="88746" cy="91986"/>
            </a:xfrm>
            <a:custGeom>
              <a:avLst/>
              <a:gdLst/>
              <a:ahLst/>
              <a:cxnLst/>
              <a:rect l="l" t="t" r="r" b="b"/>
              <a:pathLst>
                <a:path w="3396" h="3520" extrusionOk="0">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0" name="Google Shape;18910;p139"/>
            <p:cNvSpPr/>
            <p:nvPr/>
          </p:nvSpPr>
          <p:spPr>
            <a:xfrm>
              <a:off x="7553365" y="2027455"/>
              <a:ext cx="64861" cy="46124"/>
            </a:xfrm>
            <a:custGeom>
              <a:avLst/>
              <a:gdLst/>
              <a:ahLst/>
              <a:cxnLst/>
              <a:rect l="l" t="t" r="r" b="b"/>
              <a:pathLst>
                <a:path w="2482" h="1765" extrusionOk="0">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1" name="Google Shape;18911;p139"/>
            <p:cNvSpPr/>
            <p:nvPr/>
          </p:nvSpPr>
          <p:spPr>
            <a:xfrm>
              <a:off x="7584280" y="2275478"/>
              <a:ext cx="226438" cy="40479"/>
            </a:xfrm>
            <a:custGeom>
              <a:avLst/>
              <a:gdLst/>
              <a:ahLst/>
              <a:cxnLst/>
              <a:rect l="l" t="t" r="r" b="b"/>
              <a:pathLst>
                <a:path w="8665" h="1549" extrusionOk="0">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2" name="Google Shape;18912;p139"/>
            <p:cNvSpPr/>
            <p:nvPr/>
          </p:nvSpPr>
          <p:spPr>
            <a:xfrm>
              <a:off x="7584018" y="2275478"/>
              <a:ext cx="226438" cy="40479"/>
            </a:xfrm>
            <a:custGeom>
              <a:avLst/>
              <a:gdLst/>
              <a:ahLst/>
              <a:cxnLst/>
              <a:rect l="l" t="t" r="r" b="b"/>
              <a:pathLst>
                <a:path w="8665" h="1549" extrusionOk="0">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3" name="Google Shape;18913;p139"/>
            <p:cNvSpPr/>
            <p:nvPr/>
          </p:nvSpPr>
          <p:spPr>
            <a:xfrm>
              <a:off x="7549837" y="2308876"/>
              <a:ext cx="295062" cy="33214"/>
            </a:xfrm>
            <a:custGeom>
              <a:avLst/>
              <a:gdLst/>
              <a:ahLst/>
              <a:cxnLst/>
              <a:rect l="l" t="t" r="r" b="b"/>
              <a:pathLst>
                <a:path w="11291" h="1271" extrusionOk="0">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4" name="Google Shape;18914;p139"/>
            <p:cNvSpPr/>
            <p:nvPr/>
          </p:nvSpPr>
          <p:spPr>
            <a:xfrm>
              <a:off x="7549837" y="2308641"/>
              <a:ext cx="295062" cy="33450"/>
            </a:xfrm>
            <a:custGeom>
              <a:avLst/>
              <a:gdLst/>
              <a:ahLst/>
              <a:cxnLst/>
              <a:rect l="l" t="t" r="r" b="b"/>
              <a:pathLst>
                <a:path w="11291" h="1280" extrusionOk="0">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5" name="Google Shape;18915;p139"/>
            <p:cNvSpPr/>
            <p:nvPr/>
          </p:nvSpPr>
          <p:spPr>
            <a:xfrm>
              <a:off x="7550098" y="2006078"/>
              <a:ext cx="42988" cy="42753"/>
            </a:xfrm>
            <a:custGeom>
              <a:avLst/>
              <a:gdLst/>
              <a:ahLst/>
              <a:cxnLst/>
              <a:rect l="l" t="t" r="r" b="b"/>
              <a:pathLst>
                <a:path w="1645" h="1636" extrusionOk="0">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6" name="Google Shape;18916;p139"/>
            <p:cNvSpPr/>
            <p:nvPr/>
          </p:nvSpPr>
          <p:spPr>
            <a:xfrm>
              <a:off x="7801885" y="2006078"/>
              <a:ext cx="42753" cy="42753"/>
            </a:xfrm>
            <a:custGeom>
              <a:avLst/>
              <a:gdLst/>
              <a:ahLst/>
              <a:cxnLst/>
              <a:rect l="l" t="t" r="r" b="b"/>
              <a:pathLst>
                <a:path w="1636" h="1636" extrusionOk="0">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7" name="Google Shape;18917;p139"/>
            <p:cNvSpPr/>
            <p:nvPr/>
          </p:nvSpPr>
          <p:spPr>
            <a:xfrm>
              <a:off x="7642816" y="2097804"/>
              <a:ext cx="20906" cy="153319"/>
            </a:xfrm>
            <a:custGeom>
              <a:avLst/>
              <a:gdLst/>
              <a:ahLst/>
              <a:cxnLst/>
              <a:rect l="l" t="t" r="r" b="b"/>
              <a:pathLst>
                <a:path w="800" h="5867" extrusionOk="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8" name="Google Shape;18918;p139"/>
            <p:cNvSpPr/>
            <p:nvPr/>
          </p:nvSpPr>
          <p:spPr>
            <a:xfrm>
              <a:off x="7687059" y="2097804"/>
              <a:ext cx="20880" cy="153319"/>
            </a:xfrm>
            <a:custGeom>
              <a:avLst/>
              <a:gdLst/>
              <a:ahLst/>
              <a:cxnLst/>
              <a:rect l="l" t="t" r="r" b="b"/>
              <a:pathLst>
                <a:path w="799" h="5867" extrusionOk="0">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9" name="Google Shape;18919;p139"/>
            <p:cNvSpPr/>
            <p:nvPr/>
          </p:nvSpPr>
          <p:spPr>
            <a:xfrm>
              <a:off x="7731275" y="2097804"/>
              <a:ext cx="20880" cy="153319"/>
            </a:xfrm>
            <a:custGeom>
              <a:avLst/>
              <a:gdLst/>
              <a:ahLst/>
              <a:cxnLst/>
              <a:rect l="l" t="t" r="r" b="b"/>
              <a:pathLst>
                <a:path w="799" h="5867" extrusionOk="0">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20" name="Google Shape;18920;p139"/>
          <p:cNvGrpSpPr/>
          <p:nvPr/>
        </p:nvGrpSpPr>
        <p:grpSpPr>
          <a:xfrm>
            <a:off x="6599476" y="2918260"/>
            <a:ext cx="360629" cy="329975"/>
            <a:chOff x="6599476" y="2918260"/>
            <a:chExt cx="360629" cy="329975"/>
          </a:xfrm>
        </p:grpSpPr>
        <p:sp>
          <p:nvSpPr>
            <p:cNvPr id="18921" name="Google Shape;18921;p139"/>
            <p:cNvSpPr/>
            <p:nvPr/>
          </p:nvSpPr>
          <p:spPr>
            <a:xfrm>
              <a:off x="6604990" y="2918521"/>
              <a:ext cx="349313" cy="329714"/>
            </a:xfrm>
            <a:custGeom>
              <a:avLst/>
              <a:gdLst/>
              <a:ahLst/>
              <a:cxnLst/>
              <a:rect l="l" t="t" r="r" b="b"/>
              <a:pathLst>
                <a:path w="13367" h="12617" extrusionOk="0">
                  <a:moveTo>
                    <a:pt x="1" y="0"/>
                  </a:moveTo>
                  <a:lnTo>
                    <a:pt x="1" y="12617"/>
                  </a:lnTo>
                  <a:lnTo>
                    <a:pt x="13367" y="12617"/>
                  </a:lnTo>
                  <a:lnTo>
                    <a:pt x="1336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2" name="Google Shape;18922;p139"/>
            <p:cNvSpPr/>
            <p:nvPr/>
          </p:nvSpPr>
          <p:spPr>
            <a:xfrm>
              <a:off x="6604990" y="2918521"/>
              <a:ext cx="349078" cy="329714"/>
            </a:xfrm>
            <a:custGeom>
              <a:avLst/>
              <a:gdLst/>
              <a:ahLst/>
              <a:cxnLst/>
              <a:rect l="l" t="t" r="r" b="b"/>
              <a:pathLst>
                <a:path w="13358" h="12617" extrusionOk="0">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3" name="Google Shape;18923;p139"/>
            <p:cNvSpPr/>
            <p:nvPr/>
          </p:nvSpPr>
          <p:spPr>
            <a:xfrm>
              <a:off x="6604990" y="3145926"/>
              <a:ext cx="349313" cy="102309"/>
            </a:xfrm>
            <a:custGeom>
              <a:avLst/>
              <a:gdLst/>
              <a:ahLst/>
              <a:cxnLst/>
              <a:rect l="l" t="t" r="r" b="b"/>
              <a:pathLst>
                <a:path w="13367" h="3915" extrusionOk="0">
                  <a:moveTo>
                    <a:pt x="1" y="1"/>
                  </a:moveTo>
                  <a:lnTo>
                    <a:pt x="1" y="3915"/>
                  </a:lnTo>
                  <a:lnTo>
                    <a:pt x="13367" y="3915"/>
                  </a:lnTo>
                  <a:lnTo>
                    <a:pt x="13367"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4" name="Google Shape;18924;p139"/>
            <p:cNvSpPr/>
            <p:nvPr/>
          </p:nvSpPr>
          <p:spPr>
            <a:xfrm>
              <a:off x="6604990" y="3145926"/>
              <a:ext cx="277449" cy="29687"/>
            </a:xfrm>
            <a:custGeom>
              <a:avLst/>
              <a:gdLst/>
              <a:ahLst/>
              <a:cxnLst/>
              <a:rect l="l" t="t" r="r" b="b"/>
              <a:pathLst>
                <a:path w="10617" h="1136" extrusionOk="0">
                  <a:moveTo>
                    <a:pt x="1" y="1"/>
                  </a:moveTo>
                  <a:lnTo>
                    <a:pt x="1" y="1136"/>
                  </a:lnTo>
                  <a:lnTo>
                    <a:pt x="8963" y="1136"/>
                  </a:lnTo>
                  <a:cubicBezTo>
                    <a:pt x="9694" y="1136"/>
                    <a:pt x="10357" y="684"/>
                    <a:pt x="10617"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5" name="Google Shape;18925;p139"/>
            <p:cNvSpPr/>
            <p:nvPr/>
          </p:nvSpPr>
          <p:spPr>
            <a:xfrm>
              <a:off x="6604990" y="2918260"/>
              <a:ext cx="150811" cy="329975"/>
            </a:xfrm>
            <a:custGeom>
              <a:avLst/>
              <a:gdLst/>
              <a:ahLst/>
              <a:cxnLst/>
              <a:rect l="l" t="t" r="r" b="b"/>
              <a:pathLst>
                <a:path w="5771" h="12627" extrusionOk="0">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6" name="Google Shape;18926;p139"/>
            <p:cNvSpPr/>
            <p:nvPr/>
          </p:nvSpPr>
          <p:spPr>
            <a:xfrm>
              <a:off x="6604990" y="2918521"/>
              <a:ext cx="54800" cy="329714"/>
            </a:xfrm>
            <a:custGeom>
              <a:avLst/>
              <a:gdLst/>
              <a:ahLst/>
              <a:cxnLst/>
              <a:rect l="l" t="t" r="r" b="b"/>
              <a:pathLst>
                <a:path w="2097" h="12617" extrusionOk="0">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7" name="Google Shape;18927;p139"/>
            <p:cNvSpPr/>
            <p:nvPr/>
          </p:nvSpPr>
          <p:spPr>
            <a:xfrm>
              <a:off x="6615051" y="2918521"/>
              <a:ext cx="140750" cy="329714"/>
            </a:xfrm>
            <a:custGeom>
              <a:avLst/>
              <a:gdLst/>
              <a:ahLst/>
              <a:cxnLst/>
              <a:rect l="l" t="t" r="r" b="b"/>
              <a:pathLst>
                <a:path w="5386" h="12617" extrusionOk="0">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8" name="Google Shape;18928;p139"/>
            <p:cNvSpPr/>
            <p:nvPr/>
          </p:nvSpPr>
          <p:spPr>
            <a:xfrm>
              <a:off x="6599476" y="3080359"/>
              <a:ext cx="46516" cy="21638"/>
            </a:xfrm>
            <a:custGeom>
              <a:avLst/>
              <a:gdLst/>
              <a:ahLst/>
              <a:cxnLst/>
              <a:rect l="l" t="t" r="r" b="b"/>
              <a:pathLst>
                <a:path w="1780" h="828" extrusionOk="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9" name="Google Shape;18929;p139"/>
            <p:cNvSpPr/>
            <p:nvPr/>
          </p:nvSpPr>
          <p:spPr>
            <a:xfrm>
              <a:off x="6803519" y="2918260"/>
              <a:ext cx="150785" cy="329975"/>
            </a:xfrm>
            <a:custGeom>
              <a:avLst/>
              <a:gdLst/>
              <a:ahLst/>
              <a:cxnLst/>
              <a:rect l="l" t="t" r="r" b="b"/>
              <a:pathLst>
                <a:path w="5770" h="12627" extrusionOk="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0" name="Google Shape;18930;p139"/>
            <p:cNvSpPr/>
            <p:nvPr/>
          </p:nvSpPr>
          <p:spPr>
            <a:xfrm>
              <a:off x="6899765" y="2918521"/>
              <a:ext cx="54539" cy="329714"/>
            </a:xfrm>
            <a:custGeom>
              <a:avLst/>
              <a:gdLst/>
              <a:ahLst/>
              <a:cxnLst/>
              <a:rect l="l" t="t" r="r" b="b"/>
              <a:pathLst>
                <a:path w="2087" h="12617" extrusionOk="0">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1" name="Google Shape;18931;p139"/>
            <p:cNvSpPr/>
            <p:nvPr/>
          </p:nvSpPr>
          <p:spPr>
            <a:xfrm>
              <a:off x="6803519" y="2918521"/>
              <a:ext cx="140750" cy="329714"/>
            </a:xfrm>
            <a:custGeom>
              <a:avLst/>
              <a:gdLst/>
              <a:ahLst/>
              <a:cxnLst/>
              <a:rect l="l" t="t" r="r" b="b"/>
              <a:pathLst>
                <a:path w="5386" h="12617" extrusionOk="0">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2" name="Google Shape;18932;p139"/>
            <p:cNvSpPr/>
            <p:nvPr/>
          </p:nvSpPr>
          <p:spPr>
            <a:xfrm>
              <a:off x="6913328" y="3080359"/>
              <a:ext cx="46777" cy="21638"/>
            </a:xfrm>
            <a:custGeom>
              <a:avLst/>
              <a:gdLst/>
              <a:ahLst/>
              <a:cxnLst/>
              <a:rect l="l" t="t" r="r" b="b"/>
              <a:pathLst>
                <a:path w="1790" h="828" extrusionOk="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3" name="Google Shape;18933;p139"/>
            <p:cNvSpPr/>
            <p:nvPr/>
          </p:nvSpPr>
          <p:spPr>
            <a:xfrm>
              <a:off x="6913328" y="3085873"/>
              <a:ext cx="46777" cy="16124"/>
            </a:xfrm>
            <a:custGeom>
              <a:avLst/>
              <a:gdLst/>
              <a:ahLst/>
              <a:cxnLst/>
              <a:rect l="l" t="t" r="r" b="b"/>
              <a:pathLst>
                <a:path w="1790" h="617" extrusionOk="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4" name="Google Shape;18934;p139"/>
            <p:cNvSpPr/>
            <p:nvPr/>
          </p:nvSpPr>
          <p:spPr>
            <a:xfrm>
              <a:off x="6881420" y="3101971"/>
              <a:ext cx="58066" cy="146264"/>
            </a:xfrm>
            <a:custGeom>
              <a:avLst/>
              <a:gdLst/>
              <a:ahLst/>
              <a:cxnLst/>
              <a:rect l="l" t="t" r="r" b="b"/>
              <a:pathLst>
                <a:path w="2222" h="5597" extrusionOk="0">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5" name="Google Shape;18935;p139"/>
            <p:cNvSpPr/>
            <p:nvPr/>
          </p:nvSpPr>
          <p:spPr>
            <a:xfrm>
              <a:off x="6599476" y="3085873"/>
              <a:ext cx="46516" cy="16124"/>
            </a:xfrm>
            <a:custGeom>
              <a:avLst/>
              <a:gdLst/>
              <a:ahLst/>
              <a:cxnLst/>
              <a:rect l="l" t="t" r="r" b="b"/>
              <a:pathLst>
                <a:path w="1780" h="617" extrusionOk="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6" name="Google Shape;18936;p139"/>
            <p:cNvSpPr/>
            <p:nvPr/>
          </p:nvSpPr>
          <p:spPr>
            <a:xfrm>
              <a:off x="6619834" y="3101971"/>
              <a:ext cx="58302" cy="146264"/>
            </a:xfrm>
            <a:custGeom>
              <a:avLst/>
              <a:gdLst/>
              <a:ahLst/>
              <a:cxnLst/>
              <a:rect l="l" t="t" r="r" b="b"/>
              <a:pathLst>
                <a:path w="2231" h="5597" extrusionOk="0">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7" name="Google Shape;18937;p139"/>
            <p:cNvSpPr/>
            <p:nvPr/>
          </p:nvSpPr>
          <p:spPr>
            <a:xfrm>
              <a:off x="6604990" y="2918521"/>
              <a:ext cx="349313" cy="53807"/>
            </a:xfrm>
            <a:custGeom>
              <a:avLst/>
              <a:gdLst/>
              <a:ahLst/>
              <a:cxnLst/>
              <a:rect l="l" t="t" r="r" b="b"/>
              <a:pathLst>
                <a:path w="13367" h="2059" extrusionOk="0">
                  <a:moveTo>
                    <a:pt x="1" y="0"/>
                  </a:moveTo>
                  <a:cubicBezTo>
                    <a:pt x="1" y="933"/>
                    <a:pt x="3001" y="2058"/>
                    <a:pt x="6684" y="2058"/>
                  </a:cubicBezTo>
                  <a:cubicBezTo>
                    <a:pt x="10376" y="2058"/>
                    <a:pt x="13367" y="933"/>
                    <a:pt x="1336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8" name="Google Shape;18938;p139"/>
            <p:cNvSpPr/>
            <p:nvPr/>
          </p:nvSpPr>
          <p:spPr>
            <a:xfrm>
              <a:off x="6717073"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9" name="Google Shape;18939;p139"/>
            <p:cNvSpPr/>
            <p:nvPr/>
          </p:nvSpPr>
          <p:spPr>
            <a:xfrm>
              <a:off x="6654250"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0" name="Google Shape;18940;p139"/>
            <p:cNvSpPr/>
            <p:nvPr/>
          </p:nvSpPr>
          <p:spPr>
            <a:xfrm>
              <a:off x="6669825"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1" name="Google Shape;18941;p139"/>
            <p:cNvSpPr/>
            <p:nvPr/>
          </p:nvSpPr>
          <p:spPr>
            <a:xfrm>
              <a:off x="6732648"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2" name="Google Shape;18942;p139"/>
            <p:cNvSpPr/>
            <p:nvPr/>
          </p:nvSpPr>
          <p:spPr>
            <a:xfrm>
              <a:off x="6779634" y="3195447"/>
              <a:ext cx="62849" cy="52788"/>
            </a:xfrm>
            <a:custGeom>
              <a:avLst/>
              <a:gdLst/>
              <a:ahLst/>
              <a:cxnLst/>
              <a:rect l="l" t="t" r="r" b="b"/>
              <a:pathLst>
                <a:path w="2405" h="2020" extrusionOk="0">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3" name="Google Shape;18943;p139"/>
            <p:cNvSpPr/>
            <p:nvPr/>
          </p:nvSpPr>
          <p:spPr>
            <a:xfrm>
              <a:off x="6842221" y="3195447"/>
              <a:ext cx="62849" cy="52788"/>
            </a:xfrm>
            <a:custGeom>
              <a:avLst/>
              <a:gdLst/>
              <a:ahLst/>
              <a:cxnLst/>
              <a:rect l="l" t="t" r="r" b="b"/>
              <a:pathLst>
                <a:path w="2405" h="2020" extrusionOk="0">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4" name="Google Shape;18944;p139"/>
            <p:cNvSpPr/>
            <p:nvPr/>
          </p:nvSpPr>
          <p:spPr>
            <a:xfrm>
              <a:off x="6795235" y="3195447"/>
              <a:ext cx="47248" cy="52552"/>
            </a:xfrm>
            <a:custGeom>
              <a:avLst/>
              <a:gdLst/>
              <a:ahLst/>
              <a:cxnLst/>
              <a:rect l="l" t="t" r="r" b="b"/>
              <a:pathLst>
                <a:path w="1808" h="2011" extrusionOk="0">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5" name="Google Shape;18945;p139"/>
            <p:cNvSpPr/>
            <p:nvPr/>
          </p:nvSpPr>
          <p:spPr>
            <a:xfrm>
              <a:off x="6858057" y="3195447"/>
              <a:ext cx="47012" cy="52552"/>
            </a:xfrm>
            <a:custGeom>
              <a:avLst/>
              <a:gdLst/>
              <a:ahLst/>
              <a:cxnLst/>
              <a:rect l="l" t="t" r="r" b="b"/>
              <a:pathLst>
                <a:path w="1799" h="2011" extrusionOk="0">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46" name="Google Shape;18946;p139"/>
          <p:cNvGrpSpPr/>
          <p:nvPr/>
        </p:nvGrpSpPr>
        <p:grpSpPr>
          <a:xfrm>
            <a:off x="5290499" y="2481533"/>
            <a:ext cx="360628" cy="247292"/>
            <a:chOff x="5290499" y="2481533"/>
            <a:chExt cx="360628" cy="247292"/>
          </a:xfrm>
        </p:grpSpPr>
        <p:sp>
          <p:nvSpPr>
            <p:cNvPr id="18947" name="Google Shape;18947;p139"/>
            <p:cNvSpPr/>
            <p:nvPr/>
          </p:nvSpPr>
          <p:spPr>
            <a:xfrm>
              <a:off x="5540013" y="2624008"/>
              <a:ext cx="76673" cy="48763"/>
            </a:xfrm>
            <a:custGeom>
              <a:avLst/>
              <a:gdLst/>
              <a:ahLst/>
              <a:cxnLst/>
              <a:rect l="l" t="t" r="r" b="b"/>
              <a:pathLst>
                <a:path w="2934" h="1866" extrusionOk="0">
                  <a:moveTo>
                    <a:pt x="1" y="0"/>
                  </a:moveTo>
                  <a:lnTo>
                    <a:pt x="1" y="1866"/>
                  </a:lnTo>
                  <a:lnTo>
                    <a:pt x="2934" y="1866"/>
                  </a:lnTo>
                  <a:lnTo>
                    <a:pt x="2934"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8" name="Google Shape;18948;p139"/>
            <p:cNvSpPr/>
            <p:nvPr/>
          </p:nvSpPr>
          <p:spPr>
            <a:xfrm>
              <a:off x="5540013" y="2648389"/>
              <a:ext cx="76673" cy="24382"/>
            </a:xfrm>
            <a:custGeom>
              <a:avLst/>
              <a:gdLst/>
              <a:ahLst/>
              <a:cxnLst/>
              <a:rect l="l" t="t" r="r" b="b"/>
              <a:pathLst>
                <a:path w="2934" h="933" extrusionOk="0">
                  <a:moveTo>
                    <a:pt x="1" y="0"/>
                  </a:moveTo>
                  <a:lnTo>
                    <a:pt x="1" y="933"/>
                  </a:lnTo>
                  <a:lnTo>
                    <a:pt x="2934" y="933"/>
                  </a:lnTo>
                  <a:lnTo>
                    <a:pt x="2934"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9" name="Google Shape;18949;p139"/>
            <p:cNvSpPr/>
            <p:nvPr/>
          </p:nvSpPr>
          <p:spPr>
            <a:xfrm>
              <a:off x="5597582" y="2591290"/>
              <a:ext cx="53545" cy="114121"/>
            </a:xfrm>
            <a:custGeom>
              <a:avLst/>
              <a:gdLst/>
              <a:ahLst/>
              <a:cxnLst/>
              <a:rect l="l" t="t" r="r" b="b"/>
              <a:pathLst>
                <a:path w="2049" h="4367" extrusionOk="0">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0" name="Google Shape;18950;p139"/>
            <p:cNvSpPr/>
            <p:nvPr/>
          </p:nvSpPr>
          <p:spPr>
            <a:xfrm>
              <a:off x="5317886" y="2567980"/>
              <a:ext cx="246037" cy="160584"/>
            </a:xfrm>
            <a:custGeom>
              <a:avLst/>
              <a:gdLst/>
              <a:ahLst/>
              <a:cxnLst/>
              <a:rect l="l" t="t" r="r" b="b"/>
              <a:pathLst>
                <a:path w="9415" h="6145" extrusionOk="0">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1" name="Google Shape;18951;p139"/>
            <p:cNvSpPr/>
            <p:nvPr/>
          </p:nvSpPr>
          <p:spPr>
            <a:xfrm>
              <a:off x="5317886" y="2567980"/>
              <a:ext cx="246037" cy="160846"/>
            </a:xfrm>
            <a:custGeom>
              <a:avLst/>
              <a:gdLst/>
              <a:ahLst/>
              <a:cxnLst/>
              <a:rect l="l" t="t" r="r" b="b"/>
              <a:pathLst>
                <a:path w="9415" h="6155" extrusionOk="0">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2" name="Google Shape;18952;p139"/>
            <p:cNvSpPr/>
            <p:nvPr/>
          </p:nvSpPr>
          <p:spPr>
            <a:xfrm>
              <a:off x="5290499" y="2481533"/>
              <a:ext cx="146760" cy="147021"/>
            </a:xfrm>
            <a:custGeom>
              <a:avLst/>
              <a:gdLst/>
              <a:ahLst/>
              <a:cxnLst/>
              <a:rect l="l" t="t" r="r" b="b"/>
              <a:pathLst>
                <a:path w="5616" h="5626" extrusionOk="0">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3" name="Google Shape;18953;p139"/>
            <p:cNvSpPr/>
            <p:nvPr/>
          </p:nvSpPr>
          <p:spPr>
            <a:xfrm>
              <a:off x="5311850" y="2503145"/>
              <a:ext cx="132701" cy="125279"/>
            </a:xfrm>
            <a:custGeom>
              <a:avLst/>
              <a:gdLst/>
              <a:ahLst/>
              <a:cxnLst/>
              <a:rect l="l" t="t" r="r" b="b"/>
              <a:pathLst>
                <a:path w="5078" h="4794" extrusionOk="0">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4" name="Google Shape;18954;p139"/>
            <p:cNvSpPr/>
            <p:nvPr/>
          </p:nvSpPr>
          <p:spPr>
            <a:xfrm>
              <a:off x="5476693" y="2650401"/>
              <a:ext cx="53807" cy="53781"/>
            </a:xfrm>
            <a:custGeom>
              <a:avLst/>
              <a:gdLst/>
              <a:ahLst/>
              <a:cxnLst/>
              <a:rect l="l" t="t" r="r" b="b"/>
              <a:pathLst>
                <a:path w="2059" h="2058" extrusionOk="0">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5" name="Google Shape;18955;p139"/>
            <p:cNvSpPr/>
            <p:nvPr/>
          </p:nvSpPr>
          <p:spPr>
            <a:xfrm>
              <a:off x="5330953" y="2530401"/>
              <a:ext cx="57570" cy="49155"/>
            </a:xfrm>
            <a:custGeom>
              <a:avLst/>
              <a:gdLst/>
              <a:ahLst/>
              <a:cxnLst/>
              <a:rect l="l" t="t" r="r" b="b"/>
              <a:pathLst>
                <a:path w="2203" h="1881" extrusionOk="0">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6" name="Google Shape;18956;p139"/>
            <p:cNvSpPr/>
            <p:nvPr/>
          </p:nvSpPr>
          <p:spPr>
            <a:xfrm>
              <a:off x="5456598" y="2498624"/>
              <a:ext cx="112866" cy="112840"/>
            </a:xfrm>
            <a:custGeom>
              <a:avLst/>
              <a:gdLst/>
              <a:ahLst/>
              <a:cxnLst/>
              <a:rect l="l" t="t" r="r" b="b"/>
              <a:pathLst>
                <a:path w="4319" h="4318" extrusionOk="0">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7" name="Google Shape;18957;p139"/>
            <p:cNvSpPr/>
            <p:nvPr/>
          </p:nvSpPr>
          <p:spPr>
            <a:xfrm>
              <a:off x="5473427" y="2515192"/>
              <a:ext cx="101551" cy="96272"/>
            </a:xfrm>
            <a:custGeom>
              <a:avLst/>
              <a:gdLst/>
              <a:ahLst/>
              <a:cxnLst/>
              <a:rect l="l" t="t" r="r" b="b"/>
              <a:pathLst>
                <a:path w="3886" h="3684" extrusionOk="0">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8" name="Google Shape;18958;p139"/>
            <p:cNvSpPr/>
            <p:nvPr/>
          </p:nvSpPr>
          <p:spPr>
            <a:xfrm>
              <a:off x="5493026" y="2539992"/>
              <a:ext cx="35200" cy="30261"/>
            </a:xfrm>
            <a:custGeom>
              <a:avLst/>
              <a:gdLst/>
              <a:ahLst/>
              <a:cxnLst/>
              <a:rect l="l" t="t" r="r" b="b"/>
              <a:pathLst>
                <a:path w="1347" h="1158" extrusionOk="0">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9" name="Google Shape;18959;p139"/>
            <p:cNvSpPr/>
            <p:nvPr/>
          </p:nvSpPr>
          <p:spPr>
            <a:xfrm>
              <a:off x="5384890" y="2509782"/>
              <a:ext cx="26603" cy="22160"/>
            </a:xfrm>
            <a:custGeom>
              <a:avLst/>
              <a:gdLst/>
              <a:ahLst/>
              <a:cxnLst/>
              <a:rect l="l" t="t" r="r" b="b"/>
              <a:pathLst>
                <a:path w="1018" h="848" extrusionOk="0">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0" name="Google Shape;18960;p139"/>
            <p:cNvSpPr/>
            <p:nvPr/>
          </p:nvSpPr>
          <p:spPr>
            <a:xfrm>
              <a:off x="5316109" y="2578276"/>
              <a:ext cx="26760" cy="22134"/>
            </a:xfrm>
            <a:custGeom>
              <a:avLst/>
              <a:gdLst/>
              <a:ahLst/>
              <a:cxnLst/>
              <a:rect l="l" t="t" r="r" b="b"/>
              <a:pathLst>
                <a:path w="1024" h="847" extrusionOk="0">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1" name="Google Shape;18961;p139"/>
            <p:cNvSpPr/>
            <p:nvPr/>
          </p:nvSpPr>
          <p:spPr>
            <a:xfrm>
              <a:off x="5384916" y="2578276"/>
              <a:ext cx="26551" cy="22134"/>
            </a:xfrm>
            <a:custGeom>
              <a:avLst/>
              <a:gdLst/>
              <a:ahLst/>
              <a:cxnLst/>
              <a:rect l="l" t="t" r="r" b="b"/>
              <a:pathLst>
                <a:path w="1016" h="847" extrusionOk="0">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2" name="Google Shape;18962;p139"/>
            <p:cNvSpPr/>
            <p:nvPr/>
          </p:nvSpPr>
          <p:spPr>
            <a:xfrm>
              <a:off x="5316083" y="2509782"/>
              <a:ext cx="26786" cy="22160"/>
            </a:xfrm>
            <a:custGeom>
              <a:avLst/>
              <a:gdLst/>
              <a:ahLst/>
              <a:cxnLst/>
              <a:rect l="l" t="t" r="r" b="b"/>
              <a:pathLst>
                <a:path w="1025" h="848" extrusionOk="0">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3" name="Google Shape;18963;p139"/>
            <p:cNvSpPr/>
            <p:nvPr/>
          </p:nvSpPr>
          <p:spPr>
            <a:xfrm>
              <a:off x="5528802" y="2520340"/>
              <a:ext cx="21324" cy="17012"/>
            </a:xfrm>
            <a:custGeom>
              <a:avLst/>
              <a:gdLst/>
              <a:ahLst/>
              <a:cxnLst/>
              <a:rect l="l" t="t" r="r" b="b"/>
              <a:pathLst>
                <a:path w="816" h="651" extrusionOk="0">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4" name="Google Shape;18964;p139"/>
            <p:cNvSpPr/>
            <p:nvPr/>
          </p:nvSpPr>
          <p:spPr>
            <a:xfrm>
              <a:off x="5476119" y="2572736"/>
              <a:ext cx="21533" cy="17117"/>
            </a:xfrm>
            <a:custGeom>
              <a:avLst/>
              <a:gdLst/>
              <a:ahLst/>
              <a:cxnLst/>
              <a:rect l="l" t="t" r="r" b="b"/>
              <a:pathLst>
                <a:path w="824" h="655" extrusionOk="0">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5" name="Google Shape;18965;p139"/>
            <p:cNvSpPr/>
            <p:nvPr/>
          </p:nvSpPr>
          <p:spPr>
            <a:xfrm>
              <a:off x="5528462" y="2572736"/>
              <a:ext cx="21664" cy="17117"/>
            </a:xfrm>
            <a:custGeom>
              <a:avLst/>
              <a:gdLst/>
              <a:ahLst/>
              <a:cxnLst/>
              <a:rect l="l" t="t" r="r" b="b"/>
              <a:pathLst>
                <a:path w="829" h="655" extrusionOk="0">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6" name="Google Shape;18966;p139"/>
            <p:cNvSpPr/>
            <p:nvPr/>
          </p:nvSpPr>
          <p:spPr>
            <a:xfrm>
              <a:off x="5476092" y="2520340"/>
              <a:ext cx="21612" cy="17117"/>
            </a:xfrm>
            <a:custGeom>
              <a:avLst/>
              <a:gdLst/>
              <a:ahLst/>
              <a:cxnLst/>
              <a:rect l="l" t="t" r="r" b="b"/>
              <a:pathLst>
                <a:path w="827" h="655" extrusionOk="0">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7" name="Google Shape;18967;p139"/>
            <p:cNvSpPr/>
            <p:nvPr/>
          </p:nvSpPr>
          <p:spPr>
            <a:xfrm>
              <a:off x="5339994" y="2645123"/>
              <a:ext cx="104556" cy="10819"/>
            </a:xfrm>
            <a:custGeom>
              <a:avLst/>
              <a:gdLst/>
              <a:ahLst/>
              <a:cxnLst/>
              <a:rect l="l" t="t" r="r" b="b"/>
              <a:pathLst>
                <a:path w="4001" h="414" extrusionOk="0">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8" name="Google Shape;18968;p139"/>
            <p:cNvSpPr/>
            <p:nvPr/>
          </p:nvSpPr>
          <p:spPr>
            <a:xfrm>
              <a:off x="5339994" y="2698642"/>
              <a:ext cx="104556" cy="11080"/>
            </a:xfrm>
            <a:custGeom>
              <a:avLst/>
              <a:gdLst/>
              <a:ahLst/>
              <a:cxnLst/>
              <a:rect l="l" t="t" r="r" b="b"/>
              <a:pathLst>
                <a:path w="4001" h="424" extrusionOk="0">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9" name="Google Shape;18969;p139"/>
            <p:cNvSpPr/>
            <p:nvPr/>
          </p:nvSpPr>
          <p:spPr>
            <a:xfrm>
              <a:off x="5339994" y="2671752"/>
              <a:ext cx="104556" cy="11080"/>
            </a:xfrm>
            <a:custGeom>
              <a:avLst/>
              <a:gdLst/>
              <a:ahLst/>
              <a:cxnLst/>
              <a:rect l="l" t="t" r="r" b="b"/>
              <a:pathLst>
                <a:path w="4001" h="424" extrusionOk="0">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0" name="Google Shape;18970;p139"/>
            <p:cNvSpPr/>
            <p:nvPr/>
          </p:nvSpPr>
          <p:spPr>
            <a:xfrm>
              <a:off x="5503584" y="2650401"/>
              <a:ext cx="26916" cy="53781"/>
            </a:xfrm>
            <a:custGeom>
              <a:avLst/>
              <a:gdLst/>
              <a:ahLst/>
              <a:cxnLst/>
              <a:rect l="l" t="t" r="r" b="b"/>
              <a:pathLst>
                <a:path w="1030" h="2058" extrusionOk="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1" name="Google Shape;18971;p139"/>
            <p:cNvSpPr/>
            <p:nvPr/>
          </p:nvSpPr>
          <p:spPr>
            <a:xfrm>
              <a:off x="5597582" y="2648128"/>
              <a:ext cx="53545" cy="57282"/>
            </a:xfrm>
            <a:custGeom>
              <a:avLst/>
              <a:gdLst/>
              <a:ahLst/>
              <a:cxnLst/>
              <a:rect l="l" t="t" r="r" b="b"/>
              <a:pathLst>
                <a:path w="2049" h="2192" extrusionOk="0">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2" name="Google Shape;18972;p139"/>
            <p:cNvSpPr/>
            <p:nvPr/>
          </p:nvSpPr>
          <p:spPr>
            <a:xfrm>
              <a:off x="5363879" y="2530532"/>
              <a:ext cx="23650" cy="49025"/>
            </a:xfrm>
            <a:custGeom>
              <a:avLst/>
              <a:gdLst/>
              <a:ahLst/>
              <a:cxnLst/>
              <a:rect l="l" t="t" r="r" b="b"/>
              <a:pathLst>
                <a:path w="905" h="1876" extrusionOk="0">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3" name="Google Shape;18973;p139"/>
            <p:cNvSpPr/>
            <p:nvPr/>
          </p:nvSpPr>
          <p:spPr>
            <a:xfrm>
              <a:off x="5513148" y="2540070"/>
              <a:ext cx="15078" cy="29948"/>
            </a:xfrm>
            <a:custGeom>
              <a:avLst/>
              <a:gdLst/>
              <a:ahLst/>
              <a:cxnLst/>
              <a:rect l="l" t="t" r="r" b="b"/>
              <a:pathLst>
                <a:path w="577" h="1146" extrusionOk="0">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74" name="Google Shape;18974;p139"/>
          <p:cNvGrpSpPr/>
          <p:nvPr/>
        </p:nvGrpSpPr>
        <p:grpSpPr>
          <a:xfrm>
            <a:off x="6201923" y="1981514"/>
            <a:ext cx="351325" cy="360576"/>
            <a:chOff x="6201923" y="1981514"/>
            <a:chExt cx="351325" cy="360576"/>
          </a:xfrm>
        </p:grpSpPr>
        <p:sp>
          <p:nvSpPr>
            <p:cNvPr id="18975" name="Google Shape;18975;p139"/>
            <p:cNvSpPr/>
            <p:nvPr/>
          </p:nvSpPr>
          <p:spPr>
            <a:xfrm>
              <a:off x="6201923" y="2195304"/>
              <a:ext cx="351325" cy="146786"/>
            </a:xfrm>
            <a:custGeom>
              <a:avLst/>
              <a:gdLst/>
              <a:ahLst/>
              <a:cxnLst/>
              <a:rect l="l" t="t" r="r" b="b"/>
              <a:pathLst>
                <a:path w="13444" h="5617" extrusionOk="0">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6" name="Google Shape;18976;p139"/>
            <p:cNvSpPr/>
            <p:nvPr/>
          </p:nvSpPr>
          <p:spPr>
            <a:xfrm>
              <a:off x="6231583" y="2195304"/>
              <a:ext cx="292527" cy="117126"/>
            </a:xfrm>
            <a:custGeom>
              <a:avLst/>
              <a:gdLst/>
              <a:ahLst/>
              <a:cxnLst/>
              <a:rect l="l" t="t" r="r" b="b"/>
              <a:pathLst>
                <a:path w="11194" h="4482" extrusionOk="0">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7" name="Google Shape;18977;p139"/>
            <p:cNvSpPr/>
            <p:nvPr/>
          </p:nvSpPr>
          <p:spPr>
            <a:xfrm>
              <a:off x="6377820" y="2195304"/>
              <a:ext cx="146290" cy="116891"/>
            </a:xfrm>
            <a:custGeom>
              <a:avLst/>
              <a:gdLst/>
              <a:ahLst/>
              <a:cxnLst/>
              <a:rect l="l" t="t" r="r" b="b"/>
              <a:pathLst>
                <a:path w="5598" h="4473" extrusionOk="0">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8" name="Google Shape;18978;p139"/>
            <p:cNvSpPr/>
            <p:nvPr/>
          </p:nvSpPr>
          <p:spPr>
            <a:xfrm>
              <a:off x="6280843" y="2023666"/>
              <a:ext cx="194008" cy="226961"/>
            </a:xfrm>
            <a:custGeom>
              <a:avLst/>
              <a:gdLst/>
              <a:ahLst/>
              <a:cxnLst/>
              <a:rect l="l" t="t" r="r" b="b"/>
              <a:pathLst>
                <a:path w="7424" h="8685" extrusionOk="0">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9" name="Google Shape;18979;p139"/>
            <p:cNvSpPr/>
            <p:nvPr/>
          </p:nvSpPr>
          <p:spPr>
            <a:xfrm>
              <a:off x="6298169" y="2023927"/>
              <a:ext cx="176943" cy="226935"/>
            </a:xfrm>
            <a:custGeom>
              <a:avLst/>
              <a:gdLst/>
              <a:ahLst/>
              <a:cxnLst/>
              <a:rect l="l" t="t" r="r" b="b"/>
              <a:pathLst>
                <a:path w="6771" h="8684" extrusionOk="0">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0" name="Google Shape;18980;p139"/>
            <p:cNvSpPr/>
            <p:nvPr/>
          </p:nvSpPr>
          <p:spPr>
            <a:xfrm>
              <a:off x="6280843" y="1981514"/>
              <a:ext cx="193746" cy="103746"/>
            </a:xfrm>
            <a:custGeom>
              <a:avLst/>
              <a:gdLst/>
              <a:ahLst/>
              <a:cxnLst/>
              <a:rect l="l" t="t" r="r" b="b"/>
              <a:pathLst>
                <a:path w="7414" h="3970" extrusionOk="0">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1" name="Google Shape;18981;p139"/>
            <p:cNvSpPr/>
            <p:nvPr/>
          </p:nvSpPr>
          <p:spPr>
            <a:xfrm>
              <a:off x="6428335" y="2023666"/>
              <a:ext cx="46255" cy="61594"/>
            </a:xfrm>
            <a:custGeom>
              <a:avLst/>
              <a:gdLst/>
              <a:ahLst/>
              <a:cxnLst/>
              <a:rect l="l" t="t" r="r" b="b"/>
              <a:pathLst>
                <a:path w="1770" h="2357" extrusionOk="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82" name="Google Shape;18982;p139"/>
          <p:cNvGrpSpPr/>
          <p:nvPr/>
        </p:nvGrpSpPr>
        <p:grpSpPr>
          <a:xfrm>
            <a:off x="4894461" y="3340691"/>
            <a:ext cx="312884" cy="360785"/>
            <a:chOff x="4894461" y="3340691"/>
            <a:chExt cx="312884" cy="360785"/>
          </a:xfrm>
        </p:grpSpPr>
        <p:sp>
          <p:nvSpPr>
            <p:cNvPr id="18983" name="Google Shape;18983;p139"/>
            <p:cNvSpPr/>
            <p:nvPr/>
          </p:nvSpPr>
          <p:spPr>
            <a:xfrm>
              <a:off x="4894461" y="3503732"/>
              <a:ext cx="312884" cy="76202"/>
            </a:xfrm>
            <a:custGeom>
              <a:avLst/>
              <a:gdLst/>
              <a:ahLst/>
              <a:cxnLst/>
              <a:rect l="l" t="t" r="r" b="b"/>
              <a:pathLst>
                <a:path w="11973" h="2916" extrusionOk="0">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4" name="Google Shape;18984;p139"/>
            <p:cNvSpPr/>
            <p:nvPr/>
          </p:nvSpPr>
          <p:spPr>
            <a:xfrm>
              <a:off x="4939200" y="3362042"/>
              <a:ext cx="223407" cy="178694"/>
            </a:xfrm>
            <a:custGeom>
              <a:avLst/>
              <a:gdLst/>
              <a:ahLst/>
              <a:cxnLst/>
              <a:rect l="l" t="t" r="r" b="b"/>
              <a:pathLst>
                <a:path w="8549" h="6838" extrusionOk="0">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5" name="Google Shape;18985;p139"/>
            <p:cNvSpPr/>
            <p:nvPr/>
          </p:nvSpPr>
          <p:spPr>
            <a:xfrm>
              <a:off x="5033173" y="3362042"/>
              <a:ext cx="129434" cy="178694"/>
            </a:xfrm>
            <a:custGeom>
              <a:avLst/>
              <a:gdLst/>
              <a:ahLst/>
              <a:cxnLst/>
              <a:rect l="l" t="t" r="r" b="b"/>
              <a:pathLst>
                <a:path w="4953" h="6838" extrusionOk="0">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6" name="Google Shape;18986;p139"/>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7" name="Google Shape;18987;p139"/>
            <p:cNvSpPr/>
            <p:nvPr/>
          </p:nvSpPr>
          <p:spPr>
            <a:xfrm>
              <a:off x="4968338" y="3499995"/>
              <a:ext cx="26" cy="6324"/>
            </a:xfrm>
            <a:custGeom>
              <a:avLst/>
              <a:gdLst/>
              <a:ahLst/>
              <a:cxnLst/>
              <a:rect l="l" t="t" r="r" b="b"/>
              <a:pathLst>
                <a:path w="1" h="242" extrusionOk="0">
                  <a:moveTo>
                    <a:pt x="0" y="1"/>
                  </a:moveTo>
                  <a:lnTo>
                    <a:pt x="0" y="1"/>
                  </a:lnTo>
                  <a:lnTo>
                    <a:pt x="0" y="24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8" name="Google Shape;18988;p139"/>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9" name="Google Shape;18989;p139"/>
            <p:cNvSpPr/>
            <p:nvPr/>
          </p:nvSpPr>
          <p:spPr>
            <a:xfrm>
              <a:off x="4968077" y="3499995"/>
              <a:ext cx="165393" cy="40741"/>
            </a:xfrm>
            <a:custGeom>
              <a:avLst/>
              <a:gdLst/>
              <a:ahLst/>
              <a:cxnLst/>
              <a:rect l="l" t="t" r="r" b="b"/>
              <a:pathLst>
                <a:path w="6329" h="1559" extrusionOk="0">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0" name="Google Shape;18990;p139"/>
            <p:cNvSpPr/>
            <p:nvPr/>
          </p:nvSpPr>
          <p:spPr>
            <a:xfrm>
              <a:off x="4939200" y="3340691"/>
              <a:ext cx="223407" cy="43484"/>
            </a:xfrm>
            <a:custGeom>
              <a:avLst/>
              <a:gdLst/>
              <a:ahLst/>
              <a:cxnLst/>
              <a:rect l="l" t="t" r="r" b="b"/>
              <a:pathLst>
                <a:path w="8549" h="1664" extrusionOk="0">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1" name="Google Shape;18991;p139"/>
            <p:cNvSpPr/>
            <p:nvPr/>
          </p:nvSpPr>
          <p:spPr>
            <a:xfrm>
              <a:off x="4936927" y="3599847"/>
              <a:ext cx="113859" cy="101629"/>
            </a:xfrm>
            <a:custGeom>
              <a:avLst/>
              <a:gdLst/>
              <a:ahLst/>
              <a:cxnLst/>
              <a:rect l="l" t="t" r="r" b="b"/>
              <a:pathLst>
                <a:path w="4357" h="3889" extrusionOk="0">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2" name="Google Shape;18992;p139"/>
            <p:cNvSpPr/>
            <p:nvPr/>
          </p:nvSpPr>
          <p:spPr>
            <a:xfrm>
              <a:off x="5051021" y="3599847"/>
              <a:ext cx="113859" cy="101629"/>
            </a:xfrm>
            <a:custGeom>
              <a:avLst/>
              <a:gdLst/>
              <a:ahLst/>
              <a:cxnLst/>
              <a:rect l="l" t="t" r="r" b="b"/>
              <a:pathLst>
                <a:path w="4357" h="3889" extrusionOk="0">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3" name="Google Shape;18993;p139"/>
            <p:cNvSpPr/>
            <p:nvPr/>
          </p:nvSpPr>
          <p:spPr>
            <a:xfrm>
              <a:off x="5059044" y="3628672"/>
              <a:ext cx="46437" cy="19364"/>
            </a:xfrm>
            <a:custGeom>
              <a:avLst/>
              <a:gdLst/>
              <a:ahLst/>
              <a:cxnLst/>
              <a:rect l="l" t="t" r="r" b="b"/>
              <a:pathLst>
                <a:path w="1777" h="741" extrusionOk="0">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4" name="Google Shape;18994;p139"/>
            <p:cNvSpPr/>
            <p:nvPr/>
          </p:nvSpPr>
          <p:spPr>
            <a:xfrm>
              <a:off x="5058913" y="3653053"/>
              <a:ext cx="46542" cy="19364"/>
            </a:xfrm>
            <a:custGeom>
              <a:avLst/>
              <a:gdLst/>
              <a:ahLst/>
              <a:cxnLst/>
              <a:rect l="l" t="t" r="r" b="b"/>
              <a:pathLst>
                <a:path w="1781" h="741" extrusionOk="0">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5" name="Google Shape;18995;p139"/>
            <p:cNvSpPr/>
            <p:nvPr/>
          </p:nvSpPr>
          <p:spPr>
            <a:xfrm>
              <a:off x="4996326" y="3628672"/>
              <a:ext cx="46568" cy="19364"/>
            </a:xfrm>
            <a:custGeom>
              <a:avLst/>
              <a:gdLst/>
              <a:ahLst/>
              <a:cxnLst/>
              <a:rect l="l" t="t" r="r" b="b"/>
              <a:pathLst>
                <a:path w="1782" h="741" extrusionOk="0">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6" name="Google Shape;18996;p139"/>
            <p:cNvSpPr/>
            <p:nvPr/>
          </p:nvSpPr>
          <p:spPr>
            <a:xfrm>
              <a:off x="4996326" y="3653053"/>
              <a:ext cx="46568" cy="19364"/>
            </a:xfrm>
            <a:custGeom>
              <a:avLst/>
              <a:gdLst/>
              <a:ahLst/>
              <a:cxnLst/>
              <a:rect l="l" t="t" r="r" b="b"/>
              <a:pathLst>
                <a:path w="1782" h="741" extrusionOk="0">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7" name="Google Shape;18997;p139"/>
            <p:cNvSpPr/>
            <p:nvPr/>
          </p:nvSpPr>
          <p:spPr>
            <a:xfrm>
              <a:off x="5033434" y="3619630"/>
              <a:ext cx="34939" cy="61829"/>
            </a:xfrm>
            <a:custGeom>
              <a:avLst/>
              <a:gdLst/>
              <a:ahLst/>
              <a:cxnLst/>
              <a:rect l="l" t="t" r="r" b="b"/>
              <a:pathLst>
                <a:path w="1337" h="2366" extrusionOk="0">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8" name="Google Shape;18998;p139"/>
            <p:cNvSpPr/>
            <p:nvPr/>
          </p:nvSpPr>
          <p:spPr>
            <a:xfrm>
              <a:off x="5042215" y="3619682"/>
              <a:ext cx="26159" cy="61542"/>
            </a:xfrm>
            <a:custGeom>
              <a:avLst/>
              <a:gdLst/>
              <a:ahLst/>
              <a:cxnLst/>
              <a:rect l="l" t="t" r="r" b="b"/>
              <a:pathLst>
                <a:path w="1001" h="2355" extrusionOk="0">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99" name="Google Shape;18999;p139"/>
          <p:cNvGrpSpPr/>
          <p:nvPr/>
        </p:nvGrpSpPr>
        <p:grpSpPr>
          <a:xfrm>
            <a:off x="5339237" y="1501251"/>
            <a:ext cx="245541" cy="360628"/>
            <a:chOff x="5339237" y="1501251"/>
            <a:chExt cx="245541" cy="360628"/>
          </a:xfrm>
        </p:grpSpPr>
        <p:sp>
          <p:nvSpPr>
            <p:cNvPr id="19000" name="Google Shape;19000;p139"/>
            <p:cNvSpPr/>
            <p:nvPr/>
          </p:nvSpPr>
          <p:spPr>
            <a:xfrm>
              <a:off x="5349794" y="1654021"/>
              <a:ext cx="220402" cy="10845"/>
            </a:xfrm>
            <a:custGeom>
              <a:avLst/>
              <a:gdLst/>
              <a:ahLst/>
              <a:cxnLst/>
              <a:rect l="l" t="t" r="r" b="b"/>
              <a:pathLst>
                <a:path w="8434" h="415" extrusionOk="0">
                  <a:moveTo>
                    <a:pt x="1" y="1"/>
                  </a:moveTo>
                  <a:lnTo>
                    <a:pt x="1" y="414"/>
                  </a:lnTo>
                  <a:lnTo>
                    <a:pt x="8434" y="414"/>
                  </a:lnTo>
                  <a:lnTo>
                    <a:pt x="8434"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1" name="Google Shape;19001;p139"/>
            <p:cNvSpPr/>
            <p:nvPr/>
          </p:nvSpPr>
          <p:spPr>
            <a:xfrm>
              <a:off x="5349794" y="1659562"/>
              <a:ext cx="220402" cy="5305"/>
            </a:xfrm>
            <a:custGeom>
              <a:avLst/>
              <a:gdLst/>
              <a:ahLst/>
              <a:cxnLst/>
              <a:rect l="l" t="t" r="r" b="b"/>
              <a:pathLst>
                <a:path w="8434" h="203" extrusionOk="0">
                  <a:moveTo>
                    <a:pt x="1" y="0"/>
                  </a:moveTo>
                  <a:lnTo>
                    <a:pt x="1" y="202"/>
                  </a:lnTo>
                  <a:lnTo>
                    <a:pt x="8434" y="202"/>
                  </a:lnTo>
                  <a:lnTo>
                    <a:pt x="8434"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2" name="Google Shape;19002;p139"/>
            <p:cNvSpPr/>
            <p:nvPr/>
          </p:nvSpPr>
          <p:spPr>
            <a:xfrm>
              <a:off x="5447791" y="1779170"/>
              <a:ext cx="28432" cy="70636"/>
            </a:xfrm>
            <a:custGeom>
              <a:avLst/>
              <a:gdLst/>
              <a:ahLst/>
              <a:cxnLst/>
              <a:rect l="l" t="t" r="r" b="b"/>
              <a:pathLst>
                <a:path w="1088" h="2703" extrusionOk="0">
                  <a:moveTo>
                    <a:pt x="1" y="0"/>
                  </a:moveTo>
                  <a:lnTo>
                    <a:pt x="1" y="2703"/>
                  </a:lnTo>
                  <a:lnTo>
                    <a:pt x="1087" y="2703"/>
                  </a:lnTo>
                  <a:lnTo>
                    <a:pt x="108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3" name="Google Shape;19003;p139"/>
            <p:cNvSpPr/>
            <p:nvPr/>
          </p:nvSpPr>
          <p:spPr>
            <a:xfrm>
              <a:off x="5462112" y="1779170"/>
              <a:ext cx="14112" cy="70636"/>
            </a:xfrm>
            <a:custGeom>
              <a:avLst/>
              <a:gdLst/>
              <a:ahLst/>
              <a:cxnLst/>
              <a:rect l="l" t="t" r="r" b="b"/>
              <a:pathLst>
                <a:path w="540" h="2703" extrusionOk="0">
                  <a:moveTo>
                    <a:pt x="1" y="0"/>
                  </a:moveTo>
                  <a:lnTo>
                    <a:pt x="1" y="2703"/>
                  </a:lnTo>
                  <a:lnTo>
                    <a:pt x="539" y="2703"/>
                  </a:lnTo>
                  <a:lnTo>
                    <a:pt x="539"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4" name="Google Shape;19004;p139"/>
            <p:cNvSpPr/>
            <p:nvPr/>
          </p:nvSpPr>
          <p:spPr>
            <a:xfrm>
              <a:off x="5378958" y="1501251"/>
              <a:ext cx="166359" cy="249539"/>
            </a:xfrm>
            <a:custGeom>
              <a:avLst/>
              <a:gdLst/>
              <a:ahLst/>
              <a:cxnLst/>
              <a:rect l="l" t="t" r="r" b="b"/>
              <a:pathLst>
                <a:path w="6366" h="9549" extrusionOk="0">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5" name="Google Shape;19005;p139"/>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6" name="Google Shape;19006;p139"/>
            <p:cNvSpPr/>
            <p:nvPr/>
          </p:nvSpPr>
          <p:spPr>
            <a:xfrm>
              <a:off x="5446798" y="1611060"/>
              <a:ext cx="30418" cy="30183"/>
            </a:xfrm>
            <a:custGeom>
              <a:avLst/>
              <a:gdLst/>
              <a:ahLst/>
              <a:cxnLst/>
              <a:rect l="l" t="t" r="r" b="b"/>
              <a:pathLst>
                <a:path w="1164" h="1155" extrusionOk="0">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7" name="Google Shape;19007;p139"/>
            <p:cNvSpPr/>
            <p:nvPr/>
          </p:nvSpPr>
          <p:spPr>
            <a:xfrm>
              <a:off x="5356092" y="1836975"/>
              <a:ext cx="212091" cy="24904"/>
            </a:xfrm>
            <a:custGeom>
              <a:avLst/>
              <a:gdLst/>
              <a:ahLst/>
              <a:cxnLst/>
              <a:rect l="l" t="t" r="r" b="b"/>
              <a:pathLst>
                <a:path w="8116" h="953" extrusionOk="0">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8" name="Google Shape;19008;p139"/>
            <p:cNvSpPr/>
            <p:nvPr/>
          </p:nvSpPr>
          <p:spPr>
            <a:xfrm>
              <a:off x="5339237" y="1637192"/>
              <a:ext cx="245541" cy="155332"/>
            </a:xfrm>
            <a:custGeom>
              <a:avLst/>
              <a:gdLst/>
              <a:ahLst/>
              <a:cxnLst/>
              <a:rect l="l" t="t" r="r" b="b"/>
              <a:pathLst>
                <a:path w="9396" h="5944" extrusionOk="0">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9" name="Google Shape;19009;p139"/>
            <p:cNvSpPr/>
            <p:nvPr/>
          </p:nvSpPr>
          <p:spPr>
            <a:xfrm>
              <a:off x="5378697" y="1609544"/>
              <a:ext cx="56577" cy="10845"/>
            </a:xfrm>
            <a:custGeom>
              <a:avLst/>
              <a:gdLst/>
              <a:ahLst/>
              <a:cxnLst/>
              <a:rect l="l" t="t" r="r" b="b"/>
              <a:pathLst>
                <a:path w="2165" h="415" extrusionOk="0">
                  <a:moveTo>
                    <a:pt x="0" y="1"/>
                  </a:moveTo>
                  <a:lnTo>
                    <a:pt x="0" y="414"/>
                  </a:lnTo>
                  <a:lnTo>
                    <a:pt x="1914" y="414"/>
                  </a:lnTo>
                  <a:cubicBezTo>
                    <a:pt x="2164" y="395"/>
                    <a:pt x="2164" y="20"/>
                    <a:pt x="19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0" name="Google Shape;19010;p139"/>
            <p:cNvSpPr/>
            <p:nvPr/>
          </p:nvSpPr>
          <p:spPr>
            <a:xfrm>
              <a:off x="5378697" y="1631913"/>
              <a:ext cx="55296" cy="10819"/>
            </a:xfrm>
            <a:custGeom>
              <a:avLst/>
              <a:gdLst/>
              <a:ahLst/>
              <a:cxnLst/>
              <a:rect l="l" t="t" r="r" b="b"/>
              <a:pathLst>
                <a:path w="2116" h="414" extrusionOk="0">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1" name="Google Shape;19011;p139"/>
            <p:cNvSpPr/>
            <p:nvPr/>
          </p:nvSpPr>
          <p:spPr>
            <a:xfrm>
              <a:off x="5378697" y="1654021"/>
              <a:ext cx="71394" cy="10845"/>
            </a:xfrm>
            <a:custGeom>
              <a:avLst/>
              <a:gdLst/>
              <a:ahLst/>
              <a:cxnLst/>
              <a:rect l="l" t="t" r="r" b="b"/>
              <a:pathLst>
                <a:path w="2732" h="415" extrusionOk="0">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2" name="Google Shape;19012;p139"/>
            <p:cNvSpPr/>
            <p:nvPr/>
          </p:nvSpPr>
          <p:spPr>
            <a:xfrm>
              <a:off x="5378697" y="156480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3" name="Google Shape;19013;p139"/>
            <p:cNvSpPr/>
            <p:nvPr/>
          </p:nvSpPr>
          <p:spPr>
            <a:xfrm>
              <a:off x="5378697" y="158717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4" name="Google Shape;19014;p139"/>
            <p:cNvSpPr/>
            <p:nvPr/>
          </p:nvSpPr>
          <p:spPr>
            <a:xfrm>
              <a:off x="5378697" y="1676391"/>
              <a:ext cx="71394" cy="10819"/>
            </a:xfrm>
            <a:custGeom>
              <a:avLst/>
              <a:gdLst/>
              <a:ahLst/>
              <a:cxnLst/>
              <a:rect l="l" t="t" r="r" b="b"/>
              <a:pathLst>
                <a:path w="2732" h="414" extrusionOk="0">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5" name="Google Shape;19015;p139"/>
            <p:cNvSpPr/>
            <p:nvPr/>
          </p:nvSpPr>
          <p:spPr>
            <a:xfrm>
              <a:off x="5473923" y="1654257"/>
              <a:ext cx="71394" cy="10610"/>
            </a:xfrm>
            <a:custGeom>
              <a:avLst/>
              <a:gdLst/>
              <a:ahLst/>
              <a:cxnLst/>
              <a:rect l="l" t="t" r="r" b="b"/>
              <a:pathLst>
                <a:path w="2732" h="406" extrusionOk="0">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6" name="Google Shape;19016;p139"/>
            <p:cNvSpPr/>
            <p:nvPr/>
          </p:nvSpPr>
          <p:spPr>
            <a:xfrm>
              <a:off x="5490021" y="1631913"/>
              <a:ext cx="55296" cy="10819"/>
            </a:xfrm>
            <a:custGeom>
              <a:avLst/>
              <a:gdLst/>
              <a:ahLst/>
              <a:cxnLst/>
              <a:rect l="l" t="t" r="r" b="b"/>
              <a:pathLst>
                <a:path w="2116" h="414" extrusionOk="0">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7" name="Google Shape;19017;p139"/>
            <p:cNvSpPr/>
            <p:nvPr/>
          </p:nvSpPr>
          <p:spPr>
            <a:xfrm>
              <a:off x="5472669" y="1676391"/>
              <a:ext cx="72648" cy="10819"/>
            </a:xfrm>
            <a:custGeom>
              <a:avLst/>
              <a:gdLst/>
              <a:ahLst/>
              <a:cxnLst/>
              <a:rect l="l" t="t" r="r" b="b"/>
              <a:pathLst>
                <a:path w="2780" h="414" extrusionOk="0">
                  <a:moveTo>
                    <a:pt x="251" y="0"/>
                  </a:moveTo>
                  <a:cubicBezTo>
                    <a:pt x="1" y="20"/>
                    <a:pt x="1" y="395"/>
                    <a:pt x="251" y="414"/>
                  </a:cubicBezTo>
                  <a:lnTo>
                    <a:pt x="2780" y="414"/>
                  </a:lnTo>
                  <a:lnTo>
                    <a:pt x="278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8" name="Google Shape;19018;p139"/>
            <p:cNvSpPr/>
            <p:nvPr/>
          </p:nvSpPr>
          <p:spPr>
            <a:xfrm>
              <a:off x="5473923" y="1587175"/>
              <a:ext cx="71394" cy="10845"/>
            </a:xfrm>
            <a:custGeom>
              <a:avLst/>
              <a:gdLst/>
              <a:ahLst/>
              <a:cxnLst/>
              <a:rect l="l" t="t" r="r" b="b"/>
              <a:pathLst>
                <a:path w="2732" h="415" extrusionOk="0">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9" name="Google Shape;19019;p139"/>
            <p:cNvSpPr/>
            <p:nvPr/>
          </p:nvSpPr>
          <p:spPr>
            <a:xfrm>
              <a:off x="5473923" y="1564805"/>
              <a:ext cx="71394" cy="10845"/>
            </a:xfrm>
            <a:custGeom>
              <a:avLst/>
              <a:gdLst/>
              <a:ahLst/>
              <a:cxnLst/>
              <a:rect l="l" t="t" r="r" b="b"/>
              <a:pathLst>
                <a:path w="2732" h="415" extrusionOk="0">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0" name="Google Shape;19020;p139"/>
            <p:cNvSpPr/>
            <p:nvPr/>
          </p:nvSpPr>
          <p:spPr>
            <a:xfrm>
              <a:off x="5490021" y="1609544"/>
              <a:ext cx="55296" cy="10845"/>
            </a:xfrm>
            <a:custGeom>
              <a:avLst/>
              <a:gdLst/>
              <a:ahLst/>
              <a:cxnLst/>
              <a:rect l="l" t="t" r="r" b="b"/>
              <a:pathLst>
                <a:path w="2116" h="415" extrusionOk="0">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1" name="Google Shape;19021;p139"/>
            <p:cNvSpPr/>
            <p:nvPr/>
          </p:nvSpPr>
          <p:spPr>
            <a:xfrm>
              <a:off x="5490021" y="1501251"/>
              <a:ext cx="10819" cy="39852"/>
            </a:xfrm>
            <a:custGeom>
              <a:avLst/>
              <a:gdLst/>
              <a:ahLst/>
              <a:cxnLst/>
              <a:rect l="l" t="t" r="r" b="b"/>
              <a:pathLst>
                <a:path w="414" h="1525" extrusionOk="0">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2" name="Google Shape;19022;p139"/>
            <p:cNvSpPr/>
            <p:nvPr/>
          </p:nvSpPr>
          <p:spPr>
            <a:xfrm>
              <a:off x="5423435" y="1501251"/>
              <a:ext cx="10558" cy="39852"/>
            </a:xfrm>
            <a:custGeom>
              <a:avLst/>
              <a:gdLst/>
              <a:ahLst/>
              <a:cxnLst/>
              <a:rect l="l" t="t" r="r" b="b"/>
              <a:pathLst>
                <a:path w="404" h="1525" extrusionOk="0">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3" name="Google Shape;19023;p139"/>
            <p:cNvSpPr/>
            <p:nvPr/>
          </p:nvSpPr>
          <p:spPr>
            <a:xfrm>
              <a:off x="5467652" y="1501251"/>
              <a:ext cx="10845" cy="40479"/>
            </a:xfrm>
            <a:custGeom>
              <a:avLst/>
              <a:gdLst/>
              <a:ahLst/>
              <a:cxnLst/>
              <a:rect l="l" t="t" r="r" b="b"/>
              <a:pathLst>
                <a:path w="415" h="1549" extrusionOk="0">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4" name="Google Shape;19024;p139"/>
            <p:cNvSpPr/>
            <p:nvPr/>
          </p:nvSpPr>
          <p:spPr>
            <a:xfrm>
              <a:off x="5490021" y="1501486"/>
              <a:ext cx="10819" cy="24904"/>
            </a:xfrm>
            <a:custGeom>
              <a:avLst/>
              <a:gdLst/>
              <a:ahLst/>
              <a:cxnLst/>
              <a:rect l="l" t="t" r="r" b="b"/>
              <a:pathLst>
                <a:path w="414" h="953" extrusionOk="0">
                  <a:moveTo>
                    <a:pt x="0" y="1"/>
                  </a:moveTo>
                  <a:lnTo>
                    <a:pt x="0" y="453"/>
                  </a:lnTo>
                  <a:cubicBezTo>
                    <a:pt x="164" y="597"/>
                    <a:pt x="298" y="760"/>
                    <a:pt x="414" y="953"/>
                  </a:cubicBez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5" name="Google Shape;19025;p139"/>
            <p:cNvSpPr/>
            <p:nvPr/>
          </p:nvSpPr>
          <p:spPr>
            <a:xfrm>
              <a:off x="5467652" y="1501251"/>
              <a:ext cx="10845" cy="4782"/>
            </a:xfrm>
            <a:custGeom>
              <a:avLst/>
              <a:gdLst/>
              <a:ahLst/>
              <a:cxnLst/>
              <a:rect l="l" t="t" r="r" b="b"/>
              <a:pathLst>
                <a:path w="415" h="183" extrusionOk="0">
                  <a:moveTo>
                    <a:pt x="1" y="0"/>
                  </a:moveTo>
                  <a:lnTo>
                    <a:pt x="1" y="39"/>
                  </a:lnTo>
                  <a:cubicBezTo>
                    <a:pt x="145" y="77"/>
                    <a:pt x="279" y="115"/>
                    <a:pt x="414" y="183"/>
                  </a:cubicBezTo>
                  <a:lnTo>
                    <a:pt x="414"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6" name="Google Shape;19026;p139"/>
            <p:cNvSpPr/>
            <p:nvPr/>
          </p:nvSpPr>
          <p:spPr>
            <a:xfrm>
              <a:off x="5445544" y="1501251"/>
              <a:ext cx="10819" cy="40479"/>
            </a:xfrm>
            <a:custGeom>
              <a:avLst/>
              <a:gdLst/>
              <a:ahLst/>
              <a:cxnLst/>
              <a:rect l="l" t="t" r="r" b="b"/>
              <a:pathLst>
                <a:path w="414" h="1549" extrusionOk="0">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7" name="Google Shape;19027;p139"/>
            <p:cNvSpPr/>
            <p:nvPr/>
          </p:nvSpPr>
          <p:spPr>
            <a:xfrm>
              <a:off x="5490021" y="1710572"/>
              <a:ext cx="10819" cy="40218"/>
            </a:xfrm>
            <a:custGeom>
              <a:avLst/>
              <a:gdLst/>
              <a:ahLst/>
              <a:cxnLst/>
              <a:rect l="l" t="t" r="r" b="b"/>
              <a:pathLst>
                <a:path w="414" h="1539" extrusionOk="0">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8" name="Google Shape;19028;p139"/>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9" name="Google Shape;19029;p139"/>
            <p:cNvSpPr/>
            <p:nvPr/>
          </p:nvSpPr>
          <p:spPr>
            <a:xfrm>
              <a:off x="5490021" y="1725886"/>
              <a:ext cx="10819" cy="24904"/>
            </a:xfrm>
            <a:custGeom>
              <a:avLst/>
              <a:gdLst/>
              <a:ahLst/>
              <a:cxnLst/>
              <a:rect l="l" t="t" r="r" b="b"/>
              <a:pathLst>
                <a:path w="414" h="953" extrusionOk="0">
                  <a:moveTo>
                    <a:pt x="414" y="1"/>
                  </a:moveTo>
                  <a:cubicBezTo>
                    <a:pt x="298" y="184"/>
                    <a:pt x="164" y="347"/>
                    <a:pt x="0" y="491"/>
                  </a:cubicBezTo>
                  <a:lnTo>
                    <a:pt x="0" y="953"/>
                  </a:lnTo>
                  <a:lnTo>
                    <a:pt x="414" y="953"/>
                  </a:ln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0" name="Google Shape;19030;p139"/>
            <p:cNvSpPr/>
            <p:nvPr/>
          </p:nvSpPr>
          <p:spPr>
            <a:xfrm>
              <a:off x="5423174" y="1710938"/>
              <a:ext cx="10819" cy="39852"/>
            </a:xfrm>
            <a:custGeom>
              <a:avLst/>
              <a:gdLst/>
              <a:ahLst/>
              <a:cxnLst/>
              <a:rect l="l" t="t" r="r" b="b"/>
              <a:pathLst>
                <a:path w="414" h="1525" extrusionOk="0">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1" name="Google Shape;19031;p139"/>
            <p:cNvSpPr/>
            <p:nvPr/>
          </p:nvSpPr>
          <p:spPr>
            <a:xfrm>
              <a:off x="5445544" y="1710938"/>
              <a:ext cx="10819" cy="39852"/>
            </a:xfrm>
            <a:custGeom>
              <a:avLst/>
              <a:gdLst/>
              <a:ahLst/>
              <a:cxnLst/>
              <a:rect l="l" t="t" r="r" b="b"/>
              <a:pathLst>
                <a:path w="414" h="1525" extrusionOk="0">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2" name="Google Shape;19032;p139"/>
            <p:cNvSpPr/>
            <p:nvPr/>
          </p:nvSpPr>
          <p:spPr>
            <a:xfrm>
              <a:off x="5467652" y="1710546"/>
              <a:ext cx="10845" cy="40244"/>
            </a:xfrm>
            <a:custGeom>
              <a:avLst/>
              <a:gdLst/>
              <a:ahLst/>
              <a:cxnLst/>
              <a:rect l="l" t="t" r="r" b="b"/>
              <a:pathLst>
                <a:path w="415" h="1540" extrusionOk="0">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3" name="Google Shape;19033;p139"/>
            <p:cNvSpPr/>
            <p:nvPr/>
          </p:nvSpPr>
          <p:spPr>
            <a:xfrm>
              <a:off x="5467652" y="1746243"/>
              <a:ext cx="10845" cy="4547"/>
            </a:xfrm>
            <a:custGeom>
              <a:avLst/>
              <a:gdLst/>
              <a:ahLst/>
              <a:cxnLst/>
              <a:rect l="l" t="t" r="r" b="b"/>
              <a:pathLst>
                <a:path w="415" h="174" extrusionOk="0">
                  <a:moveTo>
                    <a:pt x="414" y="1"/>
                  </a:moveTo>
                  <a:cubicBezTo>
                    <a:pt x="279" y="58"/>
                    <a:pt x="145" y="106"/>
                    <a:pt x="1" y="135"/>
                  </a:cubicBezTo>
                  <a:lnTo>
                    <a:pt x="1" y="174"/>
                  </a:lnTo>
                  <a:lnTo>
                    <a:pt x="414" y="174"/>
                  </a:ln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4" name="Google Shape;19034;p139"/>
            <p:cNvSpPr/>
            <p:nvPr/>
          </p:nvSpPr>
          <p:spPr>
            <a:xfrm>
              <a:off x="5507608" y="1609544"/>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5" name="Google Shape;19035;p139"/>
            <p:cNvSpPr/>
            <p:nvPr/>
          </p:nvSpPr>
          <p:spPr>
            <a:xfrm>
              <a:off x="5507608" y="1654021"/>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6" name="Google Shape;19036;p139"/>
            <p:cNvSpPr/>
            <p:nvPr/>
          </p:nvSpPr>
          <p:spPr>
            <a:xfrm>
              <a:off x="5507608" y="1631913"/>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7" name="Google Shape;19037;p139"/>
            <p:cNvSpPr/>
            <p:nvPr/>
          </p:nvSpPr>
          <p:spPr>
            <a:xfrm>
              <a:off x="5507608" y="1676391"/>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8" name="Google Shape;19038;p139"/>
            <p:cNvSpPr/>
            <p:nvPr/>
          </p:nvSpPr>
          <p:spPr>
            <a:xfrm>
              <a:off x="5507608" y="156480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9" name="Google Shape;19039;p139"/>
            <p:cNvSpPr/>
            <p:nvPr/>
          </p:nvSpPr>
          <p:spPr>
            <a:xfrm>
              <a:off x="5507608" y="158717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0" name="Google Shape;19040;p139"/>
            <p:cNvSpPr/>
            <p:nvPr/>
          </p:nvSpPr>
          <p:spPr>
            <a:xfrm>
              <a:off x="5462112" y="1637192"/>
              <a:ext cx="122666" cy="155332"/>
            </a:xfrm>
            <a:custGeom>
              <a:avLst/>
              <a:gdLst/>
              <a:ahLst/>
              <a:cxnLst/>
              <a:rect l="l" t="t" r="r" b="b"/>
              <a:pathLst>
                <a:path w="4694" h="5944" extrusionOk="0">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1" name="Google Shape;19041;p139"/>
            <p:cNvSpPr/>
            <p:nvPr/>
          </p:nvSpPr>
          <p:spPr>
            <a:xfrm>
              <a:off x="5462112" y="1836975"/>
              <a:ext cx="106072" cy="24904"/>
            </a:xfrm>
            <a:custGeom>
              <a:avLst/>
              <a:gdLst/>
              <a:ahLst/>
              <a:cxnLst/>
              <a:rect l="l" t="t" r="r" b="b"/>
              <a:pathLst>
                <a:path w="4059" h="953" extrusionOk="0">
                  <a:moveTo>
                    <a:pt x="1" y="0"/>
                  </a:moveTo>
                  <a:lnTo>
                    <a:pt x="1" y="952"/>
                  </a:lnTo>
                  <a:lnTo>
                    <a:pt x="4059" y="952"/>
                  </a:lnTo>
                  <a:cubicBezTo>
                    <a:pt x="4059" y="423"/>
                    <a:pt x="3626" y="0"/>
                    <a:pt x="3097"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42" name="Google Shape;19042;p139"/>
          <p:cNvGrpSpPr/>
          <p:nvPr/>
        </p:nvGrpSpPr>
        <p:grpSpPr>
          <a:xfrm>
            <a:off x="7959464" y="2474216"/>
            <a:ext cx="370428" cy="261926"/>
            <a:chOff x="7959464" y="2474216"/>
            <a:chExt cx="370428" cy="261926"/>
          </a:xfrm>
        </p:grpSpPr>
        <p:sp>
          <p:nvSpPr>
            <p:cNvPr id="19043" name="Google Shape;19043;p139"/>
            <p:cNvSpPr/>
            <p:nvPr/>
          </p:nvSpPr>
          <p:spPr>
            <a:xfrm>
              <a:off x="8125301" y="2474216"/>
              <a:ext cx="204591" cy="234252"/>
            </a:xfrm>
            <a:custGeom>
              <a:avLst/>
              <a:gdLst/>
              <a:ahLst/>
              <a:cxnLst/>
              <a:rect l="l" t="t" r="r" b="b"/>
              <a:pathLst>
                <a:path w="7829" h="8964" extrusionOk="0">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4" name="Google Shape;19044;p139"/>
            <p:cNvSpPr/>
            <p:nvPr/>
          </p:nvSpPr>
          <p:spPr>
            <a:xfrm>
              <a:off x="8142653" y="2500375"/>
              <a:ext cx="187239" cy="208093"/>
            </a:xfrm>
            <a:custGeom>
              <a:avLst/>
              <a:gdLst/>
              <a:ahLst/>
              <a:cxnLst/>
              <a:rect l="l" t="t" r="r" b="b"/>
              <a:pathLst>
                <a:path w="7165" h="7963" extrusionOk="0">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5" name="Google Shape;19045;p139"/>
            <p:cNvSpPr/>
            <p:nvPr/>
          </p:nvSpPr>
          <p:spPr>
            <a:xfrm>
              <a:off x="8159743" y="2625053"/>
              <a:ext cx="76411" cy="48998"/>
            </a:xfrm>
            <a:custGeom>
              <a:avLst/>
              <a:gdLst/>
              <a:ahLst/>
              <a:cxnLst/>
              <a:rect l="l" t="t" r="r" b="b"/>
              <a:pathLst>
                <a:path w="2924" h="1875" extrusionOk="0">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6" name="Google Shape;19046;p139"/>
            <p:cNvSpPr/>
            <p:nvPr/>
          </p:nvSpPr>
          <p:spPr>
            <a:xfrm>
              <a:off x="8196433" y="2565157"/>
              <a:ext cx="38206" cy="52082"/>
            </a:xfrm>
            <a:custGeom>
              <a:avLst/>
              <a:gdLst/>
              <a:ahLst/>
              <a:cxnLst/>
              <a:rect l="l" t="t" r="r" b="b"/>
              <a:pathLst>
                <a:path w="1462" h="1993" extrusionOk="0">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7" name="Google Shape;19047;p139"/>
            <p:cNvSpPr/>
            <p:nvPr/>
          </p:nvSpPr>
          <p:spPr>
            <a:xfrm>
              <a:off x="8161259" y="2530427"/>
              <a:ext cx="55532" cy="22082"/>
            </a:xfrm>
            <a:custGeom>
              <a:avLst/>
              <a:gdLst/>
              <a:ahLst/>
              <a:cxnLst/>
              <a:rect l="l" t="t" r="r" b="b"/>
              <a:pathLst>
                <a:path w="2125" h="845" extrusionOk="0">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8" name="Google Shape;19048;p139"/>
            <p:cNvSpPr/>
            <p:nvPr/>
          </p:nvSpPr>
          <p:spPr>
            <a:xfrm>
              <a:off x="8246686" y="2553450"/>
              <a:ext cx="50880" cy="32352"/>
            </a:xfrm>
            <a:custGeom>
              <a:avLst/>
              <a:gdLst/>
              <a:ahLst/>
              <a:cxnLst/>
              <a:rect l="l" t="t" r="r" b="b"/>
              <a:pathLst>
                <a:path w="1947" h="1238" extrusionOk="0">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9" name="Google Shape;19049;p139"/>
            <p:cNvSpPr/>
            <p:nvPr/>
          </p:nvSpPr>
          <p:spPr>
            <a:xfrm>
              <a:off x="7959464" y="2502126"/>
              <a:ext cx="203311" cy="233990"/>
            </a:xfrm>
            <a:custGeom>
              <a:avLst/>
              <a:gdLst/>
              <a:ahLst/>
              <a:cxnLst/>
              <a:rect l="l" t="t" r="r" b="b"/>
              <a:pathLst>
                <a:path w="7780" h="8954" extrusionOk="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0" name="Google Shape;19050;p139"/>
            <p:cNvSpPr/>
            <p:nvPr/>
          </p:nvSpPr>
          <p:spPr>
            <a:xfrm>
              <a:off x="8061485" y="2502073"/>
              <a:ext cx="101290" cy="234069"/>
            </a:xfrm>
            <a:custGeom>
              <a:avLst/>
              <a:gdLst/>
              <a:ahLst/>
              <a:cxnLst/>
              <a:rect l="l" t="t" r="r" b="b"/>
              <a:pathLst>
                <a:path w="3876" h="8957" extrusionOk="0">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1" name="Google Shape;19051;p139"/>
            <p:cNvSpPr/>
            <p:nvPr/>
          </p:nvSpPr>
          <p:spPr>
            <a:xfrm>
              <a:off x="8045388" y="2647370"/>
              <a:ext cx="76438" cy="47561"/>
            </a:xfrm>
            <a:custGeom>
              <a:avLst/>
              <a:gdLst/>
              <a:ahLst/>
              <a:cxnLst/>
              <a:rect l="l" t="t" r="r" b="b"/>
              <a:pathLst>
                <a:path w="2925" h="1820" extrusionOk="0">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2" name="Google Shape;19052;p139"/>
            <p:cNvSpPr/>
            <p:nvPr/>
          </p:nvSpPr>
          <p:spPr>
            <a:xfrm>
              <a:off x="8055449" y="2591002"/>
              <a:ext cx="36246" cy="51376"/>
            </a:xfrm>
            <a:custGeom>
              <a:avLst/>
              <a:gdLst/>
              <a:ahLst/>
              <a:cxnLst/>
              <a:rect l="l" t="t" r="r" b="b"/>
              <a:pathLst>
                <a:path w="1387" h="1966" extrusionOk="0">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3" name="Google Shape;19053;p139"/>
            <p:cNvSpPr/>
            <p:nvPr/>
          </p:nvSpPr>
          <p:spPr>
            <a:xfrm>
              <a:off x="7988758" y="2585854"/>
              <a:ext cx="54643" cy="23859"/>
            </a:xfrm>
            <a:custGeom>
              <a:avLst/>
              <a:gdLst/>
              <a:ahLst/>
              <a:cxnLst/>
              <a:rect l="l" t="t" r="r" b="b"/>
              <a:pathLst>
                <a:path w="2091" h="913" extrusionOk="0">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4" name="Google Shape;19054;p139"/>
            <p:cNvSpPr/>
            <p:nvPr/>
          </p:nvSpPr>
          <p:spPr>
            <a:xfrm>
              <a:off x="8075309" y="2560349"/>
              <a:ext cx="53284" cy="31019"/>
            </a:xfrm>
            <a:custGeom>
              <a:avLst/>
              <a:gdLst/>
              <a:ahLst/>
              <a:cxnLst/>
              <a:rect l="l" t="t" r="r" b="b"/>
              <a:pathLst>
                <a:path w="2039" h="1187" extrusionOk="0">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55" name="Google Shape;19055;p139"/>
          <p:cNvGrpSpPr/>
          <p:nvPr/>
        </p:nvGrpSpPr>
        <p:grpSpPr>
          <a:xfrm>
            <a:off x="7518687" y="2457909"/>
            <a:ext cx="360629" cy="294461"/>
            <a:chOff x="7518687" y="2457909"/>
            <a:chExt cx="360629" cy="294461"/>
          </a:xfrm>
        </p:grpSpPr>
        <p:sp>
          <p:nvSpPr>
            <p:cNvPr id="19056" name="Google Shape;19056;p139"/>
            <p:cNvSpPr/>
            <p:nvPr/>
          </p:nvSpPr>
          <p:spPr>
            <a:xfrm>
              <a:off x="7671222" y="2457909"/>
              <a:ext cx="55558" cy="265376"/>
            </a:xfrm>
            <a:custGeom>
              <a:avLst/>
              <a:gdLst/>
              <a:ahLst/>
              <a:cxnLst/>
              <a:rect l="l" t="t" r="r" b="b"/>
              <a:pathLst>
                <a:path w="2126" h="10155" extrusionOk="0">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7" name="Google Shape;19057;p139"/>
            <p:cNvSpPr/>
            <p:nvPr/>
          </p:nvSpPr>
          <p:spPr>
            <a:xfrm>
              <a:off x="7699106" y="2457909"/>
              <a:ext cx="27674" cy="265376"/>
            </a:xfrm>
            <a:custGeom>
              <a:avLst/>
              <a:gdLst/>
              <a:ahLst/>
              <a:cxnLst/>
              <a:rect l="l" t="t" r="r" b="b"/>
              <a:pathLst>
                <a:path w="1059" h="10155" extrusionOk="0">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8" name="Google Shape;19058;p139"/>
            <p:cNvSpPr/>
            <p:nvPr/>
          </p:nvSpPr>
          <p:spPr>
            <a:xfrm>
              <a:off x="7694088" y="2574251"/>
              <a:ext cx="9826" cy="149034"/>
            </a:xfrm>
            <a:custGeom>
              <a:avLst/>
              <a:gdLst/>
              <a:ahLst/>
              <a:cxnLst/>
              <a:rect l="l" t="t" r="r" b="b"/>
              <a:pathLst>
                <a:path w="376" h="5703" extrusionOk="0">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9" name="Google Shape;19059;p139"/>
            <p:cNvSpPr/>
            <p:nvPr/>
          </p:nvSpPr>
          <p:spPr>
            <a:xfrm>
              <a:off x="7554384" y="2551516"/>
              <a:ext cx="148014" cy="171769"/>
            </a:xfrm>
            <a:custGeom>
              <a:avLst/>
              <a:gdLst/>
              <a:ahLst/>
              <a:cxnLst/>
              <a:rect l="l" t="t" r="r" b="b"/>
              <a:pathLst>
                <a:path w="5664" h="6573" extrusionOk="0">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0" name="Google Shape;19060;p139"/>
            <p:cNvSpPr/>
            <p:nvPr/>
          </p:nvSpPr>
          <p:spPr>
            <a:xfrm>
              <a:off x="7554384" y="2553136"/>
              <a:ext cx="148014" cy="170149"/>
            </a:xfrm>
            <a:custGeom>
              <a:avLst/>
              <a:gdLst/>
              <a:ahLst/>
              <a:cxnLst/>
              <a:rect l="l" t="t" r="r" b="b"/>
              <a:pathLst>
                <a:path w="5664" h="6511" extrusionOk="0">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1" name="Google Shape;19061;p139"/>
            <p:cNvSpPr/>
            <p:nvPr/>
          </p:nvSpPr>
          <p:spPr>
            <a:xfrm>
              <a:off x="7695604" y="2551516"/>
              <a:ext cx="148041" cy="171769"/>
            </a:xfrm>
            <a:custGeom>
              <a:avLst/>
              <a:gdLst/>
              <a:ahLst/>
              <a:cxnLst/>
              <a:rect l="l" t="t" r="r" b="b"/>
              <a:pathLst>
                <a:path w="5665" h="6573" extrusionOk="0">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2" name="Google Shape;19062;p139"/>
            <p:cNvSpPr/>
            <p:nvPr/>
          </p:nvSpPr>
          <p:spPr>
            <a:xfrm>
              <a:off x="7695604" y="2553136"/>
              <a:ext cx="148041" cy="170149"/>
            </a:xfrm>
            <a:custGeom>
              <a:avLst/>
              <a:gdLst/>
              <a:ahLst/>
              <a:cxnLst/>
              <a:rect l="l" t="t" r="r" b="b"/>
              <a:pathLst>
                <a:path w="5665" h="6511" extrusionOk="0">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3" name="Google Shape;19063;p139"/>
            <p:cNvSpPr/>
            <p:nvPr/>
          </p:nvSpPr>
          <p:spPr>
            <a:xfrm>
              <a:off x="7518687" y="2588833"/>
              <a:ext cx="180445" cy="148772"/>
            </a:xfrm>
            <a:custGeom>
              <a:avLst/>
              <a:gdLst/>
              <a:ahLst/>
              <a:cxnLst/>
              <a:rect l="l" t="t" r="r" b="b"/>
              <a:pathLst>
                <a:path w="6905" h="5693" extrusionOk="0">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4" name="Google Shape;19064;p139"/>
            <p:cNvSpPr/>
            <p:nvPr/>
          </p:nvSpPr>
          <p:spPr>
            <a:xfrm>
              <a:off x="7518687" y="2588833"/>
              <a:ext cx="180445" cy="138973"/>
            </a:xfrm>
            <a:custGeom>
              <a:avLst/>
              <a:gdLst/>
              <a:ahLst/>
              <a:cxnLst/>
              <a:rect l="l" t="t" r="r" b="b"/>
              <a:pathLst>
                <a:path w="6905" h="5318" extrusionOk="0">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5" name="Google Shape;19065;p139"/>
            <p:cNvSpPr/>
            <p:nvPr/>
          </p:nvSpPr>
          <p:spPr>
            <a:xfrm>
              <a:off x="7699106" y="2588833"/>
              <a:ext cx="180210" cy="148772"/>
            </a:xfrm>
            <a:custGeom>
              <a:avLst/>
              <a:gdLst/>
              <a:ahLst/>
              <a:cxnLst/>
              <a:rect l="l" t="t" r="r" b="b"/>
              <a:pathLst>
                <a:path w="6896" h="5693" extrusionOk="0">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6" name="Google Shape;19066;p139"/>
            <p:cNvSpPr/>
            <p:nvPr/>
          </p:nvSpPr>
          <p:spPr>
            <a:xfrm>
              <a:off x="7773244" y="2588833"/>
              <a:ext cx="106072" cy="148720"/>
            </a:xfrm>
            <a:custGeom>
              <a:avLst/>
              <a:gdLst/>
              <a:ahLst/>
              <a:cxnLst/>
              <a:rect l="l" t="t" r="r" b="b"/>
              <a:pathLst>
                <a:path w="4059" h="5691" extrusionOk="0">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7" name="Google Shape;19067;p139"/>
            <p:cNvSpPr/>
            <p:nvPr/>
          </p:nvSpPr>
          <p:spPr>
            <a:xfrm>
              <a:off x="7693592" y="2625732"/>
              <a:ext cx="51298" cy="103093"/>
            </a:xfrm>
            <a:custGeom>
              <a:avLst/>
              <a:gdLst/>
              <a:ahLst/>
              <a:cxnLst/>
              <a:rect l="l" t="t" r="r" b="b"/>
              <a:pathLst>
                <a:path w="1963" h="3945" extrusionOk="0">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8" name="Google Shape;19068;p139"/>
            <p:cNvSpPr/>
            <p:nvPr/>
          </p:nvSpPr>
          <p:spPr>
            <a:xfrm>
              <a:off x="7653139" y="2625732"/>
              <a:ext cx="51272" cy="103093"/>
            </a:xfrm>
            <a:custGeom>
              <a:avLst/>
              <a:gdLst/>
              <a:ahLst/>
              <a:cxnLst/>
              <a:rect l="l" t="t" r="r" b="b"/>
              <a:pathLst>
                <a:path w="1962" h="3945" extrusionOk="0">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9" name="Google Shape;19069;p139"/>
            <p:cNvSpPr/>
            <p:nvPr/>
          </p:nvSpPr>
          <p:spPr>
            <a:xfrm>
              <a:off x="7677494" y="2691168"/>
              <a:ext cx="43014" cy="61202"/>
            </a:xfrm>
            <a:custGeom>
              <a:avLst/>
              <a:gdLst/>
              <a:ahLst/>
              <a:cxnLst/>
              <a:rect l="l" t="t" r="r" b="b"/>
              <a:pathLst>
                <a:path w="1646" h="2342" extrusionOk="0">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0" name="Google Shape;19070;p139"/>
            <p:cNvSpPr/>
            <p:nvPr/>
          </p:nvSpPr>
          <p:spPr>
            <a:xfrm>
              <a:off x="7699106" y="2691351"/>
              <a:ext cx="21403" cy="60836"/>
            </a:xfrm>
            <a:custGeom>
              <a:avLst/>
              <a:gdLst/>
              <a:ahLst/>
              <a:cxnLst/>
              <a:rect l="l" t="t" r="r" b="b"/>
              <a:pathLst>
                <a:path w="819" h="2328" extrusionOk="0">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1" name="Google Shape;19071;p139"/>
            <p:cNvSpPr/>
            <p:nvPr/>
          </p:nvSpPr>
          <p:spPr>
            <a:xfrm>
              <a:off x="7575734" y="2657745"/>
              <a:ext cx="88981" cy="53493"/>
            </a:xfrm>
            <a:custGeom>
              <a:avLst/>
              <a:gdLst/>
              <a:ahLst/>
              <a:cxnLst/>
              <a:rect l="l" t="t" r="r" b="b"/>
              <a:pathLst>
                <a:path w="3405" h="2047" extrusionOk="0">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2" name="Google Shape;19072;p139"/>
            <p:cNvSpPr/>
            <p:nvPr/>
          </p:nvSpPr>
          <p:spPr>
            <a:xfrm>
              <a:off x="7581771" y="2663128"/>
              <a:ext cx="74661" cy="41446"/>
            </a:xfrm>
            <a:custGeom>
              <a:avLst/>
              <a:gdLst/>
              <a:ahLst/>
              <a:cxnLst/>
              <a:rect l="l" t="t" r="r" b="b"/>
              <a:pathLst>
                <a:path w="2857" h="1586" extrusionOk="0">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3" name="Google Shape;19073;p139"/>
            <p:cNvSpPr/>
            <p:nvPr/>
          </p:nvSpPr>
          <p:spPr>
            <a:xfrm>
              <a:off x="7733287" y="2657745"/>
              <a:ext cx="88981" cy="53493"/>
            </a:xfrm>
            <a:custGeom>
              <a:avLst/>
              <a:gdLst/>
              <a:ahLst/>
              <a:cxnLst/>
              <a:rect l="l" t="t" r="r" b="b"/>
              <a:pathLst>
                <a:path w="3405" h="2047" extrusionOk="0">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4" name="Google Shape;19074;p139"/>
            <p:cNvSpPr/>
            <p:nvPr/>
          </p:nvSpPr>
          <p:spPr>
            <a:xfrm>
              <a:off x="7741597" y="2663128"/>
              <a:ext cx="74634" cy="41446"/>
            </a:xfrm>
            <a:custGeom>
              <a:avLst/>
              <a:gdLst/>
              <a:ahLst/>
              <a:cxnLst/>
              <a:rect l="l" t="t" r="r" b="b"/>
              <a:pathLst>
                <a:path w="2856" h="1586" extrusionOk="0">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75" name="Google Shape;19075;p139"/>
          <p:cNvGrpSpPr/>
          <p:nvPr/>
        </p:nvGrpSpPr>
        <p:grpSpPr>
          <a:xfrm>
            <a:off x="7086220" y="1981566"/>
            <a:ext cx="343799" cy="360524"/>
            <a:chOff x="7086220" y="1981566"/>
            <a:chExt cx="343799" cy="360524"/>
          </a:xfrm>
        </p:grpSpPr>
        <p:sp>
          <p:nvSpPr>
            <p:cNvPr id="19076" name="Google Shape;19076;p139"/>
            <p:cNvSpPr/>
            <p:nvPr/>
          </p:nvSpPr>
          <p:spPr>
            <a:xfrm>
              <a:off x="7111098" y="2115156"/>
              <a:ext cx="222414" cy="226935"/>
            </a:xfrm>
            <a:custGeom>
              <a:avLst/>
              <a:gdLst/>
              <a:ahLst/>
              <a:cxnLst/>
              <a:rect l="l" t="t" r="r" b="b"/>
              <a:pathLst>
                <a:path w="8511" h="8684" extrusionOk="0">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7" name="Google Shape;19077;p139"/>
            <p:cNvSpPr/>
            <p:nvPr/>
          </p:nvSpPr>
          <p:spPr>
            <a:xfrm>
              <a:off x="7111098" y="2115156"/>
              <a:ext cx="222414" cy="226673"/>
            </a:xfrm>
            <a:custGeom>
              <a:avLst/>
              <a:gdLst/>
              <a:ahLst/>
              <a:cxnLst/>
              <a:rect l="l" t="t" r="r" b="b"/>
              <a:pathLst>
                <a:path w="8511" h="8674" extrusionOk="0">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8" name="Google Shape;19078;p139"/>
            <p:cNvSpPr/>
            <p:nvPr/>
          </p:nvSpPr>
          <p:spPr>
            <a:xfrm>
              <a:off x="7140236" y="2115156"/>
              <a:ext cx="163616" cy="73641"/>
            </a:xfrm>
            <a:custGeom>
              <a:avLst/>
              <a:gdLst/>
              <a:ahLst/>
              <a:cxnLst/>
              <a:rect l="l" t="t" r="r" b="b"/>
              <a:pathLst>
                <a:path w="6261" h="2818" extrusionOk="0">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9" name="Google Shape;19079;p139"/>
            <p:cNvSpPr/>
            <p:nvPr/>
          </p:nvSpPr>
          <p:spPr>
            <a:xfrm>
              <a:off x="7261622" y="2115156"/>
              <a:ext cx="42230" cy="71891"/>
            </a:xfrm>
            <a:custGeom>
              <a:avLst/>
              <a:gdLst/>
              <a:ahLst/>
              <a:cxnLst/>
              <a:rect l="l" t="t" r="r" b="b"/>
              <a:pathLst>
                <a:path w="1616" h="2751" extrusionOk="0">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0" name="Google Shape;19080;p139"/>
            <p:cNvSpPr/>
            <p:nvPr/>
          </p:nvSpPr>
          <p:spPr>
            <a:xfrm>
              <a:off x="7086220" y="2087743"/>
              <a:ext cx="271909" cy="65619"/>
            </a:xfrm>
            <a:custGeom>
              <a:avLst/>
              <a:gdLst/>
              <a:ahLst/>
              <a:cxnLst/>
              <a:rect l="l" t="t" r="r" b="b"/>
              <a:pathLst>
                <a:path w="10405" h="2511" extrusionOk="0">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1" name="Google Shape;19081;p139"/>
            <p:cNvSpPr/>
            <p:nvPr/>
          </p:nvSpPr>
          <p:spPr>
            <a:xfrm>
              <a:off x="7125916" y="2108622"/>
              <a:ext cx="192518" cy="23911"/>
            </a:xfrm>
            <a:custGeom>
              <a:avLst/>
              <a:gdLst/>
              <a:ahLst/>
              <a:cxnLst/>
              <a:rect l="l" t="t" r="r" b="b"/>
              <a:pathLst>
                <a:path w="7367" h="915" extrusionOk="0">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2" name="Google Shape;19082;p139"/>
            <p:cNvSpPr/>
            <p:nvPr/>
          </p:nvSpPr>
          <p:spPr>
            <a:xfrm>
              <a:off x="7182701" y="1981566"/>
              <a:ext cx="247318" cy="90758"/>
            </a:xfrm>
            <a:custGeom>
              <a:avLst/>
              <a:gdLst/>
              <a:ahLst/>
              <a:cxnLst/>
              <a:rect l="l" t="t" r="r" b="b"/>
              <a:pathLst>
                <a:path w="9464" h="3473" extrusionOk="0">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3" name="Google Shape;19083;p139"/>
            <p:cNvSpPr/>
            <p:nvPr/>
          </p:nvSpPr>
          <p:spPr>
            <a:xfrm>
              <a:off x="7184478" y="1993012"/>
              <a:ext cx="245541" cy="79312"/>
            </a:xfrm>
            <a:custGeom>
              <a:avLst/>
              <a:gdLst/>
              <a:ahLst/>
              <a:cxnLst/>
              <a:rect l="l" t="t" r="r" b="b"/>
              <a:pathLst>
                <a:path w="9396" h="3035" extrusionOk="0">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4" name="Google Shape;19084;p139"/>
            <p:cNvSpPr/>
            <p:nvPr/>
          </p:nvSpPr>
          <p:spPr>
            <a:xfrm>
              <a:off x="7182466" y="2042507"/>
              <a:ext cx="52291" cy="30000"/>
            </a:xfrm>
            <a:custGeom>
              <a:avLst/>
              <a:gdLst/>
              <a:ahLst/>
              <a:cxnLst/>
              <a:rect l="l" t="t" r="r" b="b"/>
              <a:pathLst>
                <a:path w="2001" h="1148" extrusionOk="0">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5" name="Google Shape;19085;p139"/>
            <p:cNvSpPr/>
            <p:nvPr/>
          </p:nvSpPr>
          <p:spPr>
            <a:xfrm>
              <a:off x="7184478" y="2052333"/>
              <a:ext cx="50279" cy="19103"/>
            </a:xfrm>
            <a:custGeom>
              <a:avLst/>
              <a:gdLst/>
              <a:ahLst/>
              <a:cxnLst/>
              <a:rect l="l" t="t" r="r" b="b"/>
              <a:pathLst>
                <a:path w="1924" h="731" extrusionOk="0">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6" name="Google Shape;19086;p139"/>
            <p:cNvSpPr/>
            <p:nvPr/>
          </p:nvSpPr>
          <p:spPr>
            <a:xfrm>
              <a:off x="7113607" y="2030460"/>
              <a:ext cx="37213" cy="33685"/>
            </a:xfrm>
            <a:custGeom>
              <a:avLst/>
              <a:gdLst/>
              <a:ahLst/>
              <a:cxnLst/>
              <a:rect l="l" t="t" r="r" b="b"/>
              <a:pathLst>
                <a:path w="1424" h="1289" extrusionOk="0">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7" name="Google Shape;19087;p139"/>
            <p:cNvSpPr/>
            <p:nvPr/>
          </p:nvSpPr>
          <p:spPr>
            <a:xfrm>
              <a:off x="7312371" y="2051314"/>
              <a:ext cx="37213" cy="33711"/>
            </a:xfrm>
            <a:custGeom>
              <a:avLst/>
              <a:gdLst/>
              <a:ahLst/>
              <a:cxnLst/>
              <a:rect l="l" t="t" r="r" b="b"/>
              <a:pathLst>
                <a:path w="1424" h="1290" extrusionOk="0">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8" name="Google Shape;19088;p139"/>
            <p:cNvSpPr/>
            <p:nvPr/>
          </p:nvSpPr>
          <p:spPr>
            <a:xfrm>
              <a:off x="7235489" y="1982455"/>
              <a:ext cx="37213" cy="33711"/>
            </a:xfrm>
            <a:custGeom>
              <a:avLst/>
              <a:gdLst/>
              <a:ahLst/>
              <a:cxnLst/>
              <a:rect l="l" t="t" r="r" b="b"/>
              <a:pathLst>
                <a:path w="1424" h="1290" extrusionOk="0">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9" name="Google Shape;19089;p139"/>
            <p:cNvSpPr/>
            <p:nvPr/>
          </p:nvSpPr>
          <p:spPr>
            <a:xfrm>
              <a:off x="7132213" y="2030460"/>
              <a:ext cx="18606" cy="33685"/>
            </a:xfrm>
            <a:custGeom>
              <a:avLst/>
              <a:gdLst/>
              <a:ahLst/>
              <a:cxnLst/>
              <a:rect l="l" t="t" r="r" b="b"/>
              <a:pathLst>
                <a:path w="712" h="1289" extrusionOk="0">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0" name="Google Shape;19090;p139"/>
            <p:cNvSpPr/>
            <p:nvPr/>
          </p:nvSpPr>
          <p:spPr>
            <a:xfrm>
              <a:off x="7254069" y="1982455"/>
              <a:ext cx="18632" cy="33711"/>
            </a:xfrm>
            <a:custGeom>
              <a:avLst/>
              <a:gdLst/>
              <a:ahLst/>
              <a:cxnLst/>
              <a:rect l="l" t="t" r="r" b="b"/>
              <a:pathLst>
                <a:path w="713" h="1290" extrusionOk="0">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1" name="Google Shape;19091;p139"/>
            <p:cNvSpPr/>
            <p:nvPr/>
          </p:nvSpPr>
          <p:spPr>
            <a:xfrm>
              <a:off x="7330977" y="2051314"/>
              <a:ext cx="18606" cy="33946"/>
            </a:xfrm>
            <a:custGeom>
              <a:avLst/>
              <a:gdLst/>
              <a:ahLst/>
              <a:cxnLst/>
              <a:rect l="l" t="t" r="r" b="b"/>
              <a:pathLst>
                <a:path w="712" h="1299" extrusionOk="0">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92" name="Google Shape;19092;p139"/>
          <p:cNvGrpSpPr/>
          <p:nvPr/>
        </p:nvGrpSpPr>
        <p:grpSpPr>
          <a:xfrm>
            <a:off x="6141112" y="2927563"/>
            <a:ext cx="368416" cy="311369"/>
            <a:chOff x="6141112" y="2927563"/>
            <a:chExt cx="368416" cy="311369"/>
          </a:xfrm>
        </p:grpSpPr>
        <p:sp>
          <p:nvSpPr>
            <p:cNvPr id="19093" name="Google Shape;19093;p139"/>
            <p:cNvSpPr/>
            <p:nvPr/>
          </p:nvSpPr>
          <p:spPr>
            <a:xfrm>
              <a:off x="6141112" y="3157163"/>
              <a:ext cx="368416" cy="81769"/>
            </a:xfrm>
            <a:custGeom>
              <a:avLst/>
              <a:gdLst/>
              <a:ahLst/>
              <a:cxnLst/>
              <a:rect l="l" t="t" r="r" b="b"/>
              <a:pathLst>
                <a:path w="14098" h="3129" extrusionOk="0">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4" name="Google Shape;19094;p139"/>
            <p:cNvSpPr/>
            <p:nvPr/>
          </p:nvSpPr>
          <p:spPr>
            <a:xfrm>
              <a:off x="6192619" y="2953460"/>
              <a:ext cx="265402" cy="248781"/>
            </a:xfrm>
            <a:custGeom>
              <a:avLst/>
              <a:gdLst/>
              <a:ahLst/>
              <a:cxnLst/>
              <a:rect l="l" t="t" r="r" b="b"/>
              <a:pathLst>
                <a:path w="10156" h="9520" extrusionOk="0">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5" name="Google Shape;19095;p139"/>
            <p:cNvSpPr/>
            <p:nvPr/>
          </p:nvSpPr>
          <p:spPr>
            <a:xfrm>
              <a:off x="6306453" y="2953460"/>
              <a:ext cx="151568" cy="248781"/>
            </a:xfrm>
            <a:custGeom>
              <a:avLst/>
              <a:gdLst/>
              <a:ahLst/>
              <a:cxnLst/>
              <a:rect l="l" t="t" r="r" b="b"/>
              <a:pathLst>
                <a:path w="5800" h="9520" extrusionOk="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6" name="Google Shape;19096;p139"/>
            <p:cNvSpPr/>
            <p:nvPr/>
          </p:nvSpPr>
          <p:spPr>
            <a:xfrm>
              <a:off x="6192619" y="2927563"/>
              <a:ext cx="265402" cy="52788"/>
            </a:xfrm>
            <a:custGeom>
              <a:avLst/>
              <a:gdLst/>
              <a:ahLst/>
              <a:cxnLst/>
              <a:rect l="l" t="t" r="r" b="b"/>
              <a:pathLst>
                <a:path w="10156" h="2020" extrusionOk="0">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7" name="Google Shape;19097;p139"/>
            <p:cNvSpPr/>
            <p:nvPr/>
          </p:nvSpPr>
          <p:spPr>
            <a:xfrm>
              <a:off x="6227062" y="3142921"/>
              <a:ext cx="196778" cy="59321"/>
            </a:xfrm>
            <a:custGeom>
              <a:avLst/>
              <a:gdLst/>
              <a:ahLst/>
              <a:cxnLst/>
              <a:rect l="l" t="t" r="r" b="b"/>
              <a:pathLst>
                <a:path w="7530" h="2270" extrusionOk="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8" name="Google Shape;19098;p139"/>
            <p:cNvSpPr/>
            <p:nvPr/>
          </p:nvSpPr>
          <p:spPr>
            <a:xfrm>
              <a:off x="6227062" y="3142921"/>
              <a:ext cx="523" cy="18868"/>
            </a:xfrm>
            <a:custGeom>
              <a:avLst/>
              <a:gdLst/>
              <a:ahLst/>
              <a:cxnLst/>
              <a:rect l="l" t="t" r="r" b="b"/>
              <a:pathLst>
                <a:path w="20" h="722" extrusionOk="0">
                  <a:moveTo>
                    <a:pt x="0" y="1"/>
                  </a:moveTo>
                  <a:cubicBezTo>
                    <a:pt x="10" y="231"/>
                    <a:pt x="10" y="472"/>
                    <a:pt x="10" y="722"/>
                  </a:cubicBezTo>
                  <a:cubicBezTo>
                    <a:pt x="19" y="481"/>
                    <a:pt x="10" y="241"/>
                    <a:pt x="1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9" name="Google Shape;19099;p139"/>
            <p:cNvSpPr/>
            <p:nvPr/>
          </p:nvSpPr>
          <p:spPr>
            <a:xfrm>
              <a:off x="6226801" y="3142921"/>
              <a:ext cx="196778" cy="59321"/>
            </a:xfrm>
            <a:custGeom>
              <a:avLst/>
              <a:gdLst/>
              <a:ahLst/>
              <a:cxnLst/>
              <a:rect l="l" t="t" r="r" b="b"/>
              <a:pathLst>
                <a:path w="7530" h="2270" extrusionOk="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00" name="Google Shape;19100;p139"/>
          <p:cNvGrpSpPr/>
          <p:nvPr/>
        </p:nvGrpSpPr>
        <p:grpSpPr>
          <a:xfrm>
            <a:off x="7520699" y="2902946"/>
            <a:ext cx="335489" cy="360629"/>
            <a:chOff x="7520699" y="2902946"/>
            <a:chExt cx="335489" cy="360629"/>
          </a:xfrm>
        </p:grpSpPr>
        <p:sp>
          <p:nvSpPr>
            <p:cNvPr id="19101" name="Google Shape;19101;p139"/>
            <p:cNvSpPr/>
            <p:nvPr/>
          </p:nvSpPr>
          <p:spPr>
            <a:xfrm>
              <a:off x="7520699" y="2946666"/>
              <a:ext cx="128441" cy="174173"/>
            </a:xfrm>
            <a:custGeom>
              <a:avLst/>
              <a:gdLst/>
              <a:ahLst/>
              <a:cxnLst/>
              <a:rect l="l" t="t" r="r" b="b"/>
              <a:pathLst>
                <a:path w="4915" h="6665" extrusionOk="0">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2" name="Google Shape;19102;p139"/>
            <p:cNvSpPr/>
            <p:nvPr/>
          </p:nvSpPr>
          <p:spPr>
            <a:xfrm>
              <a:off x="7727512" y="2946404"/>
              <a:ext cx="128676" cy="174434"/>
            </a:xfrm>
            <a:custGeom>
              <a:avLst/>
              <a:gdLst/>
              <a:ahLst/>
              <a:cxnLst/>
              <a:rect l="l" t="t" r="r" b="b"/>
              <a:pathLst>
                <a:path w="4924" h="6675" extrusionOk="0">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3" name="Google Shape;19103;p139"/>
            <p:cNvSpPr/>
            <p:nvPr/>
          </p:nvSpPr>
          <p:spPr>
            <a:xfrm>
              <a:off x="7639315" y="3118800"/>
              <a:ext cx="98284" cy="97030"/>
            </a:xfrm>
            <a:custGeom>
              <a:avLst/>
              <a:gdLst/>
              <a:ahLst/>
              <a:cxnLst/>
              <a:rect l="l" t="t" r="r" b="b"/>
              <a:pathLst>
                <a:path w="3761" h="3713" extrusionOk="0">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4" name="Google Shape;19104;p139"/>
            <p:cNvSpPr/>
            <p:nvPr/>
          </p:nvSpPr>
          <p:spPr>
            <a:xfrm>
              <a:off x="7688313" y="3118800"/>
              <a:ext cx="49286" cy="96769"/>
            </a:xfrm>
            <a:custGeom>
              <a:avLst/>
              <a:gdLst/>
              <a:ahLst/>
              <a:cxnLst/>
              <a:rect l="l" t="t" r="r" b="b"/>
              <a:pathLst>
                <a:path w="1886" h="3703" extrusionOk="0">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5" name="Google Shape;19105;p139"/>
            <p:cNvSpPr/>
            <p:nvPr/>
          </p:nvSpPr>
          <p:spPr>
            <a:xfrm>
              <a:off x="7600351" y="2917502"/>
              <a:ext cx="175950" cy="221421"/>
            </a:xfrm>
            <a:custGeom>
              <a:avLst/>
              <a:gdLst/>
              <a:ahLst/>
              <a:cxnLst/>
              <a:rect l="l" t="t" r="r" b="b"/>
              <a:pathLst>
                <a:path w="6733" h="8473" extrusionOk="0">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6" name="Google Shape;19106;p139"/>
            <p:cNvSpPr/>
            <p:nvPr/>
          </p:nvSpPr>
          <p:spPr>
            <a:xfrm>
              <a:off x="7688313" y="2917502"/>
              <a:ext cx="87988" cy="221421"/>
            </a:xfrm>
            <a:custGeom>
              <a:avLst/>
              <a:gdLst/>
              <a:ahLst/>
              <a:cxnLst/>
              <a:rect l="l" t="t" r="r" b="b"/>
              <a:pathLst>
                <a:path w="3367" h="8473" extrusionOk="0">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7" name="Google Shape;19107;p139"/>
            <p:cNvSpPr/>
            <p:nvPr/>
          </p:nvSpPr>
          <p:spPr>
            <a:xfrm>
              <a:off x="7585534" y="2902946"/>
              <a:ext cx="205820" cy="25139"/>
            </a:xfrm>
            <a:custGeom>
              <a:avLst/>
              <a:gdLst/>
              <a:ahLst/>
              <a:cxnLst/>
              <a:rect l="l" t="t" r="r" b="b"/>
              <a:pathLst>
                <a:path w="7876" h="962" extrusionOk="0">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8" name="Google Shape;19108;p139"/>
            <p:cNvSpPr/>
            <p:nvPr/>
          </p:nvSpPr>
          <p:spPr>
            <a:xfrm>
              <a:off x="7585534" y="2909218"/>
              <a:ext cx="205820" cy="18868"/>
            </a:xfrm>
            <a:custGeom>
              <a:avLst/>
              <a:gdLst/>
              <a:ahLst/>
              <a:cxnLst/>
              <a:rect l="l" t="t" r="r" b="b"/>
              <a:pathLst>
                <a:path w="7876" h="722" extrusionOk="0">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9" name="Google Shape;19109;p139"/>
            <p:cNvSpPr/>
            <p:nvPr/>
          </p:nvSpPr>
          <p:spPr>
            <a:xfrm>
              <a:off x="7602625" y="3194689"/>
              <a:ext cx="171664" cy="49521"/>
            </a:xfrm>
            <a:custGeom>
              <a:avLst/>
              <a:gdLst/>
              <a:ahLst/>
              <a:cxnLst/>
              <a:rect l="l" t="t" r="r" b="b"/>
              <a:pathLst>
                <a:path w="6569" h="1895" extrusionOk="0">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0" name="Google Shape;19110;p139"/>
            <p:cNvSpPr/>
            <p:nvPr/>
          </p:nvSpPr>
          <p:spPr>
            <a:xfrm>
              <a:off x="7602625" y="3194689"/>
              <a:ext cx="171664" cy="49521"/>
            </a:xfrm>
            <a:custGeom>
              <a:avLst/>
              <a:gdLst/>
              <a:ahLst/>
              <a:cxnLst/>
              <a:rect l="l" t="t" r="r" b="b"/>
              <a:pathLst>
                <a:path w="6569" h="1895" extrusionOk="0">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1" name="Google Shape;19111;p139"/>
            <p:cNvSpPr/>
            <p:nvPr/>
          </p:nvSpPr>
          <p:spPr>
            <a:xfrm>
              <a:off x="7585795" y="3240421"/>
              <a:ext cx="205323" cy="23153"/>
            </a:xfrm>
            <a:custGeom>
              <a:avLst/>
              <a:gdLst/>
              <a:ahLst/>
              <a:cxnLst/>
              <a:rect l="l" t="t" r="r" b="b"/>
              <a:pathLst>
                <a:path w="7857" h="886" extrusionOk="0">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2" name="Google Shape;19112;p139"/>
            <p:cNvSpPr/>
            <p:nvPr/>
          </p:nvSpPr>
          <p:spPr>
            <a:xfrm>
              <a:off x="7655647" y="3121806"/>
              <a:ext cx="65357" cy="23650"/>
            </a:xfrm>
            <a:custGeom>
              <a:avLst/>
              <a:gdLst/>
              <a:ahLst/>
              <a:cxnLst/>
              <a:rect l="l" t="t" r="r" b="b"/>
              <a:pathLst>
                <a:path w="2501" h="905" extrusionOk="0">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3" name="Google Shape;19113;p139"/>
            <p:cNvSpPr/>
            <p:nvPr/>
          </p:nvSpPr>
          <p:spPr>
            <a:xfrm>
              <a:off x="7655647" y="3127581"/>
              <a:ext cx="65357" cy="17639"/>
            </a:xfrm>
            <a:custGeom>
              <a:avLst/>
              <a:gdLst/>
              <a:ahLst/>
              <a:cxnLst/>
              <a:rect l="l" t="t" r="r" b="b"/>
              <a:pathLst>
                <a:path w="2501" h="675" extrusionOk="0">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4" name="Google Shape;19114;p139"/>
            <p:cNvSpPr/>
            <p:nvPr/>
          </p:nvSpPr>
          <p:spPr>
            <a:xfrm>
              <a:off x="7634794" y="2953878"/>
              <a:ext cx="107065" cy="101081"/>
            </a:xfrm>
            <a:custGeom>
              <a:avLst/>
              <a:gdLst/>
              <a:ahLst/>
              <a:cxnLst/>
              <a:rect l="l" t="t" r="r" b="b"/>
              <a:pathLst>
                <a:path w="4097" h="3868" extrusionOk="0">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5" name="Google Shape;19115;p139"/>
            <p:cNvSpPr/>
            <p:nvPr/>
          </p:nvSpPr>
          <p:spPr>
            <a:xfrm>
              <a:off x="7585795" y="3240160"/>
              <a:ext cx="205323" cy="23415"/>
            </a:xfrm>
            <a:custGeom>
              <a:avLst/>
              <a:gdLst/>
              <a:ahLst/>
              <a:cxnLst/>
              <a:rect l="l" t="t" r="r" b="b"/>
              <a:pathLst>
                <a:path w="7857" h="896" extrusionOk="0">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16" name="Google Shape;19116;p139"/>
          <p:cNvGrpSpPr/>
          <p:nvPr/>
        </p:nvGrpSpPr>
        <p:grpSpPr>
          <a:xfrm>
            <a:off x="7988340" y="2902946"/>
            <a:ext cx="308886" cy="360628"/>
            <a:chOff x="7988340" y="2902946"/>
            <a:chExt cx="308886" cy="360628"/>
          </a:xfrm>
        </p:grpSpPr>
        <p:sp>
          <p:nvSpPr>
            <p:cNvPr id="19117" name="Google Shape;19117;p139"/>
            <p:cNvSpPr/>
            <p:nvPr/>
          </p:nvSpPr>
          <p:spPr>
            <a:xfrm>
              <a:off x="8048654" y="3170072"/>
              <a:ext cx="27413" cy="88223"/>
            </a:xfrm>
            <a:custGeom>
              <a:avLst/>
              <a:gdLst/>
              <a:ahLst/>
              <a:cxnLst/>
              <a:rect l="l" t="t" r="r" b="b"/>
              <a:pathLst>
                <a:path w="1049" h="3376" extrusionOk="0">
                  <a:moveTo>
                    <a:pt x="1" y="0"/>
                  </a:moveTo>
                  <a:lnTo>
                    <a:pt x="1"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8" name="Google Shape;19118;p139"/>
            <p:cNvSpPr/>
            <p:nvPr/>
          </p:nvSpPr>
          <p:spPr>
            <a:xfrm>
              <a:off x="8062478" y="3170072"/>
              <a:ext cx="13589" cy="88223"/>
            </a:xfrm>
            <a:custGeom>
              <a:avLst/>
              <a:gdLst/>
              <a:ahLst/>
              <a:cxnLst/>
              <a:rect l="l" t="t" r="r" b="b"/>
              <a:pathLst>
                <a:path w="520" h="3376" extrusionOk="0">
                  <a:moveTo>
                    <a:pt x="1" y="0"/>
                  </a:moveTo>
                  <a:lnTo>
                    <a:pt x="1"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9" name="Google Shape;19119;p139"/>
            <p:cNvSpPr/>
            <p:nvPr/>
          </p:nvSpPr>
          <p:spPr>
            <a:xfrm>
              <a:off x="8207984" y="3170072"/>
              <a:ext cx="27413" cy="88223"/>
            </a:xfrm>
            <a:custGeom>
              <a:avLst/>
              <a:gdLst/>
              <a:ahLst/>
              <a:cxnLst/>
              <a:rect l="l" t="t" r="r" b="b"/>
              <a:pathLst>
                <a:path w="1049" h="3376" extrusionOk="0">
                  <a:moveTo>
                    <a:pt x="0" y="0"/>
                  </a:moveTo>
                  <a:lnTo>
                    <a:pt x="0"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0" name="Google Shape;19120;p139"/>
            <p:cNvSpPr/>
            <p:nvPr/>
          </p:nvSpPr>
          <p:spPr>
            <a:xfrm>
              <a:off x="8221808" y="3170072"/>
              <a:ext cx="13589" cy="88223"/>
            </a:xfrm>
            <a:custGeom>
              <a:avLst/>
              <a:gdLst/>
              <a:ahLst/>
              <a:cxnLst/>
              <a:rect l="l" t="t" r="r" b="b"/>
              <a:pathLst>
                <a:path w="520" h="3376" extrusionOk="0">
                  <a:moveTo>
                    <a:pt x="0" y="0"/>
                  </a:moveTo>
                  <a:lnTo>
                    <a:pt x="0"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1" name="Google Shape;19121;p139"/>
            <p:cNvSpPr/>
            <p:nvPr/>
          </p:nvSpPr>
          <p:spPr>
            <a:xfrm>
              <a:off x="8021032" y="3149715"/>
              <a:ext cx="242248" cy="46516"/>
            </a:xfrm>
            <a:custGeom>
              <a:avLst/>
              <a:gdLst/>
              <a:ahLst/>
              <a:cxnLst/>
              <a:rect l="l" t="t" r="r" b="b"/>
              <a:pathLst>
                <a:path w="9270" h="1780" extrusionOk="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2" name="Google Shape;19122;p139"/>
            <p:cNvSpPr/>
            <p:nvPr/>
          </p:nvSpPr>
          <p:spPr>
            <a:xfrm>
              <a:off x="8028062" y="2902946"/>
              <a:ext cx="227954" cy="267153"/>
            </a:xfrm>
            <a:custGeom>
              <a:avLst/>
              <a:gdLst/>
              <a:ahLst/>
              <a:cxnLst/>
              <a:rect l="l" t="t" r="r" b="b"/>
              <a:pathLst>
                <a:path w="8723" h="10223" extrusionOk="0">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3" name="Google Shape;19123;p139"/>
            <p:cNvSpPr/>
            <p:nvPr/>
          </p:nvSpPr>
          <p:spPr>
            <a:xfrm>
              <a:off x="8179578" y="2902946"/>
              <a:ext cx="76438" cy="267153"/>
            </a:xfrm>
            <a:custGeom>
              <a:avLst/>
              <a:gdLst/>
              <a:ahLst/>
              <a:cxnLst/>
              <a:rect l="l" t="t" r="r" b="b"/>
              <a:pathLst>
                <a:path w="2925" h="10223" extrusionOk="0">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4" name="Google Shape;19124;p139"/>
            <p:cNvSpPr/>
            <p:nvPr/>
          </p:nvSpPr>
          <p:spPr>
            <a:xfrm>
              <a:off x="8001668" y="3072572"/>
              <a:ext cx="55558" cy="97526"/>
            </a:xfrm>
            <a:custGeom>
              <a:avLst/>
              <a:gdLst/>
              <a:ahLst/>
              <a:cxnLst/>
              <a:rect l="l" t="t" r="r" b="b"/>
              <a:pathLst>
                <a:path w="2126" h="3732" extrusionOk="0">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5" name="Google Shape;19125;p139"/>
            <p:cNvSpPr/>
            <p:nvPr/>
          </p:nvSpPr>
          <p:spPr>
            <a:xfrm>
              <a:off x="8029577" y="3072572"/>
              <a:ext cx="27648" cy="97526"/>
            </a:xfrm>
            <a:custGeom>
              <a:avLst/>
              <a:gdLst/>
              <a:ahLst/>
              <a:cxnLst/>
              <a:rect l="l" t="t" r="r" b="b"/>
              <a:pathLst>
                <a:path w="1058" h="3732" extrusionOk="0">
                  <a:moveTo>
                    <a:pt x="0" y="0"/>
                  </a:moveTo>
                  <a:lnTo>
                    <a:pt x="0" y="3731"/>
                  </a:lnTo>
                  <a:lnTo>
                    <a:pt x="1058" y="3731"/>
                  </a:lnTo>
                  <a:lnTo>
                    <a:pt x="1058"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6" name="Google Shape;19126;p139"/>
            <p:cNvSpPr/>
            <p:nvPr/>
          </p:nvSpPr>
          <p:spPr>
            <a:xfrm>
              <a:off x="8226826" y="3072572"/>
              <a:ext cx="55558" cy="97526"/>
            </a:xfrm>
            <a:custGeom>
              <a:avLst/>
              <a:gdLst/>
              <a:ahLst/>
              <a:cxnLst/>
              <a:rect l="l" t="t" r="r" b="b"/>
              <a:pathLst>
                <a:path w="2126" h="3732" extrusionOk="0">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7" name="Google Shape;19127;p139"/>
            <p:cNvSpPr/>
            <p:nvPr/>
          </p:nvSpPr>
          <p:spPr>
            <a:xfrm>
              <a:off x="8238899" y="3072572"/>
              <a:ext cx="43249" cy="97526"/>
            </a:xfrm>
            <a:custGeom>
              <a:avLst/>
              <a:gdLst/>
              <a:ahLst/>
              <a:cxnLst/>
              <a:rect l="l" t="t" r="r" b="b"/>
              <a:pathLst>
                <a:path w="1655" h="3732" extrusionOk="0">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8" name="Google Shape;19128;p139"/>
            <p:cNvSpPr/>
            <p:nvPr/>
          </p:nvSpPr>
          <p:spPr>
            <a:xfrm>
              <a:off x="8057199" y="3109759"/>
              <a:ext cx="169652" cy="60340"/>
            </a:xfrm>
            <a:custGeom>
              <a:avLst/>
              <a:gdLst/>
              <a:ahLst/>
              <a:cxnLst/>
              <a:rect l="l" t="t" r="r" b="b"/>
              <a:pathLst>
                <a:path w="6492" h="2309" extrusionOk="0">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9" name="Google Shape;19129;p139"/>
            <p:cNvSpPr/>
            <p:nvPr/>
          </p:nvSpPr>
          <p:spPr>
            <a:xfrm>
              <a:off x="8028297" y="3252729"/>
              <a:ext cx="68127" cy="10845"/>
            </a:xfrm>
            <a:custGeom>
              <a:avLst/>
              <a:gdLst/>
              <a:ahLst/>
              <a:cxnLst/>
              <a:rect l="l" t="t" r="r" b="b"/>
              <a:pathLst>
                <a:path w="2607" h="415" extrusionOk="0">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0" name="Google Shape;19130;p139"/>
            <p:cNvSpPr/>
            <p:nvPr/>
          </p:nvSpPr>
          <p:spPr>
            <a:xfrm>
              <a:off x="8187627" y="3252729"/>
              <a:ext cx="67866" cy="10845"/>
            </a:xfrm>
            <a:custGeom>
              <a:avLst/>
              <a:gdLst/>
              <a:ahLst/>
              <a:cxnLst/>
              <a:rect l="l" t="t" r="r" b="b"/>
              <a:pathLst>
                <a:path w="2597" h="415" extrusionOk="0">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1" name="Google Shape;19131;p139"/>
            <p:cNvSpPr/>
            <p:nvPr/>
          </p:nvSpPr>
          <p:spPr>
            <a:xfrm>
              <a:off x="7988340" y="3054723"/>
              <a:ext cx="82213" cy="25897"/>
            </a:xfrm>
            <a:custGeom>
              <a:avLst/>
              <a:gdLst/>
              <a:ahLst/>
              <a:cxnLst/>
              <a:rect l="l" t="t" r="r" b="b"/>
              <a:pathLst>
                <a:path w="3146" h="991" extrusionOk="0">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2" name="Google Shape;19132;p139"/>
            <p:cNvSpPr/>
            <p:nvPr/>
          </p:nvSpPr>
          <p:spPr>
            <a:xfrm>
              <a:off x="7988340" y="3062014"/>
              <a:ext cx="82213" cy="18606"/>
            </a:xfrm>
            <a:custGeom>
              <a:avLst/>
              <a:gdLst/>
              <a:ahLst/>
              <a:cxnLst/>
              <a:rect l="l" t="t" r="r" b="b"/>
              <a:pathLst>
                <a:path w="3146" h="712" extrusionOk="0">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3" name="Google Shape;19133;p139"/>
            <p:cNvSpPr/>
            <p:nvPr/>
          </p:nvSpPr>
          <p:spPr>
            <a:xfrm>
              <a:off x="8214778" y="3054959"/>
              <a:ext cx="82448" cy="25662"/>
            </a:xfrm>
            <a:custGeom>
              <a:avLst/>
              <a:gdLst/>
              <a:ahLst/>
              <a:cxnLst/>
              <a:rect l="l" t="t" r="r" b="b"/>
              <a:pathLst>
                <a:path w="3155" h="982" extrusionOk="0">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4" name="Google Shape;19134;p139"/>
            <p:cNvSpPr/>
            <p:nvPr/>
          </p:nvSpPr>
          <p:spPr>
            <a:xfrm>
              <a:off x="8214778" y="3062250"/>
              <a:ext cx="82448" cy="18371"/>
            </a:xfrm>
            <a:custGeom>
              <a:avLst/>
              <a:gdLst/>
              <a:ahLst/>
              <a:cxnLst/>
              <a:rect l="l" t="t" r="r" b="b"/>
              <a:pathLst>
                <a:path w="3155" h="703" extrusionOk="0">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5" name="Google Shape;19135;p139"/>
            <p:cNvSpPr/>
            <p:nvPr/>
          </p:nvSpPr>
          <p:spPr>
            <a:xfrm>
              <a:off x="8057461" y="3109759"/>
              <a:ext cx="169130" cy="30183"/>
            </a:xfrm>
            <a:custGeom>
              <a:avLst/>
              <a:gdLst/>
              <a:ahLst/>
              <a:cxnLst/>
              <a:rect l="l" t="t" r="r" b="b"/>
              <a:pathLst>
                <a:path w="6472" h="1155" extrusionOk="0">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6" name="Google Shape;19136;p139"/>
            <p:cNvSpPr/>
            <p:nvPr/>
          </p:nvSpPr>
          <p:spPr>
            <a:xfrm>
              <a:off x="8076564" y="2952937"/>
              <a:ext cx="34939" cy="31385"/>
            </a:xfrm>
            <a:custGeom>
              <a:avLst/>
              <a:gdLst/>
              <a:ahLst/>
              <a:cxnLst/>
              <a:rect l="l" t="t" r="r" b="b"/>
              <a:pathLst>
                <a:path w="1337" h="1201" extrusionOk="0">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7" name="Google Shape;19137;p139"/>
            <p:cNvSpPr/>
            <p:nvPr/>
          </p:nvSpPr>
          <p:spPr>
            <a:xfrm>
              <a:off x="8173803" y="2952937"/>
              <a:ext cx="34965" cy="31202"/>
            </a:xfrm>
            <a:custGeom>
              <a:avLst/>
              <a:gdLst/>
              <a:ahLst/>
              <a:cxnLst/>
              <a:rect l="l" t="t" r="r" b="b"/>
              <a:pathLst>
                <a:path w="1338" h="1194" extrusionOk="0">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8" name="Google Shape;19138;p139"/>
            <p:cNvSpPr/>
            <p:nvPr/>
          </p:nvSpPr>
          <p:spPr>
            <a:xfrm>
              <a:off x="8076564" y="3026579"/>
              <a:ext cx="34939" cy="31359"/>
            </a:xfrm>
            <a:custGeom>
              <a:avLst/>
              <a:gdLst/>
              <a:ahLst/>
              <a:cxnLst/>
              <a:rect l="l" t="t" r="r" b="b"/>
              <a:pathLst>
                <a:path w="1337" h="1200" extrusionOk="0">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9" name="Google Shape;19139;p139"/>
            <p:cNvSpPr/>
            <p:nvPr/>
          </p:nvSpPr>
          <p:spPr>
            <a:xfrm>
              <a:off x="8173803" y="3026579"/>
              <a:ext cx="34965" cy="31359"/>
            </a:xfrm>
            <a:custGeom>
              <a:avLst/>
              <a:gdLst/>
              <a:ahLst/>
              <a:cxnLst/>
              <a:rect l="l" t="t" r="r" b="b"/>
              <a:pathLst>
                <a:path w="1338" h="1200" extrusionOk="0">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40" name="Google Shape;19140;p139"/>
          <p:cNvGrpSpPr/>
          <p:nvPr/>
        </p:nvGrpSpPr>
        <p:grpSpPr>
          <a:xfrm>
            <a:off x="5690039" y="2902998"/>
            <a:ext cx="362902" cy="360498"/>
            <a:chOff x="5690039" y="2902998"/>
            <a:chExt cx="362902" cy="360498"/>
          </a:xfrm>
        </p:grpSpPr>
        <p:sp>
          <p:nvSpPr>
            <p:cNvPr id="19141" name="Google Shape;19141;p139"/>
            <p:cNvSpPr/>
            <p:nvPr/>
          </p:nvSpPr>
          <p:spPr>
            <a:xfrm>
              <a:off x="5690039" y="2902998"/>
              <a:ext cx="361883" cy="360498"/>
            </a:xfrm>
            <a:custGeom>
              <a:avLst/>
              <a:gdLst/>
              <a:ahLst/>
              <a:cxnLst/>
              <a:rect l="l" t="t" r="r" b="b"/>
              <a:pathLst>
                <a:path w="13848" h="13795" extrusionOk="0">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2" name="Google Shape;19142;p139"/>
            <p:cNvSpPr/>
            <p:nvPr/>
          </p:nvSpPr>
          <p:spPr>
            <a:xfrm>
              <a:off x="5808158" y="2902998"/>
              <a:ext cx="244783" cy="360498"/>
            </a:xfrm>
            <a:custGeom>
              <a:avLst/>
              <a:gdLst/>
              <a:ahLst/>
              <a:cxnLst/>
              <a:rect l="l" t="t" r="r" b="b"/>
              <a:pathLst>
                <a:path w="9367" h="13795" extrusionOk="0">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3" name="Google Shape;19143;p139"/>
            <p:cNvSpPr/>
            <p:nvPr/>
          </p:nvSpPr>
          <p:spPr>
            <a:xfrm>
              <a:off x="5740292" y="2985551"/>
              <a:ext cx="228450" cy="228398"/>
            </a:xfrm>
            <a:custGeom>
              <a:avLst/>
              <a:gdLst/>
              <a:ahLst/>
              <a:cxnLst/>
              <a:rect l="l" t="t" r="r" b="b"/>
              <a:pathLst>
                <a:path w="8742" h="8740" extrusionOk="0">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4" name="Google Shape;19144;p139"/>
            <p:cNvSpPr/>
            <p:nvPr/>
          </p:nvSpPr>
          <p:spPr>
            <a:xfrm>
              <a:off x="5826007" y="2985551"/>
              <a:ext cx="142997" cy="228398"/>
            </a:xfrm>
            <a:custGeom>
              <a:avLst/>
              <a:gdLst/>
              <a:ahLst/>
              <a:cxnLst/>
              <a:rect l="l" t="t" r="r" b="b"/>
              <a:pathLst>
                <a:path w="5472" h="8740" extrusionOk="0">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5" name="Google Shape;19145;p139"/>
            <p:cNvSpPr/>
            <p:nvPr/>
          </p:nvSpPr>
          <p:spPr>
            <a:xfrm>
              <a:off x="5767940" y="3015028"/>
              <a:ext cx="116708" cy="112579"/>
            </a:xfrm>
            <a:custGeom>
              <a:avLst/>
              <a:gdLst/>
              <a:ahLst/>
              <a:cxnLst/>
              <a:rect l="l" t="t" r="r" b="b"/>
              <a:pathLst>
                <a:path w="4466" h="4308" extrusionOk="0">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6" name="Google Shape;19146;p139"/>
            <p:cNvSpPr/>
            <p:nvPr/>
          </p:nvSpPr>
          <p:spPr>
            <a:xfrm>
              <a:off x="5796581" y="3043669"/>
              <a:ext cx="116917" cy="112605"/>
            </a:xfrm>
            <a:custGeom>
              <a:avLst/>
              <a:gdLst/>
              <a:ahLst/>
              <a:cxnLst/>
              <a:rect l="l" t="t" r="r" b="b"/>
              <a:pathLst>
                <a:path w="4474" h="4309" extrusionOk="0">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7" name="Google Shape;19147;p139"/>
            <p:cNvSpPr/>
            <p:nvPr/>
          </p:nvSpPr>
          <p:spPr>
            <a:xfrm>
              <a:off x="5825249" y="3072311"/>
              <a:ext cx="116682" cy="112605"/>
            </a:xfrm>
            <a:custGeom>
              <a:avLst/>
              <a:gdLst/>
              <a:ahLst/>
              <a:cxnLst/>
              <a:rect l="l" t="t" r="r" b="b"/>
              <a:pathLst>
                <a:path w="4465" h="4309" extrusionOk="0">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48" name="Google Shape;19148;p139"/>
          <p:cNvGrpSpPr/>
          <p:nvPr/>
        </p:nvGrpSpPr>
        <p:grpSpPr>
          <a:xfrm>
            <a:off x="4871935" y="1500990"/>
            <a:ext cx="258503" cy="360890"/>
            <a:chOff x="4871935" y="1500990"/>
            <a:chExt cx="258503" cy="360890"/>
          </a:xfrm>
        </p:grpSpPr>
        <p:sp>
          <p:nvSpPr>
            <p:cNvPr id="19149" name="Google Shape;19149;p139"/>
            <p:cNvSpPr/>
            <p:nvPr/>
          </p:nvSpPr>
          <p:spPr>
            <a:xfrm>
              <a:off x="4871935" y="1500990"/>
              <a:ext cx="258503" cy="147570"/>
            </a:xfrm>
            <a:custGeom>
              <a:avLst/>
              <a:gdLst/>
              <a:ahLst/>
              <a:cxnLst/>
              <a:rect l="l" t="t" r="r" b="b"/>
              <a:pathLst>
                <a:path w="9892" h="5647" extrusionOk="0">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0" name="Google Shape;19150;p139"/>
            <p:cNvSpPr/>
            <p:nvPr/>
          </p:nvSpPr>
          <p:spPr>
            <a:xfrm>
              <a:off x="4984671" y="1500990"/>
              <a:ext cx="145271" cy="147544"/>
            </a:xfrm>
            <a:custGeom>
              <a:avLst/>
              <a:gdLst/>
              <a:ahLst/>
              <a:cxnLst/>
              <a:rect l="l" t="t" r="r" b="b"/>
              <a:pathLst>
                <a:path w="5559" h="5646" extrusionOk="0">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1" name="Google Shape;19151;p139"/>
            <p:cNvSpPr/>
            <p:nvPr/>
          </p:nvSpPr>
          <p:spPr>
            <a:xfrm>
              <a:off x="4882911" y="1623107"/>
              <a:ext cx="237205" cy="238773"/>
            </a:xfrm>
            <a:custGeom>
              <a:avLst/>
              <a:gdLst/>
              <a:ahLst/>
              <a:cxnLst/>
              <a:rect l="l" t="t" r="r" b="b"/>
              <a:pathLst>
                <a:path w="9077" h="9137" extrusionOk="0">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2" name="Google Shape;19152;p139"/>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3" name="Google Shape;19153;p139"/>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4" name="Google Shape;19154;p139"/>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5" name="Google Shape;19155;p139"/>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6" name="Google Shape;19156;p139"/>
            <p:cNvSpPr/>
            <p:nvPr/>
          </p:nvSpPr>
          <p:spPr>
            <a:xfrm>
              <a:off x="5017101" y="1750529"/>
              <a:ext cx="42988" cy="111351"/>
            </a:xfrm>
            <a:custGeom>
              <a:avLst/>
              <a:gdLst/>
              <a:ahLst/>
              <a:cxnLst/>
              <a:rect l="l" t="t" r="r" b="b"/>
              <a:pathLst>
                <a:path w="1645" h="4261" extrusionOk="0">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7" name="Google Shape;19157;p139"/>
            <p:cNvSpPr/>
            <p:nvPr/>
          </p:nvSpPr>
          <p:spPr>
            <a:xfrm>
              <a:off x="4927624" y="1567836"/>
              <a:ext cx="34207" cy="32195"/>
            </a:xfrm>
            <a:custGeom>
              <a:avLst/>
              <a:gdLst/>
              <a:ahLst/>
              <a:cxnLst/>
              <a:rect l="l" t="t" r="r" b="b"/>
              <a:pathLst>
                <a:path w="1309" h="1232" extrusionOk="0">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8" name="Google Shape;19158;p139"/>
            <p:cNvSpPr/>
            <p:nvPr/>
          </p:nvSpPr>
          <p:spPr>
            <a:xfrm>
              <a:off x="5039967" y="1589187"/>
              <a:ext cx="33946" cy="32195"/>
            </a:xfrm>
            <a:custGeom>
              <a:avLst/>
              <a:gdLst/>
              <a:ahLst/>
              <a:cxnLst/>
              <a:rect l="l" t="t" r="r" b="b"/>
              <a:pathLst>
                <a:path w="1299" h="1232" extrusionOk="0">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9" name="Google Shape;19159;p139"/>
            <p:cNvSpPr/>
            <p:nvPr/>
          </p:nvSpPr>
          <p:spPr>
            <a:xfrm>
              <a:off x="4988146" y="1526469"/>
              <a:ext cx="39277" cy="27570"/>
            </a:xfrm>
            <a:custGeom>
              <a:avLst/>
              <a:gdLst/>
              <a:ahLst/>
              <a:cxnLst/>
              <a:rect l="l" t="t" r="r" b="b"/>
              <a:pathLst>
                <a:path w="1503" h="1055" extrusionOk="0">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0" name="Google Shape;19160;p139"/>
            <p:cNvSpPr/>
            <p:nvPr/>
          </p:nvSpPr>
          <p:spPr>
            <a:xfrm>
              <a:off x="4930132" y="1623107"/>
              <a:ext cx="56080" cy="238773"/>
            </a:xfrm>
            <a:custGeom>
              <a:avLst/>
              <a:gdLst/>
              <a:ahLst/>
              <a:cxnLst/>
              <a:rect l="l" t="t" r="r" b="b"/>
              <a:pathLst>
                <a:path w="2146" h="9137" extrusionOk="0">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1" name="Google Shape;19161;p139"/>
            <p:cNvSpPr/>
            <p:nvPr/>
          </p:nvSpPr>
          <p:spPr>
            <a:xfrm>
              <a:off x="4953260" y="1843508"/>
              <a:ext cx="32953" cy="18371"/>
            </a:xfrm>
            <a:custGeom>
              <a:avLst/>
              <a:gdLst/>
              <a:ahLst/>
              <a:cxnLst/>
              <a:rect l="l" t="t" r="r" b="b"/>
              <a:pathLst>
                <a:path w="1261" h="703" extrusionOk="0">
                  <a:moveTo>
                    <a:pt x="1" y="0"/>
                  </a:moveTo>
                  <a:lnTo>
                    <a:pt x="77" y="702"/>
                  </a:lnTo>
                  <a:lnTo>
                    <a:pt x="1260" y="702"/>
                  </a:lnTo>
                  <a:lnTo>
                    <a:pt x="1231"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2" name="Google Shape;19162;p139"/>
            <p:cNvSpPr/>
            <p:nvPr/>
          </p:nvSpPr>
          <p:spPr>
            <a:xfrm>
              <a:off x="4929636" y="1696748"/>
              <a:ext cx="143520" cy="99042"/>
            </a:xfrm>
            <a:custGeom>
              <a:avLst/>
              <a:gdLst/>
              <a:ahLst/>
              <a:cxnLst/>
              <a:rect l="l" t="t" r="r" b="b"/>
              <a:pathLst>
                <a:path w="5492" h="3790" extrusionOk="0">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163" name="Google Shape;19163;p139"/>
          <p:cNvSpPr/>
          <p:nvPr/>
        </p:nvSpPr>
        <p:spPr>
          <a:xfrm>
            <a:off x="6342646" y="1849022"/>
            <a:ext cx="27413" cy="12857"/>
          </a:xfrm>
          <a:custGeom>
            <a:avLst/>
            <a:gdLst/>
            <a:ahLst/>
            <a:cxnLst/>
            <a:rect l="l" t="t" r="r" b="b"/>
            <a:pathLst>
              <a:path w="1049" h="492" extrusionOk="0">
                <a:moveTo>
                  <a:pt x="1" y="1"/>
                </a:moveTo>
                <a:lnTo>
                  <a:pt x="39" y="491"/>
                </a:lnTo>
                <a:lnTo>
                  <a:pt x="1049" y="491"/>
                </a:lnTo>
                <a:lnTo>
                  <a:pt x="1039"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64" name="Google Shape;19164;p139"/>
          <p:cNvGrpSpPr/>
          <p:nvPr/>
        </p:nvGrpSpPr>
        <p:grpSpPr>
          <a:xfrm>
            <a:off x="6265764" y="1501251"/>
            <a:ext cx="234983" cy="360628"/>
            <a:chOff x="6265764" y="1501251"/>
            <a:chExt cx="234983" cy="360628"/>
          </a:xfrm>
        </p:grpSpPr>
        <p:sp>
          <p:nvSpPr>
            <p:cNvPr id="19165" name="Google Shape;19165;p139"/>
            <p:cNvSpPr/>
            <p:nvPr/>
          </p:nvSpPr>
          <p:spPr>
            <a:xfrm>
              <a:off x="6347167" y="1501251"/>
              <a:ext cx="118642" cy="179687"/>
            </a:xfrm>
            <a:custGeom>
              <a:avLst/>
              <a:gdLst/>
              <a:ahLst/>
              <a:cxnLst/>
              <a:rect l="l" t="t" r="r" b="b"/>
              <a:pathLst>
                <a:path w="4540" h="6876" extrusionOk="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6" name="Google Shape;19166;p139"/>
            <p:cNvSpPr/>
            <p:nvPr/>
          </p:nvSpPr>
          <p:spPr>
            <a:xfrm>
              <a:off x="6288369" y="1614561"/>
              <a:ext cx="189487" cy="247318"/>
            </a:xfrm>
            <a:custGeom>
              <a:avLst/>
              <a:gdLst/>
              <a:ahLst/>
              <a:cxnLst/>
              <a:rect l="l" t="t" r="r" b="b"/>
              <a:pathLst>
                <a:path w="7251" h="9464" extrusionOk="0">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7" name="Google Shape;19167;p139"/>
            <p:cNvSpPr/>
            <p:nvPr/>
          </p:nvSpPr>
          <p:spPr>
            <a:xfrm>
              <a:off x="6314005" y="1614561"/>
              <a:ext cx="163851" cy="247318"/>
            </a:xfrm>
            <a:custGeom>
              <a:avLst/>
              <a:gdLst/>
              <a:ahLst/>
              <a:cxnLst/>
              <a:rect l="l" t="t" r="r" b="b"/>
              <a:pathLst>
                <a:path w="6270" h="9464" extrusionOk="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8" name="Google Shape;19168;p139"/>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9" name="Google Shape;19169;p139"/>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0" name="Google Shape;19170;p139"/>
            <p:cNvSpPr/>
            <p:nvPr/>
          </p:nvSpPr>
          <p:spPr>
            <a:xfrm>
              <a:off x="6396427" y="1614561"/>
              <a:ext cx="43746" cy="247318"/>
            </a:xfrm>
            <a:custGeom>
              <a:avLst/>
              <a:gdLst/>
              <a:ahLst/>
              <a:cxnLst/>
              <a:rect l="l" t="t" r="r" b="b"/>
              <a:pathLst>
                <a:path w="1674" h="9464" extrusionOk="0">
                  <a:moveTo>
                    <a:pt x="222" y="1"/>
                  </a:moveTo>
                  <a:lnTo>
                    <a:pt x="0" y="9463"/>
                  </a:lnTo>
                  <a:lnTo>
                    <a:pt x="1010" y="9463"/>
                  </a:lnTo>
                  <a:lnTo>
                    <a:pt x="1674"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1" name="Google Shape;19171;p139"/>
            <p:cNvSpPr/>
            <p:nvPr/>
          </p:nvSpPr>
          <p:spPr>
            <a:xfrm>
              <a:off x="6396427" y="1614561"/>
              <a:ext cx="43746" cy="247318"/>
            </a:xfrm>
            <a:custGeom>
              <a:avLst/>
              <a:gdLst/>
              <a:ahLst/>
              <a:cxnLst/>
              <a:rect l="l" t="t" r="r" b="b"/>
              <a:pathLst>
                <a:path w="1674" h="9464" extrusionOk="0">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2" name="Google Shape;19172;p139"/>
            <p:cNvSpPr/>
            <p:nvPr/>
          </p:nvSpPr>
          <p:spPr>
            <a:xfrm>
              <a:off x="6299919" y="1575624"/>
              <a:ext cx="166647" cy="33450"/>
            </a:xfrm>
            <a:custGeom>
              <a:avLst/>
              <a:gdLst/>
              <a:ahLst/>
              <a:cxnLst/>
              <a:rect l="l" t="t" r="r" b="b"/>
              <a:pathLst>
                <a:path w="6377" h="1280" extrusionOk="0">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3" name="Google Shape;19173;p139"/>
            <p:cNvSpPr/>
            <p:nvPr/>
          </p:nvSpPr>
          <p:spPr>
            <a:xfrm>
              <a:off x="6299919" y="1575624"/>
              <a:ext cx="166647" cy="33450"/>
            </a:xfrm>
            <a:custGeom>
              <a:avLst/>
              <a:gdLst/>
              <a:ahLst/>
              <a:cxnLst/>
              <a:rect l="l" t="t" r="r" b="b"/>
              <a:pathLst>
                <a:path w="6377" h="1280" extrusionOk="0">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4" name="Google Shape;19174;p139"/>
            <p:cNvSpPr/>
            <p:nvPr/>
          </p:nvSpPr>
          <p:spPr>
            <a:xfrm>
              <a:off x="6265764" y="1605781"/>
              <a:ext cx="234983" cy="29425"/>
            </a:xfrm>
            <a:custGeom>
              <a:avLst/>
              <a:gdLst/>
              <a:ahLst/>
              <a:cxnLst/>
              <a:rect l="l" t="t" r="r" b="b"/>
              <a:pathLst>
                <a:path w="8992" h="1126" extrusionOk="0">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5" name="Google Shape;19175;p139"/>
            <p:cNvSpPr/>
            <p:nvPr/>
          </p:nvSpPr>
          <p:spPr>
            <a:xfrm>
              <a:off x="6265764" y="1605781"/>
              <a:ext cx="234983" cy="29425"/>
            </a:xfrm>
            <a:custGeom>
              <a:avLst/>
              <a:gdLst/>
              <a:ahLst/>
              <a:cxnLst/>
              <a:rect l="l" t="t" r="r" b="b"/>
              <a:pathLst>
                <a:path w="8992" h="1126" extrusionOk="0">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6" name="Google Shape;19176;p139"/>
            <p:cNvSpPr/>
            <p:nvPr/>
          </p:nvSpPr>
          <p:spPr>
            <a:xfrm>
              <a:off x="6325817" y="1708795"/>
              <a:ext cx="113859" cy="78450"/>
            </a:xfrm>
            <a:custGeom>
              <a:avLst/>
              <a:gdLst/>
              <a:ahLst/>
              <a:cxnLst/>
              <a:rect l="l" t="t" r="r" b="b"/>
              <a:pathLst>
                <a:path w="4357" h="3002" extrusionOk="0">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77" name="Google Shape;19177;p139"/>
          <p:cNvGrpSpPr/>
          <p:nvPr/>
        </p:nvGrpSpPr>
        <p:grpSpPr>
          <a:xfrm>
            <a:off x="6193639" y="3401998"/>
            <a:ext cx="360628" cy="238250"/>
            <a:chOff x="6193639" y="3401998"/>
            <a:chExt cx="360628" cy="238250"/>
          </a:xfrm>
        </p:grpSpPr>
        <p:sp>
          <p:nvSpPr>
            <p:cNvPr id="19178" name="Google Shape;19178;p139"/>
            <p:cNvSpPr/>
            <p:nvPr/>
          </p:nvSpPr>
          <p:spPr>
            <a:xfrm>
              <a:off x="6417542" y="3401998"/>
              <a:ext cx="136725" cy="145532"/>
            </a:xfrm>
            <a:custGeom>
              <a:avLst/>
              <a:gdLst/>
              <a:ahLst/>
              <a:cxnLst/>
              <a:rect l="l" t="t" r="r" b="b"/>
              <a:pathLst>
                <a:path w="5232" h="5569" extrusionOk="0">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9" name="Google Shape;19179;p139"/>
            <p:cNvSpPr/>
            <p:nvPr/>
          </p:nvSpPr>
          <p:spPr>
            <a:xfrm>
              <a:off x="6429850" y="3421781"/>
              <a:ext cx="118380" cy="125750"/>
            </a:xfrm>
            <a:custGeom>
              <a:avLst/>
              <a:gdLst/>
              <a:ahLst/>
              <a:cxnLst/>
              <a:rect l="l" t="t" r="r" b="b"/>
              <a:pathLst>
                <a:path w="4530" h="4812" extrusionOk="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0" name="Google Shape;19180;p139"/>
            <p:cNvSpPr/>
            <p:nvPr/>
          </p:nvSpPr>
          <p:spPr>
            <a:xfrm>
              <a:off x="6193639" y="3401998"/>
              <a:ext cx="136725" cy="145532"/>
            </a:xfrm>
            <a:custGeom>
              <a:avLst/>
              <a:gdLst/>
              <a:ahLst/>
              <a:cxnLst/>
              <a:rect l="l" t="t" r="r" b="b"/>
              <a:pathLst>
                <a:path w="5232" h="5569" extrusionOk="0">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1" name="Google Shape;19181;p139"/>
            <p:cNvSpPr/>
            <p:nvPr/>
          </p:nvSpPr>
          <p:spPr>
            <a:xfrm>
              <a:off x="6199910" y="3421781"/>
              <a:ext cx="118380" cy="125750"/>
            </a:xfrm>
            <a:custGeom>
              <a:avLst/>
              <a:gdLst/>
              <a:ahLst/>
              <a:cxnLst/>
              <a:rect l="l" t="t" r="r" b="b"/>
              <a:pathLst>
                <a:path w="4530" h="4812" extrusionOk="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2" name="Google Shape;19182;p139"/>
            <p:cNvSpPr/>
            <p:nvPr/>
          </p:nvSpPr>
          <p:spPr>
            <a:xfrm>
              <a:off x="6193639" y="3522365"/>
              <a:ext cx="360628" cy="117884"/>
            </a:xfrm>
            <a:custGeom>
              <a:avLst/>
              <a:gdLst/>
              <a:ahLst/>
              <a:cxnLst/>
              <a:rect l="l" t="t" r="r" b="b"/>
              <a:pathLst>
                <a:path w="13800" h="4511" extrusionOk="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3" name="Google Shape;19183;p139"/>
            <p:cNvSpPr/>
            <p:nvPr/>
          </p:nvSpPr>
          <p:spPr>
            <a:xfrm>
              <a:off x="6219510" y="3548001"/>
              <a:ext cx="128938" cy="66377"/>
            </a:xfrm>
            <a:custGeom>
              <a:avLst/>
              <a:gdLst/>
              <a:ahLst/>
              <a:cxnLst/>
              <a:rect l="l" t="t" r="r" b="b"/>
              <a:pathLst>
                <a:path w="4934" h="2540" extrusionOk="0">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4" name="Google Shape;19184;p139"/>
            <p:cNvSpPr/>
            <p:nvPr/>
          </p:nvSpPr>
          <p:spPr>
            <a:xfrm>
              <a:off x="6306975" y="3548262"/>
              <a:ext cx="41237" cy="66350"/>
            </a:xfrm>
            <a:custGeom>
              <a:avLst/>
              <a:gdLst/>
              <a:ahLst/>
              <a:cxnLst/>
              <a:rect l="l" t="t" r="r" b="b"/>
              <a:pathLst>
                <a:path w="1578" h="2539" extrusionOk="0">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5" name="Google Shape;19185;p139"/>
            <p:cNvSpPr/>
            <p:nvPr/>
          </p:nvSpPr>
          <p:spPr>
            <a:xfrm>
              <a:off x="6394911" y="3522365"/>
              <a:ext cx="159356" cy="117884"/>
            </a:xfrm>
            <a:custGeom>
              <a:avLst/>
              <a:gdLst/>
              <a:ahLst/>
              <a:cxnLst/>
              <a:rect l="l" t="t" r="r" b="b"/>
              <a:pathLst>
                <a:path w="6098" h="4511" extrusionOk="0">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6" name="Google Shape;19186;p139"/>
            <p:cNvSpPr/>
            <p:nvPr/>
          </p:nvSpPr>
          <p:spPr>
            <a:xfrm>
              <a:off x="6399955" y="3548001"/>
              <a:ext cx="128676" cy="66377"/>
            </a:xfrm>
            <a:custGeom>
              <a:avLst/>
              <a:gdLst/>
              <a:ahLst/>
              <a:cxnLst/>
              <a:rect l="l" t="t" r="r" b="b"/>
              <a:pathLst>
                <a:path w="4924" h="2540" extrusionOk="0">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7" name="Google Shape;19187;p139"/>
            <p:cNvSpPr/>
            <p:nvPr/>
          </p:nvSpPr>
          <p:spPr>
            <a:xfrm>
              <a:off x="6487394" y="3548262"/>
              <a:ext cx="41237" cy="66350"/>
            </a:xfrm>
            <a:custGeom>
              <a:avLst/>
              <a:gdLst/>
              <a:ahLst/>
              <a:cxnLst/>
              <a:rect l="l" t="t" r="r" b="b"/>
              <a:pathLst>
                <a:path w="1578" h="2539" extrusionOk="0">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8" name="Google Shape;19188;p139"/>
            <p:cNvSpPr/>
            <p:nvPr/>
          </p:nvSpPr>
          <p:spPr>
            <a:xfrm>
              <a:off x="6193874" y="3627652"/>
              <a:ext cx="159356" cy="12596"/>
            </a:xfrm>
            <a:custGeom>
              <a:avLst/>
              <a:gdLst/>
              <a:ahLst/>
              <a:cxnLst/>
              <a:rect l="l" t="t" r="r" b="b"/>
              <a:pathLst>
                <a:path w="6098" h="482" extrusionOk="0">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89" name="Google Shape;19189;p139"/>
          <p:cNvGrpSpPr/>
          <p:nvPr/>
        </p:nvGrpSpPr>
        <p:grpSpPr>
          <a:xfrm>
            <a:off x="5801625" y="1501251"/>
            <a:ext cx="246037" cy="360629"/>
            <a:chOff x="5801625" y="1501251"/>
            <a:chExt cx="246037" cy="360629"/>
          </a:xfrm>
        </p:grpSpPr>
        <p:sp>
          <p:nvSpPr>
            <p:cNvPr id="19190" name="Google Shape;19190;p139"/>
            <p:cNvSpPr/>
            <p:nvPr/>
          </p:nvSpPr>
          <p:spPr>
            <a:xfrm>
              <a:off x="5872470" y="1548054"/>
              <a:ext cx="10845" cy="307527"/>
            </a:xfrm>
            <a:custGeom>
              <a:avLst/>
              <a:gdLst/>
              <a:ahLst/>
              <a:cxnLst/>
              <a:rect l="l" t="t" r="r" b="b"/>
              <a:pathLst>
                <a:path w="415" h="11768" extrusionOk="0">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1" name="Google Shape;19191;p139"/>
            <p:cNvSpPr/>
            <p:nvPr/>
          </p:nvSpPr>
          <p:spPr>
            <a:xfrm>
              <a:off x="5901634" y="1556077"/>
              <a:ext cx="11080" cy="244966"/>
            </a:xfrm>
            <a:custGeom>
              <a:avLst/>
              <a:gdLst/>
              <a:ahLst/>
              <a:cxnLst/>
              <a:rect l="l" t="t" r="r" b="b"/>
              <a:pathLst>
                <a:path w="424" h="9374" extrusionOk="0">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2" name="Google Shape;19192;p139"/>
            <p:cNvSpPr/>
            <p:nvPr/>
          </p:nvSpPr>
          <p:spPr>
            <a:xfrm>
              <a:off x="5930772" y="1577688"/>
              <a:ext cx="11080" cy="178380"/>
            </a:xfrm>
            <a:custGeom>
              <a:avLst/>
              <a:gdLst/>
              <a:ahLst/>
              <a:cxnLst/>
              <a:rect l="l" t="t" r="r" b="b"/>
              <a:pathLst>
                <a:path w="424" h="6826" extrusionOk="0">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3" name="Google Shape;19193;p139"/>
            <p:cNvSpPr/>
            <p:nvPr/>
          </p:nvSpPr>
          <p:spPr>
            <a:xfrm>
              <a:off x="5960171" y="1611870"/>
              <a:ext cx="10845" cy="107509"/>
            </a:xfrm>
            <a:custGeom>
              <a:avLst/>
              <a:gdLst/>
              <a:ahLst/>
              <a:cxnLst/>
              <a:rect l="l" t="t" r="r" b="b"/>
              <a:pathLst>
                <a:path w="415" h="4114" extrusionOk="0">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4" name="Google Shape;19194;p139"/>
            <p:cNvSpPr/>
            <p:nvPr/>
          </p:nvSpPr>
          <p:spPr>
            <a:xfrm>
              <a:off x="5989335" y="1607845"/>
              <a:ext cx="11080" cy="67317"/>
            </a:xfrm>
            <a:custGeom>
              <a:avLst/>
              <a:gdLst/>
              <a:ahLst/>
              <a:cxnLst/>
              <a:rect l="l" t="t" r="r" b="b"/>
              <a:pathLst>
                <a:path w="424" h="2576" extrusionOk="0">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5" name="Google Shape;19195;p139"/>
            <p:cNvSpPr/>
            <p:nvPr/>
          </p:nvSpPr>
          <p:spPr>
            <a:xfrm>
              <a:off x="5839805" y="1522366"/>
              <a:ext cx="207858" cy="329452"/>
            </a:xfrm>
            <a:custGeom>
              <a:avLst/>
              <a:gdLst/>
              <a:ahLst/>
              <a:cxnLst/>
              <a:rect l="l" t="t" r="r" b="b"/>
              <a:pathLst>
                <a:path w="7954" h="12607" extrusionOk="0">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6" name="Google Shape;19196;p139"/>
            <p:cNvSpPr/>
            <p:nvPr/>
          </p:nvSpPr>
          <p:spPr>
            <a:xfrm>
              <a:off x="5839805" y="1542383"/>
              <a:ext cx="199809" cy="309435"/>
            </a:xfrm>
            <a:custGeom>
              <a:avLst/>
              <a:gdLst/>
              <a:ahLst/>
              <a:cxnLst/>
              <a:rect l="l" t="t" r="r" b="b"/>
              <a:pathLst>
                <a:path w="7646" h="11841" extrusionOk="0">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7" name="Google Shape;19197;p139"/>
            <p:cNvSpPr/>
            <p:nvPr/>
          </p:nvSpPr>
          <p:spPr>
            <a:xfrm>
              <a:off x="5826738" y="1530389"/>
              <a:ext cx="24146" cy="313381"/>
            </a:xfrm>
            <a:custGeom>
              <a:avLst/>
              <a:gdLst/>
              <a:ahLst/>
              <a:cxnLst/>
              <a:rect l="l" t="t" r="r" b="b"/>
              <a:pathLst>
                <a:path w="924" h="11992" extrusionOk="0">
                  <a:moveTo>
                    <a:pt x="1" y="1"/>
                  </a:moveTo>
                  <a:lnTo>
                    <a:pt x="1" y="11992"/>
                  </a:lnTo>
                  <a:lnTo>
                    <a:pt x="924" y="11992"/>
                  </a:lnTo>
                  <a:lnTo>
                    <a:pt x="924" y="1"/>
                  </a:ln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8" name="Google Shape;19198;p139"/>
            <p:cNvSpPr/>
            <p:nvPr/>
          </p:nvSpPr>
          <p:spPr>
            <a:xfrm>
              <a:off x="5838812" y="1530389"/>
              <a:ext cx="12073" cy="313381"/>
            </a:xfrm>
            <a:custGeom>
              <a:avLst/>
              <a:gdLst/>
              <a:ahLst/>
              <a:cxnLst/>
              <a:rect l="l" t="t" r="r" b="b"/>
              <a:pathLst>
                <a:path w="462" h="11992" extrusionOk="0">
                  <a:moveTo>
                    <a:pt x="0" y="1"/>
                  </a:moveTo>
                  <a:lnTo>
                    <a:pt x="0" y="11992"/>
                  </a:lnTo>
                  <a:lnTo>
                    <a:pt x="462" y="11992"/>
                  </a:lnTo>
                  <a:lnTo>
                    <a:pt x="462"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9" name="Google Shape;19199;p139"/>
            <p:cNvSpPr/>
            <p:nvPr/>
          </p:nvSpPr>
          <p:spPr>
            <a:xfrm>
              <a:off x="5818951" y="1541443"/>
              <a:ext cx="39486" cy="17613"/>
            </a:xfrm>
            <a:custGeom>
              <a:avLst/>
              <a:gdLst/>
              <a:ahLst/>
              <a:cxnLst/>
              <a:rect l="l" t="t" r="r" b="b"/>
              <a:pathLst>
                <a:path w="1511" h="674" extrusionOk="0">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0" name="Google Shape;19200;p139"/>
            <p:cNvSpPr/>
            <p:nvPr/>
          </p:nvSpPr>
          <p:spPr>
            <a:xfrm>
              <a:off x="5819447" y="1501251"/>
              <a:ext cx="38728" cy="40479"/>
            </a:xfrm>
            <a:custGeom>
              <a:avLst/>
              <a:gdLst/>
              <a:ahLst/>
              <a:cxnLst/>
              <a:rect l="l" t="t" r="r" b="b"/>
              <a:pathLst>
                <a:path w="1482" h="1549" extrusionOk="0">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1" name="Google Shape;19201;p139"/>
            <p:cNvSpPr/>
            <p:nvPr/>
          </p:nvSpPr>
          <p:spPr>
            <a:xfrm>
              <a:off x="5818951" y="1780921"/>
              <a:ext cx="39486" cy="17378"/>
            </a:xfrm>
            <a:custGeom>
              <a:avLst/>
              <a:gdLst/>
              <a:ahLst/>
              <a:cxnLst/>
              <a:rect l="l" t="t" r="r" b="b"/>
              <a:pathLst>
                <a:path w="1511" h="665" extrusionOk="0">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2" name="Google Shape;19202;p139"/>
            <p:cNvSpPr/>
            <p:nvPr/>
          </p:nvSpPr>
          <p:spPr>
            <a:xfrm>
              <a:off x="5819447" y="1798508"/>
              <a:ext cx="38728" cy="40244"/>
            </a:xfrm>
            <a:custGeom>
              <a:avLst/>
              <a:gdLst/>
              <a:ahLst/>
              <a:cxnLst/>
              <a:rect l="l" t="t" r="r" b="b"/>
              <a:pathLst>
                <a:path w="1482" h="1540" extrusionOk="0">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3" name="Google Shape;19203;p139"/>
            <p:cNvSpPr/>
            <p:nvPr/>
          </p:nvSpPr>
          <p:spPr>
            <a:xfrm>
              <a:off x="5838812" y="1541704"/>
              <a:ext cx="19626" cy="17352"/>
            </a:xfrm>
            <a:custGeom>
              <a:avLst/>
              <a:gdLst/>
              <a:ahLst/>
              <a:cxnLst/>
              <a:rect l="l" t="t" r="r" b="b"/>
              <a:pathLst>
                <a:path w="751" h="664" extrusionOk="0">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4" name="Google Shape;19204;p139"/>
            <p:cNvSpPr/>
            <p:nvPr/>
          </p:nvSpPr>
          <p:spPr>
            <a:xfrm>
              <a:off x="5838812" y="1780921"/>
              <a:ext cx="19626" cy="17613"/>
            </a:xfrm>
            <a:custGeom>
              <a:avLst/>
              <a:gdLst/>
              <a:ahLst/>
              <a:cxnLst/>
              <a:rect l="l" t="t" r="r" b="b"/>
              <a:pathLst>
                <a:path w="751" h="674" extrusionOk="0">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5" name="Google Shape;19205;p139"/>
            <p:cNvSpPr/>
            <p:nvPr/>
          </p:nvSpPr>
          <p:spPr>
            <a:xfrm>
              <a:off x="5838812" y="1501251"/>
              <a:ext cx="19364" cy="40479"/>
            </a:xfrm>
            <a:custGeom>
              <a:avLst/>
              <a:gdLst/>
              <a:ahLst/>
              <a:cxnLst/>
              <a:rect l="l" t="t" r="r" b="b"/>
              <a:pathLst>
                <a:path w="741" h="1549" extrusionOk="0">
                  <a:moveTo>
                    <a:pt x="0" y="0"/>
                  </a:moveTo>
                  <a:lnTo>
                    <a:pt x="0" y="1548"/>
                  </a:lnTo>
                  <a:lnTo>
                    <a:pt x="491" y="1548"/>
                  </a:lnTo>
                  <a:lnTo>
                    <a:pt x="731" y="39"/>
                  </a:lnTo>
                  <a:cubicBezTo>
                    <a:pt x="741" y="19"/>
                    <a:pt x="731" y="0"/>
                    <a:pt x="7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6" name="Google Shape;19206;p139"/>
            <p:cNvSpPr/>
            <p:nvPr/>
          </p:nvSpPr>
          <p:spPr>
            <a:xfrm>
              <a:off x="5838812" y="1798508"/>
              <a:ext cx="19364" cy="40244"/>
            </a:xfrm>
            <a:custGeom>
              <a:avLst/>
              <a:gdLst/>
              <a:ahLst/>
              <a:cxnLst/>
              <a:rect l="l" t="t" r="r" b="b"/>
              <a:pathLst>
                <a:path w="741" h="1540" extrusionOk="0">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7" name="Google Shape;19207;p139"/>
            <p:cNvSpPr/>
            <p:nvPr/>
          </p:nvSpPr>
          <p:spPr>
            <a:xfrm>
              <a:off x="5801625" y="1837210"/>
              <a:ext cx="141246" cy="24669"/>
            </a:xfrm>
            <a:custGeom>
              <a:avLst/>
              <a:gdLst/>
              <a:ahLst/>
              <a:cxnLst/>
              <a:rect l="l" t="t" r="r" b="b"/>
              <a:pathLst>
                <a:path w="5405" h="944" extrusionOk="0">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8" name="Google Shape;19208;p139"/>
            <p:cNvSpPr/>
            <p:nvPr/>
          </p:nvSpPr>
          <p:spPr>
            <a:xfrm>
              <a:off x="5801625" y="1843743"/>
              <a:ext cx="141246" cy="18136"/>
            </a:xfrm>
            <a:custGeom>
              <a:avLst/>
              <a:gdLst/>
              <a:ahLst/>
              <a:cxnLst/>
              <a:rect l="l" t="t" r="r" b="b"/>
              <a:pathLst>
                <a:path w="5405" h="694" extrusionOk="0">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09" name="Google Shape;19209;p139"/>
          <p:cNvGrpSpPr/>
          <p:nvPr/>
        </p:nvGrpSpPr>
        <p:grpSpPr>
          <a:xfrm>
            <a:off x="6641680" y="1981462"/>
            <a:ext cx="352083" cy="360864"/>
            <a:chOff x="6641680" y="1981462"/>
            <a:chExt cx="352083" cy="360864"/>
          </a:xfrm>
        </p:grpSpPr>
        <p:sp>
          <p:nvSpPr>
            <p:cNvPr id="19210" name="Google Shape;19210;p139"/>
            <p:cNvSpPr/>
            <p:nvPr/>
          </p:nvSpPr>
          <p:spPr>
            <a:xfrm>
              <a:off x="6641680" y="1981462"/>
              <a:ext cx="351848" cy="351587"/>
            </a:xfrm>
            <a:custGeom>
              <a:avLst/>
              <a:gdLst/>
              <a:ahLst/>
              <a:cxnLst/>
              <a:rect l="l" t="t" r="r" b="b"/>
              <a:pathLst>
                <a:path w="13464" h="13454" extrusionOk="0">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1" name="Google Shape;19211;p139"/>
            <p:cNvSpPr/>
            <p:nvPr/>
          </p:nvSpPr>
          <p:spPr>
            <a:xfrm>
              <a:off x="6759041" y="1981462"/>
              <a:ext cx="234722" cy="351587"/>
            </a:xfrm>
            <a:custGeom>
              <a:avLst/>
              <a:gdLst/>
              <a:ahLst/>
              <a:cxnLst/>
              <a:rect l="l" t="t" r="r" b="b"/>
              <a:pathLst>
                <a:path w="8982" h="13454" extrusionOk="0">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2" name="Google Shape;19212;p139"/>
            <p:cNvSpPr/>
            <p:nvPr/>
          </p:nvSpPr>
          <p:spPr>
            <a:xfrm>
              <a:off x="6641680" y="2266410"/>
              <a:ext cx="352083" cy="66873"/>
            </a:xfrm>
            <a:custGeom>
              <a:avLst/>
              <a:gdLst/>
              <a:ahLst/>
              <a:cxnLst/>
              <a:rect l="l" t="t" r="r" b="b"/>
              <a:pathLst>
                <a:path w="13473" h="2559" extrusionOk="0">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3" name="Google Shape;19213;p139"/>
            <p:cNvSpPr/>
            <p:nvPr/>
          </p:nvSpPr>
          <p:spPr>
            <a:xfrm>
              <a:off x="6641680" y="2266410"/>
              <a:ext cx="34469" cy="75915"/>
            </a:xfrm>
            <a:custGeom>
              <a:avLst/>
              <a:gdLst/>
              <a:ahLst/>
              <a:cxnLst/>
              <a:rect l="l" t="t" r="r" b="b"/>
              <a:pathLst>
                <a:path w="1319" h="2905" extrusionOk="0">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4" name="Google Shape;19214;p139"/>
            <p:cNvSpPr/>
            <p:nvPr/>
          </p:nvSpPr>
          <p:spPr>
            <a:xfrm>
              <a:off x="6659032" y="2266410"/>
              <a:ext cx="17117" cy="75680"/>
            </a:xfrm>
            <a:custGeom>
              <a:avLst/>
              <a:gdLst/>
              <a:ahLst/>
              <a:cxnLst/>
              <a:rect l="l" t="t" r="r" b="b"/>
              <a:pathLst>
                <a:path w="655" h="2896" extrusionOk="0">
                  <a:moveTo>
                    <a:pt x="0" y="1"/>
                  </a:moveTo>
                  <a:lnTo>
                    <a:pt x="0" y="2895"/>
                  </a:lnTo>
                  <a:lnTo>
                    <a:pt x="654" y="2895"/>
                  </a:lnTo>
                  <a:lnTo>
                    <a:pt x="654"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5" name="Google Shape;19215;p139"/>
            <p:cNvSpPr/>
            <p:nvPr/>
          </p:nvSpPr>
          <p:spPr>
            <a:xfrm>
              <a:off x="6959060" y="2266410"/>
              <a:ext cx="34469" cy="75680"/>
            </a:xfrm>
            <a:custGeom>
              <a:avLst/>
              <a:gdLst/>
              <a:ahLst/>
              <a:cxnLst/>
              <a:rect l="l" t="t" r="r" b="b"/>
              <a:pathLst>
                <a:path w="1319" h="2896" extrusionOk="0">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6" name="Google Shape;19216;p139"/>
            <p:cNvSpPr/>
            <p:nvPr/>
          </p:nvSpPr>
          <p:spPr>
            <a:xfrm>
              <a:off x="6970375" y="2266410"/>
              <a:ext cx="23389" cy="75915"/>
            </a:xfrm>
            <a:custGeom>
              <a:avLst/>
              <a:gdLst/>
              <a:ahLst/>
              <a:cxnLst/>
              <a:rect l="l" t="t" r="r" b="b"/>
              <a:pathLst>
                <a:path w="895" h="2905" extrusionOk="0">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7" name="Google Shape;19217;p139"/>
            <p:cNvSpPr/>
            <p:nvPr/>
          </p:nvSpPr>
          <p:spPr>
            <a:xfrm>
              <a:off x="6676123"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8" name="Google Shape;19218;p139"/>
            <p:cNvSpPr/>
            <p:nvPr/>
          </p:nvSpPr>
          <p:spPr>
            <a:xfrm>
              <a:off x="670450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9" name="Google Shape;19219;p139"/>
            <p:cNvSpPr/>
            <p:nvPr/>
          </p:nvSpPr>
          <p:spPr>
            <a:xfrm>
              <a:off x="673264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0" name="Google Shape;19220;p139"/>
            <p:cNvSpPr/>
            <p:nvPr/>
          </p:nvSpPr>
          <p:spPr>
            <a:xfrm>
              <a:off x="6761054"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1" name="Google Shape;19221;p139"/>
            <p:cNvSpPr/>
            <p:nvPr/>
          </p:nvSpPr>
          <p:spPr>
            <a:xfrm>
              <a:off x="678943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2" name="Google Shape;19222;p139"/>
            <p:cNvSpPr/>
            <p:nvPr/>
          </p:nvSpPr>
          <p:spPr>
            <a:xfrm>
              <a:off x="681757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3" name="Google Shape;19223;p139"/>
            <p:cNvSpPr/>
            <p:nvPr/>
          </p:nvSpPr>
          <p:spPr>
            <a:xfrm>
              <a:off x="6845984" y="2259146"/>
              <a:ext cx="28171" cy="73903"/>
            </a:xfrm>
            <a:custGeom>
              <a:avLst/>
              <a:gdLst/>
              <a:ahLst/>
              <a:cxnLst/>
              <a:rect l="l" t="t" r="r" b="b"/>
              <a:pathLst>
                <a:path w="1078" h="2828" extrusionOk="0">
                  <a:moveTo>
                    <a:pt x="0" y="0"/>
                  </a:moveTo>
                  <a:lnTo>
                    <a:pt x="0" y="2827"/>
                  </a:lnTo>
                  <a:lnTo>
                    <a:pt x="1077" y="2827"/>
                  </a:lnTo>
                  <a:lnTo>
                    <a:pt x="107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4" name="Google Shape;19224;p139"/>
            <p:cNvSpPr/>
            <p:nvPr/>
          </p:nvSpPr>
          <p:spPr>
            <a:xfrm>
              <a:off x="6874129" y="2259146"/>
              <a:ext cx="28432" cy="73903"/>
            </a:xfrm>
            <a:custGeom>
              <a:avLst/>
              <a:gdLst/>
              <a:ahLst/>
              <a:cxnLst/>
              <a:rect l="l" t="t" r="r" b="b"/>
              <a:pathLst>
                <a:path w="1088"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5" name="Google Shape;19225;p139"/>
            <p:cNvSpPr/>
            <p:nvPr/>
          </p:nvSpPr>
          <p:spPr>
            <a:xfrm>
              <a:off x="6902535"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6" name="Google Shape;19226;p139"/>
            <p:cNvSpPr/>
            <p:nvPr/>
          </p:nvSpPr>
          <p:spPr>
            <a:xfrm>
              <a:off x="6930915"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7" name="Google Shape;19227;p139"/>
            <p:cNvSpPr/>
            <p:nvPr/>
          </p:nvSpPr>
          <p:spPr>
            <a:xfrm>
              <a:off x="6694207"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8" name="Google Shape;19228;p139"/>
            <p:cNvSpPr/>
            <p:nvPr/>
          </p:nvSpPr>
          <p:spPr>
            <a:xfrm>
              <a:off x="6699224" y="2259146"/>
              <a:ext cx="15601" cy="39068"/>
            </a:xfrm>
            <a:custGeom>
              <a:avLst/>
              <a:gdLst/>
              <a:ahLst/>
              <a:cxnLst/>
              <a:rect l="l" t="t" r="r" b="b"/>
              <a:pathLst>
                <a:path w="597" h="1495" extrusionOk="0">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9" name="Google Shape;19229;p139"/>
            <p:cNvSpPr/>
            <p:nvPr/>
          </p:nvSpPr>
          <p:spPr>
            <a:xfrm>
              <a:off x="6750757" y="2259146"/>
              <a:ext cx="20619" cy="38964"/>
            </a:xfrm>
            <a:custGeom>
              <a:avLst/>
              <a:gdLst/>
              <a:ahLst/>
              <a:cxnLst/>
              <a:rect l="l" t="t" r="r" b="b"/>
              <a:pathLst>
                <a:path w="789" h="1491" extrusionOk="0">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0" name="Google Shape;19230;p139"/>
            <p:cNvSpPr/>
            <p:nvPr/>
          </p:nvSpPr>
          <p:spPr>
            <a:xfrm>
              <a:off x="6807282" y="2259146"/>
              <a:ext cx="20645" cy="38964"/>
            </a:xfrm>
            <a:custGeom>
              <a:avLst/>
              <a:gdLst/>
              <a:ahLst/>
              <a:cxnLst/>
              <a:rect l="l" t="t" r="r" b="b"/>
              <a:pathLst>
                <a:path w="790" h="1491" extrusionOk="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1" name="Google Shape;19231;p139"/>
            <p:cNvSpPr/>
            <p:nvPr/>
          </p:nvSpPr>
          <p:spPr>
            <a:xfrm>
              <a:off x="6863833" y="2259146"/>
              <a:ext cx="20619" cy="38964"/>
            </a:xfrm>
            <a:custGeom>
              <a:avLst/>
              <a:gdLst/>
              <a:ahLst/>
              <a:cxnLst/>
              <a:rect l="l" t="t" r="r" b="b"/>
              <a:pathLst>
                <a:path w="789" h="1491" extrusionOk="0">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2" name="Google Shape;19232;p139"/>
            <p:cNvSpPr/>
            <p:nvPr/>
          </p:nvSpPr>
          <p:spPr>
            <a:xfrm>
              <a:off x="6920619"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3" name="Google Shape;19233;p139"/>
            <p:cNvSpPr/>
            <p:nvPr/>
          </p:nvSpPr>
          <p:spPr>
            <a:xfrm>
              <a:off x="6755775" y="2259146"/>
              <a:ext cx="15601" cy="39068"/>
            </a:xfrm>
            <a:custGeom>
              <a:avLst/>
              <a:gdLst/>
              <a:ahLst/>
              <a:cxnLst/>
              <a:rect l="l" t="t" r="r" b="b"/>
              <a:pathLst>
                <a:path w="597" h="1495" extrusionOk="0">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4" name="Google Shape;19234;p139"/>
            <p:cNvSpPr/>
            <p:nvPr/>
          </p:nvSpPr>
          <p:spPr>
            <a:xfrm>
              <a:off x="6812561" y="2259146"/>
              <a:ext cx="15366" cy="39068"/>
            </a:xfrm>
            <a:custGeom>
              <a:avLst/>
              <a:gdLst/>
              <a:ahLst/>
              <a:cxnLst/>
              <a:rect l="l" t="t" r="r" b="b"/>
              <a:pathLst>
                <a:path w="588" h="1495" extrusionOk="0">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5" name="Google Shape;19235;p139"/>
            <p:cNvSpPr/>
            <p:nvPr/>
          </p:nvSpPr>
          <p:spPr>
            <a:xfrm>
              <a:off x="6869111" y="2259146"/>
              <a:ext cx="15340" cy="39068"/>
            </a:xfrm>
            <a:custGeom>
              <a:avLst/>
              <a:gdLst/>
              <a:ahLst/>
              <a:cxnLst/>
              <a:rect l="l" t="t" r="r" b="b"/>
              <a:pathLst>
                <a:path w="587" h="1495" extrusionOk="0">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6" name="Google Shape;19236;p139"/>
            <p:cNvSpPr/>
            <p:nvPr/>
          </p:nvSpPr>
          <p:spPr>
            <a:xfrm>
              <a:off x="6925636" y="2259146"/>
              <a:ext cx="15601" cy="39068"/>
            </a:xfrm>
            <a:custGeom>
              <a:avLst/>
              <a:gdLst/>
              <a:ahLst/>
              <a:cxnLst/>
              <a:rect l="l" t="t" r="r" b="b"/>
              <a:pathLst>
                <a:path w="597" h="1495" extrusionOk="0">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7" name="Google Shape;19237;p139"/>
            <p:cNvSpPr/>
            <p:nvPr/>
          </p:nvSpPr>
          <p:spPr>
            <a:xfrm>
              <a:off x="6641680" y="2239781"/>
              <a:ext cx="352083" cy="26655"/>
            </a:xfrm>
            <a:custGeom>
              <a:avLst/>
              <a:gdLst/>
              <a:ahLst/>
              <a:cxnLst/>
              <a:rect l="l" t="t" r="r" b="b"/>
              <a:pathLst>
                <a:path w="13473" h="1020" extrusionOk="0">
                  <a:moveTo>
                    <a:pt x="1" y="1"/>
                  </a:moveTo>
                  <a:lnTo>
                    <a:pt x="1" y="1020"/>
                  </a:lnTo>
                  <a:lnTo>
                    <a:pt x="13473" y="1020"/>
                  </a:lnTo>
                  <a:lnTo>
                    <a:pt x="1347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8" name="Google Shape;19238;p139"/>
          <p:cNvGrpSpPr/>
          <p:nvPr/>
        </p:nvGrpSpPr>
        <p:grpSpPr>
          <a:xfrm>
            <a:off x="7205332" y="1501251"/>
            <a:ext cx="198032" cy="360629"/>
            <a:chOff x="7205332" y="1501251"/>
            <a:chExt cx="198032" cy="360629"/>
          </a:xfrm>
        </p:grpSpPr>
        <p:sp>
          <p:nvSpPr>
            <p:cNvPr id="19239" name="Google Shape;19239;p139"/>
            <p:cNvSpPr/>
            <p:nvPr/>
          </p:nvSpPr>
          <p:spPr>
            <a:xfrm>
              <a:off x="7237005" y="1701766"/>
              <a:ext cx="38467" cy="10845"/>
            </a:xfrm>
            <a:custGeom>
              <a:avLst/>
              <a:gdLst/>
              <a:ahLst/>
              <a:cxnLst/>
              <a:rect l="l" t="t" r="r" b="b"/>
              <a:pathLst>
                <a:path w="1472" h="415" extrusionOk="0">
                  <a:moveTo>
                    <a:pt x="0" y="1"/>
                  </a:moveTo>
                  <a:lnTo>
                    <a:pt x="0" y="414"/>
                  </a:lnTo>
                  <a:lnTo>
                    <a:pt x="1192" y="414"/>
                  </a:lnTo>
                  <a:cubicBezTo>
                    <a:pt x="1471" y="41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0" name="Google Shape;19240;p139"/>
            <p:cNvSpPr/>
            <p:nvPr/>
          </p:nvSpPr>
          <p:spPr>
            <a:xfrm>
              <a:off x="7231465" y="1688778"/>
              <a:ext cx="11080" cy="36821"/>
            </a:xfrm>
            <a:custGeom>
              <a:avLst/>
              <a:gdLst/>
              <a:ahLst/>
              <a:cxnLst/>
              <a:rect l="l" t="t" r="r" b="b"/>
              <a:pathLst>
                <a:path w="424" h="1409" extrusionOk="0">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1" name="Google Shape;19241;p139"/>
            <p:cNvSpPr/>
            <p:nvPr/>
          </p:nvSpPr>
          <p:spPr>
            <a:xfrm>
              <a:off x="7237005" y="1753273"/>
              <a:ext cx="38467" cy="10845"/>
            </a:xfrm>
            <a:custGeom>
              <a:avLst/>
              <a:gdLst/>
              <a:ahLst/>
              <a:cxnLst/>
              <a:rect l="l" t="t" r="r" b="b"/>
              <a:pathLst>
                <a:path w="1472" h="415" extrusionOk="0">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2" name="Google Shape;19242;p139"/>
            <p:cNvSpPr/>
            <p:nvPr/>
          </p:nvSpPr>
          <p:spPr>
            <a:xfrm>
              <a:off x="7231465" y="1740285"/>
              <a:ext cx="11080" cy="36899"/>
            </a:xfrm>
            <a:custGeom>
              <a:avLst/>
              <a:gdLst/>
              <a:ahLst/>
              <a:cxnLst/>
              <a:rect l="l" t="t" r="r" b="b"/>
              <a:pathLst>
                <a:path w="424" h="1412" extrusionOk="0">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3" name="Google Shape;19243;p139"/>
            <p:cNvSpPr/>
            <p:nvPr/>
          </p:nvSpPr>
          <p:spPr>
            <a:xfrm>
              <a:off x="7237005" y="1649997"/>
              <a:ext cx="38467" cy="11080"/>
            </a:xfrm>
            <a:custGeom>
              <a:avLst/>
              <a:gdLst/>
              <a:ahLst/>
              <a:cxnLst/>
              <a:rect l="l" t="t" r="r" b="b"/>
              <a:pathLst>
                <a:path w="1472" h="424" extrusionOk="0">
                  <a:moveTo>
                    <a:pt x="0" y="1"/>
                  </a:moveTo>
                  <a:lnTo>
                    <a:pt x="0" y="424"/>
                  </a:lnTo>
                  <a:lnTo>
                    <a:pt x="1192" y="424"/>
                  </a:lnTo>
                  <a:cubicBezTo>
                    <a:pt x="1471" y="42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4" name="Google Shape;19244;p139"/>
            <p:cNvSpPr/>
            <p:nvPr/>
          </p:nvSpPr>
          <p:spPr>
            <a:xfrm>
              <a:off x="7231465" y="1637192"/>
              <a:ext cx="11080" cy="36899"/>
            </a:xfrm>
            <a:custGeom>
              <a:avLst/>
              <a:gdLst/>
              <a:ahLst/>
              <a:cxnLst/>
              <a:rect l="l" t="t" r="r" b="b"/>
              <a:pathLst>
                <a:path w="424" h="1412" extrusionOk="0">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5" name="Google Shape;19245;p139"/>
            <p:cNvSpPr/>
            <p:nvPr/>
          </p:nvSpPr>
          <p:spPr>
            <a:xfrm>
              <a:off x="7273669" y="1594230"/>
              <a:ext cx="107091" cy="227170"/>
            </a:xfrm>
            <a:custGeom>
              <a:avLst/>
              <a:gdLst/>
              <a:ahLst/>
              <a:cxnLst/>
              <a:rect l="l" t="t" r="r" b="b"/>
              <a:pathLst>
                <a:path w="4098" h="8693" extrusionOk="0">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6" name="Google Shape;19246;p139"/>
            <p:cNvSpPr/>
            <p:nvPr/>
          </p:nvSpPr>
          <p:spPr>
            <a:xfrm>
              <a:off x="7280724" y="1601495"/>
              <a:ext cx="92483" cy="212640"/>
            </a:xfrm>
            <a:custGeom>
              <a:avLst/>
              <a:gdLst/>
              <a:ahLst/>
              <a:cxnLst/>
              <a:rect l="l" t="t" r="r" b="b"/>
              <a:pathLst>
                <a:path w="3539" h="8137" extrusionOk="0">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7" name="Google Shape;19247;p139"/>
            <p:cNvSpPr/>
            <p:nvPr/>
          </p:nvSpPr>
          <p:spPr>
            <a:xfrm>
              <a:off x="7219156" y="1515807"/>
              <a:ext cx="136229" cy="332484"/>
            </a:xfrm>
            <a:custGeom>
              <a:avLst/>
              <a:gdLst/>
              <a:ahLst/>
              <a:cxnLst/>
              <a:rect l="l" t="t" r="r" b="b"/>
              <a:pathLst>
                <a:path w="5213" h="12723" extrusionOk="0">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8" name="Google Shape;19248;p139"/>
            <p:cNvSpPr/>
            <p:nvPr/>
          </p:nvSpPr>
          <p:spPr>
            <a:xfrm>
              <a:off x="7286996" y="1515807"/>
              <a:ext cx="68389" cy="332484"/>
            </a:xfrm>
            <a:custGeom>
              <a:avLst/>
              <a:gdLst/>
              <a:ahLst/>
              <a:cxnLst/>
              <a:rect l="l" t="t" r="r" b="b"/>
              <a:pathLst>
                <a:path w="2617" h="12723" extrusionOk="0">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9" name="Google Shape;19249;p139"/>
            <p:cNvSpPr/>
            <p:nvPr/>
          </p:nvSpPr>
          <p:spPr>
            <a:xfrm>
              <a:off x="7208599" y="1501251"/>
              <a:ext cx="157344" cy="25139"/>
            </a:xfrm>
            <a:custGeom>
              <a:avLst/>
              <a:gdLst/>
              <a:ahLst/>
              <a:cxnLst/>
              <a:rect l="l" t="t" r="r" b="b"/>
              <a:pathLst>
                <a:path w="6021" h="962" extrusionOk="0">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0" name="Google Shape;19250;p139"/>
            <p:cNvSpPr/>
            <p:nvPr/>
          </p:nvSpPr>
          <p:spPr>
            <a:xfrm>
              <a:off x="7205332" y="1507523"/>
              <a:ext cx="163877" cy="18868"/>
            </a:xfrm>
            <a:custGeom>
              <a:avLst/>
              <a:gdLst/>
              <a:ahLst/>
              <a:cxnLst/>
              <a:rect l="l" t="t" r="r" b="b"/>
              <a:pathLst>
                <a:path w="6271" h="722" extrusionOk="0">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1" name="Google Shape;19251;p139"/>
            <p:cNvSpPr/>
            <p:nvPr/>
          </p:nvSpPr>
          <p:spPr>
            <a:xfrm>
              <a:off x="7254592" y="1643725"/>
              <a:ext cx="145767" cy="23650"/>
            </a:xfrm>
            <a:custGeom>
              <a:avLst/>
              <a:gdLst/>
              <a:ahLst/>
              <a:cxnLst/>
              <a:rect l="l" t="t" r="r" b="b"/>
              <a:pathLst>
                <a:path w="5578" h="905" extrusionOk="0">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2" name="Google Shape;19252;p139"/>
            <p:cNvSpPr/>
            <p:nvPr/>
          </p:nvSpPr>
          <p:spPr>
            <a:xfrm>
              <a:off x="7254592" y="1649501"/>
              <a:ext cx="148772" cy="18110"/>
            </a:xfrm>
            <a:custGeom>
              <a:avLst/>
              <a:gdLst/>
              <a:ahLst/>
              <a:cxnLst/>
              <a:rect l="l" t="t" r="r" b="b"/>
              <a:pathLst>
                <a:path w="5693" h="693" extrusionOk="0">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3" name="Google Shape;19253;p139"/>
            <p:cNvSpPr/>
            <p:nvPr/>
          </p:nvSpPr>
          <p:spPr>
            <a:xfrm>
              <a:off x="7254592" y="1695232"/>
              <a:ext cx="145506" cy="23911"/>
            </a:xfrm>
            <a:custGeom>
              <a:avLst/>
              <a:gdLst/>
              <a:ahLst/>
              <a:cxnLst/>
              <a:rect l="l" t="t" r="r" b="b"/>
              <a:pathLst>
                <a:path w="5568" h="915" extrusionOk="0">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4" name="Google Shape;19254;p139"/>
            <p:cNvSpPr/>
            <p:nvPr/>
          </p:nvSpPr>
          <p:spPr>
            <a:xfrm>
              <a:off x="7254592" y="1701530"/>
              <a:ext cx="148537" cy="17613"/>
            </a:xfrm>
            <a:custGeom>
              <a:avLst/>
              <a:gdLst/>
              <a:ahLst/>
              <a:cxnLst/>
              <a:rect l="l" t="t" r="r" b="b"/>
              <a:pathLst>
                <a:path w="5684" h="674" extrusionOk="0">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5" name="Google Shape;19255;p139"/>
            <p:cNvSpPr/>
            <p:nvPr/>
          </p:nvSpPr>
          <p:spPr>
            <a:xfrm>
              <a:off x="7254592" y="1746740"/>
              <a:ext cx="145767" cy="23911"/>
            </a:xfrm>
            <a:custGeom>
              <a:avLst/>
              <a:gdLst/>
              <a:ahLst/>
              <a:cxnLst/>
              <a:rect l="l" t="t" r="r" b="b"/>
              <a:pathLst>
                <a:path w="5578" h="915" extrusionOk="0">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6" name="Google Shape;19256;p139"/>
            <p:cNvSpPr/>
            <p:nvPr/>
          </p:nvSpPr>
          <p:spPr>
            <a:xfrm>
              <a:off x="7254592" y="1752776"/>
              <a:ext cx="148772" cy="17875"/>
            </a:xfrm>
            <a:custGeom>
              <a:avLst/>
              <a:gdLst/>
              <a:ahLst/>
              <a:cxnLst/>
              <a:rect l="l" t="t" r="r" b="b"/>
              <a:pathLst>
                <a:path w="5693" h="684" extrusionOk="0">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7" name="Google Shape;19257;p139"/>
            <p:cNvSpPr/>
            <p:nvPr/>
          </p:nvSpPr>
          <p:spPr>
            <a:xfrm>
              <a:off x="7260864" y="1836714"/>
              <a:ext cx="52788" cy="25166"/>
            </a:xfrm>
            <a:custGeom>
              <a:avLst/>
              <a:gdLst/>
              <a:ahLst/>
              <a:cxnLst/>
              <a:rect l="l" t="t" r="r" b="b"/>
              <a:pathLst>
                <a:path w="2020" h="963" extrusionOk="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8" name="Google Shape;19258;p139"/>
            <p:cNvSpPr/>
            <p:nvPr/>
          </p:nvSpPr>
          <p:spPr>
            <a:xfrm>
              <a:off x="7287258" y="1836714"/>
              <a:ext cx="26394" cy="25166"/>
            </a:xfrm>
            <a:custGeom>
              <a:avLst/>
              <a:gdLst/>
              <a:ahLst/>
              <a:cxnLst/>
              <a:rect l="l" t="t" r="r" b="b"/>
              <a:pathLst>
                <a:path w="1010" h="963" extrusionOk="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59" name="Google Shape;19259;p139"/>
          <p:cNvGrpSpPr/>
          <p:nvPr/>
        </p:nvGrpSpPr>
        <p:grpSpPr>
          <a:xfrm>
            <a:off x="7688313" y="1501251"/>
            <a:ext cx="153058" cy="360628"/>
            <a:chOff x="7688313" y="1501251"/>
            <a:chExt cx="153058" cy="360628"/>
          </a:xfrm>
        </p:grpSpPr>
        <p:sp>
          <p:nvSpPr>
            <p:cNvPr id="19260" name="Google Shape;19260;p139"/>
            <p:cNvSpPr/>
            <p:nvPr/>
          </p:nvSpPr>
          <p:spPr>
            <a:xfrm>
              <a:off x="7688313" y="1637192"/>
              <a:ext cx="153058" cy="211098"/>
            </a:xfrm>
            <a:custGeom>
              <a:avLst/>
              <a:gdLst/>
              <a:ahLst/>
              <a:cxnLst/>
              <a:rect l="l" t="t" r="r" b="b"/>
              <a:pathLst>
                <a:path w="5857" h="8078" extrusionOk="0">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1" name="Google Shape;19261;p139"/>
            <p:cNvSpPr/>
            <p:nvPr/>
          </p:nvSpPr>
          <p:spPr>
            <a:xfrm>
              <a:off x="7745857" y="1637192"/>
              <a:ext cx="95514" cy="211098"/>
            </a:xfrm>
            <a:custGeom>
              <a:avLst/>
              <a:gdLst/>
              <a:ahLst/>
              <a:cxnLst/>
              <a:rect l="l" t="t" r="r" b="b"/>
              <a:pathLst>
                <a:path w="3655" h="8078" extrusionOk="0">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2" name="Google Shape;19262;p139"/>
            <p:cNvSpPr/>
            <p:nvPr/>
          </p:nvSpPr>
          <p:spPr>
            <a:xfrm>
              <a:off x="7750143" y="1792210"/>
              <a:ext cx="29634" cy="69669"/>
            </a:xfrm>
            <a:custGeom>
              <a:avLst/>
              <a:gdLst/>
              <a:ahLst/>
              <a:cxnLst/>
              <a:rect l="l" t="t" r="r" b="b"/>
              <a:pathLst>
                <a:path w="1134" h="2666" extrusionOk="0">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3" name="Google Shape;19263;p139"/>
            <p:cNvSpPr/>
            <p:nvPr/>
          </p:nvSpPr>
          <p:spPr>
            <a:xfrm>
              <a:off x="7766214" y="1504256"/>
              <a:ext cx="23389" cy="11080"/>
            </a:xfrm>
            <a:custGeom>
              <a:avLst/>
              <a:gdLst/>
              <a:ahLst/>
              <a:cxnLst/>
              <a:rect l="l" t="t" r="r" b="b"/>
              <a:pathLst>
                <a:path w="895" h="424" extrusionOk="0">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4" name="Google Shape;19264;p139"/>
            <p:cNvSpPr/>
            <p:nvPr/>
          </p:nvSpPr>
          <p:spPr>
            <a:xfrm>
              <a:off x="7741075" y="1503995"/>
              <a:ext cx="22657" cy="11080"/>
            </a:xfrm>
            <a:custGeom>
              <a:avLst/>
              <a:gdLst/>
              <a:ahLst/>
              <a:cxnLst/>
              <a:rect l="l" t="t" r="r" b="b"/>
              <a:pathLst>
                <a:path w="867" h="424" extrusionOk="0">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5" name="Google Shape;19265;p139"/>
            <p:cNvSpPr/>
            <p:nvPr/>
          </p:nvSpPr>
          <p:spPr>
            <a:xfrm>
              <a:off x="7765953" y="1529134"/>
              <a:ext cx="27178" cy="10819"/>
            </a:xfrm>
            <a:custGeom>
              <a:avLst/>
              <a:gdLst/>
              <a:ahLst/>
              <a:cxnLst/>
              <a:rect l="l" t="t" r="r" b="b"/>
              <a:pathLst>
                <a:path w="1040" h="414" extrusionOk="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6" name="Google Shape;19266;p139"/>
            <p:cNvSpPr/>
            <p:nvPr/>
          </p:nvSpPr>
          <p:spPr>
            <a:xfrm>
              <a:off x="7737573" y="1528873"/>
              <a:ext cx="26159" cy="10845"/>
            </a:xfrm>
            <a:custGeom>
              <a:avLst/>
              <a:gdLst/>
              <a:ahLst/>
              <a:cxnLst/>
              <a:rect l="l" t="t" r="r" b="b"/>
              <a:pathLst>
                <a:path w="1001" h="415" extrusionOk="0">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7" name="Google Shape;19267;p139"/>
            <p:cNvSpPr/>
            <p:nvPr/>
          </p:nvSpPr>
          <p:spPr>
            <a:xfrm>
              <a:off x="7751632" y="1523594"/>
              <a:ext cx="26420" cy="186482"/>
            </a:xfrm>
            <a:custGeom>
              <a:avLst/>
              <a:gdLst/>
              <a:ahLst/>
              <a:cxnLst/>
              <a:rect l="l" t="t" r="r" b="b"/>
              <a:pathLst>
                <a:path w="1011" h="7136" extrusionOk="0">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8" name="Google Shape;19268;p139"/>
            <p:cNvSpPr/>
            <p:nvPr/>
          </p:nvSpPr>
          <p:spPr>
            <a:xfrm>
              <a:off x="7764960" y="1523594"/>
              <a:ext cx="13092" cy="186482"/>
            </a:xfrm>
            <a:custGeom>
              <a:avLst/>
              <a:gdLst/>
              <a:ahLst/>
              <a:cxnLst/>
              <a:rect l="l" t="t" r="r" b="b"/>
              <a:pathLst>
                <a:path w="501" h="7136" extrusionOk="0">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9" name="Google Shape;19269;p139"/>
            <p:cNvSpPr/>
            <p:nvPr/>
          </p:nvSpPr>
          <p:spPr>
            <a:xfrm>
              <a:off x="7749881" y="1501251"/>
              <a:ext cx="30418" cy="41498"/>
            </a:xfrm>
            <a:custGeom>
              <a:avLst/>
              <a:gdLst/>
              <a:ahLst/>
              <a:cxnLst/>
              <a:rect l="l" t="t" r="r" b="b"/>
              <a:pathLst>
                <a:path w="1164" h="1588" extrusionOk="0">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0" name="Google Shape;19270;p139"/>
            <p:cNvSpPr/>
            <p:nvPr/>
          </p:nvSpPr>
          <p:spPr>
            <a:xfrm>
              <a:off x="7718967" y="1737201"/>
              <a:ext cx="24904" cy="60444"/>
            </a:xfrm>
            <a:custGeom>
              <a:avLst/>
              <a:gdLst/>
              <a:ahLst/>
              <a:cxnLst/>
              <a:rect l="l" t="t" r="r" b="b"/>
              <a:pathLst>
                <a:path w="953" h="2313" extrusionOk="0">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1" name="Google Shape;19271;p139"/>
            <p:cNvSpPr/>
            <p:nvPr/>
          </p:nvSpPr>
          <p:spPr>
            <a:xfrm>
              <a:off x="7786075" y="1737201"/>
              <a:ext cx="24904" cy="60444"/>
            </a:xfrm>
            <a:custGeom>
              <a:avLst/>
              <a:gdLst/>
              <a:ahLst/>
              <a:cxnLst/>
              <a:rect l="l" t="t" r="r" b="b"/>
              <a:pathLst>
                <a:path w="953" h="2313" extrusionOk="0">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2" name="Google Shape;19272;p139"/>
            <p:cNvSpPr/>
            <p:nvPr/>
          </p:nvSpPr>
          <p:spPr>
            <a:xfrm>
              <a:off x="7764960" y="1792210"/>
              <a:ext cx="14608" cy="69669"/>
            </a:xfrm>
            <a:custGeom>
              <a:avLst/>
              <a:gdLst/>
              <a:ahLst/>
              <a:cxnLst/>
              <a:rect l="l" t="t" r="r" b="b"/>
              <a:pathLst>
                <a:path w="559" h="2666" extrusionOk="0">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3" name="Google Shape;19273;p139"/>
            <p:cNvSpPr/>
            <p:nvPr/>
          </p:nvSpPr>
          <p:spPr>
            <a:xfrm>
              <a:off x="7751397" y="1814109"/>
              <a:ext cx="27152" cy="11080"/>
            </a:xfrm>
            <a:custGeom>
              <a:avLst/>
              <a:gdLst/>
              <a:ahLst/>
              <a:cxnLst/>
              <a:rect l="l" t="t" r="r" b="b"/>
              <a:pathLst>
                <a:path w="1039" h="424" extrusionOk="0">
                  <a:moveTo>
                    <a:pt x="0" y="0"/>
                  </a:moveTo>
                  <a:lnTo>
                    <a:pt x="29" y="423"/>
                  </a:lnTo>
                  <a:lnTo>
                    <a:pt x="1010" y="423"/>
                  </a:lnTo>
                  <a:lnTo>
                    <a:pt x="1039"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4" name="Google Shape;19274;p139"/>
            <p:cNvSpPr/>
            <p:nvPr/>
          </p:nvSpPr>
          <p:spPr>
            <a:xfrm>
              <a:off x="7764960" y="1814109"/>
              <a:ext cx="13589" cy="11080"/>
            </a:xfrm>
            <a:custGeom>
              <a:avLst/>
              <a:gdLst/>
              <a:ahLst/>
              <a:cxnLst/>
              <a:rect l="l" t="t" r="r" b="b"/>
              <a:pathLst>
                <a:path w="520" h="424" extrusionOk="0">
                  <a:moveTo>
                    <a:pt x="0" y="0"/>
                  </a:moveTo>
                  <a:lnTo>
                    <a:pt x="0" y="423"/>
                  </a:lnTo>
                  <a:lnTo>
                    <a:pt x="491" y="423"/>
                  </a:lnTo>
                  <a:lnTo>
                    <a:pt x="520"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5" name="Google Shape;19275;p139"/>
            <p:cNvSpPr/>
            <p:nvPr/>
          </p:nvSpPr>
          <p:spPr>
            <a:xfrm>
              <a:off x="7764960" y="1501251"/>
              <a:ext cx="15105" cy="41472"/>
            </a:xfrm>
            <a:custGeom>
              <a:avLst/>
              <a:gdLst/>
              <a:ahLst/>
              <a:cxnLst/>
              <a:rect l="l" t="t" r="r" b="b"/>
              <a:pathLst>
                <a:path w="578" h="1587" extrusionOk="0">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76" name="Google Shape;19276;p139"/>
          <p:cNvGrpSpPr/>
          <p:nvPr/>
        </p:nvGrpSpPr>
        <p:grpSpPr>
          <a:xfrm>
            <a:off x="8150179" y="1501251"/>
            <a:ext cx="150811" cy="360628"/>
            <a:chOff x="8150179" y="1501251"/>
            <a:chExt cx="150811" cy="360628"/>
          </a:xfrm>
        </p:grpSpPr>
        <p:sp>
          <p:nvSpPr>
            <p:cNvPr id="19277" name="Google Shape;19277;p139"/>
            <p:cNvSpPr/>
            <p:nvPr/>
          </p:nvSpPr>
          <p:spPr>
            <a:xfrm>
              <a:off x="8150179" y="1656034"/>
              <a:ext cx="150549" cy="205846"/>
            </a:xfrm>
            <a:custGeom>
              <a:avLst/>
              <a:gdLst/>
              <a:ahLst/>
              <a:cxnLst/>
              <a:rect l="l" t="t" r="r" b="b"/>
              <a:pathLst>
                <a:path w="5761" h="7877" extrusionOk="0">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8" name="Google Shape;19278;p139"/>
            <p:cNvSpPr/>
            <p:nvPr/>
          </p:nvSpPr>
          <p:spPr>
            <a:xfrm>
              <a:off x="8206468" y="1656034"/>
              <a:ext cx="94521" cy="205846"/>
            </a:xfrm>
            <a:custGeom>
              <a:avLst/>
              <a:gdLst/>
              <a:ahLst/>
              <a:cxnLst/>
              <a:rect l="l" t="t" r="r" b="b"/>
              <a:pathLst>
                <a:path w="3617" h="7877" extrusionOk="0">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9" name="Google Shape;19279;p139"/>
            <p:cNvSpPr/>
            <p:nvPr/>
          </p:nvSpPr>
          <p:spPr>
            <a:xfrm>
              <a:off x="8209996" y="1513559"/>
              <a:ext cx="30941" cy="168894"/>
            </a:xfrm>
            <a:custGeom>
              <a:avLst/>
              <a:gdLst/>
              <a:ahLst/>
              <a:cxnLst/>
              <a:rect l="l" t="t" r="r" b="b"/>
              <a:pathLst>
                <a:path w="1184" h="6463" extrusionOk="0">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0" name="Google Shape;19280;p139"/>
            <p:cNvSpPr/>
            <p:nvPr/>
          </p:nvSpPr>
          <p:spPr>
            <a:xfrm>
              <a:off x="8198419" y="1702785"/>
              <a:ext cx="54329" cy="54303"/>
            </a:xfrm>
            <a:custGeom>
              <a:avLst/>
              <a:gdLst/>
              <a:ahLst/>
              <a:cxnLst/>
              <a:rect l="l" t="t" r="r" b="b"/>
              <a:pathLst>
                <a:path w="2079" h="2078" extrusionOk="0">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1" name="Google Shape;19281;p139"/>
            <p:cNvSpPr/>
            <p:nvPr/>
          </p:nvSpPr>
          <p:spPr>
            <a:xfrm>
              <a:off x="8189639" y="1809327"/>
              <a:ext cx="71629" cy="21141"/>
            </a:xfrm>
            <a:custGeom>
              <a:avLst/>
              <a:gdLst/>
              <a:ahLst/>
              <a:cxnLst/>
              <a:rect l="l" t="t" r="r" b="b"/>
              <a:pathLst>
                <a:path w="2741" h="809" extrusionOk="0">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2" name="Google Shape;19282;p139"/>
            <p:cNvSpPr/>
            <p:nvPr/>
          </p:nvSpPr>
          <p:spPr>
            <a:xfrm>
              <a:off x="8189639" y="1817114"/>
              <a:ext cx="71629" cy="13354"/>
            </a:xfrm>
            <a:custGeom>
              <a:avLst/>
              <a:gdLst/>
              <a:ahLst/>
              <a:cxnLst/>
              <a:rect l="l" t="t" r="r" b="b"/>
              <a:pathLst>
                <a:path w="2741" h="511" extrusionOk="0">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3" name="Google Shape;19283;p139"/>
            <p:cNvSpPr/>
            <p:nvPr/>
          </p:nvSpPr>
          <p:spPr>
            <a:xfrm>
              <a:off x="8225571" y="1513559"/>
              <a:ext cx="15366" cy="168894"/>
            </a:xfrm>
            <a:custGeom>
              <a:avLst/>
              <a:gdLst/>
              <a:ahLst/>
              <a:cxnLst/>
              <a:rect l="l" t="t" r="r" b="b"/>
              <a:pathLst>
                <a:path w="588" h="6463" extrusionOk="0">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4" name="Google Shape;19284;p139"/>
            <p:cNvSpPr/>
            <p:nvPr/>
          </p:nvSpPr>
          <p:spPr>
            <a:xfrm>
              <a:off x="8204456" y="1501251"/>
              <a:ext cx="41995" cy="50018"/>
            </a:xfrm>
            <a:custGeom>
              <a:avLst/>
              <a:gdLst/>
              <a:ahLst/>
              <a:cxnLst/>
              <a:rect l="l" t="t" r="r" b="b"/>
              <a:pathLst>
                <a:path w="1607" h="1914" extrusionOk="0">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5" name="Google Shape;19285;p139"/>
            <p:cNvSpPr/>
            <p:nvPr/>
          </p:nvSpPr>
          <p:spPr>
            <a:xfrm>
              <a:off x="8225571" y="1501251"/>
              <a:ext cx="20880" cy="50018"/>
            </a:xfrm>
            <a:custGeom>
              <a:avLst/>
              <a:gdLst/>
              <a:ahLst/>
              <a:cxnLst/>
              <a:rect l="l" t="t" r="r" b="b"/>
              <a:pathLst>
                <a:path w="799" h="1914" extrusionOk="0">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286" name="Google Shape;19286;p139"/>
          <p:cNvSpPr/>
          <p:nvPr/>
        </p:nvSpPr>
        <p:spPr>
          <a:xfrm>
            <a:off x="4948085" y="2906944"/>
            <a:ext cx="32744" cy="15889"/>
          </a:xfrm>
          <a:custGeom>
            <a:avLst/>
            <a:gdLst/>
            <a:ahLst/>
            <a:cxnLst/>
            <a:rect l="l" t="t" r="r" b="b"/>
            <a:pathLst>
              <a:path w="1253" h="608" extrusionOk="0">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287" name="Google Shape;19287;p139"/>
          <p:cNvGrpSpPr/>
          <p:nvPr/>
        </p:nvGrpSpPr>
        <p:grpSpPr>
          <a:xfrm>
            <a:off x="4877867" y="2902946"/>
            <a:ext cx="170149" cy="360629"/>
            <a:chOff x="4877867" y="2902946"/>
            <a:chExt cx="170149" cy="360629"/>
          </a:xfrm>
        </p:grpSpPr>
        <p:sp>
          <p:nvSpPr>
            <p:cNvPr id="19288" name="Google Shape;19288;p139"/>
            <p:cNvSpPr/>
            <p:nvPr/>
          </p:nvSpPr>
          <p:spPr>
            <a:xfrm>
              <a:off x="4942780" y="2925315"/>
              <a:ext cx="32692" cy="15915"/>
            </a:xfrm>
            <a:custGeom>
              <a:avLst/>
              <a:gdLst/>
              <a:ahLst/>
              <a:cxnLst/>
              <a:rect l="l" t="t" r="r" b="b"/>
              <a:pathLst>
                <a:path w="1251" h="609" extrusionOk="0">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9" name="Google Shape;19289;p139"/>
            <p:cNvSpPr/>
            <p:nvPr/>
          </p:nvSpPr>
          <p:spPr>
            <a:xfrm>
              <a:off x="4937345" y="2943843"/>
              <a:ext cx="32927" cy="15915"/>
            </a:xfrm>
            <a:custGeom>
              <a:avLst/>
              <a:gdLst/>
              <a:ahLst/>
              <a:cxnLst/>
              <a:rect l="l" t="t" r="r" b="b"/>
              <a:pathLst>
                <a:path w="1260" h="609" extrusionOk="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0" name="Google Shape;19290;p139"/>
            <p:cNvSpPr/>
            <p:nvPr/>
          </p:nvSpPr>
          <p:spPr>
            <a:xfrm>
              <a:off x="4877867" y="3063164"/>
              <a:ext cx="170149" cy="200410"/>
            </a:xfrm>
            <a:custGeom>
              <a:avLst/>
              <a:gdLst/>
              <a:ahLst/>
              <a:cxnLst/>
              <a:rect l="l" t="t" r="r" b="b"/>
              <a:pathLst>
                <a:path w="6511" h="7669" extrusionOk="0">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1" name="Google Shape;19291;p139"/>
            <p:cNvSpPr/>
            <p:nvPr/>
          </p:nvSpPr>
          <p:spPr>
            <a:xfrm>
              <a:off x="4942963" y="3088905"/>
              <a:ext cx="105053" cy="174670"/>
            </a:xfrm>
            <a:custGeom>
              <a:avLst/>
              <a:gdLst/>
              <a:ahLst/>
              <a:cxnLst/>
              <a:rect l="l" t="t" r="r" b="b"/>
              <a:pathLst>
                <a:path w="4020" h="6684" extrusionOk="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2" name="Google Shape;19292;p139"/>
            <p:cNvSpPr/>
            <p:nvPr/>
          </p:nvSpPr>
          <p:spPr>
            <a:xfrm>
              <a:off x="4949496" y="2966761"/>
              <a:ext cx="25662" cy="161368"/>
            </a:xfrm>
            <a:custGeom>
              <a:avLst/>
              <a:gdLst/>
              <a:ahLst/>
              <a:cxnLst/>
              <a:rect l="l" t="t" r="r" b="b"/>
              <a:pathLst>
                <a:path w="982" h="6175" extrusionOk="0">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3" name="Google Shape;19293;p139"/>
            <p:cNvSpPr/>
            <p:nvPr/>
          </p:nvSpPr>
          <p:spPr>
            <a:xfrm>
              <a:off x="4962301" y="2967023"/>
              <a:ext cx="12857" cy="161107"/>
            </a:xfrm>
            <a:custGeom>
              <a:avLst/>
              <a:gdLst/>
              <a:ahLst/>
              <a:cxnLst/>
              <a:rect l="l" t="t" r="r" b="b"/>
              <a:pathLst>
                <a:path w="492" h="6165" extrusionOk="0">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4" name="Google Shape;19294;p139"/>
            <p:cNvSpPr/>
            <p:nvPr/>
          </p:nvSpPr>
          <p:spPr>
            <a:xfrm>
              <a:off x="4948739" y="2902946"/>
              <a:ext cx="33685" cy="71394"/>
            </a:xfrm>
            <a:custGeom>
              <a:avLst/>
              <a:gdLst/>
              <a:ahLst/>
              <a:cxnLst/>
              <a:rect l="l" t="t" r="r" b="b"/>
              <a:pathLst>
                <a:path w="1289" h="2732" extrusionOk="0">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5" name="Google Shape;19295;p139"/>
            <p:cNvSpPr/>
            <p:nvPr/>
          </p:nvSpPr>
          <p:spPr>
            <a:xfrm>
              <a:off x="4937423" y="3148199"/>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6" name="Google Shape;19296;p139"/>
            <p:cNvSpPr/>
            <p:nvPr/>
          </p:nvSpPr>
          <p:spPr>
            <a:xfrm>
              <a:off x="4937423" y="3177102"/>
              <a:ext cx="49782" cy="11080"/>
            </a:xfrm>
            <a:custGeom>
              <a:avLst/>
              <a:gdLst/>
              <a:ahLst/>
              <a:cxnLst/>
              <a:rect l="l" t="t" r="r" b="b"/>
              <a:pathLst>
                <a:path w="1905" h="424" extrusionOk="0">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7" name="Google Shape;19297;p139"/>
            <p:cNvSpPr/>
            <p:nvPr/>
          </p:nvSpPr>
          <p:spPr>
            <a:xfrm>
              <a:off x="4937423" y="3205247"/>
              <a:ext cx="49782" cy="10819"/>
            </a:xfrm>
            <a:custGeom>
              <a:avLst/>
              <a:gdLst/>
              <a:ahLst/>
              <a:cxnLst/>
              <a:rect l="l" t="t" r="r" b="b"/>
              <a:pathLst>
                <a:path w="1905" h="414" extrusionOk="0">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8" name="Google Shape;19298;p139"/>
            <p:cNvSpPr/>
            <p:nvPr/>
          </p:nvSpPr>
          <p:spPr>
            <a:xfrm>
              <a:off x="4999253" y="3176841"/>
              <a:ext cx="11080" cy="11342"/>
            </a:xfrm>
            <a:custGeom>
              <a:avLst/>
              <a:gdLst/>
              <a:ahLst/>
              <a:cxnLst/>
              <a:rect l="l" t="t" r="r" b="b"/>
              <a:pathLst>
                <a:path w="424" h="434" extrusionOk="0">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9" name="Google Shape;19299;p139"/>
            <p:cNvSpPr/>
            <p:nvPr/>
          </p:nvSpPr>
          <p:spPr>
            <a:xfrm>
              <a:off x="4999253" y="3204985"/>
              <a:ext cx="11080" cy="11342"/>
            </a:xfrm>
            <a:custGeom>
              <a:avLst/>
              <a:gdLst/>
              <a:ahLst/>
              <a:cxnLst/>
              <a:rect l="l" t="t" r="r" b="b"/>
              <a:pathLst>
                <a:path w="424" h="434" extrusionOk="0">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0" name="Google Shape;19300;p139"/>
            <p:cNvSpPr/>
            <p:nvPr/>
          </p:nvSpPr>
          <p:spPr>
            <a:xfrm>
              <a:off x="4957284" y="2914235"/>
              <a:ext cx="18110" cy="53572"/>
            </a:xfrm>
            <a:custGeom>
              <a:avLst/>
              <a:gdLst/>
              <a:ahLst/>
              <a:cxnLst/>
              <a:rect l="l" t="t" r="r" b="b"/>
              <a:pathLst>
                <a:path w="693" h="2050" extrusionOk="0">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01" name="Google Shape;19301;p139"/>
          <p:cNvGrpSpPr/>
          <p:nvPr/>
        </p:nvGrpSpPr>
        <p:grpSpPr>
          <a:xfrm>
            <a:off x="6741689" y="1500676"/>
            <a:ext cx="207962" cy="361203"/>
            <a:chOff x="6741689" y="1500676"/>
            <a:chExt cx="207962" cy="361203"/>
          </a:xfrm>
        </p:grpSpPr>
        <p:sp>
          <p:nvSpPr>
            <p:cNvPr id="19302" name="Google Shape;19302;p139"/>
            <p:cNvSpPr/>
            <p:nvPr/>
          </p:nvSpPr>
          <p:spPr>
            <a:xfrm>
              <a:off x="6749242" y="1500676"/>
              <a:ext cx="184469" cy="361203"/>
            </a:xfrm>
            <a:custGeom>
              <a:avLst/>
              <a:gdLst/>
              <a:ahLst/>
              <a:cxnLst/>
              <a:rect l="l" t="t" r="r" b="b"/>
              <a:pathLst>
                <a:path w="7059" h="13822" extrusionOk="0">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3" name="Google Shape;19303;p139"/>
            <p:cNvSpPr/>
            <p:nvPr/>
          </p:nvSpPr>
          <p:spPr>
            <a:xfrm>
              <a:off x="6775113" y="1501199"/>
              <a:ext cx="37735" cy="310167"/>
            </a:xfrm>
            <a:custGeom>
              <a:avLst/>
              <a:gdLst/>
              <a:ahLst/>
              <a:cxnLst/>
              <a:rect l="l" t="t" r="r" b="b"/>
              <a:pathLst>
                <a:path w="1444" h="11869" extrusionOk="0">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4" name="Google Shape;19304;p139"/>
            <p:cNvSpPr/>
            <p:nvPr/>
          </p:nvSpPr>
          <p:spPr>
            <a:xfrm>
              <a:off x="6773623" y="1645241"/>
              <a:ext cx="159330" cy="216638"/>
            </a:xfrm>
            <a:custGeom>
              <a:avLst/>
              <a:gdLst/>
              <a:ahLst/>
              <a:cxnLst/>
              <a:rect l="l" t="t" r="r" b="b"/>
              <a:pathLst>
                <a:path w="6097" h="8290" extrusionOk="0">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5" name="Google Shape;19305;p139"/>
            <p:cNvSpPr/>
            <p:nvPr/>
          </p:nvSpPr>
          <p:spPr>
            <a:xfrm>
              <a:off x="6854530" y="1589082"/>
              <a:ext cx="93006" cy="108502"/>
            </a:xfrm>
            <a:custGeom>
              <a:avLst/>
              <a:gdLst/>
              <a:ahLst/>
              <a:cxnLst/>
              <a:rect l="l" t="t" r="r" b="b"/>
              <a:pathLst>
                <a:path w="3559" h="4152" extrusionOk="0">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6" name="Google Shape;19306;p139"/>
            <p:cNvSpPr/>
            <p:nvPr/>
          </p:nvSpPr>
          <p:spPr>
            <a:xfrm>
              <a:off x="6857796" y="1589134"/>
              <a:ext cx="91856" cy="108398"/>
            </a:xfrm>
            <a:custGeom>
              <a:avLst/>
              <a:gdLst/>
              <a:ahLst/>
              <a:cxnLst/>
              <a:rect l="l" t="t" r="r" b="b"/>
              <a:pathLst>
                <a:path w="3515" h="4148" extrusionOk="0">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7" name="Google Shape;19307;p139"/>
            <p:cNvSpPr/>
            <p:nvPr/>
          </p:nvSpPr>
          <p:spPr>
            <a:xfrm>
              <a:off x="6801245" y="1635441"/>
              <a:ext cx="31699" cy="11315"/>
            </a:xfrm>
            <a:custGeom>
              <a:avLst/>
              <a:gdLst/>
              <a:ahLst/>
              <a:cxnLst/>
              <a:rect l="l" t="t" r="r" b="b"/>
              <a:pathLst>
                <a:path w="1213" h="433" extrusionOk="0">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8" name="Google Shape;19308;p139"/>
            <p:cNvSpPr/>
            <p:nvPr/>
          </p:nvSpPr>
          <p:spPr>
            <a:xfrm>
              <a:off x="6819852" y="1626765"/>
              <a:ext cx="11342" cy="28537"/>
            </a:xfrm>
            <a:custGeom>
              <a:avLst/>
              <a:gdLst/>
              <a:ahLst/>
              <a:cxnLst/>
              <a:rect l="l" t="t" r="r" b="b"/>
              <a:pathLst>
                <a:path w="434" h="1092" extrusionOk="0">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9" name="Google Shape;19309;p139"/>
            <p:cNvSpPr/>
            <p:nvPr/>
          </p:nvSpPr>
          <p:spPr>
            <a:xfrm>
              <a:off x="6754756" y="1761583"/>
              <a:ext cx="29687" cy="11315"/>
            </a:xfrm>
            <a:custGeom>
              <a:avLst/>
              <a:gdLst/>
              <a:ahLst/>
              <a:cxnLst/>
              <a:rect l="l" t="t" r="r" b="b"/>
              <a:pathLst>
                <a:path w="1136" h="433" extrusionOk="0">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0" name="Google Shape;19310;p139"/>
            <p:cNvSpPr/>
            <p:nvPr/>
          </p:nvSpPr>
          <p:spPr>
            <a:xfrm>
              <a:off x="6756768" y="1752907"/>
              <a:ext cx="11342" cy="28537"/>
            </a:xfrm>
            <a:custGeom>
              <a:avLst/>
              <a:gdLst/>
              <a:ahLst/>
              <a:cxnLst/>
              <a:rect l="l" t="t" r="r" b="b"/>
              <a:pathLst>
                <a:path w="434" h="1092" extrusionOk="0">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1" name="Google Shape;19311;p139"/>
            <p:cNvSpPr/>
            <p:nvPr/>
          </p:nvSpPr>
          <p:spPr>
            <a:xfrm>
              <a:off x="6754756" y="1717863"/>
              <a:ext cx="31699" cy="11577"/>
            </a:xfrm>
            <a:custGeom>
              <a:avLst/>
              <a:gdLst/>
              <a:ahLst/>
              <a:cxnLst/>
              <a:rect l="l" t="t" r="r" b="b"/>
              <a:pathLst>
                <a:path w="1213" h="443" extrusionOk="0">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2" name="Google Shape;19312;p139"/>
            <p:cNvSpPr/>
            <p:nvPr/>
          </p:nvSpPr>
          <p:spPr>
            <a:xfrm>
              <a:off x="6756768" y="1709422"/>
              <a:ext cx="11342" cy="28563"/>
            </a:xfrm>
            <a:custGeom>
              <a:avLst/>
              <a:gdLst/>
              <a:ahLst/>
              <a:cxnLst/>
              <a:rect l="l" t="t" r="r" b="b"/>
              <a:pathLst>
                <a:path w="434" h="1093" extrusionOk="0">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3" name="Google Shape;19313;p139"/>
            <p:cNvSpPr/>
            <p:nvPr/>
          </p:nvSpPr>
          <p:spPr>
            <a:xfrm>
              <a:off x="6833414" y="1779431"/>
              <a:ext cx="43014" cy="11315"/>
            </a:xfrm>
            <a:custGeom>
              <a:avLst/>
              <a:gdLst/>
              <a:ahLst/>
              <a:cxnLst/>
              <a:rect l="l" t="t" r="r" b="b"/>
              <a:pathLst>
                <a:path w="1646" h="433" extrusionOk="0">
                  <a:moveTo>
                    <a:pt x="1" y="0"/>
                  </a:moveTo>
                  <a:lnTo>
                    <a:pt x="1" y="433"/>
                  </a:lnTo>
                  <a:lnTo>
                    <a:pt x="1645" y="433"/>
                  </a:lnTo>
                  <a:lnTo>
                    <a:pt x="16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4" name="Google Shape;19314;p139"/>
            <p:cNvSpPr/>
            <p:nvPr/>
          </p:nvSpPr>
          <p:spPr>
            <a:xfrm>
              <a:off x="6775871" y="1779431"/>
              <a:ext cx="32692" cy="11315"/>
            </a:xfrm>
            <a:custGeom>
              <a:avLst/>
              <a:gdLst/>
              <a:ahLst/>
              <a:cxnLst/>
              <a:rect l="l" t="t" r="r" b="b"/>
              <a:pathLst>
                <a:path w="1251" h="433" extrusionOk="0">
                  <a:moveTo>
                    <a:pt x="20" y="0"/>
                  </a:moveTo>
                  <a:lnTo>
                    <a:pt x="1" y="433"/>
                  </a:lnTo>
                  <a:lnTo>
                    <a:pt x="1251" y="433"/>
                  </a:lnTo>
                  <a:lnTo>
                    <a:pt x="12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5" name="Google Shape;19315;p139"/>
            <p:cNvSpPr/>
            <p:nvPr/>
          </p:nvSpPr>
          <p:spPr>
            <a:xfrm>
              <a:off x="6801245" y="1596974"/>
              <a:ext cx="31699" cy="11342"/>
            </a:xfrm>
            <a:custGeom>
              <a:avLst/>
              <a:gdLst/>
              <a:ahLst/>
              <a:cxnLst/>
              <a:rect l="l" t="t" r="r" b="b"/>
              <a:pathLst>
                <a:path w="1213" h="434" extrusionOk="0">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6" name="Google Shape;19316;p139"/>
            <p:cNvSpPr/>
            <p:nvPr/>
          </p:nvSpPr>
          <p:spPr>
            <a:xfrm>
              <a:off x="6819852" y="1588560"/>
              <a:ext cx="11342" cy="28563"/>
            </a:xfrm>
            <a:custGeom>
              <a:avLst/>
              <a:gdLst/>
              <a:ahLst/>
              <a:cxnLst/>
              <a:rect l="l" t="t" r="r" b="b"/>
              <a:pathLst>
                <a:path w="434" h="1093" extrusionOk="0">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7" name="Google Shape;19317;p139"/>
            <p:cNvSpPr/>
            <p:nvPr/>
          </p:nvSpPr>
          <p:spPr>
            <a:xfrm>
              <a:off x="6789956" y="1657053"/>
              <a:ext cx="10558" cy="10558"/>
            </a:xfrm>
            <a:custGeom>
              <a:avLst/>
              <a:gdLst/>
              <a:ahLst/>
              <a:cxnLst/>
              <a:rect l="l" t="t" r="r" b="b"/>
              <a:pathLst>
                <a:path w="404" h="404" extrusionOk="0">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8" name="Google Shape;19318;p139"/>
            <p:cNvSpPr/>
            <p:nvPr/>
          </p:nvSpPr>
          <p:spPr>
            <a:xfrm>
              <a:off x="6788702" y="1704536"/>
              <a:ext cx="10819" cy="10584"/>
            </a:xfrm>
            <a:custGeom>
              <a:avLst/>
              <a:gdLst/>
              <a:ahLst/>
              <a:cxnLst/>
              <a:rect l="l" t="t" r="r" b="b"/>
              <a:pathLst>
                <a:path w="414" h="405" extrusionOk="0">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9" name="Google Shape;19319;p139"/>
            <p:cNvSpPr/>
            <p:nvPr/>
          </p:nvSpPr>
          <p:spPr>
            <a:xfrm>
              <a:off x="6787683" y="1755050"/>
              <a:ext cx="10584" cy="10819"/>
            </a:xfrm>
            <a:custGeom>
              <a:avLst/>
              <a:gdLst/>
              <a:ahLst/>
              <a:cxnLst/>
              <a:rect l="l" t="t" r="r" b="b"/>
              <a:pathLst>
                <a:path w="405" h="414" extrusionOk="0">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0" name="Google Shape;19320;p139"/>
            <p:cNvSpPr/>
            <p:nvPr/>
          </p:nvSpPr>
          <p:spPr>
            <a:xfrm>
              <a:off x="6741689" y="1509509"/>
              <a:ext cx="42753" cy="11368"/>
            </a:xfrm>
            <a:custGeom>
              <a:avLst/>
              <a:gdLst/>
              <a:ahLst/>
              <a:cxnLst/>
              <a:rect l="l" t="t" r="r" b="b"/>
              <a:pathLst>
                <a:path w="1636" h="435" extrusionOk="0">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21" name="Google Shape;19321;p139"/>
          <p:cNvGrpSpPr/>
          <p:nvPr/>
        </p:nvGrpSpPr>
        <p:grpSpPr>
          <a:xfrm>
            <a:off x="5752627" y="3430404"/>
            <a:ext cx="360628" cy="181464"/>
            <a:chOff x="5752627" y="3430404"/>
            <a:chExt cx="360628" cy="181464"/>
          </a:xfrm>
        </p:grpSpPr>
        <p:sp>
          <p:nvSpPr>
            <p:cNvPr id="19322" name="Google Shape;19322;p139"/>
            <p:cNvSpPr/>
            <p:nvPr/>
          </p:nvSpPr>
          <p:spPr>
            <a:xfrm>
              <a:off x="5752627" y="3430404"/>
              <a:ext cx="360628" cy="181203"/>
            </a:xfrm>
            <a:custGeom>
              <a:avLst/>
              <a:gdLst/>
              <a:ahLst/>
              <a:cxnLst/>
              <a:rect l="l" t="t" r="r" b="b"/>
              <a:pathLst>
                <a:path w="13800" h="6934" extrusionOk="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3" name="Google Shape;19323;p139"/>
            <p:cNvSpPr/>
            <p:nvPr/>
          </p:nvSpPr>
          <p:spPr>
            <a:xfrm>
              <a:off x="5752627" y="3430404"/>
              <a:ext cx="360628" cy="96507"/>
            </a:xfrm>
            <a:custGeom>
              <a:avLst/>
              <a:gdLst/>
              <a:ahLst/>
              <a:cxnLst/>
              <a:rect l="l" t="t" r="r" b="b"/>
              <a:pathLst>
                <a:path w="13800" h="3693" extrusionOk="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4" name="Google Shape;19324;p139"/>
            <p:cNvSpPr/>
            <p:nvPr/>
          </p:nvSpPr>
          <p:spPr>
            <a:xfrm>
              <a:off x="5752627" y="3430404"/>
              <a:ext cx="360628" cy="96507"/>
            </a:xfrm>
            <a:custGeom>
              <a:avLst/>
              <a:gdLst/>
              <a:ahLst/>
              <a:cxnLst/>
              <a:rect l="l" t="t" r="r" b="b"/>
              <a:pathLst>
                <a:path w="13800" h="3693" extrusionOk="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5" name="Google Shape;19325;p139"/>
            <p:cNvSpPr/>
            <p:nvPr/>
          </p:nvSpPr>
          <p:spPr>
            <a:xfrm>
              <a:off x="5788036" y="3526885"/>
              <a:ext cx="28929" cy="84722"/>
            </a:xfrm>
            <a:custGeom>
              <a:avLst/>
              <a:gdLst/>
              <a:ahLst/>
              <a:cxnLst/>
              <a:rect l="l" t="t" r="r" b="b"/>
              <a:pathLst>
                <a:path w="1107" h="3242" extrusionOk="0">
                  <a:moveTo>
                    <a:pt x="1" y="1"/>
                  </a:moveTo>
                  <a:lnTo>
                    <a:pt x="1" y="3241"/>
                  </a:lnTo>
                  <a:lnTo>
                    <a:pt x="1107" y="3241"/>
                  </a:lnTo>
                  <a:lnTo>
                    <a:pt x="1107"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6" name="Google Shape;19326;p139"/>
            <p:cNvSpPr/>
            <p:nvPr/>
          </p:nvSpPr>
          <p:spPr>
            <a:xfrm>
              <a:off x="5816939"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7" name="Google Shape;19327;p139"/>
            <p:cNvSpPr/>
            <p:nvPr/>
          </p:nvSpPr>
          <p:spPr>
            <a:xfrm>
              <a:off x="5846102"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8" name="Google Shape;19328;p139"/>
            <p:cNvSpPr/>
            <p:nvPr/>
          </p:nvSpPr>
          <p:spPr>
            <a:xfrm>
              <a:off x="5875005" y="3526885"/>
              <a:ext cx="28903" cy="84722"/>
            </a:xfrm>
            <a:custGeom>
              <a:avLst/>
              <a:gdLst/>
              <a:ahLst/>
              <a:cxnLst/>
              <a:rect l="l" t="t" r="r" b="b"/>
              <a:pathLst>
                <a:path w="1106"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9" name="Google Shape;19329;p139"/>
            <p:cNvSpPr/>
            <p:nvPr/>
          </p:nvSpPr>
          <p:spPr>
            <a:xfrm>
              <a:off x="5903881"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0" name="Google Shape;19330;p139"/>
            <p:cNvSpPr/>
            <p:nvPr/>
          </p:nvSpPr>
          <p:spPr>
            <a:xfrm>
              <a:off x="5933045"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1" name="Google Shape;19331;p139"/>
            <p:cNvSpPr/>
            <p:nvPr/>
          </p:nvSpPr>
          <p:spPr>
            <a:xfrm>
              <a:off x="5961948"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2" name="Google Shape;19332;p139"/>
            <p:cNvSpPr/>
            <p:nvPr/>
          </p:nvSpPr>
          <p:spPr>
            <a:xfrm>
              <a:off x="5990850" y="3526885"/>
              <a:ext cx="29164" cy="84722"/>
            </a:xfrm>
            <a:custGeom>
              <a:avLst/>
              <a:gdLst/>
              <a:ahLst/>
              <a:cxnLst/>
              <a:rect l="l" t="t" r="r" b="b"/>
              <a:pathLst>
                <a:path w="1116" h="3242" extrusionOk="0">
                  <a:moveTo>
                    <a:pt x="0" y="1"/>
                  </a:moveTo>
                  <a:lnTo>
                    <a:pt x="0"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3" name="Google Shape;19333;p139"/>
            <p:cNvSpPr/>
            <p:nvPr/>
          </p:nvSpPr>
          <p:spPr>
            <a:xfrm>
              <a:off x="6019988" y="3526885"/>
              <a:ext cx="28929" cy="84722"/>
            </a:xfrm>
            <a:custGeom>
              <a:avLst/>
              <a:gdLst/>
              <a:ahLst/>
              <a:cxnLst/>
              <a:rect l="l" t="t" r="r" b="b"/>
              <a:pathLst>
                <a:path w="1107" h="3242" extrusionOk="0">
                  <a:moveTo>
                    <a:pt x="1" y="1"/>
                  </a:moveTo>
                  <a:lnTo>
                    <a:pt x="1"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4" name="Google Shape;19334;p139"/>
            <p:cNvSpPr/>
            <p:nvPr/>
          </p:nvSpPr>
          <p:spPr>
            <a:xfrm>
              <a:off x="6048891"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5" name="Google Shape;19335;p139"/>
            <p:cNvSpPr/>
            <p:nvPr/>
          </p:nvSpPr>
          <p:spPr>
            <a:xfrm>
              <a:off x="5806381" y="3526885"/>
              <a:ext cx="21403" cy="48032"/>
            </a:xfrm>
            <a:custGeom>
              <a:avLst/>
              <a:gdLst/>
              <a:ahLst/>
              <a:cxnLst/>
              <a:rect l="l" t="t" r="r" b="b"/>
              <a:pathLst>
                <a:path w="819" h="1838" extrusionOk="0">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6" name="Google Shape;19336;p139"/>
            <p:cNvSpPr/>
            <p:nvPr/>
          </p:nvSpPr>
          <p:spPr>
            <a:xfrm>
              <a:off x="5864186"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7" name="Google Shape;19337;p139"/>
            <p:cNvSpPr/>
            <p:nvPr/>
          </p:nvSpPr>
          <p:spPr>
            <a:xfrm>
              <a:off x="5922226" y="3526885"/>
              <a:ext cx="21638" cy="48032"/>
            </a:xfrm>
            <a:custGeom>
              <a:avLst/>
              <a:gdLst/>
              <a:ahLst/>
              <a:cxnLst/>
              <a:rect l="l" t="t" r="r" b="b"/>
              <a:pathLst>
                <a:path w="828" h="1838" extrusionOk="0">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8" name="Google Shape;19338;p139"/>
            <p:cNvSpPr/>
            <p:nvPr/>
          </p:nvSpPr>
          <p:spPr>
            <a:xfrm>
              <a:off x="5980293" y="3526885"/>
              <a:ext cx="21638" cy="48032"/>
            </a:xfrm>
            <a:custGeom>
              <a:avLst/>
              <a:gdLst/>
              <a:ahLst/>
              <a:cxnLst/>
              <a:rect l="l" t="t" r="r" b="b"/>
              <a:pathLst>
                <a:path w="828" h="1838" extrusionOk="0">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9" name="Google Shape;19339;p139"/>
            <p:cNvSpPr/>
            <p:nvPr/>
          </p:nvSpPr>
          <p:spPr>
            <a:xfrm>
              <a:off x="6038072"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0" name="Google Shape;19340;p139"/>
            <p:cNvSpPr/>
            <p:nvPr/>
          </p:nvSpPr>
          <p:spPr>
            <a:xfrm>
              <a:off x="5926774" y="3454995"/>
              <a:ext cx="139234" cy="42282"/>
            </a:xfrm>
            <a:custGeom>
              <a:avLst/>
              <a:gdLst/>
              <a:ahLst/>
              <a:cxnLst/>
              <a:rect l="l" t="t" r="r" b="b"/>
              <a:pathLst>
                <a:path w="5328" h="1618" extrusionOk="0">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1" name="Google Shape;19341;p139"/>
            <p:cNvSpPr/>
            <p:nvPr/>
          </p:nvSpPr>
          <p:spPr>
            <a:xfrm>
              <a:off x="5926774" y="3471615"/>
              <a:ext cx="139234" cy="25662"/>
            </a:xfrm>
            <a:custGeom>
              <a:avLst/>
              <a:gdLst/>
              <a:ahLst/>
              <a:cxnLst/>
              <a:rect l="l" t="t" r="r" b="b"/>
              <a:pathLst>
                <a:path w="5328" h="982" extrusionOk="0">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2" name="Google Shape;19342;p139"/>
            <p:cNvSpPr/>
            <p:nvPr/>
          </p:nvSpPr>
          <p:spPr>
            <a:xfrm>
              <a:off x="5870981" y="3449559"/>
              <a:ext cx="10819" cy="53232"/>
            </a:xfrm>
            <a:custGeom>
              <a:avLst/>
              <a:gdLst/>
              <a:ahLst/>
              <a:cxnLst/>
              <a:rect l="l" t="t" r="r" b="b"/>
              <a:pathLst>
                <a:path w="414" h="2037" extrusionOk="0">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3" name="Google Shape;19343;p139"/>
            <p:cNvSpPr/>
            <p:nvPr/>
          </p:nvSpPr>
          <p:spPr>
            <a:xfrm>
              <a:off x="5834787" y="3449559"/>
              <a:ext cx="10845" cy="53232"/>
            </a:xfrm>
            <a:custGeom>
              <a:avLst/>
              <a:gdLst/>
              <a:ahLst/>
              <a:cxnLst/>
              <a:rect l="l" t="t" r="r" b="b"/>
              <a:pathLst>
                <a:path w="415" h="2037" extrusionOk="0">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4" name="Google Shape;19344;p139"/>
            <p:cNvSpPr/>
            <p:nvPr/>
          </p:nvSpPr>
          <p:spPr>
            <a:xfrm>
              <a:off x="5797601" y="3449559"/>
              <a:ext cx="11080" cy="53232"/>
            </a:xfrm>
            <a:custGeom>
              <a:avLst/>
              <a:gdLst/>
              <a:ahLst/>
              <a:cxnLst/>
              <a:rect l="l" t="t" r="r" b="b"/>
              <a:pathLst>
                <a:path w="424" h="2037" extrusionOk="0">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5" name="Google Shape;19345;p139"/>
            <p:cNvSpPr/>
            <p:nvPr/>
          </p:nvSpPr>
          <p:spPr>
            <a:xfrm>
              <a:off x="6094361" y="3526885"/>
              <a:ext cx="18632" cy="84983"/>
            </a:xfrm>
            <a:custGeom>
              <a:avLst/>
              <a:gdLst/>
              <a:ahLst/>
              <a:cxnLst/>
              <a:rect l="l" t="t" r="r" b="b"/>
              <a:pathLst>
                <a:path w="713" h="3252" extrusionOk="0">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6" name="Google Shape;19346;p139"/>
            <p:cNvSpPr/>
            <p:nvPr/>
          </p:nvSpPr>
          <p:spPr>
            <a:xfrm>
              <a:off x="5769456" y="3526885"/>
              <a:ext cx="18606" cy="84983"/>
            </a:xfrm>
            <a:custGeom>
              <a:avLst/>
              <a:gdLst/>
              <a:ahLst/>
              <a:cxnLst/>
              <a:rect l="l" t="t" r="r" b="b"/>
              <a:pathLst>
                <a:path w="712" h="3252" extrusionOk="0">
                  <a:moveTo>
                    <a:pt x="0" y="1"/>
                  </a:moveTo>
                  <a:lnTo>
                    <a:pt x="0" y="3251"/>
                  </a:lnTo>
                  <a:lnTo>
                    <a:pt x="712" y="3251"/>
                  </a:lnTo>
                  <a:lnTo>
                    <a:pt x="712"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7" name="Google Shape;19347;p139"/>
            <p:cNvSpPr/>
            <p:nvPr/>
          </p:nvSpPr>
          <p:spPr>
            <a:xfrm>
              <a:off x="5860684" y="3457530"/>
              <a:ext cx="31437" cy="10845"/>
            </a:xfrm>
            <a:custGeom>
              <a:avLst/>
              <a:gdLst/>
              <a:ahLst/>
              <a:cxnLst/>
              <a:rect l="l" t="t" r="r" b="b"/>
              <a:pathLst>
                <a:path w="1203" h="415" extrusionOk="0">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8" name="Google Shape;19348;p139"/>
            <p:cNvSpPr/>
            <p:nvPr/>
          </p:nvSpPr>
          <p:spPr>
            <a:xfrm>
              <a:off x="5824491" y="3477652"/>
              <a:ext cx="31673" cy="11080"/>
            </a:xfrm>
            <a:custGeom>
              <a:avLst/>
              <a:gdLst/>
              <a:ahLst/>
              <a:cxnLst/>
              <a:rect l="l" t="t" r="r" b="b"/>
              <a:pathLst>
                <a:path w="1212" h="424" extrusionOk="0">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9" name="Google Shape;19349;p139"/>
            <p:cNvSpPr/>
            <p:nvPr/>
          </p:nvSpPr>
          <p:spPr>
            <a:xfrm>
              <a:off x="5787304" y="3457530"/>
              <a:ext cx="31673" cy="10845"/>
            </a:xfrm>
            <a:custGeom>
              <a:avLst/>
              <a:gdLst/>
              <a:ahLst/>
              <a:cxnLst/>
              <a:rect l="l" t="t" r="r" b="b"/>
              <a:pathLst>
                <a:path w="1212" h="415" extrusionOk="0">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50" name="Google Shape;19350;p139"/>
          <p:cNvGrpSpPr/>
          <p:nvPr/>
        </p:nvGrpSpPr>
        <p:grpSpPr>
          <a:xfrm>
            <a:off x="5235700" y="2902998"/>
            <a:ext cx="361909" cy="360759"/>
            <a:chOff x="5235700" y="2902998"/>
            <a:chExt cx="361909" cy="360759"/>
          </a:xfrm>
        </p:grpSpPr>
        <p:sp>
          <p:nvSpPr>
            <p:cNvPr id="19351" name="Google Shape;19351;p139"/>
            <p:cNvSpPr/>
            <p:nvPr/>
          </p:nvSpPr>
          <p:spPr>
            <a:xfrm>
              <a:off x="5235700" y="2902998"/>
              <a:ext cx="361909" cy="360498"/>
            </a:xfrm>
            <a:custGeom>
              <a:avLst/>
              <a:gdLst/>
              <a:ahLst/>
              <a:cxnLst/>
              <a:rect l="l" t="t" r="r" b="b"/>
              <a:pathLst>
                <a:path w="13849" h="13795" extrusionOk="0">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2" name="Google Shape;19352;p139"/>
            <p:cNvSpPr/>
            <p:nvPr/>
          </p:nvSpPr>
          <p:spPr>
            <a:xfrm>
              <a:off x="5353061" y="2902998"/>
              <a:ext cx="244287" cy="360759"/>
            </a:xfrm>
            <a:custGeom>
              <a:avLst/>
              <a:gdLst/>
              <a:ahLst/>
              <a:cxnLst/>
              <a:rect l="l" t="t" r="r" b="b"/>
              <a:pathLst>
                <a:path w="9348" h="13805" extrusionOk="0">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3" name="Google Shape;19353;p139"/>
            <p:cNvSpPr/>
            <p:nvPr/>
          </p:nvSpPr>
          <p:spPr>
            <a:xfrm>
              <a:off x="5294001" y="2977267"/>
              <a:ext cx="228712" cy="228372"/>
            </a:xfrm>
            <a:custGeom>
              <a:avLst/>
              <a:gdLst/>
              <a:ahLst/>
              <a:cxnLst/>
              <a:rect l="l" t="t" r="r" b="b"/>
              <a:pathLst>
                <a:path w="8752" h="8739" extrusionOk="0">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4" name="Google Shape;19354;p139"/>
            <p:cNvSpPr/>
            <p:nvPr/>
          </p:nvSpPr>
          <p:spPr>
            <a:xfrm>
              <a:off x="5374672" y="2977267"/>
              <a:ext cx="148041" cy="228372"/>
            </a:xfrm>
            <a:custGeom>
              <a:avLst/>
              <a:gdLst/>
              <a:ahLst/>
              <a:cxnLst/>
              <a:rect l="l" t="t" r="r" b="b"/>
              <a:pathLst>
                <a:path w="5665" h="8739" extrusionOk="0">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5" name="Google Shape;19355;p139"/>
            <p:cNvSpPr/>
            <p:nvPr/>
          </p:nvSpPr>
          <p:spPr>
            <a:xfrm>
              <a:off x="5335473" y="3083783"/>
              <a:ext cx="73145" cy="71499"/>
            </a:xfrm>
            <a:custGeom>
              <a:avLst/>
              <a:gdLst/>
              <a:ahLst/>
              <a:cxnLst/>
              <a:rect l="l" t="t" r="r" b="b"/>
              <a:pathLst>
                <a:path w="2799" h="2736" extrusionOk="0">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6" name="Google Shape;19356;p139"/>
            <p:cNvSpPr/>
            <p:nvPr/>
          </p:nvSpPr>
          <p:spPr>
            <a:xfrm>
              <a:off x="5380447" y="3068025"/>
              <a:ext cx="57831" cy="56237"/>
            </a:xfrm>
            <a:custGeom>
              <a:avLst/>
              <a:gdLst/>
              <a:ahLst/>
              <a:cxnLst/>
              <a:rect l="l" t="t" r="r" b="b"/>
              <a:pathLst>
                <a:path w="2213" h="2152" extrusionOk="0">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7" name="Google Shape;19357;p139"/>
            <p:cNvSpPr/>
            <p:nvPr/>
          </p:nvSpPr>
          <p:spPr>
            <a:xfrm>
              <a:off x="5399289" y="3031309"/>
              <a:ext cx="58850" cy="74425"/>
            </a:xfrm>
            <a:custGeom>
              <a:avLst/>
              <a:gdLst/>
              <a:ahLst/>
              <a:cxnLst/>
              <a:rect l="l" t="t" r="r" b="b"/>
              <a:pathLst>
                <a:path w="2252" h="2848" extrusionOk="0">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58" name="Google Shape;19358;p139"/>
          <p:cNvGrpSpPr/>
          <p:nvPr/>
        </p:nvGrpSpPr>
        <p:grpSpPr>
          <a:xfrm>
            <a:off x="6634912" y="3394969"/>
            <a:ext cx="360367" cy="252309"/>
            <a:chOff x="6634912" y="3394969"/>
            <a:chExt cx="360367" cy="252309"/>
          </a:xfrm>
        </p:grpSpPr>
        <p:sp>
          <p:nvSpPr>
            <p:cNvPr id="19359" name="Google Shape;19359;p139"/>
            <p:cNvSpPr/>
            <p:nvPr/>
          </p:nvSpPr>
          <p:spPr>
            <a:xfrm>
              <a:off x="6784913" y="3403749"/>
              <a:ext cx="106830" cy="39748"/>
            </a:xfrm>
            <a:custGeom>
              <a:avLst/>
              <a:gdLst/>
              <a:ahLst/>
              <a:cxnLst/>
              <a:rect l="l" t="t" r="r" b="b"/>
              <a:pathLst>
                <a:path w="4088" h="1521" extrusionOk="0">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0" name="Google Shape;19360;p139"/>
            <p:cNvSpPr/>
            <p:nvPr/>
          </p:nvSpPr>
          <p:spPr>
            <a:xfrm>
              <a:off x="6916333" y="3417835"/>
              <a:ext cx="56080" cy="30444"/>
            </a:xfrm>
            <a:custGeom>
              <a:avLst/>
              <a:gdLst/>
              <a:ahLst/>
              <a:cxnLst/>
              <a:rect l="l" t="t" r="r" b="b"/>
              <a:pathLst>
                <a:path w="2146" h="1165" extrusionOk="0">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1" name="Google Shape;19361;p139"/>
            <p:cNvSpPr/>
            <p:nvPr/>
          </p:nvSpPr>
          <p:spPr>
            <a:xfrm>
              <a:off x="6634912" y="3442974"/>
              <a:ext cx="360367" cy="204304"/>
            </a:xfrm>
            <a:custGeom>
              <a:avLst/>
              <a:gdLst/>
              <a:ahLst/>
              <a:cxnLst/>
              <a:rect l="l" t="t" r="r" b="b"/>
              <a:pathLst>
                <a:path w="13790" h="7818" extrusionOk="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2" name="Google Shape;19362;p139"/>
            <p:cNvSpPr/>
            <p:nvPr/>
          </p:nvSpPr>
          <p:spPr>
            <a:xfrm>
              <a:off x="6943981" y="3477129"/>
              <a:ext cx="51298" cy="142762"/>
            </a:xfrm>
            <a:custGeom>
              <a:avLst/>
              <a:gdLst/>
              <a:ahLst/>
              <a:cxnLst/>
              <a:rect l="l" t="t" r="r" b="b"/>
              <a:pathLst>
                <a:path w="1963" h="5463" extrusionOk="0">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3" name="Google Shape;19363;p139"/>
            <p:cNvSpPr/>
            <p:nvPr/>
          </p:nvSpPr>
          <p:spPr>
            <a:xfrm>
              <a:off x="6723344" y="3457530"/>
              <a:ext cx="205846" cy="176081"/>
            </a:xfrm>
            <a:custGeom>
              <a:avLst/>
              <a:gdLst/>
              <a:ahLst/>
              <a:cxnLst/>
              <a:rect l="l" t="t" r="r" b="b"/>
              <a:pathLst>
                <a:path w="7877" h="6738" extrusionOk="0">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4" name="Google Shape;19364;p139"/>
            <p:cNvSpPr/>
            <p:nvPr/>
          </p:nvSpPr>
          <p:spPr>
            <a:xfrm>
              <a:off x="6743702" y="3472870"/>
              <a:ext cx="170410" cy="145793"/>
            </a:xfrm>
            <a:custGeom>
              <a:avLst/>
              <a:gdLst/>
              <a:ahLst/>
              <a:cxnLst/>
              <a:rect l="l" t="t" r="r" b="b"/>
              <a:pathLst>
                <a:path w="6521" h="5579" extrusionOk="0">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5" name="Google Shape;19365;p139"/>
            <p:cNvSpPr/>
            <p:nvPr/>
          </p:nvSpPr>
          <p:spPr>
            <a:xfrm>
              <a:off x="6781411" y="3491816"/>
              <a:ext cx="119373" cy="106046"/>
            </a:xfrm>
            <a:custGeom>
              <a:avLst/>
              <a:gdLst/>
              <a:ahLst/>
              <a:cxnLst/>
              <a:rect l="l" t="t" r="r" b="b"/>
              <a:pathLst>
                <a:path w="4568" h="4058" extrusionOk="0">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6" name="Google Shape;19366;p139"/>
            <p:cNvSpPr/>
            <p:nvPr/>
          </p:nvSpPr>
          <p:spPr>
            <a:xfrm>
              <a:off x="6783867" y="3491711"/>
              <a:ext cx="116159" cy="106176"/>
            </a:xfrm>
            <a:custGeom>
              <a:avLst/>
              <a:gdLst/>
              <a:ahLst/>
              <a:cxnLst/>
              <a:rect l="l" t="t" r="r" b="b"/>
              <a:pathLst>
                <a:path w="4445" h="4063" extrusionOk="0">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7" name="Google Shape;19367;p139"/>
            <p:cNvSpPr/>
            <p:nvPr/>
          </p:nvSpPr>
          <p:spPr>
            <a:xfrm>
              <a:off x="6833414" y="3519595"/>
              <a:ext cx="33450" cy="33450"/>
            </a:xfrm>
            <a:custGeom>
              <a:avLst/>
              <a:gdLst/>
              <a:ahLst/>
              <a:cxnLst/>
              <a:rect l="l" t="t" r="r" b="b"/>
              <a:pathLst>
                <a:path w="1280" h="1280" extrusionOk="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8" name="Google Shape;19368;p139"/>
            <p:cNvSpPr/>
            <p:nvPr/>
          </p:nvSpPr>
          <p:spPr>
            <a:xfrm>
              <a:off x="6667055" y="3394969"/>
              <a:ext cx="34469" cy="30183"/>
            </a:xfrm>
            <a:custGeom>
              <a:avLst/>
              <a:gdLst/>
              <a:ahLst/>
              <a:cxnLst/>
              <a:rect l="l" t="t" r="r" b="b"/>
              <a:pathLst>
                <a:path w="1319" h="1155" extrusionOk="0">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9" name="Google Shape;19369;p139"/>
            <p:cNvSpPr/>
            <p:nvPr/>
          </p:nvSpPr>
          <p:spPr>
            <a:xfrm>
              <a:off x="6634912" y="3416580"/>
              <a:ext cx="99016" cy="230463"/>
            </a:xfrm>
            <a:custGeom>
              <a:avLst/>
              <a:gdLst/>
              <a:ahLst/>
              <a:cxnLst/>
              <a:rect l="l" t="t" r="r" b="b"/>
              <a:pathLst>
                <a:path w="3789" h="8819" extrusionOk="0">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0" name="Google Shape;19370;p139"/>
            <p:cNvSpPr/>
            <p:nvPr/>
          </p:nvSpPr>
          <p:spPr>
            <a:xfrm>
              <a:off x="6634912" y="3416580"/>
              <a:ext cx="77666" cy="204827"/>
            </a:xfrm>
            <a:custGeom>
              <a:avLst/>
              <a:gdLst/>
              <a:ahLst/>
              <a:cxnLst/>
              <a:rect l="l" t="t" r="r" b="b"/>
              <a:pathLst>
                <a:path w="2972" h="7838" extrusionOk="0">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1" name="Google Shape;19371;p139"/>
            <p:cNvSpPr/>
            <p:nvPr/>
          </p:nvSpPr>
          <p:spPr>
            <a:xfrm>
              <a:off x="6915836" y="3461058"/>
              <a:ext cx="22134" cy="22134"/>
            </a:xfrm>
            <a:custGeom>
              <a:avLst/>
              <a:gdLst/>
              <a:ahLst/>
              <a:cxnLst/>
              <a:rect l="l" t="t" r="r" b="b"/>
              <a:pathLst>
                <a:path w="847" h="847" extrusionOk="0">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72" name="Google Shape;19372;p139"/>
          <p:cNvGrpSpPr/>
          <p:nvPr/>
        </p:nvGrpSpPr>
        <p:grpSpPr>
          <a:xfrm>
            <a:off x="7059330" y="3340796"/>
            <a:ext cx="377170" cy="360655"/>
            <a:chOff x="7059330" y="3340796"/>
            <a:chExt cx="377170" cy="360655"/>
          </a:xfrm>
        </p:grpSpPr>
        <p:sp>
          <p:nvSpPr>
            <p:cNvPr id="19373" name="Google Shape;19373;p139"/>
            <p:cNvSpPr/>
            <p:nvPr/>
          </p:nvSpPr>
          <p:spPr>
            <a:xfrm>
              <a:off x="7059330" y="3424629"/>
              <a:ext cx="317144" cy="276822"/>
            </a:xfrm>
            <a:custGeom>
              <a:avLst/>
              <a:gdLst/>
              <a:ahLst/>
              <a:cxnLst/>
              <a:rect l="l" t="t" r="r" b="b"/>
              <a:pathLst>
                <a:path w="12136" h="10593" extrusionOk="0">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4" name="Google Shape;19374;p139"/>
            <p:cNvSpPr/>
            <p:nvPr/>
          </p:nvSpPr>
          <p:spPr>
            <a:xfrm>
              <a:off x="7076917" y="3424629"/>
              <a:ext cx="299322" cy="254583"/>
            </a:xfrm>
            <a:custGeom>
              <a:avLst/>
              <a:gdLst/>
              <a:ahLst/>
              <a:cxnLst/>
              <a:rect l="l" t="t" r="r" b="b"/>
              <a:pathLst>
                <a:path w="11454" h="9742" extrusionOk="0">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5" name="Google Shape;19375;p139"/>
            <p:cNvSpPr/>
            <p:nvPr/>
          </p:nvSpPr>
          <p:spPr>
            <a:xfrm>
              <a:off x="7155079" y="3466232"/>
              <a:ext cx="80671" cy="49390"/>
            </a:xfrm>
            <a:custGeom>
              <a:avLst/>
              <a:gdLst/>
              <a:ahLst/>
              <a:cxnLst/>
              <a:rect l="l" t="t" r="r" b="b"/>
              <a:pathLst>
                <a:path w="3087" h="1890" extrusionOk="0">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6" name="Google Shape;19376;p139"/>
            <p:cNvSpPr/>
            <p:nvPr/>
          </p:nvSpPr>
          <p:spPr>
            <a:xfrm>
              <a:off x="7175437" y="3466336"/>
              <a:ext cx="60575" cy="48528"/>
            </a:xfrm>
            <a:custGeom>
              <a:avLst/>
              <a:gdLst/>
              <a:ahLst/>
              <a:cxnLst/>
              <a:rect l="l" t="t" r="r" b="b"/>
              <a:pathLst>
                <a:path w="2318" h="1857" extrusionOk="0">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7" name="Google Shape;19377;p139"/>
            <p:cNvSpPr/>
            <p:nvPr/>
          </p:nvSpPr>
          <p:spPr>
            <a:xfrm>
              <a:off x="7199296" y="3550457"/>
              <a:ext cx="64103" cy="71838"/>
            </a:xfrm>
            <a:custGeom>
              <a:avLst/>
              <a:gdLst/>
              <a:ahLst/>
              <a:cxnLst/>
              <a:rect l="l" t="t" r="r" b="b"/>
              <a:pathLst>
                <a:path w="2453" h="2749" extrusionOk="0">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8" name="Google Shape;19378;p139"/>
            <p:cNvSpPr/>
            <p:nvPr/>
          </p:nvSpPr>
          <p:spPr>
            <a:xfrm>
              <a:off x="7216648" y="3550457"/>
              <a:ext cx="47012" cy="63920"/>
            </a:xfrm>
            <a:custGeom>
              <a:avLst/>
              <a:gdLst/>
              <a:ahLst/>
              <a:cxnLst/>
              <a:rect l="l" t="t" r="r" b="b"/>
              <a:pathLst>
                <a:path w="1799" h="2446" extrusionOk="0">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9" name="Google Shape;19379;p139"/>
            <p:cNvSpPr/>
            <p:nvPr/>
          </p:nvSpPr>
          <p:spPr>
            <a:xfrm>
              <a:off x="7106316" y="3524690"/>
              <a:ext cx="68127" cy="69565"/>
            </a:xfrm>
            <a:custGeom>
              <a:avLst/>
              <a:gdLst/>
              <a:ahLst/>
              <a:cxnLst/>
              <a:rect l="l" t="t" r="r" b="b"/>
              <a:pathLst>
                <a:path w="2607" h="2662" extrusionOk="0">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0" name="Google Shape;19380;p139"/>
            <p:cNvSpPr/>
            <p:nvPr/>
          </p:nvSpPr>
          <p:spPr>
            <a:xfrm>
              <a:off x="7113607" y="3541049"/>
              <a:ext cx="60836" cy="53206"/>
            </a:xfrm>
            <a:custGeom>
              <a:avLst/>
              <a:gdLst/>
              <a:ahLst/>
              <a:cxnLst/>
              <a:rect l="l" t="t" r="r" b="b"/>
              <a:pathLst>
                <a:path w="2328" h="2036" extrusionOk="0">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1" name="Google Shape;19381;p139"/>
            <p:cNvSpPr/>
            <p:nvPr/>
          </p:nvSpPr>
          <p:spPr>
            <a:xfrm>
              <a:off x="7312632" y="3340796"/>
              <a:ext cx="123868" cy="140645"/>
            </a:xfrm>
            <a:custGeom>
              <a:avLst/>
              <a:gdLst/>
              <a:ahLst/>
              <a:cxnLst/>
              <a:rect l="l" t="t" r="r" b="b"/>
              <a:pathLst>
                <a:path w="4740" h="5382" extrusionOk="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2" name="Google Shape;19382;p139"/>
            <p:cNvSpPr/>
            <p:nvPr/>
          </p:nvSpPr>
          <p:spPr>
            <a:xfrm>
              <a:off x="7331735" y="3413575"/>
              <a:ext cx="46516" cy="44242"/>
            </a:xfrm>
            <a:custGeom>
              <a:avLst/>
              <a:gdLst/>
              <a:ahLst/>
              <a:cxnLst/>
              <a:rect l="l" t="t" r="r" b="b"/>
              <a:pathLst>
                <a:path w="1780" h="1693" extrusionOk="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3" name="Google Shape;19383;p139"/>
            <p:cNvSpPr/>
            <p:nvPr/>
          </p:nvSpPr>
          <p:spPr>
            <a:xfrm>
              <a:off x="7231465" y="3453140"/>
              <a:ext cx="117622" cy="80122"/>
            </a:xfrm>
            <a:custGeom>
              <a:avLst/>
              <a:gdLst/>
              <a:ahLst/>
              <a:cxnLst/>
              <a:rect l="l" t="t" r="r" b="b"/>
              <a:pathLst>
                <a:path w="4501" h="3066" extrusionOk="0">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4" name="Google Shape;19384;p139"/>
            <p:cNvSpPr/>
            <p:nvPr/>
          </p:nvSpPr>
          <p:spPr>
            <a:xfrm>
              <a:off x="7245785" y="3452878"/>
              <a:ext cx="93502" cy="59713"/>
            </a:xfrm>
            <a:custGeom>
              <a:avLst/>
              <a:gdLst/>
              <a:ahLst/>
              <a:cxnLst/>
              <a:rect l="l" t="t" r="r" b="b"/>
              <a:pathLst>
                <a:path w="3578" h="2285" extrusionOk="0">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85" name="Google Shape;19385;p139"/>
          <p:cNvGrpSpPr/>
          <p:nvPr/>
        </p:nvGrpSpPr>
        <p:grpSpPr>
          <a:xfrm>
            <a:off x="7957948" y="3375631"/>
            <a:ext cx="360629" cy="291012"/>
            <a:chOff x="7957948" y="3375631"/>
            <a:chExt cx="360629" cy="291012"/>
          </a:xfrm>
        </p:grpSpPr>
        <p:sp>
          <p:nvSpPr>
            <p:cNvPr id="19386" name="Google Shape;19386;p139"/>
            <p:cNvSpPr/>
            <p:nvPr/>
          </p:nvSpPr>
          <p:spPr>
            <a:xfrm>
              <a:off x="7957948" y="3393714"/>
              <a:ext cx="360629" cy="261116"/>
            </a:xfrm>
            <a:custGeom>
              <a:avLst/>
              <a:gdLst/>
              <a:ahLst/>
              <a:cxnLst/>
              <a:rect l="l" t="t" r="r" b="b"/>
              <a:pathLst>
                <a:path w="13800" h="9992" extrusionOk="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7" name="Google Shape;19387;p139"/>
            <p:cNvSpPr/>
            <p:nvPr/>
          </p:nvSpPr>
          <p:spPr>
            <a:xfrm>
              <a:off x="8286643" y="3393714"/>
              <a:ext cx="31934" cy="261116"/>
            </a:xfrm>
            <a:custGeom>
              <a:avLst/>
              <a:gdLst/>
              <a:ahLst/>
              <a:cxnLst/>
              <a:rect l="l" t="t" r="r" b="b"/>
              <a:pathLst>
                <a:path w="1222" h="9992" extrusionOk="0">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8" name="Google Shape;19388;p139"/>
            <p:cNvSpPr/>
            <p:nvPr/>
          </p:nvSpPr>
          <p:spPr>
            <a:xfrm>
              <a:off x="7978541" y="3597757"/>
              <a:ext cx="159853" cy="33946"/>
            </a:xfrm>
            <a:custGeom>
              <a:avLst/>
              <a:gdLst/>
              <a:ahLst/>
              <a:cxnLst/>
              <a:rect l="l" t="t" r="r" b="b"/>
              <a:pathLst>
                <a:path w="6117" h="1299" extrusionOk="0">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9" name="Google Shape;19389;p139"/>
            <p:cNvSpPr/>
            <p:nvPr/>
          </p:nvSpPr>
          <p:spPr>
            <a:xfrm>
              <a:off x="8138367" y="3597757"/>
              <a:ext cx="159591" cy="33946"/>
            </a:xfrm>
            <a:custGeom>
              <a:avLst/>
              <a:gdLst/>
              <a:ahLst/>
              <a:cxnLst/>
              <a:rect l="l" t="t" r="r" b="b"/>
              <a:pathLst>
                <a:path w="6107" h="1299" extrusionOk="0">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0" name="Google Shape;19390;p139"/>
            <p:cNvSpPr/>
            <p:nvPr/>
          </p:nvSpPr>
          <p:spPr>
            <a:xfrm>
              <a:off x="8122531" y="3631677"/>
              <a:ext cx="31202" cy="34965"/>
            </a:xfrm>
            <a:custGeom>
              <a:avLst/>
              <a:gdLst/>
              <a:ahLst/>
              <a:cxnLst/>
              <a:rect l="l" t="t" r="r" b="b"/>
              <a:pathLst>
                <a:path w="1194" h="1338" extrusionOk="0">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1" name="Google Shape;19391;p139"/>
            <p:cNvSpPr/>
            <p:nvPr/>
          </p:nvSpPr>
          <p:spPr>
            <a:xfrm>
              <a:off x="7978541" y="3375631"/>
              <a:ext cx="159853" cy="234226"/>
            </a:xfrm>
            <a:custGeom>
              <a:avLst/>
              <a:gdLst/>
              <a:ahLst/>
              <a:cxnLst/>
              <a:rect l="l" t="t" r="r" b="b"/>
              <a:pathLst>
                <a:path w="6117" h="8963" extrusionOk="0">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2" name="Google Shape;19392;p139"/>
            <p:cNvSpPr/>
            <p:nvPr/>
          </p:nvSpPr>
          <p:spPr>
            <a:xfrm>
              <a:off x="8138367" y="3375631"/>
              <a:ext cx="159591" cy="234252"/>
            </a:xfrm>
            <a:custGeom>
              <a:avLst/>
              <a:gdLst/>
              <a:ahLst/>
              <a:cxnLst/>
              <a:rect l="l" t="t" r="r" b="b"/>
              <a:pathLst>
                <a:path w="6107" h="8964" extrusionOk="0">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3" name="Google Shape;19393;p139"/>
            <p:cNvSpPr/>
            <p:nvPr/>
          </p:nvSpPr>
          <p:spPr>
            <a:xfrm>
              <a:off x="8033576" y="3407277"/>
              <a:ext cx="80958" cy="10584"/>
            </a:xfrm>
            <a:custGeom>
              <a:avLst/>
              <a:gdLst/>
              <a:ahLst/>
              <a:cxnLst/>
              <a:rect l="l" t="t" r="r" b="b"/>
              <a:pathLst>
                <a:path w="3098" h="405" extrusionOk="0">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4" name="Google Shape;19394;p139"/>
            <p:cNvSpPr/>
            <p:nvPr/>
          </p:nvSpPr>
          <p:spPr>
            <a:xfrm>
              <a:off x="8003184" y="3428889"/>
              <a:ext cx="111351" cy="10584"/>
            </a:xfrm>
            <a:custGeom>
              <a:avLst/>
              <a:gdLst/>
              <a:ahLst/>
              <a:cxnLst/>
              <a:rect l="l" t="t" r="r" b="b"/>
              <a:pathLst>
                <a:path w="4261" h="405" extrusionOk="0">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5" name="Google Shape;19395;p139"/>
            <p:cNvSpPr/>
            <p:nvPr/>
          </p:nvSpPr>
          <p:spPr>
            <a:xfrm>
              <a:off x="8003184" y="3450761"/>
              <a:ext cx="111351" cy="10584"/>
            </a:xfrm>
            <a:custGeom>
              <a:avLst/>
              <a:gdLst/>
              <a:ahLst/>
              <a:cxnLst/>
              <a:rect l="l" t="t" r="r" b="b"/>
              <a:pathLst>
                <a:path w="4261" h="405" extrusionOk="0">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6" name="Google Shape;19396;p139"/>
            <p:cNvSpPr/>
            <p:nvPr/>
          </p:nvSpPr>
          <p:spPr>
            <a:xfrm>
              <a:off x="8003184" y="3472608"/>
              <a:ext cx="88720" cy="10584"/>
            </a:xfrm>
            <a:custGeom>
              <a:avLst/>
              <a:gdLst/>
              <a:ahLst/>
              <a:cxnLst/>
              <a:rect l="l" t="t" r="r" b="b"/>
              <a:pathLst>
                <a:path w="3395" h="405" extrusionOk="0">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7" name="Google Shape;19397;p139"/>
            <p:cNvSpPr/>
            <p:nvPr/>
          </p:nvSpPr>
          <p:spPr>
            <a:xfrm>
              <a:off x="8033576" y="3515831"/>
              <a:ext cx="80958" cy="10584"/>
            </a:xfrm>
            <a:custGeom>
              <a:avLst/>
              <a:gdLst/>
              <a:ahLst/>
              <a:cxnLst/>
              <a:rect l="l" t="t" r="r" b="b"/>
              <a:pathLst>
                <a:path w="3098" h="405" extrusionOk="0">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8" name="Google Shape;19398;p139"/>
            <p:cNvSpPr/>
            <p:nvPr/>
          </p:nvSpPr>
          <p:spPr>
            <a:xfrm>
              <a:off x="8003184" y="3537443"/>
              <a:ext cx="111351" cy="10584"/>
            </a:xfrm>
            <a:custGeom>
              <a:avLst/>
              <a:gdLst/>
              <a:ahLst/>
              <a:cxnLst/>
              <a:rect l="l" t="t" r="r" b="b"/>
              <a:pathLst>
                <a:path w="4261" h="405" extrusionOk="0">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9" name="Google Shape;19399;p139"/>
            <p:cNvSpPr/>
            <p:nvPr/>
          </p:nvSpPr>
          <p:spPr>
            <a:xfrm>
              <a:off x="8003184" y="3559316"/>
              <a:ext cx="55296" cy="10584"/>
            </a:xfrm>
            <a:custGeom>
              <a:avLst/>
              <a:gdLst/>
              <a:ahLst/>
              <a:cxnLst/>
              <a:rect l="l" t="t" r="r" b="b"/>
              <a:pathLst>
                <a:path w="2116" h="405" extrusionOk="0">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0" name="Google Shape;19400;p139"/>
            <p:cNvSpPr/>
            <p:nvPr/>
          </p:nvSpPr>
          <p:spPr>
            <a:xfrm>
              <a:off x="8190632" y="3479664"/>
              <a:ext cx="81194" cy="10558"/>
            </a:xfrm>
            <a:custGeom>
              <a:avLst/>
              <a:gdLst/>
              <a:ahLst/>
              <a:cxnLst/>
              <a:rect l="l" t="t" r="r" b="b"/>
              <a:pathLst>
                <a:path w="3107" h="404" extrusionOk="0">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1" name="Google Shape;19401;p139"/>
            <p:cNvSpPr/>
            <p:nvPr/>
          </p:nvSpPr>
          <p:spPr>
            <a:xfrm>
              <a:off x="8160240" y="3501511"/>
              <a:ext cx="111586" cy="10584"/>
            </a:xfrm>
            <a:custGeom>
              <a:avLst/>
              <a:gdLst/>
              <a:ahLst/>
              <a:cxnLst/>
              <a:rect l="l" t="t" r="r" b="b"/>
              <a:pathLst>
                <a:path w="4270" h="405" extrusionOk="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2" name="Google Shape;19402;p139"/>
            <p:cNvSpPr/>
            <p:nvPr/>
          </p:nvSpPr>
          <p:spPr>
            <a:xfrm>
              <a:off x="8160475" y="3523122"/>
              <a:ext cx="55061" cy="10584"/>
            </a:xfrm>
            <a:custGeom>
              <a:avLst/>
              <a:gdLst/>
              <a:ahLst/>
              <a:cxnLst/>
              <a:rect l="l" t="t" r="r" b="b"/>
              <a:pathLst>
                <a:path w="2107" h="405" extrusionOk="0">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3" name="Google Shape;19403;p139"/>
            <p:cNvSpPr/>
            <p:nvPr/>
          </p:nvSpPr>
          <p:spPr>
            <a:xfrm>
              <a:off x="8169778" y="3412556"/>
              <a:ext cx="97291" cy="36220"/>
            </a:xfrm>
            <a:custGeom>
              <a:avLst/>
              <a:gdLst/>
              <a:ahLst/>
              <a:cxnLst/>
              <a:rect l="l" t="t" r="r" b="b"/>
              <a:pathLst>
                <a:path w="3723" h="1386" extrusionOk="0">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04" name="Google Shape;19404;p139"/>
          <p:cNvGrpSpPr/>
          <p:nvPr/>
        </p:nvGrpSpPr>
        <p:grpSpPr>
          <a:xfrm>
            <a:off x="6198656" y="3867888"/>
            <a:ext cx="347562" cy="227954"/>
            <a:chOff x="6198656" y="3867888"/>
            <a:chExt cx="347562" cy="227954"/>
          </a:xfrm>
        </p:grpSpPr>
        <p:sp>
          <p:nvSpPr>
            <p:cNvPr id="19405" name="Google Shape;19405;p139"/>
            <p:cNvSpPr/>
            <p:nvPr/>
          </p:nvSpPr>
          <p:spPr>
            <a:xfrm>
              <a:off x="6198656" y="3867888"/>
              <a:ext cx="347562" cy="227954"/>
            </a:xfrm>
            <a:custGeom>
              <a:avLst/>
              <a:gdLst/>
              <a:ahLst/>
              <a:cxnLst/>
              <a:rect l="l" t="t" r="r" b="b"/>
              <a:pathLst>
                <a:path w="13300" h="8723" extrusionOk="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6" name="Google Shape;19406;p139"/>
            <p:cNvSpPr/>
            <p:nvPr/>
          </p:nvSpPr>
          <p:spPr>
            <a:xfrm>
              <a:off x="6234353" y="3885998"/>
              <a:ext cx="275933" cy="191760"/>
            </a:xfrm>
            <a:custGeom>
              <a:avLst/>
              <a:gdLst/>
              <a:ahLst/>
              <a:cxnLst/>
              <a:rect l="l" t="t" r="r" b="b"/>
              <a:pathLst>
                <a:path w="10559" h="7338" extrusionOk="0">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7" name="Google Shape;19407;p139"/>
            <p:cNvSpPr/>
            <p:nvPr/>
          </p:nvSpPr>
          <p:spPr>
            <a:xfrm>
              <a:off x="6210468" y="3970119"/>
              <a:ext cx="12335" cy="23964"/>
            </a:xfrm>
            <a:custGeom>
              <a:avLst/>
              <a:gdLst/>
              <a:ahLst/>
              <a:cxnLst/>
              <a:rect l="l" t="t" r="r" b="b"/>
              <a:pathLst>
                <a:path w="472" h="917" extrusionOk="0">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8" name="Google Shape;19408;p139"/>
            <p:cNvSpPr/>
            <p:nvPr/>
          </p:nvSpPr>
          <p:spPr>
            <a:xfrm>
              <a:off x="6522333" y="3963899"/>
              <a:ext cx="12073" cy="35958"/>
            </a:xfrm>
            <a:custGeom>
              <a:avLst/>
              <a:gdLst/>
              <a:ahLst/>
              <a:cxnLst/>
              <a:rect l="l" t="t" r="r" b="b"/>
              <a:pathLst>
                <a:path w="462" h="1376" extrusionOk="0">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9" name="Google Shape;19409;p139"/>
            <p:cNvSpPr/>
            <p:nvPr/>
          </p:nvSpPr>
          <p:spPr>
            <a:xfrm>
              <a:off x="6520321" y="3885998"/>
              <a:ext cx="16098" cy="12073"/>
            </a:xfrm>
            <a:custGeom>
              <a:avLst/>
              <a:gdLst/>
              <a:ahLst/>
              <a:cxnLst/>
              <a:rect l="l" t="t" r="r" b="b"/>
              <a:pathLst>
                <a:path w="616" h="462" extrusionOk="0">
                  <a:moveTo>
                    <a:pt x="308" y="0"/>
                  </a:moveTo>
                  <a:cubicBezTo>
                    <a:pt x="0" y="0"/>
                    <a:pt x="0" y="462"/>
                    <a:pt x="308" y="462"/>
                  </a:cubicBezTo>
                  <a:cubicBezTo>
                    <a:pt x="616" y="462"/>
                    <a:pt x="616" y="0"/>
                    <a:pt x="308" y="0"/>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0" name="Google Shape;19410;p139"/>
            <p:cNvSpPr/>
            <p:nvPr/>
          </p:nvSpPr>
          <p:spPr>
            <a:xfrm>
              <a:off x="6210468" y="3940014"/>
              <a:ext cx="12099" cy="17875"/>
            </a:xfrm>
            <a:custGeom>
              <a:avLst/>
              <a:gdLst/>
              <a:ahLst/>
              <a:cxnLst/>
              <a:rect l="l" t="t" r="r" b="b"/>
              <a:pathLst>
                <a:path w="463" h="684" extrusionOk="0">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1" name="Google Shape;19411;p139"/>
            <p:cNvSpPr/>
            <p:nvPr/>
          </p:nvSpPr>
          <p:spPr>
            <a:xfrm>
              <a:off x="6210468" y="4005842"/>
              <a:ext cx="12099" cy="18136"/>
            </a:xfrm>
            <a:custGeom>
              <a:avLst/>
              <a:gdLst/>
              <a:ahLst/>
              <a:cxnLst/>
              <a:rect l="l" t="t" r="r" b="b"/>
              <a:pathLst>
                <a:path w="463" h="694" extrusionOk="0">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2" name="Google Shape;19412;p139"/>
            <p:cNvSpPr/>
            <p:nvPr/>
          </p:nvSpPr>
          <p:spPr>
            <a:xfrm>
              <a:off x="6312489" y="3915894"/>
              <a:ext cx="119896" cy="95776"/>
            </a:xfrm>
            <a:custGeom>
              <a:avLst/>
              <a:gdLst/>
              <a:ahLst/>
              <a:cxnLst/>
              <a:rect l="l" t="t" r="r" b="b"/>
              <a:pathLst>
                <a:path w="4588" h="3665" extrusionOk="0">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3" name="Google Shape;19413;p139"/>
            <p:cNvSpPr/>
            <p:nvPr/>
          </p:nvSpPr>
          <p:spPr>
            <a:xfrm>
              <a:off x="6252437" y="4035764"/>
              <a:ext cx="240001" cy="12073"/>
            </a:xfrm>
            <a:custGeom>
              <a:avLst/>
              <a:gdLst/>
              <a:ahLst/>
              <a:cxnLst/>
              <a:rect l="l" t="t" r="r" b="b"/>
              <a:pathLst>
                <a:path w="9184" h="462" extrusionOk="0">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4" name="Google Shape;19414;p139"/>
            <p:cNvSpPr/>
            <p:nvPr/>
          </p:nvSpPr>
          <p:spPr>
            <a:xfrm>
              <a:off x="6252437" y="4035764"/>
              <a:ext cx="54042" cy="12073"/>
            </a:xfrm>
            <a:custGeom>
              <a:avLst/>
              <a:gdLst/>
              <a:ahLst/>
              <a:cxnLst/>
              <a:rect l="l" t="t" r="r" b="b"/>
              <a:pathLst>
                <a:path w="2068" h="462" extrusionOk="0">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5" name="Google Shape;19415;p139"/>
            <p:cNvSpPr/>
            <p:nvPr/>
          </p:nvSpPr>
          <p:spPr>
            <a:xfrm>
              <a:off x="6294406" y="4029727"/>
              <a:ext cx="24146" cy="24146"/>
            </a:xfrm>
            <a:custGeom>
              <a:avLst/>
              <a:gdLst/>
              <a:ahLst/>
              <a:cxnLst/>
              <a:rect l="l" t="t" r="r" b="b"/>
              <a:pathLst>
                <a:path w="924" h="924" extrusionOk="0">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16" name="Google Shape;19416;p139"/>
          <p:cNvGrpSpPr/>
          <p:nvPr/>
        </p:nvGrpSpPr>
        <p:grpSpPr>
          <a:xfrm>
            <a:off x="5706895" y="3819151"/>
            <a:ext cx="349392" cy="325454"/>
            <a:chOff x="5706895" y="3819151"/>
            <a:chExt cx="349392" cy="325454"/>
          </a:xfrm>
        </p:grpSpPr>
        <p:sp>
          <p:nvSpPr>
            <p:cNvPr id="19417" name="Google Shape;19417;p139"/>
            <p:cNvSpPr/>
            <p:nvPr/>
          </p:nvSpPr>
          <p:spPr>
            <a:xfrm>
              <a:off x="5761172" y="4052332"/>
              <a:ext cx="43484" cy="43511"/>
            </a:xfrm>
            <a:custGeom>
              <a:avLst/>
              <a:gdLst/>
              <a:ahLst/>
              <a:cxnLst/>
              <a:rect l="l" t="t" r="r" b="b"/>
              <a:pathLst>
                <a:path w="1664" h="1665" extrusionOk="0">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8" name="Google Shape;19418;p139"/>
            <p:cNvSpPr/>
            <p:nvPr/>
          </p:nvSpPr>
          <p:spPr>
            <a:xfrm>
              <a:off x="5903881" y="3938498"/>
              <a:ext cx="101316" cy="86995"/>
            </a:xfrm>
            <a:custGeom>
              <a:avLst/>
              <a:gdLst/>
              <a:ahLst/>
              <a:cxnLst/>
              <a:rect l="l" t="t" r="r" b="b"/>
              <a:pathLst>
                <a:path w="3877" h="3329" extrusionOk="0">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9" name="Google Shape;19419;p139"/>
            <p:cNvSpPr/>
            <p:nvPr/>
          </p:nvSpPr>
          <p:spPr>
            <a:xfrm>
              <a:off x="5913942" y="3973699"/>
              <a:ext cx="95514" cy="51795"/>
            </a:xfrm>
            <a:custGeom>
              <a:avLst/>
              <a:gdLst/>
              <a:ahLst/>
              <a:cxnLst/>
              <a:rect l="l" t="t" r="r" b="b"/>
              <a:pathLst>
                <a:path w="3655" h="1982" extrusionOk="0">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0" name="Google Shape;19420;p139"/>
            <p:cNvSpPr/>
            <p:nvPr/>
          </p:nvSpPr>
          <p:spPr>
            <a:xfrm>
              <a:off x="5788297" y="3840998"/>
              <a:ext cx="146525" cy="281891"/>
            </a:xfrm>
            <a:custGeom>
              <a:avLst/>
              <a:gdLst/>
              <a:ahLst/>
              <a:cxnLst/>
              <a:rect l="l" t="t" r="r" b="b"/>
              <a:pathLst>
                <a:path w="5607" h="10787" extrusionOk="0">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1" name="Google Shape;19421;p139"/>
            <p:cNvSpPr/>
            <p:nvPr/>
          </p:nvSpPr>
          <p:spPr>
            <a:xfrm>
              <a:off x="5788297" y="4009135"/>
              <a:ext cx="146525" cy="113755"/>
            </a:xfrm>
            <a:custGeom>
              <a:avLst/>
              <a:gdLst/>
              <a:ahLst/>
              <a:cxnLst/>
              <a:rect l="l" t="t" r="r" b="b"/>
              <a:pathLst>
                <a:path w="5607" h="4353" extrusionOk="0">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2" name="Google Shape;19422;p139"/>
            <p:cNvSpPr/>
            <p:nvPr/>
          </p:nvSpPr>
          <p:spPr>
            <a:xfrm>
              <a:off x="5923742" y="3819151"/>
              <a:ext cx="43511" cy="325454"/>
            </a:xfrm>
            <a:custGeom>
              <a:avLst/>
              <a:gdLst/>
              <a:ahLst/>
              <a:cxnLst/>
              <a:rect l="l" t="t" r="r" b="b"/>
              <a:pathLst>
                <a:path w="1665" h="12454" extrusionOk="0">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3" name="Google Shape;19423;p139"/>
            <p:cNvSpPr/>
            <p:nvPr/>
          </p:nvSpPr>
          <p:spPr>
            <a:xfrm>
              <a:off x="5923742" y="4117428"/>
              <a:ext cx="43511" cy="27178"/>
            </a:xfrm>
            <a:custGeom>
              <a:avLst/>
              <a:gdLst/>
              <a:ahLst/>
              <a:cxnLst/>
              <a:rect l="l" t="t" r="r" b="b"/>
              <a:pathLst>
                <a:path w="1665" h="1040" extrusionOk="0">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4" name="Google Shape;19424;p139"/>
            <p:cNvSpPr/>
            <p:nvPr/>
          </p:nvSpPr>
          <p:spPr>
            <a:xfrm>
              <a:off x="5706895" y="3933220"/>
              <a:ext cx="43484" cy="97291"/>
            </a:xfrm>
            <a:custGeom>
              <a:avLst/>
              <a:gdLst/>
              <a:ahLst/>
              <a:cxnLst/>
              <a:rect l="l" t="t" r="r" b="b"/>
              <a:pathLst>
                <a:path w="1664" h="3723" extrusionOk="0">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5" name="Google Shape;19425;p139"/>
            <p:cNvSpPr/>
            <p:nvPr/>
          </p:nvSpPr>
          <p:spPr>
            <a:xfrm>
              <a:off x="5706895" y="3938002"/>
              <a:ext cx="43484" cy="92509"/>
            </a:xfrm>
            <a:custGeom>
              <a:avLst/>
              <a:gdLst/>
              <a:ahLst/>
              <a:cxnLst/>
              <a:rect l="l" t="t" r="r" b="b"/>
              <a:pathLst>
                <a:path w="1664" h="3540" extrusionOk="0">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6" name="Google Shape;19426;p139"/>
            <p:cNvSpPr/>
            <p:nvPr/>
          </p:nvSpPr>
          <p:spPr>
            <a:xfrm>
              <a:off x="5744839" y="3932985"/>
              <a:ext cx="54303" cy="97762"/>
            </a:xfrm>
            <a:custGeom>
              <a:avLst/>
              <a:gdLst/>
              <a:ahLst/>
              <a:cxnLst/>
              <a:rect l="l" t="t" r="r" b="b"/>
              <a:pathLst>
                <a:path w="2078" h="3741" extrusionOk="0">
                  <a:moveTo>
                    <a:pt x="0" y="0"/>
                  </a:moveTo>
                  <a:lnTo>
                    <a:pt x="0" y="3741"/>
                  </a:lnTo>
                  <a:lnTo>
                    <a:pt x="2077" y="3741"/>
                  </a:lnTo>
                  <a:lnTo>
                    <a:pt x="2077" y="0"/>
                  </a:lnTo>
                  <a:close/>
                </a:path>
              </a:pathLst>
            </a:custGeom>
            <a:solidFill>
              <a:srgbClr val="8B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7" name="Google Shape;19427;p139"/>
            <p:cNvSpPr/>
            <p:nvPr/>
          </p:nvSpPr>
          <p:spPr>
            <a:xfrm>
              <a:off x="5744839" y="4014387"/>
              <a:ext cx="54303" cy="16359"/>
            </a:xfrm>
            <a:custGeom>
              <a:avLst/>
              <a:gdLst/>
              <a:ahLst/>
              <a:cxnLst/>
              <a:rect l="l" t="t" r="r" b="b"/>
              <a:pathLst>
                <a:path w="2078" h="626" extrusionOk="0">
                  <a:moveTo>
                    <a:pt x="0" y="1"/>
                  </a:moveTo>
                  <a:lnTo>
                    <a:pt x="0" y="626"/>
                  </a:lnTo>
                  <a:lnTo>
                    <a:pt x="2077" y="626"/>
                  </a:lnTo>
                  <a:lnTo>
                    <a:pt x="2077"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8" name="Google Shape;19428;p139"/>
            <p:cNvSpPr/>
            <p:nvPr/>
          </p:nvSpPr>
          <p:spPr>
            <a:xfrm>
              <a:off x="5744839" y="4030720"/>
              <a:ext cx="54539" cy="86734"/>
            </a:xfrm>
            <a:custGeom>
              <a:avLst/>
              <a:gdLst/>
              <a:ahLst/>
              <a:cxnLst/>
              <a:rect l="l" t="t" r="r" b="b"/>
              <a:pathLst>
                <a:path w="2087" h="3319" extrusionOk="0">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9" name="Google Shape;19429;p139"/>
            <p:cNvSpPr/>
            <p:nvPr/>
          </p:nvSpPr>
          <p:spPr>
            <a:xfrm>
              <a:off x="6025528" y="3976443"/>
              <a:ext cx="30758" cy="10871"/>
            </a:xfrm>
            <a:custGeom>
              <a:avLst/>
              <a:gdLst/>
              <a:ahLst/>
              <a:cxnLst/>
              <a:rect l="l" t="t" r="r" b="b"/>
              <a:pathLst>
                <a:path w="1177" h="416" extrusionOk="0">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0" name="Google Shape;19430;p139"/>
            <p:cNvSpPr/>
            <p:nvPr/>
          </p:nvSpPr>
          <p:spPr>
            <a:xfrm>
              <a:off x="6004675" y="3914718"/>
              <a:ext cx="26786" cy="22814"/>
            </a:xfrm>
            <a:custGeom>
              <a:avLst/>
              <a:gdLst/>
              <a:ahLst/>
              <a:cxnLst/>
              <a:rect l="l" t="t" r="r" b="b"/>
              <a:pathLst>
                <a:path w="1025" h="873" extrusionOk="0">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1" name="Google Shape;19431;p139"/>
            <p:cNvSpPr/>
            <p:nvPr/>
          </p:nvSpPr>
          <p:spPr>
            <a:xfrm>
              <a:off x="6003368" y="4025886"/>
              <a:ext cx="26943" cy="22709"/>
            </a:xfrm>
            <a:custGeom>
              <a:avLst/>
              <a:gdLst/>
              <a:ahLst/>
              <a:cxnLst/>
              <a:rect l="l" t="t" r="r" b="b"/>
              <a:pathLst>
                <a:path w="1031" h="869" extrusionOk="0">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32" name="Google Shape;19432;p139"/>
          <p:cNvGrpSpPr/>
          <p:nvPr/>
        </p:nvGrpSpPr>
        <p:grpSpPr>
          <a:xfrm>
            <a:off x="7648618" y="3340744"/>
            <a:ext cx="97265" cy="360393"/>
            <a:chOff x="7648618" y="3340744"/>
            <a:chExt cx="97265" cy="360393"/>
          </a:xfrm>
        </p:grpSpPr>
        <p:sp>
          <p:nvSpPr>
            <p:cNvPr id="19433" name="Google Shape;19433;p139"/>
            <p:cNvSpPr/>
            <p:nvPr/>
          </p:nvSpPr>
          <p:spPr>
            <a:xfrm>
              <a:off x="7648618" y="3340744"/>
              <a:ext cx="97265" cy="307057"/>
            </a:xfrm>
            <a:custGeom>
              <a:avLst/>
              <a:gdLst/>
              <a:ahLst/>
              <a:cxnLst/>
              <a:rect l="l" t="t" r="r" b="b"/>
              <a:pathLst>
                <a:path w="3722" h="11750" extrusionOk="0">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4" name="Google Shape;19434;p139"/>
            <p:cNvSpPr/>
            <p:nvPr/>
          </p:nvSpPr>
          <p:spPr>
            <a:xfrm>
              <a:off x="7672477" y="3346467"/>
              <a:ext cx="73406" cy="284740"/>
            </a:xfrm>
            <a:custGeom>
              <a:avLst/>
              <a:gdLst/>
              <a:ahLst/>
              <a:cxnLst/>
              <a:rect l="l" t="t" r="r" b="b"/>
              <a:pathLst>
                <a:path w="2809" h="10896" extrusionOk="0">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5" name="Google Shape;19435;p139"/>
            <p:cNvSpPr/>
            <p:nvPr/>
          </p:nvSpPr>
          <p:spPr>
            <a:xfrm>
              <a:off x="7656562" y="3376571"/>
              <a:ext cx="80018" cy="324566"/>
            </a:xfrm>
            <a:custGeom>
              <a:avLst/>
              <a:gdLst/>
              <a:ahLst/>
              <a:cxnLst/>
              <a:rect l="l" t="t" r="r" b="b"/>
              <a:pathLst>
                <a:path w="3062" h="12420" extrusionOk="0">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36" name="Google Shape;19436;p139"/>
          <p:cNvGrpSpPr/>
          <p:nvPr/>
        </p:nvGrpSpPr>
        <p:grpSpPr>
          <a:xfrm>
            <a:off x="7164356" y="3790667"/>
            <a:ext cx="385507" cy="382501"/>
            <a:chOff x="7164356" y="3790667"/>
            <a:chExt cx="385507" cy="382501"/>
          </a:xfrm>
        </p:grpSpPr>
        <p:sp>
          <p:nvSpPr>
            <p:cNvPr id="19437" name="Google Shape;19437;p139"/>
            <p:cNvSpPr/>
            <p:nvPr/>
          </p:nvSpPr>
          <p:spPr>
            <a:xfrm>
              <a:off x="7241526" y="3981983"/>
              <a:ext cx="114852" cy="114852"/>
            </a:xfrm>
            <a:custGeom>
              <a:avLst/>
              <a:gdLst/>
              <a:ahLst/>
              <a:cxnLst/>
              <a:rect l="l" t="t" r="r" b="b"/>
              <a:pathLst>
                <a:path w="4395" h="4395" extrusionOk="0">
                  <a:moveTo>
                    <a:pt x="1212" y="0"/>
                  </a:moveTo>
                  <a:lnTo>
                    <a:pt x="0" y="1202"/>
                  </a:lnTo>
                  <a:lnTo>
                    <a:pt x="3183" y="4395"/>
                  </a:lnTo>
                  <a:lnTo>
                    <a:pt x="4395" y="3183"/>
                  </a:lnTo>
                  <a:lnTo>
                    <a:pt x="1212"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8" name="Google Shape;19438;p139"/>
            <p:cNvSpPr/>
            <p:nvPr/>
          </p:nvSpPr>
          <p:spPr>
            <a:xfrm>
              <a:off x="7247536" y="3984988"/>
              <a:ext cx="56838" cy="56577"/>
            </a:xfrm>
            <a:custGeom>
              <a:avLst/>
              <a:gdLst/>
              <a:ahLst/>
              <a:cxnLst/>
              <a:rect l="l" t="t" r="r" b="b"/>
              <a:pathLst>
                <a:path w="2175" h="2165" extrusionOk="0">
                  <a:moveTo>
                    <a:pt x="1097" y="1"/>
                  </a:moveTo>
                  <a:lnTo>
                    <a:pt x="1" y="1328"/>
                  </a:lnTo>
                  <a:lnTo>
                    <a:pt x="847" y="2164"/>
                  </a:lnTo>
                  <a:lnTo>
                    <a:pt x="2174" y="1078"/>
                  </a:lnTo>
                  <a:lnTo>
                    <a:pt x="1097"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9" name="Google Shape;19439;p139"/>
            <p:cNvSpPr/>
            <p:nvPr/>
          </p:nvSpPr>
          <p:spPr>
            <a:xfrm>
              <a:off x="7296561" y="4033987"/>
              <a:ext cx="56812" cy="56838"/>
            </a:xfrm>
            <a:custGeom>
              <a:avLst/>
              <a:gdLst/>
              <a:ahLst/>
              <a:cxnLst/>
              <a:rect l="l" t="t" r="r" b="b"/>
              <a:pathLst>
                <a:path w="2174" h="2175" extrusionOk="0">
                  <a:moveTo>
                    <a:pt x="1096" y="1"/>
                  </a:moveTo>
                  <a:lnTo>
                    <a:pt x="0" y="1328"/>
                  </a:lnTo>
                  <a:lnTo>
                    <a:pt x="846" y="2174"/>
                  </a:lnTo>
                  <a:lnTo>
                    <a:pt x="2173" y="1078"/>
                  </a:lnTo>
                  <a:lnTo>
                    <a:pt x="1096"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0" name="Google Shape;19440;p139"/>
            <p:cNvSpPr/>
            <p:nvPr/>
          </p:nvSpPr>
          <p:spPr>
            <a:xfrm>
              <a:off x="7445307" y="3826468"/>
              <a:ext cx="68859" cy="64312"/>
            </a:xfrm>
            <a:custGeom>
              <a:avLst/>
              <a:gdLst/>
              <a:ahLst/>
              <a:cxnLst/>
              <a:rect l="l" t="t" r="r" b="b"/>
              <a:pathLst>
                <a:path w="2635" h="2461" extrusionOk="0">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1" name="Google Shape;19441;p139"/>
            <p:cNvSpPr/>
            <p:nvPr/>
          </p:nvSpPr>
          <p:spPr>
            <a:xfrm>
              <a:off x="7423957" y="3793097"/>
              <a:ext cx="33789" cy="83363"/>
            </a:xfrm>
            <a:custGeom>
              <a:avLst/>
              <a:gdLst/>
              <a:ahLst/>
              <a:cxnLst/>
              <a:rect l="l" t="t" r="r" b="b"/>
              <a:pathLst>
                <a:path w="1293" h="3190" extrusionOk="0">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2" name="Google Shape;19442;p139"/>
            <p:cNvSpPr/>
            <p:nvPr/>
          </p:nvSpPr>
          <p:spPr>
            <a:xfrm>
              <a:off x="7378852" y="3790667"/>
              <a:ext cx="35331" cy="82788"/>
            </a:xfrm>
            <a:custGeom>
              <a:avLst/>
              <a:gdLst/>
              <a:ahLst/>
              <a:cxnLst/>
              <a:rect l="l" t="t" r="r" b="b"/>
              <a:pathLst>
                <a:path w="1352" h="3168" extrusionOk="0">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3" name="Google Shape;19443;p139"/>
            <p:cNvSpPr/>
            <p:nvPr/>
          </p:nvSpPr>
          <p:spPr>
            <a:xfrm>
              <a:off x="7459392" y="3881477"/>
              <a:ext cx="88354" cy="32169"/>
            </a:xfrm>
            <a:custGeom>
              <a:avLst/>
              <a:gdLst/>
              <a:ahLst/>
              <a:cxnLst/>
              <a:rect l="l" t="t" r="r" b="b"/>
              <a:pathLst>
                <a:path w="3381" h="1231" extrusionOk="0">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4" name="Google Shape;19444;p139"/>
            <p:cNvSpPr/>
            <p:nvPr/>
          </p:nvSpPr>
          <p:spPr>
            <a:xfrm>
              <a:off x="7462084" y="3924883"/>
              <a:ext cx="87779" cy="33502"/>
            </a:xfrm>
            <a:custGeom>
              <a:avLst/>
              <a:gdLst/>
              <a:ahLst/>
              <a:cxnLst/>
              <a:rect l="l" t="t" r="r" b="b"/>
              <a:pathLst>
                <a:path w="3359" h="1282" extrusionOk="0">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5" name="Google Shape;19445;p139"/>
            <p:cNvSpPr/>
            <p:nvPr/>
          </p:nvSpPr>
          <p:spPr>
            <a:xfrm>
              <a:off x="7325202" y="3850406"/>
              <a:ext cx="74399" cy="66167"/>
            </a:xfrm>
            <a:custGeom>
              <a:avLst/>
              <a:gdLst/>
              <a:ahLst/>
              <a:cxnLst/>
              <a:rect l="l" t="t" r="r" b="b"/>
              <a:pathLst>
                <a:path w="2847" h="2532" extrusionOk="0">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6" name="Google Shape;19446;p139"/>
            <p:cNvSpPr/>
            <p:nvPr/>
          </p:nvSpPr>
          <p:spPr>
            <a:xfrm>
              <a:off x="7309627" y="3852392"/>
              <a:ext cx="84460" cy="83885"/>
            </a:xfrm>
            <a:custGeom>
              <a:avLst/>
              <a:gdLst/>
              <a:ahLst/>
              <a:cxnLst/>
              <a:rect l="l" t="t" r="r" b="b"/>
              <a:pathLst>
                <a:path w="3232" h="3210" extrusionOk="0">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7" name="Google Shape;19447;p139"/>
            <p:cNvSpPr/>
            <p:nvPr/>
          </p:nvSpPr>
          <p:spPr>
            <a:xfrm>
              <a:off x="7309627" y="3859604"/>
              <a:ext cx="76647" cy="76673"/>
            </a:xfrm>
            <a:custGeom>
              <a:avLst/>
              <a:gdLst/>
              <a:ahLst/>
              <a:cxnLst/>
              <a:rect l="l" t="t" r="r" b="b"/>
              <a:pathLst>
                <a:path w="2933" h="2934" extrusionOk="0">
                  <a:moveTo>
                    <a:pt x="577" y="0"/>
                  </a:moveTo>
                  <a:lnTo>
                    <a:pt x="0" y="587"/>
                  </a:lnTo>
                  <a:lnTo>
                    <a:pt x="2346" y="2933"/>
                  </a:lnTo>
                  <a:lnTo>
                    <a:pt x="2933" y="2347"/>
                  </a:lnTo>
                  <a:lnTo>
                    <a:pt x="577"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8" name="Google Shape;19448;p139"/>
            <p:cNvSpPr/>
            <p:nvPr/>
          </p:nvSpPr>
          <p:spPr>
            <a:xfrm>
              <a:off x="7187980" y="3869927"/>
              <a:ext cx="188755" cy="187971"/>
            </a:xfrm>
            <a:custGeom>
              <a:avLst/>
              <a:gdLst/>
              <a:ahLst/>
              <a:cxnLst/>
              <a:rect l="l" t="t" r="r" b="b"/>
              <a:pathLst>
                <a:path w="7223" h="7193" extrusionOk="0">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9" name="Google Shape;19449;p139"/>
            <p:cNvSpPr/>
            <p:nvPr/>
          </p:nvSpPr>
          <p:spPr>
            <a:xfrm>
              <a:off x="7187980" y="3922924"/>
              <a:ext cx="188755" cy="134974"/>
            </a:xfrm>
            <a:custGeom>
              <a:avLst/>
              <a:gdLst/>
              <a:ahLst/>
              <a:cxnLst/>
              <a:rect l="l" t="t" r="r" b="b"/>
              <a:pathLst>
                <a:path w="7223" h="5165" extrusionOk="0">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0" name="Google Shape;19450;p139"/>
            <p:cNvSpPr/>
            <p:nvPr/>
          </p:nvSpPr>
          <p:spPr>
            <a:xfrm>
              <a:off x="7164356" y="4005215"/>
              <a:ext cx="76934" cy="75680"/>
            </a:xfrm>
            <a:custGeom>
              <a:avLst/>
              <a:gdLst/>
              <a:ahLst/>
              <a:cxnLst/>
              <a:rect l="l" t="t" r="r" b="b"/>
              <a:pathLst>
                <a:path w="2944" h="2896" extrusionOk="0">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1" name="Google Shape;19451;p139"/>
            <p:cNvSpPr/>
            <p:nvPr/>
          </p:nvSpPr>
          <p:spPr>
            <a:xfrm>
              <a:off x="7164356" y="4015406"/>
              <a:ext cx="66115" cy="65488"/>
            </a:xfrm>
            <a:custGeom>
              <a:avLst/>
              <a:gdLst/>
              <a:ahLst/>
              <a:cxnLst/>
              <a:rect l="l" t="t" r="r" b="b"/>
              <a:pathLst>
                <a:path w="2530" h="2506" extrusionOk="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2" name="Google Shape;19452;p139"/>
            <p:cNvSpPr/>
            <p:nvPr/>
          </p:nvSpPr>
          <p:spPr>
            <a:xfrm>
              <a:off x="7217379" y="3915580"/>
              <a:ext cx="86211" cy="94835"/>
            </a:xfrm>
            <a:custGeom>
              <a:avLst/>
              <a:gdLst/>
              <a:ahLst/>
              <a:cxnLst/>
              <a:rect l="l" t="t" r="r" b="b"/>
              <a:pathLst>
                <a:path w="3299" h="3629" extrusionOk="0">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3" name="Google Shape;19453;p139"/>
            <p:cNvSpPr/>
            <p:nvPr/>
          </p:nvSpPr>
          <p:spPr>
            <a:xfrm>
              <a:off x="7417424" y="3942732"/>
              <a:ext cx="74661" cy="66220"/>
            </a:xfrm>
            <a:custGeom>
              <a:avLst/>
              <a:gdLst/>
              <a:ahLst/>
              <a:cxnLst/>
              <a:rect l="l" t="t" r="r" b="b"/>
              <a:pathLst>
                <a:path w="2857" h="2534" extrusionOk="0">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4" name="Google Shape;19454;p139"/>
            <p:cNvSpPr/>
            <p:nvPr/>
          </p:nvSpPr>
          <p:spPr>
            <a:xfrm>
              <a:off x="7402084" y="3944666"/>
              <a:ext cx="84460" cy="84094"/>
            </a:xfrm>
            <a:custGeom>
              <a:avLst/>
              <a:gdLst/>
              <a:ahLst/>
              <a:cxnLst/>
              <a:rect l="l" t="t" r="r" b="b"/>
              <a:pathLst>
                <a:path w="3232" h="3218" extrusionOk="0">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5" name="Google Shape;19455;p139"/>
            <p:cNvSpPr/>
            <p:nvPr/>
          </p:nvSpPr>
          <p:spPr>
            <a:xfrm>
              <a:off x="7402084" y="3952087"/>
              <a:ext cx="76438" cy="76673"/>
            </a:xfrm>
            <a:custGeom>
              <a:avLst/>
              <a:gdLst/>
              <a:ahLst/>
              <a:cxnLst/>
              <a:rect l="l" t="t" r="r" b="b"/>
              <a:pathLst>
                <a:path w="2925" h="2934" extrusionOk="0">
                  <a:moveTo>
                    <a:pt x="578" y="0"/>
                  </a:moveTo>
                  <a:lnTo>
                    <a:pt x="1" y="577"/>
                  </a:lnTo>
                  <a:lnTo>
                    <a:pt x="2347" y="2933"/>
                  </a:lnTo>
                  <a:lnTo>
                    <a:pt x="2924" y="2346"/>
                  </a:lnTo>
                  <a:lnTo>
                    <a:pt x="57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6" name="Google Shape;19456;p139"/>
            <p:cNvSpPr/>
            <p:nvPr/>
          </p:nvSpPr>
          <p:spPr>
            <a:xfrm>
              <a:off x="7280202" y="3962279"/>
              <a:ext cx="189016" cy="188102"/>
            </a:xfrm>
            <a:custGeom>
              <a:avLst/>
              <a:gdLst/>
              <a:ahLst/>
              <a:cxnLst/>
              <a:rect l="l" t="t" r="r" b="b"/>
              <a:pathLst>
                <a:path w="7233" h="7198" extrusionOk="0">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7" name="Google Shape;19457;p139"/>
            <p:cNvSpPr/>
            <p:nvPr/>
          </p:nvSpPr>
          <p:spPr>
            <a:xfrm>
              <a:off x="7280202" y="4015406"/>
              <a:ext cx="188755" cy="134974"/>
            </a:xfrm>
            <a:custGeom>
              <a:avLst/>
              <a:gdLst/>
              <a:ahLst/>
              <a:cxnLst/>
              <a:rect l="l" t="t" r="r" b="b"/>
              <a:pathLst>
                <a:path w="7223" h="5165" extrusionOk="0">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8" name="Google Shape;19458;p139"/>
            <p:cNvSpPr/>
            <p:nvPr/>
          </p:nvSpPr>
          <p:spPr>
            <a:xfrm>
              <a:off x="7256839" y="4097698"/>
              <a:ext cx="76673" cy="75471"/>
            </a:xfrm>
            <a:custGeom>
              <a:avLst/>
              <a:gdLst/>
              <a:ahLst/>
              <a:cxnLst/>
              <a:rect l="l" t="t" r="r" b="b"/>
              <a:pathLst>
                <a:path w="2934" h="2888" extrusionOk="0">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9" name="Google Shape;19459;p139"/>
            <p:cNvSpPr/>
            <p:nvPr/>
          </p:nvSpPr>
          <p:spPr>
            <a:xfrm>
              <a:off x="7256839" y="4107628"/>
              <a:ext cx="66115" cy="65540"/>
            </a:xfrm>
            <a:custGeom>
              <a:avLst/>
              <a:gdLst/>
              <a:ahLst/>
              <a:cxnLst/>
              <a:rect l="l" t="t" r="r" b="b"/>
              <a:pathLst>
                <a:path w="2530" h="2508" extrusionOk="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0" name="Google Shape;19460;p139"/>
            <p:cNvSpPr/>
            <p:nvPr/>
          </p:nvSpPr>
          <p:spPr>
            <a:xfrm>
              <a:off x="7309862" y="4008011"/>
              <a:ext cx="86002" cy="94626"/>
            </a:xfrm>
            <a:custGeom>
              <a:avLst/>
              <a:gdLst/>
              <a:ahLst/>
              <a:cxnLst/>
              <a:rect l="l" t="t" r="r" b="b"/>
              <a:pathLst>
                <a:path w="3291" h="3621" extrusionOk="0">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61" name="Google Shape;19461;p139"/>
          <p:cNvGrpSpPr/>
          <p:nvPr/>
        </p:nvGrpSpPr>
        <p:grpSpPr>
          <a:xfrm>
            <a:off x="6670400" y="3826468"/>
            <a:ext cx="387911" cy="310846"/>
            <a:chOff x="6670400" y="3826468"/>
            <a:chExt cx="387911" cy="310846"/>
          </a:xfrm>
        </p:grpSpPr>
        <p:sp>
          <p:nvSpPr>
            <p:cNvPr id="19462" name="Google Shape;19462;p139"/>
            <p:cNvSpPr/>
            <p:nvPr/>
          </p:nvSpPr>
          <p:spPr>
            <a:xfrm>
              <a:off x="6732648" y="3971687"/>
              <a:ext cx="263625" cy="165628"/>
            </a:xfrm>
            <a:custGeom>
              <a:avLst/>
              <a:gdLst/>
              <a:ahLst/>
              <a:cxnLst/>
              <a:rect l="l" t="t" r="r" b="b"/>
              <a:pathLst>
                <a:path w="10088" h="6338" extrusionOk="0">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3" name="Google Shape;19463;p139"/>
            <p:cNvSpPr/>
            <p:nvPr/>
          </p:nvSpPr>
          <p:spPr>
            <a:xfrm>
              <a:off x="6980175" y="3971687"/>
              <a:ext cx="16098" cy="145271"/>
            </a:xfrm>
            <a:custGeom>
              <a:avLst/>
              <a:gdLst/>
              <a:ahLst/>
              <a:cxnLst/>
              <a:rect l="l" t="t" r="r" b="b"/>
              <a:pathLst>
                <a:path w="616" h="5559" extrusionOk="0">
                  <a:moveTo>
                    <a:pt x="0" y="0"/>
                  </a:moveTo>
                  <a:lnTo>
                    <a:pt x="0" y="5558"/>
                  </a:lnTo>
                  <a:cubicBezTo>
                    <a:pt x="395" y="5347"/>
                    <a:pt x="616" y="5106"/>
                    <a:pt x="616" y="4847"/>
                  </a:cubicBezTo>
                  <a:lnTo>
                    <a:pt x="616"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4" name="Google Shape;19464;p139"/>
            <p:cNvSpPr/>
            <p:nvPr/>
          </p:nvSpPr>
          <p:spPr>
            <a:xfrm>
              <a:off x="6858789" y="3989823"/>
              <a:ext cx="11342" cy="147492"/>
            </a:xfrm>
            <a:custGeom>
              <a:avLst/>
              <a:gdLst/>
              <a:ahLst/>
              <a:cxnLst/>
              <a:rect l="l" t="t" r="r" b="b"/>
              <a:pathLst>
                <a:path w="434" h="5644" extrusionOk="0">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5" name="Google Shape;19465;p139"/>
            <p:cNvSpPr/>
            <p:nvPr/>
          </p:nvSpPr>
          <p:spPr>
            <a:xfrm>
              <a:off x="6772108" y="3989770"/>
              <a:ext cx="11342" cy="72910"/>
            </a:xfrm>
            <a:custGeom>
              <a:avLst/>
              <a:gdLst/>
              <a:ahLst/>
              <a:cxnLst/>
              <a:rect l="l" t="t" r="r" b="b"/>
              <a:pathLst>
                <a:path w="434" h="2790" extrusionOk="0">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6" name="Google Shape;19466;p139"/>
            <p:cNvSpPr/>
            <p:nvPr/>
          </p:nvSpPr>
          <p:spPr>
            <a:xfrm>
              <a:off x="6772108" y="4074701"/>
              <a:ext cx="11342" cy="54303"/>
            </a:xfrm>
            <a:custGeom>
              <a:avLst/>
              <a:gdLst/>
              <a:ahLst/>
              <a:cxnLst/>
              <a:rect l="l" t="t" r="r" b="b"/>
              <a:pathLst>
                <a:path w="434" h="2078" extrusionOk="0">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7" name="Google Shape;19467;p139"/>
            <p:cNvSpPr/>
            <p:nvPr/>
          </p:nvSpPr>
          <p:spPr>
            <a:xfrm>
              <a:off x="6945235" y="3989823"/>
              <a:ext cx="11342" cy="139182"/>
            </a:xfrm>
            <a:custGeom>
              <a:avLst/>
              <a:gdLst/>
              <a:ahLst/>
              <a:cxnLst/>
              <a:rect l="l" t="t" r="r" b="b"/>
              <a:pathLst>
                <a:path w="434" h="5326" extrusionOk="0">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8" name="Google Shape;19468;p139"/>
            <p:cNvSpPr/>
            <p:nvPr/>
          </p:nvSpPr>
          <p:spPr>
            <a:xfrm>
              <a:off x="6732412" y="3961887"/>
              <a:ext cx="263860" cy="63084"/>
            </a:xfrm>
            <a:custGeom>
              <a:avLst/>
              <a:gdLst/>
              <a:ahLst/>
              <a:cxnLst/>
              <a:rect l="l" t="t" r="r" b="b"/>
              <a:pathLst>
                <a:path w="10097" h="2414" extrusionOk="0">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9" name="Google Shape;19469;p139"/>
            <p:cNvSpPr/>
            <p:nvPr/>
          </p:nvSpPr>
          <p:spPr>
            <a:xfrm>
              <a:off x="6980175" y="3961887"/>
              <a:ext cx="16098" cy="42727"/>
            </a:xfrm>
            <a:custGeom>
              <a:avLst/>
              <a:gdLst/>
              <a:ahLst/>
              <a:cxnLst/>
              <a:rect l="l" t="t" r="r" b="b"/>
              <a:pathLst>
                <a:path w="616" h="1635" extrusionOk="0">
                  <a:moveTo>
                    <a:pt x="0" y="0"/>
                  </a:moveTo>
                  <a:lnTo>
                    <a:pt x="0" y="1635"/>
                  </a:lnTo>
                  <a:cubicBezTo>
                    <a:pt x="395" y="1423"/>
                    <a:pt x="616" y="1183"/>
                    <a:pt x="616" y="933"/>
                  </a:cubicBezTo>
                  <a:lnTo>
                    <a:pt x="616"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0" name="Google Shape;19470;p139"/>
            <p:cNvSpPr/>
            <p:nvPr/>
          </p:nvSpPr>
          <p:spPr>
            <a:xfrm>
              <a:off x="6732412" y="3922924"/>
              <a:ext cx="263860" cy="77692"/>
            </a:xfrm>
            <a:custGeom>
              <a:avLst/>
              <a:gdLst/>
              <a:ahLst/>
              <a:cxnLst/>
              <a:rect l="l" t="t" r="r" b="b"/>
              <a:pathLst>
                <a:path w="10097" h="2973" extrusionOk="0">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1" name="Google Shape;19471;p139"/>
            <p:cNvSpPr/>
            <p:nvPr/>
          </p:nvSpPr>
          <p:spPr>
            <a:xfrm>
              <a:off x="6843475" y="3922924"/>
              <a:ext cx="152797" cy="77692"/>
            </a:xfrm>
            <a:custGeom>
              <a:avLst/>
              <a:gdLst/>
              <a:ahLst/>
              <a:cxnLst/>
              <a:rect l="l" t="t" r="r" b="b"/>
              <a:pathLst>
                <a:path w="5847" h="2973" extrusionOk="0">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2" name="Google Shape;19472;p139"/>
            <p:cNvSpPr/>
            <p:nvPr/>
          </p:nvSpPr>
          <p:spPr>
            <a:xfrm>
              <a:off x="6884190" y="3826678"/>
              <a:ext cx="131708" cy="127448"/>
            </a:xfrm>
            <a:custGeom>
              <a:avLst/>
              <a:gdLst/>
              <a:ahLst/>
              <a:cxnLst/>
              <a:rect l="l" t="t" r="r" b="b"/>
              <a:pathLst>
                <a:path w="5040" h="4877" extrusionOk="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3" name="Google Shape;19473;p139"/>
            <p:cNvSpPr/>
            <p:nvPr/>
          </p:nvSpPr>
          <p:spPr>
            <a:xfrm>
              <a:off x="6878153" y="3942026"/>
              <a:ext cx="19861" cy="19887"/>
            </a:xfrm>
            <a:custGeom>
              <a:avLst/>
              <a:gdLst/>
              <a:ahLst/>
              <a:cxnLst/>
              <a:rect l="l" t="t" r="r" b="b"/>
              <a:pathLst>
                <a:path w="760" h="761" extrusionOk="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4" name="Google Shape;19474;p139"/>
            <p:cNvSpPr/>
            <p:nvPr/>
          </p:nvSpPr>
          <p:spPr>
            <a:xfrm>
              <a:off x="6712996" y="3826468"/>
              <a:ext cx="131499" cy="127657"/>
            </a:xfrm>
            <a:custGeom>
              <a:avLst/>
              <a:gdLst/>
              <a:ahLst/>
              <a:cxnLst/>
              <a:rect l="l" t="t" r="r" b="b"/>
              <a:pathLst>
                <a:path w="5032" h="4885" extrusionOk="0">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5" name="Google Shape;19475;p139"/>
            <p:cNvSpPr/>
            <p:nvPr/>
          </p:nvSpPr>
          <p:spPr>
            <a:xfrm>
              <a:off x="6830906" y="3942026"/>
              <a:ext cx="19626" cy="19887"/>
            </a:xfrm>
            <a:custGeom>
              <a:avLst/>
              <a:gdLst/>
              <a:ahLst/>
              <a:cxnLst/>
              <a:rect l="l" t="t" r="r" b="b"/>
              <a:pathLst>
                <a:path w="751" h="761" extrusionOk="0">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6" name="Google Shape;19476;p139"/>
            <p:cNvSpPr/>
            <p:nvPr/>
          </p:nvSpPr>
          <p:spPr>
            <a:xfrm>
              <a:off x="6706933" y="3869822"/>
              <a:ext cx="45601" cy="58903"/>
            </a:xfrm>
            <a:custGeom>
              <a:avLst/>
              <a:gdLst/>
              <a:ahLst/>
              <a:cxnLst/>
              <a:rect l="l" t="t" r="r" b="b"/>
              <a:pathLst>
                <a:path w="1745" h="2254" extrusionOk="0">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7" name="Google Shape;19477;p139"/>
            <p:cNvSpPr/>
            <p:nvPr/>
          </p:nvSpPr>
          <p:spPr>
            <a:xfrm>
              <a:off x="6670400" y="3912653"/>
              <a:ext cx="65201" cy="31673"/>
            </a:xfrm>
            <a:custGeom>
              <a:avLst/>
              <a:gdLst/>
              <a:ahLst/>
              <a:cxnLst/>
              <a:rect l="l" t="t" r="r" b="b"/>
              <a:pathLst>
                <a:path w="2495" h="1212" extrusionOk="0">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8" name="Google Shape;19478;p139"/>
            <p:cNvSpPr/>
            <p:nvPr/>
          </p:nvSpPr>
          <p:spPr>
            <a:xfrm>
              <a:off x="6976412" y="3869822"/>
              <a:ext cx="45340" cy="58903"/>
            </a:xfrm>
            <a:custGeom>
              <a:avLst/>
              <a:gdLst/>
              <a:ahLst/>
              <a:cxnLst/>
              <a:rect l="l" t="t" r="r" b="b"/>
              <a:pathLst>
                <a:path w="1735" h="2254" extrusionOk="0">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9" name="Google Shape;19479;p139"/>
            <p:cNvSpPr/>
            <p:nvPr/>
          </p:nvSpPr>
          <p:spPr>
            <a:xfrm>
              <a:off x="6993084" y="3912653"/>
              <a:ext cx="65227" cy="31673"/>
            </a:xfrm>
            <a:custGeom>
              <a:avLst/>
              <a:gdLst/>
              <a:ahLst/>
              <a:cxnLst/>
              <a:rect l="l" t="t" r="r" b="b"/>
              <a:pathLst>
                <a:path w="2496" h="1212" extrusionOk="0">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80" name="Google Shape;19480;p139"/>
          <p:cNvGrpSpPr/>
          <p:nvPr/>
        </p:nvGrpSpPr>
        <p:grpSpPr>
          <a:xfrm>
            <a:off x="7662181" y="3803446"/>
            <a:ext cx="302823" cy="360498"/>
            <a:chOff x="7662181" y="3803446"/>
            <a:chExt cx="302823" cy="360498"/>
          </a:xfrm>
        </p:grpSpPr>
        <p:sp>
          <p:nvSpPr>
            <p:cNvPr id="19481" name="Google Shape;19481;p139"/>
            <p:cNvSpPr/>
            <p:nvPr/>
          </p:nvSpPr>
          <p:spPr>
            <a:xfrm>
              <a:off x="7801388" y="4144161"/>
              <a:ext cx="22683" cy="19782"/>
            </a:xfrm>
            <a:custGeom>
              <a:avLst/>
              <a:gdLst/>
              <a:ahLst/>
              <a:cxnLst/>
              <a:rect l="l" t="t" r="r" b="b"/>
              <a:pathLst>
                <a:path w="868" h="757" extrusionOk="0">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2" name="Google Shape;19482;p139"/>
            <p:cNvSpPr/>
            <p:nvPr/>
          </p:nvSpPr>
          <p:spPr>
            <a:xfrm>
              <a:off x="7662181" y="4059283"/>
              <a:ext cx="199286" cy="89399"/>
            </a:xfrm>
            <a:custGeom>
              <a:avLst/>
              <a:gdLst/>
              <a:ahLst/>
              <a:cxnLst/>
              <a:rect l="l" t="t" r="r" b="b"/>
              <a:pathLst>
                <a:path w="7626" h="3421" extrusionOk="0">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3" name="Google Shape;19483;p139"/>
            <p:cNvSpPr/>
            <p:nvPr/>
          </p:nvSpPr>
          <p:spPr>
            <a:xfrm>
              <a:off x="7673731" y="4032497"/>
              <a:ext cx="55819" cy="55401"/>
            </a:xfrm>
            <a:custGeom>
              <a:avLst/>
              <a:gdLst/>
              <a:ahLst/>
              <a:cxnLst/>
              <a:rect l="l" t="t" r="r" b="b"/>
              <a:pathLst>
                <a:path w="2136" h="2120" extrusionOk="0">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4" name="Google Shape;19484;p139"/>
            <p:cNvSpPr/>
            <p:nvPr/>
          </p:nvSpPr>
          <p:spPr>
            <a:xfrm>
              <a:off x="7680264" y="4043055"/>
              <a:ext cx="49286" cy="44948"/>
            </a:xfrm>
            <a:custGeom>
              <a:avLst/>
              <a:gdLst/>
              <a:ahLst/>
              <a:cxnLst/>
              <a:rect l="l" t="t" r="r" b="b"/>
              <a:pathLst>
                <a:path w="1886" h="1720" extrusionOk="0">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5" name="Google Shape;19485;p139"/>
            <p:cNvSpPr/>
            <p:nvPr/>
          </p:nvSpPr>
          <p:spPr>
            <a:xfrm>
              <a:off x="7693331" y="3857096"/>
              <a:ext cx="211882" cy="211072"/>
            </a:xfrm>
            <a:custGeom>
              <a:avLst/>
              <a:gdLst/>
              <a:ahLst/>
              <a:cxnLst/>
              <a:rect l="l" t="t" r="r" b="b"/>
              <a:pathLst>
                <a:path w="8108" h="8077" extrusionOk="0">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6" name="Google Shape;19486;p139"/>
            <p:cNvSpPr/>
            <p:nvPr/>
          </p:nvSpPr>
          <p:spPr>
            <a:xfrm>
              <a:off x="7704385" y="3886495"/>
              <a:ext cx="200828" cy="181542"/>
            </a:xfrm>
            <a:custGeom>
              <a:avLst/>
              <a:gdLst/>
              <a:ahLst/>
              <a:cxnLst/>
              <a:rect l="l" t="t" r="r" b="b"/>
              <a:pathLst>
                <a:path w="7685" h="6947" extrusionOk="0">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7" name="Google Shape;19487;p139"/>
            <p:cNvSpPr/>
            <p:nvPr/>
          </p:nvSpPr>
          <p:spPr>
            <a:xfrm>
              <a:off x="7799376" y="3803446"/>
              <a:ext cx="165628" cy="138555"/>
            </a:xfrm>
            <a:custGeom>
              <a:avLst/>
              <a:gdLst/>
              <a:ahLst/>
              <a:cxnLst/>
              <a:rect l="l" t="t" r="r" b="b"/>
              <a:pathLst>
                <a:path w="6338" h="5302" extrusionOk="0">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8" name="Google Shape;19488;p139"/>
            <p:cNvSpPr/>
            <p:nvPr/>
          </p:nvSpPr>
          <p:spPr>
            <a:xfrm>
              <a:off x="7833296" y="3810606"/>
              <a:ext cx="131708" cy="131394"/>
            </a:xfrm>
            <a:custGeom>
              <a:avLst/>
              <a:gdLst/>
              <a:ahLst/>
              <a:cxnLst/>
              <a:rect l="l" t="t" r="r" b="b"/>
              <a:pathLst>
                <a:path w="5040" h="5028" extrusionOk="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9" name="Google Shape;19489;p139"/>
            <p:cNvSpPr/>
            <p:nvPr/>
          </p:nvSpPr>
          <p:spPr>
            <a:xfrm>
              <a:off x="7804158" y="3929457"/>
              <a:ext cx="28667" cy="28432"/>
            </a:xfrm>
            <a:custGeom>
              <a:avLst/>
              <a:gdLst/>
              <a:ahLst/>
              <a:cxnLst/>
              <a:rect l="l" t="t" r="r" b="b"/>
              <a:pathLst>
                <a:path w="1097" h="1088" extrusionOk="0">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0" name="Google Shape;19490;p139"/>
            <p:cNvSpPr/>
            <p:nvPr/>
          </p:nvSpPr>
          <p:spPr>
            <a:xfrm>
              <a:off x="7806929" y="4129710"/>
              <a:ext cx="29922" cy="28929"/>
            </a:xfrm>
            <a:custGeom>
              <a:avLst/>
              <a:gdLst/>
              <a:ahLst/>
              <a:cxnLst/>
              <a:rect l="l" t="t" r="r" b="b"/>
              <a:pathLst>
                <a:path w="1145" h="1107" extrusionOk="0">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91" name="Google Shape;19491;p139"/>
          <p:cNvGrpSpPr/>
          <p:nvPr/>
        </p:nvGrpSpPr>
        <p:grpSpPr>
          <a:xfrm>
            <a:off x="5206562" y="3803994"/>
            <a:ext cx="363895" cy="355663"/>
            <a:chOff x="5206562" y="3803994"/>
            <a:chExt cx="363895" cy="355663"/>
          </a:xfrm>
        </p:grpSpPr>
        <p:sp>
          <p:nvSpPr>
            <p:cNvPr id="19492" name="Google Shape;19492;p139"/>
            <p:cNvSpPr/>
            <p:nvPr/>
          </p:nvSpPr>
          <p:spPr>
            <a:xfrm>
              <a:off x="5284724" y="3924701"/>
              <a:ext cx="212849" cy="192753"/>
            </a:xfrm>
            <a:custGeom>
              <a:avLst/>
              <a:gdLst/>
              <a:ahLst/>
              <a:cxnLst/>
              <a:rect l="l" t="t" r="r" b="b"/>
              <a:pathLst>
                <a:path w="8145" h="7376" extrusionOk="0">
                  <a:moveTo>
                    <a:pt x="0" y="0"/>
                  </a:moveTo>
                  <a:lnTo>
                    <a:pt x="0" y="7376"/>
                  </a:lnTo>
                  <a:lnTo>
                    <a:pt x="8145" y="7376"/>
                  </a:lnTo>
                  <a:lnTo>
                    <a:pt x="8145"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3" name="Google Shape;19493;p139"/>
            <p:cNvSpPr/>
            <p:nvPr/>
          </p:nvSpPr>
          <p:spPr>
            <a:xfrm>
              <a:off x="5241240" y="3803994"/>
              <a:ext cx="294539" cy="96586"/>
            </a:xfrm>
            <a:custGeom>
              <a:avLst/>
              <a:gdLst/>
              <a:ahLst/>
              <a:cxnLst/>
              <a:rect l="l" t="t" r="r" b="b"/>
              <a:pathLst>
                <a:path w="11271" h="3696" extrusionOk="0">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4" name="Google Shape;19494;p139"/>
            <p:cNvSpPr/>
            <p:nvPr/>
          </p:nvSpPr>
          <p:spPr>
            <a:xfrm>
              <a:off x="5277172" y="3828820"/>
              <a:ext cx="222675" cy="73014"/>
            </a:xfrm>
            <a:custGeom>
              <a:avLst/>
              <a:gdLst/>
              <a:ahLst/>
              <a:cxnLst/>
              <a:rect l="l" t="t" r="r" b="b"/>
              <a:pathLst>
                <a:path w="8521" h="2794" extrusionOk="0">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5" name="Google Shape;19495;p139"/>
            <p:cNvSpPr/>
            <p:nvPr/>
          </p:nvSpPr>
          <p:spPr>
            <a:xfrm>
              <a:off x="5238731" y="3888507"/>
              <a:ext cx="299557" cy="36220"/>
            </a:xfrm>
            <a:custGeom>
              <a:avLst/>
              <a:gdLst/>
              <a:ahLst/>
              <a:cxnLst/>
              <a:rect l="l" t="t" r="r" b="b"/>
              <a:pathLst>
                <a:path w="11463" h="1386" extrusionOk="0">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6" name="Google Shape;19496;p139"/>
            <p:cNvSpPr/>
            <p:nvPr/>
          </p:nvSpPr>
          <p:spPr>
            <a:xfrm>
              <a:off x="5284724" y="3924701"/>
              <a:ext cx="212849" cy="186978"/>
            </a:xfrm>
            <a:custGeom>
              <a:avLst/>
              <a:gdLst/>
              <a:ahLst/>
              <a:cxnLst/>
              <a:rect l="l" t="t" r="r" b="b"/>
              <a:pathLst>
                <a:path w="8145" h="7155" extrusionOk="0">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7" name="Google Shape;19497;p139"/>
            <p:cNvSpPr/>
            <p:nvPr/>
          </p:nvSpPr>
          <p:spPr>
            <a:xfrm>
              <a:off x="5245421" y="3924701"/>
              <a:ext cx="77012" cy="170645"/>
            </a:xfrm>
            <a:custGeom>
              <a:avLst/>
              <a:gdLst/>
              <a:ahLst/>
              <a:cxnLst/>
              <a:rect l="l" t="t" r="r" b="b"/>
              <a:pathLst>
                <a:path w="2947" h="6530" extrusionOk="0">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8" name="Google Shape;19498;p139"/>
            <p:cNvSpPr/>
            <p:nvPr/>
          </p:nvSpPr>
          <p:spPr>
            <a:xfrm>
              <a:off x="5262093" y="4095058"/>
              <a:ext cx="40479" cy="20880"/>
            </a:xfrm>
            <a:custGeom>
              <a:avLst/>
              <a:gdLst/>
              <a:ahLst/>
              <a:cxnLst/>
              <a:rect l="l" t="t" r="r" b="b"/>
              <a:pathLst>
                <a:path w="1549" h="799" extrusionOk="0">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9" name="Google Shape;19499;p139"/>
            <p:cNvSpPr/>
            <p:nvPr/>
          </p:nvSpPr>
          <p:spPr>
            <a:xfrm>
              <a:off x="5353479" y="3924701"/>
              <a:ext cx="77012" cy="170645"/>
            </a:xfrm>
            <a:custGeom>
              <a:avLst/>
              <a:gdLst/>
              <a:ahLst/>
              <a:cxnLst/>
              <a:rect l="l" t="t" r="r" b="b"/>
              <a:pathLst>
                <a:path w="2947" h="6530" extrusionOk="0">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0" name="Google Shape;19500;p139"/>
            <p:cNvSpPr/>
            <p:nvPr/>
          </p:nvSpPr>
          <p:spPr>
            <a:xfrm>
              <a:off x="5370151" y="4095058"/>
              <a:ext cx="40741" cy="20880"/>
            </a:xfrm>
            <a:custGeom>
              <a:avLst/>
              <a:gdLst/>
              <a:ahLst/>
              <a:cxnLst/>
              <a:rect l="l" t="t" r="r" b="b"/>
              <a:pathLst>
                <a:path w="1559" h="799" extrusionOk="0">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1" name="Google Shape;19501;p139"/>
            <p:cNvSpPr/>
            <p:nvPr/>
          </p:nvSpPr>
          <p:spPr>
            <a:xfrm>
              <a:off x="5462033" y="3924701"/>
              <a:ext cx="77012" cy="170645"/>
            </a:xfrm>
            <a:custGeom>
              <a:avLst/>
              <a:gdLst/>
              <a:ahLst/>
              <a:cxnLst/>
              <a:rect l="l" t="t" r="r" b="b"/>
              <a:pathLst>
                <a:path w="2947" h="6530" extrusionOk="0">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2" name="Google Shape;19502;p139"/>
            <p:cNvSpPr/>
            <p:nvPr/>
          </p:nvSpPr>
          <p:spPr>
            <a:xfrm>
              <a:off x="5478470" y="4095058"/>
              <a:ext cx="40479" cy="20880"/>
            </a:xfrm>
            <a:custGeom>
              <a:avLst/>
              <a:gdLst/>
              <a:ahLst/>
              <a:cxnLst/>
              <a:rect l="l" t="t" r="r" b="b"/>
              <a:pathLst>
                <a:path w="1549" h="799" extrusionOk="0">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3" name="Google Shape;19503;p139"/>
            <p:cNvSpPr/>
            <p:nvPr/>
          </p:nvSpPr>
          <p:spPr>
            <a:xfrm>
              <a:off x="5240247" y="4111652"/>
              <a:ext cx="296525" cy="25139"/>
            </a:xfrm>
            <a:custGeom>
              <a:avLst/>
              <a:gdLst/>
              <a:ahLst/>
              <a:cxnLst/>
              <a:rect l="l" t="t" r="r" b="b"/>
              <a:pathLst>
                <a:path w="11347" h="962" extrusionOk="0">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4" name="Google Shape;19504;p139"/>
            <p:cNvSpPr/>
            <p:nvPr/>
          </p:nvSpPr>
          <p:spPr>
            <a:xfrm>
              <a:off x="5229166" y="4133003"/>
              <a:ext cx="318686" cy="21403"/>
            </a:xfrm>
            <a:custGeom>
              <a:avLst/>
              <a:gdLst/>
              <a:ahLst/>
              <a:cxnLst/>
              <a:rect l="l" t="t" r="r" b="b"/>
              <a:pathLst>
                <a:path w="12195" h="819" extrusionOk="0">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5" name="Google Shape;19505;p139"/>
            <p:cNvSpPr/>
            <p:nvPr/>
          </p:nvSpPr>
          <p:spPr>
            <a:xfrm>
              <a:off x="5206562" y="4149100"/>
              <a:ext cx="363895" cy="10558"/>
            </a:xfrm>
            <a:custGeom>
              <a:avLst/>
              <a:gdLst/>
              <a:ahLst/>
              <a:cxnLst/>
              <a:rect l="l" t="t" r="r" b="b"/>
              <a:pathLst>
                <a:path w="13925" h="404" extrusionOk="0">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9509"/>
        <p:cNvGrpSpPr/>
        <p:nvPr/>
      </p:nvGrpSpPr>
      <p:grpSpPr>
        <a:xfrm>
          <a:off x="0" y="0"/>
          <a:ext cx="0" cy="0"/>
          <a:chOff x="0" y="0"/>
          <a:chExt cx="0" cy="0"/>
        </a:xfrm>
      </p:grpSpPr>
      <p:sp>
        <p:nvSpPr>
          <p:cNvPr id="19510" name="Google Shape;19510;p140"/>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9511" name="Google Shape;19511;p140"/>
          <p:cNvGrpSpPr/>
          <p:nvPr/>
        </p:nvGrpSpPr>
        <p:grpSpPr>
          <a:xfrm>
            <a:off x="4682526" y="1512217"/>
            <a:ext cx="369948" cy="370132"/>
            <a:chOff x="4682526" y="1512217"/>
            <a:chExt cx="369948" cy="370132"/>
          </a:xfrm>
        </p:grpSpPr>
        <p:sp>
          <p:nvSpPr>
            <p:cNvPr id="19512" name="Google Shape;19512;p140"/>
            <p:cNvSpPr/>
            <p:nvPr/>
          </p:nvSpPr>
          <p:spPr>
            <a:xfrm>
              <a:off x="4921192"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3" name="Google Shape;19513;p140"/>
            <p:cNvSpPr/>
            <p:nvPr/>
          </p:nvSpPr>
          <p:spPr>
            <a:xfrm>
              <a:off x="4945036"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4" name="Google Shape;19514;p140"/>
            <p:cNvSpPr/>
            <p:nvPr/>
          </p:nvSpPr>
          <p:spPr>
            <a:xfrm>
              <a:off x="4682526"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5" name="Google Shape;19515;p140"/>
            <p:cNvSpPr/>
            <p:nvPr/>
          </p:nvSpPr>
          <p:spPr>
            <a:xfrm>
              <a:off x="4706343"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6" name="Google Shape;19516;p140"/>
            <p:cNvSpPr/>
            <p:nvPr/>
          </p:nvSpPr>
          <p:spPr>
            <a:xfrm>
              <a:off x="4694434" y="1547942"/>
              <a:ext cx="346131" cy="320006"/>
            </a:xfrm>
            <a:custGeom>
              <a:avLst/>
              <a:gdLst/>
              <a:ahLst/>
              <a:cxnLst/>
              <a:rect l="l" t="t" r="r" b="b"/>
              <a:pathLst>
                <a:path w="13196" h="12200" extrusionOk="0">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7" name="Google Shape;19517;p140"/>
            <p:cNvSpPr/>
            <p:nvPr/>
          </p:nvSpPr>
          <p:spPr>
            <a:xfrm>
              <a:off x="4694434" y="1547942"/>
              <a:ext cx="174849" cy="320163"/>
            </a:xfrm>
            <a:custGeom>
              <a:avLst/>
              <a:gdLst/>
              <a:ahLst/>
              <a:cxnLst/>
              <a:rect l="l" t="t" r="r" b="b"/>
              <a:pathLst>
                <a:path w="6666" h="12206" extrusionOk="0">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8" name="Google Shape;19518;p140"/>
            <p:cNvSpPr/>
            <p:nvPr/>
          </p:nvSpPr>
          <p:spPr>
            <a:xfrm>
              <a:off x="4826397" y="1738975"/>
              <a:ext cx="82021" cy="143373"/>
            </a:xfrm>
            <a:custGeom>
              <a:avLst/>
              <a:gdLst/>
              <a:ahLst/>
              <a:cxnLst/>
              <a:rect l="l" t="t" r="r" b="b"/>
              <a:pathLst>
                <a:path w="3127" h="5466" extrusionOk="0">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9" name="Google Shape;19519;p140"/>
            <p:cNvSpPr/>
            <p:nvPr/>
          </p:nvSpPr>
          <p:spPr>
            <a:xfrm>
              <a:off x="4826397" y="1738975"/>
              <a:ext cx="82205" cy="101484"/>
            </a:xfrm>
            <a:custGeom>
              <a:avLst/>
              <a:gdLst/>
              <a:ahLst/>
              <a:cxnLst/>
              <a:rect l="l" t="t" r="r" b="b"/>
              <a:pathLst>
                <a:path w="3134" h="3869" extrusionOk="0">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0" name="Google Shape;19520;p140"/>
            <p:cNvSpPr/>
            <p:nvPr/>
          </p:nvSpPr>
          <p:spPr>
            <a:xfrm>
              <a:off x="4766121" y="1685256"/>
              <a:ext cx="41811" cy="53745"/>
            </a:xfrm>
            <a:custGeom>
              <a:avLst/>
              <a:gdLst/>
              <a:ahLst/>
              <a:cxnLst/>
              <a:rect l="l" t="t" r="r" b="b"/>
              <a:pathLst>
                <a:path w="1594" h="2049" extrusionOk="0">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1" name="Google Shape;19521;p140"/>
            <p:cNvSpPr/>
            <p:nvPr/>
          </p:nvSpPr>
          <p:spPr>
            <a:xfrm>
              <a:off x="4783905" y="1685256"/>
              <a:ext cx="24027" cy="41811"/>
            </a:xfrm>
            <a:custGeom>
              <a:avLst/>
              <a:gdLst/>
              <a:ahLst/>
              <a:cxnLst/>
              <a:rect l="l" t="t" r="r" b="b"/>
              <a:pathLst>
                <a:path w="916" h="1594" extrusionOk="0">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2" name="Google Shape;19522;p140"/>
            <p:cNvSpPr/>
            <p:nvPr/>
          </p:nvSpPr>
          <p:spPr>
            <a:xfrm>
              <a:off x="4778029" y="1691315"/>
              <a:ext cx="17810" cy="17810"/>
            </a:xfrm>
            <a:custGeom>
              <a:avLst/>
              <a:gdLst/>
              <a:ahLst/>
              <a:cxnLst/>
              <a:rect l="l" t="t" r="r" b="b"/>
              <a:pathLst>
                <a:path w="679" h="679" extrusionOk="0">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3" name="Google Shape;19523;p140"/>
            <p:cNvSpPr/>
            <p:nvPr/>
          </p:nvSpPr>
          <p:spPr>
            <a:xfrm>
              <a:off x="4927252" y="1685256"/>
              <a:ext cx="41811" cy="53745"/>
            </a:xfrm>
            <a:custGeom>
              <a:avLst/>
              <a:gdLst/>
              <a:ahLst/>
              <a:cxnLst/>
              <a:rect l="l" t="t" r="r" b="b"/>
              <a:pathLst>
                <a:path w="1594" h="2049" extrusionOk="0">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4" name="Google Shape;19524;p140"/>
            <p:cNvSpPr/>
            <p:nvPr/>
          </p:nvSpPr>
          <p:spPr>
            <a:xfrm>
              <a:off x="4945219" y="1685256"/>
              <a:ext cx="23843" cy="41811"/>
            </a:xfrm>
            <a:custGeom>
              <a:avLst/>
              <a:gdLst/>
              <a:ahLst/>
              <a:cxnLst/>
              <a:rect l="l" t="t" r="r" b="b"/>
              <a:pathLst>
                <a:path w="909" h="1594" extrusionOk="0">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5" name="Google Shape;19525;p140"/>
            <p:cNvSpPr/>
            <p:nvPr/>
          </p:nvSpPr>
          <p:spPr>
            <a:xfrm>
              <a:off x="4939160" y="1691315"/>
              <a:ext cx="17810" cy="17810"/>
            </a:xfrm>
            <a:custGeom>
              <a:avLst/>
              <a:gdLst/>
              <a:ahLst/>
              <a:cxnLst/>
              <a:rect l="l" t="t" r="r" b="b"/>
              <a:pathLst>
                <a:path w="679" h="679" extrusionOk="0">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6" name="Google Shape;19526;p140"/>
            <p:cNvSpPr/>
            <p:nvPr/>
          </p:nvSpPr>
          <p:spPr>
            <a:xfrm>
              <a:off x="4810922" y="1739001"/>
              <a:ext cx="111005" cy="107412"/>
            </a:xfrm>
            <a:custGeom>
              <a:avLst/>
              <a:gdLst/>
              <a:ahLst/>
              <a:cxnLst/>
              <a:rect l="l" t="t" r="r" b="b"/>
              <a:pathLst>
                <a:path w="4232" h="4095" extrusionOk="0">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27" name="Google Shape;19527;p140"/>
          <p:cNvGrpSpPr/>
          <p:nvPr/>
        </p:nvGrpSpPr>
        <p:grpSpPr>
          <a:xfrm>
            <a:off x="3592433" y="1980212"/>
            <a:ext cx="381542" cy="370079"/>
            <a:chOff x="3592433" y="1980212"/>
            <a:chExt cx="381542" cy="370079"/>
          </a:xfrm>
        </p:grpSpPr>
        <p:sp>
          <p:nvSpPr>
            <p:cNvPr id="19528" name="Google Shape;19528;p140"/>
            <p:cNvSpPr/>
            <p:nvPr/>
          </p:nvSpPr>
          <p:spPr>
            <a:xfrm>
              <a:off x="3790916" y="1980212"/>
              <a:ext cx="165800" cy="370079"/>
            </a:xfrm>
            <a:custGeom>
              <a:avLst/>
              <a:gdLst/>
              <a:ahLst/>
              <a:cxnLst/>
              <a:rect l="l" t="t" r="r" b="b"/>
              <a:pathLst>
                <a:path w="6321" h="14109" extrusionOk="0">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9" name="Google Shape;19529;p140"/>
            <p:cNvSpPr/>
            <p:nvPr/>
          </p:nvSpPr>
          <p:spPr>
            <a:xfrm>
              <a:off x="3601509" y="2157448"/>
              <a:ext cx="11935" cy="19777"/>
            </a:xfrm>
            <a:custGeom>
              <a:avLst/>
              <a:gdLst/>
              <a:ahLst/>
              <a:cxnLst/>
              <a:rect l="l" t="t" r="r" b="b"/>
              <a:pathLst>
                <a:path w="455" h="754" extrusionOk="0">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0" name="Google Shape;19530;p140"/>
            <p:cNvSpPr/>
            <p:nvPr/>
          </p:nvSpPr>
          <p:spPr>
            <a:xfrm>
              <a:off x="3592433" y="2165291"/>
              <a:ext cx="29902" cy="35778"/>
            </a:xfrm>
            <a:custGeom>
              <a:avLst/>
              <a:gdLst/>
              <a:ahLst/>
              <a:cxnLst/>
              <a:rect l="l" t="t" r="r" b="b"/>
              <a:pathLst>
                <a:path w="1140" h="1364" extrusionOk="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1" name="Google Shape;19531;p140"/>
            <p:cNvSpPr/>
            <p:nvPr/>
          </p:nvSpPr>
          <p:spPr>
            <a:xfrm>
              <a:off x="3722088" y="2190551"/>
              <a:ext cx="61404" cy="80054"/>
            </a:xfrm>
            <a:custGeom>
              <a:avLst/>
              <a:gdLst/>
              <a:ahLst/>
              <a:cxnLst/>
              <a:rect l="l" t="t" r="r" b="b"/>
              <a:pathLst>
                <a:path w="2341" h="3052" extrusionOk="0">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2" name="Google Shape;19532;p140"/>
            <p:cNvSpPr/>
            <p:nvPr/>
          </p:nvSpPr>
          <p:spPr>
            <a:xfrm>
              <a:off x="3701471" y="2022364"/>
              <a:ext cx="15004" cy="26440"/>
            </a:xfrm>
            <a:custGeom>
              <a:avLst/>
              <a:gdLst/>
              <a:ahLst/>
              <a:cxnLst/>
              <a:rect l="l" t="t" r="r" b="b"/>
              <a:pathLst>
                <a:path w="572" h="1008" extrusionOk="0">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3" name="Google Shape;19533;p140"/>
            <p:cNvSpPr/>
            <p:nvPr/>
          </p:nvSpPr>
          <p:spPr>
            <a:xfrm>
              <a:off x="3611109" y="2065040"/>
              <a:ext cx="319455" cy="285068"/>
            </a:xfrm>
            <a:custGeom>
              <a:avLst/>
              <a:gdLst/>
              <a:ahLst/>
              <a:cxnLst/>
              <a:rect l="l" t="t" r="r" b="b"/>
              <a:pathLst>
                <a:path w="12179" h="10868" extrusionOk="0">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4" name="Google Shape;19534;p140"/>
            <p:cNvSpPr/>
            <p:nvPr/>
          </p:nvSpPr>
          <p:spPr>
            <a:xfrm>
              <a:off x="3685628" y="2035636"/>
              <a:ext cx="34361" cy="50886"/>
            </a:xfrm>
            <a:custGeom>
              <a:avLst/>
              <a:gdLst/>
              <a:ahLst/>
              <a:cxnLst/>
              <a:rect l="l" t="t" r="r" b="b"/>
              <a:pathLst>
                <a:path w="1310" h="1940" extrusionOk="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5" name="Google Shape;19535;p140"/>
            <p:cNvSpPr/>
            <p:nvPr/>
          </p:nvSpPr>
          <p:spPr>
            <a:xfrm>
              <a:off x="3658244" y="2099480"/>
              <a:ext cx="17810" cy="17994"/>
            </a:xfrm>
            <a:custGeom>
              <a:avLst/>
              <a:gdLst/>
              <a:ahLst/>
              <a:cxnLst/>
              <a:rect l="l" t="t" r="r" b="b"/>
              <a:pathLst>
                <a:path w="679" h="686" extrusionOk="0">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6" name="Google Shape;19536;p140"/>
            <p:cNvSpPr/>
            <p:nvPr/>
          </p:nvSpPr>
          <p:spPr>
            <a:xfrm>
              <a:off x="3645077" y="2133264"/>
              <a:ext cx="89497" cy="35594"/>
            </a:xfrm>
            <a:custGeom>
              <a:avLst/>
              <a:gdLst/>
              <a:ahLst/>
              <a:cxnLst/>
              <a:rect l="l" t="t" r="r" b="b"/>
              <a:pathLst>
                <a:path w="3412" h="1357" extrusionOk="0">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7" name="Google Shape;19537;p140"/>
            <p:cNvSpPr/>
            <p:nvPr/>
          </p:nvSpPr>
          <p:spPr>
            <a:xfrm>
              <a:off x="3623752" y="2119231"/>
              <a:ext cx="20459" cy="24394"/>
            </a:xfrm>
            <a:custGeom>
              <a:avLst/>
              <a:gdLst/>
              <a:ahLst/>
              <a:cxnLst/>
              <a:rect l="l" t="t" r="r" b="b"/>
              <a:pathLst>
                <a:path w="780" h="930" extrusionOk="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8" name="Google Shape;19538;p140"/>
            <p:cNvSpPr/>
            <p:nvPr/>
          </p:nvSpPr>
          <p:spPr>
            <a:xfrm>
              <a:off x="3744856" y="2237660"/>
              <a:ext cx="88421" cy="88789"/>
            </a:xfrm>
            <a:custGeom>
              <a:avLst/>
              <a:gdLst/>
              <a:ahLst/>
              <a:cxnLst/>
              <a:rect l="l" t="t" r="r" b="b"/>
              <a:pathLst>
                <a:path w="3371" h="3385" extrusionOk="0">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9" name="Google Shape;19539;p140"/>
            <p:cNvSpPr/>
            <p:nvPr/>
          </p:nvSpPr>
          <p:spPr>
            <a:xfrm>
              <a:off x="3829159" y="1998626"/>
              <a:ext cx="144816" cy="333147"/>
            </a:xfrm>
            <a:custGeom>
              <a:avLst/>
              <a:gdLst/>
              <a:ahLst/>
              <a:cxnLst/>
              <a:rect l="l" t="t" r="r" b="b"/>
              <a:pathLst>
                <a:path w="5521" h="12701" extrusionOk="0">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40" name="Google Shape;19540;p140"/>
          <p:cNvGrpSpPr/>
          <p:nvPr/>
        </p:nvGrpSpPr>
        <p:grpSpPr>
          <a:xfrm>
            <a:off x="1398582" y="2973490"/>
            <a:ext cx="371391" cy="235126"/>
            <a:chOff x="1398582" y="2973490"/>
            <a:chExt cx="371391" cy="235126"/>
          </a:xfrm>
        </p:grpSpPr>
        <p:sp>
          <p:nvSpPr>
            <p:cNvPr id="19541" name="Google Shape;19541;p140"/>
            <p:cNvSpPr/>
            <p:nvPr/>
          </p:nvSpPr>
          <p:spPr>
            <a:xfrm>
              <a:off x="1398582" y="2973490"/>
              <a:ext cx="44302" cy="114704"/>
            </a:xfrm>
            <a:custGeom>
              <a:avLst/>
              <a:gdLst/>
              <a:ahLst/>
              <a:cxnLst/>
              <a:rect l="l" t="t" r="r" b="b"/>
              <a:pathLst>
                <a:path w="1689" h="4373" extrusionOk="0">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2" name="Google Shape;19542;p140"/>
            <p:cNvSpPr/>
            <p:nvPr/>
          </p:nvSpPr>
          <p:spPr>
            <a:xfrm>
              <a:off x="1403907" y="2991903"/>
              <a:ext cx="38847" cy="96290"/>
            </a:xfrm>
            <a:custGeom>
              <a:avLst/>
              <a:gdLst/>
              <a:ahLst/>
              <a:cxnLst/>
              <a:rect l="l" t="t" r="r" b="b"/>
              <a:pathLst>
                <a:path w="1481" h="3671" extrusionOk="0">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3" name="Google Shape;19543;p140"/>
            <p:cNvSpPr/>
            <p:nvPr/>
          </p:nvSpPr>
          <p:spPr>
            <a:xfrm>
              <a:off x="1459226" y="3099210"/>
              <a:ext cx="280320" cy="80001"/>
            </a:xfrm>
            <a:custGeom>
              <a:avLst/>
              <a:gdLst/>
              <a:ahLst/>
              <a:cxnLst/>
              <a:rect l="l" t="t" r="r" b="b"/>
              <a:pathLst>
                <a:path w="10687" h="3050" extrusionOk="0">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4" name="Google Shape;19544;p140"/>
            <p:cNvSpPr/>
            <p:nvPr/>
          </p:nvSpPr>
          <p:spPr>
            <a:xfrm>
              <a:off x="1459226" y="3099210"/>
              <a:ext cx="276071" cy="71870"/>
            </a:xfrm>
            <a:custGeom>
              <a:avLst/>
              <a:gdLst/>
              <a:ahLst/>
              <a:cxnLst/>
              <a:rect l="l" t="t" r="r" b="b"/>
              <a:pathLst>
                <a:path w="10525" h="2740" extrusionOk="0">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5" name="Google Shape;19545;p140"/>
            <p:cNvSpPr/>
            <p:nvPr/>
          </p:nvSpPr>
          <p:spPr>
            <a:xfrm>
              <a:off x="1446609" y="3061780"/>
              <a:ext cx="323363" cy="65732"/>
            </a:xfrm>
            <a:custGeom>
              <a:avLst/>
              <a:gdLst/>
              <a:ahLst/>
              <a:cxnLst/>
              <a:rect l="l" t="t" r="r" b="b"/>
              <a:pathLst>
                <a:path w="12328" h="2506" extrusionOk="0">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6" name="Google Shape;19546;p140"/>
            <p:cNvSpPr/>
            <p:nvPr/>
          </p:nvSpPr>
          <p:spPr>
            <a:xfrm>
              <a:off x="1404615" y="3076076"/>
              <a:ext cx="72237" cy="102481"/>
            </a:xfrm>
            <a:custGeom>
              <a:avLst/>
              <a:gdLst/>
              <a:ahLst/>
              <a:cxnLst/>
              <a:rect l="l" t="t" r="r" b="b"/>
              <a:pathLst>
                <a:path w="2754" h="3907" extrusionOk="0">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7" name="Google Shape;19547;p140"/>
            <p:cNvSpPr/>
            <p:nvPr/>
          </p:nvSpPr>
          <p:spPr>
            <a:xfrm>
              <a:off x="1650967" y="3040324"/>
              <a:ext cx="110455" cy="168292"/>
            </a:xfrm>
            <a:custGeom>
              <a:avLst/>
              <a:gdLst/>
              <a:ahLst/>
              <a:cxnLst/>
              <a:rect l="l" t="t" r="r" b="b"/>
              <a:pathLst>
                <a:path w="4211" h="6416" extrusionOk="0">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8" name="Google Shape;19548;p140"/>
            <p:cNvSpPr/>
            <p:nvPr/>
          </p:nvSpPr>
          <p:spPr>
            <a:xfrm>
              <a:off x="1521312" y="3032953"/>
              <a:ext cx="138730" cy="154259"/>
            </a:xfrm>
            <a:custGeom>
              <a:avLst/>
              <a:gdLst/>
              <a:ahLst/>
              <a:cxnLst/>
              <a:rect l="l" t="t" r="r" b="b"/>
              <a:pathLst>
                <a:path w="5289" h="5881" extrusionOk="0">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9" name="Google Shape;19549;p140"/>
            <p:cNvSpPr/>
            <p:nvPr/>
          </p:nvSpPr>
          <p:spPr>
            <a:xfrm>
              <a:off x="1428642" y="3100260"/>
              <a:ext cx="30086" cy="36145"/>
            </a:xfrm>
            <a:custGeom>
              <a:avLst/>
              <a:gdLst/>
              <a:ahLst/>
              <a:cxnLst/>
              <a:rect l="l" t="t" r="r" b="b"/>
              <a:pathLst>
                <a:path w="1147" h="1378" extrusionOk="0">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0" name="Google Shape;19550;p140"/>
            <p:cNvSpPr/>
            <p:nvPr/>
          </p:nvSpPr>
          <p:spPr>
            <a:xfrm>
              <a:off x="1446609" y="3100443"/>
              <a:ext cx="12118" cy="23948"/>
            </a:xfrm>
            <a:custGeom>
              <a:avLst/>
              <a:gdLst/>
              <a:ahLst/>
              <a:cxnLst/>
              <a:rect l="l" t="t" r="r" b="b"/>
              <a:pathLst>
                <a:path w="462" h="913" extrusionOk="0">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1" name="Google Shape;19551;p140"/>
            <p:cNvSpPr/>
            <p:nvPr/>
          </p:nvSpPr>
          <p:spPr>
            <a:xfrm>
              <a:off x="1440734" y="3106319"/>
              <a:ext cx="11935" cy="11935"/>
            </a:xfrm>
            <a:custGeom>
              <a:avLst/>
              <a:gdLst/>
              <a:ahLst/>
              <a:cxnLst/>
              <a:rect l="l" t="t" r="r" b="b"/>
              <a:pathLst>
                <a:path w="455" h="455" extrusionOk="0">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2" name="Google Shape;19552;p140"/>
            <p:cNvSpPr/>
            <p:nvPr/>
          </p:nvSpPr>
          <p:spPr>
            <a:xfrm>
              <a:off x="1404615" y="3081584"/>
              <a:ext cx="56054" cy="96972"/>
            </a:xfrm>
            <a:custGeom>
              <a:avLst/>
              <a:gdLst/>
              <a:ahLst/>
              <a:cxnLst/>
              <a:rect l="l" t="t" r="r" b="b"/>
              <a:pathLst>
                <a:path w="2137" h="3697" extrusionOk="0">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3" name="Google Shape;19553;p140"/>
            <p:cNvSpPr/>
            <p:nvPr/>
          </p:nvSpPr>
          <p:spPr>
            <a:xfrm>
              <a:off x="1414582" y="3154005"/>
              <a:ext cx="76513" cy="54611"/>
            </a:xfrm>
            <a:custGeom>
              <a:avLst/>
              <a:gdLst/>
              <a:ahLst/>
              <a:cxnLst/>
              <a:rect l="l" t="t" r="r" b="b"/>
              <a:pathLst>
                <a:path w="2917" h="2082" extrusionOk="0">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4" name="Google Shape;19554;p140"/>
            <p:cNvSpPr/>
            <p:nvPr/>
          </p:nvSpPr>
          <p:spPr>
            <a:xfrm>
              <a:off x="1474702" y="3154372"/>
              <a:ext cx="32210" cy="54244"/>
            </a:xfrm>
            <a:custGeom>
              <a:avLst/>
              <a:gdLst/>
              <a:ahLst/>
              <a:cxnLst/>
              <a:rect l="l" t="t" r="r" b="b"/>
              <a:pathLst>
                <a:path w="1228" h="2068" extrusionOk="0">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5" name="Google Shape;19555;p140"/>
            <p:cNvSpPr/>
            <p:nvPr/>
          </p:nvSpPr>
          <p:spPr>
            <a:xfrm>
              <a:off x="1469534" y="3061859"/>
              <a:ext cx="102664" cy="48027"/>
            </a:xfrm>
            <a:custGeom>
              <a:avLst/>
              <a:gdLst/>
              <a:ahLst/>
              <a:cxnLst/>
              <a:rect l="l" t="t" r="r" b="b"/>
              <a:pathLst>
                <a:path w="3914" h="1831" extrusionOk="0">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56" name="Google Shape;19556;p140"/>
          <p:cNvGrpSpPr/>
          <p:nvPr/>
        </p:nvGrpSpPr>
        <p:grpSpPr>
          <a:xfrm>
            <a:off x="850795" y="1512217"/>
            <a:ext cx="370132" cy="370132"/>
            <a:chOff x="850795" y="1512217"/>
            <a:chExt cx="370132" cy="370132"/>
          </a:xfrm>
        </p:grpSpPr>
        <p:sp>
          <p:nvSpPr>
            <p:cNvPr id="19557" name="Google Shape;19557;p140"/>
            <p:cNvSpPr/>
            <p:nvPr/>
          </p:nvSpPr>
          <p:spPr>
            <a:xfrm>
              <a:off x="1089462" y="1512217"/>
              <a:ext cx="131465" cy="131281"/>
            </a:xfrm>
            <a:custGeom>
              <a:avLst/>
              <a:gdLst/>
              <a:ahLst/>
              <a:cxnLst/>
              <a:rect l="l" t="t" r="r" b="b"/>
              <a:pathLst>
                <a:path w="5012" h="5005" extrusionOk="0">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8" name="Google Shape;19558;p140"/>
            <p:cNvSpPr/>
            <p:nvPr/>
          </p:nvSpPr>
          <p:spPr>
            <a:xfrm>
              <a:off x="1113488" y="1536034"/>
              <a:ext cx="83438" cy="83621"/>
            </a:xfrm>
            <a:custGeom>
              <a:avLst/>
              <a:gdLst/>
              <a:ahLst/>
              <a:cxnLst/>
              <a:rect l="l" t="t" r="r" b="b"/>
              <a:pathLst>
                <a:path w="3181" h="3188" extrusionOk="0">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9" name="Google Shape;19559;p140"/>
            <p:cNvSpPr/>
            <p:nvPr/>
          </p:nvSpPr>
          <p:spPr>
            <a:xfrm>
              <a:off x="850795"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0" name="Google Shape;19560;p140"/>
            <p:cNvSpPr/>
            <p:nvPr/>
          </p:nvSpPr>
          <p:spPr>
            <a:xfrm>
              <a:off x="874612"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1" name="Google Shape;19561;p140"/>
            <p:cNvSpPr/>
            <p:nvPr/>
          </p:nvSpPr>
          <p:spPr>
            <a:xfrm>
              <a:off x="862703" y="1547942"/>
              <a:ext cx="346315" cy="334406"/>
            </a:xfrm>
            <a:custGeom>
              <a:avLst/>
              <a:gdLst/>
              <a:ahLst/>
              <a:cxnLst/>
              <a:rect l="l" t="t" r="r" b="b"/>
              <a:pathLst>
                <a:path w="13203" h="12749" extrusionOk="0">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2" name="Google Shape;19562;p140"/>
            <p:cNvSpPr/>
            <p:nvPr/>
          </p:nvSpPr>
          <p:spPr>
            <a:xfrm>
              <a:off x="1058353" y="1661387"/>
              <a:ext cx="120789" cy="115202"/>
            </a:xfrm>
            <a:custGeom>
              <a:avLst/>
              <a:gdLst/>
              <a:ahLst/>
              <a:cxnLst/>
              <a:rect l="l" t="t" r="r" b="b"/>
              <a:pathLst>
                <a:path w="4605" h="4392" extrusionOk="0">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3" name="Google Shape;19563;p140"/>
            <p:cNvSpPr/>
            <p:nvPr/>
          </p:nvSpPr>
          <p:spPr>
            <a:xfrm>
              <a:off x="862703" y="1552034"/>
              <a:ext cx="165249" cy="330131"/>
            </a:xfrm>
            <a:custGeom>
              <a:avLst/>
              <a:gdLst/>
              <a:ahLst/>
              <a:cxnLst/>
              <a:rect l="l" t="t" r="r" b="b"/>
              <a:pathLst>
                <a:path w="6300" h="12586" extrusionOk="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4" name="Google Shape;19564;p140"/>
            <p:cNvSpPr/>
            <p:nvPr/>
          </p:nvSpPr>
          <p:spPr>
            <a:xfrm>
              <a:off x="108946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5" name="Google Shape;19565;p140"/>
            <p:cNvSpPr/>
            <p:nvPr/>
          </p:nvSpPr>
          <p:spPr>
            <a:xfrm>
              <a:off x="110742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6" name="Google Shape;19566;p140"/>
            <p:cNvSpPr/>
            <p:nvPr/>
          </p:nvSpPr>
          <p:spPr>
            <a:xfrm>
              <a:off x="1101554" y="1697164"/>
              <a:ext cx="11961" cy="11961"/>
            </a:xfrm>
            <a:custGeom>
              <a:avLst/>
              <a:gdLst/>
              <a:ahLst/>
              <a:cxnLst/>
              <a:rect l="l" t="t" r="r" b="b"/>
              <a:pathLst>
                <a:path w="456" h="456" extrusionOk="0">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7" name="Google Shape;19567;p140"/>
            <p:cNvSpPr/>
            <p:nvPr/>
          </p:nvSpPr>
          <p:spPr>
            <a:xfrm>
              <a:off x="976174" y="1780759"/>
              <a:ext cx="119373" cy="77562"/>
            </a:xfrm>
            <a:custGeom>
              <a:avLst/>
              <a:gdLst/>
              <a:ahLst/>
              <a:cxnLst/>
              <a:rect l="l" t="t" r="r" b="b"/>
              <a:pathLst>
                <a:path w="4551" h="2957" extrusionOk="0">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8" name="Google Shape;19568;p140"/>
            <p:cNvSpPr/>
            <p:nvPr/>
          </p:nvSpPr>
          <p:spPr>
            <a:xfrm>
              <a:off x="1006050" y="1762976"/>
              <a:ext cx="59621" cy="41653"/>
            </a:xfrm>
            <a:custGeom>
              <a:avLst/>
              <a:gdLst/>
              <a:ahLst/>
              <a:cxnLst/>
              <a:rect l="l" t="t" r="r" b="b"/>
              <a:pathLst>
                <a:path w="2273" h="1588" extrusionOk="0">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9" name="Google Shape;19569;p140"/>
            <p:cNvSpPr/>
            <p:nvPr/>
          </p:nvSpPr>
          <p:spPr>
            <a:xfrm>
              <a:off x="975282" y="1798360"/>
              <a:ext cx="121156" cy="33024"/>
            </a:xfrm>
            <a:custGeom>
              <a:avLst/>
              <a:gdLst/>
              <a:ahLst/>
              <a:cxnLst/>
              <a:rect l="l" t="t" r="r" b="b"/>
              <a:pathLst>
                <a:path w="4619" h="1259" extrusionOk="0">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0" name="Google Shape;19570;p140"/>
            <p:cNvSpPr/>
            <p:nvPr/>
          </p:nvSpPr>
          <p:spPr>
            <a:xfrm>
              <a:off x="1006050" y="1765992"/>
              <a:ext cx="49470" cy="38820"/>
            </a:xfrm>
            <a:custGeom>
              <a:avLst/>
              <a:gdLst/>
              <a:ahLst/>
              <a:cxnLst/>
              <a:rect l="l" t="t" r="r" b="b"/>
              <a:pathLst>
                <a:path w="1886" h="1480" extrusionOk="0">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1" name="Google Shape;19571;p140"/>
            <p:cNvSpPr/>
            <p:nvPr/>
          </p:nvSpPr>
          <p:spPr>
            <a:xfrm>
              <a:off x="892396" y="1661387"/>
              <a:ext cx="120789" cy="115202"/>
            </a:xfrm>
            <a:custGeom>
              <a:avLst/>
              <a:gdLst/>
              <a:ahLst/>
              <a:cxnLst/>
              <a:rect l="l" t="t" r="r" b="b"/>
              <a:pathLst>
                <a:path w="4605" h="4392" extrusionOk="0">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2" name="Google Shape;19572;p140"/>
            <p:cNvSpPr/>
            <p:nvPr/>
          </p:nvSpPr>
          <p:spPr>
            <a:xfrm>
              <a:off x="946298" y="1691315"/>
              <a:ext cx="35778" cy="41811"/>
            </a:xfrm>
            <a:custGeom>
              <a:avLst/>
              <a:gdLst/>
              <a:ahLst/>
              <a:cxnLst/>
              <a:rect l="l" t="t" r="r" b="b"/>
              <a:pathLst>
                <a:path w="1364" h="1594" extrusionOk="0">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3" name="Google Shape;19573;p140"/>
            <p:cNvSpPr/>
            <p:nvPr/>
          </p:nvSpPr>
          <p:spPr>
            <a:xfrm>
              <a:off x="964266" y="1691315"/>
              <a:ext cx="17810" cy="29771"/>
            </a:xfrm>
            <a:custGeom>
              <a:avLst/>
              <a:gdLst/>
              <a:ahLst/>
              <a:cxnLst/>
              <a:rect l="l" t="t" r="r" b="b"/>
              <a:pathLst>
                <a:path w="679" h="1135" extrusionOk="0">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4" name="Google Shape;19574;p140"/>
            <p:cNvSpPr/>
            <p:nvPr/>
          </p:nvSpPr>
          <p:spPr>
            <a:xfrm>
              <a:off x="958207" y="1697164"/>
              <a:ext cx="11935" cy="11961"/>
            </a:xfrm>
            <a:custGeom>
              <a:avLst/>
              <a:gdLst/>
              <a:ahLst/>
              <a:cxnLst/>
              <a:rect l="l" t="t" r="r" b="b"/>
              <a:pathLst>
                <a:path w="455" h="456" extrusionOk="0">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75" name="Google Shape;19575;p140"/>
          <p:cNvGrpSpPr/>
          <p:nvPr/>
        </p:nvGrpSpPr>
        <p:grpSpPr>
          <a:xfrm>
            <a:off x="8038497" y="2906079"/>
            <a:ext cx="236568" cy="370105"/>
            <a:chOff x="8038497" y="2906079"/>
            <a:chExt cx="236568" cy="370105"/>
          </a:xfrm>
        </p:grpSpPr>
        <p:sp>
          <p:nvSpPr>
            <p:cNvPr id="19576" name="Google Shape;19576;p140"/>
            <p:cNvSpPr/>
            <p:nvPr/>
          </p:nvSpPr>
          <p:spPr>
            <a:xfrm>
              <a:off x="8114616" y="3032508"/>
              <a:ext cx="55345" cy="237801"/>
            </a:xfrm>
            <a:custGeom>
              <a:avLst/>
              <a:gdLst/>
              <a:ahLst/>
              <a:cxnLst/>
              <a:rect l="l" t="t" r="r" b="b"/>
              <a:pathLst>
                <a:path w="2110" h="9066" extrusionOk="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7" name="Google Shape;19577;p140"/>
            <p:cNvSpPr/>
            <p:nvPr/>
          </p:nvSpPr>
          <p:spPr>
            <a:xfrm>
              <a:off x="8114800" y="2997123"/>
              <a:ext cx="83070" cy="273185"/>
            </a:xfrm>
            <a:custGeom>
              <a:avLst/>
              <a:gdLst/>
              <a:ahLst/>
              <a:cxnLst/>
              <a:rect l="l" t="t" r="r" b="b"/>
              <a:pathLst>
                <a:path w="3167" h="10415" extrusionOk="0">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8" name="Google Shape;19578;p140"/>
            <p:cNvSpPr/>
            <p:nvPr/>
          </p:nvSpPr>
          <p:spPr>
            <a:xfrm>
              <a:off x="8104649" y="3264433"/>
              <a:ext cx="74729" cy="11751"/>
            </a:xfrm>
            <a:custGeom>
              <a:avLst/>
              <a:gdLst/>
              <a:ahLst/>
              <a:cxnLst/>
              <a:rect l="l" t="t" r="r" b="b"/>
              <a:pathLst>
                <a:path w="2849" h="448" extrusionOk="0">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9" name="Google Shape;19579;p140"/>
            <p:cNvSpPr/>
            <p:nvPr/>
          </p:nvSpPr>
          <p:spPr>
            <a:xfrm>
              <a:off x="8139666" y="2906079"/>
              <a:ext cx="60355" cy="104763"/>
            </a:xfrm>
            <a:custGeom>
              <a:avLst/>
              <a:gdLst/>
              <a:ahLst/>
              <a:cxnLst/>
              <a:rect l="l" t="t" r="r" b="b"/>
              <a:pathLst>
                <a:path w="2301" h="3994" extrusionOk="0">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0" name="Google Shape;19580;p140"/>
            <p:cNvSpPr/>
            <p:nvPr/>
          </p:nvSpPr>
          <p:spPr>
            <a:xfrm>
              <a:off x="8038497" y="2975169"/>
              <a:ext cx="133065" cy="50598"/>
            </a:xfrm>
            <a:custGeom>
              <a:avLst/>
              <a:gdLst/>
              <a:ahLst/>
              <a:cxnLst/>
              <a:rect l="l" t="t" r="r" b="b"/>
              <a:pathLst>
                <a:path w="5073" h="1929" extrusionOk="0">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1" name="Google Shape;19581;p140"/>
            <p:cNvSpPr/>
            <p:nvPr/>
          </p:nvSpPr>
          <p:spPr>
            <a:xfrm>
              <a:off x="8171535" y="2996048"/>
              <a:ext cx="93221" cy="82152"/>
            </a:xfrm>
            <a:custGeom>
              <a:avLst/>
              <a:gdLst/>
              <a:ahLst/>
              <a:cxnLst/>
              <a:rect l="l" t="t" r="r" b="b"/>
              <a:pathLst>
                <a:path w="3554" h="3132" extrusionOk="0">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2" name="Google Shape;19582;p140"/>
            <p:cNvSpPr/>
            <p:nvPr/>
          </p:nvSpPr>
          <p:spPr>
            <a:xfrm>
              <a:off x="8067297" y="2917646"/>
              <a:ext cx="207768" cy="93195"/>
            </a:xfrm>
            <a:custGeom>
              <a:avLst/>
              <a:gdLst/>
              <a:ahLst/>
              <a:cxnLst/>
              <a:rect l="l" t="t" r="r" b="b"/>
              <a:pathLst>
                <a:path w="7921" h="3553" extrusionOk="0">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83" name="Google Shape;19583;p140"/>
          <p:cNvGrpSpPr/>
          <p:nvPr/>
        </p:nvGrpSpPr>
        <p:grpSpPr>
          <a:xfrm>
            <a:off x="6324130" y="1566303"/>
            <a:ext cx="370630" cy="261802"/>
            <a:chOff x="6324130" y="1566303"/>
            <a:chExt cx="370630" cy="261802"/>
          </a:xfrm>
        </p:grpSpPr>
        <p:sp>
          <p:nvSpPr>
            <p:cNvPr id="19584" name="Google Shape;19584;p140"/>
            <p:cNvSpPr/>
            <p:nvPr/>
          </p:nvSpPr>
          <p:spPr>
            <a:xfrm>
              <a:off x="6536147"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5" name="Google Shape;19585;p140"/>
            <p:cNvSpPr/>
            <p:nvPr/>
          </p:nvSpPr>
          <p:spPr>
            <a:xfrm>
              <a:off x="6404525" y="1787343"/>
              <a:ext cx="51253" cy="40761"/>
            </a:xfrm>
            <a:custGeom>
              <a:avLst/>
              <a:gdLst/>
              <a:ahLst/>
              <a:cxnLst/>
              <a:rect l="l" t="t" r="r" b="b"/>
              <a:pathLst>
                <a:path w="1954" h="1554" extrusionOk="0">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6" name="Google Shape;19586;p140"/>
            <p:cNvSpPr/>
            <p:nvPr/>
          </p:nvSpPr>
          <p:spPr>
            <a:xfrm>
              <a:off x="6566023"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7" name="Google Shape;19587;p140"/>
            <p:cNvSpPr/>
            <p:nvPr/>
          </p:nvSpPr>
          <p:spPr>
            <a:xfrm>
              <a:off x="6434401" y="1787343"/>
              <a:ext cx="51253" cy="40761"/>
            </a:xfrm>
            <a:custGeom>
              <a:avLst/>
              <a:gdLst/>
              <a:ahLst/>
              <a:cxnLst/>
              <a:rect l="l" t="t" r="r" b="b"/>
              <a:pathLst>
                <a:path w="1954" h="1554" extrusionOk="0">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8" name="Google Shape;19588;p140"/>
            <p:cNvSpPr/>
            <p:nvPr/>
          </p:nvSpPr>
          <p:spPr>
            <a:xfrm>
              <a:off x="6324314" y="1684889"/>
              <a:ext cx="362315" cy="112212"/>
            </a:xfrm>
            <a:custGeom>
              <a:avLst/>
              <a:gdLst/>
              <a:ahLst/>
              <a:cxnLst/>
              <a:rect l="l" t="t" r="r" b="b"/>
              <a:pathLst>
                <a:path w="13813" h="4278" extrusionOk="0">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9" name="Google Shape;19589;p140"/>
            <p:cNvSpPr/>
            <p:nvPr/>
          </p:nvSpPr>
          <p:spPr>
            <a:xfrm>
              <a:off x="6324314" y="1715316"/>
              <a:ext cx="362315" cy="81785"/>
            </a:xfrm>
            <a:custGeom>
              <a:avLst/>
              <a:gdLst/>
              <a:ahLst/>
              <a:cxnLst/>
              <a:rect l="l" t="t" r="r" b="b"/>
              <a:pathLst>
                <a:path w="13813" h="3118" extrusionOk="0">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0" name="Google Shape;19590;p140"/>
            <p:cNvSpPr/>
            <p:nvPr/>
          </p:nvSpPr>
          <p:spPr>
            <a:xfrm>
              <a:off x="6324130" y="1684836"/>
              <a:ext cx="117405" cy="98258"/>
            </a:xfrm>
            <a:custGeom>
              <a:avLst/>
              <a:gdLst/>
              <a:ahLst/>
              <a:cxnLst/>
              <a:rect l="l" t="t" r="r" b="b"/>
              <a:pathLst>
                <a:path w="4476" h="3746" extrusionOk="0">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1" name="Google Shape;19591;p140"/>
            <p:cNvSpPr/>
            <p:nvPr/>
          </p:nvSpPr>
          <p:spPr>
            <a:xfrm>
              <a:off x="6382833" y="1566303"/>
              <a:ext cx="311927" cy="177498"/>
            </a:xfrm>
            <a:custGeom>
              <a:avLst/>
              <a:gdLst/>
              <a:ahLst/>
              <a:cxnLst/>
              <a:rect l="l" t="t" r="r" b="b"/>
              <a:pathLst>
                <a:path w="11892" h="6767"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2" name="Google Shape;19592;p140"/>
            <p:cNvSpPr/>
            <p:nvPr/>
          </p:nvSpPr>
          <p:spPr>
            <a:xfrm>
              <a:off x="6382833" y="1566303"/>
              <a:ext cx="275520" cy="125904"/>
            </a:xfrm>
            <a:custGeom>
              <a:avLst/>
              <a:gdLst/>
              <a:ahLst/>
              <a:cxnLst/>
              <a:rect l="l" t="t" r="r" b="b"/>
              <a:pathLst>
                <a:path w="10504" h="4800"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3" name="Google Shape;19593;p140"/>
            <p:cNvSpPr/>
            <p:nvPr/>
          </p:nvSpPr>
          <p:spPr>
            <a:xfrm>
              <a:off x="6389941" y="1714607"/>
              <a:ext cx="24027" cy="23843"/>
            </a:xfrm>
            <a:custGeom>
              <a:avLst/>
              <a:gdLst/>
              <a:ahLst/>
              <a:cxnLst/>
              <a:rect l="l" t="t" r="r" b="b"/>
              <a:pathLst>
                <a:path w="916" h="909" extrusionOk="0">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4" name="Google Shape;19594;p140"/>
            <p:cNvSpPr/>
            <p:nvPr/>
          </p:nvSpPr>
          <p:spPr>
            <a:xfrm>
              <a:off x="6456644" y="1601792"/>
              <a:ext cx="49365" cy="43830"/>
            </a:xfrm>
            <a:custGeom>
              <a:avLst/>
              <a:gdLst/>
              <a:ahLst/>
              <a:cxnLst/>
              <a:rect l="l" t="t" r="r" b="b"/>
              <a:pathLst>
                <a:path w="1882" h="1671" extrusionOk="0">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5" name="Google Shape;19595;p140"/>
            <p:cNvSpPr/>
            <p:nvPr/>
          </p:nvSpPr>
          <p:spPr>
            <a:xfrm>
              <a:off x="6516763" y="1605753"/>
              <a:ext cx="49286" cy="26519"/>
            </a:xfrm>
            <a:custGeom>
              <a:avLst/>
              <a:gdLst/>
              <a:ahLst/>
              <a:cxnLst/>
              <a:rect l="l" t="t" r="r" b="b"/>
              <a:pathLst>
                <a:path w="1879" h="1011" extrusionOk="0">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6" name="Google Shape;19596;p140"/>
            <p:cNvSpPr/>
            <p:nvPr/>
          </p:nvSpPr>
          <p:spPr>
            <a:xfrm>
              <a:off x="6575440" y="1631012"/>
              <a:ext cx="44145" cy="13194"/>
            </a:xfrm>
            <a:custGeom>
              <a:avLst/>
              <a:gdLst/>
              <a:ahLst/>
              <a:cxnLst/>
              <a:rect l="l" t="t" r="r" b="b"/>
              <a:pathLst>
                <a:path w="1683" h="503" extrusionOk="0">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7" name="Google Shape;19597;p140"/>
            <p:cNvSpPr/>
            <p:nvPr/>
          </p:nvSpPr>
          <p:spPr>
            <a:xfrm>
              <a:off x="6632962" y="1667026"/>
              <a:ext cx="32499" cy="19856"/>
            </a:xfrm>
            <a:custGeom>
              <a:avLst/>
              <a:gdLst/>
              <a:ahLst/>
              <a:cxnLst/>
              <a:rect l="l" t="t" r="r" b="b"/>
              <a:pathLst>
                <a:path w="1239" h="757" extrusionOk="0">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8" name="Google Shape;19598;p140"/>
            <p:cNvSpPr/>
            <p:nvPr/>
          </p:nvSpPr>
          <p:spPr>
            <a:xfrm>
              <a:off x="6428526" y="1678594"/>
              <a:ext cx="52067" cy="35568"/>
            </a:xfrm>
            <a:custGeom>
              <a:avLst/>
              <a:gdLst/>
              <a:ahLst/>
              <a:cxnLst/>
              <a:rect l="l" t="t" r="r" b="b"/>
              <a:pathLst>
                <a:path w="1985" h="1356" extrusionOk="0">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9" name="Google Shape;19599;p140"/>
            <p:cNvSpPr/>
            <p:nvPr/>
          </p:nvSpPr>
          <p:spPr>
            <a:xfrm>
              <a:off x="6324314" y="1715316"/>
              <a:ext cx="103713" cy="67778"/>
            </a:xfrm>
            <a:custGeom>
              <a:avLst/>
              <a:gdLst/>
              <a:ahLst/>
              <a:cxnLst/>
              <a:rect l="l" t="t" r="r" b="b"/>
              <a:pathLst>
                <a:path w="3954" h="2584" extrusionOk="0">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0" name="Google Shape;19600;p140"/>
            <p:cNvSpPr/>
            <p:nvPr/>
          </p:nvSpPr>
          <p:spPr>
            <a:xfrm>
              <a:off x="6324130" y="1708024"/>
              <a:ext cx="24210" cy="30086"/>
            </a:xfrm>
            <a:custGeom>
              <a:avLst/>
              <a:gdLst/>
              <a:ahLst/>
              <a:cxnLst/>
              <a:rect l="l" t="t" r="r" b="b"/>
              <a:pathLst>
                <a:path w="923" h="1147" extrusionOk="0">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01" name="Google Shape;19601;p140"/>
          <p:cNvGrpSpPr/>
          <p:nvPr/>
        </p:nvGrpSpPr>
        <p:grpSpPr>
          <a:xfrm>
            <a:off x="5232280" y="2026587"/>
            <a:ext cx="370840" cy="353213"/>
            <a:chOff x="5232280" y="2026587"/>
            <a:chExt cx="370840" cy="353213"/>
          </a:xfrm>
        </p:grpSpPr>
        <p:sp>
          <p:nvSpPr>
            <p:cNvPr id="19602" name="Google Shape;19602;p140"/>
            <p:cNvSpPr/>
            <p:nvPr/>
          </p:nvSpPr>
          <p:spPr>
            <a:xfrm>
              <a:off x="5232280" y="2058561"/>
              <a:ext cx="370840" cy="321239"/>
            </a:xfrm>
            <a:custGeom>
              <a:avLst/>
              <a:gdLst/>
              <a:ahLst/>
              <a:cxnLst/>
              <a:rect l="l" t="t" r="r" b="b"/>
              <a:pathLst>
                <a:path w="14138" h="12247" extrusionOk="0">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3" name="Google Shape;19603;p140"/>
            <p:cNvSpPr/>
            <p:nvPr/>
          </p:nvSpPr>
          <p:spPr>
            <a:xfrm>
              <a:off x="5287048" y="2026587"/>
              <a:ext cx="105550" cy="71687"/>
            </a:xfrm>
            <a:custGeom>
              <a:avLst/>
              <a:gdLst/>
              <a:ahLst/>
              <a:cxnLst/>
              <a:rect l="l" t="t" r="r" b="b"/>
              <a:pathLst>
                <a:path w="4024" h="2733" extrusionOk="0">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4" name="Google Shape;19604;p140"/>
            <p:cNvSpPr/>
            <p:nvPr/>
          </p:nvSpPr>
          <p:spPr>
            <a:xfrm>
              <a:off x="5276740" y="2088621"/>
              <a:ext cx="15135" cy="11961"/>
            </a:xfrm>
            <a:custGeom>
              <a:avLst/>
              <a:gdLst/>
              <a:ahLst/>
              <a:cxnLst/>
              <a:rect l="l" t="t" r="r" b="b"/>
              <a:pathLst>
                <a:path w="577" h="456" extrusionOk="0">
                  <a:moveTo>
                    <a:pt x="285" y="1"/>
                  </a:moveTo>
                  <a:cubicBezTo>
                    <a:pt x="0" y="21"/>
                    <a:pt x="0" y="442"/>
                    <a:pt x="285" y="455"/>
                  </a:cubicBezTo>
                  <a:cubicBezTo>
                    <a:pt x="577" y="442"/>
                    <a:pt x="577" y="21"/>
                    <a:pt x="2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5" name="Google Shape;19605;p140"/>
            <p:cNvSpPr/>
            <p:nvPr/>
          </p:nvSpPr>
          <p:spPr>
            <a:xfrm>
              <a:off x="5370827" y="2355406"/>
              <a:ext cx="29902" cy="24394"/>
            </a:xfrm>
            <a:custGeom>
              <a:avLst/>
              <a:gdLst/>
              <a:ahLst/>
              <a:cxnLst/>
              <a:rect l="l" t="t" r="r" b="b"/>
              <a:pathLst>
                <a:path w="1140" h="930" extrusionOk="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6" name="Google Shape;19606;p140"/>
            <p:cNvSpPr/>
            <p:nvPr/>
          </p:nvSpPr>
          <p:spPr>
            <a:xfrm>
              <a:off x="5561126" y="2355223"/>
              <a:ext cx="31345" cy="24578"/>
            </a:xfrm>
            <a:custGeom>
              <a:avLst/>
              <a:gdLst/>
              <a:ahLst/>
              <a:cxnLst/>
              <a:rect l="l" t="t" r="r" b="b"/>
              <a:pathLst>
                <a:path w="1195" h="937" extrusionOk="0">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7" name="Google Shape;19607;p140"/>
            <p:cNvSpPr/>
            <p:nvPr/>
          </p:nvSpPr>
          <p:spPr>
            <a:xfrm>
              <a:off x="5232280" y="2095756"/>
              <a:ext cx="46978" cy="46689"/>
            </a:xfrm>
            <a:custGeom>
              <a:avLst/>
              <a:gdLst/>
              <a:ahLst/>
              <a:cxnLst/>
              <a:rect l="l" t="t" r="r" b="b"/>
              <a:pathLst>
                <a:path w="1791" h="1780" extrusionOk="0">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8" name="Google Shape;19608;p140"/>
            <p:cNvSpPr/>
            <p:nvPr/>
          </p:nvSpPr>
          <p:spPr>
            <a:xfrm>
              <a:off x="5232621" y="2121933"/>
              <a:ext cx="9469" cy="9574"/>
            </a:xfrm>
            <a:custGeom>
              <a:avLst/>
              <a:gdLst/>
              <a:ahLst/>
              <a:cxnLst/>
              <a:rect l="l" t="t" r="r" b="b"/>
              <a:pathLst>
                <a:path w="361" h="365" extrusionOk="0">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9" name="Google Shape;19609;p140"/>
            <p:cNvSpPr/>
            <p:nvPr/>
          </p:nvSpPr>
          <p:spPr>
            <a:xfrm>
              <a:off x="5305908" y="2118235"/>
              <a:ext cx="65654" cy="132802"/>
            </a:xfrm>
            <a:custGeom>
              <a:avLst/>
              <a:gdLst/>
              <a:ahLst/>
              <a:cxnLst/>
              <a:rect l="l" t="t" r="r" b="b"/>
              <a:pathLst>
                <a:path w="2503" h="5063" extrusionOk="0">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0" name="Google Shape;19610;p140"/>
            <p:cNvSpPr/>
            <p:nvPr/>
          </p:nvSpPr>
          <p:spPr>
            <a:xfrm>
              <a:off x="5406762" y="2226302"/>
              <a:ext cx="120947" cy="37745"/>
            </a:xfrm>
            <a:custGeom>
              <a:avLst/>
              <a:gdLst/>
              <a:ahLst/>
              <a:cxnLst/>
              <a:rect l="l" t="t" r="r" b="b"/>
              <a:pathLst>
                <a:path w="4611" h="1439" extrusionOk="0">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1" name="Google Shape;19611;p140"/>
            <p:cNvSpPr/>
            <p:nvPr/>
          </p:nvSpPr>
          <p:spPr>
            <a:xfrm>
              <a:off x="5302524" y="2046207"/>
              <a:ext cx="73680" cy="48001"/>
            </a:xfrm>
            <a:custGeom>
              <a:avLst/>
              <a:gdLst/>
              <a:ahLst/>
              <a:cxnLst/>
              <a:rect l="l" t="t" r="r" b="b"/>
              <a:pathLst>
                <a:path w="2809" h="1830" extrusionOk="0">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12" name="Google Shape;19612;p140"/>
          <p:cNvGrpSpPr/>
          <p:nvPr/>
        </p:nvGrpSpPr>
        <p:grpSpPr>
          <a:xfrm>
            <a:off x="7968961" y="2435329"/>
            <a:ext cx="379548" cy="365331"/>
            <a:chOff x="7968961" y="2435329"/>
            <a:chExt cx="379548" cy="365331"/>
          </a:xfrm>
        </p:grpSpPr>
        <p:sp>
          <p:nvSpPr>
            <p:cNvPr id="19613" name="Google Shape;19613;p140"/>
            <p:cNvSpPr/>
            <p:nvPr/>
          </p:nvSpPr>
          <p:spPr>
            <a:xfrm>
              <a:off x="8154276" y="2638638"/>
              <a:ext cx="118297" cy="162023"/>
            </a:xfrm>
            <a:custGeom>
              <a:avLst/>
              <a:gdLst/>
              <a:ahLst/>
              <a:cxnLst/>
              <a:rect l="l" t="t" r="r" b="b"/>
              <a:pathLst>
                <a:path w="45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4" name="Google Shape;19614;p140"/>
            <p:cNvSpPr/>
            <p:nvPr/>
          </p:nvSpPr>
          <p:spPr>
            <a:xfrm>
              <a:off x="8154276" y="2638638"/>
              <a:ext cx="107805" cy="162023"/>
            </a:xfrm>
            <a:custGeom>
              <a:avLst/>
              <a:gdLst/>
              <a:ahLst/>
              <a:cxnLst/>
              <a:rect l="l" t="t" r="r" b="b"/>
              <a:pathLst>
                <a:path w="41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5" name="Google Shape;19615;p140"/>
            <p:cNvSpPr/>
            <p:nvPr/>
          </p:nvSpPr>
          <p:spPr>
            <a:xfrm>
              <a:off x="8145332" y="2435382"/>
              <a:ext cx="203178" cy="195886"/>
            </a:xfrm>
            <a:custGeom>
              <a:avLst/>
              <a:gdLst/>
              <a:ahLst/>
              <a:cxnLst/>
              <a:rect l="l" t="t" r="r" b="b"/>
              <a:pathLst>
                <a:path w="7746" h="7468" extrusionOk="0">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6" name="Google Shape;19616;p140"/>
            <p:cNvSpPr/>
            <p:nvPr/>
          </p:nvSpPr>
          <p:spPr>
            <a:xfrm>
              <a:off x="8145489" y="2435329"/>
              <a:ext cx="196095" cy="195886"/>
            </a:xfrm>
            <a:custGeom>
              <a:avLst/>
              <a:gdLst/>
              <a:ahLst/>
              <a:cxnLst/>
              <a:rect l="l" t="t" r="r" b="b"/>
              <a:pathLst>
                <a:path w="7476" h="7468" extrusionOk="0">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7" name="Google Shape;19617;p140"/>
            <p:cNvSpPr/>
            <p:nvPr/>
          </p:nvSpPr>
          <p:spPr>
            <a:xfrm>
              <a:off x="7968961" y="2488183"/>
              <a:ext cx="136606" cy="226968"/>
            </a:xfrm>
            <a:custGeom>
              <a:avLst/>
              <a:gdLst/>
              <a:ahLst/>
              <a:cxnLst/>
              <a:rect l="l" t="t" r="r" b="b"/>
              <a:pathLst>
                <a:path w="5208" h="8653" extrusionOk="0">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8" name="Google Shape;19618;p140"/>
            <p:cNvSpPr/>
            <p:nvPr/>
          </p:nvSpPr>
          <p:spPr>
            <a:xfrm>
              <a:off x="7968961" y="2488104"/>
              <a:ext cx="117038" cy="227047"/>
            </a:xfrm>
            <a:custGeom>
              <a:avLst/>
              <a:gdLst/>
              <a:ahLst/>
              <a:cxnLst/>
              <a:rect l="l" t="t" r="r" b="b"/>
              <a:pathLst>
                <a:path w="4462" h="8656" extrusionOk="0">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19" name="Google Shape;19619;p140"/>
          <p:cNvGrpSpPr/>
          <p:nvPr/>
        </p:nvGrpSpPr>
        <p:grpSpPr>
          <a:xfrm>
            <a:off x="4136679" y="2115323"/>
            <a:ext cx="373305" cy="223217"/>
            <a:chOff x="4136679" y="2115323"/>
            <a:chExt cx="373305" cy="223217"/>
          </a:xfrm>
        </p:grpSpPr>
        <p:sp>
          <p:nvSpPr>
            <p:cNvPr id="19620" name="Google Shape;19620;p140"/>
            <p:cNvSpPr/>
            <p:nvPr/>
          </p:nvSpPr>
          <p:spPr>
            <a:xfrm>
              <a:off x="4453092" y="2115323"/>
              <a:ext cx="56893" cy="53903"/>
            </a:xfrm>
            <a:custGeom>
              <a:avLst/>
              <a:gdLst/>
              <a:ahLst/>
              <a:cxnLst/>
              <a:rect l="l" t="t" r="r" b="b"/>
              <a:pathLst>
                <a:path w="2169" h="2055" extrusionOk="0">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1" name="Google Shape;19621;p140"/>
            <p:cNvSpPr/>
            <p:nvPr/>
          </p:nvSpPr>
          <p:spPr>
            <a:xfrm>
              <a:off x="4136679" y="2131691"/>
              <a:ext cx="367823" cy="206850"/>
            </a:xfrm>
            <a:custGeom>
              <a:avLst/>
              <a:gdLst/>
              <a:ahLst/>
              <a:cxnLst/>
              <a:rect l="l" t="t" r="r" b="b"/>
              <a:pathLst>
                <a:path w="14023" h="7886" extrusionOk="0">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2" name="Google Shape;19622;p140"/>
            <p:cNvSpPr/>
            <p:nvPr/>
          </p:nvSpPr>
          <p:spPr>
            <a:xfrm>
              <a:off x="4191998" y="2139481"/>
              <a:ext cx="33810" cy="38952"/>
            </a:xfrm>
            <a:custGeom>
              <a:avLst/>
              <a:gdLst/>
              <a:ahLst/>
              <a:cxnLst/>
              <a:rect l="l" t="t" r="r" b="b"/>
              <a:pathLst>
                <a:path w="1289" h="1485" extrusionOk="0">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3" name="Google Shape;19623;p140"/>
            <p:cNvSpPr/>
            <p:nvPr/>
          </p:nvSpPr>
          <p:spPr>
            <a:xfrm>
              <a:off x="4178123" y="2194275"/>
              <a:ext cx="15686" cy="11777"/>
            </a:xfrm>
            <a:custGeom>
              <a:avLst/>
              <a:gdLst/>
              <a:ahLst/>
              <a:cxnLst/>
              <a:rect l="l" t="t" r="r" b="b"/>
              <a:pathLst>
                <a:path w="598" h="449" extrusionOk="0">
                  <a:moveTo>
                    <a:pt x="299" y="1"/>
                  </a:moveTo>
                  <a:cubicBezTo>
                    <a:pt x="0" y="1"/>
                    <a:pt x="0" y="448"/>
                    <a:pt x="299" y="448"/>
                  </a:cubicBezTo>
                  <a:cubicBezTo>
                    <a:pt x="597" y="448"/>
                    <a:pt x="597" y="1"/>
                    <a:pt x="29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4" name="Google Shape;19624;p140"/>
            <p:cNvSpPr/>
            <p:nvPr/>
          </p:nvSpPr>
          <p:spPr>
            <a:xfrm>
              <a:off x="4152339" y="2228637"/>
              <a:ext cx="29902" cy="15817"/>
            </a:xfrm>
            <a:custGeom>
              <a:avLst/>
              <a:gdLst/>
              <a:ahLst/>
              <a:cxnLst/>
              <a:rect l="l" t="t" r="r" b="b"/>
              <a:pathLst>
                <a:path w="1140" h="603" extrusionOk="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5" name="Google Shape;19625;p140"/>
            <p:cNvSpPr/>
            <p:nvPr/>
          </p:nvSpPr>
          <p:spPr>
            <a:xfrm>
              <a:off x="4136863" y="2204584"/>
              <a:ext cx="15502" cy="29194"/>
            </a:xfrm>
            <a:custGeom>
              <a:avLst/>
              <a:gdLst/>
              <a:ahLst/>
              <a:cxnLst/>
              <a:rect l="l" t="t" r="r" b="b"/>
              <a:pathLst>
                <a:path w="591" h="1113" extrusionOk="0">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6" name="Google Shape;19626;p140"/>
            <p:cNvSpPr/>
            <p:nvPr/>
          </p:nvSpPr>
          <p:spPr>
            <a:xfrm>
              <a:off x="4269246" y="2253477"/>
              <a:ext cx="169629" cy="27410"/>
            </a:xfrm>
            <a:custGeom>
              <a:avLst/>
              <a:gdLst/>
              <a:ahLst/>
              <a:cxnLst/>
              <a:rect l="l" t="t" r="r" b="b"/>
              <a:pathLst>
                <a:path w="6467" h="1045" extrusionOk="0">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7" name="Google Shape;19627;p140"/>
            <p:cNvSpPr/>
            <p:nvPr/>
          </p:nvSpPr>
          <p:spPr>
            <a:xfrm>
              <a:off x="4171355" y="2249044"/>
              <a:ext cx="63870" cy="14794"/>
            </a:xfrm>
            <a:custGeom>
              <a:avLst/>
              <a:gdLst/>
              <a:ahLst/>
              <a:cxnLst/>
              <a:rect l="l" t="t" r="r" b="b"/>
              <a:pathLst>
                <a:path w="2435" h="564" extrusionOk="0">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8" name="Google Shape;19628;p140"/>
            <p:cNvSpPr/>
            <p:nvPr/>
          </p:nvSpPr>
          <p:spPr>
            <a:xfrm>
              <a:off x="4443492" y="2324822"/>
              <a:ext cx="25994" cy="13718"/>
            </a:xfrm>
            <a:custGeom>
              <a:avLst/>
              <a:gdLst/>
              <a:ahLst/>
              <a:cxnLst/>
              <a:rect l="l" t="t" r="r" b="b"/>
              <a:pathLst>
                <a:path w="991" h="523" extrusionOk="0">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9" name="Google Shape;19629;p140"/>
            <p:cNvSpPr/>
            <p:nvPr/>
          </p:nvSpPr>
          <p:spPr>
            <a:xfrm>
              <a:off x="4243042" y="2324822"/>
              <a:ext cx="24210" cy="13718"/>
            </a:xfrm>
            <a:custGeom>
              <a:avLst/>
              <a:gdLst/>
              <a:ahLst/>
              <a:cxnLst/>
              <a:rect l="l" t="t" r="r" b="b"/>
              <a:pathLst>
                <a:path w="923" h="523" extrusionOk="0">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30" name="Google Shape;19630;p140"/>
          <p:cNvGrpSpPr/>
          <p:nvPr/>
        </p:nvGrpSpPr>
        <p:grpSpPr>
          <a:xfrm>
            <a:off x="7423823" y="2464077"/>
            <a:ext cx="372046" cy="307730"/>
            <a:chOff x="7423823" y="2464077"/>
            <a:chExt cx="372046" cy="307730"/>
          </a:xfrm>
        </p:grpSpPr>
        <p:sp>
          <p:nvSpPr>
            <p:cNvPr id="19631" name="Google Shape;19631;p140"/>
            <p:cNvSpPr/>
            <p:nvPr/>
          </p:nvSpPr>
          <p:spPr>
            <a:xfrm>
              <a:off x="7423823" y="2464077"/>
              <a:ext cx="212909" cy="149249"/>
            </a:xfrm>
            <a:custGeom>
              <a:avLst/>
              <a:gdLst/>
              <a:ahLst/>
              <a:cxnLst/>
              <a:rect l="l" t="t" r="r" b="b"/>
              <a:pathLst>
                <a:path w="8117" h="5690" extrusionOk="0">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2" name="Google Shape;19632;p140"/>
            <p:cNvSpPr/>
            <p:nvPr/>
          </p:nvSpPr>
          <p:spPr>
            <a:xfrm>
              <a:off x="7434840" y="2507645"/>
              <a:ext cx="359115" cy="258287"/>
            </a:xfrm>
            <a:custGeom>
              <a:avLst/>
              <a:gdLst/>
              <a:ahLst/>
              <a:cxnLst/>
              <a:rect l="l" t="t" r="r" b="b"/>
              <a:pathLst>
                <a:path w="13691" h="9847" extrusionOk="0">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3" name="Google Shape;19633;p140"/>
            <p:cNvSpPr/>
            <p:nvPr/>
          </p:nvSpPr>
          <p:spPr>
            <a:xfrm>
              <a:off x="7434656" y="2507645"/>
              <a:ext cx="302406" cy="223060"/>
            </a:xfrm>
            <a:custGeom>
              <a:avLst/>
              <a:gdLst/>
              <a:ahLst/>
              <a:cxnLst/>
              <a:rect l="l" t="t" r="r" b="b"/>
              <a:pathLst>
                <a:path w="11529" h="8504" extrusionOk="0">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4" name="Google Shape;19634;p140"/>
            <p:cNvSpPr/>
            <p:nvPr/>
          </p:nvSpPr>
          <p:spPr>
            <a:xfrm>
              <a:off x="7434840" y="2507645"/>
              <a:ext cx="129865" cy="173433"/>
            </a:xfrm>
            <a:custGeom>
              <a:avLst/>
              <a:gdLst/>
              <a:ahLst/>
              <a:cxnLst/>
              <a:rect l="l" t="t" r="r" b="b"/>
              <a:pathLst>
                <a:path w="4951" h="6612" extrusionOk="0">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5" name="Google Shape;19635;p140"/>
            <p:cNvSpPr/>
            <p:nvPr/>
          </p:nvSpPr>
          <p:spPr>
            <a:xfrm>
              <a:off x="7459915" y="2490045"/>
              <a:ext cx="205932" cy="82729"/>
            </a:xfrm>
            <a:custGeom>
              <a:avLst/>
              <a:gdLst/>
              <a:ahLst/>
              <a:cxnLst/>
              <a:rect l="l" t="t" r="r" b="b"/>
              <a:pathLst>
                <a:path w="7851" h="3154" extrusionOk="0">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6" name="Google Shape;19636;p140"/>
            <p:cNvSpPr/>
            <p:nvPr/>
          </p:nvSpPr>
          <p:spPr>
            <a:xfrm>
              <a:off x="7423823" y="2553469"/>
              <a:ext cx="102192" cy="177236"/>
            </a:xfrm>
            <a:custGeom>
              <a:avLst/>
              <a:gdLst/>
              <a:ahLst/>
              <a:cxnLst/>
              <a:rect l="l" t="t" r="r" b="b"/>
              <a:pathLst>
                <a:path w="3896" h="6757" extrusionOk="0">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7" name="Google Shape;19637;p140"/>
            <p:cNvSpPr/>
            <p:nvPr/>
          </p:nvSpPr>
          <p:spPr>
            <a:xfrm>
              <a:off x="7423823" y="2581456"/>
              <a:ext cx="41102" cy="149249"/>
            </a:xfrm>
            <a:custGeom>
              <a:avLst/>
              <a:gdLst/>
              <a:ahLst/>
              <a:cxnLst/>
              <a:rect l="l" t="t" r="r" b="b"/>
              <a:pathLst>
                <a:path w="1567" h="5690" extrusionOk="0">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8" name="Google Shape;19638;p140"/>
            <p:cNvSpPr/>
            <p:nvPr/>
          </p:nvSpPr>
          <p:spPr>
            <a:xfrm>
              <a:off x="7445882" y="2660251"/>
              <a:ext cx="347915" cy="111556"/>
            </a:xfrm>
            <a:custGeom>
              <a:avLst/>
              <a:gdLst/>
              <a:ahLst/>
              <a:cxnLst/>
              <a:rect l="l" t="t" r="r" b="b"/>
              <a:pathLst>
                <a:path w="13264" h="4253" extrusionOk="0">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9" name="Google Shape;19639;p140"/>
            <p:cNvSpPr/>
            <p:nvPr/>
          </p:nvSpPr>
          <p:spPr>
            <a:xfrm>
              <a:off x="7446040" y="2660251"/>
              <a:ext cx="349830" cy="111556"/>
            </a:xfrm>
            <a:custGeom>
              <a:avLst/>
              <a:gdLst/>
              <a:ahLst/>
              <a:cxnLst/>
              <a:rect l="l" t="t" r="r" b="b"/>
              <a:pathLst>
                <a:path w="13337" h="4253" extrusionOk="0">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0" name="Google Shape;19640;p140"/>
            <p:cNvSpPr/>
            <p:nvPr/>
          </p:nvSpPr>
          <p:spPr>
            <a:xfrm>
              <a:off x="7433423" y="2624133"/>
              <a:ext cx="118533" cy="106572"/>
            </a:xfrm>
            <a:custGeom>
              <a:avLst/>
              <a:gdLst/>
              <a:ahLst/>
              <a:cxnLst/>
              <a:rect l="l" t="t" r="r" b="b"/>
              <a:pathLst>
                <a:path w="4519" h="4063" extrusionOk="0">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1" name="Google Shape;19641;p140"/>
            <p:cNvSpPr/>
            <p:nvPr/>
          </p:nvSpPr>
          <p:spPr>
            <a:xfrm>
              <a:off x="7439823" y="2642126"/>
              <a:ext cx="99149" cy="88579"/>
            </a:xfrm>
            <a:custGeom>
              <a:avLst/>
              <a:gdLst/>
              <a:ahLst/>
              <a:cxnLst/>
              <a:rect l="l" t="t" r="r" b="b"/>
              <a:pathLst>
                <a:path w="3780" h="3377" extrusionOk="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2" name="Google Shape;19642;p140"/>
            <p:cNvSpPr/>
            <p:nvPr/>
          </p:nvSpPr>
          <p:spPr>
            <a:xfrm>
              <a:off x="7744196" y="2725669"/>
              <a:ext cx="26650" cy="14112"/>
            </a:xfrm>
            <a:custGeom>
              <a:avLst/>
              <a:gdLst/>
              <a:ahLst/>
              <a:cxnLst/>
              <a:rect l="l" t="t" r="r" b="b"/>
              <a:pathLst>
                <a:path w="1016" h="538" extrusionOk="0">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3" name="Google Shape;19643;p140"/>
            <p:cNvSpPr/>
            <p:nvPr/>
          </p:nvSpPr>
          <p:spPr>
            <a:xfrm>
              <a:off x="7596679" y="2685694"/>
              <a:ext cx="24578" cy="16027"/>
            </a:xfrm>
            <a:custGeom>
              <a:avLst/>
              <a:gdLst/>
              <a:ahLst/>
              <a:cxnLst/>
              <a:rect l="l" t="t" r="r" b="b"/>
              <a:pathLst>
                <a:path w="937" h="611" extrusionOk="0">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44" name="Google Shape;19644;p140"/>
          <p:cNvGrpSpPr/>
          <p:nvPr/>
        </p:nvGrpSpPr>
        <p:grpSpPr>
          <a:xfrm>
            <a:off x="3882511" y="3365156"/>
            <a:ext cx="295061" cy="370263"/>
            <a:chOff x="3882511" y="3365156"/>
            <a:chExt cx="295061" cy="370263"/>
          </a:xfrm>
        </p:grpSpPr>
        <p:sp>
          <p:nvSpPr>
            <p:cNvPr id="19645" name="Google Shape;19645;p140"/>
            <p:cNvSpPr/>
            <p:nvPr/>
          </p:nvSpPr>
          <p:spPr>
            <a:xfrm>
              <a:off x="3882511" y="3365156"/>
              <a:ext cx="295061" cy="282209"/>
            </a:xfrm>
            <a:custGeom>
              <a:avLst/>
              <a:gdLst/>
              <a:ahLst/>
              <a:cxnLst/>
              <a:rect l="l" t="t" r="r" b="b"/>
              <a:pathLst>
                <a:path w="11249" h="10759" extrusionOk="0">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6" name="Google Shape;19646;p140"/>
            <p:cNvSpPr/>
            <p:nvPr/>
          </p:nvSpPr>
          <p:spPr>
            <a:xfrm>
              <a:off x="3882511" y="3365314"/>
              <a:ext cx="166875" cy="282051"/>
            </a:xfrm>
            <a:custGeom>
              <a:avLst/>
              <a:gdLst/>
              <a:ahLst/>
              <a:cxnLst/>
              <a:rect l="l" t="t" r="r" b="b"/>
              <a:pathLst>
                <a:path w="6362" h="10753" extrusionOk="0">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7" name="Google Shape;19647;p140"/>
            <p:cNvSpPr/>
            <p:nvPr/>
          </p:nvSpPr>
          <p:spPr>
            <a:xfrm>
              <a:off x="4023208" y="3614656"/>
              <a:ext cx="35227" cy="114887"/>
            </a:xfrm>
            <a:custGeom>
              <a:avLst/>
              <a:gdLst/>
              <a:ahLst/>
              <a:cxnLst/>
              <a:rect l="l" t="t" r="r" b="b"/>
              <a:pathLst>
                <a:path w="1343" h="4380" extrusionOk="0">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8" name="Google Shape;19648;p140"/>
            <p:cNvSpPr/>
            <p:nvPr/>
          </p:nvSpPr>
          <p:spPr>
            <a:xfrm>
              <a:off x="4023208" y="3614656"/>
              <a:ext cx="30269" cy="114887"/>
            </a:xfrm>
            <a:custGeom>
              <a:avLst/>
              <a:gdLst/>
              <a:ahLst/>
              <a:cxnLst/>
              <a:rect l="l" t="t" r="r" b="b"/>
              <a:pathLst>
                <a:path w="1154" h="4380" extrusionOk="0">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9" name="Google Shape;19649;p140"/>
            <p:cNvSpPr/>
            <p:nvPr/>
          </p:nvSpPr>
          <p:spPr>
            <a:xfrm>
              <a:off x="4003641" y="3723642"/>
              <a:ext cx="74362" cy="11777"/>
            </a:xfrm>
            <a:custGeom>
              <a:avLst/>
              <a:gdLst/>
              <a:ahLst/>
              <a:cxnLst/>
              <a:rect l="l" t="t" r="r" b="b"/>
              <a:pathLst>
                <a:path w="2835" h="449" extrusionOk="0">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50" name="Google Shape;19650;p140"/>
          <p:cNvGrpSpPr/>
          <p:nvPr/>
        </p:nvGrpSpPr>
        <p:grpSpPr>
          <a:xfrm>
            <a:off x="5229788" y="1512217"/>
            <a:ext cx="370132" cy="370132"/>
            <a:chOff x="5229788" y="1512217"/>
            <a:chExt cx="370132" cy="370132"/>
          </a:xfrm>
        </p:grpSpPr>
        <p:sp>
          <p:nvSpPr>
            <p:cNvPr id="19651" name="Google Shape;19651;p140"/>
            <p:cNvSpPr/>
            <p:nvPr/>
          </p:nvSpPr>
          <p:spPr>
            <a:xfrm>
              <a:off x="5468639"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2" name="Google Shape;19652;p140"/>
            <p:cNvSpPr/>
            <p:nvPr/>
          </p:nvSpPr>
          <p:spPr>
            <a:xfrm>
              <a:off x="5492482"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3" name="Google Shape;19653;p140"/>
            <p:cNvSpPr/>
            <p:nvPr/>
          </p:nvSpPr>
          <p:spPr>
            <a:xfrm>
              <a:off x="5229788" y="1512217"/>
              <a:ext cx="131465" cy="131281"/>
            </a:xfrm>
            <a:custGeom>
              <a:avLst/>
              <a:gdLst/>
              <a:ahLst/>
              <a:cxnLst/>
              <a:rect l="l" t="t" r="r" b="b"/>
              <a:pathLst>
                <a:path w="5012" h="5005" extrusionOk="0">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4" name="Google Shape;19654;p140"/>
            <p:cNvSpPr/>
            <p:nvPr/>
          </p:nvSpPr>
          <p:spPr>
            <a:xfrm>
              <a:off x="5253789" y="1536034"/>
              <a:ext cx="83438" cy="83621"/>
            </a:xfrm>
            <a:custGeom>
              <a:avLst/>
              <a:gdLst/>
              <a:ahLst/>
              <a:cxnLst/>
              <a:rect l="l" t="t" r="r" b="b"/>
              <a:pathLst>
                <a:path w="3181" h="3188" extrusionOk="0">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5" name="Google Shape;19655;p140"/>
            <p:cNvSpPr/>
            <p:nvPr/>
          </p:nvSpPr>
          <p:spPr>
            <a:xfrm>
              <a:off x="5241697" y="1547942"/>
              <a:ext cx="346315" cy="334406"/>
            </a:xfrm>
            <a:custGeom>
              <a:avLst/>
              <a:gdLst/>
              <a:ahLst/>
              <a:cxnLst/>
              <a:rect l="l" t="t" r="r" b="b"/>
              <a:pathLst>
                <a:path w="13203" h="12749" extrusionOk="0">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6" name="Google Shape;19656;p140"/>
            <p:cNvSpPr/>
            <p:nvPr/>
          </p:nvSpPr>
          <p:spPr>
            <a:xfrm>
              <a:off x="5370119" y="1786819"/>
              <a:ext cx="89471" cy="71687"/>
            </a:xfrm>
            <a:custGeom>
              <a:avLst/>
              <a:gdLst/>
              <a:ahLst/>
              <a:cxnLst/>
              <a:rect l="l" t="t" r="r" b="b"/>
              <a:pathLst>
                <a:path w="3411" h="2733" extrusionOk="0">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7" name="Google Shape;19657;p140"/>
            <p:cNvSpPr/>
            <p:nvPr/>
          </p:nvSpPr>
          <p:spPr>
            <a:xfrm>
              <a:off x="5241880" y="1552034"/>
              <a:ext cx="165065" cy="330131"/>
            </a:xfrm>
            <a:custGeom>
              <a:avLst/>
              <a:gdLst/>
              <a:ahLst/>
              <a:cxnLst/>
              <a:rect l="l" t="t" r="r" b="b"/>
              <a:pathLst>
                <a:path w="6293" h="12586" extrusionOk="0">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8" name="Google Shape;19658;p140"/>
            <p:cNvSpPr/>
            <p:nvPr/>
          </p:nvSpPr>
          <p:spPr>
            <a:xfrm>
              <a:off x="532529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9" name="Google Shape;19659;p140"/>
            <p:cNvSpPr/>
            <p:nvPr/>
          </p:nvSpPr>
          <p:spPr>
            <a:xfrm>
              <a:off x="534325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0" name="Google Shape;19660;p140"/>
            <p:cNvSpPr/>
            <p:nvPr/>
          </p:nvSpPr>
          <p:spPr>
            <a:xfrm>
              <a:off x="5337200" y="1697164"/>
              <a:ext cx="11961" cy="11961"/>
            </a:xfrm>
            <a:custGeom>
              <a:avLst/>
              <a:gdLst/>
              <a:ahLst/>
              <a:cxnLst/>
              <a:rect l="l" t="t" r="r" b="b"/>
              <a:pathLst>
                <a:path w="456" h="456" extrusionOk="0">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1" name="Google Shape;19661;p140"/>
            <p:cNvSpPr/>
            <p:nvPr/>
          </p:nvSpPr>
          <p:spPr>
            <a:xfrm>
              <a:off x="5468639" y="1691315"/>
              <a:ext cx="35778" cy="41811"/>
            </a:xfrm>
            <a:custGeom>
              <a:avLst/>
              <a:gdLst/>
              <a:ahLst/>
              <a:cxnLst/>
              <a:rect l="l" t="t" r="r" b="b"/>
              <a:pathLst>
                <a:path w="1364" h="1594" extrusionOk="0">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2" name="Google Shape;19662;p140"/>
            <p:cNvSpPr/>
            <p:nvPr/>
          </p:nvSpPr>
          <p:spPr>
            <a:xfrm>
              <a:off x="5486423" y="1691315"/>
              <a:ext cx="17994" cy="29771"/>
            </a:xfrm>
            <a:custGeom>
              <a:avLst/>
              <a:gdLst/>
              <a:ahLst/>
              <a:cxnLst/>
              <a:rect l="l" t="t" r="r" b="b"/>
              <a:pathLst>
                <a:path w="686" h="1135" extrusionOk="0">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3" name="Google Shape;19663;p140"/>
            <p:cNvSpPr/>
            <p:nvPr/>
          </p:nvSpPr>
          <p:spPr>
            <a:xfrm>
              <a:off x="5480573" y="1697164"/>
              <a:ext cx="11935" cy="11961"/>
            </a:xfrm>
            <a:custGeom>
              <a:avLst/>
              <a:gdLst/>
              <a:ahLst/>
              <a:cxnLst/>
              <a:rect l="l" t="t" r="r" b="b"/>
              <a:pathLst>
                <a:path w="455" h="456" extrusionOk="0">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4" name="Google Shape;19664;p140"/>
            <p:cNvSpPr/>
            <p:nvPr/>
          </p:nvSpPr>
          <p:spPr>
            <a:xfrm>
              <a:off x="5355168" y="1780759"/>
              <a:ext cx="119373" cy="47870"/>
            </a:xfrm>
            <a:custGeom>
              <a:avLst/>
              <a:gdLst/>
              <a:ahLst/>
              <a:cxnLst/>
              <a:rect l="l" t="t" r="r" b="b"/>
              <a:pathLst>
                <a:path w="4551" h="1825" extrusionOk="0">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5" name="Google Shape;19665;p140"/>
            <p:cNvSpPr/>
            <p:nvPr/>
          </p:nvSpPr>
          <p:spPr>
            <a:xfrm>
              <a:off x="5385044" y="1762976"/>
              <a:ext cx="59804" cy="41653"/>
            </a:xfrm>
            <a:custGeom>
              <a:avLst/>
              <a:gdLst/>
              <a:ahLst/>
              <a:cxnLst/>
              <a:rect l="l" t="t" r="r" b="b"/>
              <a:pathLst>
                <a:path w="2280" h="1588" extrusionOk="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6" name="Google Shape;19666;p140"/>
            <p:cNvSpPr/>
            <p:nvPr/>
          </p:nvSpPr>
          <p:spPr>
            <a:xfrm>
              <a:off x="5354276" y="1798543"/>
              <a:ext cx="121340" cy="32761"/>
            </a:xfrm>
            <a:custGeom>
              <a:avLst/>
              <a:gdLst/>
              <a:ahLst/>
              <a:cxnLst/>
              <a:rect l="l" t="t" r="r" b="b"/>
              <a:pathLst>
                <a:path w="4626" h="1249" extrusionOk="0">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7" name="Google Shape;19667;p140"/>
            <p:cNvSpPr/>
            <p:nvPr/>
          </p:nvSpPr>
          <p:spPr>
            <a:xfrm>
              <a:off x="5385044" y="1765992"/>
              <a:ext cx="49470" cy="38820"/>
            </a:xfrm>
            <a:custGeom>
              <a:avLst/>
              <a:gdLst/>
              <a:ahLst/>
              <a:cxnLst/>
              <a:rect l="l" t="t" r="r" b="b"/>
              <a:pathLst>
                <a:path w="1886" h="1480" extrusionOk="0">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68" name="Google Shape;19668;p140"/>
          <p:cNvGrpSpPr/>
          <p:nvPr/>
        </p:nvGrpSpPr>
        <p:grpSpPr>
          <a:xfrm>
            <a:off x="6041869" y="3365392"/>
            <a:ext cx="373882" cy="370053"/>
            <a:chOff x="6041869" y="3365392"/>
            <a:chExt cx="373882" cy="370053"/>
          </a:xfrm>
        </p:grpSpPr>
        <p:sp>
          <p:nvSpPr>
            <p:cNvPr id="19669" name="Google Shape;19669;p140"/>
            <p:cNvSpPr/>
            <p:nvPr/>
          </p:nvSpPr>
          <p:spPr>
            <a:xfrm>
              <a:off x="6082080" y="3626355"/>
              <a:ext cx="70795" cy="68854"/>
            </a:xfrm>
            <a:custGeom>
              <a:avLst/>
              <a:gdLst/>
              <a:ahLst/>
              <a:cxnLst/>
              <a:rect l="l" t="t" r="r" b="b"/>
              <a:pathLst>
                <a:path w="2699" h="2625" extrusionOk="0">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0" name="Google Shape;19670;p140"/>
            <p:cNvSpPr/>
            <p:nvPr/>
          </p:nvSpPr>
          <p:spPr>
            <a:xfrm>
              <a:off x="6304746" y="3405603"/>
              <a:ext cx="70821" cy="68723"/>
            </a:xfrm>
            <a:custGeom>
              <a:avLst/>
              <a:gdLst/>
              <a:ahLst/>
              <a:cxnLst/>
              <a:rect l="l" t="t" r="r" b="b"/>
              <a:pathLst>
                <a:path w="2700" h="2620" extrusionOk="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1" name="Google Shape;19671;p140"/>
            <p:cNvSpPr/>
            <p:nvPr/>
          </p:nvSpPr>
          <p:spPr>
            <a:xfrm>
              <a:off x="6180128" y="3388344"/>
              <a:ext cx="97418" cy="52171"/>
            </a:xfrm>
            <a:custGeom>
              <a:avLst/>
              <a:gdLst/>
              <a:ahLst/>
              <a:cxnLst/>
              <a:rect l="l" t="t" r="r" b="b"/>
              <a:pathLst>
                <a:path w="3714" h="1989" extrusionOk="0">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2" name="Google Shape;19672;p140"/>
            <p:cNvSpPr/>
            <p:nvPr/>
          </p:nvSpPr>
          <p:spPr>
            <a:xfrm>
              <a:off x="6180075" y="3660375"/>
              <a:ext cx="96946" cy="52093"/>
            </a:xfrm>
            <a:custGeom>
              <a:avLst/>
              <a:gdLst/>
              <a:ahLst/>
              <a:cxnLst/>
              <a:rect l="l" t="t" r="r" b="b"/>
              <a:pathLst>
                <a:path w="3696" h="1986" extrusionOk="0">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3" name="Google Shape;19673;p140"/>
            <p:cNvSpPr/>
            <p:nvPr/>
          </p:nvSpPr>
          <p:spPr>
            <a:xfrm>
              <a:off x="6338190" y="3503939"/>
              <a:ext cx="55109" cy="92749"/>
            </a:xfrm>
            <a:custGeom>
              <a:avLst/>
              <a:gdLst/>
              <a:ahLst/>
              <a:cxnLst/>
              <a:rect l="l" t="t" r="r" b="b"/>
              <a:pathLst>
                <a:path w="2101" h="3536" extrusionOk="0">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4" name="Google Shape;19674;p140"/>
            <p:cNvSpPr/>
            <p:nvPr/>
          </p:nvSpPr>
          <p:spPr>
            <a:xfrm>
              <a:off x="6064506" y="3503939"/>
              <a:ext cx="55109" cy="92749"/>
            </a:xfrm>
            <a:custGeom>
              <a:avLst/>
              <a:gdLst/>
              <a:ahLst/>
              <a:cxnLst/>
              <a:rect l="l" t="t" r="r" b="b"/>
              <a:pathLst>
                <a:path w="2101" h="3536" extrusionOk="0">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5" name="Google Shape;19675;p140"/>
            <p:cNvSpPr/>
            <p:nvPr/>
          </p:nvSpPr>
          <p:spPr>
            <a:xfrm>
              <a:off x="6304746" y="3626355"/>
              <a:ext cx="70821" cy="68854"/>
            </a:xfrm>
            <a:custGeom>
              <a:avLst/>
              <a:gdLst/>
              <a:ahLst/>
              <a:cxnLst/>
              <a:rect l="l" t="t" r="r" b="b"/>
              <a:pathLst>
                <a:path w="2700" h="2625" extrusionOk="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6" name="Google Shape;19676;p140"/>
            <p:cNvSpPr/>
            <p:nvPr/>
          </p:nvSpPr>
          <p:spPr>
            <a:xfrm>
              <a:off x="6082080" y="3405603"/>
              <a:ext cx="70795" cy="68723"/>
            </a:xfrm>
            <a:custGeom>
              <a:avLst/>
              <a:gdLst/>
              <a:ahLst/>
              <a:cxnLst/>
              <a:rect l="l" t="t" r="r" b="b"/>
              <a:pathLst>
                <a:path w="2699" h="2620" extrusionOk="0">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7" name="Google Shape;19677;p140"/>
            <p:cNvSpPr/>
            <p:nvPr/>
          </p:nvSpPr>
          <p:spPr>
            <a:xfrm>
              <a:off x="6041869" y="3365392"/>
              <a:ext cx="373882" cy="370053"/>
            </a:xfrm>
            <a:custGeom>
              <a:avLst/>
              <a:gdLst/>
              <a:ahLst/>
              <a:cxnLst/>
              <a:rect l="l" t="t" r="r" b="b"/>
              <a:pathLst>
                <a:path w="14254" h="14108" extrusionOk="0">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8" name="Google Shape;19678;p140"/>
            <p:cNvSpPr/>
            <p:nvPr/>
          </p:nvSpPr>
          <p:spPr>
            <a:xfrm>
              <a:off x="6141832" y="3463755"/>
              <a:ext cx="173957" cy="173302"/>
            </a:xfrm>
            <a:custGeom>
              <a:avLst/>
              <a:gdLst/>
              <a:ahLst/>
              <a:cxnLst/>
              <a:rect l="l" t="t" r="r" b="b"/>
              <a:pathLst>
                <a:path w="6632" h="6607" extrusionOk="0">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79" name="Google Shape;19679;p140"/>
          <p:cNvGrpSpPr/>
          <p:nvPr/>
        </p:nvGrpSpPr>
        <p:grpSpPr>
          <a:xfrm>
            <a:off x="4684309" y="2087493"/>
            <a:ext cx="374748" cy="279140"/>
            <a:chOff x="4684309" y="2087493"/>
            <a:chExt cx="374748" cy="279140"/>
          </a:xfrm>
        </p:grpSpPr>
        <p:sp>
          <p:nvSpPr>
            <p:cNvPr id="19680" name="Google Shape;19680;p140"/>
            <p:cNvSpPr/>
            <p:nvPr/>
          </p:nvSpPr>
          <p:spPr>
            <a:xfrm>
              <a:off x="4994977" y="2140268"/>
              <a:ext cx="64080" cy="144029"/>
            </a:xfrm>
            <a:custGeom>
              <a:avLst/>
              <a:gdLst/>
              <a:ahLst/>
              <a:cxnLst/>
              <a:rect l="l" t="t" r="r" b="b"/>
              <a:pathLst>
                <a:path w="2443" h="5491" extrusionOk="0">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1" name="Google Shape;19681;p140"/>
            <p:cNvSpPr/>
            <p:nvPr/>
          </p:nvSpPr>
          <p:spPr>
            <a:xfrm>
              <a:off x="4684309" y="2118707"/>
              <a:ext cx="342931" cy="247926"/>
            </a:xfrm>
            <a:custGeom>
              <a:avLst/>
              <a:gdLst/>
              <a:ahLst/>
              <a:cxnLst/>
              <a:rect l="l" t="t" r="r" b="b"/>
              <a:pathLst>
                <a:path w="13074" h="9452" extrusionOk="0">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2" name="Google Shape;19682;p140"/>
            <p:cNvSpPr/>
            <p:nvPr/>
          </p:nvSpPr>
          <p:spPr>
            <a:xfrm>
              <a:off x="4716494" y="2087493"/>
              <a:ext cx="48762" cy="52198"/>
            </a:xfrm>
            <a:custGeom>
              <a:avLst/>
              <a:gdLst/>
              <a:ahLst/>
              <a:cxnLst/>
              <a:rect l="l" t="t" r="r" b="b"/>
              <a:pathLst>
                <a:path w="1859" h="1990" extrusionOk="0">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3" name="Google Shape;19683;p140"/>
            <p:cNvSpPr/>
            <p:nvPr/>
          </p:nvSpPr>
          <p:spPr>
            <a:xfrm>
              <a:off x="4759721" y="2118681"/>
              <a:ext cx="36827" cy="23948"/>
            </a:xfrm>
            <a:custGeom>
              <a:avLst/>
              <a:gdLst/>
              <a:ahLst/>
              <a:cxnLst/>
              <a:rect l="l" t="t" r="r" b="b"/>
              <a:pathLst>
                <a:path w="1404" h="913" extrusionOk="0">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4" name="Google Shape;19684;p140"/>
            <p:cNvSpPr/>
            <p:nvPr/>
          </p:nvSpPr>
          <p:spPr>
            <a:xfrm>
              <a:off x="4778554" y="2342973"/>
              <a:ext cx="43620" cy="23502"/>
            </a:xfrm>
            <a:custGeom>
              <a:avLst/>
              <a:gdLst/>
              <a:ahLst/>
              <a:cxnLst/>
              <a:rect l="l" t="t" r="r" b="b"/>
              <a:pathLst>
                <a:path w="1663" h="896" extrusionOk="0">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5" name="Google Shape;19685;p140"/>
            <p:cNvSpPr/>
            <p:nvPr/>
          </p:nvSpPr>
          <p:spPr>
            <a:xfrm>
              <a:off x="4979895" y="2341714"/>
              <a:ext cx="40211" cy="24761"/>
            </a:xfrm>
            <a:custGeom>
              <a:avLst/>
              <a:gdLst/>
              <a:ahLst/>
              <a:cxnLst/>
              <a:rect l="l" t="t" r="r" b="b"/>
              <a:pathLst>
                <a:path w="1533" h="944" extrusionOk="0">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6" name="Google Shape;19686;p140"/>
            <p:cNvSpPr/>
            <p:nvPr/>
          </p:nvSpPr>
          <p:spPr>
            <a:xfrm>
              <a:off x="4731969" y="2155140"/>
              <a:ext cx="11751" cy="11777"/>
            </a:xfrm>
            <a:custGeom>
              <a:avLst/>
              <a:gdLst/>
              <a:ahLst/>
              <a:cxnLst/>
              <a:rect l="l" t="t" r="r" b="b"/>
              <a:pathLst>
                <a:path w="448" h="449" extrusionOk="0">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7" name="Google Shape;19687;p140"/>
            <p:cNvSpPr/>
            <p:nvPr/>
          </p:nvSpPr>
          <p:spPr>
            <a:xfrm>
              <a:off x="4741569" y="2191311"/>
              <a:ext cx="64578" cy="74493"/>
            </a:xfrm>
            <a:custGeom>
              <a:avLst/>
              <a:gdLst/>
              <a:ahLst/>
              <a:cxnLst/>
              <a:rect l="l" t="t" r="r" b="b"/>
              <a:pathLst>
                <a:path w="2462" h="2840" extrusionOk="0">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8" name="Google Shape;19688;p140"/>
            <p:cNvSpPr/>
            <p:nvPr/>
          </p:nvSpPr>
          <p:spPr>
            <a:xfrm>
              <a:off x="4837073" y="2244716"/>
              <a:ext cx="143924" cy="39581"/>
            </a:xfrm>
            <a:custGeom>
              <a:avLst/>
              <a:gdLst/>
              <a:ahLst/>
              <a:cxnLst/>
              <a:rect l="l" t="t" r="r" b="b"/>
              <a:pathLst>
                <a:path w="5487" h="1509" extrusionOk="0">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9" name="Google Shape;19689;p140"/>
            <p:cNvSpPr/>
            <p:nvPr/>
          </p:nvSpPr>
          <p:spPr>
            <a:xfrm>
              <a:off x="4684309" y="2161199"/>
              <a:ext cx="47503" cy="48237"/>
            </a:xfrm>
            <a:custGeom>
              <a:avLst/>
              <a:gdLst/>
              <a:ahLst/>
              <a:cxnLst/>
              <a:rect l="l" t="t" r="r" b="b"/>
              <a:pathLst>
                <a:path w="1811" h="1839" extrusionOk="0">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0" name="Google Shape;19690;p140"/>
            <p:cNvSpPr/>
            <p:nvPr/>
          </p:nvSpPr>
          <p:spPr>
            <a:xfrm>
              <a:off x="4716494" y="2087913"/>
              <a:ext cx="44670" cy="51935"/>
            </a:xfrm>
            <a:custGeom>
              <a:avLst/>
              <a:gdLst/>
              <a:ahLst/>
              <a:cxnLst/>
              <a:rect l="l" t="t" r="r" b="b"/>
              <a:pathLst>
                <a:path w="1703" h="1980" extrusionOk="0">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1" name="Google Shape;19691;p140"/>
            <p:cNvSpPr/>
            <p:nvPr/>
          </p:nvSpPr>
          <p:spPr>
            <a:xfrm>
              <a:off x="4684309" y="2177200"/>
              <a:ext cx="10518" cy="17102"/>
            </a:xfrm>
            <a:custGeom>
              <a:avLst/>
              <a:gdLst/>
              <a:ahLst/>
              <a:cxnLst/>
              <a:rect l="l" t="t" r="r" b="b"/>
              <a:pathLst>
                <a:path w="401" h="652" extrusionOk="0">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92" name="Google Shape;19692;p140"/>
          <p:cNvGrpSpPr/>
          <p:nvPr/>
        </p:nvGrpSpPr>
        <p:grpSpPr>
          <a:xfrm>
            <a:off x="7521110" y="2906131"/>
            <a:ext cx="175400" cy="370053"/>
            <a:chOff x="7521110" y="2906131"/>
            <a:chExt cx="175400" cy="370053"/>
          </a:xfrm>
        </p:grpSpPr>
        <p:sp>
          <p:nvSpPr>
            <p:cNvPr id="19693" name="Google Shape;19693;p140"/>
            <p:cNvSpPr/>
            <p:nvPr/>
          </p:nvSpPr>
          <p:spPr>
            <a:xfrm>
              <a:off x="7590646" y="3215698"/>
              <a:ext cx="36302" cy="54453"/>
            </a:xfrm>
            <a:custGeom>
              <a:avLst/>
              <a:gdLst/>
              <a:ahLst/>
              <a:cxnLst/>
              <a:rect l="l" t="t" r="r" b="b"/>
              <a:pathLst>
                <a:path w="1384" h="2076" extrusionOk="0">
                  <a:moveTo>
                    <a:pt x="1" y="0"/>
                  </a:moveTo>
                  <a:lnTo>
                    <a:pt x="1" y="2075"/>
                  </a:lnTo>
                  <a:lnTo>
                    <a:pt x="1384" y="2075"/>
                  </a:lnTo>
                  <a:lnTo>
                    <a:pt x="1384"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4" name="Google Shape;19694;p140"/>
            <p:cNvSpPr/>
            <p:nvPr/>
          </p:nvSpPr>
          <p:spPr>
            <a:xfrm>
              <a:off x="7608797" y="3233823"/>
              <a:ext cx="18151" cy="36329"/>
            </a:xfrm>
            <a:custGeom>
              <a:avLst/>
              <a:gdLst/>
              <a:ahLst/>
              <a:cxnLst/>
              <a:rect l="l" t="t" r="r" b="b"/>
              <a:pathLst>
                <a:path w="692" h="1385" extrusionOk="0">
                  <a:moveTo>
                    <a:pt x="231" y="1"/>
                  </a:moveTo>
                  <a:cubicBezTo>
                    <a:pt x="102" y="1"/>
                    <a:pt x="0" y="103"/>
                    <a:pt x="0" y="231"/>
                  </a:cubicBezTo>
                  <a:lnTo>
                    <a:pt x="0" y="1384"/>
                  </a:lnTo>
                  <a:lnTo>
                    <a:pt x="692" y="1384"/>
                  </a:lnTo>
                  <a:lnTo>
                    <a:pt x="692"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5" name="Google Shape;19695;p140"/>
            <p:cNvSpPr/>
            <p:nvPr/>
          </p:nvSpPr>
          <p:spPr>
            <a:xfrm>
              <a:off x="7570554" y="3264066"/>
              <a:ext cx="76513" cy="12118"/>
            </a:xfrm>
            <a:custGeom>
              <a:avLst/>
              <a:gdLst/>
              <a:ahLst/>
              <a:cxnLst/>
              <a:rect l="l" t="t" r="r" b="b"/>
              <a:pathLst>
                <a:path w="2917" h="462" extrusionOk="0">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6" name="Google Shape;19696;p140"/>
            <p:cNvSpPr/>
            <p:nvPr/>
          </p:nvSpPr>
          <p:spPr>
            <a:xfrm>
              <a:off x="7526094" y="3064351"/>
              <a:ext cx="165433" cy="109038"/>
            </a:xfrm>
            <a:custGeom>
              <a:avLst/>
              <a:gdLst/>
              <a:ahLst/>
              <a:cxnLst/>
              <a:rect l="l" t="t" r="r" b="b"/>
              <a:pathLst>
                <a:path w="6307" h="4157" extrusionOk="0">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7" name="Google Shape;19697;p140"/>
            <p:cNvSpPr/>
            <p:nvPr/>
          </p:nvSpPr>
          <p:spPr>
            <a:xfrm>
              <a:off x="7521110" y="3173363"/>
              <a:ext cx="175400" cy="48394"/>
            </a:xfrm>
            <a:custGeom>
              <a:avLst/>
              <a:gdLst/>
              <a:ahLst/>
              <a:cxnLst/>
              <a:rect l="l" t="t" r="r" b="b"/>
              <a:pathLst>
                <a:path w="6687" h="1845" extrusionOk="0">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8" name="Google Shape;19698;p140"/>
            <p:cNvSpPr/>
            <p:nvPr/>
          </p:nvSpPr>
          <p:spPr>
            <a:xfrm>
              <a:off x="7521110" y="3173363"/>
              <a:ext cx="156541" cy="48421"/>
            </a:xfrm>
            <a:custGeom>
              <a:avLst/>
              <a:gdLst/>
              <a:ahLst/>
              <a:cxnLst/>
              <a:rect l="l" t="t" r="r" b="b"/>
              <a:pathLst>
                <a:path w="5968" h="1846" extrusionOk="0">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9" name="Google Shape;19699;p140"/>
            <p:cNvSpPr/>
            <p:nvPr/>
          </p:nvSpPr>
          <p:spPr>
            <a:xfrm>
              <a:off x="7526094" y="3064351"/>
              <a:ext cx="135189" cy="109038"/>
            </a:xfrm>
            <a:custGeom>
              <a:avLst/>
              <a:gdLst/>
              <a:ahLst/>
              <a:cxnLst/>
              <a:rect l="l" t="t" r="r" b="b"/>
              <a:pathLst>
                <a:path w="5154" h="4157" extrusionOk="0">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0" name="Google Shape;19700;p140"/>
            <p:cNvSpPr/>
            <p:nvPr/>
          </p:nvSpPr>
          <p:spPr>
            <a:xfrm>
              <a:off x="7537635" y="2906131"/>
              <a:ext cx="142140" cy="182587"/>
            </a:xfrm>
            <a:custGeom>
              <a:avLst/>
              <a:gdLst/>
              <a:ahLst/>
              <a:cxnLst/>
              <a:rect l="l" t="t" r="r" b="b"/>
              <a:pathLst>
                <a:path w="5419" h="6961" extrusionOk="0">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1" name="Google Shape;19701;p140"/>
            <p:cNvSpPr/>
            <p:nvPr/>
          </p:nvSpPr>
          <p:spPr>
            <a:xfrm>
              <a:off x="7537635" y="2906210"/>
              <a:ext cx="71188" cy="182508"/>
            </a:xfrm>
            <a:custGeom>
              <a:avLst/>
              <a:gdLst/>
              <a:ahLst/>
              <a:cxnLst/>
              <a:rect l="l" t="t" r="r" b="b"/>
              <a:pathLst>
                <a:path w="2714" h="6958" extrusionOk="0">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02" name="Google Shape;19702;p140"/>
          <p:cNvGrpSpPr/>
          <p:nvPr/>
        </p:nvGrpSpPr>
        <p:grpSpPr>
          <a:xfrm>
            <a:off x="3586925" y="1523286"/>
            <a:ext cx="371023" cy="347915"/>
            <a:chOff x="3586925" y="1523286"/>
            <a:chExt cx="371023" cy="347915"/>
          </a:xfrm>
        </p:grpSpPr>
        <p:sp>
          <p:nvSpPr>
            <p:cNvPr id="19703" name="Google Shape;19703;p140"/>
            <p:cNvSpPr/>
            <p:nvPr/>
          </p:nvSpPr>
          <p:spPr>
            <a:xfrm>
              <a:off x="3732580" y="1530158"/>
              <a:ext cx="225211" cy="212935"/>
            </a:xfrm>
            <a:custGeom>
              <a:avLst/>
              <a:gdLst/>
              <a:ahLst/>
              <a:cxnLst/>
              <a:rect l="l" t="t" r="r" b="b"/>
              <a:pathLst>
                <a:path w="8586" h="8118" extrusionOk="0">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4" name="Google Shape;19704;p140"/>
            <p:cNvSpPr/>
            <p:nvPr/>
          </p:nvSpPr>
          <p:spPr>
            <a:xfrm>
              <a:off x="3732580" y="1530263"/>
              <a:ext cx="138573" cy="126560"/>
            </a:xfrm>
            <a:custGeom>
              <a:avLst/>
              <a:gdLst/>
              <a:ahLst/>
              <a:cxnLst/>
              <a:rect l="l" t="t" r="r" b="b"/>
              <a:pathLst>
                <a:path w="5283" h="4825" extrusionOk="0">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5" name="Google Shape;19705;p140"/>
            <p:cNvSpPr/>
            <p:nvPr/>
          </p:nvSpPr>
          <p:spPr>
            <a:xfrm>
              <a:off x="3881094" y="1554185"/>
              <a:ext cx="38453" cy="145498"/>
            </a:xfrm>
            <a:custGeom>
              <a:avLst/>
              <a:gdLst/>
              <a:ahLst/>
              <a:cxnLst/>
              <a:rect l="l" t="t" r="r" b="b"/>
              <a:pathLst>
                <a:path w="1466" h="5547" extrusionOk="0">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6" name="Google Shape;19706;p140"/>
            <p:cNvSpPr/>
            <p:nvPr/>
          </p:nvSpPr>
          <p:spPr>
            <a:xfrm>
              <a:off x="3910262" y="1590828"/>
              <a:ext cx="43070" cy="130730"/>
            </a:xfrm>
            <a:custGeom>
              <a:avLst/>
              <a:gdLst/>
              <a:ahLst/>
              <a:cxnLst/>
              <a:rect l="l" t="t" r="r" b="b"/>
              <a:pathLst>
                <a:path w="1642" h="4984" extrusionOk="0">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7" name="Google Shape;19707;p140"/>
            <p:cNvSpPr/>
            <p:nvPr/>
          </p:nvSpPr>
          <p:spPr>
            <a:xfrm>
              <a:off x="3586925" y="1573569"/>
              <a:ext cx="370866" cy="297527"/>
            </a:xfrm>
            <a:custGeom>
              <a:avLst/>
              <a:gdLst/>
              <a:ahLst/>
              <a:cxnLst/>
              <a:rect l="l" t="t" r="r" b="b"/>
              <a:pathLst>
                <a:path w="14139" h="11343" extrusionOk="0">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8" name="Google Shape;19708;p140"/>
            <p:cNvSpPr/>
            <p:nvPr/>
          </p:nvSpPr>
          <p:spPr>
            <a:xfrm>
              <a:off x="3586925" y="1687381"/>
              <a:ext cx="144973" cy="109536"/>
            </a:xfrm>
            <a:custGeom>
              <a:avLst/>
              <a:gdLst/>
              <a:ahLst/>
              <a:cxnLst/>
              <a:rect l="l" t="t" r="r" b="b"/>
              <a:pathLst>
                <a:path w="5527" h="4176" extrusionOk="0">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9" name="Google Shape;19709;p140"/>
            <p:cNvSpPr/>
            <p:nvPr/>
          </p:nvSpPr>
          <p:spPr>
            <a:xfrm>
              <a:off x="3601692" y="1735224"/>
              <a:ext cx="26886" cy="21377"/>
            </a:xfrm>
            <a:custGeom>
              <a:avLst/>
              <a:gdLst/>
              <a:ahLst/>
              <a:cxnLst/>
              <a:rect l="l" t="t" r="r" b="b"/>
              <a:pathLst>
                <a:path w="1025" h="815" extrusionOk="0">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0" name="Google Shape;19710;p140"/>
            <p:cNvSpPr/>
            <p:nvPr/>
          </p:nvSpPr>
          <p:spPr>
            <a:xfrm>
              <a:off x="3775807" y="1523286"/>
              <a:ext cx="44670" cy="70585"/>
            </a:xfrm>
            <a:custGeom>
              <a:avLst/>
              <a:gdLst/>
              <a:ahLst/>
              <a:cxnLst/>
              <a:rect l="l" t="t" r="r" b="b"/>
              <a:pathLst>
                <a:path w="1703" h="2691" extrusionOk="0">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1" name="Google Shape;19711;p140"/>
            <p:cNvSpPr/>
            <p:nvPr/>
          </p:nvSpPr>
          <p:spPr>
            <a:xfrm>
              <a:off x="3635477" y="1755054"/>
              <a:ext cx="49837" cy="33574"/>
            </a:xfrm>
            <a:custGeom>
              <a:avLst/>
              <a:gdLst/>
              <a:ahLst/>
              <a:cxnLst/>
              <a:rect l="l" t="t" r="r" b="b"/>
              <a:pathLst>
                <a:path w="1900" h="1280" extrusionOk="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2" name="Google Shape;19712;p140"/>
            <p:cNvSpPr/>
            <p:nvPr/>
          </p:nvSpPr>
          <p:spPr>
            <a:xfrm>
              <a:off x="3656120" y="1655905"/>
              <a:ext cx="139098" cy="103189"/>
            </a:xfrm>
            <a:custGeom>
              <a:avLst/>
              <a:gdLst/>
              <a:ahLst/>
              <a:cxnLst/>
              <a:rect l="l" t="t" r="r" b="b"/>
              <a:pathLst>
                <a:path w="5303" h="3934" extrusionOk="0">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3" name="Google Shape;19713;p140"/>
            <p:cNvSpPr/>
            <p:nvPr/>
          </p:nvSpPr>
          <p:spPr>
            <a:xfrm>
              <a:off x="3742915" y="1626737"/>
              <a:ext cx="35751" cy="41837"/>
            </a:xfrm>
            <a:custGeom>
              <a:avLst/>
              <a:gdLst/>
              <a:ahLst/>
              <a:cxnLst/>
              <a:rect l="l" t="t" r="r" b="b"/>
              <a:pathLst>
                <a:path w="1363" h="1595" extrusionOk="0">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4" name="Google Shape;19714;p140"/>
            <p:cNvSpPr/>
            <p:nvPr/>
          </p:nvSpPr>
          <p:spPr>
            <a:xfrm>
              <a:off x="3760856" y="1626737"/>
              <a:ext cx="17810" cy="29771"/>
            </a:xfrm>
            <a:custGeom>
              <a:avLst/>
              <a:gdLst/>
              <a:ahLst/>
              <a:cxnLst/>
              <a:rect l="l" t="t" r="r" b="b"/>
              <a:pathLst>
                <a:path w="679" h="1135" extrusionOk="0">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5" name="Google Shape;19715;p140"/>
            <p:cNvSpPr/>
            <p:nvPr/>
          </p:nvSpPr>
          <p:spPr>
            <a:xfrm>
              <a:off x="3754823" y="1632612"/>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6" name="Google Shape;19716;p140"/>
            <p:cNvSpPr/>
            <p:nvPr/>
          </p:nvSpPr>
          <p:spPr>
            <a:xfrm>
              <a:off x="3807283" y="1622252"/>
              <a:ext cx="57654" cy="131150"/>
            </a:xfrm>
            <a:custGeom>
              <a:avLst/>
              <a:gdLst/>
              <a:ahLst/>
              <a:cxnLst/>
              <a:rect l="l" t="t" r="r" b="b"/>
              <a:pathLst>
                <a:path w="2198" h="5000" extrusionOk="0">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7" name="Google Shape;19717;p140"/>
            <p:cNvSpPr/>
            <p:nvPr/>
          </p:nvSpPr>
          <p:spPr>
            <a:xfrm>
              <a:off x="3801958" y="1653859"/>
              <a:ext cx="32027" cy="90467"/>
            </a:xfrm>
            <a:custGeom>
              <a:avLst/>
              <a:gdLst/>
              <a:ahLst/>
              <a:cxnLst/>
              <a:rect l="l" t="t" r="r" b="b"/>
              <a:pathLst>
                <a:path w="1221" h="3449" extrusionOk="0">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8" name="Google Shape;19718;p140"/>
            <p:cNvSpPr/>
            <p:nvPr/>
          </p:nvSpPr>
          <p:spPr>
            <a:xfrm>
              <a:off x="3817434" y="1617845"/>
              <a:ext cx="96605" cy="162233"/>
            </a:xfrm>
            <a:custGeom>
              <a:avLst/>
              <a:gdLst/>
              <a:ahLst/>
              <a:cxnLst/>
              <a:rect l="l" t="t" r="r" b="b"/>
              <a:pathLst>
                <a:path w="3683" h="6185" extrusionOk="0">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9" name="Google Shape;19719;p140"/>
            <p:cNvSpPr/>
            <p:nvPr/>
          </p:nvSpPr>
          <p:spPr>
            <a:xfrm>
              <a:off x="3830943" y="1657872"/>
              <a:ext cx="113130" cy="152265"/>
            </a:xfrm>
            <a:custGeom>
              <a:avLst/>
              <a:gdLst/>
              <a:ahLst/>
              <a:cxnLst/>
              <a:rect l="l" t="t" r="r" b="b"/>
              <a:pathLst>
                <a:path w="4313" h="5805" extrusionOk="0">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0" name="Google Shape;19720;p140"/>
            <p:cNvSpPr/>
            <p:nvPr/>
          </p:nvSpPr>
          <p:spPr>
            <a:xfrm>
              <a:off x="3843743" y="1701624"/>
              <a:ext cx="114048" cy="138914"/>
            </a:xfrm>
            <a:custGeom>
              <a:avLst/>
              <a:gdLst/>
              <a:ahLst/>
              <a:cxnLst/>
              <a:rect l="l" t="t" r="r" b="b"/>
              <a:pathLst>
                <a:path w="4348" h="5296" extrusionOk="0">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1" name="Google Shape;19721;p140"/>
            <p:cNvSpPr/>
            <p:nvPr/>
          </p:nvSpPr>
          <p:spPr>
            <a:xfrm>
              <a:off x="3856018" y="1769926"/>
              <a:ext cx="101930" cy="101274"/>
            </a:xfrm>
            <a:custGeom>
              <a:avLst/>
              <a:gdLst/>
              <a:ahLst/>
              <a:cxnLst/>
              <a:rect l="l" t="t" r="r" b="b"/>
              <a:pathLst>
                <a:path w="3886" h="3861" extrusionOk="0">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22" name="Google Shape;19722;p140"/>
          <p:cNvGrpSpPr/>
          <p:nvPr/>
        </p:nvGrpSpPr>
        <p:grpSpPr>
          <a:xfrm>
            <a:off x="6876009" y="2475461"/>
            <a:ext cx="370158" cy="285120"/>
            <a:chOff x="6876009" y="2475461"/>
            <a:chExt cx="370158" cy="285120"/>
          </a:xfrm>
        </p:grpSpPr>
        <p:sp>
          <p:nvSpPr>
            <p:cNvPr id="19723" name="Google Shape;19723;p140"/>
            <p:cNvSpPr/>
            <p:nvPr/>
          </p:nvSpPr>
          <p:spPr>
            <a:xfrm>
              <a:off x="6876009" y="2510688"/>
              <a:ext cx="370158" cy="241001"/>
            </a:xfrm>
            <a:custGeom>
              <a:avLst/>
              <a:gdLst/>
              <a:ahLst/>
              <a:cxnLst/>
              <a:rect l="l" t="t" r="r" b="b"/>
              <a:pathLst>
                <a:path w="14112" h="9188" extrusionOk="0">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4" name="Google Shape;19724;p140"/>
            <p:cNvSpPr/>
            <p:nvPr/>
          </p:nvSpPr>
          <p:spPr>
            <a:xfrm>
              <a:off x="6876009" y="2600132"/>
              <a:ext cx="158324" cy="151452"/>
            </a:xfrm>
            <a:custGeom>
              <a:avLst/>
              <a:gdLst/>
              <a:ahLst/>
              <a:cxnLst/>
              <a:rect l="l" t="t" r="r" b="b"/>
              <a:pathLst>
                <a:path w="6036" h="5774" extrusionOk="0">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5" name="Google Shape;19725;p140"/>
            <p:cNvSpPr/>
            <p:nvPr/>
          </p:nvSpPr>
          <p:spPr>
            <a:xfrm>
              <a:off x="6876193" y="2630008"/>
              <a:ext cx="222352" cy="121655"/>
            </a:xfrm>
            <a:custGeom>
              <a:avLst/>
              <a:gdLst/>
              <a:ahLst/>
              <a:cxnLst/>
              <a:rect l="l" t="t" r="r" b="b"/>
              <a:pathLst>
                <a:path w="8477" h="4638" extrusionOk="0">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6" name="Google Shape;19726;p140"/>
            <p:cNvSpPr/>
            <p:nvPr/>
          </p:nvSpPr>
          <p:spPr>
            <a:xfrm>
              <a:off x="6904128" y="2629851"/>
              <a:ext cx="194417" cy="119347"/>
            </a:xfrm>
            <a:custGeom>
              <a:avLst/>
              <a:gdLst/>
              <a:ahLst/>
              <a:cxnLst/>
              <a:rect l="l" t="t" r="r" b="b"/>
              <a:pathLst>
                <a:path w="7412" h="4550" extrusionOk="0">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7" name="Google Shape;19727;p140"/>
            <p:cNvSpPr/>
            <p:nvPr/>
          </p:nvSpPr>
          <p:spPr>
            <a:xfrm>
              <a:off x="7043199" y="2618100"/>
              <a:ext cx="23869" cy="23869"/>
            </a:xfrm>
            <a:custGeom>
              <a:avLst/>
              <a:gdLst/>
              <a:ahLst/>
              <a:cxnLst/>
              <a:rect l="l" t="t" r="r" b="b"/>
              <a:pathLst>
                <a:path w="910" h="910" extrusionOk="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8" name="Google Shape;19728;p140"/>
            <p:cNvSpPr/>
            <p:nvPr/>
          </p:nvSpPr>
          <p:spPr>
            <a:xfrm>
              <a:off x="7072210" y="2697524"/>
              <a:ext cx="58152" cy="63057"/>
            </a:xfrm>
            <a:custGeom>
              <a:avLst/>
              <a:gdLst/>
              <a:ahLst/>
              <a:cxnLst/>
              <a:rect l="l" t="t" r="r" b="b"/>
              <a:pathLst>
                <a:path w="2217" h="2404" extrusionOk="0">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9" name="Google Shape;19729;p140"/>
            <p:cNvSpPr/>
            <p:nvPr/>
          </p:nvSpPr>
          <p:spPr>
            <a:xfrm>
              <a:off x="6876009" y="2624159"/>
              <a:ext cx="151216" cy="11935"/>
            </a:xfrm>
            <a:custGeom>
              <a:avLst/>
              <a:gdLst/>
              <a:ahLst/>
              <a:cxnLst/>
              <a:rect l="l" t="t" r="r" b="b"/>
              <a:pathLst>
                <a:path w="5765" h="455" extrusionOk="0">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0" name="Google Shape;19730;p140"/>
            <p:cNvSpPr/>
            <p:nvPr/>
          </p:nvSpPr>
          <p:spPr>
            <a:xfrm>
              <a:off x="7051934" y="2621483"/>
              <a:ext cx="12118" cy="11935"/>
            </a:xfrm>
            <a:custGeom>
              <a:avLst/>
              <a:gdLst/>
              <a:ahLst/>
              <a:cxnLst/>
              <a:rect l="l" t="t" r="r" b="b"/>
              <a:pathLst>
                <a:path w="462" h="455" extrusionOk="0">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1" name="Google Shape;19731;p140"/>
            <p:cNvSpPr/>
            <p:nvPr/>
          </p:nvSpPr>
          <p:spPr>
            <a:xfrm>
              <a:off x="7096551" y="2475461"/>
              <a:ext cx="72421" cy="94480"/>
            </a:xfrm>
            <a:custGeom>
              <a:avLst/>
              <a:gdLst/>
              <a:ahLst/>
              <a:cxnLst/>
              <a:rect l="l" t="t" r="r" b="b"/>
              <a:pathLst>
                <a:path w="2761" h="3602" extrusionOk="0">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32" name="Google Shape;19732;p140"/>
          <p:cNvGrpSpPr/>
          <p:nvPr/>
        </p:nvGrpSpPr>
        <p:grpSpPr>
          <a:xfrm>
            <a:off x="6328222" y="2445847"/>
            <a:ext cx="370158" cy="344269"/>
            <a:chOff x="6328222" y="2445847"/>
            <a:chExt cx="370158" cy="344269"/>
          </a:xfrm>
        </p:grpSpPr>
        <p:sp>
          <p:nvSpPr>
            <p:cNvPr id="19733" name="Google Shape;19733;p140"/>
            <p:cNvSpPr/>
            <p:nvPr/>
          </p:nvSpPr>
          <p:spPr>
            <a:xfrm>
              <a:off x="6556423" y="2453585"/>
              <a:ext cx="128081" cy="56237"/>
            </a:xfrm>
            <a:custGeom>
              <a:avLst/>
              <a:gdLst/>
              <a:ahLst/>
              <a:cxnLst/>
              <a:rect l="l" t="t" r="r" b="b"/>
              <a:pathLst>
                <a:path w="4883" h="2144" extrusionOk="0">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4" name="Google Shape;19734;p140"/>
            <p:cNvSpPr/>
            <p:nvPr/>
          </p:nvSpPr>
          <p:spPr>
            <a:xfrm>
              <a:off x="6328222" y="2445847"/>
              <a:ext cx="370158" cy="344269"/>
            </a:xfrm>
            <a:custGeom>
              <a:avLst/>
              <a:gdLst/>
              <a:ahLst/>
              <a:cxnLst/>
              <a:rect l="l" t="t" r="r" b="b"/>
              <a:pathLst>
                <a:path w="14112" h="13125" extrusionOk="0">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5" name="Google Shape;19735;p140"/>
            <p:cNvSpPr/>
            <p:nvPr/>
          </p:nvSpPr>
          <p:spPr>
            <a:xfrm>
              <a:off x="6328222" y="2465546"/>
              <a:ext cx="367115" cy="303219"/>
            </a:xfrm>
            <a:custGeom>
              <a:avLst/>
              <a:gdLst/>
              <a:ahLst/>
              <a:cxnLst/>
              <a:rect l="l" t="t" r="r" b="b"/>
              <a:pathLst>
                <a:path w="13996" h="11560" extrusionOk="0">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6" name="Google Shape;19736;p140"/>
            <p:cNvSpPr/>
            <p:nvPr/>
          </p:nvSpPr>
          <p:spPr>
            <a:xfrm>
              <a:off x="6441877" y="2460536"/>
              <a:ext cx="23843" cy="23843"/>
            </a:xfrm>
            <a:custGeom>
              <a:avLst/>
              <a:gdLst/>
              <a:ahLst/>
              <a:cxnLst/>
              <a:rect l="l" t="t" r="r" b="b"/>
              <a:pathLst>
                <a:path w="909" h="909" extrusionOk="0">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7" name="Google Shape;19737;p140"/>
            <p:cNvSpPr/>
            <p:nvPr/>
          </p:nvSpPr>
          <p:spPr>
            <a:xfrm>
              <a:off x="6511071" y="2472051"/>
              <a:ext cx="30978" cy="38820"/>
            </a:xfrm>
            <a:custGeom>
              <a:avLst/>
              <a:gdLst/>
              <a:ahLst/>
              <a:cxnLst/>
              <a:rect l="l" t="t" r="r" b="b"/>
              <a:pathLst>
                <a:path w="1181" h="1480" extrusionOk="0">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8" name="Google Shape;19738;p140"/>
            <p:cNvSpPr/>
            <p:nvPr/>
          </p:nvSpPr>
          <p:spPr>
            <a:xfrm>
              <a:off x="6537905" y="2480261"/>
              <a:ext cx="24945" cy="34702"/>
            </a:xfrm>
            <a:custGeom>
              <a:avLst/>
              <a:gdLst/>
              <a:ahLst/>
              <a:cxnLst/>
              <a:rect l="l" t="t" r="r" b="b"/>
              <a:pathLst>
                <a:path w="951" h="1323" extrusionOk="0">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9" name="Google Shape;19739;p140"/>
            <p:cNvSpPr/>
            <p:nvPr/>
          </p:nvSpPr>
          <p:spPr>
            <a:xfrm>
              <a:off x="6561407" y="2488655"/>
              <a:ext cx="22610" cy="29876"/>
            </a:xfrm>
            <a:custGeom>
              <a:avLst/>
              <a:gdLst/>
              <a:ahLst/>
              <a:cxnLst/>
              <a:rect l="l" t="t" r="r" b="b"/>
              <a:pathLst>
                <a:path w="862" h="1139" extrusionOk="0">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0" name="Google Shape;19740;p140"/>
            <p:cNvSpPr/>
            <p:nvPr/>
          </p:nvSpPr>
          <p:spPr>
            <a:xfrm>
              <a:off x="6388866" y="2518242"/>
              <a:ext cx="86244" cy="15240"/>
            </a:xfrm>
            <a:custGeom>
              <a:avLst/>
              <a:gdLst/>
              <a:ahLst/>
              <a:cxnLst/>
              <a:rect l="l" t="t" r="r" b="b"/>
              <a:pathLst>
                <a:path w="3288" h="581" extrusionOk="0">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41" name="Google Shape;19741;p140"/>
          <p:cNvGrpSpPr/>
          <p:nvPr/>
        </p:nvGrpSpPr>
        <p:grpSpPr>
          <a:xfrm>
            <a:off x="5249540" y="2432942"/>
            <a:ext cx="351639" cy="370184"/>
            <a:chOff x="5249540" y="2432942"/>
            <a:chExt cx="351639" cy="370184"/>
          </a:xfrm>
        </p:grpSpPr>
        <p:sp>
          <p:nvSpPr>
            <p:cNvPr id="19742" name="Google Shape;19742;p140"/>
            <p:cNvSpPr/>
            <p:nvPr/>
          </p:nvSpPr>
          <p:spPr>
            <a:xfrm>
              <a:off x="5268556" y="2532721"/>
              <a:ext cx="131281" cy="68854"/>
            </a:xfrm>
            <a:custGeom>
              <a:avLst/>
              <a:gdLst/>
              <a:ahLst/>
              <a:cxnLst/>
              <a:rect l="l" t="t" r="r" b="b"/>
              <a:pathLst>
                <a:path w="5005" h="2625" extrusionOk="0">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3" name="Google Shape;19743;p140"/>
            <p:cNvSpPr/>
            <p:nvPr/>
          </p:nvSpPr>
          <p:spPr>
            <a:xfrm>
              <a:off x="5476482" y="2439054"/>
              <a:ext cx="96946" cy="67726"/>
            </a:xfrm>
            <a:custGeom>
              <a:avLst/>
              <a:gdLst/>
              <a:ahLst/>
              <a:cxnLst/>
              <a:rect l="l" t="t" r="r" b="b"/>
              <a:pathLst>
                <a:path w="3696" h="2582" extrusionOk="0">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4" name="Google Shape;19744;p140"/>
            <p:cNvSpPr/>
            <p:nvPr/>
          </p:nvSpPr>
          <p:spPr>
            <a:xfrm>
              <a:off x="5249540" y="2432942"/>
              <a:ext cx="342931" cy="370184"/>
            </a:xfrm>
            <a:custGeom>
              <a:avLst/>
              <a:gdLst/>
              <a:ahLst/>
              <a:cxnLst/>
              <a:rect l="l" t="t" r="r" b="b"/>
              <a:pathLst>
                <a:path w="13074" h="14113" extrusionOk="0">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5" name="Google Shape;19745;p140"/>
            <p:cNvSpPr/>
            <p:nvPr/>
          </p:nvSpPr>
          <p:spPr>
            <a:xfrm>
              <a:off x="5249540" y="2484196"/>
              <a:ext cx="351639" cy="318931"/>
            </a:xfrm>
            <a:custGeom>
              <a:avLst/>
              <a:gdLst/>
              <a:ahLst/>
              <a:cxnLst/>
              <a:rect l="l" t="t" r="r" b="b"/>
              <a:pathLst>
                <a:path w="13406" h="12159" extrusionOk="0">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6" name="Google Shape;19746;p140"/>
            <p:cNvSpPr/>
            <p:nvPr/>
          </p:nvSpPr>
          <p:spPr>
            <a:xfrm>
              <a:off x="5369227" y="2515540"/>
              <a:ext cx="191820" cy="234549"/>
            </a:xfrm>
            <a:custGeom>
              <a:avLst/>
              <a:gdLst/>
              <a:ahLst/>
              <a:cxnLst/>
              <a:rect l="l" t="t" r="r" b="b"/>
              <a:pathLst>
                <a:path w="7313" h="8942" extrusionOk="0">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7" name="Google Shape;19747;p140"/>
            <p:cNvSpPr/>
            <p:nvPr/>
          </p:nvSpPr>
          <p:spPr>
            <a:xfrm>
              <a:off x="5352335" y="2493245"/>
              <a:ext cx="24027" cy="30086"/>
            </a:xfrm>
            <a:custGeom>
              <a:avLst/>
              <a:gdLst/>
              <a:ahLst/>
              <a:cxnLst/>
              <a:rect l="l" t="t" r="r" b="b"/>
              <a:pathLst>
                <a:path w="916" h="1147" extrusionOk="0">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8" name="Google Shape;19748;p140"/>
            <p:cNvSpPr/>
            <p:nvPr/>
          </p:nvSpPr>
          <p:spPr>
            <a:xfrm>
              <a:off x="5358184" y="2499304"/>
              <a:ext cx="12118" cy="11935"/>
            </a:xfrm>
            <a:custGeom>
              <a:avLst/>
              <a:gdLst/>
              <a:ahLst/>
              <a:cxnLst/>
              <a:rect l="l" t="t" r="r" b="b"/>
              <a:pathLst>
                <a:path w="462" h="455" extrusionOk="0">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49" name="Google Shape;19749;p140"/>
          <p:cNvGrpSpPr/>
          <p:nvPr/>
        </p:nvGrpSpPr>
        <p:grpSpPr>
          <a:xfrm>
            <a:off x="4137047" y="2482176"/>
            <a:ext cx="371102" cy="271585"/>
            <a:chOff x="4137047" y="2482176"/>
            <a:chExt cx="371102" cy="271585"/>
          </a:xfrm>
        </p:grpSpPr>
        <p:sp>
          <p:nvSpPr>
            <p:cNvPr id="19750" name="Google Shape;19750;p140"/>
            <p:cNvSpPr/>
            <p:nvPr/>
          </p:nvSpPr>
          <p:spPr>
            <a:xfrm>
              <a:off x="4264367" y="2702062"/>
              <a:ext cx="108540" cy="51699"/>
            </a:xfrm>
            <a:custGeom>
              <a:avLst/>
              <a:gdLst/>
              <a:ahLst/>
              <a:cxnLst/>
              <a:rect l="l" t="t" r="r" b="b"/>
              <a:pathLst>
                <a:path w="4138" h="1971" extrusionOk="0">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1" name="Google Shape;19751;p140"/>
            <p:cNvSpPr/>
            <p:nvPr/>
          </p:nvSpPr>
          <p:spPr>
            <a:xfrm>
              <a:off x="4240026" y="2482176"/>
              <a:ext cx="181958" cy="104841"/>
            </a:xfrm>
            <a:custGeom>
              <a:avLst/>
              <a:gdLst/>
              <a:ahLst/>
              <a:cxnLst/>
              <a:rect l="l" t="t" r="r" b="b"/>
              <a:pathLst>
                <a:path w="6937" h="3997" extrusionOk="0">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2" name="Google Shape;19752;p140"/>
            <p:cNvSpPr/>
            <p:nvPr/>
          </p:nvSpPr>
          <p:spPr>
            <a:xfrm>
              <a:off x="4415924" y="2545049"/>
              <a:ext cx="92225" cy="168528"/>
            </a:xfrm>
            <a:custGeom>
              <a:avLst/>
              <a:gdLst/>
              <a:ahLst/>
              <a:cxnLst/>
              <a:rect l="l" t="t" r="r" b="b"/>
              <a:pathLst>
                <a:path w="3516" h="6425" extrusionOk="0">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3" name="Google Shape;19753;p140"/>
            <p:cNvSpPr/>
            <p:nvPr/>
          </p:nvSpPr>
          <p:spPr>
            <a:xfrm>
              <a:off x="4137047" y="2520104"/>
              <a:ext cx="315363" cy="218443"/>
            </a:xfrm>
            <a:custGeom>
              <a:avLst/>
              <a:gdLst/>
              <a:ahLst/>
              <a:cxnLst/>
              <a:rect l="l" t="t" r="r" b="b"/>
              <a:pathLst>
                <a:path w="12023" h="8328" extrusionOk="0">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4" name="Google Shape;19754;p140"/>
            <p:cNvSpPr/>
            <p:nvPr/>
          </p:nvSpPr>
          <p:spPr>
            <a:xfrm>
              <a:off x="4148955" y="2618283"/>
              <a:ext cx="303455" cy="120265"/>
            </a:xfrm>
            <a:custGeom>
              <a:avLst/>
              <a:gdLst/>
              <a:ahLst/>
              <a:cxnLst/>
              <a:rect l="l" t="t" r="r" b="b"/>
              <a:pathLst>
                <a:path w="11569" h="4585" extrusionOk="0">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5" name="Google Shape;19755;p140"/>
            <p:cNvSpPr/>
            <p:nvPr/>
          </p:nvSpPr>
          <p:spPr>
            <a:xfrm>
              <a:off x="4137047" y="2520996"/>
              <a:ext cx="151714" cy="216817"/>
            </a:xfrm>
            <a:custGeom>
              <a:avLst/>
              <a:gdLst/>
              <a:ahLst/>
              <a:cxnLst/>
              <a:rect l="l" t="t" r="r" b="b"/>
              <a:pathLst>
                <a:path w="5784" h="8266" extrusionOk="0">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6" name="Google Shape;19756;p140"/>
            <p:cNvSpPr/>
            <p:nvPr/>
          </p:nvSpPr>
          <p:spPr>
            <a:xfrm>
              <a:off x="4148771" y="2649759"/>
              <a:ext cx="131281" cy="88054"/>
            </a:xfrm>
            <a:custGeom>
              <a:avLst/>
              <a:gdLst/>
              <a:ahLst/>
              <a:cxnLst/>
              <a:rect l="l" t="t" r="r" b="b"/>
              <a:pathLst>
                <a:path w="5005" h="3357" extrusionOk="0">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7" name="Google Shape;19757;p140"/>
            <p:cNvSpPr/>
            <p:nvPr/>
          </p:nvSpPr>
          <p:spPr>
            <a:xfrm>
              <a:off x="4315411" y="2615608"/>
              <a:ext cx="77588" cy="55109"/>
            </a:xfrm>
            <a:custGeom>
              <a:avLst/>
              <a:gdLst/>
              <a:ahLst/>
              <a:cxnLst/>
              <a:rect l="l" t="t" r="r" b="b"/>
              <a:pathLst>
                <a:path w="2958" h="2101" extrusionOk="0">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8" name="Google Shape;19758;p140"/>
            <p:cNvSpPr/>
            <p:nvPr/>
          </p:nvSpPr>
          <p:spPr>
            <a:xfrm>
              <a:off x="4173323" y="2580748"/>
              <a:ext cx="24394" cy="30453"/>
            </a:xfrm>
            <a:custGeom>
              <a:avLst/>
              <a:gdLst/>
              <a:ahLst/>
              <a:cxnLst/>
              <a:rect l="l" t="t" r="r" b="b"/>
              <a:pathLst>
                <a:path w="930" h="1161" extrusionOk="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9" name="Google Shape;19759;p140"/>
            <p:cNvSpPr/>
            <p:nvPr/>
          </p:nvSpPr>
          <p:spPr>
            <a:xfrm>
              <a:off x="4179356" y="2586807"/>
              <a:ext cx="12118" cy="12302"/>
            </a:xfrm>
            <a:custGeom>
              <a:avLst/>
              <a:gdLst/>
              <a:ahLst/>
              <a:cxnLst/>
              <a:rect l="l" t="t" r="r" b="b"/>
              <a:pathLst>
                <a:path w="462" h="469" extrusionOk="0">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0" name="Google Shape;19760;p140"/>
            <p:cNvSpPr/>
            <p:nvPr/>
          </p:nvSpPr>
          <p:spPr>
            <a:xfrm>
              <a:off x="4334978" y="2629300"/>
              <a:ext cx="52145" cy="16918"/>
            </a:xfrm>
            <a:custGeom>
              <a:avLst/>
              <a:gdLst/>
              <a:ahLst/>
              <a:cxnLst/>
              <a:rect l="l" t="t" r="r" b="b"/>
              <a:pathLst>
                <a:path w="1988" h="645" extrusionOk="0">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61" name="Google Shape;19761;p140"/>
          <p:cNvGrpSpPr/>
          <p:nvPr/>
        </p:nvGrpSpPr>
        <p:grpSpPr>
          <a:xfrm>
            <a:off x="4686434" y="2432916"/>
            <a:ext cx="367377" cy="370079"/>
            <a:chOff x="4686434" y="2432916"/>
            <a:chExt cx="367377" cy="370079"/>
          </a:xfrm>
        </p:grpSpPr>
        <p:sp>
          <p:nvSpPr>
            <p:cNvPr id="19762" name="Google Shape;19762;p140"/>
            <p:cNvSpPr/>
            <p:nvPr/>
          </p:nvSpPr>
          <p:spPr>
            <a:xfrm>
              <a:off x="4795105" y="2432916"/>
              <a:ext cx="175426" cy="76198"/>
            </a:xfrm>
            <a:custGeom>
              <a:avLst/>
              <a:gdLst/>
              <a:ahLst/>
              <a:cxnLst/>
              <a:rect l="l" t="t" r="r" b="b"/>
              <a:pathLst>
                <a:path w="6688" h="2905" extrusionOk="0">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3" name="Google Shape;19763;p140"/>
            <p:cNvSpPr/>
            <p:nvPr/>
          </p:nvSpPr>
          <p:spPr>
            <a:xfrm>
              <a:off x="4795105" y="2726771"/>
              <a:ext cx="175374" cy="76224"/>
            </a:xfrm>
            <a:custGeom>
              <a:avLst/>
              <a:gdLst/>
              <a:ahLst/>
              <a:cxnLst/>
              <a:rect l="l" t="t" r="r" b="b"/>
              <a:pathLst>
                <a:path w="6686" h="2906" extrusionOk="0">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4" name="Google Shape;19764;p140"/>
            <p:cNvSpPr/>
            <p:nvPr/>
          </p:nvSpPr>
          <p:spPr>
            <a:xfrm>
              <a:off x="4686434" y="2485428"/>
              <a:ext cx="367377" cy="265028"/>
            </a:xfrm>
            <a:custGeom>
              <a:avLst/>
              <a:gdLst/>
              <a:ahLst/>
              <a:cxnLst/>
              <a:rect l="l" t="t" r="r" b="b"/>
              <a:pathLst>
                <a:path w="14006" h="10104" extrusionOk="0">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5" name="Google Shape;19765;p140"/>
            <p:cNvSpPr/>
            <p:nvPr/>
          </p:nvSpPr>
          <p:spPr>
            <a:xfrm>
              <a:off x="4686434" y="2517980"/>
              <a:ext cx="238719" cy="232476"/>
            </a:xfrm>
            <a:custGeom>
              <a:avLst/>
              <a:gdLst/>
              <a:ahLst/>
              <a:cxnLst/>
              <a:rect l="l" t="t" r="r" b="b"/>
              <a:pathLst>
                <a:path w="9101" h="8863" extrusionOk="0">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6" name="Google Shape;19766;p140"/>
            <p:cNvSpPr/>
            <p:nvPr/>
          </p:nvSpPr>
          <p:spPr>
            <a:xfrm>
              <a:off x="4725386" y="2593916"/>
              <a:ext cx="30086" cy="30086"/>
            </a:xfrm>
            <a:custGeom>
              <a:avLst/>
              <a:gdLst/>
              <a:ahLst/>
              <a:cxnLst/>
              <a:rect l="l" t="t" r="r" b="b"/>
              <a:pathLst>
                <a:path w="1147" h="1147" extrusionOk="0">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7" name="Google Shape;19767;p140"/>
            <p:cNvSpPr/>
            <p:nvPr/>
          </p:nvSpPr>
          <p:spPr>
            <a:xfrm>
              <a:off x="4737478" y="2599949"/>
              <a:ext cx="12118" cy="11961"/>
            </a:xfrm>
            <a:custGeom>
              <a:avLst/>
              <a:gdLst/>
              <a:ahLst/>
              <a:cxnLst/>
              <a:rect l="l" t="t" r="r" b="b"/>
              <a:pathLst>
                <a:path w="462" h="456" extrusionOk="0">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8" name="Google Shape;19768;p140"/>
            <p:cNvSpPr/>
            <p:nvPr/>
          </p:nvSpPr>
          <p:spPr>
            <a:xfrm>
              <a:off x="4772862" y="2488261"/>
              <a:ext cx="51253" cy="259336"/>
            </a:xfrm>
            <a:custGeom>
              <a:avLst/>
              <a:gdLst/>
              <a:ahLst/>
              <a:cxnLst/>
              <a:rect l="l" t="t" r="r" b="b"/>
              <a:pathLst>
                <a:path w="1954" h="9887" extrusionOk="0">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9" name="Google Shape;19769;p140"/>
            <p:cNvSpPr/>
            <p:nvPr/>
          </p:nvSpPr>
          <p:spPr>
            <a:xfrm>
              <a:off x="4772862" y="2606900"/>
              <a:ext cx="51253" cy="140698"/>
            </a:xfrm>
            <a:custGeom>
              <a:avLst/>
              <a:gdLst/>
              <a:ahLst/>
              <a:cxnLst/>
              <a:rect l="l" t="t" r="r" b="b"/>
              <a:pathLst>
                <a:path w="1954" h="5364" extrusionOk="0">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0" name="Google Shape;19770;p140"/>
            <p:cNvSpPr/>
            <p:nvPr/>
          </p:nvSpPr>
          <p:spPr>
            <a:xfrm>
              <a:off x="4847381" y="2485769"/>
              <a:ext cx="47529" cy="264503"/>
            </a:xfrm>
            <a:custGeom>
              <a:avLst/>
              <a:gdLst/>
              <a:ahLst/>
              <a:cxnLst/>
              <a:rect l="l" t="t" r="r" b="b"/>
              <a:pathLst>
                <a:path w="1812" h="10084" extrusionOk="0">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1" name="Google Shape;19771;p140"/>
            <p:cNvSpPr/>
            <p:nvPr/>
          </p:nvSpPr>
          <p:spPr>
            <a:xfrm>
              <a:off x="4853440" y="2704528"/>
              <a:ext cx="41470" cy="45745"/>
            </a:xfrm>
            <a:custGeom>
              <a:avLst/>
              <a:gdLst/>
              <a:ahLst/>
              <a:cxnLst/>
              <a:rect l="l" t="t" r="r" b="b"/>
              <a:pathLst>
                <a:path w="1581" h="1744" extrusionOk="0">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2" name="Google Shape;19772;p140"/>
            <p:cNvSpPr/>
            <p:nvPr/>
          </p:nvSpPr>
          <p:spPr>
            <a:xfrm>
              <a:off x="4915868" y="2510845"/>
              <a:ext cx="46611" cy="214168"/>
            </a:xfrm>
            <a:custGeom>
              <a:avLst/>
              <a:gdLst/>
              <a:ahLst/>
              <a:cxnLst/>
              <a:rect l="l" t="t" r="r" b="b"/>
              <a:pathLst>
                <a:path w="1777" h="8165" extrusionOk="0">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73" name="Google Shape;19773;p140"/>
          <p:cNvGrpSpPr/>
          <p:nvPr/>
        </p:nvGrpSpPr>
        <p:grpSpPr>
          <a:xfrm>
            <a:off x="6328222" y="2056306"/>
            <a:ext cx="372099" cy="293986"/>
            <a:chOff x="6328222" y="2056306"/>
            <a:chExt cx="372099" cy="293986"/>
          </a:xfrm>
        </p:grpSpPr>
        <p:sp>
          <p:nvSpPr>
            <p:cNvPr id="19774" name="Google Shape;19774;p140"/>
            <p:cNvSpPr/>
            <p:nvPr/>
          </p:nvSpPr>
          <p:spPr>
            <a:xfrm>
              <a:off x="6581656" y="2179875"/>
              <a:ext cx="58021" cy="170416"/>
            </a:xfrm>
            <a:custGeom>
              <a:avLst/>
              <a:gdLst/>
              <a:ahLst/>
              <a:cxnLst/>
              <a:rect l="l" t="t" r="r" b="b"/>
              <a:pathLst>
                <a:path w="2212" h="6497" extrusionOk="0">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5" name="Google Shape;19775;p140"/>
            <p:cNvSpPr/>
            <p:nvPr/>
          </p:nvSpPr>
          <p:spPr>
            <a:xfrm>
              <a:off x="6488461" y="2209227"/>
              <a:ext cx="51253" cy="141065"/>
            </a:xfrm>
            <a:custGeom>
              <a:avLst/>
              <a:gdLst/>
              <a:ahLst/>
              <a:cxnLst/>
              <a:rect l="l" t="t" r="r" b="b"/>
              <a:pathLst>
                <a:path w="1954" h="5378" extrusionOk="0">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6" name="Google Shape;19776;p140"/>
            <p:cNvSpPr/>
            <p:nvPr/>
          </p:nvSpPr>
          <p:spPr>
            <a:xfrm>
              <a:off x="6642720" y="2150524"/>
              <a:ext cx="57601" cy="88238"/>
            </a:xfrm>
            <a:custGeom>
              <a:avLst/>
              <a:gdLst/>
              <a:ahLst/>
              <a:cxnLst/>
              <a:rect l="l" t="t" r="r" b="b"/>
              <a:pathLst>
                <a:path w="2196" h="3364" extrusionOk="0">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7" name="Google Shape;19777;p140"/>
            <p:cNvSpPr/>
            <p:nvPr/>
          </p:nvSpPr>
          <p:spPr>
            <a:xfrm>
              <a:off x="6328222" y="2056620"/>
              <a:ext cx="352190" cy="293671"/>
            </a:xfrm>
            <a:custGeom>
              <a:avLst/>
              <a:gdLst/>
              <a:ahLst/>
              <a:cxnLst/>
              <a:rect l="l" t="t" r="r" b="b"/>
              <a:pathLst>
                <a:path w="13427" h="11196" extrusionOk="0">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8" name="Google Shape;19778;p140"/>
            <p:cNvSpPr/>
            <p:nvPr/>
          </p:nvSpPr>
          <p:spPr>
            <a:xfrm>
              <a:off x="6371633" y="2068896"/>
              <a:ext cx="18151" cy="11751"/>
            </a:xfrm>
            <a:custGeom>
              <a:avLst/>
              <a:gdLst/>
              <a:ahLst/>
              <a:cxnLst/>
              <a:rect l="l" t="t" r="r" b="b"/>
              <a:pathLst>
                <a:path w="692" h="448" extrusionOk="0">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9" name="Google Shape;19779;p140"/>
            <p:cNvSpPr/>
            <p:nvPr/>
          </p:nvSpPr>
          <p:spPr>
            <a:xfrm>
              <a:off x="6396158" y="2056306"/>
              <a:ext cx="25102" cy="18702"/>
            </a:xfrm>
            <a:custGeom>
              <a:avLst/>
              <a:gdLst/>
              <a:ahLst/>
              <a:cxnLst/>
              <a:rect l="l" t="t" r="r" b="b"/>
              <a:pathLst>
                <a:path w="957" h="713" extrusionOk="0">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0" name="Google Shape;19780;p140"/>
            <p:cNvSpPr/>
            <p:nvPr/>
          </p:nvSpPr>
          <p:spPr>
            <a:xfrm>
              <a:off x="6380682" y="2097697"/>
              <a:ext cx="88605" cy="117589"/>
            </a:xfrm>
            <a:custGeom>
              <a:avLst/>
              <a:gdLst/>
              <a:ahLst/>
              <a:cxnLst/>
              <a:rect l="l" t="t" r="r" b="b"/>
              <a:pathLst>
                <a:path w="3378" h="4483" extrusionOk="0">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1" name="Google Shape;19781;p140"/>
            <p:cNvSpPr/>
            <p:nvPr/>
          </p:nvSpPr>
          <p:spPr>
            <a:xfrm>
              <a:off x="6328406" y="2070496"/>
              <a:ext cx="23318" cy="27227"/>
            </a:xfrm>
            <a:custGeom>
              <a:avLst/>
              <a:gdLst/>
              <a:ahLst/>
              <a:cxnLst/>
              <a:rect l="l" t="t" r="r" b="b"/>
              <a:pathLst>
                <a:path w="889" h="1038" extrusionOk="0">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2" name="Google Shape;19782;p140"/>
            <p:cNvSpPr/>
            <p:nvPr/>
          </p:nvSpPr>
          <p:spPr>
            <a:xfrm>
              <a:off x="6495937" y="2180347"/>
              <a:ext cx="120448" cy="41889"/>
            </a:xfrm>
            <a:custGeom>
              <a:avLst/>
              <a:gdLst/>
              <a:ahLst/>
              <a:cxnLst/>
              <a:rect l="l" t="t" r="r" b="b"/>
              <a:pathLst>
                <a:path w="4592" h="1597" extrusionOk="0">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83" name="Google Shape;19783;p140"/>
          <p:cNvGrpSpPr/>
          <p:nvPr/>
        </p:nvGrpSpPr>
        <p:grpSpPr>
          <a:xfrm>
            <a:off x="5789327" y="2432968"/>
            <a:ext cx="352531" cy="370132"/>
            <a:chOff x="5789327" y="2432968"/>
            <a:chExt cx="352531" cy="370132"/>
          </a:xfrm>
        </p:grpSpPr>
        <p:sp>
          <p:nvSpPr>
            <p:cNvPr id="19784" name="Google Shape;19784;p140"/>
            <p:cNvSpPr/>
            <p:nvPr/>
          </p:nvSpPr>
          <p:spPr>
            <a:xfrm>
              <a:off x="5794651" y="2568132"/>
              <a:ext cx="341882" cy="228935"/>
            </a:xfrm>
            <a:custGeom>
              <a:avLst/>
              <a:gdLst/>
              <a:ahLst/>
              <a:cxnLst/>
              <a:rect l="l" t="t" r="r" b="b"/>
              <a:pathLst>
                <a:path w="13034" h="8728" extrusionOk="0">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5" name="Google Shape;19785;p140"/>
            <p:cNvSpPr/>
            <p:nvPr/>
          </p:nvSpPr>
          <p:spPr>
            <a:xfrm>
              <a:off x="5998826" y="2544656"/>
              <a:ext cx="143032" cy="117405"/>
            </a:xfrm>
            <a:custGeom>
              <a:avLst/>
              <a:gdLst/>
              <a:ahLst/>
              <a:cxnLst/>
              <a:rect l="l" t="t" r="r" b="b"/>
              <a:pathLst>
                <a:path w="5453" h="4476" extrusionOk="0">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6" name="Google Shape;19786;p140"/>
            <p:cNvSpPr/>
            <p:nvPr/>
          </p:nvSpPr>
          <p:spPr>
            <a:xfrm>
              <a:off x="5846062" y="2667360"/>
              <a:ext cx="238877" cy="135740"/>
            </a:xfrm>
            <a:custGeom>
              <a:avLst/>
              <a:gdLst/>
              <a:ahLst/>
              <a:cxnLst/>
              <a:rect l="l" t="t" r="r" b="b"/>
              <a:pathLst>
                <a:path w="9107" h="5175" extrusionOk="0">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7" name="Google Shape;19787;p140"/>
            <p:cNvSpPr/>
            <p:nvPr/>
          </p:nvSpPr>
          <p:spPr>
            <a:xfrm>
              <a:off x="5898339" y="2432968"/>
              <a:ext cx="134481" cy="211492"/>
            </a:xfrm>
            <a:custGeom>
              <a:avLst/>
              <a:gdLst/>
              <a:ahLst/>
              <a:cxnLst/>
              <a:rect l="l" t="t" r="r" b="b"/>
              <a:pathLst>
                <a:path w="5127" h="8063" extrusionOk="0">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8" name="Google Shape;19788;p140"/>
            <p:cNvSpPr/>
            <p:nvPr/>
          </p:nvSpPr>
          <p:spPr>
            <a:xfrm>
              <a:off x="5898522" y="2433309"/>
              <a:ext cx="59962" cy="175925"/>
            </a:xfrm>
            <a:custGeom>
              <a:avLst/>
              <a:gdLst/>
              <a:ahLst/>
              <a:cxnLst/>
              <a:rect l="l" t="t" r="r" b="b"/>
              <a:pathLst>
                <a:path w="2286" h="6707" extrusionOk="0">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9" name="Google Shape;19789;p140"/>
            <p:cNvSpPr/>
            <p:nvPr/>
          </p:nvSpPr>
          <p:spPr>
            <a:xfrm>
              <a:off x="5804960" y="2667045"/>
              <a:ext cx="141065" cy="88920"/>
            </a:xfrm>
            <a:custGeom>
              <a:avLst/>
              <a:gdLst/>
              <a:ahLst/>
              <a:cxnLst/>
              <a:rect l="l" t="t" r="r" b="b"/>
              <a:pathLst>
                <a:path w="5378" h="3390" extrusionOk="0">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0" name="Google Shape;19790;p140"/>
            <p:cNvSpPr/>
            <p:nvPr/>
          </p:nvSpPr>
          <p:spPr>
            <a:xfrm>
              <a:off x="5912739" y="2597483"/>
              <a:ext cx="29378" cy="23502"/>
            </a:xfrm>
            <a:custGeom>
              <a:avLst/>
              <a:gdLst/>
              <a:ahLst/>
              <a:cxnLst/>
              <a:rect l="l" t="t" r="r" b="b"/>
              <a:pathLst>
                <a:path w="1120" h="896" extrusionOk="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1" name="Google Shape;19791;p140"/>
            <p:cNvSpPr/>
            <p:nvPr/>
          </p:nvSpPr>
          <p:spPr>
            <a:xfrm>
              <a:off x="5989042" y="2597483"/>
              <a:ext cx="29378" cy="23502"/>
            </a:xfrm>
            <a:custGeom>
              <a:avLst/>
              <a:gdLst/>
              <a:ahLst/>
              <a:cxnLst/>
              <a:rect l="l" t="t" r="r" b="b"/>
              <a:pathLst>
                <a:path w="1120" h="896" extrusionOk="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2" name="Google Shape;19792;p140"/>
            <p:cNvSpPr/>
            <p:nvPr/>
          </p:nvSpPr>
          <p:spPr>
            <a:xfrm>
              <a:off x="5789327" y="2544656"/>
              <a:ext cx="142849" cy="117405"/>
            </a:xfrm>
            <a:custGeom>
              <a:avLst/>
              <a:gdLst/>
              <a:ahLst/>
              <a:cxnLst/>
              <a:rect l="l" t="t" r="r" b="b"/>
              <a:pathLst>
                <a:path w="5446" h="4476" extrusionOk="0">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3" name="Google Shape;19793;p140"/>
            <p:cNvSpPr/>
            <p:nvPr/>
          </p:nvSpPr>
          <p:spPr>
            <a:xfrm>
              <a:off x="5985134" y="2666940"/>
              <a:ext cx="141065" cy="89025"/>
            </a:xfrm>
            <a:custGeom>
              <a:avLst/>
              <a:gdLst/>
              <a:ahLst/>
              <a:cxnLst/>
              <a:rect l="l" t="t" r="r" b="b"/>
              <a:pathLst>
                <a:path w="5378" h="3394" extrusionOk="0">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94" name="Google Shape;19794;p140"/>
          <p:cNvGrpSpPr/>
          <p:nvPr/>
        </p:nvGrpSpPr>
        <p:grpSpPr>
          <a:xfrm>
            <a:off x="874612" y="1980134"/>
            <a:ext cx="322314" cy="370158"/>
            <a:chOff x="874612" y="1980134"/>
            <a:chExt cx="322314" cy="370158"/>
          </a:xfrm>
        </p:grpSpPr>
        <p:sp>
          <p:nvSpPr>
            <p:cNvPr id="19795" name="Google Shape;19795;p140"/>
            <p:cNvSpPr/>
            <p:nvPr/>
          </p:nvSpPr>
          <p:spPr>
            <a:xfrm>
              <a:off x="1067586" y="1980134"/>
              <a:ext cx="129340" cy="193709"/>
            </a:xfrm>
            <a:custGeom>
              <a:avLst/>
              <a:gdLst/>
              <a:ahLst/>
              <a:cxnLst/>
              <a:rect l="l" t="t" r="r" b="b"/>
              <a:pathLst>
                <a:path w="4931" h="7385" extrusionOk="0">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6" name="Google Shape;19796;p140"/>
            <p:cNvSpPr/>
            <p:nvPr/>
          </p:nvSpPr>
          <p:spPr>
            <a:xfrm>
              <a:off x="1095521" y="1980317"/>
              <a:ext cx="101405" cy="193525"/>
            </a:xfrm>
            <a:custGeom>
              <a:avLst/>
              <a:gdLst/>
              <a:ahLst/>
              <a:cxnLst/>
              <a:rect l="l" t="t" r="r" b="b"/>
              <a:pathLst>
                <a:path w="3866" h="7378" extrusionOk="0">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7" name="Google Shape;19797;p140"/>
            <p:cNvSpPr/>
            <p:nvPr/>
          </p:nvSpPr>
          <p:spPr>
            <a:xfrm>
              <a:off x="874612" y="1980134"/>
              <a:ext cx="129681" cy="193709"/>
            </a:xfrm>
            <a:custGeom>
              <a:avLst/>
              <a:gdLst/>
              <a:ahLst/>
              <a:cxnLst/>
              <a:rect l="l" t="t" r="r" b="b"/>
              <a:pathLst>
                <a:path w="4944" h="7385" extrusionOk="0">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8" name="Google Shape;19798;p140"/>
            <p:cNvSpPr/>
            <p:nvPr/>
          </p:nvSpPr>
          <p:spPr>
            <a:xfrm>
              <a:off x="874612" y="1980317"/>
              <a:ext cx="101589" cy="193525"/>
            </a:xfrm>
            <a:custGeom>
              <a:avLst/>
              <a:gdLst/>
              <a:ahLst/>
              <a:cxnLst/>
              <a:rect l="l" t="t" r="r" b="b"/>
              <a:pathLst>
                <a:path w="3873" h="7378" extrusionOk="0">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9" name="Google Shape;19799;p140"/>
            <p:cNvSpPr/>
            <p:nvPr/>
          </p:nvSpPr>
          <p:spPr>
            <a:xfrm>
              <a:off x="922455" y="2123481"/>
              <a:ext cx="226785" cy="226811"/>
            </a:xfrm>
            <a:custGeom>
              <a:avLst/>
              <a:gdLst/>
              <a:ahLst/>
              <a:cxnLst/>
              <a:rect l="l" t="t" r="r" b="b"/>
              <a:pathLst>
                <a:path w="8646" h="8647" extrusionOk="0">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0" name="Google Shape;19800;p140"/>
            <p:cNvSpPr/>
            <p:nvPr/>
          </p:nvSpPr>
          <p:spPr>
            <a:xfrm>
              <a:off x="922455" y="2123664"/>
              <a:ext cx="106205" cy="222876"/>
            </a:xfrm>
            <a:custGeom>
              <a:avLst/>
              <a:gdLst/>
              <a:ahLst/>
              <a:cxnLst/>
              <a:rect l="l" t="t" r="r" b="b"/>
              <a:pathLst>
                <a:path w="4049" h="8497" extrusionOk="0">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1" name="Google Shape;19801;p140"/>
            <p:cNvSpPr/>
            <p:nvPr/>
          </p:nvSpPr>
          <p:spPr>
            <a:xfrm>
              <a:off x="964082" y="2219010"/>
              <a:ext cx="35935" cy="41627"/>
            </a:xfrm>
            <a:custGeom>
              <a:avLst/>
              <a:gdLst/>
              <a:ahLst/>
              <a:cxnLst/>
              <a:rect l="l" t="t" r="r" b="b"/>
              <a:pathLst>
                <a:path w="1370" h="1587" extrusionOk="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2" name="Google Shape;19802;p140"/>
            <p:cNvSpPr/>
            <p:nvPr/>
          </p:nvSpPr>
          <p:spPr>
            <a:xfrm>
              <a:off x="982050" y="2218984"/>
              <a:ext cx="17968" cy="29797"/>
            </a:xfrm>
            <a:custGeom>
              <a:avLst/>
              <a:gdLst/>
              <a:ahLst/>
              <a:cxnLst/>
              <a:rect l="l" t="t" r="r" b="b"/>
              <a:pathLst>
                <a:path w="685" h="1136" extrusionOk="0">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3" name="Google Shape;19803;p140"/>
            <p:cNvSpPr/>
            <p:nvPr/>
          </p:nvSpPr>
          <p:spPr>
            <a:xfrm>
              <a:off x="976174" y="2224860"/>
              <a:ext cx="11935" cy="11961"/>
            </a:xfrm>
            <a:custGeom>
              <a:avLst/>
              <a:gdLst/>
              <a:ahLst/>
              <a:cxnLst/>
              <a:rect l="l" t="t" r="r" b="b"/>
              <a:pathLst>
                <a:path w="455" h="456" extrusionOk="0">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4" name="Google Shape;19804;p140"/>
            <p:cNvSpPr/>
            <p:nvPr/>
          </p:nvSpPr>
          <p:spPr>
            <a:xfrm>
              <a:off x="1071678" y="2219010"/>
              <a:ext cx="35778" cy="41627"/>
            </a:xfrm>
            <a:custGeom>
              <a:avLst/>
              <a:gdLst/>
              <a:ahLst/>
              <a:cxnLst/>
              <a:rect l="l" t="t" r="r" b="b"/>
              <a:pathLst>
                <a:path w="1364" h="1587" extrusionOk="0">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5" name="Google Shape;19805;p140"/>
            <p:cNvSpPr/>
            <p:nvPr/>
          </p:nvSpPr>
          <p:spPr>
            <a:xfrm>
              <a:off x="1089462" y="2218984"/>
              <a:ext cx="17994" cy="29797"/>
            </a:xfrm>
            <a:custGeom>
              <a:avLst/>
              <a:gdLst/>
              <a:ahLst/>
              <a:cxnLst/>
              <a:rect l="l" t="t" r="r" b="b"/>
              <a:pathLst>
                <a:path w="686" h="1136" extrusionOk="0">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6" name="Google Shape;19806;p140"/>
            <p:cNvSpPr/>
            <p:nvPr/>
          </p:nvSpPr>
          <p:spPr>
            <a:xfrm>
              <a:off x="1083586" y="2224860"/>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7" name="Google Shape;19807;p140"/>
            <p:cNvSpPr/>
            <p:nvPr/>
          </p:nvSpPr>
          <p:spPr>
            <a:xfrm>
              <a:off x="949682" y="2219010"/>
              <a:ext cx="172357" cy="131281"/>
            </a:xfrm>
            <a:custGeom>
              <a:avLst/>
              <a:gdLst/>
              <a:ahLst/>
              <a:cxnLst/>
              <a:rect l="l" t="t" r="r" b="b"/>
              <a:pathLst>
                <a:path w="6571" h="5005" extrusionOk="0">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8" name="Google Shape;19808;p140"/>
            <p:cNvSpPr/>
            <p:nvPr/>
          </p:nvSpPr>
          <p:spPr>
            <a:xfrm>
              <a:off x="985984" y="2318238"/>
              <a:ext cx="99700" cy="24027"/>
            </a:xfrm>
            <a:custGeom>
              <a:avLst/>
              <a:gdLst/>
              <a:ahLst/>
              <a:cxnLst/>
              <a:rect l="l" t="t" r="r" b="b"/>
              <a:pathLst>
                <a:path w="3801" h="916" extrusionOk="0">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9" name="Google Shape;19809;p140"/>
            <p:cNvSpPr/>
            <p:nvPr/>
          </p:nvSpPr>
          <p:spPr>
            <a:xfrm>
              <a:off x="1008726" y="2278579"/>
              <a:ext cx="54270" cy="41784"/>
            </a:xfrm>
            <a:custGeom>
              <a:avLst/>
              <a:gdLst/>
              <a:ahLst/>
              <a:cxnLst/>
              <a:rect l="l" t="t" r="r" b="b"/>
              <a:pathLst>
                <a:path w="2069" h="1593" extrusionOk="0">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0" name="Google Shape;19810;p140"/>
            <p:cNvSpPr/>
            <p:nvPr/>
          </p:nvSpPr>
          <p:spPr>
            <a:xfrm>
              <a:off x="1008726" y="2279811"/>
              <a:ext cx="36827" cy="40552"/>
            </a:xfrm>
            <a:custGeom>
              <a:avLst/>
              <a:gdLst/>
              <a:ahLst/>
              <a:cxnLst/>
              <a:rect l="l" t="t" r="r" b="b"/>
              <a:pathLst>
                <a:path w="1404" h="1546" extrusionOk="0">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1" name="Google Shape;19811;p140"/>
            <p:cNvSpPr/>
            <p:nvPr/>
          </p:nvSpPr>
          <p:spPr>
            <a:xfrm>
              <a:off x="950023" y="2286395"/>
              <a:ext cx="51070" cy="59962"/>
            </a:xfrm>
            <a:custGeom>
              <a:avLst/>
              <a:gdLst/>
              <a:ahLst/>
              <a:cxnLst/>
              <a:rect l="l" t="t" r="r" b="b"/>
              <a:pathLst>
                <a:path w="1947" h="2286" extrusionOk="0">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12" name="Google Shape;19812;p140"/>
          <p:cNvGrpSpPr/>
          <p:nvPr/>
        </p:nvGrpSpPr>
        <p:grpSpPr>
          <a:xfrm>
            <a:off x="3039662" y="2514780"/>
            <a:ext cx="374223" cy="329764"/>
            <a:chOff x="3039662" y="2514780"/>
            <a:chExt cx="374223" cy="329764"/>
          </a:xfrm>
        </p:grpSpPr>
        <p:sp>
          <p:nvSpPr>
            <p:cNvPr id="19813" name="Google Shape;19813;p140"/>
            <p:cNvSpPr/>
            <p:nvPr/>
          </p:nvSpPr>
          <p:spPr>
            <a:xfrm>
              <a:off x="3270171" y="2554964"/>
              <a:ext cx="64395" cy="72762"/>
            </a:xfrm>
            <a:custGeom>
              <a:avLst/>
              <a:gdLst/>
              <a:ahLst/>
              <a:cxnLst/>
              <a:rect l="l" t="t" r="r" b="b"/>
              <a:pathLst>
                <a:path w="2455" h="2774" extrusionOk="0">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4" name="Google Shape;19814;p140"/>
            <p:cNvSpPr/>
            <p:nvPr/>
          </p:nvSpPr>
          <p:spPr>
            <a:xfrm>
              <a:off x="3245804" y="2514780"/>
              <a:ext cx="97838" cy="179571"/>
            </a:xfrm>
            <a:custGeom>
              <a:avLst/>
              <a:gdLst/>
              <a:ahLst/>
              <a:cxnLst/>
              <a:rect l="l" t="t" r="r" b="b"/>
              <a:pathLst>
                <a:path w="3730" h="6846" extrusionOk="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5" name="Google Shape;19815;p140"/>
            <p:cNvSpPr/>
            <p:nvPr/>
          </p:nvSpPr>
          <p:spPr>
            <a:xfrm>
              <a:off x="3119165" y="2554964"/>
              <a:ext cx="64395" cy="72762"/>
            </a:xfrm>
            <a:custGeom>
              <a:avLst/>
              <a:gdLst/>
              <a:ahLst/>
              <a:cxnLst/>
              <a:rect l="l" t="t" r="r" b="b"/>
              <a:pathLst>
                <a:path w="2455" h="2774" extrusionOk="0">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6" name="Google Shape;19816;p140"/>
            <p:cNvSpPr/>
            <p:nvPr/>
          </p:nvSpPr>
          <p:spPr>
            <a:xfrm>
              <a:off x="3254512" y="2624867"/>
              <a:ext cx="17627" cy="28827"/>
            </a:xfrm>
            <a:custGeom>
              <a:avLst/>
              <a:gdLst/>
              <a:ahLst/>
              <a:cxnLst/>
              <a:rect l="l" t="t" r="r" b="b"/>
              <a:pathLst>
                <a:path w="672" h="1099" extrusionOk="0">
                  <a:moveTo>
                    <a:pt x="217" y="0"/>
                  </a:moveTo>
                  <a:lnTo>
                    <a:pt x="0" y="1099"/>
                  </a:lnTo>
                  <a:lnTo>
                    <a:pt x="448" y="1099"/>
                  </a:lnTo>
                  <a:lnTo>
                    <a:pt x="672"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7" name="Google Shape;19817;p140"/>
            <p:cNvSpPr/>
            <p:nvPr/>
          </p:nvSpPr>
          <p:spPr>
            <a:xfrm>
              <a:off x="3255745" y="2607424"/>
              <a:ext cx="23161" cy="23161"/>
            </a:xfrm>
            <a:custGeom>
              <a:avLst/>
              <a:gdLst/>
              <a:ahLst/>
              <a:cxnLst/>
              <a:rect l="l" t="t" r="r" b="b"/>
              <a:pathLst>
                <a:path w="883" h="883" extrusionOk="0">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8" name="Google Shape;19818;p140"/>
            <p:cNvSpPr/>
            <p:nvPr/>
          </p:nvSpPr>
          <p:spPr>
            <a:xfrm>
              <a:off x="3181593" y="2624867"/>
              <a:ext cx="17627" cy="28827"/>
            </a:xfrm>
            <a:custGeom>
              <a:avLst/>
              <a:gdLst/>
              <a:ahLst/>
              <a:cxnLst/>
              <a:rect l="l" t="t" r="r" b="b"/>
              <a:pathLst>
                <a:path w="672" h="1099" extrusionOk="0">
                  <a:moveTo>
                    <a:pt x="0" y="0"/>
                  </a:moveTo>
                  <a:lnTo>
                    <a:pt x="224" y="1099"/>
                  </a:lnTo>
                  <a:lnTo>
                    <a:pt x="672" y="1099"/>
                  </a:lnTo>
                  <a:lnTo>
                    <a:pt x="4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9" name="Google Shape;19819;p140"/>
            <p:cNvSpPr/>
            <p:nvPr/>
          </p:nvSpPr>
          <p:spPr>
            <a:xfrm>
              <a:off x="3288480" y="2694219"/>
              <a:ext cx="125406" cy="52145"/>
            </a:xfrm>
            <a:custGeom>
              <a:avLst/>
              <a:gdLst/>
              <a:ahLst/>
              <a:cxnLst/>
              <a:rect l="l" t="t" r="r" b="b"/>
              <a:pathLst>
                <a:path w="4781" h="1988" extrusionOk="0">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0" name="Google Shape;19820;p140"/>
            <p:cNvSpPr/>
            <p:nvPr/>
          </p:nvSpPr>
          <p:spPr>
            <a:xfrm>
              <a:off x="3276204" y="2705813"/>
              <a:ext cx="118140" cy="78952"/>
            </a:xfrm>
            <a:custGeom>
              <a:avLst/>
              <a:gdLst/>
              <a:ahLst/>
              <a:cxnLst/>
              <a:rect l="l" t="t" r="r" b="b"/>
              <a:pathLst>
                <a:path w="4504" h="3010" extrusionOk="0">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1" name="Google Shape;19821;p140"/>
            <p:cNvSpPr/>
            <p:nvPr/>
          </p:nvSpPr>
          <p:spPr>
            <a:xfrm>
              <a:off x="3265240" y="2711793"/>
              <a:ext cx="104186" cy="103399"/>
            </a:xfrm>
            <a:custGeom>
              <a:avLst/>
              <a:gdLst/>
              <a:ahLst/>
              <a:cxnLst/>
              <a:rect l="l" t="t" r="r" b="b"/>
              <a:pathLst>
                <a:path w="3972" h="3942" extrusionOk="0">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2" name="Google Shape;19822;p140"/>
            <p:cNvSpPr/>
            <p:nvPr/>
          </p:nvSpPr>
          <p:spPr>
            <a:xfrm>
              <a:off x="3247430" y="2717223"/>
              <a:ext cx="88920" cy="127320"/>
            </a:xfrm>
            <a:custGeom>
              <a:avLst/>
              <a:gdLst/>
              <a:ahLst/>
              <a:cxnLst/>
              <a:rect l="l" t="t" r="r" b="b"/>
              <a:pathLst>
                <a:path w="3390" h="4854" extrusionOk="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3" name="Google Shape;19823;p140"/>
            <p:cNvSpPr/>
            <p:nvPr/>
          </p:nvSpPr>
          <p:spPr>
            <a:xfrm>
              <a:off x="3039662" y="2694219"/>
              <a:ext cx="125406" cy="52145"/>
            </a:xfrm>
            <a:custGeom>
              <a:avLst/>
              <a:gdLst/>
              <a:ahLst/>
              <a:cxnLst/>
              <a:rect l="l" t="t" r="r" b="b"/>
              <a:pathLst>
                <a:path w="4781" h="1988" extrusionOk="0">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4" name="Google Shape;19824;p140"/>
            <p:cNvSpPr/>
            <p:nvPr/>
          </p:nvSpPr>
          <p:spPr>
            <a:xfrm>
              <a:off x="3059230" y="2705813"/>
              <a:ext cx="118297" cy="78952"/>
            </a:xfrm>
            <a:custGeom>
              <a:avLst/>
              <a:gdLst/>
              <a:ahLst/>
              <a:cxnLst/>
              <a:rect l="l" t="t" r="r" b="b"/>
              <a:pathLst>
                <a:path w="4510" h="3010" extrusionOk="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5" name="Google Shape;19825;p140"/>
            <p:cNvSpPr/>
            <p:nvPr/>
          </p:nvSpPr>
          <p:spPr>
            <a:xfrm>
              <a:off x="3084306" y="2711793"/>
              <a:ext cx="104186" cy="103399"/>
            </a:xfrm>
            <a:custGeom>
              <a:avLst/>
              <a:gdLst/>
              <a:ahLst/>
              <a:cxnLst/>
              <a:rect l="l" t="t" r="r" b="b"/>
              <a:pathLst>
                <a:path w="3972" h="3942" extrusionOk="0">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6" name="Google Shape;19826;p140"/>
            <p:cNvSpPr/>
            <p:nvPr/>
          </p:nvSpPr>
          <p:spPr>
            <a:xfrm>
              <a:off x="3117198" y="2717223"/>
              <a:ext cx="88972" cy="127320"/>
            </a:xfrm>
            <a:custGeom>
              <a:avLst/>
              <a:gdLst/>
              <a:ahLst/>
              <a:cxnLst/>
              <a:rect l="l" t="t" r="r" b="b"/>
              <a:pathLst>
                <a:path w="3392" h="4854" extrusionOk="0">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7" name="Google Shape;19827;p140"/>
            <p:cNvSpPr/>
            <p:nvPr/>
          </p:nvSpPr>
          <p:spPr>
            <a:xfrm>
              <a:off x="3145841" y="2642100"/>
              <a:ext cx="161865" cy="121524"/>
            </a:xfrm>
            <a:custGeom>
              <a:avLst/>
              <a:gdLst/>
              <a:ahLst/>
              <a:cxnLst/>
              <a:rect l="l" t="t" r="r" b="b"/>
              <a:pathLst>
                <a:path w="6171" h="4633" extrusionOk="0">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8" name="Google Shape;19828;p140"/>
            <p:cNvSpPr/>
            <p:nvPr/>
          </p:nvSpPr>
          <p:spPr>
            <a:xfrm>
              <a:off x="3109906" y="2514780"/>
              <a:ext cx="97864" cy="179571"/>
            </a:xfrm>
            <a:custGeom>
              <a:avLst/>
              <a:gdLst/>
              <a:ahLst/>
              <a:cxnLst/>
              <a:rect l="l" t="t" r="r" b="b"/>
              <a:pathLst>
                <a:path w="3731" h="6846" extrusionOk="0">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9" name="Google Shape;19829;p140"/>
            <p:cNvSpPr/>
            <p:nvPr/>
          </p:nvSpPr>
          <p:spPr>
            <a:xfrm>
              <a:off x="3174825" y="2607424"/>
              <a:ext cx="23161" cy="23161"/>
            </a:xfrm>
            <a:custGeom>
              <a:avLst/>
              <a:gdLst/>
              <a:ahLst/>
              <a:cxnLst/>
              <a:rect l="l" t="t" r="r" b="b"/>
              <a:pathLst>
                <a:path w="883" h="883" extrusionOk="0">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0" name="Google Shape;19830;p140"/>
            <p:cNvSpPr/>
            <p:nvPr/>
          </p:nvSpPr>
          <p:spPr>
            <a:xfrm>
              <a:off x="3145841" y="2642651"/>
              <a:ext cx="79529" cy="120973"/>
            </a:xfrm>
            <a:custGeom>
              <a:avLst/>
              <a:gdLst/>
              <a:ahLst/>
              <a:cxnLst/>
              <a:rect l="l" t="t" r="r" b="b"/>
              <a:pathLst>
                <a:path w="3032" h="4612" extrusionOk="0">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31" name="Google Shape;19831;p140"/>
          <p:cNvGrpSpPr/>
          <p:nvPr/>
        </p:nvGrpSpPr>
        <p:grpSpPr>
          <a:xfrm>
            <a:off x="1946369" y="2563122"/>
            <a:ext cx="374066" cy="233395"/>
            <a:chOff x="1946369" y="2563122"/>
            <a:chExt cx="374066" cy="233395"/>
          </a:xfrm>
        </p:grpSpPr>
        <p:sp>
          <p:nvSpPr>
            <p:cNvPr id="19832" name="Google Shape;19832;p140"/>
            <p:cNvSpPr/>
            <p:nvPr/>
          </p:nvSpPr>
          <p:spPr>
            <a:xfrm>
              <a:off x="1946369" y="2563148"/>
              <a:ext cx="334223" cy="215401"/>
            </a:xfrm>
            <a:custGeom>
              <a:avLst/>
              <a:gdLst/>
              <a:ahLst/>
              <a:cxnLst/>
              <a:rect l="l" t="t" r="r" b="b"/>
              <a:pathLst>
                <a:path w="12742" h="8212" extrusionOk="0">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3" name="Google Shape;19833;p140"/>
            <p:cNvSpPr/>
            <p:nvPr/>
          </p:nvSpPr>
          <p:spPr>
            <a:xfrm>
              <a:off x="1995656" y="2698836"/>
              <a:ext cx="107254" cy="97497"/>
            </a:xfrm>
            <a:custGeom>
              <a:avLst/>
              <a:gdLst/>
              <a:ahLst/>
              <a:cxnLst/>
              <a:rect l="l" t="t" r="r" b="b"/>
              <a:pathLst>
                <a:path w="4089" h="3717" extrusionOk="0">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4" name="Google Shape;19834;p140"/>
            <p:cNvSpPr/>
            <p:nvPr/>
          </p:nvSpPr>
          <p:spPr>
            <a:xfrm>
              <a:off x="2186846" y="2736738"/>
              <a:ext cx="57811" cy="59778"/>
            </a:xfrm>
            <a:custGeom>
              <a:avLst/>
              <a:gdLst/>
              <a:ahLst/>
              <a:cxnLst/>
              <a:rect l="l" t="t" r="r" b="b"/>
              <a:pathLst>
                <a:path w="2204" h="2279" extrusionOk="0">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5" name="Google Shape;19835;p140"/>
            <p:cNvSpPr/>
            <p:nvPr/>
          </p:nvSpPr>
          <p:spPr>
            <a:xfrm>
              <a:off x="1974645" y="2580433"/>
              <a:ext cx="14977" cy="20433"/>
            </a:xfrm>
            <a:custGeom>
              <a:avLst/>
              <a:gdLst/>
              <a:ahLst/>
              <a:cxnLst/>
              <a:rect l="l" t="t" r="r" b="b"/>
              <a:pathLst>
                <a:path w="571" h="779" extrusionOk="0">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6" name="Google Shape;19836;p140"/>
            <p:cNvSpPr/>
            <p:nvPr/>
          </p:nvSpPr>
          <p:spPr>
            <a:xfrm>
              <a:off x="1952429" y="2612408"/>
              <a:ext cx="38506" cy="16918"/>
            </a:xfrm>
            <a:custGeom>
              <a:avLst/>
              <a:gdLst/>
              <a:ahLst/>
              <a:cxnLst/>
              <a:rect l="l" t="t" r="r" b="b"/>
              <a:pathLst>
                <a:path w="1468" h="645" extrusionOk="0">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7" name="Google Shape;19837;p140"/>
            <p:cNvSpPr/>
            <p:nvPr/>
          </p:nvSpPr>
          <p:spPr>
            <a:xfrm>
              <a:off x="1978029" y="2563122"/>
              <a:ext cx="51962" cy="90048"/>
            </a:xfrm>
            <a:custGeom>
              <a:avLst/>
              <a:gdLst/>
              <a:ahLst/>
              <a:cxnLst/>
              <a:rect l="l" t="t" r="r" b="b"/>
              <a:pathLst>
                <a:path w="1981" h="3433" extrusionOk="0">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8" name="Google Shape;19838;p140"/>
            <p:cNvSpPr/>
            <p:nvPr/>
          </p:nvSpPr>
          <p:spPr>
            <a:xfrm>
              <a:off x="2029781" y="2601417"/>
              <a:ext cx="290655" cy="147098"/>
            </a:xfrm>
            <a:custGeom>
              <a:avLst/>
              <a:gdLst/>
              <a:ahLst/>
              <a:cxnLst/>
              <a:rect l="l" t="t" r="r" b="b"/>
              <a:pathLst>
                <a:path w="11081" h="5608" extrusionOk="0">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9" name="Google Shape;19839;p140"/>
            <p:cNvSpPr/>
            <p:nvPr/>
          </p:nvSpPr>
          <p:spPr>
            <a:xfrm>
              <a:off x="2029781" y="2604932"/>
              <a:ext cx="286379" cy="143635"/>
            </a:xfrm>
            <a:custGeom>
              <a:avLst/>
              <a:gdLst/>
              <a:ahLst/>
              <a:cxnLst/>
              <a:rect l="l" t="t" r="r" b="b"/>
              <a:pathLst>
                <a:path w="10918" h="5476" extrusionOk="0">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40" name="Google Shape;19840;p140"/>
          <p:cNvGrpSpPr/>
          <p:nvPr/>
        </p:nvGrpSpPr>
        <p:grpSpPr>
          <a:xfrm>
            <a:off x="4135263" y="2906184"/>
            <a:ext cx="374040" cy="370184"/>
            <a:chOff x="4135263" y="2906184"/>
            <a:chExt cx="374040" cy="370184"/>
          </a:xfrm>
        </p:grpSpPr>
        <p:sp>
          <p:nvSpPr>
            <p:cNvPr id="19841" name="Google Shape;19841;p140"/>
            <p:cNvSpPr/>
            <p:nvPr/>
          </p:nvSpPr>
          <p:spPr>
            <a:xfrm>
              <a:off x="4165139" y="2935037"/>
              <a:ext cx="314288" cy="312347"/>
            </a:xfrm>
            <a:custGeom>
              <a:avLst/>
              <a:gdLst/>
              <a:ahLst/>
              <a:cxnLst/>
              <a:rect l="l" t="t" r="r" b="b"/>
              <a:pathLst>
                <a:path w="11982" h="11908" extrusionOk="0">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2" name="Google Shape;19842;p140"/>
            <p:cNvSpPr/>
            <p:nvPr/>
          </p:nvSpPr>
          <p:spPr>
            <a:xfrm>
              <a:off x="4228799" y="2998802"/>
              <a:ext cx="187151" cy="184895"/>
            </a:xfrm>
            <a:custGeom>
              <a:avLst/>
              <a:gdLst/>
              <a:ahLst/>
              <a:cxnLst/>
              <a:rect l="l" t="t" r="r" b="b"/>
              <a:pathLst>
                <a:path w="7135" h="7049" extrusionOk="0">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3" name="Google Shape;19843;p140"/>
            <p:cNvSpPr/>
            <p:nvPr/>
          </p:nvSpPr>
          <p:spPr>
            <a:xfrm>
              <a:off x="4135263" y="2906184"/>
              <a:ext cx="374040" cy="370184"/>
            </a:xfrm>
            <a:custGeom>
              <a:avLst/>
              <a:gdLst/>
              <a:ahLst/>
              <a:cxnLst/>
              <a:rect l="l" t="t" r="r" b="b"/>
              <a:pathLst>
                <a:path w="14260" h="14113" extrusionOk="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44" name="Google Shape;19844;p140"/>
          <p:cNvGrpSpPr/>
          <p:nvPr/>
        </p:nvGrpSpPr>
        <p:grpSpPr>
          <a:xfrm>
            <a:off x="4683601" y="2906184"/>
            <a:ext cx="372676" cy="370184"/>
            <a:chOff x="4683601" y="2906184"/>
            <a:chExt cx="372676" cy="370184"/>
          </a:xfrm>
        </p:grpSpPr>
        <p:sp>
          <p:nvSpPr>
            <p:cNvPr id="19845" name="Google Shape;19845;p140"/>
            <p:cNvSpPr/>
            <p:nvPr/>
          </p:nvSpPr>
          <p:spPr>
            <a:xfrm>
              <a:off x="4846516" y="3004205"/>
              <a:ext cx="20538" cy="69588"/>
            </a:xfrm>
            <a:custGeom>
              <a:avLst/>
              <a:gdLst/>
              <a:ahLst/>
              <a:cxnLst/>
              <a:rect l="l" t="t" r="r" b="b"/>
              <a:pathLst>
                <a:path w="783" h="2653" extrusionOk="0">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6" name="Google Shape;19846;p140"/>
            <p:cNvSpPr/>
            <p:nvPr/>
          </p:nvSpPr>
          <p:spPr>
            <a:xfrm>
              <a:off x="4875133" y="3004415"/>
              <a:ext cx="18361" cy="69378"/>
            </a:xfrm>
            <a:custGeom>
              <a:avLst/>
              <a:gdLst/>
              <a:ahLst/>
              <a:cxnLst/>
              <a:rect l="l" t="t" r="r" b="b"/>
              <a:pathLst>
                <a:path w="700" h="2645" extrusionOk="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7" name="Google Shape;19847;p140"/>
            <p:cNvSpPr/>
            <p:nvPr/>
          </p:nvSpPr>
          <p:spPr>
            <a:xfrm>
              <a:off x="4846857" y="3027524"/>
              <a:ext cx="46270" cy="46270"/>
            </a:xfrm>
            <a:custGeom>
              <a:avLst/>
              <a:gdLst/>
              <a:ahLst/>
              <a:cxnLst/>
              <a:rect l="l" t="t" r="r" b="b"/>
              <a:pathLst>
                <a:path w="1764" h="1764" extrusionOk="0">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8" name="Google Shape;19848;p140"/>
            <p:cNvSpPr/>
            <p:nvPr/>
          </p:nvSpPr>
          <p:spPr>
            <a:xfrm>
              <a:off x="4683601" y="2906184"/>
              <a:ext cx="372676" cy="370184"/>
            </a:xfrm>
            <a:custGeom>
              <a:avLst/>
              <a:gdLst/>
              <a:ahLst/>
              <a:cxnLst/>
              <a:rect l="l" t="t" r="r" b="b"/>
              <a:pathLst>
                <a:path w="14208" h="14113" extrusionOk="0">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9" name="Google Shape;19849;p140"/>
            <p:cNvSpPr/>
            <p:nvPr/>
          </p:nvSpPr>
          <p:spPr>
            <a:xfrm>
              <a:off x="4818056" y="3102751"/>
              <a:ext cx="104054" cy="104081"/>
            </a:xfrm>
            <a:custGeom>
              <a:avLst/>
              <a:gdLst/>
              <a:ahLst/>
              <a:cxnLst/>
              <a:rect l="l" t="t" r="r" b="b"/>
              <a:pathLst>
                <a:path w="3967" h="3968" extrusionOk="0">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0" name="Google Shape;19850;p140"/>
            <p:cNvSpPr/>
            <p:nvPr/>
          </p:nvSpPr>
          <p:spPr>
            <a:xfrm>
              <a:off x="4817872" y="3102935"/>
              <a:ext cx="54086" cy="103897"/>
            </a:xfrm>
            <a:custGeom>
              <a:avLst/>
              <a:gdLst/>
              <a:ahLst/>
              <a:cxnLst/>
              <a:rect l="l" t="t" r="r" b="b"/>
              <a:pathLst>
                <a:path w="2062" h="3961" extrusionOk="0">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51" name="Google Shape;19851;p140"/>
          <p:cNvGrpSpPr/>
          <p:nvPr/>
        </p:nvGrpSpPr>
        <p:grpSpPr>
          <a:xfrm>
            <a:off x="870808" y="2906053"/>
            <a:ext cx="329134" cy="370132"/>
            <a:chOff x="870808" y="2906053"/>
            <a:chExt cx="329134" cy="370132"/>
          </a:xfrm>
        </p:grpSpPr>
        <p:sp>
          <p:nvSpPr>
            <p:cNvPr id="19852" name="Google Shape;19852;p140"/>
            <p:cNvSpPr/>
            <p:nvPr/>
          </p:nvSpPr>
          <p:spPr>
            <a:xfrm>
              <a:off x="907530" y="3114004"/>
              <a:ext cx="113943" cy="162180"/>
            </a:xfrm>
            <a:custGeom>
              <a:avLst/>
              <a:gdLst/>
              <a:ahLst/>
              <a:cxnLst/>
              <a:rect l="l" t="t" r="r" b="b"/>
              <a:pathLst>
                <a:path w="4344" h="6183" extrusionOk="0">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3" name="Google Shape;19853;p140"/>
            <p:cNvSpPr/>
            <p:nvPr/>
          </p:nvSpPr>
          <p:spPr>
            <a:xfrm>
              <a:off x="1050169" y="3114030"/>
              <a:ext cx="113838" cy="162154"/>
            </a:xfrm>
            <a:custGeom>
              <a:avLst/>
              <a:gdLst/>
              <a:ahLst/>
              <a:cxnLst/>
              <a:rect l="l" t="t" r="r" b="b"/>
              <a:pathLst>
                <a:path w="4340" h="6182" extrusionOk="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4" name="Google Shape;19854;p140"/>
            <p:cNvSpPr/>
            <p:nvPr/>
          </p:nvSpPr>
          <p:spPr>
            <a:xfrm>
              <a:off x="870808" y="3073951"/>
              <a:ext cx="329134" cy="52250"/>
            </a:xfrm>
            <a:custGeom>
              <a:avLst/>
              <a:gdLst/>
              <a:ahLst/>
              <a:cxnLst/>
              <a:rect l="l" t="t" r="r" b="b"/>
              <a:pathLst>
                <a:path w="12548" h="1992" extrusionOk="0">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5" name="Google Shape;19855;p140"/>
            <p:cNvSpPr/>
            <p:nvPr/>
          </p:nvSpPr>
          <p:spPr>
            <a:xfrm>
              <a:off x="889038" y="2975536"/>
              <a:ext cx="293828" cy="86690"/>
            </a:xfrm>
            <a:custGeom>
              <a:avLst/>
              <a:gdLst/>
              <a:ahLst/>
              <a:cxnLst/>
              <a:rect l="l" t="t" r="r" b="b"/>
              <a:pathLst>
                <a:path w="11202" h="3305" extrusionOk="0">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6" name="Google Shape;19856;p140"/>
            <p:cNvSpPr/>
            <p:nvPr/>
          </p:nvSpPr>
          <p:spPr>
            <a:xfrm>
              <a:off x="983807" y="3021832"/>
              <a:ext cx="104081" cy="225368"/>
            </a:xfrm>
            <a:custGeom>
              <a:avLst/>
              <a:gdLst/>
              <a:ahLst/>
              <a:cxnLst/>
              <a:rect l="l" t="t" r="r" b="b"/>
              <a:pathLst>
                <a:path w="3968" h="8592" extrusionOk="0">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7" name="Google Shape;19857;p140"/>
            <p:cNvSpPr/>
            <p:nvPr/>
          </p:nvSpPr>
          <p:spPr>
            <a:xfrm>
              <a:off x="1042326" y="3108968"/>
              <a:ext cx="210" cy="26"/>
            </a:xfrm>
            <a:custGeom>
              <a:avLst/>
              <a:gdLst/>
              <a:ahLst/>
              <a:cxnLst/>
              <a:rect l="l" t="t" r="r" b="b"/>
              <a:pathLst>
                <a:path w="8" h="1" extrusionOk="0">
                  <a:moveTo>
                    <a:pt x="1" y="1"/>
                  </a:moveTo>
                  <a:lnTo>
                    <a:pt x="1" y="1"/>
                  </a:lnTo>
                  <a:cubicBezTo>
                    <a:pt x="8" y="1"/>
                    <a:pt x="8" y="1"/>
                    <a:pt x="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8" name="Google Shape;19858;p140"/>
            <p:cNvSpPr/>
            <p:nvPr/>
          </p:nvSpPr>
          <p:spPr>
            <a:xfrm>
              <a:off x="983650" y="3021648"/>
              <a:ext cx="70270" cy="225552"/>
            </a:xfrm>
            <a:custGeom>
              <a:avLst/>
              <a:gdLst/>
              <a:ahLst/>
              <a:cxnLst/>
              <a:rect l="l" t="t" r="r" b="b"/>
              <a:pathLst>
                <a:path w="2679" h="8599" extrusionOk="0">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9" name="Google Shape;19859;p140"/>
            <p:cNvSpPr/>
            <p:nvPr/>
          </p:nvSpPr>
          <p:spPr>
            <a:xfrm>
              <a:off x="983807" y="3151120"/>
              <a:ext cx="104081" cy="26728"/>
            </a:xfrm>
            <a:custGeom>
              <a:avLst/>
              <a:gdLst/>
              <a:ahLst/>
              <a:cxnLst/>
              <a:rect l="l" t="t" r="r" b="b"/>
              <a:pathLst>
                <a:path w="3968" h="1019" extrusionOk="0">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0" name="Google Shape;19860;p140"/>
            <p:cNvSpPr/>
            <p:nvPr/>
          </p:nvSpPr>
          <p:spPr>
            <a:xfrm>
              <a:off x="988633" y="3194347"/>
              <a:ext cx="94271" cy="24053"/>
            </a:xfrm>
            <a:custGeom>
              <a:avLst/>
              <a:gdLst/>
              <a:ahLst/>
              <a:cxnLst/>
              <a:rect l="l" t="t" r="r" b="b"/>
              <a:pathLst>
                <a:path w="3594" h="917" extrusionOk="0">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1" name="Google Shape;19861;p140"/>
            <p:cNvSpPr/>
            <p:nvPr/>
          </p:nvSpPr>
          <p:spPr>
            <a:xfrm>
              <a:off x="1024201" y="3151120"/>
              <a:ext cx="63503" cy="26728"/>
            </a:xfrm>
            <a:custGeom>
              <a:avLst/>
              <a:gdLst/>
              <a:ahLst/>
              <a:cxnLst/>
              <a:rect l="l" t="t" r="r" b="b"/>
              <a:pathLst>
                <a:path w="2421" h="1019" extrusionOk="0">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2" name="Google Shape;19862;p140"/>
            <p:cNvSpPr/>
            <p:nvPr/>
          </p:nvSpPr>
          <p:spPr>
            <a:xfrm>
              <a:off x="985066" y="3150962"/>
              <a:ext cx="26" cy="26"/>
            </a:xfrm>
            <a:custGeom>
              <a:avLst/>
              <a:gdLst/>
              <a:ahLst/>
              <a:cxnLst/>
              <a:rect l="l" t="t" r="r" b="b"/>
              <a:pathLst>
                <a:path w="1" h="1" extrusionOk="0">
                  <a:moveTo>
                    <a:pt x="0" y="0"/>
                  </a:moveTo>
                  <a:lnTo>
                    <a:pt x="0"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3" name="Google Shape;19863;p140"/>
            <p:cNvSpPr/>
            <p:nvPr/>
          </p:nvSpPr>
          <p:spPr>
            <a:xfrm>
              <a:off x="984174" y="3157362"/>
              <a:ext cx="26" cy="26"/>
            </a:xfrm>
            <a:custGeom>
              <a:avLst/>
              <a:gdLst/>
              <a:ahLst/>
              <a:cxnLst/>
              <a:rect l="l" t="t" r="r" b="b"/>
              <a:pathLst>
                <a:path w="1" h="1" extrusionOk="0">
                  <a:moveTo>
                    <a:pt x="0" y="0"/>
                  </a:move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4" name="Google Shape;19864;p140"/>
            <p:cNvSpPr/>
            <p:nvPr/>
          </p:nvSpPr>
          <p:spPr>
            <a:xfrm>
              <a:off x="991834" y="3202714"/>
              <a:ext cx="367" cy="734"/>
            </a:xfrm>
            <a:custGeom>
              <a:avLst/>
              <a:gdLst/>
              <a:ahLst/>
              <a:cxnLst/>
              <a:rect l="l" t="t" r="r" b="b"/>
              <a:pathLst>
                <a:path w="14" h="28" extrusionOk="0">
                  <a:moveTo>
                    <a:pt x="0" y="0"/>
                  </a:moveTo>
                  <a:lnTo>
                    <a:pt x="14" y="27"/>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5" name="Google Shape;19865;p140"/>
            <p:cNvSpPr/>
            <p:nvPr/>
          </p:nvSpPr>
          <p:spPr>
            <a:xfrm>
              <a:off x="1029159" y="3194347"/>
              <a:ext cx="53745" cy="24053"/>
            </a:xfrm>
            <a:custGeom>
              <a:avLst/>
              <a:gdLst/>
              <a:ahLst/>
              <a:cxnLst/>
              <a:rect l="l" t="t" r="r" b="b"/>
              <a:pathLst>
                <a:path w="2049" h="917" extrusionOk="0">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6" name="Google Shape;19866;p140"/>
            <p:cNvSpPr/>
            <p:nvPr/>
          </p:nvSpPr>
          <p:spPr>
            <a:xfrm>
              <a:off x="935282" y="2906053"/>
              <a:ext cx="201341" cy="63686"/>
            </a:xfrm>
            <a:custGeom>
              <a:avLst/>
              <a:gdLst/>
              <a:ahLst/>
              <a:cxnLst/>
              <a:rect l="l" t="t" r="r" b="b"/>
              <a:pathLst>
                <a:path w="7676" h="2428" extrusionOk="0">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7" name="Google Shape;19867;p140"/>
            <p:cNvSpPr/>
            <p:nvPr/>
          </p:nvSpPr>
          <p:spPr>
            <a:xfrm>
              <a:off x="1001066" y="2958172"/>
              <a:ext cx="69405" cy="69378"/>
            </a:xfrm>
            <a:custGeom>
              <a:avLst/>
              <a:gdLst/>
              <a:ahLst/>
              <a:cxnLst/>
              <a:rect l="l" t="t" r="r" b="b"/>
              <a:pathLst>
                <a:path w="2646" h="2645" extrusionOk="0">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8" name="Google Shape;19868;p140"/>
            <p:cNvSpPr/>
            <p:nvPr/>
          </p:nvSpPr>
          <p:spPr>
            <a:xfrm>
              <a:off x="1001066" y="2958172"/>
              <a:ext cx="37378" cy="69378"/>
            </a:xfrm>
            <a:custGeom>
              <a:avLst/>
              <a:gdLst/>
              <a:ahLst/>
              <a:cxnLst/>
              <a:rect l="l" t="t" r="r" b="b"/>
              <a:pathLst>
                <a:path w="1425" h="2645" extrusionOk="0">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9" name="Google Shape;19869;p140"/>
            <p:cNvSpPr/>
            <p:nvPr/>
          </p:nvSpPr>
          <p:spPr>
            <a:xfrm>
              <a:off x="1001066"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0" name="Google Shape;19870;p140"/>
            <p:cNvSpPr/>
            <p:nvPr/>
          </p:nvSpPr>
          <p:spPr>
            <a:xfrm>
              <a:off x="1047310"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71" name="Google Shape;19871;p140"/>
          <p:cNvGrpSpPr/>
          <p:nvPr/>
        </p:nvGrpSpPr>
        <p:grpSpPr>
          <a:xfrm>
            <a:off x="1943878" y="2909069"/>
            <a:ext cx="374774" cy="364282"/>
            <a:chOff x="1943878" y="2909069"/>
            <a:chExt cx="374774" cy="364282"/>
          </a:xfrm>
        </p:grpSpPr>
        <p:sp>
          <p:nvSpPr>
            <p:cNvPr id="19872" name="Google Shape;19872;p140"/>
            <p:cNvSpPr/>
            <p:nvPr/>
          </p:nvSpPr>
          <p:spPr>
            <a:xfrm>
              <a:off x="2142911" y="2909069"/>
              <a:ext cx="65470" cy="50178"/>
            </a:xfrm>
            <a:custGeom>
              <a:avLst/>
              <a:gdLst/>
              <a:ahLst/>
              <a:cxnLst/>
              <a:rect l="l" t="t" r="r" b="b"/>
              <a:pathLst>
                <a:path w="2496" h="1913" extrusionOk="0">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3" name="Google Shape;19873;p140"/>
            <p:cNvSpPr/>
            <p:nvPr/>
          </p:nvSpPr>
          <p:spPr>
            <a:xfrm>
              <a:off x="2193063" y="2938316"/>
              <a:ext cx="90231" cy="51699"/>
            </a:xfrm>
            <a:custGeom>
              <a:avLst/>
              <a:gdLst/>
              <a:ahLst/>
              <a:cxnLst/>
              <a:rect l="l" t="t" r="r" b="b"/>
              <a:pathLst>
                <a:path w="3440" h="1971" extrusionOk="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4" name="Google Shape;19874;p140"/>
            <p:cNvSpPr/>
            <p:nvPr/>
          </p:nvSpPr>
          <p:spPr>
            <a:xfrm>
              <a:off x="2239306" y="3065216"/>
              <a:ext cx="79346" cy="75096"/>
            </a:xfrm>
            <a:custGeom>
              <a:avLst/>
              <a:gdLst/>
              <a:ahLst/>
              <a:cxnLst/>
              <a:rect l="l" t="t" r="r" b="b"/>
              <a:pathLst>
                <a:path w="3025" h="2863" extrusionOk="0">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5" name="Google Shape;19875;p140"/>
            <p:cNvSpPr/>
            <p:nvPr/>
          </p:nvSpPr>
          <p:spPr>
            <a:xfrm>
              <a:off x="2232696" y="3151723"/>
              <a:ext cx="43096" cy="98494"/>
            </a:xfrm>
            <a:custGeom>
              <a:avLst/>
              <a:gdLst/>
              <a:ahLst/>
              <a:cxnLst/>
              <a:rect l="l" t="t" r="r" b="b"/>
              <a:pathLst>
                <a:path w="1643" h="3755" extrusionOk="0">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6" name="Google Shape;19876;p140"/>
            <p:cNvSpPr/>
            <p:nvPr/>
          </p:nvSpPr>
          <p:spPr>
            <a:xfrm>
              <a:off x="2054149" y="2909069"/>
              <a:ext cx="65654" cy="50178"/>
            </a:xfrm>
            <a:custGeom>
              <a:avLst/>
              <a:gdLst/>
              <a:ahLst/>
              <a:cxnLst/>
              <a:rect l="l" t="t" r="r" b="b"/>
              <a:pathLst>
                <a:path w="2503" h="1913" extrusionOk="0">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7" name="Google Shape;19877;p140"/>
            <p:cNvSpPr/>
            <p:nvPr/>
          </p:nvSpPr>
          <p:spPr>
            <a:xfrm>
              <a:off x="1978344" y="2937634"/>
              <a:ext cx="91307" cy="52381"/>
            </a:xfrm>
            <a:custGeom>
              <a:avLst/>
              <a:gdLst/>
              <a:ahLst/>
              <a:cxnLst/>
              <a:rect l="l" t="t" r="r" b="b"/>
              <a:pathLst>
                <a:path w="3481" h="1997" extrusionOk="0">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8" name="Google Shape;19878;p140"/>
            <p:cNvSpPr/>
            <p:nvPr/>
          </p:nvSpPr>
          <p:spPr>
            <a:xfrm>
              <a:off x="1943878" y="3065216"/>
              <a:ext cx="79529" cy="75096"/>
            </a:xfrm>
            <a:custGeom>
              <a:avLst/>
              <a:gdLst/>
              <a:ahLst/>
              <a:cxnLst/>
              <a:rect l="l" t="t" r="r" b="b"/>
              <a:pathLst>
                <a:path w="3032" h="2863" extrusionOk="0">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9" name="Google Shape;19879;p140"/>
            <p:cNvSpPr/>
            <p:nvPr/>
          </p:nvSpPr>
          <p:spPr>
            <a:xfrm>
              <a:off x="1986737" y="3151723"/>
              <a:ext cx="43122" cy="98494"/>
            </a:xfrm>
            <a:custGeom>
              <a:avLst/>
              <a:gdLst/>
              <a:ahLst/>
              <a:cxnLst/>
              <a:rect l="l" t="t" r="r" b="b"/>
              <a:pathLst>
                <a:path w="1644" h="3755" extrusionOk="0">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0" name="Google Shape;19880;p140"/>
            <p:cNvSpPr/>
            <p:nvPr/>
          </p:nvSpPr>
          <p:spPr>
            <a:xfrm>
              <a:off x="2003813" y="3007432"/>
              <a:ext cx="254903" cy="265920"/>
            </a:xfrm>
            <a:custGeom>
              <a:avLst/>
              <a:gdLst/>
              <a:ahLst/>
              <a:cxnLst/>
              <a:rect l="l" t="t" r="r" b="b"/>
              <a:pathLst>
                <a:path w="9718" h="10138" extrusionOk="0">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1" name="Google Shape;19881;p140"/>
            <p:cNvSpPr/>
            <p:nvPr/>
          </p:nvSpPr>
          <p:spPr>
            <a:xfrm>
              <a:off x="2125468" y="3007432"/>
              <a:ext cx="11594" cy="248529"/>
            </a:xfrm>
            <a:custGeom>
              <a:avLst/>
              <a:gdLst/>
              <a:ahLst/>
              <a:cxnLst/>
              <a:rect l="l" t="t" r="r" b="b"/>
              <a:pathLst>
                <a:path w="442" h="9475" extrusionOk="0">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2" name="Google Shape;19882;p140"/>
            <p:cNvSpPr/>
            <p:nvPr/>
          </p:nvSpPr>
          <p:spPr>
            <a:xfrm>
              <a:off x="2003813" y="3007432"/>
              <a:ext cx="129865" cy="265736"/>
            </a:xfrm>
            <a:custGeom>
              <a:avLst/>
              <a:gdLst/>
              <a:ahLst/>
              <a:cxnLst/>
              <a:rect l="l" t="t" r="r" b="b"/>
              <a:pathLst>
                <a:path w="4951" h="10131" extrusionOk="0">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3" name="Google Shape;19883;p140"/>
            <p:cNvSpPr/>
            <p:nvPr/>
          </p:nvSpPr>
          <p:spPr>
            <a:xfrm>
              <a:off x="2044732" y="2937896"/>
              <a:ext cx="173433" cy="92487"/>
            </a:xfrm>
            <a:custGeom>
              <a:avLst/>
              <a:gdLst/>
              <a:ahLst/>
              <a:cxnLst/>
              <a:rect l="l" t="t" r="r" b="b"/>
              <a:pathLst>
                <a:path w="6612" h="3526" extrusionOk="0">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4" name="Google Shape;19884;p140"/>
            <p:cNvSpPr/>
            <p:nvPr/>
          </p:nvSpPr>
          <p:spPr>
            <a:xfrm>
              <a:off x="2044548" y="2937896"/>
              <a:ext cx="99805" cy="91962"/>
            </a:xfrm>
            <a:custGeom>
              <a:avLst/>
              <a:gdLst/>
              <a:ahLst/>
              <a:cxnLst/>
              <a:rect l="l" t="t" r="r" b="b"/>
              <a:pathLst>
                <a:path w="3805" h="3506" extrusionOk="0">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5" name="Google Shape;19885;p140"/>
            <p:cNvSpPr/>
            <p:nvPr/>
          </p:nvSpPr>
          <p:spPr>
            <a:xfrm>
              <a:off x="2153219" y="2943404"/>
              <a:ext cx="47162" cy="35070"/>
            </a:xfrm>
            <a:custGeom>
              <a:avLst/>
              <a:gdLst/>
              <a:ahLst/>
              <a:cxnLst/>
              <a:rect l="l" t="t" r="r" b="b"/>
              <a:pathLst>
                <a:path w="1798" h="1337" extrusionOk="0">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6" name="Google Shape;19886;p140"/>
            <p:cNvSpPr/>
            <p:nvPr/>
          </p:nvSpPr>
          <p:spPr>
            <a:xfrm>
              <a:off x="2062332" y="2943404"/>
              <a:ext cx="47162" cy="35070"/>
            </a:xfrm>
            <a:custGeom>
              <a:avLst/>
              <a:gdLst/>
              <a:ahLst/>
              <a:cxnLst/>
              <a:rect l="l" t="t" r="r" b="b"/>
              <a:pathLst>
                <a:path w="1798" h="1337" extrusionOk="0">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7" name="Google Shape;19887;p140"/>
            <p:cNvSpPr/>
            <p:nvPr/>
          </p:nvSpPr>
          <p:spPr>
            <a:xfrm>
              <a:off x="2061991" y="3123027"/>
              <a:ext cx="40394" cy="40394"/>
            </a:xfrm>
            <a:custGeom>
              <a:avLst/>
              <a:gdLst/>
              <a:ahLst/>
              <a:cxnLst/>
              <a:rect l="l" t="t" r="r" b="b"/>
              <a:pathLst>
                <a:path w="1540" h="1540" extrusionOk="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8" name="Google Shape;19888;p140"/>
            <p:cNvSpPr/>
            <p:nvPr/>
          </p:nvSpPr>
          <p:spPr>
            <a:xfrm>
              <a:off x="2039407" y="3209665"/>
              <a:ext cx="38794" cy="34519"/>
            </a:xfrm>
            <a:custGeom>
              <a:avLst/>
              <a:gdLst/>
              <a:ahLst/>
              <a:cxnLst/>
              <a:rect l="l" t="t" r="r" b="b"/>
              <a:pathLst>
                <a:path w="1479" h="1316" extrusionOk="0">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9" name="Google Shape;19889;p140"/>
            <p:cNvSpPr/>
            <p:nvPr/>
          </p:nvSpPr>
          <p:spPr>
            <a:xfrm>
              <a:off x="2015748" y="3065216"/>
              <a:ext cx="28827" cy="28853"/>
            </a:xfrm>
            <a:custGeom>
              <a:avLst/>
              <a:gdLst/>
              <a:ahLst/>
              <a:cxnLst/>
              <a:rect l="l" t="t" r="r" b="b"/>
              <a:pathLst>
                <a:path w="1099" h="1100" extrusionOk="0">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0" name="Google Shape;19890;p140"/>
            <p:cNvSpPr/>
            <p:nvPr/>
          </p:nvSpPr>
          <p:spPr>
            <a:xfrm>
              <a:off x="2160170" y="3123027"/>
              <a:ext cx="40578" cy="40394"/>
            </a:xfrm>
            <a:custGeom>
              <a:avLst/>
              <a:gdLst/>
              <a:ahLst/>
              <a:cxnLst/>
              <a:rect l="l" t="t" r="r" b="b"/>
              <a:pathLst>
                <a:path w="1547" h="1540" extrusionOk="0">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1" name="Google Shape;19891;p140"/>
            <p:cNvSpPr/>
            <p:nvPr/>
          </p:nvSpPr>
          <p:spPr>
            <a:xfrm>
              <a:off x="2184354" y="3209665"/>
              <a:ext cx="38794" cy="34519"/>
            </a:xfrm>
            <a:custGeom>
              <a:avLst/>
              <a:gdLst/>
              <a:ahLst/>
              <a:cxnLst/>
              <a:rect l="l" t="t" r="r" b="b"/>
              <a:pathLst>
                <a:path w="1479" h="1316" extrusionOk="0">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2" name="Google Shape;19892;p140"/>
            <p:cNvSpPr/>
            <p:nvPr/>
          </p:nvSpPr>
          <p:spPr>
            <a:xfrm>
              <a:off x="2218138" y="3065216"/>
              <a:ext cx="28853" cy="28853"/>
            </a:xfrm>
            <a:custGeom>
              <a:avLst/>
              <a:gdLst/>
              <a:ahLst/>
              <a:cxnLst/>
              <a:rect l="l" t="t" r="r" b="b"/>
              <a:pathLst>
                <a:path w="1100" h="1100" extrusionOk="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93" name="Google Shape;19893;p140"/>
          <p:cNvGrpSpPr/>
          <p:nvPr/>
        </p:nvGrpSpPr>
        <p:grpSpPr>
          <a:xfrm>
            <a:off x="1128072" y="3365261"/>
            <a:ext cx="328872" cy="370158"/>
            <a:chOff x="1128072" y="3365261"/>
            <a:chExt cx="328872" cy="370158"/>
          </a:xfrm>
        </p:grpSpPr>
        <p:sp>
          <p:nvSpPr>
            <p:cNvPr id="19894" name="Google Shape;19894;p140"/>
            <p:cNvSpPr/>
            <p:nvPr/>
          </p:nvSpPr>
          <p:spPr>
            <a:xfrm>
              <a:off x="1128072" y="3641306"/>
              <a:ext cx="23502" cy="11935"/>
            </a:xfrm>
            <a:custGeom>
              <a:avLst/>
              <a:gdLst/>
              <a:ahLst/>
              <a:cxnLst/>
              <a:rect l="l" t="t" r="r" b="b"/>
              <a:pathLst>
                <a:path w="896" h="455" extrusionOk="0">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5" name="Google Shape;19895;p140"/>
            <p:cNvSpPr/>
            <p:nvPr/>
          </p:nvSpPr>
          <p:spPr>
            <a:xfrm>
              <a:off x="1128072" y="3600203"/>
              <a:ext cx="23502" cy="11777"/>
            </a:xfrm>
            <a:custGeom>
              <a:avLst/>
              <a:gdLst/>
              <a:ahLst/>
              <a:cxnLst/>
              <a:rect l="l" t="t" r="r" b="b"/>
              <a:pathLst>
                <a:path w="896" h="449" extrusionOk="0">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6" name="Google Shape;19896;p140"/>
            <p:cNvSpPr/>
            <p:nvPr/>
          </p:nvSpPr>
          <p:spPr>
            <a:xfrm>
              <a:off x="1186749" y="3600203"/>
              <a:ext cx="23502" cy="11961"/>
            </a:xfrm>
            <a:custGeom>
              <a:avLst/>
              <a:gdLst/>
              <a:ahLst/>
              <a:cxnLst/>
              <a:rect l="l" t="t" r="r" b="b"/>
              <a:pathLst>
                <a:path w="896" h="456" extrusionOk="0">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7" name="Google Shape;19897;p140"/>
            <p:cNvSpPr/>
            <p:nvPr/>
          </p:nvSpPr>
          <p:spPr>
            <a:xfrm>
              <a:off x="1128072" y="3559127"/>
              <a:ext cx="23502" cy="11777"/>
            </a:xfrm>
            <a:custGeom>
              <a:avLst/>
              <a:gdLst/>
              <a:ahLst/>
              <a:cxnLst/>
              <a:rect l="l" t="t" r="r" b="b"/>
              <a:pathLst>
                <a:path w="896" h="449" extrusionOk="0">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8" name="Google Shape;19898;p140"/>
            <p:cNvSpPr/>
            <p:nvPr/>
          </p:nvSpPr>
          <p:spPr>
            <a:xfrm>
              <a:off x="1186749" y="3559127"/>
              <a:ext cx="23502" cy="11777"/>
            </a:xfrm>
            <a:custGeom>
              <a:avLst/>
              <a:gdLst/>
              <a:ahLst/>
              <a:cxnLst/>
              <a:rect l="l" t="t" r="r" b="b"/>
              <a:pathLst>
                <a:path w="896" h="449" extrusionOk="0">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9" name="Google Shape;19899;p140"/>
            <p:cNvSpPr/>
            <p:nvPr/>
          </p:nvSpPr>
          <p:spPr>
            <a:xfrm>
              <a:off x="1128072" y="3518051"/>
              <a:ext cx="23502" cy="11751"/>
            </a:xfrm>
            <a:custGeom>
              <a:avLst/>
              <a:gdLst/>
              <a:ahLst/>
              <a:cxnLst/>
              <a:rect l="l" t="t" r="r" b="b"/>
              <a:pathLst>
                <a:path w="896" h="448" extrusionOk="0">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0" name="Google Shape;19900;p140"/>
            <p:cNvSpPr/>
            <p:nvPr/>
          </p:nvSpPr>
          <p:spPr>
            <a:xfrm>
              <a:off x="1186749" y="3518051"/>
              <a:ext cx="23502" cy="11751"/>
            </a:xfrm>
            <a:custGeom>
              <a:avLst/>
              <a:gdLst/>
              <a:ahLst/>
              <a:cxnLst/>
              <a:rect l="l" t="t" r="r" b="b"/>
              <a:pathLst>
                <a:path w="896" h="448" extrusionOk="0">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1" name="Google Shape;19901;p140"/>
            <p:cNvSpPr/>
            <p:nvPr/>
          </p:nvSpPr>
          <p:spPr>
            <a:xfrm>
              <a:off x="1163273" y="3476975"/>
              <a:ext cx="11777" cy="23502"/>
            </a:xfrm>
            <a:custGeom>
              <a:avLst/>
              <a:gdLst/>
              <a:ahLst/>
              <a:cxnLst/>
              <a:rect l="l" t="t" r="r" b="b"/>
              <a:pathLst>
                <a:path w="449" h="896" extrusionOk="0">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2" name="Google Shape;19902;p140"/>
            <p:cNvSpPr/>
            <p:nvPr/>
          </p:nvSpPr>
          <p:spPr>
            <a:xfrm>
              <a:off x="1374739" y="3512176"/>
              <a:ext cx="23502" cy="11777"/>
            </a:xfrm>
            <a:custGeom>
              <a:avLst/>
              <a:gdLst/>
              <a:ahLst/>
              <a:cxnLst/>
              <a:rect l="l" t="t" r="r" b="b"/>
              <a:pathLst>
                <a:path w="896" h="449" extrusionOk="0">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3" name="Google Shape;19903;p140"/>
            <p:cNvSpPr/>
            <p:nvPr/>
          </p:nvSpPr>
          <p:spPr>
            <a:xfrm>
              <a:off x="1433442" y="3512176"/>
              <a:ext cx="23502" cy="11777"/>
            </a:xfrm>
            <a:custGeom>
              <a:avLst/>
              <a:gdLst/>
              <a:ahLst/>
              <a:cxnLst/>
              <a:rect l="l" t="t" r="r" b="b"/>
              <a:pathLst>
                <a:path w="896" h="449" extrusionOk="0">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4" name="Google Shape;19904;p140"/>
            <p:cNvSpPr/>
            <p:nvPr/>
          </p:nvSpPr>
          <p:spPr>
            <a:xfrm>
              <a:off x="1433442" y="3553252"/>
              <a:ext cx="23502" cy="11777"/>
            </a:xfrm>
            <a:custGeom>
              <a:avLst/>
              <a:gdLst/>
              <a:ahLst/>
              <a:cxnLst/>
              <a:rect l="l" t="t" r="r" b="b"/>
              <a:pathLst>
                <a:path w="896" h="449" extrusionOk="0">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5" name="Google Shape;19905;p140"/>
            <p:cNvSpPr/>
            <p:nvPr/>
          </p:nvSpPr>
          <p:spPr>
            <a:xfrm>
              <a:off x="1374739" y="3471099"/>
              <a:ext cx="23502" cy="11751"/>
            </a:xfrm>
            <a:custGeom>
              <a:avLst/>
              <a:gdLst/>
              <a:ahLst/>
              <a:cxnLst/>
              <a:rect l="l" t="t" r="r" b="b"/>
              <a:pathLst>
                <a:path w="896" h="448" extrusionOk="0">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6" name="Google Shape;19906;p140"/>
            <p:cNvSpPr/>
            <p:nvPr/>
          </p:nvSpPr>
          <p:spPr>
            <a:xfrm>
              <a:off x="1433442" y="3471099"/>
              <a:ext cx="23502" cy="11751"/>
            </a:xfrm>
            <a:custGeom>
              <a:avLst/>
              <a:gdLst/>
              <a:ahLst/>
              <a:cxnLst/>
              <a:rect l="l" t="t" r="r" b="b"/>
              <a:pathLst>
                <a:path w="896" h="448" extrusionOk="0">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7" name="Google Shape;19907;p140"/>
            <p:cNvSpPr/>
            <p:nvPr/>
          </p:nvSpPr>
          <p:spPr>
            <a:xfrm>
              <a:off x="1409966" y="3429997"/>
              <a:ext cx="11751" cy="23502"/>
            </a:xfrm>
            <a:custGeom>
              <a:avLst/>
              <a:gdLst/>
              <a:ahLst/>
              <a:cxnLst/>
              <a:rect l="l" t="t" r="r" b="b"/>
              <a:pathLst>
                <a:path w="448" h="896" extrusionOk="0">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8" name="Google Shape;19908;p140"/>
            <p:cNvSpPr/>
            <p:nvPr/>
          </p:nvSpPr>
          <p:spPr>
            <a:xfrm>
              <a:off x="1210225" y="3582603"/>
              <a:ext cx="29378" cy="11777"/>
            </a:xfrm>
            <a:custGeom>
              <a:avLst/>
              <a:gdLst/>
              <a:ahLst/>
              <a:cxnLst/>
              <a:rect l="l" t="t" r="r" b="b"/>
              <a:pathLst>
                <a:path w="1120" h="449" extrusionOk="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9" name="Google Shape;19909;p140"/>
            <p:cNvSpPr/>
            <p:nvPr/>
          </p:nvSpPr>
          <p:spPr>
            <a:xfrm>
              <a:off x="1210225" y="3535651"/>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0" name="Google Shape;19910;p140"/>
            <p:cNvSpPr/>
            <p:nvPr/>
          </p:nvSpPr>
          <p:spPr>
            <a:xfrm>
              <a:off x="1345230" y="367669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1" name="Google Shape;19911;p140"/>
            <p:cNvSpPr/>
            <p:nvPr/>
          </p:nvSpPr>
          <p:spPr>
            <a:xfrm>
              <a:off x="1345230" y="3629738"/>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2" name="Google Shape;19912;p140"/>
            <p:cNvSpPr/>
            <p:nvPr/>
          </p:nvSpPr>
          <p:spPr>
            <a:xfrm>
              <a:off x="1210225" y="3488700"/>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3" name="Google Shape;19913;p140"/>
            <p:cNvSpPr/>
            <p:nvPr/>
          </p:nvSpPr>
          <p:spPr>
            <a:xfrm>
              <a:off x="1345230" y="348870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4" name="Google Shape;19914;p140"/>
            <p:cNvSpPr/>
            <p:nvPr/>
          </p:nvSpPr>
          <p:spPr>
            <a:xfrm>
              <a:off x="1210225" y="3441748"/>
              <a:ext cx="29378" cy="11751"/>
            </a:xfrm>
            <a:custGeom>
              <a:avLst/>
              <a:gdLst/>
              <a:ahLst/>
              <a:cxnLst/>
              <a:rect l="l" t="t" r="r" b="b"/>
              <a:pathLst>
                <a:path w="1120" h="448" extrusionOk="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5" name="Google Shape;19915;p140"/>
            <p:cNvSpPr/>
            <p:nvPr/>
          </p:nvSpPr>
          <p:spPr>
            <a:xfrm>
              <a:off x="1286528" y="3365261"/>
              <a:ext cx="11777" cy="29561"/>
            </a:xfrm>
            <a:custGeom>
              <a:avLst/>
              <a:gdLst/>
              <a:ahLst/>
              <a:cxnLst/>
              <a:rect l="l" t="t" r="r" b="b"/>
              <a:pathLst>
                <a:path w="449" h="1127" extrusionOk="0">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6" name="Google Shape;19916;p140"/>
            <p:cNvSpPr/>
            <p:nvPr/>
          </p:nvSpPr>
          <p:spPr>
            <a:xfrm>
              <a:off x="1233359" y="3388685"/>
              <a:ext cx="26335" cy="26046"/>
            </a:xfrm>
            <a:custGeom>
              <a:avLst/>
              <a:gdLst/>
              <a:ahLst/>
              <a:cxnLst/>
              <a:rect l="l" t="t" r="r" b="b"/>
              <a:pathLst>
                <a:path w="1004" h="993" extrusionOk="0">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7" name="Google Shape;19917;p140"/>
            <p:cNvSpPr/>
            <p:nvPr/>
          </p:nvSpPr>
          <p:spPr>
            <a:xfrm>
              <a:off x="1325296" y="3388685"/>
              <a:ext cx="26361" cy="26046"/>
            </a:xfrm>
            <a:custGeom>
              <a:avLst/>
              <a:gdLst/>
              <a:ahLst/>
              <a:cxnLst/>
              <a:rect l="l" t="t" r="r" b="b"/>
              <a:pathLst>
                <a:path w="1005" h="993" extrusionOk="0">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8" name="Google Shape;19918;p140"/>
            <p:cNvSpPr/>
            <p:nvPr/>
          </p:nvSpPr>
          <p:spPr>
            <a:xfrm>
              <a:off x="1345230" y="3441748"/>
              <a:ext cx="29535" cy="11751"/>
            </a:xfrm>
            <a:custGeom>
              <a:avLst/>
              <a:gdLst/>
              <a:ahLst/>
              <a:cxnLst/>
              <a:rect l="l" t="t" r="r" b="b"/>
              <a:pathLst>
                <a:path w="1126" h="448" extrusionOk="0">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9" name="Google Shape;19919;p140"/>
            <p:cNvSpPr/>
            <p:nvPr/>
          </p:nvSpPr>
          <p:spPr>
            <a:xfrm>
              <a:off x="1233700" y="3388816"/>
              <a:ext cx="205643" cy="346603"/>
            </a:xfrm>
            <a:custGeom>
              <a:avLst/>
              <a:gdLst/>
              <a:ahLst/>
              <a:cxnLst/>
              <a:rect l="l" t="t" r="r" b="b"/>
              <a:pathLst>
                <a:path w="7840" h="13214" extrusionOk="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0" name="Google Shape;19920;p140"/>
            <p:cNvSpPr/>
            <p:nvPr/>
          </p:nvSpPr>
          <p:spPr>
            <a:xfrm>
              <a:off x="1145489" y="3388816"/>
              <a:ext cx="164724" cy="346603"/>
            </a:xfrm>
            <a:custGeom>
              <a:avLst/>
              <a:gdLst/>
              <a:ahLst/>
              <a:cxnLst/>
              <a:rect l="l" t="t" r="r" b="b"/>
              <a:pathLst>
                <a:path w="6280" h="13214" extrusionOk="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1" name="Google Shape;19921;p140"/>
            <p:cNvSpPr/>
            <p:nvPr/>
          </p:nvSpPr>
          <p:spPr>
            <a:xfrm>
              <a:off x="1175024" y="3495283"/>
              <a:ext cx="29351" cy="140173"/>
            </a:xfrm>
            <a:custGeom>
              <a:avLst/>
              <a:gdLst/>
              <a:ahLst/>
              <a:cxnLst/>
              <a:rect l="l" t="t" r="r" b="b"/>
              <a:pathLst>
                <a:path w="1119" h="5344" extrusionOk="0">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2" name="Google Shape;19922;p140"/>
            <p:cNvSpPr/>
            <p:nvPr/>
          </p:nvSpPr>
          <p:spPr>
            <a:xfrm>
              <a:off x="1286528" y="3435872"/>
              <a:ext cx="11777" cy="17627"/>
            </a:xfrm>
            <a:custGeom>
              <a:avLst/>
              <a:gdLst/>
              <a:ahLst/>
              <a:cxnLst/>
              <a:rect l="l" t="t" r="r" b="b"/>
              <a:pathLst>
                <a:path w="449" h="672" extrusionOk="0">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3" name="Google Shape;19923;p140"/>
            <p:cNvSpPr/>
            <p:nvPr/>
          </p:nvSpPr>
          <p:spPr>
            <a:xfrm>
              <a:off x="1286528" y="3482824"/>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4" name="Google Shape;19924;p140"/>
            <p:cNvSpPr/>
            <p:nvPr/>
          </p:nvSpPr>
          <p:spPr>
            <a:xfrm>
              <a:off x="1163273" y="3518051"/>
              <a:ext cx="11777" cy="17627"/>
            </a:xfrm>
            <a:custGeom>
              <a:avLst/>
              <a:gdLst/>
              <a:ahLst/>
              <a:cxnLst/>
              <a:rect l="l" t="t" r="r" b="b"/>
              <a:pathLst>
                <a:path w="449" h="672" extrusionOk="0">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5" name="Google Shape;19925;p140"/>
            <p:cNvSpPr/>
            <p:nvPr/>
          </p:nvSpPr>
          <p:spPr>
            <a:xfrm>
              <a:off x="1163273" y="355912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6" name="Google Shape;19926;p140"/>
            <p:cNvSpPr/>
            <p:nvPr/>
          </p:nvSpPr>
          <p:spPr>
            <a:xfrm>
              <a:off x="1163273" y="360038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7" name="Google Shape;19927;p140"/>
            <p:cNvSpPr/>
            <p:nvPr/>
          </p:nvSpPr>
          <p:spPr>
            <a:xfrm>
              <a:off x="1165109" y="3637581"/>
              <a:ext cx="19882" cy="16368"/>
            </a:xfrm>
            <a:custGeom>
              <a:avLst/>
              <a:gdLst/>
              <a:ahLst/>
              <a:cxnLst/>
              <a:rect l="l" t="t" r="r" b="b"/>
              <a:pathLst>
                <a:path w="758" h="624" extrusionOk="0">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8" name="Google Shape;19928;p140"/>
            <p:cNvSpPr/>
            <p:nvPr/>
          </p:nvSpPr>
          <p:spPr>
            <a:xfrm>
              <a:off x="1196532" y="3653214"/>
              <a:ext cx="21377" cy="11777"/>
            </a:xfrm>
            <a:custGeom>
              <a:avLst/>
              <a:gdLst/>
              <a:ahLst/>
              <a:cxnLst/>
              <a:rect l="l" t="t" r="r" b="b"/>
              <a:pathLst>
                <a:path w="815" h="449" extrusionOk="0">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9" name="Google Shape;19929;p140"/>
            <p:cNvSpPr/>
            <p:nvPr/>
          </p:nvSpPr>
          <p:spPr>
            <a:xfrm>
              <a:off x="1286528" y="3529776"/>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0" name="Google Shape;19930;p140"/>
            <p:cNvSpPr/>
            <p:nvPr/>
          </p:nvSpPr>
          <p:spPr>
            <a:xfrm>
              <a:off x="1286528" y="3576728"/>
              <a:ext cx="11777" cy="17653"/>
            </a:xfrm>
            <a:custGeom>
              <a:avLst/>
              <a:gdLst/>
              <a:ahLst/>
              <a:cxnLst/>
              <a:rect l="l" t="t" r="r" b="b"/>
              <a:pathLst>
                <a:path w="449" h="673" extrusionOk="0">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1" name="Google Shape;19931;p140"/>
            <p:cNvSpPr/>
            <p:nvPr/>
          </p:nvSpPr>
          <p:spPr>
            <a:xfrm>
              <a:off x="1286528" y="3623863"/>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2" name="Google Shape;19932;p140"/>
            <p:cNvSpPr/>
            <p:nvPr/>
          </p:nvSpPr>
          <p:spPr>
            <a:xfrm>
              <a:off x="1286528" y="3670815"/>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3" name="Google Shape;19933;p140"/>
            <p:cNvSpPr/>
            <p:nvPr/>
          </p:nvSpPr>
          <p:spPr>
            <a:xfrm>
              <a:off x="1380615" y="3448332"/>
              <a:ext cx="29378" cy="93221"/>
            </a:xfrm>
            <a:custGeom>
              <a:avLst/>
              <a:gdLst/>
              <a:ahLst/>
              <a:cxnLst/>
              <a:rect l="l" t="t" r="r" b="b"/>
              <a:pathLst>
                <a:path w="1120" h="3554" extrusionOk="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4" name="Google Shape;19934;p140"/>
            <p:cNvSpPr/>
            <p:nvPr/>
          </p:nvSpPr>
          <p:spPr>
            <a:xfrm>
              <a:off x="1409966" y="3471099"/>
              <a:ext cx="11751" cy="17627"/>
            </a:xfrm>
            <a:custGeom>
              <a:avLst/>
              <a:gdLst/>
              <a:ahLst/>
              <a:cxnLst/>
              <a:rect l="l" t="t" r="r" b="b"/>
              <a:pathLst>
                <a:path w="448" h="672" extrusionOk="0">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5" name="Google Shape;19935;p140"/>
            <p:cNvSpPr/>
            <p:nvPr/>
          </p:nvSpPr>
          <p:spPr>
            <a:xfrm>
              <a:off x="1409966" y="3512176"/>
              <a:ext cx="11751" cy="17627"/>
            </a:xfrm>
            <a:custGeom>
              <a:avLst/>
              <a:gdLst/>
              <a:ahLst/>
              <a:cxnLst/>
              <a:rect l="l" t="t" r="r" b="b"/>
              <a:pathLst>
                <a:path w="448" h="672" extrusionOk="0">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6" name="Google Shape;19936;p140"/>
            <p:cNvSpPr/>
            <p:nvPr/>
          </p:nvSpPr>
          <p:spPr>
            <a:xfrm>
              <a:off x="1368706" y="3559127"/>
              <a:ext cx="19594" cy="11777"/>
            </a:xfrm>
            <a:custGeom>
              <a:avLst/>
              <a:gdLst/>
              <a:ahLst/>
              <a:cxnLst/>
              <a:rect l="l" t="t" r="r" b="b"/>
              <a:pathLst>
                <a:path w="747" h="449" extrusionOk="0">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7" name="Google Shape;19937;p140"/>
            <p:cNvSpPr/>
            <p:nvPr/>
          </p:nvSpPr>
          <p:spPr>
            <a:xfrm>
              <a:off x="1399815" y="3547691"/>
              <a:ext cx="19017" cy="16053"/>
            </a:xfrm>
            <a:custGeom>
              <a:avLst/>
              <a:gdLst/>
              <a:ahLst/>
              <a:cxnLst/>
              <a:rect l="l" t="t" r="r" b="b"/>
              <a:pathLst>
                <a:path w="725" h="612" extrusionOk="0">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38" name="Google Shape;19938;p140"/>
          <p:cNvGrpSpPr/>
          <p:nvPr/>
        </p:nvGrpSpPr>
        <p:grpSpPr>
          <a:xfrm>
            <a:off x="5776868" y="1515181"/>
            <a:ext cx="370866" cy="364151"/>
            <a:chOff x="5776868" y="1515181"/>
            <a:chExt cx="370866" cy="364151"/>
          </a:xfrm>
        </p:grpSpPr>
        <p:sp>
          <p:nvSpPr>
            <p:cNvPr id="19939" name="Google Shape;19939;p140"/>
            <p:cNvSpPr/>
            <p:nvPr/>
          </p:nvSpPr>
          <p:spPr>
            <a:xfrm>
              <a:off x="5776868" y="1515181"/>
              <a:ext cx="176213" cy="156147"/>
            </a:xfrm>
            <a:custGeom>
              <a:avLst/>
              <a:gdLst/>
              <a:ahLst/>
              <a:cxnLst/>
              <a:rect l="l" t="t" r="r" b="b"/>
              <a:pathLst>
                <a:path w="6718" h="5953" extrusionOk="0">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0" name="Google Shape;19940;p140"/>
            <p:cNvSpPr/>
            <p:nvPr/>
          </p:nvSpPr>
          <p:spPr>
            <a:xfrm>
              <a:off x="5971494" y="1515181"/>
              <a:ext cx="176239" cy="156147"/>
            </a:xfrm>
            <a:custGeom>
              <a:avLst/>
              <a:gdLst/>
              <a:ahLst/>
              <a:cxnLst/>
              <a:rect l="l" t="t" r="r" b="b"/>
              <a:pathLst>
                <a:path w="6719" h="5953" extrusionOk="0">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1" name="Google Shape;19941;p140"/>
            <p:cNvSpPr/>
            <p:nvPr/>
          </p:nvSpPr>
          <p:spPr>
            <a:xfrm>
              <a:off x="5818180" y="1637360"/>
              <a:ext cx="97969" cy="62873"/>
            </a:xfrm>
            <a:custGeom>
              <a:avLst/>
              <a:gdLst/>
              <a:ahLst/>
              <a:cxnLst/>
              <a:rect l="l" t="t" r="r" b="b"/>
              <a:pathLst>
                <a:path w="3735" h="2397" extrusionOk="0">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2" name="Google Shape;19942;p140"/>
            <p:cNvSpPr/>
            <p:nvPr/>
          </p:nvSpPr>
          <p:spPr>
            <a:xfrm>
              <a:off x="5821327" y="1637360"/>
              <a:ext cx="94821" cy="52906"/>
            </a:xfrm>
            <a:custGeom>
              <a:avLst/>
              <a:gdLst/>
              <a:ahLst/>
              <a:cxnLst/>
              <a:rect l="l" t="t" r="r" b="b"/>
              <a:pathLst>
                <a:path w="3615" h="2017" extrusionOk="0">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3" name="Google Shape;19943;p140"/>
            <p:cNvSpPr/>
            <p:nvPr/>
          </p:nvSpPr>
          <p:spPr>
            <a:xfrm>
              <a:off x="6008610" y="1637360"/>
              <a:ext cx="97812" cy="62873"/>
            </a:xfrm>
            <a:custGeom>
              <a:avLst/>
              <a:gdLst/>
              <a:ahLst/>
              <a:cxnLst/>
              <a:rect l="l" t="t" r="r" b="b"/>
              <a:pathLst>
                <a:path w="3729" h="2397" extrusionOk="0">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4" name="Google Shape;19944;p140"/>
            <p:cNvSpPr/>
            <p:nvPr/>
          </p:nvSpPr>
          <p:spPr>
            <a:xfrm>
              <a:off x="6008610" y="1637360"/>
              <a:ext cx="94664" cy="52906"/>
            </a:xfrm>
            <a:custGeom>
              <a:avLst/>
              <a:gdLst/>
              <a:ahLst/>
              <a:cxnLst/>
              <a:rect l="l" t="t" r="r" b="b"/>
              <a:pathLst>
                <a:path w="3609" h="2017" extrusionOk="0">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5" name="Google Shape;19945;p140"/>
            <p:cNvSpPr/>
            <p:nvPr/>
          </p:nvSpPr>
          <p:spPr>
            <a:xfrm>
              <a:off x="5927690" y="1844603"/>
              <a:ext cx="69378" cy="34729"/>
            </a:xfrm>
            <a:custGeom>
              <a:avLst/>
              <a:gdLst/>
              <a:ahLst/>
              <a:cxnLst/>
              <a:rect l="l" t="t" r="r" b="b"/>
              <a:pathLst>
                <a:path w="2645" h="1324" extrusionOk="0">
                  <a:moveTo>
                    <a:pt x="1" y="1"/>
                  </a:moveTo>
                  <a:cubicBezTo>
                    <a:pt x="1" y="733"/>
                    <a:pt x="319" y="1323"/>
                    <a:pt x="1323" y="1323"/>
                  </a:cubicBezTo>
                  <a:cubicBezTo>
                    <a:pt x="2326" y="1323"/>
                    <a:pt x="2645" y="733"/>
                    <a:pt x="264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6" name="Google Shape;19946;p140"/>
            <p:cNvSpPr/>
            <p:nvPr/>
          </p:nvSpPr>
          <p:spPr>
            <a:xfrm>
              <a:off x="5875571" y="1653964"/>
              <a:ext cx="173433" cy="167557"/>
            </a:xfrm>
            <a:custGeom>
              <a:avLst/>
              <a:gdLst/>
              <a:ahLst/>
              <a:cxnLst/>
              <a:rect l="l" t="t" r="r" b="b"/>
              <a:pathLst>
                <a:path w="6612" h="6388" extrusionOk="0">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7" name="Google Shape;19947;p140"/>
            <p:cNvSpPr/>
            <p:nvPr/>
          </p:nvSpPr>
          <p:spPr>
            <a:xfrm>
              <a:off x="5875571" y="1653964"/>
              <a:ext cx="88264" cy="167557"/>
            </a:xfrm>
            <a:custGeom>
              <a:avLst/>
              <a:gdLst/>
              <a:ahLst/>
              <a:cxnLst/>
              <a:rect l="l" t="t" r="r" b="b"/>
              <a:pathLst>
                <a:path w="3365" h="6388" extrusionOk="0">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8" name="Google Shape;19948;p140"/>
            <p:cNvSpPr/>
            <p:nvPr/>
          </p:nvSpPr>
          <p:spPr>
            <a:xfrm>
              <a:off x="5898706" y="1729008"/>
              <a:ext cx="23135" cy="29010"/>
            </a:xfrm>
            <a:custGeom>
              <a:avLst/>
              <a:gdLst/>
              <a:ahLst/>
              <a:cxnLst/>
              <a:rect l="l" t="t" r="r" b="b"/>
              <a:pathLst>
                <a:path w="882" h="1106" extrusionOk="0">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9" name="Google Shape;19949;p140"/>
            <p:cNvSpPr/>
            <p:nvPr/>
          </p:nvSpPr>
          <p:spPr>
            <a:xfrm>
              <a:off x="6002734" y="1729008"/>
              <a:ext cx="23161" cy="29010"/>
            </a:xfrm>
            <a:custGeom>
              <a:avLst/>
              <a:gdLst/>
              <a:ahLst/>
              <a:cxnLst/>
              <a:rect l="l" t="t" r="r" b="b"/>
              <a:pathLst>
                <a:path w="883" h="1106" extrusionOk="0">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0" name="Google Shape;19950;p140"/>
            <p:cNvSpPr/>
            <p:nvPr/>
          </p:nvSpPr>
          <p:spPr>
            <a:xfrm>
              <a:off x="5913814" y="1781127"/>
              <a:ext cx="96972" cy="75070"/>
            </a:xfrm>
            <a:custGeom>
              <a:avLst/>
              <a:gdLst/>
              <a:ahLst/>
              <a:cxnLst/>
              <a:rect l="l" t="t" r="r" b="b"/>
              <a:pathLst>
                <a:path w="3697" h="2862" extrusionOk="0">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1" name="Google Shape;19951;p140"/>
            <p:cNvSpPr/>
            <p:nvPr/>
          </p:nvSpPr>
          <p:spPr>
            <a:xfrm>
              <a:off x="5904581" y="1734883"/>
              <a:ext cx="11567" cy="11594"/>
            </a:xfrm>
            <a:custGeom>
              <a:avLst/>
              <a:gdLst/>
              <a:ahLst/>
              <a:cxnLst/>
              <a:rect l="l" t="t" r="r" b="b"/>
              <a:pathLst>
                <a:path w="441" h="442" extrusionOk="0">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2" name="Google Shape;19952;p140"/>
            <p:cNvSpPr/>
            <p:nvPr/>
          </p:nvSpPr>
          <p:spPr>
            <a:xfrm>
              <a:off x="6008610" y="1734883"/>
              <a:ext cx="11594" cy="11594"/>
            </a:xfrm>
            <a:custGeom>
              <a:avLst/>
              <a:gdLst/>
              <a:ahLst/>
              <a:cxnLst/>
              <a:rect l="l" t="t" r="r" b="b"/>
              <a:pathLst>
                <a:path w="442" h="442" extrusionOk="0">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3" name="Google Shape;19953;p140"/>
            <p:cNvSpPr/>
            <p:nvPr/>
          </p:nvSpPr>
          <p:spPr>
            <a:xfrm>
              <a:off x="5913998" y="1785376"/>
              <a:ext cx="80238" cy="70821"/>
            </a:xfrm>
            <a:custGeom>
              <a:avLst/>
              <a:gdLst/>
              <a:ahLst/>
              <a:cxnLst/>
              <a:rect l="l" t="t" r="r" b="b"/>
              <a:pathLst>
                <a:path w="3059" h="2700" extrusionOk="0">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4" name="Google Shape;19954;p140"/>
            <p:cNvSpPr/>
            <p:nvPr/>
          </p:nvSpPr>
          <p:spPr>
            <a:xfrm>
              <a:off x="5939257" y="1809927"/>
              <a:ext cx="46270" cy="29010"/>
            </a:xfrm>
            <a:custGeom>
              <a:avLst/>
              <a:gdLst/>
              <a:ahLst/>
              <a:cxnLst/>
              <a:rect l="l" t="t" r="r" b="b"/>
              <a:pathLst>
                <a:path w="1764" h="1106" extrusionOk="0">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5" name="Google Shape;19955;p140"/>
            <p:cNvSpPr/>
            <p:nvPr/>
          </p:nvSpPr>
          <p:spPr>
            <a:xfrm>
              <a:off x="5939074" y="1811527"/>
              <a:ext cx="30794" cy="44670"/>
            </a:xfrm>
            <a:custGeom>
              <a:avLst/>
              <a:gdLst/>
              <a:ahLst/>
              <a:cxnLst/>
              <a:rect l="l" t="t" r="r" b="b"/>
              <a:pathLst>
                <a:path w="1174" h="1703" extrusionOk="0">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56" name="Google Shape;19956;p140"/>
          <p:cNvGrpSpPr/>
          <p:nvPr/>
        </p:nvGrpSpPr>
        <p:grpSpPr>
          <a:xfrm>
            <a:off x="3577849" y="2432942"/>
            <a:ext cx="393660" cy="370079"/>
            <a:chOff x="3577849" y="2432942"/>
            <a:chExt cx="393660" cy="370079"/>
          </a:xfrm>
        </p:grpSpPr>
        <p:sp>
          <p:nvSpPr>
            <p:cNvPr id="19957" name="Google Shape;19957;p140"/>
            <p:cNvSpPr/>
            <p:nvPr/>
          </p:nvSpPr>
          <p:spPr>
            <a:xfrm>
              <a:off x="3803558" y="2571279"/>
              <a:ext cx="167951" cy="223007"/>
            </a:xfrm>
            <a:custGeom>
              <a:avLst/>
              <a:gdLst/>
              <a:ahLst/>
              <a:cxnLst/>
              <a:rect l="l" t="t" r="r" b="b"/>
              <a:pathLst>
                <a:path w="6403" h="8502" extrusionOk="0">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8" name="Google Shape;19958;p140"/>
            <p:cNvSpPr/>
            <p:nvPr/>
          </p:nvSpPr>
          <p:spPr>
            <a:xfrm>
              <a:off x="3805867" y="2590348"/>
              <a:ext cx="145813" cy="180567"/>
            </a:xfrm>
            <a:custGeom>
              <a:avLst/>
              <a:gdLst/>
              <a:ahLst/>
              <a:cxnLst/>
              <a:rect l="l" t="t" r="r" b="b"/>
              <a:pathLst>
                <a:path w="5559" h="6884" extrusionOk="0">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9" name="Google Shape;19959;p140"/>
            <p:cNvSpPr/>
            <p:nvPr/>
          </p:nvSpPr>
          <p:spPr>
            <a:xfrm>
              <a:off x="3809591" y="2603568"/>
              <a:ext cx="117694" cy="135111"/>
            </a:xfrm>
            <a:custGeom>
              <a:avLst/>
              <a:gdLst/>
              <a:ahLst/>
              <a:cxnLst/>
              <a:rect l="l" t="t" r="r" b="b"/>
              <a:pathLst>
                <a:path w="4487" h="5151" extrusionOk="0">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0" name="Google Shape;19960;p140"/>
            <p:cNvSpPr/>
            <p:nvPr/>
          </p:nvSpPr>
          <p:spPr>
            <a:xfrm>
              <a:off x="3584066" y="2432942"/>
              <a:ext cx="62637" cy="48945"/>
            </a:xfrm>
            <a:custGeom>
              <a:avLst/>
              <a:gdLst/>
              <a:ahLst/>
              <a:cxnLst/>
              <a:rect l="l" t="t" r="r" b="b"/>
              <a:pathLst>
                <a:path w="2388" h="1866" extrusionOk="0">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1" name="Google Shape;19961;p140"/>
            <p:cNvSpPr/>
            <p:nvPr/>
          </p:nvSpPr>
          <p:spPr>
            <a:xfrm>
              <a:off x="3577849" y="2441887"/>
              <a:ext cx="117064" cy="105445"/>
            </a:xfrm>
            <a:custGeom>
              <a:avLst/>
              <a:gdLst/>
              <a:ahLst/>
              <a:cxnLst/>
              <a:rect l="l" t="t" r="r" b="b"/>
              <a:pathLst>
                <a:path w="4463" h="4020" extrusionOk="0">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2" name="Google Shape;19962;p140"/>
            <p:cNvSpPr/>
            <p:nvPr/>
          </p:nvSpPr>
          <p:spPr>
            <a:xfrm>
              <a:off x="3580000" y="2457310"/>
              <a:ext cx="65470" cy="90021"/>
            </a:xfrm>
            <a:custGeom>
              <a:avLst/>
              <a:gdLst/>
              <a:ahLst/>
              <a:cxnLst/>
              <a:rect l="l" t="t" r="r" b="b"/>
              <a:pathLst>
                <a:path w="2496" h="3432" extrusionOk="0">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3" name="Google Shape;19963;p140"/>
            <p:cNvSpPr/>
            <p:nvPr/>
          </p:nvSpPr>
          <p:spPr>
            <a:xfrm>
              <a:off x="3581417" y="2460562"/>
              <a:ext cx="173066" cy="174272"/>
            </a:xfrm>
            <a:custGeom>
              <a:avLst/>
              <a:gdLst/>
              <a:ahLst/>
              <a:cxnLst/>
              <a:rect l="l" t="t" r="r" b="b"/>
              <a:pathLst>
                <a:path w="6598" h="6644" extrusionOk="0">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4" name="Google Shape;19964;p140"/>
            <p:cNvSpPr/>
            <p:nvPr/>
          </p:nvSpPr>
          <p:spPr>
            <a:xfrm>
              <a:off x="3590125" y="2505704"/>
              <a:ext cx="95530" cy="129130"/>
            </a:xfrm>
            <a:custGeom>
              <a:avLst/>
              <a:gdLst/>
              <a:ahLst/>
              <a:cxnLst/>
              <a:rect l="l" t="t" r="r" b="b"/>
              <a:pathLst>
                <a:path w="3642" h="4923" extrusionOk="0">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5" name="Google Shape;19965;p140"/>
            <p:cNvSpPr/>
            <p:nvPr/>
          </p:nvSpPr>
          <p:spPr>
            <a:xfrm>
              <a:off x="3617509" y="2486661"/>
              <a:ext cx="253670" cy="316360"/>
            </a:xfrm>
            <a:custGeom>
              <a:avLst/>
              <a:gdLst/>
              <a:ahLst/>
              <a:cxnLst/>
              <a:rect l="l" t="t" r="r" b="b"/>
              <a:pathLst>
                <a:path w="9671" h="12061" extrusionOk="0">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6" name="Google Shape;19966;p140"/>
            <p:cNvSpPr/>
            <p:nvPr/>
          </p:nvSpPr>
          <p:spPr>
            <a:xfrm>
              <a:off x="3627476" y="2566873"/>
              <a:ext cx="236227" cy="236149"/>
            </a:xfrm>
            <a:custGeom>
              <a:avLst/>
              <a:gdLst/>
              <a:ahLst/>
              <a:cxnLst/>
              <a:rect l="l" t="t" r="r" b="b"/>
              <a:pathLst>
                <a:path w="9006" h="9003" extrusionOk="0">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67" name="Google Shape;19967;p140"/>
          <p:cNvGrpSpPr/>
          <p:nvPr/>
        </p:nvGrpSpPr>
        <p:grpSpPr>
          <a:xfrm>
            <a:off x="2493999" y="2927037"/>
            <a:ext cx="370132" cy="328164"/>
            <a:chOff x="2493999" y="2927037"/>
            <a:chExt cx="370132" cy="328164"/>
          </a:xfrm>
        </p:grpSpPr>
        <p:sp>
          <p:nvSpPr>
            <p:cNvPr id="19968" name="Google Shape;19968;p140"/>
            <p:cNvSpPr/>
            <p:nvPr/>
          </p:nvSpPr>
          <p:spPr>
            <a:xfrm>
              <a:off x="2538826" y="2932807"/>
              <a:ext cx="27804" cy="89759"/>
            </a:xfrm>
            <a:custGeom>
              <a:avLst/>
              <a:gdLst/>
              <a:ahLst/>
              <a:cxnLst/>
              <a:rect l="l" t="t" r="r" b="b"/>
              <a:pathLst>
                <a:path w="1060" h="3422" extrusionOk="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9" name="Google Shape;19969;p140"/>
            <p:cNvSpPr/>
            <p:nvPr/>
          </p:nvSpPr>
          <p:spPr>
            <a:xfrm>
              <a:off x="2505173" y="2932965"/>
              <a:ext cx="27804" cy="89602"/>
            </a:xfrm>
            <a:custGeom>
              <a:avLst/>
              <a:gdLst/>
              <a:ahLst/>
              <a:cxnLst/>
              <a:rect l="l" t="t" r="r" b="b"/>
              <a:pathLst>
                <a:path w="1060" h="3416" extrusionOk="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0" name="Google Shape;19970;p140"/>
            <p:cNvSpPr/>
            <p:nvPr/>
          </p:nvSpPr>
          <p:spPr>
            <a:xfrm>
              <a:off x="2493999" y="3004573"/>
              <a:ext cx="362682" cy="250628"/>
            </a:xfrm>
            <a:custGeom>
              <a:avLst/>
              <a:gdLst/>
              <a:ahLst/>
              <a:cxnLst/>
              <a:rect l="l" t="t" r="r" b="b"/>
              <a:pathLst>
                <a:path w="1382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1" name="Google Shape;19971;p140"/>
            <p:cNvSpPr/>
            <p:nvPr/>
          </p:nvSpPr>
          <p:spPr>
            <a:xfrm>
              <a:off x="2547718" y="2927037"/>
              <a:ext cx="23843" cy="23869"/>
            </a:xfrm>
            <a:custGeom>
              <a:avLst/>
              <a:gdLst/>
              <a:ahLst/>
              <a:cxnLst/>
              <a:rect l="l" t="t" r="r" b="b"/>
              <a:pathLst>
                <a:path w="909" h="910" extrusionOk="0">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2" name="Google Shape;19972;p140"/>
            <p:cNvSpPr/>
            <p:nvPr/>
          </p:nvSpPr>
          <p:spPr>
            <a:xfrm>
              <a:off x="2557135" y="2932204"/>
              <a:ext cx="10177" cy="10151"/>
            </a:xfrm>
            <a:custGeom>
              <a:avLst/>
              <a:gdLst/>
              <a:ahLst/>
              <a:cxnLst/>
              <a:rect l="l" t="t" r="r" b="b"/>
              <a:pathLst>
                <a:path w="388" h="387" extrusionOk="0">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3" name="Google Shape;19973;p140"/>
            <p:cNvSpPr/>
            <p:nvPr/>
          </p:nvSpPr>
          <p:spPr>
            <a:xfrm>
              <a:off x="2500032" y="2927037"/>
              <a:ext cx="23869" cy="23869"/>
            </a:xfrm>
            <a:custGeom>
              <a:avLst/>
              <a:gdLst/>
              <a:ahLst/>
              <a:cxnLst/>
              <a:rect l="l" t="t" r="r" b="b"/>
              <a:pathLst>
                <a:path w="910" h="910" extrusionOk="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4" name="Google Shape;19974;p140"/>
            <p:cNvSpPr/>
            <p:nvPr/>
          </p:nvSpPr>
          <p:spPr>
            <a:xfrm>
              <a:off x="2508583" y="2932204"/>
              <a:ext cx="10151" cy="10151"/>
            </a:xfrm>
            <a:custGeom>
              <a:avLst/>
              <a:gdLst/>
              <a:ahLst/>
              <a:cxnLst/>
              <a:rect l="l" t="t" r="r" b="b"/>
              <a:pathLst>
                <a:path w="387" h="387" extrusionOk="0">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5" name="Google Shape;19975;p140"/>
            <p:cNvSpPr/>
            <p:nvPr/>
          </p:nvSpPr>
          <p:spPr>
            <a:xfrm>
              <a:off x="2493999" y="3004573"/>
              <a:ext cx="342223" cy="250628"/>
            </a:xfrm>
            <a:custGeom>
              <a:avLst/>
              <a:gdLst/>
              <a:ahLst/>
              <a:cxnLst/>
              <a:rect l="l" t="t" r="r" b="b"/>
              <a:pathLst>
                <a:path w="1304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6" name="Google Shape;19976;p140"/>
            <p:cNvSpPr/>
            <p:nvPr/>
          </p:nvSpPr>
          <p:spPr>
            <a:xfrm>
              <a:off x="2576519" y="2987497"/>
              <a:ext cx="287612" cy="244044"/>
            </a:xfrm>
            <a:custGeom>
              <a:avLst/>
              <a:gdLst/>
              <a:ahLst/>
              <a:cxnLst/>
              <a:rect l="l" t="t" r="r" b="b"/>
              <a:pathLst>
                <a:path w="10965" h="9304" extrusionOk="0">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7" name="Google Shape;19977;p140"/>
            <p:cNvSpPr/>
            <p:nvPr/>
          </p:nvSpPr>
          <p:spPr>
            <a:xfrm>
              <a:off x="2576519" y="2987497"/>
              <a:ext cx="227860" cy="211676"/>
            </a:xfrm>
            <a:custGeom>
              <a:avLst/>
              <a:gdLst/>
              <a:ahLst/>
              <a:cxnLst/>
              <a:rect l="l" t="t" r="r" b="b"/>
              <a:pathLst>
                <a:path w="8687" h="8070" extrusionOk="0">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8" name="Google Shape;19978;p140"/>
            <p:cNvSpPr/>
            <p:nvPr/>
          </p:nvSpPr>
          <p:spPr>
            <a:xfrm>
              <a:off x="2651930" y="3069308"/>
              <a:ext cx="146573" cy="122940"/>
            </a:xfrm>
            <a:custGeom>
              <a:avLst/>
              <a:gdLst/>
              <a:ahLst/>
              <a:cxnLst/>
              <a:rect l="l" t="t" r="r" b="b"/>
              <a:pathLst>
                <a:path w="5588" h="4687" extrusionOk="0">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9" name="Google Shape;19979;p140"/>
            <p:cNvSpPr/>
            <p:nvPr/>
          </p:nvSpPr>
          <p:spPr>
            <a:xfrm>
              <a:off x="2517842" y="3062200"/>
              <a:ext cx="19935" cy="14610"/>
            </a:xfrm>
            <a:custGeom>
              <a:avLst/>
              <a:gdLst/>
              <a:ahLst/>
              <a:cxnLst/>
              <a:rect l="l" t="t" r="r" b="b"/>
              <a:pathLst>
                <a:path w="760" h="557" extrusionOk="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80" name="Google Shape;19980;p140"/>
          <p:cNvGrpSpPr/>
          <p:nvPr/>
        </p:nvGrpSpPr>
        <p:grpSpPr>
          <a:xfrm>
            <a:off x="3589417" y="2950696"/>
            <a:ext cx="370315" cy="281028"/>
            <a:chOff x="3589417" y="2950696"/>
            <a:chExt cx="370315" cy="281028"/>
          </a:xfrm>
        </p:grpSpPr>
        <p:sp>
          <p:nvSpPr>
            <p:cNvPr id="19981" name="Google Shape;19981;p140"/>
            <p:cNvSpPr/>
            <p:nvPr/>
          </p:nvSpPr>
          <p:spPr>
            <a:xfrm>
              <a:off x="3719098" y="2969083"/>
              <a:ext cx="110612" cy="83018"/>
            </a:xfrm>
            <a:custGeom>
              <a:avLst/>
              <a:gdLst/>
              <a:ahLst/>
              <a:cxnLst/>
              <a:rect l="l" t="t" r="r" b="b"/>
              <a:pathLst>
                <a:path w="4217" h="3165" extrusionOk="0">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2" name="Google Shape;19982;p140"/>
            <p:cNvSpPr/>
            <p:nvPr/>
          </p:nvSpPr>
          <p:spPr>
            <a:xfrm>
              <a:off x="3589417" y="2950696"/>
              <a:ext cx="370315" cy="137865"/>
            </a:xfrm>
            <a:custGeom>
              <a:avLst/>
              <a:gdLst/>
              <a:ahLst/>
              <a:cxnLst/>
              <a:rect l="l" t="t" r="r" b="b"/>
              <a:pathLst>
                <a:path w="14118" h="5256" extrusionOk="0">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3" name="Google Shape;19983;p140"/>
            <p:cNvSpPr/>
            <p:nvPr/>
          </p:nvSpPr>
          <p:spPr>
            <a:xfrm>
              <a:off x="3774574" y="3080535"/>
              <a:ext cx="162206" cy="151190"/>
            </a:xfrm>
            <a:custGeom>
              <a:avLst/>
              <a:gdLst/>
              <a:ahLst/>
              <a:cxnLst/>
              <a:rect l="l" t="t" r="r" b="b"/>
              <a:pathLst>
                <a:path w="6184" h="5764" extrusionOk="0">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4" name="Google Shape;19984;p140"/>
            <p:cNvSpPr/>
            <p:nvPr/>
          </p:nvSpPr>
          <p:spPr>
            <a:xfrm>
              <a:off x="3786483" y="3097191"/>
              <a:ext cx="129157" cy="122809"/>
            </a:xfrm>
            <a:custGeom>
              <a:avLst/>
              <a:gdLst/>
              <a:ahLst/>
              <a:cxnLst/>
              <a:rect l="l" t="t" r="r" b="b"/>
              <a:pathLst>
                <a:path w="4924" h="4682" extrusionOk="0">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5" name="Google Shape;19985;p140"/>
            <p:cNvSpPr/>
            <p:nvPr/>
          </p:nvSpPr>
          <p:spPr>
            <a:xfrm>
              <a:off x="3801591" y="2978054"/>
              <a:ext cx="130757" cy="98415"/>
            </a:xfrm>
            <a:custGeom>
              <a:avLst/>
              <a:gdLst/>
              <a:ahLst/>
              <a:cxnLst/>
              <a:rect l="l" t="t" r="r" b="b"/>
              <a:pathLst>
                <a:path w="4985" h="3752" extrusionOk="0">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6" name="Google Shape;19986;p140"/>
            <p:cNvSpPr/>
            <p:nvPr/>
          </p:nvSpPr>
          <p:spPr>
            <a:xfrm>
              <a:off x="3803558" y="2978054"/>
              <a:ext cx="127556" cy="90415"/>
            </a:xfrm>
            <a:custGeom>
              <a:avLst/>
              <a:gdLst/>
              <a:ahLst/>
              <a:cxnLst/>
              <a:rect l="l" t="t" r="r" b="b"/>
              <a:pathLst>
                <a:path w="4863" h="3447" extrusionOk="0">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7" name="Google Shape;19987;p140"/>
            <p:cNvSpPr/>
            <p:nvPr/>
          </p:nvSpPr>
          <p:spPr>
            <a:xfrm>
              <a:off x="3926813" y="2960637"/>
              <a:ext cx="20302" cy="20486"/>
            </a:xfrm>
            <a:custGeom>
              <a:avLst/>
              <a:gdLst/>
              <a:ahLst/>
              <a:cxnLst/>
              <a:rect l="l" t="t" r="r" b="b"/>
              <a:pathLst>
                <a:path w="774" h="781" extrusionOk="0">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8" name="Google Shape;19988;p140"/>
            <p:cNvSpPr/>
            <p:nvPr/>
          </p:nvSpPr>
          <p:spPr>
            <a:xfrm>
              <a:off x="3786483" y="3099919"/>
              <a:ext cx="127373" cy="111530"/>
            </a:xfrm>
            <a:custGeom>
              <a:avLst/>
              <a:gdLst/>
              <a:ahLst/>
              <a:cxnLst/>
              <a:rect l="l" t="t" r="r" b="b"/>
              <a:pathLst>
                <a:path w="4856" h="4252" extrusionOk="0">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9" name="Google Shape;19989;p140"/>
            <p:cNvSpPr/>
            <p:nvPr/>
          </p:nvSpPr>
          <p:spPr>
            <a:xfrm>
              <a:off x="3859979" y="3157887"/>
              <a:ext cx="51909" cy="38978"/>
            </a:xfrm>
            <a:custGeom>
              <a:avLst/>
              <a:gdLst/>
              <a:ahLst/>
              <a:cxnLst/>
              <a:rect l="l" t="t" r="r" b="b"/>
              <a:pathLst>
                <a:path w="1979" h="1486" extrusionOk="0">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0" name="Google Shape;19990;p140"/>
            <p:cNvSpPr/>
            <p:nvPr/>
          </p:nvSpPr>
          <p:spPr>
            <a:xfrm>
              <a:off x="3811191" y="3046200"/>
              <a:ext cx="113340" cy="30269"/>
            </a:xfrm>
            <a:custGeom>
              <a:avLst/>
              <a:gdLst/>
              <a:ahLst/>
              <a:cxnLst/>
              <a:rect l="l" t="t" r="r" b="b"/>
              <a:pathLst>
                <a:path w="4321" h="1154" extrusionOk="0">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1" name="Google Shape;19991;p140"/>
            <p:cNvSpPr/>
            <p:nvPr/>
          </p:nvSpPr>
          <p:spPr>
            <a:xfrm>
              <a:off x="3612368" y="3080535"/>
              <a:ext cx="162233" cy="151190"/>
            </a:xfrm>
            <a:custGeom>
              <a:avLst/>
              <a:gdLst/>
              <a:ahLst/>
              <a:cxnLst/>
              <a:rect l="l" t="t" r="r" b="b"/>
              <a:pathLst>
                <a:path w="6185" h="5764" extrusionOk="0">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2" name="Google Shape;19992;p140"/>
            <p:cNvSpPr/>
            <p:nvPr/>
          </p:nvSpPr>
          <p:spPr>
            <a:xfrm>
              <a:off x="3633509" y="3097296"/>
              <a:ext cx="129157" cy="122704"/>
            </a:xfrm>
            <a:custGeom>
              <a:avLst/>
              <a:gdLst/>
              <a:ahLst/>
              <a:cxnLst/>
              <a:rect l="l" t="t" r="r" b="b"/>
              <a:pathLst>
                <a:path w="4924" h="4678" extrusionOk="0">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3" name="Google Shape;19993;p140"/>
            <p:cNvSpPr/>
            <p:nvPr/>
          </p:nvSpPr>
          <p:spPr>
            <a:xfrm>
              <a:off x="3616801" y="2978054"/>
              <a:ext cx="130757" cy="98415"/>
            </a:xfrm>
            <a:custGeom>
              <a:avLst/>
              <a:gdLst/>
              <a:ahLst/>
              <a:cxnLst/>
              <a:rect l="l" t="t" r="r" b="b"/>
              <a:pathLst>
                <a:path w="4985" h="3752" extrusionOk="0">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4" name="Google Shape;19994;p140"/>
            <p:cNvSpPr/>
            <p:nvPr/>
          </p:nvSpPr>
          <p:spPr>
            <a:xfrm>
              <a:off x="3618060" y="2978054"/>
              <a:ext cx="127373" cy="90415"/>
            </a:xfrm>
            <a:custGeom>
              <a:avLst/>
              <a:gdLst/>
              <a:ahLst/>
              <a:cxnLst/>
              <a:rect l="l" t="t" r="r" b="b"/>
              <a:pathLst>
                <a:path w="4856" h="3447" extrusionOk="0">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5" name="Google Shape;19995;p140"/>
            <p:cNvSpPr/>
            <p:nvPr/>
          </p:nvSpPr>
          <p:spPr>
            <a:xfrm>
              <a:off x="3768699" y="3136142"/>
              <a:ext cx="11935" cy="65339"/>
            </a:xfrm>
            <a:custGeom>
              <a:avLst/>
              <a:gdLst/>
              <a:ahLst/>
              <a:cxnLst/>
              <a:rect l="l" t="t" r="r" b="b"/>
              <a:pathLst>
                <a:path w="455" h="2491" extrusionOk="0">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6" name="Google Shape;19996;p140"/>
            <p:cNvSpPr/>
            <p:nvPr/>
          </p:nvSpPr>
          <p:spPr>
            <a:xfrm>
              <a:off x="3602033" y="2960637"/>
              <a:ext cx="20302" cy="20486"/>
            </a:xfrm>
            <a:custGeom>
              <a:avLst/>
              <a:gdLst/>
              <a:ahLst/>
              <a:cxnLst/>
              <a:rect l="l" t="t" r="r" b="b"/>
              <a:pathLst>
                <a:path w="774" h="781" extrusionOk="0">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7" name="Google Shape;19997;p140"/>
            <p:cNvSpPr/>
            <p:nvPr/>
          </p:nvSpPr>
          <p:spPr>
            <a:xfrm>
              <a:off x="3635293" y="3099919"/>
              <a:ext cx="127373" cy="111530"/>
            </a:xfrm>
            <a:custGeom>
              <a:avLst/>
              <a:gdLst/>
              <a:ahLst/>
              <a:cxnLst/>
              <a:rect l="l" t="t" r="r" b="b"/>
              <a:pathLst>
                <a:path w="4856" h="4252" extrusionOk="0">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8" name="Google Shape;19998;p140"/>
            <p:cNvSpPr/>
            <p:nvPr/>
          </p:nvSpPr>
          <p:spPr>
            <a:xfrm>
              <a:off x="3756764" y="3070043"/>
              <a:ext cx="35778" cy="77746"/>
            </a:xfrm>
            <a:custGeom>
              <a:avLst/>
              <a:gdLst/>
              <a:ahLst/>
              <a:cxnLst/>
              <a:rect l="l" t="t" r="r" b="b"/>
              <a:pathLst>
                <a:path w="1364" h="2964" extrusionOk="0">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9" name="Google Shape;19999;p140"/>
            <p:cNvSpPr/>
            <p:nvPr/>
          </p:nvSpPr>
          <p:spPr>
            <a:xfrm>
              <a:off x="3637260" y="3157887"/>
              <a:ext cx="51909" cy="38978"/>
            </a:xfrm>
            <a:custGeom>
              <a:avLst/>
              <a:gdLst/>
              <a:ahLst/>
              <a:cxnLst/>
              <a:rect l="l" t="t" r="r" b="b"/>
              <a:pathLst>
                <a:path w="1979" h="1486" extrusionOk="0">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0" name="Google Shape;20000;p140"/>
            <p:cNvSpPr/>
            <p:nvPr/>
          </p:nvSpPr>
          <p:spPr>
            <a:xfrm>
              <a:off x="3624617" y="3046200"/>
              <a:ext cx="113156" cy="30269"/>
            </a:xfrm>
            <a:custGeom>
              <a:avLst/>
              <a:gdLst/>
              <a:ahLst/>
              <a:cxnLst/>
              <a:rect l="l" t="t" r="r" b="b"/>
              <a:pathLst>
                <a:path w="4314" h="1154" extrusionOk="0">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01" name="Google Shape;20001;p140"/>
          <p:cNvGrpSpPr/>
          <p:nvPr/>
        </p:nvGrpSpPr>
        <p:grpSpPr>
          <a:xfrm>
            <a:off x="3032711" y="2911718"/>
            <a:ext cx="396125" cy="359062"/>
            <a:chOff x="3032711" y="2911718"/>
            <a:chExt cx="396125" cy="359062"/>
          </a:xfrm>
        </p:grpSpPr>
        <p:sp>
          <p:nvSpPr>
            <p:cNvPr id="20002" name="Google Shape;20002;p140"/>
            <p:cNvSpPr/>
            <p:nvPr/>
          </p:nvSpPr>
          <p:spPr>
            <a:xfrm>
              <a:off x="3075781" y="2911718"/>
              <a:ext cx="25810" cy="46821"/>
            </a:xfrm>
            <a:custGeom>
              <a:avLst/>
              <a:gdLst/>
              <a:ahLst/>
              <a:cxnLst/>
              <a:rect l="l" t="t" r="r" b="b"/>
              <a:pathLst>
                <a:path w="984" h="1785" extrusionOk="0">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3" name="Google Shape;20003;p140"/>
            <p:cNvSpPr/>
            <p:nvPr/>
          </p:nvSpPr>
          <p:spPr>
            <a:xfrm>
              <a:off x="3051098" y="2926066"/>
              <a:ext cx="35542" cy="32473"/>
            </a:xfrm>
            <a:custGeom>
              <a:avLst/>
              <a:gdLst/>
              <a:ahLst/>
              <a:cxnLst/>
              <a:rect l="l" t="t" r="r" b="b"/>
              <a:pathLst>
                <a:path w="1355" h="1238" extrusionOk="0">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4" name="Google Shape;20004;p140"/>
            <p:cNvSpPr/>
            <p:nvPr/>
          </p:nvSpPr>
          <p:spPr>
            <a:xfrm>
              <a:off x="3168897" y="3190622"/>
              <a:ext cx="35122" cy="32289"/>
            </a:xfrm>
            <a:custGeom>
              <a:avLst/>
              <a:gdLst/>
              <a:ahLst/>
              <a:cxnLst/>
              <a:rect l="l" t="t" r="r" b="b"/>
              <a:pathLst>
                <a:path w="1339" h="1231" extrusionOk="0">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5" name="Google Shape;20005;p140"/>
            <p:cNvSpPr/>
            <p:nvPr/>
          </p:nvSpPr>
          <p:spPr>
            <a:xfrm>
              <a:off x="3277280" y="3245941"/>
              <a:ext cx="29719" cy="24840"/>
            </a:xfrm>
            <a:custGeom>
              <a:avLst/>
              <a:gdLst/>
              <a:ahLst/>
              <a:cxnLst/>
              <a:rect l="l" t="t" r="r" b="b"/>
              <a:pathLst>
                <a:path w="1133" h="947" extrusionOk="0">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6" name="Google Shape;20006;p140"/>
            <p:cNvSpPr/>
            <p:nvPr/>
          </p:nvSpPr>
          <p:spPr>
            <a:xfrm>
              <a:off x="3367799" y="3209822"/>
              <a:ext cx="28564" cy="26728"/>
            </a:xfrm>
            <a:custGeom>
              <a:avLst/>
              <a:gdLst/>
              <a:ahLst/>
              <a:cxnLst/>
              <a:rect l="l" t="t" r="r" b="b"/>
              <a:pathLst>
                <a:path w="1089" h="1019" extrusionOk="0">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7" name="Google Shape;20007;p140"/>
            <p:cNvSpPr/>
            <p:nvPr/>
          </p:nvSpPr>
          <p:spPr>
            <a:xfrm>
              <a:off x="3155441" y="3089059"/>
              <a:ext cx="28486" cy="30978"/>
            </a:xfrm>
            <a:custGeom>
              <a:avLst/>
              <a:gdLst/>
              <a:ahLst/>
              <a:cxnLst/>
              <a:rect l="l" t="t" r="r" b="b"/>
              <a:pathLst>
                <a:path w="1086" h="1181" extrusionOk="0">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8" name="Google Shape;20008;p140"/>
            <p:cNvSpPr/>
            <p:nvPr/>
          </p:nvSpPr>
          <p:spPr>
            <a:xfrm>
              <a:off x="3096581" y="2941280"/>
              <a:ext cx="332255" cy="310432"/>
            </a:xfrm>
            <a:custGeom>
              <a:avLst/>
              <a:gdLst/>
              <a:ahLst/>
              <a:cxnLst/>
              <a:rect l="l" t="t" r="r" b="b"/>
              <a:pathLst>
                <a:path w="12667" h="11835" extrusionOk="0">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9" name="Google Shape;20009;p140"/>
            <p:cNvSpPr/>
            <p:nvPr/>
          </p:nvSpPr>
          <p:spPr>
            <a:xfrm>
              <a:off x="3109067" y="2981464"/>
              <a:ext cx="301986" cy="270117"/>
            </a:xfrm>
            <a:custGeom>
              <a:avLst/>
              <a:gdLst/>
              <a:ahLst/>
              <a:cxnLst/>
              <a:rect l="l" t="t" r="r" b="b"/>
              <a:pathLst>
                <a:path w="11513" h="10298" extrusionOk="0">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0" name="Google Shape;20010;p140"/>
            <p:cNvSpPr/>
            <p:nvPr/>
          </p:nvSpPr>
          <p:spPr>
            <a:xfrm>
              <a:off x="3041787" y="2947312"/>
              <a:ext cx="95530" cy="95530"/>
            </a:xfrm>
            <a:custGeom>
              <a:avLst/>
              <a:gdLst/>
              <a:ahLst/>
              <a:cxnLst/>
              <a:rect l="l" t="t" r="r" b="b"/>
              <a:pathLst>
                <a:path w="3642" h="3642" extrusionOk="0">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1" name="Google Shape;20011;p140"/>
            <p:cNvSpPr/>
            <p:nvPr/>
          </p:nvSpPr>
          <p:spPr>
            <a:xfrm>
              <a:off x="3032711" y="2952637"/>
              <a:ext cx="99281" cy="90284"/>
            </a:xfrm>
            <a:custGeom>
              <a:avLst/>
              <a:gdLst/>
              <a:ahLst/>
              <a:cxnLst/>
              <a:rect l="l" t="t" r="r" b="b"/>
              <a:pathLst>
                <a:path w="3785" h="3442" extrusionOk="0">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2" name="Google Shape;20012;p140"/>
            <p:cNvSpPr/>
            <p:nvPr/>
          </p:nvSpPr>
          <p:spPr>
            <a:xfrm>
              <a:off x="3071663" y="2971156"/>
              <a:ext cx="23869" cy="24027"/>
            </a:xfrm>
            <a:custGeom>
              <a:avLst/>
              <a:gdLst/>
              <a:ahLst/>
              <a:cxnLst/>
              <a:rect l="l" t="t" r="r" b="b"/>
              <a:pathLst>
                <a:path w="910" h="916" extrusionOk="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3" name="Google Shape;20013;p140"/>
            <p:cNvSpPr/>
            <p:nvPr/>
          </p:nvSpPr>
          <p:spPr>
            <a:xfrm>
              <a:off x="3083597" y="2971156"/>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14" name="Google Shape;20014;p140"/>
          <p:cNvGrpSpPr/>
          <p:nvPr/>
        </p:nvGrpSpPr>
        <p:grpSpPr>
          <a:xfrm>
            <a:off x="7417764" y="1513397"/>
            <a:ext cx="373174" cy="367692"/>
            <a:chOff x="7417764" y="1513397"/>
            <a:chExt cx="373174" cy="367692"/>
          </a:xfrm>
        </p:grpSpPr>
        <p:sp>
          <p:nvSpPr>
            <p:cNvPr id="20015" name="Google Shape;20015;p140"/>
            <p:cNvSpPr/>
            <p:nvPr/>
          </p:nvSpPr>
          <p:spPr>
            <a:xfrm>
              <a:off x="7659841" y="1513397"/>
              <a:ext cx="131098" cy="139517"/>
            </a:xfrm>
            <a:custGeom>
              <a:avLst/>
              <a:gdLst/>
              <a:ahLst/>
              <a:cxnLst/>
              <a:rect l="l" t="t" r="r" b="b"/>
              <a:pathLst>
                <a:path w="4998" h="5319" extrusionOk="0">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6" name="Google Shape;20016;p140"/>
            <p:cNvSpPr/>
            <p:nvPr/>
          </p:nvSpPr>
          <p:spPr>
            <a:xfrm>
              <a:off x="7693441" y="1515941"/>
              <a:ext cx="96421" cy="136973"/>
            </a:xfrm>
            <a:custGeom>
              <a:avLst/>
              <a:gdLst/>
              <a:ahLst/>
              <a:cxnLst/>
              <a:rect l="l" t="t" r="r" b="b"/>
              <a:pathLst>
                <a:path w="3676" h="5222" extrusionOk="0">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7" name="Google Shape;20017;p140"/>
            <p:cNvSpPr/>
            <p:nvPr/>
          </p:nvSpPr>
          <p:spPr>
            <a:xfrm>
              <a:off x="7417764" y="1513397"/>
              <a:ext cx="131281" cy="139517"/>
            </a:xfrm>
            <a:custGeom>
              <a:avLst/>
              <a:gdLst/>
              <a:ahLst/>
              <a:cxnLst/>
              <a:rect l="l" t="t" r="r" b="b"/>
              <a:pathLst>
                <a:path w="5005" h="5319" extrusionOk="0">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8" name="Google Shape;20018;p140"/>
            <p:cNvSpPr/>
            <p:nvPr/>
          </p:nvSpPr>
          <p:spPr>
            <a:xfrm>
              <a:off x="7419023" y="1515941"/>
              <a:ext cx="96421" cy="136973"/>
            </a:xfrm>
            <a:custGeom>
              <a:avLst/>
              <a:gdLst/>
              <a:ahLst/>
              <a:cxnLst/>
              <a:rect l="l" t="t" r="r" b="b"/>
              <a:pathLst>
                <a:path w="3676" h="5222" extrusionOk="0">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9" name="Google Shape;20019;p140"/>
            <p:cNvSpPr/>
            <p:nvPr/>
          </p:nvSpPr>
          <p:spPr>
            <a:xfrm>
              <a:off x="7447115" y="1547942"/>
              <a:ext cx="314655" cy="333147"/>
            </a:xfrm>
            <a:custGeom>
              <a:avLst/>
              <a:gdLst/>
              <a:ahLst/>
              <a:cxnLst/>
              <a:rect l="l" t="t" r="r" b="b"/>
              <a:pathLst>
                <a:path w="11996" h="12701" extrusionOk="0">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0" name="Google Shape;20020;p140"/>
            <p:cNvSpPr/>
            <p:nvPr/>
          </p:nvSpPr>
          <p:spPr>
            <a:xfrm>
              <a:off x="7447115" y="1550617"/>
              <a:ext cx="134298" cy="324622"/>
            </a:xfrm>
            <a:custGeom>
              <a:avLst/>
              <a:gdLst/>
              <a:ahLst/>
              <a:cxnLst/>
              <a:rect l="l" t="t" r="r" b="b"/>
              <a:pathLst>
                <a:path w="5120" h="12376" extrusionOk="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1" name="Google Shape;20021;p140"/>
            <p:cNvSpPr/>
            <p:nvPr/>
          </p:nvSpPr>
          <p:spPr>
            <a:xfrm>
              <a:off x="7518094" y="1665164"/>
              <a:ext cx="37011" cy="43227"/>
            </a:xfrm>
            <a:custGeom>
              <a:avLst/>
              <a:gdLst/>
              <a:ahLst/>
              <a:cxnLst/>
              <a:rect l="l" t="t" r="r" b="b"/>
              <a:pathLst>
                <a:path w="1411" h="1648" extrusionOk="0">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2" name="Google Shape;20022;p140"/>
            <p:cNvSpPr/>
            <p:nvPr/>
          </p:nvSpPr>
          <p:spPr>
            <a:xfrm>
              <a:off x="7536586" y="1665164"/>
              <a:ext cx="18518" cy="30925"/>
            </a:xfrm>
            <a:custGeom>
              <a:avLst/>
              <a:gdLst/>
              <a:ahLst/>
              <a:cxnLst/>
              <a:rect l="l" t="t" r="r" b="b"/>
              <a:pathLst>
                <a:path w="706" h="1179" extrusionOk="0">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3" name="Google Shape;20023;p140"/>
            <p:cNvSpPr/>
            <p:nvPr/>
          </p:nvSpPr>
          <p:spPr>
            <a:xfrm>
              <a:off x="7530343"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4" name="Google Shape;20024;p140"/>
            <p:cNvSpPr/>
            <p:nvPr/>
          </p:nvSpPr>
          <p:spPr>
            <a:xfrm>
              <a:off x="7653781" y="1665164"/>
              <a:ext cx="37037" cy="43227"/>
            </a:xfrm>
            <a:custGeom>
              <a:avLst/>
              <a:gdLst/>
              <a:ahLst/>
              <a:cxnLst/>
              <a:rect l="l" t="t" r="r" b="b"/>
              <a:pathLst>
                <a:path w="1412" h="1648" extrusionOk="0">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5" name="Google Shape;20025;p140"/>
            <p:cNvSpPr/>
            <p:nvPr/>
          </p:nvSpPr>
          <p:spPr>
            <a:xfrm>
              <a:off x="7672274" y="1665164"/>
              <a:ext cx="18545" cy="30925"/>
            </a:xfrm>
            <a:custGeom>
              <a:avLst/>
              <a:gdLst/>
              <a:ahLst/>
              <a:cxnLst/>
              <a:rect l="l" t="t" r="r" b="b"/>
              <a:pathLst>
                <a:path w="707" h="1179" extrusionOk="0">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6" name="Google Shape;20026;p140"/>
            <p:cNvSpPr/>
            <p:nvPr/>
          </p:nvSpPr>
          <p:spPr>
            <a:xfrm>
              <a:off x="7666057"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7" name="Google Shape;20027;p140"/>
            <p:cNvSpPr/>
            <p:nvPr/>
          </p:nvSpPr>
          <p:spPr>
            <a:xfrm>
              <a:off x="7432479" y="1722922"/>
              <a:ext cx="110350" cy="98782"/>
            </a:xfrm>
            <a:custGeom>
              <a:avLst/>
              <a:gdLst/>
              <a:ahLst/>
              <a:cxnLst/>
              <a:rect l="l" t="t" r="r" b="b"/>
              <a:pathLst>
                <a:path w="4207" h="3766" extrusionOk="0">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8" name="Google Shape;20028;p140"/>
            <p:cNvSpPr/>
            <p:nvPr/>
          </p:nvSpPr>
          <p:spPr>
            <a:xfrm>
              <a:off x="7432531" y="1723132"/>
              <a:ext cx="102664" cy="98572"/>
            </a:xfrm>
            <a:custGeom>
              <a:avLst/>
              <a:gdLst/>
              <a:ahLst/>
              <a:cxnLst/>
              <a:rect l="l" t="t" r="r" b="b"/>
              <a:pathLst>
                <a:path w="3914" h="3758" extrusionOk="0">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9" name="Google Shape;20029;p140"/>
            <p:cNvSpPr/>
            <p:nvPr/>
          </p:nvSpPr>
          <p:spPr>
            <a:xfrm>
              <a:off x="7666057" y="1722922"/>
              <a:ext cx="110350" cy="98782"/>
            </a:xfrm>
            <a:custGeom>
              <a:avLst/>
              <a:gdLst/>
              <a:ahLst/>
              <a:cxnLst/>
              <a:rect l="l" t="t" r="r" b="b"/>
              <a:pathLst>
                <a:path w="4207" h="3766" extrusionOk="0">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0" name="Google Shape;20030;p140"/>
            <p:cNvSpPr/>
            <p:nvPr/>
          </p:nvSpPr>
          <p:spPr>
            <a:xfrm>
              <a:off x="7673716" y="1723132"/>
              <a:ext cx="102638" cy="98572"/>
            </a:xfrm>
            <a:custGeom>
              <a:avLst/>
              <a:gdLst/>
              <a:ahLst/>
              <a:cxnLst/>
              <a:rect l="l" t="t" r="r" b="b"/>
              <a:pathLst>
                <a:path w="3913" h="3758" extrusionOk="0">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1" name="Google Shape;20031;p140"/>
            <p:cNvSpPr/>
            <p:nvPr/>
          </p:nvSpPr>
          <p:spPr>
            <a:xfrm>
              <a:off x="7527327" y="1740208"/>
              <a:ext cx="154232" cy="104999"/>
            </a:xfrm>
            <a:custGeom>
              <a:avLst/>
              <a:gdLst/>
              <a:ahLst/>
              <a:cxnLst/>
              <a:rect l="l" t="t" r="r" b="b"/>
              <a:pathLst>
                <a:path w="5880" h="4003" extrusionOk="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2" name="Google Shape;20032;p140"/>
            <p:cNvSpPr/>
            <p:nvPr/>
          </p:nvSpPr>
          <p:spPr>
            <a:xfrm>
              <a:off x="7561294" y="1788602"/>
              <a:ext cx="31869" cy="33181"/>
            </a:xfrm>
            <a:custGeom>
              <a:avLst/>
              <a:gdLst/>
              <a:ahLst/>
              <a:cxnLst/>
              <a:rect l="l" t="t" r="r" b="b"/>
              <a:pathLst>
                <a:path w="1215" h="1265" extrusionOk="0">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3" name="Google Shape;20033;p140"/>
            <p:cNvSpPr/>
            <p:nvPr/>
          </p:nvSpPr>
          <p:spPr>
            <a:xfrm>
              <a:off x="7615538" y="1788602"/>
              <a:ext cx="32053" cy="33181"/>
            </a:xfrm>
            <a:custGeom>
              <a:avLst/>
              <a:gdLst/>
              <a:ahLst/>
              <a:cxnLst/>
              <a:rect l="l" t="t" r="r" b="b"/>
              <a:pathLst>
                <a:path w="1222" h="1265" extrusionOk="0">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34" name="Google Shape;20034;p140"/>
          <p:cNvGrpSpPr/>
          <p:nvPr/>
        </p:nvGrpSpPr>
        <p:grpSpPr>
          <a:xfrm>
            <a:off x="6871944" y="1514368"/>
            <a:ext cx="370132" cy="365672"/>
            <a:chOff x="6871944" y="1514368"/>
            <a:chExt cx="370132" cy="365672"/>
          </a:xfrm>
        </p:grpSpPr>
        <p:sp>
          <p:nvSpPr>
            <p:cNvPr id="20035" name="Google Shape;20035;p140"/>
            <p:cNvSpPr/>
            <p:nvPr/>
          </p:nvSpPr>
          <p:spPr>
            <a:xfrm>
              <a:off x="7098702" y="1514368"/>
              <a:ext cx="119845" cy="138888"/>
            </a:xfrm>
            <a:custGeom>
              <a:avLst/>
              <a:gdLst/>
              <a:ahLst/>
              <a:cxnLst/>
              <a:rect l="l" t="t" r="r" b="b"/>
              <a:pathLst>
                <a:path w="4569" h="5295" extrusionOk="0">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6" name="Google Shape;20036;p140"/>
            <p:cNvSpPr/>
            <p:nvPr/>
          </p:nvSpPr>
          <p:spPr>
            <a:xfrm>
              <a:off x="7133903" y="1535561"/>
              <a:ext cx="73969" cy="122153"/>
            </a:xfrm>
            <a:custGeom>
              <a:avLst/>
              <a:gdLst/>
              <a:ahLst/>
              <a:cxnLst/>
              <a:rect l="l" t="t" r="r" b="b"/>
              <a:pathLst>
                <a:path w="2820" h="4657" extrusionOk="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7" name="Google Shape;20037;p140"/>
            <p:cNvSpPr/>
            <p:nvPr/>
          </p:nvSpPr>
          <p:spPr>
            <a:xfrm>
              <a:off x="6895656" y="1514368"/>
              <a:ext cx="119661" cy="138888"/>
            </a:xfrm>
            <a:custGeom>
              <a:avLst/>
              <a:gdLst/>
              <a:ahLst/>
              <a:cxnLst/>
              <a:rect l="l" t="t" r="r" b="b"/>
              <a:pathLst>
                <a:path w="4562" h="5295" extrusionOk="0">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8" name="Google Shape;20038;p140"/>
            <p:cNvSpPr/>
            <p:nvPr/>
          </p:nvSpPr>
          <p:spPr>
            <a:xfrm>
              <a:off x="6906174" y="1535561"/>
              <a:ext cx="74100" cy="122153"/>
            </a:xfrm>
            <a:custGeom>
              <a:avLst/>
              <a:gdLst/>
              <a:ahLst/>
              <a:cxnLst/>
              <a:rect l="l" t="t" r="r" b="b"/>
              <a:pathLst>
                <a:path w="2825" h="4657" extrusionOk="0">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9" name="Google Shape;20039;p140"/>
            <p:cNvSpPr/>
            <p:nvPr/>
          </p:nvSpPr>
          <p:spPr>
            <a:xfrm>
              <a:off x="7021140" y="1832354"/>
              <a:ext cx="71713" cy="47686"/>
            </a:xfrm>
            <a:custGeom>
              <a:avLst/>
              <a:gdLst/>
              <a:ahLst/>
              <a:cxnLst/>
              <a:rect l="l" t="t" r="r" b="b"/>
              <a:pathLst>
                <a:path w="2734" h="1818" extrusionOk="0">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0" name="Google Shape;20040;p140"/>
            <p:cNvSpPr/>
            <p:nvPr/>
          </p:nvSpPr>
          <p:spPr>
            <a:xfrm>
              <a:off x="6871944" y="1581569"/>
              <a:ext cx="370132" cy="257028"/>
            </a:xfrm>
            <a:custGeom>
              <a:avLst/>
              <a:gdLst/>
              <a:ahLst/>
              <a:cxnLst/>
              <a:rect l="l" t="t" r="r" b="b"/>
              <a:pathLst>
                <a:path w="14111" h="9799"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1" name="Google Shape;20041;p140"/>
            <p:cNvSpPr/>
            <p:nvPr/>
          </p:nvSpPr>
          <p:spPr>
            <a:xfrm>
              <a:off x="6997323" y="1742700"/>
              <a:ext cx="119373" cy="116540"/>
            </a:xfrm>
            <a:custGeom>
              <a:avLst/>
              <a:gdLst/>
              <a:ahLst/>
              <a:cxnLst/>
              <a:rect l="l" t="t" r="r" b="b"/>
              <a:pathLst>
                <a:path w="4551" h="4443" extrusionOk="0">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2" name="Google Shape;20042;p140"/>
            <p:cNvSpPr/>
            <p:nvPr/>
          </p:nvSpPr>
          <p:spPr>
            <a:xfrm>
              <a:off x="6871944" y="1670541"/>
              <a:ext cx="155282" cy="168056"/>
            </a:xfrm>
            <a:custGeom>
              <a:avLst/>
              <a:gdLst/>
              <a:ahLst/>
              <a:cxnLst/>
              <a:rect l="l" t="t" r="r" b="b"/>
              <a:pathLst>
                <a:path w="5920" h="6407" extrusionOk="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3" name="Google Shape;20043;p140"/>
            <p:cNvSpPr/>
            <p:nvPr/>
          </p:nvSpPr>
          <p:spPr>
            <a:xfrm>
              <a:off x="7086951" y="1670541"/>
              <a:ext cx="155124" cy="168056"/>
            </a:xfrm>
            <a:custGeom>
              <a:avLst/>
              <a:gdLst/>
              <a:ahLst/>
              <a:cxnLst/>
              <a:rect l="l" t="t" r="r" b="b"/>
              <a:pathLst>
                <a:path w="5914" h="6407" extrusionOk="0">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4" name="Google Shape;20044;p140"/>
            <p:cNvSpPr/>
            <p:nvPr/>
          </p:nvSpPr>
          <p:spPr>
            <a:xfrm>
              <a:off x="6961572"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5" name="Google Shape;20045;p140"/>
            <p:cNvSpPr/>
            <p:nvPr/>
          </p:nvSpPr>
          <p:spPr>
            <a:xfrm>
              <a:off x="6979356" y="1695040"/>
              <a:ext cx="24027" cy="41811"/>
            </a:xfrm>
            <a:custGeom>
              <a:avLst/>
              <a:gdLst/>
              <a:ahLst/>
              <a:cxnLst/>
              <a:rect l="l" t="t" r="r" b="b"/>
              <a:pathLst>
                <a:path w="916" h="1594" extrusionOk="0">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6" name="Google Shape;20046;p140"/>
            <p:cNvSpPr/>
            <p:nvPr/>
          </p:nvSpPr>
          <p:spPr>
            <a:xfrm>
              <a:off x="6973480" y="1700915"/>
              <a:ext cx="17994" cy="17994"/>
            </a:xfrm>
            <a:custGeom>
              <a:avLst/>
              <a:gdLst/>
              <a:ahLst/>
              <a:cxnLst/>
              <a:rect l="l" t="t" r="r" b="b"/>
              <a:pathLst>
                <a:path w="686" h="686" extrusionOk="0">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7" name="Google Shape;20047;p140"/>
            <p:cNvSpPr/>
            <p:nvPr/>
          </p:nvSpPr>
          <p:spPr>
            <a:xfrm>
              <a:off x="7110794"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8" name="Google Shape;20048;p140"/>
            <p:cNvSpPr/>
            <p:nvPr/>
          </p:nvSpPr>
          <p:spPr>
            <a:xfrm>
              <a:off x="7128578" y="1695040"/>
              <a:ext cx="24027" cy="41811"/>
            </a:xfrm>
            <a:custGeom>
              <a:avLst/>
              <a:gdLst/>
              <a:ahLst/>
              <a:cxnLst/>
              <a:rect l="l" t="t" r="r" b="b"/>
              <a:pathLst>
                <a:path w="916" h="1594" extrusionOk="0">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9" name="Google Shape;20049;p140"/>
            <p:cNvSpPr/>
            <p:nvPr/>
          </p:nvSpPr>
          <p:spPr>
            <a:xfrm>
              <a:off x="7122703" y="1700915"/>
              <a:ext cx="17810" cy="17994"/>
            </a:xfrm>
            <a:custGeom>
              <a:avLst/>
              <a:gdLst/>
              <a:ahLst/>
              <a:cxnLst/>
              <a:rect l="l" t="t" r="r" b="b"/>
              <a:pathLst>
                <a:path w="679" h="686" extrusionOk="0">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0" name="Google Shape;20050;p140"/>
            <p:cNvSpPr/>
            <p:nvPr/>
          </p:nvSpPr>
          <p:spPr>
            <a:xfrm>
              <a:off x="7026491" y="1796602"/>
              <a:ext cx="60486" cy="59411"/>
            </a:xfrm>
            <a:custGeom>
              <a:avLst/>
              <a:gdLst/>
              <a:ahLst/>
              <a:cxnLst/>
              <a:rect l="l" t="t" r="r" b="b"/>
              <a:pathLst>
                <a:path w="2306" h="2265" extrusionOk="0">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1" name="Google Shape;20051;p140"/>
            <p:cNvSpPr/>
            <p:nvPr/>
          </p:nvSpPr>
          <p:spPr>
            <a:xfrm>
              <a:off x="6871944" y="1581569"/>
              <a:ext cx="185158" cy="232660"/>
            </a:xfrm>
            <a:custGeom>
              <a:avLst/>
              <a:gdLst/>
              <a:ahLst/>
              <a:cxnLst/>
              <a:rect l="l" t="t" r="r" b="b"/>
              <a:pathLst>
                <a:path w="7059" h="8870"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2" name="Google Shape;20052;p140"/>
            <p:cNvSpPr/>
            <p:nvPr/>
          </p:nvSpPr>
          <p:spPr>
            <a:xfrm>
              <a:off x="6871944" y="1675289"/>
              <a:ext cx="84670" cy="138940"/>
            </a:xfrm>
            <a:custGeom>
              <a:avLst/>
              <a:gdLst/>
              <a:ahLst/>
              <a:cxnLst/>
              <a:rect l="l" t="t" r="r" b="b"/>
              <a:pathLst>
                <a:path w="3228" h="5297" extrusionOk="0">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53" name="Google Shape;20053;p140"/>
          <p:cNvGrpSpPr/>
          <p:nvPr/>
        </p:nvGrpSpPr>
        <p:grpSpPr>
          <a:xfrm>
            <a:off x="6561931" y="3365261"/>
            <a:ext cx="400375" cy="370184"/>
            <a:chOff x="6561931" y="3365261"/>
            <a:chExt cx="400375" cy="370184"/>
          </a:xfrm>
        </p:grpSpPr>
        <p:sp>
          <p:nvSpPr>
            <p:cNvPr id="20054" name="Google Shape;20054;p140"/>
            <p:cNvSpPr/>
            <p:nvPr/>
          </p:nvSpPr>
          <p:spPr>
            <a:xfrm>
              <a:off x="6592332" y="3365261"/>
              <a:ext cx="369974" cy="370158"/>
            </a:xfrm>
            <a:custGeom>
              <a:avLst/>
              <a:gdLst/>
              <a:ahLst/>
              <a:cxnLst/>
              <a:rect l="l" t="t" r="r" b="b"/>
              <a:pathLst>
                <a:path w="14105" h="14112" extrusionOk="0">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5" name="Google Shape;20055;p140"/>
            <p:cNvSpPr/>
            <p:nvPr/>
          </p:nvSpPr>
          <p:spPr>
            <a:xfrm>
              <a:off x="6561931" y="3392672"/>
              <a:ext cx="372991" cy="342774"/>
            </a:xfrm>
            <a:custGeom>
              <a:avLst/>
              <a:gdLst/>
              <a:ahLst/>
              <a:cxnLst/>
              <a:rect l="l" t="t" r="r" b="b"/>
              <a:pathLst>
                <a:path w="14220" h="13068" extrusionOk="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6" name="Google Shape;20056;p140"/>
            <p:cNvSpPr/>
            <p:nvPr/>
          </p:nvSpPr>
          <p:spPr>
            <a:xfrm>
              <a:off x="6756506" y="3585882"/>
              <a:ext cx="52539" cy="31083"/>
            </a:xfrm>
            <a:custGeom>
              <a:avLst/>
              <a:gdLst/>
              <a:ahLst/>
              <a:cxnLst/>
              <a:rect l="l" t="t" r="r" b="b"/>
              <a:pathLst>
                <a:path w="2003" h="1185" extrusionOk="0">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7" name="Google Shape;20057;p140"/>
            <p:cNvSpPr/>
            <p:nvPr/>
          </p:nvSpPr>
          <p:spPr>
            <a:xfrm>
              <a:off x="6853609" y="3448830"/>
              <a:ext cx="27882" cy="35096"/>
            </a:xfrm>
            <a:custGeom>
              <a:avLst/>
              <a:gdLst/>
              <a:ahLst/>
              <a:cxnLst/>
              <a:rect l="l" t="t" r="r" b="b"/>
              <a:pathLst>
                <a:path w="1063" h="1338" extrusionOk="0">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8" name="Google Shape;20058;p140"/>
            <p:cNvSpPr/>
            <p:nvPr/>
          </p:nvSpPr>
          <p:spPr>
            <a:xfrm>
              <a:off x="6816441" y="3525920"/>
              <a:ext cx="19777" cy="30925"/>
            </a:xfrm>
            <a:custGeom>
              <a:avLst/>
              <a:gdLst/>
              <a:ahLst/>
              <a:cxnLst/>
              <a:rect l="l" t="t" r="r" b="b"/>
              <a:pathLst>
                <a:path w="754" h="1179" extrusionOk="0">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9" name="Google Shape;20059;p140"/>
            <p:cNvSpPr/>
            <p:nvPr/>
          </p:nvSpPr>
          <p:spPr>
            <a:xfrm>
              <a:off x="6787457" y="3566891"/>
              <a:ext cx="34519" cy="25548"/>
            </a:xfrm>
            <a:custGeom>
              <a:avLst/>
              <a:gdLst/>
              <a:ahLst/>
              <a:cxnLst/>
              <a:rect l="l" t="t" r="r" b="b"/>
              <a:pathLst>
                <a:path w="1316" h="974" extrusionOk="0">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0" name="Google Shape;20060;p140"/>
            <p:cNvSpPr/>
            <p:nvPr/>
          </p:nvSpPr>
          <p:spPr>
            <a:xfrm>
              <a:off x="6844376" y="3570249"/>
              <a:ext cx="40027" cy="23450"/>
            </a:xfrm>
            <a:custGeom>
              <a:avLst/>
              <a:gdLst/>
              <a:ahLst/>
              <a:cxnLst/>
              <a:rect l="l" t="t" r="r" b="b"/>
              <a:pathLst>
                <a:path w="1526" h="894" extrusionOk="0">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1" name="Google Shape;20061;p140"/>
            <p:cNvSpPr/>
            <p:nvPr/>
          </p:nvSpPr>
          <p:spPr>
            <a:xfrm>
              <a:off x="6789791" y="3610381"/>
              <a:ext cx="97287" cy="68854"/>
            </a:xfrm>
            <a:custGeom>
              <a:avLst/>
              <a:gdLst/>
              <a:ahLst/>
              <a:cxnLst/>
              <a:rect l="l" t="t" r="r" b="b"/>
              <a:pathLst>
                <a:path w="3709" h="2625" extrusionOk="0">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2" name="Google Shape;20062;p140"/>
            <p:cNvSpPr/>
            <p:nvPr/>
          </p:nvSpPr>
          <p:spPr>
            <a:xfrm>
              <a:off x="6587716" y="3526576"/>
              <a:ext cx="38978" cy="131124"/>
            </a:xfrm>
            <a:custGeom>
              <a:avLst/>
              <a:gdLst/>
              <a:ahLst/>
              <a:cxnLst/>
              <a:rect l="l" t="t" r="r" b="b"/>
              <a:pathLst>
                <a:path w="1486" h="4999" extrusionOk="0">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3" name="Google Shape;20063;p140"/>
            <p:cNvSpPr/>
            <p:nvPr/>
          </p:nvSpPr>
          <p:spPr>
            <a:xfrm>
              <a:off x="6596975" y="3365314"/>
              <a:ext cx="283520" cy="210207"/>
            </a:xfrm>
            <a:custGeom>
              <a:avLst/>
              <a:gdLst/>
              <a:ahLst/>
              <a:cxnLst/>
              <a:rect l="l" t="t" r="r" b="b"/>
              <a:pathLst>
                <a:path w="10809" h="8014" extrusionOk="0">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4" name="Google Shape;20064;p140"/>
            <p:cNvSpPr/>
            <p:nvPr/>
          </p:nvSpPr>
          <p:spPr>
            <a:xfrm>
              <a:off x="6596791" y="3393013"/>
              <a:ext cx="83438" cy="136081"/>
            </a:xfrm>
            <a:custGeom>
              <a:avLst/>
              <a:gdLst/>
              <a:ahLst/>
              <a:cxnLst/>
              <a:rect l="l" t="t" r="r" b="b"/>
              <a:pathLst>
                <a:path w="3181" h="5188" extrusionOk="0">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5" name="Google Shape;20065;p140"/>
            <p:cNvSpPr/>
            <p:nvPr/>
          </p:nvSpPr>
          <p:spPr>
            <a:xfrm>
              <a:off x="6852376" y="3672257"/>
              <a:ext cx="14951" cy="7082"/>
            </a:xfrm>
            <a:custGeom>
              <a:avLst/>
              <a:gdLst/>
              <a:ahLst/>
              <a:cxnLst/>
              <a:rect l="l" t="t" r="r" b="b"/>
              <a:pathLst>
                <a:path w="570" h="270" extrusionOk="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66" name="Google Shape;20066;p140"/>
          <p:cNvGrpSpPr/>
          <p:nvPr/>
        </p:nvGrpSpPr>
        <p:grpSpPr>
          <a:xfrm>
            <a:off x="1942120" y="1985852"/>
            <a:ext cx="378315" cy="358695"/>
            <a:chOff x="1942120" y="1985852"/>
            <a:chExt cx="378315" cy="358695"/>
          </a:xfrm>
        </p:grpSpPr>
        <p:sp>
          <p:nvSpPr>
            <p:cNvPr id="20067" name="Google Shape;20067;p140"/>
            <p:cNvSpPr/>
            <p:nvPr/>
          </p:nvSpPr>
          <p:spPr>
            <a:xfrm>
              <a:off x="2161928" y="1985852"/>
              <a:ext cx="158508" cy="158901"/>
            </a:xfrm>
            <a:custGeom>
              <a:avLst/>
              <a:gdLst/>
              <a:ahLst/>
              <a:cxnLst/>
              <a:rect l="l" t="t" r="r" b="b"/>
              <a:pathLst>
                <a:path w="6043" h="6058" extrusionOk="0">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8" name="Google Shape;20068;p140"/>
            <p:cNvSpPr/>
            <p:nvPr/>
          </p:nvSpPr>
          <p:spPr>
            <a:xfrm>
              <a:off x="2190571" y="2006888"/>
              <a:ext cx="115648" cy="123570"/>
            </a:xfrm>
            <a:custGeom>
              <a:avLst/>
              <a:gdLst/>
              <a:ahLst/>
              <a:cxnLst/>
              <a:rect l="l" t="t" r="r" b="b"/>
              <a:pathLst>
                <a:path w="4409" h="4711" extrusionOk="0">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9" name="Google Shape;20069;p140"/>
            <p:cNvSpPr/>
            <p:nvPr/>
          </p:nvSpPr>
          <p:spPr>
            <a:xfrm>
              <a:off x="1942120" y="1986009"/>
              <a:ext cx="158665" cy="158928"/>
            </a:xfrm>
            <a:custGeom>
              <a:avLst/>
              <a:gdLst/>
              <a:ahLst/>
              <a:cxnLst/>
              <a:rect l="l" t="t" r="r" b="b"/>
              <a:pathLst>
                <a:path w="6049" h="6059" extrusionOk="0">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0" name="Google Shape;20070;p140"/>
            <p:cNvSpPr/>
            <p:nvPr/>
          </p:nvSpPr>
          <p:spPr>
            <a:xfrm>
              <a:off x="1956520" y="2007072"/>
              <a:ext cx="115438" cy="123491"/>
            </a:xfrm>
            <a:custGeom>
              <a:avLst/>
              <a:gdLst/>
              <a:ahLst/>
              <a:cxnLst/>
              <a:rect l="l" t="t" r="r" b="b"/>
              <a:pathLst>
                <a:path w="4401" h="4708" extrusionOk="0">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1" name="Google Shape;20071;p140"/>
            <p:cNvSpPr/>
            <p:nvPr/>
          </p:nvSpPr>
          <p:spPr>
            <a:xfrm>
              <a:off x="1986921" y="2043820"/>
              <a:ext cx="289055" cy="300727"/>
            </a:xfrm>
            <a:custGeom>
              <a:avLst/>
              <a:gdLst/>
              <a:ahLst/>
              <a:cxnLst/>
              <a:rect l="l" t="t" r="r" b="b"/>
              <a:pathLst>
                <a:path w="11020" h="11465" extrusionOk="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2" name="Google Shape;20072;p140"/>
            <p:cNvSpPr/>
            <p:nvPr/>
          </p:nvSpPr>
          <p:spPr>
            <a:xfrm>
              <a:off x="1986737" y="2047178"/>
              <a:ext cx="119215" cy="280687"/>
            </a:xfrm>
            <a:custGeom>
              <a:avLst/>
              <a:gdLst/>
              <a:ahLst/>
              <a:cxnLst/>
              <a:rect l="l" t="t" r="r" b="b"/>
              <a:pathLst>
                <a:path w="4545" h="10701" extrusionOk="0">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3" name="Google Shape;20073;p140"/>
            <p:cNvSpPr/>
            <p:nvPr/>
          </p:nvSpPr>
          <p:spPr>
            <a:xfrm>
              <a:off x="2084916" y="2316822"/>
              <a:ext cx="92697" cy="27725"/>
            </a:xfrm>
            <a:custGeom>
              <a:avLst/>
              <a:gdLst/>
              <a:ahLst/>
              <a:cxnLst/>
              <a:rect l="l" t="t" r="r" b="b"/>
              <a:pathLst>
                <a:path w="3534" h="1057" extrusionOk="0">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4" name="Google Shape;20074;p140"/>
            <p:cNvSpPr/>
            <p:nvPr/>
          </p:nvSpPr>
          <p:spPr>
            <a:xfrm>
              <a:off x="2102359" y="2257778"/>
              <a:ext cx="57995" cy="48762"/>
            </a:xfrm>
            <a:custGeom>
              <a:avLst/>
              <a:gdLst/>
              <a:ahLst/>
              <a:cxnLst/>
              <a:rect l="l" t="t" r="r" b="b"/>
              <a:pathLst>
                <a:path w="2211" h="1859" extrusionOk="0">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5" name="Google Shape;20075;p140"/>
            <p:cNvSpPr/>
            <p:nvPr/>
          </p:nvSpPr>
          <p:spPr>
            <a:xfrm>
              <a:off x="2081611" y="2309714"/>
              <a:ext cx="99202" cy="23135"/>
            </a:xfrm>
            <a:custGeom>
              <a:avLst/>
              <a:gdLst/>
              <a:ahLst/>
              <a:cxnLst/>
              <a:rect l="l" t="t" r="r" b="b"/>
              <a:pathLst>
                <a:path w="3782" h="882" extrusionOk="0">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6" name="Google Shape;20076;p140"/>
            <p:cNvSpPr/>
            <p:nvPr/>
          </p:nvSpPr>
          <p:spPr>
            <a:xfrm>
              <a:off x="2180892" y="2280756"/>
              <a:ext cx="114809" cy="40709"/>
            </a:xfrm>
            <a:custGeom>
              <a:avLst/>
              <a:gdLst/>
              <a:ahLst/>
              <a:cxnLst/>
              <a:rect l="l" t="t" r="r" b="b"/>
              <a:pathLst>
                <a:path w="4377" h="1552" extrusionOk="0">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7" name="Google Shape;20077;p140"/>
            <p:cNvSpPr/>
            <p:nvPr/>
          </p:nvSpPr>
          <p:spPr>
            <a:xfrm>
              <a:off x="2194846" y="2262841"/>
              <a:ext cx="123806" cy="18072"/>
            </a:xfrm>
            <a:custGeom>
              <a:avLst/>
              <a:gdLst/>
              <a:ahLst/>
              <a:cxnLst/>
              <a:rect l="l" t="t" r="r" b="b"/>
              <a:pathLst>
                <a:path w="4720" h="689" extrusionOk="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8" name="Google Shape;20078;p140"/>
            <p:cNvSpPr/>
            <p:nvPr/>
          </p:nvSpPr>
          <p:spPr>
            <a:xfrm>
              <a:off x="1967065" y="2280756"/>
              <a:ext cx="114599" cy="40525"/>
            </a:xfrm>
            <a:custGeom>
              <a:avLst/>
              <a:gdLst/>
              <a:ahLst/>
              <a:cxnLst/>
              <a:rect l="l" t="t" r="r" b="b"/>
              <a:pathLst>
                <a:path w="4369" h="1545" extrusionOk="0">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9" name="Google Shape;20079;p140"/>
            <p:cNvSpPr/>
            <p:nvPr/>
          </p:nvSpPr>
          <p:spPr>
            <a:xfrm>
              <a:off x="1943878" y="2262841"/>
              <a:ext cx="125852" cy="18072"/>
            </a:xfrm>
            <a:custGeom>
              <a:avLst/>
              <a:gdLst/>
              <a:ahLst/>
              <a:cxnLst/>
              <a:rect l="l" t="t" r="r" b="b"/>
              <a:pathLst>
                <a:path w="4798" h="689" extrusionOk="0">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0" name="Google Shape;20080;p140"/>
            <p:cNvSpPr/>
            <p:nvPr/>
          </p:nvSpPr>
          <p:spPr>
            <a:xfrm>
              <a:off x="2050424" y="2182524"/>
              <a:ext cx="40394" cy="52145"/>
            </a:xfrm>
            <a:custGeom>
              <a:avLst/>
              <a:gdLst/>
              <a:ahLst/>
              <a:cxnLst/>
              <a:rect l="l" t="t" r="r" b="b"/>
              <a:pathLst>
                <a:path w="1540" h="1988" extrusionOk="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1" name="Google Shape;20081;p140"/>
            <p:cNvSpPr/>
            <p:nvPr/>
          </p:nvSpPr>
          <p:spPr>
            <a:xfrm>
              <a:off x="2067683"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2" name="Google Shape;20082;p140"/>
            <p:cNvSpPr/>
            <p:nvPr/>
          </p:nvSpPr>
          <p:spPr>
            <a:xfrm>
              <a:off x="2061991" y="2188216"/>
              <a:ext cx="17259" cy="17469"/>
            </a:xfrm>
            <a:custGeom>
              <a:avLst/>
              <a:gdLst/>
              <a:ahLst/>
              <a:cxnLst/>
              <a:rect l="l" t="t" r="r" b="b"/>
              <a:pathLst>
                <a:path w="658" h="666" extrusionOk="0">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3" name="Google Shape;20083;p140"/>
            <p:cNvSpPr/>
            <p:nvPr/>
          </p:nvSpPr>
          <p:spPr>
            <a:xfrm>
              <a:off x="2171711" y="2182524"/>
              <a:ext cx="40578" cy="52145"/>
            </a:xfrm>
            <a:custGeom>
              <a:avLst/>
              <a:gdLst/>
              <a:ahLst/>
              <a:cxnLst/>
              <a:rect l="l" t="t" r="r" b="b"/>
              <a:pathLst>
                <a:path w="1547" h="1988" extrusionOk="0">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4" name="Google Shape;20084;p140"/>
            <p:cNvSpPr/>
            <p:nvPr/>
          </p:nvSpPr>
          <p:spPr>
            <a:xfrm>
              <a:off x="2189154"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5" name="Google Shape;20085;p140"/>
            <p:cNvSpPr/>
            <p:nvPr/>
          </p:nvSpPr>
          <p:spPr>
            <a:xfrm>
              <a:off x="2183279" y="2188216"/>
              <a:ext cx="17469" cy="17469"/>
            </a:xfrm>
            <a:custGeom>
              <a:avLst/>
              <a:gdLst/>
              <a:ahLst/>
              <a:cxnLst/>
              <a:rect l="l" t="t" r="r" b="b"/>
              <a:pathLst>
                <a:path w="666" h="666" extrusionOk="0">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6" name="Google Shape;20086;p140"/>
            <p:cNvSpPr/>
            <p:nvPr/>
          </p:nvSpPr>
          <p:spPr>
            <a:xfrm>
              <a:off x="2102359" y="2258303"/>
              <a:ext cx="38086" cy="48237"/>
            </a:xfrm>
            <a:custGeom>
              <a:avLst/>
              <a:gdLst/>
              <a:ahLst/>
              <a:cxnLst/>
              <a:rect l="l" t="t" r="r" b="b"/>
              <a:pathLst>
                <a:path w="1452" h="1839" extrusionOk="0">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87" name="Google Shape;20087;p140"/>
          <p:cNvGrpSpPr/>
          <p:nvPr/>
        </p:nvGrpSpPr>
        <p:grpSpPr>
          <a:xfrm>
            <a:off x="1401415" y="2429218"/>
            <a:ext cx="364282" cy="374197"/>
            <a:chOff x="1401415" y="2429218"/>
            <a:chExt cx="364282" cy="374197"/>
          </a:xfrm>
        </p:grpSpPr>
        <p:sp>
          <p:nvSpPr>
            <p:cNvPr id="20088" name="Google Shape;20088;p140"/>
            <p:cNvSpPr/>
            <p:nvPr/>
          </p:nvSpPr>
          <p:spPr>
            <a:xfrm>
              <a:off x="1458596" y="2755938"/>
              <a:ext cx="89759" cy="47476"/>
            </a:xfrm>
            <a:custGeom>
              <a:avLst/>
              <a:gdLst/>
              <a:ahLst/>
              <a:cxnLst/>
              <a:rect l="l" t="t" r="r" b="b"/>
              <a:pathLst>
                <a:path w="3422" h="1810" extrusionOk="0">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9" name="Google Shape;20089;p140"/>
            <p:cNvSpPr/>
            <p:nvPr/>
          </p:nvSpPr>
          <p:spPr>
            <a:xfrm>
              <a:off x="1618757" y="2755938"/>
              <a:ext cx="89759" cy="47476"/>
            </a:xfrm>
            <a:custGeom>
              <a:avLst/>
              <a:gdLst/>
              <a:ahLst/>
              <a:cxnLst/>
              <a:rect l="l" t="t" r="r" b="b"/>
              <a:pathLst>
                <a:path w="3422" h="1810" extrusionOk="0">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0" name="Google Shape;20090;p140"/>
            <p:cNvSpPr/>
            <p:nvPr/>
          </p:nvSpPr>
          <p:spPr>
            <a:xfrm>
              <a:off x="1442517" y="2491645"/>
              <a:ext cx="282104" cy="287979"/>
            </a:xfrm>
            <a:custGeom>
              <a:avLst/>
              <a:gdLst/>
              <a:ahLst/>
              <a:cxnLst/>
              <a:rect l="l" t="t" r="r" b="b"/>
              <a:pathLst>
                <a:path w="10755" h="10979" extrusionOk="0">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1" name="Google Shape;20091;p140"/>
            <p:cNvSpPr/>
            <p:nvPr/>
          </p:nvSpPr>
          <p:spPr>
            <a:xfrm>
              <a:off x="1489653" y="2515121"/>
              <a:ext cx="187833" cy="252752"/>
            </a:xfrm>
            <a:custGeom>
              <a:avLst/>
              <a:gdLst/>
              <a:ahLst/>
              <a:cxnLst/>
              <a:rect l="l" t="t" r="r" b="b"/>
              <a:pathLst>
                <a:path w="7161" h="9636" extrusionOk="0">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2" name="Google Shape;20092;p140"/>
            <p:cNvSpPr/>
            <p:nvPr/>
          </p:nvSpPr>
          <p:spPr>
            <a:xfrm>
              <a:off x="1401415" y="2432968"/>
              <a:ext cx="364282" cy="212384"/>
            </a:xfrm>
            <a:custGeom>
              <a:avLst/>
              <a:gdLst/>
              <a:ahLst/>
              <a:cxnLst/>
              <a:rect l="l" t="t" r="r" b="b"/>
              <a:pathLst>
                <a:path w="13888" h="8097" extrusionOk="0">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3" name="Google Shape;20093;p140"/>
            <p:cNvSpPr/>
            <p:nvPr/>
          </p:nvSpPr>
          <p:spPr>
            <a:xfrm>
              <a:off x="1407291" y="2429218"/>
              <a:ext cx="352531" cy="209368"/>
            </a:xfrm>
            <a:custGeom>
              <a:avLst/>
              <a:gdLst/>
              <a:ahLst/>
              <a:cxnLst/>
              <a:rect l="l" t="t" r="r" b="b"/>
              <a:pathLst>
                <a:path w="13440" h="7982" extrusionOk="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4" name="Google Shape;20094;p140"/>
            <p:cNvSpPr/>
            <p:nvPr/>
          </p:nvSpPr>
          <p:spPr>
            <a:xfrm>
              <a:off x="1448550" y="2491645"/>
              <a:ext cx="117405" cy="117589"/>
            </a:xfrm>
            <a:custGeom>
              <a:avLst/>
              <a:gdLst/>
              <a:ahLst/>
              <a:cxnLst/>
              <a:rect l="l" t="t" r="r" b="b"/>
              <a:pathLst>
                <a:path w="4476" h="4483" extrusionOk="0">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5" name="Google Shape;20095;p140"/>
            <p:cNvSpPr/>
            <p:nvPr/>
          </p:nvSpPr>
          <p:spPr>
            <a:xfrm>
              <a:off x="1466177" y="2509245"/>
              <a:ext cx="82179" cy="82388"/>
            </a:xfrm>
            <a:custGeom>
              <a:avLst/>
              <a:gdLst/>
              <a:ahLst/>
              <a:cxnLst/>
              <a:rect l="l" t="t" r="r" b="b"/>
              <a:pathLst>
                <a:path w="3133" h="3141" extrusionOk="0">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6" name="Google Shape;20096;p140"/>
            <p:cNvSpPr/>
            <p:nvPr/>
          </p:nvSpPr>
          <p:spPr>
            <a:xfrm>
              <a:off x="1566664" y="2590453"/>
              <a:ext cx="33627" cy="52486"/>
            </a:xfrm>
            <a:custGeom>
              <a:avLst/>
              <a:gdLst/>
              <a:ahLst/>
              <a:cxnLst/>
              <a:rect l="l" t="t" r="r" b="b"/>
              <a:pathLst>
                <a:path w="1282" h="2001" extrusionOk="0">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7" name="Google Shape;20097;p140"/>
            <p:cNvSpPr/>
            <p:nvPr/>
          </p:nvSpPr>
          <p:spPr>
            <a:xfrm>
              <a:off x="1483777" y="2520996"/>
              <a:ext cx="46978" cy="58886"/>
            </a:xfrm>
            <a:custGeom>
              <a:avLst/>
              <a:gdLst/>
              <a:ahLst/>
              <a:cxnLst/>
              <a:rect l="l" t="t" r="r" b="b"/>
              <a:pathLst>
                <a:path w="1791" h="2245" extrusionOk="0">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8" name="Google Shape;20098;p140"/>
            <p:cNvSpPr/>
            <p:nvPr/>
          </p:nvSpPr>
          <p:spPr>
            <a:xfrm>
              <a:off x="1501378" y="2532721"/>
              <a:ext cx="17627" cy="17653"/>
            </a:xfrm>
            <a:custGeom>
              <a:avLst/>
              <a:gdLst/>
              <a:ahLst/>
              <a:cxnLst/>
              <a:rect l="l" t="t" r="r" b="b"/>
              <a:pathLst>
                <a:path w="672" h="673" extrusionOk="0">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9" name="Google Shape;20099;p140"/>
            <p:cNvSpPr/>
            <p:nvPr/>
          </p:nvSpPr>
          <p:spPr>
            <a:xfrm>
              <a:off x="1601156" y="2491645"/>
              <a:ext cx="117589" cy="117589"/>
            </a:xfrm>
            <a:custGeom>
              <a:avLst/>
              <a:gdLst/>
              <a:ahLst/>
              <a:cxnLst/>
              <a:rect l="l" t="t" r="r" b="b"/>
              <a:pathLst>
                <a:path w="4483" h="4483" extrusionOk="0">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0" name="Google Shape;20100;p140"/>
            <p:cNvSpPr/>
            <p:nvPr/>
          </p:nvSpPr>
          <p:spPr>
            <a:xfrm>
              <a:off x="1618757" y="2509245"/>
              <a:ext cx="82388" cy="82388"/>
            </a:xfrm>
            <a:custGeom>
              <a:avLst/>
              <a:gdLst/>
              <a:ahLst/>
              <a:cxnLst/>
              <a:rect l="l" t="t" r="r" b="b"/>
              <a:pathLst>
                <a:path w="3141" h="3141" extrusionOk="0">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1" name="Google Shape;20101;p140"/>
            <p:cNvSpPr/>
            <p:nvPr/>
          </p:nvSpPr>
          <p:spPr>
            <a:xfrm>
              <a:off x="1636541" y="2520996"/>
              <a:ext cx="46978" cy="58886"/>
            </a:xfrm>
            <a:custGeom>
              <a:avLst/>
              <a:gdLst/>
              <a:ahLst/>
              <a:cxnLst/>
              <a:rect l="l" t="t" r="r" b="b"/>
              <a:pathLst>
                <a:path w="1791" h="2245" extrusionOk="0">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2" name="Google Shape;20102;p140"/>
            <p:cNvSpPr/>
            <p:nvPr/>
          </p:nvSpPr>
          <p:spPr>
            <a:xfrm>
              <a:off x="1653984" y="2532721"/>
              <a:ext cx="17627" cy="17653"/>
            </a:xfrm>
            <a:custGeom>
              <a:avLst/>
              <a:gdLst/>
              <a:ahLst/>
              <a:cxnLst/>
              <a:rect l="l" t="t" r="r" b="b"/>
              <a:pathLst>
                <a:path w="672" h="673" extrusionOk="0">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03" name="Google Shape;20103;p140"/>
          <p:cNvGrpSpPr/>
          <p:nvPr/>
        </p:nvGrpSpPr>
        <p:grpSpPr>
          <a:xfrm>
            <a:off x="7110427" y="3365261"/>
            <a:ext cx="400401" cy="370184"/>
            <a:chOff x="7110427" y="3365261"/>
            <a:chExt cx="400401" cy="370184"/>
          </a:xfrm>
        </p:grpSpPr>
        <p:sp>
          <p:nvSpPr>
            <p:cNvPr id="20104" name="Google Shape;20104;p140"/>
            <p:cNvSpPr/>
            <p:nvPr/>
          </p:nvSpPr>
          <p:spPr>
            <a:xfrm>
              <a:off x="7140854" y="3365261"/>
              <a:ext cx="369974" cy="370158"/>
            </a:xfrm>
            <a:custGeom>
              <a:avLst/>
              <a:gdLst/>
              <a:ahLst/>
              <a:cxnLst/>
              <a:rect l="l" t="t" r="r" b="b"/>
              <a:pathLst>
                <a:path w="14105" h="14112" extrusionOk="0">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5" name="Google Shape;20105;p140"/>
            <p:cNvSpPr/>
            <p:nvPr/>
          </p:nvSpPr>
          <p:spPr>
            <a:xfrm>
              <a:off x="7216081" y="3366704"/>
              <a:ext cx="294747" cy="295901"/>
            </a:xfrm>
            <a:custGeom>
              <a:avLst/>
              <a:gdLst/>
              <a:ahLst/>
              <a:cxnLst/>
              <a:rect l="l" t="t" r="r" b="b"/>
              <a:pathLst>
                <a:path w="11237" h="11281" extrusionOk="0">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6" name="Google Shape;20106;p140"/>
            <p:cNvSpPr/>
            <p:nvPr/>
          </p:nvSpPr>
          <p:spPr>
            <a:xfrm>
              <a:off x="7110427" y="3392672"/>
              <a:ext cx="372991" cy="342774"/>
            </a:xfrm>
            <a:custGeom>
              <a:avLst/>
              <a:gdLst/>
              <a:ahLst/>
              <a:cxnLst/>
              <a:rect l="l" t="t" r="r" b="b"/>
              <a:pathLst>
                <a:path w="14220" h="13068" extrusionOk="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7" name="Google Shape;20107;p140"/>
            <p:cNvSpPr/>
            <p:nvPr/>
          </p:nvSpPr>
          <p:spPr>
            <a:xfrm>
              <a:off x="7398563" y="3617646"/>
              <a:ext cx="31424" cy="30427"/>
            </a:xfrm>
            <a:custGeom>
              <a:avLst/>
              <a:gdLst/>
              <a:ahLst/>
              <a:cxnLst/>
              <a:rect l="l" t="t" r="r" b="b"/>
              <a:pathLst>
                <a:path w="1198" h="1160" extrusionOk="0">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8" name="Google Shape;20108;p140"/>
            <p:cNvSpPr/>
            <p:nvPr/>
          </p:nvSpPr>
          <p:spPr>
            <a:xfrm>
              <a:off x="7268410" y="3369012"/>
              <a:ext cx="20276" cy="26886"/>
            </a:xfrm>
            <a:custGeom>
              <a:avLst/>
              <a:gdLst/>
              <a:ahLst/>
              <a:cxnLst/>
              <a:rect l="l" t="t" r="r" b="b"/>
              <a:pathLst>
                <a:path w="773" h="1025" extrusionOk="0">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9" name="Google Shape;20109;p140"/>
            <p:cNvSpPr/>
            <p:nvPr/>
          </p:nvSpPr>
          <p:spPr>
            <a:xfrm>
              <a:off x="7141562" y="3566236"/>
              <a:ext cx="35778" cy="86638"/>
            </a:xfrm>
            <a:custGeom>
              <a:avLst/>
              <a:gdLst/>
              <a:ahLst/>
              <a:cxnLst/>
              <a:rect l="l" t="t" r="r" b="b"/>
              <a:pathLst>
                <a:path w="1364" h="3303" extrusionOk="0">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0" name="Google Shape;20110;p140"/>
            <p:cNvSpPr/>
            <p:nvPr/>
          </p:nvSpPr>
          <p:spPr>
            <a:xfrm>
              <a:off x="7303060" y="3365261"/>
              <a:ext cx="26178" cy="27043"/>
            </a:xfrm>
            <a:custGeom>
              <a:avLst/>
              <a:gdLst/>
              <a:ahLst/>
              <a:cxnLst/>
              <a:rect l="l" t="t" r="r" b="b"/>
              <a:pathLst>
                <a:path w="998" h="1031" extrusionOk="0">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11" name="Google Shape;20111;p140"/>
          <p:cNvGrpSpPr/>
          <p:nvPr/>
        </p:nvGrpSpPr>
        <p:grpSpPr>
          <a:xfrm>
            <a:off x="7658949" y="3363137"/>
            <a:ext cx="400375" cy="370132"/>
            <a:chOff x="7658949" y="3363137"/>
            <a:chExt cx="400375" cy="370132"/>
          </a:xfrm>
        </p:grpSpPr>
        <p:sp>
          <p:nvSpPr>
            <p:cNvPr id="20112" name="Google Shape;20112;p140"/>
            <p:cNvSpPr/>
            <p:nvPr/>
          </p:nvSpPr>
          <p:spPr>
            <a:xfrm>
              <a:off x="7689192" y="3363137"/>
              <a:ext cx="370132" cy="370132"/>
            </a:xfrm>
            <a:custGeom>
              <a:avLst/>
              <a:gdLst/>
              <a:ahLst/>
              <a:cxnLst/>
              <a:rect l="l" t="t" r="r" b="b"/>
              <a:pathLst>
                <a:path w="14111" h="14111" extrusionOk="0">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3" name="Google Shape;20113;p140"/>
            <p:cNvSpPr/>
            <p:nvPr/>
          </p:nvSpPr>
          <p:spPr>
            <a:xfrm>
              <a:off x="7658949" y="3390521"/>
              <a:ext cx="372991" cy="342695"/>
            </a:xfrm>
            <a:custGeom>
              <a:avLst/>
              <a:gdLst/>
              <a:ahLst/>
              <a:cxnLst/>
              <a:rect l="l" t="t" r="r" b="b"/>
              <a:pathLst>
                <a:path w="14220" h="13065" extrusionOk="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4" name="Google Shape;20114;p140"/>
            <p:cNvSpPr/>
            <p:nvPr/>
          </p:nvSpPr>
          <p:spPr>
            <a:xfrm>
              <a:off x="7754111" y="3380029"/>
              <a:ext cx="244569" cy="330000"/>
            </a:xfrm>
            <a:custGeom>
              <a:avLst/>
              <a:gdLst/>
              <a:ahLst/>
              <a:cxnLst/>
              <a:rect l="l" t="t" r="r" b="b"/>
              <a:pathLst>
                <a:path w="9324" h="12581" extrusionOk="0">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5" name="Google Shape;20115;p140"/>
            <p:cNvSpPr/>
            <p:nvPr/>
          </p:nvSpPr>
          <p:spPr>
            <a:xfrm>
              <a:off x="7754111" y="3390704"/>
              <a:ext cx="23135" cy="30086"/>
            </a:xfrm>
            <a:custGeom>
              <a:avLst/>
              <a:gdLst/>
              <a:ahLst/>
              <a:cxnLst/>
              <a:rect l="l" t="t" r="r" b="b"/>
              <a:pathLst>
                <a:path w="882" h="1147" extrusionOk="0">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6" name="Google Shape;20116;p140"/>
            <p:cNvSpPr/>
            <p:nvPr/>
          </p:nvSpPr>
          <p:spPr>
            <a:xfrm>
              <a:off x="7891766" y="3668690"/>
              <a:ext cx="47162" cy="41470"/>
            </a:xfrm>
            <a:custGeom>
              <a:avLst/>
              <a:gdLst/>
              <a:ahLst/>
              <a:cxnLst/>
              <a:rect l="l" t="t" r="r" b="b"/>
              <a:pathLst>
                <a:path w="1798" h="1581" extrusionOk="0">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17" name="Google Shape;20117;p140"/>
          <p:cNvGrpSpPr/>
          <p:nvPr/>
        </p:nvGrpSpPr>
        <p:grpSpPr>
          <a:xfrm>
            <a:off x="3304481" y="3379389"/>
            <a:ext cx="356623" cy="370105"/>
            <a:chOff x="3307156" y="3365314"/>
            <a:chExt cx="356623" cy="370105"/>
          </a:xfrm>
        </p:grpSpPr>
        <p:sp>
          <p:nvSpPr>
            <p:cNvPr id="20118" name="Google Shape;20118;p140"/>
            <p:cNvSpPr/>
            <p:nvPr/>
          </p:nvSpPr>
          <p:spPr>
            <a:xfrm>
              <a:off x="3534465" y="3485683"/>
              <a:ext cx="129314" cy="71346"/>
            </a:xfrm>
            <a:custGeom>
              <a:avLst/>
              <a:gdLst/>
              <a:ahLst/>
              <a:cxnLst/>
              <a:rect l="l" t="t" r="r" b="b"/>
              <a:pathLst>
                <a:path w="4930" h="2720" extrusionOk="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9" name="Google Shape;20119;p140"/>
            <p:cNvSpPr/>
            <p:nvPr/>
          </p:nvSpPr>
          <p:spPr>
            <a:xfrm>
              <a:off x="3545481" y="3518235"/>
              <a:ext cx="117956" cy="38794"/>
            </a:xfrm>
            <a:custGeom>
              <a:avLst/>
              <a:gdLst/>
              <a:ahLst/>
              <a:cxnLst/>
              <a:rect l="l" t="t" r="r" b="b"/>
              <a:pathLst>
                <a:path w="4497" h="1479" extrusionOk="0">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0" name="Google Shape;20120;p140"/>
            <p:cNvSpPr/>
            <p:nvPr/>
          </p:nvSpPr>
          <p:spPr>
            <a:xfrm>
              <a:off x="3356075" y="3631522"/>
              <a:ext cx="96762" cy="103897"/>
            </a:xfrm>
            <a:custGeom>
              <a:avLst/>
              <a:gdLst/>
              <a:ahLst/>
              <a:cxnLst/>
              <a:rect l="l" t="t" r="r" b="b"/>
              <a:pathLst>
                <a:path w="3689" h="3961" extrusionOk="0">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1" name="Google Shape;20121;p140"/>
            <p:cNvSpPr/>
            <p:nvPr/>
          </p:nvSpPr>
          <p:spPr>
            <a:xfrm>
              <a:off x="3356075" y="3631522"/>
              <a:ext cx="59778" cy="102638"/>
            </a:xfrm>
            <a:custGeom>
              <a:avLst/>
              <a:gdLst/>
              <a:ahLst/>
              <a:cxnLst/>
              <a:rect l="l" t="t" r="r" b="b"/>
              <a:pathLst>
                <a:path w="2279" h="3913" extrusionOk="0">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2" name="Google Shape;20122;p140"/>
            <p:cNvSpPr/>
            <p:nvPr/>
          </p:nvSpPr>
          <p:spPr>
            <a:xfrm>
              <a:off x="3478962" y="3563403"/>
              <a:ext cx="101222" cy="161236"/>
            </a:xfrm>
            <a:custGeom>
              <a:avLst/>
              <a:gdLst/>
              <a:ahLst/>
              <a:cxnLst/>
              <a:rect l="l" t="t" r="r" b="b"/>
              <a:pathLst>
                <a:path w="3859" h="6147" extrusionOk="0">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3" name="Google Shape;20123;p140"/>
            <p:cNvSpPr/>
            <p:nvPr/>
          </p:nvSpPr>
          <p:spPr>
            <a:xfrm>
              <a:off x="3478962" y="3573711"/>
              <a:ext cx="68146" cy="150324"/>
            </a:xfrm>
            <a:custGeom>
              <a:avLst/>
              <a:gdLst/>
              <a:ahLst/>
              <a:cxnLst/>
              <a:rect l="l" t="t" r="r" b="b"/>
              <a:pathLst>
                <a:path w="2598" h="5731" extrusionOk="0">
                  <a:moveTo>
                    <a:pt x="618" y="1"/>
                  </a:moveTo>
                  <a:lnTo>
                    <a:pt x="1" y="4279"/>
                  </a:lnTo>
                  <a:cubicBezTo>
                    <a:pt x="652" y="4889"/>
                    <a:pt x="1581" y="5513"/>
                    <a:pt x="2598" y="5730"/>
                  </a:cubicBezTo>
                  <a:lnTo>
                    <a:pt x="618"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4" name="Google Shape;20124;p140"/>
            <p:cNvSpPr/>
            <p:nvPr/>
          </p:nvSpPr>
          <p:spPr>
            <a:xfrm>
              <a:off x="3382383" y="3674749"/>
              <a:ext cx="32368" cy="34151"/>
            </a:xfrm>
            <a:custGeom>
              <a:avLst/>
              <a:gdLst/>
              <a:ahLst/>
              <a:cxnLst/>
              <a:rect l="l" t="t" r="r" b="b"/>
              <a:pathLst>
                <a:path w="1234" h="1302" extrusionOk="0">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5" name="Google Shape;20125;p140"/>
            <p:cNvSpPr/>
            <p:nvPr/>
          </p:nvSpPr>
          <p:spPr>
            <a:xfrm>
              <a:off x="3551698" y="3514484"/>
              <a:ext cx="80972" cy="19069"/>
            </a:xfrm>
            <a:custGeom>
              <a:avLst/>
              <a:gdLst/>
              <a:ahLst/>
              <a:cxnLst/>
              <a:rect l="l" t="t" r="r" b="b"/>
              <a:pathLst>
                <a:path w="3087" h="727" extrusionOk="0">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6" name="Google Shape;20126;p140"/>
            <p:cNvSpPr/>
            <p:nvPr/>
          </p:nvSpPr>
          <p:spPr>
            <a:xfrm>
              <a:off x="3490241" y="3574787"/>
              <a:ext cx="49575" cy="107254"/>
            </a:xfrm>
            <a:custGeom>
              <a:avLst/>
              <a:gdLst/>
              <a:ahLst/>
              <a:cxnLst/>
              <a:rect l="l" t="t" r="r" b="b"/>
              <a:pathLst>
                <a:path w="1890" h="4089" extrusionOk="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7" name="Google Shape;20127;p140"/>
            <p:cNvSpPr/>
            <p:nvPr/>
          </p:nvSpPr>
          <p:spPr>
            <a:xfrm>
              <a:off x="3307156" y="3365314"/>
              <a:ext cx="345239" cy="335508"/>
            </a:xfrm>
            <a:custGeom>
              <a:avLst/>
              <a:gdLst/>
              <a:ahLst/>
              <a:cxnLst/>
              <a:rect l="l" t="t" r="r" b="b"/>
              <a:pathLst>
                <a:path w="13162" h="12791" extrusionOk="0">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8" name="Google Shape;20128;p140"/>
            <p:cNvSpPr/>
            <p:nvPr/>
          </p:nvSpPr>
          <p:spPr>
            <a:xfrm>
              <a:off x="3376167" y="3431859"/>
              <a:ext cx="199453" cy="203623"/>
            </a:xfrm>
            <a:custGeom>
              <a:avLst/>
              <a:gdLst/>
              <a:ahLst/>
              <a:cxnLst/>
              <a:rect l="l" t="t" r="r" b="b"/>
              <a:pathLst>
                <a:path w="7604" h="7763" extrusionOk="0">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9" name="Google Shape;20129;p140"/>
            <p:cNvSpPr/>
            <p:nvPr/>
          </p:nvSpPr>
          <p:spPr>
            <a:xfrm>
              <a:off x="3390803" y="3461499"/>
              <a:ext cx="99228" cy="74887"/>
            </a:xfrm>
            <a:custGeom>
              <a:avLst/>
              <a:gdLst/>
              <a:ahLst/>
              <a:cxnLst/>
              <a:rect l="l" t="t" r="r" b="b"/>
              <a:pathLst>
                <a:path w="3783" h="2855" extrusionOk="0">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0" name="Google Shape;20130;p140"/>
            <p:cNvSpPr/>
            <p:nvPr/>
          </p:nvSpPr>
          <p:spPr>
            <a:xfrm>
              <a:off x="3369058" y="3464516"/>
              <a:ext cx="29902" cy="29719"/>
            </a:xfrm>
            <a:custGeom>
              <a:avLst/>
              <a:gdLst/>
              <a:ahLst/>
              <a:cxnLst/>
              <a:rect l="l" t="t" r="r" b="b"/>
              <a:pathLst>
                <a:path w="1140" h="1133" extrusionOk="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1" name="Google Shape;20131;p140"/>
            <p:cNvSpPr/>
            <p:nvPr/>
          </p:nvSpPr>
          <p:spPr>
            <a:xfrm>
              <a:off x="3386475" y="3446732"/>
              <a:ext cx="29902" cy="29902"/>
            </a:xfrm>
            <a:custGeom>
              <a:avLst/>
              <a:gdLst/>
              <a:ahLst/>
              <a:cxnLst/>
              <a:rect l="l" t="t" r="r" b="b"/>
              <a:pathLst>
                <a:path w="1140" h="1140" extrusionOk="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2" name="Google Shape;20132;p140"/>
            <p:cNvSpPr/>
            <p:nvPr/>
          </p:nvSpPr>
          <p:spPr>
            <a:xfrm>
              <a:off x="3390042" y="3471099"/>
              <a:ext cx="29719" cy="29719"/>
            </a:xfrm>
            <a:custGeom>
              <a:avLst/>
              <a:gdLst/>
              <a:ahLst/>
              <a:cxnLst/>
              <a:rect l="l" t="t" r="r" b="b"/>
              <a:pathLst>
                <a:path w="1133" h="1133" extrusionOk="0">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33" name="Google Shape;20133;p140"/>
          <p:cNvGrpSpPr/>
          <p:nvPr/>
        </p:nvGrpSpPr>
        <p:grpSpPr>
          <a:xfrm>
            <a:off x="7422407" y="1980107"/>
            <a:ext cx="372807" cy="370079"/>
            <a:chOff x="7422407" y="1980107"/>
            <a:chExt cx="372807" cy="370079"/>
          </a:xfrm>
        </p:grpSpPr>
        <p:sp>
          <p:nvSpPr>
            <p:cNvPr id="20134" name="Google Shape;20134;p140"/>
            <p:cNvSpPr/>
            <p:nvPr/>
          </p:nvSpPr>
          <p:spPr>
            <a:xfrm>
              <a:off x="7422407" y="2057670"/>
              <a:ext cx="90546" cy="89680"/>
            </a:xfrm>
            <a:custGeom>
              <a:avLst/>
              <a:gdLst/>
              <a:ahLst/>
              <a:cxnLst/>
              <a:rect l="l" t="t" r="r" b="b"/>
              <a:pathLst>
                <a:path w="3452" h="3419" extrusionOk="0">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5" name="Google Shape;20135;p140"/>
            <p:cNvSpPr/>
            <p:nvPr/>
          </p:nvSpPr>
          <p:spPr>
            <a:xfrm>
              <a:off x="7704668" y="2057670"/>
              <a:ext cx="90546" cy="89680"/>
            </a:xfrm>
            <a:custGeom>
              <a:avLst/>
              <a:gdLst/>
              <a:ahLst/>
              <a:cxnLst/>
              <a:rect l="l" t="t" r="r" b="b"/>
              <a:pathLst>
                <a:path w="3452" h="3419" extrusionOk="0">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6" name="Google Shape;20136;p140"/>
            <p:cNvSpPr/>
            <p:nvPr/>
          </p:nvSpPr>
          <p:spPr>
            <a:xfrm>
              <a:off x="7469175" y="1981340"/>
              <a:ext cx="278720" cy="350984"/>
            </a:xfrm>
            <a:custGeom>
              <a:avLst/>
              <a:gdLst/>
              <a:ahLst/>
              <a:cxnLst/>
              <a:rect l="l" t="t" r="r" b="b"/>
              <a:pathLst>
                <a:path w="10626" h="13381" extrusionOk="0">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7" name="Google Shape;20137;p140"/>
            <p:cNvSpPr/>
            <p:nvPr/>
          </p:nvSpPr>
          <p:spPr>
            <a:xfrm>
              <a:off x="7443207" y="1980107"/>
              <a:ext cx="189276" cy="352295"/>
            </a:xfrm>
            <a:custGeom>
              <a:avLst/>
              <a:gdLst/>
              <a:ahLst/>
              <a:cxnLst/>
              <a:rect l="l" t="t" r="r" b="b"/>
              <a:pathLst>
                <a:path w="7216" h="13431" extrusionOk="0">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8" name="Google Shape;20138;p140"/>
            <p:cNvSpPr/>
            <p:nvPr/>
          </p:nvSpPr>
          <p:spPr>
            <a:xfrm>
              <a:off x="7456007" y="2181790"/>
              <a:ext cx="302038" cy="168370"/>
            </a:xfrm>
            <a:custGeom>
              <a:avLst/>
              <a:gdLst/>
              <a:ahLst/>
              <a:cxnLst/>
              <a:rect l="l" t="t" r="r" b="b"/>
              <a:pathLst>
                <a:path w="11515" h="6419" extrusionOk="0">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9" name="Google Shape;20139;p140"/>
            <p:cNvSpPr/>
            <p:nvPr/>
          </p:nvSpPr>
          <p:spPr>
            <a:xfrm>
              <a:off x="7757469" y="2189108"/>
              <a:ext cx="210" cy="26"/>
            </a:xfrm>
            <a:custGeom>
              <a:avLst/>
              <a:gdLst/>
              <a:ahLst/>
              <a:cxnLst/>
              <a:rect l="l" t="t" r="r" b="b"/>
              <a:pathLst>
                <a:path w="8" h="1" extrusionOk="0">
                  <a:moveTo>
                    <a:pt x="1" y="1"/>
                  </a:moveTo>
                  <a:lnTo>
                    <a:pt x="1" y="1"/>
                  </a:lnTo>
                  <a:lnTo>
                    <a:pt x="8" y="1"/>
                  </a:ln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0" name="Google Shape;20140;p140"/>
            <p:cNvSpPr/>
            <p:nvPr/>
          </p:nvSpPr>
          <p:spPr>
            <a:xfrm>
              <a:off x="7578554" y="2076896"/>
              <a:ext cx="59778" cy="57286"/>
            </a:xfrm>
            <a:custGeom>
              <a:avLst/>
              <a:gdLst/>
              <a:ahLst/>
              <a:cxnLst/>
              <a:rect l="l" t="t" r="r" b="b"/>
              <a:pathLst>
                <a:path w="2279" h="2184" extrusionOk="0">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1" name="Google Shape;20141;p140"/>
            <p:cNvSpPr/>
            <p:nvPr/>
          </p:nvSpPr>
          <p:spPr>
            <a:xfrm>
              <a:off x="7542802" y="2051820"/>
              <a:ext cx="23869" cy="29902"/>
            </a:xfrm>
            <a:custGeom>
              <a:avLst/>
              <a:gdLst/>
              <a:ahLst/>
              <a:cxnLst/>
              <a:rect l="l" t="t" r="r" b="b"/>
              <a:pathLst>
                <a:path w="910" h="1140" extrusionOk="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2" name="Google Shape;20142;p140"/>
            <p:cNvSpPr/>
            <p:nvPr/>
          </p:nvSpPr>
          <p:spPr>
            <a:xfrm>
              <a:off x="7650240" y="2051820"/>
              <a:ext cx="23843" cy="29902"/>
            </a:xfrm>
            <a:custGeom>
              <a:avLst/>
              <a:gdLst/>
              <a:ahLst/>
              <a:cxnLst/>
              <a:rect l="l" t="t" r="r" b="b"/>
              <a:pathLst>
                <a:path w="909" h="1140" extrusionOk="0">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3" name="Google Shape;20143;p140"/>
            <p:cNvSpPr/>
            <p:nvPr/>
          </p:nvSpPr>
          <p:spPr>
            <a:xfrm>
              <a:off x="7582462" y="2100582"/>
              <a:ext cx="51778" cy="22768"/>
            </a:xfrm>
            <a:custGeom>
              <a:avLst/>
              <a:gdLst/>
              <a:ahLst/>
              <a:cxnLst/>
              <a:rect l="l" t="t" r="r" b="b"/>
              <a:pathLst>
                <a:path w="1974" h="868" extrusionOk="0">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4" name="Google Shape;20144;p140"/>
            <p:cNvSpPr/>
            <p:nvPr/>
          </p:nvSpPr>
          <p:spPr>
            <a:xfrm>
              <a:off x="7548678" y="2057853"/>
              <a:ext cx="11935" cy="11961"/>
            </a:xfrm>
            <a:custGeom>
              <a:avLst/>
              <a:gdLst/>
              <a:ahLst/>
              <a:cxnLst/>
              <a:rect l="l" t="t" r="r" b="b"/>
              <a:pathLst>
                <a:path w="455" h="456" extrusionOk="0">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5" name="Google Shape;20145;p140"/>
            <p:cNvSpPr/>
            <p:nvPr/>
          </p:nvSpPr>
          <p:spPr>
            <a:xfrm>
              <a:off x="7656273" y="2057853"/>
              <a:ext cx="11935" cy="11961"/>
            </a:xfrm>
            <a:custGeom>
              <a:avLst/>
              <a:gdLst/>
              <a:ahLst/>
              <a:cxnLst/>
              <a:rect l="l" t="t" r="r" b="b"/>
              <a:pathLst>
                <a:path w="455" h="456" extrusionOk="0">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6" name="Google Shape;20146;p140"/>
            <p:cNvSpPr/>
            <p:nvPr/>
          </p:nvSpPr>
          <p:spPr>
            <a:xfrm>
              <a:off x="7455824" y="2181974"/>
              <a:ext cx="194784" cy="168213"/>
            </a:xfrm>
            <a:custGeom>
              <a:avLst/>
              <a:gdLst/>
              <a:ahLst/>
              <a:cxnLst/>
              <a:rect l="l" t="t" r="r" b="b"/>
              <a:pathLst>
                <a:path w="7426" h="6413" extrusionOk="0">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47" name="Google Shape;20147;p140"/>
          <p:cNvGrpSpPr/>
          <p:nvPr/>
        </p:nvGrpSpPr>
        <p:grpSpPr>
          <a:xfrm>
            <a:off x="6916141" y="2906184"/>
            <a:ext cx="289737" cy="370394"/>
            <a:chOff x="6916141" y="2906184"/>
            <a:chExt cx="289737" cy="370394"/>
          </a:xfrm>
        </p:grpSpPr>
        <p:sp>
          <p:nvSpPr>
            <p:cNvPr id="20148" name="Google Shape;20148;p140"/>
            <p:cNvSpPr/>
            <p:nvPr/>
          </p:nvSpPr>
          <p:spPr>
            <a:xfrm>
              <a:off x="7003199" y="2916073"/>
              <a:ext cx="44827" cy="64159"/>
            </a:xfrm>
            <a:custGeom>
              <a:avLst/>
              <a:gdLst/>
              <a:ahLst/>
              <a:cxnLst/>
              <a:rect l="l" t="t" r="r" b="b"/>
              <a:pathLst>
                <a:path w="1709" h="2446" extrusionOk="0">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9" name="Google Shape;20149;p140"/>
            <p:cNvSpPr/>
            <p:nvPr/>
          </p:nvSpPr>
          <p:spPr>
            <a:xfrm>
              <a:off x="7073967" y="3099551"/>
              <a:ext cx="44853" cy="64159"/>
            </a:xfrm>
            <a:custGeom>
              <a:avLst/>
              <a:gdLst/>
              <a:ahLst/>
              <a:cxnLst/>
              <a:rect l="l" t="t" r="r" b="b"/>
              <a:pathLst>
                <a:path w="1710" h="2446" extrusionOk="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0" name="Google Shape;20150;p140"/>
            <p:cNvSpPr/>
            <p:nvPr/>
          </p:nvSpPr>
          <p:spPr>
            <a:xfrm>
              <a:off x="7120762" y="2985530"/>
              <a:ext cx="64945" cy="41496"/>
            </a:xfrm>
            <a:custGeom>
              <a:avLst/>
              <a:gdLst/>
              <a:ahLst/>
              <a:cxnLst/>
              <a:rect l="l" t="t" r="r" b="b"/>
              <a:pathLst>
                <a:path w="2476" h="1582" extrusionOk="0">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1" name="Google Shape;20151;p140"/>
            <p:cNvSpPr/>
            <p:nvPr/>
          </p:nvSpPr>
          <p:spPr>
            <a:xfrm>
              <a:off x="6936312" y="3052967"/>
              <a:ext cx="65129" cy="41470"/>
            </a:xfrm>
            <a:custGeom>
              <a:avLst/>
              <a:gdLst/>
              <a:ahLst/>
              <a:cxnLst/>
              <a:rect l="l" t="t" r="r" b="b"/>
              <a:pathLst>
                <a:path w="2483" h="1581" extrusionOk="0">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2" name="Google Shape;20152;p140"/>
            <p:cNvSpPr/>
            <p:nvPr/>
          </p:nvSpPr>
          <p:spPr>
            <a:xfrm>
              <a:off x="7073967" y="2916073"/>
              <a:ext cx="44853" cy="64159"/>
            </a:xfrm>
            <a:custGeom>
              <a:avLst/>
              <a:gdLst/>
              <a:ahLst/>
              <a:cxnLst/>
              <a:rect l="l" t="t" r="r" b="b"/>
              <a:pathLst>
                <a:path w="1710" h="2446" extrusionOk="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3" name="Google Shape;20153;p140"/>
            <p:cNvSpPr/>
            <p:nvPr/>
          </p:nvSpPr>
          <p:spPr>
            <a:xfrm>
              <a:off x="7003199" y="3099551"/>
              <a:ext cx="44827" cy="64159"/>
            </a:xfrm>
            <a:custGeom>
              <a:avLst/>
              <a:gdLst/>
              <a:ahLst/>
              <a:cxnLst/>
              <a:rect l="l" t="t" r="r" b="b"/>
              <a:pathLst>
                <a:path w="1709" h="2446" extrusionOk="0">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4" name="Google Shape;20154;p140"/>
            <p:cNvSpPr/>
            <p:nvPr/>
          </p:nvSpPr>
          <p:spPr>
            <a:xfrm>
              <a:off x="7120762" y="3052967"/>
              <a:ext cx="64945" cy="41338"/>
            </a:xfrm>
            <a:custGeom>
              <a:avLst/>
              <a:gdLst/>
              <a:ahLst/>
              <a:cxnLst/>
              <a:rect l="l" t="t" r="r" b="b"/>
              <a:pathLst>
                <a:path w="2476" h="1576" extrusionOk="0">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5" name="Google Shape;20155;p140"/>
            <p:cNvSpPr/>
            <p:nvPr/>
          </p:nvSpPr>
          <p:spPr>
            <a:xfrm>
              <a:off x="6936496" y="2985477"/>
              <a:ext cx="64945" cy="41548"/>
            </a:xfrm>
            <a:custGeom>
              <a:avLst/>
              <a:gdLst/>
              <a:ahLst/>
              <a:cxnLst/>
              <a:rect l="l" t="t" r="r" b="b"/>
              <a:pathLst>
                <a:path w="2476" h="1584" extrusionOk="0">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6" name="Google Shape;20156;p140"/>
            <p:cNvSpPr/>
            <p:nvPr/>
          </p:nvSpPr>
          <p:spPr>
            <a:xfrm>
              <a:off x="7022032" y="3104902"/>
              <a:ext cx="77929" cy="171675"/>
            </a:xfrm>
            <a:custGeom>
              <a:avLst/>
              <a:gdLst/>
              <a:ahLst/>
              <a:cxnLst/>
              <a:rect l="l" t="t" r="r" b="b"/>
              <a:pathLst>
                <a:path w="2971" h="6545" extrusionOk="0">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7" name="Google Shape;20157;p140"/>
            <p:cNvSpPr/>
            <p:nvPr/>
          </p:nvSpPr>
          <p:spPr>
            <a:xfrm>
              <a:off x="6916141" y="3148234"/>
              <a:ext cx="121471" cy="83359"/>
            </a:xfrm>
            <a:custGeom>
              <a:avLst/>
              <a:gdLst/>
              <a:ahLst/>
              <a:cxnLst/>
              <a:rect l="l" t="t" r="r" b="b"/>
              <a:pathLst>
                <a:path w="4631" h="3178" extrusionOk="0">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8" name="Google Shape;20158;p140"/>
            <p:cNvSpPr/>
            <p:nvPr/>
          </p:nvSpPr>
          <p:spPr>
            <a:xfrm>
              <a:off x="7084407" y="3148234"/>
              <a:ext cx="121471" cy="83359"/>
            </a:xfrm>
            <a:custGeom>
              <a:avLst/>
              <a:gdLst/>
              <a:ahLst/>
              <a:cxnLst/>
              <a:rect l="l" t="t" r="r" b="b"/>
              <a:pathLst>
                <a:path w="4631" h="3178" extrusionOk="0">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9" name="Google Shape;20159;p140"/>
            <p:cNvSpPr/>
            <p:nvPr/>
          </p:nvSpPr>
          <p:spPr>
            <a:xfrm>
              <a:off x="7037508" y="2906184"/>
              <a:ext cx="46978" cy="62847"/>
            </a:xfrm>
            <a:custGeom>
              <a:avLst/>
              <a:gdLst/>
              <a:ahLst/>
              <a:cxnLst/>
              <a:rect l="l" t="t" r="r" b="b"/>
              <a:pathLst>
                <a:path w="1791" h="2396" extrusionOk="0">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0" name="Google Shape;20160;p140"/>
            <p:cNvSpPr/>
            <p:nvPr/>
          </p:nvSpPr>
          <p:spPr>
            <a:xfrm>
              <a:off x="7037508" y="3110752"/>
              <a:ext cx="47162" cy="62900"/>
            </a:xfrm>
            <a:custGeom>
              <a:avLst/>
              <a:gdLst/>
              <a:ahLst/>
              <a:cxnLst/>
              <a:rect l="l" t="t" r="r" b="b"/>
              <a:pathLst>
                <a:path w="1798" h="2398" extrusionOk="0">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1" name="Google Shape;20161;p140"/>
            <p:cNvSpPr/>
            <p:nvPr/>
          </p:nvSpPr>
          <p:spPr>
            <a:xfrm>
              <a:off x="7131962" y="3022225"/>
              <a:ext cx="63345" cy="35463"/>
            </a:xfrm>
            <a:custGeom>
              <a:avLst/>
              <a:gdLst/>
              <a:ahLst/>
              <a:cxnLst/>
              <a:rect l="l" t="t" r="r" b="b"/>
              <a:pathLst>
                <a:path w="2415" h="1352" extrusionOk="0">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2" name="Google Shape;20162;p140"/>
            <p:cNvSpPr/>
            <p:nvPr/>
          </p:nvSpPr>
          <p:spPr>
            <a:xfrm>
              <a:off x="6926896" y="3022199"/>
              <a:ext cx="63345" cy="35489"/>
            </a:xfrm>
            <a:custGeom>
              <a:avLst/>
              <a:gdLst/>
              <a:ahLst/>
              <a:cxnLst/>
              <a:rect l="l" t="t" r="r" b="b"/>
              <a:pathLst>
                <a:path w="2415" h="1353" extrusionOk="0">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3" name="Google Shape;20163;p140"/>
            <p:cNvSpPr/>
            <p:nvPr/>
          </p:nvSpPr>
          <p:spPr>
            <a:xfrm>
              <a:off x="7100302" y="2944558"/>
              <a:ext cx="56526" cy="56132"/>
            </a:xfrm>
            <a:custGeom>
              <a:avLst/>
              <a:gdLst/>
              <a:ahLst/>
              <a:cxnLst/>
              <a:rect l="l" t="t" r="r" b="b"/>
              <a:pathLst>
                <a:path w="2155" h="2140" extrusionOk="0">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4" name="Google Shape;20164;p140"/>
            <p:cNvSpPr/>
            <p:nvPr/>
          </p:nvSpPr>
          <p:spPr>
            <a:xfrm>
              <a:off x="6965218" y="3079092"/>
              <a:ext cx="56499" cy="56158"/>
            </a:xfrm>
            <a:custGeom>
              <a:avLst/>
              <a:gdLst/>
              <a:ahLst/>
              <a:cxnLst/>
              <a:rect l="l" t="t" r="r" b="b"/>
              <a:pathLst>
                <a:path w="2154" h="2141" extrusionOk="0">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5" name="Google Shape;20165;p140"/>
            <p:cNvSpPr/>
            <p:nvPr/>
          </p:nvSpPr>
          <p:spPr>
            <a:xfrm>
              <a:off x="7100302" y="3079276"/>
              <a:ext cx="56499" cy="56027"/>
            </a:xfrm>
            <a:custGeom>
              <a:avLst/>
              <a:gdLst/>
              <a:ahLst/>
              <a:cxnLst/>
              <a:rect l="l" t="t" r="r" b="b"/>
              <a:pathLst>
                <a:path w="2154" h="2136" extrusionOk="0">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6" name="Google Shape;20166;p140"/>
            <p:cNvSpPr/>
            <p:nvPr/>
          </p:nvSpPr>
          <p:spPr>
            <a:xfrm>
              <a:off x="6965218" y="2944558"/>
              <a:ext cx="56499" cy="56132"/>
            </a:xfrm>
            <a:custGeom>
              <a:avLst/>
              <a:gdLst/>
              <a:ahLst/>
              <a:cxnLst/>
              <a:rect l="l" t="t" r="r" b="b"/>
              <a:pathLst>
                <a:path w="2154" h="2140" extrusionOk="0">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7" name="Google Shape;20167;p140"/>
            <p:cNvSpPr/>
            <p:nvPr/>
          </p:nvSpPr>
          <p:spPr>
            <a:xfrm>
              <a:off x="6984156" y="2963129"/>
              <a:ext cx="153708" cy="153524"/>
            </a:xfrm>
            <a:custGeom>
              <a:avLst/>
              <a:gdLst/>
              <a:ahLst/>
              <a:cxnLst/>
              <a:rect l="l" t="t" r="r" b="b"/>
              <a:pathLst>
                <a:path w="5860" h="5853" extrusionOk="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8" name="Google Shape;20168;p140"/>
            <p:cNvSpPr/>
            <p:nvPr/>
          </p:nvSpPr>
          <p:spPr>
            <a:xfrm>
              <a:off x="7001940" y="2980756"/>
              <a:ext cx="118114" cy="118297"/>
            </a:xfrm>
            <a:custGeom>
              <a:avLst/>
              <a:gdLst/>
              <a:ahLst/>
              <a:cxnLst/>
              <a:rect l="l" t="t" r="r" b="b"/>
              <a:pathLst>
                <a:path w="4503" h="4510" extrusionOk="0">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69" name="Google Shape;20169;p140"/>
          <p:cNvGrpSpPr/>
          <p:nvPr/>
        </p:nvGrpSpPr>
        <p:grpSpPr>
          <a:xfrm>
            <a:off x="7970194" y="2013577"/>
            <a:ext cx="372676" cy="331731"/>
            <a:chOff x="7970194" y="2013577"/>
            <a:chExt cx="372676" cy="331731"/>
          </a:xfrm>
        </p:grpSpPr>
        <p:sp>
          <p:nvSpPr>
            <p:cNvPr id="20170" name="Google Shape;20170;p140"/>
            <p:cNvSpPr/>
            <p:nvPr/>
          </p:nvSpPr>
          <p:spPr>
            <a:xfrm>
              <a:off x="8092032" y="2284533"/>
              <a:ext cx="102454" cy="60775"/>
            </a:xfrm>
            <a:custGeom>
              <a:avLst/>
              <a:gdLst/>
              <a:ahLst/>
              <a:cxnLst/>
              <a:rect l="l" t="t" r="r" b="b"/>
              <a:pathLst>
                <a:path w="3906" h="2317" extrusionOk="0">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1" name="Google Shape;20171;p140"/>
            <p:cNvSpPr/>
            <p:nvPr/>
          </p:nvSpPr>
          <p:spPr>
            <a:xfrm>
              <a:off x="8116741" y="2284533"/>
              <a:ext cx="77746" cy="60775"/>
            </a:xfrm>
            <a:custGeom>
              <a:avLst/>
              <a:gdLst/>
              <a:ahLst/>
              <a:cxnLst/>
              <a:rect l="l" t="t" r="r" b="b"/>
              <a:pathLst>
                <a:path w="2964" h="2317" extrusionOk="0">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2" name="Google Shape;20172;p140"/>
            <p:cNvSpPr/>
            <p:nvPr/>
          </p:nvSpPr>
          <p:spPr>
            <a:xfrm>
              <a:off x="7970194" y="2104805"/>
              <a:ext cx="38086" cy="48578"/>
            </a:xfrm>
            <a:custGeom>
              <a:avLst/>
              <a:gdLst/>
              <a:ahLst/>
              <a:cxnLst/>
              <a:rect l="l" t="t" r="r" b="b"/>
              <a:pathLst>
                <a:path w="1452" h="1852" extrusionOk="0">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3" name="Google Shape;20173;p140"/>
            <p:cNvSpPr/>
            <p:nvPr/>
          </p:nvSpPr>
          <p:spPr>
            <a:xfrm>
              <a:off x="7984961" y="2013577"/>
              <a:ext cx="357908" cy="288687"/>
            </a:xfrm>
            <a:custGeom>
              <a:avLst/>
              <a:gdLst/>
              <a:ahLst/>
              <a:cxnLst/>
              <a:rect l="l" t="t" r="r" b="b"/>
              <a:pathLst>
                <a:path w="13645" h="11006" extrusionOk="0">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4" name="Google Shape;20174;p140"/>
            <p:cNvSpPr/>
            <p:nvPr/>
          </p:nvSpPr>
          <p:spPr>
            <a:xfrm>
              <a:off x="7984961" y="2013577"/>
              <a:ext cx="244385" cy="288687"/>
            </a:xfrm>
            <a:custGeom>
              <a:avLst/>
              <a:gdLst/>
              <a:ahLst/>
              <a:cxnLst/>
              <a:rect l="l" t="t" r="r" b="b"/>
              <a:pathLst>
                <a:path w="9317" h="11006" extrusionOk="0">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5" name="Google Shape;20175;p140"/>
            <p:cNvSpPr/>
            <p:nvPr/>
          </p:nvSpPr>
          <p:spPr>
            <a:xfrm>
              <a:off x="8083875" y="2093447"/>
              <a:ext cx="208974" cy="129786"/>
            </a:xfrm>
            <a:custGeom>
              <a:avLst/>
              <a:gdLst/>
              <a:ahLst/>
              <a:cxnLst/>
              <a:rect l="l" t="t" r="r" b="b"/>
              <a:pathLst>
                <a:path w="7967" h="4948" extrusionOk="0">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6" name="Google Shape;20176;p140"/>
            <p:cNvSpPr/>
            <p:nvPr/>
          </p:nvSpPr>
          <p:spPr>
            <a:xfrm>
              <a:off x="8108505" y="2142707"/>
              <a:ext cx="184292" cy="80552"/>
            </a:xfrm>
            <a:custGeom>
              <a:avLst/>
              <a:gdLst/>
              <a:ahLst/>
              <a:cxnLst/>
              <a:rect l="l" t="t" r="r" b="b"/>
              <a:pathLst>
                <a:path w="7026" h="3071" extrusionOk="0">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7" name="Google Shape;20177;p140"/>
            <p:cNvSpPr/>
            <p:nvPr/>
          </p:nvSpPr>
          <p:spPr>
            <a:xfrm>
              <a:off x="8032805" y="2087388"/>
              <a:ext cx="36827" cy="42886"/>
            </a:xfrm>
            <a:custGeom>
              <a:avLst/>
              <a:gdLst/>
              <a:ahLst/>
              <a:cxnLst/>
              <a:rect l="l" t="t" r="r" b="b"/>
              <a:pathLst>
                <a:path w="1404" h="1635" extrusionOk="0">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8" name="Google Shape;20178;p140"/>
            <p:cNvSpPr/>
            <p:nvPr/>
          </p:nvSpPr>
          <p:spPr>
            <a:xfrm>
              <a:off x="8051297" y="2087388"/>
              <a:ext cx="18518" cy="30742"/>
            </a:xfrm>
            <a:custGeom>
              <a:avLst/>
              <a:gdLst/>
              <a:ahLst/>
              <a:cxnLst/>
              <a:rect l="l" t="t" r="r" b="b"/>
              <a:pathLst>
                <a:path w="706" h="1172" extrusionOk="0">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9" name="Google Shape;20179;p140"/>
            <p:cNvSpPr/>
            <p:nvPr/>
          </p:nvSpPr>
          <p:spPr>
            <a:xfrm>
              <a:off x="8045081" y="2093421"/>
              <a:ext cx="12276" cy="12302"/>
            </a:xfrm>
            <a:custGeom>
              <a:avLst/>
              <a:gdLst/>
              <a:ahLst/>
              <a:cxnLst/>
              <a:rect l="l" t="t" r="r" b="b"/>
              <a:pathLst>
                <a:path w="468" h="469" extrusionOk="0">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80" name="Google Shape;20180;p140"/>
          <p:cNvGrpSpPr/>
          <p:nvPr/>
        </p:nvGrpSpPr>
        <p:grpSpPr>
          <a:xfrm>
            <a:off x="1416733" y="1512190"/>
            <a:ext cx="332964" cy="370158"/>
            <a:chOff x="1416733" y="1512190"/>
            <a:chExt cx="332964" cy="370158"/>
          </a:xfrm>
        </p:grpSpPr>
        <p:sp>
          <p:nvSpPr>
            <p:cNvPr id="20181" name="Google Shape;20181;p140"/>
            <p:cNvSpPr/>
            <p:nvPr/>
          </p:nvSpPr>
          <p:spPr>
            <a:xfrm>
              <a:off x="1416733" y="1637596"/>
              <a:ext cx="106913" cy="144134"/>
            </a:xfrm>
            <a:custGeom>
              <a:avLst/>
              <a:gdLst/>
              <a:ahLst/>
              <a:cxnLst/>
              <a:rect l="l" t="t" r="r" b="b"/>
              <a:pathLst>
                <a:path w="4076" h="5495" extrusionOk="0">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2" name="Google Shape;20182;p140"/>
            <p:cNvSpPr/>
            <p:nvPr/>
          </p:nvSpPr>
          <p:spPr>
            <a:xfrm>
              <a:off x="1642967" y="1637596"/>
              <a:ext cx="106730" cy="144134"/>
            </a:xfrm>
            <a:custGeom>
              <a:avLst/>
              <a:gdLst/>
              <a:ahLst/>
              <a:cxnLst/>
              <a:rect l="l" t="t" r="r" b="b"/>
              <a:pathLst>
                <a:path w="4069" h="5495" extrusionOk="0">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3" name="Google Shape;20183;p140"/>
            <p:cNvSpPr/>
            <p:nvPr/>
          </p:nvSpPr>
          <p:spPr>
            <a:xfrm>
              <a:off x="1463685" y="1643472"/>
              <a:ext cx="238877" cy="238877"/>
            </a:xfrm>
            <a:custGeom>
              <a:avLst/>
              <a:gdLst/>
              <a:ahLst/>
              <a:cxnLst/>
              <a:rect l="l" t="t" r="r" b="b"/>
              <a:pathLst>
                <a:path w="9107" h="9107" extrusionOk="0">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4" name="Google Shape;20184;p140"/>
            <p:cNvSpPr/>
            <p:nvPr/>
          </p:nvSpPr>
          <p:spPr>
            <a:xfrm>
              <a:off x="1506178" y="1643472"/>
              <a:ext cx="154049" cy="47765"/>
            </a:xfrm>
            <a:custGeom>
              <a:avLst/>
              <a:gdLst/>
              <a:ahLst/>
              <a:cxnLst/>
              <a:rect l="l" t="t" r="r" b="b"/>
              <a:pathLst>
                <a:path w="5873" h="1821" extrusionOk="0">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5" name="Google Shape;20185;p140"/>
            <p:cNvSpPr/>
            <p:nvPr/>
          </p:nvSpPr>
          <p:spPr>
            <a:xfrm>
              <a:off x="1499594" y="1643472"/>
              <a:ext cx="167216" cy="196909"/>
            </a:xfrm>
            <a:custGeom>
              <a:avLst/>
              <a:gdLst/>
              <a:ahLst/>
              <a:cxnLst/>
              <a:rect l="l" t="t" r="r" b="b"/>
              <a:pathLst>
                <a:path w="6375" h="7507" extrusionOk="0">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6" name="Google Shape;20186;p140"/>
            <p:cNvSpPr/>
            <p:nvPr/>
          </p:nvSpPr>
          <p:spPr>
            <a:xfrm>
              <a:off x="1518637" y="1643472"/>
              <a:ext cx="129157" cy="47765"/>
            </a:xfrm>
            <a:custGeom>
              <a:avLst/>
              <a:gdLst/>
              <a:ahLst/>
              <a:cxnLst/>
              <a:rect l="l" t="t" r="r" b="b"/>
              <a:pathLst>
                <a:path w="4924" h="1821" extrusionOk="0">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7" name="Google Shape;20187;p140"/>
            <p:cNvSpPr/>
            <p:nvPr/>
          </p:nvSpPr>
          <p:spPr>
            <a:xfrm>
              <a:off x="1493745" y="1858295"/>
              <a:ext cx="71687" cy="23869"/>
            </a:xfrm>
            <a:custGeom>
              <a:avLst/>
              <a:gdLst/>
              <a:ahLst/>
              <a:cxnLst/>
              <a:rect l="l" t="t" r="r" b="b"/>
              <a:pathLst>
                <a:path w="2733" h="910" extrusionOk="0">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8" name="Google Shape;20188;p140"/>
            <p:cNvSpPr/>
            <p:nvPr/>
          </p:nvSpPr>
          <p:spPr>
            <a:xfrm>
              <a:off x="1493745" y="1858295"/>
              <a:ext cx="47686" cy="23869"/>
            </a:xfrm>
            <a:custGeom>
              <a:avLst/>
              <a:gdLst/>
              <a:ahLst/>
              <a:cxnLst/>
              <a:rect l="l" t="t" r="r" b="b"/>
              <a:pathLst>
                <a:path w="1818" h="910" extrusionOk="0">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9" name="Google Shape;20189;p140"/>
            <p:cNvSpPr/>
            <p:nvPr/>
          </p:nvSpPr>
          <p:spPr>
            <a:xfrm>
              <a:off x="1601156" y="1858295"/>
              <a:ext cx="71713" cy="23869"/>
            </a:xfrm>
            <a:custGeom>
              <a:avLst/>
              <a:gdLst/>
              <a:ahLst/>
              <a:cxnLst/>
              <a:rect l="l" t="t" r="r" b="b"/>
              <a:pathLst>
                <a:path w="2734" h="910" extrusionOk="0">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0" name="Google Shape;20190;p140"/>
            <p:cNvSpPr/>
            <p:nvPr/>
          </p:nvSpPr>
          <p:spPr>
            <a:xfrm>
              <a:off x="1601156" y="1858295"/>
              <a:ext cx="47870" cy="23869"/>
            </a:xfrm>
            <a:custGeom>
              <a:avLst/>
              <a:gdLst/>
              <a:ahLst/>
              <a:cxnLst/>
              <a:rect l="l" t="t" r="r" b="b"/>
              <a:pathLst>
                <a:path w="1825" h="910" extrusionOk="0">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1" name="Google Shape;20191;p140"/>
            <p:cNvSpPr/>
            <p:nvPr/>
          </p:nvSpPr>
          <p:spPr>
            <a:xfrm>
              <a:off x="1499594" y="1512217"/>
              <a:ext cx="167216" cy="167190"/>
            </a:xfrm>
            <a:custGeom>
              <a:avLst/>
              <a:gdLst/>
              <a:ahLst/>
              <a:cxnLst/>
              <a:rect l="l" t="t" r="r" b="b"/>
              <a:pathLst>
                <a:path w="6375" h="6374" extrusionOk="0">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2" name="Google Shape;20192;p140"/>
            <p:cNvSpPr/>
            <p:nvPr/>
          </p:nvSpPr>
          <p:spPr>
            <a:xfrm>
              <a:off x="1566480" y="1620415"/>
              <a:ext cx="33286" cy="32263"/>
            </a:xfrm>
            <a:custGeom>
              <a:avLst/>
              <a:gdLst/>
              <a:ahLst/>
              <a:cxnLst/>
              <a:rect l="l" t="t" r="r" b="b"/>
              <a:pathLst>
                <a:path w="1269" h="1230" extrusionOk="0">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3" name="Google Shape;20193;p140"/>
            <p:cNvSpPr/>
            <p:nvPr/>
          </p:nvSpPr>
          <p:spPr>
            <a:xfrm>
              <a:off x="1499253" y="1512190"/>
              <a:ext cx="98913" cy="167190"/>
            </a:xfrm>
            <a:custGeom>
              <a:avLst/>
              <a:gdLst/>
              <a:ahLst/>
              <a:cxnLst/>
              <a:rect l="l" t="t" r="r" b="b"/>
              <a:pathLst>
                <a:path w="3771" h="6374" extrusionOk="0">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4" name="Google Shape;20194;p140"/>
            <p:cNvSpPr/>
            <p:nvPr/>
          </p:nvSpPr>
          <p:spPr>
            <a:xfrm>
              <a:off x="1499594" y="1512217"/>
              <a:ext cx="167216" cy="86638"/>
            </a:xfrm>
            <a:custGeom>
              <a:avLst/>
              <a:gdLst/>
              <a:ahLst/>
              <a:cxnLst/>
              <a:rect l="l" t="t" r="r" b="b"/>
              <a:pathLst>
                <a:path w="6375" h="3303" extrusionOk="0">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5" name="Google Shape;20195;p140"/>
            <p:cNvSpPr/>
            <p:nvPr/>
          </p:nvSpPr>
          <p:spPr>
            <a:xfrm>
              <a:off x="1499594" y="1512217"/>
              <a:ext cx="98572" cy="86638"/>
            </a:xfrm>
            <a:custGeom>
              <a:avLst/>
              <a:gdLst/>
              <a:ahLst/>
              <a:cxnLst/>
              <a:rect l="l" t="t" r="r" b="b"/>
              <a:pathLst>
                <a:path w="3758" h="3303" extrusionOk="0">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6" name="Google Shape;20196;p140"/>
            <p:cNvSpPr/>
            <p:nvPr/>
          </p:nvSpPr>
          <p:spPr>
            <a:xfrm>
              <a:off x="1535529" y="1583877"/>
              <a:ext cx="23869" cy="29745"/>
            </a:xfrm>
            <a:custGeom>
              <a:avLst/>
              <a:gdLst/>
              <a:ahLst/>
              <a:cxnLst/>
              <a:rect l="l" t="t" r="r" b="b"/>
              <a:pathLst>
                <a:path w="910" h="1134" extrusionOk="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7" name="Google Shape;20197;p140"/>
            <p:cNvSpPr/>
            <p:nvPr/>
          </p:nvSpPr>
          <p:spPr>
            <a:xfrm>
              <a:off x="1541404" y="1589753"/>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8" name="Google Shape;20198;p140"/>
            <p:cNvSpPr/>
            <p:nvPr/>
          </p:nvSpPr>
          <p:spPr>
            <a:xfrm>
              <a:off x="1607032" y="1583877"/>
              <a:ext cx="23843" cy="29719"/>
            </a:xfrm>
            <a:custGeom>
              <a:avLst/>
              <a:gdLst/>
              <a:ahLst/>
              <a:cxnLst/>
              <a:rect l="l" t="t" r="r" b="b"/>
              <a:pathLst>
                <a:path w="909" h="1133" extrusionOk="0">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9" name="Google Shape;20199;p140"/>
            <p:cNvSpPr/>
            <p:nvPr/>
          </p:nvSpPr>
          <p:spPr>
            <a:xfrm>
              <a:off x="1613065" y="1589753"/>
              <a:ext cx="11961" cy="11935"/>
            </a:xfrm>
            <a:custGeom>
              <a:avLst/>
              <a:gdLst/>
              <a:ahLst/>
              <a:cxnLst/>
              <a:rect l="l" t="t" r="r" b="b"/>
              <a:pathLst>
                <a:path w="456" h="455" extrusionOk="0">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00" name="Google Shape;20200;p140"/>
          <p:cNvGrpSpPr/>
          <p:nvPr/>
        </p:nvGrpSpPr>
        <p:grpSpPr>
          <a:xfrm>
            <a:off x="5246366" y="2906105"/>
            <a:ext cx="342852" cy="370079"/>
            <a:chOff x="5246366" y="2906105"/>
            <a:chExt cx="342852" cy="370079"/>
          </a:xfrm>
        </p:grpSpPr>
        <p:sp>
          <p:nvSpPr>
            <p:cNvPr id="20201" name="Google Shape;20201;p140"/>
            <p:cNvSpPr/>
            <p:nvPr/>
          </p:nvSpPr>
          <p:spPr>
            <a:xfrm>
              <a:off x="5410172" y="3089033"/>
              <a:ext cx="179046" cy="163701"/>
            </a:xfrm>
            <a:custGeom>
              <a:avLst/>
              <a:gdLst/>
              <a:ahLst/>
              <a:cxnLst/>
              <a:rect l="l" t="t" r="r" b="b"/>
              <a:pathLst>
                <a:path w="6826" h="6241" extrusionOk="0">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2" name="Google Shape;20202;p140"/>
            <p:cNvSpPr/>
            <p:nvPr/>
          </p:nvSpPr>
          <p:spPr>
            <a:xfrm>
              <a:off x="5405687" y="3137611"/>
              <a:ext cx="24210" cy="138573"/>
            </a:xfrm>
            <a:custGeom>
              <a:avLst/>
              <a:gdLst/>
              <a:ahLst/>
              <a:cxnLst/>
              <a:rect l="l" t="t" r="r" b="b"/>
              <a:pathLst>
                <a:path w="923" h="5283" extrusionOk="0">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3" name="Google Shape;20203;p140"/>
            <p:cNvSpPr/>
            <p:nvPr/>
          </p:nvSpPr>
          <p:spPr>
            <a:xfrm>
              <a:off x="5381660" y="2906105"/>
              <a:ext cx="72237" cy="87110"/>
            </a:xfrm>
            <a:custGeom>
              <a:avLst/>
              <a:gdLst/>
              <a:ahLst/>
              <a:cxnLst/>
              <a:rect l="l" t="t" r="r" b="b"/>
              <a:pathLst>
                <a:path w="2754" h="3321" extrusionOk="0">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4" name="Google Shape;20204;p140"/>
            <p:cNvSpPr/>
            <p:nvPr/>
          </p:nvSpPr>
          <p:spPr>
            <a:xfrm>
              <a:off x="5343076" y="2934093"/>
              <a:ext cx="168108" cy="215820"/>
            </a:xfrm>
            <a:custGeom>
              <a:avLst/>
              <a:gdLst/>
              <a:ahLst/>
              <a:cxnLst/>
              <a:rect l="l" t="t" r="r" b="b"/>
              <a:pathLst>
                <a:path w="6409" h="8228" extrusionOk="0">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5" name="Google Shape;20205;p140"/>
            <p:cNvSpPr/>
            <p:nvPr/>
          </p:nvSpPr>
          <p:spPr>
            <a:xfrm>
              <a:off x="5324584" y="2934093"/>
              <a:ext cx="168108" cy="215820"/>
            </a:xfrm>
            <a:custGeom>
              <a:avLst/>
              <a:gdLst/>
              <a:ahLst/>
              <a:cxnLst/>
              <a:rect l="l" t="t" r="r" b="b"/>
              <a:pathLst>
                <a:path w="6409" h="8228" extrusionOk="0">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6" name="Google Shape;20206;p140"/>
            <p:cNvSpPr/>
            <p:nvPr/>
          </p:nvSpPr>
          <p:spPr>
            <a:xfrm>
              <a:off x="5246366" y="3089033"/>
              <a:ext cx="179046" cy="163701"/>
            </a:xfrm>
            <a:custGeom>
              <a:avLst/>
              <a:gdLst/>
              <a:ahLst/>
              <a:cxnLst/>
              <a:rect l="l" t="t" r="r" b="b"/>
              <a:pathLst>
                <a:path w="6826" h="6241" extrusionOk="0">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07" name="Google Shape;20207;p140"/>
          <p:cNvGrpSpPr/>
          <p:nvPr/>
        </p:nvGrpSpPr>
        <p:grpSpPr>
          <a:xfrm>
            <a:off x="849667" y="2434883"/>
            <a:ext cx="371259" cy="366249"/>
            <a:chOff x="849667" y="2434883"/>
            <a:chExt cx="371259" cy="366249"/>
          </a:xfrm>
        </p:grpSpPr>
        <p:sp>
          <p:nvSpPr>
            <p:cNvPr id="20208" name="Google Shape;20208;p140"/>
            <p:cNvSpPr/>
            <p:nvPr/>
          </p:nvSpPr>
          <p:spPr>
            <a:xfrm>
              <a:off x="956607" y="2434883"/>
              <a:ext cx="258628" cy="145367"/>
            </a:xfrm>
            <a:custGeom>
              <a:avLst/>
              <a:gdLst/>
              <a:ahLst/>
              <a:cxnLst/>
              <a:rect l="l" t="t" r="r" b="b"/>
              <a:pathLst>
                <a:path w="9860" h="5542" extrusionOk="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9" name="Google Shape;20209;p140"/>
            <p:cNvSpPr/>
            <p:nvPr/>
          </p:nvSpPr>
          <p:spPr>
            <a:xfrm>
              <a:off x="1078078" y="2454661"/>
              <a:ext cx="393" cy="210"/>
            </a:xfrm>
            <a:custGeom>
              <a:avLst/>
              <a:gdLst/>
              <a:ahLst/>
              <a:cxnLst/>
              <a:rect l="l" t="t" r="r" b="b"/>
              <a:pathLst>
                <a:path w="15" h="8" extrusionOk="0">
                  <a:moveTo>
                    <a:pt x="1" y="7"/>
                  </a:moveTo>
                  <a:lnTo>
                    <a:pt x="14" y="0"/>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0" name="Google Shape;20210;p140"/>
            <p:cNvSpPr/>
            <p:nvPr/>
          </p:nvSpPr>
          <p:spPr>
            <a:xfrm>
              <a:off x="956790" y="2434883"/>
              <a:ext cx="121314" cy="145183"/>
            </a:xfrm>
            <a:custGeom>
              <a:avLst/>
              <a:gdLst/>
              <a:ahLst/>
              <a:cxnLst/>
              <a:rect l="l" t="t" r="r" b="b"/>
              <a:pathLst>
                <a:path w="4625" h="5535" extrusionOk="0">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1" name="Google Shape;20211;p140"/>
            <p:cNvSpPr/>
            <p:nvPr/>
          </p:nvSpPr>
          <p:spPr>
            <a:xfrm>
              <a:off x="869287" y="2681944"/>
              <a:ext cx="100854" cy="95372"/>
            </a:xfrm>
            <a:custGeom>
              <a:avLst/>
              <a:gdLst/>
              <a:ahLst/>
              <a:cxnLst/>
              <a:rect l="l" t="t" r="r" b="b"/>
              <a:pathLst>
                <a:path w="3845" h="3636" extrusionOk="0">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2" name="Google Shape;20212;p140"/>
            <p:cNvSpPr/>
            <p:nvPr/>
          </p:nvSpPr>
          <p:spPr>
            <a:xfrm>
              <a:off x="880828" y="2681944"/>
              <a:ext cx="89313" cy="95372"/>
            </a:xfrm>
            <a:custGeom>
              <a:avLst/>
              <a:gdLst/>
              <a:ahLst/>
              <a:cxnLst/>
              <a:rect l="l" t="t" r="r" b="b"/>
              <a:pathLst>
                <a:path w="3405" h="3636" extrusionOk="0">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3" name="Google Shape;20213;p140"/>
            <p:cNvSpPr/>
            <p:nvPr/>
          </p:nvSpPr>
          <p:spPr>
            <a:xfrm>
              <a:off x="946456" y="2490674"/>
              <a:ext cx="274471" cy="310458"/>
            </a:xfrm>
            <a:custGeom>
              <a:avLst/>
              <a:gdLst/>
              <a:ahLst/>
              <a:cxnLst/>
              <a:rect l="l" t="t" r="r" b="b"/>
              <a:pathLst>
                <a:path w="10464" h="11836" extrusionOk="0">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4" name="Google Shape;20214;p140"/>
            <p:cNvSpPr/>
            <p:nvPr/>
          </p:nvSpPr>
          <p:spPr>
            <a:xfrm>
              <a:off x="946456" y="2490753"/>
              <a:ext cx="172908" cy="310380"/>
            </a:xfrm>
            <a:custGeom>
              <a:avLst/>
              <a:gdLst/>
              <a:ahLst/>
              <a:cxnLst/>
              <a:rect l="l" t="t" r="r" b="b"/>
              <a:pathLst>
                <a:path w="6592" h="11833" extrusionOk="0">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5" name="Google Shape;20215;p140"/>
            <p:cNvSpPr/>
            <p:nvPr/>
          </p:nvSpPr>
          <p:spPr>
            <a:xfrm>
              <a:off x="850952" y="2598506"/>
              <a:ext cx="156200" cy="100592"/>
            </a:xfrm>
            <a:custGeom>
              <a:avLst/>
              <a:gdLst/>
              <a:ahLst/>
              <a:cxnLst/>
              <a:rect l="l" t="t" r="r" b="b"/>
              <a:pathLst>
                <a:path w="5955" h="3835" extrusionOk="0">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6" name="Google Shape;20216;p140"/>
            <p:cNvSpPr/>
            <p:nvPr/>
          </p:nvSpPr>
          <p:spPr>
            <a:xfrm>
              <a:off x="855936" y="2664160"/>
              <a:ext cx="131281" cy="34938"/>
            </a:xfrm>
            <a:custGeom>
              <a:avLst/>
              <a:gdLst/>
              <a:ahLst/>
              <a:cxnLst/>
              <a:rect l="l" t="t" r="r" b="b"/>
              <a:pathLst>
                <a:path w="5005" h="1332" extrusionOk="0">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7" name="Google Shape;20217;p140"/>
            <p:cNvSpPr/>
            <p:nvPr/>
          </p:nvSpPr>
          <p:spPr>
            <a:xfrm>
              <a:off x="1011926" y="2574164"/>
              <a:ext cx="41811" cy="53745"/>
            </a:xfrm>
            <a:custGeom>
              <a:avLst/>
              <a:gdLst/>
              <a:ahLst/>
              <a:cxnLst/>
              <a:rect l="l" t="t" r="r" b="b"/>
              <a:pathLst>
                <a:path w="1594" h="2049" extrusionOk="0">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8" name="Google Shape;20218;p140"/>
            <p:cNvSpPr/>
            <p:nvPr/>
          </p:nvSpPr>
          <p:spPr>
            <a:xfrm>
              <a:off x="1029893" y="2574164"/>
              <a:ext cx="23843" cy="41837"/>
            </a:xfrm>
            <a:custGeom>
              <a:avLst/>
              <a:gdLst/>
              <a:ahLst/>
              <a:cxnLst/>
              <a:rect l="l" t="t" r="r" b="b"/>
              <a:pathLst>
                <a:path w="909" h="1595" extrusionOk="0">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9" name="Google Shape;20219;p140"/>
            <p:cNvSpPr/>
            <p:nvPr/>
          </p:nvSpPr>
          <p:spPr>
            <a:xfrm>
              <a:off x="1023834" y="2580224"/>
              <a:ext cx="17994" cy="17994"/>
            </a:xfrm>
            <a:custGeom>
              <a:avLst/>
              <a:gdLst/>
              <a:ahLst/>
              <a:cxnLst/>
              <a:rect l="l" t="t" r="r" b="b"/>
              <a:pathLst>
                <a:path w="686" h="686" extrusionOk="0">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0" name="Google Shape;20220;p140"/>
            <p:cNvSpPr/>
            <p:nvPr/>
          </p:nvSpPr>
          <p:spPr>
            <a:xfrm>
              <a:off x="849667" y="2658127"/>
              <a:ext cx="121733" cy="30138"/>
            </a:xfrm>
            <a:custGeom>
              <a:avLst/>
              <a:gdLst/>
              <a:ahLst/>
              <a:cxnLst/>
              <a:rect l="l" t="t" r="r" b="b"/>
              <a:pathLst>
                <a:path w="4641" h="1149" extrusionOk="0">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21" name="Google Shape;20221;p140"/>
          <p:cNvGrpSpPr/>
          <p:nvPr/>
        </p:nvGrpSpPr>
        <p:grpSpPr>
          <a:xfrm>
            <a:off x="4417026" y="3365366"/>
            <a:ext cx="332728" cy="370053"/>
            <a:chOff x="4417026" y="3365366"/>
            <a:chExt cx="332728" cy="370053"/>
          </a:xfrm>
        </p:grpSpPr>
        <p:sp>
          <p:nvSpPr>
            <p:cNvPr id="20222" name="Google Shape;20222;p140"/>
            <p:cNvSpPr/>
            <p:nvPr/>
          </p:nvSpPr>
          <p:spPr>
            <a:xfrm>
              <a:off x="4486352" y="3547402"/>
              <a:ext cx="194050" cy="188017"/>
            </a:xfrm>
            <a:custGeom>
              <a:avLst/>
              <a:gdLst/>
              <a:ahLst/>
              <a:cxnLst/>
              <a:rect l="l" t="t" r="r" b="b"/>
              <a:pathLst>
                <a:path w="7398" h="7168" extrusionOk="0">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3" name="Google Shape;20223;p140"/>
            <p:cNvSpPr/>
            <p:nvPr/>
          </p:nvSpPr>
          <p:spPr>
            <a:xfrm>
              <a:off x="4572071" y="3656598"/>
              <a:ext cx="22610" cy="30269"/>
            </a:xfrm>
            <a:custGeom>
              <a:avLst/>
              <a:gdLst/>
              <a:ahLst/>
              <a:cxnLst/>
              <a:rect l="l" t="t" r="r" b="b"/>
              <a:pathLst>
                <a:path w="862" h="1154" extrusionOk="0">
                  <a:moveTo>
                    <a:pt x="170" y="0"/>
                  </a:moveTo>
                  <a:lnTo>
                    <a:pt x="0" y="1153"/>
                  </a:lnTo>
                  <a:lnTo>
                    <a:pt x="862" y="1153"/>
                  </a:lnTo>
                  <a:lnTo>
                    <a:pt x="699"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4" name="Google Shape;20224;p140"/>
            <p:cNvSpPr/>
            <p:nvPr/>
          </p:nvSpPr>
          <p:spPr>
            <a:xfrm>
              <a:off x="4583271" y="3619482"/>
              <a:ext cx="147465" cy="43175"/>
            </a:xfrm>
            <a:custGeom>
              <a:avLst/>
              <a:gdLst/>
              <a:ahLst/>
              <a:cxnLst/>
              <a:rect l="l" t="t" r="r" b="b"/>
              <a:pathLst>
                <a:path w="5622" h="1646" extrusionOk="0">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5" name="Google Shape;20225;p140"/>
            <p:cNvSpPr/>
            <p:nvPr/>
          </p:nvSpPr>
          <p:spPr>
            <a:xfrm>
              <a:off x="4583271" y="3555455"/>
              <a:ext cx="166482" cy="95110"/>
            </a:xfrm>
            <a:custGeom>
              <a:avLst/>
              <a:gdLst/>
              <a:ahLst/>
              <a:cxnLst/>
              <a:rect l="l" t="t" r="r" b="b"/>
              <a:pathLst>
                <a:path w="6347" h="3626" extrusionOk="0">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6" name="Google Shape;20226;p140"/>
            <p:cNvSpPr/>
            <p:nvPr/>
          </p:nvSpPr>
          <p:spPr>
            <a:xfrm>
              <a:off x="4436016" y="3619482"/>
              <a:ext cx="147465" cy="43175"/>
            </a:xfrm>
            <a:custGeom>
              <a:avLst/>
              <a:gdLst/>
              <a:ahLst/>
              <a:cxnLst/>
              <a:rect l="l" t="t" r="r" b="b"/>
              <a:pathLst>
                <a:path w="5622" h="1646" extrusionOk="0">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7" name="Google Shape;20227;p140"/>
            <p:cNvSpPr/>
            <p:nvPr/>
          </p:nvSpPr>
          <p:spPr>
            <a:xfrm>
              <a:off x="4430928" y="3444082"/>
              <a:ext cx="46191" cy="45535"/>
            </a:xfrm>
            <a:custGeom>
              <a:avLst/>
              <a:gdLst/>
              <a:ahLst/>
              <a:cxnLst/>
              <a:rect l="l" t="t" r="r" b="b"/>
              <a:pathLst>
                <a:path w="1761" h="1736" extrusionOk="0">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8" name="Google Shape;20228;p140"/>
            <p:cNvSpPr/>
            <p:nvPr/>
          </p:nvSpPr>
          <p:spPr>
            <a:xfrm>
              <a:off x="4464135" y="3435899"/>
              <a:ext cx="92487" cy="118874"/>
            </a:xfrm>
            <a:custGeom>
              <a:avLst/>
              <a:gdLst/>
              <a:ahLst/>
              <a:cxnLst/>
              <a:rect l="l" t="t" r="r" b="b"/>
              <a:pathLst>
                <a:path w="3526" h="4532" extrusionOk="0">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9" name="Google Shape;20229;p140"/>
            <p:cNvSpPr/>
            <p:nvPr/>
          </p:nvSpPr>
          <p:spPr>
            <a:xfrm>
              <a:off x="4422481" y="3476791"/>
              <a:ext cx="121681" cy="88867"/>
            </a:xfrm>
            <a:custGeom>
              <a:avLst/>
              <a:gdLst/>
              <a:ahLst/>
              <a:cxnLst/>
              <a:rect l="l" t="t" r="r" b="b"/>
              <a:pathLst>
                <a:path w="4639" h="3388" extrusionOk="0">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0" name="Google Shape;20230;p140"/>
            <p:cNvSpPr/>
            <p:nvPr/>
          </p:nvSpPr>
          <p:spPr>
            <a:xfrm>
              <a:off x="4689818" y="3444082"/>
              <a:ext cx="46007" cy="45535"/>
            </a:xfrm>
            <a:custGeom>
              <a:avLst/>
              <a:gdLst/>
              <a:ahLst/>
              <a:cxnLst/>
              <a:rect l="l" t="t" r="r" b="b"/>
              <a:pathLst>
                <a:path w="1754" h="1736" extrusionOk="0">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1" name="Google Shape;20231;p140"/>
            <p:cNvSpPr/>
            <p:nvPr/>
          </p:nvSpPr>
          <p:spPr>
            <a:xfrm>
              <a:off x="4610131" y="3435899"/>
              <a:ext cx="92487" cy="118874"/>
            </a:xfrm>
            <a:custGeom>
              <a:avLst/>
              <a:gdLst/>
              <a:ahLst/>
              <a:cxnLst/>
              <a:rect l="l" t="t" r="r" b="b"/>
              <a:pathLst>
                <a:path w="3526" h="4532" extrusionOk="0">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2" name="Google Shape;20232;p140"/>
            <p:cNvSpPr/>
            <p:nvPr/>
          </p:nvSpPr>
          <p:spPr>
            <a:xfrm>
              <a:off x="4622590" y="3476791"/>
              <a:ext cx="121681" cy="88867"/>
            </a:xfrm>
            <a:custGeom>
              <a:avLst/>
              <a:gdLst/>
              <a:ahLst/>
              <a:cxnLst/>
              <a:rect l="l" t="t" r="r" b="b"/>
              <a:pathLst>
                <a:path w="4639" h="3388" extrusionOk="0">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3" name="Google Shape;20233;p140"/>
            <p:cNvSpPr/>
            <p:nvPr/>
          </p:nvSpPr>
          <p:spPr>
            <a:xfrm>
              <a:off x="4560687" y="3365366"/>
              <a:ext cx="45378" cy="62532"/>
            </a:xfrm>
            <a:custGeom>
              <a:avLst/>
              <a:gdLst/>
              <a:ahLst/>
              <a:cxnLst/>
              <a:rect l="l" t="t" r="r" b="b"/>
              <a:pathLst>
                <a:path w="1730" h="2384" extrusionOk="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4" name="Google Shape;20234;p140"/>
            <p:cNvSpPr/>
            <p:nvPr/>
          </p:nvSpPr>
          <p:spPr>
            <a:xfrm>
              <a:off x="4551271" y="3382730"/>
              <a:ext cx="86638" cy="128343"/>
            </a:xfrm>
            <a:custGeom>
              <a:avLst/>
              <a:gdLst/>
              <a:ahLst/>
              <a:cxnLst/>
              <a:rect l="l" t="t" r="r" b="b"/>
              <a:pathLst>
                <a:path w="3303" h="4893" extrusionOk="0">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5" name="Google Shape;20235;p140"/>
            <p:cNvSpPr/>
            <p:nvPr/>
          </p:nvSpPr>
          <p:spPr>
            <a:xfrm>
              <a:off x="4528844" y="3382730"/>
              <a:ext cx="86638" cy="128343"/>
            </a:xfrm>
            <a:custGeom>
              <a:avLst/>
              <a:gdLst/>
              <a:ahLst/>
              <a:cxnLst/>
              <a:rect l="l" t="t" r="r" b="b"/>
              <a:pathLst>
                <a:path w="3303" h="4893" extrusionOk="0">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6" name="Google Shape;20236;p140"/>
            <p:cNvSpPr/>
            <p:nvPr/>
          </p:nvSpPr>
          <p:spPr>
            <a:xfrm>
              <a:off x="4417026" y="3555455"/>
              <a:ext cx="166456" cy="95110"/>
            </a:xfrm>
            <a:custGeom>
              <a:avLst/>
              <a:gdLst/>
              <a:ahLst/>
              <a:cxnLst/>
              <a:rect l="l" t="t" r="r" b="b"/>
              <a:pathLst>
                <a:path w="6346" h="3626" extrusionOk="0">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7" name="Google Shape;20237;p140"/>
            <p:cNvSpPr/>
            <p:nvPr/>
          </p:nvSpPr>
          <p:spPr>
            <a:xfrm>
              <a:off x="4560687" y="3478968"/>
              <a:ext cx="45378" cy="62401"/>
            </a:xfrm>
            <a:custGeom>
              <a:avLst/>
              <a:gdLst/>
              <a:ahLst/>
              <a:cxnLst/>
              <a:rect l="l" t="t" r="r" b="b"/>
              <a:pathLst>
                <a:path w="1730" h="2379" extrusionOk="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8" name="Google Shape;20238;p140"/>
            <p:cNvSpPr/>
            <p:nvPr/>
          </p:nvSpPr>
          <p:spPr>
            <a:xfrm>
              <a:off x="4551271" y="3496306"/>
              <a:ext cx="86638" cy="128422"/>
            </a:xfrm>
            <a:custGeom>
              <a:avLst/>
              <a:gdLst/>
              <a:ahLst/>
              <a:cxnLst/>
              <a:rect l="l" t="t" r="r" b="b"/>
              <a:pathLst>
                <a:path w="3303" h="4896" extrusionOk="0">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9" name="Google Shape;20239;p140"/>
            <p:cNvSpPr/>
            <p:nvPr/>
          </p:nvSpPr>
          <p:spPr>
            <a:xfrm>
              <a:off x="4528844" y="3496306"/>
              <a:ext cx="86638" cy="128422"/>
            </a:xfrm>
            <a:custGeom>
              <a:avLst/>
              <a:gdLst/>
              <a:ahLst/>
              <a:cxnLst/>
              <a:rect l="l" t="t" r="r" b="b"/>
              <a:pathLst>
                <a:path w="3303" h="4896" extrusionOk="0">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40" name="Google Shape;20240;p140"/>
          <p:cNvGrpSpPr/>
          <p:nvPr/>
        </p:nvGrpSpPr>
        <p:grpSpPr>
          <a:xfrm>
            <a:off x="2497068" y="1980186"/>
            <a:ext cx="363994" cy="370105"/>
            <a:chOff x="2497068" y="1980186"/>
            <a:chExt cx="363994" cy="370105"/>
          </a:xfrm>
        </p:grpSpPr>
        <p:sp>
          <p:nvSpPr>
            <p:cNvPr id="20241" name="Google Shape;20241;p140"/>
            <p:cNvSpPr/>
            <p:nvPr/>
          </p:nvSpPr>
          <p:spPr>
            <a:xfrm>
              <a:off x="2702974" y="1980186"/>
              <a:ext cx="131832" cy="172488"/>
            </a:xfrm>
            <a:custGeom>
              <a:avLst/>
              <a:gdLst/>
              <a:ahLst/>
              <a:cxnLst/>
              <a:rect l="l" t="t" r="r" b="b"/>
              <a:pathLst>
                <a:path w="5026" h="6576" extrusionOk="0">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2" name="Google Shape;20242;p140"/>
            <p:cNvSpPr/>
            <p:nvPr/>
          </p:nvSpPr>
          <p:spPr>
            <a:xfrm>
              <a:off x="2742634" y="2020292"/>
              <a:ext cx="80238" cy="125274"/>
            </a:xfrm>
            <a:custGeom>
              <a:avLst/>
              <a:gdLst/>
              <a:ahLst/>
              <a:cxnLst/>
              <a:rect l="l" t="t" r="r" b="b"/>
              <a:pathLst>
                <a:path w="3059" h="4776" extrusionOk="0">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3" name="Google Shape;20243;p140"/>
            <p:cNvSpPr/>
            <p:nvPr/>
          </p:nvSpPr>
          <p:spPr>
            <a:xfrm>
              <a:off x="2523351" y="1980186"/>
              <a:ext cx="131806" cy="172488"/>
            </a:xfrm>
            <a:custGeom>
              <a:avLst/>
              <a:gdLst/>
              <a:ahLst/>
              <a:cxnLst/>
              <a:rect l="l" t="t" r="r" b="b"/>
              <a:pathLst>
                <a:path w="5025" h="6576" extrusionOk="0">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4" name="Google Shape;20244;p140"/>
            <p:cNvSpPr/>
            <p:nvPr/>
          </p:nvSpPr>
          <p:spPr>
            <a:xfrm>
              <a:off x="2535443" y="2020292"/>
              <a:ext cx="80238" cy="125274"/>
            </a:xfrm>
            <a:custGeom>
              <a:avLst/>
              <a:gdLst/>
              <a:ahLst/>
              <a:cxnLst/>
              <a:rect l="l" t="t" r="r" b="b"/>
              <a:pathLst>
                <a:path w="3059" h="4776" extrusionOk="0">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5" name="Google Shape;20245;p140"/>
            <p:cNvSpPr/>
            <p:nvPr/>
          </p:nvSpPr>
          <p:spPr>
            <a:xfrm>
              <a:off x="2511416" y="2032961"/>
              <a:ext cx="335298" cy="317331"/>
            </a:xfrm>
            <a:custGeom>
              <a:avLst/>
              <a:gdLst/>
              <a:ahLst/>
              <a:cxnLst/>
              <a:rect l="l" t="t" r="r" b="b"/>
              <a:pathLst>
                <a:path w="12783" h="12098" extrusionOk="0">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6" name="Google Shape;20246;p140"/>
            <p:cNvSpPr/>
            <p:nvPr/>
          </p:nvSpPr>
          <p:spPr>
            <a:xfrm>
              <a:off x="2655130" y="2278395"/>
              <a:ext cx="47870" cy="47870"/>
            </a:xfrm>
            <a:custGeom>
              <a:avLst/>
              <a:gdLst/>
              <a:ahLst/>
              <a:cxnLst/>
              <a:rect l="l" t="t" r="r" b="b"/>
              <a:pathLst>
                <a:path w="1825" h="1825" extrusionOk="0">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7" name="Google Shape;20247;p140"/>
            <p:cNvSpPr/>
            <p:nvPr/>
          </p:nvSpPr>
          <p:spPr>
            <a:xfrm>
              <a:off x="2656914" y="2228610"/>
              <a:ext cx="44302" cy="30112"/>
            </a:xfrm>
            <a:custGeom>
              <a:avLst/>
              <a:gdLst/>
              <a:ahLst/>
              <a:cxnLst/>
              <a:rect l="l" t="t" r="r" b="b"/>
              <a:pathLst>
                <a:path w="1689" h="1148" extrusionOk="0">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8" name="Google Shape;20248;p140"/>
            <p:cNvSpPr/>
            <p:nvPr/>
          </p:nvSpPr>
          <p:spPr>
            <a:xfrm>
              <a:off x="2737204" y="2253555"/>
              <a:ext cx="111792" cy="42834"/>
            </a:xfrm>
            <a:custGeom>
              <a:avLst/>
              <a:gdLst/>
              <a:ahLst/>
              <a:cxnLst/>
              <a:rect l="l" t="t" r="r" b="b"/>
              <a:pathLst>
                <a:path w="4262" h="1633" extrusionOk="0">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9" name="Google Shape;20249;p140"/>
            <p:cNvSpPr/>
            <p:nvPr/>
          </p:nvSpPr>
          <p:spPr>
            <a:xfrm>
              <a:off x="2747670" y="2234879"/>
              <a:ext cx="113392" cy="19541"/>
            </a:xfrm>
            <a:custGeom>
              <a:avLst/>
              <a:gdLst/>
              <a:ahLst/>
              <a:cxnLst/>
              <a:rect l="l" t="t" r="r" b="b"/>
              <a:pathLst>
                <a:path w="4323" h="745" extrusionOk="0">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0" name="Google Shape;20250;p140"/>
            <p:cNvSpPr/>
            <p:nvPr/>
          </p:nvSpPr>
          <p:spPr>
            <a:xfrm>
              <a:off x="2511416" y="2035086"/>
              <a:ext cx="236595" cy="315206"/>
            </a:xfrm>
            <a:custGeom>
              <a:avLst/>
              <a:gdLst/>
              <a:ahLst/>
              <a:cxnLst/>
              <a:rect l="l" t="t" r="r" b="b"/>
              <a:pathLst>
                <a:path w="9020" h="12017" extrusionOk="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1" name="Google Shape;20251;p140"/>
            <p:cNvSpPr/>
            <p:nvPr/>
          </p:nvSpPr>
          <p:spPr>
            <a:xfrm>
              <a:off x="2508924" y="2253713"/>
              <a:ext cx="111950" cy="42676"/>
            </a:xfrm>
            <a:custGeom>
              <a:avLst/>
              <a:gdLst/>
              <a:ahLst/>
              <a:cxnLst/>
              <a:rect l="l" t="t" r="r" b="b"/>
              <a:pathLst>
                <a:path w="4268" h="1627" extrusionOk="0">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2" name="Google Shape;20252;p140"/>
            <p:cNvSpPr/>
            <p:nvPr/>
          </p:nvSpPr>
          <p:spPr>
            <a:xfrm>
              <a:off x="2497068" y="2234801"/>
              <a:ext cx="113392" cy="19620"/>
            </a:xfrm>
            <a:custGeom>
              <a:avLst/>
              <a:gdLst/>
              <a:ahLst/>
              <a:cxnLst/>
              <a:rect l="l" t="t" r="r" b="b"/>
              <a:pathLst>
                <a:path w="4323" h="748" extrusionOk="0">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3" name="Google Shape;20253;p140"/>
            <p:cNvSpPr/>
            <p:nvPr/>
          </p:nvSpPr>
          <p:spPr>
            <a:xfrm>
              <a:off x="2589319" y="2158524"/>
              <a:ext cx="41837" cy="54086"/>
            </a:xfrm>
            <a:custGeom>
              <a:avLst/>
              <a:gdLst/>
              <a:ahLst/>
              <a:cxnLst/>
              <a:rect l="l" t="t" r="r" b="b"/>
              <a:pathLst>
                <a:path w="1595" h="2062" extrusionOk="0">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4" name="Google Shape;20254;p140"/>
            <p:cNvSpPr/>
            <p:nvPr/>
          </p:nvSpPr>
          <p:spPr>
            <a:xfrm>
              <a:off x="2606946" y="2158708"/>
              <a:ext cx="24551" cy="42361"/>
            </a:xfrm>
            <a:custGeom>
              <a:avLst/>
              <a:gdLst/>
              <a:ahLst/>
              <a:cxnLst/>
              <a:rect l="l" t="t" r="r" b="b"/>
              <a:pathLst>
                <a:path w="936" h="1615" extrusionOk="0">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5" name="Google Shape;20255;p140"/>
            <p:cNvSpPr/>
            <p:nvPr/>
          </p:nvSpPr>
          <p:spPr>
            <a:xfrm>
              <a:off x="2601254" y="2164583"/>
              <a:ext cx="17968" cy="17968"/>
            </a:xfrm>
            <a:custGeom>
              <a:avLst/>
              <a:gdLst/>
              <a:ahLst/>
              <a:cxnLst/>
              <a:rect l="l" t="t" r="r" b="b"/>
              <a:pathLst>
                <a:path w="685" h="685" extrusionOk="0">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6" name="Google Shape;20256;p140"/>
            <p:cNvSpPr/>
            <p:nvPr/>
          </p:nvSpPr>
          <p:spPr>
            <a:xfrm>
              <a:off x="2727000" y="2158524"/>
              <a:ext cx="41994" cy="54086"/>
            </a:xfrm>
            <a:custGeom>
              <a:avLst/>
              <a:gdLst/>
              <a:ahLst/>
              <a:cxnLst/>
              <a:rect l="l" t="t" r="r" b="b"/>
              <a:pathLst>
                <a:path w="1601" h="2062" extrusionOk="0">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7" name="Google Shape;20257;p140"/>
            <p:cNvSpPr/>
            <p:nvPr/>
          </p:nvSpPr>
          <p:spPr>
            <a:xfrm>
              <a:off x="2744601" y="2158708"/>
              <a:ext cx="24578" cy="42361"/>
            </a:xfrm>
            <a:custGeom>
              <a:avLst/>
              <a:gdLst/>
              <a:ahLst/>
              <a:cxnLst/>
              <a:rect l="l" t="t" r="r" b="b"/>
              <a:pathLst>
                <a:path w="937" h="1615" extrusionOk="0">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8" name="Google Shape;20258;p140"/>
            <p:cNvSpPr/>
            <p:nvPr/>
          </p:nvSpPr>
          <p:spPr>
            <a:xfrm>
              <a:off x="2738909" y="2164583"/>
              <a:ext cx="17994" cy="17968"/>
            </a:xfrm>
            <a:custGeom>
              <a:avLst/>
              <a:gdLst/>
              <a:ahLst/>
              <a:cxnLst/>
              <a:rect l="l" t="t" r="r" b="b"/>
              <a:pathLst>
                <a:path w="686" h="685" extrusionOk="0">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9" name="Google Shape;20259;p140"/>
            <p:cNvSpPr/>
            <p:nvPr/>
          </p:nvSpPr>
          <p:spPr>
            <a:xfrm>
              <a:off x="2656914" y="2228768"/>
              <a:ext cx="26886" cy="29981"/>
            </a:xfrm>
            <a:custGeom>
              <a:avLst/>
              <a:gdLst/>
              <a:ahLst/>
              <a:cxnLst/>
              <a:rect l="l" t="t" r="r" b="b"/>
              <a:pathLst>
                <a:path w="1025" h="1143" extrusionOk="0">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0" name="Google Shape;20260;p140"/>
            <p:cNvSpPr/>
            <p:nvPr/>
          </p:nvSpPr>
          <p:spPr>
            <a:xfrm>
              <a:off x="2655130" y="2278395"/>
              <a:ext cx="47870" cy="35909"/>
            </a:xfrm>
            <a:custGeom>
              <a:avLst/>
              <a:gdLst/>
              <a:ahLst/>
              <a:cxnLst/>
              <a:rect l="l" t="t" r="r" b="b"/>
              <a:pathLst>
                <a:path w="1825" h="1369" extrusionOk="0">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1" name="Google Shape;20261;p140"/>
            <p:cNvSpPr/>
            <p:nvPr/>
          </p:nvSpPr>
          <p:spPr>
            <a:xfrm>
              <a:off x="2616572" y="2275142"/>
              <a:ext cx="124986" cy="21246"/>
            </a:xfrm>
            <a:custGeom>
              <a:avLst/>
              <a:gdLst/>
              <a:ahLst/>
              <a:cxnLst/>
              <a:rect l="l" t="t" r="r" b="b"/>
              <a:pathLst>
                <a:path w="4765" h="810" extrusionOk="0">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62" name="Google Shape;20262;p140"/>
          <p:cNvGrpSpPr/>
          <p:nvPr/>
        </p:nvGrpSpPr>
        <p:grpSpPr>
          <a:xfrm>
            <a:off x="5820278" y="2906158"/>
            <a:ext cx="294904" cy="370027"/>
            <a:chOff x="5820278" y="2906158"/>
            <a:chExt cx="294904" cy="370027"/>
          </a:xfrm>
        </p:grpSpPr>
        <p:sp>
          <p:nvSpPr>
            <p:cNvPr id="20263" name="Google Shape;20263;p140"/>
            <p:cNvSpPr/>
            <p:nvPr/>
          </p:nvSpPr>
          <p:spPr>
            <a:xfrm>
              <a:off x="5893198" y="2987339"/>
              <a:ext cx="193158" cy="168790"/>
            </a:xfrm>
            <a:custGeom>
              <a:avLst/>
              <a:gdLst/>
              <a:ahLst/>
              <a:cxnLst/>
              <a:rect l="l" t="t" r="r" b="b"/>
              <a:pathLst>
                <a:path w="7364" h="6435" extrusionOk="0">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4" name="Google Shape;20264;p140"/>
            <p:cNvSpPr/>
            <p:nvPr/>
          </p:nvSpPr>
          <p:spPr>
            <a:xfrm>
              <a:off x="5885906" y="2906158"/>
              <a:ext cx="229276" cy="237880"/>
            </a:xfrm>
            <a:custGeom>
              <a:avLst/>
              <a:gdLst/>
              <a:ahLst/>
              <a:cxnLst/>
              <a:rect l="l" t="t" r="r" b="b"/>
              <a:pathLst>
                <a:path w="8741" h="9069" extrusionOk="0">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5" name="Google Shape;20265;p140"/>
            <p:cNvSpPr/>
            <p:nvPr/>
          </p:nvSpPr>
          <p:spPr>
            <a:xfrm>
              <a:off x="5836987" y="2915154"/>
              <a:ext cx="61562" cy="295061"/>
            </a:xfrm>
            <a:custGeom>
              <a:avLst/>
              <a:gdLst/>
              <a:ahLst/>
              <a:cxnLst/>
              <a:rect l="l" t="t" r="r" b="b"/>
              <a:pathLst>
                <a:path w="2347" h="11249" extrusionOk="0">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6" name="Google Shape;20266;p140"/>
            <p:cNvSpPr/>
            <p:nvPr/>
          </p:nvSpPr>
          <p:spPr>
            <a:xfrm>
              <a:off x="5880555" y="3094358"/>
              <a:ext cx="187990" cy="175951"/>
            </a:xfrm>
            <a:custGeom>
              <a:avLst/>
              <a:gdLst/>
              <a:ahLst/>
              <a:cxnLst/>
              <a:rect l="l" t="t" r="r" b="b"/>
              <a:pathLst>
                <a:path w="7167" h="6708" extrusionOk="0">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7" name="Google Shape;20267;p140"/>
            <p:cNvSpPr/>
            <p:nvPr/>
          </p:nvSpPr>
          <p:spPr>
            <a:xfrm>
              <a:off x="5820278" y="2986343"/>
              <a:ext cx="94979" cy="289842"/>
            </a:xfrm>
            <a:custGeom>
              <a:avLst/>
              <a:gdLst/>
              <a:ahLst/>
              <a:cxnLst/>
              <a:rect l="l" t="t" r="r" b="b"/>
              <a:pathLst>
                <a:path w="3621" h="11050" extrusionOk="0">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8" name="Google Shape;20268;p140"/>
            <p:cNvSpPr/>
            <p:nvPr/>
          </p:nvSpPr>
          <p:spPr>
            <a:xfrm>
              <a:off x="5951166" y="2917804"/>
              <a:ext cx="156541" cy="130179"/>
            </a:xfrm>
            <a:custGeom>
              <a:avLst/>
              <a:gdLst/>
              <a:ahLst/>
              <a:cxnLst/>
              <a:rect l="l" t="t" r="r" b="b"/>
              <a:pathLst>
                <a:path w="5968" h="4963" extrusionOk="0">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9" name="Google Shape;20269;p140"/>
            <p:cNvSpPr/>
            <p:nvPr/>
          </p:nvSpPr>
          <p:spPr>
            <a:xfrm>
              <a:off x="5937290" y="2999589"/>
              <a:ext cx="141249" cy="156541"/>
            </a:xfrm>
            <a:custGeom>
              <a:avLst/>
              <a:gdLst/>
              <a:ahLst/>
              <a:cxnLst/>
              <a:rect l="l" t="t" r="r" b="b"/>
              <a:pathLst>
                <a:path w="5385" h="5968" extrusionOk="0">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70" name="Google Shape;20270;p140"/>
          <p:cNvGrpSpPr/>
          <p:nvPr/>
        </p:nvGrpSpPr>
        <p:grpSpPr>
          <a:xfrm>
            <a:off x="4946819" y="3383229"/>
            <a:ext cx="370132" cy="334223"/>
            <a:chOff x="4946819" y="3383229"/>
            <a:chExt cx="370132" cy="334223"/>
          </a:xfrm>
        </p:grpSpPr>
        <p:sp>
          <p:nvSpPr>
            <p:cNvPr id="20271" name="Google Shape;20271;p140"/>
            <p:cNvSpPr/>
            <p:nvPr/>
          </p:nvSpPr>
          <p:spPr>
            <a:xfrm>
              <a:off x="4946819" y="3383229"/>
              <a:ext cx="370132" cy="179125"/>
            </a:xfrm>
            <a:custGeom>
              <a:avLst/>
              <a:gdLst/>
              <a:ahLst/>
              <a:cxnLst/>
              <a:rect l="l" t="t" r="r" b="b"/>
              <a:pathLst>
                <a:path w="14111" h="6829" extrusionOk="0">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2" name="Google Shape;20272;p140"/>
            <p:cNvSpPr/>
            <p:nvPr/>
          </p:nvSpPr>
          <p:spPr>
            <a:xfrm>
              <a:off x="4946819" y="3383229"/>
              <a:ext cx="200817" cy="179125"/>
            </a:xfrm>
            <a:custGeom>
              <a:avLst/>
              <a:gdLst/>
              <a:ahLst/>
              <a:cxnLst/>
              <a:rect l="l" t="t" r="r" b="b"/>
              <a:pathLst>
                <a:path w="7656" h="6829" extrusionOk="0">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3" name="Google Shape;20273;p140"/>
            <p:cNvSpPr/>
            <p:nvPr/>
          </p:nvSpPr>
          <p:spPr>
            <a:xfrm>
              <a:off x="5063149" y="3562327"/>
              <a:ext cx="137314" cy="155124"/>
            </a:xfrm>
            <a:custGeom>
              <a:avLst/>
              <a:gdLst/>
              <a:ahLst/>
              <a:cxnLst/>
              <a:rect l="l" t="t" r="r" b="b"/>
              <a:pathLst>
                <a:path w="5235" h="5914" extrusionOk="0">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4" name="Google Shape;20274;p140"/>
            <p:cNvSpPr/>
            <p:nvPr/>
          </p:nvSpPr>
          <p:spPr>
            <a:xfrm>
              <a:off x="5063149" y="3562327"/>
              <a:ext cx="122206" cy="155124"/>
            </a:xfrm>
            <a:custGeom>
              <a:avLst/>
              <a:gdLst/>
              <a:ahLst/>
              <a:cxnLst/>
              <a:rect l="l" t="t" r="r" b="b"/>
              <a:pathLst>
                <a:path w="4659" h="5914" extrusionOk="0">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5" name="Google Shape;20275;p140"/>
            <p:cNvSpPr/>
            <p:nvPr/>
          </p:nvSpPr>
          <p:spPr>
            <a:xfrm>
              <a:off x="5048382" y="3425039"/>
              <a:ext cx="95530" cy="83595"/>
            </a:xfrm>
            <a:custGeom>
              <a:avLst/>
              <a:gdLst/>
              <a:ahLst/>
              <a:cxnLst/>
              <a:rect l="l" t="t" r="r" b="b"/>
              <a:pathLst>
                <a:path w="3642" h="3187" extrusionOk="0">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6" name="Google Shape;20276;p140"/>
            <p:cNvSpPr/>
            <p:nvPr/>
          </p:nvSpPr>
          <p:spPr>
            <a:xfrm>
              <a:off x="5197604" y="3396580"/>
              <a:ext cx="82362" cy="64237"/>
            </a:xfrm>
            <a:custGeom>
              <a:avLst/>
              <a:gdLst/>
              <a:ahLst/>
              <a:cxnLst/>
              <a:rect l="l" t="t" r="r" b="b"/>
              <a:pathLst>
                <a:path w="3140" h="2449" extrusionOk="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7" name="Google Shape;20277;p140"/>
            <p:cNvSpPr/>
            <p:nvPr/>
          </p:nvSpPr>
          <p:spPr>
            <a:xfrm>
              <a:off x="5157394" y="3496700"/>
              <a:ext cx="115989" cy="65654"/>
            </a:xfrm>
            <a:custGeom>
              <a:avLst/>
              <a:gdLst/>
              <a:ahLst/>
              <a:cxnLst/>
              <a:rect l="l" t="t" r="r" b="b"/>
              <a:pathLst>
                <a:path w="4422" h="2503" extrusionOk="0">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8" name="Google Shape;20278;p140"/>
            <p:cNvSpPr/>
            <p:nvPr/>
          </p:nvSpPr>
          <p:spPr>
            <a:xfrm>
              <a:off x="4947344" y="3455807"/>
              <a:ext cx="58545" cy="70690"/>
            </a:xfrm>
            <a:custGeom>
              <a:avLst/>
              <a:gdLst/>
              <a:ahLst/>
              <a:cxnLst/>
              <a:rect l="l" t="t" r="r" b="b"/>
              <a:pathLst>
                <a:path w="2232" h="2695" extrusionOk="0">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9" name="Google Shape;20279;p140"/>
            <p:cNvSpPr/>
            <p:nvPr/>
          </p:nvSpPr>
          <p:spPr>
            <a:xfrm>
              <a:off x="5048198" y="3425564"/>
              <a:ext cx="41102" cy="71529"/>
            </a:xfrm>
            <a:custGeom>
              <a:avLst/>
              <a:gdLst/>
              <a:ahLst/>
              <a:cxnLst/>
              <a:rect l="l" t="t" r="r" b="b"/>
              <a:pathLst>
                <a:path w="1567" h="2727" extrusionOk="0">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80" name="Google Shape;20280;p140"/>
          <p:cNvGrpSpPr/>
          <p:nvPr/>
        </p:nvGrpSpPr>
        <p:grpSpPr>
          <a:xfrm>
            <a:off x="3038403" y="1539234"/>
            <a:ext cx="375482" cy="316072"/>
            <a:chOff x="3038403" y="1539234"/>
            <a:chExt cx="375482" cy="316072"/>
          </a:xfrm>
        </p:grpSpPr>
        <p:sp>
          <p:nvSpPr>
            <p:cNvPr id="20281" name="Google Shape;20281;p140"/>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282" name="Google Shape;20282;p140"/>
            <p:cNvGrpSpPr/>
            <p:nvPr/>
          </p:nvGrpSpPr>
          <p:grpSpPr>
            <a:xfrm>
              <a:off x="3038403" y="1539234"/>
              <a:ext cx="375482" cy="316072"/>
              <a:chOff x="3038403" y="1539234"/>
              <a:chExt cx="375482" cy="316072"/>
            </a:xfrm>
          </p:grpSpPr>
          <p:sp>
            <p:nvSpPr>
              <p:cNvPr id="20283" name="Google Shape;20283;p140"/>
              <p:cNvSpPr/>
              <p:nvPr/>
            </p:nvSpPr>
            <p:spPr>
              <a:xfrm>
                <a:off x="3038403" y="1585792"/>
                <a:ext cx="72788" cy="58414"/>
              </a:xfrm>
              <a:custGeom>
                <a:avLst/>
                <a:gdLst/>
                <a:ahLst/>
                <a:cxnLst/>
                <a:rect l="l" t="t" r="r" b="b"/>
                <a:pathLst>
                  <a:path w="2775" h="2227" extrusionOk="0">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4" name="Google Shape;20284;p140"/>
              <p:cNvSpPr/>
              <p:nvPr/>
            </p:nvSpPr>
            <p:spPr>
              <a:xfrm>
                <a:off x="3169317" y="1683420"/>
                <a:ext cx="244569" cy="169105"/>
              </a:xfrm>
              <a:custGeom>
                <a:avLst/>
                <a:gdLst/>
                <a:ahLst/>
                <a:cxnLst/>
                <a:rect l="l" t="t" r="r" b="b"/>
                <a:pathLst>
                  <a:path w="9324" h="6447" extrusionOk="0">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5" name="Google Shape;20285;p140"/>
              <p:cNvSpPr/>
              <p:nvPr/>
            </p:nvSpPr>
            <p:spPr>
              <a:xfrm>
                <a:off x="3194760" y="1700076"/>
                <a:ext cx="197800" cy="103294"/>
              </a:xfrm>
              <a:custGeom>
                <a:avLst/>
                <a:gdLst/>
                <a:ahLst/>
                <a:cxnLst/>
                <a:rect l="l" t="t" r="r" b="b"/>
                <a:pathLst>
                  <a:path w="7541" h="3938" extrusionOk="0">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6" name="Google Shape;20286;p140"/>
              <p:cNvSpPr/>
              <p:nvPr/>
            </p:nvSpPr>
            <p:spPr>
              <a:xfrm>
                <a:off x="3077905" y="1539234"/>
                <a:ext cx="153367" cy="300963"/>
              </a:xfrm>
              <a:custGeom>
                <a:avLst/>
                <a:gdLst/>
                <a:ahLst/>
                <a:cxnLst/>
                <a:rect l="l" t="t" r="r" b="b"/>
                <a:pathLst>
                  <a:path w="5847" h="11474" extrusionOk="0">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7" name="Google Shape;20287;p140"/>
              <p:cNvSpPr/>
              <p:nvPr/>
            </p:nvSpPr>
            <p:spPr>
              <a:xfrm>
                <a:off x="3049315" y="1658633"/>
                <a:ext cx="284464" cy="196673"/>
              </a:xfrm>
              <a:custGeom>
                <a:avLst/>
                <a:gdLst/>
                <a:ahLst/>
                <a:cxnLst/>
                <a:rect l="l" t="t" r="r" b="b"/>
                <a:pathLst>
                  <a:path w="10845" h="7498" extrusionOk="0">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8" name="Google Shape;20288;p140"/>
              <p:cNvSpPr/>
              <p:nvPr/>
            </p:nvSpPr>
            <p:spPr>
              <a:xfrm>
                <a:off x="3058207" y="1663013"/>
                <a:ext cx="272976" cy="192292"/>
              </a:xfrm>
              <a:custGeom>
                <a:avLst/>
                <a:gdLst/>
                <a:ahLst/>
                <a:cxnLst/>
                <a:rect l="l" t="t" r="r" b="b"/>
                <a:pathLst>
                  <a:path w="10407" h="7331" extrusionOk="0">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9" name="Google Shape;20289;p140"/>
              <p:cNvSpPr/>
              <p:nvPr/>
            </p:nvSpPr>
            <p:spPr>
              <a:xfrm>
                <a:off x="3107598" y="1603261"/>
                <a:ext cx="85405" cy="219309"/>
              </a:xfrm>
              <a:custGeom>
                <a:avLst/>
                <a:gdLst/>
                <a:ahLst/>
                <a:cxnLst/>
                <a:rect l="l" t="t" r="r" b="b"/>
                <a:pathLst>
                  <a:path w="3256" h="8361" extrusionOk="0">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0" name="Google Shape;20290;p140"/>
              <p:cNvSpPr/>
              <p:nvPr/>
            </p:nvSpPr>
            <p:spPr>
              <a:xfrm>
                <a:off x="3093381" y="1585556"/>
                <a:ext cx="94271" cy="32289"/>
              </a:xfrm>
              <a:custGeom>
                <a:avLst/>
                <a:gdLst/>
                <a:ahLst/>
                <a:cxnLst/>
                <a:rect l="l" t="t" r="r" b="b"/>
                <a:pathLst>
                  <a:path w="3594" h="1231" extrusionOk="0">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1" name="Google Shape;20291;p140"/>
              <p:cNvSpPr/>
              <p:nvPr/>
            </p:nvSpPr>
            <p:spPr>
              <a:xfrm>
                <a:off x="3137133" y="1559824"/>
                <a:ext cx="14767" cy="20512"/>
              </a:xfrm>
              <a:custGeom>
                <a:avLst/>
                <a:gdLst/>
                <a:ahLst/>
                <a:cxnLst/>
                <a:rect l="l" t="t" r="r" b="b"/>
                <a:pathLst>
                  <a:path w="563" h="782" extrusionOk="0">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92" name="Google Shape;20292;p140"/>
          <p:cNvGrpSpPr/>
          <p:nvPr/>
        </p:nvGrpSpPr>
        <p:grpSpPr>
          <a:xfrm>
            <a:off x="6332865" y="2906131"/>
            <a:ext cx="360846" cy="370184"/>
            <a:chOff x="6332865" y="2906131"/>
            <a:chExt cx="360846" cy="370184"/>
          </a:xfrm>
        </p:grpSpPr>
        <p:sp>
          <p:nvSpPr>
            <p:cNvPr id="20293" name="Google Shape;20293;p140"/>
            <p:cNvSpPr/>
            <p:nvPr/>
          </p:nvSpPr>
          <p:spPr>
            <a:xfrm>
              <a:off x="6332865" y="2906131"/>
              <a:ext cx="360846" cy="327508"/>
            </a:xfrm>
            <a:custGeom>
              <a:avLst/>
              <a:gdLst/>
              <a:ahLst/>
              <a:cxnLst/>
              <a:rect l="l" t="t" r="r" b="b"/>
              <a:pathLst>
                <a:path w="13757" h="12486" extrusionOk="0">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4" name="Google Shape;20294;p140"/>
            <p:cNvSpPr/>
            <p:nvPr/>
          </p:nvSpPr>
          <p:spPr>
            <a:xfrm>
              <a:off x="6636005" y="3022855"/>
              <a:ext cx="21089" cy="18466"/>
            </a:xfrm>
            <a:custGeom>
              <a:avLst/>
              <a:gdLst/>
              <a:ahLst/>
              <a:cxnLst/>
              <a:rect l="l" t="t" r="r" b="b"/>
              <a:pathLst>
                <a:path w="804" h="704" extrusionOk="0">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5" name="Google Shape;20295;p140"/>
            <p:cNvSpPr/>
            <p:nvPr/>
          </p:nvSpPr>
          <p:spPr>
            <a:xfrm>
              <a:off x="6391594" y="2960034"/>
              <a:ext cx="243546" cy="316281"/>
            </a:xfrm>
            <a:custGeom>
              <a:avLst/>
              <a:gdLst/>
              <a:ahLst/>
              <a:cxnLst/>
              <a:rect l="l" t="t" r="r" b="b"/>
              <a:pathLst>
                <a:path w="9285" h="12058" extrusionOk="0">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6" name="Google Shape;20296;p140"/>
            <p:cNvSpPr/>
            <p:nvPr/>
          </p:nvSpPr>
          <p:spPr>
            <a:xfrm>
              <a:off x="6624333" y="3184510"/>
              <a:ext cx="22820" cy="12879"/>
            </a:xfrm>
            <a:custGeom>
              <a:avLst/>
              <a:gdLst/>
              <a:ahLst/>
              <a:cxnLst/>
              <a:rect l="l" t="t" r="r" b="b"/>
              <a:pathLst>
                <a:path w="870" h="491" extrusionOk="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7" name="Google Shape;20297;p140"/>
            <p:cNvSpPr/>
            <p:nvPr/>
          </p:nvSpPr>
          <p:spPr>
            <a:xfrm>
              <a:off x="6367593" y="3022750"/>
              <a:ext cx="21115" cy="18387"/>
            </a:xfrm>
            <a:custGeom>
              <a:avLst/>
              <a:gdLst/>
              <a:ahLst/>
              <a:cxnLst/>
              <a:rect l="l" t="t" r="r" b="b"/>
              <a:pathLst>
                <a:path w="805" h="701" extrusionOk="0">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8" name="Google Shape;20298;p140"/>
            <p:cNvSpPr/>
            <p:nvPr/>
          </p:nvSpPr>
          <p:spPr>
            <a:xfrm>
              <a:off x="6379633" y="3184563"/>
              <a:ext cx="22794" cy="12826"/>
            </a:xfrm>
            <a:custGeom>
              <a:avLst/>
              <a:gdLst/>
              <a:ahLst/>
              <a:cxnLst/>
              <a:rect l="l" t="t" r="r" b="b"/>
              <a:pathLst>
                <a:path w="869" h="489" extrusionOk="0">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9" name="Google Shape;20299;p140"/>
            <p:cNvSpPr/>
            <p:nvPr/>
          </p:nvSpPr>
          <p:spPr>
            <a:xfrm>
              <a:off x="6507321" y="2948257"/>
              <a:ext cx="11935" cy="17941"/>
            </a:xfrm>
            <a:custGeom>
              <a:avLst/>
              <a:gdLst/>
              <a:ahLst/>
              <a:cxnLst/>
              <a:rect l="l" t="t" r="r" b="b"/>
              <a:pathLst>
                <a:path w="455" h="684" extrusionOk="0">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0" name="Google Shape;20300;p140"/>
            <p:cNvSpPr/>
            <p:nvPr/>
          </p:nvSpPr>
          <p:spPr>
            <a:xfrm>
              <a:off x="6417142" y="3001923"/>
              <a:ext cx="72001" cy="84985"/>
            </a:xfrm>
            <a:custGeom>
              <a:avLst/>
              <a:gdLst/>
              <a:ahLst/>
              <a:cxnLst/>
              <a:rect l="l" t="t" r="r" b="b"/>
              <a:pathLst>
                <a:path w="2745" h="3240" extrusionOk="0">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1" name="Google Shape;20301;p140"/>
            <p:cNvSpPr/>
            <p:nvPr/>
          </p:nvSpPr>
          <p:spPr>
            <a:xfrm>
              <a:off x="6358990" y="3090659"/>
              <a:ext cx="102481" cy="86113"/>
            </a:xfrm>
            <a:custGeom>
              <a:avLst/>
              <a:gdLst/>
              <a:ahLst/>
              <a:cxnLst/>
              <a:rect l="l" t="t" r="r" b="b"/>
              <a:pathLst>
                <a:path w="3907" h="3283" extrusionOk="0">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2" name="Google Shape;20302;p140"/>
            <p:cNvSpPr/>
            <p:nvPr/>
          </p:nvSpPr>
          <p:spPr>
            <a:xfrm>
              <a:off x="6565131" y="3090659"/>
              <a:ext cx="102481" cy="86113"/>
            </a:xfrm>
            <a:custGeom>
              <a:avLst/>
              <a:gdLst/>
              <a:ahLst/>
              <a:cxnLst/>
              <a:rect l="l" t="t" r="r" b="b"/>
              <a:pathLst>
                <a:path w="3907" h="3283" extrusionOk="0">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3" name="Google Shape;20303;p140"/>
            <p:cNvSpPr/>
            <p:nvPr/>
          </p:nvSpPr>
          <p:spPr>
            <a:xfrm>
              <a:off x="6537459" y="3001740"/>
              <a:ext cx="72342" cy="85038"/>
            </a:xfrm>
            <a:custGeom>
              <a:avLst/>
              <a:gdLst/>
              <a:ahLst/>
              <a:cxnLst/>
              <a:rect l="l" t="t" r="r" b="b"/>
              <a:pathLst>
                <a:path w="2758" h="3242" extrusionOk="0">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04" name="Google Shape;20304;p140"/>
          <p:cNvGrpSpPr/>
          <p:nvPr/>
        </p:nvGrpSpPr>
        <p:grpSpPr>
          <a:xfrm>
            <a:off x="4135079" y="1518066"/>
            <a:ext cx="370132" cy="358223"/>
            <a:chOff x="4135079" y="1518066"/>
            <a:chExt cx="370132" cy="358223"/>
          </a:xfrm>
        </p:grpSpPr>
        <p:sp>
          <p:nvSpPr>
            <p:cNvPr id="20305" name="Google Shape;20305;p140"/>
            <p:cNvSpPr/>
            <p:nvPr/>
          </p:nvSpPr>
          <p:spPr>
            <a:xfrm>
              <a:off x="4135079" y="1625688"/>
              <a:ext cx="95530" cy="95530"/>
            </a:xfrm>
            <a:custGeom>
              <a:avLst/>
              <a:gdLst/>
              <a:ahLst/>
              <a:cxnLst/>
              <a:rect l="l" t="t" r="r" b="b"/>
              <a:pathLst>
                <a:path w="3642" h="3642" extrusionOk="0">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6" name="Google Shape;20306;p140"/>
            <p:cNvSpPr/>
            <p:nvPr/>
          </p:nvSpPr>
          <p:spPr>
            <a:xfrm>
              <a:off x="4153047" y="1643472"/>
              <a:ext cx="59595" cy="59778"/>
            </a:xfrm>
            <a:custGeom>
              <a:avLst/>
              <a:gdLst/>
              <a:ahLst/>
              <a:cxnLst/>
              <a:rect l="l" t="t" r="r" b="b"/>
              <a:pathLst>
                <a:path w="2272" h="2279" extrusionOk="0">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7" name="Google Shape;20307;p140"/>
            <p:cNvSpPr/>
            <p:nvPr/>
          </p:nvSpPr>
          <p:spPr>
            <a:xfrm>
              <a:off x="4409681" y="1625688"/>
              <a:ext cx="95530" cy="95530"/>
            </a:xfrm>
            <a:custGeom>
              <a:avLst/>
              <a:gdLst/>
              <a:ahLst/>
              <a:cxnLst/>
              <a:rect l="l" t="t" r="r" b="b"/>
              <a:pathLst>
                <a:path w="3642" h="3642" extrusionOk="0">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8" name="Google Shape;20308;p140"/>
            <p:cNvSpPr/>
            <p:nvPr/>
          </p:nvSpPr>
          <p:spPr>
            <a:xfrm>
              <a:off x="4427649" y="1643472"/>
              <a:ext cx="59621" cy="59778"/>
            </a:xfrm>
            <a:custGeom>
              <a:avLst/>
              <a:gdLst/>
              <a:ahLst/>
              <a:cxnLst/>
              <a:rect l="l" t="t" r="r" b="b"/>
              <a:pathLst>
                <a:path w="2273" h="2279" extrusionOk="0">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9" name="Google Shape;20309;p140"/>
            <p:cNvSpPr/>
            <p:nvPr/>
          </p:nvSpPr>
          <p:spPr>
            <a:xfrm>
              <a:off x="4170831" y="1518250"/>
              <a:ext cx="298471" cy="358040"/>
            </a:xfrm>
            <a:custGeom>
              <a:avLst/>
              <a:gdLst/>
              <a:ahLst/>
              <a:cxnLst/>
              <a:rect l="l" t="t" r="r" b="b"/>
              <a:pathLst>
                <a:path w="11379" h="13650" extrusionOk="0">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0" name="Google Shape;20310;p140"/>
            <p:cNvSpPr/>
            <p:nvPr/>
          </p:nvSpPr>
          <p:spPr>
            <a:xfrm>
              <a:off x="4170831" y="1518066"/>
              <a:ext cx="166665" cy="352374"/>
            </a:xfrm>
            <a:custGeom>
              <a:avLst/>
              <a:gdLst/>
              <a:ahLst/>
              <a:cxnLst/>
              <a:rect l="l" t="t" r="r" b="b"/>
              <a:pathLst>
                <a:path w="6354" h="13434" extrusionOk="0">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1" name="Google Shape;20311;p140"/>
            <p:cNvSpPr/>
            <p:nvPr/>
          </p:nvSpPr>
          <p:spPr>
            <a:xfrm>
              <a:off x="4212615" y="1636914"/>
              <a:ext cx="214719" cy="215558"/>
            </a:xfrm>
            <a:custGeom>
              <a:avLst/>
              <a:gdLst/>
              <a:ahLst/>
              <a:cxnLst/>
              <a:rect l="l" t="t" r="r" b="b"/>
              <a:pathLst>
                <a:path w="8186" h="8218" extrusionOk="0">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2" name="Google Shape;20312;p140"/>
            <p:cNvSpPr/>
            <p:nvPr/>
          </p:nvSpPr>
          <p:spPr>
            <a:xfrm>
              <a:off x="4204274" y="1638121"/>
              <a:ext cx="60119" cy="179308"/>
            </a:xfrm>
            <a:custGeom>
              <a:avLst/>
              <a:gdLst/>
              <a:ahLst/>
              <a:cxnLst/>
              <a:rect l="l" t="t" r="r" b="b"/>
              <a:pathLst>
                <a:path w="2292" h="6836" extrusionOk="0">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3" name="Google Shape;20313;p140"/>
            <p:cNvSpPr/>
            <p:nvPr/>
          </p:nvSpPr>
          <p:spPr>
            <a:xfrm>
              <a:off x="4287948" y="1733126"/>
              <a:ext cx="28564" cy="17968"/>
            </a:xfrm>
            <a:custGeom>
              <a:avLst/>
              <a:gdLst/>
              <a:ahLst/>
              <a:cxnLst/>
              <a:rect l="l" t="t" r="r" b="b"/>
              <a:pathLst>
                <a:path w="1089" h="685" extrusionOk="0">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4" name="Google Shape;20314;p140"/>
            <p:cNvSpPr/>
            <p:nvPr/>
          </p:nvSpPr>
          <p:spPr>
            <a:xfrm>
              <a:off x="4323673" y="1733126"/>
              <a:ext cx="28696" cy="17784"/>
            </a:xfrm>
            <a:custGeom>
              <a:avLst/>
              <a:gdLst/>
              <a:ahLst/>
              <a:cxnLst/>
              <a:rect l="l" t="t" r="r" b="b"/>
              <a:pathLst>
                <a:path w="1094" h="678" extrusionOk="0">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5" name="Google Shape;20315;p140"/>
            <p:cNvSpPr/>
            <p:nvPr/>
          </p:nvSpPr>
          <p:spPr>
            <a:xfrm>
              <a:off x="4260459" y="1774884"/>
              <a:ext cx="119373" cy="53745"/>
            </a:xfrm>
            <a:custGeom>
              <a:avLst/>
              <a:gdLst/>
              <a:ahLst/>
              <a:cxnLst/>
              <a:rect l="l" t="t" r="r" b="b"/>
              <a:pathLst>
                <a:path w="4551" h="2049" extrusionOk="0">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6" name="Google Shape;20316;p140"/>
            <p:cNvSpPr/>
            <p:nvPr/>
          </p:nvSpPr>
          <p:spPr>
            <a:xfrm>
              <a:off x="4285718" y="1792773"/>
              <a:ext cx="68670" cy="35778"/>
            </a:xfrm>
            <a:custGeom>
              <a:avLst/>
              <a:gdLst/>
              <a:ahLst/>
              <a:cxnLst/>
              <a:rect l="l" t="t" r="r" b="b"/>
              <a:pathLst>
                <a:path w="2618" h="1364" extrusionOk="0">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7" name="Google Shape;20317;p140"/>
            <p:cNvSpPr/>
            <p:nvPr/>
          </p:nvSpPr>
          <p:spPr>
            <a:xfrm>
              <a:off x="4248550" y="1667472"/>
              <a:ext cx="35778" cy="41811"/>
            </a:xfrm>
            <a:custGeom>
              <a:avLst/>
              <a:gdLst/>
              <a:ahLst/>
              <a:cxnLst/>
              <a:rect l="l" t="t" r="r" b="b"/>
              <a:pathLst>
                <a:path w="1364" h="1594" extrusionOk="0">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8" name="Google Shape;20318;p140"/>
            <p:cNvSpPr/>
            <p:nvPr/>
          </p:nvSpPr>
          <p:spPr>
            <a:xfrm>
              <a:off x="4266334" y="1667472"/>
              <a:ext cx="17994" cy="29771"/>
            </a:xfrm>
            <a:custGeom>
              <a:avLst/>
              <a:gdLst/>
              <a:ahLst/>
              <a:cxnLst/>
              <a:rect l="l" t="t" r="r" b="b"/>
              <a:pathLst>
                <a:path w="686" h="1135" extrusionOk="0">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9" name="Google Shape;20319;p140"/>
            <p:cNvSpPr/>
            <p:nvPr/>
          </p:nvSpPr>
          <p:spPr>
            <a:xfrm>
              <a:off x="4260459" y="1673348"/>
              <a:ext cx="11961" cy="11935"/>
            </a:xfrm>
            <a:custGeom>
              <a:avLst/>
              <a:gdLst/>
              <a:ahLst/>
              <a:cxnLst/>
              <a:rect l="l" t="t" r="r" b="b"/>
              <a:pathLst>
                <a:path w="456" h="455" extrusionOk="0">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0" name="Google Shape;20320;p140"/>
            <p:cNvSpPr/>
            <p:nvPr/>
          </p:nvSpPr>
          <p:spPr>
            <a:xfrm>
              <a:off x="4355962" y="1667472"/>
              <a:ext cx="35778" cy="41811"/>
            </a:xfrm>
            <a:custGeom>
              <a:avLst/>
              <a:gdLst/>
              <a:ahLst/>
              <a:cxnLst/>
              <a:rect l="l" t="t" r="r" b="b"/>
              <a:pathLst>
                <a:path w="1364" h="1594" extrusionOk="0">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1" name="Google Shape;20321;p140"/>
            <p:cNvSpPr/>
            <p:nvPr/>
          </p:nvSpPr>
          <p:spPr>
            <a:xfrm>
              <a:off x="4373772" y="1667472"/>
              <a:ext cx="17968" cy="29771"/>
            </a:xfrm>
            <a:custGeom>
              <a:avLst/>
              <a:gdLst/>
              <a:ahLst/>
              <a:cxnLst/>
              <a:rect l="l" t="t" r="r" b="b"/>
              <a:pathLst>
                <a:path w="685" h="1135" extrusionOk="0">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2" name="Google Shape;20322;p140"/>
            <p:cNvSpPr/>
            <p:nvPr/>
          </p:nvSpPr>
          <p:spPr>
            <a:xfrm>
              <a:off x="4367897" y="1673348"/>
              <a:ext cx="11935" cy="11935"/>
            </a:xfrm>
            <a:custGeom>
              <a:avLst/>
              <a:gdLst/>
              <a:ahLst/>
              <a:cxnLst/>
              <a:rect l="l" t="t" r="r" b="b"/>
              <a:pathLst>
                <a:path w="455" h="455" extrusionOk="0">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3" name="Google Shape;20323;p140"/>
            <p:cNvSpPr/>
            <p:nvPr/>
          </p:nvSpPr>
          <p:spPr>
            <a:xfrm>
              <a:off x="4314178" y="1810688"/>
              <a:ext cx="11935" cy="17941"/>
            </a:xfrm>
            <a:custGeom>
              <a:avLst/>
              <a:gdLst/>
              <a:ahLst/>
              <a:cxnLst/>
              <a:rect l="l" t="t" r="r" b="b"/>
              <a:pathLst>
                <a:path w="455" h="684" extrusionOk="0">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24" name="Google Shape;20324;p140"/>
          <p:cNvGrpSpPr/>
          <p:nvPr/>
        </p:nvGrpSpPr>
        <p:grpSpPr>
          <a:xfrm>
            <a:off x="6878869" y="1980134"/>
            <a:ext cx="361240" cy="370158"/>
            <a:chOff x="6878869" y="1980134"/>
            <a:chExt cx="361240" cy="370158"/>
          </a:xfrm>
        </p:grpSpPr>
        <p:sp>
          <p:nvSpPr>
            <p:cNvPr id="20325" name="Google Shape;20325;p140"/>
            <p:cNvSpPr/>
            <p:nvPr/>
          </p:nvSpPr>
          <p:spPr>
            <a:xfrm>
              <a:off x="6878869" y="2012869"/>
              <a:ext cx="67437" cy="32027"/>
            </a:xfrm>
            <a:custGeom>
              <a:avLst/>
              <a:gdLst/>
              <a:ahLst/>
              <a:cxnLst/>
              <a:rect l="l" t="t" r="r" b="b"/>
              <a:pathLst>
                <a:path w="2571" h="1221" extrusionOk="0">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6" name="Google Shape;20326;p140"/>
            <p:cNvSpPr/>
            <p:nvPr/>
          </p:nvSpPr>
          <p:spPr>
            <a:xfrm>
              <a:off x="6882777" y="2032961"/>
              <a:ext cx="63529" cy="11777"/>
            </a:xfrm>
            <a:custGeom>
              <a:avLst/>
              <a:gdLst/>
              <a:ahLst/>
              <a:cxnLst/>
              <a:rect l="l" t="t" r="r" b="b"/>
              <a:pathLst>
                <a:path w="2422" h="449" extrusionOk="0">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7" name="Google Shape;20327;p140"/>
            <p:cNvSpPr/>
            <p:nvPr/>
          </p:nvSpPr>
          <p:spPr>
            <a:xfrm>
              <a:off x="6992339" y="2273962"/>
              <a:ext cx="91989" cy="76329"/>
            </a:xfrm>
            <a:custGeom>
              <a:avLst/>
              <a:gdLst/>
              <a:ahLst/>
              <a:cxnLst/>
              <a:rect l="l" t="t" r="r" b="b"/>
              <a:pathLst>
                <a:path w="3507" h="2910" extrusionOk="0">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8" name="Google Shape;20328;p140"/>
            <p:cNvSpPr/>
            <p:nvPr/>
          </p:nvSpPr>
          <p:spPr>
            <a:xfrm>
              <a:off x="7015815" y="2273962"/>
              <a:ext cx="68670" cy="76329"/>
            </a:xfrm>
            <a:custGeom>
              <a:avLst/>
              <a:gdLst/>
              <a:ahLst/>
              <a:cxnLst/>
              <a:rect l="l" t="t" r="r" b="b"/>
              <a:pathLst>
                <a:path w="2618" h="2910" extrusionOk="0">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9" name="Google Shape;20329;p140"/>
            <p:cNvSpPr/>
            <p:nvPr/>
          </p:nvSpPr>
          <p:spPr>
            <a:xfrm>
              <a:off x="6923696" y="1980134"/>
              <a:ext cx="316412" cy="317147"/>
            </a:xfrm>
            <a:custGeom>
              <a:avLst/>
              <a:gdLst/>
              <a:ahLst/>
              <a:cxnLst/>
              <a:rect l="l" t="t" r="r" b="b"/>
              <a:pathLst>
                <a:path w="12063" h="12091" extrusionOk="0">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0" name="Google Shape;20330;p140"/>
            <p:cNvSpPr/>
            <p:nvPr/>
          </p:nvSpPr>
          <p:spPr>
            <a:xfrm>
              <a:off x="6923853" y="1987085"/>
              <a:ext cx="305239" cy="310380"/>
            </a:xfrm>
            <a:custGeom>
              <a:avLst/>
              <a:gdLst/>
              <a:ahLst/>
              <a:cxnLst/>
              <a:rect l="l" t="t" r="r" b="b"/>
              <a:pathLst>
                <a:path w="11637" h="11833" extrusionOk="0">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1" name="Google Shape;20331;p140"/>
            <p:cNvSpPr/>
            <p:nvPr/>
          </p:nvSpPr>
          <p:spPr>
            <a:xfrm>
              <a:off x="6923853" y="2087388"/>
              <a:ext cx="316255" cy="210076"/>
            </a:xfrm>
            <a:custGeom>
              <a:avLst/>
              <a:gdLst/>
              <a:ahLst/>
              <a:cxnLst/>
              <a:rect l="l" t="t" r="r" b="b"/>
              <a:pathLst>
                <a:path w="12057" h="8009" extrusionOk="0">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2" name="Google Shape;20332;p140"/>
            <p:cNvSpPr/>
            <p:nvPr/>
          </p:nvSpPr>
          <p:spPr>
            <a:xfrm>
              <a:off x="6923853" y="2087388"/>
              <a:ext cx="305239" cy="210076"/>
            </a:xfrm>
            <a:custGeom>
              <a:avLst/>
              <a:gdLst/>
              <a:ahLst/>
              <a:cxnLst/>
              <a:rect l="l" t="t" r="r" b="b"/>
              <a:pathLst>
                <a:path w="11637" h="8009" extrusionOk="0">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3" name="Google Shape;20333;p140"/>
            <p:cNvSpPr/>
            <p:nvPr/>
          </p:nvSpPr>
          <p:spPr>
            <a:xfrm>
              <a:off x="6941296" y="2121356"/>
              <a:ext cx="298812" cy="176108"/>
            </a:xfrm>
            <a:custGeom>
              <a:avLst/>
              <a:gdLst/>
              <a:ahLst/>
              <a:cxnLst/>
              <a:rect l="l" t="t" r="r" b="b"/>
              <a:pathLst>
                <a:path w="11392" h="6714" extrusionOk="0">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4" name="Google Shape;20334;p140"/>
            <p:cNvSpPr/>
            <p:nvPr/>
          </p:nvSpPr>
          <p:spPr>
            <a:xfrm>
              <a:off x="6953388" y="2121172"/>
              <a:ext cx="286720" cy="152632"/>
            </a:xfrm>
            <a:custGeom>
              <a:avLst/>
              <a:gdLst/>
              <a:ahLst/>
              <a:cxnLst/>
              <a:rect l="l" t="t" r="r" b="b"/>
              <a:pathLst>
                <a:path w="10931" h="5819" extrusionOk="0">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5" name="Google Shape;20335;p140"/>
            <p:cNvSpPr/>
            <p:nvPr/>
          </p:nvSpPr>
          <p:spPr>
            <a:xfrm>
              <a:off x="6953204" y="2003610"/>
              <a:ext cx="23502" cy="23502"/>
            </a:xfrm>
            <a:custGeom>
              <a:avLst/>
              <a:gdLst/>
              <a:ahLst/>
              <a:cxnLst/>
              <a:rect l="l" t="t" r="r" b="b"/>
              <a:pathLst>
                <a:path w="896" h="896" extrusionOk="0">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6" name="Google Shape;20336;p140"/>
            <p:cNvSpPr/>
            <p:nvPr/>
          </p:nvSpPr>
          <p:spPr>
            <a:xfrm>
              <a:off x="6971696" y="2121146"/>
              <a:ext cx="218811" cy="95503"/>
            </a:xfrm>
            <a:custGeom>
              <a:avLst/>
              <a:gdLst/>
              <a:ahLst/>
              <a:cxnLst/>
              <a:rect l="l" t="t" r="r" b="b"/>
              <a:pathLst>
                <a:path w="8342" h="3641" extrusionOk="0">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7" name="Google Shape;20337;p140"/>
            <p:cNvSpPr/>
            <p:nvPr/>
          </p:nvSpPr>
          <p:spPr>
            <a:xfrm>
              <a:off x="6964955" y="2003610"/>
              <a:ext cx="11751" cy="11777"/>
            </a:xfrm>
            <a:custGeom>
              <a:avLst/>
              <a:gdLst/>
              <a:ahLst/>
              <a:cxnLst/>
              <a:rect l="l" t="t" r="r" b="b"/>
              <a:pathLst>
                <a:path w="448" h="449" extrusionOk="0">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38" name="Google Shape;20338;p140"/>
          <p:cNvGrpSpPr/>
          <p:nvPr/>
        </p:nvGrpSpPr>
        <p:grpSpPr>
          <a:xfrm>
            <a:off x="2493999" y="2550033"/>
            <a:ext cx="370132" cy="259467"/>
            <a:chOff x="2493999" y="2550033"/>
            <a:chExt cx="370132" cy="259467"/>
          </a:xfrm>
        </p:grpSpPr>
        <p:sp>
          <p:nvSpPr>
            <p:cNvPr id="20339" name="Google Shape;20339;p140"/>
            <p:cNvSpPr/>
            <p:nvPr/>
          </p:nvSpPr>
          <p:spPr>
            <a:xfrm>
              <a:off x="2493999" y="2660251"/>
              <a:ext cx="370132" cy="149249"/>
            </a:xfrm>
            <a:custGeom>
              <a:avLst/>
              <a:gdLst/>
              <a:ahLst/>
              <a:cxnLst/>
              <a:rect l="l" t="t" r="r" b="b"/>
              <a:pathLst>
                <a:path w="14111" h="5690" extrusionOk="0">
                  <a:moveTo>
                    <a:pt x="0" y="1"/>
                  </a:moveTo>
                  <a:cubicBezTo>
                    <a:pt x="0" y="1947"/>
                    <a:pt x="3872" y="5690"/>
                    <a:pt x="7059" y="5690"/>
                  </a:cubicBezTo>
                  <a:cubicBezTo>
                    <a:pt x="10239" y="5690"/>
                    <a:pt x="14111" y="1953"/>
                    <a:pt x="1411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0" name="Google Shape;20340;p140"/>
            <p:cNvSpPr/>
            <p:nvPr/>
          </p:nvSpPr>
          <p:spPr>
            <a:xfrm>
              <a:off x="2493999" y="2660251"/>
              <a:ext cx="139649" cy="140724"/>
            </a:xfrm>
            <a:custGeom>
              <a:avLst/>
              <a:gdLst/>
              <a:ahLst/>
              <a:cxnLst/>
              <a:rect l="l" t="t" r="r" b="b"/>
              <a:pathLst>
                <a:path w="5324" h="5365" extrusionOk="0">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1" name="Google Shape;20341;p140"/>
            <p:cNvSpPr/>
            <p:nvPr/>
          </p:nvSpPr>
          <p:spPr>
            <a:xfrm>
              <a:off x="2493999" y="2660251"/>
              <a:ext cx="370132" cy="101405"/>
            </a:xfrm>
            <a:custGeom>
              <a:avLst/>
              <a:gdLst/>
              <a:ahLst/>
              <a:cxnLst/>
              <a:rect l="l" t="t" r="r" b="b"/>
              <a:pathLst>
                <a:path w="14111" h="3866" extrusionOk="0">
                  <a:moveTo>
                    <a:pt x="0" y="1"/>
                  </a:moveTo>
                  <a:cubicBezTo>
                    <a:pt x="0" y="1031"/>
                    <a:pt x="4781" y="3866"/>
                    <a:pt x="7059" y="3866"/>
                  </a:cubicBezTo>
                  <a:cubicBezTo>
                    <a:pt x="9331" y="3866"/>
                    <a:pt x="14111" y="1031"/>
                    <a:pt x="1411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2" name="Google Shape;20342;p140"/>
            <p:cNvSpPr/>
            <p:nvPr/>
          </p:nvSpPr>
          <p:spPr>
            <a:xfrm>
              <a:off x="2493999" y="2550033"/>
              <a:ext cx="370132" cy="152055"/>
            </a:xfrm>
            <a:custGeom>
              <a:avLst/>
              <a:gdLst/>
              <a:ahLst/>
              <a:cxnLst/>
              <a:rect l="l" t="t" r="r" b="b"/>
              <a:pathLst>
                <a:path w="14111" h="5797" extrusionOk="0">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3" name="Google Shape;20343;p140"/>
            <p:cNvSpPr/>
            <p:nvPr/>
          </p:nvSpPr>
          <p:spPr>
            <a:xfrm>
              <a:off x="2493999" y="2550033"/>
              <a:ext cx="158665" cy="141012"/>
            </a:xfrm>
            <a:custGeom>
              <a:avLst/>
              <a:gdLst/>
              <a:ahLst/>
              <a:cxnLst/>
              <a:rect l="l" t="t" r="r" b="b"/>
              <a:pathLst>
                <a:path w="6049" h="5376" extrusionOk="0">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4" name="Google Shape;20344;p140"/>
            <p:cNvSpPr/>
            <p:nvPr/>
          </p:nvSpPr>
          <p:spPr>
            <a:xfrm>
              <a:off x="2505908" y="2558689"/>
              <a:ext cx="95530" cy="95556"/>
            </a:xfrm>
            <a:custGeom>
              <a:avLst/>
              <a:gdLst/>
              <a:ahLst/>
              <a:cxnLst/>
              <a:rect l="l" t="t" r="r" b="b"/>
              <a:pathLst>
                <a:path w="3642" h="3643" extrusionOk="0">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5" name="Google Shape;20345;p140"/>
            <p:cNvSpPr/>
            <p:nvPr/>
          </p:nvSpPr>
          <p:spPr>
            <a:xfrm>
              <a:off x="2497567" y="2564932"/>
              <a:ext cx="97654" cy="89392"/>
            </a:xfrm>
            <a:custGeom>
              <a:avLst/>
              <a:gdLst/>
              <a:ahLst/>
              <a:cxnLst/>
              <a:rect l="l" t="t" r="r" b="b"/>
              <a:pathLst>
                <a:path w="3723" h="3408" extrusionOk="0">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6" name="Google Shape;20346;p140"/>
            <p:cNvSpPr/>
            <p:nvPr/>
          </p:nvSpPr>
          <p:spPr>
            <a:xfrm>
              <a:off x="2756693" y="2558689"/>
              <a:ext cx="95530" cy="95556"/>
            </a:xfrm>
            <a:custGeom>
              <a:avLst/>
              <a:gdLst/>
              <a:ahLst/>
              <a:cxnLst/>
              <a:rect l="l" t="t" r="r" b="b"/>
              <a:pathLst>
                <a:path w="3642" h="3643" extrusionOk="0">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7" name="Google Shape;20347;p140"/>
            <p:cNvSpPr/>
            <p:nvPr/>
          </p:nvSpPr>
          <p:spPr>
            <a:xfrm>
              <a:off x="2748325" y="2564932"/>
              <a:ext cx="97681" cy="89392"/>
            </a:xfrm>
            <a:custGeom>
              <a:avLst/>
              <a:gdLst/>
              <a:ahLst/>
              <a:cxnLst/>
              <a:rect l="l" t="t" r="r" b="b"/>
              <a:pathLst>
                <a:path w="3724" h="3408" extrusionOk="0">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8" name="Google Shape;20348;p140"/>
            <p:cNvSpPr/>
            <p:nvPr/>
          </p:nvSpPr>
          <p:spPr>
            <a:xfrm>
              <a:off x="2523875" y="2576840"/>
              <a:ext cx="35778" cy="53745"/>
            </a:xfrm>
            <a:custGeom>
              <a:avLst/>
              <a:gdLst/>
              <a:ahLst/>
              <a:cxnLst/>
              <a:rect l="l" t="t" r="r" b="b"/>
              <a:pathLst>
                <a:path w="1364" h="2049" extrusionOk="0">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9" name="Google Shape;20349;p140"/>
            <p:cNvSpPr/>
            <p:nvPr/>
          </p:nvSpPr>
          <p:spPr>
            <a:xfrm>
              <a:off x="2647130" y="2648212"/>
              <a:ext cx="22558" cy="17941"/>
            </a:xfrm>
            <a:custGeom>
              <a:avLst/>
              <a:gdLst/>
              <a:ahLst/>
              <a:cxnLst/>
              <a:rect l="l" t="t" r="r" b="b"/>
              <a:pathLst>
                <a:path w="860" h="684" extrusionOk="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0" name="Google Shape;20350;p140"/>
            <p:cNvSpPr/>
            <p:nvPr/>
          </p:nvSpPr>
          <p:spPr>
            <a:xfrm>
              <a:off x="2688495" y="2648212"/>
              <a:ext cx="22505" cy="17941"/>
            </a:xfrm>
            <a:custGeom>
              <a:avLst/>
              <a:gdLst/>
              <a:ahLst/>
              <a:cxnLst/>
              <a:rect l="l" t="t" r="r" b="b"/>
              <a:pathLst>
                <a:path w="858" h="684" extrusionOk="0">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1" name="Google Shape;20351;p140"/>
            <p:cNvSpPr/>
            <p:nvPr/>
          </p:nvSpPr>
          <p:spPr>
            <a:xfrm>
              <a:off x="2541843" y="2576656"/>
              <a:ext cx="17810" cy="35830"/>
            </a:xfrm>
            <a:custGeom>
              <a:avLst/>
              <a:gdLst/>
              <a:ahLst/>
              <a:cxnLst/>
              <a:rect l="l" t="t" r="r" b="b"/>
              <a:pathLst>
                <a:path w="679" h="1366" extrusionOk="0">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2" name="Google Shape;20352;p140"/>
            <p:cNvSpPr/>
            <p:nvPr/>
          </p:nvSpPr>
          <p:spPr>
            <a:xfrm>
              <a:off x="2535784" y="2588591"/>
              <a:ext cx="11961" cy="11935"/>
            </a:xfrm>
            <a:custGeom>
              <a:avLst/>
              <a:gdLst/>
              <a:ahLst/>
              <a:cxnLst/>
              <a:rect l="l" t="t" r="r" b="b"/>
              <a:pathLst>
                <a:path w="456" h="455" extrusionOk="0">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3" name="Google Shape;20353;p140"/>
            <p:cNvSpPr/>
            <p:nvPr/>
          </p:nvSpPr>
          <p:spPr>
            <a:xfrm>
              <a:off x="2798477" y="2576840"/>
              <a:ext cx="35778" cy="53745"/>
            </a:xfrm>
            <a:custGeom>
              <a:avLst/>
              <a:gdLst/>
              <a:ahLst/>
              <a:cxnLst/>
              <a:rect l="l" t="t" r="r" b="b"/>
              <a:pathLst>
                <a:path w="1364" h="2049" extrusionOk="0">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4" name="Google Shape;20354;p140"/>
            <p:cNvSpPr/>
            <p:nvPr/>
          </p:nvSpPr>
          <p:spPr>
            <a:xfrm>
              <a:off x="2816261" y="2576656"/>
              <a:ext cx="17994" cy="35830"/>
            </a:xfrm>
            <a:custGeom>
              <a:avLst/>
              <a:gdLst/>
              <a:ahLst/>
              <a:cxnLst/>
              <a:rect l="l" t="t" r="r" b="b"/>
              <a:pathLst>
                <a:path w="686" h="1366" extrusionOk="0">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5" name="Google Shape;20355;p140"/>
            <p:cNvSpPr/>
            <p:nvPr/>
          </p:nvSpPr>
          <p:spPr>
            <a:xfrm>
              <a:off x="2810412" y="2588591"/>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6" name="Google Shape;20356;p140"/>
            <p:cNvSpPr/>
            <p:nvPr/>
          </p:nvSpPr>
          <p:spPr>
            <a:xfrm>
              <a:off x="2609595" y="2725879"/>
              <a:ext cx="138940" cy="35778"/>
            </a:xfrm>
            <a:custGeom>
              <a:avLst/>
              <a:gdLst/>
              <a:ahLst/>
              <a:cxnLst/>
              <a:rect l="l" t="t" r="r" b="b"/>
              <a:pathLst>
                <a:path w="5297" h="1364" extrusionOk="0">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7" name="Google Shape;20357;p140"/>
            <p:cNvSpPr/>
            <p:nvPr/>
          </p:nvSpPr>
          <p:spPr>
            <a:xfrm>
              <a:off x="2656730" y="2727662"/>
              <a:ext cx="91805" cy="33994"/>
            </a:xfrm>
            <a:custGeom>
              <a:avLst/>
              <a:gdLst/>
              <a:ahLst/>
              <a:cxnLst/>
              <a:rect l="l" t="t" r="r" b="b"/>
              <a:pathLst>
                <a:path w="3500" h="1296" extrusionOk="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58" name="Google Shape;20358;p140"/>
          <p:cNvGrpSpPr/>
          <p:nvPr/>
        </p:nvGrpSpPr>
        <p:grpSpPr>
          <a:xfrm>
            <a:off x="1699703" y="3365261"/>
            <a:ext cx="281054" cy="370158"/>
            <a:chOff x="1699703" y="3365261"/>
            <a:chExt cx="281054" cy="370158"/>
          </a:xfrm>
        </p:grpSpPr>
        <p:sp>
          <p:nvSpPr>
            <p:cNvPr id="20359" name="Google Shape;20359;p140"/>
            <p:cNvSpPr/>
            <p:nvPr/>
          </p:nvSpPr>
          <p:spPr>
            <a:xfrm>
              <a:off x="1737474" y="3471362"/>
              <a:ext cx="227781" cy="108435"/>
            </a:xfrm>
            <a:custGeom>
              <a:avLst/>
              <a:gdLst/>
              <a:ahLst/>
              <a:cxnLst/>
              <a:rect l="l" t="t" r="r" b="b"/>
              <a:pathLst>
                <a:path w="8684" h="4134" extrusionOk="0">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0" name="Google Shape;20360;p140"/>
            <p:cNvSpPr/>
            <p:nvPr/>
          </p:nvSpPr>
          <p:spPr>
            <a:xfrm>
              <a:off x="1743271" y="3393301"/>
              <a:ext cx="237486" cy="103425"/>
            </a:xfrm>
            <a:custGeom>
              <a:avLst/>
              <a:gdLst/>
              <a:ahLst/>
              <a:cxnLst/>
              <a:rect l="l" t="t" r="r" b="b"/>
              <a:pathLst>
                <a:path w="9054" h="3943" extrusionOk="0">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1" name="Google Shape;20361;p140"/>
            <p:cNvSpPr/>
            <p:nvPr/>
          </p:nvSpPr>
          <p:spPr>
            <a:xfrm>
              <a:off x="1709644" y="3365261"/>
              <a:ext cx="47686" cy="370158"/>
            </a:xfrm>
            <a:custGeom>
              <a:avLst/>
              <a:gdLst/>
              <a:ahLst/>
              <a:cxnLst/>
              <a:rect l="l" t="t" r="r" b="b"/>
              <a:pathLst>
                <a:path w="1818" h="14112" extrusionOk="0">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2" name="Google Shape;20362;p140"/>
            <p:cNvSpPr/>
            <p:nvPr/>
          </p:nvSpPr>
          <p:spPr>
            <a:xfrm>
              <a:off x="1709644" y="3365261"/>
              <a:ext cx="25653" cy="370158"/>
            </a:xfrm>
            <a:custGeom>
              <a:avLst/>
              <a:gdLst/>
              <a:ahLst/>
              <a:cxnLst/>
              <a:rect l="l" t="t" r="r" b="b"/>
              <a:pathLst>
                <a:path w="978" h="14112" extrusionOk="0">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3" name="Google Shape;20363;p140"/>
            <p:cNvSpPr/>
            <p:nvPr/>
          </p:nvSpPr>
          <p:spPr>
            <a:xfrm>
              <a:off x="1789881" y="3484660"/>
              <a:ext cx="38243" cy="70218"/>
            </a:xfrm>
            <a:custGeom>
              <a:avLst/>
              <a:gdLst/>
              <a:ahLst/>
              <a:cxnLst/>
              <a:rect l="l" t="t" r="r" b="b"/>
              <a:pathLst>
                <a:path w="1458" h="2677" extrusionOk="0">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4" name="Google Shape;20364;p140"/>
            <p:cNvSpPr/>
            <p:nvPr/>
          </p:nvSpPr>
          <p:spPr>
            <a:xfrm>
              <a:off x="1805147" y="3536228"/>
              <a:ext cx="122232" cy="130389"/>
            </a:xfrm>
            <a:custGeom>
              <a:avLst/>
              <a:gdLst/>
              <a:ahLst/>
              <a:cxnLst/>
              <a:rect l="l" t="t" r="r" b="b"/>
              <a:pathLst>
                <a:path w="4660" h="4971" extrusionOk="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5" name="Google Shape;20365;p140"/>
            <p:cNvSpPr/>
            <p:nvPr/>
          </p:nvSpPr>
          <p:spPr>
            <a:xfrm>
              <a:off x="1703611" y="3472699"/>
              <a:ext cx="59778" cy="24027"/>
            </a:xfrm>
            <a:custGeom>
              <a:avLst/>
              <a:gdLst/>
              <a:ahLst/>
              <a:cxnLst/>
              <a:rect l="l" t="t" r="r" b="b"/>
              <a:pathLst>
                <a:path w="2279" h="916" extrusionOk="0">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6" name="Google Shape;20366;p140"/>
            <p:cNvSpPr/>
            <p:nvPr/>
          </p:nvSpPr>
          <p:spPr>
            <a:xfrm>
              <a:off x="1699703" y="3472699"/>
              <a:ext cx="33810" cy="24027"/>
            </a:xfrm>
            <a:custGeom>
              <a:avLst/>
              <a:gdLst/>
              <a:ahLst/>
              <a:cxnLst/>
              <a:rect l="l" t="t" r="r" b="b"/>
              <a:pathLst>
                <a:path w="1289" h="916" extrusionOk="0">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7" name="Google Shape;20367;p140"/>
            <p:cNvSpPr/>
            <p:nvPr/>
          </p:nvSpPr>
          <p:spPr>
            <a:xfrm>
              <a:off x="1703611" y="3604138"/>
              <a:ext cx="59778" cy="23843"/>
            </a:xfrm>
            <a:custGeom>
              <a:avLst/>
              <a:gdLst/>
              <a:ahLst/>
              <a:cxnLst/>
              <a:rect l="l" t="t" r="r" b="b"/>
              <a:pathLst>
                <a:path w="2279" h="909" extrusionOk="0">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8" name="Google Shape;20368;p140"/>
            <p:cNvSpPr/>
            <p:nvPr/>
          </p:nvSpPr>
          <p:spPr>
            <a:xfrm>
              <a:off x="1699703" y="3604138"/>
              <a:ext cx="33810" cy="23843"/>
            </a:xfrm>
            <a:custGeom>
              <a:avLst/>
              <a:gdLst/>
              <a:ahLst/>
              <a:cxnLst/>
              <a:rect l="l" t="t" r="r" b="b"/>
              <a:pathLst>
                <a:path w="1289" h="909" extrusionOk="0">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9" name="Google Shape;20369;p140"/>
            <p:cNvSpPr/>
            <p:nvPr/>
          </p:nvSpPr>
          <p:spPr>
            <a:xfrm>
              <a:off x="1801606" y="3393222"/>
              <a:ext cx="177341" cy="55844"/>
            </a:xfrm>
            <a:custGeom>
              <a:avLst/>
              <a:gdLst/>
              <a:ahLst/>
              <a:cxnLst/>
              <a:rect l="l" t="t" r="r" b="b"/>
              <a:pathLst>
                <a:path w="6761" h="2129" extrusionOk="0">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0" name="Google Shape;20370;p140"/>
            <p:cNvSpPr/>
            <p:nvPr/>
          </p:nvSpPr>
          <p:spPr>
            <a:xfrm>
              <a:off x="1822957" y="3484319"/>
              <a:ext cx="141590" cy="95582"/>
            </a:xfrm>
            <a:custGeom>
              <a:avLst/>
              <a:gdLst/>
              <a:ahLst/>
              <a:cxnLst/>
              <a:rect l="l" t="t" r="r" b="b"/>
              <a:pathLst>
                <a:path w="5398" h="3644" extrusionOk="0">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1" name="Google Shape;20371;p140"/>
            <p:cNvSpPr/>
            <p:nvPr/>
          </p:nvSpPr>
          <p:spPr>
            <a:xfrm>
              <a:off x="1805147" y="3536228"/>
              <a:ext cx="98572" cy="130389"/>
            </a:xfrm>
            <a:custGeom>
              <a:avLst/>
              <a:gdLst/>
              <a:ahLst/>
              <a:cxnLst/>
              <a:rect l="l" t="t" r="r" b="b"/>
              <a:pathLst>
                <a:path w="3758" h="4971" extrusionOk="0">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72" name="Google Shape;20372;p140"/>
          <p:cNvGrpSpPr/>
          <p:nvPr/>
        </p:nvGrpSpPr>
        <p:grpSpPr>
          <a:xfrm>
            <a:off x="7966810" y="1519430"/>
            <a:ext cx="369974" cy="355626"/>
            <a:chOff x="7966810" y="1519430"/>
            <a:chExt cx="369974" cy="355626"/>
          </a:xfrm>
        </p:grpSpPr>
        <p:sp>
          <p:nvSpPr>
            <p:cNvPr id="20373" name="Google Shape;20373;p140"/>
            <p:cNvSpPr/>
            <p:nvPr/>
          </p:nvSpPr>
          <p:spPr>
            <a:xfrm>
              <a:off x="8205503" y="1519430"/>
              <a:ext cx="131281" cy="122992"/>
            </a:xfrm>
            <a:custGeom>
              <a:avLst/>
              <a:gdLst/>
              <a:ahLst/>
              <a:cxnLst/>
              <a:rect l="l" t="t" r="r" b="b"/>
              <a:pathLst>
                <a:path w="5005" h="4689" extrusionOk="0">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4" name="Google Shape;20374;p140"/>
            <p:cNvSpPr/>
            <p:nvPr/>
          </p:nvSpPr>
          <p:spPr>
            <a:xfrm>
              <a:off x="8230763" y="1530132"/>
              <a:ext cx="105130" cy="112291"/>
            </a:xfrm>
            <a:custGeom>
              <a:avLst/>
              <a:gdLst/>
              <a:ahLst/>
              <a:cxnLst/>
              <a:rect l="l" t="t" r="r" b="b"/>
              <a:pathLst>
                <a:path w="4008" h="4281" extrusionOk="0">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5" name="Google Shape;20375;p140"/>
            <p:cNvSpPr/>
            <p:nvPr/>
          </p:nvSpPr>
          <p:spPr>
            <a:xfrm>
              <a:off x="7966810" y="1519430"/>
              <a:ext cx="131281" cy="122992"/>
            </a:xfrm>
            <a:custGeom>
              <a:avLst/>
              <a:gdLst/>
              <a:ahLst/>
              <a:cxnLst/>
              <a:rect l="l" t="t" r="r" b="b"/>
              <a:pathLst>
                <a:path w="5005" h="4689" extrusionOk="0">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6" name="Google Shape;20376;p140"/>
            <p:cNvSpPr/>
            <p:nvPr/>
          </p:nvSpPr>
          <p:spPr>
            <a:xfrm>
              <a:off x="7967886" y="1530132"/>
              <a:ext cx="104946" cy="112291"/>
            </a:xfrm>
            <a:custGeom>
              <a:avLst/>
              <a:gdLst/>
              <a:ahLst/>
              <a:cxnLst/>
              <a:rect l="l" t="t" r="r" b="b"/>
              <a:pathLst>
                <a:path w="4001" h="4281" extrusionOk="0">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7" name="Google Shape;20377;p140"/>
            <p:cNvSpPr/>
            <p:nvPr/>
          </p:nvSpPr>
          <p:spPr>
            <a:xfrm>
              <a:off x="8002562" y="1564677"/>
              <a:ext cx="298471" cy="310380"/>
            </a:xfrm>
            <a:custGeom>
              <a:avLst/>
              <a:gdLst/>
              <a:ahLst/>
              <a:cxnLst/>
              <a:rect l="l" t="t" r="r" b="b"/>
              <a:pathLst>
                <a:path w="11379" h="11833" extrusionOk="0">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8" name="Google Shape;20378;p140"/>
            <p:cNvSpPr/>
            <p:nvPr/>
          </p:nvSpPr>
          <p:spPr>
            <a:xfrm>
              <a:off x="8100741" y="1803527"/>
              <a:ext cx="102481" cy="35778"/>
            </a:xfrm>
            <a:custGeom>
              <a:avLst/>
              <a:gdLst/>
              <a:ahLst/>
              <a:cxnLst/>
              <a:rect l="l" t="t" r="r" b="b"/>
              <a:pathLst>
                <a:path w="3907" h="1364" extrusionOk="0">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9" name="Google Shape;20379;p140"/>
            <p:cNvSpPr/>
            <p:nvPr/>
          </p:nvSpPr>
          <p:spPr>
            <a:xfrm>
              <a:off x="8084924" y="1714948"/>
              <a:ext cx="133930" cy="94507"/>
            </a:xfrm>
            <a:custGeom>
              <a:avLst/>
              <a:gdLst/>
              <a:ahLst/>
              <a:cxnLst/>
              <a:rect l="l" t="t" r="r" b="b"/>
              <a:pathLst>
                <a:path w="5106" h="3603" extrusionOk="0">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0" name="Google Shape;20380;p140"/>
            <p:cNvSpPr/>
            <p:nvPr/>
          </p:nvSpPr>
          <p:spPr>
            <a:xfrm>
              <a:off x="8002562" y="1564677"/>
              <a:ext cx="149249" cy="309855"/>
            </a:xfrm>
            <a:custGeom>
              <a:avLst/>
              <a:gdLst/>
              <a:ahLst/>
              <a:cxnLst/>
              <a:rect l="l" t="t" r="r" b="b"/>
              <a:pathLst>
                <a:path w="5690" h="11813" extrusionOk="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1" name="Google Shape;20381;p140"/>
            <p:cNvSpPr/>
            <p:nvPr/>
          </p:nvSpPr>
          <p:spPr>
            <a:xfrm>
              <a:off x="8112492" y="1755684"/>
              <a:ext cx="29010" cy="28486"/>
            </a:xfrm>
            <a:custGeom>
              <a:avLst/>
              <a:gdLst/>
              <a:ahLst/>
              <a:cxnLst/>
              <a:rect l="l" t="t" r="r" b="b"/>
              <a:pathLst>
                <a:path w="1106" h="1086" extrusionOk="0">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2" name="Google Shape;20382;p140"/>
            <p:cNvSpPr/>
            <p:nvPr/>
          </p:nvSpPr>
          <p:spPr>
            <a:xfrm>
              <a:off x="8161935" y="1755788"/>
              <a:ext cx="29194" cy="28538"/>
            </a:xfrm>
            <a:custGeom>
              <a:avLst/>
              <a:gdLst/>
              <a:ahLst/>
              <a:cxnLst/>
              <a:rect l="l" t="t" r="r" b="b"/>
              <a:pathLst>
                <a:path w="1113" h="1088" extrusionOk="0">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3" name="Google Shape;20383;p140"/>
            <p:cNvSpPr/>
            <p:nvPr/>
          </p:nvSpPr>
          <p:spPr>
            <a:xfrm>
              <a:off x="8068189" y="1666213"/>
              <a:ext cx="35778" cy="41837"/>
            </a:xfrm>
            <a:custGeom>
              <a:avLst/>
              <a:gdLst/>
              <a:ahLst/>
              <a:cxnLst/>
              <a:rect l="l" t="t" r="r" b="b"/>
              <a:pathLst>
                <a:path w="1364" h="1595" extrusionOk="0">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4" name="Google Shape;20384;p140"/>
            <p:cNvSpPr/>
            <p:nvPr/>
          </p:nvSpPr>
          <p:spPr>
            <a:xfrm>
              <a:off x="8086157" y="1666213"/>
              <a:ext cx="17810" cy="29797"/>
            </a:xfrm>
            <a:custGeom>
              <a:avLst/>
              <a:gdLst/>
              <a:ahLst/>
              <a:cxnLst/>
              <a:rect l="l" t="t" r="r" b="b"/>
              <a:pathLst>
                <a:path w="679" h="1136" extrusionOk="0">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5" name="Google Shape;20385;p140"/>
            <p:cNvSpPr/>
            <p:nvPr/>
          </p:nvSpPr>
          <p:spPr>
            <a:xfrm>
              <a:off x="8080098" y="1672089"/>
              <a:ext cx="11961" cy="11961"/>
            </a:xfrm>
            <a:custGeom>
              <a:avLst/>
              <a:gdLst/>
              <a:ahLst/>
              <a:cxnLst/>
              <a:rect l="l" t="t" r="r" b="b"/>
              <a:pathLst>
                <a:path w="456" h="456" extrusionOk="0">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6" name="Google Shape;20386;p140"/>
            <p:cNvSpPr/>
            <p:nvPr/>
          </p:nvSpPr>
          <p:spPr>
            <a:xfrm>
              <a:off x="8199628" y="1666213"/>
              <a:ext cx="35778" cy="41837"/>
            </a:xfrm>
            <a:custGeom>
              <a:avLst/>
              <a:gdLst/>
              <a:ahLst/>
              <a:cxnLst/>
              <a:rect l="l" t="t" r="r" b="b"/>
              <a:pathLst>
                <a:path w="1364" h="1595" extrusionOk="0">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7" name="Google Shape;20387;p140"/>
            <p:cNvSpPr/>
            <p:nvPr/>
          </p:nvSpPr>
          <p:spPr>
            <a:xfrm>
              <a:off x="8217412" y="1666213"/>
              <a:ext cx="17994" cy="29797"/>
            </a:xfrm>
            <a:custGeom>
              <a:avLst/>
              <a:gdLst/>
              <a:ahLst/>
              <a:cxnLst/>
              <a:rect l="l" t="t" r="r" b="b"/>
              <a:pathLst>
                <a:path w="686" h="1136" extrusionOk="0">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8" name="Google Shape;20388;p140"/>
            <p:cNvSpPr/>
            <p:nvPr/>
          </p:nvSpPr>
          <p:spPr>
            <a:xfrm>
              <a:off x="8211536" y="1672089"/>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89" name="Google Shape;20389;p140"/>
          <p:cNvGrpSpPr/>
          <p:nvPr/>
        </p:nvGrpSpPr>
        <p:grpSpPr>
          <a:xfrm>
            <a:off x="2792628" y="3365340"/>
            <a:ext cx="290445" cy="370079"/>
            <a:chOff x="2792628" y="3365340"/>
            <a:chExt cx="290445" cy="370079"/>
          </a:xfrm>
        </p:grpSpPr>
        <p:sp>
          <p:nvSpPr>
            <p:cNvPr id="20390" name="Google Shape;20390;p140"/>
            <p:cNvSpPr/>
            <p:nvPr/>
          </p:nvSpPr>
          <p:spPr>
            <a:xfrm>
              <a:off x="2792628" y="3365366"/>
              <a:ext cx="290445" cy="287769"/>
            </a:xfrm>
            <a:custGeom>
              <a:avLst/>
              <a:gdLst/>
              <a:ahLst/>
              <a:cxnLst/>
              <a:rect l="l" t="t" r="r" b="b"/>
              <a:pathLst>
                <a:path w="11073" h="10971" extrusionOk="0">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1" name="Google Shape;20391;p140"/>
            <p:cNvSpPr/>
            <p:nvPr/>
          </p:nvSpPr>
          <p:spPr>
            <a:xfrm>
              <a:off x="2792628" y="3502025"/>
              <a:ext cx="145314" cy="89156"/>
            </a:xfrm>
            <a:custGeom>
              <a:avLst/>
              <a:gdLst/>
              <a:ahLst/>
              <a:cxnLst/>
              <a:rect l="l" t="t" r="r" b="b"/>
              <a:pathLst>
                <a:path w="5540" h="3399" extrusionOk="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2" name="Google Shape;20392;p140"/>
            <p:cNvSpPr/>
            <p:nvPr/>
          </p:nvSpPr>
          <p:spPr>
            <a:xfrm>
              <a:off x="2937916" y="3427348"/>
              <a:ext cx="145157" cy="88946"/>
            </a:xfrm>
            <a:custGeom>
              <a:avLst/>
              <a:gdLst/>
              <a:ahLst/>
              <a:cxnLst/>
              <a:rect l="l" t="t" r="r" b="b"/>
              <a:pathLst>
                <a:path w="5534" h="3391" extrusionOk="0">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3" name="Google Shape;20393;p140"/>
            <p:cNvSpPr/>
            <p:nvPr/>
          </p:nvSpPr>
          <p:spPr>
            <a:xfrm>
              <a:off x="2856105" y="3365340"/>
              <a:ext cx="108356" cy="143845"/>
            </a:xfrm>
            <a:custGeom>
              <a:avLst/>
              <a:gdLst/>
              <a:ahLst/>
              <a:cxnLst/>
              <a:rect l="l" t="t" r="r" b="b"/>
              <a:pathLst>
                <a:path w="4131" h="5484" extrusionOk="0">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4" name="Google Shape;20394;p140"/>
            <p:cNvSpPr/>
            <p:nvPr/>
          </p:nvSpPr>
          <p:spPr>
            <a:xfrm>
              <a:off x="2911424" y="3509159"/>
              <a:ext cx="108173" cy="143845"/>
            </a:xfrm>
            <a:custGeom>
              <a:avLst/>
              <a:gdLst/>
              <a:ahLst/>
              <a:cxnLst/>
              <a:rect l="l" t="t" r="r" b="b"/>
              <a:pathLst>
                <a:path w="4124" h="5484" extrusionOk="0">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5" name="Google Shape;20395;p140"/>
            <p:cNvSpPr/>
            <p:nvPr/>
          </p:nvSpPr>
          <p:spPr>
            <a:xfrm>
              <a:off x="2830504" y="3566708"/>
              <a:ext cx="25181" cy="17889"/>
            </a:xfrm>
            <a:custGeom>
              <a:avLst/>
              <a:gdLst/>
              <a:ahLst/>
              <a:cxnLst/>
              <a:rect l="l" t="t" r="r" b="b"/>
              <a:pathLst>
                <a:path w="960" h="682" extrusionOk="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6" name="Google Shape;20396;p140"/>
            <p:cNvSpPr/>
            <p:nvPr/>
          </p:nvSpPr>
          <p:spPr>
            <a:xfrm>
              <a:off x="2857547" y="3525002"/>
              <a:ext cx="57890" cy="40735"/>
            </a:xfrm>
            <a:custGeom>
              <a:avLst/>
              <a:gdLst/>
              <a:ahLst/>
              <a:cxnLst/>
              <a:rect l="l" t="t" r="r" b="b"/>
              <a:pathLst>
                <a:path w="2207" h="1553" extrusionOk="0">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7" name="Google Shape;20397;p140"/>
            <p:cNvSpPr/>
            <p:nvPr/>
          </p:nvSpPr>
          <p:spPr>
            <a:xfrm>
              <a:off x="3020095" y="3433407"/>
              <a:ext cx="26256" cy="18492"/>
            </a:xfrm>
            <a:custGeom>
              <a:avLst/>
              <a:gdLst/>
              <a:ahLst/>
              <a:cxnLst/>
              <a:rect l="l" t="t" r="r" b="b"/>
              <a:pathLst>
                <a:path w="1001" h="705" extrusionOk="0">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8" name="Google Shape;20398;p140"/>
            <p:cNvSpPr/>
            <p:nvPr/>
          </p:nvSpPr>
          <p:spPr>
            <a:xfrm>
              <a:off x="2961392" y="3452529"/>
              <a:ext cx="57837" cy="40657"/>
            </a:xfrm>
            <a:custGeom>
              <a:avLst/>
              <a:gdLst/>
              <a:ahLst/>
              <a:cxnLst/>
              <a:rect l="l" t="t" r="r" b="b"/>
              <a:pathLst>
                <a:path w="2205" h="1550" extrusionOk="0">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9" name="Google Shape;20399;p140"/>
            <p:cNvSpPr/>
            <p:nvPr/>
          </p:nvSpPr>
          <p:spPr>
            <a:xfrm>
              <a:off x="2860878" y="3404292"/>
              <a:ext cx="21404" cy="20591"/>
            </a:xfrm>
            <a:custGeom>
              <a:avLst/>
              <a:gdLst/>
              <a:ahLst/>
              <a:cxnLst/>
              <a:rect l="l" t="t" r="r" b="b"/>
              <a:pathLst>
                <a:path w="816" h="785" extrusionOk="0">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0" name="Google Shape;20400;p140"/>
            <p:cNvSpPr/>
            <p:nvPr/>
          </p:nvSpPr>
          <p:spPr>
            <a:xfrm>
              <a:off x="2879790" y="3431466"/>
              <a:ext cx="43568" cy="52093"/>
            </a:xfrm>
            <a:custGeom>
              <a:avLst/>
              <a:gdLst/>
              <a:ahLst/>
              <a:cxnLst/>
              <a:rect l="l" t="t" r="r" b="b"/>
              <a:pathLst>
                <a:path w="1661" h="1986" extrusionOk="0">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1" name="Google Shape;20401;p140"/>
            <p:cNvSpPr/>
            <p:nvPr/>
          </p:nvSpPr>
          <p:spPr>
            <a:xfrm>
              <a:off x="2993445" y="3593856"/>
              <a:ext cx="21509" cy="20617"/>
            </a:xfrm>
            <a:custGeom>
              <a:avLst/>
              <a:gdLst/>
              <a:ahLst/>
              <a:cxnLst/>
              <a:rect l="l" t="t" r="r" b="b"/>
              <a:pathLst>
                <a:path w="820" h="786" extrusionOk="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2" name="Google Shape;20402;p140"/>
            <p:cNvSpPr/>
            <p:nvPr/>
          </p:nvSpPr>
          <p:spPr>
            <a:xfrm>
              <a:off x="2952500" y="3535258"/>
              <a:ext cx="43620" cy="52171"/>
            </a:xfrm>
            <a:custGeom>
              <a:avLst/>
              <a:gdLst/>
              <a:ahLst/>
              <a:cxnLst/>
              <a:rect l="l" t="t" r="r" b="b"/>
              <a:pathLst>
                <a:path w="1663" h="1989" extrusionOk="0">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3" name="Google Shape;20403;p140"/>
            <p:cNvSpPr/>
            <p:nvPr/>
          </p:nvSpPr>
          <p:spPr>
            <a:xfrm>
              <a:off x="2912315" y="3503284"/>
              <a:ext cx="41470" cy="232136"/>
            </a:xfrm>
            <a:custGeom>
              <a:avLst/>
              <a:gdLst/>
              <a:ahLst/>
              <a:cxnLst/>
              <a:rect l="l" t="t" r="r" b="b"/>
              <a:pathLst>
                <a:path w="1581" h="8850" extrusionOk="0">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04" name="Google Shape;20404;p140"/>
          <p:cNvGrpSpPr/>
          <p:nvPr/>
        </p:nvGrpSpPr>
        <p:grpSpPr>
          <a:xfrm>
            <a:off x="1389585" y="1988317"/>
            <a:ext cx="388125" cy="353790"/>
            <a:chOff x="1389585" y="1988317"/>
            <a:chExt cx="388125" cy="353790"/>
          </a:xfrm>
        </p:grpSpPr>
        <p:sp>
          <p:nvSpPr>
            <p:cNvPr id="20405" name="Google Shape;20405;p140"/>
            <p:cNvSpPr/>
            <p:nvPr/>
          </p:nvSpPr>
          <p:spPr>
            <a:xfrm>
              <a:off x="1673551" y="2066221"/>
              <a:ext cx="104159" cy="74546"/>
            </a:xfrm>
            <a:custGeom>
              <a:avLst/>
              <a:gdLst/>
              <a:ahLst/>
              <a:cxnLst/>
              <a:rect l="l" t="t" r="r" b="b"/>
              <a:pathLst>
                <a:path w="3971" h="2842" extrusionOk="0">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6" name="Google Shape;20406;p140"/>
            <p:cNvSpPr/>
            <p:nvPr/>
          </p:nvSpPr>
          <p:spPr>
            <a:xfrm>
              <a:off x="1691519" y="2074745"/>
              <a:ext cx="77510" cy="66021"/>
            </a:xfrm>
            <a:custGeom>
              <a:avLst/>
              <a:gdLst/>
              <a:ahLst/>
              <a:cxnLst/>
              <a:rect l="l" t="t" r="r" b="b"/>
              <a:pathLst>
                <a:path w="2955" h="2517" extrusionOk="0">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7" name="Google Shape;20407;p140"/>
            <p:cNvSpPr/>
            <p:nvPr/>
          </p:nvSpPr>
          <p:spPr>
            <a:xfrm>
              <a:off x="1389585" y="2066221"/>
              <a:ext cx="104002" cy="74546"/>
            </a:xfrm>
            <a:custGeom>
              <a:avLst/>
              <a:gdLst/>
              <a:ahLst/>
              <a:cxnLst/>
              <a:rect l="l" t="t" r="r" b="b"/>
              <a:pathLst>
                <a:path w="3965" h="2842" extrusionOk="0">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8" name="Google Shape;20408;p140"/>
            <p:cNvSpPr/>
            <p:nvPr/>
          </p:nvSpPr>
          <p:spPr>
            <a:xfrm>
              <a:off x="1398267" y="2074745"/>
              <a:ext cx="77352" cy="66021"/>
            </a:xfrm>
            <a:custGeom>
              <a:avLst/>
              <a:gdLst/>
              <a:ahLst/>
              <a:cxnLst/>
              <a:rect l="l" t="t" r="r" b="b"/>
              <a:pathLst>
                <a:path w="2949" h="2517" extrusionOk="0">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9" name="Google Shape;20409;p140"/>
            <p:cNvSpPr/>
            <p:nvPr/>
          </p:nvSpPr>
          <p:spPr>
            <a:xfrm>
              <a:off x="1655584" y="1988317"/>
              <a:ext cx="89838" cy="101930"/>
            </a:xfrm>
            <a:custGeom>
              <a:avLst/>
              <a:gdLst/>
              <a:ahLst/>
              <a:cxnLst/>
              <a:rect l="l" t="t" r="r" b="b"/>
              <a:pathLst>
                <a:path w="3425" h="3886" extrusionOk="0">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0" name="Google Shape;20410;p140"/>
            <p:cNvSpPr/>
            <p:nvPr/>
          </p:nvSpPr>
          <p:spPr>
            <a:xfrm>
              <a:off x="1670168" y="1988317"/>
              <a:ext cx="75254" cy="101930"/>
            </a:xfrm>
            <a:custGeom>
              <a:avLst/>
              <a:gdLst/>
              <a:ahLst/>
              <a:cxnLst/>
              <a:rect l="l" t="t" r="r" b="b"/>
              <a:pathLst>
                <a:path w="2869" h="3886" extrusionOk="0">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1" name="Google Shape;20411;p140"/>
            <p:cNvSpPr/>
            <p:nvPr/>
          </p:nvSpPr>
          <p:spPr>
            <a:xfrm>
              <a:off x="1421691" y="1988317"/>
              <a:ext cx="90021" cy="101930"/>
            </a:xfrm>
            <a:custGeom>
              <a:avLst/>
              <a:gdLst/>
              <a:ahLst/>
              <a:cxnLst/>
              <a:rect l="l" t="t" r="r" b="b"/>
              <a:pathLst>
                <a:path w="3432" h="3886" extrusionOk="0">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2" name="Google Shape;20412;p140"/>
            <p:cNvSpPr/>
            <p:nvPr/>
          </p:nvSpPr>
          <p:spPr>
            <a:xfrm>
              <a:off x="1421691" y="1988317"/>
              <a:ext cx="75280" cy="101930"/>
            </a:xfrm>
            <a:custGeom>
              <a:avLst/>
              <a:gdLst/>
              <a:ahLst/>
              <a:cxnLst/>
              <a:rect l="l" t="t" r="r" b="b"/>
              <a:pathLst>
                <a:path w="2870" h="3886" extrusionOk="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3" name="Google Shape;20413;p140"/>
            <p:cNvSpPr/>
            <p:nvPr/>
          </p:nvSpPr>
          <p:spPr>
            <a:xfrm>
              <a:off x="1461193" y="2012502"/>
              <a:ext cx="244726" cy="295088"/>
            </a:xfrm>
            <a:custGeom>
              <a:avLst/>
              <a:gdLst/>
              <a:ahLst/>
              <a:cxnLst/>
              <a:rect l="l" t="t" r="r" b="b"/>
              <a:pathLst>
                <a:path w="9330" h="11250" extrusionOk="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4" name="Google Shape;20414;p140"/>
            <p:cNvSpPr/>
            <p:nvPr/>
          </p:nvSpPr>
          <p:spPr>
            <a:xfrm>
              <a:off x="1461901" y="2012869"/>
              <a:ext cx="111346" cy="294720"/>
            </a:xfrm>
            <a:custGeom>
              <a:avLst/>
              <a:gdLst/>
              <a:ahLst/>
              <a:cxnLst/>
              <a:rect l="l" t="t" r="r" b="b"/>
              <a:pathLst>
                <a:path w="4245" h="11236" extrusionOk="0">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5" name="Google Shape;20415;p140"/>
            <p:cNvSpPr/>
            <p:nvPr/>
          </p:nvSpPr>
          <p:spPr>
            <a:xfrm>
              <a:off x="1526270" y="2270054"/>
              <a:ext cx="114573" cy="72054"/>
            </a:xfrm>
            <a:custGeom>
              <a:avLst/>
              <a:gdLst/>
              <a:ahLst/>
              <a:cxnLst/>
              <a:rect l="l" t="t" r="r" b="b"/>
              <a:pathLst>
                <a:path w="4368" h="2747" extrusionOk="0">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6" name="Google Shape;20416;p140"/>
            <p:cNvSpPr/>
            <p:nvPr/>
          </p:nvSpPr>
          <p:spPr>
            <a:xfrm>
              <a:off x="1526270" y="2270211"/>
              <a:ext cx="75437" cy="71896"/>
            </a:xfrm>
            <a:custGeom>
              <a:avLst/>
              <a:gdLst/>
              <a:ahLst/>
              <a:cxnLst/>
              <a:rect l="l" t="t" r="r" b="b"/>
              <a:pathLst>
                <a:path w="2876" h="2741" extrusionOk="0">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7" name="Google Shape;20417;p140"/>
            <p:cNvSpPr/>
            <p:nvPr/>
          </p:nvSpPr>
          <p:spPr>
            <a:xfrm>
              <a:off x="1547621" y="2287628"/>
              <a:ext cx="19463" cy="24420"/>
            </a:xfrm>
            <a:custGeom>
              <a:avLst/>
              <a:gdLst/>
              <a:ahLst/>
              <a:cxnLst/>
              <a:rect l="l" t="t" r="r" b="b"/>
              <a:pathLst>
                <a:path w="742" h="931" extrusionOk="0">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8" name="Google Shape;20418;p140"/>
            <p:cNvSpPr/>
            <p:nvPr/>
          </p:nvSpPr>
          <p:spPr>
            <a:xfrm>
              <a:off x="1600029" y="2287628"/>
              <a:ext cx="19463" cy="24420"/>
            </a:xfrm>
            <a:custGeom>
              <a:avLst/>
              <a:gdLst/>
              <a:ahLst/>
              <a:cxnLst/>
              <a:rect l="l" t="t" r="r" b="b"/>
              <a:pathLst>
                <a:path w="742" h="931" extrusionOk="0">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9" name="Google Shape;20419;p140"/>
            <p:cNvSpPr/>
            <p:nvPr/>
          </p:nvSpPr>
          <p:spPr>
            <a:xfrm>
              <a:off x="1499594" y="2126156"/>
              <a:ext cx="35961" cy="41994"/>
            </a:xfrm>
            <a:custGeom>
              <a:avLst/>
              <a:gdLst/>
              <a:ahLst/>
              <a:cxnLst/>
              <a:rect l="l" t="t" r="r" b="b"/>
              <a:pathLst>
                <a:path w="1371" h="1601" extrusionOk="0">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0" name="Google Shape;20420;p140"/>
            <p:cNvSpPr/>
            <p:nvPr/>
          </p:nvSpPr>
          <p:spPr>
            <a:xfrm>
              <a:off x="1517561" y="2126156"/>
              <a:ext cx="17994" cy="30086"/>
            </a:xfrm>
            <a:custGeom>
              <a:avLst/>
              <a:gdLst/>
              <a:ahLst/>
              <a:cxnLst/>
              <a:rect l="l" t="t" r="r" b="b"/>
              <a:pathLst>
                <a:path w="686" h="1147" extrusionOk="0">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1" name="Google Shape;20421;p140"/>
            <p:cNvSpPr/>
            <p:nvPr/>
          </p:nvSpPr>
          <p:spPr>
            <a:xfrm>
              <a:off x="1511686" y="2132215"/>
              <a:ext cx="11961" cy="11935"/>
            </a:xfrm>
            <a:custGeom>
              <a:avLst/>
              <a:gdLst/>
              <a:ahLst/>
              <a:cxnLst/>
              <a:rect l="l" t="t" r="r" b="b"/>
              <a:pathLst>
                <a:path w="456" h="455" extrusionOk="0">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2" name="Google Shape;20422;p140"/>
            <p:cNvSpPr/>
            <p:nvPr/>
          </p:nvSpPr>
          <p:spPr>
            <a:xfrm>
              <a:off x="1631583" y="2126156"/>
              <a:ext cx="35935" cy="41994"/>
            </a:xfrm>
            <a:custGeom>
              <a:avLst/>
              <a:gdLst/>
              <a:ahLst/>
              <a:cxnLst/>
              <a:rect l="l" t="t" r="r" b="b"/>
              <a:pathLst>
                <a:path w="1370" h="1601" extrusionOk="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3" name="Google Shape;20423;p140"/>
            <p:cNvSpPr/>
            <p:nvPr/>
          </p:nvSpPr>
          <p:spPr>
            <a:xfrm>
              <a:off x="1649525" y="2126156"/>
              <a:ext cx="17994" cy="30086"/>
            </a:xfrm>
            <a:custGeom>
              <a:avLst/>
              <a:gdLst/>
              <a:ahLst/>
              <a:cxnLst/>
              <a:rect l="l" t="t" r="r" b="b"/>
              <a:pathLst>
                <a:path w="686" h="1147" extrusionOk="0">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4" name="Google Shape;20424;p140"/>
            <p:cNvSpPr/>
            <p:nvPr/>
          </p:nvSpPr>
          <p:spPr>
            <a:xfrm>
              <a:off x="1643492" y="2132215"/>
              <a:ext cx="12118" cy="11935"/>
            </a:xfrm>
            <a:custGeom>
              <a:avLst/>
              <a:gdLst/>
              <a:ahLst/>
              <a:cxnLst/>
              <a:rect l="l" t="t" r="r" b="b"/>
              <a:pathLst>
                <a:path w="462" h="455" extrusionOk="0">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5" name="Google Shape;20425;p140"/>
            <p:cNvSpPr/>
            <p:nvPr/>
          </p:nvSpPr>
          <p:spPr>
            <a:xfrm>
              <a:off x="1483410" y="2012370"/>
              <a:ext cx="190876" cy="73077"/>
            </a:xfrm>
            <a:custGeom>
              <a:avLst/>
              <a:gdLst/>
              <a:ahLst/>
              <a:cxnLst/>
              <a:rect l="l" t="t" r="r" b="b"/>
              <a:pathLst>
                <a:path w="7277" h="2786" extrusionOk="0">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6" name="Google Shape;20426;p140"/>
            <p:cNvSpPr/>
            <p:nvPr/>
          </p:nvSpPr>
          <p:spPr>
            <a:xfrm>
              <a:off x="1483410" y="2012869"/>
              <a:ext cx="89838" cy="60460"/>
            </a:xfrm>
            <a:custGeom>
              <a:avLst/>
              <a:gdLst/>
              <a:ahLst/>
              <a:cxnLst/>
              <a:rect l="l" t="t" r="r" b="b"/>
              <a:pathLst>
                <a:path w="3425" h="2305" extrusionOk="0">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27" name="Google Shape;20427;p140"/>
          <p:cNvGrpSpPr/>
          <p:nvPr/>
        </p:nvGrpSpPr>
        <p:grpSpPr>
          <a:xfrm>
            <a:off x="2492924" y="1512190"/>
            <a:ext cx="370158" cy="370158"/>
            <a:chOff x="2492924" y="1512190"/>
            <a:chExt cx="370158" cy="370158"/>
          </a:xfrm>
        </p:grpSpPr>
        <p:sp>
          <p:nvSpPr>
            <p:cNvPr id="20428" name="Google Shape;20428;p140"/>
            <p:cNvSpPr/>
            <p:nvPr/>
          </p:nvSpPr>
          <p:spPr>
            <a:xfrm>
              <a:off x="2492924" y="1512190"/>
              <a:ext cx="370158" cy="370158"/>
            </a:xfrm>
            <a:custGeom>
              <a:avLst/>
              <a:gdLst/>
              <a:ahLst/>
              <a:cxnLst/>
              <a:rect l="l" t="t" r="r" b="b"/>
              <a:pathLst>
                <a:path w="14112" h="14112" extrusionOk="0">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9" name="Google Shape;20429;p140"/>
            <p:cNvSpPr/>
            <p:nvPr/>
          </p:nvSpPr>
          <p:spPr>
            <a:xfrm>
              <a:off x="2492924" y="1512190"/>
              <a:ext cx="185000" cy="369974"/>
            </a:xfrm>
            <a:custGeom>
              <a:avLst/>
              <a:gdLst/>
              <a:ahLst/>
              <a:cxnLst/>
              <a:rect l="l" t="t" r="r" b="b"/>
              <a:pathLst>
                <a:path w="7053" h="14105" extrusionOk="0">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0" name="Google Shape;20430;p140"/>
            <p:cNvSpPr/>
            <p:nvPr/>
          </p:nvSpPr>
          <p:spPr>
            <a:xfrm>
              <a:off x="2725033" y="1548047"/>
              <a:ext cx="91307" cy="91175"/>
            </a:xfrm>
            <a:custGeom>
              <a:avLst/>
              <a:gdLst/>
              <a:ahLst/>
              <a:cxnLst/>
              <a:rect l="l" t="t" r="r" b="b"/>
              <a:pathLst>
                <a:path w="3481" h="3476" extrusionOk="0">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1" name="Google Shape;20431;p140"/>
            <p:cNvSpPr/>
            <p:nvPr/>
          </p:nvSpPr>
          <p:spPr>
            <a:xfrm>
              <a:off x="2740509" y="1563732"/>
              <a:ext cx="66782" cy="71739"/>
            </a:xfrm>
            <a:custGeom>
              <a:avLst/>
              <a:gdLst/>
              <a:ahLst/>
              <a:cxnLst/>
              <a:rect l="l" t="t" r="r" b="b"/>
              <a:pathLst>
                <a:path w="2546" h="2735" extrusionOk="0">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2" name="Google Shape;20432;p140"/>
            <p:cNvSpPr/>
            <p:nvPr/>
          </p:nvSpPr>
          <p:spPr>
            <a:xfrm>
              <a:off x="2539666" y="1548047"/>
              <a:ext cx="91307" cy="91175"/>
            </a:xfrm>
            <a:custGeom>
              <a:avLst/>
              <a:gdLst/>
              <a:ahLst/>
              <a:cxnLst/>
              <a:rect l="l" t="t" r="r" b="b"/>
              <a:pathLst>
                <a:path w="3481" h="3476" extrusionOk="0">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3" name="Google Shape;20433;p140"/>
            <p:cNvSpPr/>
            <p:nvPr/>
          </p:nvSpPr>
          <p:spPr>
            <a:xfrm>
              <a:off x="2548532" y="1563732"/>
              <a:ext cx="66782" cy="71739"/>
            </a:xfrm>
            <a:custGeom>
              <a:avLst/>
              <a:gdLst/>
              <a:ahLst/>
              <a:cxnLst/>
              <a:rect l="l" t="t" r="r" b="b"/>
              <a:pathLst>
                <a:path w="2546" h="2735" extrusionOk="0">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4" name="Google Shape;20434;p140"/>
            <p:cNvSpPr/>
            <p:nvPr/>
          </p:nvSpPr>
          <p:spPr>
            <a:xfrm>
              <a:off x="2540767" y="1577975"/>
              <a:ext cx="274471" cy="250654"/>
            </a:xfrm>
            <a:custGeom>
              <a:avLst/>
              <a:gdLst/>
              <a:ahLst/>
              <a:cxnLst/>
              <a:rect l="l" t="t" r="r" b="b"/>
              <a:pathLst>
                <a:path w="10464" h="9556" extrusionOk="0">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5" name="Google Shape;20435;p140"/>
            <p:cNvSpPr/>
            <p:nvPr/>
          </p:nvSpPr>
          <p:spPr>
            <a:xfrm>
              <a:off x="2540767" y="1577949"/>
              <a:ext cx="87530" cy="229513"/>
            </a:xfrm>
            <a:custGeom>
              <a:avLst/>
              <a:gdLst/>
              <a:ahLst/>
              <a:cxnLst/>
              <a:rect l="l" t="t" r="r" b="b"/>
              <a:pathLst>
                <a:path w="3337" h="8750" extrusionOk="0">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6" name="Google Shape;20436;p140"/>
            <p:cNvSpPr/>
            <p:nvPr/>
          </p:nvSpPr>
          <p:spPr>
            <a:xfrm>
              <a:off x="2544676" y="1735067"/>
              <a:ext cx="266471" cy="93562"/>
            </a:xfrm>
            <a:custGeom>
              <a:avLst/>
              <a:gdLst/>
              <a:ahLst/>
              <a:cxnLst/>
              <a:rect l="l" t="t" r="r" b="b"/>
              <a:pathLst>
                <a:path w="10159" h="3567" extrusionOk="0">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7" name="Google Shape;20437;p140"/>
            <p:cNvSpPr/>
            <p:nvPr/>
          </p:nvSpPr>
          <p:spPr>
            <a:xfrm>
              <a:off x="2628454" y="1810478"/>
              <a:ext cx="99097" cy="41994"/>
            </a:xfrm>
            <a:custGeom>
              <a:avLst/>
              <a:gdLst/>
              <a:ahLst/>
              <a:cxnLst/>
              <a:rect l="l" t="t" r="r" b="b"/>
              <a:pathLst>
                <a:path w="3778" h="1601" extrusionOk="0">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8" name="Google Shape;20438;p140"/>
            <p:cNvSpPr/>
            <p:nvPr/>
          </p:nvSpPr>
          <p:spPr>
            <a:xfrm>
              <a:off x="2606395" y="1762976"/>
              <a:ext cx="143216" cy="59621"/>
            </a:xfrm>
            <a:custGeom>
              <a:avLst/>
              <a:gdLst/>
              <a:ahLst/>
              <a:cxnLst/>
              <a:rect l="l" t="t" r="r" b="b"/>
              <a:pathLst>
                <a:path w="5460" h="2273" extrusionOk="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9" name="Google Shape;20439;p140"/>
            <p:cNvSpPr/>
            <p:nvPr/>
          </p:nvSpPr>
          <p:spPr>
            <a:xfrm>
              <a:off x="2601778" y="1776353"/>
              <a:ext cx="152265" cy="51935"/>
            </a:xfrm>
            <a:custGeom>
              <a:avLst/>
              <a:gdLst/>
              <a:ahLst/>
              <a:cxnLst/>
              <a:rect l="l" t="t" r="r" b="b"/>
              <a:pathLst>
                <a:path w="5805" h="1980" extrusionOk="0">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0" name="Google Shape;20440;p140"/>
            <p:cNvSpPr/>
            <p:nvPr/>
          </p:nvSpPr>
          <p:spPr>
            <a:xfrm>
              <a:off x="2640022" y="1759434"/>
              <a:ext cx="75778" cy="31633"/>
            </a:xfrm>
            <a:custGeom>
              <a:avLst/>
              <a:gdLst/>
              <a:ahLst/>
              <a:cxnLst/>
              <a:rect l="l" t="t" r="r" b="b"/>
              <a:pathLst>
                <a:path w="2889" h="1206" extrusionOk="0">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1" name="Google Shape;20441;p140"/>
            <p:cNvSpPr/>
            <p:nvPr/>
          </p:nvSpPr>
          <p:spPr>
            <a:xfrm>
              <a:off x="2672022" y="1606697"/>
              <a:ext cx="11961" cy="60801"/>
            </a:xfrm>
            <a:custGeom>
              <a:avLst/>
              <a:gdLst/>
              <a:ahLst/>
              <a:cxnLst/>
              <a:rect l="l" t="t" r="r" b="b"/>
              <a:pathLst>
                <a:path w="456" h="2318" extrusionOk="0">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2" name="Google Shape;20442;p140"/>
            <p:cNvSpPr/>
            <p:nvPr/>
          </p:nvSpPr>
          <p:spPr>
            <a:xfrm>
              <a:off x="2600362" y="1685256"/>
              <a:ext cx="35778" cy="41811"/>
            </a:xfrm>
            <a:custGeom>
              <a:avLst/>
              <a:gdLst/>
              <a:ahLst/>
              <a:cxnLst/>
              <a:rect l="l" t="t" r="r" b="b"/>
              <a:pathLst>
                <a:path w="1364" h="1594" extrusionOk="0">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3" name="Google Shape;20443;p140"/>
            <p:cNvSpPr/>
            <p:nvPr/>
          </p:nvSpPr>
          <p:spPr>
            <a:xfrm>
              <a:off x="2618330" y="1685256"/>
              <a:ext cx="17810" cy="29955"/>
            </a:xfrm>
            <a:custGeom>
              <a:avLst/>
              <a:gdLst/>
              <a:ahLst/>
              <a:cxnLst/>
              <a:rect l="l" t="t" r="r" b="b"/>
              <a:pathLst>
                <a:path w="679" h="1142" extrusionOk="0">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4" name="Google Shape;20444;p140"/>
            <p:cNvSpPr/>
            <p:nvPr/>
          </p:nvSpPr>
          <p:spPr>
            <a:xfrm>
              <a:off x="2612270" y="1691315"/>
              <a:ext cx="11935" cy="11935"/>
            </a:xfrm>
            <a:custGeom>
              <a:avLst/>
              <a:gdLst/>
              <a:ahLst/>
              <a:cxnLst/>
              <a:rect l="l" t="t" r="r" b="b"/>
              <a:pathLst>
                <a:path w="455" h="455" extrusionOk="0">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5" name="Google Shape;20445;p140"/>
            <p:cNvSpPr/>
            <p:nvPr/>
          </p:nvSpPr>
          <p:spPr>
            <a:xfrm>
              <a:off x="2719709" y="1685256"/>
              <a:ext cx="35935" cy="41811"/>
            </a:xfrm>
            <a:custGeom>
              <a:avLst/>
              <a:gdLst/>
              <a:ahLst/>
              <a:cxnLst/>
              <a:rect l="l" t="t" r="r" b="b"/>
              <a:pathLst>
                <a:path w="1370" h="1594" extrusionOk="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6" name="Google Shape;20446;p140"/>
            <p:cNvSpPr/>
            <p:nvPr/>
          </p:nvSpPr>
          <p:spPr>
            <a:xfrm>
              <a:off x="2737650" y="1685256"/>
              <a:ext cx="17994" cy="29955"/>
            </a:xfrm>
            <a:custGeom>
              <a:avLst/>
              <a:gdLst/>
              <a:ahLst/>
              <a:cxnLst/>
              <a:rect l="l" t="t" r="r" b="b"/>
              <a:pathLst>
                <a:path w="686" h="1142" extrusionOk="0">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7" name="Google Shape;20447;p140"/>
            <p:cNvSpPr/>
            <p:nvPr/>
          </p:nvSpPr>
          <p:spPr>
            <a:xfrm>
              <a:off x="2731617" y="1691315"/>
              <a:ext cx="11935" cy="11935"/>
            </a:xfrm>
            <a:custGeom>
              <a:avLst/>
              <a:gdLst/>
              <a:ahLst/>
              <a:cxnLst/>
              <a:rect l="l" t="t" r="r" b="b"/>
              <a:pathLst>
                <a:path w="455" h="455" extrusionOk="0">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8" name="Google Shape;20448;p140"/>
            <p:cNvSpPr/>
            <p:nvPr/>
          </p:nvSpPr>
          <p:spPr>
            <a:xfrm>
              <a:off x="2640022" y="1759434"/>
              <a:ext cx="48762" cy="31528"/>
            </a:xfrm>
            <a:custGeom>
              <a:avLst/>
              <a:gdLst/>
              <a:ahLst/>
              <a:cxnLst/>
              <a:rect l="l" t="t" r="r" b="b"/>
              <a:pathLst>
                <a:path w="1859" h="1202" extrusionOk="0">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9" name="Google Shape;20449;p140"/>
            <p:cNvSpPr/>
            <p:nvPr/>
          </p:nvSpPr>
          <p:spPr>
            <a:xfrm>
              <a:off x="2544859" y="1735067"/>
              <a:ext cx="39345" cy="72578"/>
            </a:xfrm>
            <a:custGeom>
              <a:avLst/>
              <a:gdLst/>
              <a:ahLst/>
              <a:cxnLst/>
              <a:rect l="l" t="t" r="r" b="b"/>
              <a:pathLst>
                <a:path w="1500" h="2767" extrusionOk="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50" name="Google Shape;20450;p140"/>
          <p:cNvGrpSpPr/>
          <p:nvPr/>
        </p:nvGrpSpPr>
        <p:grpSpPr>
          <a:xfrm>
            <a:off x="1933569" y="1512243"/>
            <a:ext cx="393975" cy="370105"/>
            <a:chOff x="1933569" y="1512243"/>
            <a:chExt cx="393975" cy="370105"/>
          </a:xfrm>
        </p:grpSpPr>
        <p:sp>
          <p:nvSpPr>
            <p:cNvPr id="20451" name="Google Shape;20451;p140"/>
            <p:cNvSpPr/>
            <p:nvPr/>
          </p:nvSpPr>
          <p:spPr>
            <a:xfrm>
              <a:off x="2184354" y="1512243"/>
              <a:ext cx="113943" cy="113471"/>
            </a:xfrm>
            <a:custGeom>
              <a:avLst/>
              <a:gdLst/>
              <a:ahLst/>
              <a:cxnLst/>
              <a:rect l="l" t="t" r="r" b="b"/>
              <a:pathLst>
                <a:path w="4344" h="4326" extrusionOk="0">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2" name="Google Shape;20452;p140"/>
            <p:cNvSpPr/>
            <p:nvPr/>
          </p:nvSpPr>
          <p:spPr>
            <a:xfrm>
              <a:off x="2203214" y="1527273"/>
              <a:ext cx="86979" cy="92749"/>
            </a:xfrm>
            <a:custGeom>
              <a:avLst/>
              <a:gdLst/>
              <a:ahLst/>
              <a:cxnLst/>
              <a:rect l="l" t="t" r="r" b="b"/>
              <a:pathLst>
                <a:path w="3316" h="3536" extrusionOk="0">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3" name="Google Shape;20453;p140"/>
            <p:cNvSpPr/>
            <p:nvPr/>
          </p:nvSpPr>
          <p:spPr>
            <a:xfrm>
              <a:off x="1962999" y="1512243"/>
              <a:ext cx="113943" cy="113471"/>
            </a:xfrm>
            <a:custGeom>
              <a:avLst/>
              <a:gdLst/>
              <a:ahLst/>
              <a:cxnLst/>
              <a:rect l="l" t="t" r="r" b="b"/>
              <a:pathLst>
                <a:path w="4344" h="4326" extrusionOk="0">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4" name="Google Shape;20454;p140"/>
            <p:cNvSpPr/>
            <p:nvPr/>
          </p:nvSpPr>
          <p:spPr>
            <a:xfrm>
              <a:off x="1970947" y="1527273"/>
              <a:ext cx="87162" cy="92749"/>
            </a:xfrm>
            <a:custGeom>
              <a:avLst/>
              <a:gdLst/>
              <a:ahLst/>
              <a:cxnLst/>
              <a:rect l="l" t="t" r="r" b="b"/>
              <a:pathLst>
                <a:path w="3323" h="3536" extrusionOk="0">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5" name="Google Shape;20455;p140"/>
            <p:cNvSpPr/>
            <p:nvPr/>
          </p:nvSpPr>
          <p:spPr>
            <a:xfrm>
              <a:off x="1933569" y="1542093"/>
              <a:ext cx="393975" cy="328347"/>
            </a:xfrm>
            <a:custGeom>
              <a:avLst/>
              <a:gdLst/>
              <a:ahLst/>
              <a:cxnLst/>
              <a:rect l="l" t="t" r="r" b="b"/>
              <a:pathLst>
                <a:path w="15020" h="12518" extrusionOk="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6" name="Google Shape;20456;p140"/>
            <p:cNvSpPr/>
            <p:nvPr/>
          </p:nvSpPr>
          <p:spPr>
            <a:xfrm>
              <a:off x="1939445" y="1551876"/>
              <a:ext cx="190508" cy="318563"/>
            </a:xfrm>
            <a:custGeom>
              <a:avLst/>
              <a:gdLst/>
              <a:ahLst/>
              <a:cxnLst/>
              <a:rect l="l" t="t" r="r" b="b"/>
              <a:pathLst>
                <a:path w="7263" h="12145" extrusionOk="0">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7" name="Google Shape;20457;p140"/>
            <p:cNvSpPr/>
            <p:nvPr/>
          </p:nvSpPr>
          <p:spPr>
            <a:xfrm>
              <a:off x="2199122" y="1856538"/>
              <a:ext cx="23135" cy="13902"/>
            </a:xfrm>
            <a:custGeom>
              <a:avLst/>
              <a:gdLst/>
              <a:ahLst/>
              <a:cxnLst/>
              <a:rect l="l" t="t" r="r" b="b"/>
              <a:pathLst>
                <a:path w="882" h="530" extrusionOk="0">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8" name="Google Shape;20458;p140"/>
            <p:cNvSpPr/>
            <p:nvPr/>
          </p:nvSpPr>
          <p:spPr>
            <a:xfrm>
              <a:off x="1950461" y="1650921"/>
              <a:ext cx="120448" cy="219519"/>
            </a:xfrm>
            <a:custGeom>
              <a:avLst/>
              <a:gdLst/>
              <a:ahLst/>
              <a:cxnLst/>
              <a:rect l="l" t="t" r="r" b="b"/>
              <a:pathLst>
                <a:path w="4592" h="8369" extrusionOk="0">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9" name="Google Shape;20459;p140"/>
            <p:cNvSpPr/>
            <p:nvPr/>
          </p:nvSpPr>
          <p:spPr>
            <a:xfrm>
              <a:off x="2190230" y="1650921"/>
              <a:ext cx="120422" cy="219519"/>
            </a:xfrm>
            <a:custGeom>
              <a:avLst/>
              <a:gdLst/>
              <a:ahLst/>
              <a:cxnLst/>
              <a:rect l="l" t="t" r="r" b="b"/>
              <a:pathLst>
                <a:path w="4591" h="8369" extrusionOk="0">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0" name="Google Shape;20460;p140"/>
            <p:cNvSpPr/>
            <p:nvPr/>
          </p:nvSpPr>
          <p:spPr>
            <a:xfrm>
              <a:off x="2071408" y="1828603"/>
              <a:ext cx="118114" cy="53745"/>
            </a:xfrm>
            <a:custGeom>
              <a:avLst/>
              <a:gdLst/>
              <a:ahLst/>
              <a:cxnLst/>
              <a:rect l="l" t="t" r="r" b="b"/>
              <a:pathLst>
                <a:path w="4503" h="2049" extrusionOk="0">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1" name="Google Shape;20461;p140"/>
            <p:cNvSpPr/>
            <p:nvPr/>
          </p:nvSpPr>
          <p:spPr>
            <a:xfrm>
              <a:off x="2023040" y="1755395"/>
              <a:ext cx="25627" cy="20958"/>
            </a:xfrm>
            <a:custGeom>
              <a:avLst/>
              <a:gdLst/>
              <a:ahLst/>
              <a:cxnLst/>
              <a:rect l="l" t="t" r="r" b="b"/>
              <a:pathLst>
                <a:path w="977" h="799" extrusionOk="0">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2" name="Google Shape;20462;p140"/>
            <p:cNvSpPr/>
            <p:nvPr/>
          </p:nvSpPr>
          <p:spPr>
            <a:xfrm>
              <a:off x="1986213" y="1706188"/>
              <a:ext cx="35778" cy="47922"/>
            </a:xfrm>
            <a:custGeom>
              <a:avLst/>
              <a:gdLst/>
              <a:ahLst/>
              <a:cxnLst/>
              <a:rect l="l" t="t" r="r" b="b"/>
              <a:pathLst>
                <a:path w="1364" h="1827" extrusionOk="0">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3" name="Google Shape;20463;p140"/>
            <p:cNvSpPr/>
            <p:nvPr/>
          </p:nvSpPr>
          <p:spPr>
            <a:xfrm>
              <a:off x="2206571" y="1755474"/>
              <a:ext cx="25653" cy="20879"/>
            </a:xfrm>
            <a:custGeom>
              <a:avLst/>
              <a:gdLst/>
              <a:ahLst/>
              <a:cxnLst/>
              <a:rect l="l" t="t" r="r" b="b"/>
              <a:pathLst>
                <a:path w="978" h="796" extrusionOk="0">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4" name="Google Shape;20464;p140"/>
            <p:cNvSpPr/>
            <p:nvPr/>
          </p:nvSpPr>
          <p:spPr>
            <a:xfrm>
              <a:off x="2233090" y="1706188"/>
              <a:ext cx="35778" cy="47922"/>
            </a:xfrm>
            <a:custGeom>
              <a:avLst/>
              <a:gdLst/>
              <a:ahLst/>
              <a:cxnLst/>
              <a:rect l="l" t="t" r="r" b="b"/>
              <a:pathLst>
                <a:path w="1364" h="1827" extrusionOk="0">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5" name="Google Shape;20465;p140"/>
            <p:cNvSpPr/>
            <p:nvPr/>
          </p:nvSpPr>
          <p:spPr>
            <a:xfrm>
              <a:off x="2042765" y="1585031"/>
              <a:ext cx="33758" cy="22164"/>
            </a:xfrm>
            <a:custGeom>
              <a:avLst/>
              <a:gdLst/>
              <a:ahLst/>
              <a:cxnLst/>
              <a:rect l="l" t="t" r="r" b="b"/>
              <a:pathLst>
                <a:path w="1287" h="845" extrusionOk="0">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6" name="Google Shape;20466;p140"/>
            <p:cNvSpPr/>
            <p:nvPr/>
          </p:nvSpPr>
          <p:spPr>
            <a:xfrm>
              <a:off x="2078201" y="1600297"/>
              <a:ext cx="104395" cy="23082"/>
            </a:xfrm>
            <a:custGeom>
              <a:avLst/>
              <a:gdLst/>
              <a:ahLst/>
              <a:cxnLst/>
              <a:rect l="l" t="t" r="r" b="b"/>
              <a:pathLst>
                <a:path w="3980" h="880" extrusionOk="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7" name="Google Shape;20467;p140"/>
            <p:cNvSpPr/>
            <p:nvPr/>
          </p:nvSpPr>
          <p:spPr>
            <a:xfrm>
              <a:off x="2184590" y="1585031"/>
              <a:ext cx="33942" cy="22164"/>
            </a:xfrm>
            <a:custGeom>
              <a:avLst/>
              <a:gdLst/>
              <a:ahLst/>
              <a:cxnLst/>
              <a:rect l="l" t="t" r="r" b="b"/>
              <a:pathLst>
                <a:path w="1294" h="845" extrusionOk="0">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8" name="Google Shape;20468;p140"/>
            <p:cNvSpPr/>
            <p:nvPr/>
          </p:nvSpPr>
          <p:spPr>
            <a:xfrm>
              <a:off x="2075264" y="1568952"/>
              <a:ext cx="110717" cy="23922"/>
            </a:xfrm>
            <a:custGeom>
              <a:avLst/>
              <a:gdLst/>
              <a:ahLst/>
              <a:cxnLst/>
              <a:rect l="l" t="t" r="r" b="b"/>
              <a:pathLst>
                <a:path w="4221" h="912" extrusionOk="0">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9" name="Google Shape;20469;p140"/>
            <p:cNvSpPr/>
            <p:nvPr/>
          </p:nvSpPr>
          <p:spPr>
            <a:xfrm>
              <a:off x="2035132"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0" name="Google Shape;20470;p140"/>
            <p:cNvSpPr/>
            <p:nvPr/>
          </p:nvSpPr>
          <p:spPr>
            <a:xfrm>
              <a:off x="2052916"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1" name="Google Shape;20471;p140"/>
            <p:cNvSpPr/>
            <p:nvPr/>
          </p:nvSpPr>
          <p:spPr>
            <a:xfrm>
              <a:off x="2047040"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2" name="Google Shape;20472;p140"/>
            <p:cNvSpPr/>
            <p:nvPr/>
          </p:nvSpPr>
          <p:spPr>
            <a:xfrm>
              <a:off x="2184354"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3" name="Google Shape;20473;p140"/>
            <p:cNvSpPr/>
            <p:nvPr/>
          </p:nvSpPr>
          <p:spPr>
            <a:xfrm>
              <a:off x="2202138"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4" name="Google Shape;20474;p140"/>
            <p:cNvSpPr/>
            <p:nvPr/>
          </p:nvSpPr>
          <p:spPr>
            <a:xfrm>
              <a:off x="2196263"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5" name="Google Shape;20475;p140"/>
            <p:cNvSpPr/>
            <p:nvPr/>
          </p:nvSpPr>
          <p:spPr>
            <a:xfrm>
              <a:off x="2047040" y="1774884"/>
              <a:ext cx="167216" cy="71529"/>
            </a:xfrm>
            <a:custGeom>
              <a:avLst/>
              <a:gdLst/>
              <a:ahLst/>
              <a:cxnLst/>
              <a:rect l="l" t="t" r="r" b="b"/>
              <a:pathLst>
                <a:path w="6375" h="2727" extrusionOk="0">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6" name="Google Shape;20476;p140"/>
            <p:cNvSpPr/>
            <p:nvPr/>
          </p:nvSpPr>
          <p:spPr>
            <a:xfrm>
              <a:off x="2085467" y="1771343"/>
              <a:ext cx="90205" cy="37588"/>
            </a:xfrm>
            <a:custGeom>
              <a:avLst/>
              <a:gdLst/>
              <a:ahLst/>
              <a:cxnLst/>
              <a:rect l="l" t="t" r="r" b="b"/>
              <a:pathLst>
                <a:path w="3439" h="1433" extrusionOk="0">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7" name="Google Shape;20477;p140"/>
            <p:cNvSpPr/>
            <p:nvPr/>
          </p:nvSpPr>
          <p:spPr>
            <a:xfrm>
              <a:off x="2085467" y="1771526"/>
              <a:ext cx="48762" cy="37404"/>
            </a:xfrm>
            <a:custGeom>
              <a:avLst/>
              <a:gdLst/>
              <a:ahLst/>
              <a:cxnLst/>
              <a:rect l="l" t="t" r="r" b="b"/>
              <a:pathLst>
                <a:path w="1859" h="1426" extrusionOk="0">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8" name="Google Shape;20478;p140"/>
            <p:cNvSpPr/>
            <p:nvPr/>
          </p:nvSpPr>
          <p:spPr>
            <a:xfrm>
              <a:off x="2041007" y="1792720"/>
              <a:ext cx="179125" cy="59752"/>
            </a:xfrm>
            <a:custGeom>
              <a:avLst/>
              <a:gdLst/>
              <a:ahLst/>
              <a:cxnLst/>
              <a:rect l="l" t="t" r="r" b="b"/>
              <a:pathLst>
                <a:path w="6829" h="2278" extrusionOk="0">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79" name="Google Shape;20479;p140"/>
          <p:cNvGrpSpPr/>
          <p:nvPr/>
        </p:nvGrpSpPr>
        <p:grpSpPr>
          <a:xfrm>
            <a:off x="2236106" y="3365392"/>
            <a:ext cx="306471" cy="370000"/>
            <a:chOff x="2236106" y="3365392"/>
            <a:chExt cx="306471" cy="370000"/>
          </a:xfrm>
        </p:grpSpPr>
        <p:sp>
          <p:nvSpPr>
            <p:cNvPr id="20480" name="Google Shape;20480;p140"/>
            <p:cNvSpPr/>
            <p:nvPr/>
          </p:nvSpPr>
          <p:spPr>
            <a:xfrm>
              <a:off x="2413788" y="3588085"/>
              <a:ext cx="128789" cy="88107"/>
            </a:xfrm>
            <a:custGeom>
              <a:avLst/>
              <a:gdLst/>
              <a:ahLst/>
              <a:cxnLst/>
              <a:rect l="l" t="t" r="r" b="b"/>
              <a:pathLst>
                <a:path w="4910" h="3359" extrusionOk="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1" name="Google Shape;20481;p140"/>
            <p:cNvSpPr/>
            <p:nvPr/>
          </p:nvSpPr>
          <p:spPr>
            <a:xfrm>
              <a:off x="2413604" y="3588085"/>
              <a:ext cx="127740" cy="67831"/>
            </a:xfrm>
            <a:custGeom>
              <a:avLst/>
              <a:gdLst/>
              <a:ahLst/>
              <a:cxnLst/>
              <a:rect l="l" t="t" r="r" b="b"/>
              <a:pathLst>
                <a:path w="4870" h="2586" extrusionOk="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2" name="Google Shape;20482;p140"/>
            <p:cNvSpPr/>
            <p:nvPr/>
          </p:nvSpPr>
          <p:spPr>
            <a:xfrm>
              <a:off x="2350469" y="3365471"/>
              <a:ext cx="64945" cy="86559"/>
            </a:xfrm>
            <a:custGeom>
              <a:avLst/>
              <a:gdLst/>
              <a:ahLst/>
              <a:cxnLst/>
              <a:rect l="l" t="t" r="r" b="b"/>
              <a:pathLst>
                <a:path w="2476" h="3300" extrusionOk="0">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3" name="Google Shape;20483;p140"/>
            <p:cNvSpPr/>
            <p:nvPr/>
          </p:nvSpPr>
          <p:spPr>
            <a:xfrm>
              <a:off x="2368436" y="3365392"/>
              <a:ext cx="46978" cy="86166"/>
            </a:xfrm>
            <a:custGeom>
              <a:avLst/>
              <a:gdLst/>
              <a:ahLst/>
              <a:cxnLst/>
              <a:rect l="l" t="t" r="r" b="b"/>
              <a:pathLst>
                <a:path w="1791" h="3285" extrusionOk="0">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4" name="Google Shape;20484;p140"/>
            <p:cNvSpPr/>
            <p:nvPr/>
          </p:nvSpPr>
          <p:spPr>
            <a:xfrm>
              <a:off x="2236106" y="3542156"/>
              <a:ext cx="145157" cy="92618"/>
            </a:xfrm>
            <a:custGeom>
              <a:avLst/>
              <a:gdLst/>
              <a:ahLst/>
              <a:cxnLst/>
              <a:rect l="l" t="t" r="r" b="b"/>
              <a:pathLst>
                <a:path w="5534" h="3531" extrusionOk="0">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5" name="Google Shape;20485;p140"/>
            <p:cNvSpPr/>
            <p:nvPr/>
          </p:nvSpPr>
          <p:spPr>
            <a:xfrm>
              <a:off x="2236814" y="3542156"/>
              <a:ext cx="144449" cy="63608"/>
            </a:xfrm>
            <a:custGeom>
              <a:avLst/>
              <a:gdLst/>
              <a:ahLst/>
              <a:cxnLst/>
              <a:rect l="l" t="t" r="r" b="b"/>
              <a:pathLst>
                <a:path w="5507" h="2425" extrusionOk="0">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6" name="Google Shape;20486;p140"/>
            <p:cNvSpPr/>
            <p:nvPr/>
          </p:nvSpPr>
          <p:spPr>
            <a:xfrm>
              <a:off x="2298717" y="3457171"/>
              <a:ext cx="81654" cy="61693"/>
            </a:xfrm>
            <a:custGeom>
              <a:avLst/>
              <a:gdLst/>
              <a:ahLst/>
              <a:cxnLst/>
              <a:rect l="l" t="t" r="r" b="b"/>
              <a:pathLst>
                <a:path w="3113" h="2352" extrusionOk="0">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7" name="Google Shape;20487;p140"/>
            <p:cNvSpPr/>
            <p:nvPr/>
          </p:nvSpPr>
          <p:spPr>
            <a:xfrm>
              <a:off x="2299609" y="3457171"/>
              <a:ext cx="80762" cy="51647"/>
            </a:xfrm>
            <a:custGeom>
              <a:avLst/>
              <a:gdLst/>
              <a:ahLst/>
              <a:cxnLst/>
              <a:rect l="l" t="t" r="r" b="b"/>
              <a:pathLst>
                <a:path w="3079" h="1969" extrusionOk="0">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8" name="Google Shape;20488;p140"/>
            <p:cNvSpPr/>
            <p:nvPr/>
          </p:nvSpPr>
          <p:spPr>
            <a:xfrm>
              <a:off x="2421080" y="3480857"/>
              <a:ext cx="85929" cy="59044"/>
            </a:xfrm>
            <a:custGeom>
              <a:avLst/>
              <a:gdLst/>
              <a:ahLst/>
              <a:cxnLst/>
              <a:rect l="l" t="t" r="r" b="b"/>
              <a:pathLst>
                <a:path w="3276" h="2251" extrusionOk="0">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9" name="Google Shape;20489;p140"/>
            <p:cNvSpPr/>
            <p:nvPr/>
          </p:nvSpPr>
          <p:spPr>
            <a:xfrm>
              <a:off x="2421080" y="3480857"/>
              <a:ext cx="85221" cy="47345"/>
            </a:xfrm>
            <a:custGeom>
              <a:avLst/>
              <a:gdLst/>
              <a:ahLst/>
              <a:cxnLst/>
              <a:rect l="l" t="t" r="r" b="b"/>
              <a:pathLst>
                <a:path w="3249" h="1805" extrusionOk="0">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0" name="Google Shape;20490;p140"/>
            <p:cNvSpPr/>
            <p:nvPr/>
          </p:nvSpPr>
          <p:spPr>
            <a:xfrm>
              <a:off x="2379269" y="3608807"/>
              <a:ext cx="129340" cy="76093"/>
            </a:xfrm>
            <a:custGeom>
              <a:avLst/>
              <a:gdLst/>
              <a:ahLst/>
              <a:cxnLst/>
              <a:rect l="l" t="t" r="r" b="b"/>
              <a:pathLst>
                <a:path w="4931" h="2901" extrusionOk="0">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1" name="Google Shape;20491;p140"/>
            <p:cNvSpPr/>
            <p:nvPr/>
          </p:nvSpPr>
          <p:spPr>
            <a:xfrm>
              <a:off x="2274035" y="3568019"/>
              <a:ext cx="22400" cy="12485"/>
            </a:xfrm>
            <a:custGeom>
              <a:avLst/>
              <a:gdLst/>
              <a:ahLst/>
              <a:cxnLst/>
              <a:rect l="l" t="t" r="r" b="b"/>
              <a:pathLst>
                <a:path w="854" h="476" extrusionOk="0">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2" name="Google Shape;20492;p140"/>
            <p:cNvSpPr/>
            <p:nvPr/>
          </p:nvSpPr>
          <p:spPr>
            <a:xfrm>
              <a:off x="2450012" y="3500398"/>
              <a:ext cx="20722" cy="13823"/>
            </a:xfrm>
            <a:custGeom>
              <a:avLst/>
              <a:gdLst/>
              <a:ahLst/>
              <a:cxnLst/>
              <a:rect l="l" t="t" r="r" b="b"/>
              <a:pathLst>
                <a:path w="790" h="527" extrusionOk="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3" name="Google Shape;20493;p140"/>
            <p:cNvSpPr/>
            <p:nvPr/>
          </p:nvSpPr>
          <p:spPr>
            <a:xfrm>
              <a:off x="2303675" y="3396003"/>
              <a:ext cx="142088" cy="339390"/>
            </a:xfrm>
            <a:custGeom>
              <a:avLst/>
              <a:gdLst/>
              <a:ahLst/>
              <a:cxnLst/>
              <a:rect l="l" t="t" r="r" b="b"/>
              <a:pathLst>
                <a:path w="5417" h="12939" extrusionOk="0">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94" name="Google Shape;20494;p140"/>
          <p:cNvGrpSpPr/>
          <p:nvPr/>
        </p:nvGrpSpPr>
        <p:grpSpPr>
          <a:xfrm>
            <a:off x="5492823" y="3385563"/>
            <a:ext cx="375325" cy="329606"/>
            <a:chOff x="5492823" y="3385563"/>
            <a:chExt cx="375325" cy="329606"/>
          </a:xfrm>
        </p:grpSpPr>
        <p:sp>
          <p:nvSpPr>
            <p:cNvPr id="20495" name="Google Shape;20495;p140"/>
            <p:cNvSpPr/>
            <p:nvPr/>
          </p:nvSpPr>
          <p:spPr>
            <a:xfrm>
              <a:off x="5531617" y="3399019"/>
              <a:ext cx="53719" cy="53404"/>
            </a:xfrm>
            <a:custGeom>
              <a:avLst/>
              <a:gdLst/>
              <a:ahLst/>
              <a:cxnLst/>
              <a:rect l="l" t="t" r="r" b="b"/>
              <a:pathLst>
                <a:path w="2048" h="2036" extrusionOk="0">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6" name="Google Shape;20496;p140"/>
            <p:cNvSpPr/>
            <p:nvPr/>
          </p:nvSpPr>
          <p:spPr>
            <a:xfrm>
              <a:off x="5492823" y="3446417"/>
              <a:ext cx="50729" cy="42388"/>
            </a:xfrm>
            <a:custGeom>
              <a:avLst/>
              <a:gdLst/>
              <a:ahLst/>
              <a:cxnLst/>
              <a:rect l="l" t="t" r="r" b="b"/>
              <a:pathLst>
                <a:path w="1934" h="1616" extrusionOk="0">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7" name="Google Shape;20497;p140"/>
            <p:cNvSpPr/>
            <p:nvPr/>
          </p:nvSpPr>
          <p:spPr>
            <a:xfrm>
              <a:off x="5654321" y="3412318"/>
              <a:ext cx="43437" cy="47660"/>
            </a:xfrm>
            <a:custGeom>
              <a:avLst/>
              <a:gdLst/>
              <a:ahLst/>
              <a:cxnLst/>
              <a:rect l="l" t="t" r="r" b="b"/>
              <a:pathLst>
                <a:path w="1656" h="1817" extrusionOk="0">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8" name="Google Shape;20498;p140"/>
            <p:cNvSpPr/>
            <p:nvPr/>
          </p:nvSpPr>
          <p:spPr>
            <a:xfrm>
              <a:off x="5541742" y="3464332"/>
              <a:ext cx="135373" cy="89182"/>
            </a:xfrm>
            <a:custGeom>
              <a:avLst/>
              <a:gdLst/>
              <a:ahLst/>
              <a:cxnLst/>
              <a:rect l="l" t="t" r="r" b="b"/>
              <a:pathLst>
                <a:path w="5161" h="3400" extrusionOk="0">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9" name="Google Shape;20499;p140"/>
            <p:cNvSpPr/>
            <p:nvPr/>
          </p:nvSpPr>
          <p:spPr>
            <a:xfrm>
              <a:off x="5596877" y="3385563"/>
              <a:ext cx="46270" cy="57470"/>
            </a:xfrm>
            <a:custGeom>
              <a:avLst/>
              <a:gdLst/>
              <a:ahLst/>
              <a:cxnLst/>
              <a:rect l="l" t="t" r="r" b="b"/>
              <a:pathLst>
                <a:path w="1764" h="2191" extrusionOk="0">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0" name="Google Shape;20500;p140"/>
            <p:cNvSpPr/>
            <p:nvPr/>
          </p:nvSpPr>
          <p:spPr>
            <a:xfrm>
              <a:off x="5542109" y="3467532"/>
              <a:ext cx="50519" cy="85956"/>
            </a:xfrm>
            <a:custGeom>
              <a:avLst/>
              <a:gdLst/>
              <a:ahLst/>
              <a:cxnLst/>
              <a:rect l="l" t="t" r="r" b="b"/>
              <a:pathLst>
                <a:path w="1926" h="3277" extrusionOk="0">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1" name="Google Shape;20501;p140"/>
            <p:cNvSpPr/>
            <p:nvPr/>
          </p:nvSpPr>
          <p:spPr>
            <a:xfrm>
              <a:off x="5492823" y="3450273"/>
              <a:ext cx="46821" cy="38532"/>
            </a:xfrm>
            <a:custGeom>
              <a:avLst/>
              <a:gdLst/>
              <a:ahLst/>
              <a:cxnLst/>
              <a:rect l="l" t="t" r="r" b="b"/>
              <a:pathLst>
                <a:path w="1785" h="1469" extrusionOk="0">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2" name="Google Shape;20502;p140"/>
            <p:cNvSpPr/>
            <p:nvPr/>
          </p:nvSpPr>
          <p:spPr>
            <a:xfrm>
              <a:off x="5531774" y="3399596"/>
              <a:ext cx="44486" cy="52827"/>
            </a:xfrm>
            <a:custGeom>
              <a:avLst/>
              <a:gdLst/>
              <a:ahLst/>
              <a:cxnLst/>
              <a:rect l="l" t="t" r="r" b="b"/>
              <a:pathLst>
                <a:path w="1696" h="2014" extrusionOk="0">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3" name="Google Shape;20503;p140"/>
            <p:cNvSpPr/>
            <p:nvPr/>
          </p:nvSpPr>
          <p:spPr>
            <a:xfrm>
              <a:off x="5597244" y="3385563"/>
              <a:ext cx="34886" cy="55686"/>
            </a:xfrm>
            <a:custGeom>
              <a:avLst/>
              <a:gdLst/>
              <a:ahLst/>
              <a:cxnLst/>
              <a:rect l="l" t="t" r="r" b="b"/>
              <a:pathLst>
                <a:path w="1330" h="2123" extrusionOk="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4" name="Google Shape;20504;p140"/>
            <p:cNvSpPr/>
            <p:nvPr/>
          </p:nvSpPr>
          <p:spPr>
            <a:xfrm>
              <a:off x="5654872" y="3412292"/>
              <a:ext cx="38086" cy="42807"/>
            </a:xfrm>
            <a:custGeom>
              <a:avLst/>
              <a:gdLst/>
              <a:ahLst/>
              <a:cxnLst/>
              <a:rect l="l" t="t" r="r" b="b"/>
              <a:pathLst>
                <a:path w="1452" h="1632" extrusionOk="0">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5" name="Google Shape;20505;p140"/>
            <p:cNvSpPr/>
            <p:nvPr/>
          </p:nvSpPr>
          <p:spPr>
            <a:xfrm>
              <a:off x="5730624" y="3541868"/>
              <a:ext cx="43070" cy="57863"/>
            </a:xfrm>
            <a:custGeom>
              <a:avLst/>
              <a:gdLst/>
              <a:ahLst/>
              <a:cxnLst/>
              <a:rect l="l" t="t" r="r" b="b"/>
              <a:pathLst>
                <a:path w="1642" h="2206" extrusionOk="0">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6" name="Google Shape;20506;p140"/>
            <p:cNvSpPr/>
            <p:nvPr/>
          </p:nvSpPr>
          <p:spPr>
            <a:xfrm>
              <a:off x="5672472" y="3557868"/>
              <a:ext cx="41102" cy="49260"/>
            </a:xfrm>
            <a:custGeom>
              <a:avLst/>
              <a:gdLst/>
              <a:ahLst/>
              <a:cxnLst/>
              <a:rect l="l" t="t" r="r" b="b"/>
              <a:pathLst>
                <a:path w="1567" h="1878" extrusionOk="0">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7" name="Google Shape;20507;p140"/>
            <p:cNvSpPr/>
            <p:nvPr/>
          </p:nvSpPr>
          <p:spPr>
            <a:xfrm>
              <a:off x="5815111" y="3621974"/>
              <a:ext cx="53037" cy="39712"/>
            </a:xfrm>
            <a:custGeom>
              <a:avLst/>
              <a:gdLst/>
              <a:ahLst/>
              <a:cxnLst/>
              <a:rect l="l" t="t" r="r" b="b"/>
              <a:pathLst>
                <a:path w="2022" h="1514" extrusionOk="0">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8" name="Google Shape;20508;p140"/>
            <p:cNvSpPr/>
            <p:nvPr/>
          </p:nvSpPr>
          <p:spPr>
            <a:xfrm>
              <a:off x="5673180" y="3620138"/>
              <a:ext cx="136265" cy="95031"/>
            </a:xfrm>
            <a:custGeom>
              <a:avLst/>
              <a:gdLst/>
              <a:ahLst/>
              <a:cxnLst/>
              <a:rect l="l" t="t" r="r" b="b"/>
              <a:pathLst>
                <a:path w="5195" h="3623" extrusionOk="0">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9" name="Google Shape;20509;p140"/>
            <p:cNvSpPr/>
            <p:nvPr/>
          </p:nvSpPr>
          <p:spPr>
            <a:xfrm>
              <a:off x="5779884" y="3567363"/>
              <a:ext cx="56237" cy="51280"/>
            </a:xfrm>
            <a:custGeom>
              <a:avLst/>
              <a:gdLst/>
              <a:ahLst/>
              <a:cxnLst/>
              <a:rect l="l" t="t" r="r" b="b"/>
              <a:pathLst>
                <a:path w="2144" h="1955" extrusionOk="0">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0" name="Google Shape;20510;p140"/>
            <p:cNvSpPr/>
            <p:nvPr/>
          </p:nvSpPr>
          <p:spPr>
            <a:xfrm>
              <a:off x="5676380" y="3620243"/>
              <a:ext cx="79897" cy="70349"/>
            </a:xfrm>
            <a:custGeom>
              <a:avLst/>
              <a:gdLst/>
              <a:ahLst/>
              <a:cxnLst/>
              <a:rect l="l" t="t" r="r" b="b"/>
              <a:pathLst>
                <a:path w="3046" h="2682" extrusionOk="0">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1" name="Google Shape;20511;p140"/>
            <p:cNvSpPr/>
            <p:nvPr/>
          </p:nvSpPr>
          <p:spPr>
            <a:xfrm>
              <a:off x="5672289" y="3558052"/>
              <a:ext cx="33286" cy="49076"/>
            </a:xfrm>
            <a:custGeom>
              <a:avLst/>
              <a:gdLst/>
              <a:ahLst/>
              <a:cxnLst/>
              <a:rect l="l" t="t" r="r" b="b"/>
              <a:pathLst>
                <a:path w="1269" h="1871" extrusionOk="0">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2" name="Google Shape;20512;p140"/>
            <p:cNvSpPr/>
            <p:nvPr/>
          </p:nvSpPr>
          <p:spPr>
            <a:xfrm>
              <a:off x="5730624" y="3541868"/>
              <a:ext cx="28486" cy="57837"/>
            </a:xfrm>
            <a:custGeom>
              <a:avLst/>
              <a:gdLst/>
              <a:ahLst/>
              <a:cxnLst/>
              <a:rect l="l" t="t" r="r" b="b"/>
              <a:pathLst>
                <a:path w="1086" h="2205" extrusionOk="0">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3" name="Google Shape;20513;p140"/>
            <p:cNvSpPr/>
            <p:nvPr/>
          </p:nvSpPr>
          <p:spPr>
            <a:xfrm>
              <a:off x="5781484" y="3567363"/>
              <a:ext cx="51070" cy="44093"/>
            </a:xfrm>
            <a:custGeom>
              <a:avLst/>
              <a:gdLst/>
              <a:ahLst/>
              <a:cxnLst/>
              <a:rect l="l" t="t" r="r" b="b"/>
              <a:pathLst>
                <a:path w="1947" h="1681" extrusionOk="0">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4" name="Google Shape;20514;p140"/>
            <p:cNvSpPr/>
            <p:nvPr/>
          </p:nvSpPr>
          <p:spPr>
            <a:xfrm>
              <a:off x="5818836" y="3622027"/>
              <a:ext cx="46978" cy="28197"/>
            </a:xfrm>
            <a:custGeom>
              <a:avLst/>
              <a:gdLst/>
              <a:ahLst/>
              <a:cxnLst/>
              <a:rect l="l" t="t" r="r" b="b"/>
              <a:pathLst>
                <a:path w="1791" h="1075" extrusionOk="0">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15" name="Google Shape;20515;p140"/>
          <p:cNvGrpSpPr/>
          <p:nvPr/>
        </p:nvGrpSpPr>
        <p:grpSpPr>
          <a:xfrm>
            <a:off x="3041787" y="2001118"/>
            <a:ext cx="370158" cy="328164"/>
            <a:chOff x="3041787" y="2001118"/>
            <a:chExt cx="370158" cy="328164"/>
          </a:xfrm>
        </p:grpSpPr>
        <p:sp>
          <p:nvSpPr>
            <p:cNvPr id="20516" name="Google Shape;20516;p140"/>
            <p:cNvSpPr/>
            <p:nvPr/>
          </p:nvSpPr>
          <p:spPr>
            <a:xfrm>
              <a:off x="3087689" y="2006993"/>
              <a:ext cx="278536" cy="258628"/>
            </a:xfrm>
            <a:custGeom>
              <a:avLst/>
              <a:gdLst/>
              <a:ahLst/>
              <a:cxnLst/>
              <a:rect l="l" t="t" r="r" b="b"/>
              <a:pathLst>
                <a:path w="10619" h="9860" extrusionOk="0">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7" name="Google Shape;20517;p140"/>
            <p:cNvSpPr/>
            <p:nvPr/>
          </p:nvSpPr>
          <p:spPr>
            <a:xfrm>
              <a:off x="3298631" y="2001118"/>
              <a:ext cx="113314" cy="184082"/>
            </a:xfrm>
            <a:custGeom>
              <a:avLst/>
              <a:gdLst/>
              <a:ahLst/>
              <a:cxnLst/>
              <a:rect l="l" t="t" r="r" b="b"/>
              <a:pathLst>
                <a:path w="4320" h="7018" extrusionOk="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8" name="Google Shape;20518;p140"/>
            <p:cNvSpPr/>
            <p:nvPr/>
          </p:nvSpPr>
          <p:spPr>
            <a:xfrm>
              <a:off x="3143166" y="2114431"/>
              <a:ext cx="41837" cy="53719"/>
            </a:xfrm>
            <a:custGeom>
              <a:avLst/>
              <a:gdLst/>
              <a:ahLst/>
              <a:cxnLst/>
              <a:rect l="l" t="t" r="r" b="b"/>
              <a:pathLst>
                <a:path w="1595" h="2048" extrusionOk="0">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9" name="Google Shape;20519;p140"/>
            <p:cNvSpPr/>
            <p:nvPr/>
          </p:nvSpPr>
          <p:spPr>
            <a:xfrm>
              <a:off x="3161133" y="2114431"/>
              <a:ext cx="23869" cy="41811"/>
            </a:xfrm>
            <a:custGeom>
              <a:avLst/>
              <a:gdLst/>
              <a:ahLst/>
              <a:cxnLst/>
              <a:rect l="l" t="t" r="r" b="b"/>
              <a:pathLst>
                <a:path w="910" h="1594" extrusionOk="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0" name="Google Shape;20520;p140"/>
            <p:cNvSpPr/>
            <p:nvPr/>
          </p:nvSpPr>
          <p:spPr>
            <a:xfrm>
              <a:off x="3155258" y="2120464"/>
              <a:ext cx="17810" cy="17810"/>
            </a:xfrm>
            <a:custGeom>
              <a:avLst/>
              <a:gdLst/>
              <a:ahLst/>
              <a:cxnLst/>
              <a:rect l="l" t="t" r="r" b="b"/>
              <a:pathLst>
                <a:path w="679" h="679" extrusionOk="0">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1" name="Google Shape;20521;p140"/>
            <p:cNvSpPr/>
            <p:nvPr/>
          </p:nvSpPr>
          <p:spPr>
            <a:xfrm>
              <a:off x="3268571" y="2114431"/>
              <a:ext cx="41811" cy="53719"/>
            </a:xfrm>
            <a:custGeom>
              <a:avLst/>
              <a:gdLst/>
              <a:ahLst/>
              <a:cxnLst/>
              <a:rect l="l" t="t" r="r" b="b"/>
              <a:pathLst>
                <a:path w="1594" h="2048" extrusionOk="0">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2" name="Google Shape;20522;p140"/>
            <p:cNvSpPr/>
            <p:nvPr/>
          </p:nvSpPr>
          <p:spPr>
            <a:xfrm>
              <a:off x="3286513" y="2114431"/>
              <a:ext cx="23869" cy="41811"/>
            </a:xfrm>
            <a:custGeom>
              <a:avLst/>
              <a:gdLst/>
              <a:ahLst/>
              <a:cxnLst/>
              <a:rect l="l" t="t" r="r" b="b"/>
              <a:pathLst>
                <a:path w="910" h="1594" extrusionOk="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3" name="Google Shape;20523;p140"/>
            <p:cNvSpPr/>
            <p:nvPr/>
          </p:nvSpPr>
          <p:spPr>
            <a:xfrm>
              <a:off x="3280480" y="2120464"/>
              <a:ext cx="17994" cy="17810"/>
            </a:xfrm>
            <a:custGeom>
              <a:avLst/>
              <a:gdLst/>
              <a:ahLst/>
              <a:cxnLst/>
              <a:rect l="l" t="t" r="r" b="b"/>
              <a:pathLst>
                <a:path w="686" h="679" extrusionOk="0">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4" name="Google Shape;20524;p140"/>
            <p:cNvSpPr/>
            <p:nvPr/>
          </p:nvSpPr>
          <p:spPr>
            <a:xfrm>
              <a:off x="3298447" y="2011741"/>
              <a:ext cx="98730" cy="173459"/>
            </a:xfrm>
            <a:custGeom>
              <a:avLst/>
              <a:gdLst/>
              <a:ahLst/>
              <a:cxnLst/>
              <a:rect l="l" t="t" r="r" b="b"/>
              <a:pathLst>
                <a:path w="3764" h="6613" extrusionOk="0">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5" name="Google Shape;20525;p140"/>
            <p:cNvSpPr/>
            <p:nvPr/>
          </p:nvSpPr>
          <p:spPr>
            <a:xfrm>
              <a:off x="3087506" y="2013052"/>
              <a:ext cx="98730" cy="252569"/>
            </a:xfrm>
            <a:custGeom>
              <a:avLst/>
              <a:gdLst/>
              <a:ahLst/>
              <a:cxnLst/>
              <a:rect l="l" t="t" r="r" b="b"/>
              <a:pathLst>
                <a:path w="3764" h="9629" extrusionOk="0">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6" name="Google Shape;20526;p140"/>
            <p:cNvSpPr/>
            <p:nvPr/>
          </p:nvSpPr>
          <p:spPr>
            <a:xfrm>
              <a:off x="3041787" y="2001118"/>
              <a:ext cx="113497" cy="184082"/>
            </a:xfrm>
            <a:custGeom>
              <a:avLst/>
              <a:gdLst/>
              <a:ahLst/>
              <a:cxnLst/>
              <a:rect l="l" t="t" r="r" b="b"/>
              <a:pathLst>
                <a:path w="4327" h="7018" extrusionOk="0">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7" name="Google Shape;20527;p140"/>
            <p:cNvSpPr/>
            <p:nvPr/>
          </p:nvSpPr>
          <p:spPr>
            <a:xfrm>
              <a:off x="3041787" y="2001118"/>
              <a:ext cx="111373" cy="122232"/>
            </a:xfrm>
            <a:custGeom>
              <a:avLst/>
              <a:gdLst/>
              <a:ahLst/>
              <a:cxnLst/>
              <a:rect l="l" t="t" r="r" b="b"/>
              <a:pathLst>
                <a:path w="4246" h="4660" extrusionOk="0">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8" name="Google Shape;20528;p140"/>
            <p:cNvSpPr/>
            <p:nvPr/>
          </p:nvSpPr>
          <p:spPr>
            <a:xfrm>
              <a:off x="3161133" y="2221843"/>
              <a:ext cx="131281" cy="95530"/>
            </a:xfrm>
            <a:custGeom>
              <a:avLst/>
              <a:gdLst/>
              <a:ahLst/>
              <a:cxnLst/>
              <a:rect l="l" t="t" r="r" b="b"/>
              <a:pathLst>
                <a:path w="5005" h="3642" extrusionOk="0">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9" name="Google Shape;20529;p140"/>
            <p:cNvSpPr/>
            <p:nvPr/>
          </p:nvSpPr>
          <p:spPr>
            <a:xfrm>
              <a:off x="3196885" y="2269687"/>
              <a:ext cx="59778" cy="59595"/>
            </a:xfrm>
            <a:custGeom>
              <a:avLst/>
              <a:gdLst/>
              <a:ahLst/>
              <a:cxnLst/>
              <a:rect l="l" t="t" r="r" b="b"/>
              <a:pathLst>
                <a:path w="2279" h="2272" extrusionOk="0">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0" name="Google Shape;20530;p140"/>
            <p:cNvSpPr/>
            <p:nvPr/>
          </p:nvSpPr>
          <p:spPr>
            <a:xfrm>
              <a:off x="3196885" y="2269687"/>
              <a:ext cx="59778" cy="29850"/>
            </a:xfrm>
            <a:custGeom>
              <a:avLst/>
              <a:gdLst/>
              <a:ahLst/>
              <a:cxnLst/>
              <a:rect l="l" t="t" r="r" b="b"/>
              <a:pathLst>
                <a:path w="2279" h="1138" extrusionOk="0">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1" name="Google Shape;20531;p140"/>
            <p:cNvSpPr/>
            <p:nvPr/>
          </p:nvSpPr>
          <p:spPr>
            <a:xfrm>
              <a:off x="3143166" y="2215968"/>
              <a:ext cx="167216" cy="65680"/>
            </a:xfrm>
            <a:custGeom>
              <a:avLst/>
              <a:gdLst/>
              <a:ahLst/>
              <a:cxnLst/>
              <a:rect l="l" t="t" r="r" b="b"/>
              <a:pathLst>
                <a:path w="6375" h="2504" extrusionOk="0">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2" name="Google Shape;20532;p140"/>
            <p:cNvSpPr/>
            <p:nvPr/>
          </p:nvSpPr>
          <p:spPr>
            <a:xfrm>
              <a:off x="3191009" y="2192151"/>
              <a:ext cx="71713" cy="50362"/>
            </a:xfrm>
            <a:custGeom>
              <a:avLst/>
              <a:gdLst/>
              <a:ahLst/>
              <a:cxnLst/>
              <a:rect l="l" t="t" r="r" b="b"/>
              <a:pathLst>
                <a:path w="2734" h="1920" extrusionOk="0">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3" name="Google Shape;20533;p140"/>
            <p:cNvSpPr/>
            <p:nvPr/>
          </p:nvSpPr>
          <p:spPr>
            <a:xfrm>
              <a:off x="3190826" y="2193908"/>
              <a:ext cx="53221" cy="48604"/>
            </a:xfrm>
            <a:custGeom>
              <a:avLst/>
              <a:gdLst/>
              <a:ahLst/>
              <a:cxnLst/>
              <a:rect l="l" t="t" r="r" b="b"/>
              <a:pathLst>
                <a:path w="2029" h="1853" extrusionOk="0">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34" name="Google Shape;20534;p140"/>
          <p:cNvGrpSpPr/>
          <p:nvPr/>
        </p:nvGrpSpPr>
        <p:grpSpPr>
          <a:xfrm>
            <a:off x="5779884" y="2039125"/>
            <a:ext cx="372309" cy="328216"/>
            <a:chOff x="5779884" y="2039125"/>
            <a:chExt cx="372309" cy="328216"/>
          </a:xfrm>
        </p:grpSpPr>
        <p:sp>
          <p:nvSpPr>
            <p:cNvPr id="20535" name="Google Shape;20535;p140"/>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6" name="Google Shape;20536;p140"/>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7" name="Google Shape;20537;p140"/>
            <p:cNvSpPr/>
            <p:nvPr/>
          </p:nvSpPr>
          <p:spPr>
            <a:xfrm>
              <a:off x="6095221" y="2136097"/>
              <a:ext cx="56972" cy="134088"/>
            </a:xfrm>
            <a:custGeom>
              <a:avLst/>
              <a:gdLst/>
              <a:ahLst/>
              <a:cxnLst/>
              <a:rect l="l" t="t" r="r" b="b"/>
              <a:pathLst>
                <a:path w="2172" h="5112" extrusionOk="0">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8" name="Google Shape;20538;p140"/>
            <p:cNvSpPr/>
            <p:nvPr/>
          </p:nvSpPr>
          <p:spPr>
            <a:xfrm>
              <a:off x="5801419" y="2039125"/>
              <a:ext cx="156882" cy="90441"/>
            </a:xfrm>
            <a:custGeom>
              <a:avLst/>
              <a:gdLst/>
              <a:ahLst/>
              <a:cxnLst/>
              <a:rect l="l" t="t" r="r" b="b"/>
              <a:pathLst>
                <a:path w="5981" h="3448" extrusionOk="0">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9" name="Google Shape;20539;p140"/>
            <p:cNvSpPr/>
            <p:nvPr/>
          </p:nvSpPr>
          <p:spPr>
            <a:xfrm>
              <a:off x="5779884" y="2058666"/>
              <a:ext cx="331731" cy="308675"/>
            </a:xfrm>
            <a:custGeom>
              <a:avLst/>
              <a:gdLst/>
              <a:ahLst/>
              <a:cxnLst/>
              <a:rect l="l" t="t" r="r" b="b"/>
              <a:pathLst>
                <a:path w="12647" h="11768" extrusionOk="0">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0" name="Google Shape;20540;p140"/>
            <p:cNvSpPr/>
            <p:nvPr/>
          </p:nvSpPr>
          <p:spPr>
            <a:xfrm>
              <a:off x="5818757" y="2041250"/>
              <a:ext cx="35515" cy="28250"/>
            </a:xfrm>
            <a:custGeom>
              <a:avLst/>
              <a:gdLst/>
              <a:ahLst/>
              <a:cxnLst/>
              <a:rect l="l" t="t" r="r" b="b"/>
              <a:pathLst>
                <a:path w="1354" h="1077" extrusionOk="0">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1" name="Google Shape;20541;p140"/>
            <p:cNvSpPr/>
            <p:nvPr/>
          </p:nvSpPr>
          <p:spPr>
            <a:xfrm>
              <a:off x="5821695" y="2081513"/>
              <a:ext cx="16027" cy="12118"/>
            </a:xfrm>
            <a:custGeom>
              <a:avLst/>
              <a:gdLst/>
              <a:ahLst/>
              <a:cxnLst/>
              <a:rect l="l" t="t" r="r" b="b"/>
              <a:pathLst>
                <a:path w="611" h="462" extrusionOk="0">
                  <a:moveTo>
                    <a:pt x="305" y="1"/>
                  </a:moveTo>
                  <a:cubicBezTo>
                    <a:pt x="0" y="1"/>
                    <a:pt x="0" y="462"/>
                    <a:pt x="305" y="462"/>
                  </a:cubicBezTo>
                  <a:cubicBezTo>
                    <a:pt x="611" y="462"/>
                    <a:pt x="611" y="1"/>
                    <a:pt x="30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2" name="Google Shape;20542;p140"/>
            <p:cNvSpPr/>
            <p:nvPr/>
          </p:nvSpPr>
          <p:spPr>
            <a:xfrm>
              <a:off x="5844987" y="2093710"/>
              <a:ext cx="48945" cy="110717"/>
            </a:xfrm>
            <a:custGeom>
              <a:avLst/>
              <a:gdLst/>
              <a:ahLst/>
              <a:cxnLst/>
              <a:rect l="l" t="t" r="r" b="b"/>
              <a:pathLst>
                <a:path w="1866" h="4221" extrusionOk="0">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3" name="Google Shape;20543;p140"/>
            <p:cNvSpPr/>
            <p:nvPr/>
          </p:nvSpPr>
          <p:spPr>
            <a:xfrm>
              <a:off x="5927690" y="2196374"/>
              <a:ext cx="105864" cy="35253"/>
            </a:xfrm>
            <a:custGeom>
              <a:avLst/>
              <a:gdLst/>
              <a:ahLst/>
              <a:cxnLst/>
              <a:rect l="l" t="t" r="r" b="b"/>
              <a:pathLst>
                <a:path w="4036" h="1344" extrusionOk="0">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4" name="Google Shape;20544;p140"/>
            <p:cNvSpPr/>
            <p:nvPr/>
          </p:nvSpPr>
          <p:spPr>
            <a:xfrm>
              <a:off x="5779884" y="2098956"/>
              <a:ext cx="42886" cy="34833"/>
            </a:xfrm>
            <a:custGeom>
              <a:avLst/>
              <a:gdLst/>
              <a:ahLst/>
              <a:cxnLst/>
              <a:rect l="l" t="t" r="r" b="b"/>
              <a:pathLst>
                <a:path w="1635" h="1328" extrusionOk="0">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5" name="Google Shape;20545;p140"/>
            <p:cNvSpPr/>
            <p:nvPr/>
          </p:nvSpPr>
          <p:spPr>
            <a:xfrm>
              <a:off x="5780959" y="2120884"/>
              <a:ext cx="9102" cy="7790"/>
            </a:xfrm>
            <a:custGeom>
              <a:avLst/>
              <a:gdLst/>
              <a:ahLst/>
              <a:cxnLst/>
              <a:rect l="l" t="t" r="r" b="b"/>
              <a:pathLst>
                <a:path w="347" h="297" extrusionOk="0">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6" name="Google Shape;20546;p140"/>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7" name="Google Shape;20547;p140"/>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0551"/>
        <p:cNvGrpSpPr/>
        <p:nvPr/>
      </p:nvGrpSpPr>
      <p:grpSpPr>
        <a:xfrm>
          <a:off x="0" y="0"/>
          <a:ext cx="0" cy="0"/>
          <a:chOff x="0" y="0"/>
          <a:chExt cx="0" cy="0"/>
        </a:xfrm>
      </p:grpSpPr>
      <p:sp>
        <p:nvSpPr>
          <p:cNvPr id="20552" name="Google Shape;20552;p141"/>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20553" name="Google Shape;20553;p141"/>
          <p:cNvGrpSpPr/>
          <p:nvPr/>
        </p:nvGrpSpPr>
        <p:grpSpPr>
          <a:xfrm>
            <a:off x="878066" y="1981993"/>
            <a:ext cx="354610" cy="372358"/>
            <a:chOff x="878066" y="1981993"/>
            <a:chExt cx="354610" cy="372358"/>
          </a:xfrm>
        </p:grpSpPr>
        <p:sp>
          <p:nvSpPr>
            <p:cNvPr id="20554" name="Google Shape;20554;p141"/>
            <p:cNvSpPr/>
            <p:nvPr/>
          </p:nvSpPr>
          <p:spPr>
            <a:xfrm>
              <a:off x="1002194" y="1982386"/>
              <a:ext cx="230482" cy="176742"/>
            </a:xfrm>
            <a:custGeom>
              <a:avLst/>
              <a:gdLst/>
              <a:ahLst/>
              <a:cxnLst/>
              <a:rect l="l" t="t" r="r" b="b"/>
              <a:pathLst>
                <a:path w="8792" h="6742" extrusionOk="0">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5" name="Google Shape;20555;p141"/>
            <p:cNvSpPr/>
            <p:nvPr/>
          </p:nvSpPr>
          <p:spPr>
            <a:xfrm>
              <a:off x="1038895" y="1981993"/>
              <a:ext cx="163136" cy="177135"/>
            </a:xfrm>
            <a:custGeom>
              <a:avLst/>
              <a:gdLst/>
              <a:ahLst/>
              <a:cxnLst/>
              <a:rect l="l" t="t" r="r" b="b"/>
              <a:pathLst>
                <a:path w="6223" h="6757" extrusionOk="0">
                  <a:moveTo>
                    <a:pt x="4836" y="1"/>
                  </a:moveTo>
                  <a:lnTo>
                    <a:pt x="0" y="6756"/>
                  </a:lnTo>
                  <a:lnTo>
                    <a:pt x="1401" y="6756"/>
                  </a:lnTo>
                  <a:lnTo>
                    <a:pt x="6222"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6" name="Google Shape;20556;p141"/>
            <p:cNvSpPr/>
            <p:nvPr/>
          </p:nvSpPr>
          <p:spPr>
            <a:xfrm>
              <a:off x="1075596" y="1982386"/>
              <a:ext cx="156687" cy="176742"/>
            </a:xfrm>
            <a:custGeom>
              <a:avLst/>
              <a:gdLst/>
              <a:ahLst/>
              <a:cxnLst/>
              <a:rect l="l" t="t" r="r" b="b"/>
              <a:pathLst>
                <a:path w="5977" h="6742" extrusionOk="0">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7" name="Google Shape;20557;p141"/>
            <p:cNvSpPr/>
            <p:nvPr/>
          </p:nvSpPr>
          <p:spPr>
            <a:xfrm>
              <a:off x="878145" y="1982281"/>
              <a:ext cx="230404" cy="176846"/>
            </a:xfrm>
            <a:custGeom>
              <a:avLst/>
              <a:gdLst/>
              <a:ahLst/>
              <a:cxnLst/>
              <a:rect l="l" t="t" r="r" b="b"/>
              <a:pathLst>
                <a:path w="8789" h="6746" extrusionOk="0">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8" name="Google Shape;20558;p141"/>
            <p:cNvSpPr/>
            <p:nvPr/>
          </p:nvSpPr>
          <p:spPr>
            <a:xfrm>
              <a:off x="910599" y="1981993"/>
              <a:ext cx="163136" cy="177135"/>
            </a:xfrm>
            <a:custGeom>
              <a:avLst/>
              <a:gdLst/>
              <a:ahLst/>
              <a:cxnLst/>
              <a:rect l="l" t="t" r="r" b="b"/>
              <a:pathLst>
                <a:path w="6223" h="6757" extrusionOk="0">
                  <a:moveTo>
                    <a:pt x="1" y="1"/>
                  </a:moveTo>
                  <a:lnTo>
                    <a:pt x="4837" y="6756"/>
                  </a:lnTo>
                  <a:lnTo>
                    <a:pt x="6222" y="6756"/>
                  </a:lnTo>
                  <a:lnTo>
                    <a:pt x="1401"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9" name="Google Shape;20559;p141"/>
            <p:cNvSpPr/>
            <p:nvPr/>
          </p:nvSpPr>
          <p:spPr>
            <a:xfrm>
              <a:off x="878066" y="1982386"/>
              <a:ext cx="159335" cy="177109"/>
            </a:xfrm>
            <a:custGeom>
              <a:avLst/>
              <a:gdLst/>
              <a:ahLst/>
              <a:cxnLst/>
              <a:rect l="l" t="t" r="r" b="b"/>
              <a:pathLst>
                <a:path w="6078" h="6756" extrusionOk="0">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0" name="Google Shape;20560;p141"/>
            <p:cNvSpPr/>
            <p:nvPr/>
          </p:nvSpPr>
          <p:spPr>
            <a:xfrm>
              <a:off x="1092243" y="2108008"/>
              <a:ext cx="36360" cy="51119"/>
            </a:xfrm>
            <a:custGeom>
              <a:avLst/>
              <a:gdLst/>
              <a:ahLst/>
              <a:cxnLst/>
              <a:rect l="l" t="t" r="r" b="b"/>
              <a:pathLst>
                <a:path w="1387" h="1950" extrusionOk="0">
                  <a:moveTo>
                    <a:pt x="751" y="1"/>
                  </a:moveTo>
                  <a:lnTo>
                    <a:pt x="1" y="1069"/>
                  </a:lnTo>
                  <a:lnTo>
                    <a:pt x="622" y="1949"/>
                  </a:lnTo>
                  <a:lnTo>
                    <a:pt x="1156" y="1228"/>
                  </a:lnTo>
                  <a:lnTo>
                    <a:pt x="1387" y="881"/>
                  </a:lnTo>
                  <a:lnTo>
                    <a:pt x="751"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1" name="Google Shape;20561;p141"/>
            <p:cNvSpPr/>
            <p:nvPr/>
          </p:nvSpPr>
          <p:spPr>
            <a:xfrm>
              <a:off x="1073709" y="2082658"/>
              <a:ext cx="38248" cy="53374"/>
            </a:xfrm>
            <a:custGeom>
              <a:avLst/>
              <a:gdLst/>
              <a:ahLst/>
              <a:cxnLst/>
              <a:rect l="l" t="t" r="r" b="b"/>
              <a:pathLst>
                <a:path w="1459" h="2036" extrusionOk="0">
                  <a:moveTo>
                    <a:pt x="766" y="0"/>
                  </a:moveTo>
                  <a:lnTo>
                    <a:pt x="0" y="1054"/>
                  </a:lnTo>
                  <a:lnTo>
                    <a:pt x="708" y="2036"/>
                  </a:lnTo>
                  <a:lnTo>
                    <a:pt x="1458" y="968"/>
                  </a:lnTo>
                  <a:lnTo>
                    <a:pt x="76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2" name="Google Shape;20562;p141"/>
            <p:cNvSpPr/>
            <p:nvPr/>
          </p:nvSpPr>
          <p:spPr>
            <a:xfrm>
              <a:off x="1055542" y="2056915"/>
              <a:ext cx="38248" cy="53400"/>
            </a:xfrm>
            <a:custGeom>
              <a:avLst/>
              <a:gdLst/>
              <a:ahLst/>
              <a:cxnLst/>
              <a:rect l="l" t="t" r="r" b="b"/>
              <a:pathLst>
                <a:path w="1459" h="2037" extrusionOk="0">
                  <a:moveTo>
                    <a:pt x="751" y="1"/>
                  </a:moveTo>
                  <a:lnTo>
                    <a:pt x="1" y="1055"/>
                  </a:lnTo>
                  <a:lnTo>
                    <a:pt x="693" y="2036"/>
                  </a:lnTo>
                  <a:lnTo>
                    <a:pt x="1459" y="982"/>
                  </a:lnTo>
                  <a:lnTo>
                    <a:pt x="751"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3" name="Google Shape;20563;p141"/>
            <p:cNvSpPr/>
            <p:nvPr/>
          </p:nvSpPr>
          <p:spPr>
            <a:xfrm>
              <a:off x="940117" y="2129583"/>
              <a:ext cx="230482" cy="224636"/>
            </a:xfrm>
            <a:custGeom>
              <a:avLst/>
              <a:gdLst/>
              <a:ahLst/>
              <a:cxnLst/>
              <a:rect l="l" t="t" r="r" b="b"/>
              <a:pathLst>
                <a:path w="8792" h="8569" extrusionOk="0">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4" name="Google Shape;20564;p141"/>
            <p:cNvSpPr/>
            <p:nvPr/>
          </p:nvSpPr>
          <p:spPr>
            <a:xfrm>
              <a:off x="1038502" y="2129478"/>
              <a:ext cx="132097" cy="224872"/>
            </a:xfrm>
            <a:custGeom>
              <a:avLst/>
              <a:gdLst/>
              <a:ahLst/>
              <a:cxnLst/>
              <a:rect l="l" t="t" r="r" b="b"/>
              <a:pathLst>
                <a:path w="5039" h="8578" extrusionOk="0">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5" name="Google Shape;20565;p141"/>
            <p:cNvSpPr/>
            <p:nvPr/>
          </p:nvSpPr>
          <p:spPr>
            <a:xfrm>
              <a:off x="970395" y="2156821"/>
              <a:ext cx="169952" cy="169559"/>
            </a:xfrm>
            <a:custGeom>
              <a:avLst/>
              <a:gdLst/>
              <a:ahLst/>
              <a:cxnLst/>
              <a:rect l="l" t="t" r="r" b="b"/>
              <a:pathLst>
                <a:path w="6483" h="6468" extrusionOk="0">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6" name="Google Shape;20566;p141"/>
            <p:cNvSpPr/>
            <p:nvPr/>
          </p:nvSpPr>
          <p:spPr>
            <a:xfrm>
              <a:off x="1038502" y="2156821"/>
              <a:ext cx="106380" cy="169716"/>
            </a:xfrm>
            <a:custGeom>
              <a:avLst/>
              <a:gdLst/>
              <a:ahLst/>
              <a:cxnLst/>
              <a:rect l="l" t="t" r="r" b="b"/>
              <a:pathLst>
                <a:path w="4058" h="6474" extrusionOk="0">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7" name="Google Shape;20567;p141"/>
            <p:cNvSpPr/>
            <p:nvPr/>
          </p:nvSpPr>
          <p:spPr>
            <a:xfrm>
              <a:off x="1038502" y="2203641"/>
              <a:ext cx="20841" cy="76207"/>
            </a:xfrm>
            <a:custGeom>
              <a:avLst/>
              <a:gdLst/>
              <a:ahLst/>
              <a:cxnLst/>
              <a:rect l="l" t="t" r="r" b="b"/>
              <a:pathLst>
                <a:path w="795" h="2907" extrusionOk="0">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68" name="Google Shape;20568;p141"/>
          <p:cNvGrpSpPr/>
          <p:nvPr/>
        </p:nvGrpSpPr>
        <p:grpSpPr>
          <a:xfrm>
            <a:off x="1345794" y="1982386"/>
            <a:ext cx="371650" cy="371624"/>
            <a:chOff x="1345794" y="1982386"/>
            <a:chExt cx="371650" cy="371624"/>
          </a:xfrm>
        </p:grpSpPr>
        <p:sp>
          <p:nvSpPr>
            <p:cNvPr id="20569" name="Google Shape;20569;p141"/>
            <p:cNvSpPr/>
            <p:nvPr/>
          </p:nvSpPr>
          <p:spPr>
            <a:xfrm>
              <a:off x="1345794" y="2140567"/>
              <a:ext cx="111676" cy="123001"/>
            </a:xfrm>
            <a:custGeom>
              <a:avLst/>
              <a:gdLst/>
              <a:ahLst/>
              <a:cxnLst/>
              <a:rect l="l" t="t" r="r" b="b"/>
              <a:pathLst>
                <a:path w="4260" h="4692" extrusionOk="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0" name="Google Shape;20570;p141"/>
            <p:cNvSpPr/>
            <p:nvPr/>
          </p:nvSpPr>
          <p:spPr>
            <a:xfrm>
              <a:off x="1345794" y="2172445"/>
              <a:ext cx="31065" cy="91490"/>
            </a:xfrm>
            <a:custGeom>
              <a:avLst/>
              <a:gdLst/>
              <a:ahLst/>
              <a:cxnLst/>
              <a:rect l="l" t="t" r="r" b="b"/>
              <a:pathLst>
                <a:path w="1185" h="3490" extrusionOk="0">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1" name="Google Shape;20571;p141"/>
            <p:cNvSpPr/>
            <p:nvPr/>
          </p:nvSpPr>
          <p:spPr>
            <a:xfrm>
              <a:off x="1368496" y="2140934"/>
              <a:ext cx="14418" cy="50752"/>
            </a:xfrm>
            <a:custGeom>
              <a:avLst/>
              <a:gdLst/>
              <a:ahLst/>
              <a:cxnLst/>
              <a:rect l="l" t="t" r="r" b="b"/>
              <a:pathLst>
                <a:path w="550" h="1936" extrusionOk="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2" name="Google Shape;20572;p141"/>
            <p:cNvSpPr/>
            <p:nvPr/>
          </p:nvSpPr>
          <p:spPr>
            <a:xfrm>
              <a:off x="1392509" y="2146675"/>
              <a:ext cx="8939" cy="46165"/>
            </a:xfrm>
            <a:custGeom>
              <a:avLst/>
              <a:gdLst/>
              <a:ahLst/>
              <a:cxnLst/>
              <a:rect l="l" t="t" r="r" b="b"/>
              <a:pathLst>
                <a:path w="341" h="1761" extrusionOk="0">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3" name="Google Shape;20573;p141"/>
            <p:cNvSpPr/>
            <p:nvPr/>
          </p:nvSpPr>
          <p:spPr>
            <a:xfrm>
              <a:off x="1412092" y="2150608"/>
              <a:ext cx="9804" cy="46007"/>
            </a:xfrm>
            <a:custGeom>
              <a:avLst/>
              <a:gdLst/>
              <a:ahLst/>
              <a:cxnLst/>
              <a:rect l="l" t="t" r="r" b="b"/>
              <a:pathLst>
                <a:path w="374" h="1755" extrusionOk="0">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4" name="Google Shape;20574;p141"/>
            <p:cNvSpPr/>
            <p:nvPr/>
          </p:nvSpPr>
          <p:spPr>
            <a:xfrm>
              <a:off x="1434348" y="2154933"/>
              <a:ext cx="7209" cy="42442"/>
            </a:xfrm>
            <a:custGeom>
              <a:avLst/>
              <a:gdLst/>
              <a:ahLst/>
              <a:cxnLst/>
              <a:rect l="l" t="t" r="r" b="b"/>
              <a:pathLst>
                <a:path w="275" h="1619" extrusionOk="0">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5" name="Google Shape;20575;p141"/>
            <p:cNvSpPr/>
            <p:nvPr/>
          </p:nvSpPr>
          <p:spPr>
            <a:xfrm>
              <a:off x="1427926" y="1982386"/>
              <a:ext cx="46558" cy="32192"/>
            </a:xfrm>
            <a:custGeom>
              <a:avLst/>
              <a:gdLst/>
              <a:ahLst/>
              <a:cxnLst/>
              <a:rect l="l" t="t" r="r" b="b"/>
              <a:pathLst>
                <a:path w="1776" h="1228" extrusionOk="0">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6" name="Google Shape;20576;p141"/>
            <p:cNvSpPr/>
            <p:nvPr/>
          </p:nvSpPr>
          <p:spPr>
            <a:xfrm>
              <a:off x="1429420" y="1983120"/>
              <a:ext cx="38248" cy="31065"/>
            </a:xfrm>
            <a:custGeom>
              <a:avLst/>
              <a:gdLst/>
              <a:ahLst/>
              <a:cxnLst/>
              <a:rect l="l" t="t" r="r" b="b"/>
              <a:pathLst>
                <a:path w="1459" h="1185" extrusionOk="0">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7" name="Google Shape;20577;p141"/>
            <p:cNvSpPr/>
            <p:nvPr/>
          </p:nvSpPr>
          <p:spPr>
            <a:xfrm>
              <a:off x="1458178" y="1984640"/>
              <a:ext cx="65511" cy="52640"/>
            </a:xfrm>
            <a:custGeom>
              <a:avLst/>
              <a:gdLst/>
              <a:ahLst/>
              <a:cxnLst/>
              <a:rect l="l" t="t" r="r" b="b"/>
              <a:pathLst>
                <a:path w="2499" h="2008" extrusionOk="0">
                  <a:moveTo>
                    <a:pt x="521" y="1"/>
                  </a:moveTo>
                  <a:lnTo>
                    <a:pt x="1" y="1098"/>
                  </a:lnTo>
                  <a:lnTo>
                    <a:pt x="2181" y="2007"/>
                  </a:lnTo>
                  <a:lnTo>
                    <a:pt x="2498" y="824"/>
                  </a:lnTo>
                  <a:lnTo>
                    <a:pt x="521"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8" name="Google Shape;20578;p141"/>
            <p:cNvSpPr/>
            <p:nvPr/>
          </p:nvSpPr>
          <p:spPr>
            <a:xfrm>
              <a:off x="1590249" y="2037621"/>
              <a:ext cx="35233" cy="40528"/>
            </a:xfrm>
            <a:custGeom>
              <a:avLst/>
              <a:gdLst/>
              <a:ahLst/>
              <a:cxnLst/>
              <a:rect l="l" t="t" r="r" b="b"/>
              <a:pathLst>
                <a:path w="1344" h="1546" extrusionOk="0">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9" name="Google Shape;20579;p141"/>
            <p:cNvSpPr/>
            <p:nvPr/>
          </p:nvSpPr>
          <p:spPr>
            <a:xfrm>
              <a:off x="1593657" y="2037621"/>
              <a:ext cx="31825" cy="25769"/>
            </a:xfrm>
            <a:custGeom>
              <a:avLst/>
              <a:gdLst/>
              <a:ahLst/>
              <a:cxnLst/>
              <a:rect l="l" t="t" r="r" b="b"/>
              <a:pathLst>
                <a:path w="1214" h="983" extrusionOk="0">
                  <a:moveTo>
                    <a:pt x="160" y="1"/>
                  </a:moveTo>
                  <a:lnTo>
                    <a:pt x="1" y="578"/>
                  </a:lnTo>
                  <a:lnTo>
                    <a:pt x="954" y="982"/>
                  </a:lnTo>
                  <a:lnTo>
                    <a:pt x="1184" y="491"/>
                  </a:lnTo>
                  <a:lnTo>
                    <a:pt x="1213" y="434"/>
                  </a:lnTo>
                  <a:lnTo>
                    <a:pt x="16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0" name="Google Shape;20580;p141"/>
            <p:cNvSpPr/>
            <p:nvPr/>
          </p:nvSpPr>
          <p:spPr>
            <a:xfrm>
              <a:off x="1465387" y="1984640"/>
              <a:ext cx="58302" cy="36727"/>
            </a:xfrm>
            <a:custGeom>
              <a:avLst/>
              <a:gdLst/>
              <a:ahLst/>
              <a:cxnLst/>
              <a:rect l="l" t="t" r="r" b="b"/>
              <a:pathLst>
                <a:path w="2224" h="1401" extrusionOk="0">
                  <a:moveTo>
                    <a:pt x="246" y="1"/>
                  </a:moveTo>
                  <a:lnTo>
                    <a:pt x="0" y="520"/>
                  </a:lnTo>
                  <a:lnTo>
                    <a:pt x="2064" y="1401"/>
                  </a:lnTo>
                  <a:lnTo>
                    <a:pt x="2223" y="824"/>
                  </a:lnTo>
                  <a:lnTo>
                    <a:pt x="246"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1" name="Google Shape;20581;p141"/>
            <p:cNvSpPr/>
            <p:nvPr/>
          </p:nvSpPr>
          <p:spPr>
            <a:xfrm>
              <a:off x="1605768" y="2108401"/>
              <a:ext cx="111676" cy="123001"/>
            </a:xfrm>
            <a:custGeom>
              <a:avLst/>
              <a:gdLst/>
              <a:ahLst/>
              <a:cxnLst/>
              <a:rect l="l" t="t" r="r" b="b"/>
              <a:pathLst>
                <a:path w="4260" h="4692" extrusionOk="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2" name="Google Shape;20582;p141"/>
            <p:cNvSpPr/>
            <p:nvPr/>
          </p:nvSpPr>
          <p:spPr>
            <a:xfrm>
              <a:off x="1605768" y="2139886"/>
              <a:ext cx="31432" cy="91517"/>
            </a:xfrm>
            <a:custGeom>
              <a:avLst/>
              <a:gdLst/>
              <a:ahLst/>
              <a:cxnLst/>
              <a:rect l="l" t="t" r="r" b="b"/>
              <a:pathLst>
                <a:path w="1199" h="3491" extrusionOk="0">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3" name="Google Shape;20583;p141"/>
            <p:cNvSpPr/>
            <p:nvPr/>
          </p:nvSpPr>
          <p:spPr>
            <a:xfrm>
              <a:off x="1482400" y="1991483"/>
              <a:ext cx="123394" cy="138887"/>
            </a:xfrm>
            <a:custGeom>
              <a:avLst/>
              <a:gdLst/>
              <a:ahLst/>
              <a:cxnLst/>
              <a:rect l="l" t="t" r="r" b="b"/>
              <a:pathLst>
                <a:path w="4707" h="5298" extrusionOk="0">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4" name="Google Shape;20584;p141"/>
            <p:cNvSpPr/>
            <p:nvPr/>
          </p:nvSpPr>
          <p:spPr>
            <a:xfrm>
              <a:off x="1482794" y="2027030"/>
              <a:ext cx="26503" cy="102946"/>
            </a:xfrm>
            <a:custGeom>
              <a:avLst/>
              <a:gdLst/>
              <a:ahLst/>
              <a:cxnLst/>
              <a:rect l="l" t="t" r="r" b="b"/>
              <a:pathLst>
                <a:path w="1011" h="3927" extrusionOk="0">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5" name="Google Shape;20585;p141"/>
            <p:cNvSpPr/>
            <p:nvPr/>
          </p:nvSpPr>
          <p:spPr>
            <a:xfrm>
              <a:off x="1610303" y="2048212"/>
              <a:ext cx="34473" cy="36413"/>
            </a:xfrm>
            <a:custGeom>
              <a:avLst/>
              <a:gdLst/>
              <a:ahLst/>
              <a:cxnLst/>
              <a:rect l="l" t="t" r="r" b="b"/>
              <a:pathLst>
                <a:path w="1315" h="1389" extrusionOk="0">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6" name="Google Shape;20586;p141"/>
            <p:cNvSpPr/>
            <p:nvPr/>
          </p:nvSpPr>
          <p:spPr>
            <a:xfrm>
              <a:off x="1489216" y="2157214"/>
              <a:ext cx="92355" cy="196796"/>
            </a:xfrm>
            <a:custGeom>
              <a:avLst/>
              <a:gdLst/>
              <a:ahLst/>
              <a:cxnLst/>
              <a:rect l="l" t="t" r="r" b="b"/>
              <a:pathLst>
                <a:path w="3523" h="7507" extrusionOk="0">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7" name="Google Shape;20587;p141"/>
            <p:cNvSpPr/>
            <p:nvPr/>
          </p:nvSpPr>
          <p:spPr>
            <a:xfrm>
              <a:off x="1621681" y="2257879"/>
              <a:ext cx="91962" cy="96130"/>
            </a:xfrm>
            <a:custGeom>
              <a:avLst/>
              <a:gdLst/>
              <a:ahLst/>
              <a:cxnLst/>
              <a:rect l="l" t="t" r="r" b="b"/>
              <a:pathLst>
                <a:path w="3508" h="3667" extrusionOk="0">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8" name="Google Shape;20588;p141"/>
            <p:cNvSpPr/>
            <p:nvPr/>
          </p:nvSpPr>
          <p:spPr>
            <a:xfrm>
              <a:off x="1509664" y="2157214"/>
              <a:ext cx="71908" cy="196796"/>
            </a:xfrm>
            <a:custGeom>
              <a:avLst/>
              <a:gdLst/>
              <a:ahLst/>
              <a:cxnLst/>
              <a:rect l="l" t="t" r="r" b="b"/>
              <a:pathLst>
                <a:path w="2743" h="7507" extrusionOk="0">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9" name="Google Shape;20589;p141"/>
            <p:cNvSpPr/>
            <p:nvPr/>
          </p:nvSpPr>
          <p:spPr>
            <a:xfrm>
              <a:off x="1639822" y="2257879"/>
              <a:ext cx="73821" cy="96130"/>
            </a:xfrm>
            <a:custGeom>
              <a:avLst/>
              <a:gdLst/>
              <a:ahLst/>
              <a:cxnLst/>
              <a:rect l="l" t="t" r="r" b="b"/>
              <a:pathLst>
                <a:path w="2816" h="3667" extrusionOk="0">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0" name="Google Shape;20590;p141"/>
            <p:cNvSpPr/>
            <p:nvPr/>
          </p:nvSpPr>
          <p:spPr>
            <a:xfrm>
              <a:off x="1360920" y="2290779"/>
              <a:ext cx="92749" cy="63231"/>
            </a:xfrm>
            <a:custGeom>
              <a:avLst/>
              <a:gdLst/>
              <a:ahLst/>
              <a:cxnLst/>
              <a:rect l="l" t="t" r="r" b="b"/>
              <a:pathLst>
                <a:path w="3538" h="2412" extrusionOk="0">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1" name="Google Shape;20591;p141"/>
            <p:cNvSpPr/>
            <p:nvPr/>
          </p:nvSpPr>
          <p:spPr>
            <a:xfrm>
              <a:off x="1381368" y="2290779"/>
              <a:ext cx="72301" cy="63231"/>
            </a:xfrm>
            <a:custGeom>
              <a:avLst/>
              <a:gdLst/>
              <a:ahLst/>
              <a:cxnLst/>
              <a:rect l="l" t="t" r="r" b="b"/>
              <a:pathLst>
                <a:path w="2758" h="2412" extrusionOk="0">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2" name="Google Shape;20592;p141"/>
            <p:cNvSpPr/>
            <p:nvPr/>
          </p:nvSpPr>
          <p:spPr>
            <a:xfrm>
              <a:off x="1489216" y="2126542"/>
              <a:ext cx="92749" cy="34473"/>
            </a:xfrm>
            <a:custGeom>
              <a:avLst/>
              <a:gdLst/>
              <a:ahLst/>
              <a:cxnLst/>
              <a:rect l="l" t="t" r="r" b="b"/>
              <a:pathLst>
                <a:path w="3538" h="1315" extrusionOk="0">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3" name="Google Shape;20593;p141"/>
            <p:cNvSpPr/>
            <p:nvPr/>
          </p:nvSpPr>
          <p:spPr>
            <a:xfrm>
              <a:off x="1509664" y="2126542"/>
              <a:ext cx="72301" cy="34473"/>
            </a:xfrm>
            <a:custGeom>
              <a:avLst/>
              <a:gdLst/>
              <a:ahLst/>
              <a:cxnLst/>
              <a:rect l="l" t="t" r="r" b="b"/>
              <a:pathLst>
                <a:path w="2758" h="1315" extrusionOk="0">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4" name="Google Shape;20594;p141"/>
            <p:cNvSpPr/>
            <p:nvPr/>
          </p:nvSpPr>
          <p:spPr>
            <a:xfrm>
              <a:off x="1511919" y="1991089"/>
              <a:ext cx="26897" cy="47528"/>
            </a:xfrm>
            <a:custGeom>
              <a:avLst/>
              <a:gdLst/>
              <a:ahLst/>
              <a:cxnLst/>
              <a:rect l="l" t="t" r="r" b="b"/>
              <a:pathLst>
                <a:path w="1026" h="1813" extrusionOk="0">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5" name="Google Shape;20595;p141"/>
            <p:cNvSpPr/>
            <p:nvPr/>
          </p:nvSpPr>
          <p:spPr>
            <a:xfrm>
              <a:off x="1535774" y="2000841"/>
              <a:ext cx="19320" cy="44225"/>
            </a:xfrm>
            <a:custGeom>
              <a:avLst/>
              <a:gdLst/>
              <a:ahLst/>
              <a:cxnLst/>
              <a:rect l="l" t="t" r="r" b="b"/>
              <a:pathLst>
                <a:path w="737" h="1687" extrusionOk="0">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6" name="Google Shape;20596;p141"/>
            <p:cNvSpPr/>
            <p:nvPr/>
          </p:nvSpPr>
          <p:spPr>
            <a:xfrm>
              <a:off x="1554675" y="2009623"/>
              <a:ext cx="19714" cy="44146"/>
            </a:xfrm>
            <a:custGeom>
              <a:avLst/>
              <a:gdLst/>
              <a:ahLst/>
              <a:cxnLst/>
              <a:rect l="l" t="t" r="r" b="b"/>
              <a:pathLst>
                <a:path w="752" h="1684" extrusionOk="0">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7" name="Google Shape;20597;p141"/>
            <p:cNvSpPr/>
            <p:nvPr/>
          </p:nvSpPr>
          <p:spPr>
            <a:xfrm>
              <a:off x="1575123" y="2019087"/>
              <a:ext cx="17433" cy="40345"/>
            </a:xfrm>
            <a:custGeom>
              <a:avLst/>
              <a:gdLst/>
              <a:ahLst/>
              <a:cxnLst/>
              <a:rect l="l" t="t" r="r" b="b"/>
              <a:pathLst>
                <a:path w="665" h="1539" extrusionOk="0">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8" name="Google Shape;20598;p141"/>
            <p:cNvSpPr/>
            <p:nvPr/>
          </p:nvSpPr>
          <p:spPr>
            <a:xfrm>
              <a:off x="1628864" y="2108008"/>
              <a:ext cx="14025" cy="51145"/>
            </a:xfrm>
            <a:custGeom>
              <a:avLst/>
              <a:gdLst/>
              <a:ahLst/>
              <a:cxnLst/>
              <a:rect l="l" t="t" r="r" b="b"/>
              <a:pathLst>
                <a:path w="535" h="1951" extrusionOk="0">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9" name="Google Shape;20599;p141"/>
            <p:cNvSpPr/>
            <p:nvPr/>
          </p:nvSpPr>
          <p:spPr>
            <a:xfrm>
              <a:off x="1652798" y="2114116"/>
              <a:ext cx="8625" cy="46165"/>
            </a:xfrm>
            <a:custGeom>
              <a:avLst/>
              <a:gdLst/>
              <a:ahLst/>
              <a:cxnLst/>
              <a:rect l="l" t="t" r="r" b="b"/>
              <a:pathLst>
                <a:path w="329" h="1761" extrusionOk="0">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0" name="Google Shape;20600;p141"/>
            <p:cNvSpPr/>
            <p:nvPr/>
          </p:nvSpPr>
          <p:spPr>
            <a:xfrm>
              <a:off x="1672459" y="2118049"/>
              <a:ext cx="9411" cy="46034"/>
            </a:xfrm>
            <a:custGeom>
              <a:avLst/>
              <a:gdLst/>
              <a:ahLst/>
              <a:cxnLst/>
              <a:rect l="l" t="t" r="r" b="b"/>
              <a:pathLst>
                <a:path w="359" h="1756" extrusionOk="0">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1" name="Google Shape;20601;p141"/>
            <p:cNvSpPr/>
            <p:nvPr/>
          </p:nvSpPr>
          <p:spPr>
            <a:xfrm>
              <a:off x="1694323" y="2122400"/>
              <a:ext cx="7209" cy="42416"/>
            </a:xfrm>
            <a:custGeom>
              <a:avLst/>
              <a:gdLst/>
              <a:ahLst/>
              <a:cxnLst/>
              <a:rect l="l" t="t" r="r" b="b"/>
              <a:pathLst>
                <a:path w="275" h="1618" extrusionOk="0">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2" name="Google Shape;20602;p141"/>
            <p:cNvSpPr/>
            <p:nvPr/>
          </p:nvSpPr>
          <p:spPr>
            <a:xfrm>
              <a:off x="1621288" y="2227208"/>
              <a:ext cx="92749" cy="34840"/>
            </a:xfrm>
            <a:custGeom>
              <a:avLst/>
              <a:gdLst/>
              <a:ahLst/>
              <a:cxnLst/>
              <a:rect l="l" t="t" r="r" b="b"/>
              <a:pathLst>
                <a:path w="3538" h="1329" extrusionOk="0">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3" name="Google Shape;20603;p141"/>
            <p:cNvSpPr/>
            <p:nvPr/>
          </p:nvSpPr>
          <p:spPr>
            <a:xfrm>
              <a:off x="1639822" y="2227208"/>
              <a:ext cx="74215" cy="34840"/>
            </a:xfrm>
            <a:custGeom>
              <a:avLst/>
              <a:gdLst/>
              <a:ahLst/>
              <a:cxnLst/>
              <a:rect l="l" t="t" r="r" b="b"/>
              <a:pathLst>
                <a:path w="2831" h="1329" extrusionOk="0">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4" name="Google Shape;20604;p141"/>
            <p:cNvSpPr/>
            <p:nvPr/>
          </p:nvSpPr>
          <p:spPr>
            <a:xfrm>
              <a:off x="1360920" y="2260134"/>
              <a:ext cx="92749" cy="34473"/>
            </a:xfrm>
            <a:custGeom>
              <a:avLst/>
              <a:gdLst/>
              <a:ahLst/>
              <a:cxnLst/>
              <a:rect l="l" t="t" r="r" b="b"/>
              <a:pathLst>
                <a:path w="3538" h="1315" extrusionOk="0">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5" name="Google Shape;20605;p141"/>
            <p:cNvSpPr/>
            <p:nvPr/>
          </p:nvSpPr>
          <p:spPr>
            <a:xfrm>
              <a:off x="1381368" y="2260134"/>
              <a:ext cx="72301" cy="34473"/>
            </a:xfrm>
            <a:custGeom>
              <a:avLst/>
              <a:gdLst/>
              <a:ahLst/>
              <a:cxnLst/>
              <a:rect l="l" t="t" r="r" b="b"/>
              <a:pathLst>
                <a:path w="2758" h="1315" extrusionOk="0">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06" name="Google Shape;20606;p141"/>
          <p:cNvGrpSpPr/>
          <p:nvPr/>
        </p:nvGrpSpPr>
        <p:grpSpPr>
          <a:xfrm>
            <a:off x="1821465" y="1981993"/>
            <a:ext cx="372410" cy="372410"/>
            <a:chOff x="1821465" y="1981993"/>
            <a:chExt cx="372410" cy="372410"/>
          </a:xfrm>
        </p:grpSpPr>
        <p:sp>
          <p:nvSpPr>
            <p:cNvPr id="20607" name="Google Shape;20607;p141"/>
            <p:cNvSpPr/>
            <p:nvPr/>
          </p:nvSpPr>
          <p:spPr>
            <a:xfrm>
              <a:off x="1821858" y="1981993"/>
              <a:ext cx="282336" cy="186205"/>
            </a:xfrm>
            <a:custGeom>
              <a:avLst/>
              <a:gdLst/>
              <a:ahLst/>
              <a:cxnLst/>
              <a:rect l="l" t="t" r="r" b="b"/>
              <a:pathLst>
                <a:path w="10770" h="7103" extrusionOk="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8" name="Google Shape;20608;p141"/>
            <p:cNvSpPr/>
            <p:nvPr/>
          </p:nvSpPr>
          <p:spPr>
            <a:xfrm>
              <a:off x="2007670" y="1981993"/>
              <a:ext cx="186205" cy="282336"/>
            </a:xfrm>
            <a:custGeom>
              <a:avLst/>
              <a:gdLst/>
              <a:ahLst/>
              <a:cxnLst/>
              <a:rect l="l" t="t" r="r" b="b"/>
              <a:pathLst>
                <a:path w="7103" h="10770" extrusionOk="0">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9" name="Google Shape;20609;p141"/>
            <p:cNvSpPr/>
            <p:nvPr/>
          </p:nvSpPr>
          <p:spPr>
            <a:xfrm>
              <a:off x="1911540" y="2167805"/>
              <a:ext cx="282336" cy="186598"/>
            </a:xfrm>
            <a:custGeom>
              <a:avLst/>
              <a:gdLst/>
              <a:ahLst/>
              <a:cxnLst/>
              <a:rect l="l" t="t" r="r" b="b"/>
              <a:pathLst>
                <a:path w="10770" h="7118" extrusionOk="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0" name="Google Shape;20610;p141"/>
            <p:cNvSpPr/>
            <p:nvPr/>
          </p:nvSpPr>
          <p:spPr>
            <a:xfrm>
              <a:off x="1821465" y="2072067"/>
              <a:ext cx="186598" cy="281942"/>
            </a:xfrm>
            <a:custGeom>
              <a:avLst/>
              <a:gdLst/>
              <a:ahLst/>
              <a:cxnLst/>
              <a:rect l="l" t="t" r="r" b="b"/>
              <a:pathLst>
                <a:path w="7118" h="10755" extrusionOk="0">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1" name="Google Shape;20611;p141"/>
            <p:cNvSpPr/>
            <p:nvPr/>
          </p:nvSpPr>
          <p:spPr>
            <a:xfrm>
              <a:off x="1821858" y="2167805"/>
              <a:ext cx="42023" cy="186205"/>
            </a:xfrm>
            <a:custGeom>
              <a:avLst/>
              <a:gdLst/>
              <a:ahLst/>
              <a:cxnLst/>
              <a:rect l="l" t="t" r="r" b="b"/>
              <a:pathLst>
                <a:path w="1603" h="7103" extrusionOk="0">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2" name="Google Shape;20612;p141"/>
            <p:cNvSpPr/>
            <p:nvPr/>
          </p:nvSpPr>
          <p:spPr>
            <a:xfrm>
              <a:off x="1869989" y="2072303"/>
              <a:ext cx="51041" cy="95894"/>
            </a:xfrm>
            <a:custGeom>
              <a:avLst/>
              <a:gdLst/>
              <a:ahLst/>
              <a:cxnLst/>
              <a:rect l="l" t="t" r="r" b="b"/>
              <a:pathLst>
                <a:path w="1947" h="3658" extrusionOk="0">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3" name="Google Shape;20613;p141"/>
            <p:cNvSpPr/>
            <p:nvPr/>
          </p:nvSpPr>
          <p:spPr>
            <a:xfrm>
              <a:off x="1821858" y="1981993"/>
              <a:ext cx="42023" cy="186205"/>
            </a:xfrm>
            <a:custGeom>
              <a:avLst/>
              <a:gdLst/>
              <a:ahLst/>
              <a:cxnLst/>
              <a:rect l="l" t="t" r="r" b="b"/>
              <a:pathLst>
                <a:path w="1603" h="7103" extrusionOk="0">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4" name="Google Shape;20614;p141"/>
            <p:cNvSpPr/>
            <p:nvPr/>
          </p:nvSpPr>
          <p:spPr>
            <a:xfrm>
              <a:off x="2076904" y="2041658"/>
              <a:ext cx="45064" cy="66560"/>
            </a:xfrm>
            <a:custGeom>
              <a:avLst/>
              <a:gdLst/>
              <a:ahLst/>
              <a:cxnLst/>
              <a:rect l="l" t="t" r="r" b="b"/>
              <a:pathLst>
                <a:path w="1719" h="2539" extrusionOk="0">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5" name="Google Shape;20615;p141"/>
            <p:cNvSpPr/>
            <p:nvPr/>
          </p:nvSpPr>
          <p:spPr>
            <a:xfrm>
              <a:off x="2008037" y="1981993"/>
              <a:ext cx="23882" cy="78357"/>
            </a:xfrm>
            <a:custGeom>
              <a:avLst/>
              <a:gdLst/>
              <a:ahLst/>
              <a:cxnLst/>
              <a:rect l="l" t="t" r="r" b="b"/>
              <a:pathLst>
                <a:path w="911" h="2989" extrusionOk="0">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6" name="Google Shape;20616;p141"/>
            <p:cNvSpPr/>
            <p:nvPr/>
          </p:nvSpPr>
          <p:spPr>
            <a:xfrm>
              <a:off x="2008037" y="2090234"/>
              <a:ext cx="23882" cy="77963"/>
            </a:xfrm>
            <a:custGeom>
              <a:avLst/>
              <a:gdLst/>
              <a:ahLst/>
              <a:cxnLst/>
              <a:rect l="l" t="t" r="r" b="b"/>
              <a:pathLst>
                <a:path w="911" h="2974" extrusionOk="0">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7" name="Google Shape;20617;p141"/>
            <p:cNvSpPr/>
            <p:nvPr/>
          </p:nvSpPr>
          <p:spPr>
            <a:xfrm>
              <a:off x="2058737" y="2168172"/>
              <a:ext cx="48105" cy="95973"/>
            </a:xfrm>
            <a:custGeom>
              <a:avLst/>
              <a:gdLst/>
              <a:ahLst/>
              <a:cxnLst/>
              <a:rect l="l" t="t" r="r" b="b"/>
              <a:pathLst>
                <a:path w="1835" h="3661" extrusionOk="0">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8" name="Google Shape;20618;p141"/>
            <p:cNvSpPr/>
            <p:nvPr/>
          </p:nvSpPr>
          <p:spPr>
            <a:xfrm>
              <a:off x="1995926" y="2167805"/>
              <a:ext cx="23882" cy="78357"/>
            </a:xfrm>
            <a:custGeom>
              <a:avLst/>
              <a:gdLst/>
              <a:ahLst/>
              <a:cxnLst/>
              <a:rect l="l" t="t" r="r" b="b"/>
              <a:pathLst>
                <a:path w="911" h="2989" extrusionOk="0">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9" name="Google Shape;20619;p141"/>
            <p:cNvSpPr/>
            <p:nvPr/>
          </p:nvSpPr>
          <p:spPr>
            <a:xfrm>
              <a:off x="1905484" y="2228152"/>
              <a:ext cx="45431" cy="66586"/>
            </a:xfrm>
            <a:custGeom>
              <a:avLst/>
              <a:gdLst/>
              <a:ahLst/>
              <a:cxnLst/>
              <a:rect l="l" t="t" r="r" b="b"/>
              <a:pathLst>
                <a:path w="1733" h="2540" extrusionOk="0">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0" name="Google Shape;20620;p141"/>
            <p:cNvSpPr/>
            <p:nvPr/>
          </p:nvSpPr>
          <p:spPr>
            <a:xfrm>
              <a:off x="1995926" y="2276020"/>
              <a:ext cx="29938" cy="77990"/>
            </a:xfrm>
            <a:custGeom>
              <a:avLst/>
              <a:gdLst/>
              <a:ahLst/>
              <a:cxnLst/>
              <a:rect l="l" t="t" r="r" b="b"/>
              <a:pathLst>
                <a:path w="1142" h="2975" extrusionOk="0">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21" name="Google Shape;20621;p141"/>
          <p:cNvGrpSpPr/>
          <p:nvPr/>
        </p:nvGrpSpPr>
        <p:grpSpPr>
          <a:xfrm>
            <a:off x="2276348" y="1981809"/>
            <a:ext cx="415901" cy="372699"/>
            <a:chOff x="2276348" y="1981809"/>
            <a:chExt cx="415901" cy="372699"/>
          </a:xfrm>
        </p:grpSpPr>
        <p:sp>
          <p:nvSpPr>
            <p:cNvPr id="20622" name="Google Shape;20622;p141"/>
            <p:cNvSpPr/>
            <p:nvPr/>
          </p:nvSpPr>
          <p:spPr>
            <a:xfrm>
              <a:off x="2350510" y="2034606"/>
              <a:ext cx="267209" cy="267183"/>
            </a:xfrm>
            <a:custGeom>
              <a:avLst/>
              <a:gdLst/>
              <a:ahLst/>
              <a:cxnLst/>
              <a:rect l="l" t="t" r="r" b="b"/>
              <a:pathLst>
                <a:path w="10193" h="10192" extrusionOk="0">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3" name="Google Shape;20623;p141"/>
            <p:cNvSpPr/>
            <p:nvPr/>
          </p:nvSpPr>
          <p:spPr>
            <a:xfrm>
              <a:off x="2324033" y="2037254"/>
              <a:ext cx="254312" cy="264614"/>
            </a:xfrm>
            <a:custGeom>
              <a:avLst/>
              <a:gdLst/>
              <a:ahLst/>
              <a:cxnLst/>
              <a:rect l="l" t="t" r="r" b="b"/>
              <a:pathLst>
                <a:path w="9701" h="10094" extrusionOk="0">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4" name="Google Shape;20624;p141"/>
            <p:cNvSpPr/>
            <p:nvPr/>
          </p:nvSpPr>
          <p:spPr>
            <a:xfrm>
              <a:off x="2405771" y="2035734"/>
              <a:ext cx="211948" cy="264169"/>
            </a:xfrm>
            <a:custGeom>
              <a:avLst/>
              <a:gdLst/>
              <a:ahLst/>
              <a:cxnLst/>
              <a:rect l="l" t="t" r="r" b="b"/>
              <a:pathLst>
                <a:path w="8085" h="10077" extrusionOk="0">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5" name="Google Shape;20625;p141"/>
            <p:cNvSpPr/>
            <p:nvPr/>
          </p:nvSpPr>
          <p:spPr>
            <a:xfrm>
              <a:off x="2437177" y="2084939"/>
              <a:ext cx="17066" cy="27264"/>
            </a:xfrm>
            <a:custGeom>
              <a:avLst/>
              <a:gdLst/>
              <a:ahLst/>
              <a:cxnLst/>
              <a:rect l="l" t="t" r="r" b="b"/>
              <a:pathLst>
                <a:path w="651" h="1040" extrusionOk="0">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6" name="Google Shape;20626;p141"/>
            <p:cNvSpPr/>
            <p:nvPr/>
          </p:nvSpPr>
          <p:spPr>
            <a:xfrm>
              <a:off x="2405771" y="2174621"/>
              <a:ext cx="153279" cy="125281"/>
            </a:xfrm>
            <a:custGeom>
              <a:avLst/>
              <a:gdLst/>
              <a:ahLst/>
              <a:cxnLst/>
              <a:rect l="l" t="t" r="r" b="b"/>
              <a:pathLst>
                <a:path w="5847" h="4779" extrusionOk="0">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7" name="Google Shape;20627;p141"/>
            <p:cNvSpPr/>
            <p:nvPr/>
          </p:nvSpPr>
          <p:spPr>
            <a:xfrm>
              <a:off x="2329827" y="2084651"/>
              <a:ext cx="362422" cy="269857"/>
            </a:xfrm>
            <a:custGeom>
              <a:avLst/>
              <a:gdLst/>
              <a:ahLst/>
              <a:cxnLst/>
              <a:rect l="l" t="t" r="r" b="b"/>
              <a:pathLst>
                <a:path w="13825" h="10294" extrusionOk="0">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8" name="Google Shape;20628;p141"/>
            <p:cNvSpPr/>
            <p:nvPr/>
          </p:nvSpPr>
          <p:spPr>
            <a:xfrm>
              <a:off x="2276348" y="1981809"/>
              <a:ext cx="361793" cy="268704"/>
            </a:xfrm>
            <a:custGeom>
              <a:avLst/>
              <a:gdLst/>
              <a:ahLst/>
              <a:cxnLst/>
              <a:rect l="l" t="t" r="r" b="b"/>
              <a:pathLst>
                <a:path w="13801" h="10250" extrusionOk="0">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29" name="Google Shape;20629;p141"/>
          <p:cNvGrpSpPr/>
          <p:nvPr/>
        </p:nvGrpSpPr>
        <p:grpSpPr>
          <a:xfrm>
            <a:off x="2774354" y="2009990"/>
            <a:ext cx="372017" cy="316310"/>
            <a:chOff x="2774354" y="2009990"/>
            <a:chExt cx="372017" cy="316310"/>
          </a:xfrm>
        </p:grpSpPr>
        <p:sp>
          <p:nvSpPr>
            <p:cNvPr id="20630" name="Google Shape;20630;p141"/>
            <p:cNvSpPr/>
            <p:nvPr/>
          </p:nvSpPr>
          <p:spPr>
            <a:xfrm>
              <a:off x="2948055" y="2090995"/>
              <a:ext cx="191134" cy="174094"/>
            </a:xfrm>
            <a:custGeom>
              <a:avLst/>
              <a:gdLst/>
              <a:ahLst/>
              <a:cxnLst/>
              <a:rect l="l" t="t" r="r" b="b"/>
              <a:pathLst>
                <a:path w="7291" h="6641" extrusionOk="0">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1" name="Google Shape;20631;p141"/>
            <p:cNvSpPr/>
            <p:nvPr/>
          </p:nvSpPr>
          <p:spPr>
            <a:xfrm>
              <a:off x="3033568" y="2009990"/>
              <a:ext cx="112803" cy="206889"/>
            </a:xfrm>
            <a:custGeom>
              <a:avLst/>
              <a:gdLst/>
              <a:ahLst/>
              <a:cxnLst/>
              <a:rect l="l" t="t" r="r" b="b"/>
              <a:pathLst>
                <a:path w="4303" h="7892" extrusionOk="0">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2" name="Google Shape;20632;p141"/>
            <p:cNvSpPr/>
            <p:nvPr/>
          </p:nvSpPr>
          <p:spPr>
            <a:xfrm>
              <a:off x="3110404" y="2165524"/>
              <a:ext cx="35600" cy="51355"/>
            </a:xfrm>
            <a:custGeom>
              <a:avLst/>
              <a:gdLst/>
              <a:ahLst/>
              <a:cxnLst/>
              <a:rect l="l" t="t" r="r" b="b"/>
              <a:pathLst>
                <a:path w="1358" h="1959" extrusionOk="0">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3" name="Google Shape;20633;p141"/>
            <p:cNvSpPr/>
            <p:nvPr/>
          </p:nvSpPr>
          <p:spPr>
            <a:xfrm>
              <a:off x="2960533" y="2148510"/>
              <a:ext cx="145336" cy="96733"/>
            </a:xfrm>
            <a:custGeom>
              <a:avLst/>
              <a:gdLst/>
              <a:ahLst/>
              <a:cxnLst/>
              <a:rect l="l" t="t" r="r" b="b"/>
              <a:pathLst>
                <a:path w="5544" h="3690" extrusionOk="0">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4" name="Google Shape;20634;p141"/>
            <p:cNvSpPr/>
            <p:nvPr/>
          </p:nvSpPr>
          <p:spPr>
            <a:xfrm>
              <a:off x="3017315" y="2196930"/>
              <a:ext cx="85540" cy="48419"/>
            </a:xfrm>
            <a:custGeom>
              <a:avLst/>
              <a:gdLst/>
              <a:ahLst/>
              <a:cxnLst/>
              <a:rect l="l" t="t" r="r" b="b"/>
              <a:pathLst>
                <a:path w="3263" h="1847" extrusionOk="0">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5" name="Google Shape;20635;p141"/>
            <p:cNvSpPr/>
            <p:nvPr/>
          </p:nvSpPr>
          <p:spPr>
            <a:xfrm>
              <a:off x="2933663" y="2173467"/>
              <a:ext cx="145336" cy="96733"/>
            </a:xfrm>
            <a:custGeom>
              <a:avLst/>
              <a:gdLst/>
              <a:ahLst/>
              <a:cxnLst/>
              <a:rect l="l" t="t" r="r" b="b"/>
              <a:pathLst>
                <a:path w="5544" h="3690" extrusionOk="0">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6" name="Google Shape;20636;p141"/>
            <p:cNvSpPr/>
            <p:nvPr/>
          </p:nvSpPr>
          <p:spPr>
            <a:xfrm>
              <a:off x="2999515" y="2228361"/>
              <a:ext cx="76102" cy="41603"/>
            </a:xfrm>
            <a:custGeom>
              <a:avLst/>
              <a:gdLst/>
              <a:ahLst/>
              <a:cxnLst/>
              <a:rect l="l" t="t" r="r" b="b"/>
              <a:pathLst>
                <a:path w="2903" h="1587" extrusionOk="0">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7" name="Google Shape;20637;p141"/>
            <p:cNvSpPr/>
            <p:nvPr/>
          </p:nvSpPr>
          <p:spPr>
            <a:xfrm>
              <a:off x="2906425" y="2198450"/>
              <a:ext cx="145729" cy="96733"/>
            </a:xfrm>
            <a:custGeom>
              <a:avLst/>
              <a:gdLst/>
              <a:ahLst/>
              <a:cxnLst/>
              <a:rect l="l" t="t" r="r" b="b"/>
              <a:pathLst>
                <a:path w="5559" h="3690" extrusionOk="0">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8" name="Google Shape;20638;p141"/>
            <p:cNvSpPr/>
            <p:nvPr/>
          </p:nvSpPr>
          <p:spPr>
            <a:xfrm>
              <a:off x="2982108" y="2259007"/>
              <a:ext cx="66245" cy="36150"/>
            </a:xfrm>
            <a:custGeom>
              <a:avLst/>
              <a:gdLst/>
              <a:ahLst/>
              <a:cxnLst/>
              <a:rect l="l" t="t" r="r" b="b"/>
              <a:pathLst>
                <a:path w="2527" h="1379" extrusionOk="0">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9" name="Google Shape;20639;p141"/>
            <p:cNvSpPr/>
            <p:nvPr/>
          </p:nvSpPr>
          <p:spPr>
            <a:xfrm>
              <a:off x="2879555" y="2223800"/>
              <a:ext cx="145729" cy="96655"/>
            </a:xfrm>
            <a:custGeom>
              <a:avLst/>
              <a:gdLst/>
              <a:ahLst/>
              <a:cxnLst/>
              <a:rect l="l" t="t" r="r" b="b"/>
              <a:pathLst>
                <a:path w="5559" h="3687" extrusionOk="0">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0" name="Google Shape;20640;p141"/>
            <p:cNvSpPr/>
            <p:nvPr/>
          </p:nvSpPr>
          <p:spPr>
            <a:xfrm>
              <a:off x="2964701" y="2288132"/>
              <a:ext cx="56782" cy="32323"/>
            </a:xfrm>
            <a:custGeom>
              <a:avLst/>
              <a:gdLst/>
              <a:ahLst/>
              <a:cxnLst/>
              <a:rect l="l" t="t" r="r" b="b"/>
              <a:pathLst>
                <a:path w="2166" h="1233" extrusionOk="0">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1" name="Google Shape;20641;p141"/>
            <p:cNvSpPr/>
            <p:nvPr/>
          </p:nvSpPr>
          <p:spPr>
            <a:xfrm>
              <a:off x="2791761" y="2103080"/>
              <a:ext cx="185445" cy="168064"/>
            </a:xfrm>
            <a:custGeom>
              <a:avLst/>
              <a:gdLst/>
              <a:ahLst/>
              <a:cxnLst/>
              <a:rect l="l" t="t" r="r" b="b"/>
              <a:pathLst>
                <a:path w="7074" h="6411" extrusionOk="0">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2" name="Google Shape;20642;p141"/>
            <p:cNvSpPr/>
            <p:nvPr/>
          </p:nvSpPr>
          <p:spPr>
            <a:xfrm>
              <a:off x="2774354" y="2035734"/>
              <a:ext cx="114691" cy="198316"/>
            </a:xfrm>
            <a:custGeom>
              <a:avLst/>
              <a:gdLst/>
              <a:ahLst/>
              <a:cxnLst/>
              <a:rect l="l" t="t" r="r" b="b"/>
              <a:pathLst>
                <a:path w="4375" h="7565" extrusionOk="0">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3" name="Google Shape;20643;p141"/>
            <p:cNvSpPr/>
            <p:nvPr/>
          </p:nvSpPr>
          <p:spPr>
            <a:xfrm>
              <a:off x="2774354" y="2035734"/>
              <a:ext cx="88580" cy="185445"/>
            </a:xfrm>
            <a:custGeom>
              <a:avLst/>
              <a:gdLst/>
              <a:ahLst/>
              <a:cxnLst/>
              <a:rect l="l" t="t" r="r" b="b"/>
              <a:pathLst>
                <a:path w="3379" h="7074" extrusionOk="0">
                  <a:moveTo>
                    <a:pt x="0" y="0"/>
                  </a:moveTo>
                  <a:lnTo>
                    <a:pt x="0" y="6785"/>
                  </a:lnTo>
                  <a:lnTo>
                    <a:pt x="506" y="7074"/>
                  </a:lnTo>
                  <a:lnTo>
                    <a:pt x="3378" y="1949"/>
                  </a:lnTo>
                  <a:lnTo>
                    <a:pt x="0"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4" name="Google Shape;20644;p141"/>
            <p:cNvSpPr/>
            <p:nvPr/>
          </p:nvSpPr>
          <p:spPr>
            <a:xfrm>
              <a:off x="2774354" y="2175381"/>
              <a:ext cx="54894" cy="58669"/>
            </a:xfrm>
            <a:custGeom>
              <a:avLst/>
              <a:gdLst/>
              <a:ahLst/>
              <a:cxnLst/>
              <a:rect l="l" t="t" r="r" b="b"/>
              <a:pathLst>
                <a:path w="2094" h="2238" extrusionOk="0">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5" name="Google Shape;20645;p141"/>
            <p:cNvSpPr/>
            <p:nvPr/>
          </p:nvSpPr>
          <p:spPr>
            <a:xfrm>
              <a:off x="2774354" y="2175381"/>
              <a:ext cx="28784" cy="45798"/>
            </a:xfrm>
            <a:custGeom>
              <a:avLst/>
              <a:gdLst/>
              <a:ahLst/>
              <a:cxnLst/>
              <a:rect l="l" t="t" r="r" b="b"/>
              <a:pathLst>
                <a:path w="1098" h="1747" extrusionOk="0">
                  <a:moveTo>
                    <a:pt x="0" y="0"/>
                  </a:moveTo>
                  <a:lnTo>
                    <a:pt x="0" y="1458"/>
                  </a:lnTo>
                  <a:lnTo>
                    <a:pt x="506" y="1747"/>
                  </a:lnTo>
                  <a:lnTo>
                    <a:pt x="1098" y="664"/>
                  </a:lnTo>
                  <a:lnTo>
                    <a:pt x="0" y="0"/>
                  </a:lnTo>
                  <a:close/>
                </a:path>
              </a:pathLst>
            </a:custGeom>
            <a:solidFill>
              <a:srgbClr val="5A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6" name="Google Shape;20646;p141"/>
            <p:cNvSpPr/>
            <p:nvPr/>
          </p:nvSpPr>
          <p:spPr>
            <a:xfrm>
              <a:off x="2829983" y="2199105"/>
              <a:ext cx="78357" cy="62811"/>
            </a:xfrm>
            <a:custGeom>
              <a:avLst/>
              <a:gdLst/>
              <a:ahLst/>
              <a:cxnLst/>
              <a:rect l="l" t="t" r="r" b="b"/>
              <a:pathLst>
                <a:path w="2989" h="2396" extrusionOk="0">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7" name="Google Shape;20647;p141"/>
            <p:cNvSpPr/>
            <p:nvPr/>
          </p:nvSpPr>
          <p:spPr>
            <a:xfrm>
              <a:off x="2833390" y="2200337"/>
              <a:ext cx="74949" cy="61579"/>
            </a:xfrm>
            <a:custGeom>
              <a:avLst/>
              <a:gdLst/>
              <a:ahLst/>
              <a:cxnLst/>
              <a:rect l="l" t="t" r="r" b="b"/>
              <a:pathLst>
                <a:path w="2859" h="2349" extrusionOk="0">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8" name="Google Shape;20648;p141"/>
            <p:cNvSpPr/>
            <p:nvPr/>
          </p:nvSpPr>
          <p:spPr>
            <a:xfrm>
              <a:off x="2859868" y="2226815"/>
              <a:ext cx="69653" cy="56546"/>
            </a:xfrm>
            <a:custGeom>
              <a:avLst/>
              <a:gdLst/>
              <a:ahLst/>
              <a:cxnLst/>
              <a:rect l="l" t="t" r="r" b="b"/>
              <a:pathLst>
                <a:path w="2657" h="2157" extrusionOk="0">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9" name="Google Shape;20649;p141"/>
            <p:cNvSpPr/>
            <p:nvPr/>
          </p:nvSpPr>
          <p:spPr>
            <a:xfrm>
              <a:off x="2863669" y="2227968"/>
              <a:ext cx="65852" cy="55392"/>
            </a:xfrm>
            <a:custGeom>
              <a:avLst/>
              <a:gdLst/>
              <a:ahLst/>
              <a:cxnLst/>
              <a:rect l="l" t="t" r="r" b="b"/>
              <a:pathLst>
                <a:path w="2512" h="2113" extrusionOk="0">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0" name="Google Shape;20650;p141"/>
            <p:cNvSpPr/>
            <p:nvPr/>
          </p:nvSpPr>
          <p:spPr>
            <a:xfrm>
              <a:off x="2889779" y="2254734"/>
              <a:ext cx="60950" cy="50097"/>
            </a:xfrm>
            <a:custGeom>
              <a:avLst/>
              <a:gdLst/>
              <a:ahLst/>
              <a:cxnLst/>
              <a:rect l="l" t="t" r="r" b="b"/>
              <a:pathLst>
                <a:path w="2325" h="1911" extrusionOk="0">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1" name="Google Shape;20651;p141"/>
            <p:cNvSpPr/>
            <p:nvPr/>
          </p:nvSpPr>
          <p:spPr>
            <a:xfrm>
              <a:off x="2893187" y="2255599"/>
              <a:ext cx="57542" cy="49468"/>
            </a:xfrm>
            <a:custGeom>
              <a:avLst/>
              <a:gdLst/>
              <a:ahLst/>
              <a:cxnLst/>
              <a:rect l="l" t="t" r="r" b="b"/>
              <a:pathLst>
                <a:path w="2195" h="1887" extrusionOk="0">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2" name="Google Shape;20652;p141"/>
            <p:cNvSpPr/>
            <p:nvPr/>
          </p:nvSpPr>
          <p:spPr>
            <a:xfrm>
              <a:off x="2919664" y="2281971"/>
              <a:ext cx="52246" cy="44277"/>
            </a:xfrm>
            <a:custGeom>
              <a:avLst/>
              <a:gdLst/>
              <a:ahLst/>
              <a:cxnLst/>
              <a:rect l="l" t="t" r="r" b="b"/>
              <a:pathLst>
                <a:path w="1993" h="1689" extrusionOk="0">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3" name="Google Shape;20653;p141"/>
            <p:cNvSpPr/>
            <p:nvPr/>
          </p:nvSpPr>
          <p:spPr>
            <a:xfrm>
              <a:off x="2923072" y="2283229"/>
              <a:ext cx="48839" cy="43071"/>
            </a:xfrm>
            <a:custGeom>
              <a:avLst/>
              <a:gdLst/>
              <a:ahLst/>
              <a:cxnLst/>
              <a:rect l="l" t="t" r="r" b="b"/>
              <a:pathLst>
                <a:path w="1863" h="1643" extrusionOk="0">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4" name="Google Shape;20654;p141"/>
            <p:cNvSpPr/>
            <p:nvPr/>
          </p:nvSpPr>
          <p:spPr>
            <a:xfrm>
              <a:off x="2925353" y="2108768"/>
              <a:ext cx="75709" cy="116211"/>
            </a:xfrm>
            <a:custGeom>
              <a:avLst/>
              <a:gdLst/>
              <a:ahLst/>
              <a:cxnLst/>
              <a:rect l="l" t="t" r="r" b="b"/>
              <a:pathLst>
                <a:path w="2888" h="4433" extrusionOk="0">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5" name="Google Shape;20655;p141"/>
            <p:cNvSpPr/>
            <p:nvPr/>
          </p:nvSpPr>
          <p:spPr>
            <a:xfrm>
              <a:off x="2925353" y="2108768"/>
              <a:ext cx="32192" cy="116211"/>
            </a:xfrm>
            <a:custGeom>
              <a:avLst/>
              <a:gdLst/>
              <a:ahLst/>
              <a:cxnLst/>
              <a:rect l="l" t="t" r="r" b="b"/>
              <a:pathLst>
                <a:path w="1228" h="4433" extrusionOk="0">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56" name="Google Shape;20656;p141"/>
          <p:cNvGrpSpPr/>
          <p:nvPr/>
        </p:nvGrpSpPr>
        <p:grpSpPr>
          <a:xfrm>
            <a:off x="3722682" y="1981993"/>
            <a:ext cx="375818" cy="372043"/>
            <a:chOff x="3722682" y="1981993"/>
            <a:chExt cx="375818" cy="372043"/>
          </a:xfrm>
        </p:grpSpPr>
        <p:sp>
          <p:nvSpPr>
            <p:cNvPr id="20657" name="Google Shape;20657;p141"/>
            <p:cNvSpPr/>
            <p:nvPr/>
          </p:nvSpPr>
          <p:spPr>
            <a:xfrm>
              <a:off x="3876695" y="1981993"/>
              <a:ext cx="71934" cy="72301"/>
            </a:xfrm>
            <a:custGeom>
              <a:avLst/>
              <a:gdLst/>
              <a:ahLst/>
              <a:cxnLst/>
              <a:rect l="l" t="t" r="r" b="b"/>
              <a:pathLst>
                <a:path w="2744" h="2758" extrusionOk="0">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8" name="Google Shape;20658;p141"/>
            <p:cNvSpPr/>
            <p:nvPr/>
          </p:nvSpPr>
          <p:spPr>
            <a:xfrm>
              <a:off x="3755582" y="2204217"/>
              <a:ext cx="146516" cy="102448"/>
            </a:xfrm>
            <a:custGeom>
              <a:avLst/>
              <a:gdLst/>
              <a:ahLst/>
              <a:cxnLst/>
              <a:rect l="l" t="t" r="r" b="b"/>
              <a:pathLst>
                <a:path w="5589" h="3908" extrusionOk="0">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9" name="Google Shape;20659;p141"/>
            <p:cNvSpPr/>
            <p:nvPr/>
          </p:nvSpPr>
          <p:spPr>
            <a:xfrm>
              <a:off x="3848697" y="2066195"/>
              <a:ext cx="129817" cy="66403"/>
            </a:xfrm>
            <a:custGeom>
              <a:avLst/>
              <a:gdLst/>
              <a:ahLst/>
              <a:cxnLst/>
              <a:rect l="l" t="t" r="r" b="b"/>
              <a:pathLst>
                <a:path w="4952" h="2533" extrusionOk="0">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0" name="Google Shape;20660;p141"/>
            <p:cNvSpPr/>
            <p:nvPr/>
          </p:nvSpPr>
          <p:spPr>
            <a:xfrm>
              <a:off x="3923227" y="2204217"/>
              <a:ext cx="146909" cy="102370"/>
            </a:xfrm>
            <a:custGeom>
              <a:avLst/>
              <a:gdLst/>
              <a:ahLst/>
              <a:cxnLst/>
              <a:rect l="l" t="t" r="r" b="b"/>
              <a:pathLst>
                <a:path w="5604" h="3905" extrusionOk="0">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1" name="Google Shape;20661;p141"/>
            <p:cNvSpPr/>
            <p:nvPr/>
          </p:nvSpPr>
          <p:spPr>
            <a:xfrm>
              <a:off x="3868752" y="1983513"/>
              <a:ext cx="71934" cy="70781"/>
            </a:xfrm>
            <a:custGeom>
              <a:avLst/>
              <a:gdLst/>
              <a:ahLst/>
              <a:cxnLst/>
              <a:rect l="l" t="t" r="r" b="b"/>
              <a:pathLst>
                <a:path w="2744" h="2700" extrusionOk="0">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2" name="Google Shape;20662;p141"/>
            <p:cNvSpPr/>
            <p:nvPr/>
          </p:nvSpPr>
          <p:spPr>
            <a:xfrm>
              <a:off x="3804814" y="2143949"/>
              <a:ext cx="47711" cy="48105"/>
            </a:xfrm>
            <a:custGeom>
              <a:avLst/>
              <a:gdLst/>
              <a:ahLst/>
              <a:cxnLst/>
              <a:rect l="l" t="t" r="r" b="b"/>
              <a:pathLst>
                <a:path w="1820" h="1835" extrusionOk="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3" name="Google Shape;20663;p141"/>
            <p:cNvSpPr/>
            <p:nvPr/>
          </p:nvSpPr>
          <p:spPr>
            <a:xfrm>
              <a:off x="3799125" y="2145102"/>
              <a:ext cx="48078" cy="47056"/>
            </a:xfrm>
            <a:custGeom>
              <a:avLst/>
              <a:gdLst/>
              <a:ahLst/>
              <a:cxnLst/>
              <a:rect l="l" t="t" r="r" b="b"/>
              <a:pathLst>
                <a:path w="1834" h="1795" extrusionOk="0">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4" name="Google Shape;20664;p141"/>
            <p:cNvSpPr/>
            <p:nvPr/>
          </p:nvSpPr>
          <p:spPr>
            <a:xfrm>
              <a:off x="3972458" y="2143949"/>
              <a:ext cx="48078" cy="48105"/>
            </a:xfrm>
            <a:custGeom>
              <a:avLst/>
              <a:gdLst/>
              <a:ahLst/>
              <a:cxnLst/>
              <a:rect l="l" t="t" r="r" b="b"/>
              <a:pathLst>
                <a:path w="1834" h="1835" extrusionOk="0">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5" name="Google Shape;20665;p141"/>
            <p:cNvSpPr/>
            <p:nvPr/>
          </p:nvSpPr>
          <p:spPr>
            <a:xfrm>
              <a:off x="3967163" y="2145102"/>
              <a:ext cx="48078" cy="47056"/>
            </a:xfrm>
            <a:custGeom>
              <a:avLst/>
              <a:gdLst/>
              <a:ahLst/>
              <a:cxnLst/>
              <a:rect l="l" t="t" r="r" b="b"/>
              <a:pathLst>
                <a:path w="1834" h="1795" extrusionOk="0">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6" name="Google Shape;20666;p141"/>
            <p:cNvSpPr/>
            <p:nvPr/>
          </p:nvSpPr>
          <p:spPr>
            <a:xfrm>
              <a:off x="3726850" y="2318043"/>
              <a:ext cx="35967" cy="35967"/>
            </a:xfrm>
            <a:custGeom>
              <a:avLst/>
              <a:gdLst/>
              <a:ahLst/>
              <a:cxnLst/>
              <a:rect l="l" t="t" r="r" b="b"/>
              <a:pathLst>
                <a:path w="1372" h="1372" extrusionOk="0">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7" name="Google Shape;20667;p141"/>
            <p:cNvSpPr/>
            <p:nvPr/>
          </p:nvSpPr>
          <p:spPr>
            <a:xfrm>
              <a:off x="3722682" y="2318803"/>
              <a:ext cx="35993" cy="35233"/>
            </a:xfrm>
            <a:custGeom>
              <a:avLst/>
              <a:gdLst/>
              <a:ahLst/>
              <a:cxnLst/>
              <a:rect l="l" t="t" r="r" b="b"/>
              <a:pathLst>
                <a:path w="1373" h="1344" extrusionOk="0">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8" name="Google Shape;20668;p141"/>
            <p:cNvSpPr/>
            <p:nvPr/>
          </p:nvSpPr>
          <p:spPr>
            <a:xfrm>
              <a:off x="3894495" y="2318043"/>
              <a:ext cx="35967" cy="35967"/>
            </a:xfrm>
            <a:custGeom>
              <a:avLst/>
              <a:gdLst/>
              <a:ahLst/>
              <a:cxnLst/>
              <a:rect l="l" t="t" r="r" b="b"/>
              <a:pathLst>
                <a:path w="1372" h="1372" extrusionOk="0">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9" name="Google Shape;20669;p141"/>
            <p:cNvSpPr/>
            <p:nvPr/>
          </p:nvSpPr>
          <p:spPr>
            <a:xfrm>
              <a:off x="3890327" y="2318803"/>
              <a:ext cx="35967" cy="35233"/>
            </a:xfrm>
            <a:custGeom>
              <a:avLst/>
              <a:gdLst/>
              <a:ahLst/>
              <a:cxnLst/>
              <a:rect l="l" t="t" r="r" b="b"/>
              <a:pathLst>
                <a:path w="1372" h="1344" extrusionOk="0">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0" name="Google Shape;20670;p141"/>
            <p:cNvSpPr/>
            <p:nvPr/>
          </p:nvSpPr>
          <p:spPr>
            <a:xfrm>
              <a:off x="4062507" y="2318043"/>
              <a:ext cx="35993" cy="35967"/>
            </a:xfrm>
            <a:custGeom>
              <a:avLst/>
              <a:gdLst/>
              <a:ahLst/>
              <a:cxnLst/>
              <a:rect l="l" t="t" r="r" b="b"/>
              <a:pathLst>
                <a:path w="1373" h="1372" extrusionOk="0">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1" name="Google Shape;20671;p141"/>
            <p:cNvSpPr/>
            <p:nvPr/>
          </p:nvSpPr>
          <p:spPr>
            <a:xfrm>
              <a:off x="4058339" y="2318803"/>
              <a:ext cx="35993" cy="35233"/>
            </a:xfrm>
            <a:custGeom>
              <a:avLst/>
              <a:gdLst/>
              <a:ahLst/>
              <a:cxnLst/>
              <a:rect l="l" t="t" r="r" b="b"/>
              <a:pathLst>
                <a:path w="1373" h="1344" extrusionOk="0">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72" name="Google Shape;20672;p141"/>
          <p:cNvGrpSpPr/>
          <p:nvPr/>
        </p:nvGrpSpPr>
        <p:grpSpPr>
          <a:xfrm>
            <a:off x="4201394" y="1981809"/>
            <a:ext cx="373538" cy="372305"/>
            <a:chOff x="4201394" y="1981809"/>
            <a:chExt cx="373538" cy="372305"/>
          </a:xfrm>
        </p:grpSpPr>
        <p:sp>
          <p:nvSpPr>
            <p:cNvPr id="20673" name="Google Shape;20673;p141"/>
            <p:cNvSpPr/>
            <p:nvPr/>
          </p:nvSpPr>
          <p:spPr>
            <a:xfrm>
              <a:off x="4308876" y="2188619"/>
              <a:ext cx="59429" cy="59823"/>
            </a:xfrm>
            <a:custGeom>
              <a:avLst/>
              <a:gdLst/>
              <a:ahLst/>
              <a:cxnLst/>
              <a:rect l="l" t="t" r="r" b="b"/>
              <a:pathLst>
                <a:path w="2267" h="2282" extrusionOk="0">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4" name="Google Shape;20674;p141"/>
            <p:cNvSpPr/>
            <p:nvPr/>
          </p:nvSpPr>
          <p:spPr>
            <a:xfrm>
              <a:off x="4309243" y="2188619"/>
              <a:ext cx="48078" cy="59823"/>
            </a:xfrm>
            <a:custGeom>
              <a:avLst/>
              <a:gdLst/>
              <a:ahLst/>
              <a:cxnLst/>
              <a:rect l="l" t="t" r="r" b="b"/>
              <a:pathLst>
                <a:path w="1834" h="2282" extrusionOk="0">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5" name="Google Shape;20675;p141"/>
            <p:cNvSpPr/>
            <p:nvPr/>
          </p:nvSpPr>
          <p:spPr>
            <a:xfrm>
              <a:off x="4303580" y="1981809"/>
              <a:ext cx="271351" cy="259030"/>
            </a:xfrm>
            <a:custGeom>
              <a:avLst/>
              <a:gdLst/>
              <a:ahLst/>
              <a:cxnLst/>
              <a:rect l="l" t="t" r="r" b="b"/>
              <a:pathLst>
                <a:path w="10351" h="9881" extrusionOk="0">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6" name="Google Shape;20676;p141"/>
            <p:cNvSpPr/>
            <p:nvPr/>
          </p:nvSpPr>
          <p:spPr>
            <a:xfrm>
              <a:off x="4298652" y="1982281"/>
              <a:ext cx="158208" cy="258296"/>
            </a:xfrm>
            <a:custGeom>
              <a:avLst/>
              <a:gdLst/>
              <a:ahLst/>
              <a:cxnLst/>
              <a:rect l="l" t="t" r="r" b="b"/>
              <a:pathLst>
                <a:path w="6035" h="9853" extrusionOk="0">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7" name="Google Shape;20677;p141"/>
            <p:cNvSpPr/>
            <p:nvPr/>
          </p:nvSpPr>
          <p:spPr>
            <a:xfrm>
              <a:off x="4341041" y="2006504"/>
              <a:ext cx="219498" cy="209746"/>
            </a:xfrm>
            <a:custGeom>
              <a:avLst/>
              <a:gdLst/>
              <a:ahLst/>
              <a:cxnLst/>
              <a:rect l="l" t="t" r="r" b="b"/>
              <a:pathLst>
                <a:path w="8373" h="8001" extrusionOk="0">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8" name="Google Shape;20678;p141"/>
            <p:cNvSpPr/>
            <p:nvPr/>
          </p:nvSpPr>
          <p:spPr>
            <a:xfrm>
              <a:off x="4331945" y="2006845"/>
              <a:ext cx="124914" cy="209169"/>
            </a:xfrm>
            <a:custGeom>
              <a:avLst/>
              <a:gdLst/>
              <a:ahLst/>
              <a:cxnLst/>
              <a:rect l="l" t="t" r="r" b="b"/>
              <a:pathLst>
                <a:path w="4765" h="7979" extrusionOk="0">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9" name="Google Shape;20679;p141"/>
            <p:cNvSpPr/>
            <p:nvPr/>
          </p:nvSpPr>
          <p:spPr>
            <a:xfrm>
              <a:off x="4417091" y="2048212"/>
              <a:ext cx="57175" cy="57175"/>
            </a:xfrm>
            <a:custGeom>
              <a:avLst/>
              <a:gdLst/>
              <a:ahLst/>
              <a:cxnLst/>
              <a:rect l="l" t="t" r="r" b="b"/>
              <a:pathLst>
                <a:path w="2181" h="2181" extrusionOk="0">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0" name="Google Shape;20680;p141"/>
            <p:cNvSpPr/>
            <p:nvPr/>
          </p:nvSpPr>
          <p:spPr>
            <a:xfrm>
              <a:off x="4417851" y="2048369"/>
              <a:ext cx="39008" cy="56834"/>
            </a:xfrm>
            <a:custGeom>
              <a:avLst/>
              <a:gdLst/>
              <a:ahLst/>
              <a:cxnLst/>
              <a:rect l="l" t="t" r="r" b="b"/>
              <a:pathLst>
                <a:path w="1488" h="2168" extrusionOk="0">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1" name="Google Shape;20681;p141"/>
            <p:cNvSpPr/>
            <p:nvPr/>
          </p:nvSpPr>
          <p:spPr>
            <a:xfrm>
              <a:off x="4398557" y="2105361"/>
              <a:ext cx="93876" cy="59823"/>
            </a:xfrm>
            <a:custGeom>
              <a:avLst/>
              <a:gdLst/>
              <a:ahLst/>
              <a:cxnLst/>
              <a:rect l="l" t="t" r="r" b="b"/>
              <a:pathLst>
                <a:path w="3581" h="2282" extrusionOk="0">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2" name="Google Shape;20682;p141"/>
            <p:cNvSpPr/>
            <p:nvPr/>
          </p:nvSpPr>
          <p:spPr>
            <a:xfrm>
              <a:off x="4398924" y="2105361"/>
              <a:ext cx="53007" cy="59823"/>
            </a:xfrm>
            <a:custGeom>
              <a:avLst/>
              <a:gdLst/>
              <a:ahLst/>
              <a:cxnLst/>
              <a:rect l="l" t="t" r="r" b="b"/>
              <a:pathLst>
                <a:path w="2022" h="2282" extrusionOk="0">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3" name="Google Shape;20683;p141"/>
            <p:cNvSpPr/>
            <p:nvPr/>
          </p:nvSpPr>
          <p:spPr>
            <a:xfrm>
              <a:off x="4416331" y="2128639"/>
              <a:ext cx="12138" cy="36544"/>
            </a:xfrm>
            <a:custGeom>
              <a:avLst/>
              <a:gdLst/>
              <a:ahLst/>
              <a:cxnLst/>
              <a:rect l="l" t="t" r="r" b="b"/>
              <a:pathLst>
                <a:path w="463" h="1394" extrusionOk="0">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4" name="Google Shape;20684;p141"/>
            <p:cNvSpPr/>
            <p:nvPr/>
          </p:nvSpPr>
          <p:spPr>
            <a:xfrm>
              <a:off x="4462889" y="2128639"/>
              <a:ext cx="12138" cy="36544"/>
            </a:xfrm>
            <a:custGeom>
              <a:avLst/>
              <a:gdLst/>
              <a:ahLst/>
              <a:cxnLst/>
              <a:rect l="l" t="t" r="r" b="b"/>
              <a:pathLst>
                <a:path w="463" h="1394" extrusionOk="0">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5" name="Google Shape;20685;p141"/>
            <p:cNvSpPr/>
            <p:nvPr/>
          </p:nvSpPr>
          <p:spPr>
            <a:xfrm>
              <a:off x="4201394" y="2221441"/>
              <a:ext cx="135872" cy="132674"/>
            </a:xfrm>
            <a:custGeom>
              <a:avLst/>
              <a:gdLst/>
              <a:ahLst/>
              <a:cxnLst/>
              <a:rect l="l" t="t" r="r" b="b"/>
              <a:pathLst>
                <a:path w="5183" h="5061" extrusionOk="0">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6" name="Google Shape;20686;p141"/>
            <p:cNvSpPr/>
            <p:nvPr/>
          </p:nvSpPr>
          <p:spPr>
            <a:xfrm>
              <a:off x="4201394" y="2221441"/>
              <a:ext cx="118859" cy="132674"/>
            </a:xfrm>
            <a:custGeom>
              <a:avLst/>
              <a:gdLst/>
              <a:ahLst/>
              <a:cxnLst/>
              <a:rect l="l" t="t" r="r" b="b"/>
              <a:pathLst>
                <a:path w="4534" h="5061" extrusionOk="0">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7" name="Google Shape;20687;p141"/>
            <p:cNvSpPr/>
            <p:nvPr/>
          </p:nvSpPr>
          <p:spPr>
            <a:xfrm>
              <a:off x="4287668" y="2221441"/>
              <a:ext cx="49599" cy="47816"/>
            </a:xfrm>
            <a:custGeom>
              <a:avLst/>
              <a:gdLst/>
              <a:ahLst/>
              <a:cxnLst/>
              <a:rect l="l" t="t" r="r" b="b"/>
              <a:pathLst>
                <a:path w="1892" h="1824" extrusionOk="0">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8" name="Google Shape;20688;p141"/>
            <p:cNvSpPr/>
            <p:nvPr/>
          </p:nvSpPr>
          <p:spPr>
            <a:xfrm>
              <a:off x="4287668" y="2221545"/>
              <a:ext cx="32585" cy="26136"/>
            </a:xfrm>
            <a:custGeom>
              <a:avLst/>
              <a:gdLst/>
              <a:ahLst/>
              <a:cxnLst/>
              <a:rect l="l" t="t" r="r" b="b"/>
              <a:pathLst>
                <a:path w="1243" h="997" extrusionOk="0">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89" name="Google Shape;20689;p141"/>
          <p:cNvGrpSpPr/>
          <p:nvPr/>
        </p:nvGrpSpPr>
        <p:grpSpPr>
          <a:xfrm>
            <a:off x="4659658" y="1500266"/>
            <a:ext cx="422743" cy="377784"/>
            <a:chOff x="4659658" y="1500266"/>
            <a:chExt cx="422743" cy="377784"/>
          </a:xfrm>
        </p:grpSpPr>
        <p:sp>
          <p:nvSpPr>
            <p:cNvPr id="20690" name="Google Shape;20690;p141"/>
            <p:cNvSpPr/>
            <p:nvPr/>
          </p:nvSpPr>
          <p:spPr>
            <a:xfrm>
              <a:off x="4786067" y="1537727"/>
              <a:ext cx="129056" cy="128689"/>
            </a:xfrm>
            <a:custGeom>
              <a:avLst/>
              <a:gdLst/>
              <a:ahLst/>
              <a:cxnLst/>
              <a:rect l="l" t="t" r="r" b="b"/>
              <a:pathLst>
                <a:path w="4923" h="4909" extrusionOk="0">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1" name="Google Shape;20691;p141"/>
            <p:cNvSpPr/>
            <p:nvPr/>
          </p:nvSpPr>
          <p:spPr>
            <a:xfrm>
              <a:off x="4783419" y="1537544"/>
              <a:ext cx="75316" cy="128873"/>
            </a:xfrm>
            <a:custGeom>
              <a:avLst/>
              <a:gdLst/>
              <a:ahLst/>
              <a:cxnLst/>
              <a:rect l="l" t="t" r="r" b="b"/>
              <a:pathLst>
                <a:path w="2873" h="4916" extrusionOk="0">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2" name="Google Shape;20692;p141"/>
            <p:cNvSpPr/>
            <p:nvPr/>
          </p:nvSpPr>
          <p:spPr>
            <a:xfrm>
              <a:off x="4806489" y="1558175"/>
              <a:ext cx="87820" cy="87820"/>
            </a:xfrm>
            <a:custGeom>
              <a:avLst/>
              <a:gdLst/>
              <a:ahLst/>
              <a:cxnLst/>
              <a:rect l="l" t="t" r="r" b="b"/>
              <a:pathLst>
                <a:path w="3350" h="3350" extrusionOk="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3" name="Google Shape;20693;p141"/>
            <p:cNvSpPr/>
            <p:nvPr/>
          </p:nvSpPr>
          <p:spPr>
            <a:xfrm>
              <a:off x="4806489" y="1558096"/>
              <a:ext cx="52246" cy="87951"/>
            </a:xfrm>
            <a:custGeom>
              <a:avLst/>
              <a:gdLst/>
              <a:ahLst/>
              <a:cxnLst/>
              <a:rect l="l" t="t" r="r" b="b"/>
              <a:pathLst>
                <a:path w="1993" h="3355" extrusionOk="0">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4" name="Google Shape;20694;p141"/>
            <p:cNvSpPr/>
            <p:nvPr/>
          </p:nvSpPr>
          <p:spPr>
            <a:xfrm>
              <a:off x="4832599" y="1572541"/>
              <a:ext cx="34473" cy="60190"/>
            </a:xfrm>
            <a:custGeom>
              <a:avLst/>
              <a:gdLst/>
              <a:ahLst/>
              <a:cxnLst/>
              <a:rect l="l" t="t" r="r" b="b"/>
              <a:pathLst>
                <a:path w="1315" h="2296" extrusionOk="0">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5" name="Google Shape;20695;p141"/>
            <p:cNvSpPr/>
            <p:nvPr/>
          </p:nvSpPr>
          <p:spPr>
            <a:xfrm>
              <a:off x="4885973" y="1500266"/>
              <a:ext cx="129056" cy="128689"/>
            </a:xfrm>
            <a:custGeom>
              <a:avLst/>
              <a:gdLst/>
              <a:ahLst/>
              <a:cxnLst/>
              <a:rect l="l" t="t" r="r" b="b"/>
              <a:pathLst>
                <a:path w="4923" h="4909" extrusionOk="0">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6" name="Google Shape;20696;p141"/>
            <p:cNvSpPr/>
            <p:nvPr/>
          </p:nvSpPr>
          <p:spPr>
            <a:xfrm>
              <a:off x="4883325" y="1500449"/>
              <a:ext cx="75316" cy="128506"/>
            </a:xfrm>
            <a:custGeom>
              <a:avLst/>
              <a:gdLst/>
              <a:ahLst/>
              <a:cxnLst/>
              <a:rect l="l" t="t" r="r" b="b"/>
              <a:pathLst>
                <a:path w="2873" h="4902" extrusionOk="0">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7" name="Google Shape;20697;p141"/>
            <p:cNvSpPr/>
            <p:nvPr/>
          </p:nvSpPr>
          <p:spPr>
            <a:xfrm>
              <a:off x="4906787" y="1521081"/>
              <a:ext cx="87427" cy="87427"/>
            </a:xfrm>
            <a:custGeom>
              <a:avLst/>
              <a:gdLst/>
              <a:ahLst/>
              <a:cxnLst/>
              <a:rect l="l" t="t" r="r" b="b"/>
              <a:pathLst>
                <a:path w="3335" h="3335" extrusionOk="0">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8" name="Google Shape;20698;p141"/>
            <p:cNvSpPr/>
            <p:nvPr/>
          </p:nvSpPr>
          <p:spPr>
            <a:xfrm>
              <a:off x="4906394" y="1521002"/>
              <a:ext cx="52246" cy="87584"/>
            </a:xfrm>
            <a:custGeom>
              <a:avLst/>
              <a:gdLst/>
              <a:ahLst/>
              <a:cxnLst/>
              <a:rect l="l" t="t" r="r" b="b"/>
              <a:pathLst>
                <a:path w="1993" h="3341" extrusionOk="0">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9" name="Google Shape;20699;p141"/>
            <p:cNvSpPr/>
            <p:nvPr/>
          </p:nvSpPr>
          <p:spPr>
            <a:xfrm>
              <a:off x="4932504" y="1535079"/>
              <a:ext cx="34840" cy="60190"/>
            </a:xfrm>
            <a:custGeom>
              <a:avLst/>
              <a:gdLst/>
              <a:ahLst/>
              <a:cxnLst/>
              <a:rect l="l" t="t" r="r" b="b"/>
              <a:pathLst>
                <a:path w="1329" h="2296" extrusionOk="0">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0" name="Google Shape;20700;p141"/>
            <p:cNvSpPr/>
            <p:nvPr/>
          </p:nvSpPr>
          <p:spPr>
            <a:xfrm>
              <a:off x="4659658" y="1714836"/>
              <a:ext cx="144969" cy="163215"/>
            </a:xfrm>
            <a:custGeom>
              <a:avLst/>
              <a:gdLst/>
              <a:ahLst/>
              <a:cxnLst/>
              <a:rect l="l" t="t" r="r" b="b"/>
              <a:pathLst>
                <a:path w="5530" h="6226" extrusionOk="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1" name="Google Shape;20701;p141"/>
            <p:cNvSpPr/>
            <p:nvPr/>
          </p:nvSpPr>
          <p:spPr>
            <a:xfrm>
              <a:off x="4699400" y="1824939"/>
              <a:ext cx="105227" cy="52928"/>
            </a:xfrm>
            <a:custGeom>
              <a:avLst/>
              <a:gdLst/>
              <a:ahLst/>
              <a:cxnLst/>
              <a:rect l="l" t="t" r="r" b="b"/>
              <a:pathLst>
                <a:path w="4014" h="2019" extrusionOk="0">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2" name="Google Shape;20702;p141"/>
            <p:cNvSpPr/>
            <p:nvPr/>
          </p:nvSpPr>
          <p:spPr>
            <a:xfrm>
              <a:off x="4800066" y="1641276"/>
              <a:ext cx="282336" cy="173858"/>
            </a:xfrm>
            <a:custGeom>
              <a:avLst/>
              <a:gdLst/>
              <a:ahLst/>
              <a:cxnLst/>
              <a:rect l="l" t="t" r="r" b="b"/>
              <a:pathLst>
                <a:path w="10770" h="6632" extrusionOk="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3" name="Google Shape;20703;p141"/>
            <p:cNvSpPr/>
            <p:nvPr/>
          </p:nvSpPr>
          <p:spPr>
            <a:xfrm>
              <a:off x="4800066" y="1707260"/>
              <a:ext cx="57175" cy="107875"/>
            </a:xfrm>
            <a:custGeom>
              <a:avLst/>
              <a:gdLst/>
              <a:ahLst/>
              <a:cxnLst/>
              <a:rect l="l" t="t" r="r" b="b"/>
              <a:pathLst>
                <a:path w="2181" h="4115" extrusionOk="0">
                  <a:moveTo>
                    <a:pt x="751" y="1"/>
                  </a:moveTo>
                  <a:lnTo>
                    <a:pt x="0" y="318"/>
                  </a:lnTo>
                  <a:lnTo>
                    <a:pt x="1430" y="4115"/>
                  </a:lnTo>
                  <a:lnTo>
                    <a:pt x="2180" y="3812"/>
                  </a:lnTo>
                  <a:lnTo>
                    <a:pt x="751" y="1"/>
                  </a:ln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4" name="Google Shape;20704;p141"/>
            <p:cNvSpPr/>
            <p:nvPr/>
          </p:nvSpPr>
          <p:spPr>
            <a:xfrm>
              <a:off x="4874228" y="1692501"/>
              <a:ext cx="81004" cy="51827"/>
            </a:xfrm>
            <a:custGeom>
              <a:avLst/>
              <a:gdLst/>
              <a:ahLst/>
              <a:cxnLst/>
              <a:rect l="l" t="t" r="r" b="b"/>
              <a:pathLst>
                <a:path w="3090" h="1977" extrusionOk="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5" name="Google Shape;20705;p141"/>
            <p:cNvSpPr/>
            <p:nvPr/>
          </p:nvSpPr>
          <p:spPr>
            <a:xfrm>
              <a:off x="4754662" y="1702200"/>
              <a:ext cx="88187" cy="142085"/>
            </a:xfrm>
            <a:custGeom>
              <a:avLst/>
              <a:gdLst/>
              <a:ahLst/>
              <a:cxnLst/>
              <a:rect l="l" t="t" r="r" b="b"/>
              <a:pathLst>
                <a:path w="3364" h="5420" extrusionOk="0">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6" name="Google Shape;20706;p141"/>
            <p:cNvSpPr/>
            <p:nvPr/>
          </p:nvSpPr>
          <p:spPr>
            <a:xfrm>
              <a:off x="4795898" y="1809446"/>
              <a:ext cx="46951" cy="35207"/>
            </a:xfrm>
            <a:custGeom>
              <a:avLst/>
              <a:gdLst/>
              <a:ahLst/>
              <a:cxnLst/>
              <a:rect l="l" t="t" r="r" b="b"/>
              <a:pathLst>
                <a:path w="1791" h="1343" extrusionOk="0">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07" name="Google Shape;20707;p141"/>
          <p:cNvGrpSpPr/>
          <p:nvPr/>
        </p:nvGrpSpPr>
        <p:grpSpPr>
          <a:xfrm>
            <a:off x="5211406" y="1513504"/>
            <a:ext cx="260394" cy="351202"/>
            <a:chOff x="5211406" y="1513504"/>
            <a:chExt cx="260394" cy="351202"/>
          </a:xfrm>
        </p:grpSpPr>
        <p:sp>
          <p:nvSpPr>
            <p:cNvPr id="20708" name="Google Shape;20708;p141"/>
            <p:cNvSpPr/>
            <p:nvPr/>
          </p:nvSpPr>
          <p:spPr>
            <a:xfrm>
              <a:off x="5294297" y="1582765"/>
              <a:ext cx="33686" cy="74582"/>
            </a:xfrm>
            <a:custGeom>
              <a:avLst/>
              <a:gdLst/>
              <a:ahLst/>
              <a:cxnLst/>
              <a:rect l="l" t="t" r="r" b="b"/>
              <a:pathLst>
                <a:path w="1285" h="2845" extrusionOk="0">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9" name="Google Shape;20709;p141"/>
            <p:cNvSpPr/>
            <p:nvPr/>
          </p:nvSpPr>
          <p:spPr>
            <a:xfrm>
              <a:off x="5307903" y="1575949"/>
              <a:ext cx="81398" cy="81398"/>
            </a:xfrm>
            <a:custGeom>
              <a:avLst/>
              <a:gdLst/>
              <a:ahLst/>
              <a:cxnLst/>
              <a:rect l="l" t="t" r="r" b="b"/>
              <a:pathLst>
                <a:path w="3105" h="3105" extrusionOk="0">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0" name="Google Shape;20710;p141"/>
            <p:cNvSpPr/>
            <p:nvPr/>
          </p:nvSpPr>
          <p:spPr>
            <a:xfrm>
              <a:off x="5321168" y="1677741"/>
              <a:ext cx="40895" cy="30305"/>
            </a:xfrm>
            <a:custGeom>
              <a:avLst/>
              <a:gdLst/>
              <a:ahLst/>
              <a:cxnLst/>
              <a:rect l="l" t="t" r="r" b="b"/>
              <a:pathLst>
                <a:path w="1560" h="1156" extrusionOk="0">
                  <a:moveTo>
                    <a:pt x="0" y="1"/>
                  </a:moveTo>
                  <a:lnTo>
                    <a:pt x="0" y="1155"/>
                  </a:lnTo>
                  <a:lnTo>
                    <a:pt x="1559" y="1155"/>
                  </a:lnTo>
                  <a:lnTo>
                    <a:pt x="155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1" name="Google Shape;20711;p141"/>
            <p:cNvSpPr/>
            <p:nvPr/>
          </p:nvSpPr>
          <p:spPr>
            <a:xfrm>
              <a:off x="5321168" y="1677741"/>
              <a:ext cx="40895" cy="16489"/>
            </a:xfrm>
            <a:custGeom>
              <a:avLst/>
              <a:gdLst/>
              <a:ahLst/>
              <a:cxnLst/>
              <a:rect l="l" t="t" r="r" b="b"/>
              <a:pathLst>
                <a:path w="1560" h="629" extrusionOk="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2" name="Google Shape;20712;p141"/>
            <p:cNvSpPr/>
            <p:nvPr/>
          </p:nvSpPr>
          <p:spPr>
            <a:xfrm>
              <a:off x="5273850" y="1694021"/>
              <a:ext cx="135872" cy="57542"/>
            </a:xfrm>
            <a:custGeom>
              <a:avLst/>
              <a:gdLst/>
              <a:ahLst/>
              <a:cxnLst/>
              <a:rect l="l" t="t" r="r" b="b"/>
              <a:pathLst>
                <a:path w="5183" h="2195" extrusionOk="0">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3" name="Google Shape;20713;p141"/>
            <p:cNvSpPr/>
            <p:nvPr/>
          </p:nvSpPr>
          <p:spPr>
            <a:xfrm>
              <a:off x="5334773" y="1708020"/>
              <a:ext cx="13658" cy="54527"/>
            </a:xfrm>
            <a:custGeom>
              <a:avLst/>
              <a:gdLst/>
              <a:ahLst/>
              <a:cxnLst/>
              <a:rect l="l" t="t" r="r" b="b"/>
              <a:pathLst>
                <a:path w="521" h="2080" extrusionOk="0">
                  <a:moveTo>
                    <a:pt x="131" y="0"/>
                  </a:moveTo>
                  <a:lnTo>
                    <a:pt x="1" y="2079"/>
                  </a:lnTo>
                  <a:lnTo>
                    <a:pt x="520" y="2079"/>
                  </a:lnTo>
                  <a:lnTo>
                    <a:pt x="391"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4" name="Google Shape;20714;p141"/>
            <p:cNvSpPr/>
            <p:nvPr/>
          </p:nvSpPr>
          <p:spPr>
            <a:xfrm>
              <a:off x="5301113" y="1610002"/>
              <a:ext cx="81371" cy="74582"/>
            </a:xfrm>
            <a:custGeom>
              <a:avLst/>
              <a:gdLst/>
              <a:ahLst/>
              <a:cxnLst/>
              <a:rect l="l" t="t" r="r" b="b"/>
              <a:pathLst>
                <a:path w="3104" h="2845" extrusionOk="0">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5" name="Google Shape;20715;p141"/>
            <p:cNvSpPr/>
            <p:nvPr/>
          </p:nvSpPr>
          <p:spPr>
            <a:xfrm>
              <a:off x="5300720" y="1610002"/>
              <a:ext cx="81398" cy="72694"/>
            </a:xfrm>
            <a:custGeom>
              <a:avLst/>
              <a:gdLst/>
              <a:ahLst/>
              <a:cxnLst/>
              <a:rect l="l" t="t" r="r" b="b"/>
              <a:pathLst>
                <a:path w="3105" h="2773" extrusionOk="0">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6" name="Google Shape;20716;p141"/>
            <p:cNvSpPr/>
            <p:nvPr/>
          </p:nvSpPr>
          <p:spPr>
            <a:xfrm>
              <a:off x="5334773" y="1707653"/>
              <a:ext cx="13658" cy="13632"/>
            </a:xfrm>
            <a:custGeom>
              <a:avLst/>
              <a:gdLst/>
              <a:ahLst/>
              <a:cxnLst/>
              <a:rect l="l" t="t" r="r" b="b"/>
              <a:pathLst>
                <a:path w="521" h="520" extrusionOk="0">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7" name="Google Shape;20717;p141"/>
            <p:cNvSpPr/>
            <p:nvPr/>
          </p:nvSpPr>
          <p:spPr>
            <a:xfrm>
              <a:off x="5313959" y="1688778"/>
              <a:ext cx="27657" cy="28758"/>
            </a:xfrm>
            <a:custGeom>
              <a:avLst/>
              <a:gdLst/>
              <a:ahLst/>
              <a:cxnLst/>
              <a:rect l="l" t="t" r="r" b="b"/>
              <a:pathLst>
                <a:path w="1055" h="1097" extrusionOk="0">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8" name="Google Shape;20718;p141"/>
            <p:cNvSpPr/>
            <p:nvPr/>
          </p:nvSpPr>
          <p:spPr>
            <a:xfrm>
              <a:off x="5341589" y="1688778"/>
              <a:ext cx="28024" cy="28758"/>
            </a:xfrm>
            <a:custGeom>
              <a:avLst/>
              <a:gdLst/>
              <a:ahLst/>
              <a:cxnLst/>
              <a:rect l="l" t="t" r="r" b="b"/>
              <a:pathLst>
                <a:path w="1069" h="1097" extrusionOk="0">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9" name="Google Shape;20719;p141"/>
            <p:cNvSpPr/>
            <p:nvPr/>
          </p:nvSpPr>
          <p:spPr>
            <a:xfrm>
              <a:off x="5211406" y="1513504"/>
              <a:ext cx="260394" cy="351202"/>
            </a:xfrm>
            <a:custGeom>
              <a:avLst/>
              <a:gdLst/>
              <a:ahLst/>
              <a:cxnLst/>
              <a:rect l="l" t="t" r="r" b="b"/>
              <a:pathLst>
                <a:path w="9933" h="13397"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0" name="Google Shape;20720;p141"/>
            <p:cNvSpPr/>
            <p:nvPr/>
          </p:nvSpPr>
          <p:spPr>
            <a:xfrm>
              <a:off x="5211406" y="1513504"/>
              <a:ext cx="252450" cy="350835"/>
            </a:xfrm>
            <a:custGeom>
              <a:avLst/>
              <a:gdLst/>
              <a:ahLst/>
              <a:cxnLst/>
              <a:rect l="l" t="t" r="r" b="b"/>
              <a:pathLst>
                <a:path w="9630" h="13383"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21" name="Google Shape;20721;p141"/>
          <p:cNvGrpSpPr/>
          <p:nvPr/>
        </p:nvGrpSpPr>
        <p:grpSpPr>
          <a:xfrm>
            <a:off x="5632602" y="1513216"/>
            <a:ext cx="366722" cy="351779"/>
            <a:chOff x="5632602" y="1513216"/>
            <a:chExt cx="366722" cy="351779"/>
          </a:xfrm>
        </p:grpSpPr>
        <p:sp>
          <p:nvSpPr>
            <p:cNvPr id="20722" name="Google Shape;20722;p141"/>
            <p:cNvSpPr/>
            <p:nvPr/>
          </p:nvSpPr>
          <p:spPr>
            <a:xfrm>
              <a:off x="5750674" y="1724299"/>
              <a:ext cx="9857" cy="20448"/>
            </a:xfrm>
            <a:custGeom>
              <a:avLst/>
              <a:gdLst/>
              <a:ahLst/>
              <a:cxnLst/>
              <a:rect l="l" t="t" r="r" b="b"/>
              <a:pathLst>
                <a:path w="376" h="780" extrusionOk="0">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3" name="Google Shape;20723;p141"/>
            <p:cNvSpPr/>
            <p:nvPr/>
          </p:nvSpPr>
          <p:spPr>
            <a:xfrm>
              <a:off x="5760505" y="1536207"/>
              <a:ext cx="238819" cy="251297"/>
            </a:xfrm>
            <a:custGeom>
              <a:avLst/>
              <a:gdLst/>
              <a:ahLst/>
              <a:cxnLst/>
              <a:rect l="l" t="t" r="r" b="b"/>
              <a:pathLst>
                <a:path w="9110" h="9586" extrusionOk="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4" name="Google Shape;20724;p141"/>
            <p:cNvSpPr/>
            <p:nvPr/>
          </p:nvSpPr>
          <p:spPr>
            <a:xfrm>
              <a:off x="5738170" y="1513216"/>
              <a:ext cx="252057" cy="243747"/>
            </a:xfrm>
            <a:custGeom>
              <a:avLst/>
              <a:gdLst/>
              <a:ahLst/>
              <a:cxnLst/>
              <a:rect l="l" t="t" r="r" b="b"/>
              <a:pathLst>
                <a:path w="9615" h="9298" extrusionOk="0">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5" name="Google Shape;20725;p141"/>
            <p:cNvSpPr/>
            <p:nvPr/>
          </p:nvSpPr>
          <p:spPr>
            <a:xfrm>
              <a:off x="5867226" y="1633464"/>
              <a:ext cx="24616" cy="58695"/>
            </a:xfrm>
            <a:custGeom>
              <a:avLst/>
              <a:gdLst/>
              <a:ahLst/>
              <a:cxnLst/>
              <a:rect l="l" t="t" r="r" b="b"/>
              <a:pathLst>
                <a:path w="939" h="2239" extrusionOk="0">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6" name="Google Shape;20726;p141"/>
            <p:cNvSpPr/>
            <p:nvPr/>
          </p:nvSpPr>
          <p:spPr>
            <a:xfrm>
              <a:off x="5663247" y="1786350"/>
              <a:ext cx="162743" cy="78645"/>
            </a:xfrm>
            <a:custGeom>
              <a:avLst/>
              <a:gdLst/>
              <a:ahLst/>
              <a:cxnLst/>
              <a:rect l="l" t="t" r="r" b="b"/>
              <a:pathLst>
                <a:path w="6208" h="3000" extrusionOk="0">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7" name="Google Shape;20727;p141"/>
            <p:cNvSpPr/>
            <p:nvPr/>
          </p:nvSpPr>
          <p:spPr>
            <a:xfrm>
              <a:off x="5786248" y="1740946"/>
              <a:ext cx="88947" cy="49808"/>
            </a:xfrm>
            <a:custGeom>
              <a:avLst/>
              <a:gdLst/>
              <a:ahLst/>
              <a:cxnLst/>
              <a:rect l="l" t="t" r="r" b="b"/>
              <a:pathLst>
                <a:path w="3393" h="1900" extrusionOk="0">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8" name="Google Shape;20728;p141"/>
            <p:cNvSpPr/>
            <p:nvPr/>
          </p:nvSpPr>
          <p:spPr>
            <a:xfrm>
              <a:off x="5632602" y="1610474"/>
              <a:ext cx="253184" cy="243773"/>
            </a:xfrm>
            <a:custGeom>
              <a:avLst/>
              <a:gdLst/>
              <a:ahLst/>
              <a:cxnLst/>
              <a:rect l="l" t="t" r="r" b="b"/>
              <a:pathLst>
                <a:path w="9658" h="9299" extrusionOk="0">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9" name="Google Shape;20729;p141"/>
            <p:cNvSpPr/>
            <p:nvPr/>
          </p:nvSpPr>
          <p:spPr>
            <a:xfrm>
              <a:off x="5776784" y="1764775"/>
              <a:ext cx="39375" cy="23882"/>
            </a:xfrm>
            <a:custGeom>
              <a:avLst/>
              <a:gdLst/>
              <a:ahLst/>
              <a:cxnLst/>
              <a:rect l="l" t="t" r="r" b="b"/>
              <a:pathLst>
                <a:path w="1502" h="911" extrusionOk="0">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30" name="Google Shape;20730;p141"/>
          <p:cNvGrpSpPr/>
          <p:nvPr/>
        </p:nvGrpSpPr>
        <p:grpSpPr>
          <a:xfrm>
            <a:off x="6089372" y="1527136"/>
            <a:ext cx="401902" cy="323965"/>
            <a:chOff x="6089372" y="1527136"/>
            <a:chExt cx="401902" cy="323965"/>
          </a:xfrm>
        </p:grpSpPr>
        <p:sp>
          <p:nvSpPr>
            <p:cNvPr id="20731" name="Google Shape;20731;p141"/>
            <p:cNvSpPr/>
            <p:nvPr/>
          </p:nvSpPr>
          <p:spPr>
            <a:xfrm>
              <a:off x="6089372" y="1552853"/>
              <a:ext cx="401902" cy="298248"/>
            </a:xfrm>
            <a:custGeom>
              <a:avLst/>
              <a:gdLst/>
              <a:ahLst/>
              <a:cxnLst/>
              <a:rect l="l" t="t" r="r" b="b"/>
              <a:pathLst>
                <a:path w="15331" h="11377" extrusionOk="0">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2" name="Google Shape;20732;p141"/>
            <p:cNvSpPr/>
            <p:nvPr/>
          </p:nvSpPr>
          <p:spPr>
            <a:xfrm>
              <a:off x="6089372" y="1552853"/>
              <a:ext cx="401902" cy="39008"/>
            </a:xfrm>
            <a:custGeom>
              <a:avLst/>
              <a:gdLst/>
              <a:ahLst/>
              <a:cxnLst/>
              <a:rect l="l" t="t" r="r" b="b"/>
              <a:pathLst>
                <a:path w="15331" h="1488" extrusionOk="0">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3" name="Google Shape;20733;p141"/>
            <p:cNvSpPr/>
            <p:nvPr/>
          </p:nvSpPr>
          <p:spPr>
            <a:xfrm>
              <a:off x="6115089" y="1552853"/>
              <a:ext cx="51879" cy="26136"/>
            </a:xfrm>
            <a:custGeom>
              <a:avLst/>
              <a:gdLst/>
              <a:ahLst/>
              <a:cxnLst/>
              <a:rect l="l" t="t" r="r" b="b"/>
              <a:pathLst>
                <a:path w="1979" h="997" extrusionOk="0">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4" name="Google Shape;20734;p141"/>
            <p:cNvSpPr/>
            <p:nvPr/>
          </p:nvSpPr>
          <p:spPr>
            <a:xfrm>
              <a:off x="6413285" y="1552853"/>
              <a:ext cx="52246" cy="26136"/>
            </a:xfrm>
            <a:custGeom>
              <a:avLst/>
              <a:gdLst/>
              <a:ahLst/>
              <a:cxnLst/>
              <a:rect l="l" t="t" r="r" b="b"/>
              <a:pathLst>
                <a:path w="1993" h="997" extrusionOk="0">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5" name="Google Shape;20735;p141"/>
            <p:cNvSpPr/>
            <p:nvPr/>
          </p:nvSpPr>
          <p:spPr>
            <a:xfrm>
              <a:off x="6128328" y="1527136"/>
              <a:ext cx="25769" cy="39008"/>
            </a:xfrm>
            <a:custGeom>
              <a:avLst/>
              <a:gdLst/>
              <a:ahLst/>
              <a:cxnLst/>
              <a:rect l="l" t="t" r="r" b="b"/>
              <a:pathLst>
                <a:path w="983" h="1488" extrusionOk="0">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6" name="Google Shape;20736;p141"/>
            <p:cNvSpPr/>
            <p:nvPr/>
          </p:nvSpPr>
          <p:spPr>
            <a:xfrm>
              <a:off x="6128328" y="1527136"/>
              <a:ext cx="26136" cy="19320"/>
            </a:xfrm>
            <a:custGeom>
              <a:avLst/>
              <a:gdLst/>
              <a:ahLst/>
              <a:cxnLst/>
              <a:rect l="l" t="t" r="r" b="b"/>
              <a:pathLst>
                <a:path w="997" h="737" extrusionOk="0">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7" name="Google Shape;20737;p141"/>
            <p:cNvSpPr/>
            <p:nvPr/>
          </p:nvSpPr>
          <p:spPr>
            <a:xfrm>
              <a:off x="6426549" y="1527136"/>
              <a:ext cx="26136" cy="39008"/>
            </a:xfrm>
            <a:custGeom>
              <a:avLst/>
              <a:gdLst/>
              <a:ahLst/>
              <a:cxnLst/>
              <a:rect l="l" t="t" r="r" b="b"/>
              <a:pathLst>
                <a:path w="997" h="1488" extrusionOk="0">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8" name="Google Shape;20738;p141"/>
            <p:cNvSpPr/>
            <p:nvPr/>
          </p:nvSpPr>
          <p:spPr>
            <a:xfrm>
              <a:off x="6426156" y="1527136"/>
              <a:ext cx="26136" cy="19320"/>
            </a:xfrm>
            <a:custGeom>
              <a:avLst/>
              <a:gdLst/>
              <a:ahLst/>
              <a:cxnLst/>
              <a:rect l="l" t="t" r="r" b="b"/>
              <a:pathLst>
                <a:path w="997" h="737" extrusionOk="0">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9" name="Google Shape;20739;p141"/>
            <p:cNvSpPr/>
            <p:nvPr/>
          </p:nvSpPr>
          <p:spPr>
            <a:xfrm>
              <a:off x="6089372" y="1591835"/>
              <a:ext cx="401902" cy="12898"/>
            </a:xfrm>
            <a:custGeom>
              <a:avLst/>
              <a:gdLst/>
              <a:ahLst/>
              <a:cxnLst/>
              <a:rect l="l" t="t" r="r" b="b"/>
              <a:pathLst>
                <a:path w="15331" h="492" extrusionOk="0">
                  <a:moveTo>
                    <a:pt x="0" y="1"/>
                  </a:moveTo>
                  <a:lnTo>
                    <a:pt x="0" y="492"/>
                  </a:lnTo>
                  <a:lnTo>
                    <a:pt x="15331" y="492"/>
                  </a:lnTo>
                  <a:lnTo>
                    <a:pt x="15331"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0" name="Google Shape;20740;p141"/>
            <p:cNvSpPr/>
            <p:nvPr/>
          </p:nvSpPr>
          <p:spPr>
            <a:xfrm>
              <a:off x="6128328" y="1630450"/>
              <a:ext cx="51879" cy="26136"/>
            </a:xfrm>
            <a:custGeom>
              <a:avLst/>
              <a:gdLst/>
              <a:ahLst/>
              <a:cxnLst/>
              <a:rect l="l" t="t" r="r" b="b"/>
              <a:pathLst>
                <a:path w="1979" h="997" extrusionOk="0">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1" name="Google Shape;20741;p141"/>
            <p:cNvSpPr/>
            <p:nvPr/>
          </p:nvSpPr>
          <p:spPr>
            <a:xfrm>
              <a:off x="6128328" y="1682670"/>
              <a:ext cx="51879" cy="25743"/>
            </a:xfrm>
            <a:custGeom>
              <a:avLst/>
              <a:gdLst/>
              <a:ahLst/>
              <a:cxnLst/>
              <a:rect l="l" t="t" r="r" b="b"/>
              <a:pathLst>
                <a:path w="1979" h="982" extrusionOk="0">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2" name="Google Shape;20742;p141"/>
            <p:cNvSpPr/>
            <p:nvPr/>
          </p:nvSpPr>
          <p:spPr>
            <a:xfrm>
              <a:off x="6128328" y="1734497"/>
              <a:ext cx="51512" cy="26136"/>
            </a:xfrm>
            <a:custGeom>
              <a:avLst/>
              <a:gdLst/>
              <a:ahLst/>
              <a:cxnLst/>
              <a:rect l="l" t="t" r="r" b="b"/>
              <a:pathLst>
                <a:path w="1965" h="997" extrusionOk="0">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3" name="Google Shape;20743;p141"/>
            <p:cNvSpPr/>
            <p:nvPr/>
          </p:nvSpPr>
          <p:spPr>
            <a:xfrm>
              <a:off x="6219163" y="1734497"/>
              <a:ext cx="51486" cy="26136"/>
            </a:xfrm>
            <a:custGeom>
              <a:avLst/>
              <a:gdLst/>
              <a:ahLst/>
              <a:cxnLst/>
              <a:rect l="l" t="t" r="r" b="b"/>
              <a:pathLst>
                <a:path w="1964" h="997" extrusionOk="0">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4" name="Google Shape;20744;p141"/>
            <p:cNvSpPr/>
            <p:nvPr/>
          </p:nvSpPr>
          <p:spPr>
            <a:xfrm>
              <a:off x="6309604" y="1734497"/>
              <a:ext cx="51879" cy="26136"/>
            </a:xfrm>
            <a:custGeom>
              <a:avLst/>
              <a:gdLst/>
              <a:ahLst/>
              <a:cxnLst/>
              <a:rect l="l" t="t" r="r" b="b"/>
              <a:pathLst>
                <a:path w="1979" h="997" extrusionOk="0">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5" name="Google Shape;20745;p141"/>
            <p:cNvSpPr/>
            <p:nvPr/>
          </p:nvSpPr>
          <p:spPr>
            <a:xfrm>
              <a:off x="6219163" y="1682670"/>
              <a:ext cx="51486" cy="25743"/>
            </a:xfrm>
            <a:custGeom>
              <a:avLst/>
              <a:gdLst/>
              <a:ahLst/>
              <a:cxnLst/>
              <a:rect l="l" t="t" r="r" b="b"/>
              <a:pathLst>
                <a:path w="1964" h="982" extrusionOk="0">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6" name="Google Shape;20746;p141"/>
            <p:cNvSpPr/>
            <p:nvPr/>
          </p:nvSpPr>
          <p:spPr>
            <a:xfrm>
              <a:off x="6128328" y="1786350"/>
              <a:ext cx="51512" cy="25769"/>
            </a:xfrm>
            <a:custGeom>
              <a:avLst/>
              <a:gdLst/>
              <a:ahLst/>
              <a:cxnLst/>
              <a:rect l="l" t="t" r="r" b="b"/>
              <a:pathLst>
                <a:path w="1965" h="983" extrusionOk="0">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7" name="Google Shape;20747;p141"/>
            <p:cNvSpPr/>
            <p:nvPr/>
          </p:nvSpPr>
          <p:spPr>
            <a:xfrm>
              <a:off x="6219163" y="1630450"/>
              <a:ext cx="51879" cy="26136"/>
            </a:xfrm>
            <a:custGeom>
              <a:avLst/>
              <a:gdLst/>
              <a:ahLst/>
              <a:cxnLst/>
              <a:rect l="l" t="t" r="r" b="b"/>
              <a:pathLst>
                <a:path w="1979" h="997" extrusionOk="0">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8" name="Google Shape;20748;p141"/>
            <p:cNvSpPr/>
            <p:nvPr/>
          </p:nvSpPr>
          <p:spPr>
            <a:xfrm>
              <a:off x="6219163" y="1786350"/>
              <a:ext cx="51486" cy="25769"/>
            </a:xfrm>
            <a:custGeom>
              <a:avLst/>
              <a:gdLst/>
              <a:ahLst/>
              <a:cxnLst/>
              <a:rect l="l" t="t" r="r" b="b"/>
              <a:pathLst>
                <a:path w="1964" h="983" extrusionOk="0">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9" name="Google Shape;20749;p141"/>
            <p:cNvSpPr/>
            <p:nvPr/>
          </p:nvSpPr>
          <p:spPr>
            <a:xfrm>
              <a:off x="6400439" y="1734497"/>
              <a:ext cx="51853" cy="26136"/>
            </a:xfrm>
            <a:custGeom>
              <a:avLst/>
              <a:gdLst/>
              <a:ahLst/>
              <a:cxnLst/>
              <a:rect l="l" t="t" r="r" b="b"/>
              <a:pathLst>
                <a:path w="1978" h="997" extrusionOk="0">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0" name="Google Shape;20750;p141"/>
            <p:cNvSpPr/>
            <p:nvPr/>
          </p:nvSpPr>
          <p:spPr>
            <a:xfrm>
              <a:off x="6400439" y="1630450"/>
              <a:ext cx="52246" cy="26136"/>
            </a:xfrm>
            <a:custGeom>
              <a:avLst/>
              <a:gdLst/>
              <a:ahLst/>
              <a:cxnLst/>
              <a:rect l="l" t="t" r="r" b="b"/>
              <a:pathLst>
                <a:path w="1993" h="997" extrusionOk="0">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1" name="Google Shape;20751;p141"/>
            <p:cNvSpPr/>
            <p:nvPr/>
          </p:nvSpPr>
          <p:spPr>
            <a:xfrm>
              <a:off x="6400439" y="1786350"/>
              <a:ext cx="51853" cy="25769"/>
            </a:xfrm>
            <a:custGeom>
              <a:avLst/>
              <a:gdLst/>
              <a:ahLst/>
              <a:cxnLst/>
              <a:rect l="l" t="t" r="r" b="b"/>
              <a:pathLst>
                <a:path w="1978" h="983" extrusionOk="0">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2" name="Google Shape;20752;p141"/>
            <p:cNvSpPr/>
            <p:nvPr/>
          </p:nvSpPr>
          <p:spPr>
            <a:xfrm>
              <a:off x="6309604" y="1682670"/>
              <a:ext cx="51879" cy="25743"/>
            </a:xfrm>
            <a:custGeom>
              <a:avLst/>
              <a:gdLst/>
              <a:ahLst/>
              <a:cxnLst/>
              <a:rect l="l" t="t" r="r" b="b"/>
              <a:pathLst>
                <a:path w="1979" h="982" extrusionOk="0">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3" name="Google Shape;20753;p141"/>
            <p:cNvSpPr/>
            <p:nvPr/>
          </p:nvSpPr>
          <p:spPr>
            <a:xfrm>
              <a:off x="6309604" y="1630450"/>
              <a:ext cx="52246" cy="26136"/>
            </a:xfrm>
            <a:custGeom>
              <a:avLst/>
              <a:gdLst/>
              <a:ahLst/>
              <a:cxnLst/>
              <a:rect l="l" t="t" r="r" b="b"/>
              <a:pathLst>
                <a:path w="1993" h="997" extrusionOk="0">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4" name="Google Shape;20754;p141"/>
            <p:cNvSpPr/>
            <p:nvPr/>
          </p:nvSpPr>
          <p:spPr>
            <a:xfrm>
              <a:off x="6400439" y="1682670"/>
              <a:ext cx="51853" cy="25743"/>
            </a:xfrm>
            <a:custGeom>
              <a:avLst/>
              <a:gdLst/>
              <a:ahLst/>
              <a:cxnLst/>
              <a:rect l="l" t="t" r="r" b="b"/>
              <a:pathLst>
                <a:path w="1978" h="982" extrusionOk="0">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5" name="Google Shape;20755;p141"/>
            <p:cNvSpPr/>
            <p:nvPr/>
          </p:nvSpPr>
          <p:spPr>
            <a:xfrm>
              <a:off x="6309604" y="1786350"/>
              <a:ext cx="51879" cy="25769"/>
            </a:xfrm>
            <a:custGeom>
              <a:avLst/>
              <a:gdLst/>
              <a:ahLst/>
              <a:cxnLst/>
              <a:rect l="l" t="t" r="r" b="b"/>
              <a:pathLst>
                <a:path w="1979" h="983" extrusionOk="0">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6" name="Google Shape;20756;p141"/>
            <p:cNvSpPr/>
            <p:nvPr/>
          </p:nvSpPr>
          <p:spPr>
            <a:xfrm>
              <a:off x="6397661" y="1676116"/>
              <a:ext cx="57385" cy="39113"/>
            </a:xfrm>
            <a:custGeom>
              <a:avLst/>
              <a:gdLst/>
              <a:ahLst/>
              <a:cxnLst/>
              <a:rect l="l" t="t" r="r" b="b"/>
              <a:pathLst>
                <a:path w="2189" h="1492" extrusionOk="0">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7" name="Google Shape;20757;p141"/>
            <p:cNvSpPr/>
            <p:nvPr/>
          </p:nvSpPr>
          <p:spPr>
            <a:xfrm>
              <a:off x="6216017" y="1676116"/>
              <a:ext cx="57385" cy="39113"/>
            </a:xfrm>
            <a:custGeom>
              <a:avLst/>
              <a:gdLst/>
              <a:ahLst/>
              <a:cxnLst/>
              <a:rect l="l" t="t" r="r" b="b"/>
              <a:pathLst>
                <a:path w="2189" h="1492" extrusionOk="0">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8" name="Google Shape;20758;p141"/>
            <p:cNvSpPr/>
            <p:nvPr/>
          </p:nvSpPr>
          <p:spPr>
            <a:xfrm>
              <a:off x="6306852" y="1727969"/>
              <a:ext cx="57385" cy="39113"/>
            </a:xfrm>
            <a:custGeom>
              <a:avLst/>
              <a:gdLst/>
              <a:ahLst/>
              <a:cxnLst/>
              <a:rect l="l" t="t" r="r" b="b"/>
              <a:pathLst>
                <a:path w="2189" h="1492" extrusionOk="0">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9" name="Google Shape;20759;p141"/>
            <p:cNvSpPr/>
            <p:nvPr/>
          </p:nvSpPr>
          <p:spPr>
            <a:xfrm>
              <a:off x="6125208" y="1779823"/>
              <a:ext cx="57385" cy="39113"/>
            </a:xfrm>
            <a:custGeom>
              <a:avLst/>
              <a:gdLst/>
              <a:ahLst/>
              <a:cxnLst/>
              <a:rect l="l" t="t" r="r" b="b"/>
              <a:pathLst>
                <a:path w="2189" h="1492" extrusionOk="0">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0" name="Google Shape;20760;p141"/>
            <p:cNvSpPr/>
            <p:nvPr/>
          </p:nvSpPr>
          <p:spPr>
            <a:xfrm>
              <a:off x="6306852" y="1624289"/>
              <a:ext cx="57385" cy="39113"/>
            </a:xfrm>
            <a:custGeom>
              <a:avLst/>
              <a:gdLst/>
              <a:ahLst/>
              <a:cxnLst/>
              <a:rect l="l" t="t" r="r" b="b"/>
              <a:pathLst>
                <a:path w="2189" h="1492" extrusionOk="0">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61" name="Google Shape;20761;p141"/>
          <p:cNvGrpSpPr/>
          <p:nvPr/>
        </p:nvGrpSpPr>
        <p:grpSpPr>
          <a:xfrm>
            <a:off x="6579435" y="1527897"/>
            <a:ext cx="370103" cy="322445"/>
            <a:chOff x="6579435" y="1527897"/>
            <a:chExt cx="370103" cy="322445"/>
          </a:xfrm>
        </p:grpSpPr>
        <p:sp>
          <p:nvSpPr>
            <p:cNvPr id="20762" name="Google Shape;20762;p141"/>
            <p:cNvSpPr/>
            <p:nvPr/>
          </p:nvSpPr>
          <p:spPr>
            <a:xfrm>
              <a:off x="6704691" y="1527897"/>
              <a:ext cx="119593" cy="64725"/>
            </a:xfrm>
            <a:custGeom>
              <a:avLst/>
              <a:gdLst/>
              <a:ahLst/>
              <a:cxnLst/>
              <a:rect l="l" t="t" r="r" b="b"/>
              <a:pathLst>
                <a:path w="4562" h="2469" extrusionOk="0">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3" name="Google Shape;20763;p141"/>
            <p:cNvSpPr/>
            <p:nvPr/>
          </p:nvSpPr>
          <p:spPr>
            <a:xfrm>
              <a:off x="6591153" y="1706893"/>
              <a:ext cx="346667" cy="143448"/>
            </a:xfrm>
            <a:custGeom>
              <a:avLst/>
              <a:gdLst/>
              <a:ahLst/>
              <a:cxnLst/>
              <a:rect l="l" t="t" r="r" b="b"/>
              <a:pathLst>
                <a:path w="13224" h="5472" extrusionOk="0">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4" name="Google Shape;20764;p141"/>
            <p:cNvSpPr/>
            <p:nvPr/>
          </p:nvSpPr>
          <p:spPr>
            <a:xfrm>
              <a:off x="6591520" y="1706893"/>
              <a:ext cx="346300" cy="143448"/>
            </a:xfrm>
            <a:custGeom>
              <a:avLst/>
              <a:gdLst/>
              <a:ahLst/>
              <a:cxnLst/>
              <a:rect l="l" t="t" r="r" b="b"/>
              <a:pathLst>
                <a:path w="13210" h="5472" extrusionOk="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5" name="Google Shape;20765;p141"/>
            <p:cNvSpPr/>
            <p:nvPr/>
          </p:nvSpPr>
          <p:spPr>
            <a:xfrm>
              <a:off x="6579435" y="1587693"/>
              <a:ext cx="370103" cy="155167"/>
            </a:xfrm>
            <a:custGeom>
              <a:avLst/>
              <a:gdLst/>
              <a:ahLst/>
              <a:cxnLst/>
              <a:rect l="l" t="t" r="r" b="b"/>
              <a:pathLst>
                <a:path w="14118" h="5919" extrusionOk="0">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6" name="Google Shape;20766;p141"/>
            <p:cNvSpPr/>
            <p:nvPr/>
          </p:nvSpPr>
          <p:spPr>
            <a:xfrm>
              <a:off x="6609320" y="1587693"/>
              <a:ext cx="310700" cy="17800"/>
            </a:xfrm>
            <a:custGeom>
              <a:avLst/>
              <a:gdLst/>
              <a:ahLst/>
              <a:cxnLst/>
              <a:rect l="l" t="t" r="r" b="b"/>
              <a:pathLst>
                <a:path w="11852" h="679" extrusionOk="0">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7" name="Google Shape;20767;p141"/>
            <p:cNvSpPr/>
            <p:nvPr/>
          </p:nvSpPr>
          <p:spPr>
            <a:xfrm>
              <a:off x="6639206" y="1587693"/>
              <a:ext cx="35993" cy="262648"/>
            </a:xfrm>
            <a:custGeom>
              <a:avLst/>
              <a:gdLst/>
              <a:ahLst/>
              <a:cxnLst/>
              <a:rect l="l" t="t" r="r" b="b"/>
              <a:pathLst>
                <a:path w="1373" h="10019" extrusionOk="0">
                  <a:moveTo>
                    <a:pt x="1" y="0"/>
                  </a:moveTo>
                  <a:lnTo>
                    <a:pt x="1"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8" name="Google Shape;20768;p141"/>
            <p:cNvSpPr/>
            <p:nvPr/>
          </p:nvSpPr>
          <p:spPr>
            <a:xfrm>
              <a:off x="6639206" y="1587693"/>
              <a:ext cx="35993" cy="17800"/>
            </a:xfrm>
            <a:custGeom>
              <a:avLst/>
              <a:gdLst/>
              <a:ahLst/>
              <a:cxnLst/>
              <a:rect l="l" t="t" r="r" b="b"/>
              <a:pathLst>
                <a:path w="1373" h="679" extrusionOk="0">
                  <a:moveTo>
                    <a:pt x="1" y="0"/>
                  </a:moveTo>
                  <a:lnTo>
                    <a:pt x="1"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9" name="Google Shape;20769;p141"/>
            <p:cNvSpPr/>
            <p:nvPr/>
          </p:nvSpPr>
          <p:spPr>
            <a:xfrm>
              <a:off x="6639206" y="1760607"/>
              <a:ext cx="35993" cy="18193"/>
            </a:xfrm>
            <a:custGeom>
              <a:avLst/>
              <a:gdLst/>
              <a:ahLst/>
              <a:cxnLst/>
              <a:rect l="l" t="t" r="r" b="b"/>
              <a:pathLst>
                <a:path w="1373" h="694" extrusionOk="0">
                  <a:moveTo>
                    <a:pt x="1" y="1"/>
                  </a:moveTo>
                  <a:lnTo>
                    <a:pt x="1"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0" name="Google Shape;20770;p141"/>
            <p:cNvSpPr/>
            <p:nvPr/>
          </p:nvSpPr>
          <p:spPr>
            <a:xfrm>
              <a:off x="6639206" y="1719004"/>
              <a:ext cx="35993" cy="17800"/>
            </a:xfrm>
            <a:custGeom>
              <a:avLst/>
              <a:gdLst/>
              <a:ahLst/>
              <a:cxnLst/>
              <a:rect l="l" t="t" r="r" b="b"/>
              <a:pathLst>
                <a:path w="1373" h="679" extrusionOk="0">
                  <a:moveTo>
                    <a:pt x="1" y="0"/>
                  </a:moveTo>
                  <a:lnTo>
                    <a:pt x="1"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1" name="Google Shape;20771;p141"/>
            <p:cNvSpPr/>
            <p:nvPr/>
          </p:nvSpPr>
          <p:spPr>
            <a:xfrm>
              <a:off x="6627094" y="1712948"/>
              <a:ext cx="59823" cy="53741"/>
            </a:xfrm>
            <a:custGeom>
              <a:avLst/>
              <a:gdLst/>
              <a:ahLst/>
              <a:cxnLst/>
              <a:rect l="l" t="t" r="r" b="b"/>
              <a:pathLst>
                <a:path w="2282" h="2050" extrusionOk="0">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2" name="Google Shape;20772;p141"/>
            <p:cNvSpPr/>
            <p:nvPr/>
          </p:nvSpPr>
          <p:spPr>
            <a:xfrm>
              <a:off x="6651317" y="1713027"/>
              <a:ext cx="11771" cy="29833"/>
            </a:xfrm>
            <a:custGeom>
              <a:avLst/>
              <a:gdLst/>
              <a:ahLst/>
              <a:cxnLst/>
              <a:rect l="l" t="t" r="r" b="b"/>
              <a:pathLst>
                <a:path w="449" h="1138" extrusionOk="0">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3" name="Google Shape;20773;p141"/>
            <p:cNvSpPr/>
            <p:nvPr/>
          </p:nvSpPr>
          <p:spPr>
            <a:xfrm>
              <a:off x="6639206" y="1826459"/>
              <a:ext cx="35993" cy="23882"/>
            </a:xfrm>
            <a:custGeom>
              <a:avLst/>
              <a:gdLst/>
              <a:ahLst/>
              <a:cxnLst/>
              <a:rect l="l" t="t" r="r" b="b"/>
              <a:pathLst>
                <a:path w="1373" h="911" extrusionOk="0">
                  <a:moveTo>
                    <a:pt x="1" y="1"/>
                  </a:moveTo>
                  <a:lnTo>
                    <a:pt x="1"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4" name="Google Shape;20774;p141"/>
            <p:cNvSpPr/>
            <p:nvPr/>
          </p:nvSpPr>
          <p:spPr>
            <a:xfrm>
              <a:off x="6854169" y="1587693"/>
              <a:ext cx="35967" cy="262648"/>
            </a:xfrm>
            <a:custGeom>
              <a:avLst/>
              <a:gdLst/>
              <a:ahLst/>
              <a:cxnLst/>
              <a:rect l="l" t="t" r="r" b="b"/>
              <a:pathLst>
                <a:path w="1372" h="10019" extrusionOk="0">
                  <a:moveTo>
                    <a:pt x="0" y="0"/>
                  </a:moveTo>
                  <a:lnTo>
                    <a:pt x="0"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5" name="Google Shape;20775;p141"/>
            <p:cNvSpPr/>
            <p:nvPr/>
          </p:nvSpPr>
          <p:spPr>
            <a:xfrm>
              <a:off x="6854169" y="1587693"/>
              <a:ext cx="35967" cy="17800"/>
            </a:xfrm>
            <a:custGeom>
              <a:avLst/>
              <a:gdLst/>
              <a:ahLst/>
              <a:cxnLst/>
              <a:rect l="l" t="t" r="r" b="b"/>
              <a:pathLst>
                <a:path w="1372" h="679" extrusionOk="0">
                  <a:moveTo>
                    <a:pt x="0" y="0"/>
                  </a:moveTo>
                  <a:lnTo>
                    <a:pt x="0"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6" name="Google Shape;20776;p141"/>
            <p:cNvSpPr/>
            <p:nvPr/>
          </p:nvSpPr>
          <p:spPr>
            <a:xfrm>
              <a:off x="6854169" y="1760607"/>
              <a:ext cx="35967" cy="18193"/>
            </a:xfrm>
            <a:custGeom>
              <a:avLst/>
              <a:gdLst/>
              <a:ahLst/>
              <a:cxnLst/>
              <a:rect l="l" t="t" r="r" b="b"/>
              <a:pathLst>
                <a:path w="1372" h="694" extrusionOk="0">
                  <a:moveTo>
                    <a:pt x="0" y="1"/>
                  </a:moveTo>
                  <a:lnTo>
                    <a:pt x="0"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7" name="Google Shape;20777;p141"/>
            <p:cNvSpPr/>
            <p:nvPr/>
          </p:nvSpPr>
          <p:spPr>
            <a:xfrm>
              <a:off x="6854169" y="1719004"/>
              <a:ext cx="35967" cy="17800"/>
            </a:xfrm>
            <a:custGeom>
              <a:avLst/>
              <a:gdLst/>
              <a:ahLst/>
              <a:cxnLst/>
              <a:rect l="l" t="t" r="r" b="b"/>
              <a:pathLst>
                <a:path w="1372" h="679" extrusionOk="0">
                  <a:moveTo>
                    <a:pt x="0" y="0"/>
                  </a:moveTo>
                  <a:lnTo>
                    <a:pt x="0"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8" name="Google Shape;20778;p141"/>
            <p:cNvSpPr/>
            <p:nvPr/>
          </p:nvSpPr>
          <p:spPr>
            <a:xfrm>
              <a:off x="6842057" y="1712948"/>
              <a:ext cx="59823" cy="53741"/>
            </a:xfrm>
            <a:custGeom>
              <a:avLst/>
              <a:gdLst/>
              <a:ahLst/>
              <a:cxnLst/>
              <a:rect l="l" t="t" r="r" b="b"/>
              <a:pathLst>
                <a:path w="2282" h="2050" extrusionOk="0">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9" name="Google Shape;20779;p141"/>
            <p:cNvSpPr/>
            <p:nvPr/>
          </p:nvSpPr>
          <p:spPr>
            <a:xfrm>
              <a:off x="6866280" y="1713027"/>
              <a:ext cx="12138" cy="29833"/>
            </a:xfrm>
            <a:custGeom>
              <a:avLst/>
              <a:gdLst/>
              <a:ahLst/>
              <a:cxnLst/>
              <a:rect l="l" t="t" r="r" b="b"/>
              <a:pathLst>
                <a:path w="463" h="1138" extrusionOk="0">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0" name="Google Shape;20780;p141"/>
            <p:cNvSpPr/>
            <p:nvPr/>
          </p:nvSpPr>
          <p:spPr>
            <a:xfrm>
              <a:off x="6854169" y="1826459"/>
              <a:ext cx="35967" cy="23882"/>
            </a:xfrm>
            <a:custGeom>
              <a:avLst/>
              <a:gdLst/>
              <a:ahLst/>
              <a:cxnLst/>
              <a:rect l="l" t="t" r="r" b="b"/>
              <a:pathLst>
                <a:path w="1372" h="911" extrusionOk="0">
                  <a:moveTo>
                    <a:pt x="0" y="1"/>
                  </a:moveTo>
                  <a:lnTo>
                    <a:pt x="0"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1" name="Google Shape;20781;p141"/>
            <p:cNvSpPr/>
            <p:nvPr/>
          </p:nvSpPr>
          <p:spPr>
            <a:xfrm>
              <a:off x="6734576" y="1695148"/>
              <a:ext cx="59823" cy="23882"/>
            </a:xfrm>
            <a:custGeom>
              <a:avLst/>
              <a:gdLst/>
              <a:ahLst/>
              <a:cxnLst/>
              <a:rect l="l" t="t" r="r" b="b"/>
              <a:pathLst>
                <a:path w="2282" h="911" extrusionOk="0">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2" name="Google Shape;20782;p141"/>
            <p:cNvSpPr/>
            <p:nvPr/>
          </p:nvSpPr>
          <p:spPr>
            <a:xfrm>
              <a:off x="6734576" y="1706893"/>
              <a:ext cx="59823" cy="12138"/>
            </a:xfrm>
            <a:custGeom>
              <a:avLst/>
              <a:gdLst/>
              <a:ahLst/>
              <a:cxnLst/>
              <a:rect l="l" t="t" r="r" b="b"/>
              <a:pathLst>
                <a:path w="2282" h="463" extrusionOk="0">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83" name="Google Shape;20783;p141"/>
          <p:cNvGrpSpPr/>
          <p:nvPr/>
        </p:nvGrpSpPr>
        <p:grpSpPr>
          <a:xfrm>
            <a:off x="6988887" y="1538854"/>
            <a:ext cx="499920" cy="300136"/>
            <a:chOff x="6988887" y="1538854"/>
            <a:chExt cx="499920" cy="300136"/>
          </a:xfrm>
        </p:grpSpPr>
        <p:sp>
          <p:nvSpPr>
            <p:cNvPr id="20784" name="Google Shape;20784;p141"/>
            <p:cNvSpPr/>
            <p:nvPr/>
          </p:nvSpPr>
          <p:spPr>
            <a:xfrm>
              <a:off x="7052826" y="1538854"/>
              <a:ext cx="372777" cy="247155"/>
            </a:xfrm>
            <a:custGeom>
              <a:avLst/>
              <a:gdLst/>
              <a:ahLst/>
              <a:cxnLst/>
              <a:rect l="l" t="t" r="r" b="b"/>
              <a:pathLst>
                <a:path w="14220" h="9428" extrusionOk="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5" name="Google Shape;20785;p141"/>
            <p:cNvSpPr/>
            <p:nvPr/>
          </p:nvSpPr>
          <p:spPr>
            <a:xfrm>
              <a:off x="6988887" y="1773872"/>
              <a:ext cx="499920" cy="33319"/>
            </a:xfrm>
            <a:custGeom>
              <a:avLst/>
              <a:gdLst/>
              <a:ahLst/>
              <a:cxnLst/>
              <a:rect l="l" t="t" r="r" b="b"/>
              <a:pathLst>
                <a:path w="19070" h="1271" extrusionOk="0">
                  <a:moveTo>
                    <a:pt x="2425" y="0"/>
                  </a:moveTo>
                  <a:lnTo>
                    <a:pt x="0" y="924"/>
                  </a:lnTo>
                  <a:lnTo>
                    <a:pt x="0" y="1271"/>
                  </a:lnTo>
                  <a:lnTo>
                    <a:pt x="19069" y="1271"/>
                  </a:lnTo>
                  <a:lnTo>
                    <a:pt x="19069" y="924"/>
                  </a:lnTo>
                  <a:lnTo>
                    <a:pt x="166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6" name="Google Shape;20786;p141"/>
            <p:cNvSpPr/>
            <p:nvPr/>
          </p:nvSpPr>
          <p:spPr>
            <a:xfrm>
              <a:off x="6988887" y="1798095"/>
              <a:ext cx="499920" cy="40895"/>
            </a:xfrm>
            <a:custGeom>
              <a:avLst/>
              <a:gdLst/>
              <a:ahLst/>
              <a:cxnLst/>
              <a:rect l="l" t="t" r="r" b="b"/>
              <a:pathLst>
                <a:path w="19070" h="1560" extrusionOk="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7" name="Google Shape;20787;p141"/>
            <p:cNvSpPr/>
            <p:nvPr/>
          </p:nvSpPr>
          <p:spPr>
            <a:xfrm>
              <a:off x="7149323" y="1798095"/>
              <a:ext cx="180543" cy="29544"/>
            </a:xfrm>
            <a:custGeom>
              <a:avLst/>
              <a:gdLst/>
              <a:ahLst/>
              <a:cxnLst/>
              <a:rect l="l" t="t" r="r" b="b"/>
              <a:pathLst>
                <a:path w="6887" h="1127" extrusionOk="0">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8" name="Google Shape;20788;p141"/>
            <p:cNvSpPr/>
            <p:nvPr/>
          </p:nvSpPr>
          <p:spPr>
            <a:xfrm>
              <a:off x="7052826" y="1562317"/>
              <a:ext cx="372777" cy="188119"/>
            </a:xfrm>
            <a:custGeom>
              <a:avLst/>
              <a:gdLst/>
              <a:ahLst/>
              <a:cxnLst/>
              <a:rect l="l" t="t" r="r" b="b"/>
              <a:pathLst>
                <a:path w="14220" h="7176" extrusionOk="0">
                  <a:moveTo>
                    <a:pt x="1" y="1"/>
                  </a:moveTo>
                  <a:lnTo>
                    <a:pt x="1" y="7175"/>
                  </a:lnTo>
                  <a:lnTo>
                    <a:pt x="14220" y="7175"/>
                  </a:lnTo>
                  <a:lnTo>
                    <a:pt x="14220" y="1"/>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9" name="Google Shape;20789;p141"/>
            <p:cNvSpPr/>
            <p:nvPr/>
          </p:nvSpPr>
          <p:spPr>
            <a:xfrm>
              <a:off x="7052826" y="1562317"/>
              <a:ext cx="139674" cy="188119"/>
            </a:xfrm>
            <a:custGeom>
              <a:avLst/>
              <a:gdLst/>
              <a:ahLst/>
              <a:cxnLst/>
              <a:rect l="l" t="t" r="r" b="b"/>
              <a:pathLst>
                <a:path w="5328" h="7176" extrusionOk="0">
                  <a:moveTo>
                    <a:pt x="1" y="1"/>
                  </a:moveTo>
                  <a:lnTo>
                    <a:pt x="1" y="7175"/>
                  </a:lnTo>
                  <a:lnTo>
                    <a:pt x="5327" y="7175"/>
                  </a:lnTo>
                  <a:lnTo>
                    <a:pt x="53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0" name="Google Shape;20790;p141"/>
            <p:cNvSpPr/>
            <p:nvPr/>
          </p:nvSpPr>
          <p:spPr>
            <a:xfrm>
              <a:off x="7087639" y="1601692"/>
              <a:ext cx="44697" cy="25376"/>
            </a:xfrm>
            <a:custGeom>
              <a:avLst/>
              <a:gdLst/>
              <a:ahLst/>
              <a:cxnLst/>
              <a:rect l="l" t="t" r="r" b="b"/>
              <a:pathLst>
                <a:path w="1705" h="968" extrusionOk="0">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1" name="Google Shape;20791;p141"/>
            <p:cNvSpPr/>
            <p:nvPr/>
          </p:nvSpPr>
          <p:spPr>
            <a:xfrm>
              <a:off x="7077442" y="1642561"/>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2" name="Google Shape;20792;p141"/>
            <p:cNvSpPr/>
            <p:nvPr/>
          </p:nvSpPr>
          <p:spPr>
            <a:xfrm>
              <a:off x="7122846" y="1671686"/>
              <a:ext cx="44670" cy="25769"/>
            </a:xfrm>
            <a:custGeom>
              <a:avLst/>
              <a:gdLst/>
              <a:ahLst/>
              <a:cxnLst/>
              <a:rect l="l" t="t" r="r" b="b"/>
              <a:pathLst>
                <a:path w="1704" h="983" extrusionOk="0">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3" name="Google Shape;20793;p141"/>
            <p:cNvSpPr/>
            <p:nvPr/>
          </p:nvSpPr>
          <p:spPr>
            <a:xfrm>
              <a:off x="7077442" y="1712948"/>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4" name="Google Shape;20794;p141"/>
            <p:cNvSpPr/>
            <p:nvPr/>
          </p:nvSpPr>
          <p:spPr>
            <a:xfrm>
              <a:off x="7228807" y="1623922"/>
              <a:ext cx="51041" cy="79589"/>
            </a:xfrm>
            <a:custGeom>
              <a:avLst/>
              <a:gdLst/>
              <a:ahLst/>
              <a:cxnLst/>
              <a:rect l="l" t="t" r="r" b="b"/>
              <a:pathLst>
                <a:path w="1947" h="3036" extrusionOk="0">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5" name="Google Shape;20795;p141"/>
            <p:cNvSpPr/>
            <p:nvPr/>
          </p:nvSpPr>
          <p:spPr>
            <a:xfrm>
              <a:off x="7342449" y="1624079"/>
              <a:ext cx="50988" cy="79431"/>
            </a:xfrm>
            <a:custGeom>
              <a:avLst/>
              <a:gdLst/>
              <a:ahLst/>
              <a:cxnLst/>
              <a:rect l="l" t="t" r="r" b="b"/>
              <a:pathLst>
                <a:path w="1945" h="3030" extrusionOk="0">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6" name="Google Shape;20796;p141"/>
            <p:cNvSpPr/>
            <p:nvPr/>
          </p:nvSpPr>
          <p:spPr>
            <a:xfrm>
              <a:off x="7287450" y="1614485"/>
              <a:ext cx="48734" cy="98490"/>
            </a:xfrm>
            <a:custGeom>
              <a:avLst/>
              <a:gdLst/>
              <a:ahLst/>
              <a:cxnLst/>
              <a:rect l="l" t="t" r="r" b="b"/>
              <a:pathLst>
                <a:path w="1859" h="3757" extrusionOk="0">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97" name="Google Shape;20797;p141"/>
          <p:cNvGrpSpPr/>
          <p:nvPr/>
        </p:nvGrpSpPr>
        <p:grpSpPr>
          <a:xfrm>
            <a:off x="8050359" y="1520687"/>
            <a:ext cx="279321" cy="336837"/>
            <a:chOff x="8050359" y="1520687"/>
            <a:chExt cx="279321" cy="336837"/>
          </a:xfrm>
        </p:grpSpPr>
        <p:sp>
          <p:nvSpPr>
            <p:cNvPr id="20798" name="Google Shape;20798;p141"/>
            <p:cNvSpPr/>
            <p:nvPr/>
          </p:nvSpPr>
          <p:spPr>
            <a:xfrm>
              <a:off x="8153305" y="1520687"/>
              <a:ext cx="68500" cy="45064"/>
            </a:xfrm>
            <a:custGeom>
              <a:avLst/>
              <a:gdLst/>
              <a:ahLst/>
              <a:cxnLst/>
              <a:rect l="l" t="t" r="r" b="b"/>
              <a:pathLst>
                <a:path w="2613" h="1719" extrusionOk="0">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9" name="Google Shape;20799;p141"/>
            <p:cNvSpPr/>
            <p:nvPr/>
          </p:nvSpPr>
          <p:spPr>
            <a:xfrm>
              <a:off x="8084045" y="1599411"/>
              <a:ext cx="206653" cy="258113"/>
            </a:xfrm>
            <a:custGeom>
              <a:avLst/>
              <a:gdLst/>
              <a:ahLst/>
              <a:cxnLst/>
              <a:rect l="l" t="t" r="r" b="b"/>
              <a:pathLst>
                <a:path w="7883" h="9846" extrusionOk="0">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0" name="Google Shape;20800;p141"/>
            <p:cNvSpPr/>
            <p:nvPr/>
          </p:nvSpPr>
          <p:spPr>
            <a:xfrm>
              <a:off x="8097284" y="1599411"/>
              <a:ext cx="193781" cy="258113"/>
            </a:xfrm>
            <a:custGeom>
              <a:avLst/>
              <a:gdLst/>
              <a:ahLst/>
              <a:cxnLst/>
              <a:rect l="l" t="t" r="r" b="b"/>
              <a:pathLst>
                <a:path w="7392" h="9846" extrusionOk="0">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1" name="Google Shape;20801;p141"/>
            <p:cNvSpPr/>
            <p:nvPr/>
          </p:nvSpPr>
          <p:spPr>
            <a:xfrm>
              <a:off x="8084045" y="1553613"/>
              <a:ext cx="206260" cy="42809"/>
            </a:xfrm>
            <a:custGeom>
              <a:avLst/>
              <a:gdLst/>
              <a:ahLst/>
              <a:cxnLst/>
              <a:rect l="l" t="t" r="r" b="b"/>
              <a:pathLst>
                <a:path w="7868" h="1633" extrusionOk="0">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2" name="Google Shape;20802;p141"/>
            <p:cNvSpPr/>
            <p:nvPr/>
          </p:nvSpPr>
          <p:spPr>
            <a:xfrm>
              <a:off x="8204372" y="1553613"/>
              <a:ext cx="86326" cy="42809"/>
            </a:xfrm>
            <a:custGeom>
              <a:avLst/>
              <a:gdLst/>
              <a:ahLst/>
              <a:cxnLst/>
              <a:rect l="l" t="t" r="r" b="b"/>
              <a:pathLst>
                <a:path w="3293" h="1633" extrusionOk="0">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3" name="Google Shape;20803;p141"/>
            <p:cNvSpPr/>
            <p:nvPr/>
          </p:nvSpPr>
          <p:spPr>
            <a:xfrm>
              <a:off x="8050752" y="1578963"/>
              <a:ext cx="273606" cy="30698"/>
            </a:xfrm>
            <a:custGeom>
              <a:avLst/>
              <a:gdLst/>
              <a:ahLst/>
              <a:cxnLst/>
              <a:rect l="l" t="t" r="r" b="b"/>
              <a:pathLst>
                <a:path w="10437" h="1171" extrusionOk="0">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4" name="Google Shape;20804;p141"/>
            <p:cNvSpPr/>
            <p:nvPr/>
          </p:nvSpPr>
          <p:spPr>
            <a:xfrm>
              <a:off x="8050359" y="1578963"/>
              <a:ext cx="279321" cy="30698"/>
            </a:xfrm>
            <a:custGeom>
              <a:avLst/>
              <a:gdLst/>
              <a:ahLst/>
              <a:cxnLst/>
              <a:rect l="l" t="t" r="r" b="b"/>
              <a:pathLst>
                <a:path w="10655" h="1171" extrusionOk="0">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5" name="Google Shape;20805;p141"/>
            <p:cNvSpPr/>
            <p:nvPr/>
          </p:nvSpPr>
          <p:spPr>
            <a:xfrm>
              <a:off x="8177895" y="1640647"/>
              <a:ext cx="19320" cy="165417"/>
            </a:xfrm>
            <a:custGeom>
              <a:avLst/>
              <a:gdLst/>
              <a:ahLst/>
              <a:cxnLst/>
              <a:rect l="l" t="t" r="r" b="b"/>
              <a:pathLst>
                <a:path w="737" h="6310" extrusionOk="0">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6" name="Google Shape;20806;p141"/>
            <p:cNvSpPr/>
            <p:nvPr/>
          </p:nvSpPr>
          <p:spPr>
            <a:xfrm>
              <a:off x="8231819" y="1640647"/>
              <a:ext cx="23305" cy="165076"/>
            </a:xfrm>
            <a:custGeom>
              <a:avLst/>
              <a:gdLst/>
              <a:ahLst/>
              <a:cxnLst/>
              <a:rect l="l" t="t" r="r" b="b"/>
              <a:pathLst>
                <a:path w="889" h="6297" extrusionOk="0">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7" name="Google Shape;20807;p141"/>
            <p:cNvSpPr/>
            <p:nvPr/>
          </p:nvSpPr>
          <p:spPr>
            <a:xfrm>
              <a:off x="8119986" y="1640647"/>
              <a:ext cx="23305" cy="165076"/>
            </a:xfrm>
            <a:custGeom>
              <a:avLst/>
              <a:gdLst/>
              <a:ahLst/>
              <a:cxnLst/>
              <a:rect l="l" t="t" r="r" b="b"/>
              <a:pathLst>
                <a:path w="889" h="6297" extrusionOk="0">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8" name="Google Shape;20808;p141"/>
            <p:cNvSpPr/>
            <p:nvPr/>
          </p:nvSpPr>
          <p:spPr>
            <a:xfrm>
              <a:off x="8179022" y="1640647"/>
              <a:ext cx="17826" cy="165023"/>
            </a:xfrm>
            <a:custGeom>
              <a:avLst/>
              <a:gdLst/>
              <a:ahLst/>
              <a:cxnLst/>
              <a:rect l="l" t="t" r="r" b="b"/>
              <a:pathLst>
                <a:path w="680" h="6295" extrusionOk="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9" name="Google Shape;20809;p141"/>
            <p:cNvSpPr/>
            <p:nvPr/>
          </p:nvSpPr>
          <p:spPr>
            <a:xfrm>
              <a:off x="8232763" y="1640647"/>
              <a:ext cx="22361" cy="164919"/>
            </a:xfrm>
            <a:custGeom>
              <a:avLst/>
              <a:gdLst/>
              <a:ahLst/>
              <a:cxnLst/>
              <a:rect l="l" t="t" r="r" b="b"/>
              <a:pathLst>
                <a:path w="853" h="6291" extrusionOk="0">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0" name="Google Shape;20810;p141"/>
            <p:cNvSpPr/>
            <p:nvPr/>
          </p:nvSpPr>
          <p:spPr>
            <a:xfrm>
              <a:off x="8124914" y="1640647"/>
              <a:ext cx="18403" cy="164683"/>
            </a:xfrm>
            <a:custGeom>
              <a:avLst/>
              <a:gdLst/>
              <a:ahLst/>
              <a:cxnLst/>
              <a:rect l="l" t="t" r="r" b="b"/>
              <a:pathLst>
                <a:path w="702" h="6282" extrusionOk="0">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11" name="Google Shape;20811;p141"/>
          <p:cNvGrpSpPr/>
          <p:nvPr/>
        </p:nvGrpSpPr>
        <p:grpSpPr>
          <a:xfrm>
            <a:off x="6093907" y="2461832"/>
            <a:ext cx="364441" cy="339091"/>
            <a:chOff x="6093907" y="2461832"/>
            <a:chExt cx="364441" cy="339091"/>
          </a:xfrm>
        </p:grpSpPr>
        <p:sp>
          <p:nvSpPr>
            <p:cNvPr id="20812" name="Google Shape;20812;p141"/>
            <p:cNvSpPr/>
            <p:nvPr/>
          </p:nvSpPr>
          <p:spPr>
            <a:xfrm>
              <a:off x="6094668" y="2515573"/>
              <a:ext cx="283070" cy="233890"/>
            </a:xfrm>
            <a:custGeom>
              <a:avLst/>
              <a:gdLst/>
              <a:ahLst/>
              <a:cxnLst/>
              <a:rect l="l" t="t" r="r" b="b"/>
              <a:pathLst>
                <a:path w="10798" h="8922" extrusionOk="0">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3" name="Google Shape;20813;p141"/>
            <p:cNvSpPr/>
            <p:nvPr/>
          </p:nvSpPr>
          <p:spPr>
            <a:xfrm>
              <a:off x="6234682" y="2576497"/>
              <a:ext cx="143055" cy="172967"/>
            </a:xfrm>
            <a:custGeom>
              <a:avLst/>
              <a:gdLst/>
              <a:ahLst/>
              <a:cxnLst/>
              <a:rect l="l" t="t" r="r" b="b"/>
              <a:pathLst>
                <a:path w="5457" h="6598" extrusionOk="0">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4" name="Google Shape;20814;p141"/>
            <p:cNvSpPr/>
            <p:nvPr/>
          </p:nvSpPr>
          <p:spPr>
            <a:xfrm>
              <a:off x="6094274" y="2515573"/>
              <a:ext cx="283463" cy="65118"/>
            </a:xfrm>
            <a:custGeom>
              <a:avLst/>
              <a:gdLst/>
              <a:ahLst/>
              <a:cxnLst/>
              <a:rect l="l" t="t" r="r" b="b"/>
              <a:pathLst>
                <a:path w="10813" h="2484" extrusionOk="0">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5" name="Google Shape;20815;p141"/>
            <p:cNvSpPr/>
            <p:nvPr/>
          </p:nvSpPr>
          <p:spPr>
            <a:xfrm>
              <a:off x="6094668" y="2612070"/>
              <a:ext cx="283070" cy="137393"/>
            </a:xfrm>
            <a:custGeom>
              <a:avLst/>
              <a:gdLst/>
              <a:ahLst/>
              <a:cxnLst/>
              <a:rect l="l" t="t" r="r" b="b"/>
              <a:pathLst>
                <a:path w="10798" h="5241" extrusionOk="0">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6" name="Google Shape;20816;p141"/>
            <p:cNvSpPr/>
            <p:nvPr/>
          </p:nvSpPr>
          <p:spPr>
            <a:xfrm>
              <a:off x="6234682" y="2612070"/>
              <a:ext cx="143055" cy="137393"/>
            </a:xfrm>
            <a:custGeom>
              <a:avLst/>
              <a:gdLst/>
              <a:ahLst/>
              <a:cxnLst/>
              <a:rect l="l" t="t" r="r" b="b"/>
              <a:pathLst>
                <a:path w="5457" h="5241" extrusionOk="0">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7" name="Google Shape;20817;p141"/>
            <p:cNvSpPr/>
            <p:nvPr/>
          </p:nvSpPr>
          <p:spPr>
            <a:xfrm>
              <a:off x="6093907" y="2612070"/>
              <a:ext cx="283830" cy="66245"/>
            </a:xfrm>
            <a:custGeom>
              <a:avLst/>
              <a:gdLst/>
              <a:ahLst/>
              <a:cxnLst/>
              <a:rect l="l" t="t" r="r" b="b"/>
              <a:pathLst>
                <a:path w="10827" h="2527" extrusionOk="0">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8" name="Google Shape;20818;p141"/>
            <p:cNvSpPr/>
            <p:nvPr/>
          </p:nvSpPr>
          <p:spPr>
            <a:xfrm>
              <a:off x="6094668" y="2461832"/>
              <a:ext cx="283070" cy="107875"/>
            </a:xfrm>
            <a:custGeom>
              <a:avLst/>
              <a:gdLst/>
              <a:ahLst/>
              <a:cxnLst/>
              <a:rect l="l" t="t" r="r" b="b"/>
              <a:pathLst>
                <a:path w="10798" h="4115" extrusionOk="0">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9" name="Google Shape;20819;p141"/>
            <p:cNvSpPr/>
            <p:nvPr/>
          </p:nvSpPr>
          <p:spPr>
            <a:xfrm>
              <a:off x="6247160" y="2587848"/>
              <a:ext cx="211188" cy="213076"/>
            </a:xfrm>
            <a:custGeom>
              <a:avLst/>
              <a:gdLst/>
              <a:ahLst/>
              <a:cxnLst/>
              <a:rect l="l" t="t" r="r" b="b"/>
              <a:pathLst>
                <a:path w="8056" h="8128" extrusionOk="0">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0" name="Google Shape;20820;p141"/>
            <p:cNvSpPr/>
            <p:nvPr/>
          </p:nvSpPr>
          <p:spPr>
            <a:xfrm>
              <a:off x="6300141" y="2654670"/>
              <a:ext cx="91988" cy="78907"/>
            </a:xfrm>
            <a:custGeom>
              <a:avLst/>
              <a:gdLst/>
              <a:ahLst/>
              <a:cxnLst/>
              <a:rect l="l" t="t" r="r" b="b"/>
              <a:pathLst>
                <a:path w="3509" h="3010" extrusionOk="0">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1" name="Google Shape;20821;p141"/>
            <p:cNvSpPr/>
            <p:nvPr/>
          </p:nvSpPr>
          <p:spPr>
            <a:xfrm>
              <a:off x="6324730" y="2666571"/>
              <a:ext cx="55654" cy="55654"/>
            </a:xfrm>
            <a:custGeom>
              <a:avLst/>
              <a:gdLst/>
              <a:ahLst/>
              <a:cxnLst/>
              <a:rect l="l" t="t" r="r" b="b"/>
              <a:pathLst>
                <a:path w="2123" h="2123" extrusionOk="0">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22" name="Google Shape;20822;p141"/>
          <p:cNvGrpSpPr/>
          <p:nvPr/>
        </p:nvGrpSpPr>
        <p:grpSpPr>
          <a:xfrm>
            <a:off x="4676331" y="1980866"/>
            <a:ext cx="377680" cy="377680"/>
            <a:chOff x="4676331" y="1980866"/>
            <a:chExt cx="377680" cy="377680"/>
          </a:xfrm>
        </p:grpSpPr>
        <p:sp>
          <p:nvSpPr>
            <p:cNvPr id="20823" name="Google Shape;20823;p141"/>
            <p:cNvSpPr/>
            <p:nvPr/>
          </p:nvSpPr>
          <p:spPr>
            <a:xfrm>
              <a:off x="4676331" y="1980866"/>
              <a:ext cx="377680" cy="377680"/>
            </a:xfrm>
            <a:custGeom>
              <a:avLst/>
              <a:gdLst/>
              <a:ahLst/>
              <a:cxnLst/>
              <a:rect l="l" t="t" r="r" b="b"/>
              <a:pathLst>
                <a:path w="14407" h="14407" extrusionOk="0">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4" name="Google Shape;20824;p141"/>
            <p:cNvSpPr/>
            <p:nvPr/>
          </p:nvSpPr>
          <p:spPr>
            <a:xfrm>
              <a:off x="5014636" y="1980866"/>
              <a:ext cx="39375" cy="377680"/>
            </a:xfrm>
            <a:custGeom>
              <a:avLst/>
              <a:gdLst/>
              <a:ahLst/>
              <a:cxnLst/>
              <a:rect l="l" t="t" r="r" b="b"/>
              <a:pathLst>
                <a:path w="1502" h="14407" extrusionOk="0">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5" name="Google Shape;20825;p141"/>
            <p:cNvSpPr/>
            <p:nvPr/>
          </p:nvSpPr>
          <p:spPr>
            <a:xfrm>
              <a:off x="4911689" y="2080378"/>
              <a:ext cx="110155" cy="100692"/>
            </a:xfrm>
            <a:custGeom>
              <a:avLst/>
              <a:gdLst/>
              <a:ahLst/>
              <a:cxnLst/>
              <a:rect l="l" t="t" r="r" b="b"/>
              <a:pathLst>
                <a:path w="4202" h="3841" extrusionOk="0">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6" name="Google Shape;20826;p141"/>
            <p:cNvSpPr/>
            <p:nvPr/>
          </p:nvSpPr>
          <p:spPr>
            <a:xfrm>
              <a:off x="4911689" y="2222279"/>
              <a:ext cx="110155" cy="100692"/>
            </a:xfrm>
            <a:custGeom>
              <a:avLst/>
              <a:gdLst/>
              <a:ahLst/>
              <a:cxnLst/>
              <a:rect l="l" t="t" r="r" b="b"/>
              <a:pathLst>
                <a:path w="4202" h="3841" extrusionOk="0">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7" name="Google Shape;20827;p141"/>
            <p:cNvSpPr/>
            <p:nvPr/>
          </p:nvSpPr>
          <p:spPr>
            <a:xfrm>
              <a:off x="4982077" y="2080378"/>
              <a:ext cx="39768" cy="100692"/>
            </a:xfrm>
            <a:custGeom>
              <a:avLst/>
              <a:gdLst/>
              <a:ahLst/>
              <a:cxnLst/>
              <a:rect l="l" t="t" r="r" b="b"/>
              <a:pathLst>
                <a:path w="1517" h="3841" extrusionOk="0">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8" name="Google Shape;20828;p141"/>
            <p:cNvSpPr/>
            <p:nvPr/>
          </p:nvSpPr>
          <p:spPr>
            <a:xfrm>
              <a:off x="4982077" y="2222279"/>
              <a:ext cx="39768" cy="100692"/>
            </a:xfrm>
            <a:custGeom>
              <a:avLst/>
              <a:gdLst/>
              <a:ahLst/>
              <a:cxnLst/>
              <a:rect l="l" t="t" r="r" b="b"/>
              <a:pathLst>
                <a:path w="1517" h="3841" extrusionOk="0">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9" name="Google Shape;20829;p141"/>
            <p:cNvSpPr/>
            <p:nvPr/>
          </p:nvSpPr>
          <p:spPr>
            <a:xfrm>
              <a:off x="4676331" y="1980866"/>
              <a:ext cx="377680" cy="66245"/>
            </a:xfrm>
            <a:custGeom>
              <a:avLst/>
              <a:gdLst/>
              <a:ahLst/>
              <a:cxnLst/>
              <a:rect l="l" t="t" r="r" b="b"/>
              <a:pathLst>
                <a:path w="14407" h="2527" extrusionOk="0">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0" name="Google Shape;20830;p141"/>
            <p:cNvSpPr/>
            <p:nvPr/>
          </p:nvSpPr>
          <p:spPr>
            <a:xfrm>
              <a:off x="5014636" y="1980866"/>
              <a:ext cx="39375" cy="66245"/>
            </a:xfrm>
            <a:custGeom>
              <a:avLst/>
              <a:gdLst/>
              <a:ahLst/>
              <a:cxnLst/>
              <a:rect l="l" t="t" r="r" b="b"/>
              <a:pathLst>
                <a:path w="1502" h="2527" extrusionOk="0">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1" name="Google Shape;20831;p141"/>
            <p:cNvSpPr/>
            <p:nvPr/>
          </p:nvSpPr>
          <p:spPr>
            <a:xfrm>
              <a:off x="4697513"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2" name="Google Shape;20832;p141"/>
            <p:cNvSpPr/>
            <p:nvPr/>
          </p:nvSpPr>
          <p:spPr>
            <a:xfrm>
              <a:off x="4740270" y="2002807"/>
              <a:ext cx="25769" cy="22099"/>
            </a:xfrm>
            <a:custGeom>
              <a:avLst/>
              <a:gdLst/>
              <a:ahLst/>
              <a:cxnLst/>
              <a:rect l="l" t="t" r="r" b="b"/>
              <a:pathLst>
                <a:path w="983" h="843" extrusionOk="0">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3" name="Google Shape;20833;p141"/>
            <p:cNvSpPr/>
            <p:nvPr/>
          </p:nvSpPr>
          <p:spPr>
            <a:xfrm>
              <a:off x="4782659"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4" name="Google Shape;20834;p141"/>
            <p:cNvSpPr/>
            <p:nvPr/>
          </p:nvSpPr>
          <p:spPr>
            <a:xfrm>
              <a:off x="4704696"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5" name="Google Shape;20835;p141"/>
            <p:cNvSpPr/>
            <p:nvPr/>
          </p:nvSpPr>
          <p:spPr>
            <a:xfrm>
              <a:off x="4747452" y="2002807"/>
              <a:ext cx="18586" cy="22099"/>
            </a:xfrm>
            <a:custGeom>
              <a:avLst/>
              <a:gdLst/>
              <a:ahLst/>
              <a:cxnLst/>
              <a:rect l="l" t="t" r="r" b="b"/>
              <a:pathLst>
                <a:path w="709" h="843" extrusionOk="0">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6" name="Google Shape;20836;p141"/>
            <p:cNvSpPr/>
            <p:nvPr/>
          </p:nvSpPr>
          <p:spPr>
            <a:xfrm>
              <a:off x="4789842"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7" name="Google Shape;20837;p141"/>
            <p:cNvSpPr/>
            <p:nvPr/>
          </p:nvSpPr>
          <p:spPr>
            <a:xfrm>
              <a:off x="4701288" y="2080378"/>
              <a:ext cx="179022" cy="242594"/>
            </a:xfrm>
            <a:custGeom>
              <a:avLst/>
              <a:gdLst/>
              <a:ahLst/>
              <a:cxnLst/>
              <a:rect l="l" t="t" r="r" b="b"/>
              <a:pathLst>
                <a:path w="6829" h="9254" extrusionOk="0">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8" name="Google Shape;20838;p141"/>
            <p:cNvSpPr/>
            <p:nvPr/>
          </p:nvSpPr>
          <p:spPr>
            <a:xfrm>
              <a:off x="4839415" y="2080011"/>
              <a:ext cx="40895" cy="242961"/>
            </a:xfrm>
            <a:custGeom>
              <a:avLst/>
              <a:gdLst/>
              <a:ahLst/>
              <a:cxnLst/>
              <a:rect l="l" t="t" r="r" b="b"/>
              <a:pathLst>
                <a:path w="1560" h="9268" extrusionOk="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9" name="Google Shape;20839;p141"/>
            <p:cNvSpPr/>
            <p:nvPr/>
          </p:nvSpPr>
          <p:spPr>
            <a:xfrm>
              <a:off x="4695625" y="2074715"/>
              <a:ext cx="190373" cy="253578"/>
            </a:xfrm>
            <a:custGeom>
              <a:avLst/>
              <a:gdLst/>
              <a:ahLst/>
              <a:cxnLst/>
              <a:rect l="l" t="t" r="r" b="b"/>
              <a:pathLst>
                <a:path w="7262" h="9673" extrusionOk="0">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0" name="Google Shape;20840;p141"/>
            <p:cNvSpPr/>
            <p:nvPr/>
          </p:nvSpPr>
          <p:spPr>
            <a:xfrm>
              <a:off x="4913970" y="2083025"/>
              <a:ext cx="105620" cy="95029"/>
            </a:xfrm>
            <a:custGeom>
              <a:avLst/>
              <a:gdLst/>
              <a:ahLst/>
              <a:cxnLst/>
              <a:rect l="l" t="t" r="r" b="b"/>
              <a:pathLst>
                <a:path w="4029" h="3625" extrusionOk="0">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1" name="Google Shape;20841;p141"/>
            <p:cNvSpPr/>
            <p:nvPr/>
          </p:nvSpPr>
          <p:spPr>
            <a:xfrm>
              <a:off x="4913970" y="2224953"/>
              <a:ext cx="105620" cy="95003"/>
            </a:xfrm>
            <a:custGeom>
              <a:avLst/>
              <a:gdLst/>
              <a:ahLst/>
              <a:cxnLst/>
              <a:rect l="l" t="t" r="r" b="b"/>
              <a:pathLst>
                <a:path w="4029" h="3624" extrusionOk="0">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42" name="Google Shape;20842;p141"/>
          <p:cNvGrpSpPr/>
          <p:nvPr/>
        </p:nvGrpSpPr>
        <p:grpSpPr>
          <a:xfrm>
            <a:off x="7526242" y="1522968"/>
            <a:ext cx="357651" cy="332275"/>
            <a:chOff x="7526242" y="1522968"/>
            <a:chExt cx="357651" cy="332275"/>
          </a:xfrm>
        </p:grpSpPr>
        <p:sp>
          <p:nvSpPr>
            <p:cNvPr id="20843" name="Google Shape;20843;p141"/>
            <p:cNvSpPr/>
            <p:nvPr/>
          </p:nvSpPr>
          <p:spPr>
            <a:xfrm>
              <a:off x="7589814" y="1531304"/>
              <a:ext cx="187726" cy="323939"/>
            </a:xfrm>
            <a:custGeom>
              <a:avLst/>
              <a:gdLst/>
              <a:ahLst/>
              <a:cxnLst/>
              <a:rect l="l" t="t" r="r" b="b"/>
              <a:pathLst>
                <a:path w="7161" h="12357" extrusionOk="0">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4" name="Google Shape;20844;p141"/>
            <p:cNvSpPr/>
            <p:nvPr/>
          </p:nvSpPr>
          <p:spPr>
            <a:xfrm>
              <a:off x="7739292" y="1531304"/>
              <a:ext cx="38248" cy="323939"/>
            </a:xfrm>
            <a:custGeom>
              <a:avLst/>
              <a:gdLst/>
              <a:ahLst/>
              <a:cxnLst/>
              <a:rect l="l" t="t" r="r" b="b"/>
              <a:pathLst>
                <a:path w="1459" h="12357" extrusionOk="0">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5" name="Google Shape;20845;p141"/>
            <p:cNvSpPr/>
            <p:nvPr/>
          </p:nvSpPr>
          <p:spPr>
            <a:xfrm>
              <a:off x="7589814" y="1531304"/>
              <a:ext cx="187726" cy="53741"/>
            </a:xfrm>
            <a:custGeom>
              <a:avLst/>
              <a:gdLst/>
              <a:ahLst/>
              <a:cxnLst/>
              <a:rect l="l" t="t" r="r" b="b"/>
              <a:pathLst>
                <a:path w="7161" h="2050" extrusionOk="0">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6" name="Google Shape;20846;p141"/>
            <p:cNvSpPr/>
            <p:nvPr/>
          </p:nvSpPr>
          <p:spPr>
            <a:xfrm>
              <a:off x="7739292" y="1531304"/>
              <a:ext cx="38248" cy="53741"/>
            </a:xfrm>
            <a:custGeom>
              <a:avLst/>
              <a:gdLst/>
              <a:ahLst/>
              <a:cxnLst/>
              <a:rect l="l" t="t" r="r" b="b"/>
              <a:pathLst>
                <a:path w="1459" h="2050" extrusionOk="0">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7" name="Google Shape;20847;p141"/>
            <p:cNvSpPr/>
            <p:nvPr/>
          </p:nvSpPr>
          <p:spPr>
            <a:xfrm>
              <a:off x="7590207" y="1801476"/>
              <a:ext cx="187726" cy="53767"/>
            </a:xfrm>
            <a:custGeom>
              <a:avLst/>
              <a:gdLst/>
              <a:ahLst/>
              <a:cxnLst/>
              <a:rect l="l" t="t" r="r" b="b"/>
              <a:pathLst>
                <a:path w="7161" h="2051" extrusionOk="0">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8" name="Google Shape;20848;p141"/>
            <p:cNvSpPr/>
            <p:nvPr/>
          </p:nvSpPr>
          <p:spPr>
            <a:xfrm>
              <a:off x="7739292" y="1801476"/>
              <a:ext cx="38248" cy="53767"/>
            </a:xfrm>
            <a:custGeom>
              <a:avLst/>
              <a:gdLst/>
              <a:ahLst/>
              <a:cxnLst/>
              <a:rect l="l" t="t" r="r" b="b"/>
              <a:pathLst>
                <a:path w="1459" h="2051" extrusionOk="0">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9" name="Google Shape;20849;p141"/>
            <p:cNvSpPr/>
            <p:nvPr/>
          </p:nvSpPr>
          <p:spPr>
            <a:xfrm>
              <a:off x="7678001" y="1625521"/>
              <a:ext cx="205893" cy="135112"/>
            </a:xfrm>
            <a:custGeom>
              <a:avLst/>
              <a:gdLst/>
              <a:ahLst/>
              <a:cxnLst/>
              <a:rect l="l" t="t" r="r" b="b"/>
              <a:pathLst>
                <a:path w="7854" h="5154" extrusionOk="0">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0" name="Google Shape;20850;p141"/>
            <p:cNvSpPr/>
            <p:nvPr/>
          </p:nvSpPr>
          <p:spPr>
            <a:xfrm>
              <a:off x="7857364" y="1625521"/>
              <a:ext cx="26530" cy="135112"/>
            </a:xfrm>
            <a:custGeom>
              <a:avLst/>
              <a:gdLst/>
              <a:ahLst/>
              <a:cxnLst/>
              <a:rect l="l" t="t" r="r" b="b"/>
              <a:pathLst>
                <a:path w="1012" h="5154" extrusionOk="0">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1" name="Google Shape;20851;p141"/>
            <p:cNvSpPr/>
            <p:nvPr/>
          </p:nvSpPr>
          <p:spPr>
            <a:xfrm>
              <a:off x="7782809" y="1648223"/>
              <a:ext cx="55287" cy="47266"/>
            </a:xfrm>
            <a:custGeom>
              <a:avLst/>
              <a:gdLst/>
              <a:ahLst/>
              <a:cxnLst/>
              <a:rect l="l" t="t" r="r" b="b"/>
              <a:pathLst>
                <a:path w="2109" h="1803" extrusionOk="0">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2" name="Google Shape;20852;p141"/>
            <p:cNvSpPr/>
            <p:nvPr/>
          </p:nvSpPr>
          <p:spPr>
            <a:xfrm>
              <a:off x="7807425" y="1648223"/>
              <a:ext cx="55261" cy="47266"/>
            </a:xfrm>
            <a:custGeom>
              <a:avLst/>
              <a:gdLst/>
              <a:ahLst/>
              <a:cxnLst/>
              <a:rect l="l" t="t" r="r" b="b"/>
              <a:pathLst>
                <a:path w="2108" h="1803" extrusionOk="0">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3" name="Google Shape;20853;p141"/>
            <p:cNvSpPr/>
            <p:nvPr/>
          </p:nvSpPr>
          <p:spPr>
            <a:xfrm>
              <a:off x="7701464" y="1649351"/>
              <a:ext cx="65852" cy="44697"/>
            </a:xfrm>
            <a:custGeom>
              <a:avLst/>
              <a:gdLst/>
              <a:ahLst/>
              <a:cxnLst/>
              <a:rect l="l" t="t" r="r" b="b"/>
              <a:pathLst>
                <a:path w="2512" h="1705" extrusionOk="0">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4" name="Google Shape;20854;p141"/>
            <p:cNvSpPr/>
            <p:nvPr/>
          </p:nvSpPr>
          <p:spPr>
            <a:xfrm>
              <a:off x="7698056" y="1704245"/>
              <a:ext cx="167278" cy="29544"/>
            </a:xfrm>
            <a:custGeom>
              <a:avLst/>
              <a:gdLst/>
              <a:ahLst/>
              <a:cxnLst/>
              <a:rect l="l" t="t" r="r" b="b"/>
              <a:pathLst>
                <a:path w="6381" h="1127" extrusionOk="0">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5" name="Google Shape;20855;p141"/>
            <p:cNvSpPr/>
            <p:nvPr/>
          </p:nvSpPr>
          <p:spPr>
            <a:xfrm>
              <a:off x="7678001" y="1608298"/>
              <a:ext cx="9857" cy="169742"/>
            </a:xfrm>
            <a:custGeom>
              <a:avLst/>
              <a:gdLst/>
              <a:ahLst/>
              <a:cxnLst/>
              <a:rect l="l" t="t" r="r" b="b"/>
              <a:pathLst>
                <a:path w="376" h="6475" extrusionOk="0">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6" name="Google Shape;20856;p141"/>
            <p:cNvSpPr/>
            <p:nvPr/>
          </p:nvSpPr>
          <p:spPr>
            <a:xfrm>
              <a:off x="7526242" y="1522968"/>
              <a:ext cx="114691" cy="98201"/>
            </a:xfrm>
            <a:custGeom>
              <a:avLst/>
              <a:gdLst/>
              <a:ahLst/>
              <a:cxnLst/>
              <a:rect l="l" t="t" r="r" b="b"/>
              <a:pathLst>
                <a:path w="4375" h="3746" extrusionOk="0">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7" name="Google Shape;20857;p141"/>
            <p:cNvSpPr/>
            <p:nvPr/>
          </p:nvSpPr>
          <p:spPr>
            <a:xfrm>
              <a:off x="7584151" y="1522968"/>
              <a:ext cx="58669" cy="97913"/>
            </a:xfrm>
            <a:custGeom>
              <a:avLst/>
              <a:gdLst/>
              <a:ahLst/>
              <a:cxnLst/>
              <a:rect l="l" t="t" r="r" b="b"/>
              <a:pathLst>
                <a:path w="2238" h="3735" extrusionOk="0">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8" name="Google Shape;20858;p141"/>
            <p:cNvSpPr/>
            <p:nvPr/>
          </p:nvSpPr>
          <p:spPr>
            <a:xfrm>
              <a:off x="7570467" y="1556471"/>
              <a:ext cx="43255" cy="30488"/>
            </a:xfrm>
            <a:custGeom>
              <a:avLst/>
              <a:gdLst/>
              <a:ahLst/>
              <a:cxnLst/>
              <a:rect l="l" t="t" r="r" b="b"/>
              <a:pathLst>
                <a:path w="1650" h="1163" extrusionOk="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59" name="Google Shape;20859;p141"/>
          <p:cNvGrpSpPr/>
          <p:nvPr/>
        </p:nvGrpSpPr>
        <p:grpSpPr>
          <a:xfrm>
            <a:off x="3250786" y="1982386"/>
            <a:ext cx="371650" cy="371624"/>
            <a:chOff x="3250786" y="1982386"/>
            <a:chExt cx="371650" cy="371624"/>
          </a:xfrm>
        </p:grpSpPr>
        <p:sp>
          <p:nvSpPr>
            <p:cNvPr id="20860" name="Google Shape;20860;p141"/>
            <p:cNvSpPr/>
            <p:nvPr/>
          </p:nvSpPr>
          <p:spPr>
            <a:xfrm>
              <a:off x="3358634" y="2006215"/>
              <a:ext cx="179782" cy="164263"/>
            </a:xfrm>
            <a:custGeom>
              <a:avLst/>
              <a:gdLst/>
              <a:ahLst/>
              <a:cxnLst/>
              <a:rect l="l" t="t" r="r" b="b"/>
              <a:pathLst>
                <a:path w="6858" h="6266" extrusionOk="0">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1" name="Google Shape;20861;p141"/>
            <p:cNvSpPr/>
            <p:nvPr/>
          </p:nvSpPr>
          <p:spPr>
            <a:xfrm>
              <a:off x="3358634" y="2006215"/>
              <a:ext cx="167671" cy="119619"/>
            </a:xfrm>
            <a:custGeom>
              <a:avLst/>
              <a:gdLst/>
              <a:ahLst/>
              <a:cxnLst/>
              <a:rect l="l" t="t" r="r" b="b"/>
              <a:pathLst>
                <a:path w="6396" h="4563" extrusionOk="0">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2" name="Google Shape;20862;p141"/>
            <p:cNvSpPr/>
            <p:nvPr/>
          </p:nvSpPr>
          <p:spPr>
            <a:xfrm>
              <a:off x="3251546" y="2150398"/>
              <a:ext cx="131730" cy="131704"/>
            </a:xfrm>
            <a:custGeom>
              <a:avLst/>
              <a:gdLst/>
              <a:ahLst/>
              <a:cxnLst/>
              <a:rect l="l" t="t" r="r" b="b"/>
              <a:pathLst>
                <a:path w="5025" h="5024" extrusionOk="0">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3" name="Google Shape;20863;p141"/>
            <p:cNvSpPr/>
            <p:nvPr/>
          </p:nvSpPr>
          <p:spPr>
            <a:xfrm>
              <a:off x="3287487" y="2150398"/>
              <a:ext cx="95790" cy="131704"/>
            </a:xfrm>
            <a:custGeom>
              <a:avLst/>
              <a:gdLst/>
              <a:ahLst/>
              <a:cxnLst/>
              <a:rect l="l" t="t" r="r" b="b"/>
              <a:pathLst>
                <a:path w="3654" h="5024" extrusionOk="0">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4" name="Google Shape;20864;p141"/>
            <p:cNvSpPr/>
            <p:nvPr/>
          </p:nvSpPr>
          <p:spPr>
            <a:xfrm>
              <a:off x="3251179" y="2249910"/>
              <a:ext cx="131337" cy="104100"/>
            </a:xfrm>
            <a:custGeom>
              <a:avLst/>
              <a:gdLst/>
              <a:ahLst/>
              <a:cxnLst/>
              <a:rect l="l" t="t" r="r" b="b"/>
              <a:pathLst>
                <a:path w="5010" h="3971" extrusionOk="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5" name="Google Shape;20865;p141"/>
            <p:cNvSpPr/>
            <p:nvPr/>
          </p:nvSpPr>
          <p:spPr>
            <a:xfrm>
              <a:off x="3294303" y="2249910"/>
              <a:ext cx="44697" cy="29544"/>
            </a:xfrm>
            <a:custGeom>
              <a:avLst/>
              <a:gdLst/>
              <a:ahLst/>
              <a:cxnLst/>
              <a:rect l="l" t="t" r="r" b="b"/>
              <a:pathLst>
                <a:path w="1705" h="1127" extrusionOk="0">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6" name="Google Shape;20866;p141"/>
            <p:cNvSpPr/>
            <p:nvPr/>
          </p:nvSpPr>
          <p:spPr>
            <a:xfrm>
              <a:off x="3251179" y="2288525"/>
              <a:ext cx="131337" cy="65485"/>
            </a:xfrm>
            <a:custGeom>
              <a:avLst/>
              <a:gdLst/>
              <a:ahLst/>
              <a:cxnLst/>
              <a:rect l="l" t="t" r="r" b="b"/>
              <a:pathLst>
                <a:path w="5010" h="2498" extrusionOk="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7" name="Google Shape;20867;p141"/>
            <p:cNvSpPr/>
            <p:nvPr/>
          </p:nvSpPr>
          <p:spPr>
            <a:xfrm>
              <a:off x="3272728" y="2192604"/>
              <a:ext cx="87820" cy="72091"/>
            </a:xfrm>
            <a:custGeom>
              <a:avLst/>
              <a:gdLst/>
              <a:ahLst/>
              <a:cxnLst/>
              <a:rect l="l" t="t" r="r" b="b"/>
              <a:pathLst>
                <a:path w="3350" h="2750" extrusionOk="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8" name="Google Shape;20868;p141"/>
            <p:cNvSpPr/>
            <p:nvPr/>
          </p:nvSpPr>
          <p:spPr>
            <a:xfrm>
              <a:off x="3272728" y="2192814"/>
              <a:ext cx="87820" cy="71515"/>
            </a:xfrm>
            <a:custGeom>
              <a:avLst/>
              <a:gdLst/>
              <a:ahLst/>
              <a:cxnLst/>
              <a:rect l="l" t="t" r="r" b="b"/>
              <a:pathLst>
                <a:path w="3350" h="2728" extrusionOk="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9" name="Google Shape;20869;p141"/>
            <p:cNvSpPr/>
            <p:nvPr/>
          </p:nvSpPr>
          <p:spPr>
            <a:xfrm>
              <a:off x="3250786" y="2303284"/>
              <a:ext cx="29544" cy="50726"/>
            </a:xfrm>
            <a:custGeom>
              <a:avLst/>
              <a:gdLst/>
              <a:ahLst/>
              <a:cxnLst/>
              <a:rect l="l" t="t" r="r" b="b"/>
              <a:pathLst>
                <a:path w="1127" h="1935" extrusionOk="0">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0" name="Google Shape;20870;p141"/>
            <p:cNvSpPr/>
            <p:nvPr/>
          </p:nvSpPr>
          <p:spPr>
            <a:xfrm>
              <a:off x="3353339" y="2303284"/>
              <a:ext cx="29177" cy="50726"/>
            </a:xfrm>
            <a:custGeom>
              <a:avLst/>
              <a:gdLst/>
              <a:ahLst/>
              <a:cxnLst/>
              <a:rect l="l" t="t" r="r" b="b"/>
              <a:pathLst>
                <a:path w="1113" h="1935" extrusionOk="0">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1" name="Google Shape;20871;p141"/>
            <p:cNvSpPr/>
            <p:nvPr/>
          </p:nvSpPr>
          <p:spPr>
            <a:xfrm>
              <a:off x="3499802" y="2163636"/>
              <a:ext cx="36360" cy="79117"/>
            </a:xfrm>
            <a:custGeom>
              <a:avLst/>
              <a:gdLst/>
              <a:ahLst/>
              <a:cxnLst/>
              <a:rect l="l" t="t" r="r" b="b"/>
              <a:pathLst>
                <a:path w="1387" h="3018" extrusionOk="0">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2" name="Google Shape;20872;p141"/>
            <p:cNvSpPr/>
            <p:nvPr/>
          </p:nvSpPr>
          <p:spPr>
            <a:xfrm>
              <a:off x="3514561" y="2156821"/>
              <a:ext cx="85933" cy="85933"/>
            </a:xfrm>
            <a:custGeom>
              <a:avLst/>
              <a:gdLst/>
              <a:ahLst/>
              <a:cxnLst/>
              <a:rect l="l" t="t" r="r" b="b"/>
              <a:pathLst>
                <a:path w="3278" h="3278" extrusionOk="0">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3" name="Google Shape;20873;p141"/>
            <p:cNvSpPr/>
            <p:nvPr/>
          </p:nvSpPr>
          <p:spPr>
            <a:xfrm>
              <a:off x="3528560" y="2264302"/>
              <a:ext cx="43150" cy="31825"/>
            </a:xfrm>
            <a:custGeom>
              <a:avLst/>
              <a:gdLst/>
              <a:ahLst/>
              <a:cxnLst/>
              <a:rect l="l" t="t" r="r" b="b"/>
              <a:pathLst>
                <a:path w="1646" h="1214" extrusionOk="0">
                  <a:moveTo>
                    <a:pt x="0" y="0"/>
                  </a:moveTo>
                  <a:lnTo>
                    <a:pt x="0" y="1213"/>
                  </a:lnTo>
                  <a:lnTo>
                    <a:pt x="1646" y="1213"/>
                  </a:lnTo>
                  <a:lnTo>
                    <a:pt x="1646"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4" name="Google Shape;20874;p141"/>
            <p:cNvSpPr/>
            <p:nvPr/>
          </p:nvSpPr>
          <p:spPr>
            <a:xfrm>
              <a:off x="3528560" y="2264302"/>
              <a:ext cx="43150" cy="17538"/>
            </a:xfrm>
            <a:custGeom>
              <a:avLst/>
              <a:gdLst/>
              <a:ahLst/>
              <a:cxnLst/>
              <a:rect l="l" t="t" r="r" b="b"/>
              <a:pathLst>
                <a:path w="1646" h="669" extrusionOk="0">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5" name="Google Shape;20875;p141"/>
            <p:cNvSpPr/>
            <p:nvPr/>
          </p:nvSpPr>
          <p:spPr>
            <a:xfrm>
              <a:off x="3478594" y="2281709"/>
              <a:ext cx="143842" cy="72301"/>
            </a:xfrm>
            <a:custGeom>
              <a:avLst/>
              <a:gdLst/>
              <a:ahLst/>
              <a:cxnLst/>
              <a:rect l="l" t="t" r="r" b="b"/>
              <a:pathLst>
                <a:path w="5487" h="2758" extrusionOk="0">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6" name="Google Shape;20876;p141"/>
            <p:cNvSpPr/>
            <p:nvPr/>
          </p:nvSpPr>
          <p:spPr>
            <a:xfrm>
              <a:off x="3542926" y="2296101"/>
              <a:ext cx="14418" cy="57909"/>
            </a:xfrm>
            <a:custGeom>
              <a:avLst/>
              <a:gdLst/>
              <a:ahLst/>
              <a:cxnLst/>
              <a:rect l="l" t="t" r="r" b="b"/>
              <a:pathLst>
                <a:path w="550" h="2209" extrusionOk="0">
                  <a:moveTo>
                    <a:pt x="145" y="0"/>
                  </a:moveTo>
                  <a:lnTo>
                    <a:pt x="1" y="2209"/>
                  </a:lnTo>
                  <a:lnTo>
                    <a:pt x="549" y="2209"/>
                  </a:lnTo>
                  <a:lnTo>
                    <a:pt x="41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7" name="Google Shape;20877;p141"/>
            <p:cNvSpPr/>
            <p:nvPr/>
          </p:nvSpPr>
          <p:spPr>
            <a:xfrm>
              <a:off x="3507352" y="2192394"/>
              <a:ext cx="85933" cy="79117"/>
            </a:xfrm>
            <a:custGeom>
              <a:avLst/>
              <a:gdLst/>
              <a:ahLst/>
              <a:cxnLst/>
              <a:rect l="l" t="t" r="r" b="b"/>
              <a:pathLst>
                <a:path w="3278" h="3018" extrusionOk="0">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8" name="Google Shape;20878;p141"/>
            <p:cNvSpPr/>
            <p:nvPr/>
          </p:nvSpPr>
          <p:spPr>
            <a:xfrm>
              <a:off x="3506985" y="2192394"/>
              <a:ext cx="86300" cy="77229"/>
            </a:xfrm>
            <a:custGeom>
              <a:avLst/>
              <a:gdLst/>
              <a:ahLst/>
              <a:cxnLst/>
              <a:rect l="l" t="t" r="r" b="b"/>
              <a:pathLst>
                <a:path w="3292" h="2946" extrusionOk="0">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9" name="Google Shape;20879;p141"/>
            <p:cNvSpPr/>
            <p:nvPr/>
          </p:nvSpPr>
          <p:spPr>
            <a:xfrm>
              <a:off x="3478594" y="2299876"/>
              <a:ext cx="28784" cy="54134"/>
            </a:xfrm>
            <a:custGeom>
              <a:avLst/>
              <a:gdLst/>
              <a:ahLst/>
              <a:cxnLst/>
              <a:rect l="l" t="t" r="r" b="b"/>
              <a:pathLst>
                <a:path w="1098" h="2065" extrusionOk="0">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0" name="Google Shape;20880;p141"/>
            <p:cNvSpPr/>
            <p:nvPr/>
          </p:nvSpPr>
          <p:spPr>
            <a:xfrm>
              <a:off x="3593258" y="2299876"/>
              <a:ext cx="28784" cy="54134"/>
            </a:xfrm>
            <a:custGeom>
              <a:avLst/>
              <a:gdLst/>
              <a:ahLst/>
              <a:cxnLst/>
              <a:rect l="l" t="t" r="r" b="b"/>
              <a:pathLst>
                <a:path w="1098" h="2065" extrusionOk="0">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1" name="Google Shape;20881;p141"/>
            <p:cNvSpPr/>
            <p:nvPr/>
          </p:nvSpPr>
          <p:spPr>
            <a:xfrm>
              <a:off x="3542926" y="2296101"/>
              <a:ext cx="14418" cy="14392"/>
            </a:xfrm>
            <a:custGeom>
              <a:avLst/>
              <a:gdLst/>
              <a:ahLst/>
              <a:cxnLst/>
              <a:rect l="l" t="t" r="r" b="b"/>
              <a:pathLst>
                <a:path w="550" h="549" extrusionOk="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2" name="Google Shape;20882;p141"/>
            <p:cNvSpPr/>
            <p:nvPr/>
          </p:nvSpPr>
          <p:spPr>
            <a:xfrm>
              <a:off x="3520984" y="2276125"/>
              <a:ext cx="29544" cy="30226"/>
            </a:xfrm>
            <a:custGeom>
              <a:avLst/>
              <a:gdLst/>
              <a:ahLst/>
              <a:cxnLst/>
              <a:rect l="l" t="t" r="r" b="b"/>
              <a:pathLst>
                <a:path w="1127" h="1153" extrusionOk="0">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3" name="Google Shape;20883;p141"/>
            <p:cNvSpPr/>
            <p:nvPr/>
          </p:nvSpPr>
          <p:spPr>
            <a:xfrm>
              <a:off x="3550502" y="2276125"/>
              <a:ext cx="29177" cy="30226"/>
            </a:xfrm>
            <a:custGeom>
              <a:avLst/>
              <a:gdLst/>
              <a:ahLst/>
              <a:cxnLst/>
              <a:rect l="l" t="t" r="r" b="b"/>
              <a:pathLst>
                <a:path w="1113" h="1153" extrusionOk="0">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4" name="Google Shape;20884;p141"/>
            <p:cNvSpPr/>
            <p:nvPr/>
          </p:nvSpPr>
          <p:spPr>
            <a:xfrm>
              <a:off x="3310582" y="1982386"/>
              <a:ext cx="203612" cy="175169"/>
            </a:xfrm>
            <a:custGeom>
              <a:avLst/>
              <a:gdLst/>
              <a:ahLst/>
              <a:cxnLst/>
              <a:rect l="l" t="t" r="r" b="b"/>
              <a:pathLst>
                <a:path w="7767" h="6682" extrusionOk="0">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5" name="Google Shape;20885;p141"/>
            <p:cNvSpPr/>
            <p:nvPr/>
          </p:nvSpPr>
          <p:spPr>
            <a:xfrm>
              <a:off x="3345396" y="2012192"/>
              <a:ext cx="33844" cy="11875"/>
            </a:xfrm>
            <a:custGeom>
              <a:avLst/>
              <a:gdLst/>
              <a:ahLst/>
              <a:cxnLst/>
              <a:rect l="l" t="t" r="r" b="b"/>
              <a:pathLst>
                <a:path w="1291" h="453" extrusionOk="0">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6" name="Google Shape;20886;p141"/>
            <p:cNvSpPr/>
            <p:nvPr/>
          </p:nvSpPr>
          <p:spPr>
            <a:xfrm>
              <a:off x="3387025" y="2012192"/>
              <a:ext cx="93640" cy="11875"/>
            </a:xfrm>
            <a:custGeom>
              <a:avLst/>
              <a:gdLst/>
              <a:ahLst/>
              <a:cxnLst/>
              <a:rect l="l" t="t" r="r" b="b"/>
              <a:pathLst>
                <a:path w="3572" h="453" extrusionOk="0">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7" name="Google Shape;20887;p141"/>
            <p:cNvSpPr/>
            <p:nvPr/>
          </p:nvSpPr>
          <p:spPr>
            <a:xfrm>
              <a:off x="3344111" y="2042104"/>
              <a:ext cx="136554" cy="11849"/>
            </a:xfrm>
            <a:custGeom>
              <a:avLst/>
              <a:gdLst/>
              <a:ahLst/>
              <a:cxnLst/>
              <a:rect l="l" t="t" r="r" b="b"/>
              <a:pathLst>
                <a:path w="5209" h="452" extrusionOk="0">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8" name="Google Shape;20888;p141"/>
            <p:cNvSpPr/>
            <p:nvPr/>
          </p:nvSpPr>
          <p:spPr>
            <a:xfrm>
              <a:off x="3345396" y="2072041"/>
              <a:ext cx="93640" cy="11797"/>
            </a:xfrm>
            <a:custGeom>
              <a:avLst/>
              <a:gdLst/>
              <a:ahLst/>
              <a:cxnLst/>
              <a:rect l="l" t="t" r="r" b="b"/>
              <a:pathLst>
                <a:path w="3572" h="450" extrusionOk="0">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9" name="Google Shape;20889;p141"/>
            <p:cNvSpPr/>
            <p:nvPr/>
          </p:nvSpPr>
          <p:spPr>
            <a:xfrm>
              <a:off x="3445904" y="2072041"/>
              <a:ext cx="34761" cy="11797"/>
            </a:xfrm>
            <a:custGeom>
              <a:avLst/>
              <a:gdLst/>
              <a:ahLst/>
              <a:cxnLst/>
              <a:rect l="l" t="t" r="r" b="b"/>
              <a:pathLst>
                <a:path w="1326" h="450" extrusionOk="0">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90" name="Google Shape;20890;p141"/>
          <p:cNvGrpSpPr/>
          <p:nvPr/>
        </p:nvGrpSpPr>
        <p:grpSpPr>
          <a:xfrm>
            <a:off x="1342386" y="2916322"/>
            <a:ext cx="373538" cy="331515"/>
            <a:chOff x="1342386" y="2916322"/>
            <a:chExt cx="373538" cy="331515"/>
          </a:xfrm>
        </p:grpSpPr>
        <p:sp>
          <p:nvSpPr>
            <p:cNvPr id="20891" name="Google Shape;20891;p141"/>
            <p:cNvSpPr/>
            <p:nvPr/>
          </p:nvSpPr>
          <p:spPr>
            <a:xfrm>
              <a:off x="1499047" y="2916322"/>
              <a:ext cx="216877" cy="180910"/>
            </a:xfrm>
            <a:custGeom>
              <a:avLst/>
              <a:gdLst/>
              <a:ahLst/>
              <a:cxnLst/>
              <a:rect l="l" t="t" r="r" b="b"/>
              <a:pathLst>
                <a:path w="8273" h="6901" extrusionOk="0">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2" name="Google Shape;20892;p141"/>
            <p:cNvSpPr/>
            <p:nvPr/>
          </p:nvSpPr>
          <p:spPr>
            <a:xfrm>
              <a:off x="1342386" y="3060137"/>
              <a:ext cx="217244" cy="187699"/>
            </a:xfrm>
            <a:custGeom>
              <a:avLst/>
              <a:gdLst/>
              <a:ahLst/>
              <a:cxnLst/>
              <a:rect l="l" t="t" r="r" b="b"/>
              <a:pathLst>
                <a:path w="8287" h="7160" extrusionOk="0">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3" name="Google Shape;20893;p141"/>
            <p:cNvSpPr/>
            <p:nvPr/>
          </p:nvSpPr>
          <p:spPr>
            <a:xfrm>
              <a:off x="1382128" y="3151706"/>
              <a:ext cx="41262" cy="18193"/>
            </a:xfrm>
            <a:custGeom>
              <a:avLst/>
              <a:gdLst/>
              <a:ahLst/>
              <a:cxnLst/>
              <a:rect l="l" t="t" r="r" b="b"/>
              <a:pathLst>
                <a:path w="1574" h="694" extrusionOk="0">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4" name="Google Shape;20894;p141"/>
            <p:cNvSpPr/>
            <p:nvPr/>
          </p:nvSpPr>
          <p:spPr>
            <a:xfrm>
              <a:off x="1360186" y="3066927"/>
              <a:ext cx="29911" cy="66272"/>
            </a:xfrm>
            <a:custGeom>
              <a:avLst/>
              <a:gdLst/>
              <a:ahLst/>
              <a:cxnLst/>
              <a:rect l="l" t="t" r="r" b="b"/>
              <a:pathLst>
                <a:path w="1141" h="2528" extrusionOk="0">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5" name="Google Shape;20895;p141"/>
            <p:cNvSpPr/>
            <p:nvPr/>
          </p:nvSpPr>
          <p:spPr>
            <a:xfrm>
              <a:off x="1372297" y="3060871"/>
              <a:ext cx="72301" cy="72694"/>
            </a:xfrm>
            <a:custGeom>
              <a:avLst/>
              <a:gdLst/>
              <a:ahLst/>
              <a:cxnLst/>
              <a:rect l="l" t="t" r="r" b="b"/>
              <a:pathLst>
                <a:path w="2758" h="2773" extrusionOk="0">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6" name="Google Shape;20896;p141"/>
            <p:cNvSpPr/>
            <p:nvPr/>
          </p:nvSpPr>
          <p:spPr>
            <a:xfrm>
              <a:off x="1366609" y="3091149"/>
              <a:ext cx="72301" cy="66245"/>
            </a:xfrm>
            <a:custGeom>
              <a:avLst/>
              <a:gdLst/>
              <a:ahLst/>
              <a:cxnLst/>
              <a:rect l="l" t="t" r="r" b="b"/>
              <a:pathLst>
                <a:path w="2758" h="2527" extrusionOk="0">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7" name="Google Shape;20897;p141"/>
            <p:cNvSpPr/>
            <p:nvPr/>
          </p:nvSpPr>
          <p:spPr>
            <a:xfrm>
              <a:off x="1366242" y="3091149"/>
              <a:ext cx="72301" cy="64751"/>
            </a:xfrm>
            <a:custGeom>
              <a:avLst/>
              <a:gdLst/>
              <a:ahLst/>
              <a:cxnLst/>
              <a:rect l="l" t="t" r="r" b="b"/>
              <a:pathLst>
                <a:path w="2758" h="2470" extrusionOk="0">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8" name="Google Shape;20898;p141"/>
            <p:cNvSpPr/>
            <p:nvPr/>
          </p:nvSpPr>
          <p:spPr>
            <a:xfrm>
              <a:off x="1342386" y="3086981"/>
              <a:ext cx="198710" cy="160855"/>
            </a:xfrm>
            <a:custGeom>
              <a:avLst/>
              <a:gdLst/>
              <a:ahLst/>
              <a:cxnLst/>
              <a:rect l="l" t="t" r="r" b="b"/>
              <a:pathLst>
                <a:path w="7580" h="6136" extrusionOk="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9" name="Google Shape;20899;p141"/>
            <p:cNvSpPr/>
            <p:nvPr/>
          </p:nvSpPr>
          <p:spPr>
            <a:xfrm>
              <a:off x="1342386" y="3181591"/>
              <a:ext cx="23882" cy="66245"/>
            </a:xfrm>
            <a:custGeom>
              <a:avLst/>
              <a:gdLst/>
              <a:ahLst/>
              <a:cxnLst/>
              <a:rect l="l" t="t" r="r" b="b"/>
              <a:pathLst>
                <a:path w="911" h="2527" extrusionOk="0">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0" name="Google Shape;20900;p141"/>
            <p:cNvSpPr/>
            <p:nvPr/>
          </p:nvSpPr>
          <p:spPr>
            <a:xfrm>
              <a:off x="1438517" y="3086981"/>
              <a:ext cx="102579" cy="129083"/>
            </a:xfrm>
            <a:custGeom>
              <a:avLst/>
              <a:gdLst/>
              <a:ahLst/>
              <a:cxnLst/>
              <a:rect l="l" t="t" r="r" b="b"/>
              <a:pathLst>
                <a:path w="3913" h="4924" extrusionOk="0">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1" name="Google Shape;20901;p141"/>
            <p:cNvSpPr/>
            <p:nvPr/>
          </p:nvSpPr>
          <p:spPr>
            <a:xfrm>
              <a:off x="1515903" y="2943559"/>
              <a:ext cx="178839" cy="114900"/>
            </a:xfrm>
            <a:custGeom>
              <a:avLst/>
              <a:gdLst/>
              <a:ahLst/>
              <a:cxnLst/>
              <a:rect l="l" t="t" r="r" b="b"/>
              <a:pathLst>
                <a:path w="6822" h="4383" extrusionOk="0">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02" name="Google Shape;20902;p141"/>
          <p:cNvGrpSpPr/>
          <p:nvPr/>
        </p:nvGrpSpPr>
        <p:grpSpPr>
          <a:xfrm>
            <a:off x="2294122" y="2946600"/>
            <a:ext cx="373931" cy="271351"/>
            <a:chOff x="2294122" y="2946600"/>
            <a:chExt cx="373931" cy="271351"/>
          </a:xfrm>
        </p:grpSpPr>
        <p:sp>
          <p:nvSpPr>
            <p:cNvPr id="20903" name="Google Shape;20903;p141"/>
            <p:cNvSpPr/>
            <p:nvPr/>
          </p:nvSpPr>
          <p:spPr>
            <a:xfrm>
              <a:off x="2312289" y="2946600"/>
              <a:ext cx="337597" cy="247129"/>
            </a:xfrm>
            <a:custGeom>
              <a:avLst/>
              <a:gdLst/>
              <a:ahLst/>
              <a:cxnLst/>
              <a:rect l="l" t="t" r="r" b="b"/>
              <a:pathLst>
                <a:path w="12878" h="9427" extrusionOk="0">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4" name="Google Shape;20904;p141"/>
            <p:cNvSpPr/>
            <p:nvPr/>
          </p:nvSpPr>
          <p:spPr>
            <a:xfrm>
              <a:off x="2336511" y="2970823"/>
              <a:ext cx="289151" cy="192628"/>
            </a:xfrm>
            <a:custGeom>
              <a:avLst/>
              <a:gdLst/>
              <a:ahLst/>
              <a:cxnLst/>
              <a:rect l="l" t="t" r="r" b="b"/>
              <a:pathLst>
                <a:path w="11030" h="7348" extrusionOk="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5" name="Google Shape;20905;p141"/>
            <p:cNvSpPr/>
            <p:nvPr/>
          </p:nvSpPr>
          <p:spPr>
            <a:xfrm>
              <a:off x="2336511" y="3127483"/>
              <a:ext cx="168798" cy="35967"/>
            </a:xfrm>
            <a:custGeom>
              <a:avLst/>
              <a:gdLst/>
              <a:ahLst/>
              <a:cxnLst/>
              <a:rect l="l" t="t" r="r" b="b"/>
              <a:pathLst>
                <a:path w="6439" h="1372" extrusionOk="0">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6" name="Google Shape;20906;p141"/>
            <p:cNvSpPr/>
            <p:nvPr/>
          </p:nvSpPr>
          <p:spPr>
            <a:xfrm>
              <a:off x="2505284" y="2970823"/>
              <a:ext cx="120379" cy="96130"/>
            </a:xfrm>
            <a:custGeom>
              <a:avLst/>
              <a:gdLst/>
              <a:ahLst/>
              <a:cxnLst/>
              <a:rect l="l" t="t" r="r" b="b"/>
              <a:pathLst>
                <a:path w="4592" h="3667" extrusionOk="0">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7" name="Google Shape;20907;p141"/>
            <p:cNvSpPr/>
            <p:nvPr/>
          </p:nvSpPr>
          <p:spPr>
            <a:xfrm>
              <a:off x="2505284" y="3066927"/>
              <a:ext cx="120379" cy="96524"/>
            </a:xfrm>
            <a:custGeom>
              <a:avLst/>
              <a:gdLst/>
              <a:ahLst/>
              <a:cxnLst/>
              <a:rect l="l" t="t" r="r" b="b"/>
              <a:pathLst>
                <a:path w="4592" h="3682" extrusionOk="0">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8" name="Google Shape;20908;p141"/>
            <p:cNvSpPr/>
            <p:nvPr/>
          </p:nvSpPr>
          <p:spPr>
            <a:xfrm>
              <a:off x="2294122" y="3187647"/>
              <a:ext cx="373931" cy="30305"/>
            </a:xfrm>
            <a:custGeom>
              <a:avLst/>
              <a:gdLst/>
              <a:ahLst/>
              <a:cxnLst/>
              <a:rect l="l" t="t" r="r" b="b"/>
              <a:pathLst>
                <a:path w="14264" h="1156" extrusionOk="0">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9" name="Google Shape;20909;p141"/>
            <p:cNvSpPr/>
            <p:nvPr/>
          </p:nvSpPr>
          <p:spPr>
            <a:xfrm>
              <a:off x="2294122" y="3187647"/>
              <a:ext cx="373931" cy="12138"/>
            </a:xfrm>
            <a:custGeom>
              <a:avLst/>
              <a:gdLst/>
              <a:ahLst/>
              <a:cxnLst/>
              <a:rect l="l" t="t" r="r" b="b"/>
              <a:pathLst>
                <a:path w="14264" h="463" extrusionOk="0">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0" name="Google Shape;20910;p141"/>
            <p:cNvSpPr/>
            <p:nvPr/>
          </p:nvSpPr>
          <p:spPr>
            <a:xfrm>
              <a:off x="2444753" y="3187647"/>
              <a:ext cx="72668" cy="18193"/>
            </a:xfrm>
            <a:custGeom>
              <a:avLst/>
              <a:gdLst/>
              <a:ahLst/>
              <a:cxnLst/>
              <a:rect l="l" t="t" r="r" b="b"/>
              <a:pathLst>
                <a:path w="2772" h="694" extrusionOk="0">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1" name="Google Shape;20911;p141"/>
            <p:cNvSpPr/>
            <p:nvPr/>
          </p:nvSpPr>
          <p:spPr>
            <a:xfrm>
              <a:off x="2535195" y="3043097"/>
              <a:ext cx="60557" cy="24249"/>
            </a:xfrm>
            <a:custGeom>
              <a:avLst/>
              <a:gdLst/>
              <a:ahLst/>
              <a:cxnLst/>
              <a:rect l="l" t="t" r="r" b="b"/>
              <a:pathLst>
                <a:path w="2310" h="925" extrusionOk="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2" name="Google Shape;20912;p141"/>
            <p:cNvSpPr/>
            <p:nvPr/>
          </p:nvSpPr>
          <p:spPr>
            <a:xfrm>
              <a:off x="2553362" y="3024930"/>
              <a:ext cx="24223" cy="30305"/>
            </a:xfrm>
            <a:custGeom>
              <a:avLst/>
              <a:gdLst/>
              <a:ahLst/>
              <a:cxnLst/>
              <a:rect l="l" t="t" r="r" b="b"/>
              <a:pathLst>
                <a:path w="924" h="1156" extrusionOk="0">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3" name="Google Shape;20913;p141"/>
            <p:cNvSpPr/>
            <p:nvPr/>
          </p:nvSpPr>
          <p:spPr>
            <a:xfrm>
              <a:off x="2547306" y="2994652"/>
              <a:ext cx="36334" cy="42416"/>
            </a:xfrm>
            <a:custGeom>
              <a:avLst/>
              <a:gdLst/>
              <a:ahLst/>
              <a:cxnLst/>
              <a:rect l="l" t="t" r="r" b="b"/>
              <a:pathLst>
                <a:path w="1386" h="1618" extrusionOk="0">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4" name="Google Shape;20914;p141"/>
            <p:cNvSpPr/>
            <p:nvPr/>
          </p:nvSpPr>
          <p:spPr>
            <a:xfrm>
              <a:off x="2547306" y="2994652"/>
              <a:ext cx="24249" cy="42337"/>
            </a:xfrm>
            <a:custGeom>
              <a:avLst/>
              <a:gdLst/>
              <a:ahLst/>
              <a:cxnLst/>
              <a:rect l="l" t="t" r="r" b="b"/>
              <a:pathLst>
                <a:path w="925" h="1615" extrusionOk="0">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5" name="Google Shape;20915;p141"/>
            <p:cNvSpPr/>
            <p:nvPr/>
          </p:nvSpPr>
          <p:spPr>
            <a:xfrm>
              <a:off x="2547306" y="2994652"/>
              <a:ext cx="36334" cy="18193"/>
            </a:xfrm>
            <a:custGeom>
              <a:avLst/>
              <a:gdLst/>
              <a:ahLst/>
              <a:cxnLst/>
              <a:rect l="l" t="t" r="r" b="b"/>
              <a:pathLst>
                <a:path w="1386" h="694" extrusionOk="0">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6" name="Google Shape;20916;p141"/>
            <p:cNvSpPr/>
            <p:nvPr/>
          </p:nvSpPr>
          <p:spPr>
            <a:xfrm>
              <a:off x="2547306" y="2994652"/>
              <a:ext cx="24249" cy="15178"/>
            </a:xfrm>
            <a:custGeom>
              <a:avLst/>
              <a:gdLst/>
              <a:ahLst/>
              <a:cxnLst/>
              <a:rect l="l" t="t" r="r" b="b"/>
              <a:pathLst>
                <a:path w="925" h="579" extrusionOk="0">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7" name="Google Shape;20917;p141"/>
            <p:cNvSpPr/>
            <p:nvPr/>
          </p:nvSpPr>
          <p:spPr>
            <a:xfrm>
              <a:off x="2535195" y="3139595"/>
              <a:ext cx="60557" cy="23856"/>
            </a:xfrm>
            <a:custGeom>
              <a:avLst/>
              <a:gdLst/>
              <a:ahLst/>
              <a:cxnLst/>
              <a:rect l="l" t="t" r="r" b="b"/>
              <a:pathLst>
                <a:path w="2310" h="910" extrusionOk="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8" name="Google Shape;20918;p141"/>
            <p:cNvSpPr/>
            <p:nvPr/>
          </p:nvSpPr>
          <p:spPr>
            <a:xfrm>
              <a:off x="2553362" y="3121428"/>
              <a:ext cx="24223" cy="29911"/>
            </a:xfrm>
            <a:custGeom>
              <a:avLst/>
              <a:gdLst/>
              <a:ahLst/>
              <a:cxnLst/>
              <a:rect l="l" t="t" r="r" b="b"/>
              <a:pathLst>
                <a:path w="924" h="1141" extrusionOk="0">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9" name="Google Shape;20919;p141"/>
            <p:cNvSpPr/>
            <p:nvPr/>
          </p:nvSpPr>
          <p:spPr>
            <a:xfrm>
              <a:off x="2547306" y="3091543"/>
              <a:ext cx="36334" cy="42023"/>
            </a:xfrm>
            <a:custGeom>
              <a:avLst/>
              <a:gdLst/>
              <a:ahLst/>
              <a:cxnLst/>
              <a:rect l="l" t="t" r="r" b="b"/>
              <a:pathLst>
                <a:path w="1386" h="1603" extrusionOk="0">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0" name="Google Shape;20920;p141"/>
            <p:cNvSpPr/>
            <p:nvPr/>
          </p:nvSpPr>
          <p:spPr>
            <a:xfrm>
              <a:off x="2547306" y="3091543"/>
              <a:ext cx="24249" cy="42101"/>
            </a:xfrm>
            <a:custGeom>
              <a:avLst/>
              <a:gdLst/>
              <a:ahLst/>
              <a:cxnLst/>
              <a:rect l="l" t="t" r="r" b="b"/>
              <a:pathLst>
                <a:path w="925" h="1606" extrusionOk="0">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1" name="Google Shape;20921;p141"/>
            <p:cNvSpPr/>
            <p:nvPr/>
          </p:nvSpPr>
          <p:spPr>
            <a:xfrm>
              <a:off x="2547306" y="3091149"/>
              <a:ext cx="36334" cy="18193"/>
            </a:xfrm>
            <a:custGeom>
              <a:avLst/>
              <a:gdLst/>
              <a:ahLst/>
              <a:cxnLst/>
              <a:rect l="l" t="t" r="r" b="b"/>
              <a:pathLst>
                <a:path w="1386" h="694" extrusionOk="0">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2" name="Google Shape;20922;p141"/>
            <p:cNvSpPr/>
            <p:nvPr/>
          </p:nvSpPr>
          <p:spPr>
            <a:xfrm>
              <a:off x="2547306" y="3091543"/>
              <a:ext cx="24249" cy="14785"/>
            </a:xfrm>
            <a:custGeom>
              <a:avLst/>
              <a:gdLst/>
              <a:ahLst/>
              <a:cxnLst/>
              <a:rect l="l" t="t" r="r" b="b"/>
              <a:pathLst>
                <a:path w="925" h="564" extrusionOk="0">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3" name="Google Shape;20923;p141"/>
            <p:cNvSpPr/>
            <p:nvPr/>
          </p:nvSpPr>
          <p:spPr>
            <a:xfrm>
              <a:off x="2384563" y="3049153"/>
              <a:ext cx="72327" cy="90075"/>
            </a:xfrm>
            <a:custGeom>
              <a:avLst/>
              <a:gdLst/>
              <a:ahLst/>
              <a:cxnLst/>
              <a:rect l="l" t="t" r="r" b="b"/>
              <a:pathLst>
                <a:path w="2759" h="3436" extrusionOk="0">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4" name="Google Shape;20924;p141"/>
            <p:cNvSpPr/>
            <p:nvPr/>
          </p:nvSpPr>
          <p:spPr>
            <a:xfrm>
              <a:off x="2407659" y="3048760"/>
              <a:ext cx="26503" cy="18115"/>
            </a:xfrm>
            <a:custGeom>
              <a:avLst/>
              <a:gdLst/>
              <a:ahLst/>
              <a:cxnLst/>
              <a:rect l="l" t="t" r="r" b="b"/>
              <a:pathLst>
                <a:path w="1011" h="691" extrusionOk="0">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5" name="Google Shape;20925;p141"/>
            <p:cNvSpPr/>
            <p:nvPr/>
          </p:nvSpPr>
          <p:spPr>
            <a:xfrm>
              <a:off x="2384563" y="3068080"/>
              <a:ext cx="72327" cy="71541"/>
            </a:xfrm>
            <a:custGeom>
              <a:avLst/>
              <a:gdLst/>
              <a:ahLst/>
              <a:cxnLst/>
              <a:rect l="l" t="t" r="r" b="b"/>
              <a:pathLst>
                <a:path w="2759" h="2729" extrusionOk="0">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6" name="Google Shape;20926;p141"/>
            <p:cNvSpPr/>
            <p:nvPr/>
          </p:nvSpPr>
          <p:spPr>
            <a:xfrm>
              <a:off x="2396675" y="3000708"/>
              <a:ext cx="48105" cy="54527"/>
            </a:xfrm>
            <a:custGeom>
              <a:avLst/>
              <a:gdLst/>
              <a:ahLst/>
              <a:cxnLst/>
              <a:rect l="l" t="t" r="r" b="b"/>
              <a:pathLst>
                <a:path w="1835" h="2080" extrusionOk="0">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7" name="Google Shape;20927;p141"/>
            <p:cNvSpPr/>
            <p:nvPr/>
          </p:nvSpPr>
          <p:spPr>
            <a:xfrm>
              <a:off x="2396675" y="3000708"/>
              <a:ext cx="33345" cy="54422"/>
            </a:xfrm>
            <a:custGeom>
              <a:avLst/>
              <a:gdLst/>
              <a:ahLst/>
              <a:cxnLst/>
              <a:rect l="l" t="t" r="r" b="b"/>
              <a:pathLst>
                <a:path w="1272" h="2076" extrusionOk="0">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8" name="Google Shape;20928;p141"/>
            <p:cNvSpPr/>
            <p:nvPr/>
          </p:nvSpPr>
          <p:spPr>
            <a:xfrm>
              <a:off x="2396675" y="3000708"/>
              <a:ext cx="48105" cy="24301"/>
            </a:xfrm>
            <a:custGeom>
              <a:avLst/>
              <a:gdLst/>
              <a:ahLst/>
              <a:cxnLst/>
              <a:rect l="l" t="t" r="r" b="b"/>
              <a:pathLst>
                <a:path w="1835" h="927" extrusionOk="0">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9" name="Google Shape;20929;p141"/>
            <p:cNvSpPr/>
            <p:nvPr/>
          </p:nvSpPr>
          <p:spPr>
            <a:xfrm>
              <a:off x="2396675" y="3000708"/>
              <a:ext cx="33345" cy="21968"/>
            </a:xfrm>
            <a:custGeom>
              <a:avLst/>
              <a:gdLst/>
              <a:ahLst/>
              <a:cxnLst/>
              <a:rect l="l" t="t" r="r" b="b"/>
              <a:pathLst>
                <a:path w="1272" h="838" extrusionOk="0">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0" name="Google Shape;20930;p141"/>
            <p:cNvSpPr/>
            <p:nvPr/>
          </p:nvSpPr>
          <p:spPr>
            <a:xfrm>
              <a:off x="2384563" y="3079038"/>
              <a:ext cx="30305" cy="60583"/>
            </a:xfrm>
            <a:custGeom>
              <a:avLst/>
              <a:gdLst/>
              <a:ahLst/>
              <a:cxnLst/>
              <a:rect l="l" t="t" r="r" b="b"/>
              <a:pathLst>
                <a:path w="1156" h="2311" extrusionOk="0">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1" name="Google Shape;20931;p141"/>
            <p:cNvSpPr/>
            <p:nvPr/>
          </p:nvSpPr>
          <p:spPr>
            <a:xfrm>
              <a:off x="2426953" y="3078671"/>
              <a:ext cx="30305" cy="60557"/>
            </a:xfrm>
            <a:custGeom>
              <a:avLst/>
              <a:gdLst/>
              <a:ahLst/>
              <a:cxnLst/>
              <a:rect l="l" t="t" r="r" b="b"/>
              <a:pathLst>
                <a:path w="1156" h="2310" extrusionOk="0">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2" name="Google Shape;20932;p141"/>
            <p:cNvSpPr/>
            <p:nvPr/>
          </p:nvSpPr>
          <p:spPr>
            <a:xfrm>
              <a:off x="2408786" y="3127483"/>
              <a:ext cx="24249" cy="11744"/>
            </a:xfrm>
            <a:custGeom>
              <a:avLst/>
              <a:gdLst/>
              <a:ahLst/>
              <a:cxnLst/>
              <a:rect l="l" t="t" r="r" b="b"/>
              <a:pathLst>
                <a:path w="925" h="448" extrusionOk="0">
                  <a:moveTo>
                    <a:pt x="1" y="1"/>
                  </a:moveTo>
                  <a:lnTo>
                    <a:pt x="1" y="448"/>
                  </a:lnTo>
                  <a:lnTo>
                    <a:pt x="925" y="448"/>
                  </a:lnTo>
                  <a:lnTo>
                    <a:pt x="925"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33" name="Google Shape;20933;p141"/>
          <p:cNvGrpSpPr/>
          <p:nvPr/>
        </p:nvGrpSpPr>
        <p:grpSpPr>
          <a:xfrm>
            <a:off x="2769819" y="2907251"/>
            <a:ext cx="373905" cy="349682"/>
            <a:chOff x="2769819" y="2907251"/>
            <a:chExt cx="373905" cy="349682"/>
          </a:xfrm>
        </p:grpSpPr>
        <p:sp>
          <p:nvSpPr>
            <p:cNvPr id="20934" name="Google Shape;20934;p141"/>
            <p:cNvSpPr/>
            <p:nvPr/>
          </p:nvSpPr>
          <p:spPr>
            <a:xfrm>
              <a:off x="2975292" y="2943559"/>
              <a:ext cx="168431" cy="176532"/>
            </a:xfrm>
            <a:custGeom>
              <a:avLst/>
              <a:gdLst/>
              <a:ahLst/>
              <a:cxnLst/>
              <a:rect l="l" t="t" r="r" b="b"/>
              <a:pathLst>
                <a:path w="6425" h="6734" extrusionOk="0">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5" name="Google Shape;20935;p141"/>
            <p:cNvSpPr/>
            <p:nvPr/>
          </p:nvSpPr>
          <p:spPr>
            <a:xfrm>
              <a:off x="3035456" y="2943559"/>
              <a:ext cx="48105" cy="114691"/>
            </a:xfrm>
            <a:custGeom>
              <a:avLst/>
              <a:gdLst/>
              <a:ahLst/>
              <a:cxnLst/>
              <a:rect l="l" t="t" r="r" b="b"/>
              <a:pathLst>
                <a:path w="1835" h="4375" extrusionOk="0">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6" name="Google Shape;20936;p141"/>
            <p:cNvSpPr/>
            <p:nvPr/>
          </p:nvSpPr>
          <p:spPr>
            <a:xfrm>
              <a:off x="3047567" y="2907251"/>
              <a:ext cx="23882" cy="96524"/>
            </a:xfrm>
            <a:custGeom>
              <a:avLst/>
              <a:gdLst/>
              <a:ahLst/>
              <a:cxnLst/>
              <a:rect l="l" t="t" r="r" b="b"/>
              <a:pathLst>
                <a:path w="911" h="3682" extrusionOk="0">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7" name="Google Shape;20937;p141"/>
            <p:cNvSpPr/>
            <p:nvPr/>
          </p:nvSpPr>
          <p:spPr>
            <a:xfrm>
              <a:off x="3047567" y="3021916"/>
              <a:ext cx="23882" cy="24223"/>
            </a:xfrm>
            <a:custGeom>
              <a:avLst/>
              <a:gdLst/>
              <a:ahLst/>
              <a:cxnLst/>
              <a:rect l="l" t="t" r="r" b="b"/>
              <a:pathLst>
                <a:path w="911" h="924" extrusionOk="0">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8" name="Google Shape;20938;p141"/>
            <p:cNvSpPr/>
            <p:nvPr/>
          </p:nvSpPr>
          <p:spPr>
            <a:xfrm>
              <a:off x="2769819" y="3172521"/>
              <a:ext cx="205132" cy="84412"/>
            </a:xfrm>
            <a:custGeom>
              <a:avLst/>
              <a:gdLst/>
              <a:ahLst/>
              <a:cxnLst/>
              <a:rect l="l" t="t" r="r" b="b"/>
              <a:pathLst>
                <a:path w="7825" h="3220" extrusionOk="0">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9" name="Google Shape;20939;p141"/>
            <p:cNvSpPr/>
            <p:nvPr/>
          </p:nvSpPr>
          <p:spPr>
            <a:xfrm>
              <a:off x="2860628" y="3196743"/>
              <a:ext cx="24249" cy="60190"/>
            </a:xfrm>
            <a:custGeom>
              <a:avLst/>
              <a:gdLst/>
              <a:ahLst/>
              <a:cxnLst/>
              <a:rect l="l" t="t" r="r" b="b"/>
              <a:pathLst>
                <a:path w="925" h="2296" extrusionOk="0">
                  <a:moveTo>
                    <a:pt x="217" y="0"/>
                  </a:moveTo>
                  <a:lnTo>
                    <a:pt x="1" y="2295"/>
                  </a:lnTo>
                  <a:lnTo>
                    <a:pt x="925" y="2295"/>
                  </a:lnTo>
                  <a:lnTo>
                    <a:pt x="694"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0" name="Google Shape;20940;p141"/>
            <p:cNvSpPr/>
            <p:nvPr/>
          </p:nvSpPr>
          <p:spPr>
            <a:xfrm>
              <a:off x="2862148" y="3184632"/>
              <a:ext cx="21208" cy="20448"/>
            </a:xfrm>
            <a:custGeom>
              <a:avLst/>
              <a:gdLst/>
              <a:ahLst/>
              <a:cxnLst/>
              <a:rect l="l" t="t" r="r" b="b"/>
              <a:pathLst>
                <a:path w="809" h="780" extrusionOk="0">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1" name="Google Shape;20941;p141"/>
            <p:cNvSpPr/>
            <p:nvPr/>
          </p:nvSpPr>
          <p:spPr>
            <a:xfrm>
              <a:off x="2938958" y="3197110"/>
              <a:ext cx="35993" cy="59823"/>
            </a:xfrm>
            <a:custGeom>
              <a:avLst/>
              <a:gdLst/>
              <a:ahLst/>
              <a:cxnLst/>
              <a:rect l="l" t="t" r="r" b="b"/>
              <a:pathLst>
                <a:path w="1373" h="2282" extrusionOk="0">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2" name="Google Shape;20942;p141"/>
            <p:cNvSpPr/>
            <p:nvPr/>
          </p:nvSpPr>
          <p:spPr>
            <a:xfrm>
              <a:off x="2806520" y="2985582"/>
              <a:ext cx="132464" cy="96130"/>
            </a:xfrm>
            <a:custGeom>
              <a:avLst/>
              <a:gdLst/>
              <a:ahLst/>
              <a:cxnLst/>
              <a:rect l="l" t="t" r="r" b="b"/>
              <a:pathLst>
                <a:path w="5053" h="3667" extrusionOk="0">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3" name="Google Shape;20943;p141"/>
            <p:cNvSpPr/>
            <p:nvPr/>
          </p:nvSpPr>
          <p:spPr>
            <a:xfrm>
              <a:off x="2836405" y="2985582"/>
              <a:ext cx="102579" cy="96524"/>
            </a:xfrm>
            <a:custGeom>
              <a:avLst/>
              <a:gdLst/>
              <a:ahLst/>
              <a:cxnLst/>
              <a:rect l="l" t="t" r="r" b="b"/>
              <a:pathLst>
                <a:path w="3913" h="3682" extrusionOk="0">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4" name="Google Shape;20944;p141"/>
            <p:cNvSpPr/>
            <p:nvPr/>
          </p:nvSpPr>
          <p:spPr>
            <a:xfrm>
              <a:off x="2836405" y="3130498"/>
              <a:ext cx="72327" cy="54160"/>
            </a:xfrm>
            <a:custGeom>
              <a:avLst/>
              <a:gdLst/>
              <a:ahLst/>
              <a:cxnLst/>
              <a:rect l="l" t="t" r="r" b="b"/>
              <a:pathLst>
                <a:path w="2759" h="2066" extrusionOk="0">
                  <a:moveTo>
                    <a:pt x="1" y="1"/>
                  </a:moveTo>
                  <a:lnTo>
                    <a:pt x="1" y="2065"/>
                  </a:lnTo>
                  <a:lnTo>
                    <a:pt x="2758" y="2065"/>
                  </a:lnTo>
                  <a:lnTo>
                    <a:pt x="2758"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5" name="Google Shape;20945;p141"/>
            <p:cNvSpPr/>
            <p:nvPr/>
          </p:nvSpPr>
          <p:spPr>
            <a:xfrm>
              <a:off x="2836405" y="3130498"/>
              <a:ext cx="72327" cy="30121"/>
            </a:xfrm>
            <a:custGeom>
              <a:avLst/>
              <a:gdLst/>
              <a:ahLst/>
              <a:cxnLst/>
              <a:rect l="l" t="t" r="r" b="b"/>
              <a:pathLst>
                <a:path w="2759" h="1149" extrusionOk="0">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6" name="Google Shape;20946;p141"/>
            <p:cNvSpPr/>
            <p:nvPr/>
          </p:nvSpPr>
          <p:spPr>
            <a:xfrm>
              <a:off x="2824294" y="3162533"/>
              <a:ext cx="48472" cy="43202"/>
            </a:xfrm>
            <a:custGeom>
              <a:avLst/>
              <a:gdLst/>
              <a:ahLst/>
              <a:cxnLst/>
              <a:rect l="l" t="t" r="r" b="b"/>
              <a:pathLst>
                <a:path w="1849" h="1648" extrusionOk="0">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7" name="Google Shape;20947;p141"/>
            <p:cNvSpPr/>
            <p:nvPr/>
          </p:nvSpPr>
          <p:spPr>
            <a:xfrm>
              <a:off x="2872739" y="3162533"/>
              <a:ext cx="48078" cy="43202"/>
            </a:xfrm>
            <a:custGeom>
              <a:avLst/>
              <a:gdLst/>
              <a:ahLst/>
              <a:cxnLst/>
              <a:rect l="l" t="t" r="r" b="b"/>
              <a:pathLst>
                <a:path w="1834" h="1648" extrusionOk="0">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8" name="Google Shape;20948;p141"/>
            <p:cNvSpPr/>
            <p:nvPr/>
          </p:nvSpPr>
          <p:spPr>
            <a:xfrm>
              <a:off x="2812576" y="3034709"/>
              <a:ext cx="120746" cy="113616"/>
            </a:xfrm>
            <a:custGeom>
              <a:avLst/>
              <a:gdLst/>
              <a:ahLst/>
              <a:cxnLst/>
              <a:rect l="l" t="t" r="r" b="b"/>
              <a:pathLst>
                <a:path w="4606" h="4334" extrusionOk="0">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9" name="Google Shape;20949;p141"/>
            <p:cNvSpPr/>
            <p:nvPr/>
          </p:nvSpPr>
          <p:spPr>
            <a:xfrm>
              <a:off x="2812183" y="3034577"/>
              <a:ext cx="108268" cy="113380"/>
            </a:xfrm>
            <a:custGeom>
              <a:avLst/>
              <a:gdLst/>
              <a:ahLst/>
              <a:cxnLst/>
              <a:rect l="l" t="t" r="r" b="b"/>
              <a:pathLst>
                <a:path w="4130" h="4325" extrusionOk="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0" name="Google Shape;20950;p141"/>
            <p:cNvSpPr/>
            <p:nvPr/>
          </p:nvSpPr>
          <p:spPr>
            <a:xfrm>
              <a:off x="2770186" y="3197110"/>
              <a:ext cx="36360" cy="59823"/>
            </a:xfrm>
            <a:custGeom>
              <a:avLst/>
              <a:gdLst/>
              <a:ahLst/>
              <a:cxnLst/>
              <a:rect l="l" t="t" r="r" b="b"/>
              <a:pathLst>
                <a:path w="1387" h="2282" extrusionOk="0">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51" name="Google Shape;20951;p141"/>
          <p:cNvGrpSpPr/>
          <p:nvPr/>
        </p:nvGrpSpPr>
        <p:grpSpPr>
          <a:xfrm>
            <a:off x="3246251" y="2895245"/>
            <a:ext cx="375792" cy="373800"/>
            <a:chOff x="3246251" y="2895245"/>
            <a:chExt cx="375792" cy="373800"/>
          </a:xfrm>
        </p:grpSpPr>
        <p:sp>
          <p:nvSpPr>
            <p:cNvPr id="20952" name="Google Shape;20952;p141"/>
            <p:cNvSpPr/>
            <p:nvPr/>
          </p:nvSpPr>
          <p:spPr>
            <a:xfrm>
              <a:off x="3246251" y="2960599"/>
              <a:ext cx="308446" cy="308446"/>
            </a:xfrm>
            <a:custGeom>
              <a:avLst/>
              <a:gdLst/>
              <a:ahLst/>
              <a:cxnLst/>
              <a:rect l="l" t="t" r="r" b="b"/>
              <a:pathLst>
                <a:path w="11766" h="11766" extrusionOk="0">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3" name="Google Shape;20953;p141"/>
            <p:cNvSpPr/>
            <p:nvPr/>
          </p:nvSpPr>
          <p:spPr>
            <a:xfrm>
              <a:off x="3400264" y="3108556"/>
              <a:ext cx="154039" cy="12531"/>
            </a:xfrm>
            <a:custGeom>
              <a:avLst/>
              <a:gdLst/>
              <a:ahLst/>
              <a:cxnLst/>
              <a:rect l="l" t="t" r="r" b="b"/>
              <a:pathLst>
                <a:path w="5876" h="478" extrusionOk="0">
                  <a:moveTo>
                    <a:pt x="1" y="1"/>
                  </a:moveTo>
                  <a:lnTo>
                    <a:pt x="1" y="477"/>
                  </a:lnTo>
                  <a:lnTo>
                    <a:pt x="5876" y="477"/>
                  </a:lnTo>
                  <a:lnTo>
                    <a:pt x="5876" y="246"/>
                  </a:lnTo>
                  <a:lnTo>
                    <a:pt x="5876"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4" name="Google Shape;20954;p141"/>
            <p:cNvSpPr/>
            <p:nvPr/>
          </p:nvSpPr>
          <p:spPr>
            <a:xfrm>
              <a:off x="3529687" y="2895245"/>
              <a:ext cx="92355" cy="89970"/>
            </a:xfrm>
            <a:custGeom>
              <a:avLst/>
              <a:gdLst/>
              <a:ahLst/>
              <a:cxnLst/>
              <a:rect l="l" t="t" r="r" b="b"/>
              <a:pathLst>
                <a:path w="3523" h="3432" extrusionOk="0">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5" name="Google Shape;20955;p141"/>
            <p:cNvSpPr/>
            <p:nvPr/>
          </p:nvSpPr>
          <p:spPr>
            <a:xfrm>
              <a:off x="3529687" y="2895245"/>
              <a:ext cx="62103" cy="89970"/>
            </a:xfrm>
            <a:custGeom>
              <a:avLst/>
              <a:gdLst/>
              <a:ahLst/>
              <a:cxnLst/>
              <a:rect l="l" t="t" r="r" b="b"/>
              <a:pathLst>
                <a:path w="2369" h="3432" extrusionOk="0">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6" name="Google Shape;20956;p141"/>
            <p:cNvSpPr/>
            <p:nvPr/>
          </p:nvSpPr>
          <p:spPr>
            <a:xfrm>
              <a:off x="3283345" y="2997693"/>
              <a:ext cx="234257" cy="234257"/>
            </a:xfrm>
            <a:custGeom>
              <a:avLst/>
              <a:gdLst/>
              <a:ahLst/>
              <a:cxnLst/>
              <a:rect l="l" t="t" r="r" b="b"/>
              <a:pathLst>
                <a:path w="8936" h="8936" extrusionOk="0">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7" name="Google Shape;20957;p141"/>
            <p:cNvSpPr/>
            <p:nvPr/>
          </p:nvSpPr>
          <p:spPr>
            <a:xfrm>
              <a:off x="3400264" y="3108556"/>
              <a:ext cx="117338" cy="12531"/>
            </a:xfrm>
            <a:custGeom>
              <a:avLst/>
              <a:gdLst/>
              <a:ahLst/>
              <a:cxnLst/>
              <a:rect l="l" t="t" r="r" b="b"/>
              <a:pathLst>
                <a:path w="4476" h="478" extrusionOk="0">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8" name="Google Shape;20958;p141"/>
            <p:cNvSpPr/>
            <p:nvPr/>
          </p:nvSpPr>
          <p:spPr>
            <a:xfrm>
              <a:off x="3313990" y="3028338"/>
              <a:ext cx="172573" cy="172967"/>
            </a:xfrm>
            <a:custGeom>
              <a:avLst/>
              <a:gdLst/>
              <a:ahLst/>
              <a:cxnLst/>
              <a:rect l="l" t="t" r="r" b="b"/>
              <a:pathLst>
                <a:path w="6583" h="6598" extrusionOk="0">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9" name="Google Shape;20959;p141"/>
            <p:cNvSpPr/>
            <p:nvPr/>
          </p:nvSpPr>
          <p:spPr>
            <a:xfrm>
              <a:off x="3400264" y="3108556"/>
              <a:ext cx="86693" cy="12531"/>
            </a:xfrm>
            <a:custGeom>
              <a:avLst/>
              <a:gdLst/>
              <a:ahLst/>
              <a:cxnLst/>
              <a:rect l="l" t="t" r="r" b="b"/>
              <a:pathLst>
                <a:path w="3307" h="478" extrusionOk="0">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0" name="Google Shape;20960;p141"/>
            <p:cNvSpPr/>
            <p:nvPr/>
          </p:nvSpPr>
          <p:spPr>
            <a:xfrm>
              <a:off x="3351084" y="3065432"/>
              <a:ext cx="98778" cy="98778"/>
            </a:xfrm>
            <a:custGeom>
              <a:avLst/>
              <a:gdLst/>
              <a:ahLst/>
              <a:cxnLst/>
              <a:rect l="l" t="t" r="r" b="b"/>
              <a:pathLst>
                <a:path w="3768" h="3768" extrusionOk="0">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1" name="Google Shape;20961;p141"/>
            <p:cNvSpPr/>
            <p:nvPr/>
          </p:nvSpPr>
          <p:spPr>
            <a:xfrm>
              <a:off x="3400264" y="3108556"/>
              <a:ext cx="49599" cy="12531"/>
            </a:xfrm>
            <a:custGeom>
              <a:avLst/>
              <a:gdLst/>
              <a:ahLst/>
              <a:cxnLst/>
              <a:rect l="l" t="t" r="r" b="b"/>
              <a:pathLst>
                <a:path w="1892" h="478" extrusionOk="0">
                  <a:moveTo>
                    <a:pt x="1" y="1"/>
                  </a:moveTo>
                  <a:lnTo>
                    <a:pt x="1" y="477"/>
                  </a:lnTo>
                  <a:lnTo>
                    <a:pt x="1877" y="477"/>
                  </a:lnTo>
                  <a:cubicBezTo>
                    <a:pt x="1892" y="318"/>
                    <a:pt x="1892" y="160"/>
                    <a:pt x="187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2" name="Google Shape;20962;p141"/>
            <p:cNvSpPr/>
            <p:nvPr/>
          </p:nvSpPr>
          <p:spPr>
            <a:xfrm>
              <a:off x="3381730" y="3096445"/>
              <a:ext cx="37120" cy="36753"/>
            </a:xfrm>
            <a:custGeom>
              <a:avLst/>
              <a:gdLst/>
              <a:ahLst/>
              <a:cxnLst/>
              <a:rect l="l" t="t" r="r" b="b"/>
              <a:pathLst>
                <a:path w="1416" h="1402" extrusionOk="0">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3" name="Google Shape;20963;p141"/>
            <p:cNvSpPr/>
            <p:nvPr/>
          </p:nvSpPr>
          <p:spPr>
            <a:xfrm>
              <a:off x="3400264" y="3108556"/>
              <a:ext cx="18953" cy="12531"/>
            </a:xfrm>
            <a:custGeom>
              <a:avLst/>
              <a:gdLst/>
              <a:ahLst/>
              <a:cxnLst/>
              <a:rect l="l" t="t" r="r" b="b"/>
              <a:pathLst>
                <a:path w="723" h="478" extrusionOk="0">
                  <a:moveTo>
                    <a:pt x="1" y="1"/>
                  </a:moveTo>
                  <a:lnTo>
                    <a:pt x="1" y="477"/>
                  </a:lnTo>
                  <a:lnTo>
                    <a:pt x="679" y="477"/>
                  </a:lnTo>
                  <a:cubicBezTo>
                    <a:pt x="722" y="318"/>
                    <a:pt x="722" y="160"/>
                    <a:pt x="679"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4" name="Google Shape;20964;p141"/>
            <p:cNvSpPr/>
            <p:nvPr/>
          </p:nvSpPr>
          <p:spPr>
            <a:xfrm>
              <a:off x="3391429" y="3079431"/>
              <a:ext cx="44434" cy="41603"/>
            </a:xfrm>
            <a:custGeom>
              <a:avLst/>
              <a:gdLst/>
              <a:ahLst/>
              <a:cxnLst/>
              <a:rect l="l" t="t" r="r" b="b"/>
              <a:pathLst>
                <a:path w="1695" h="1587" extrusionOk="0">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5" name="Google Shape;20965;p141"/>
            <p:cNvSpPr/>
            <p:nvPr/>
          </p:nvSpPr>
          <p:spPr>
            <a:xfrm>
              <a:off x="3420056" y="2908038"/>
              <a:ext cx="189718" cy="185052"/>
            </a:xfrm>
            <a:custGeom>
              <a:avLst/>
              <a:gdLst/>
              <a:ahLst/>
              <a:cxnLst/>
              <a:rect l="l" t="t" r="r" b="b"/>
              <a:pathLst>
                <a:path w="7237" h="7059" extrusionOk="0">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66" name="Google Shape;20966;p141"/>
          <p:cNvGrpSpPr/>
          <p:nvPr/>
        </p:nvGrpSpPr>
        <p:grpSpPr>
          <a:xfrm>
            <a:off x="3791182" y="2895454"/>
            <a:ext cx="234650" cy="373590"/>
            <a:chOff x="3791182" y="2895454"/>
            <a:chExt cx="234650" cy="373590"/>
          </a:xfrm>
        </p:grpSpPr>
        <p:sp>
          <p:nvSpPr>
            <p:cNvPr id="20967" name="Google Shape;20967;p141"/>
            <p:cNvSpPr/>
            <p:nvPr/>
          </p:nvSpPr>
          <p:spPr>
            <a:xfrm>
              <a:off x="3905479" y="2895454"/>
              <a:ext cx="30278" cy="35652"/>
            </a:xfrm>
            <a:custGeom>
              <a:avLst/>
              <a:gdLst/>
              <a:ahLst/>
              <a:cxnLst/>
              <a:rect l="l" t="t" r="r" b="b"/>
              <a:pathLst>
                <a:path w="1155" h="1360" extrusionOk="0">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8" name="Google Shape;20968;p141"/>
            <p:cNvSpPr/>
            <p:nvPr/>
          </p:nvSpPr>
          <p:spPr>
            <a:xfrm>
              <a:off x="3881623" y="2918969"/>
              <a:ext cx="138520" cy="265689"/>
            </a:xfrm>
            <a:custGeom>
              <a:avLst/>
              <a:gdLst/>
              <a:ahLst/>
              <a:cxnLst/>
              <a:rect l="l" t="t" r="r" b="b"/>
              <a:pathLst>
                <a:path w="5284" h="10135" extrusionOk="0">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9" name="Google Shape;20969;p141"/>
            <p:cNvSpPr/>
            <p:nvPr/>
          </p:nvSpPr>
          <p:spPr>
            <a:xfrm>
              <a:off x="3791182" y="2940885"/>
              <a:ext cx="223299" cy="255491"/>
            </a:xfrm>
            <a:custGeom>
              <a:avLst/>
              <a:gdLst/>
              <a:ahLst/>
              <a:cxnLst/>
              <a:rect l="l" t="t" r="r" b="b"/>
              <a:pathLst>
                <a:path w="8518" h="9746" extrusionOk="0">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0" name="Google Shape;20970;p141"/>
            <p:cNvSpPr/>
            <p:nvPr/>
          </p:nvSpPr>
          <p:spPr>
            <a:xfrm>
              <a:off x="3869145" y="2961726"/>
              <a:ext cx="12138" cy="17826"/>
            </a:xfrm>
            <a:custGeom>
              <a:avLst/>
              <a:gdLst/>
              <a:ahLst/>
              <a:cxnLst/>
              <a:rect l="l" t="t" r="r" b="b"/>
              <a:pathLst>
                <a:path w="463" h="680" extrusionOk="0">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1" name="Google Shape;20971;p141"/>
            <p:cNvSpPr/>
            <p:nvPr/>
          </p:nvSpPr>
          <p:spPr>
            <a:xfrm>
              <a:off x="3793069" y="3004247"/>
              <a:ext cx="155193" cy="186467"/>
            </a:xfrm>
            <a:custGeom>
              <a:avLst/>
              <a:gdLst/>
              <a:ahLst/>
              <a:cxnLst/>
              <a:rect l="l" t="t" r="r" b="b"/>
              <a:pathLst>
                <a:path w="5920" h="7113" extrusionOk="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2" name="Google Shape;20972;p141"/>
            <p:cNvSpPr/>
            <p:nvPr/>
          </p:nvSpPr>
          <p:spPr>
            <a:xfrm>
              <a:off x="3833178" y="3184632"/>
              <a:ext cx="180936" cy="30305"/>
            </a:xfrm>
            <a:custGeom>
              <a:avLst/>
              <a:gdLst/>
              <a:ahLst/>
              <a:cxnLst/>
              <a:rect l="l" t="t" r="r" b="b"/>
              <a:pathLst>
                <a:path w="6902" h="1156" extrusionOk="0">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3" name="Google Shape;20973;p141"/>
            <p:cNvSpPr/>
            <p:nvPr/>
          </p:nvSpPr>
          <p:spPr>
            <a:xfrm>
              <a:off x="3833178" y="3184632"/>
              <a:ext cx="60216" cy="30305"/>
            </a:xfrm>
            <a:custGeom>
              <a:avLst/>
              <a:gdLst/>
              <a:ahLst/>
              <a:cxnLst/>
              <a:rect l="l" t="t" r="r" b="b"/>
              <a:pathLst>
                <a:path w="2297" h="1156" extrusionOk="0">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4" name="Google Shape;20974;p141"/>
            <p:cNvSpPr/>
            <p:nvPr/>
          </p:nvSpPr>
          <p:spPr>
            <a:xfrm>
              <a:off x="3821067" y="3208855"/>
              <a:ext cx="204765" cy="60190"/>
            </a:xfrm>
            <a:custGeom>
              <a:avLst/>
              <a:gdLst/>
              <a:ahLst/>
              <a:cxnLst/>
              <a:rect l="l" t="t" r="r" b="b"/>
              <a:pathLst>
                <a:path w="7811" h="2296" extrusionOk="0">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5" name="Google Shape;20975;p141"/>
            <p:cNvSpPr/>
            <p:nvPr/>
          </p:nvSpPr>
          <p:spPr>
            <a:xfrm>
              <a:off x="3821067" y="3208855"/>
              <a:ext cx="78383" cy="60190"/>
            </a:xfrm>
            <a:custGeom>
              <a:avLst/>
              <a:gdLst/>
              <a:ahLst/>
              <a:cxnLst/>
              <a:rect l="l" t="t" r="r" b="b"/>
              <a:pathLst>
                <a:path w="2990" h="2296" extrusionOk="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76" name="Google Shape;20976;p141"/>
          <p:cNvGrpSpPr/>
          <p:nvPr/>
        </p:nvGrpSpPr>
        <p:grpSpPr>
          <a:xfrm>
            <a:off x="7042995" y="2489463"/>
            <a:ext cx="364441" cy="256225"/>
            <a:chOff x="7042995" y="2489463"/>
            <a:chExt cx="364441" cy="256225"/>
          </a:xfrm>
        </p:grpSpPr>
        <p:sp>
          <p:nvSpPr>
            <p:cNvPr id="20977" name="Google Shape;20977;p141"/>
            <p:cNvSpPr/>
            <p:nvPr/>
          </p:nvSpPr>
          <p:spPr>
            <a:xfrm>
              <a:off x="7042995" y="2526164"/>
              <a:ext cx="364441" cy="219524"/>
            </a:xfrm>
            <a:custGeom>
              <a:avLst/>
              <a:gdLst/>
              <a:ahLst/>
              <a:cxnLst/>
              <a:rect l="l" t="t" r="r" b="b"/>
              <a:pathLst>
                <a:path w="13902" h="8374" extrusionOk="0">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8" name="Google Shape;20978;p141"/>
            <p:cNvSpPr/>
            <p:nvPr/>
          </p:nvSpPr>
          <p:spPr>
            <a:xfrm>
              <a:off x="7042995" y="2526164"/>
              <a:ext cx="200204" cy="219524"/>
            </a:xfrm>
            <a:custGeom>
              <a:avLst/>
              <a:gdLst/>
              <a:ahLst/>
              <a:cxnLst/>
              <a:rect l="l" t="t" r="r" b="b"/>
              <a:pathLst>
                <a:path w="7637" h="8374" extrusionOk="0">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9" name="Google Shape;20979;p141"/>
            <p:cNvSpPr/>
            <p:nvPr/>
          </p:nvSpPr>
          <p:spPr>
            <a:xfrm>
              <a:off x="7120198" y="2557255"/>
              <a:ext cx="183557" cy="157395"/>
            </a:xfrm>
            <a:custGeom>
              <a:avLst/>
              <a:gdLst/>
              <a:ahLst/>
              <a:cxnLst/>
              <a:rect l="l" t="t" r="r" b="b"/>
              <a:pathLst>
                <a:path w="7002" h="6004" extrusionOk="0">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0" name="Google Shape;20980;p141"/>
            <p:cNvSpPr/>
            <p:nvPr/>
          </p:nvSpPr>
          <p:spPr>
            <a:xfrm>
              <a:off x="7146308" y="2557622"/>
              <a:ext cx="93876" cy="157002"/>
            </a:xfrm>
            <a:custGeom>
              <a:avLst/>
              <a:gdLst/>
              <a:ahLst/>
              <a:cxnLst/>
              <a:rect l="l" t="t" r="r" b="b"/>
              <a:pathLst>
                <a:path w="3581" h="5989" extrusionOk="0">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1" name="Google Shape;20981;p141"/>
            <p:cNvSpPr/>
            <p:nvPr/>
          </p:nvSpPr>
          <p:spPr>
            <a:xfrm>
              <a:off x="7172025" y="2596236"/>
              <a:ext cx="92749" cy="79431"/>
            </a:xfrm>
            <a:custGeom>
              <a:avLst/>
              <a:gdLst/>
              <a:ahLst/>
              <a:cxnLst/>
              <a:rect l="l" t="t" r="r" b="b"/>
              <a:pathLst>
                <a:path w="3538" h="3030" extrusionOk="0">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2" name="Google Shape;20982;p141"/>
            <p:cNvSpPr/>
            <p:nvPr/>
          </p:nvSpPr>
          <p:spPr>
            <a:xfrm>
              <a:off x="7185290" y="2596420"/>
              <a:ext cx="55261" cy="79143"/>
            </a:xfrm>
            <a:custGeom>
              <a:avLst/>
              <a:gdLst/>
              <a:ahLst/>
              <a:cxnLst/>
              <a:rect l="l" t="t" r="r" b="b"/>
              <a:pathLst>
                <a:path w="2108" h="3019" extrusionOk="0">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3" name="Google Shape;20983;p141"/>
            <p:cNvSpPr/>
            <p:nvPr/>
          </p:nvSpPr>
          <p:spPr>
            <a:xfrm>
              <a:off x="7338360" y="2541159"/>
              <a:ext cx="35574" cy="24747"/>
            </a:xfrm>
            <a:custGeom>
              <a:avLst/>
              <a:gdLst/>
              <a:ahLst/>
              <a:cxnLst/>
              <a:rect l="l" t="t" r="r" b="b"/>
              <a:pathLst>
                <a:path w="1357" h="944" extrusionOk="0">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4" name="Google Shape;20984;p141"/>
            <p:cNvSpPr/>
            <p:nvPr/>
          </p:nvSpPr>
          <p:spPr>
            <a:xfrm>
              <a:off x="7106567" y="2489463"/>
              <a:ext cx="221648" cy="56415"/>
            </a:xfrm>
            <a:custGeom>
              <a:avLst/>
              <a:gdLst/>
              <a:ahLst/>
              <a:cxnLst/>
              <a:rect l="l" t="t" r="r" b="b"/>
              <a:pathLst>
                <a:path w="8455" h="2152" extrusionOk="0">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5" name="Google Shape;20985;p141"/>
            <p:cNvSpPr/>
            <p:nvPr/>
          </p:nvSpPr>
          <p:spPr>
            <a:xfrm>
              <a:off x="7234863" y="2598884"/>
              <a:ext cx="32192" cy="27211"/>
            </a:xfrm>
            <a:custGeom>
              <a:avLst/>
              <a:gdLst/>
              <a:ahLst/>
              <a:cxnLst/>
              <a:rect l="l" t="t" r="r" b="b"/>
              <a:pathLst>
                <a:path w="1228" h="1038" extrusionOk="0">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86" name="Google Shape;20986;p141"/>
          <p:cNvGrpSpPr/>
          <p:nvPr/>
        </p:nvGrpSpPr>
        <p:grpSpPr>
          <a:xfrm>
            <a:off x="7517172" y="2437007"/>
            <a:ext cx="364284" cy="361243"/>
            <a:chOff x="7517172" y="2437007"/>
            <a:chExt cx="364284" cy="361243"/>
          </a:xfrm>
        </p:grpSpPr>
        <p:sp>
          <p:nvSpPr>
            <p:cNvPr id="20987" name="Google Shape;20987;p141"/>
            <p:cNvSpPr/>
            <p:nvPr/>
          </p:nvSpPr>
          <p:spPr>
            <a:xfrm>
              <a:off x="7517172" y="2548499"/>
              <a:ext cx="164997" cy="78724"/>
            </a:xfrm>
            <a:custGeom>
              <a:avLst/>
              <a:gdLst/>
              <a:ahLst/>
              <a:cxnLst/>
              <a:rect l="l" t="t" r="r" b="b"/>
              <a:pathLst>
                <a:path w="6294" h="3003" extrusionOk="0">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8" name="Google Shape;20988;p141"/>
            <p:cNvSpPr/>
            <p:nvPr/>
          </p:nvSpPr>
          <p:spPr>
            <a:xfrm>
              <a:off x="7690112" y="2635166"/>
              <a:ext cx="79117" cy="163084"/>
            </a:xfrm>
            <a:custGeom>
              <a:avLst/>
              <a:gdLst/>
              <a:ahLst/>
              <a:cxnLst/>
              <a:rect l="l" t="t" r="r" b="b"/>
              <a:pathLst>
                <a:path w="3018" h="6221" extrusionOk="0">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9" name="Google Shape;20989;p141"/>
            <p:cNvSpPr/>
            <p:nvPr/>
          </p:nvSpPr>
          <p:spPr>
            <a:xfrm>
              <a:off x="7517172" y="2552274"/>
              <a:ext cx="118833" cy="69286"/>
            </a:xfrm>
            <a:custGeom>
              <a:avLst/>
              <a:gdLst/>
              <a:ahLst/>
              <a:cxnLst/>
              <a:rect l="l" t="t" r="r" b="b"/>
              <a:pathLst>
                <a:path w="4533" h="2643" extrusionOk="0">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0" name="Google Shape;20990;p141"/>
            <p:cNvSpPr/>
            <p:nvPr/>
          </p:nvSpPr>
          <p:spPr>
            <a:xfrm>
              <a:off x="7690112" y="2699864"/>
              <a:ext cx="23095" cy="98385"/>
            </a:xfrm>
            <a:custGeom>
              <a:avLst/>
              <a:gdLst/>
              <a:ahLst/>
              <a:cxnLst/>
              <a:rect l="l" t="t" r="r" b="b"/>
              <a:pathLst>
                <a:path w="881" h="3753" extrusionOk="0">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1" name="Google Shape;20991;p141"/>
            <p:cNvSpPr/>
            <p:nvPr/>
          </p:nvSpPr>
          <p:spPr>
            <a:xfrm>
              <a:off x="7585646" y="2437138"/>
              <a:ext cx="295128" cy="293608"/>
            </a:xfrm>
            <a:custGeom>
              <a:avLst/>
              <a:gdLst/>
              <a:ahLst/>
              <a:cxnLst/>
              <a:rect l="l" t="t" r="r" b="b"/>
              <a:pathLst>
                <a:path w="11258" h="11200" extrusionOk="0">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2" name="Google Shape;20992;p141"/>
            <p:cNvSpPr/>
            <p:nvPr/>
          </p:nvSpPr>
          <p:spPr>
            <a:xfrm>
              <a:off x="7585646" y="2437400"/>
              <a:ext cx="295495" cy="219341"/>
            </a:xfrm>
            <a:custGeom>
              <a:avLst/>
              <a:gdLst/>
              <a:ahLst/>
              <a:cxnLst/>
              <a:rect l="l" t="t" r="r" b="b"/>
              <a:pathLst>
                <a:path w="11272" h="8367" extrusionOk="0">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3" name="Google Shape;20993;p141"/>
            <p:cNvSpPr/>
            <p:nvPr/>
          </p:nvSpPr>
          <p:spPr>
            <a:xfrm>
              <a:off x="7734757" y="2520868"/>
              <a:ext cx="61710" cy="61710"/>
            </a:xfrm>
            <a:custGeom>
              <a:avLst/>
              <a:gdLst/>
              <a:ahLst/>
              <a:cxnLst/>
              <a:rect l="l" t="t" r="r" b="b"/>
              <a:pathLst>
                <a:path w="2354" h="2354" extrusionOk="0">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4" name="Google Shape;20994;p141"/>
            <p:cNvSpPr/>
            <p:nvPr/>
          </p:nvSpPr>
          <p:spPr>
            <a:xfrm>
              <a:off x="7734757" y="2520790"/>
              <a:ext cx="38248" cy="61867"/>
            </a:xfrm>
            <a:custGeom>
              <a:avLst/>
              <a:gdLst/>
              <a:ahLst/>
              <a:cxnLst/>
              <a:rect l="l" t="t" r="r" b="b"/>
              <a:pathLst>
                <a:path w="1459" h="2360" extrusionOk="0">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5" name="Google Shape;20995;p141"/>
            <p:cNvSpPr/>
            <p:nvPr/>
          </p:nvSpPr>
          <p:spPr>
            <a:xfrm>
              <a:off x="7578096" y="2659362"/>
              <a:ext cx="79484" cy="78750"/>
            </a:xfrm>
            <a:custGeom>
              <a:avLst/>
              <a:gdLst/>
              <a:ahLst/>
              <a:cxnLst/>
              <a:rect l="l" t="t" r="r" b="b"/>
              <a:pathLst>
                <a:path w="3032" h="3004" extrusionOk="0">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6" name="Google Shape;20996;p141"/>
            <p:cNvSpPr/>
            <p:nvPr/>
          </p:nvSpPr>
          <p:spPr>
            <a:xfrm>
              <a:off x="7578096" y="2659755"/>
              <a:ext cx="31039" cy="34473"/>
            </a:xfrm>
            <a:custGeom>
              <a:avLst/>
              <a:gdLst/>
              <a:ahLst/>
              <a:cxnLst/>
              <a:rect l="l" t="t" r="r" b="b"/>
              <a:pathLst>
                <a:path w="1184" h="1315" extrusionOk="0">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7" name="Google Shape;20997;p141"/>
            <p:cNvSpPr/>
            <p:nvPr/>
          </p:nvSpPr>
          <p:spPr>
            <a:xfrm>
              <a:off x="7585646" y="2627196"/>
              <a:ext cx="104493" cy="103549"/>
            </a:xfrm>
            <a:custGeom>
              <a:avLst/>
              <a:gdLst/>
              <a:ahLst/>
              <a:cxnLst/>
              <a:rect l="l" t="t" r="r" b="b"/>
              <a:pathLst>
                <a:path w="3986" h="3950" extrusionOk="0">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8" name="Google Shape;20998;p141"/>
            <p:cNvSpPr/>
            <p:nvPr/>
          </p:nvSpPr>
          <p:spPr>
            <a:xfrm>
              <a:off x="7585646" y="2627196"/>
              <a:ext cx="28050" cy="29544"/>
            </a:xfrm>
            <a:custGeom>
              <a:avLst/>
              <a:gdLst/>
              <a:ahLst/>
              <a:cxnLst/>
              <a:rect l="l" t="t" r="r" b="b"/>
              <a:pathLst>
                <a:path w="1070" h="1127" extrusionOk="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9" name="Google Shape;20999;p141"/>
            <p:cNvSpPr/>
            <p:nvPr/>
          </p:nvSpPr>
          <p:spPr>
            <a:xfrm>
              <a:off x="7539874" y="2697505"/>
              <a:ext cx="32480" cy="29544"/>
            </a:xfrm>
            <a:custGeom>
              <a:avLst/>
              <a:gdLst/>
              <a:ahLst/>
              <a:cxnLst/>
              <a:rect l="l" t="t" r="r" b="b"/>
              <a:pathLst>
                <a:path w="1239" h="1127" extrusionOk="0">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0" name="Google Shape;21000;p141"/>
            <p:cNvSpPr/>
            <p:nvPr/>
          </p:nvSpPr>
          <p:spPr>
            <a:xfrm>
              <a:off x="7558041" y="2715515"/>
              <a:ext cx="32454" cy="29597"/>
            </a:xfrm>
            <a:custGeom>
              <a:avLst/>
              <a:gdLst/>
              <a:ahLst/>
              <a:cxnLst/>
              <a:rect l="l" t="t" r="r" b="b"/>
              <a:pathLst>
                <a:path w="1238" h="1129" extrusionOk="0">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1" name="Google Shape;21001;p141"/>
            <p:cNvSpPr/>
            <p:nvPr/>
          </p:nvSpPr>
          <p:spPr>
            <a:xfrm>
              <a:off x="7593982" y="2751639"/>
              <a:ext cx="32507" cy="29518"/>
            </a:xfrm>
            <a:custGeom>
              <a:avLst/>
              <a:gdLst/>
              <a:ahLst/>
              <a:cxnLst/>
              <a:rect l="l" t="t" r="r" b="b"/>
              <a:pathLst>
                <a:path w="1240" h="1126" extrusionOk="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2" name="Google Shape;21002;p141"/>
            <p:cNvSpPr/>
            <p:nvPr/>
          </p:nvSpPr>
          <p:spPr>
            <a:xfrm>
              <a:off x="7576208" y="2733629"/>
              <a:ext cx="32140" cy="29649"/>
            </a:xfrm>
            <a:custGeom>
              <a:avLst/>
              <a:gdLst/>
              <a:ahLst/>
              <a:cxnLst/>
              <a:rect l="l" t="t" r="r" b="b"/>
              <a:pathLst>
                <a:path w="1226" h="1131" extrusionOk="0">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3" name="Google Shape;21003;p141"/>
            <p:cNvSpPr/>
            <p:nvPr/>
          </p:nvSpPr>
          <p:spPr>
            <a:xfrm>
              <a:off x="7811567" y="2437033"/>
              <a:ext cx="69522" cy="68736"/>
            </a:xfrm>
            <a:custGeom>
              <a:avLst/>
              <a:gdLst/>
              <a:ahLst/>
              <a:cxnLst/>
              <a:rect l="l" t="t" r="r" b="b"/>
              <a:pathLst>
                <a:path w="2652" h="2622" extrusionOk="0">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4" name="Google Shape;21004;p141"/>
            <p:cNvSpPr/>
            <p:nvPr/>
          </p:nvSpPr>
          <p:spPr>
            <a:xfrm>
              <a:off x="7811567" y="2437007"/>
              <a:ext cx="69889" cy="30147"/>
            </a:xfrm>
            <a:custGeom>
              <a:avLst/>
              <a:gdLst/>
              <a:ahLst/>
              <a:cxnLst/>
              <a:rect l="l" t="t" r="r" b="b"/>
              <a:pathLst>
                <a:path w="2666" h="1150" extrusionOk="0">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5" name="Google Shape;21005;p141"/>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6" name="Google Shape;21006;p141"/>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7" name="Google Shape;21007;p141"/>
            <p:cNvSpPr/>
            <p:nvPr/>
          </p:nvSpPr>
          <p:spPr>
            <a:xfrm>
              <a:off x="7600798" y="2589080"/>
              <a:ext cx="126409" cy="126330"/>
            </a:xfrm>
            <a:custGeom>
              <a:avLst/>
              <a:gdLst/>
              <a:ahLst/>
              <a:cxnLst/>
              <a:rect l="l" t="t" r="r" b="b"/>
              <a:pathLst>
                <a:path w="4822" h="4819" extrusionOk="0">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08" name="Google Shape;21008;p141"/>
          <p:cNvGrpSpPr/>
          <p:nvPr/>
        </p:nvGrpSpPr>
        <p:grpSpPr>
          <a:xfrm>
            <a:off x="8006475" y="2436954"/>
            <a:ext cx="335290" cy="361321"/>
            <a:chOff x="8006475" y="2436954"/>
            <a:chExt cx="335290" cy="361321"/>
          </a:xfrm>
        </p:grpSpPr>
        <p:sp>
          <p:nvSpPr>
            <p:cNvPr id="21009" name="Google Shape;21009;p141"/>
            <p:cNvSpPr/>
            <p:nvPr/>
          </p:nvSpPr>
          <p:spPr>
            <a:xfrm>
              <a:off x="8174487" y="2454256"/>
              <a:ext cx="83652" cy="45824"/>
            </a:xfrm>
            <a:custGeom>
              <a:avLst/>
              <a:gdLst/>
              <a:ahLst/>
              <a:cxnLst/>
              <a:rect l="l" t="t" r="r" b="b"/>
              <a:pathLst>
                <a:path w="3191" h="1748" extrusionOk="0">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0" name="Google Shape;21010;p141"/>
            <p:cNvSpPr/>
            <p:nvPr/>
          </p:nvSpPr>
          <p:spPr>
            <a:xfrm>
              <a:off x="8174487" y="2454256"/>
              <a:ext cx="17066" cy="45824"/>
            </a:xfrm>
            <a:custGeom>
              <a:avLst/>
              <a:gdLst/>
              <a:ahLst/>
              <a:cxnLst/>
              <a:rect l="l" t="t" r="r" b="b"/>
              <a:pathLst>
                <a:path w="651" h="1748" extrusionOk="0">
                  <a:moveTo>
                    <a:pt x="1" y="1"/>
                  </a:moveTo>
                  <a:lnTo>
                    <a:pt x="1" y="1748"/>
                  </a:lnTo>
                  <a:lnTo>
                    <a:pt x="650" y="1748"/>
                  </a:lnTo>
                  <a:lnTo>
                    <a:pt x="650"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1" name="Google Shape;21011;p141"/>
            <p:cNvSpPr/>
            <p:nvPr/>
          </p:nvSpPr>
          <p:spPr>
            <a:xfrm>
              <a:off x="8168431" y="2436954"/>
              <a:ext cx="11771" cy="258008"/>
            </a:xfrm>
            <a:custGeom>
              <a:avLst/>
              <a:gdLst/>
              <a:ahLst/>
              <a:cxnLst/>
              <a:rect l="l" t="t" r="r" b="b"/>
              <a:pathLst>
                <a:path w="449" h="9842" extrusionOk="0">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2" name="Google Shape;21012;p141"/>
            <p:cNvSpPr/>
            <p:nvPr/>
          </p:nvSpPr>
          <p:spPr>
            <a:xfrm>
              <a:off x="8076862" y="2643476"/>
              <a:ext cx="45798" cy="103340"/>
            </a:xfrm>
            <a:custGeom>
              <a:avLst/>
              <a:gdLst/>
              <a:ahLst/>
              <a:cxnLst/>
              <a:rect l="l" t="t" r="r" b="b"/>
              <a:pathLst>
                <a:path w="1747" h="3942" extrusionOk="0">
                  <a:moveTo>
                    <a:pt x="0" y="1"/>
                  </a:moveTo>
                  <a:lnTo>
                    <a:pt x="0" y="3942"/>
                  </a:lnTo>
                  <a:lnTo>
                    <a:pt x="1747" y="3942"/>
                  </a:lnTo>
                  <a:lnTo>
                    <a:pt x="1747"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3" name="Google Shape;21013;p141"/>
            <p:cNvSpPr/>
            <p:nvPr/>
          </p:nvSpPr>
          <p:spPr>
            <a:xfrm>
              <a:off x="8065118" y="2534500"/>
              <a:ext cx="122267" cy="120353"/>
            </a:xfrm>
            <a:custGeom>
              <a:avLst/>
              <a:gdLst/>
              <a:ahLst/>
              <a:cxnLst/>
              <a:rect l="l" t="t" r="r" b="b"/>
              <a:pathLst>
                <a:path w="4664" h="4591" extrusionOk="0">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4" name="Google Shape;21014;p141"/>
            <p:cNvSpPr/>
            <p:nvPr/>
          </p:nvSpPr>
          <p:spPr>
            <a:xfrm>
              <a:off x="8099932" y="2654827"/>
              <a:ext cx="5715" cy="91988"/>
            </a:xfrm>
            <a:custGeom>
              <a:avLst/>
              <a:gdLst/>
              <a:ahLst/>
              <a:cxnLst/>
              <a:rect l="l" t="t" r="r" b="b"/>
              <a:pathLst>
                <a:path w="218" h="3509" extrusionOk="0">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5" name="Google Shape;21015;p141"/>
            <p:cNvSpPr/>
            <p:nvPr/>
          </p:nvSpPr>
          <p:spPr>
            <a:xfrm>
              <a:off x="8006475" y="2677450"/>
              <a:ext cx="335290" cy="120825"/>
            </a:xfrm>
            <a:custGeom>
              <a:avLst/>
              <a:gdLst/>
              <a:ahLst/>
              <a:cxnLst/>
              <a:rect l="l" t="t" r="r" b="b"/>
              <a:pathLst>
                <a:path w="12790" h="4609" extrusionOk="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6" name="Google Shape;21016;p141"/>
            <p:cNvSpPr/>
            <p:nvPr/>
          </p:nvSpPr>
          <p:spPr>
            <a:xfrm>
              <a:off x="8200283" y="2711163"/>
              <a:ext cx="56336" cy="40188"/>
            </a:xfrm>
            <a:custGeom>
              <a:avLst/>
              <a:gdLst/>
              <a:ahLst/>
              <a:cxnLst/>
              <a:rect l="l" t="t" r="r" b="b"/>
              <a:pathLst>
                <a:path w="2149" h="1533" extrusionOk="0">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7" name="Google Shape;21017;p141"/>
            <p:cNvSpPr/>
            <p:nvPr/>
          </p:nvSpPr>
          <p:spPr>
            <a:xfrm>
              <a:off x="8177187" y="2694883"/>
              <a:ext cx="22309" cy="15598"/>
            </a:xfrm>
            <a:custGeom>
              <a:avLst/>
              <a:gdLst/>
              <a:ahLst/>
              <a:cxnLst/>
              <a:rect l="l" t="t" r="r" b="b"/>
              <a:pathLst>
                <a:path w="851" h="595" extrusionOk="0">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8" name="Google Shape;21018;p141"/>
            <p:cNvSpPr/>
            <p:nvPr/>
          </p:nvSpPr>
          <p:spPr>
            <a:xfrm>
              <a:off x="8006475" y="2677398"/>
              <a:ext cx="174461" cy="120877"/>
            </a:xfrm>
            <a:custGeom>
              <a:avLst/>
              <a:gdLst/>
              <a:ahLst/>
              <a:cxnLst/>
              <a:rect l="l" t="t" r="r" b="b"/>
              <a:pathLst>
                <a:path w="6655" h="4611" extrusionOk="0">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9" name="Google Shape;21019;p141"/>
            <p:cNvSpPr/>
            <p:nvPr/>
          </p:nvSpPr>
          <p:spPr>
            <a:xfrm>
              <a:off x="8088213" y="2534500"/>
              <a:ext cx="23489" cy="17040"/>
            </a:xfrm>
            <a:custGeom>
              <a:avLst/>
              <a:gdLst/>
              <a:ahLst/>
              <a:cxnLst/>
              <a:rect l="l" t="t" r="r" b="b"/>
              <a:pathLst>
                <a:path w="896" h="650" extrusionOk="0">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0" name="Google Shape;21020;p141"/>
            <p:cNvSpPr/>
            <p:nvPr/>
          </p:nvSpPr>
          <p:spPr>
            <a:xfrm>
              <a:off x="8076862" y="2494391"/>
              <a:ext cx="46191" cy="51486"/>
            </a:xfrm>
            <a:custGeom>
              <a:avLst/>
              <a:gdLst/>
              <a:ahLst/>
              <a:cxnLst/>
              <a:rect l="l" t="t" r="r" b="b"/>
              <a:pathLst>
                <a:path w="1762" h="1964" extrusionOk="0">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1" name="Google Shape;21021;p141"/>
            <p:cNvSpPr/>
            <p:nvPr/>
          </p:nvSpPr>
          <p:spPr>
            <a:xfrm>
              <a:off x="8076548" y="2494391"/>
              <a:ext cx="31746" cy="51644"/>
            </a:xfrm>
            <a:custGeom>
              <a:avLst/>
              <a:gdLst/>
              <a:ahLst/>
              <a:cxnLst/>
              <a:rect l="l" t="t" r="r" b="b"/>
              <a:pathLst>
                <a:path w="1211" h="1970" extrusionOk="0">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2" name="Google Shape;21022;p141"/>
            <p:cNvSpPr/>
            <p:nvPr/>
          </p:nvSpPr>
          <p:spPr>
            <a:xfrm>
              <a:off x="8076862" y="2494391"/>
              <a:ext cx="45798" cy="23095"/>
            </a:xfrm>
            <a:custGeom>
              <a:avLst/>
              <a:gdLst/>
              <a:ahLst/>
              <a:cxnLst/>
              <a:rect l="l" t="t" r="r" b="b"/>
              <a:pathLst>
                <a:path w="1747" h="881" extrusionOk="0">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3" name="Google Shape;21023;p141"/>
            <p:cNvSpPr/>
            <p:nvPr/>
          </p:nvSpPr>
          <p:spPr>
            <a:xfrm>
              <a:off x="8076862" y="2494391"/>
              <a:ext cx="31432" cy="20841"/>
            </a:xfrm>
            <a:custGeom>
              <a:avLst/>
              <a:gdLst/>
              <a:ahLst/>
              <a:cxnLst/>
              <a:rect l="l" t="t" r="r" b="b"/>
              <a:pathLst>
                <a:path w="1199" h="795" extrusionOk="0">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4" name="Google Shape;21024;p141"/>
            <p:cNvSpPr/>
            <p:nvPr/>
          </p:nvSpPr>
          <p:spPr>
            <a:xfrm>
              <a:off x="8065511" y="2553794"/>
              <a:ext cx="112017" cy="89708"/>
            </a:xfrm>
            <a:custGeom>
              <a:avLst/>
              <a:gdLst/>
              <a:ahLst/>
              <a:cxnLst/>
              <a:rect l="l" t="t" r="r" b="b"/>
              <a:pathLst>
                <a:path w="4273" h="3422" extrusionOk="0">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5" name="Google Shape;21025;p141"/>
            <p:cNvSpPr/>
            <p:nvPr/>
          </p:nvSpPr>
          <p:spPr>
            <a:xfrm>
              <a:off x="8122634" y="2560977"/>
              <a:ext cx="54527" cy="43176"/>
            </a:xfrm>
            <a:custGeom>
              <a:avLst/>
              <a:gdLst/>
              <a:ahLst/>
              <a:cxnLst/>
              <a:rect l="l" t="t" r="r" b="b"/>
              <a:pathLst>
                <a:path w="2080" h="1647" extrusionOk="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6" name="Google Shape;21026;p141"/>
            <p:cNvSpPr/>
            <p:nvPr/>
          </p:nvSpPr>
          <p:spPr>
            <a:xfrm>
              <a:off x="8065511" y="2560977"/>
              <a:ext cx="17040" cy="94269"/>
            </a:xfrm>
            <a:custGeom>
              <a:avLst/>
              <a:gdLst/>
              <a:ahLst/>
              <a:cxnLst/>
              <a:rect l="l" t="t" r="r" b="b"/>
              <a:pathLst>
                <a:path w="650" h="3596" extrusionOk="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7" name="Google Shape;21027;p141"/>
            <p:cNvSpPr/>
            <p:nvPr/>
          </p:nvSpPr>
          <p:spPr>
            <a:xfrm>
              <a:off x="8071174" y="2654827"/>
              <a:ext cx="11377" cy="11377"/>
            </a:xfrm>
            <a:custGeom>
              <a:avLst/>
              <a:gdLst/>
              <a:ahLst/>
              <a:cxnLst/>
              <a:rect l="l" t="t" r="r" b="b"/>
              <a:pathLst>
                <a:path w="434" h="434" extrusionOk="0">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28" name="Google Shape;21028;p141"/>
          <p:cNvGrpSpPr/>
          <p:nvPr/>
        </p:nvGrpSpPr>
        <p:grpSpPr>
          <a:xfrm>
            <a:off x="5596661" y="2909139"/>
            <a:ext cx="394326" cy="349682"/>
            <a:chOff x="5596661" y="2909139"/>
            <a:chExt cx="394326" cy="349682"/>
          </a:xfrm>
        </p:grpSpPr>
        <p:sp>
          <p:nvSpPr>
            <p:cNvPr id="21029" name="Google Shape;21029;p141"/>
            <p:cNvSpPr/>
            <p:nvPr/>
          </p:nvSpPr>
          <p:spPr>
            <a:xfrm>
              <a:off x="5762025" y="2909139"/>
              <a:ext cx="228962" cy="190740"/>
            </a:xfrm>
            <a:custGeom>
              <a:avLst/>
              <a:gdLst/>
              <a:ahLst/>
              <a:cxnLst/>
              <a:rect l="l" t="t" r="r" b="b"/>
              <a:pathLst>
                <a:path w="8734" h="7276" extrusionOk="0">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0" name="Google Shape;21030;p141"/>
            <p:cNvSpPr/>
            <p:nvPr/>
          </p:nvSpPr>
          <p:spPr>
            <a:xfrm>
              <a:off x="5597395" y="3061631"/>
              <a:ext cx="113957" cy="114324"/>
            </a:xfrm>
            <a:custGeom>
              <a:avLst/>
              <a:gdLst/>
              <a:ahLst/>
              <a:cxnLst/>
              <a:rect l="l" t="t" r="r" b="b"/>
              <a:pathLst>
                <a:path w="4347" h="4361" extrusionOk="0">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1" name="Google Shape;21031;p141"/>
            <p:cNvSpPr/>
            <p:nvPr/>
          </p:nvSpPr>
          <p:spPr>
            <a:xfrm>
              <a:off x="5628434" y="3061631"/>
              <a:ext cx="82918" cy="114324"/>
            </a:xfrm>
            <a:custGeom>
              <a:avLst/>
              <a:gdLst/>
              <a:ahLst/>
              <a:cxnLst/>
              <a:rect l="l" t="t" r="r" b="b"/>
              <a:pathLst>
                <a:path w="3163" h="4361" extrusionOk="0">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2" name="Google Shape;21032;p141"/>
            <p:cNvSpPr/>
            <p:nvPr/>
          </p:nvSpPr>
          <p:spPr>
            <a:xfrm>
              <a:off x="5596661" y="3067032"/>
              <a:ext cx="216483" cy="191789"/>
            </a:xfrm>
            <a:custGeom>
              <a:avLst/>
              <a:gdLst/>
              <a:ahLst/>
              <a:cxnLst/>
              <a:rect l="l" t="t" r="r" b="b"/>
              <a:pathLst>
                <a:path w="8258" h="7316" extrusionOk="0">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3" name="Google Shape;21033;p141"/>
            <p:cNvSpPr/>
            <p:nvPr/>
          </p:nvSpPr>
          <p:spPr>
            <a:xfrm>
              <a:off x="5596661" y="3095318"/>
              <a:ext cx="197163" cy="163136"/>
            </a:xfrm>
            <a:custGeom>
              <a:avLst/>
              <a:gdLst/>
              <a:ahLst/>
              <a:cxnLst/>
              <a:rect l="l" t="t" r="r" b="b"/>
              <a:pathLst>
                <a:path w="7521" h="6223" extrusionOk="0">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4" name="Google Shape;21034;p141"/>
            <p:cNvSpPr/>
            <p:nvPr/>
          </p:nvSpPr>
          <p:spPr>
            <a:xfrm>
              <a:off x="5633362" y="3150946"/>
              <a:ext cx="41262" cy="22361"/>
            </a:xfrm>
            <a:custGeom>
              <a:avLst/>
              <a:gdLst/>
              <a:ahLst/>
              <a:cxnLst/>
              <a:rect l="l" t="t" r="r" b="b"/>
              <a:pathLst>
                <a:path w="1574" h="853" extrusionOk="0">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5" name="Google Shape;21035;p141"/>
            <p:cNvSpPr/>
            <p:nvPr/>
          </p:nvSpPr>
          <p:spPr>
            <a:xfrm>
              <a:off x="5615562" y="3098149"/>
              <a:ext cx="76469" cy="62654"/>
            </a:xfrm>
            <a:custGeom>
              <a:avLst/>
              <a:gdLst/>
              <a:ahLst/>
              <a:cxnLst/>
              <a:rect l="l" t="t" r="r" b="b"/>
              <a:pathLst>
                <a:path w="2917" h="2390" extrusionOk="0">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6" name="Google Shape;21036;p141"/>
            <p:cNvSpPr/>
            <p:nvPr/>
          </p:nvSpPr>
          <p:spPr>
            <a:xfrm>
              <a:off x="5615562" y="3098149"/>
              <a:ext cx="76469" cy="61894"/>
            </a:xfrm>
            <a:custGeom>
              <a:avLst/>
              <a:gdLst/>
              <a:ahLst/>
              <a:cxnLst/>
              <a:rect l="l" t="t" r="r" b="b"/>
              <a:pathLst>
                <a:path w="2917" h="2361" extrusionOk="0">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7" name="Google Shape;21037;p141"/>
            <p:cNvSpPr/>
            <p:nvPr/>
          </p:nvSpPr>
          <p:spPr>
            <a:xfrm>
              <a:off x="5596661" y="3191815"/>
              <a:ext cx="25743" cy="66639"/>
            </a:xfrm>
            <a:custGeom>
              <a:avLst/>
              <a:gdLst/>
              <a:ahLst/>
              <a:cxnLst/>
              <a:rect l="l" t="t" r="r" b="b"/>
              <a:pathLst>
                <a:path w="982" h="2542" extrusionOk="0">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8" name="Google Shape;21038;p141"/>
            <p:cNvSpPr/>
            <p:nvPr/>
          </p:nvSpPr>
          <p:spPr>
            <a:xfrm>
              <a:off x="5819174" y="2953416"/>
              <a:ext cx="114297" cy="114691"/>
            </a:xfrm>
            <a:custGeom>
              <a:avLst/>
              <a:gdLst/>
              <a:ahLst/>
              <a:cxnLst/>
              <a:rect l="l" t="t" r="r" b="b"/>
              <a:pathLst>
                <a:path w="4360" h="4375" extrusionOk="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9" name="Google Shape;21039;p141"/>
            <p:cNvSpPr/>
            <p:nvPr/>
          </p:nvSpPr>
          <p:spPr>
            <a:xfrm>
              <a:off x="5838075" y="2972710"/>
              <a:ext cx="76469" cy="76076"/>
            </a:xfrm>
            <a:custGeom>
              <a:avLst/>
              <a:gdLst/>
              <a:ahLst/>
              <a:cxnLst/>
              <a:rect l="l" t="t" r="r" b="b"/>
              <a:pathLst>
                <a:path w="2917" h="2902" extrusionOk="0">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0" name="Google Shape;21040;p141"/>
            <p:cNvSpPr/>
            <p:nvPr/>
          </p:nvSpPr>
          <p:spPr>
            <a:xfrm>
              <a:off x="5685582" y="3095318"/>
              <a:ext cx="108242" cy="135872"/>
            </a:xfrm>
            <a:custGeom>
              <a:avLst/>
              <a:gdLst/>
              <a:ahLst/>
              <a:cxnLst/>
              <a:rect l="l" t="t" r="r" b="b"/>
              <a:pathLst>
                <a:path w="4129" h="5183" extrusionOk="0">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1" name="Google Shape;21041;p141"/>
            <p:cNvSpPr/>
            <p:nvPr/>
          </p:nvSpPr>
          <p:spPr>
            <a:xfrm>
              <a:off x="5857396" y="2991637"/>
              <a:ext cx="38248" cy="38248"/>
            </a:xfrm>
            <a:custGeom>
              <a:avLst/>
              <a:gdLst/>
              <a:ahLst/>
              <a:cxnLst/>
              <a:rect l="l" t="t" r="r" b="b"/>
              <a:pathLst>
                <a:path w="1459" h="1459" extrusionOk="0">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2" name="Google Shape;21042;p141"/>
            <p:cNvSpPr/>
            <p:nvPr/>
          </p:nvSpPr>
          <p:spPr>
            <a:xfrm>
              <a:off x="5867986" y="2934384"/>
              <a:ext cx="87532" cy="82630"/>
            </a:xfrm>
            <a:custGeom>
              <a:avLst/>
              <a:gdLst/>
              <a:ahLst/>
              <a:cxnLst/>
              <a:rect l="l" t="t" r="r" b="b"/>
              <a:pathLst>
                <a:path w="3339" h="3152" extrusionOk="0">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3" name="Google Shape;21043;p141"/>
            <p:cNvSpPr/>
            <p:nvPr/>
          </p:nvSpPr>
          <p:spPr>
            <a:xfrm>
              <a:off x="5916799" y="2937241"/>
              <a:ext cx="38248" cy="33214"/>
            </a:xfrm>
            <a:custGeom>
              <a:avLst/>
              <a:gdLst/>
              <a:ahLst/>
              <a:cxnLst/>
              <a:rect l="l" t="t" r="r" b="b"/>
              <a:pathLst>
                <a:path w="1459" h="1267" extrusionOk="0">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4" name="Google Shape;21044;p141"/>
            <p:cNvSpPr/>
            <p:nvPr/>
          </p:nvSpPr>
          <p:spPr>
            <a:xfrm>
              <a:off x="5889430" y="2934384"/>
              <a:ext cx="63729" cy="60635"/>
            </a:xfrm>
            <a:custGeom>
              <a:avLst/>
              <a:gdLst/>
              <a:ahLst/>
              <a:cxnLst/>
              <a:rect l="l" t="t" r="r" b="b"/>
              <a:pathLst>
                <a:path w="2431" h="2313" extrusionOk="0">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45" name="Google Shape;21045;p141"/>
          <p:cNvGrpSpPr/>
          <p:nvPr/>
        </p:nvGrpSpPr>
        <p:grpSpPr>
          <a:xfrm>
            <a:off x="874658" y="2914408"/>
            <a:ext cx="356891" cy="335709"/>
            <a:chOff x="874658" y="2914408"/>
            <a:chExt cx="356891" cy="335709"/>
          </a:xfrm>
        </p:grpSpPr>
        <p:sp>
          <p:nvSpPr>
            <p:cNvPr id="21046" name="Google Shape;21046;p141"/>
            <p:cNvSpPr/>
            <p:nvPr/>
          </p:nvSpPr>
          <p:spPr>
            <a:xfrm>
              <a:off x="909472" y="2994285"/>
              <a:ext cx="287238" cy="177869"/>
            </a:xfrm>
            <a:custGeom>
              <a:avLst/>
              <a:gdLst/>
              <a:ahLst/>
              <a:cxnLst/>
              <a:rect l="l" t="t" r="r" b="b"/>
              <a:pathLst>
                <a:path w="10957" h="6785" extrusionOk="0">
                  <a:moveTo>
                    <a:pt x="0" y="0"/>
                  </a:moveTo>
                  <a:lnTo>
                    <a:pt x="0" y="6785"/>
                  </a:lnTo>
                  <a:lnTo>
                    <a:pt x="10957" y="6785"/>
                  </a:lnTo>
                  <a:lnTo>
                    <a:pt x="10957"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7" name="Google Shape;21047;p141"/>
            <p:cNvSpPr/>
            <p:nvPr/>
          </p:nvSpPr>
          <p:spPr>
            <a:xfrm>
              <a:off x="874658" y="2914408"/>
              <a:ext cx="356891" cy="93902"/>
            </a:xfrm>
            <a:custGeom>
              <a:avLst/>
              <a:gdLst/>
              <a:ahLst/>
              <a:cxnLst/>
              <a:rect l="l" t="t" r="r" b="b"/>
              <a:pathLst>
                <a:path w="13614" h="3582" extrusionOk="0">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8" name="Google Shape;21048;p141"/>
            <p:cNvSpPr/>
            <p:nvPr/>
          </p:nvSpPr>
          <p:spPr>
            <a:xfrm>
              <a:off x="1211442" y="2914434"/>
              <a:ext cx="20107" cy="93876"/>
            </a:xfrm>
            <a:custGeom>
              <a:avLst/>
              <a:gdLst/>
              <a:ahLst/>
              <a:cxnLst/>
              <a:rect l="l" t="t" r="r" b="b"/>
              <a:pathLst>
                <a:path w="767" h="3581" extrusionOk="0">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9" name="Google Shape;21049;p141"/>
            <p:cNvSpPr/>
            <p:nvPr/>
          </p:nvSpPr>
          <p:spPr>
            <a:xfrm>
              <a:off x="874658" y="2914408"/>
              <a:ext cx="20081" cy="93902"/>
            </a:xfrm>
            <a:custGeom>
              <a:avLst/>
              <a:gdLst/>
              <a:ahLst/>
              <a:cxnLst/>
              <a:rect l="l" t="t" r="r" b="b"/>
              <a:pathLst>
                <a:path w="766" h="3582" extrusionOk="0">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0" name="Google Shape;21050;p141"/>
            <p:cNvSpPr/>
            <p:nvPr/>
          </p:nvSpPr>
          <p:spPr>
            <a:xfrm>
              <a:off x="1171333" y="2945079"/>
              <a:ext cx="34080" cy="34079"/>
            </a:xfrm>
            <a:custGeom>
              <a:avLst/>
              <a:gdLst/>
              <a:ahLst/>
              <a:cxnLst/>
              <a:rect l="l" t="t" r="r" b="b"/>
              <a:pathLst>
                <a:path w="1300" h="1300" extrusionOk="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1" name="Google Shape;21051;p141"/>
            <p:cNvSpPr/>
            <p:nvPr/>
          </p:nvSpPr>
          <p:spPr>
            <a:xfrm>
              <a:off x="1113451" y="2945079"/>
              <a:ext cx="34080" cy="34079"/>
            </a:xfrm>
            <a:custGeom>
              <a:avLst/>
              <a:gdLst/>
              <a:ahLst/>
              <a:cxnLst/>
              <a:rect l="l" t="t" r="r" b="b"/>
              <a:pathLst>
                <a:path w="1300" h="1300" extrusionOk="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2" name="Google Shape;21052;p141"/>
            <p:cNvSpPr/>
            <p:nvPr/>
          </p:nvSpPr>
          <p:spPr>
            <a:xfrm>
              <a:off x="898488" y="2956824"/>
              <a:ext cx="197582" cy="10617"/>
            </a:xfrm>
            <a:custGeom>
              <a:avLst/>
              <a:gdLst/>
              <a:ahLst/>
              <a:cxnLst/>
              <a:rect l="l" t="t" r="r" b="b"/>
              <a:pathLst>
                <a:path w="7537" h="405" extrusionOk="0">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3" name="Google Shape;21053;p141"/>
            <p:cNvSpPr/>
            <p:nvPr/>
          </p:nvSpPr>
          <p:spPr>
            <a:xfrm>
              <a:off x="874658" y="303515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4" name="Google Shape;21054;p141"/>
            <p:cNvSpPr/>
            <p:nvPr/>
          </p:nvSpPr>
          <p:spPr>
            <a:xfrm>
              <a:off x="1211442" y="303515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5" name="Google Shape;21055;p141"/>
            <p:cNvSpPr/>
            <p:nvPr/>
          </p:nvSpPr>
          <p:spPr>
            <a:xfrm>
              <a:off x="874658" y="303515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6" name="Google Shape;21056;p141"/>
            <p:cNvSpPr/>
            <p:nvPr/>
          </p:nvSpPr>
          <p:spPr>
            <a:xfrm>
              <a:off x="1171333" y="3066167"/>
              <a:ext cx="34080" cy="34106"/>
            </a:xfrm>
            <a:custGeom>
              <a:avLst/>
              <a:gdLst/>
              <a:ahLst/>
              <a:cxnLst/>
              <a:rect l="l" t="t" r="r" b="b"/>
              <a:pathLst>
                <a:path w="1300" h="1301" extrusionOk="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7" name="Google Shape;21057;p141"/>
            <p:cNvSpPr/>
            <p:nvPr/>
          </p:nvSpPr>
          <p:spPr>
            <a:xfrm>
              <a:off x="1113451" y="3066167"/>
              <a:ext cx="34080" cy="34106"/>
            </a:xfrm>
            <a:custGeom>
              <a:avLst/>
              <a:gdLst/>
              <a:ahLst/>
              <a:cxnLst/>
              <a:rect l="l" t="t" r="r" b="b"/>
              <a:pathLst>
                <a:path w="1300" h="1301" extrusionOk="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8" name="Google Shape;21058;p141"/>
            <p:cNvSpPr/>
            <p:nvPr/>
          </p:nvSpPr>
          <p:spPr>
            <a:xfrm>
              <a:off x="898488" y="3077544"/>
              <a:ext cx="197582" cy="10984"/>
            </a:xfrm>
            <a:custGeom>
              <a:avLst/>
              <a:gdLst/>
              <a:ahLst/>
              <a:cxnLst/>
              <a:rect l="l" t="t" r="r" b="b"/>
              <a:pathLst>
                <a:path w="7537" h="419" extrusionOk="0">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9" name="Google Shape;21059;p141"/>
            <p:cNvSpPr/>
            <p:nvPr/>
          </p:nvSpPr>
          <p:spPr>
            <a:xfrm>
              <a:off x="874658" y="315587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0" name="Google Shape;21060;p141"/>
            <p:cNvSpPr/>
            <p:nvPr/>
          </p:nvSpPr>
          <p:spPr>
            <a:xfrm>
              <a:off x="1211442" y="315587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1" name="Google Shape;21061;p141"/>
            <p:cNvSpPr/>
            <p:nvPr/>
          </p:nvSpPr>
          <p:spPr>
            <a:xfrm>
              <a:off x="874658" y="315587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2" name="Google Shape;21062;p141"/>
            <p:cNvSpPr/>
            <p:nvPr/>
          </p:nvSpPr>
          <p:spPr>
            <a:xfrm>
              <a:off x="1171333" y="3186887"/>
              <a:ext cx="34080" cy="34106"/>
            </a:xfrm>
            <a:custGeom>
              <a:avLst/>
              <a:gdLst/>
              <a:ahLst/>
              <a:cxnLst/>
              <a:rect l="l" t="t" r="r" b="b"/>
              <a:pathLst>
                <a:path w="1300" h="1301" extrusionOk="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3" name="Google Shape;21063;p141"/>
            <p:cNvSpPr/>
            <p:nvPr/>
          </p:nvSpPr>
          <p:spPr>
            <a:xfrm>
              <a:off x="1113451" y="3186887"/>
              <a:ext cx="34080" cy="34106"/>
            </a:xfrm>
            <a:custGeom>
              <a:avLst/>
              <a:gdLst/>
              <a:ahLst/>
              <a:cxnLst/>
              <a:rect l="l" t="t" r="r" b="b"/>
              <a:pathLst>
                <a:path w="1300" h="1301" extrusionOk="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4" name="Google Shape;21064;p141"/>
            <p:cNvSpPr/>
            <p:nvPr/>
          </p:nvSpPr>
          <p:spPr>
            <a:xfrm>
              <a:off x="898488" y="3198631"/>
              <a:ext cx="197582" cy="10617"/>
            </a:xfrm>
            <a:custGeom>
              <a:avLst/>
              <a:gdLst/>
              <a:ahLst/>
              <a:cxnLst/>
              <a:rect l="l" t="t" r="r" b="b"/>
              <a:pathLst>
                <a:path w="7537" h="405" extrusionOk="0">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5" name="Google Shape;21065;p141"/>
            <p:cNvSpPr/>
            <p:nvPr/>
          </p:nvSpPr>
          <p:spPr>
            <a:xfrm>
              <a:off x="898488" y="3094924"/>
              <a:ext cx="30305" cy="10643"/>
            </a:xfrm>
            <a:custGeom>
              <a:avLst/>
              <a:gdLst/>
              <a:ahLst/>
              <a:cxnLst/>
              <a:rect l="l" t="t" r="r" b="b"/>
              <a:pathLst>
                <a:path w="1156" h="406" extrusionOk="0">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66" name="Google Shape;21066;p141"/>
          <p:cNvGrpSpPr/>
          <p:nvPr/>
        </p:nvGrpSpPr>
        <p:grpSpPr>
          <a:xfrm>
            <a:off x="4230912" y="2929193"/>
            <a:ext cx="308813" cy="306165"/>
            <a:chOff x="4230912" y="2929193"/>
            <a:chExt cx="308813" cy="306165"/>
          </a:xfrm>
        </p:grpSpPr>
        <p:sp>
          <p:nvSpPr>
            <p:cNvPr id="21067" name="Google Shape;21067;p141"/>
            <p:cNvSpPr/>
            <p:nvPr/>
          </p:nvSpPr>
          <p:spPr>
            <a:xfrm>
              <a:off x="4425427" y="2976878"/>
              <a:ext cx="114297" cy="258113"/>
            </a:xfrm>
            <a:custGeom>
              <a:avLst/>
              <a:gdLst/>
              <a:ahLst/>
              <a:cxnLst/>
              <a:rect l="l" t="t" r="r" b="b"/>
              <a:pathLst>
                <a:path w="4360" h="9846" extrusionOk="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8" name="Google Shape;21068;p141"/>
            <p:cNvSpPr/>
            <p:nvPr/>
          </p:nvSpPr>
          <p:spPr>
            <a:xfrm>
              <a:off x="4425427" y="2976878"/>
              <a:ext cx="93116" cy="258480"/>
            </a:xfrm>
            <a:custGeom>
              <a:avLst/>
              <a:gdLst/>
              <a:ahLst/>
              <a:cxnLst/>
              <a:rect l="l" t="t" r="r" b="b"/>
              <a:pathLst>
                <a:path w="3552" h="9860" extrusionOk="0">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9" name="Google Shape;21069;p141"/>
            <p:cNvSpPr/>
            <p:nvPr/>
          </p:nvSpPr>
          <p:spPr>
            <a:xfrm>
              <a:off x="4404613" y="2962879"/>
              <a:ext cx="100299" cy="272479"/>
            </a:xfrm>
            <a:custGeom>
              <a:avLst/>
              <a:gdLst/>
              <a:ahLst/>
              <a:cxnLst/>
              <a:rect l="l" t="t" r="r" b="b"/>
              <a:pathLst>
                <a:path w="3826" h="10394" extrusionOk="0">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0" name="Google Shape;21070;p141"/>
            <p:cNvSpPr/>
            <p:nvPr/>
          </p:nvSpPr>
          <p:spPr>
            <a:xfrm>
              <a:off x="4404613" y="2962879"/>
              <a:ext cx="71934" cy="272479"/>
            </a:xfrm>
            <a:custGeom>
              <a:avLst/>
              <a:gdLst/>
              <a:ahLst/>
              <a:cxnLst/>
              <a:rect l="l" t="t" r="r" b="b"/>
              <a:pathLst>
                <a:path w="2744" h="10394" extrusionOk="0">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1" name="Google Shape;21071;p141"/>
            <p:cNvSpPr/>
            <p:nvPr/>
          </p:nvSpPr>
          <p:spPr>
            <a:xfrm>
              <a:off x="4230912" y="2929193"/>
              <a:ext cx="229722" cy="306165"/>
            </a:xfrm>
            <a:custGeom>
              <a:avLst/>
              <a:gdLst/>
              <a:ahLst/>
              <a:cxnLst/>
              <a:rect l="l" t="t" r="r" b="b"/>
              <a:pathLst>
                <a:path w="8763" h="11679" extrusionOk="0">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2" name="Google Shape;21072;p141"/>
            <p:cNvSpPr/>
            <p:nvPr/>
          </p:nvSpPr>
          <p:spPr>
            <a:xfrm>
              <a:off x="4443594" y="2950768"/>
              <a:ext cx="17040" cy="284590"/>
            </a:xfrm>
            <a:custGeom>
              <a:avLst/>
              <a:gdLst/>
              <a:ahLst/>
              <a:cxnLst/>
              <a:rect l="l" t="t" r="r" b="b"/>
              <a:pathLst>
                <a:path w="650" h="10856" extrusionOk="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3" name="Google Shape;21073;p141"/>
            <p:cNvSpPr/>
            <p:nvPr/>
          </p:nvSpPr>
          <p:spPr>
            <a:xfrm>
              <a:off x="4271021" y="3008651"/>
              <a:ext cx="22361" cy="22361"/>
            </a:xfrm>
            <a:custGeom>
              <a:avLst/>
              <a:gdLst/>
              <a:ahLst/>
              <a:cxnLst/>
              <a:rect l="l" t="t" r="r" b="b"/>
              <a:pathLst>
                <a:path w="853" h="853" extrusionOk="0">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4" name="Google Shape;21074;p141"/>
            <p:cNvSpPr/>
            <p:nvPr/>
          </p:nvSpPr>
          <p:spPr>
            <a:xfrm>
              <a:off x="4310003" y="302645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5" name="Google Shape;21075;p141"/>
            <p:cNvSpPr/>
            <p:nvPr/>
          </p:nvSpPr>
          <p:spPr>
            <a:xfrm>
              <a:off x="4310003" y="3010538"/>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6" name="Google Shape;21076;p141"/>
            <p:cNvSpPr/>
            <p:nvPr/>
          </p:nvSpPr>
          <p:spPr>
            <a:xfrm>
              <a:off x="4271021" y="3082079"/>
              <a:ext cx="22361" cy="22335"/>
            </a:xfrm>
            <a:custGeom>
              <a:avLst/>
              <a:gdLst/>
              <a:ahLst/>
              <a:cxnLst/>
              <a:rect l="l" t="t" r="r" b="b"/>
              <a:pathLst>
                <a:path w="853" h="852" extrusionOk="0">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7" name="Google Shape;21077;p141"/>
            <p:cNvSpPr/>
            <p:nvPr/>
          </p:nvSpPr>
          <p:spPr>
            <a:xfrm>
              <a:off x="4310003" y="3099853"/>
              <a:ext cx="114691" cy="9490"/>
            </a:xfrm>
            <a:custGeom>
              <a:avLst/>
              <a:gdLst/>
              <a:ahLst/>
              <a:cxnLst/>
              <a:rect l="l" t="t" r="r" b="b"/>
              <a:pathLst>
                <a:path w="4375" h="362" extrusionOk="0">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8" name="Google Shape;21078;p141"/>
            <p:cNvSpPr/>
            <p:nvPr/>
          </p:nvSpPr>
          <p:spPr>
            <a:xfrm>
              <a:off x="4310003" y="3084334"/>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9" name="Google Shape;21079;p141"/>
            <p:cNvSpPr/>
            <p:nvPr/>
          </p:nvSpPr>
          <p:spPr>
            <a:xfrm>
              <a:off x="4271021" y="3155874"/>
              <a:ext cx="22361" cy="21968"/>
            </a:xfrm>
            <a:custGeom>
              <a:avLst/>
              <a:gdLst/>
              <a:ahLst/>
              <a:cxnLst/>
              <a:rect l="l" t="t" r="r" b="b"/>
              <a:pathLst>
                <a:path w="853" h="838" extrusionOk="0">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0" name="Google Shape;21080;p141"/>
            <p:cNvSpPr/>
            <p:nvPr/>
          </p:nvSpPr>
          <p:spPr>
            <a:xfrm>
              <a:off x="4310003" y="317328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1" name="Google Shape;21081;p141"/>
            <p:cNvSpPr/>
            <p:nvPr/>
          </p:nvSpPr>
          <p:spPr>
            <a:xfrm>
              <a:off x="4310003" y="3157762"/>
              <a:ext cx="37120" cy="9490"/>
            </a:xfrm>
            <a:custGeom>
              <a:avLst/>
              <a:gdLst/>
              <a:ahLst/>
              <a:cxnLst/>
              <a:rect l="l" t="t" r="r" b="b"/>
              <a:pathLst>
                <a:path w="1416" h="362" extrusionOk="0">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82" name="Google Shape;21082;p141"/>
          <p:cNvGrpSpPr/>
          <p:nvPr/>
        </p:nvGrpSpPr>
        <p:grpSpPr>
          <a:xfrm>
            <a:off x="4627886" y="3401089"/>
            <a:ext cx="409111" cy="267944"/>
            <a:chOff x="4627886" y="3401089"/>
            <a:chExt cx="409111" cy="267944"/>
          </a:xfrm>
        </p:grpSpPr>
        <p:sp>
          <p:nvSpPr>
            <p:cNvPr id="21083" name="Google Shape;21083;p141"/>
            <p:cNvSpPr/>
            <p:nvPr/>
          </p:nvSpPr>
          <p:spPr>
            <a:xfrm>
              <a:off x="4627886" y="3401089"/>
              <a:ext cx="409111" cy="267944"/>
            </a:xfrm>
            <a:custGeom>
              <a:avLst/>
              <a:gdLst/>
              <a:ahLst/>
              <a:cxnLst/>
              <a:rect l="l" t="t" r="r" b="b"/>
              <a:pathLst>
                <a:path w="15606" h="10221" extrusionOk="0">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4" name="Google Shape;21084;p141"/>
            <p:cNvSpPr/>
            <p:nvPr/>
          </p:nvSpPr>
          <p:spPr>
            <a:xfrm>
              <a:off x="4670276" y="3422271"/>
              <a:ext cx="324332" cy="225580"/>
            </a:xfrm>
            <a:custGeom>
              <a:avLst/>
              <a:gdLst/>
              <a:ahLst/>
              <a:cxnLst/>
              <a:rect l="l" t="t" r="r" b="b"/>
              <a:pathLst>
                <a:path w="12372" h="8605" extrusionOk="0">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5" name="Google Shape;21085;p141"/>
            <p:cNvSpPr/>
            <p:nvPr/>
          </p:nvSpPr>
          <p:spPr>
            <a:xfrm>
              <a:off x="4642252" y="3520761"/>
              <a:ext cx="14025" cy="28312"/>
            </a:xfrm>
            <a:custGeom>
              <a:avLst/>
              <a:gdLst/>
              <a:ahLst/>
              <a:cxnLst/>
              <a:rect l="l" t="t" r="r" b="b"/>
              <a:pathLst>
                <a:path w="535" h="1080" extrusionOk="0">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6" name="Google Shape;21086;p141"/>
            <p:cNvSpPr/>
            <p:nvPr/>
          </p:nvSpPr>
          <p:spPr>
            <a:xfrm>
              <a:off x="5008947" y="3513578"/>
              <a:ext cx="14025" cy="42678"/>
            </a:xfrm>
            <a:custGeom>
              <a:avLst/>
              <a:gdLst/>
              <a:ahLst/>
              <a:cxnLst/>
              <a:rect l="l" t="t" r="r" b="b"/>
              <a:pathLst>
                <a:path w="535" h="1628" extrusionOk="0">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7" name="Google Shape;21087;p141"/>
            <p:cNvSpPr/>
            <p:nvPr/>
          </p:nvSpPr>
          <p:spPr>
            <a:xfrm>
              <a:off x="5006299" y="3421904"/>
              <a:ext cx="18953" cy="14392"/>
            </a:xfrm>
            <a:custGeom>
              <a:avLst/>
              <a:gdLst/>
              <a:ahLst/>
              <a:cxnLst/>
              <a:rect l="l" t="t" r="r" b="b"/>
              <a:pathLst>
                <a:path w="723" h="549" extrusionOk="0">
                  <a:moveTo>
                    <a:pt x="362" y="0"/>
                  </a:moveTo>
                  <a:cubicBezTo>
                    <a:pt x="1" y="0"/>
                    <a:pt x="1" y="549"/>
                    <a:pt x="362" y="549"/>
                  </a:cubicBezTo>
                  <a:cubicBezTo>
                    <a:pt x="723" y="549"/>
                    <a:pt x="723" y="0"/>
                    <a:pt x="362"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8" name="Google Shape;21088;p141"/>
            <p:cNvSpPr/>
            <p:nvPr/>
          </p:nvSpPr>
          <p:spPr>
            <a:xfrm>
              <a:off x="4642252" y="3485554"/>
              <a:ext cx="14025" cy="21129"/>
            </a:xfrm>
            <a:custGeom>
              <a:avLst/>
              <a:gdLst/>
              <a:ahLst/>
              <a:cxnLst/>
              <a:rect l="l" t="t" r="r" b="b"/>
              <a:pathLst>
                <a:path w="535" h="806" extrusionOk="0">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9" name="Google Shape;21089;p141"/>
            <p:cNvSpPr/>
            <p:nvPr/>
          </p:nvSpPr>
          <p:spPr>
            <a:xfrm>
              <a:off x="4642252" y="3563150"/>
              <a:ext cx="14025" cy="21103"/>
            </a:xfrm>
            <a:custGeom>
              <a:avLst/>
              <a:gdLst/>
              <a:ahLst/>
              <a:cxnLst/>
              <a:rect l="l" t="t" r="r" b="b"/>
              <a:pathLst>
                <a:path w="535" h="805" extrusionOk="0">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0" name="Google Shape;21090;p141"/>
            <p:cNvSpPr/>
            <p:nvPr/>
          </p:nvSpPr>
          <p:spPr>
            <a:xfrm>
              <a:off x="4761845" y="3457478"/>
              <a:ext cx="141561" cy="113170"/>
            </a:xfrm>
            <a:custGeom>
              <a:avLst/>
              <a:gdLst/>
              <a:ahLst/>
              <a:cxnLst/>
              <a:rect l="l" t="t" r="r" b="b"/>
              <a:pathLst>
                <a:path w="5400" h="4317" extrusionOk="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1" name="Google Shape;21091;p141"/>
            <p:cNvSpPr/>
            <p:nvPr/>
          </p:nvSpPr>
          <p:spPr>
            <a:xfrm>
              <a:off x="4691457" y="3598619"/>
              <a:ext cx="281942" cy="14025"/>
            </a:xfrm>
            <a:custGeom>
              <a:avLst/>
              <a:gdLst/>
              <a:ahLst/>
              <a:cxnLst/>
              <a:rect l="l" t="t" r="r" b="b"/>
              <a:pathLst>
                <a:path w="10755" h="535" extrusionOk="0">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2" name="Google Shape;21092;p141"/>
            <p:cNvSpPr/>
            <p:nvPr/>
          </p:nvSpPr>
          <p:spPr>
            <a:xfrm>
              <a:off x="4691457" y="3598619"/>
              <a:ext cx="63598" cy="14025"/>
            </a:xfrm>
            <a:custGeom>
              <a:avLst/>
              <a:gdLst/>
              <a:ahLst/>
              <a:cxnLst/>
              <a:rect l="l" t="t" r="r" b="b"/>
              <a:pathLst>
                <a:path w="2426" h="535" extrusionOk="0">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3" name="Google Shape;21093;p141"/>
            <p:cNvSpPr/>
            <p:nvPr/>
          </p:nvSpPr>
          <p:spPr>
            <a:xfrm>
              <a:off x="4741030" y="3591436"/>
              <a:ext cx="28024" cy="28024"/>
            </a:xfrm>
            <a:custGeom>
              <a:avLst/>
              <a:gdLst/>
              <a:ahLst/>
              <a:cxnLst/>
              <a:rect l="l" t="t" r="r" b="b"/>
              <a:pathLst>
                <a:path w="1069" h="1069" extrusionOk="0">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94" name="Google Shape;21094;p141"/>
          <p:cNvGrpSpPr/>
          <p:nvPr/>
        </p:nvGrpSpPr>
        <p:grpSpPr>
          <a:xfrm>
            <a:off x="4652476" y="2898915"/>
            <a:ext cx="386016" cy="384495"/>
            <a:chOff x="4652476" y="2898915"/>
            <a:chExt cx="386016" cy="384495"/>
          </a:xfrm>
        </p:grpSpPr>
        <p:sp>
          <p:nvSpPr>
            <p:cNvPr id="21095" name="Google Shape;21095;p141"/>
            <p:cNvSpPr/>
            <p:nvPr/>
          </p:nvSpPr>
          <p:spPr>
            <a:xfrm>
              <a:off x="4842456" y="3088895"/>
              <a:ext cx="60190" cy="60190"/>
            </a:xfrm>
            <a:custGeom>
              <a:avLst/>
              <a:gdLst/>
              <a:ahLst/>
              <a:cxnLst/>
              <a:rect l="l" t="t" r="r" b="b"/>
              <a:pathLst>
                <a:path w="2296" h="2296" extrusionOk="0">
                  <a:moveTo>
                    <a:pt x="592" y="0"/>
                  </a:moveTo>
                  <a:lnTo>
                    <a:pt x="0" y="592"/>
                  </a:lnTo>
                  <a:lnTo>
                    <a:pt x="1704" y="2295"/>
                  </a:lnTo>
                  <a:lnTo>
                    <a:pt x="2295" y="1703"/>
                  </a:lnTo>
                  <a:lnTo>
                    <a:pt x="592"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6" name="Google Shape;21096;p141"/>
            <p:cNvSpPr/>
            <p:nvPr/>
          </p:nvSpPr>
          <p:spPr>
            <a:xfrm>
              <a:off x="4652476" y="2898915"/>
              <a:ext cx="247889" cy="247889"/>
            </a:xfrm>
            <a:custGeom>
              <a:avLst/>
              <a:gdLst/>
              <a:ahLst/>
              <a:cxnLst/>
              <a:rect l="l" t="t" r="r" b="b"/>
              <a:pathLst>
                <a:path w="9456" h="9456" extrusionOk="0">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7" name="Google Shape;21097;p141"/>
            <p:cNvSpPr/>
            <p:nvPr/>
          </p:nvSpPr>
          <p:spPr>
            <a:xfrm>
              <a:off x="4680866" y="2927306"/>
              <a:ext cx="191134" cy="191134"/>
            </a:xfrm>
            <a:custGeom>
              <a:avLst/>
              <a:gdLst/>
              <a:ahLst/>
              <a:cxnLst/>
              <a:rect l="l" t="t" r="r" b="b"/>
              <a:pathLst>
                <a:path w="7291" h="7291" extrusionOk="0">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8" name="Google Shape;21098;p141"/>
            <p:cNvSpPr/>
            <p:nvPr/>
          </p:nvSpPr>
          <p:spPr>
            <a:xfrm>
              <a:off x="4869693" y="3117653"/>
              <a:ext cx="168798" cy="165757"/>
            </a:xfrm>
            <a:custGeom>
              <a:avLst/>
              <a:gdLst/>
              <a:ahLst/>
              <a:cxnLst/>
              <a:rect l="l" t="t" r="r" b="b"/>
              <a:pathLst>
                <a:path w="6439" h="6323" extrusionOk="0">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9" name="Google Shape;21099;p141"/>
            <p:cNvSpPr/>
            <p:nvPr/>
          </p:nvSpPr>
          <p:spPr>
            <a:xfrm>
              <a:off x="4881437" y="3118020"/>
              <a:ext cx="157054" cy="155560"/>
            </a:xfrm>
            <a:custGeom>
              <a:avLst/>
              <a:gdLst/>
              <a:ahLst/>
              <a:cxnLst/>
              <a:rect l="l" t="t" r="r" b="b"/>
              <a:pathLst>
                <a:path w="5991" h="5934" extrusionOk="0">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0" name="Google Shape;21100;p141"/>
            <p:cNvSpPr/>
            <p:nvPr/>
          </p:nvSpPr>
          <p:spPr>
            <a:xfrm>
              <a:off x="4952952" y="3199391"/>
              <a:ext cx="54134" cy="54134"/>
            </a:xfrm>
            <a:custGeom>
              <a:avLst/>
              <a:gdLst/>
              <a:ahLst/>
              <a:cxnLst/>
              <a:rect l="l" t="t" r="r" b="b"/>
              <a:pathLst>
                <a:path w="2065" h="2065" extrusionOk="0">
                  <a:moveTo>
                    <a:pt x="1458" y="0"/>
                  </a:moveTo>
                  <a:lnTo>
                    <a:pt x="0" y="1473"/>
                  </a:lnTo>
                  <a:lnTo>
                    <a:pt x="592" y="2064"/>
                  </a:lnTo>
                  <a:lnTo>
                    <a:pt x="2065" y="607"/>
                  </a:lnTo>
                  <a:lnTo>
                    <a:pt x="14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1" name="Google Shape;21101;p141"/>
            <p:cNvSpPr/>
            <p:nvPr/>
          </p:nvSpPr>
          <p:spPr>
            <a:xfrm>
              <a:off x="4931377" y="3179232"/>
              <a:ext cx="55209" cy="50464"/>
            </a:xfrm>
            <a:custGeom>
              <a:avLst/>
              <a:gdLst/>
              <a:ahLst/>
              <a:cxnLst/>
              <a:rect l="l" t="t" r="r" b="b"/>
              <a:pathLst>
                <a:path w="2106" h="1925" extrusionOk="0">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2" name="Google Shape;21102;p141"/>
            <p:cNvSpPr/>
            <p:nvPr/>
          </p:nvSpPr>
          <p:spPr>
            <a:xfrm>
              <a:off x="4736101" y="2955670"/>
              <a:ext cx="87453" cy="95396"/>
            </a:xfrm>
            <a:custGeom>
              <a:avLst/>
              <a:gdLst/>
              <a:ahLst/>
              <a:cxnLst/>
              <a:rect l="l" t="t" r="r" b="b"/>
              <a:pathLst>
                <a:path w="3336" h="3639" extrusionOk="0">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3" name="Google Shape;21103;p141"/>
            <p:cNvSpPr/>
            <p:nvPr/>
          </p:nvSpPr>
          <p:spPr>
            <a:xfrm>
              <a:off x="4762972" y="3064279"/>
              <a:ext cx="26897" cy="28050"/>
            </a:xfrm>
            <a:custGeom>
              <a:avLst/>
              <a:gdLst/>
              <a:ahLst/>
              <a:cxnLst/>
              <a:rect l="l" t="t" r="r" b="b"/>
              <a:pathLst>
                <a:path w="1026" h="1070" extrusionOk="0">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04" name="Google Shape;21104;p141"/>
          <p:cNvGrpSpPr/>
          <p:nvPr/>
        </p:nvGrpSpPr>
        <p:grpSpPr>
          <a:xfrm>
            <a:off x="5156931" y="2922194"/>
            <a:ext cx="324699" cy="347611"/>
            <a:chOff x="5156931" y="2922194"/>
            <a:chExt cx="324699" cy="347611"/>
          </a:xfrm>
        </p:grpSpPr>
        <p:sp>
          <p:nvSpPr>
            <p:cNvPr id="21105" name="Google Shape;21105;p141"/>
            <p:cNvSpPr/>
            <p:nvPr/>
          </p:nvSpPr>
          <p:spPr>
            <a:xfrm>
              <a:off x="5160706" y="3072982"/>
              <a:ext cx="317149" cy="43543"/>
            </a:xfrm>
            <a:custGeom>
              <a:avLst/>
              <a:gdLst/>
              <a:ahLst/>
              <a:cxnLst/>
              <a:rect l="l" t="t" r="r" b="b"/>
              <a:pathLst>
                <a:path w="12098" h="1661" extrusionOk="0">
                  <a:moveTo>
                    <a:pt x="15" y="1"/>
                  </a:moveTo>
                  <a:lnTo>
                    <a:pt x="0" y="1661"/>
                  </a:lnTo>
                  <a:lnTo>
                    <a:pt x="12097" y="1661"/>
                  </a:lnTo>
                  <a:lnTo>
                    <a:pt x="1208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6" name="Google Shape;21106;p141"/>
            <p:cNvSpPr/>
            <p:nvPr/>
          </p:nvSpPr>
          <p:spPr>
            <a:xfrm>
              <a:off x="5258330" y="2922194"/>
              <a:ext cx="128689" cy="62261"/>
            </a:xfrm>
            <a:custGeom>
              <a:avLst/>
              <a:gdLst/>
              <a:ahLst/>
              <a:cxnLst/>
              <a:rect l="l" t="t" r="r" b="b"/>
              <a:pathLst>
                <a:path w="4909" h="2375" extrusionOk="0">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7" name="Google Shape;21107;p141"/>
            <p:cNvSpPr/>
            <p:nvPr/>
          </p:nvSpPr>
          <p:spPr>
            <a:xfrm>
              <a:off x="5258330" y="2957951"/>
              <a:ext cx="128689" cy="26503"/>
            </a:xfrm>
            <a:custGeom>
              <a:avLst/>
              <a:gdLst/>
              <a:ahLst/>
              <a:cxnLst/>
              <a:rect l="l" t="t" r="r" b="b"/>
              <a:pathLst>
                <a:path w="4909" h="1011" extrusionOk="0">
                  <a:moveTo>
                    <a:pt x="997" y="0"/>
                  </a:moveTo>
                  <a:lnTo>
                    <a:pt x="1" y="1011"/>
                  </a:lnTo>
                  <a:lnTo>
                    <a:pt x="4909" y="1011"/>
                  </a:lnTo>
                  <a:lnTo>
                    <a:pt x="391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8" name="Google Shape;21108;p141"/>
            <p:cNvSpPr/>
            <p:nvPr/>
          </p:nvSpPr>
          <p:spPr>
            <a:xfrm>
              <a:off x="5180000" y="2975358"/>
              <a:ext cx="278561" cy="260761"/>
            </a:xfrm>
            <a:custGeom>
              <a:avLst/>
              <a:gdLst/>
              <a:ahLst/>
              <a:cxnLst/>
              <a:rect l="l" t="t" r="r" b="b"/>
              <a:pathLst>
                <a:path w="10626" h="9947" extrusionOk="0">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9" name="Google Shape;21109;p141"/>
            <p:cNvSpPr/>
            <p:nvPr/>
          </p:nvSpPr>
          <p:spPr>
            <a:xfrm>
              <a:off x="5438847" y="2975358"/>
              <a:ext cx="19714" cy="260761"/>
            </a:xfrm>
            <a:custGeom>
              <a:avLst/>
              <a:gdLst/>
              <a:ahLst/>
              <a:cxnLst/>
              <a:rect l="l" t="t" r="r" b="b"/>
              <a:pathLst>
                <a:path w="752" h="9947" extrusionOk="0">
                  <a:moveTo>
                    <a:pt x="1" y="0"/>
                  </a:moveTo>
                  <a:lnTo>
                    <a:pt x="1" y="9946"/>
                  </a:lnTo>
                  <a:lnTo>
                    <a:pt x="751" y="9946"/>
                  </a:lnTo>
                  <a:lnTo>
                    <a:pt x="751" y="217"/>
                  </a:lnTo>
                  <a:cubicBezTo>
                    <a:pt x="751" y="102"/>
                    <a:pt x="650" y="0"/>
                    <a:pt x="535"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0" name="Google Shape;21110;p141"/>
            <p:cNvSpPr/>
            <p:nvPr/>
          </p:nvSpPr>
          <p:spPr>
            <a:xfrm>
              <a:off x="5180000" y="3062785"/>
              <a:ext cx="278561" cy="172967"/>
            </a:xfrm>
            <a:custGeom>
              <a:avLst/>
              <a:gdLst/>
              <a:ahLst/>
              <a:cxnLst/>
              <a:rect l="l" t="t" r="r" b="b"/>
              <a:pathLst>
                <a:path w="10626" h="6598" extrusionOk="0">
                  <a:moveTo>
                    <a:pt x="1" y="0"/>
                  </a:moveTo>
                  <a:lnTo>
                    <a:pt x="1" y="6597"/>
                  </a:lnTo>
                  <a:lnTo>
                    <a:pt x="10625" y="6597"/>
                  </a:lnTo>
                  <a:lnTo>
                    <a:pt x="10625" y="0"/>
                  </a:lnTo>
                  <a:lnTo>
                    <a:pt x="5313" y="3797"/>
                  </a:lnTo>
                  <a:lnTo>
                    <a:pt x="1"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1" name="Google Shape;21111;p141"/>
            <p:cNvSpPr/>
            <p:nvPr/>
          </p:nvSpPr>
          <p:spPr>
            <a:xfrm>
              <a:off x="5221262" y="3114192"/>
              <a:ext cx="196953" cy="10329"/>
            </a:xfrm>
            <a:custGeom>
              <a:avLst/>
              <a:gdLst/>
              <a:ahLst/>
              <a:cxnLst/>
              <a:rect l="l" t="t" r="r" b="b"/>
              <a:pathLst>
                <a:path w="7513" h="394" extrusionOk="0">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2" name="Google Shape;21112;p141"/>
            <p:cNvSpPr/>
            <p:nvPr/>
          </p:nvSpPr>
          <p:spPr>
            <a:xfrm>
              <a:off x="5254031" y="3136528"/>
              <a:ext cx="129581" cy="10696"/>
            </a:xfrm>
            <a:custGeom>
              <a:avLst/>
              <a:gdLst/>
              <a:ahLst/>
              <a:cxnLst/>
              <a:rect l="l" t="t" r="r" b="b"/>
              <a:pathLst>
                <a:path w="4943" h="408" extrusionOk="0">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3" name="Google Shape;21113;p141"/>
            <p:cNvSpPr/>
            <p:nvPr/>
          </p:nvSpPr>
          <p:spPr>
            <a:xfrm>
              <a:off x="5284074" y="3159282"/>
              <a:ext cx="68893" cy="10617"/>
            </a:xfrm>
            <a:custGeom>
              <a:avLst/>
              <a:gdLst/>
              <a:ahLst/>
              <a:cxnLst/>
              <a:rect l="l" t="t" r="r" b="b"/>
              <a:pathLst>
                <a:path w="2628" h="405" extrusionOk="0">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4" name="Google Shape;21114;p141"/>
            <p:cNvSpPr/>
            <p:nvPr/>
          </p:nvSpPr>
          <p:spPr>
            <a:xfrm>
              <a:off x="5156931" y="3073009"/>
              <a:ext cx="324699" cy="196796"/>
            </a:xfrm>
            <a:custGeom>
              <a:avLst/>
              <a:gdLst/>
              <a:ahLst/>
              <a:cxnLst/>
              <a:rect l="l" t="t" r="r" b="b"/>
              <a:pathLst>
                <a:path w="12386" h="7507" extrusionOk="0">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5" name="Google Shape;21115;p141"/>
            <p:cNvSpPr/>
            <p:nvPr/>
          </p:nvSpPr>
          <p:spPr>
            <a:xfrm>
              <a:off x="5464197" y="3072694"/>
              <a:ext cx="17433" cy="197111"/>
            </a:xfrm>
            <a:custGeom>
              <a:avLst/>
              <a:gdLst/>
              <a:ahLst/>
              <a:cxnLst/>
              <a:rect l="l" t="t" r="r" b="b"/>
              <a:pathLst>
                <a:path w="665" h="7519" extrusionOk="0">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6" name="Google Shape;21116;p141"/>
            <p:cNvSpPr/>
            <p:nvPr/>
          </p:nvSpPr>
          <p:spPr>
            <a:xfrm>
              <a:off x="5217461" y="3013579"/>
              <a:ext cx="32585" cy="32952"/>
            </a:xfrm>
            <a:custGeom>
              <a:avLst/>
              <a:gdLst/>
              <a:ahLst/>
              <a:cxnLst/>
              <a:rect l="l" t="t" r="r" b="b"/>
              <a:pathLst>
                <a:path w="1243" h="1257" extrusionOk="0">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7" name="Google Shape;21117;p141"/>
            <p:cNvSpPr/>
            <p:nvPr/>
          </p:nvSpPr>
          <p:spPr>
            <a:xfrm>
              <a:off x="5271595" y="3008258"/>
              <a:ext cx="36491" cy="10670"/>
            </a:xfrm>
            <a:custGeom>
              <a:avLst/>
              <a:gdLst/>
              <a:ahLst/>
              <a:cxnLst/>
              <a:rect l="l" t="t" r="r" b="b"/>
              <a:pathLst>
                <a:path w="1392" h="407" extrusionOk="0">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8" name="Google Shape;21118;p141"/>
            <p:cNvSpPr/>
            <p:nvPr/>
          </p:nvSpPr>
          <p:spPr>
            <a:xfrm>
              <a:off x="5270206" y="3036255"/>
              <a:ext cx="113406" cy="10670"/>
            </a:xfrm>
            <a:custGeom>
              <a:avLst/>
              <a:gdLst/>
              <a:ahLst/>
              <a:cxnLst/>
              <a:rect l="l" t="t" r="r" b="b"/>
              <a:pathLst>
                <a:path w="4326" h="407" extrusionOk="0">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9" name="Google Shape;21119;p141"/>
            <p:cNvSpPr/>
            <p:nvPr/>
          </p:nvSpPr>
          <p:spPr>
            <a:xfrm>
              <a:off x="5223517" y="3080532"/>
              <a:ext cx="69915" cy="10670"/>
            </a:xfrm>
            <a:custGeom>
              <a:avLst/>
              <a:gdLst/>
              <a:ahLst/>
              <a:cxnLst/>
              <a:rect l="l" t="t" r="r" b="b"/>
              <a:pathLst>
                <a:path w="2667" h="407" extrusionOk="0">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0" name="Google Shape;21120;p141"/>
            <p:cNvSpPr/>
            <p:nvPr/>
          </p:nvSpPr>
          <p:spPr>
            <a:xfrm>
              <a:off x="5183251" y="3234152"/>
              <a:ext cx="56939" cy="10696"/>
            </a:xfrm>
            <a:custGeom>
              <a:avLst/>
              <a:gdLst/>
              <a:ahLst/>
              <a:cxnLst/>
              <a:rect l="l" t="t" r="r" b="b"/>
              <a:pathLst>
                <a:path w="2172" h="408" extrusionOk="0">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21" name="Google Shape;21121;p141"/>
          <p:cNvGrpSpPr/>
          <p:nvPr/>
        </p:nvGrpSpPr>
        <p:grpSpPr>
          <a:xfrm>
            <a:off x="6086331" y="2905337"/>
            <a:ext cx="364441" cy="364834"/>
            <a:chOff x="6086331" y="2905337"/>
            <a:chExt cx="364441" cy="364834"/>
          </a:xfrm>
        </p:grpSpPr>
        <p:sp>
          <p:nvSpPr>
            <p:cNvPr id="21122" name="Google Shape;21122;p141"/>
            <p:cNvSpPr/>
            <p:nvPr/>
          </p:nvSpPr>
          <p:spPr>
            <a:xfrm>
              <a:off x="6086331" y="2905337"/>
              <a:ext cx="277407" cy="277433"/>
            </a:xfrm>
            <a:custGeom>
              <a:avLst/>
              <a:gdLst/>
              <a:ahLst/>
              <a:cxnLst/>
              <a:rect l="l" t="t" r="r" b="b"/>
              <a:pathLst>
                <a:path w="10582" h="10583" extrusionOk="0">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3" name="Google Shape;21123;p141"/>
            <p:cNvSpPr/>
            <p:nvPr/>
          </p:nvSpPr>
          <p:spPr>
            <a:xfrm>
              <a:off x="6143480" y="2983301"/>
              <a:ext cx="142321" cy="121821"/>
            </a:xfrm>
            <a:custGeom>
              <a:avLst/>
              <a:gdLst/>
              <a:ahLst/>
              <a:cxnLst/>
              <a:rect l="l" t="t" r="r" b="b"/>
              <a:pathLst>
                <a:path w="5429" h="4647" extrusionOk="0">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4" name="Google Shape;21124;p141"/>
            <p:cNvSpPr/>
            <p:nvPr/>
          </p:nvSpPr>
          <p:spPr>
            <a:xfrm>
              <a:off x="6184349" y="3013946"/>
              <a:ext cx="70781" cy="60557"/>
            </a:xfrm>
            <a:custGeom>
              <a:avLst/>
              <a:gdLst/>
              <a:ahLst/>
              <a:cxnLst/>
              <a:rect l="l" t="t" r="r" b="b"/>
              <a:pathLst>
                <a:path w="2700" h="2310" extrusionOk="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5" name="Google Shape;21125;p141"/>
            <p:cNvSpPr/>
            <p:nvPr/>
          </p:nvSpPr>
          <p:spPr>
            <a:xfrm>
              <a:off x="6268368" y="3087374"/>
              <a:ext cx="182404" cy="182797"/>
            </a:xfrm>
            <a:custGeom>
              <a:avLst/>
              <a:gdLst/>
              <a:ahLst/>
              <a:cxnLst/>
              <a:rect l="l" t="t" r="r" b="b"/>
              <a:pathLst>
                <a:path w="6958" h="6973" extrusionOk="0">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6" name="Google Shape;21126;p141"/>
            <p:cNvSpPr/>
            <p:nvPr/>
          </p:nvSpPr>
          <p:spPr>
            <a:xfrm>
              <a:off x="6298620" y="3133172"/>
              <a:ext cx="106747" cy="91412"/>
            </a:xfrm>
            <a:custGeom>
              <a:avLst/>
              <a:gdLst/>
              <a:ahLst/>
              <a:cxnLst/>
              <a:rect l="l" t="t" r="r" b="b"/>
              <a:pathLst>
                <a:path w="4072" h="3487" extrusionOk="0">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7" name="Google Shape;21127;p141"/>
            <p:cNvSpPr/>
            <p:nvPr/>
          </p:nvSpPr>
          <p:spPr>
            <a:xfrm>
              <a:off x="6322843" y="3151706"/>
              <a:ext cx="63991" cy="54527"/>
            </a:xfrm>
            <a:custGeom>
              <a:avLst/>
              <a:gdLst/>
              <a:ahLst/>
              <a:cxnLst/>
              <a:rect l="l" t="t" r="r" b="b"/>
              <a:pathLst>
                <a:path w="2441" h="2080" extrusionOk="0">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28" name="Google Shape;21128;p141"/>
          <p:cNvGrpSpPr/>
          <p:nvPr/>
        </p:nvGrpSpPr>
        <p:grpSpPr>
          <a:xfrm>
            <a:off x="6554059" y="2907251"/>
            <a:ext cx="377706" cy="377680"/>
            <a:chOff x="6554059" y="2907251"/>
            <a:chExt cx="377706" cy="377680"/>
          </a:xfrm>
        </p:grpSpPr>
        <p:sp>
          <p:nvSpPr>
            <p:cNvPr id="21129" name="Google Shape;21129;p141"/>
            <p:cNvSpPr/>
            <p:nvPr/>
          </p:nvSpPr>
          <p:spPr>
            <a:xfrm>
              <a:off x="6635064" y="2907251"/>
              <a:ext cx="215723" cy="377680"/>
            </a:xfrm>
            <a:custGeom>
              <a:avLst/>
              <a:gdLst/>
              <a:ahLst/>
              <a:cxnLst/>
              <a:rect l="l" t="t" r="r" b="b"/>
              <a:pathLst>
                <a:path w="8229" h="14407" extrusionOk="0">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0" name="Google Shape;21130;p141"/>
            <p:cNvSpPr/>
            <p:nvPr/>
          </p:nvSpPr>
          <p:spPr>
            <a:xfrm>
              <a:off x="6805330" y="2907251"/>
              <a:ext cx="45457" cy="377680"/>
            </a:xfrm>
            <a:custGeom>
              <a:avLst/>
              <a:gdLst/>
              <a:ahLst/>
              <a:cxnLst/>
              <a:rect l="l" t="t" r="r" b="b"/>
              <a:pathLst>
                <a:path w="1734" h="14407" extrusionOk="0">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1" name="Google Shape;21131;p141"/>
            <p:cNvSpPr/>
            <p:nvPr/>
          </p:nvSpPr>
          <p:spPr>
            <a:xfrm>
              <a:off x="6635064" y="3227389"/>
              <a:ext cx="215723" cy="22728"/>
            </a:xfrm>
            <a:custGeom>
              <a:avLst/>
              <a:gdLst/>
              <a:ahLst/>
              <a:cxnLst/>
              <a:rect l="l" t="t" r="r" b="b"/>
              <a:pathLst>
                <a:path w="8229" h="867" extrusionOk="0">
                  <a:moveTo>
                    <a:pt x="0" y="0"/>
                  </a:moveTo>
                  <a:lnTo>
                    <a:pt x="0" y="867"/>
                  </a:lnTo>
                  <a:lnTo>
                    <a:pt x="8228" y="867"/>
                  </a:lnTo>
                  <a:lnTo>
                    <a:pt x="8228" y="0"/>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2" name="Google Shape;21132;p141"/>
            <p:cNvSpPr/>
            <p:nvPr/>
          </p:nvSpPr>
          <p:spPr>
            <a:xfrm>
              <a:off x="6828058" y="3227389"/>
              <a:ext cx="22728" cy="22728"/>
            </a:xfrm>
            <a:custGeom>
              <a:avLst/>
              <a:gdLst/>
              <a:ahLst/>
              <a:cxnLst/>
              <a:rect l="l" t="t" r="r" b="b"/>
              <a:pathLst>
                <a:path w="867" h="867" extrusionOk="0">
                  <a:moveTo>
                    <a:pt x="0" y="0"/>
                  </a:moveTo>
                  <a:lnTo>
                    <a:pt x="0" y="867"/>
                  </a:lnTo>
                  <a:lnTo>
                    <a:pt x="866" y="867"/>
                  </a:lnTo>
                  <a:lnTo>
                    <a:pt x="866"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3" name="Google Shape;21133;p141"/>
            <p:cNvSpPr/>
            <p:nvPr/>
          </p:nvSpPr>
          <p:spPr>
            <a:xfrm>
              <a:off x="6635064" y="3250091"/>
              <a:ext cx="215723" cy="34840"/>
            </a:xfrm>
            <a:custGeom>
              <a:avLst/>
              <a:gdLst/>
              <a:ahLst/>
              <a:cxnLst/>
              <a:rect l="l" t="t" r="r" b="b"/>
              <a:pathLst>
                <a:path w="8229" h="1329" extrusionOk="0">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4" name="Google Shape;21134;p141"/>
            <p:cNvSpPr/>
            <p:nvPr/>
          </p:nvSpPr>
          <p:spPr>
            <a:xfrm>
              <a:off x="6805330" y="3250091"/>
              <a:ext cx="45457" cy="34840"/>
            </a:xfrm>
            <a:custGeom>
              <a:avLst/>
              <a:gdLst/>
              <a:ahLst/>
              <a:cxnLst/>
              <a:rect l="l" t="t" r="r" b="b"/>
              <a:pathLst>
                <a:path w="1734" h="1329" extrusionOk="0">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5" name="Google Shape;21135;p141"/>
            <p:cNvSpPr/>
            <p:nvPr/>
          </p:nvSpPr>
          <p:spPr>
            <a:xfrm>
              <a:off x="6635064" y="2907251"/>
              <a:ext cx="216090" cy="35207"/>
            </a:xfrm>
            <a:custGeom>
              <a:avLst/>
              <a:gdLst/>
              <a:ahLst/>
              <a:cxnLst/>
              <a:rect l="l" t="t" r="r" b="b"/>
              <a:pathLst>
                <a:path w="8243" h="1343" extrusionOk="0">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6" name="Google Shape;21136;p141"/>
            <p:cNvSpPr/>
            <p:nvPr/>
          </p:nvSpPr>
          <p:spPr>
            <a:xfrm>
              <a:off x="6805330" y="2907251"/>
              <a:ext cx="45457" cy="35207"/>
            </a:xfrm>
            <a:custGeom>
              <a:avLst/>
              <a:gdLst/>
              <a:ahLst/>
              <a:cxnLst/>
              <a:rect l="l" t="t" r="r" b="b"/>
              <a:pathLst>
                <a:path w="1734" h="1343" extrusionOk="0">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7" name="Google Shape;21137;p141"/>
            <p:cNvSpPr/>
            <p:nvPr/>
          </p:nvSpPr>
          <p:spPr>
            <a:xfrm>
              <a:off x="6720577" y="3262202"/>
              <a:ext cx="45064" cy="11010"/>
            </a:xfrm>
            <a:custGeom>
              <a:avLst/>
              <a:gdLst/>
              <a:ahLst/>
              <a:cxnLst/>
              <a:rect l="l" t="t" r="r" b="b"/>
              <a:pathLst>
                <a:path w="1719" h="420" extrusionOk="0">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8" name="Google Shape;21138;p141"/>
            <p:cNvSpPr/>
            <p:nvPr/>
          </p:nvSpPr>
          <p:spPr>
            <a:xfrm>
              <a:off x="6554059" y="2962879"/>
              <a:ext cx="149137" cy="163765"/>
            </a:xfrm>
            <a:custGeom>
              <a:avLst/>
              <a:gdLst/>
              <a:ahLst/>
              <a:cxnLst/>
              <a:rect l="l" t="t" r="r" b="b"/>
              <a:pathLst>
                <a:path w="5689" h="6247" extrusionOk="0">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9" name="Google Shape;21139;p141"/>
            <p:cNvSpPr/>
            <p:nvPr/>
          </p:nvSpPr>
          <p:spPr>
            <a:xfrm>
              <a:off x="6650950" y="2962879"/>
              <a:ext cx="52246" cy="129056"/>
            </a:xfrm>
            <a:custGeom>
              <a:avLst/>
              <a:gdLst/>
              <a:ahLst/>
              <a:cxnLst/>
              <a:rect l="l" t="t" r="r" b="b"/>
              <a:pathLst>
                <a:path w="1993" h="4923" extrusionOk="0">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0" name="Google Shape;21140;p141"/>
            <p:cNvSpPr/>
            <p:nvPr/>
          </p:nvSpPr>
          <p:spPr>
            <a:xfrm>
              <a:off x="6596842" y="2999580"/>
              <a:ext cx="64358" cy="53295"/>
            </a:xfrm>
            <a:custGeom>
              <a:avLst/>
              <a:gdLst/>
              <a:ahLst/>
              <a:cxnLst/>
              <a:rect l="l" t="t" r="r" b="b"/>
              <a:pathLst>
                <a:path w="2455" h="2033" extrusionOk="0">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1" name="Google Shape;21141;p141"/>
            <p:cNvSpPr/>
            <p:nvPr/>
          </p:nvSpPr>
          <p:spPr>
            <a:xfrm>
              <a:off x="6782628" y="3055576"/>
              <a:ext cx="149137" cy="163765"/>
            </a:xfrm>
            <a:custGeom>
              <a:avLst/>
              <a:gdLst/>
              <a:ahLst/>
              <a:cxnLst/>
              <a:rect l="l" t="t" r="r" b="b"/>
              <a:pathLst>
                <a:path w="5689" h="6247" extrusionOk="0">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2" name="Google Shape;21142;p141"/>
            <p:cNvSpPr/>
            <p:nvPr/>
          </p:nvSpPr>
          <p:spPr>
            <a:xfrm>
              <a:off x="6879885" y="3055576"/>
              <a:ext cx="51879" cy="129083"/>
            </a:xfrm>
            <a:custGeom>
              <a:avLst/>
              <a:gdLst/>
              <a:ahLst/>
              <a:cxnLst/>
              <a:rect l="l" t="t" r="r" b="b"/>
              <a:pathLst>
                <a:path w="1979" h="4924" extrusionOk="0">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3" name="Google Shape;21143;p141"/>
            <p:cNvSpPr/>
            <p:nvPr/>
          </p:nvSpPr>
          <p:spPr>
            <a:xfrm>
              <a:off x="6841297" y="3080926"/>
              <a:ext cx="31799" cy="32192"/>
            </a:xfrm>
            <a:custGeom>
              <a:avLst/>
              <a:gdLst/>
              <a:ahLst/>
              <a:cxnLst/>
              <a:rect l="l" t="t" r="r" b="b"/>
              <a:pathLst>
                <a:path w="1213" h="1228" extrusionOk="0">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4" name="Google Shape;21144;p141"/>
            <p:cNvSpPr/>
            <p:nvPr/>
          </p:nvSpPr>
          <p:spPr>
            <a:xfrm>
              <a:off x="6830706" y="3113091"/>
              <a:ext cx="53374" cy="31825"/>
            </a:xfrm>
            <a:custGeom>
              <a:avLst/>
              <a:gdLst/>
              <a:ahLst/>
              <a:cxnLst/>
              <a:rect l="l" t="t" r="r" b="b"/>
              <a:pathLst>
                <a:path w="2036" h="1214" extrusionOk="0">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5" name="Google Shape;21145;p141"/>
            <p:cNvSpPr/>
            <p:nvPr/>
          </p:nvSpPr>
          <p:spPr>
            <a:xfrm>
              <a:off x="6725112" y="2972343"/>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6" name="Google Shape;21146;p141"/>
            <p:cNvSpPr/>
            <p:nvPr/>
          </p:nvSpPr>
          <p:spPr>
            <a:xfrm>
              <a:off x="6725112" y="2995045"/>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7" name="Google Shape;21147;p141"/>
            <p:cNvSpPr/>
            <p:nvPr/>
          </p:nvSpPr>
          <p:spPr>
            <a:xfrm>
              <a:off x="6725112" y="3017747"/>
              <a:ext cx="95396" cy="11377"/>
            </a:xfrm>
            <a:custGeom>
              <a:avLst/>
              <a:gdLst/>
              <a:ahLst/>
              <a:cxnLst/>
              <a:rect l="l" t="t" r="r" b="b"/>
              <a:pathLst>
                <a:path w="3639" h="434" extrusionOk="0">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8" name="Google Shape;21148;p141"/>
            <p:cNvSpPr/>
            <p:nvPr/>
          </p:nvSpPr>
          <p:spPr>
            <a:xfrm>
              <a:off x="6664949" y="3138467"/>
              <a:ext cx="91595" cy="23095"/>
            </a:xfrm>
            <a:custGeom>
              <a:avLst/>
              <a:gdLst/>
              <a:ahLst/>
              <a:cxnLst/>
              <a:rect l="l" t="t" r="r" b="b"/>
              <a:pathLst>
                <a:path w="3494" h="881" extrusionOk="0">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9" name="Google Shape;21149;p141"/>
            <p:cNvSpPr/>
            <p:nvPr/>
          </p:nvSpPr>
          <p:spPr>
            <a:xfrm>
              <a:off x="6663428" y="3178576"/>
              <a:ext cx="95003" cy="11377"/>
            </a:xfrm>
            <a:custGeom>
              <a:avLst/>
              <a:gdLst/>
              <a:ahLst/>
              <a:cxnLst/>
              <a:rect l="l" t="t" r="r" b="b"/>
              <a:pathLst>
                <a:path w="3624" h="434" extrusionOk="0">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50" name="Google Shape;21150;p141"/>
          <p:cNvGrpSpPr/>
          <p:nvPr/>
        </p:nvGrpSpPr>
        <p:grpSpPr>
          <a:xfrm>
            <a:off x="7491796" y="2945446"/>
            <a:ext cx="400801" cy="317542"/>
            <a:chOff x="7491796" y="2945446"/>
            <a:chExt cx="400801" cy="317542"/>
          </a:xfrm>
        </p:grpSpPr>
        <p:sp>
          <p:nvSpPr>
            <p:cNvPr id="21151" name="Google Shape;21151;p141"/>
            <p:cNvSpPr/>
            <p:nvPr/>
          </p:nvSpPr>
          <p:spPr>
            <a:xfrm>
              <a:off x="7491796" y="2998453"/>
              <a:ext cx="340611" cy="264536"/>
            </a:xfrm>
            <a:custGeom>
              <a:avLst/>
              <a:gdLst/>
              <a:ahLst/>
              <a:cxnLst/>
              <a:rect l="l" t="t" r="r" b="b"/>
              <a:pathLst>
                <a:path w="12993" h="10091" extrusionOk="0">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2" name="Google Shape;21152;p141"/>
            <p:cNvSpPr/>
            <p:nvPr/>
          </p:nvSpPr>
          <p:spPr>
            <a:xfrm>
              <a:off x="7491796" y="2998453"/>
              <a:ext cx="24249" cy="264536"/>
            </a:xfrm>
            <a:custGeom>
              <a:avLst/>
              <a:gdLst/>
              <a:ahLst/>
              <a:cxnLst/>
              <a:rect l="l" t="t" r="r" b="b"/>
              <a:pathLst>
                <a:path w="925" h="10091" extrusionOk="0">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3" name="Google Shape;21153;p141"/>
            <p:cNvSpPr/>
            <p:nvPr/>
          </p:nvSpPr>
          <p:spPr>
            <a:xfrm>
              <a:off x="7541002" y="2945473"/>
              <a:ext cx="291406" cy="58669"/>
            </a:xfrm>
            <a:custGeom>
              <a:avLst/>
              <a:gdLst/>
              <a:ahLst/>
              <a:cxnLst/>
              <a:rect l="l" t="t" r="r" b="b"/>
              <a:pathLst>
                <a:path w="11116" h="2238" extrusionOk="0">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4" name="Google Shape;21154;p141"/>
            <p:cNvSpPr/>
            <p:nvPr/>
          </p:nvSpPr>
          <p:spPr>
            <a:xfrm>
              <a:off x="7491796" y="2945473"/>
              <a:ext cx="56415" cy="58669"/>
            </a:xfrm>
            <a:custGeom>
              <a:avLst/>
              <a:gdLst/>
              <a:ahLst/>
              <a:cxnLst/>
              <a:rect l="l" t="t" r="r" b="b"/>
              <a:pathLst>
                <a:path w="2152" h="2238" extrusionOk="0">
                  <a:moveTo>
                    <a:pt x="319" y="0"/>
                  </a:moveTo>
                  <a:cubicBezTo>
                    <a:pt x="145" y="0"/>
                    <a:pt x="1" y="144"/>
                    <a:pt x="1" y="318"/>
                  </a:cubicBezTo>
                  <a:lnTo>
                    <a:pt x="1" y="2238"/>
                  </a:lnTo>
                  <a:lnTo>
                    <a:pt x="2152" y="2238"/>
                  </a:lnTo>
                  <a:lnTo>
                    <a:pt x="2152"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5" name="Google Shape;21155;p141"/>
            <p:cNvSpPr/>
            <p:nvPr/>
          </p:nvSpPr>
          <p:spPr>
            <a:xfrm>
              <a:off x="7491796" y="2945446"/>
              <a:ext cx="24642" cy="58695"/>
            </a:xfrm>
            <a:custGeom>
              <a:avLst/>
              <a:gdLst/>
              <a:ahLst/>
              <a:cxnLst/>
              <a:rect l="l" t="t" r="r" b="b"/>
              <a:pathLst>
                <a:path w="940" h="2239" extrusionOk="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6" name="Google Shape;21156;p141"/>
            <p:cNvSpPr/>
            <p:nvPr/>
          </p:nvSpPr>
          <p:spPr>
            <a:xfrm>
              <a:off x="7568632" y="2968542"/>
              <a:ext cx="228962" cy="12138"/>
            </a:xfrm>
            <a:custGeom>
              <a:avLst/>
              <a:gdLst/>
              <a:ahLst/>
              <a:cxnLst/>
              <a:rect l="l" t="t" r="r" b="b"/>
              <a:pathLst>
                <a:path w="8734" h="463" extrusionOk="0">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7" name="Google Shape;21157;p141"/>
            <p:cNvSpPr/>
            <p:nvPr/>
          </p:nvSpPr>
          <p:spPr>
            <a:xfrm>
              <a:off x="7656793" y="3073402"/>
              <a:ext cx="225947" cy="122450"/>
            </a:xfrm>
            <a:custGeom>
              <a:avLst/>
              <a:gdLst/>
              <a:ahLst/>
              <a:cxnLst/>
              <a:rect l="l" t="t" r="r" b="b"/>
              <a:pathLst>
                <a:path w="8619" h="4671" extrusionOk="0">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8" name="Google Shape;21158;p141"/>
            <p:cNvSpPr/>
            <p:nvPr/>
          </p:nvSpPr>
          <p:spPr>
            <a:xfrm>
              <a:off x="7649610" y="3172888"/>
              <a:ext cx="32952" cy="32952"/>
            </a:xfrm>
            <a:custGeom>
              <a:avLst/>
              <a:gdLst/>
              <a:ahLst/>
              <a:cxnLst/>
              <a:rect l="l" t="t" r="r" b="b"/>
              <a:pathLst>
                <a:path w="1257" h="1257" extrusionOk="0">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9" name="Google Shape;21159;p141"/>
            <p:cNvSpPr/>
            <p:nvPr/>
          </p:nvSpPr>
          <p:spPr>
            <a:xfrm>
              <a:off x="7778273" y="3164184"/>
              <a:ext cx="32952" cy="33345"/>
            </a:xfrm>
            <a:custGeom>
              <a:avLst/>
              <a:gdLst/>
              <a:ahLst/>
              <a:cxnLst/>
              <a:rect l="l" t="t" r="r" b="b"/>
              <a:pathLst>
                <a:path w="1257" h="1272" extrusionOk="0">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0" name="Google Shape;21160;p141"/>
            <p:cNvSpPr/>
            <p:nvPr/>
          </p:nvSpPr>
          <p:spPr>
            <a:xfrm>
              <a:off x="7859252" y="3062785"/>
              <a:ext cx="33345" cy="33319"/>
            </a:xfrm>
            <a:custGeom>
              <a:avLst/>
              <a:gdLst/>
              <a:ahLst/>
              <a:cxnLst/>
              <a:rect l="l" t="t" r="r" b="b"/>
              <a:pathLst>
                <a:path w="1272" h="1271" extrusionOk="0">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1" name="Google Shape;21161;p141"/>
            <p:cNvSpPr/>
            <p:nvPr/>
          </p:nvSpPr>
          <p:spPr>
            <a:xfrm>
              <a:off x="7713942" y="3112724"/>
              <a:ext cx="32952" cy="33319"/>
            </a:xfrm>
            <a:custGeom>
              <a:avLst/>
              <a:gdLst/>
              <a:ahLst/>
              <a:cxnLst/>
              <a:rect l="l" t="t" r="r" b="b"/>
              <a:pathLst>
                <a:path w="1257" h="1271" extrusionOk="0">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2" name="Google Shape;21162;p141"/>
            <p:cNvSpPr/>
            <p:nvPr/>
          </p:nvSpPr>
          <p:spPr>
            <a:xfrm>
              <a:off x="7649610" y="3172704"/>
              <a:ext cx="24616" cy="33319"/>
            </a:xfrm>
            <a:custGeom>
              <a:avLst/>
              <a:gdLst/>
              <a:ahLst/>
              <a:cxnLst/>
              <a:rect l="l" t="t" r="r" b="b"/>
              <a:pathLst>
                <a:path w="939" h="1271" extrusionOk="0">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3" name="Google Shape;21163;p141"/>
            <p:cNvSpPr/>
            <p:nvPr/>
          </p:nvSpPr>
          <p:spPr>
            <a:xfrm>
              <a:off x="7778273" y="316423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4" name="Google Shape;21164;p141"/>
            <p:cNvSpPr/>
            <p:nvPr/>
          </p:nvSpPr>
          <p:spPr>
            <a:xfrm>
              <a:off x="7859252" y="3062968"/>
              <a:ext cx="24642" cy="33083"/>
            </a:xfrm>
            <a:custGeom>
              <a:avLst/>
              <a:gdLst/>
              <a:ahLst/>
              <a:cxnLst/>
              <a:rect l="l" t="t" r="r" b="b"/>
              <a:pathLst>
                <a:path w="940" h="1262" extrusionOk="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5" name="Google Shape;21165;p141"/>
            <p:cNvSpPr/>
            <p:nvPr/>
          </p:nvSpPr>
          <p:spPr>
            <a:xfrm>
              <a:off x="7713942" y="311277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6" name="Google Shape;21166;p141"/>
            <p:cNvSpPr/>
            <p:nvPr/>
          </p:nvSpPr>
          <p:spPr>
            <a:xfrm>
              <a:off x="7530411" y="3104021"/>
              <a:ext cx="101452" cy="12138"/>
            </a:xfrm>
            <a:custGeom>
              <a:avLst/>
              <a:gdLst/>
              <a:ahLst/>
              <a:cxnLst/>
              <a:rect l="l" t="t" r="r" b="b"/>
              <a:pathLst>
                <a:path w="3870" h="463" extrusionOk="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7" name="Google Shape;21167;p141"/>
            <p:cNvSpPr/>
            <p:nvPr/>
          </p:nvSpPr>
          <p:spPr>
            <a:xfrm>
              <a:off x="7530411" y="3133539"/>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8" name="Google Shape;21168;p141"/>
            <p:cNvSpPr/>
            <p:nvPr/>
          </p:nvSpPr>
          <p:spPr>
            <a:xfrm>
              <a:off x="7530411" y="3163057"/>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9" name="Google Shape;21169;p141"/>
            <p:cNvSpPr/>
            <p:nvPr/>
          </p:nvSpPr>
          <p:spPr>
            <a:xfrm>
              <a:off x="7530411" y="3192575"/>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0" name="Google Shape;21170;p141"/>
            <p:cNvSpPr/>
            <p:nvPr/>
          </p:nvSpPr>
          <p:spPr>
            <a:xfrm>
              <a:off x="7530411" y="3222093"/>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1" name="Google Shape;21171;p141"/>
            <p:cNvSpPr/>
            <p:nvPr/>
          </p:nvSpPr>
          <p:spPr>
            <a:xfrm>
              <a:off x="7538354" y="3035521"/>
              <a:ext cx="247522" cy="44303"/>
            </a:xfrm>
            <a:custGeom>
              <a:avLst/>
              <a:gdLst/>
              <a:ahLst/>
              <a:cxnLst/>
              <a:rect l="l" t="t" r="r" b="b"/>
              <a:pathLst>
                <a:path w="9442" h="1690" extrusionOk="0">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2" name="Google Shape;21172;p141"/>
            <p:cNvSpPr/>
            <p:nvPr/>
          </p:nvSpPr>
          <p:spPr>
            <a:xfrm>
              <a:off x="7538721" y="3054081"/>
              <a:ext cx="246762" cy="25743"/>
            </a:xfrm>
            <a:custGeom>
              <a:avLst/>
              <a:gdLst/>
              <a:ahLst/>
              <a:cxnLst/>
              <a:rect l="l" t="t" r="r" b="b"/>
              <a:pathLst>
                <a:path w="9413" h="982" extrusionOk="0">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73" name="Google Shape;21173;p141"/>
          <p:cNvGrpSpPr/>
          <p:nvPr/>
        </p:nvGrpSpPr>
        <p:grpSpPr>
          <a:xfrm>
            <a:off x="7045643" y="2907723"/>
            <a:ext cx="345304" cy="365857"/>
            <a:chOff x="7045643" y="2907723"/>
            <a:chExt cx="345304" cy="365857"/>
          </a:xfrm>
        </p:grpSpPr>
        <p:sp>
          <p:nvSpPr>
            <p:cNvPr id="21174" name="Google Shape;21174;p141"/>
            <p:cNvSpPr/>
            <p:nvPr/>
          </p:nvSpPr>
          <p:spPr>
            <a:xfrm>
              <a:off x="7101638" y="2970429"/>
              <a:ext cx="231636" cy="284223"/>
            </a:xfrm>
            <a:custGeom>
              <a:avLst/>
              <a:gdLst/>
              <a:ahLst/>
              <a:cxnLst/>
              <a:rect l="l" t="t" r="r" b="b"/>
              <a:pathLst>
                <a:path w="8836" h="10842" extrusionOk="0">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5" name="Google Shape;21175;p141"/>
            <p:cNvSpPr/>
            <p:nvPr/>
          </p:nvSpPr>
          <p:spPr>
            <a:xfrm>
              <a:off x="7129269" y="2989357"/>
              <a:ext cx="176768" cy="177135"/>
            </a:xfrm>
            <a:custGeom>
              <a:avLst/>
              <a:gdLst/>
              <a:ahLst/>
              <a:cxnLst/>
              <a:rect l="l" t="t" r="r" b="b"/>
              <a:pathLst>
                <a:path w="6743" h="6757" extrusionOk="0">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6" name="Google Shape;21176;p141"/>
            <p:cNvSpPr/>
            <p:nvPr/>
          </p:nvSpPr>
          <p:spPr>
            <a:xfrm>
              <a:off x="7148196" y="3008284"/>
              <a:ext cx="138913" cy="139280"/>
            </a:xfrm>
            <a:custGeom>
              <a:avLst/>
              <a:gdLst/>
              <a:ahLst/>
              <a:cxnLst/>
              <a:rect l="l" t="t" r="r" b="b"/>
              <a:pathLst>
                <a:path w="5299" h="5313" extrusionOk="0">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7" name="Google Shape;21177;p141"/>
            <p:cNvSpPr/>
            <p:nvPr/>
          </p:nvSpPr>
          <p:spPr>
            <a:xfrm>
              <a:off x="7198529" y="3248570"/>
              <a:ext cx="37854" cy="25009"/>
            </a:xfrm>
            <a:custGeom>
              <a:avLst/>
              <a:gdLst/>
              <a:ahLst/>
              <a:cxnLst/>
              <a:rect l="l" t="t" r="r" b="b"/>
              <a:pathLst>
                <a:path w="1444" h="954" extrusionOk="0">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8" name="Google Shape;21178;p141"/>
            <p:cNvSpPr/>
            <p:nvPr/>
          </p:nvSpPr>
          <p:spPr>
            <a:xfrm>
              <a:off x="7342711" y="3071436"/>
              <a:ext cx="48236" cy="12950"/>
            </a:xfrm>
            <a:custGeom>
              <a:avLst/>
              <a:gdLst/>
              <a:ahLst/>
              <a:cxnLst/>
              <a:rect l="l" t="t" r="r" b="b"/>
              <a:pathLst>
                <a:path w="1840" h="494" extrusionOk="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9" name="Google Shape;21179;p141"/>
            <p:cNvSpPr/>
            <p:nvPr/>
          </p:nvSpPr>
          <p:spPr>
            <a:xfrm>
              <a:off x="7045643" y="3071436"/>
              <a:ext cx="54658" cy="12950"/>
            </a:xfrm>
            <a:custGeom>
              <a:avLst/>
              <a:gdLst/>
              <a:ahLst/>
              <a:cxnLst/>
              <a:rect l="l" t="t" r="r" b="b"/>
              <a:pathLst>
                <a:path w="2085" h="494" extrusionOk="0">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0" name="Google Shape;21180;p141"/>
            <p:cNvSpPr/>
            <p:nvPr/>
          </p:nvSpPr>
          <p:spPr>
            <a:xfrm>
              <a:off x="7211400" y="2907723"/>
              <a:ext cx="12505" cy="43831"/>
            </a:xfrm>
            <a:custGeom>
              <a:avLst/>
              <a:gdLst/>
              <a:ahLst/>
              <a:cxnLst/>
              <a:rect l="l" t="t" r="r" b="b"/>
              <a:pathLst>
                <a:path w="477" h="1672" extrusionOk="0">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1" name="Google Shape;21181;p141"/>
            <p:cNvSpPr/>
            <p:nvPr/>
          </p:nvSpPr>
          <p:spPr>
            <a:xfrm>
              <a:off x="7204951" y="3014706"/>
              <a:ext cx="25009" cy="107508"/>
            </a:xfrm>
            <a:custGeom>
              <a:avLst/>
              <a:gdLst/>
              <a:ahLst/>
              <a:cxnLst/>
              <a:rect l="l" t="t" r="r" b="b"/>
              <a:pathLst>
                <a:path w="954" h="4101" extrusionOk="0">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2" name="Google Shape;21182;p141"/>
            <p:cNvSpPr/>
            <p:nvPr/>
          </p:nvSpPr>
          <p:spPr>
            <a:xfrm>
              <a:off x="7207992" y="3134666"/>
              <a:ext cx="18953" cy="18953"/>
            </a:xfrm>
            <a:custGeom>
              <a:avLst/>
              <a:gdLst/>
              <a:ahLst/>
              <a:cxnLst/>
              <a:rect l="l" t="t" r="r" b="b"/>
              <a:pathLst>
                <a:path w="723" h="723" extrusionOk="0">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3" name="Google Shape;21183;p141"/>
            <p:cNvSpPr/>
            <p:nvPr/>
          </p:nvSpPr>
          <p:spPr>
            <a:xfrm>
              <a:off x="7276099" y="2940754"/>
              <a:ext cx="25088" cy="28574"/>
            </a:xfrm>
            <a:custGeom>
              <a:avLst/>
              <a:gdLst/>
              <a:ahLst/>
              <a:cxnLst/>
              <a:rect l="l" t="t" r="r" b="b"/>
              <a:pathLst>
                <a:path w="957" h="1090" extrusionOk="0">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4" name="Google Shape;21184;p141"/>
            <p:cNvSpPr/>
            <p:nvPr/>
          </p:nvSpPr>
          <p:spPr>
            <a:xfrm>
              <a:off x="7133804" y="3185812"/>
              <a:ext cx="26372" cy="29859"/>
            </a:xfrm>
            <a:custGeom>
              <a:avLst/>
              <a:gdLst/>
              <a:ahLst/>
              <a:cxnLst/>
              <a:rect l="l" t="t" r="r" b="b"/>
              <a:pathLst>
                <a:path w="1006" h="1139" extrusionOk="0">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5" name="Google Shape;21185;p141"/>
            <p:cNvSpPr/>
            <p:nvPr/>
          </p:nvSpPr>
          <p:spPr>
            <a:xfrm>
              <a:off x="7132886" y="2939758"/>
              <a:ext cx="26320" cy="29571"/>
            </a:xfrm>
            <a:custGeom>
              <a:avLst/>
              <a:gdLst/>
              <a:ahLst/>
              <a:cxnLst/>
              <a:rect l="l" t="t" r="r" b="b"/>
              <a:pathLst>
                <a:path w="1004" h="1128" extrusionOk="0">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6" name="Google Shape;21186;p141"/>
            <p:cNvSpPr/>
            <p:nvPr/>
          </p:nvSpPr>
          <p:spPr>
            <a:xfrm>
              <a:off x="7276020" y="3186729"/>
              <a:ext cx="25062" cy="28941"/>
            </a:xfrm>
            <a:custGeom>
              <a:avLst/>
              <a:gdLst/>
              <a:ahLst/>
              <a:cxnLst/>
              <a:rect l="l" t="t" r="r" b="b"/>
              <a:pathLst>
                <a:path w="956" h="1104" extrusionOk="0">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7" name="Google Shape;21187;p141"/>
            <p:cNvSpPr/>
            <p:nvPr/>
          </p:nvSpPr>
          <p:spPr>
            <a:xfrm>
              <a:off x="7322185" y="3137550"/>
              <a:ext cx="35312" cy="22886"/>
            </a:xfrm>
            <a:custGeom>
              <a:avLst/>
              <a:gdLst/>
              <a:ahLst/>
              <a:cxnLst/>
              <a:rect l="l" t="t" r="r" b="b"/>
              <a:pathLst>
                <a:path w="1347" h="873" extrusionOk="0">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8" name="Google Shape;21188;p141"/>
            <p:cNvSpPr/>
            <p:nvPr/>
          </p:nvSpPr>
          <p:spPr>
            <a:xfrm>
              <a:off x="7077599" y="2995858"/>
              <a:ext cx="33922" cy="21916"/>
            </a:xfrm>
            <a:custGeom>
              <a:avLst/>
              <a:gdLst/>
              <a:ahLst/>
              <a:cxnLst/>
              <a:rect l="l" t="t" r="r" b="b"/>
              <a:pathLst>
                <a:path w="1294" h="836" extrusionOk="0">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9" name="Google Shape;21189;p141"/>
            <p:cNvSpPr/>
            <p:nvPr/>
          </p:nvSpPr>
          <p:spPr>
            <a:xfrm>
              <a:off x="7323784" y="2995255"/>
              <a:ext cx="35312" cy="22519"/>
            </a:xfrm>
            <a:custGeom>
              <a:avLst/>
              <a:gdLst/>
              <a:ahLst/>
              <a:cxnLst/>
              <a:rect l="l" t="t" r="r" b="b"/>
              <a:pathLst>
                <a:path w="1347" h="859" extrusionOk="0">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0" name="Google Shape;21190;p141"/>
            <p:cNvSpPr/>
            <p:nvPr/>
          </p:nvSpPr>
          <p:spPr>
            <a:xfrm>
              <a:off x="7077809" y="3137550"/>
              <a:ext cx="34945" cy="22886"/>
            </a:xfrm>
            <a:custGeom>
              <a:avLst/>
              <a:gdLst/>
              <a:ahLst/>
              <a:cxnLst/>
              <a:rect l="l" t="t" r="r" b="b"/>
              <a:pathLst>
                <a:path w="1333" h="873" extrusionOk="0">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1" name="Google Shape;21191;p141"/>
            <p:cNvSpPr/>
            <p:nvPr/>
          </p:nvSpPr>
          <p:spPr>
            <a:xfrm>
              <a:off x="7186050" y="3210742"/>
              <a:ext cx="63204" cy="44303"/>
            </a:xfrm>
            <a:custGeom>
              <a:avLst/>
              <a:gdLst/>
              <a:ahLst/>
              <a:cxnLst/>
              <a:rect l="l" t="t" r="r" b="b"/>
              <a:pathLst>
                <a:path w="2411" h="1690" extrusionOk="0">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2" name="Google Shape;21192;p141"/>
            <p:cNvSpPr/>
            <p:nvPr/>
          </p:nvSpPr>
          <p:spPr>
            <a:xfrm>
              <a:off x="7179602" y="3210349"/>
              <a:ext cx="76102" cy="12898"/>
            </a:xfrm>
            <a:custGeom>
              <a:avLst/>
              <a:gdLst/>
              <a:ahLst/>
              <a:cxnLst/>
              <a:rect l="l" t="t" r="r" b="b"/>
              <a:pathLst>
                <a:path w="2903" h="492" extrusionOk="0">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93" name="Google Shape;21193;p141"/>
          <p:cNvGrpSpPr/>
          <p:nvPr/>
        </p:nvGrpSpPr>
        <p:grpSpPr>
          <a:xfrm>
            <a:off x="7992843" y="2907251"/>
            <a:ext cx="347794" cy="366328"/>
            <a:chOff x="7992843" y="2907251"/>
            <a:chExt cx="347794" cy="366328"/>
          </a:xfrm>
        </p:grpSpPr>
        <p:sp>
          <p:nvSpPr>
            <p:cNvPr id="21194" name="Google Shape;21194;p141"/>
            <p:cNvSpPr/>
            <p:nvPr/>
          </p:nvSpPr>
          <p:spPr>
            <a:xfrm>
              <a:off x="7992843" y="2907251"/>
              <a:ext cx="347794" cy="238032"/>
            </a:xfrm>
            <a:custGeom>
              <a:avLst/>
              <a:gdLst/>
              <a:ahLst/>
              <a:cxnLst/>
              <a:rect l="l" t="t" r="r" b="b"/>
              <a:pathLst>
                <a:path w="13267" h="9080" extrusionOk="0">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5" name="Google Shape;21195;p141"/>
            <p:cNvSpPr/>
            <p:nvPr/>
          </p:nvSpPr>
          <p:spPr>
            <a:xfrm>
              <a:off x="7993210" y="2907251"/>
              <a:ext cx="26897" cy="238032"/>
            </a:xfrm>
            <a:custGeom>
              <a:avLst/>
              <a:gdLst/>
              <a:ahLst/>
              <a:cxnLst/>
              <a:rect l="l" t="t" r="r" b="b"/>
              <a:pathLst>
                <a:path w="1026" h="9080" extrusionOk="0">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6" name="Google Shape;21196;p141"/>
            <p:cNvSpPr/>
            <p:nvPr/>
          </p:nvSpPr>
          <p:spPr>
            <a:xfrm>
              <a:off x="8018586" y="2935590"/>
              <a:ext cx="296334" cy="207439"/>
            </a:xfrm>
            <a:custGeom>
              <a:avLst/>
              <a:gdLst/>
              <a:ahLst/>
              <a:cxnLst/>
              <a:rect l="l" t="t" r="r" b="b"/>
              <a:pathLst>
                <a:path w="11304" h="7913" extrusionOk="0">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7" name="Google Shape;21197;p141"/>
            <p:cNvSpPr/>
            <p:nvPr/>
          </p:nvSpPr>
          <p:spPr>
            <a:xfrm>
              <a:off x="8018586" y="2935249"/>
              <a:ext cx="22335" cy="207387"/>
            </a:xfrm>
            <a:custGeom>
              <a:avLst/>
              <a:gdLst/>
              <a:ahLst/>
              <a:cxnLst/>
              <a:rect l="l" t="t" r="r" b="b"/>
              <a:pathLst>
                <a:path w="852" h="7911" extrusionOk="0">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8" name="Google Shape;21198;p141"/>
            <p:cNvSpPr/>
            <p:nvPr/>
          </p:nvSpPr>
          <p:spPr>
            <a:xfrm>
              <a:off x="8137393" y="3051801"/>
              <a:ext cx="27657" cy="91595"/>
            </a:xfrm>
            <a:custGeom>
              <a:avLst/>
              <a:gdLst/>
              <a:ahLst/>
              <a:cxnLst/>
              <a:rect l="l" t="t" r="r" b="b"/>
              <a:pathLst>
                <a:path w="1055" h="3494" extrusionOk="0">
                  <a:moveTo>
                    <a:pt x="1" y="0"/>
                  </a:moveTo>
                  <a:lnTo>
                    <a:pt x="1" y="3494"/>
                  </a:lnTo>
                  <a:lnTo>
                    <a:pt x="1055" y="3494"/>
                  </a:lnTo>
                  <a:lnTo>
                    <a:pt x="105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9" name="Google Shape;21199;p141"/>
            <p:cNvSpPr/>
            <p:nvPr/>
          </p:nvSpPr>
          <p:spPr>
            <a:xfrm>
              <a:off x="8137393" y="3051801"/>
              <a:ext cx="14785" cy="91595"/>
            </a:xfrm>
            <a:custGeom>
              <a:avLst/>
              <a:gdLst/>
              <a:ahLst/>
              <a:cxnLst/>
              <a:rect l="l" t="t" r="r" b="b"/>
              <a:pathLst>
                <a:path w="564" h="3494" extrusionOk="0">
                  <a:moveTo>
                    <a:pt x="1" y="0"/>
                  </a:moveTo>
                  <a:lnTo>
                    <a:pt x="1" y="3494"/>
                  </a:lnTo>
                  <a:lnTo>
                    <a:pt x="564" y="3494"/>
                  </a:lnTo>
                  <a:lnTo>
                    <a:pt x="56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0" name="Google Shape;21200;p141"/>
            <p:cNvSpPr/>
            <p:nvPr/>
          </p:nvSpPr>
          <p:spPr>
            <a:xfrm>
              <a:off x="8216116" y="2961726"/>
              <a:ext cx="54134" cy="182430"/>
            </a:xfrm>
            <a:custGeom>
              <a:avLst/>
              <a:gdLst/>
              <a:ahLst/>
              <a:cxnLst/>
              <a:rect l="l" t="t" r="r" b="b"/>
              <a:pathLst>
                <a:path w="2065" h="6959" extrusionOk="0">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1" name="Google Shape;21201;p141"/>
            <p:cNvSpPr/>
            <p:nvPr/>
          </p:nvSpPr>
          <p:spPr>
            <a:xfrm>
              <a:off x="8216116" y="2961726"/>
              <a:ext cx="17800" cy="182430"/>
            </a:xfrm>
            <a:custGeom>
              <a:avLst/>
              <a:gdLst/>
              <a:ahLst/>
              <a:cxnLst/>
              <a:rect l="l" t="t" r="r" b="b"/>
              <a:pathLst>
                <a:path w="679" h="6959" extrusionOk="0">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2" name="Google Shape;21202;p141"/>
            <p:cNvSpPr/>
            <p:nvPr/>
          </p:nvSpPr>
          <p:spPr>
            <a:xfrm>
              <a:off x="8137393" y="2998637"/>
              <a:ext cx="54160" cy="53190"/>
            </a:xfrm>
            <a:custGeom>
              <a:avLst/>
              <a:gdLst/>
              <a:ahLst/>
              <a:cxnLst/>
              <a:rect l="l" t="t" r="r" b="b"/>
              <a:pathLst>
                <a:path w="2066" h="2029" extrusionOk="0">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3" name="Google Shape;21203;p141"/>
            <p:cNvSpPr/>
            <p:nvPr/>
          </p:nvSpPr>
          <p:spPr>
            <a:xfrm>
              <a:off x="8137393" y="2998637"/>
              <a:ext cx="34473" cy="53190"/>
            </a:xfrm>
            <a:custGeom>
              <a:avLst/>
              <a:gdLst/>
              <a:ahLst/>
              <a:cxnLst/>
              <a:rect l="l" t="t" r="r" b="b"/>
              <a:pathLst>
                <a:path w="1315" h="2029" extrusionOk="0">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4" name="Google Shape;21204;p141"/>
            <p:cNvSpPr/>
            <p:nvPr/>
          </p:nvSpPr>
          <p:spPr>
            <a:xfrm>
              <a:off x="8147617" y="2998060"/>
              <a:ext cx="34079" cy="32585"/>
            </a:xfrm>
            <a:custGeom>
              <a:avLst/>
              <a:gdLst/>
              <a:ahLst/>
              <a:cxnLst/>
              <a:rect l="l" t="t" r="r" b="b"/>
              <a:pathLst>
                <a:path w="1300" h="1243" extrusionOk="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5" name="Google Shape;21205;p141"/>
            <p:cNvSpPr/>
            <p:nvPr/>
          </p:nvSpPr>
          <p:spPr>
            <a:xfrm>
              <a:off x="8148010" y="2998479"/>
              <a:ext cx="23856" cy="32166"/>
            </a:xfrm>
            <a:custGeom>
              <a:avLst/>
              <a:gdLst/>
              <a:ahLst/>
              <a:cxnLst/>
              <a:rect l="l" t="t" r="r" b="b"/>
              <a:pathLst>
                <a:path w="910" h="1227" extrusionOk="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6" name="Google Shape;21206;p141"/>
            <p:cNvSpPr/>
            <p:nvPr/>
          </p:nvSpPr>
          <p:spPr>
            <a:xfrm>
              <a:off x="8076102" y="3071488"/>
              <a:ext cx="29544" cy="29544"/>
            </a:xfrm>
            <a:custGeom>
              <a:avLst/>
              <a:gdLst/>
              <a:ahLst/>
              <a:cxnLst/>
              <a:rect l="l" t="t" r="r" b="b"/>
              <a:pathLst>
                <a:path w="1127" h="1127" extrusionOk="0">
                  <a:moveTo>
                    <a:pt x="0" y="0"/>
                  </a:moveTo>
                  <a:lnTo>
                    <a:pt x="0" y="1126"/>
                  </a:lnTo>
                  <a:lnTo>
                    <a:pt x="1126" y="1126"/>
                  </a:lnTo>
                  <a:lnTo>
                    <a:pt x="1126"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7" name="Google Shape;21207;p141"/>
            <p:cNvSpPr/>
            <p:nvPr/>
          </p:nvSpPr>
          <p:spPr>
            <a:xfrm>
              <a:off x="8076102" y="3071488"/>
              <a:ext cx="14785" cy="29544"/>
            </a:xfrm>
            <a:custGeom>
              <a:avLst/>
              <a:gdLst/>
              <a:ahLst/>
              <a:cxnLst/>
              <a:rect l="l" t="t" r="r" b="b"/>
              <a:pathLst>
                <a:path w="564" h="1127" extrusionOk="0">
                  <a:moveTo>
                    <a:pt x="0" y="0"/>
                  </a:moveTo>
                  <a:lnTo>
                    <a:pt x="0" y="1126"/>
                  </a:lnTo>
                  <a:lnTo>
                    <a:pt x="563" y="1126"/>
                  </a:lnTo>
                  <a:lnTo>
                    <a:pt x="56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8" name="Google Shape;21208;p141"/>
            <p:cNvSpPr/>
            <p:nvPr/>
          </p:nvSpPr>
          <p:spPr>
            <a:xfrm>
              <a:off x="8068526" y="3098726"/>
              <a:ext cx="44670" cy="44670"/>
            </a:xfrm>
            <a:custGeom>
              <a:avLst/>
              <a:gdLst/>
              <a:ahLst/>
              <a:cxnLst/>
              <a:rect l="l" t="t" r="r" b="b"/>
              <a:pathLst>
                <a:path w="1704" h="1704" extrusionOk="0">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9" name="Google Shape;21209;p141"/>
            <p:cNvSpPr/>
            <p:nvPr/>
          </p:nvSpPr>
          <p:spPr>
            <a:xfrm>
              <a:off x="8068526" y="3098726"/>
              <a:ext cx="23122" cy="44670"/>
            </a:xfrm>
            <a:custGeom>
              <a:avLst/>
              <a:gdLst/>
              <a:ahLst/>
              <a:cxnLst/>
              <a:rect l="l" t="t" r="r" b="b"/>
              <a:pathLst>
                <a:path w="882" h="1704" extrusionOk="0">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0" name="Google Shape;21210;p141"/>
            <p:cNvSpPr/>
            <p:nvPr/>
          </p:nvSpPr>
          <p:spPr>
            <a:xfrm>
              <a:off x="8250170" y="3065773"/>
              <a:ext cx="20081" cy="11037"/>
            </a:xfrm>
            <a:custGeom>
              <a:avLst/>
              <a:gdLst/>
              <a:ahLst/>
              <a:cxnLst/>
              <a:rect l="l" t="t" r="r" b="b"/>
              <a:pathLst>
                <a:path w="766" h="421" extrusionOk="0">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1" name="Google Shape;21211;p141"/>
            <p:cNvSpPr/>
            <p:nvPr/>
          </p:nvSpPr>
          <p:spPr>
            <a:xfrm>
              <a:off x="8247758" y="3102107"/>
              <a:ext cx="22492" cy="11063"/>
            </a:xfrm>
            <a:custGeom>
              <a:avLst/>
              <a:gdLst/>
              <a:ahLst/>
              <a:cxnLst/>
              <a:rect l="l" t="t" r="r" b="b"/>
              <a:pathLst>
                <a:path w="858" h="422" extrusionOk="0">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2" name="Google Shape;21212;p141"/>
            <p:cNvSpPr/>
            <p:nvPr/>
          </p:nvSpPr>
          <p:spPr>
            <a:xfrm>
              <a:off x="8250170" y="2992397"/>
              <a:ext cx="20081" cy="11377"/>
            </a:xfrm>
            <a:custGeom>
              <a:avLst/>
              <a:gdLst/>
              <a:ahLst/>
              <a:cxnLst/>
              <a:rect l="l" t="t" r="r" b="b"/>
              <a:pathLst>
                <a:path w="766" h="434" extrusionOk="0">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3" name="Google Shape;21213;p141"/>
            <p:cNvSpPr/>
            <p:nvPr/>
          </p:nvSpPr>
          <p:spPr>
            <a:xfrm>
              <a:off x="8250170" y="3029098"/>
              <a:ext cx="20081" cy="10984"/>
            </a:xfrm>
            <a:custGeom>
              <a:avLst/>
              <a:gdLst/>
              <a:ahLst/>
              <a:cxnLst/>
              <a:rect l="l" t="t" r="r" b="b"/>
              <a:pathLst>
                <a:path w="766" h="419" extrusionOk="0">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4" name="Google Shape;21214;p141"/>
            <p:cNvSpPr/>
            <p:nvPr/>
          </p:nvSpPr>
          <p:spPr>
            <a:xfrm>
              <a:off x="8059062" y="2981597"/>
              <a:ext cx="63231" cy="74765"/>
            </a:xfrm>
            <a:custGeom>
              <a:avLst/>
              <a:gdLst/>
              <a:ahLst/>
              <a:cxnLst/>
              <a:rect l="l" t="t" r="r" b="b"/>
              <a:pathLst>
                <a:path w="2412" h="2852" extrusionOk="0">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5" name="Google Shape;21215;p141"/>
            <p:cNvSpPr/>
            <p:nvPr/>
          </p:nvSpPr>
          <p:spPr>
            <a:xfrm>
              <a:off x="8059062" y="2981309"/>
              <a:ext cx="39008" cy="75054"/>
            </a:xfrm>
            <a:custGeom>
              <a:avLst/>
              <a:gdLst/>
              <a:ahLst/>
              <a:cxnLst/>
              <a:rect l="l" t="t" r="r" b="b"/>
              <a:pathLst>
                <a:path w="1488" h="2863" extrusionOk="0">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6" name="Google Shape;21216;p141"/>
            <p:cNvSpPr/>
            <p:nvPr/>
          </p:nvSpPr>
          <p:spPr>
            <a:xfrm>
              <a:off x="8079510" y="2981597"/>
              <a:ext cx="21968" cy="50176"/>
            </a:xfrm>
            <a:custGeom>
              <a:avLst/>
              <a:gdLst/>
              <a:ahLst/>
              <a:cxnLst/>
              <a:rect l="l" t="t" r="r" b="b"/>
              <a:pathLst>
                <a:path w="838" h="1914" extrusionOk="0">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7" name="Google Shape;21217;p141"/>
            <p:cNvSpPr/>
            <p:nvPr/>
          </p:nvSpPr>
          <p:spPr>
            <a:xfrm>
              <a:off x="8065511" y="3055969"/>
              <a:ext cx="50726" cy="17040"/>
            </a:xfrm>
            <a:custGeom>
              <a:avLst/>
              <a:gdLst/>
              <a:ahLst/>
              <a:cxnLst/>
              <a:rect l="l" t="t" r="r" b="b"/>
              <a:pathLst>
                <a:path w="1935" h="650" extrusionOk="0">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8" name="Google Shape;21218;p141"/>
            <p:cNvSpPr/>
            <p:nvPr/>
          </p:nvSpPr>
          <p:spPr>
            <a:xfrm>
              <a:off x="8065511" y="3058617"/>
              <a:ext cx="50726" cy="14392"/>
            </a:xfrm>
            <a:custGeom>
              <a:avLst/>
              <a:gdLst/>
              <a:ahLst/>
              <a:cxnLst/>
              <a:rect l="l" t="t" r="r" b="b"/>
              <a:pathLst>
                <a:path w="1935" h="549" extrusionOk="0">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9" name="Google Shape;21219;p141"/>
            <p:cNvSpPr/>
            <p:nvPr/>
          </p:nvSpPr>
          <p:spPr>
            <a:xfrm>
              <a:off x="8164656" y="3051801"/>
              <a:ext cx="26897" cy="91595"/>
            </a:xfrm>
            <a:custGeom>
              <a:avLst/>
              <a:gdLst/>
              <a:ahLst/>
              <a:cxnLst/>
              <a:rect l="l" t="t" r="r" b="b"/>
              <a:pathLst>
                <a:path w="1026" h="3494" extrusionOk="0">
                  <a:moveTo>
                    <a:pt x="0" y="0"/>
                  </a:moveTo>
                  <a:lnTo>
                    <a:pt x="0" y="3494"/>
                  </a:lnTo>
                  <a:lnTo>
                    <a:pt x="1025" y="3494"/>
                  </a:lnTo>
                  <a:lnTo>
                    <a:pt x="1025" y="0"/>
                  </a:ln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0" name="Google Shape;21220;p141"/>
            <p:cNvSpPr/>
            <p:nvPr/>
          </p:nvSpPr>
          <p:spPr>
            <a:xfrm>
              <a:off x="8130577" y="3199391"/>
              <a:ext cx="68919" cy="47711"/>
            </a:xfrm>
            <a:custGeom>
              <a:avLst/>
              <a:gdLst/>
              <a:ahLst/>
              <a:cxnLst/>
              <a:rect l="l" t="t" r="r" b="b"/>
              <a:pathLst>
                <a:path w="2629" h="1820" extrusionOk="0">
                  <a:moveTo>
                    <a:pt x="1" y="0"/>
                  </a:moveTo>
                  <a:lnTo>
                    <a:pt x="1" y="1819"/>
                  </a:lnTo>
                  <a:lnTo>
                    <a:pt x="2628" y="1819"/>
                  </a:lnTo>
                  <a:lnTo>
                    <a:pt x="2628"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1" name="Google Shape;21221;p141"/>
            <p:cNvSpPr/>
            <p:nvPr/>
          </p:nvSpPr>
          <p:spPr>
            <a:xfrm>
              <a:off x="8130577" y="3199391"/>
              <a:ext cx="14785" cy="47711"/>
            </a:xfrm>
            <a:custGeom>
              <a:avLst/>
              <a:gdLst/>
              <a:ahLst/>
              <a:cxnLst/>
              <a:rect l="l" t="t" r="r" b="b"/>
              <a:pathLst>
                <a:path w="564" h="1820" extrusionOk="0">
                  <a:moveTo>
                    <a:pt x="1" y="0"/>
                  </a:moveTo>
                  <a:lnTo>
                    <a:pt x="1" y="1819"/>
                  </a:lnTo>
                  <a:lnTo>
                    <a:pt x="564" y="1819"/>
                  </a:lnTo>
                  <a:lnTo>
                    <a:pt x="564"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2" name="Google Shape;21222;p141"/>
            <p:cNvSpPr/>
            <p:nvPr/>
          </p:nvSpPr>
          <p:spPr>
            <a:xfrm>
              <a:off x="8096917" y="3245556"/>
              <a:ext cx="136633" cy="28024"/>
            </a:xfrm>
            <a:custGeom>
              <a:avLst/>
              <a:gdLst/>
              <a:ahLst/>
              <a:cxnLst/>
              <a:rect l="l" t="t" r="r" b="b"/>
              <a:pathLst>
                <a:path w="5212" h="1069" extrusionOk="0">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3" name="Google Shape;21223;p141"/>
            <p:cNvSpPr/>
            <p:nvPr/>
          </p:nvSpPr>
          <p:spPr>
            <a:xfrm>
              <a:off x="8096524" y="3252372"/>
              <a:ext cx="137026" cy="21208"/>
            </a:xfrm>
            <a:custGeom>
              <a:avLst/>
              <a:gdLst/>
              <a:ahLst/>
              <a:cxnLst/>
              <a:rect l="l" t="t" r="r" b="b"/>
              <a:pathLst>
                <a:path w="5227" h="809" extrusionOk="0">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4" name="Google Shape;21224;p141"/>
            <p:cNvSpPr/>
            <p:nvPr/>
          </p:nvSpPr>
          <p:spPr>
            <a:xfrm>
              <a:off x="7992843" y="3143003"/>
              <a:ext cx="347794" cy="59823"/>
            </a:xfrm>
            <a:custGeom>
              <a:avLst/>
              <a:gdLst/>
              <a:ahLst/>
              <a:cxnLst/>
              <a:rect l="l" t="t" r="r" b="b"/>
              <a:pathLst>
                <a:path w="13267" h="2282" extrusionOk="0">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5" name="Google Shape;21225;p141"/>
            <p:cNvSpPr/>
            <p:nvPr/>
          </p:nvSpPr>
          <p:spPr>
            <a:xfrm>
              <a:off x="7992843" y="3143003"/>
              <a:ext cx="27264" cy="59823"/>
            </a:xfrm>
            <a:custGeom>
              <a:avLst/>
              <a:gdLst/>
              <a:ahLst/>
              <a:cxnLst/>
              <a:rect l="l" t="t" r="r" b="b"/>
              <a:pathLst>
                <a:path w="1040" h="2282" extrusionOk="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6" name="Google Shape;21226;p141"/>
            <p:cNvSpPr/>
            <p:nvPr/>
          </p:nvSpPr>
          <p:spPr>
            <a:xfrm>
              <a:off x="8157447" y="3167225"/>
              <a:ext cx="18586" cy="11377"/>
            </a:xfrm>
            <a:custGeom>
              <a:avLst/>
              <a:gdLst/>
              <a:ahLst/>
              <a:cxnLst/>
              <a:rect l="l" t="t" r="r" b="b"/>
              <a:pathLst>
                <a:path w="709" h="434" extrusionOk="0">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27" name="Google Shape;21227;p141"/>
          <p:cNvGrpSpPr/>
          <p:nvPr/>
        </p:nvGrpSpPr>
        <p:grpSpPr>
          <a:xfrm>
            <a:off x="873898" y="1512377"/>
            <a:ext cx="398127" cy="353457"/>
            <a:chOff x="873898" y="1512377"/>
            <a:chExt cx="398127" cy="353457"/>
          </a:xfrm>
        </p:grpSpPr>
        <p:sp>
          <p:nvSpPr>
            <p:cNvPr id="21228" name="Google Shape;21228;p141"/>
            <p:cNvSpPr/>
            <p:nvPr/>
          </p:nvSpPr>
          <p:spPr>
            <a:xfrm>
              <a:off x="944652" y="1531671"/>
              <a:ext cx="76862" cy="64358"/>
            </a:xfrm>
            <a:custGeom>
              <a:avLst/>
              <a:gdLst/>
              <a:ahLst/>
              <a:cxnLst/>
              <a:rect l="l" t="t" r="r" b="b"/>
              <a:pathLst>
                <a:path w="2932" h="2455" extrusionOk="0">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9" name="Google Shape;21229;p141"/>
            <p:cNvSpPr/>
            <p:nvPr/>
          </p:nvSpPr>
          <p:spPr>
            <a:xfrm>
              <a:off x="944285" y="1531671"/>
              <a:ext cx="51879" cy="64358"/>
            </a:xfrm>
            <a:custGeom>
              <a:avLst/>
              <a:gdLst/>
              <a:ahLst/>
              <a:cxnLst/>
              <a:rect l="l" t="t" r="r" b="b"/>
              <a:pathLst>
                <a:path w="1979" h="2455" extrusionOk="0">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0" name="Google Shape;21230;p141"/>
            <p:cNvSpPr/>
            <p:nvPr/>
          </p:nvSpPr>
          <p:spPr>
            <a:xfrm>
              <a:off x="899641" y="1563837"/>
              <a:ext cx="166911" cy="166911"/>
            </a:xfrm>
            <a:custGeom>
              <a:avLst/>
              <a:gdLst/>
              <a:ahLst/>
              <a:cxnLst/>
              <a:rect l="l" t="t" r="r" b="b"/>
              <a:pathLst>
                <a:path w="6367" h="6367" extrusionOk="0">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1" name="Google Shape;21231;p141"/>
            <p:cNvSpPr/>
            <p:nvPr/>
          </p:nvSpPr>
          <p:spPr>
            <a:xfrm>
              <a:off x="933301" y="1563837"/>
              <a:ext cx="133618" cy="166911"/>
            </a:xfrm>
            <a:custGeom>
              <a:avLst/>
              <a:gdLst/>
              <a:ahLst/>
              <a:cxnLst/>
              <a:rect l="l" t="t" r="r" b="b"/>
              <a:pathLst>
                <a:path w="5097" h="6367" extrusionOk="0">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2" name="Google Shape;21232;p141"/>
            <p:cNvSpPr/>
            <p:nvPr/>
          </p:nvSpPr>
          <p:spPr>
            <a:xfrm>
              <a:off x="873898" y="1737145"/>
              <a:ext cx="218371" cy="128689"/>
            </a:xfrm>
            <a:custGeom>
              <a:avLst/>
              <a:gdLst/>
              <a:ahLst/>
              <a:cxnLst/>
              <a:rect l="l" t="t" r="r" b="b"/>
              <a:pathLst>
                <a:path w="8330" h="4909" extrusionOk="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3" name="Google Shape;21233;p141"/>
            <p:cNvSpPr/>
            <p:nvPr/>
          </p:nvSpPr>
          <p:spPr>
            <a:xfrm>
              <a:off x="873898" y="1783702"/>
              <a:ext cx="218371" cy="82132"/>
            </a:xfrm>
            <a:custGeom>
              <a:avLst/>
              <a:gdLst/>
              <a:ahLst/>
              <a:cxnLst/>
              <a:rect l="l" t="t" r="r" b="b"/>
              <a:pathLst>
                <a:path w="8330" h="3133" extrusionOk="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4" name="Google Shape;21234;p141"/>
            <p:cNvSpPr/>
            <p:nvPr/>
          </p:nvSpPr>
          <p:spPr>
            <a:xfrm>
              <a:off x="951101" y="1737145"/>
              <a:ext cx="63965" cy="25769"/>
            </a:xfrm>
            <a:custGeom>
              <a:avLst/>
              <a:gdLst/>
              <a:ahLst/>
              <a:cxnLst/>
              <a:rect l="l" t="t" r="r" b="b"/>
              <a:pathLst>
                <a:path w="2440" h="983" extrusionOk="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5" name="Google Shape;21235;p141"/>
            <p:cNvSpPr/>
            <p:nvPr/>
          </p:nvSpPr>
          <p:spPr>
            <a:xfrm>
              <a:off x="918542" y="1629191"/>
              <a:ext cx="128689" cy="120982"/>
            </a:xfrm>
            <a:custGeom>
              <a:avLst/>
              <a:gdLst/>
              <a:ahLst/>
              <a:cxnLst/>
              <a:rect l="l" t="t" r="r" b="b"/>
              <a:pathLst>
                <a:path w="4909" h="4615" extrusionOk="0">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6" name="Google Shape;21236;p141"/>
            <p:cNvSpPr/>
            <p:nvPr/>
          </p:nvSpPr>
          <p:spPr>
            <a:xfrm>
              <a:off x="918542" y="1629191"/>
              <a:ext cx="126042" cy="120484"/>
            </a:xfrm>
            <a:custGeom>
              <a:avLst/>
              <a:gdLst/>
              <a:ahLst/>
              <a:cxnLst/>
              <a:rect l="l" t="t" r="r" b="b"/>
              <a:pathLst>
                <a:path w="4808" h="4596" extrusionOk="0">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7" name="Google Shape;21237;p141"/>
            <p:cNvSpPr/>
            <p:nvPr/>
          </p:nvSpPr>
          <p:spPr>
            <a:xfrm>
              <a:off x="873898" y="1804884"/>
              <a:ext cx="45064" cy="60950"/>
            </a:xfrm>
            <a:custGeom>
              <a:avLst/>
              <a:gdLst/>
              <a:ahLst/>
              <a:cxnLst/>
              <a:rect l="l" t="t" r="r" b="b"/>
              <a:pathLst>
                <a:path w="1719" h="2325" extrusionOk="0">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8" name="Google Shape;21238;p141"/>
            <p:cNvSpPr/>
            <p:nvPr/>
          </p:nvSpPr>
          <p:spPr>
            <a:xfrm>
              <a:off x="1047205" y="1804884"/>
              <a:ext cx="45064" cy="60950"/>
            </a:xfrm>
            <a:custGeom>
              <a:avLst/>
              <a:gdLst/>
              <a:ahLst/>
              <a:cxnLst/>
              <a:rect l="l" t="t" r="r" b="b"/>
              <a:pathLst>
                <a:path w="1719" h="2325" extrusionOk="0">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9" name="Google Shape;21239;p141"/>
            <p:cNvSpPr/>
            <p:nvPr/>
          </p:nvSpPr>
          <p:spPr>
            <a:xfrm>
              <a:off x="1092243" y="1531671"/>
              <a:ext cx="179782" cy="188224"/>
            </a:xfrm>
            <a:custGeom>
              <a:avLst/>
              <a:gdLst/>
              <a:ahLst/>
              <a:cxnLst/>
              <a:rect l="l" t="t" r="r" b="b"/>
              <a:pathLst>
                <a:path w="6858" h="7180" extrusionOk="0">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0" name="Google Shape;21240;p141"/>
            <p:cNvSpPr/>
            <p:nvPr/>
          </p:nvSpPr>
          <p:spPr>
            <a:xfrm>
              <a:off x="1117986" y="1531671"/>
              <a:ext cx="141168" cy="96497"/>
            </a:xfrm>
            <a:custGeom>
              <a:avLst/>
              <a:gdLst/>
              <a:ahLst/>
              <a:cxnLst/>
              <a:rect l="l" t="t" r="r" b="b"/>
              <a:pathLst>
                <a:path w="5385" h="3681" extrusionOk="0">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1" name="Google Shape;21241;p141"/>
            <p:cNvSpPr/>
            <p:nvPr/>
          </p:nvSpPr>
          <p:spPr>
            <a:xfrm>
              <a:off x="1175501" y="1628064"/>
              <a:ext cx="13265" cy="25874"/>
            </a:xfrm>
            <a:custGeom>
              <a:avLst/>
              <a:gdLst/>
              <a:ahLst/>
              <a:cxnLst/>
              <a:rect l="l" t="t" r="r" b="b"/>
              <a:pathLst>
                <a:path w="506" h="987" extrusionOk="0">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2" name="Google Shape;21242;p141"/>
            <p:cNvSpPr/>
            <p:nvPr/>
          </p:nvSpPr>
          <p:spPr>
            <a:xfrm>
              <a:off x="1130857" y="1512377"/>
              <a:ext cx="102579" cy="102946"/>
            </a:xfrm>
            <a:custGeom>
              <a:avLst/>
              <a:gdLst/>
              <a:ahLst/>
              <a:cxnLst/>
              <a:rect l="l" t="t" r="r" b="b"/>
              <a:pathLst>
                <a:path w="3913" h="3927" extrusionOk="0">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3" name="Google Shape;21243;p141"/>
            <p:cNvSpPr/>
            <p:nvPr/>
          </p:nvSpPr>
          <p:spPr>
            <a:xfrm>
              <a:off x="1143729" y="1525249"/>
              <a:ext cx="77203" cy="77203"/>
            </a:xfrm>
            <a:custGeom>
              <a:avLst/>
              <a:gdLst/>
              <a:ahLst/>
              <a:cxnLst/>
              <a:rect l="l" t="t" r="r" b="b"/>
              <a:pathLst>
                <a:path w="2945" h="2945" extrusionOk="0">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4" name="Google Shape;21244;p141"/>
            <p:cNvSpPr/>
            <p:nvPr/>
          </p:nvSpPr>
          <p:spPr>
            <a:xfrm>
              <a:off x="1155919" y="1557257"/>
              <a:ext cx="52535" cy="58066"/>
            </a:xfrm>
            <a:custGeom>
              <a:avLst/>
              <a:gdLst/>
              <a:ahLst/>
              <a:cxnLst/>
              <a:rect l="l" t="t" r="r" b="b"/>
              <a:pathLst>
                <a:path w="2004" h="2215" extrusionOk="0">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5" name="Google Shape;21245;p141"/>
            <p:cNvSpPr/>
            <p:nvPr/>
          </p:nvSpPr>
          <p:spPr>
            <a:xfrm>
              <a:off x="1163023" y="1611522"/>
              <a:ext cx="38615" cy="29544"/>
            </a:xfrm>
            <a:custGeom>
              <a:avLst/>
              <a:gdLst/>
              <a:ahLst/>
              <a:cxnLst/>
              <a:rect l="l" t="t" r="r" b="b"/>
              <a:pathLst>
                <a:path w="1473" h="1127" extrusionOk="0">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6" name="Google Shape;21246;p141"/>
            <p:cNvSpPr/>
            <p:nvPr/>
          </p:nvSpPr>
          <p:spPr>
            <a:xfrm>
              <a:off x="1163023" y="1611522"/>
              <a:ext cx="19320" cy="29544"/>
            </a:xfrm>
            <a:custGeom>
              <a:avLst/>
              <a:gdLst/>
              <a:ahLst/>
              <a:cxnLst/>
              <a:rect l="l" t="t" r="r" b="b"/>
              <a:pathLst>
                <a:path w="737" h="1127" extrusionOk="0">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47" name="Google Shape;21247;p141"/>
          <p:cNvGrpSpPr/>
          <p:nvPr/>
        </p:nvGrpSpPr>
        <p:grpSpPr>
          <a:xfrm>
            <a:off x="1424125" y="1515680"/>
            <a:ext cx="246762" cy="347139"/>
            <a:chOff x="1424125" y="1515680"/>
            <a:chExt cx="246762" cy="347139"/>
          </a:xfrm>
        </p:grpSpPr>
        <p:sp>
          <p:nvSpPr>
            <p:cNvPr id="21248" name="Google Shape;21248;p141"/>
            <p:cNvSpPr/>
            <p:nvPr/>
          </p:nvSpPr>
          <p:spPr>
            <a:xfrm>
              <a:off x="1424125" y="1537727"/>
              <a:ext cx="246762" cy="325092"/>
            </a:xfrm>
            <a:custGeom>
              <a:avLst/>
              <a:gdLst/>
              <a:ahLst/>
              <a:cxnLst/>
              <a:rect l="l" t="t" r="r" b="b"/>
              <a:pathLst>
                <a:path w="9413" h="12401" extrusionOk="0">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9" name="Google Shape;21249;p141"/>
            <p:cNvSpPr/>
            <p:nvPr/>
          </p:nvSpPr>
          <p:spPr>
            <a:xfrm>
              <a:off x="1435109" y="1537727"/>
              <a:ext cx="224060" cy="302757"/>
            </a:xfrm>
            <a:custGeom>
              <a:avLst/>
              <a:gdLst/>
              <a:ahLst/>
              <a:cxnLst/>
              <a:rect l="l" t="t" r="r" b="b"/>
              <a:pathLst>
                <a:path w="8547" h="11549" extrusionOk="0">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0" name="Google Shape;21250;p141"/>
            <p:cNvSpPr/>
            <p:nvPr/>
          </p:nvSpPr>
          <p:spPr>
            <a:xfrm>
              <a:off x="1446460" y="1560429"/>
              <a:ext cx="201724" cy="268704"/>
            </a:xfrm>
            <a:custGeom>
              <a:avLst/>
              <a:gdLst/>
              <a:ahLst/>
              <a:cxnLst/>
              <a:rect l="l" t="t" r="r" b="b"/>
              <a:pathLst>
                <a:path w="7695" h="10250" extrusionOk="0">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1" name="Google Shape;21251;p141"/>
            <p:cNvSpPr/>
            <p:nvPr/>
          </p:nvSpPr>
          <p:spPr>
            <a:xfrm>
              <a:off x="1496792" y="1515680"/>
              <a:ext cx="100692" cy="50464"/>
            </a:xfrm>
            <a:custGeom>
              <a:avLst/>
              <a:gdLst/>
              <a:ahLst/>
              <a:cxnLst/>
              <a:rect l="l" t="t" r="r" b="b"/>
              <a:pathLst>
                <a:path w="3841" h="1925" extrusionOk="0">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2" name="Google Shape;21252;p141"/>
            <p:cNvSpPr/>
            <p:nvPr/>
          </p:nvSpPr>
          <p:spPr>
            <a:xfrm>
              <a:off x="1477498" y="1669431"/>
              <a:ext cx="28024" cy="28024"/>
            </a:xfrm>
            <a:custGeom>
              <a:avLst/>
              <a:gdLst/>
              <a:ahLst/>
              <a:cxnLst/>
              <a:rect l="l" t="t" r="r" b="b"/>
              <a:pathLst>
                <a:path w="1069" h="1069" extrusionOk="0">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3" name="Google Shape;21253;p141"/>
            <p:cNvSpPr/>
            <p:nvPr/>
          </p:nvSpPr>
          <p:spPr>
            <a:xfrm>
              <a:off x="1477498" y="1719738"/>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4" name="Google Shape;21254;p141"/>
            <p:cNvSpPr/>
            <p:nvPr/>
          </p:nvSpPr>
          <p:spPr>
            <a:xfrm>
              <a:off x="1477498" y="1770071"/>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5" name="Google Shape;21255;p141"/>
            <p:cNvSpPr/>
            <p:nvPr/>
          </p:nvSpPr>
          <p:spPr>
            <a:xfrm>
              <a:off x="1517607" y="1666784"/>
              <a:ext cx="65118" cy="10984"/>
            </a:xfrm>
            <a:custGeom>
              <a:avLst/>
              <a:gdLst/>
              <a:ahLst/>
              <a:cxnLst/>
              <a:rect l="l" t="t" r="r" b="b"/>
              <a:pathLst>
                <a:path w="2484" h="419" extrusionOk="0">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6" name="Google Shape;21256;p141"/>
            <p:cNvSpPr/>
            <p:nvPr/>
          </p:nvSpPr>
          <p:spPr>
            <a:xfrm>
              <a:off x="1517607" y="1689093"/>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7" name="Google Shape;21257;p141"/>
            <p:cNvSpPr/>
            <p:nvPr/>
          </p:nvSpPr>
          <p:spPr>
            <a:xfrm>
              <a:off x="1517607" y="1717090"/>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8" name="Google Shape;21258;p141"/>
            <p:cNvSpPr/>
            <p:nvPr/>
          </p:nvSpPr>
          <p:spPr>
            <a:xfrm>
              <a:off x="1517607" y="1739425"/>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9" name="Google Shape;21259;p141"/>
            <p:cNvSpPr/>
            <p:nvPr/>
          </p:nvSpPr>
          <p:spPr>
            <a:xfrm>
              <a:off x="1517607" y="1767423"/>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0" name="Google Shape;21260;p141"/>
            <p:cNvSpPr/>
            <p:nvPr/>
          </p:nvSpPr>
          <p:spPr>
            <a:xfrm>
              <a:off x="1517607" y="1789758"/>
              <a:ext cx="104467" cy="11377"/>
            </a:xfrm>
            <a:custGeom>
              <a:avLst/>
              <a:gdLst/>
              <a:ahLst/>
              <a:cxnLst/>
              <a:rect l="l" t="t" r="r" b="b"/>
              <a:pathLst>
                <a:path w="3985" h="434" extrusionOk="0">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1" name="Google Shape;21261;p141"/>
            <p:cNvSpPr/>
            <p:nvPr/>
          </p:nvSpPr>
          <p:spPr>
            <a:xfrm>
              <a:off x="1517607" y="1582765"/>
              <a:ext cx="98778" cy="11377"/>
            </a:xfrm>
            <a:custGeom>
              <a:avLst/>
              <a:gdLst/>
              <a:ahLst/>
              <a:cxnLst/>
              <a:rect l="l" t="t" r="r" b="b"/>
              <a:pathLst>
                <a:path w="3768" h="434" extrusionOk="0">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2" name="Google Shape;21262;p141"/>
            <p:cNvSpPr/>
            <p:nvPr/>
          </p:nvSpPr>
          <p:spPr>
            <a:xfrm>
              <a:off x="1472570" y="1633097"/>
              <a:ext cx="149504" cy="11377"/>
            </a:xfrm>
            <a:custGeom>
              <a:avLst/>
              <a:gdLst/>
              <a:ahLst/>
              <a:cxnLst/>
              <a:rect l="l" t="t" r="r" b="b"/>
              <a:pathLst>
                <a:path w="5703" h="434" extrusionOk="0">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3" name="Google Shape;21263;p141"/>
            <p:cNvSpPr/>
            <p:nvPr/>
          </p:nvSpPr>
          <p:spPr>
            <a:xfrm>
              <a:off x="1517607" y="1605100"/>
              <a:ext cx="26136" cy="11377"/>
            </a:xfrm>
            <a:custGeom>
              <a:avLst/>
              <a:gdLst/>
              <a:ahLst/>
              <a:cxnLst/>
              <a:rect l="l" t="t" r="r" b="b"/>
              <a:pathLst>
                <a:path w="997" h="434" extrusionOk="0">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4" name="Google Shape;21264;p141"/>
            <p:cNvSpPr/>
            <p:nvPr/>
          </p:nvSpPr>
          <p:spPr>
            <a:xfrm>
              <a:off x="1550900" y="1605100"/>
              <a:ext cx="37487" cy="11377"/>
            </a:xfrm>
            <a:custGeom>
              <a:avLst/>
              <a:gdLst/>
              <a:ahLst/>
              <a:cxnLst/>
              <a:rect l="l" t="t" r="r" b="b"/>
              <a:pathLst>
                <a:path w="1430" h="434" extrusionOk="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5" name="Google Shape;21265;p141"/>
            <p:cNvSpPr/>
            <p:nvPr/>
          </p:nvSpPr>
          <p:spPr>
            <a:xfrm>
              <a:off x="1474457" y="1582765"/>
              <a:ext cx="33712" cy="33712"/>
            </a:xfrm>
            <a:custGeom>
              <a:avLst/>
              <a:gdLst/>
              <a:ahLst/>
              <a:cxnLst/>
              <a:rect l="l" t="t" r="r" b="b"/>
              <a:pathLst>
                <a:path w="1286" h="1286" extrusionOk="0">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6" name="Google Shape;21266;p141"/>
            <p:cNvSpPr/>
            <p:nvPr/>
          </p:nvSpPr>
          <p:spPr>
            <a:xfrm>
              <a:off x="1496792" y="1555134"/>
              <a:ext cx="100692" cy="11010"/>
            </a:xfrm>
            <a:custGeom>
              <a:avLst/>
              <a:gdLst/>
              <a:ahLst/>
              <a:cxnLst/>
              <a:rect l="l" t="t" r="r" b="b"/>
              <a:pathLst>
                <a:path w="3841" h="420" extrusionOk="0">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7" name="Google Shape;21267;p141"/>
            <p:cNvSpPr/>
            <p:nvPr/>
          </p:nvSpPr>
          <p:spPr>
            <a:xfrm>
              <a:off x="1482794" y="1591075"/>
              <a:ext cx="17040" cy="17066"/>
            </a:xfrm>
            <a:custGeom>
              <a:avLst/>
              <a:gdLst/>
              <a:ahLst/>
              <a:cxnLst/>
              <a:rect l="l" t="t" r="r" b="b"/>
              <a:pathLst>
                <a:path w="650" h="651" extrusionOk="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68" name="Google Shape;21268;p141"/>
          <p:cNvGrpSpPr/>
          <p:nvPr/>
        </p:nvGrpSpPr>
        <p:grpSpPr>
          <a:xfrm>
            <a:off x="2319498" y="1512744"/>
            <a:ext cx="352697" cy="352723"/>
            <a:chOff x="2319498" y="1512744"/>
            <a:chExt cx="352697" cy="352723"/>
          </a:xfrm>
        </p:grpSpPr>
        <p:sp>
          <p:nvSpPr>
            <p:cNvPr id="21269" name="Google Shape;21269;p141"/>
            <p:cNvSpPr/>
            <p:nvPr/>
          </p:nvSpPr>
          <p:spPr>
            <a:xfrm>
              <a:off x="2319498" y="1512744"/>
              <a:ext cx="352697" cy="352723"/>
            </a:xfrm>
            <a:custGeom>
              <a:avLst/>
              <a:gdLst/>
              <a:ahLst/>
              <a:cxnLst/>
              <a:rect l="l" t="t" r="r" b="b"/>
              <a:pathLst>
                <a:path w="13454" h="13455" extrusionOk="0">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0" name="Google Shape;21270;p141"/>
            <p:cNvSpPr/>
            <p:nvPr/>
          </p:nvSpPr>
          <p:spPr>
            <a:xfrm>
              <a:off x="2345975" y="1539248"/>
              <a:ext cx="299742" cy="299742"/>
            </a:xfrm>
            <a:custGeom>
              <a:avLst/>
              <a:gdLst/>
              <a:ahLst/>
              <a:cxnLst/>
              <a:rect l="l" t="t" r="r" b="b"/>
              <a:pathLst>
                <a:path w="11434" h="11434" extrusionOk="0">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1" name="Google Shape;21271;p141"/>
            <p:cNvSpPr/>
            <p:nvPr/>
          </p:nvSpPr>
          <p:spPr>
            <a:xfrm>
              <a:off x="2490524" y="1560534"/>
              <a:ext cx="11010" cy="133880"/>
            </a:xfrm>
            <a:custGeom>
              <a:avLst/>
              <a:gdLst/>
              <a:ahLst/>
              <a:cxnLst/>
              <a:rect l="l" t="t" r="r" b="b"/>
              <a:pathLst>
                <a:path w="420" h="5107" extrusionOk="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2" name="Google Shape;21272;p141"/>
            <p:cNvSpPr/>
            <p:nvPr/>
          </p:nvSpPr>
          <p:spPr>
            <a:xfrm>
              <a:off x="2489397" y="1683771"/>
              <a:ext cx="137917" cy="10696"/>
            </a:xfrm>
            <a:custGeom>
              <a:avLst/>
              <a:gdLst/>
              <a:ahLst/>
              <a:cxnLst/>
              <a:rect l="l" t="t" r="r" b="b"/>
              <a:pathLst>
                <a:path w="5261" h="408" extrusionOk="0">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3" name="Google Shape;21273;p141"/>
            <p:cNvSpPr/>
            <p:nvPr/>
          </p:nvSpPr>
          <p:spPr>
            <a:xfrm>
              <a:off x="2383069" y="1576316"/>
              <a:ext cx="280422" cy="262753"/>
            </a:xfrm>
            <a:custGeom>
              <a:avLst/>
              <a:gdLst/>
              <a:ahLst/>
              <a:cxnLst/>
              <a:rect l="l" t="t" r="r" b="b"/>
              <a:pathLst>
                <a:path w="10697" h="10023" extrusionOk="0">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4" name="Google Shape;21274;p141"/>
            <p:cNvSpPr/>
            <p:nvPr/>
          </p:nvSpPr>
          <p:spPr>
            <a:xfrm>
              <a:off x="2365662" y="1683771"/>
              <a:ext cx="21732" cy="10696"/>
            </a:xfrm>
            <a:custGeom>
              <a:avLst/>
              <a:gdLst/>
              <a:ahLst/>
              <a:cxnLst/>
              <a:rect l="l" t="t" r="r" b="b"/>
              <a:pathLst>
                <a:path w="829" h="408" extrusionOk="0">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5" name="Google Shape;21275;p141"/>
            <p:cNvSpPr/>
            <p:nvPr/>
          </p:nvSpPr>
          <p:spPr>
            <a:xfrm>
              <a:off x="2490524" y="1799589"/>
              <a:ext cx="11377" cy="18613"/>
            </a:xfrm>
            <a:custGeom>
              <a:avLst/>
              <a:gdLst/>
              <a:ahLst/>
              <a:cxnLst/>
              <a:rect l="l" t="t" r="r" b="b"/>
              <a:pathLst>
                <a:path w="434" h="710" extrusionOk="0">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6" name="Google Shape;21276;p141"/>
            <p:cNvSpPr/>
            <p:nvPr/>
          </p:nvSpPr>
          <p:spPr>
            <a:xfrm>
              <a:off x="2401393" y="1596554"/>
              <a:ext cx="19163" cy="15755"/>
            </a:xfrm>
            <a:custGeom>
              <a:avLst/>
              <a:gdLst/>
              <a:ahLst/>
              <a:cxnLst/>
              <a:rect l="l" t="t" r="r" b="b"/>
              <a:pathLst>
                <a:path w="731" h="601" extrusionOk="0">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7" name="Google Shape;21277;p141"/>
            <p:cNvSpPr/>
            <p:nvPr/>
          </p:nvSpPr>
          <p:spPr>
            <a:xfrm>
              <a:off x="2569563" y="1765378"/>
              <a:ext cx="20893" cy="16830"/>
            </a:xfrm>
            <a:custGeom>
              <a:avLst/>
              <a:gdLst/>
              <a:ahLst/>
              <a:cxnLst/>
              <a:rect l="l" t="t" r="r" b="b"/>
              <a:pathLst>
                <a:path w="797" h="642" extrusionOk="0">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8" name="Google Shape;21278;p141"/>
            <p:cNvSpPr/>
            <p:nvPr/>
          </p:nvSpPr>
          <p:spPr>
            <a:xfrm>
              <a:off x="2571136" y="1595610"/>
              <a:ext cx="20841" cy="16699"/>
            </a:xfrm>
            <a:custGeom>
              <a:avLst/>
              <a:gdLst/>
              <a:ahLst/>
              <a:cxnLst/>
              <a:rect l="l" t="t" r="r" b="b"/>
              <a:pathLst>
                <a:path w="795" h="637" extrusionOk="0">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9" name="Google Shape;21279;p141"/>
            <p:cNvSpPr/>
            <p:nvPr/>
          </p:nvSpPr>
          <p:spPr>
            <a:xfrm>
              <a:off x="2401236" y="1766296"/>
              <a:ext cx="19583" cy="15913"/>
            </a:xfrm>
            <a:custGeom>
              <a:avLst/>
              <a:gdLst/>
              <a:ahLst/>
              <a:cxnLst/>
              <a:rect l="l" t="t" r="r" b="b"/>
              <a:pathLst>
                <a:path w="747" h="607" extrusionOk="0">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0" name="Google Shape;21280;p141"/>
            <p:cNvSpPr/>
            <p:nvPr/>
          </p:nvSpPr>
          <p:spPr>
            <a:xfrm>
              <a:off x="2373160" y="1634985"/>
              <a:ext cx="23174" cy="14025"/>
            </a:xfrm>
            <a:custGeom>
              <a:avLst/>
              <a:gdLst/>
              <a:ahLst/>
              <a:cxnLst/>
              <a:rect l="l" t="t" r="r" b="b"/>
              <a:pathLst>
                <a:path w="884" h="535" extrusionOk="0">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1" name="Google Shape;21281;p141"/>
            <p:cNvSpPr/>
            <p:nvPr/>
          </p:nvSpPr>
          <p:spPr>
            <a:xfrm>
              <a:off x="2595516" y="1729333"/>
              <a:ext cx="21811" cy="13527"/>
            </a:xfrm>
            <a:custGeom>
              <a:avLst/>
              <a:gdLst/>
              <a:ahLst/>
              <a:cxnLst/>
              <a:rect l="l" t="t" r="r" b="b"/>
              <a:pathLst>
                <a:path w="832" h="516" extrusionOk="0">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2" name="Google Shape;21282;p141"/>
            <p:cNvSpPr/>
            <p:nvPr/>
          </p:nvSpPr>
          <p:spPr>
            <a:xfrm>
              <a:off x="2535195" y="1570129"/>
              <a:ext cx="15650" cy="17197"/>
            </a:xfrm>
            <a:custGeom>
              <a:avLst/>
              <a:gdLst/>
              <a:ahLst/>
              <a:cxnLst/>
              <a:rect l="l" t="t" r="r" b="b"/>
              <a:pathLst>
                <a:path w="597" h="656" extrusionOk="0">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3" name="Google Shape;21283;p141"/>
            <p:cNvSpPr/>
            <p:nvPr/>
          </p:nvSpPr>
          <p:spPr>
            <a:xfrm>
              <a:off x="2441345" y="1790099"/>
              <a:ext cx="16463" cy="18219"/>
            </a:xfrm>
            <a:custGeom>
              <a:avLst/>
              <a:gdLst/>
              <a:ahLst/>
              <a:cxnLst/>
              <a:rect l="l" t="t" r="r" b="b"/>
              <a:pathLst>
                <a:path w="628" h="695" extrusionOk="0">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4" name="Google Shape;21284;p141"/>
            <p:cNvSpPr/>
            <p:nvPr/>
          </p:nvSpPr>
          <p:spPr>
            <a:xfrm>
              <a:off x="2443521" y="1569290"/>
              <a:ext cx="15624" cy="17276"/>
            </a:xfrm>
            <a:custGeom>
              <a:avLst/>
              <a:gdLst/>
              <a:ahLst/>
              <a:cxnLst/>
              <a:rect l="l" t="t" r="r" b="b"/>
              <a:pathLst>
                <a:path w="596" h="659" extrusionOk="0">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5" name="Google Shape;21285;p141"/>
            <p:cNvSpPr/>
            <p:nvPr/>
          </p:nvSpPr>
          <p:spPr>
            <a:xfrm>
              <a:off x="2532416" y="1791121"/>
              <a:ext cx="16411" cy="18351"/>
            </a:xfrm>
            <a:custGeom>
              <a:avLst/>
              <a:gdLst/>
              <a:ahLst/>
              <a:cxnLst/>
              <a:rect l="l" t="t" r="r" b="b"/>
              <a:pathLst>
                <a:path w="626" h="700" extrusionOk="0">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6" name="Google Shape;21286;p141"/>
            <p:cNvSpPr/>
            <p:nvPr/>
          </p:nvSpPr>
          <p:spPr>
            <a:xfrm>
              <a:off x="2596486" y="1637370"/>
              <a:ext cx="21785" cy="13527"/>
            </a:xfrm>
            <a:custGeom>
              <a:avLst/>
              <a:gdLst/>
              <a:ahLst/>
              <a:cxnLst/>
              <a:rect l="l" t="t" r="r" b="b"/>
              <a:pathLst>
                <a:path w="831" h="516" extrusionOk="0">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7" name="Google Shape;21287;p141"/>
            <p:cNvSpPr/>
            <p:nvPr/>
          </p:nvSpPr>
          <p:spPr>
            <a:xfrm>
              <a:off x="2373606" y="1727052"/>
              <a:ext cx="22859" cy="13920"/>
            </a:xfrm>
            <a:custGeom>
              <a:avLst/>
              <a:gdLst/>
              <a:ahLst/>
              <a:cxnLst/>
              <a:rect l="l" t="t" r="r" b="b"/>
              <a:pathLst>
                <a:path w="872" h="531" extrusionOk="0">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88" name="Google Shape;21288;p141"/>
          <p:cNvGrpSpPr/>
          <p:nvPr/>
        </p:nvGrpSpPr>
        <p:grpSpPr>
          <a:xfrm>
            <a:off x="4236601" y="1512666"/>
            <a:ext cx="312981" cy="352697"/>
            <a:chOff x="4236601" y="1512666"/>
            <a:chExt cx="312981" cy="352697"/>
          </a:xfrm>
        </p:grpSpPr>
        <p:sp>
          <p:nvSpPr>
            <p:cNvPr id="21289" name="Google Shape;21289;p141"/>
            <p:cNvSpPr/>
            <p:nvPr/>
          </p:nvSpPr>
          <p:spPr>
            <a:xfrm>
              <a:off x="4236601" y="1512666"/>
              <a:ext cx="312981" cy="352697"/>
            </a:xfrm>
            <a:custGeom>
              <a:avLst/>
              <a:gdLst/>
              <a:ahLst/>
              <a:cxnLst/>
              <a:rect l="l" t="t" r="r" b="b"/>
              <a:pathLst>
                <a:path w="11939" h="13454" extrusionOk="0">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0" name="Google Shape;21290;p141"/>
            <p:cNvSpPr/>
            <p:nvPr/>
          </p:nvSpPr>
          <p:spPr>
            <a:xfrm>
              <a:off x="4383798" y="1561557"/>
              <a:ext cx="165784" cy="303806"/>
            </a:xfrm>
            <a:custGeom>
              <a:avLst/>
              <a:gdLst/>
              <a:ahLst/>
              <a:cxnLst/>
              <a:rect l="l" t="t" r="r" b="b"/>
              <a:pathLst>
                <a:path w="6324" h="11589" extrusionOk="0">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1" name="Google Shape;21291;p141"/>
            <p:cNvSpPr/>
            <p:nvPr/>
          </p:nvSpPr>
          <p:spPr>
            <a:xfrm>
              <a:off x="4267246" y="1546326"/>
              <a:ext cx="251664" cy="283856"/>
            </a:xfrm>
            <a:custGeom>
              <a:avLst/>
              <a:gdLst/>
              <a:ahLst/>
              <a:cxnLst/>
              <a:rect l="l" t="t" r="r" b="b"/>
              <a:pathLst>
                <a:path w="9600" h="10828" extrusionOk="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2" name="Google Shape;21292;p141"/>
            <p:cNvSpPr/>
            <p:nvPr/>
          </p:nvSpPr>
          <p:spPr>
            <a:xfrm>
              <a:off x="4388726" y="1585019"/>
              <a:ext cx="130184" cy="245163"/>
            </a:xfrm>
            <a:custGeom>
              <a:avLst/>
              <a:gdLst/>
              <a:ahLst/>
              <a:cxnLst/>
              <a:rect l="l" t="t" r="r" b="b"/>
              <a:pathLst>
                <a:path w="4966" h="9352" extrusionOk="0">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3" name="Google Shape;21293;p141"/>
            <p:cNvSpPr/>
            <p:nvPr/>
          </p:nvSpPr>
          <p:spPr>
            <a:xfrm>
              <a:off x="4330817" y="1674727"/>
              <a:ext cx="124521" cy="84019"/>
            </a:xfrm>
            <a:custGeom>
              <a:avLst/>
              <a:gdLst/>
              <a:ahLst/>
              <a:cxnLst/>
              <a:rect l="l" t="t" r="r" b="b"/>
              <a:pathLst>
                <a:path w="4750" h="3205" extrusionOk="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4" name="Google Shape;21294;p141"/>
            <p:cNvSpPr/>
            <p:nvPr/>
          </p:nvSpPr>
          <p:spPr>
            <a:xfrm>
              <a:off x="4383798" y="1674727"/>
              <a:ext cx="71934" cy="84019"/>
            </a:xfrm>
            <a:custGeom>
              <a:avLst/>
              <a:gdLst/>
              <a:ahLst/>
              <a:cxnLst/>
              <a:rect l="l" t="t" r="r" b="b"/>
              <a:pathLst>
                <a:path w="2744" h="3205" extrusionOk="0">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5" name="Google Shape;21295;p141"/>
            <p:cNvSpPr/>
            <p:nvPr/>
          </p:nvSpPr>
          <p:spPr>
            <a:xfrm>
              <a:off x="4379263" y="1679917"/>
              <a:ext cx="27657" cy="16017"/>
            </a:xfrm>
            <a:custGeom>
              <a:avLst/>
              <a:gdLst/>
              <a:ahLst/>
              <a:cxnLst/>
              <a:rect l="l" t="t" r="r" b="b"/>
              <a:pathLst>
                <a:path w="1055" h="611" extrusionOk="0">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6" name="Google Shape;21296;p141"/>
            <p:cNvSpPr/>
            <p:nvPr/>
          </p:nvSpPr>
          <p:spPr>
            <a:xfrm>
              <a:off x="4372814" y="1689486"/>
              <a:ext cx="40528" cy="58564"/>
            </a:xfrm>
            <a:custGeom>
              <a:avLst/>
              <a:gdLst/>
              <a:ahLst/>
              <a:cxnLst/>
              <a:rect l="l" t="t" r="r" b="b"/>
              <a:pathLst>
                <a:path w="1546" h="2234" extrusionOk="0">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7" name="Google Shape;21297;p141"/>
            <p:cNvSpPr/>
            <p:nvPr/>
          </p:nvSpPr>
          <p:spPr>
            <a:xfrm>
              <a:off x="4383431" y="1689486"/>
              <a:ext cx="29911" cy="58564"/>
            </a:xfrm>
            <a:custGeom>
              <a:avLst/>
              <a:gdLst/>
              <a:ahLst/>
              <a:cxnLst/>
              <a:rect l="l" t="t" r="r" b="b"/>
              <a:pathLst>
                <a:path w="1141" h="2234" extrusionOk="0">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8" name="Google Shape;21298;p141"/>
            <p:cNvSpPr/>
            <p:nvPr/>
          </p:nvSpPr>
          <p:spPr>
            <a:xfrm>
              <a:off x="4372054" y="1674727"/>
              <a:ext cx="42416" cy="21208"/>
            </a:xfrm>
            <a:custGeom>
              <a:avLst/>
              <a:gdLst/>
              <a:ahLst/>
              <a:cxnLst/>
              <a:rect l="l" t="t" r="r" b="b"/>
              <a:pathLst>
                <a:path w="1618" h="809" extrusionOk="0">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9" name="Google Shape;21299;p141"/>
            <p:cNvSpPr/>
            <p:nvPr/>
          </p:nvSpPr>
          <p:spPr>
            <a:xfrm>
              <a:off x="4389460" y="1675094"/>
              <a:ext cx="24642" cy="20841"/>
            </a:xfrm>
            <a:custGeom>
              <a:avLst/>
              <a:gdLst/>
              <a:ahLst/>
              <a:cxnLst/>
              <a:rect l="l" t="t" r="r" b="b"/>
              <a:pathLst>
                <a:path w="940" h="795" extrusionOk="0">
                  <a:moveTo>
                    <a:pt x="405" y="1"/>
                  </a:moveTo>
                  <a:lnTo>
                    <a:pt x="1" y="795"/>
                  </a:lnTo>
                  <a:lnTo>
                    <a:pt x="607" y="795"/>
                  </a:lnTo>
                  <a:lnTo>
                    <a:pt x="939" y="130"/>
                  </a:lnTo>
                  <a:cubicBezTo>
                    <a:pt x="766" y="58"/>
                    <a:pt x="578" y="15"/>
                    <a:pt x="405" y="1"/>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0" name="Google Shape;21300;p141"/>
            <p:cNvSpPr/>
            <p:nvPr/>
          </p:nvSpPr>
          <p:spPr>
            <a:xfrm>
              <a:off x="4360703" y="1596396"/>
              <a:ext cx="64751" cy="88947"/>
            </a:xfrm>
            <a:custGeom>
              <a:avLst/>
              <a:gdLst/>
              <a:ahLst/>
              <a:cxnLst/>
              <a:rect l="l" t="t" r="r" b="b"/>
              <a:pathLst>
                <a:path w="2470" h="3393" extrusionOk="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1" name="Google Shape;21301;p141"/>
            <p:cNvSpPr/>
            <p:nvPr/>
          </p:nvSpPr>
          <p:spPr>
            <a:xfrm>
              <a:off x="4383431" y="1596396"/>
              <a:ext cx="42023" cy="88947"/>
            </a:xfrm>
            <a:custGeom>
              <a:avLst/>
              <a:gdLst/>
              <a:ahLst/>
              <a:cxnLst/>
              <a:rect l="l" t="t" r="r" b="b"/>
              <a:pathLst>
                <a:path w="1603" h="3393" extrusionOk="0">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2" name="Google Shape;21302;p141"/>
            <p:cNvSpPr/>
            <p:nvPr/>
          </p:nvSpPr>
          <p:spPr>
            <a:xfrm>
              <a:off x="4360336" y="1597891"/>
              <a:ext cx="65118" cy="42783"/>
            </a:xfrm>
            <a:custGeom>
              <a:avLst/>
              <a:gdLst/>
              <a:ahLst/>
              <a:cxnLst/>
              <a:rect l="l" t="t" r="r" b="b"/>
              <a:pathLst>
                <a:path w="2484" h="1632" extrusionOk="0">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03" name="Google Shape;21303;p141"/>
          <p:cNvGrpSpPr/>
          <p:nvPr/>
        </p:nvGrpSpPr>
        <p:grpSpPr>
          <a:xfrm>
            <a:off x="849675" y="3347716"/>
            <a:ext cx="346300" cy="375818"/>
            <a:chOff x="849675" y="3347716"/>
            <a:chExt cx="346300" cy="375818"/>
          </a:xfrm>
        </p:grpSpPr>
        <p:sp>
          <p:nvSpPr>
            <p:cNvPr id="21304" name="Google Shape;21304;p141"/>
            <p:cNvSpPr/>
            <p:nvPr/>
          </p:nvSpPr>
          <p:spPr>
            <a:xfrm>
              <a:off x="880714" y="3347716"/>
              <a:ext cx="315262" cy="314895"/>
            </a:xfrm>
            <a:custGeom>
              <a:avLst/>
              <a:gdLst/>
              <a:ahLst/>
              <a:cxnLst/>
              <a:rect l="l" t="t" r="r" b="b"/>
              <a:pathLst>
                <a:path w="12026" h="12012" extrusionOk="0">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5" name="Google Shape;21305;p141"/>
            <p:cNvSpPr/>
            <p:nvPr/>
          </p:nvSpPr>
          <p:spPr>
            <a:xfrm>
              <a:off x="849675" y="3351124"/>
              <a:ext cx="299742" cy="311801"/>
            </a:xfrm>
            <a:custGeom>
              <a:avLst/>
              <a:gdLst/>
              <a:ahLst/>
              <a:cxnLst/>
              <a:rect l="l" t="t" r="r" b="b"/>
              <a:pathLst>
                <a:path w="11434" h="11894" extrusionOk="0">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6" name="Google Shape;21306;p141"/>
            <p:cNvSpPr/>
            <p:nvPr/>
          </p:nvSpPr>
          <p:spPr>
            <a:xfrm>
              <a:off x="881081" y="3347716"/>
              <a:ext cx="314501" cy="314895"/>
            </a:xfrm>
            <a:custGeom>
              <a:avLst/>
              <a:gdLst/>
              <a:ahLst/>
              <a:cxnLst/>
              <a:rect l="l" t="t" r="r" b="b"/>
              <a:pathLst>
                <a:path w="11997" h="12012" extrusionOk="0">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7" name="Google Shape;21307;p141"/>
            <p:cNvSpPr/>
            <p:nvPr/>
          </p:nvSpPr>
          <p:spPr>
            <a:xfrm>
              <a:off x="881081" y="3351124"/>
              <a:ext cx="237298" cy="311487"/>
            </a:xfrm>
            <a:custGeom>
              <a:avLst/>
              <a:gdLst/>
              <a:ahLst/>
              <a:cxnLst/>
              <a:rect l="l" t="t" r="r" b="b"/>
              <a:pathLst>
                <a:path w="9052" h="11882" extrusionOk="0">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8" name="Google Shape;21308;p141"/>
            <p:cNvSpPr/>
            <p:nvPr/>
          </p:nvSpPr>
          <p:spPr>
            <a:xfrm>
              <a:off x="935582" y="3650473"/>
              <a:ext cx="205893" cy="72668"/>
            </a:xfrm>
            <a:custGeom>
              <a:avLst/>
              <a:gdLst/>
              <a:ahLst/>
              <a:cxnLst/>
              <a:rect l="l" t="t" r="r" b="b"/>
              <a:pathLst>
                <a:path w="7854" h="2772" extrusionOk="0">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9" name="Google Shape;21309;p141"/>
            <p:cNvSpPr/>
            <p:nvPr/>
          </p:nvSpPr>
          <p:spPr>
            <a:xfrm>
              <a:off x="1026024" y="3675062"/>
              <a:ext cx="24616" cy="48472"/>
            </a:xfrm>
            <a:custGeom>
              <a:avLst/>
              <a:gdLst/>
              <a:ahLst/>
              <a:cxnLst/>
              <a:rect l="l" t="t" r="r" b="b"/>
              <a:pathLst>
                <a:path w="939" h="1849" extrusionOk="0">
                  <a:moveTo>
                    <a:pt x="232" y="0"/>
                  </a:moveTo>
                  <a:lnTo>
                    <a:pt x="1" y="1848"/>
                  </a:lnTo>
                  <a:lnTo>
                    <a:pt x="939" y="1848"/>
                  </a:lnTo>
                  <a:lnTo>
                    <a:pt x="708"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0" name="Google Shape;21310;p141"/>
            <p:cNvSpPr/>
            <p:nvPr/>
          </p:nvSpPr>
          <p:spPr>
            <a:xfrm>
              <a:off x="1027544" y="3662584"/>
              <a:ext cx="21601" cy="20841"/>
            </a:xfrm>
            <a:custGeom>
              <a:avLst/>
              <a:gdLst/>
              <a:ahLst/>
              <a:cxnLst/>
              <a:rect l="l" t="t" r="r" b="b"/>
              <a:pathLst>
                <a:path w="824" h="795" extrusionOk="0">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1" name="Google Shape;21311;p141"/>
            <p:cNvSpPr/>
            <p:nvPr/>
          </p:nvSpPr>
          <p:spPr>
            <a:xfrm>
              <a:off x="1104747" y="3675429"/>
              <a:ext cx="36727" cy="47711"/>
            </a:xfrm>
            <a:custGeom>
              <a:avLst/>
              <a:gdLst/>
              <a:ahLst/>
              <a:cxnLst/>
              <a:rect l="l" t="t" r="r" b="b"/>
              <a:pathLst>
                <a:path w="1401" h="1820" extrusionOk="0">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2" name="Google Shape;21312;p141"/>
            <p:cNvSpPr/>
            <p:nvPr/>
          </p:nvSpPr>
          <p:spPr>
            <a:xfrm>
              <a:off x="971523" y="3463140"/>
              <a:ext cx="133251" cy="96524"/>
            </a:xfrm>
            <a:custGeom>
              <a:avLst/>
              <a:gdLst/>
              <a:ahLst/>
              <a:cxnLst/>
              <a:rect l="l" t="t" r="r" b="b"/>
              <a:pathLst>
                <a:path w="5083" h="3682" extrusionOk="0">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3" name="Google Shape;21313;p141"/>
            <p:cNvSpPr/>
            <p:nvPr/>
          </p:nvSpPr>
          <p:spPr>
            <a:xfrm>
              <a:off x="1001801" y="3463140"/>
              <a:ext cx="103340" cy="96524"/>
            </a:xfrm>
            <a:custGeom>
              <a:avLst/>
              <a:gdLst/>
              <a:ahLst/>
              <a:cxnLst/>
              <a:rect l="l" t="t" r="r" b="b"/>
              <a:pathLst>
                <a:path w="3942" h="3682" extrusionOk="0">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4" name="Google Shape;21314;p141"/>
            <p:cNvSpPr/>
            <p:nvPr/>
          </p:nvSpPr>
          <p:spPr>
            <a:xfrm>
              <a:off x="1001801" y="3608083"/>
              <a:ext cx="73061" cy="54527"/>
            </a:xfrm>
            <a:custGeom>
              <a:avLst/>
              <a:gdLst/>
              <a:ahLst/>
              <a:cxnLst/>
              <a:rect l="l" t="t" r="r" b="b"/>
              <a:pathLst>
                <a:path w="2787" h="2080" extrusionOk="0">
                  <a:moveTo>
                    <a:pt x="1" y="0"/>
                  </a:moveTo>
                  <a:lnTo>
                    <a:pt x="1" y="2079"/>
                  </a:lnTo>
                  <a:lnTo>
                    <a:pt x="2787" y="2079"/>
                  </a:lnTo>
                  <a:lnTo>
                    <a:pt x="2787"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5" name="Google Shape;21315;p141"/>
            <p:cNvSpPr/>
            <p:nvPr/>
          </p:nvSpPr>
          <p:spPr>
            <a:xfrm>
              <a:off x="1001801" y="3608083"/>
              <a:ext cx="73061" cy="30383"/>
            </a:xfrm>
            <a:custGeom>
              <a:avLst/>
              <a:gdLst/>
              <a:ahLst/>
              <a:cxnLst/>
              <a:rect l="l" t="t" r="r" b="b"/>
              <a:pathLst>
                <a:path w="2787" h="1159" extrusionOk="0">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6" name="Google Shape;21316;p141"/>
            <p:cNvSpPr/>
            <p:nvPr/>
          </p:nvSpPr>
          <p:spPr>
            <a:xfrm>
              <a:off x="990083" y="3640459"/>
              <a:ext cx="48445" cy="43596"/>
            </a:xfrm>
            <a:custGeom>
              <a:avLst/>
              <a:gdLst/>
              <a:ahLst/>
              <a:cxnLst/>
              <a:rect l="l" t="t" r="r" b="b"/>
              <a:pathLst>
                <a:path w="1848" h="1663" extrusionOk="0">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7" name="Google Shape;21317;p141"/>
            <p:cNvSpPr/>
            <p:nvPr/>
          </p:nvSpPr>
          <p:spPr>
            <a:xfrm>
              <a:off x="1038502" y="3640459"/>
              <a:ext cx="48105" cy="43438"/>
            </a:xfrm>
            <a:custGeom>
              <a:avLst/>
              <a:gdLst/>
              <a:ahLst/>
              <a:cxnLst/>
              <a:rect l="l" t="t" r="r" b="b"/>
              <a:pathLst>
                <a:path w="1835" h="1657" extrusionOk="0">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8" name="Google Shape;21318;p141"/>
            <p:cNvSpPr/>
            <p:nvPr/>
          </p:nvSpPr>
          <p:spPr>
            <a:xfrm>
              <a:off x="977971" y="3511926"/>
              <a:ext cx="120746" cy="114350"/>
            </a:xfrm>
            <a:custGeom>
              <a:avLst/>
              <a:gdLst/>
              <a:ahLst/>
              <a:cxnLst/>
              <a:rect l="l" t="t" r="r" b="b"/>
              <a:pathLst>
                <a:path w="4606" h="4362" extrusionOk="0">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9" name="Google Shape;21319;p141"/>
            <p:cNvSpPr/>
            <p:nvPr/>
          </p:nvSpPr>
          <p:spPr>
            <a:xfrm>
              <a:off x="977578" y="3511926"/>
              <a:ext cx="109028" cy="113957"/>
            </a:xfrm>
            <a:custGeom>
              <a:avLst/>
              <a:gdLst/>
              <a:ahLst/>
              <a:cxnLst/>
              <a:rect l="l" t="t" r="r" b="b"/>
              <a:pathLst>
                <a:path w="4159" h="4347" extrusionOk="0">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0" name="Google Shape;21320;p141"/>
            <p:cNvSpPr/>
            <p:nvPr/>
          </p:nvSpPr>
          <p:spPr>
            <a:xfrm>
              <a:off x="935215" y="3675429"/>
              <a:ext cx="36334" cy="47711"/>
            </a:xfrm>
            <a:custGeom>
              <a:avLst/>
              <a:gdLst/>
              <a:ahLst/>
              <a:cxnLst/>
              <a:rect l="l" t="t" r="r" b="b"/>
              <a:pathLst>
                <a:path w="1386" h="1820" extrusionOk="0">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21" name="Google Shape;21321;p141"/>
          <p:cNvGrpSpPr/>
          <p:nvPr/>
        </p:nvGrpSpPr>
        <p:grpSpPr>
          <a:xfrm>
            <a:off x="1324219" y="3399202"/>
            <a:ext cx="376578" cy="272846"/>
            <a:chOff x="1324219" y="3399202"/>
            <a:chExt cx="376578" cy="272846"/>
          </a:xfrm>
        </p:grpSpPr>
        <p:sp>
          <p:nvSpPr>
            <p:cNvPr id="21322" name="Google Shape;21322;p141"/>
            <p:cNvSpPr/>
            <p:nvPr/>
          </p:nvSpPr>
          <p:spPr>
            <a:xfrm>
              <a:off x="1597458" y="3496066"/>
              <a:ext cx="30278" cy="66639"/>
            </a:xfrm>
            <a:custGeom>
              <a:avLst/>
              <a:gdLst/>
              <a:ahLst/>
              <a:cxnLst/>
              <a:rect l="l" t="t" r="r" b="b"/>
              <a:pathLst>
                <a:path w="1155" h="2542" extrusionOk="0">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3" name="Google Shape;21323;p141"/>
            <p:cNvSpPr/>
            <p:nvPr/>
          </p:nvSpPr>
          <p:spPr>
            <a:xfrm>
              <a:off x="1609569" y="3490011"/>
              <a:ext cx="72668" cy="72694"/>
            </a:xfrm>
            <a:custGeom>
              <a:avLst/>
              <a:gdLst/>
              <a:ahLst/>
              <a:cxnLst/>
              <a:rect l="l" t="t" r="r" b="b"/>
              <a:pathLst>
                <a:path w="2772" h="2773" extrusionOk="0">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4" name="Google Shape;21324;p141"/>
            <p:cNvSpPr/>
            <p:nvPr/>
          </p:nvSpPr>
          <p:spPr>
            <a:xfrm>
              <a:off x="1621681" y="3580846"/>
              <a:ext cx="36334" cy="26870"/>
            </a:xfrm>
            <a:custGeom>
              <a:avLst/>
              <a:gdLst/>
              <a:ahLst/>
              <a:cxnLst/>
              <a:rect l="l" t="t" r="r" b="b"/>
              <a:pathLst>
                <a:path w="1386" h="1025" extrusionOk="0">
                  <a:moveTo>
                    <a:pt x="0" y="0"/>
                  </a:moveTo>
                  <a:lnTo>
                    <a:pt x="0" y="1025"/>
                  </a:lnTo>
                  <a:lnTo>
                    <a:pt x="1386" y="1025"/>
                  </a:lnTo>
                  <a:lnTo>
                    <a:pt x="1386"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5" name="Google Shape;21325;p141"/>
            <p:cNvSpPr/>
            <p:nvPr/>
          </p:nvSpPr>
          <p:spPr>
            <a:xfrm>
              <a:off x="1621681" y="3580846"/>
              <a:ext cx="36334" cy="14785"/>
            </a:xfrm>
            <a:custGeom>
              <a:avLst/>
              <a:gdLst/>
              <a:ahLst/>
              <a:cxnLst/>
              <a:rect l="l" t="t" r="r" b="b"/>
              <a:pathLst>
                <a:path w="1386" h="564" extrusionOk="0">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6" name="Google Shape;21326;p141"/>
            <p:cNvSpPr/>
            <p:nvPr/>
          </p:nvSpPr>
          <p:spPr>
            <a:xfrm>
              <a:off x="1579291" y="3595605"/>
              <a:ext cx="121507" cy="76443"/>
            </a:xfrm>
            <a:custGeom>
              <a:avLst/>
              <a:gdLst/>
              <a:ahLst/>
              <a:cxnLst/>
              <a:rect l="l" t="t" r="r" b="b"/>
              <a:pathLst>
                <a:path w="4635" h="2916" extrusionOk="0">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7" name="Google Shape;21327;p141"/>
            <p:cNvSpPr/>
            <p:nvPr/>
          </p:nvSpPr>
          <p:spPr>
            <a:xfrm>
              <a:off x="1633766" y="3607690"/>
              <a:ext cx="12138" cy="64358"/>
            </a:xfrm>
            <a:custGeom>
              <a:avLst/>
              <a:gdLst/>
              <a:ahLst/>
              <a:cxnLst/>
              <a:rect l="l" t="t" r="r" b="b"/>
              <a:pathLst>
                <a:path w="463" h="2455" extrusionOk="0">
                  <a:moveTo>
                    <a:pt x="116" y="1"/>
                  </a:moveTo>
                  <a:lnTo>
                    <a:pt x="1" y="2455"/>
                  </a:lnTo>
                  <a:lnTo>
                    <a:pt x="463" y="2455"/>
                  </a:lnTo>
                  <a:lnTo>
                    <a:pt x="347"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8" name="Google Shape;21328;p141"/>
            <p:cNvSpPr/>
            <p:nvPr/>
          </p:nvSpPr>
          <p:spPr>
            <a:xfrm>
              <a:off x="1603514" y="3520289"/>
              <a:ext cx="72668" cy="66639"/>
            </a:xfrm>
            <a:custGeom>
              <a:avLst/>
              <a:gdLst/>
              <a:ahLst/>
              <a:cxnLst/>
              <a:rect l="l" t="t" r="r" b="b"/>
              <a:pathLst>
                <a:path w="2772" h="2542" extrusionOk="0">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9" name="Google Shape;21329;p141"/>
            <p:cNvSpPr/>
            <p:nvPr/>
          </p:nvSpPr>
          <p:spPr>
            <a:xfrm>
              <a:off x="1603514" y="3520289"/>
              <a:ext cx="72668" cy="65118"/>
            </a:xfrm>
            <a:custGeom>
              <a:avLst/>
              <a:gdLst/>
              <a:ahLst/>
              <a:cxnLst/>
              <a:rect l="l" t="t" r="r" b="b"/>
              <a:pathLst>
                <a:path w="2772" h="2484" extrusionOk="0">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0" name="Google Shape;21330;p141"/>
            <p:cNvSpPr/>
            <p:nvPr/>
          </p:nvSpPr>
          <p:spPr>
            <a:xfrm>
              <a:off x="1676156" y="3611098"/>
              <a:ext cx="24249" cy="60583"/>
            </a:xfrm>
            <a:custGeom>
              <a:avLst/>
              <a:gdLst/>
              <a:ahLst/>
              <a:cxnLst/>
              <a:rect l="l" t="t" r="r" b="b"/>
              <a:pathLst>
                <a:path w="925" h="2311" extrusionOk="0">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1" name="Google Shape;21331;p141"/>
            <p:cNvSpPr/>
            <p:nvPr/>
          </p:nvSpPr>
          <p:spPr>
            <a:xfrm>
              <a:off x="1633766" y="3607690"/>
              <a:ext cx="12138" cy="12138"/>
            </a:xfrm>
            <a:custGeom>
              <a:avLst/>
              <a:gdLst/>
              <a:ahLst/>
              <a:cxnLst/>
              <a:rect l="l" t="t" r="r" b="b"/>
              <a:pathLst>
                <a:path w="463" h="463" extrusionOk="0">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2" name="Google Shape;21332;p141"/>
            <p:cNvSpPr/>
            <p:nvPr/>
          </p:nvSpPr>
          <p:spPr>
            <a:xfrm>
              <a:off x="1614865" y="3590755"/>
              <a:ext cx="24983" cy="25560"/>
            </a:xfrm>
            <a:custGeom>
              <a:avLst/>
              <a:gdLst/>
              <a:ahLst/>
              <a:cxnLst/>
              <a:rect l="l" t="t" r="r" b="b"/>
              <a:pathLst>
                <a:path w="953" h="975" extrusionOk="0">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3" name="Google Shape;21333;p141"/>
            <p:cNvSpPr/>
            <p:nvPr/>
          </p:nvSpPr>
          <p:spPr>
            <a:xfrm>
              <a:off x="1639822" y="3590755"/>
              <a:ext cx="25009" cy="25560"/>
            </a:xfrm>
            <a:custGeom>
              <a:avLst/>
              <a:gdLst/>
              <a:ahLst/>
              <a:cxnLst/>
              <a:rect l="l" t="t" r="r" b="b"/>
              <a:pathLst>
                <a:path w="954" h="975" extrusionOk="0">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4" name="Google Shape;21334;p141"/>
            <p:cNvSpPr/>
            <p:nvPr/>
          </p:nvSpPr>
          <p:spPr>
            <a:xfrm>
              <a:off x="1325373" y="3492291"/>
              <a:ext cx="109002" cy="109395"/>
            </a:xfrm>
            <a:custGeom>
              <a:avLst/>
              <a:gdLst/>
              <a:ahLst/>
              <a:cxnLst/>
              <a:rect l="l" t="t" r="r" b="b"/>
              <a:pathLst>
                <a:path w="4158" h="4173" extrusionOk="0">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5" name="Google Shape;21335;p141"/>
            <p:cNvSpPr/>
            <p:nvPr/>
          </p:nvSpPr>
          <p:spPr>
            <a:xfrm>
              <a:off x="1355258" y="3492291"/>
              <a:ext cx="79117" cy="109002"/>
            </a:xfrm>
            <a:custGeom>
              <a:avLst/>
              <a:gdLst/>
              <a:ahLst/>
              <a:cxnLst/>
              <a:rect l="l" t="t" r="r" b="b"/>
              <a:pathLst>
                <a:path w="3018" h="4158" extrusionOk="0">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6" name="Google Shape;21336;p141"/>
            <p:cNvSpPr/>
            <p:nvPr/>
          </p:nvSpPr>
          <p:spPr>
            <a:xfrm>
              <a:off x="1324612" y="3574790"/>
              <a:ext cx="109002" cy="97258"/>
            </a:xfrm>
            <a:custGeom>
              <a:avLst/>
              <a:gdLst/>
              <a:ahLst/>
              <a:cxnLst/>
              <a:rect l="l" t="t" r="r" b="b"/>
              <a:pathLst>
                <a:path w="4158" h="3710" extrusionOk="0">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7" name="Google Shape;21337;p141"/>
            <p:cNvSpPr/>
            <p:nvPr/>
          </p:nvSpPr>
          <p:spPr>
            <a:xfrm>
              <a:off x="1360553" y="3574790"/>
              <a:ext cx="37120" cy="24223"/>
            </a:xfrm>
            <a:custGeom>
              <a:avLst/>
              <a:gdLst/>
              <a:ahLst/>
              <a:cxnLst/>
              <a:rect l="l" t="t" r="r" b="b"/>
              <a:pathLst>
                <a:path w="1416" h="924" extrusionOk="0">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8" name="Google Shape;21338;p141"/>
            <p:cNvSpPr/>
            <p:nvPr/>
          </p:nvSpPr>
          <p:spPr>
            <a:xfrm>
              <a:off x="1324219" y="3606563"/>
              <a:ext cx="109395" cy="65485"/>
            </a:xfrm>
            <a:custGeom>
              <a:avLst/>
              <a:gdLst/>
              <a:ahLst/>
              <a:cxnLst/>
              <a:rect l="l" t="t" r="r" b="b"/>
              <a:pathLst>
                <a:path w="4173" h="2498" extrusionOk="0">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9" name="Google Shape;21339;p141"/>
            <p:cNvSpPr/>
            <p:nvPr/>
          </p:nvSpPr>
          <p:spPr>
            <a:xfrm>
              <a:off x="1342779" y="3527393"/>
              <a:ext cx="72668" cy="59534"/>
            </a:xfrm>
            <a:custGeom>
              <a:avLst/>
              <a:gdLst/>
              <a:ahLst/>
              <a:cxnLst/>
              <a:rect l="l" t="t" r="r" b="b"/>
              <a:pathLst>
                <a:path w="2772" h="2271" extrusionOk="0">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0" name="Google Shape;21340;p141"/>
            <p:cNvSpPr/>
            <p:nvPr/>
          </p:nvSpPr>
          <p:spPr>
            <a:xfrm>
              <a:off x="1342779" y="3527393"/>
              <a:ext cx="73061" cy="59141"/>
            </a:xfrm>
            <a:custGeom>
              <a:avLst/>
              <a:gdLst/>
              <a:ahLst/>
              <a:cxnLst/>
              <a:rect l="l" t="t" r="r" b="b"/>
              <a:pathLst>
                <a:path w="2787" h="2256" extrusionOk="0">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1" name="Google Shape;21341;p141"/>
            <p:cNvSpPr/>
            <p:nvPr/>
          </p:nvSpPr>
          <p:spPr>
            <a:xfrm>
              <a:off x="1324612" y="3619067"/>
              <a:ext cx="24249" cy="52981"/>
            </a:xfrm>
            <a:custGeom>
              <a:avLst/>
              <a:gdLst/>
              <a:ahLst/>
              <a:cxnLst/>
              <a:rect l="l" t="t" r="r" b="b"/>
              <a:pathLst>
                <a:path w="925" h="2021" extrusionOk="0">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2" name="Google Shape;21342;p141"/>
            <p:cNvSpPr/>
            <p:nvPr/>
          </p:nvSpPr>
          <p:spPr>
            <a:xfrm>
              <a:off x="1409365" y="3586901"/>
              <a:ext cx="206286" cy="85146"/>
            </a:xfrm>
            <a:custGeom>
              <a:avLst/>
              <a:gdLst/>
              <a:ahLst/>
              <a:cxnLst/>
              <a:rect l="l" t="t" r="r" b="b"/>
              <a:pathLst>
                <a:path w="7869" h="3248" extrusionOk="0">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3" name="Google Shape;21343;p141"/>
            <p:cNvSpPr/>
            <p:nvPr/>
          </p:nvSpPr>
          <p:spPr>
            <a:xfrm>
              <a:off x="1500567" y="3611098"/>
              <a:ext cx="24249" cy="60950"/>
            </a:xfrm>
            <a:custGeom>
              <a:avLst/>
              <a:gdLst/>
              <a:ahLst/>
              <a:cxnLst/>
              <a:rect l="l" t="t" r="r" b="b"/>
              <a:pathLst>
                <a:path w="925" h="2325" extrusionOk="0">
                  <a:moveTo>
                    <a:pt x="217" y="1"/>
                  </a:moveTo>
                  <a:lnTo>
                    <a:pt x="1" y="2325"/>
                  </a:lnTo>
                  <a:lnTo>
                    <a:pt x="925" y="2325"/>
                  </a:lnTo>
                  <a:lnTo>
                    <a:pt x="708"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4" name="Google Shape;21344;p141"/>
            <p:cNvSpPr/>
            <p:nvPr/>
          </p:nvSpPr>
          <p:spPr>
            <a:xfrm>
              <a:off x="1502088" y="3598986"/>
              <a:ext cx="21208" cy="20474"/>
            </a:xfrm>
            <a:custGeom>
              <a:avLst/>
              <a:gdLst/>
              <a:ahLst/>
              <a:cxnLst/>
              <a:rect l="l" t="t" r="r" b="b"/>
              <a:pathLst>
                <a:path w="809" h="781" extrusionOk="0">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5" name="Google Shape;21345;p141"/>
            <p:cNvSpPr/>
            <p:nvPr/>
          </p:nvSpPr>
          <p:spPr>
            <a:xfrm>
              <a:off x="1579291" y="3611858"/>
              <a:ext cx="36360" cy="60190"/>
            </a:xfrm>
            <a:custGeom>
              <a:avLst/>
              <a:gdLst/>
              <a:ahLst/>
              <a:cxnLst/>
              <a:rect l="l" t="t" r="r" b="b"/>
              <a:pathLst>
                <a:path w="1387" h="2296" extrusionOk="0">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6" name="Google Shape;21346;p141"/>
            <p:cNvSpPr/>
            <p:nvPr/>
          </p:nvSpPr>
          <p:spPr>
            <a:xfrm>
              <a:off x="1446066" y="3399202"/>
              <a:ext cx="133251" cy="96891"/>
            </a:xfrm>
            <a:custGeom>
              <a:avLst/>
              <a:gdLst/>
              <a:ahLst/>
              <a:cxnLst/>
              <a:rect l="l" t="t" r="r" b="b"/>
              <a:pathLst>
                <a:path w="5083" h="3696" extrusionOk="0">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7" name="Google Shape;21347;p141"/>
            <p:cNvSpPr/>
            <p:nvPr/>
          </p:nvSpPr>
          <p:spPr>
            <a:xfrm>
              <a:off x="1476345" y="3399202"/>
              <a:ext cx="102973" cy="96891"/>
            </a:xfrm>
            <a:custGeom>
              <a:avLst/>
              <a:gdLst/>
              <a:ahLst/>
              <a:cxnLst/>
              <a:rect l="l" t="t" r="r" b="b"/>
              <a:pathLst>
                <a:path w="3928" h="3696" extrusionOk="0">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8" name="Google Shape;21348;p141"/>
            <p:cNvSpPr/>
            <p:nvPr/>
          </p:nvSpPr>
          <p:spPr>
            <a:xfrm>
              <a:off x="1476345" y="3544512"/>
              <a:ext cx="72694" cy="54501"/>
            </a:xfrm>
            <a:custGeom>
              <a:avLst/>
              <a:gdLst/>
              <a:ahLst/>
              <a:cxnLst/>
              <a:rect l="l" t="t" r="r" b="b"/>
              <a:pathLst>
                <a:path w="2773" h="2079" extrusionOk="0">
                  <a:moveTo>
                    <a:pt x="1" y="0"/>
                  </a:moveTo>
                  <a:lnTo>
                    <a:pt x="1" y="2079"/>
                  </a:lnTo>
                  <a:lnTo>
                    <a:pt x="2772" y="2079"/>
                  </a:lnTo>
                  <a:lnTo>
                    <a:pt x="27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9" name="Google Shape;21349;p141"/>
            <p:cNvSpPr/>
            <p:nvPr/>
          </p:nvSpPr>
          <p:spPr>
            <a:xfrm>
              <a:off x="1476345" y="3544512"/>
              <a:ext cx="72694" cy="30383"/>
            </a:xfrm>
            <a:custGeom>
              <a:avLst/>
              <a:gdLst/>
              <a:ahLst/>
              <a:cxnLst/>
              <a:rect l="l" t="t" r="r" b="b"/>
              <a:pathLst>
                <a:path w="2773" h="1159" extrusionOk="0">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0" name="Google Shape;21350;p141"/>
            <p:cNvSpPr/>
            <p:nvPr/>
          </p:nvSpPr>
          <p:spPr>
            <a:xfrm>
              <a:off x="1464233" y="3576887"/>
              <a:ext cx="48472" cy="43438"/>
            </a:xfrm>
            <a:custGeom>
              <a:avLst/>
              <a:gdLst/>
              <a:ahLst/>
              <a:cxnLst/>
              <a:rect l="l" t="t" r="r" b="b"/>
              <a:pathLst>
                <a:path w="1849" h="1657" extrusionOk="0">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1" name="Google Shape;21351;p141"/>
            <p:cNvSpPr/>
            <p:nvPr/>
          </p:nvSpPr>
          <p:spPr>
            <a:xfrm>
              <a:off x="1512679" y="3576887"/>
              <a:ext cx="48472" cy="43438"/>
            </a:xfrm>
            <a:custGeom>
              <a:avLst/>
              <a:gdLst/>
              <a:ahLst/>
              <a:cxnLst/>
              <a:rect l="l" t="t" r="r" b="b"/>
              <a:pathLst>
                <a:path w="1849" h="1657" extrusionOk="0">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2" name="Google Shape;21352;p141"/>
            <p:cNvSpPr/>
            <p:nvPr/>
          </p:nvSpPr>
          <p:spPr>
            <a:xfrm>
              <a:off x="1452122" y="3448171"/>
              <a:ext cx="121140" cy="114533"/>
            </a:xfrm>
            <a:custGeom>
              <a:avLst/>
              <a:gdLst/>
              <a:ahLst/>
              <a:cxnLst/>
              <a:rect l="l" t="t" r="r" b="b"/>
              <a:pathLst>
                <a:path w="4621" h="4369" extrusionOk="0">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3" name="Google Shape;21353;p141"/>
            <p:cNvSpPr/>
            <p:nvPr/>
          </p:nvSpPr>
          <p:spPr>
            <a:xfrm>
              <a:off x="1452122" y="3448355"/>
              <a:ext cx="109028" cy="113957"/>
            </a:xfrm>
            <a:custGeom>
              <a:avLst/>
              <a:gdLst/>
              <a:ahLst/>
              <a:cxnLst/>
              <a:rect l="l" t="t" r="r" b="b"/>
              <a:pathLst>
                <a:path w="4159" h="4347" extrusionOk="0">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4" name="Google Shape;21354;p141"/>
            <p:cNvSpPr/>
            <p:nvPr/>
          </p:nvSpPr>
          <p:spPr>
            <a:xfrm>
              <a:off x="1409759" y="3611858"/>
              <a:ext cx="36334" cy="60190"/>
            </a:xfrm>
            <a:custGeom>
              <a:avLst/>
              <a:gdLst/>
              <a:ahLst/>
              <a:cxnLst/>
              <a:rect l="l" t="t" r="r" b="b"/>
              <a:pathLst>
                <a:path w="1386" h="2296" extrusionOk="0">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55" name="Google Shape;21355;p141"/>
          <p:cNvGrpSpPr/>
          <p:nvPr/>
        </p:nvGrpSpPr>
        <p:grpSpPr>
          <a:xfrm>
            <a:off x="1798763" y="3395401"/>
            <a:ext cx="376185" cy="280448"/>
            <a:chOff x="1798763" y="3395401"/>
            <a:chExt cx="376185" cy="280448"/>
          </a:xfrm>
        </p:grpSpPr>
        <p:sp>
          <p:nvSpPr>
            <p:cNvPr id="21356" name="Google Shape;21356;p141"/>
            <p:cNvSpPr/>
            <p:nvPr/>
          </p:nvSpPr>
          <p:spPr>
            <a:xfrm>
              <a:off x="2097352" y="3478660"/>
              <a:ext cx="47711" cy="42023"/>
            </a:xfrm>
            <a:custGeom>
              <a:avLst/>
              <a:gdLst/>
              <a:ahLst/>
              <a:cxnLst/>
              <a:rect l="l" t="t" r="r" b="b"/>
              <a:pathLst>
                <a:path w="1820" h="1603" extrusionOk="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7" name="Google Shape;21357;p141"/>
            <p:cNvSpPr/>
            <p:nvPr/>
          </p:nvSpPr>
          <p:spPr>
            <a:xfrm>
              <a:off x="2097352" y="3478660"/>
              <a:ext cx="32559" cy="42023"/>
            </a:xfrm>
            <a:custGeom>
              <a:avLst/>
              <a:gdLst/>
              <a:ahLst/>
              <a:cxnLst/>
              <a:rect l="l" t="t" r="r" b="b"/>
              <a:pathLst>
                <a:path w="1242" h="1603" extrusionOk="0">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8" name="Google Shape;21358;p141"/>
            <p:cNvSpPr/>
            <p:nvPr/>
          </p:nvSpPr>
          <p:spPr>
            <a:xfrm>
              <a:off x="2067441" y="3580452"/>
              <a:ext cx="107508" cy="95396"/>
            </a:xfrm>
            <a:custGeom>
              <a:avLst/>
              <a:gdLst/>
              <a:ahLst/>
              <a:cxnLst/>
              <a:rect l="l" t="t" r="r" b="b"/>
              <a:pathLst>
                <a:path w="4101" h="3639" extrusionOk="0">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9" name="Google Shape;21359;p141"/>
            <p:cNvSpPr/>
            <p:nvPr/>
          </p:nvSpPr>
          <p:spPr>
            <a:xfrm>
              <a:off x="2103014" y="3580085"/>
              <a:ext cx="36360" cy="23856"/>
            </a:xfrm>
            <a:custGeom>
              <a:avLst/>
              <a:gdLst/>
              <a:ahLst/>
              <a:cxnLst/>
              <a:rect l="l" t="t" r="r" b="b"/>
              <a:pathLst>
                <a:path w="1387" h="910" extrusionOk="0">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0" name="Google Shape;21360;p141"/>
            <p:cNvSpPr/>
            <p:nvPr/>
          </p:nvSpPr>
          <p:spPr>
            <a:xfrm>
              <a:off x="2067441" y="3611491"/>
              <a:ext cx="107141" cy="64358"/>
            </a:xfrm>
            <a:custGeom>
              <a:avLst/>
              <a:gdLst/>
              <a:ahLst/>
              <a:cxnLst/>
              <a:rect l="l" t="t" r="r" b="b"/>
              <a:pathLst>
                <a:path w="4087" h="2455" extrusionOk="0">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1" name="Google Shape;21361;p141"/>
            <p:cNvSpPr/>
            <p:nvPr/>
          </p:nvSpPr>
          <p:spPr>
            <a:xfrm>
              <a:off x="2079185" y="3496827"/>
              <a:ext cx="83652" cy="83285"/>
            </a:xfrm>
            <a:custGeom>
              <a:avLst/>
              <a:gdLst/>
              <a:ahLst/>
              <a:cxnLst/>
              <a:rect l="l" t="t" r="r" b="b"/>
              <a:pathLst>
                <a:path w="3191" h="3177" extrusionOk="0">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2" name="Google Shape;21362;p141"/>
            <p:cNvSpPr/>
            <p:nvPr/>
          </p:nvSpPr>
          <p:spPr>
            <a:xfrm>
              <a:off x="2095071" y="3496827"/>
              <a:ext cx="69653" cy="75342"/>
            </a:xfrm>
            <a:custGeom>
              <a:avLst/>
              <a:gdLst/>
              <a:ahLst/>
              <a:cxnLst/>
              <a:rect l="l" t="t" r="r" b="b"/>
              <a:pathLst>
                <a:path w="2657" h="2874" extrusionOk="0">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3" name="Google Shape;21363;p141"/>
            <p:cNvSpPr/>
            <p:nvPr/>
          </p:nvSpPr>
          <p:spPr>
            <a:xfrm>
              <a:off x="2085241" y="3533449"/>
              <a:ext cx="71541" cy="58774"/>
            </a:xfrm>
            <a:custGeom>
              <a:avLst/>
              <a:gdLst/>
              <a:ahLst/>
              <a:cxnLst/>
              <a:rect l="l" t="t" r="r" b="b"/>
              <a:pathLst>
                <a:path w="2729" h="2242" extrusionOk="0">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4" name="Google Shape;21364;p141"/>
            <p:cNvSpPr/>
            <p:nvPr/>
          </p:nvSpPr>
          <p:spPr>
            <a:xfrm>
              <a:off x="2085608" y="3533449"/>
              <a:ext cx="71567" cy="58381"/>
            </a:xfrm>
            <a:custGeom>
              <a:avLst/>
              <a:gdLst/>
              <a:ahLst/>
              <a:cxnLst/>
              <a:rect l="l" t="t" r="r" b="b"/>
              <a:pathLst>
                <a:path w="2730" h="2227" extrusionOk="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5" name="Google Shape;21365;p141"/>
            <p:cNvSpPr/>
            <p:nvPr/>
          </p:nvSpPr>
          <p:spPr>
            <a:xfrm>
              <a:off x="2150699" y="3623969"/>
              <a:ext cx="24249" cy="51879"/>
            </a:xfrm>
            <a:custGeom>
              <a:avLst/>
              <a:gdLst/>
              <a:ahLst/>
              <a:cxnLst/>
              <a:rect l="l" t="t" r="r" b="b"/>
              <a:pathLst>
                <a:path w="925" h="1979" extrusionOk="0">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6" name="Google Shape;21366;p141"/>
            <p:cNvSpPr/>
            <p:nvPr/>
          </p:nvSpPr>
          <p:spPr>
            <a:xfrm>
              <a:off x="1816930" y="3502882"/>
              <a:ext cx="29938" cy="65485"/>
            </a:xfrm>
            <a:custGeom>
              <a:avLst/>
              <a:gdLst/>
              <a:ahLst/>
              <a:cxnLst/>
              <a:rect l="l" t="t" r="r" b="b"/>
              <a:pathLst>
                <a:path w="1142" h="2498" extrusionOk="0">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7" name="Google Shape;21367;p141"/>
            <p:cNvSpPr/>
            <p:nvPr/>
          </p:nvSpPr>
          <p:spPr>
            <a:xfrm>
              <a:off x="1828674" y="3496827"/>
              <a:ext cx="71541" cy="71541"/>
            </a:xfrm>
            <a:custGeom>
              <a:avLst/>
              <a:gdLst/>
              <a:ahLst/>
              <a:cxnLst/>
              <a:rect l="l" t="t" r="r" b="b"/>
              <a:pathLst>
                <a:path w="2729" h="2729" extrusionOk="0">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8" name="Google Shape;21368;p141"/>
            <p:cNvSpPr/>
            <p:nvPr/>
          </p:nvSpPr>
          <p:spPr>
            <a:xfrm>
              <a:off x="1840786" y="3586141"/>
              <a:ext cx="35967" cy="26503"/>
            </a:xfrm>
            <a:custGeom>
              <a:avLst/>
              <a:gdLst/>
              <a:ahLst/>
              <a:cxnLst/>
              <a:rect l="l" t="t" r="r" b="b"/>
              <a:pathLst>
                <a:path w="1372" h="1011" extrusionOk="0">
                  <a:moveTo>
                    <a:pt x="0" y="0"/>
                  </a:moveTo>
                  <a:lnTo>
                    <a:pt x="0" y="1011"/>
                  </a:lnTo>
                  <a:lnTo>
                    <a:pt x="1372" y="1011"/>
                  </a:lnTo>
                  <a:lnTo>
                    <a:pt x="13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9" name="Google Shape;21369;p141"/>
            <p:cNvSpPr/>
            <p:nvPr/>
          </p:nvSpPr>
          <p:spPr>
            <a:xfrm>
              <a:off x="1840786" y="3586141"/>
              <a:ext cx="35967" cy="14392"/>
            </a:xfrm>
            <a:custGeom>
              <a:avLst/>
              <a:gdLst/>
              <a:ahLst/>
              <a:cxnLst/>
              <a:rect l="l" t="t" r="r" b="b"/>
              <a:pathLst>
                <a:path w="1372" h="549" extrusionOk="0">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0" name="Google Shape;21370;p141"/>
            <p:cNvSpPr/>
            <p:nvPr/>
          </p:nvSpPr>
          <p:spPr>
            <a:xfrm>
              <a:off x="1799156" y="3600507"/>
              <a:ext cx="119226" cy="75342"/>
            </a:xfrm>
            <a:custGeom>
              <a:avLst/>
              <a:gdLst/>
              <a:ahLst/>
              <a:cxnLst/>
              <a:rect l="l" t="t" r="r" b="b"/>
              <a:pathLst>
                <a:path w="4548" h="2874" extrusionOk="0">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1" name="Google Shape;21371;p141"/>
            <p:cNvSpPr/>
            <p:nvPr/>
          </p:nvSpPr>
          <p:spPr>
            <a:xfrm>
              <a:off x="1852897" y="3612618"/>
              <a:ext cx="11744" cy="63231"/>
            </a:xfrm>
            <a:custGeom>
              <a:avLst/>
              <a:gdLst/>
              <a:ahLst/>
              <a:cxnLst/>
              <a:rect l="l" t="t" r="r" b="b"/>
              <a:pathLst>
                <a:path w="448" h="2412" extrusionOk="0">
                  <a:moveTo>
                    <a:pt x="101" y="1"/>
                  </a:moveTo>
                  <a:lnTo>
                    <a:pt x="0" y="2411"/>
                  </a:lnTo>
                  <a:lnTo>
                    <a:pt x="448" y="2411"/>
                  </a:lnTo>
                  <a:lnTo>
                    <a:pt x="332"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2" name="Google Shape;21372;p141"/>
            <p:cNvSpPr/>
            <p:nvPr/>
          </p:nvSpPr>
          <p:spPr>
            <a:xfrm>
              <a:off x="1822986" y="3526712"/>
              <a:ext cx="71541" cy="65511"/>
            </a:xfrm>
            <a:custGeom>
              <a:avLst/>
              <a:gdLst/>
              <a:ahLst/>
              <a:cxnLst/>
              <a:rect l="l" t="t" r="r" b="b"/>
              <a:pathLst>
                <a:path w="2729" h="2499" extrusionOk="0">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3" name="Google Shape;21373;p141"/>
            <p:cNvSpPr/>
            <p:nvPr/>
          </p:nvSpPr>
          <p:spPr>
            <a:xfrm>
              <a:off x="1822986" y="3526712"/>
              <a:ext cx="71174" cy="63991"/>
            </a:xfrm>
            <a:custGeom>
              <a:avLst/>
              <a:gdLst/>
              <a:ahLst/>
              <a:cxnLst/>
              <a:rect l="l" t="t" r="r" b="b"/>
              <a:pathLst>
                <a:path w="2715" h="2441" extrusionOk="0">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4" name="Google Shape;21374;p141"/>
            <p:cNvSpPr/>
            <p:nvPr/>
          </p:nvSpPr>
          <p:spPr>
            <a:xfrm>
              <a:off x="1798763" y="3616026"/>
              <a:ext cx="24249" cy="59823"/>
            </a:xfrm>
            <a:custGeom>
              <a:avLst/>
              <a:gdLst/>
              <a:ahLst/>
              <a:cxnLst/>
              <a:rect l="l" t="t" r="r" b="b"/>
              <a:pathLst>
                <a:path w="925" h="2282" extrusionOk="0">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5" name="Google Shape;21375;p141"/>
            <p:cNvSpPr/>
            <p:nvPr/>
          </p:nvSpPr>
          <p:spPr>
            <a:xfrm>
              <a:off x="1852504" y="3612618"/>
              <a:ext cx="12138" cy="11771"/>
            </a:xfrm>
            <a:custGeom>
              <a:avLst/>
              <a:gdLst/>
              <a:ahLst/>
              <a:cxnLst/>
              <a:rect l="l" t="t" r="r" b="b"/>
              <a:pathLst>
                <a:path w="463" h="449" extrusionOk="0">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6" name="Google Shape;21376;p141"/>
            <p:cNvSpPr/>
            <p:nvPr/>
          </p:nvSpPr>
          <p:spPr>
            <a:xfrm>
              <a:off x="1834337" y="3595919"/>
              <a:ext cx="24249" cy="25114"/>
            </a:xfrm>
            <a:custGeom>
              <a:avLst/>
              <a:gdLst/>
              <a:ahLst/>
              <a:cxnLst/>
              <a:rect l="l" t="t" r="r" b="b"/>
              <a:pathLst>
                <a:path w="925" h="958" extrusionOk="0">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7" name="Google Shape;21377;p141"/>
            <p:cNvSpPr/>
            <p:nvPr/>
          </p:nvSpPr>
          <p:spPr>
            <a:xfrm>
              <a:off x="1858559" y="3595919"/>
              <a:ext cx="24616" cy="25114"/>
            </a:xfrm>
            <a:custGeom>
              <a:avLst/>
              <a:gdLst/>
              <a:ahLst/>
              <a:cxnLst/>
              <a:rect l="l" t="t" r="r" b="b"/>
              <a:pathLst>
                <a:path w="939" h="958" extrusionOk="0">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8" name="Google Shape;21378;p141"/>
            <p:cNvSpPr/>
            <p:nvPr/>
          </p:nvSpPr>
          <p:spPr>
            <a:xfrm>
              <a:off x="1900556" y="3395401"/>
              <a:ext cx="178288" cy="208540"/>
            </a:xfrm>
            <a:custGeom>
              <a:avLst/>
              <a:gdLst/>
              <a:ahLst/>
              <a:cxnLst/>
              <a:rect l="l" t="t" r="r" b="b"/>
              <a:pathLst>
                <a:path w="6801" h="7955" extrusionOk="0">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9" name="Google Shape;21379;p141"/>
            <p:cNvSpPr/>
            <p:nvPr/>
          </p:nvSpPr>
          <p:spPr>
            <a:xfrm>
              <a:off x="1942579" y="3395401"/>
              <a:ext cx="136266" cy="208593"/>
            </a:xfrm>
            <a:custGeom>
              <a:avLst/>
              <a:gdLst/>
              <a:ahLst/>
              <a:cxnLst/>
              <a:rect l="l" t="t" r="r" b="b"/>
              <a:pathLst>
                <a:path w="5198" h="7957" extrusionOk="0">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0" name="Google Shape;21380;p141"/>
            <p:cNvSpPr/>
            <p:nvPr/>
          </p:nvSpPr>
          <p:spPr>
            <a:xfrm>
              <a:off x="1888471" y="3556230"/>
              <a:ext cx="202852" cy="119619"/>
            </a:xfrm>
            <a:custGeom>
              <a:avLst/>
              <a:gdLst/>
              <a:ahLst/>
              <a:cxnLst/>
              <a:rect l="l" t="t" r="r" b="b"/>
              <a:pathLst>
                <a:path w="7738" h="4563" extrusionOk="0">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1" name="Google Shape;21381;p141"/>
            <p:cNvSpPr/>
            <p:nvPr/>
          </p:nvSpPr>
          <p:spPr>
            <a:xfrm>
              <a:off x="1888471" y="3599380"/>
              <a:ext cx="202852" cy="76469"/>
            </a:xfrm>
            <a:custGeom>
              <a:avLst/>
              <a:gdLst/>
              <a:ahLst/>
              <a:cxnLst/>
              <a:rect l="l" t="t" r="r" b="b"/>
              <a:pathLst>
                <a:path w="7738" h="2917" extrusionOk="0">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2" name="Google Shape;21382;p141"/>
            <p:cNvSpPr/>
            <p:nvPr/>
          </p:nvSpPr>
          <p:spPr>
            <a:xfrm>
              <a:off x="1959985" y="3556230"/>
              <a:ext cx="59823" cy="23961"/>
            </a:xfrm>
            <a:custGeom>
              <a:avLst/>
              <a:gdLst/>
              <a:ahLst/>
              <a:cxnLst/>
              <a:rect l="l" t="t" r="r" b="b"/>
              <a:pathLst>
                <a:path w="2282" h="914" extrusionOk="0">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3" name="Google Shape;21383;p141"/>
            <p:cNvSpPr/>
            <p:nvPr/>
          </p:nvSpPr>
          <p:spPr>
            <a:xfrm>
              <a:off x="1929707" y="3456062"/>
              <a:ext cx="119619" cy="112069"/>
            </a:xfrm>
            <a:custGeom>
              <a:avLst/>
              <a:gdLst/>
              <a:ahLst/>
              <a:cxnLst/>
              <a:rect l="l" t="t" r="r" b="b"/>
              <a:pathLst>
                <a:path w="4563" h="4275" extrusionOk="0">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4" name="Google Shape;21384;p141"/>
            <p:cNvSpPr/>
            <p:nvPr/>
          </p:nvSpPr>
          <p:spPr>
            <a:xfrm>
              <a:off x="1929707" y="3456062"/>
              <a:ext cx="116971" cy="111938"/>
            </a:xfrm>
            <a:custGeom>
              <a:avLst/>
              <a:gdLst/>
              <a:ahLst/>
              <a:cxnLst/>
              <a:rect l="l" t="t" r="r" b="b"/>
              <a:pathLst>
                <a:path w="4462" h="4270" extrusionOk="0">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5" name="Google Shape;21385;p141"/>
            <p:cNvSpPr/>
            <p:nvPr/>
          </p:nvSpPr>
          <p:spPr>
            <a:xfrm>
              <a:off x="1888471" y="3619067"/>
              <a:ext cx="41629" cy="56782"/>
            </a:xfrm>
            <a:custGeom>
              <a:avLst/>
              <a:gdLst/>
              <a:ahLst/>
              <a:cxnLst/>
              <a:rect l="l" t="t" r="r" b="b"/>
              <a:pathLst>
                <a:path w="1588" h="2166" extrusionOk="0">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6" name="Google Shape;21386;p141"/>
            <p:cNvSpPr/>
            <p:nvPr/>
          </p:nvSpPr>
          <p:spPr>
            <a:xfrm>
              <a:off x="2049667" y="3619067"/>
              <a:ext cx="41656" cy="56782"/>
            </a:xfrm>
            <a:custGeom>
              <a:avLst/>
              <a:gdLst/>
              <a:ahLst/>
              <a:cxnLst/>
              <a:rect l="l" t="t" r="r" b="b"/>
              <a:pathLst>
                <a:path w="1589" h="2166" extrusionOk="0">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87" name="Google Shape;21387;p141"/>
          <p:cNvGrpSpPr/>
          <p:nvPr/>
        </p:nvGrpSpPr>
        <p:grpSpPr>
          <a:xfrm>
            <a:off x="2273307" y="3378754"/>
            <a:ext cx="375818" cy="313374"/>
            <a:chOff x="2273307" y="3378754"/>
            <a:chExt cx="375818" cy="313374"/>
          </a:xfrm>
        </p:grpSpPr>
        <p:sp>
          <p:nvSpPr>
            <p:cNvPr id="21388" name="Google Shape;21388;p141"/>
            <p:cNvSpPr/>
            <p:nvPr/>
          </p:nvSpPr>
          <p:spPr>
            <a:xfrm>
              <a:off x="2448528" y="3429087"/>
              <a:ext cx="25009" cy="25009"/>
            </a:xfrm>
            <a:custGeom>
              <a:avLst/>
              <a:gdLst/>
              <a:ahLst/>
              <a:cxnLst/>
              <a:rect l="l" t="t" r="r" b="b"/>
              <a:pathLst>
                <a:path w="954" h="954" extrusionOk="0">
                  <a:moveTo>
                    <a:pt x="0" y="1"/>
                  </a:moveTo>
                  <a:lnTo>
                    <a:pt x="0"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9" name="Google Shape;21389;p141"/>
            <p:cNvSpPr/>
            <p:nvPr/>
          </p:nvSpPr>
          <p:spPr>
            <a:xfrm>
              <a:off x="2447401" y="3429087"/>
              <a:ext cx="27631" cy="18849"/>
            </a:xfrm>
            <a:custGeom>
              <a:avLst/>
              <a:gdLst/>
              <a:ahLst/>
              <a:cxnLst/>
              <a:rect l="l" t="t" r="r" b="b"/>
              <a:pathLst>
                <a:path w="1054" h="719" extrusionOk="0">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0" name="Google Shape;21390;p141"/>
            <p:cNvSpPr/>
            <p:nvPr/>
          </p:nvSpPr>
          <p:spPr>
            <a:xfrm>
              <a:off x="2423545" y="3448774"/>
              <a:ext cx="74949" cy="93116"/>
            </a:xfrm>
            <a:custGeom>
              <a:avLst/>
              <a:gdLst/>
              <a:ahLst/>
              <a:cxnLst/>
              <a:rect l="l" t="t" r="r" b="b"/>
              <a:pathLst>
                <a:path w="2859" h="3552" extrusionOk="0">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1" name="Google Shape;21391;p141"/>
            <p:cNvSpPr/>
            <p:nvPr/>
          </p:nvSpPr>
          <p:spPr>
            <a:xfrm>
              <a:off x="2436050" y="3541864"/>
              <a:ext cx="50359" cy="106354"/>
            </a:xfrm>
            <a:custGeom>
              <a:avLst/>
              <a:gdLst/>
              <a:ahLst/>
              <a:cxnLst/>
              <a:rect l="l" t="t" r="r" b="b"/>
              <a:pathLst>
                <a:path w="1921" h="4057" extrusionOk="0">
                  <a:moveTo>
                    <a:pt x="0" y="0"/>
                  </a:moveTo>
                  <a:lnTo>
                    <a:pt x="0" y="4057"/>
                  </a:lnTo>
                  <a:lnTo>
                    <a:pt x="1920" y="4057"/>
                  </a:lnTo>
                  <a:lnTo>
                    <a:pt x="1920"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2" name="Google Shape;21392;p141"/>
            <p:cNvSpPr/>
            <p:nvPr/>
          </p:nvSpPr>
          <p:spPr>
            <a:xfrm>
              <a:off x="2423545" y="3458972"/>
              <a:ext cx="12531" cy="82918"/>
            </a:xfrm>
            <a:custGeom>
              <a:avLst/>
              <a:gdLst/>
              <a:ahLst/>
              <a:cxnLst/>
              <a:rect l="l" t="t" r="r" b="b"/>
              <a:pathLst>
                <a:path w="478" h="3163" extrusionOk="0">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3" name="Google Shape;21393;p141"/>
            <p:cNvSpPr/>
            <p:nvPr/>
          </p:nvSpPr>
          <p:spPr>
            <a:xfrm>
              <a:off x="2485989" y="3458972"/>
              <a:ext cx="12505" cy="82918"/>
            </a:xfrm>
            <a:custGeom>
              <a:avLst/>
              <a:gdLst/>
              <a:ahLst/>
              <a:cxnLst/>
              <a:rect l="l" t="t" r="r" b="b"/>
              <a:pathLst>
                <a:path w="477" h="3163" extrusionOk="0">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4" name="Google Shape;21394;p141"/>
            <p:cNvSpPr/>
            <p:nvPr/>
          </p:nvSpPr>
          <p:spPr>
            <a:xfrm>
              <a:off x="2442105" y="3441670"/>
              <a:ext cx="38248" cy="100220"/>
            </a:xfrm>
            <a:custGeom>
              <a:avLst/>
              <a:gdLst/>
              <a:ahLst/>
              <a:cxnLst/>
              <a:rect l="l" t="t" r="r" b="b"/>
              <a:pathLst>
                <a:path w="1459" h="3823" extrusionOk="0">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5" name="Google Shape;21395;p141"/>
            <p:cNvSpPr/>
            <p:nvPr/>
          </p:nvSpPr>
          <p:spPr>
            <a:xfrm>
              <a:off x="2457992" y="3554342"/>
              <a:ext cx="6449" cy="93876"/>
            </a:xfrm>
            <a:custGeom>
              <a:avLst/>
              <a:gdLst/>
              <a:ahLst/>
              <a:cxnLst/>
              <a:rect l="l" t="t" r="r" b="b"/>
              <a:pathLst>
                <a:path w="246" h="3581" extrusionOk="0">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6" name="Google Shape;21396;p141"/>
            <p:cNvSpPr/>
            <p:nvPr/>
          </p:nvSpPr>
          <p:spPr>
            <a:xfrm>
              <a:off x="2436050" y="3378754"/>
              <a:ext cx="50359" cy="56782"/>
            </a:xfrm>
            <a:custGeom>
              <a:avLst/>
              <a:gdLst/>
              <a:ahLst/>
              <a:cxnLst/>
              <a:rect l="l" t="t" r="r" b="b"/>
              <a:pathLst>
                <a:path w="1921" h="2166" extrusionOk="0">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7" name="Google Shape;21397;p141"/>
            <p:cNvSpPr/>
            <p:nvPr/>
          </p:nvSpPr>
          <p:spPr>
            <a:xfrm>
              <a:off x="2436050" y="3379147"/>
              <a:ext cx="34447" cy="56441"/>
            </a:xfrm>
            <a:custGeom>
              <a:avLst/>
              <a:gdLst/>
              <a:ahLst/>
              <a:cxnLst/>
              <a:rect l="l" t="t" r="r" b="b"/>
              <a:pathLst>
                <a:path w="1314" h="2153" extrusionOk="0">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8" name="Google Shape;21398;p141"/>
            <p:cNvSpPr/>
            <p:nvPr/>
          </p:nvSpPr>
          <p:spPr>
            <a:xfrm>
              <a:off x="2435656" y="3378754"/>
              <a:ext cx="50359" cy="25429"/>
            </a:xfrm>
            <a:custGeom>
              <a:avLst/>
              <a:gdLst/>
              <a:ahLst/>
              <a:cxnLst/>
              <a:rect l="l" t="t" r="r" b="b"/>
              <a:pathLst>
                <a:path w="1921" h="970" extrusionOk="0">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9" name="Google Shape;21399;p141"/>
            <p:cNvSpPr/>
            <p:nvPr/>
          </p:nvSpPr>
          <p:spPr>
            <a:xfrm>
              <a:off x="2436050" y="3379147"/>
              <a:ext cx="34447" cy="22728"/>
            </a:xfrm>
            <a:custGeom>
              <a:avLst/>
              <a:gdLst/>
              <a:ahLst/>
              <a:cxnLst/>
              <a:rect l="l" t="t" r="r" b="b"/>
              <a:pathLst>
                <a:path w="1314" h="867" extrusionOk="0">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0" name="Google Shape;21400;p141"/>
            <p:cNvSpPr/>
            <p:nvPr/>
          </p:nvSpPr>
          <p:spPr>
            <a:xfrm>
              <a:off x="2548800" y="3429087"/>
              <a:ext cx="25009" cy="25009"/>
            </a:xfrm>
            <a:custGeom>
              <a:avLst/>
              <a:gdLst/>
              <a:ahLst/>
              <a:cxnLst/>
              <a:rect l="l" t="t" r="r" b="b"/>
              <a:pathLst>
                <a:path w="954" h="954" extrusionOk="0">
                  <a:moveTo>
                    <a:pt x="1" y="1"/>
                  </a:moveTo>
                  <a:lnTo>
                    <a:pt x="1" y="953"/>
                  </a:lnTo>
                  <a:lnTo>
                    <a:pt x="954" y="953"/>
                  </a:lnTo>
                  <a:lnTo>
                    <a:pt x="954"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1" name="Google Shape;21401;p141"/>
            <p:cNvSpPr/>
            <p:nvPr/>
          </p:nvSpPr>
          <p:spPr>
            <a:xfrm>
              <a:off x="2547673" y="3429087"/>
              <a:ext cx="27264" cy="18849"/>
            </a:xfrm>
            <a:custGeom>
              <a:avLst/>
              <a:gdLst/>
              <a:ahLst/>
              <a:cxnLst/>
              <a:rect l="l" t="t" r="r" b="b"/>
              <a:pathLst>
                <a:path w="1040" h="719" extrusionOk="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2" name="Google Shape;21402;p141"/>
            <p:cNvSpPr/>
            <p:nvPr/>
          </p:nvSpPr>
          <p:spPr>
            <a:xfrm>
              <a:off x="2523844" y="3448774"/>
              <a:ext cx="75316" cy="93116"/>
            </a:xfrm>
            <a:custGeom>
              <a:avLst/>
              <a:gdLst/>
              <a:ahLst/>
              <a:cxnLst/>
              <a:rect l="l" t="t" r="r" b="b"/>
              <a:pathLst>
                <a:path w="2873" h="3552" extrusionOk="0">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3" name="Google Shape;21403;p141"/>
            <p:cNvSpPr/>
            <p:nvPr/>
          </p:nvSpPr>
          <p:spPr>
            <a:xfrm>
              <a:off x="2536322" y="3541864"/>
              <a:ext cx="49992" cy="106354"/>
            </a:xfrm>
            <a:custGeom>
              <a:avLst/>
              <a:gdLst/>
              <a:ahLst/>
              <a:cxnLst/>
              <a:rect l="l" t="t" r="r" b="b"/>
              <a:pathLst>
                <a:path w="1907" h="4057" extrusionOk="0">
                  <a:moveTo>
                    <a:pt x="1" y="0"/>
                  </a:moveTo>
                  <a:lnTo>
                    <a:pt x="1" y="4057"/>
                  </a:lnTo>
                  <a:lnTo>
                    <a:pt x="1906" y="4057"/>
                  </a:lnTo>
                  <a:lnTo>
                    <a:pt x="1906"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4" name="Google Shape;21404;p141"/>
            <p:cNvSpPr/>
            <p:nvPr/>
          </p:nvSpPr>
          <p:spPr>
            <a:xfrm>
              <a:off x="2523844" y="3458972"/>
              <a:ext cx="12505" cy="82918"/>
            </a:xfrm>
            <a:custGeom>
              <a:avLst/>
              <a:gdLst/>
              <a:ahLst/>
              <a:cxnLst/>
              <a:rect l="l" t="t" r="r" b="b"/>
              <a:pathLst>
                <a:path w="477" h="3163" extrusionOk="0">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5" name="Google Shape;21405;p141"/>
            <p:cNvSpPr/>
            <p:nvPr/>
          </p:nvSpPr>
          <p:spPr>
            <a:xfrm>
              <a:off x="2586288" y="3458972"/>
              <a:ext cx="12505" cy="82918"/>
            </a:xfrm>
            <a:custGeom>
              <a:avLst/>
              <a:gdLst/>
              <a:ahLst/>
              <a:cxnLst/>
              <a:rect l="l" t="t" r="r" b="b"/>
              <a:pathLst>
                <a:path w="477" h="3163" extrusionOk="0">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6" name="Google Shape;21406;p141"/>
            <p:cNvSpPr/>
            <p:nvPr/>
          </p:nvSpPr>
          <p:spPr>
            <a:xfrm>
              <a:off x="2542011" y="3441670"/>
              <a:ext cx="38615" cy="100220"/>
            </a:xfrm>
            <a:custGeom>
              <a:avLst/>
              <a:gdLst/>
              <a:ahLst/>
              <a:cxnLst/>
              <a:rect l="l" t="t" r="r" b="b"/>
              <a:pathLst>
                <a:path w="1473" h="3823" extrusionOk="0">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7" name="Google Shape;21407;p141"/>
            <p:cNvSpPr/>
            <p:nvPr/>
          </p:nvSpPr>
          <p:spPr>
            <a:xfrm>
              <a:off x="2558264" y="3554342"/>
              <a:ext cx="6475" cy="93876"/>
            </a:xfrm>
            <a:custGeom>
              <a:avLst/>
              <a:gdLst/>
              <a:ahLst/>
              <a:cxnLst/>
              <a:rect l="l" t="t" r="r" b="b"/>
              <a:pathLst>
                <a:path w="247" h="3581" extrusionOk="0">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8" name="Google Shape;21408;p141"/>
            <p:cNvSpPr/>
            <p:nvPr/>
          </p:nvSpPr>
          <p:spPr>
            <a:xfrm>
              <a:off x="2536322" y="3378754"/>
              <a:ext cx="50359" cy="56782"/>
            </a:xfrm>
            <a:custGeom>
              <a:avLst/>
              <a:gdLst/>
              <a:ahLst/>
              <a:cxnLst/>
              <a:rect l="l" t="t" r="r" b="b"/>
              <a:pathLst>
                <a:path w="1921" h="2166" extrusionOk="0">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9" name="Google Shape;21409;p141"/>
            <p:cNvSpPr/>
            <p:nvPr/>
          </p:nvSpPr>
          <p:spPr>
            <a:xfrm>
              <a:off x="2536008" y="3379147"/>
              <a:ext cx="34787" cy="56441"/>
            </a:xfrm>
            <a:custGeom>
              <a:avLst/>
              <a:gdLst/>
              <a:ahLst/>
              <a:cxnLst/>
              <a:rect l="l" t="t" r="r" b="b"/>
              <a:pathLst>
                <a:path w="1327" h="2153" extrusionOk="0">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0" name="Google Shape;21410;p141"/>
            <p:cNvSpPr/>
            <p:nvPr/>
          </p:nvSpPr>
          <p:spPr>
            <a:xfrm>
              <a:off x="2536322" y="3378754"/>
              <a:ext cx="49992" cy="25429"/>
            </a:xfrm>
            <a:custGeom>
              <a:avLst/>
              <a:gdLst/>
              <a:ahLst/>
              <a:cxnLst/>
              <a:rect l="l" t="t" r="r" b="b"/>
              <a:pathLst>
                <a:path w="1907" h="970" extrusionOk="0">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1" name="Google Shape;21411;p141"/>
            <p:cNvSpPr/>
            <p:nvPr/>
          </p:nvSpPr>
          <p:spPr>
            <a:xfrm>
              <a:off x="2536322" y="3379147"/>
              <a:ext cx="34473" cy="22728"/>
            </a:xfrm>
            <a:custGeom>
              <a:avLst/>
              <a:gdLst/>
              <a:ahLst/>
              <a:cxnLst/>
              <a:rect l="l" t="t" r="r" b="b"/>
              <a:pathLst>
                <a:path w="1315" h="867" extrusionOk="0">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2" name="Google Shape;21412;p141"/>
            <p:cNvSpPr/>
            <p:nvPr/>
          </p:nvSpPr>
          <p:spPr>
            <a:xfrm>
              <a:off x="2348623" y="3429087"/>
              <a:ext cx="25009" cy="25009"/>
            </a:xfrm>
            <a:custGeom>
              <a:avLst/>
              <a:gdLst/>
              <a:ahLst/>
              <a:cxnLst/>
              <a:rect l="l" t="t" r="r" b="b"/>
              <a:pathLst>
                <a:path w="954" h="954" extrusionOk="0">
                  <a:moveTo>
                    <a:pt x="1" y="1"/>
                  </a:moveTo>
                  <a:lnTo>
                    <a:pt x="1"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3" name="Google Shape;21413;p141"/>
            <p:cNvSpPr/>
            <p:nvPr/>
          </p:nvSpPr>
          <p:spPr>
            <a:xfrm>
              <a:off x="2347102" y="3429087"/>
              <a:ext cx="27657" cy="18849"/>
            </a:xfrm>
            <a:custGeom>
              <a:avLst/>
              <a:gdLst/>
              <a:ahLst/>
              <a:cxnLst/>
              <a:rect l="l" t="t" r="r" b="b"/>
              <a:pathLst>
                <a:path w="1055" h="719" extrusionOk="0">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4" name="Google Shape;21414;p141"/>
            <p:cNvSpPr/>
            <p:nvPr/>
          </p:nvSpPr>
          <p:spPr>
            <a:xfrm>
              <a:off x="2323273" y="3448774"/>
              <a:ext cx="75342" cy="93116"/>
            </a:xfrm>
            <a:custGeom>
              <a:avLst/>
              <a:gdLst/>
              <a:ahLst/>
              <a:cxnLst/>
              <a:rect l="l" t="t" r="r" b="b"/>
              <a:pathLst>
                <a:path w="2874" h="3552" extrusionOk="0">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5" name="Google Shape;21415;p141"/>
            <p:cNvSpPr/>
            <p:nvPr/>
          </p:nvSpPr>
          <p:spPr>
            <a:xfrm>
              <a:off x="2335751" y="3541864"/>
              <a:ext cx="50359" cy="106354"/>
            </a:xfrm>
            <a:custGeom>
              <a:avLst/>
              <a:gdLst/>
              <a:ahLst/>
              <a:cxnLst/>
              <a:rect l="l" t="t" r="r" b="b"/>
              <a:pathLst>
                <a:path w="1921" h="4057" extrusionOk="0">
                  <a:moveTo>
                    <a:pt x="1" y="0"/>
                  </a:moveTo>
                  <a:lnTo>
                    <a:pt x="1" y="4057"/>
                  </a:lnTo>
                  <a:lnTo>
                    <a:pt x="1921" y="4057"/>
                  </a:lnTo>
                  <a:lnTo>
                    <a:pt x="1921"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6" name="Google Shape;21416;p141"/>
            <p:cNvSpPr/>
            <p:nvPr/>
          </p:nvSpPr>
          <p:spPr>
            <a:xfrm>
              <a:off x="2323273" y="3458972"/>
              <a:ext cx="12505" cy="82918"/>
            </a:xfrm>
            <a:custGeom>
              <a:avLst/>
              <a:gdLst/>
              <a:ahLst/>
              <a:cxnLst/>
              <a:rect l="l" t="t" r="r" b="b"/>
              <a:pathLst>
                <a:path w="477" h="3163" extrusionOk="0">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7" name="Google Shape;21417;p141"/>
            <p:cNvSpPr/>
            <p:nvPr/>
          </p:nvSpPr>
          <p:spPr>
            <a:xfrm>
              <a:off x="2386084" y="3458972"/>
              <a:ext cx="12531" cy="82918"/>
            </a:xfrm>
            <a:custGeom>
              <a:avLst/>
              <a:gdLst/>
              <a:ahLst/>
              <a:cxnLst/>
              <a:rect l="l" t="t" r="r" b="b"/>
              <a:pathLst>
                <a:path w="478" h="3163" extrusionOk="0">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8" name="Google Shape;21418;p141"/>
            <p:cNvSpPr/>
            <p:nvPr/>
          </p:nvSpPr>
          <p:spPr>
            <a:xfrm>
              <a:off x="2341807" y="3441670"/>
              <a:ext cx="38248" cy="100220"/>
            </a:xfrm>
            <a:custGeom>
              <a:avLst/>
              <a:gdLst/>
              <a:ahLst/>
              <a:cxnLst/>
              <a:rect l="l" t="t" r="r" b="b"/>
              <a:pathLst>
                <a:path w="1459" h="3823" extrusionOk="0">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9" name="Google Shape;21419;p141"/>
            <p:cNvSpPr/>
            <p:nvPr/>
          </p:nvSpPr>
          <p:spPr>
            <a:xfrm>
              <a:off x="2357693" y="3554342"/>
              <a:ext cx="6475" cy="93876"/>
            </a:xfrm>
            <a:custGeom>
              <a:avLst/>
              <a:gdLst/>
              <a:ahLst/>
              <a:cxnLst/>
              <a:rect l="l" t="t" r="r" b="b"/>
              <a:pathLst>
                <a:path w="247" h="3581" extrusionOk="0">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0" name="Google Shape;21420;p141"/>
            <p:cNvSpPr/>
            <p:nvPr/>
          </p:nvSpPr>
          <p:spPr>
            <a:xfrm>
              <a:off x="2335751" y="3378754"/>
              <a:ext cx="50752" cy="56782"/>
            </a:xfrm>
            <a:custGeom>
              <a:avLst/>
              <a:gdLst/>
              <a:ahLst/>
              <a:cxnLst/>
              <a:rect l="l" t="t" r="r" b="b"/>
              <a:pathLst>
                <a:path w="1936" h="2166" extrusionOk="0">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1" name="Google Shape;21421;p141"/>
            <p:cNvSpPr/>
            <p:nvPr/>
          </p:nvSpPr>
          <p:spPr>
            <a:xfrm>
              <a:off x="2335751" y="3379147"/>
              <a:ext cx="34473" cy="56441"/>
            </a:xfrm>
            <a:custGeom>
              <a:avLst/>
              <a:gdLst/>
              <a:ahLst/>
              <a:cxnLst/>
              <a:rect l="l" t="t" r="r" b="b"/>
              <a:pathLst>
                <a:path w="1315" h="2153" extrusionOk="0">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2" name="Google Shape;21422;p141"/>
            <p:cNvSpPr/>
            <p:nvPr/>
          </p:nvSpPr>
          <p:spPr>
            <a:xfrm>
              <a:off x="2335751" y="3378754"/>
              <a:ext cx="50359" cy="25429"/>
            </a:xfrm>
            <a:custGeom>
              <a:avLst/>
              <a:gdLst/>
              <a:ahLst/>
              <a:cxnLst/>
              <a:rect l="l" t="t" r="r" b="b"/>
              <a:pathLst>
                <a:path w="1921" h="970" extrusionOk="0">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3" name="Google Shape;21423;p141"/>
            <p:cNvSpPr/>
            <p:nvPr/>
          </p:nvSpPr>
          <p:spPr>
            <a:xfrm>
              <a:off x="2335751" y="3379147"/>
              <a:ext cx="34473" cy="22728"/>
            </a:xfrm>
            <a:custGeom>
              <a:avLst/>
              <a:gdLst/>
              <a:ahLst/>
              <a:cxnLst/>
              <a:rect l="l" t="t" r="r" b="b"/>
              <a:pathLst>
                <a:path w="1315" h="867" extrusionOk="0">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4" name="Google Shape;21424;p141"/>
            <p:cNvSpPr/>
            <p:nvPr/>
          </p:nvSpPr>
          <p:spPr>
            <a:xfrm>
              <a:off x="2298290" y="3535415"/>
              <a:ext cx="25009" cy="25009"/>
            </a:xfrm>
            <a:custGeom>
              <a:avLst/>
              <a:gdLst/>
              <a:ahLst/>
              <a:cxnLst/>
              <a:rect l="l" t="t" r="r" b="b"/>
              <a:pathLst>
                <a:path w="954" h="954" extrusionOk="0">
                  <a:moveTo>
                    <a:pt x="1" y="1"/>
                  </a:moveTo>
                  <a:lnTo>
                    <a:pt x="1"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5" name="Google Shape;21425;p141"/>
            <p:cNvSpPr/>
            <p:nvPr/>
          </p:nvSpPr>
          <p:spPr>
            <a:xfrm>
              <a:off x="2297163" y="3535415"/>
              <a:ext cx="27657" cy="18849"/>
            </a:xfrm>
            <a:custGeom>
              <a:avLst/>
              <a:gdLst/>
              <a:ahLst/>
              <a:cxnLst/>
              <a:rect l="l" t="t" r="r" b="b"/>
              <a:pathLst>
                <a:path w="1055" h="719" extrusionOk="0">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6" name="Google Shape;21426;p141"/>
            <p:cNvSpPr/>
            <p:nvPr/>
          </p:nvSpPr>
          <p:spPr>
            <a:xfrm>
              <a:off x="2273307" y="3555102"/>
              <a:ext cx="74975" cy="93116"/>
            </a:xfrm>
            <a:custGeom>
              <a:avLst/>
              <a:gdLst/>
              <a:ahLst/>
              <a:cxnLst/>
              <a:rect l="l" t="t" r="r" b="b"/>
              <a:pathLst>
                <a:path w="2860"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7" name="Google Shape;21427;p141"/>
            <p:cNvSpPr/>
            <p:nvPr/>
          </p:nvSpPr>
          <p:spPr>
            <a:xfrm>
              <a:off x="2285812" y="3648192"/>
              <a:ext cx="49966" cy="43936"/>
            </a:xfrm>
            <a:custGeom>
              <a:avLst/>
              <a:gdLst/>
              <a:ahLst/>
              <a:cxnLst/>
              <a:rect l="l" t="t" r="r" b="b"/>
              <a:pathLst>
                <a:path w="1906" h="1676" extrusionOk="0">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8" name="Google Shape;21428;p141"/>
            <p:cNvSpPr/>
            <p:nvPr/>
          </p:nvSpPr>
          <p:spPr>
            <a:xfrm>
              <a:off x="2273307" y="3565693"/>
              <a:ext cx="12531" cy="82525"/>
            </a:xfrm>
            <a:custGeom>
              <a:avLst/>
              <a:gdLst/>
              <a:ahLst/>
              <a:cxnLst/>
              <a:rect l="l" t="t" r="r" b="b"/>
              <a:pathLst>
                <a:path w="478" h="3148" extrusionOk="0">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9" name="Google Shape;21429;p141"/>
            <p:cNvSpPr/>
            <p:nvPr/>
          </p:nvSpPr>
          <p:spPr>
            <a:xfrm>
              <a:off x="2335751" y="3565693"/>
              <a:ext cx="12898" cy="82525"/>
            </a:xfrm>
            <a:custGeom>
              <a:avLst/>
              <a:gdLst/>
              <a:ahLst/>
              <a:cxnLst/>
              <a:rect l="l" t="t" r="r" b="b"/>
              <a:pathLst>
                <a:path w="492" h="3148" extrusionOk="0">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0" name="Google Shape;21430;p141"/>
            <p:cNvSpPr/>
            <p:nvPr/>
          </p:nvSpPr>
          <p:spPr>
            <a:xfrm>
              <a:off x="2291867" y="3547998"/>
              <a:ext cx="38248" cy="100220"/>
            </a:xfrm>
            <a:custGeom>
              <a:avLst/>
              <a:gdLst/>
              <a:ahLst/>
              <a:cxnLst/>
              <a:rect l="l" t="t" r="r" b="b"/>
              <a:pathLst>
                <a:path w="1459" h="3823" extrusionOk="0">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1" name="Google Shape;21431;p141"/>
            <p:cNvSpPr/>
            <p:nvPr/>
          </p:nvSpPr>
          <p:spPr>
            <a:xfrm>
              <a:off x="2307754" y="3660670"/>
              <a:ext cx="6449" cy="31458"/>
            </a:xfrm>
            <a:custGeom>
              <a:avLst/>
              <a:gdLst/>
              <a:ahLst/>
              <a:cxnLst/>
              <a:rect l="l" t="t" r="r" b="b"/>
              <a:pathLst>
                <a:path w="246" h="1200" extrusionOk="0">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2" name="Google Shape;21432;p141"/>
            <p:cNvSpPr/>
            <p:nvPr/>
          </p:nvSpPr>
          <p:spPr>
            <a:xfrm>
              <a:off x="2285812" y="3485475"/>
              <a:ext cx="50359" cy="56415"/>
            </a:xfrm>
            <a:custGeom>
              <a:avLst/>
              <a:gdLst/>
              <a:ahLst/>
              <a:cxnLst/>
              <a:rect l="l" t="t" r="r" b="b"/>
              <a:pathLst>
                <a:path w="1921"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3" name="Google Shape;21433;p141"/>
            <p:cNvSpPr/>
            <p:nvPr/>
          </p:nvSpPr>
          <p:spPr>
            <a:xfrm>
              <a:off x="2285812"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4" name="Google Shape;21434;p141"/>
            <p:cNvSpPr/>
            <p:nvPr/>
          </p:nvSpPr>
          <p:spPr>
            <a:xfrm>
              <a:off x="2285418" y="3485082"/>
              <a:ext cx="50359" cy="25429"/>
            </a:xfrm>
            <a:custGeom>
              <a:avLst/>
              <a:gdLst/>
              <a:ahLst/>
              <a:cxnLst/>
              <a:rect l="l" t="t" r="r" b="b"/>
              <a:pathLst>
                <a:path w="1921" h="970" extrusionOk="0">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5" name="Google Shape;21435;p141"/>
            <p:cNvSpPr/>
            <p:nvPr/>
          </p:nvSpPr>
          <p:spPr>
            <a:xfrm>
              <a:off x="2285812" y="3485475"/>
              <a:ext cx="34447" cy="23095"/>
            </a:xfrm>
            <a:custGeom>
              <a:avLst/>
              <a:gdLst/>
              <a:ahLst/>
              <a:cxnLst/>
              <a:rect l="l" t="t" r="r" b="b"/>
              <a:pathLst>
                <a:path w="1314" h="881" extrusionOk="0">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6" name="Google Shape;21436;p141"/>
            <p:cNvSpPr/>
            <p:nvPr/>
          </p:nvSpPr>
          <p:spPr>
            <a:xfrm>
              <a:off x="2398588" y="3535415"/>
              <a:ext cx="24983" cy="25009"/>
            </a:xfrm>
            <a:custGeom>
              <a:avLst/>
              <a:gdLst/>
              <a:ahLst/>
              <a:cxnLst/>
              <a:rect l="l" t="t" r="r" b="b"/>
              <a:pathLst>
                <a:path w="953"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7" name="Google Shape;21437;p141"/>
            <p:cNvSpPr/>
            <p:nvPr/>
          </p:nvSpPr>
          <p:spPr>
            <a:xfrm>
              <a:off x="2397435" y="3535415"/>
              <a:ext cx="27290" cy="18849"/>
            </a:xfrm>
            <a:custGeom>
              <a:avLst/>
              <a:gdLst/>
              <a:ahLst/>
              <a:cxnLst/>
              <a:rect l="l" t="t" r="r" b="b"/>
              <a:pathLst>
                <a:path w="1041" h="719" extrusionOk="0">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8" name="Google Shape;21438;p141"/>
            <p:cNvSpPr/>
            <p:nvPr/>
          </p:nvSpPr>
          <p:spPr>
            <a:xfrm>
              <a:off x="2373606" y="3555102"/>
              <a:ext cx="75316" cy="93116"/>
            </a:xfrm>
            <a:custGeom>
              <a:avLst/>
              <a:gdLst/>
              <a:ahLst/>
              <a:cxnLst/>
              <a:rect l="l" t="t" r="r" b="b"/>
              <a:pathLst>
                <a:path w="2873" h="3552" extrusionOk="0">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9" name="Google Shape;21439;p141"/>
            <p:cNvSpPr/>
            <p:nvPr/>
          </p:nvSpPr>
          <p:spPr>
            <a:xfrm>
              <a:off x="2386084" y="3485475"/>
              <a:ext cx="50359" cy="56415"/>
            </a:xfrm>
            <a:custGeom>
              <a:avLst/>
              <a:gdLst/>
              <a:ahLst/>
              <a:cxnLst/>
              <a:rect l="l" t="t" r="r" b="b"/>
              <a:pathLst>
                <a:path w="1921" h="2152" extrusionOk="0">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0" name="Google Shape;21440;p141"/>
            <p:cNvSpPr/>
            <p:nvPr/>
          </p:nvSpPr>
          <p:spPr>
            <a:xfrm>
              <a:off x="2385717" y="3485475"/>
              <a:ext cx="34840" cy="56441"/>
            </a:xfrm>
            <a:custGeom>
              <a:avLst/>
              <a:gdLst/>
              <a:ahLst/>
              <a:cxnLst/>
              <a:rect l="l" t="t" r="r" b="b"/>
              <a:pathLst>
                <a:path w="1329" h="2153" extrusionOk="0">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1" name="Google Shape;21441;p141"/>
            <p:cNvSpPr/>
            <p:nvPr/>
          </p:nvSpPr>
          <p:spPr>
            <a:xfrm>
              <a:off x="2386084" y="3648192"/>
              <a:ext cx="49992" cy="43936"/>
            </a:xfrm>
            <a:custGeom>
              <a:avLst/>
              <a:gdLst/>
              <a:ahLst/>
              <a:cxnLst/>
              <a:rect l="l" t="t" r="r" b="b"/>
              <a:pathLst>
                <a:path w="1907" h="1676" extrusionOk="0">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2" name="Google Shape;21442;p141"/>
            <p:cNvSpPr/>
            <p:nvPr/>
          </p:nvSpPr>
          <p:spPr>
            <a:xfrm>
              <a:off x="2373606" y="3565693"/>
              <a:ext cx="12505" cy="82525"/>
            </a:xfrm>
            <a:custGeom>
              <a:avLst/>
              <a:gdLst/>
              <a:ahLst/>
              <a:cxnLst/>
              <a:rect l="l" t="t" r="r" b="b"/>
              <a:pathLst>
                <a:path w="477" h="3148" extrusionOk="0">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3" name="Google Shape;21443;p141"/>
            <p:cNvSpPr/>
            <p:nvPr/>
          </p:nvSpPr>
          <p:spPr>
            <a:xfrm>
              <a:off x="2436050" y="3565693"/>
              <a:ext cx="12505" cy="82525"/>
            </a:xfrm>
            <a:custGeom>
              <a:avLst/>
              <a:gdLst/>
              <a:ahLst/>
              <a:cxnLst/>
              <a:rect l="l" t="t" r="r" b="b"/>
              <a:pathLst>
                <a:path w="477" h="3148" extrusionOk="0">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4" name="Google Shape;21444;p141"/>
            <p:cNvSpPr/>
            <p:nvPr/>
          </p:nvSpPr>
          <p:spPr>
            <a:xfrm>
              <a:off x="2391773" y="3548103"/>
              <a:ext cx="38615" cy="100115"/>
            </a:xfrm>
            <a:custGeom>
              <a:avLst/>
              <a:gdLst/>
              <a:ahLst/>
              <a:cxnLst/>
              <a:rect l="l" t="t" r="r" b="b"/>
              <a:pathLst>
                <a:path w="1473" h="3819" extrusionOk="0">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5" name="Google Shape;21445;p141"/>
            <p:cNvSpPr/>
            <p:nvPr/>
          </p:nvSpPr>
          <p:spPr>
            <a:xfrm>
              <a:off x="2408026" y="3660670"/>
              <a:ext cx="6082" cy="31458"/>
            </a:xfrm>
            <a:custGeom>
              <a:avLst/>
              <a:gdLst/>
              <a:ahLst/>
              <a:cxnLst/>
              <a:rect l="l" t="t" r="r" b="b"/>
              <a:pathLst>
                <a:path w="232" h="1200" extrusionOk="0">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6" name="Google Shape;21446;p141"/>
            <p:cNvSpPr/>
            <p:nvPr/>
          </p:nvSpPr>
          <p:spPr>
            <a:xfrm>
              <a:off x="2385717" y="3485082"/>
              <a:ext cx="50359" cy="25429"/>
            </a:xfrm>
            <a:custGeom>
              <a:avLst/>
              <a:gdLst/>
              <a:ahLst/>
              <a:cxnLst/>
              <a:rect l="l" t="t" r="r" b="b"/>
              <a:pathLst>
                <a:path w="1921" h="970" extrusionOk="0">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7" name="Google Shape;21447;p141"/>
            <p:cNvSpPr/>
            <p:nvPr/>
          </p:nvSpPr>
          <p:spPr>
            <a:xfrm>
              <a:off x="2385717" y="3485475"/>
              <a:ext cx="34840" cy="23095"/>
            </a:xfrm>
            <a:custGeom>
              <a:avLst/>
              <a:gdLst/>
              <a:ahLst/>
              <a:cxnLst/>
              <a:rect l="l" t="t" r="r" b="b"/>
              <a:pathLst>
                <a:path w="1329" h="881" extrusionOk="0">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8" name="Google Shape;21448;p141"/>
            <p:cNvSpPr/>
            <p:nvPr/>
          </p:nvSpPr>
          <p:spPr>
            <a:xfrm>
              <a:off x="2498861"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9" name="Google Shape;21449;p141"/>
            <p:cNvSpPr/>
            <p:nvPr/>
          </p:nvSpPr>
          <p:spPr>
            <a:xfrm>
              <a:off x="2497340" y="3535415"/>
              <a:ext cx="27657" cy="18849"/>
            </a:xfrm>
            <a:custGeom>
              <a:avLst/>
              <a:gdLst/>
              <a:ahLst/>
              <a:cxnLst/>
              <a:rect l="l" t="t" r="r" b="b"/>
              <a:pathLst>
                <a:path w="1055" h="719" extrusionOk="0">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0" name="Google Shape;21450;p141"/>
            <p:cNvSpPr/>
            <p:nvPr/>
          </p:nvSpPr>
          <p:spPr>
            <a:xfrm>
              <a:off x="2473878" y="3555102"/>
              <a:ext cx="74949" cy="93116"/>
            </a:xfrm>
            <a:custGeom>
              <a:avLst/>
              <a:gdLst/>
              <a:ahLst/>
              <a:cxnLst/>
              <a:rect l="l" t="t" r="r" b="b"/>
              <a:pathLst>
                <a:path w="2859"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1" name="Google Shape;21451;p141"/>
            <p:cNvSpPr/>
            <p:nvPr/>
          </p:nvSpPr>
          <p:spPr>
            <a:xfrm>
              <a:off x="2485989" y="3648192"/>
              <a:ext cx="49992" cy="43936"/>
            </a:xfrm>
            <a:custGeom>
              <a:avLst/>
              <a:gdLst/>
              <a:ahLst/>
              <a:cxnLst/>
              <a:rect l="l" t="t" r="r" b="b"/>
              <a:pathLst>
                <a:path w="1907" h="1676" extrusionOk="0">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2" name="Google Shape;21452;p141"/>
            <p:cNvSpPr/>
            <p:nvPr/>
          </p:nvSpPr>
          <p:spPr>
            <a:xfrm>
              <a:off x="2473511" y="3565693"/>
              <a:ext cx="12505" cy="82525"/>
            </a:xfrm>
            <a:custGeom>
              <a:avLst/>
              <a:gdLst/>
              <a:ahLst/>
              <a:cxnLst/>
              <a:rect l="l" t="t" r="r" b="b"/>
              <a:pathLst>
                <a:path w="477" h="3148" extrusionOk="0">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3" name="Google Shape;21453;p141"/>
            <p:cNvSpPr/>
            <p:nvPr/>
          </p:nvSpPr>
          <p:spPr>
            <a:xfrm>
              <a:off x="2536322" y="3565693"/>
              <a:ext cx="12505" cy="82525"/>
            </a:xfrm>
            <a:custGeom>
              <a:avLst/>
              <a:gdLst/>
              <a:ahLst/>
              <a:cxnLst/>
              <a:rect l="l" t="t" r="r" b="b"/>
              <a:pathLst>
                <a:path w="477" h="3148" extrusionOk="0">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4" name="Google Shape;21454;p141"/>
            <p:cNvSpPr/>
            <p:nvPr/>
          </p:nvSpPr>
          <p:spPr>
            <a:xfrm>
              <a:off x="2492045" y="3548103"/>
              <a:ext cx="38615" cy="100115"/>
            </a:xfrm>
            <a:custGeom>
              <a:avLst/>
              <a:gdLst/>
              <a:ahLst/>
              <a:cxnLst/>
              <a:rect l="l" t="t" r="r" b="b"/>
              <a:pathLst>
                <a:path w="1473" h="3819" extrusionOk="0">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5" name="Google Shape;21455;p141"/>
            <p:cNvSpPr/>
            <p:nvPr/>
          </p:nvSpPr>
          <p:spPr>
            <a:xfrm>
              <a:off x="2507931" y="3660670"/>
              <a:ext cx="6475" cy="31458"/>
            </a:xfrm>
            <a:custGeom>
              <a:avLst/>
              <a:gdLst/>
              <a:ahLst/>
              <a:cxnLst/>
              <a:rect l="l" t="t" r="r" b="b"/>
              <a:pathLst>
                <a:path w="247" h="1200" extrusionOk="0">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6" name="Google Shape;21456;p141"/>
            <p:cNvSpPr/>
            <p:nvPr/>
          </p:nvSpPr>
          <p:spPr>
            <a:xfrm>
              <a:off x="2486383" y="3485475"/>
              <a:ext cx="50333" cy="56415"/>
            </a:xfrm>
            <a:custGeom>
              <a:avLst/>
              <a:gdLst/>
              <a:ahLst/>
              <a:cxnLst/>
              <a:rect l="l" t="t" r="r" b="b"/>
              <a:pathLst>
                <a:path w="1920" h="2152" extrusionOk="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7" name="Google Shape;21457;p141"/>
            <p:cNvSpPr/>
            <p:nvPr/>
          </p:nvSpPr>
          <p:spPr>
            <a:xfrm>
              <a:off x="2485989" y="3485475"/>
              <a:ext cx="34473" cy="56441"/>
            </a:xfrm>
            <a:custGeom>
              <a:avLst/>
              <a:gdLst/>
              <a:ahLst/>
              <a:cxnLst/>
              <a:rect l="l" t="t" r="r" b="b"/>
              <a:pathLst>
                <a:path w="1315" h="2153" extrusionOk="0">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8" name="Google Shape;21458;p141"/>
            <p:cNvSpPr/>
            <p:nvPr/>
          </p:nvSpPr>
          <p:spPr>
            <a:xfrm>
              <a:off x="2485989" y="3485082"/>
              <a:ext cx="50359" cy="25429"/>
            </a:xfrm>
            <a:custGeom>
              <a:avLst/>
              <a:gdLst/>
              <a:ahLst/>
              <a:cxnLst/>
              <a:rect l="l" t="t" r="r" b="b"/>
              <a:pathLst>
                <a:path w="1921" h="970" extrusionOk="0">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9" name="Google Shape;21459;p141"/>
            <p:cNvSpPr/>
            <p:nvPr/>
          </p:nvSpPr>
          <p:spPr>
            <a:xfrm>
              <a:off x="2485989" y="3485475"/>
              <a:ext cx="34473" cy="23095"/>
            </a:xfrm>
            <a:custGeom>
              <a:avLst/>
              <a:gdLst/>
              <a:ahLst/>
              <a:cxnLst/>
              <a:rect l="l" t="t" r="r" b="b"/>
              <a:pathLst>
                <a:path w="1315" h="881" extrusionOk="0">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0" name="Google Shape;21460;p141"/>
            <p:cNvSpPr/>
            <p:nvPr/>
          </p:nvSpPr>
          <p:spPr>
            <a:xfrm>
              <a:off x="2598766"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1" name="Google Shape;21461;p141"/>
            <p:cNvSpPr/>
            <p:nvPr/>
          </p:nvSpPr>
          <p:spPr>
            <a:xfrm>
              <a:off x="2597639" y="3535415"/>
              <a:ext cx="27631" cy="18849"/>
            </a:xfrm>
            <a:custGeom>
              <a:avLst/>
              <a:gdLst/>
              <a:ahLst/>
              <a:cxnLst/>
              <a:rect l="l" t="t" r="r" b="b"/>
              <a:pathLst>
                <a:path w="1054" h="719" extrusionOk="0">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2" name="Google Shape;21462;p141"/>
            <p:cNvSpPr/>
            <p:nvPr/>
          </p:nvSpPr>
          <p:spPr>
            <a:xfrm>
              <a:off x="2573783" y="3555102"/>
              <a:ext cx="74949" cy="93116"/>
            </a:xfrm>
            <a:custGeom>
              <a:avLst/>
              <a:gdLst/>
              <a:ahLst/>
              <a:cxnLst/>
              <a:rect l="l" t="t" r="r" b="b"/>
              <a:pathLst>
                <a:path w="2859" h="3552" extrusionOk="0">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3" name="Google Shape;21463;p141"/>
            <p:cNvSpPr/>
            <p:nvPr/>
          </p:nvSpPr>
          <p:spPr>
            <a:xfrm>
              <a:off x="2586288" y="3648192"/>
              <a:ext cx="50333" cy="43936"/>
            </a:xfrm>
            <a:custGeom>
              <a:avLst/>
              <a:gdLst/>
              <a:ahLst/>
              <a:cxnLst/>
              <a:rect l="l" t="t" r="r" b="b"/>
              <a:pathLst>
                <a:path w="1920" h="1676" extrusionOk="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4" name="Google Shape;21464;p141"/>
            <p:cNvSpPr/>
            <p:nvPr/>
          </p:nvSpPr>
          <p:spPr>
            <a:xfrm>
              <a:off x="2573783" y="3565693"/>
              <a:ext cx="12531" cy="82525"/>
            </a:xfrm>
            <a:custGeom>
              <a:avLst/>
              <a:gdLst/>
              <a:ahLst/>
              <a:cxnLst/>
              <a:rect l="l" t="t" r="r" b="b"/>
              <a:pathLst>
                <a:path w="478" h="3148" extrusionOk="0">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5" name="Google Shape;21465;p141"/>
            <p:cNvSpPr/>
            <p:nvPr/>
          </p:nvSpPr>
          <p:spPr>
            <a:xfrm>
              <a:off x="2636594" y="3565693"/>
              <a:ext cx="12531" cy="82525"/>
            </a:xfrm>
            <a:custGeom>
              <a:avLst/>
              <a:gdLst/>
              <a:ahLst/>
              <a:cxnLst/>
              <a:rect l="l" t="t" r="r" b="b"/>
              <a:pathLst>
                <a:path w="478" h="3148" extrusionOk="0">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6" name="Google Shape;21466;p141"/>
            <p:cNvSpPr/>
            <p:nvPr/>
          </p:nvSpPr>
          <p:spPr>
            <a:xfrm>
              <a:off x="2592317" y="3548103"/>
              <a:ext cx="38248" cy="100115"/>
            </a:xfrm>
            <a:custGeom>
              <a:avLst/>
              <a:gdLst/>
              <a:ahLst/>
              <a:cxnLst/>
              <a:rect l="l" t="t" r="r" b="b"/>
              <a:pathLst>
                <a:path w="1459" h="3819" extrusionOk="0">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7" name="Google Shape;21467;p141"/>
            <p:cNvSpPr/>
            <p:nvPr/>
          </p:nvSpPr>
          <p:spPr>
            <a:xfrm>
              <a:off x="2608230" y="3660670"/>
              <a:ext cx="6449" cy="31458"/>
            </a:xfrm>
            <a:custGeom>
              <a:avLst/>
              <a:gdLst/>
              <a:ahLst/>
              <a:cxnLst/>
              <a:rect l="l" t="t" r="r" b="b"/>
              <a:pathLst>
                <a:path w="246" h="1200" extrusionOk="0">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8" name="Google Shape;21468;p141"/>
            <p:cNvSpPr/>
            <p:nvPr/>
          </p:nvSpPr>
          <p:spPr>
            <a:xfrm>
              <a:off x="2586288" y="3485475"/>
              <a:ext cx="50333" cy="56415"/>
            </a:xfrm>
            <a:custGeom>
              <a:avLst/>
              <a:gdLst/>
              <a:ahLst/>
              <a:cxnLst/>
              <a:rect l="l" t="t" r="r" b="b"/>
              <a:pathLst>
                <a:path w="1920"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9" name="Google Shape;21469;p141"/>
            <p:cNvSpPr/>
            <p:nvPr/>
          </p:nvSpPr>
          <p:spPr>
            <a:xfrm>
              <a:off x="2586288"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0" name="Google Shape;21470;p141"/>
            <p:cNvSpPr/>
            <p:nvPr/>
          </p:nvSpPr>
          <p:spPr>
            <a:xfrm>
              <a:off x="2586288" y="3485082"/>
              <a:ext cx="50333" cy="25429"/>
            </a:xfrm>
            <a:custGeom>
              <a:avLst/>
              <a:gdLst/>
              <a:ahLst/>
              <a:cxnLst/>
              <a:rect l="l" t="t" r="r" b="b"/>
              <a:pathLst>
                <a:path w="1920" h="970" extrusionOk="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1" name="Google Shape;21471;p141"/>
            <p:cNvSpPr/>
            <p:nvPr/>
          </p:nvSpPr>
          <p:spPr>
            <a:xfrm>
              <a:off x="2586288" y="3485475"/>
              <a:ext cx="34447" cy="23095"/>
            </a:xfrm>
            <a:custGeom>
              <a:avLst/>
              <a:gdLst/>
              <a:ahLst/>
              <a:cxnLst/>
              <a:rect l="l" t="t" r="r" b="b"/>
              <a:pathLst>
                <a:path w="1314" h="881" extrusionOk="0">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72" name="Google Shape;21472;p141"/>
          <p:cNvGrpSpPr/>
          <p:nvPr/>
        </p:nvGrpSpPr>
        <p:grpSpPr>
          <a:xfrm>
            <a:off x="2747484" y="3359460"/>
            <a:ext cx="377706" cy="352330"/>
            <a:chOff x="2747484" y="3359460"/>
            <a:chExt cx="377706" cy="352330"/>
          </a:xfrm>
        </p:grpSpPr>
        <p:sp>
          <p:nvSpPr>
            <p:cNvPr id="21473" name="Google Shape;21473;p141"/>
            <p:cNvSpPr/>
            <p:nvPr/>
          </p:nvSpPr>
          <p:spPr>
            <a:xfrm>
              <a:off x="2806520" y="3611858"/>
              <a:ext cx="46951" cy="46951"/>
            </a:xfrm>
            <a:custGeom>
              <a:avLst/>
              <a:gdLst/>
              <a:ahLst/>
              <a:cxnLst/>
              <a:rect l="l" t="t" r="r" b="b"/>
              <a:pathLst>
                <a:path w="1791" h="1791" extrusionOk="0">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4" name="Google Shape;21474;p141"/>
            <p:cNvSpPr/>
            <p:nvPr/>
          </p:nvSpPr>
          <p:spPr>
            <a:xfrm>
              <a:off x="2960533" y="3488490"/>
              <a:ext cx="110155" cy="94086"/>
            </a:xfrm>
            <a:custGeom>
              <a:avLst/>
              <a:gdLst/>
              <a:ahLst/>
              <a:cxnLst/>
              <a:rect l="l" t="t" r="r" b="b"/>
              <a:pathLst>
                <a:path w="4202" h="3589" extrusionOk="0">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5" name="Google Shape;21475;p141"/>
            <p:cNvSpPr/>
            <p:nvPr/>
          </p:nvSpPr>
          <p:spPr>
            <a:xfrm>
              <a:off x="2971884" y="3526712"/>
              <a:ext cx="103340" cy="56048"/>
            </a:xfrm>
            <a:custGeom>
              <a:avLst/>
              <a:gdLst/>
              <a:ahLst/>
              <a:cxnLst/>
              <a:rect l="l" t="t" r="r" b="b"/>
              <a:pathLst>
                <a:path w="3942" h="2138" extrusionOk="0">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6" name="Google Shape;21476;p141"/>
            <p:cNvSpPr/>
            <p:nvPr/>
          </p:nvSpPr>
          <p:spPr>
            <a:xfrm>
              <a:off x="2835645" y="3382817"/>
              <a:ext cx="158601" cy="305457"/>
            </a:xfrm>
            <a:custGeom>
              <a:avLst/>
              <a:gdLst/>
              <a:ahLst/>
              <a:cxnLst/>
              <a:rect l="l" t="t" r="r" b="b"/>
              <a:pathLst>
                <a:path w="6050" h="11652" extrusionOk="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7" name="Google Shape;21477;p141"/>
            <p:cNvSpPr/>
            <p:nvPr/>
          </p:nvSpPr>
          <p:spPr>
            <a:xfrm>
              <a:off x="2835645" y="3564933"/>
              <a:ext cx="158601" cy="123342"/>
            </a:xfrm>
            <a:custGeom>
              <a:avLst/>
              <a:gdLst/>
              <a:ahLst/>
              <a:cxnLst/>
              <a:rect l="l" t="t" r="r" b="b"/>
              <a:pathLst>
                <a:path w="6050" h="4705" extrusionOk="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8" name="Google Shape;21478;p141"/>
            <p:cNvSpPr/>
            <p:nvPr/>
          </p:nvSpPr>
          <p:spPr>
            <a:xfrm>
              <a:off x="2982475" y="3359460"/>
              <a:ext cx="46951" cy="352330"/>
            </a:xfrm>
            <a:custGeom>
              <a:avLst/>
              <a:gdLst/>
              <a:ahLst/>
              <a:cxnLst/>
              <a:rect l="l" t="t" r="r" b="b"/>
              <a:pathLst>
                <a:path w="1791" h="13440" extrusionOk="0">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9" name="Google Shape;21479;p141"/>
            <p:cNvSpPr/>
            <p:nvPr/>
          </p:nvSpPr>
          <p:spPr>
            <a:xfrm>
              <a:off x="2982475" y="3682245"/>
              <a:ext cx="46951" cy="29544"/>
            </a:xfrm>
            <a:custGeom>
              <a:avLst/>
              <a:gdLst/>
              <a:ahLst/>
              <a:cxnLst/>
              <a:rect l="l" t="t" r="r" b="b"/>
              <a:pathLst>
                <a:path w="1791" h="1127" extrusionOk="0">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0" name="Google Shape;21480;p141"/>
            <p:cNvSpPr/>
            <p:nvPr/>
          </p:nvSpPr>
          <p:spPr>
            <a:xfrm>
              <a:off x="2747851" y="3482828"/>
              <a:ext cx="46951" cy="105594"/>
            </a:xfrm>
            <a:custGeom>
              <a:avLst/>
              <a:gdLst/>
              <a:ahLst/>
              <a:cxnLst/>
              <a:rect l="l" t="t" r="r" b="b"/>
              <a:pathLst>
                <a:path w="1791" h="4028" extrusionOk="0">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1" name="Google Shape;21481;p141"/>
            <p:cNvSpPr/>
            <p:nvPr/>
          </p:nvSpPr>
          <p:spPr>
            <a:xfrm>
              <a:off x="2747484" y="3488123"/>
              <a:ext cx="47318" cy="100299"/>
            </a:xfrm>
            <a:custGeom>
              <a:avLst/>
              <a:gdLst/>
              <a:ahLst/>
              <a:cxnLst/>
              <a:rect l="l" t="t" r="r" b="b"/>
              <a:pathLst>
                <a:path w="1805" h="3826" extrusionOk="0">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2" name="Google Shape;21482;p141"/>
            <p:cNvSpPr/>
            <p:nvPr/>
          </p:nvSpPr>
          <p:spPr>
            <a:xfrm>
              <a:off x="2788720" y="3482828"/>
              <a:ext cx="58695" cy="105594"/>
            </a:xfrm>
            <a:custGeom>
              <a:avLst/>
              <a:gdLst/>
              <a:ahLst/>
              <a:cxnLst/>
              <a:rect l="l" t="t" r="r" b="b"/>
              <a:pathLst>
                <a:path w="2239" h="4028" extrusionOk="0">
                  <a:moveTo>
                    <a:pt x="1" y="0"/>
                  </a:moveTo>
                  <a:lnTo>
                    <a:pt x="1" y="4028"/>
                  </a:lnTo>
                  <a:lnTo>
                    <a:pt x="2238" y="4028"/>
                  </a:lnTo>
                  <a:lnTo>
                    <a:pt x="2238"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3" name="Google Shape;21483;p141"/>
            <p:cNvSpPr/>
            <p:nvPr/>
          </p:nvSpPr>
          <p:spPr>
            <a:xfrm>
              <a:off x="2788720" y="3570622"/>
              <a:ext cx="58695" cy="17800"/>
            </a:xfrm>
            <a:custGeom>
              <a:avLst/>
              <a:gdLst/>
              <a:ahLst/>
              <a:cxnLst/>
              <a:rect l="l" t="t" r="r" b="b"/>
              <a:pathLst>
                <a:path w="2239" h="679" extrusionOk="0">
                  <a:moveTo>
                    <a:pt x="1" y="0"/>
                  </a:moveTo>
                  <a:lnTo>
                    <a:pt x="1" y="679"/>
                  </a:lnTo>
                  <a:lnTo>
                    <a:pt x="2238" y="679"/>
                  </a:lnTo>
                  <a:lnTo>
                    <a:pt x="2238"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4" name="Google Shape;21484;p141"/>
            <p:cNvSpPr/>
            <p:nvPr/>
          </p:nvSpPr>
          <p:spPr>
            <a:xfrm>
              <a:off x="2788720" y="3588396"/>
              <a:ext cx="59062" cy="93876"/>
            </a:xfrm>
            <a:custGeom>
              <a:avLst/>
              <a:gdLst/>
              <a:ahLst/>
              <a:cxnLst/>
              <a:rect l="l" t="t" r="r" b="b"/>
              <a:pathLst>
                <a:path w="2253" h="3581" extrusionOk="0">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5" name="Google Shape;21485;p141"/>
            <p:cNvSpPr/>
            <p:nvPr/>
          </p:nvSpPr>
          <p:spPr>
            <a:xfrm>
              <a:off x="3091844" y="3529753"/>
              <a:ext cx="33345" cy="11744"/>
            </a:xfrm>
            <a:custGeom>
              <a:avLst/>
              <a:gdLst/>
              <a:ahLst/>
              <a:cxnLst/>
              <a:rect l="l" t="t" r="r" b="b"/>
              <a:pathLst>
                <a:path w="1272" h="448" extrusionOk="0">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6" name="Google Shape;21486;p141"/>
            <p:cNvSpPr/>
            <p:nvPr/>
          </p:nvSpPr>
          <p:spPr>
            <a:xfrm>
              <a:off x="3069535" y="3463140"/>
              <a:ext cx="28574" cy="24249"/>
            </a:xfrm>
            <a:custGeom>
              <a:avLst/>
              <a:gdLst/>
              <a:ahLst/>
              <a:cxnLst/>
              <a:rect l="l" t="t" r="r" b="b"/>
              <a:pathLst>
                <a:path w="1090" h="925" extrusionOk="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7" name="Google Shape;21487;p141"/>
            <p:cNvSpPr/>
            <p:nvPr/>
          </p:nvSpPr>
          <p:spPr>
            <a:xfrm>
              <a:off x="3068958" y="3583467"/>
              <a:ext cx="28601" cy="24249"/>
            </a:xfrm>
            <a:custGeom>
              <a:avLst/>
              <a:gdLst/>
              <a:ahLst/>
              <a:cxnLst/>
              <a:rect l="l" t="t" r="r" b="b"/>
              <a:pathLst>
                <a:path w="1091" h="925" extrusionOk="0">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88" name="Google Shape;21488;p141"/>
          <p:cNvGrpSpPr/>
          <p:nvPr/>
        </p:nvGrpSpPr>
        <p:grpSpPr>
          <a:xfrm>
            <a:off x="3696205" y="3371938"/>
            <a:ext cx="375792" cy="327373"/>
            <a:chOff x="3696205" y="3371938"/>
            <a:chExt cx="375792" cy="327373"/>
          </a:xfrm>
        </p:grpSpPr>
        <p:sp>
          <p:nvSpPr>
            <p:cNvPr id="21489" name="Google Shape;21489;p141"/>
            <p:cNvSpPr/>
            <p:nvPr/>
          </p:nvSpPr>
          <p:spPr>
            <a:xfrm>
              <a:off x="3696205" y="3456718"/>
              <a:ext cx="375792" cy="242594"/>
            </a:xfrm>
            <a:custGeom>
              <a:avLst/>
              <a:gdLst/>
              <a:ahLst/>
              <a:cxnLst/>
              <a:rect l="l" t="t" r="r" b="b"/>
              <a:pathLst>
                <a:path w="14335" h="9254" extrusionOk="0">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0" name="Google Shape;21490;p141"/>
            <p:cNvSpPr/>
            <p:nvPr/>
          </p:nvSpPr>
          <p:spPr>
            <a:xfrm>
              <a:off x="3696205" y="3456718"/>
              <a:ext cx="375792" cy="18193"/>
            </a:xfrm>
            <a:custGeom>
              <a:avLst/>
              <a:gdLst/>
              <a:ahLst/>
              <a:cxnLst/>
              <a:rect l="l" t="t" r="r" b="b"/>
              <a:pathLst>
                <a:path w="14335" h="694" extrusionOk="0">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1" name="Google Shape;21491;p141"/>
            <p:cNvSpPr/>
            <p:nvPr/>
          </p:nvSpPr>
          <p:spPr>
            <a:xfrm>
              <a:off x="3732539" y="3505163"/>
              <a:ext cx="121113" cy="157814"/>
            </a:xfrm>
            <a:custGeom>
              <a:avLst/>
              <a:gdLst/>
              <a:ahLst/>
              <a:cxnLst/>
              <a:rect l="l" t="t" r="r" b="b"/>
              <a:pathLst>
                <a:path w="4620" h="6020" extrusionOk="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2" name="Google Shape;21492;p141"/>
            <p:cNvSpPr/>
            <p:nvPr/>
          </p:nvSpPr>
          <p:spPr>
            <a:xfrm>
              <a:off x="3883904" y="3505163"/>
              <a:ext cx="151759" cy="30278"/>
            </a:xfrm>
            <a:custGeom>
              <a:avLst/>
              <a:gdLst/>
              <a:ahLst/>
              <a:cxnLst/>
              <a:rect l="l" t="t" r="r" b="b"/>
              <a:pathLst>
                <a:path w="5789" h="1155" extrusionOk="0">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3" name="Google Shape;21493;p141"/>
            <p:cNvSpPr/>
            <p:nvPr/>
          </p:nvSpPr>
          <p:spPr>
            <a:xfrm>
              <a:off x="3883904" y="3553582"/>
              <a:ext cx="115451" cy="24249"/>
            </a:xfrm>
            <a:custGeom>
              <a:avLst/>
              <a:gdLst/>
              <a:ahLst/>
              <a:cxnLst/>
              <a:rect l="l" t="t" r="r" b="b"/>
              <a:pathLst>
                <a:path w="4404" h="925" extrusionOk="0">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4" name="Google Shape;21494;p141"/>
            <p:cNvSpPr/>
            <p:nvPr/>
          </p:nvSpPr>
          <p:spPr>
            <a:xfrm>
              <a:off x="3882017" y="3595972"/>
              <a:ext cx="76836" cy="12138"/>
            </a:xfrm>
            <a:custGeom>
              <a:avLst/>
              <a:gdLst/>
              <a:ahLst/>
              <a:cxnLst/>
              <a:rect l="l" t="t" r="r" b="b"/>
              <a:pathLst>
                <a:path w="2931" h="463" extrusionOk="0">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5" name="Google Shape;21495;p141"/>
            <p:cNvSpPr/>
            <p:nvPr/>
          </p:nvSpPr>
          <p:spPr>
            <a:xfrm>
              <a:off x="3966770" y="3595972"/>
              <a:ext cx="40528" cy="12138"/>
            </a:xfrm>
            <a:custGeom>
              <a:avLst/>
              <a:gdLst/>
              <a:ahLst/>
              <a:cxnLst/>
              <a:rect l="l" t="t" r="r" b="b"/>
              <a:pathLst>
                <a:path w="1546" h="463" extrusionOk="0">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6" name="Google Shape;21496;p141"/>
            <p:cNvSpPr/>
            <p:nvPr/>
          </p:nvSpPr>
          <p:spPr>
            <a:xfrm>
              <a:off x="3882017" y="3632306"/>
              <a:ext cx="28391" cy="12138"/>
            </a:xfrm>
            <a:custGeom>
              <a:avLst/>
              <a:gdLst/>
              <a:ahLst/>
              <a:cxnLst/>
              <a:rect l="l" t="t" r="r" b="b"/>
              <a:pathLst>
                <a:path w="1083" h="463" extrusionOk="0">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7" name="Google Shape;21497;p141"/>
            <p:cNvSpPr/>
            <p:nvPr/>
          </p:nvSpPr>
          <p:spPr>
            <a:xfrm>
              <a:off x="3918324" y="3632306"/>
              <a:ext cx="64751" cy="12138"/>
            </a:xfrm>
            <a:custGeom>
              <a:avLst/>
              <a:gdLst/>
              <a:ahLst/>
              <a:cxnLst/>
              <a:rect l="l" t="t" r="r" b="b"/>
              <a:pathLst>
                <a:path w="2470" h="463" extrusionOk="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8" name="Google Shape;21498;p141"/>
            <p:cNvSpPr/>
            <p:nvPr/>
          </p:nvSpPr>
          <p:spPr>
            <a:xfrm>
              <a:off x="3882017" y="3656895"/>
              <a:ext cx="28391" cy="12138"/>
            </a:xfrm>
            <a:custGeom>
              <a:avLst/>
              <a:gdLst/>
              <a:ahLst/>
              <a:cxnLst/>
              <a:rect l="l" t="t" r="r" b="b"/>
              <a:pathLst>
                <a:path w="1083" h="463" extrusionOk="0">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9" name="Google Shape;21499;p141"/>
            <p:cNvSpPr/>
            <p:nvPr/>
          </p:nvSpPr>
          <p:spPr>
            <a:xfrm>
              <a:off x="3918324" y="3656895"/>
              <a:ext cx="64751" cy="12138"/>
            </a:xfrm>
            <a:custGeom>
              <a:avLst/>
              <a:gdLst/>
              <a:ahLst/>
              <a:cxnLst/>
              <a:rect l="l" t="t" r="r" b="b"/>
              <a:pathLst>
                <a:path w="2470" h="463" extrusionOk="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0" name="Google Shape;21500;p141"/>
            <p:cNvSpPr/>
            <p:nvPr/>
          </p:nvSpPr>
          <p:spPr>
            <a:xfrm>
              <a:off x="3853993" y="3371938"/>
              <a:ext cx="59823" cy="109028"/>
            </a:xfrm>
            <a:custGeom>
              <a:avLst/>
              <a:gdLst/>
              <a:ahLst/>
              <a:cxnLst/>
              <a:rect l="l" t="t" r="r" b="b"/>
              <a:pathLst>
                <a:path w="2282" h="4159" extrusionOk="0">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1" name="Google Shape;21501;p141"/>
            <p:cNvSpPr/>
            <p:nvPr/>
          </p:nvSpPr>
          <p:spPr>
            <a:xfrm>
              <a:off x="3756735" y="3583860"/>
              <a:ext cx="72694" cy="78750"/>
            </a:xfrm>
            <a:custGeom>
              <a:avLst/>
              <a:gdLst/>
              <a:ahLst/>
              <a:cxnLst/>
              <a:rect l="l" t="t" r="r" b="b"/>
              <a:pathLst>
                <a:path w="2773" h="3004" extrusionOk="0">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2" name="Google Shape;21502;p141"/>
            <p:cNvSpPr/>
            <p:nvPr/>
          </p:nvSpPr>
          <p:spPr>
            <a:xfrm>
              <a:off x="3779831" y="3583860"/>
              <a:ext cx="26503" cy="18193"/>
            </a:xfrm>
            <a:custGeom>
              <a:avLst/>
              <a:gdLst/>
              <a:ahLst/>
              <a:cxnLst/>
              <a:rect l="l" t="t" r="r" b="b"/>
              <a:pathLst>
                <a:path w="1011" h="694" extrusionOk="0">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3" name="Google Shape;21503;p141"/>
            <p:cNvSpPr/>
            <p:nvPr/>
          </p:nvSpPr>
          <p:spPr>
            <a:xfrm>
              <a:off x="3756735" y="3603155"/>
              <a:ext cx="72694" cy="59456"/>
            </a:xfrm>
            <a:custGeom>
              <a:avLst/>
              <a:gdLst/>
              <a:ahLst/>
              <a:cxnLst/>
              <a:rect l="l" t="t" r="r" b="b"/>
              <a:pathLst>
                <a:path w="2773" h="2268" extrusionOk="0">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4" name="Google Shape;21504;p141"/>
            <p:cNvSpPr/>
            <p:nvPr/>
          </p:nvSpPr>
          <p:spPr>
            <a:xfrm>
              <a:off x="3756735" y="3614139"/>
              <a:ext cx="18193" cy="48839"/>
            </a:xfrm>
            <a:custGeom>
              <a:avLst/>
              <a:gdLst/>
              <a:ahLst/>
              <a:cxnLst/>
              <a:rect l="l" t="t" r="r" b="b"/>
              <a:pathLst>
                <a:path w="694" h="1863" extrusionOk="0">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5" name="Google Shape;21505;p141"/>
            <p:cNvSpPr/>
            <p:nvPr/>
          </p:nvSpPr>
          <p:spPr>
            <a:xfrm>
              <a:off x="3811236" y="3614139"/>
              <a:ext cx="18193" cy="48839"/>
            </a:xfrm>
            <a:custGeom>
              <a:avLst/>
              <a:gdLst/>
              <a:ahLst/>
              <a:cxnLst/>
              <a:rect l="l" t="t" r="r" b="b"/>
              <a:pathLst>
                <a:path w="694" h="1863" extrusionOk="0">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6" name="Google Shape;21506;p141"/>
            <p:cNvSpPr/>
            <p:nvPr/>
          </p:nvSpPr>
          <p:spPr>
            <a:xfrm>
              <a:off x="3768847" y="3535415"/>
              <a:ext cx="48472" cy="54527"/>
            </a:xfrm>
            <a:custGeom>
              <a:avLst/>
              <a:gdLst/>
              <a:ahLst/>
              <a:cxnLst/>
              <a:rect l="l" t="t" r="r" b="b"/>
              <a:pathLst>
                <a:path w="1849" h="2080" extrusionOk="0">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7" name="Google Shape;21507;p141"/>
            <p:cNvSpPr/>
            <p:nvPr/>
          </p:nvSpPr>
          <p:spPr>
            <a:xfrm>
              <a:off x="3768847" y="3535415"/>
              <a:ext cx="33345" cy="54632"/>
            </a:xfrm>
            <a:custGeom>
              <a:avLst/>
              <a:gdLst/>
              <a:ahLst/>
              <a:cxnLst/>
              <a:rect l="l" t="t" r="r" b="b"/>
              <a:pathLst>
                <a:path w="1272" h="2084" extrusionOk="0">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8" name="Google Shape;21508;p141"/>
            <p:cNvSpPr/>
            <p:nvPr/>
          </p:nvSpPr>
          <p:spPr>
            <a:xfrm>
              <a:off x="3768847" y="3535415"/>
              <a:ext cx="48472" cy="24301"/>
            </a:xfrm>
            <a:custGeom>
              <a:avLst/>
              <a:gdLst/>
              <a:ahLst/>
              <a:cxnLst/>
              <a:rect l="l" t="t" r="r" b="b"/>
              <a:pathLst>
                <a:path w="1849" h="927" extrusionOk="0">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9" name="Google Shape;21509;p141"/>
            <p:cNvSpPr/>
            <p:nvPr/>
          </p:nvSpPr>
          <p:spPr>
            <a:xfrm>
              <a:off x="3768847" y="3535415"/>
              <a:ext cx="33345" cy="22361"/>
            </a:xfrm>
            <a:custGeom>
              <a:avLst/>
              <a:gdLst/>
              <a:ahLst/>
              <a:cxnLst/>
              <a:rect l="l" t="t" r="r" b="b"/>
              <a:pathLst>
                <a:path w="1272" h="853" extrusionOk="0">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0" name="Google Shape;21510;p141"/>
            <p:cNvSpPr/>
            <p:nvPr/>
          </p:nvSpPr>
          <p:spPr>
            <a:xfrm>
              <a:off x="3871793" y="3451029"/>
              <a:ext cx="24249" cy="12138"/>
            </a:xfrm>
            <a:custGeom>
              <a:avLst/>
              <a:gdLst/>
              <a:ahLst/>
              <a:cxnLst/>
              <a:rect l="l" t="t" r="r" b="b"/>
              <a:pathLst>
                <a:path w="925" h="463" extrusionOk="0">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1" name="Google Shape;21511;p141"/>
            <p:cNvSpPr/>
            <p:nvPr/>
          </p:nvSpPr>
          <p:spPr>
            <a:xfrm>
              <a:off x="3854386" y="3371938"/>
              <a:ext cx="59429" cy="12138"/>
            </a:xfrm>
            <a:custGeom>
              <a:avLst/>
              <a:gdLst/>
              <a:ahLst/>
              <a:cxnLst/>
              <a:rect l="l" t="t" r="r" b="b"/>
              <a:pathLst>
                <a:path w="2267" h="463" extrusionOk="0">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12" name="Google Shape;21512;p141"/>
          <p:cNvGrpSpPr/>
          <p:nvPr/>
        </p:nvGrpSpPr>
        <p:grpSpPr>
          <a:xfrm>
            <a:off x="6567324" y="2436849"/>
            <a:ext cx="366722" cy="342892"/>
            <a:chOff x="6567324" y="2436849"/>
            <a:chExt cx="366722" cy="342892"/>
          </a:xfrm>
        </p:grpSpPr>
        <p:sp>
          <p:nvSpPr>
            <p:cNvPr id="21513" name="Google Shape;21513;p141"/>
            <p:cNvSpPr/>
            <p:nvPr/>
          </p:nvSpPr>
          <p:spPr>
            <a:xfrm>
              <a:off x="6567324" y="2508390"/>
              <a:ext cx="366722" cy="271351"/>
            </a:xfrm>
            <a:custGeom>
              <a:avLst/>
              <a:gdLst/>
              <a:ahLst/>
              <a:cxnLst/>
              <a:rect l="l" t="t" r="r" b="b"/>
              <a:pathLst>
                <a:path w="13989" h="10351" extrusionOk="0">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4" name="Google Shape;21514;p141"/>
            <p:cNvSpPr/>
            <p:nvPr/>
          </p:nvSpPr>
          <p:spPr>
            <a:xfrm>
              <a:off x="6567324" y="2508390"/>
              <a:ext cx="183164" cy="271351"/>
            </a:xfrm>
            <a:custGeom>
              <a:avLst/>
              <a:gdLst/>
              <a:ahLst/>
              <a:cxnLst/>
              <a:rect l="l" t="t" r="r" b="b"/>
              <a:pathLst>
                <a:path w="6987" h="10351" extrusionOk="0">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5" name="Google Shape;21515;p141"/>
            <p:cNvSpPr/>
            <p:nvPr/>
          </p:nvSpPr>
          <p:spPr>
            <a:xfrm>
              <a:off x="6599097" y="2540163"/>
              <a:ext cx="303150" cy="207780"/>
            </a:xfrm>
            <a:custGeom>
              <a:avLst/>
              <a:gdLst/>
              <a:ahLst/>
              <a:cxnLst/>
              <a:rect l="l" t="t" r="r" b="b"/>
              <a:pathLst>
                <a:path w="11564" h="7926" extrusionOk="0">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6" name="Google Shape;21516;p141"/>
            <p:cNvSpPr/>
            <p:nvPr/>
          </p:nvSpPr>
          <p:spPr>
            <a:xfrm>
              <a:off x="6598730" y="2540556"/>
              <a:ext cx="151759" cy="207780"/>
            </a:xfrm>
            <a:custGeom>
              <a:avLst/>
              <a:gdLst/>
              <a:ahLst/>
              <a:cxnLst/>
              <a:rect l="l" t="t" r="r" b="b"/>
              <a:pathLst>
                <a:path w="5789" h="7926" extrusionOk="0">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7" name="Google Shape;21517;p141"/>
            <p:cNvSpPr/>
            <p:nvPr/>
          </p:nvSpPr>
          <p:spPr>
            <a:xfrm>
              <a:off x="6678580" y="2436849"/>
              <a:ext cx="144209" cy="120379"/>
            </a:xfrm>
            <a:custGeom>
              <a:avLst/>
              <a:gdLst/>
              <a:ahLst/>
              <a:cxnLst/>
              <a:rect l="l" t="t" r="r" b="b"/>
              <a:pathLst>
                <a:path w="5501"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8" name="Google Shape;21518;p141"/>
            <p:cNvSpPr/>
            <p:nvPr/>
          </p:nvSpPr>
          <p:spPr>
            <a:xfrm>
              <a:off x="6711480" y="2591256"/>
              <a:ext cx="141954" cy="101452"/>
            </a:xfrm>
            <a:custGeom>
              <a:avLst/>
              <a:gdLst/>
              <a:ahLst/>
              <a:cxnLst/>
              <a:rect l="l" t="t" r="r" b="b"/>
              <a:pathLst>
                <a:path w="5415" h="3870" extrusionOk="0">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9" name="Google Shape;21519;p141"/>
            <p:cNvSpPr/>
            <p:nvPr/>
          </p:nvSpPr>
          <p:spPr>
            <a:xfrm>
              <a:off x="6669117" y="2666178"/>
              <a:ext cx="41656" cy="35652"/>
            </a:xfrm>
            <a:custGeom>
              <a:avLst/>
              <a:gdLst/>
              <a:ahLst/>
              <a:cxnLst/>
              <a:rect l="l" t="t" r="r" b="b"/>
              <a:pathLst>
                <a:path w="1589" h="1360" extrusionOk="0">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0" name="Google Shape;21520;p141"/>
            <p:cNvSpPr/>
            <p:nvPr/>
          </p:nvSpPr>
          <p:spPr>
            <a:xfrm>
              <a:off x="6630476" y="2582238"/>
              <a:ext cx="41682" cy="36413"/>
            </a:xfrm>
            <a:custGeom>
              <a:avLst/>
              <a:gdLst/>
              <a:ahLst/>
              <a:cxnLst/>
              <a:rect l="l" t="t" r="r" b="b"/>
              <a:pathLst>
                <a:path w="1590" h="1389" extrusionOk="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1" name="Google Shape;21521;p141"/>
            <p:cNvSpPr/>
            <p:nvPr/>
          </p:nvSpPr>
          <p:spPr>
            <a:xfrm>
              <a:off x="6837889" y="2678080"/>
              <a:ext cx="40948" cy="35967"/>
            </a:xfrm>
            <a:custGeom>
              <a:avLst/>
              <a:gdLst/>
              <a:ahLst/>
              <a:cxnLst/>
              <a:rect l="l" t="t" r="r" b="b"/>
              <a:pathLst>
                <a:path w="1562" h="1372" extrusionOk="0">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2" name="Google Shape;21522;p141"/>
            <p:cNvSpPr/>
            <p:nvPr/>
          </p:nvSpPr>
          <p:spPr>
            <a:xfrm>
              <a:off x="6733868" y="2598124"/>
              <a:ext cx="40895" cy="36124"/>
            </a:xfrm>
            <a:custGeom>
              <a:avLst/>
              <a:gdLst/>
              <a:ahLst/>
              <a:cxnLst/>
              <a:rect l="l" t="t" r="r" b="b"/>
              <a:pathLst>
                <a:path w="1560" h="1378" extrusionOk="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3" name="Google Shape;21523;p141"/>
            <p:cNvSpPr/>
            <p:nvPr/>
          </p:nvSpPr>
          <p:spPr>
            <a:xfrm>
              <a:off x="6678580" y="2436849"/>
              <a:ext cx="71908" cy="120379"/>
            </a:xfrm>
            <a:custGeom>
              <a:avLst/>
              <a:gdLst/>
              <a:ahLst/>
              <a:cxnLst/>
              <a:rect l="l" t="t" r="r" b="b"/>
              <a:pathLst>
                <a:path w="2743"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4" name="Google Shape;21524;p141"/>
            <p:cNvSpPr/>
            <p:nvPr/>
          </p:nvSpPr>
          <p:spPr>
            <a:xfrm>
              <a:off x="6728913" y="2500578"/>
              <a:ext cx="38221" cy="32795"/>
            </a:xfrm>
            <a:custGeom>
              <a:avLst/>
              <a:gdLst/>
              <a:ahLst/>
              <a:cxnLst/>
              <a:rect l="l" t="t" r="r" b="b"/>
              <a:pathLst>
                <a:path w="1458" h="1251" extrusionOk="0">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25" name="Google Shape;21525;p141"/>
          <p:cNvGrpSpPr/>
          <p:nvPr/>
        </p:nvGrpSpPr>
        <p:grpSpPr>
          <a:xfrm>
            <a:off x="4208970" y="3361347"/>
            <a:ext cx="299349" cy="348188"/>
            <a:chOff x="4208970" y="3361347"/>
            <a:chExt cx="299349" cy="348188"/>
          </a:xfrm>
        </p:grpSpPr>
        <p:sp>
          <p:nvSpPr>
            <p:cNvPr id="21526" name="Google Shape;21526;p141"/>
            <p:cNvSpPr/>
            <p:nvPr/>
          </p:nvSpPr>
          <p:spPr>
            <a:xfrm>
              <a:off x="4208970" y="3374979"/>
              <a:ext cx="252817" cy="334556"/>
            </a:xfrm>
            <a:custGeom>
              <a:avLst/>
              <a:gdLst/>
              <a:ahLst/>
              <a:cxnLst/>
              <a:rect l="l" t="t" r="r" b="b"/>
              <a:pathLst>
                <a:path w="9644" h="12762" extrusionOk="0">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7" name="Google Shape;21527;p141"/>
            <p:cNvSpPr/>
            <p:nvPr/>
          </p:nvSpPr>
          <p:spPr>
            <a:xfrm>
              <a:off x="4439059" y="3410920"/>
              <a:ext cx="22728" cy="298615"/>
            </a:xfrm>
            <a:custGeom>
              <a:avLst/>
              <a:gdLst/>
              <a:ahLst/>
              <a:cxnLst/>
              <a:rect l="l" t="t" r="r" b="b"/>
              <a:pathLst>
                <a:path w="867" h="11391" extrusionOk="0">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8" name="Google Shape;21528;p141"/>
            <p:cNvSpPr/>
            <p:nvPr/>
          </p:nvSpPr>
          <p:spPr>
            <a:xfrm>
              <a:off x="4403092" y="3374979"/>
              <a:ext cx="58695" cy="58669"/>
            </a:xfrm>
            <a:custGeom>
              <a:avLst/>
              <a:gdLst/>
              <a:ahLst/>
              <a:cxnLst/>
              <a:rect l="l" t="t" r="r" b="b"/>
              <a:pathLst>
                <a:path w="2239" h="2238" extrusionOk="0">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9" name="Google Shape;21529;p141"/>
            <p:cNvSpPr/>
            <p:nvPr/>
          </p:nvSpPr>
          <p:spPr>
            <a:xfrm>
              <a:off x="4289188" y="3457478"/>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0" name="Google Shape;21530;p141"/>
            <p:cNvSpPr/>
            <p:nvPr/>
          </p:nvSpPr>
          <p:spPr>
            <a:xfrm>
              <a:off x="4289188" y="3478293"/>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1" name="Google Shape;21531;p141"/>
            <p:cNvSpPr/>
            <p:nvPr/>
          </p:nvSpPr>
          <p:spPr>
            <a:xfrm>
              <a:off x="4240743" y="3457845"/>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2" name="Google Shape;21532;p141"/>
            <p:cNvSpPr/>
            <p:nvPr/>
          </p:nvSpPr>
          <p:spPr>
            <a:xfrm>
              <a:off x="4289188" y="3544512"/>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3" name="Google Shape;21533;p141"/>
            <p:cNvSpPr/>
            <p:nvPr/>
          </p:nvSpPr>
          <p:spPr>
            <a:xfrm>
              <a:off x="4289188" y="3565326"/>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4" name="Google Shape;21534;p141"/>
            <p:cNvSpPr/>
            <p:nvPr/>
          </p:nvSpPr>
          <p:spPr>
            <a:xfrm>
              <a:off x="4240743" y="3544879"/>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5" name="Google Shape;21535;p141"/>
            <p:cNvSpPr/>
            <p:nvPr/>
          </p:nvSpPr>
          <p:spPr>
            <a:xfrm>
              <a:off x="4289188" y="3631545"/>
              <a:ext cx="141194" cy="10617"/>
            </a:xfrm>
            <a:custGeom>
              <a:avLst/>
              <a:gdLst/>
              <a:ahLst/>
              <a:cxnLst/>
              <a:rect l="l" t="t" r="r" b="b"/>
              <a:pathLst>
                <a:path w="5386" h="405" extrusionOk="0">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6" name="Google Shape;21536;p141"/>
            <p:cNvSpPr/>
            <p:nvPr/>
          </p:nvSpPr>
          <p:spPr>
            <a:xfrm>
              <a:off x="4289188" y="3652360"/>
              <a:ext cx="141194" cy="10250"/>
            </a:xfrm>
            <a:custGeom>
              <a:avLst/>
              <a:gdLst/>
              <a:ahLst/>
              <a:cxnLst/>
              <a:rect l="l" t="t" r="r" b="b"/>
              <a:pathLst>
                <a:path w="5386" h="391"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7" name="Google Shape;21537;p141"/>
            <p:cNvSpPr/>
            <p:nvPr/>
          </p:nvSpPr>
          <p:spPr>
            <a:xfrm>
              <a:off x="4240743" y="3631912"/>
              <a:ext cx="31065" cy="30698"/>
            </a:xfrm>
            <a:custGeom>
              <a:avLst/>
              <a:gdLst/>
              <a:ahLst/>
              <a:cxnLst/>
              <a:rect l="l" t="t" r="r" b="b"/>
              <a:pathLst>
                <a:path w="1185" h="1171" extrusionOk="0">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8" name="Google Shape;21538;p141"/>
            <p:cNvSpPr/>
            <p:nvPr/>
          </p:nvSpPr>
          <p:spPr>
            <a:xfrm>
              <a:off x="4320227" y="3361347"/>
              <a:ext cx="38248" cy="35967"/>
            </a:xfrm>
            <a:custGeom>
              <a:avLst/>
              <a:gdLst/>
              <a:ahLst/>
              <a:cxnLst/>
              <a:rect l="l" t="t" r="r" b="b"/>
              <a:pathLst>
                <a:path w="1459" h="1372" extrusionOk="0">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9" name="Google Shape;21539;p141"/>
            <p:cNvSpPr/>
            <p:nvPr/>
          </p:nvSpPr>
          <p:spPr>
            <a:xfrm>
              <a:off x="4405609" y="3596653"/>
              <a:ext cx="102710" cy="101033"/>
            </a:xfrm>
            <a:custGeom>
              <a:avLst/>
              <a:gdLst/>
              <a:ahLst/>
              <a:cxnLst/>
              <a:rect l="l" t="t" r="r" b="b"/>
              <a:pathLst>
                <a:path w="3918" h="3854" extrusionOk="0">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40" name="Google Shape;21540;p141"/>
          <p:cNvGrpSpPr/>
          <p:nvPr/>
        </p:nvGrpSpPr>
        <p:grpSpPr>
          <a:xfrm>
            <a:off x="2786833" y="1512351"/>
            <a:ext cx="366722" cy="353667"/>
            <a:chOff x="2786833" y="1512351"/>
            <a:chExt cx="366722" cy="353667"/>
          </a:xfrm>
        </p:grpSpPr>
        <p:sp>
          <p:nvSpPr>
            <p:cNvPr id="21541" name="Google Shape;21541;p141"/>
            <p:cNvSpPr/>
            <p:nvPr/>
          </p:nvSpPr>
          <p:spPr>
            <a:xfrm>
              <a:off x="2987797" y="1713315"/>
              <a:ext cx="165757" cy="75106"/>
            </a:xfrm>
            <a:custGeom>
              <a:avLst/>
              <a:gdLst/>
              <a:ahLst/>
              <a:cxnLst/>
              <a:rect l="l" t="t" r="r" b="b"/>
              <a:pathLst>
                <a:path w="6323" h="2865" extrusionOk="0">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2" name="Google Shape;21542;p141"/>
            <p:cNvSpPr/>
            <p:nvPr/>
          </p:nvSpPr>
          <p:spPr>
            <a:xfrm>
              <a:off x="2786833" y="1767423"/>
              <a:ext cx="177528" cy="98595"/>
            </a:xfrm>
            <a:custGeom>
              <a:avLst/>
              <a:gdLst/>
              <a:ahLst/>
              <a:cxnLst/>
              <a:rect l="l" t="t" r="r" b="b"/>
              <a:pathLst>
                <a:path w="6772" h="3761" extrusionOk="0">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3" name="Google Shape;21543;p141"/>
            <p:cNvSpPr/>
            <p:nvPr/>
          </p:nvSpPr>
          <p:spPr>
            <a:xfrm>
              <a:off x="2786833" y="1607747"/>
              <a:ext cx="189246" cy="122398"/>
            </a:xfrm>
            <a:custGeom>
              <a:avLst/>
              <a:gdLst/>
              <a:ahLst/>
              <a:cxnLst/>
              <a:rect l="l" t="t" r="r" b="b"/>
              <a:pathLst>
                <a:path w="7219" h="4669" extrusionOk="0">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4" name="Google Shape;21544;p141"/>
            <p:cNvSpPr/>
            <p:nvPr/>
          </p:nvSpPr>
          <p:spPr>
            <a:xfrm>
              <a:off x="2964334" y="1512351"/>
              <a:ext cx="189220" cy="98595"/>
            </a:xfrm>
            <a:custGeom>
              <a:avLst/>
              <a:gdLst/>
              <a:ahLst/>
              <a:cxnLst/>
              <a:rect l="l" t="t" r="r" b="b"/>
              <a:pathLst>
                <a:path w="7218" h="3761" extrusionOk="0">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5" name="Google Shape;21545;p141"/>
            <p:cNvSpPr/>
            <p:nvPr/>
          </p:nvSpPr>
          <p:spPr>
            <a:xfrm>
              <a:off x="2991939" y="1529784"/>
              <a:ext cx="39401" cy="12138"/>
            </a:xfrm>
            <a:custGeom>
              <a:avLst/>
              <a:gdLst/>
              <a:ahLst/>
              <a:cxnLst/>
              <a:rect l="l" t="t" r="r" b="b"/>
              <a:pathLst>
                <a:path w="1503" h="463" extrusionOk="0">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6" name="Google Shape;21546;p141"/>
            <p:cNvSpPr/>
            <p:nvPr/>
          </p:nvSpPr>
          <p:spPr>
            <a:xfrm>
              <a:off x="3098293" y="1553613"/>
              <a:ext cx="27631" cy="11771"/>
            </a:xfrm>
            <a:custGeom>
              <a:avLst/>
              <a:gdLst/>
              <a:ahLst/>
              <a:cxnLst/>
              <a:rect l="l" t="t" r="r" b="b"/>
              <a:pathLst>
                <a:path w="1054" h="449" extrusionOk="0">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7" name="Google Shape;21547;p141"/>
            <p:cNvSpPr/>
            <p:nvPr/>
          </p:nvSpPr>
          <p:spPr>
            <a:xfrm>
              <a:off x="3039257" y="1529784"/>
              <a:ext cx="84779" cy="12138"/>
            </a:xfrm>
            <a:custGeom>
              <a:avLst/>
              <a:gdLst/>
              <a:ahLst/>
              <a:cxnLst/>
              <a:rect l="l" t="t" r="r" b="b"/>
              <a:pathLst>
                <a:path w="3234" h="463" extrusionOk="0">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8" name="Google Shape;21548;p141"/>
            <p:cNvSpPr/>
            <p:nvPr/>
          </p:nvSpPr>
          <p:spPr>
            <a:xfrm>
              <a:off x="2991939" y="1553613"/>
              <a:ext cx="98437" cy="11771"/>
            </a:xfrm>
            <a:custGeom>
              <a:avLst/>
              <a:gdLst/>
              <a:ahLst/>
              <a:cxnLst/>
              <a:rect l="l" t="t" r="r" b="b"/>
              <a:pathLst>
                <a:path w="3755" h="449" extrusionOk="0">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9" name="Google Shape;21549;p141"/>
            <p:cNvSpPr/>
            <p:nvPr/>
          </p:nvSpPr>
          <p:spPr>
            <a:xfrm>
              <a:off x="2814463" y="1784070"/>
              <a:ext cx="86693" cy="11771"/>
            </a:xfrm>
            <a:custGeom>
              <a:avLst/>
              <a:gdLst/>
              <a:ahLst/>
              <a:cxnLst/>
              <a:rect l="l" t="t" r="r" b="b"/>
              <a:pathLst>
                <a:path w="3307" h="449" extrusionOk="0">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0" name="Google Shape;21550;p141"/>
            <p:cNvSpPr/>
            <p:nvPr/>
          </p:nvSpPr>
          <p:spPr>
            <a:xfrm>
              <a:off x="2909073" y="1784070"/>
              <a:ext cx="27657" cy="11771"/>
            </a:xfrm>
            <a:custGeom>
              <a:avLst/>
              <a:gdLst/>
              <a:ahLst/>
              <a:cxnLst/>
              <a:rect l="l" t="t" r="r" b="b"/>
              <a:pathLst>
                <a:path w="1055" h="449" extrusionOk="0">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1" name="Google Shape;21551;p141"/>
            <p:cNvSpPr/>
            <p:nvPr/>
          </p:nvSpPr>
          <p:spPr>
            <a:xfrm>
              <a:off x="2814463" y="1807925"/>
              <a:ext cx="27657" cy="11744"/>
            </a:xfrm>
            <a:custGeom>
              <a:avLst/>
              <a:gdLst/>
              <a:ahLst/>
              <a:cxnLst/>
              <a:rect l="l" t="t" r="r" b="b"/>
              <a:pathLst>
                <a:path w="1055" h="448" extrusionOk="0">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2" name="Google Shape;21552;p141"/>
            <p:cNvSpPr/>
            <p:nvPr/>
          </p:nvSpPr>
          <p:spPr>
            <a:xfrm>
              <a:off x="2850037" y="1807925"/>
              <a:ext cx="86693" cy="11744"/>
            </a:xfrm>
            <a:custGeom>
              <a:avLst/>
              <a:gdLst/>
              <a:ahLst/>
              <a:cxnLst/>
              <a:rect l="l" t="t" r="r" b="b"/>
              <a:pathLst>
                <a:path w="3307" h="448" extrusionOk="0">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3" name="Google Shape;21553;p141"/>
            <p:cNvSpPr/>
            <p:nvPr/>
          </p:nvSpPr>
          <p:spPr>
            <a:xfrm>
              <a:off x="3050975" y="1731115"/>
              <a:ext cx="74949" cy="11744"/>
            </a:xfrm>
            <a:custGeom>
              <a:avLst/>
              <a:gdLst/>
              <a:ahLst/>
              <a:cxnLst/>
              <a:rect l="l" t="t" r="r" b="b"/>
              <a:pathLst>
                <a:path w="2859" h="448" extrusionOk="0">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4" name="Google Shape;21554;p141"/>
            <p:cNvSpPr/>
            <p:nvPr/>
          </p:nvSpPr>
          <p:spPr>
            <a:xfrm>
              <a:off x="3015401" y="1731115"/>
              <a:ext cx="27657" cy="11744"/>
            </a:xfrm>
            <a:custGeom>
              <a:avLst/>
              <a:gdLst/>
              <a:ahLst/>
              <a:cxnLst/>
              <a:rect l="l" t="t" r="r" b="b"/>
              <a:pathLst>
                <a:path w="1055" h="448" extrusionOk="0">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5" name="Google Shape;21555;p141"/>
            <p:cNvSpPr/>
            <p:nvPr/>
          </p:nvSpPr>
          <p:spPr>
            <a:xfrm>
              <a:off x="2814463" y="1624394"/>
              <a:ext cx="86693" cy="12138"/>
            </a:xfrm>
            <a:custGeom>
              <a:avLst/>
              <a:gdLst/>
              <a:ahLst/>
              <a:cxnLst/>
              <a:rect l="l" t="t" r="r" b="b"/>
              <a:pathLst>
                <a:path w="3307" h="463" extrusionOk="0">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6" name="Google Shape;21556;p141"/>
            <p:cNvSpPr/>
            <p:nvPr/>
          </p:nvSpPr>
          <p:spPr>
            <a:xfrm>
              <a:off x="2909073" y="1624394"/>
              <a:ext cx="39375" cy="12138"/>
            </a:xfrm>
            <a:custGeom>
              <a:avLst/>
              <a:gdLst/>
              <a:ahLst/>
              <a:cxnLst/>
              <a:rect l="l" t="t" r="r" b="b"/>
              <a:pathLst>
                <a:path w="1502" h="463" extrusionOk="0">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7" name="Google Shape;21557;p141"/>
            <p:cNvSpPr/>
            <p:nvPr/>
          </p:nvSpPr>
          <p:spPr>
            <a:xfrm>
              <a:off x="2814463" y="1671686"/>
              <a:ext cx="86693" cy="12138"/>
            </a:xfrm>
            <a:custGeom>
              <a:avLst/>
              <a:gdLst/>
              <a:ahLst/>
              <a:cxnLst/>
              <a:rect l="l" t="t" r="r" b="b"/>
              <a:pathLst>
                <a:path w="3307" h="463" extrusionOk="0">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8" name="Google Shape;21558;p141"/>
            <p:cNvSpPr/>
            <p:nvPr/>
          </p:nvSpPr>
          <p:spPr>
            <a:xfrm>
              <a:off x="2909073" y="1671686"/>
              <a:ext cx="39375" cy="12138"/>
            </a:xfrm>
            <a:custGeom>
              <a:avLst/>
              <a:gdLst/>
              <a:ahLst/>
              <a:cxnLst/>
              <a:rect l="l" t="t" r="r" b="b"/>
              <a:pathLst>
                <a:path w="1502" h="463" extrusionOk="0">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9" name="Google Shape;21559;p141"/>
            <p:cNvSpPr/>
            <p:nvPr/>
          </p:nvSpPr>
          <p:spPr>
            <a:xfrm>
              <a:off x="2814463" y="1648223"/>
              <a:ext cx="27657" cy="11771"/>
            </a:xfrm>
            <a:custGeom>
              <a:avLst/>
              <a:gdLst/>
              <a:ahLst/>
              <a:cxnLst/>
              <a:rect l="l" t="t" r="r" b="b"/>
              <a:pathLst>
                <a:path w="1055" h="449" extrusionOk="0">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0" name="Google Shape;21560;p141"/>
            <p:cNvSpPr/>
            <p:nvPr/>
          </p:nvSpPr>
          <p:spPr>
            <a:xfrm>
              <a:off x="2850037" y="1648223"/>
              <a:ext cx="98411" cy="11771"/>
            </a:xfrm>
            <a:custGeom>
              <a:avLst/>
              <a:gdLst/>
              <a:ahLst/>
              <a:cxnLst/>
              <a:rect l="l" t="t" r="r" b="b"/>
              <a:pathLst>
                <a:path w="3754" h="449" extrusionOk="0">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61" name="Google Shape;21561;p141"/>
          <p:cNvGrpSpPr/>
          <p:nvPr/>
        </p:nvGrpSpPr>
        <p:grpSpPr>
          <a:xfrm>
            <a:off x="1845321" y="1512744"/>
            <a:ext cx="352723" cy="353090"/>
            <a:chOff x="1845321" y="1512744"/>
            <a:chExt cx="352723" cy="353090"/>
          </a:xfrm>
        </p:grpSpPr>
        <p:sp>
          <p:nvSpPr>
            <p:cNvPr id="21562" name="Google Shape;21562;p141"/>
            <p:cNvSpPr/>
            <p:nvPr/>
          </p:nvSpPr>
          <p:spPr>
            <a:xfrm>
              <a:off x="1964888" y="1700444"/>
              <a:ext cx="113563" cy="96917"/>
            </a:xfrm>
            <a:custGeom>
              <a:avLst/>
              <a:gdLst/>
              <a:ahLst/>
              <a:cxnLst/>
              <a:rect l="l" t="t" r="r" b="b"/>
              <a:pathLst>
                <a:path w="4332" h="3697" extrusionOk="0">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3" name="Google Shape;21563;p141"/>
            <p:cNvSpPr/>
            <p:nvPr/>
          </p:nvSpPr>
          <p:spPr>
            <a:xfrm>
              <a:off x="2001615" y="1700444"/>
              <a:ext cx="39742" cy="17066"/>
            </a:xfrm>
            <a:custGeom>
              <a:avLst/>
              <a:gdLst/>
              <a:ahLst/>
              <a:cxnLst/>
              <a:rect l="l" t="t" r="r" b="b"/>
              <a:pathLst>
                <a:path w="1516" h="651" extrusionOk="0">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4" name="Google Shape;21564;p141"/>
            <p:cNvSpPr/>
            <p:nvPr/>
          </p:nvSpPr>
          <p:spPr>
            <a:xfrm>
              <a:off x="1964521" y="1715203"/>
              <a:ext cx="113930" cy="82158"/>
            </a:xfrm>
            <a:custGeom>
              <a:avLst/>
              <a:gdLst/>
              <a:ahLst/>
              <a:cxnLst/>
              <a:rect l="l" t="t" r="r" b="b"/>
              <a:pathLst>
                <a:path w="4346" h="3134" extrusionOk="0">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5" name="Google Shape;21565;p141"/>
            <p:cNvSpPr/>
            <p:nvPr/>
          </p:nvSpPr>
          <p:spPr>
            <a:xfrm>
              <a:off x="1981560" y="1620986"/>
              <a:ext cx="28784" cy="62077"/>
            </a:xfrm>
            <a:custGeom>
              <a:avLst/>
              <a:gdLst/>
              <a:ahLst/>
              <a:cxnLst/>
              <a:rect l="l" t="t" r="r" b="b"/>
              <a:pathLst>
                <a:path w="1098" h="2368" extrusionOk="0">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6" name="Google Shape;21566;p141"/>
            <p:cNvSpPr/>
            <p:nvPr/>
          </p:nvSpPr>
          <p:spPr>
            <a:xfrm>
              <a:off x="1993278" y="1615297"/>
              <a:ext cx="68159" cy="68159"/>
            </a:xfrm>
            <a:custGeom>
              <a:avLst/>
              <a:gdLst/>
              <a:ahLst/>
              <a:cxnLst/>
              <a:rect l="l" t="t" r="r" b="b"/>
              <a:pathLst>
                <a:path w="2600" h="2600" extrusionOk="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7" name="Google Shape;21567;p141"/>
            <p:cNvSpPr/>
            <p:nvPr/>
          </p:nvSpPr>
          <p:spPr>
            <a:xfrm>
              <a:off x="1987223" y="1643688"/>
              <a:ext cx="68526" cy="62470"/>
            </a:xfrm>
            <a:custGeom>
              <a:avLst/>
              <a:gdLst/>
              <a:ahLst/>
              <a:cxnLst/>
              <a:rect l="l" t="t" r="r" b="b"/>
              <a:pathLst>
                <a:path w="2614" h="2383" extrusionOk="0">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8" name="Google Shape;21568;p141"/>
            <p:cNvSpPr/>
            <p:nvPr/>
          </p:nvSpPr>
          <p:spPr>
            <a:xfrm>
              <a:off x="1987223" y="1643688"/>
              <a:ext cx="68526" cy="61317"/>
            </a:xfrm>
            <a:custGeom>
              <a:avLst/>
              <a:gdLst/>
              <a:ahLst/>
              <a:cxnLst/>
              <a:rect l="l" t="t" r="r" b="b"/>
              <a:pathLst>
                <a:path w="2614" h="2339" extrusionOk="0">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9" name="Google Shape;21569;p141"/>
            <p:cNvSpPr/>
            <p:nvPr/>
          </p:nvSpPr>
          <p:spPr>
            <a:xfrm>
              <a:off x="1964521" y="1729595"/>
              <a:ext cx="23122" cy="67766"/>
            </a:xfrm>
            <a:custGeom>
              <a:avLst/>
              <a:gdLst/>
              <a:ahLst/>
              <a:cxnLst/>
              <a:rect l="l" t="t" r="r" b="b"/>
              <a:pathLst>
                <a:path w="882" h="2585" extrusionOk="0">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0" name="Google Shape;21570;p141"/>
            <p:cNvSpPr/>
            <p:nvPr/>
          </p:nvSpPr>
          <p:spPr>
            <a:xfrm>
              <a:off x="2055723" y="1729595"/>
              <a:ext cx="22728" cy="67766"/>
            </a:xfrm>
            <a:custGeom>
              <a:avLst/>
              <a:gdLst/>
              <a:ahLst/>
              <a:cxnLst/>
              <a:rect l="l" t="t" r="r" b="b"/>
              <a:pathLst>
                <a:path w="867" h="2585" extrusionOk="0">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1" name="Google Shape;21571;p141"/>
            <p:cNvSpPr/>
            <p:nvPr/>
          </p:nvSpPr>
          <p:spPr>
            <a:xfrm>
              <a:off x="1845321" y="1512744"/>
              <a:ext cx="352723" cy="353090"/>
            </a:xfrm>
            <a:custGeom>
              <a:avLst/>
              <a:gdLst/>
              <a:ahLst/>
              <a:cxnLst/>
              <a:rect l="l" t="t" r="r" b="b"/>
              <a:pathLst>
                <a:path w="13455" h="13469" extrusionOk="0">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2" name="Google Shape;21572;p141"/>
            <p:cNvSpPr/>
            <p:nvPr/>
          </p:nvSpPr>
          <p:spPr>
            <a:xfrm>
              <a:off x="1854391" y="1563837"/>
              <a:ext cx="292166" cy="250511"/>
            </a:xfrm>
            <a:custGeom>
              <a:avLst/>
              <a:gdLst/>
              <a:ahLst/>
              <a:cxnLst/>
              <a:rect l="l" t="t" r="r" b="b"/>
              <a:pathLst>
                <a:path w="11145" h="9556" extrusionOk="0">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73" name="Google Shape;21573;p141"/>
          <p:cNvGrpSpPr/>
          <p:nvPr/>
        </p:nvGrpSpPr>
        <p:grpSpPr>
          <a:xfrm>
            <a:off x="3214452" y="3340533"/>
            <a:ext cx="392465" cy="389896"/>
            <a:chOff x="3214452" y="3340533"/>
            <a:chExt cx="392465" cy="389896"/>
          </a:xfrm>
        </p:grpSpPr>
        <p:sp>
          <p:nvSpPr>
            <p:cNvPr id="21574" name="Google Shape;21574;p141"/>
            <p:cNvSpPr/>
            <p:nvPr/>
          </p:nvSpPr>
          <p:spPr>
            <a:xfrm>
              <a:off x="3214452" y="3340533"/>
              <a:ext cx="289912" cy="97651"/>
            </a:xfrm>
            <a:custGeom>
              <a:avLst/>
              <a:gdLst/>
              <a:ahLst/>
              <a:cxnLst/>
              <a:rect l="l" t="t" r="r" b="b"/>
              <a:pathLst>
                <a:path w="11059" h="3725" extrusionOk="0">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5" name="Google Shape;21575;p141"/>
            <p:cNvSpPr/>
            <p:nvPr/>
          </p:nvSpPr>
          <p:spPr>
            <a:xfrm>
              <a:off x="3214452" y="3571749"/>
              <a:ext cx="302783" cy="98411"/>
            </a:xfrm>
            <a:custGeom>
              <a:avLst/>
              <a:gdLst/>
              <a:ahLst/>
              <a:cxnLst/>
              <a:rect l="l" t="t" r="r" b="b"/>
              <a:pathLst>
                <a:path w="11550" h="3754" extrusionOk="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6" name="Google Shape;21576;p141"/>
            <p:cNvSpPr/>
            <p:nvPr/>
          </p:nvSpPr>
          <p:spPr>
            <a:xfrm>
              <a:off x="3214452" y="3456246"/>
              <a:ext cx="289912" cy="97756"/>
            </a:xfrm>
            <a:custGeom>
              <a:avLst/>
              <a:gdLst/>
              <a:ahLst/>
              <a:cxnLst/>
              <a:rect l="l" t="t" r="r" b="b"/>
              <a:pathLst>
                <a:path w="11059" h="3729" extrusionOk="0">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7" name="Google Shape;21577;p141"/>
            <p:cNvSpPr/>
            <p:nvPr/>
          </p:nvSpPr>
          <p:spPr>
            <a:xfrm>
              <a:off x="3307410" y="3371912"/>
              <a:ext cx="88476" cy="12950"/>
            </a:xfrm>
            <a:custGeom>
              <a:avLst/>
              <a:gdLst/>
              <a:ahLst/>
              <a:cxnLst/>
              <a:rect l="l" t="t" r="r" b="b"/>
              <a:pathLst>
                <a:path w="3375" h="494" extrusionOk="0">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8" name="Google Shape;21578;p141"/>
            <p:cNvSpPr/>
            <p:nvPr/>
          </p:nvSpPr>
          <p:spPr>
            <a:xfrm>
              <a:off x="3307410" y="3400303"/>
              <a:ext cx="157605" cy="12557"/>
            </a:xfrm>
            <a:custGeom>
              <a:avLst/>
              <a:gdLst/>
              <a:ahLst/>
              <a:cxnLst/>
              <a:rect l="l" t="t" r="r" b="b"/>
              <a:pathLst>
                <a:path w="6012" h="479" extrusionOk="0">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9" name="Google Shape;21579;p141"/>
            <p:cNvSpPr/>
            <p:nvPr/>
          </p:nvSpPr>
          <p:spPr>
            <a:xfrm>
              <a:off x="3307410" y="3487704"/>
              <a:ext cx="88476" cy="12950"/>
            </a:xfrm>
            <a:custGeom>
              <a:avLst/>
              <a:gdLst/>
              <a:ahLst/>
              <a:cxnLst/>
              <a:rect l="l" t="t" r="r" b="b"/>
              <a:pathLst>
                <a:path w="3375" h="494" extrusionOk="0">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0" name="Google Shape;21580;p141"/>
            <p:cNvSpPr/>
            <p:nvPr/>
          </p:nvSpPr>
          <p:spPr>
            <a:xfrm>
              <a:off x="3307410" y="3516068"/>
              <a:ext cx="155691" cy="12609"/>
            </a:xfrm>
            <a:custGeom>
              <a:avLst/>
              <a:gdLst/>
              <a:ahLst/>
              <a:cxnLst/>
              <a:rect l="l" t="t" r="r" b="b"/>
              <a:pathLst>
                <a:path w="5939" h="481" extrusionOk="0">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1" name="Google Shape;21581;p141"/>
            <p:cNvSpPr/>
            <p:nvPr/>
          </p:nvSpPr>
          <p:spPr>
            <a:xfrm>
              <a:off x="3307410" y="3603522"/>
              <a:ext cx="88476" cy="12950"/>
            </a:xfrm>
            <a:custGeom>
              <a:avLst/>
              <a:gdLst/>
              <a:ahLst/>
              <a:cxnLst/>
              <a:rect l="l" t="t" r="r" b="b"/>
              <a:pathLst>
                <a:path w="3375" h="494" extrusionOk="0">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2" name="Google Shape;21582;p141"/>
            <p:cNvSpPr/>
            <p:nvPr/>
          </p:nvSpPr>
          <p:spPr>
            <a:xfrm>
              <a:off x="3307410" y="3631519"/>
              <a:ext cx="156215" cy="12950"/>
            </a:xfrm>
            <a:custGeom>
              <a:avLst/>
              <a:gdLst/>
              <a:ahLst/>
              <a:cxnLst/>
              <a:rect l="l" t="t" r="r" b="b"/>
              <a:pathLst>
                <a:path w="5959" h="494" extrusionOk="0">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3" name="Google Shape;21583;p141"/>
            <p:cNvSpPr/>
            <p:nvPr/>
          </p:nvSpPr>
          <p:spPr>
            <a:xfrm>
              <a:off x="3235660" y="3365070"/>
              <a:ext cx="57175" cy="54973"/>
            </a:xfrm>
            <a:custGeom>
              <a:avLst/>
              <a:gdLst/>
              <a:ahLst/>
              <a:cxnLst/>
              <a:rect l="l" t="t" r="r" b="b"/>
              <a:pathLst>
                <a:path w="2181" h="2097" extrusionOk="0">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4" name="Google Shape;21584;p141"/>
            <p:cNvSpPr/>
            <p:nvPr/>
          </p:nvSpPr>
          <p:spPr>
            <a:xfrm>
              <a:off x="3248426" y="3364755"/>
              <a:ext cx="55104" cy="40528"/>
            </a:xfrm>
            <a:custGeom>
              <a:avLst/>
              <a:gdLst/>
              <a:ahLst/>
              <a:cxnLst/>
              <a:rect l="l" t="t" r="r" b="b"/>
              <a:pathLst>
                <a:path w="2102" h="1546" extrusionOk="0">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5" name="Google Shape;21585;p141"/>
            <p:cNvSpPr/>
            <p:nvPr/>
          </p:nvSpPr>
          <p:spPr>
            <a:xfrm>
              <a:off x="3235660" y="3480547"/>
              <a:ext cx="56782" cy="55287"/>
            </a:xfrm>
            <a:custGeom>
              <a:avLst/>
              <a:gdLst/>
              <a:ahLst/>
              <a:cxnLst/>
              <a:rect l="l" t="t" r="r" b="b"/>
              <a:pathLst>
                <a:path w="2166" h="2109" extrusionOk="0">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6" name="Google Shape;21586;p141"/>
            <p:cNvSpPr/>
            <p:nvPr/>
          </p:nvSpPr>
          <p:spPr>
            <a:xfrm>
              <a:off x="3248400" y="3480573"/>
              <a:ext cx="55130" cy="40502"/>
            </a:xfrm>
            <a:custGeom>
              <a:avLst/>
              <a:gdLst/>
              <a:ahLst/>
              <a:cxnLst/>
              <a:rect l="l" t="t" r="r" b="b"/>
              <a:pathLst>
                <a:path w="2103" h="1545" extrusionOk="0">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7" name="Google Shape;21587;p141"/>
            <p:cNvSpPr/>
            <p:nvPr/>
          </p:nvSpPr>
          <p:spPr>
            <a:xfrm>
              <a:off x="3235660" y="3596312"/>
              <a:ext cx="56782" cy="55314"/>
            </a:xfrm>
            <a:custGeom>
              <a:avLst/>
              <a:gdLst/>
              <a:ahLst/>
              <a:cxnLst/>
              <a:rect l="l" t="t" r="r" b="b"/>
              <a:pathLst>
                <a:path w="2166" h="2110" extrusionOk="0">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8" name="Google Shape;21588;p141"/>
            <p:cNvSpPr/>
            <p:nvPr/>
          </p:nvSpPr>
          <p:spPr>
            <a:xfrm>
              <a:off x="3248400" y="3596365"/>
              <a:ext cx="55130" cy="40214"/>
            </a:xfrm>
            <a:custGeom>
              <a:avLst/>
              <a:gdLst/>
              <a:ahLst/>
              <a:cxnLst/>
              <a:rect l="l" t="t" r="r" b="b"/>
              <a:pathLst>
                <a:path w="2103" h="1534" extrusionOk="0">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9" name="Google Shape;21589;p141"/>
            <p:cNvSpPr/>
            <p:nvPr/>
          </p:nvSpPr>
          <p:spPr>
            <a:xfrm>
              <a:off x="3438878" y="3642136"/>
              <a:ext cx="168038" cy="88292"/>
            </a:xfrm>
            <a:custGeom>
              <a:avLst/>
              <a:gdLst/>
              <a:ahLst/>
              <a:cxnLst/>
              <a:rect l="l" t="t" r="r" b="b"/>
              <a:pathLst>
                <a:path w="6410" h="3368" extrusionOk="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0" name="Google Shape;21590;p141"/>
            <p:cNvSpPr/>
            <p:nvPr/>
          </p:nvSpPr>
          <p:spPr>
            <a:xfrm>
              <a:off x="3436965" y="3642529"/>
              <a:ext cx="68526" cy="87899"/>
            </a:xfrm>
            <a:custGeom>
              <a:avLst/>
              <a:gdLst/>
              <a:ahLst/>
              <a:cxnLst/>
              <a:rect l="l" t="t" r="r" b="b"/>
              <a:pathLst>
                <a:path w="2614" h="3353" extrusionOk="0">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1" name="Google Shape;21591;p141"/>
            <p:cNvSpPr/>
            <p:nvPr/>
          </p:nvSpPr>
          <p:spPr>
            <a:xfrm>
              <a:off x="3468003" y="3503249"/>
              <a:ext cx="106354" cy="74975"/>
            </a:xfrm>
            <a:custGeom>
              <a:avLst/>
              <a:gdLst/>
              <a:ahLst/>
              <a:cxnLst/>
              <a:rect l="l" t="t" r="r" b="b"/>
              <a:pathLst>
                <a:path w="4057" h="2860" extrusionOk="0">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2" name="Google Shape;21592;p141"/>
            <p:cNvSpPr/>
            <p:nvPr/>
          </p:nvSpPr>
          <p:spPr>
            <a:xfrm>
              <a:off x="3468003" y="3502882"/>
              <a:ext cx="57542" cy="74949"/>
            </a:xfrm>
            <a:custGeom>
              <a:avLst/>
              <a:gdLst/>
              <a:ahLst/>
              <a:cxnLst/>
              <a:rect l="l" t="t" r="r" b="b"/>
              <a:pathLst>
                <a:path w="2195" h="2859" extrusionOk="0">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3" name="Google Shape;21593;p141"/>
            <p:cNvSpPr/>
            <p:nvPr/>
          </p:nvSpPr>
          <p:spPr>
            <a:xfrm>
              <a:off x="3559598" y="3570386"/>
              <a:ext cx="23489" cy="31143"/>
            </a:xfrm>
            <a:custGeom>
              <a:avLst/>
              <a:gdLst/>
              <a:ahLst/>
              <a:cxnLst/>
              <a:rect l="l" t="t" r="r" b="b"/>
              <a:pathLst>
                <a:path w="896" h="1188" extrusionOk="0">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4" name="Google Shape;21594;p141"/>
            <p:cNvSpPr/>
            <p:nvPr/>
          </p:nvSpPr>
          <p:spPr>
            <a:xfrm>
              <a:off x="3459300" y="3570596"/>
              <a:ext cx="23489" cy="31065"/>
            </a:xfrm>
            <a:custGeom>
              <a:avLst/>
              <a:gdLst/>
              <a:ahLst/>
              <a:cxnLst/>
              <a:rect l="l" t="t" r="r" b="b"/>
              <a:pathLst>
                <a:path w="896" h="1185" extrusionOk="0">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5" name="Google Shape;21595;p141"/>
            <p:cNvSpPr/>
            <p:nvPr/>
          </p:nvSpPr>
          <p:spPr>
            <a:xfrm>
              <a:off x="3501689" y="3624887"/>
              <a:ext cx="39008" cy="44146"/>
            </a:xfrm>
            <a:custGeom>
              <a:avLst/>
              <a:gdLst/>
              <a:ahLst/>
              <a:cxnLst/>
              <a:rect l="l" t="t" r="r" b="b"/>
              <a:pathLst>
                <a:path w="1488" h="1684" extrusionOk="0">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6" name="Google Shape;21596;p141"/>
            <p:cNvSpPr/>
            <p:nvPr/>
          </p:nvSpPr>
          <p:spPr>
            <a:xfrm>
              <a:off x="3501689" y="3625385"/>
              <a:ext cx="24249" cy="44015"/>
            </a:xfrm>
            <a:custGeom>
              <a:avLst/>
              <a:gdLst/>
              <a:ahLst/>
              <a:cxnLst/>
              <a:rect l="l" t="t" r="r" b="b"/>
              <a:pathLst>
                <a:path w="925" h="1679" extrusionOk="0">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7" name="Google Shape;21597;p141"/>
            <p:cNvSpPr/>
            <p:nvPr/>
          </p:nvSpPr>
          <p:spPr>
            <a:xfrm>
              <a:off x="3479354" y="3547133"/>
              <a:ext cx="83652" cy="89367"/>
            </a:xfrm>
            <a:custGeom>
              <a:avLst/>
              <a:gdLst/>
              <a:ahLst/>
              <a:cxnLst/>
              <a:rect l="l" t="t" r="r" b="b"/>
              <a:pathLst>
                <a:path w="3191" h="3409" extrusionOk="0">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8" name="Google Shape;21598;p141"/>
            <p:cNvSpPr/>
            <p:nvPr/>
          </p:nvSpPr>
          <p:spPr>
            <a:xfrm>
              <a:off x="3479354" y="3547133"/>
              <a:ext cx="60583" cy="89367"/>
            </a:xfrm>
            <a:custGeom>
              <a:avLst/>
              <a:gdLst/>
              <a:ahLst/>
              <a:cxnLst/>
              <a:rect l="l" t="t" r="r" b="b"/>
              <a:pathLst>
                <a:path w="2311" h="3409" extrusionOk="0">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99" name="Google Shape;21599;p141"/>
          <p:cNvGrpSpPr/>
          <p:nvPr/>
        </p:nvGrpSpPr>
        <p:grpSpPr>
          <a:xfrm>
            <a:off x="3327229" y="1499899"/>
            <a:ext cx="234650" cy="378440"/>
            <a:chOff x="3327229" y="1499899"/>
            <a:chExt cx="234650" cy="378440"/>
          </a:xfrm>
        </p:grpSpPr>
        <p:sp>
          <p:nvSpPr>
            <p:cNvPr id="21600" name="Google Shape;21600;p141"/>
            <p:cNvSpPr/>
            <p:nvPr/>
          </p:nvSpPr>
          <p:spPr>
            <a:xfrm>
              <a:off x="3327229" y="1553613"/>
              <a:ext cx="180543" cy="324725"/>
            </a:xfrm>
            <a:custGeom>
              <a:avLst/>
              <a:gdLst/>
              <a:ahLst/>
              <a:cxnLst/>
              <a:rect l="l" t="t" r="r" b="b"/>
              <a:pathLst>
                <a:path w="6887" h="12387" extrusionOk="0">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1" name="Google Shape;21601;p141"/>
            <p:cNvSpPr/>
            <p:nvPr/>
          </p:nvSpPr>
          <p:spPr>
            <a:xfrm>
              <a:off x="3327229" y="1553613"/>
              <a:ext cx="42023" cy="324725"/>
            </a:xfrm>
            <a:custGeom>
              <a:avLst/>
              <a:gdLst/>
              <a:ahLst/>
              <a:cxnLst/>
              <a:rect l="l" t="t" r="r" b="b"/>
              <a:pathLst>
                <a:path w="1603" h="12387" extrusionOk="0">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2" name="Google Shape;21602;p141"/>
            <p:cNvSpPr/>
            <p:nvPr/>
          </p:nvSpPr>
          <p:spPr>
            <a:xfrm>
              <a:off x="3339340" y="1577836"/>
              <a:ext cx="156320" cy="252450"/>
            </a:xfrm>
            <a:custGeom>
              <a:avLst/>
              <a:gdLst/>
              <a:ahLst/>
              <a:cxnLst/>
              <a:rect l="l" t="t" r="r" b="b"/>
              <a:pathLst>
                <a:path w="5963" h="9630" extrusionOk="0">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3" name="Google Shape;21603;p141"/>
            <p:cNvSpPr/>
            <p:nvPr/>
          </p:nvSpPr>
          <p:spPr>
            <a:xfrm>
              <a:off x="3339340" y="1596187"/>
              <a:ext cx="156320" cy="167960"/>
            </a:xfrm>
            <a:custGeom>
              <a:avLst/>
              <a:gdLst/>
              <a:ahLst/>
              <a:cxnLst/>
              <a:rect l="l" t="t" r="r" b="b"/>
              <a:pathLst>
                <a:path w="5963" h="6407" extrusionOk="0">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4" name="Google Shape;21604;p141"/>
            <p:cNvSpPr/>
            <p:nvPr/>
          </p:nvSpPr>
          <p:spPr>
            <a:xfrm>
              <a:off x="3441526" y="1776126"/>
              <a:ext cx="35967" cy="35993"/>
            </a:xfrm>
            <a:custGeom>
              <a:avLst/>
              <a:gdLst/>
              <a:ahLst/>
              <a:cxnLst/>
              <a:rect l="l" t="t" r="r" b="b"/>
              <a:pathLst>
                <a:path w="1372" h="1373" extrusionOk="0">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5" name="Google Shape;21605;p141"/>
            <p:cNvSpPr/>
            <p:nvPr/>
          </p:nvSpPr>
          <p:spPr>
            <a:xfrm>
              <a:off x="3357507" y="1776126"/>
              <a:ext cx="35967" cy="35993"/>
            </a:xfrm>
            <a:custGeom>
              <a:avLst/>
              <a:gdLst/>
              <a:ahLst/>
              <a:cxnLst/>
              <a:rect l="l" t="t" r="r" b="b"/>
              <a:pathLst>
                <a:path w="1372" h="1373" extrusionOk="0">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6" name="Google Shape;21606;p141"/>
            <p:cNvSpPr/>
            <p:nvPr/>
          </p:nvSpPr>
          <p:spPr>
            <a:xfrm>
              <a:off x="3357507" y="1619859"/>
              <a:ext cx="119986" cy="120353"/>
            </a:xfrm>
            <a:custGeom>
              <a:avLst/>
              <a:gdLst/>
              <a:ahLst/>
              <a:cxnLst/>
              <a:rect l="l" t="t" r="r" b="b"/>
              <a:pathLst>
                <a:path w="4577" h="4591" extrusionOk="0">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7" name="Google Shape;21607;p141"/>
            <p:cNvSpPr/>
            <p:nvPr/>
          </p:nvSpPr>
          <p:spPr>
            <a:xfrm>
              <a:off x="3366210" y="1846907"/>
              <a:ext cx="24249" cy="14785"/>
            </a:xfrm>
            <a:custGeom>
              <a:avLst/>
              <a:gdLst/>
              <a:ahLst/>
              <a:cxnLst/>
              <a:rect l="l" t="t" r="r" b="b"/>
              <a:pathLst>
                <a:path w="925" h="564" extrusionOk="0">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8" name="Google Shape;21608;p141"/>
            <p:cNvSpPr/>
            <p:nvPr/>
          </p:nvSpPr>
          <p:spPr>
            <a:xfrm>
              <a:off x="3444174" y="1846907"/>
              <a:ext cx="24616" cy="14785"/>
            </a:xfrm>
            <a:custGeom>
              <a:avLst/>
              <a:gdLst/>
              <a:ahLst/>
              <a:cxnLst/>
              <a:rect l="l" t="t" r="r" b="b"/>
              <a:pathLst>
                <a:path w="939" h="564" extrusionOk="0">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9" name="Google Shape;21609;p141"/>
            <p:cNvSpPr/>
            <p:nvPr/>
          </p:nvSpPr>
          <p:spPr>
            <a:xfrm>
              <a:off x="3396095" y="1846907"/>
              <a:ext cx="42809" cy="14785"/>
            </a:xfrm>
            <a:custGeom>
              <a:avLst/>
              <a:gdLst/>
              <a:ahLst/>
              <a:cxnLst/>
              <a:rect l="l" t="t" r="r" b="b"/>
              <a:pathLst>
                <a:path w="1633" h="564" extrusionOk="0">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0" name="Google Shape;21610;p141"/>
            <p:cNvSpPr/>
            <p:nvPr/>
          </p:nvSpPr>
          <p:spPr>
            <a:xfrm>
              <a:off x="3487691" y="1524095"/>
              <a:ext cx="49966" cy="48105"/>
            </a:xfrm>
            <a:custGeom>
              <a:avLst/>
              <a:gdLst/>
              <a:ahLst/>
              <a:cxnLst/>
              <a:rect l="l" t="t" r="r" b="b"/>
              <a:pathLst>
                <a:path w="1906" h="1835" extrusionOk="0">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1" name="Google Shape;21611;p141"/>
            <p:cNvSpPr/>
            <p:nvPr/>
          </p:nvSpPr>
          <p:spPr>
            <a:xfrm>
              <a:off x="3487691" y="1499899"/>
              <a:ext cx="74188" cy="72301"/>
            </a:xfrm>
            <a:custGeom>
              <a:avLst/>
              <a:gdLst/>
              <a:ahLst/>
              <a:cxnLst/>
              <a:rect l="l" t="t" r="r" b="b"/>
              <a:pathLst>
                <a:path w="2830" h="2758" extrusionOk="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2" name="Google Shape;21612;p141"/>
            <p:cNvSpPr/>
            <p:nvPr/>
          </p:nvSpPr>
          <p:spPr>
            <a:xfrm>
              <a:off x="3381336" y="1686078"/>
              <a:ext cx="71934" cy="54239"/>
            </a:xfrm>
            <a:custGeom>
              <a:avLst/>
              <a:gdLst/>
              <a:ahLst/>
              <a:cxnLst/>
              <a:rect l="l" t="t" r="r" b="b"/>
              <a:pathLst>
                <a:path w="2744" h="2069" extrusionOk="0">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3" name="Google Shape;21613;p141"/>
            <p:cNvSpPr/>
            <p:nvPr/>
          </p:nvSpPr>
          <p:spPr>
            <a:xfrm>
              <a:off x="3381336" y="1704979"/>
              <a:ext cx="72327" cy="35338"/>
            </a:xfrm>
            <a:custGeom>
              <a:avLst/>
              <a:gdLst/>
              <a:ahLst/>
              <a:cxnLst/>
              <a:rect l="l" t="t" r="r" b="b"/>
              <a:pathLst>
                <a:path w="2759" h="1348" extrusionOk="0">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4" name="Google Shape;21614;p141"/>
            <p:cNvSpPr/>
            <p:nvPr/>
          </p:nvSpPr>
          <p:spPr>
            <a:xfrm>
              <a:off x="3404432" y="1686078"/>
              <a:ext cx="26136" cy="18088"/>
            </a:xfrm>
            <a:custGeom>
              <a:avLst/>
              <a:gdLst/>
              <a:ahLst/>
              <a:cxnLst/>
              <a:rect l="l" t="t" r="r" b="b"/>
              <a:pathLst>
                <a:path w="997" h="690" extrusionOk="0">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5" name="Google Shape;21615;p141"/>
            <p:cNvSpPr/>
            <p:nvPr/>
          </p:nvSpPr>
          <p:spPr>
            <a:xfrm>
              <a:off x="3393448" y="1638000"/>
              <a:ext cx="48105" cy="54160"/>
            </a:xfrm>
            <a:custGeom>
              <a:avLst/>
              <a:gdLst/>
              <a:ahLst/>
              <a:cxnLst/>
              <a:rect l="l" t="t" r="r" b="b"/>
              <a:pathLst>
                <a:path w="1835" h="2066" extrusionOk="0">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6" name="Google Shape;21616;p141"/>
            <p:cNvSpPr/>
            <p:nvPr/>
          </p:nvSpPr>
          <p:spPr>
            <a:xfrm>
              <a:off x="3393448" y="1638000"/>
              <a:ext cx="32952" cy="54055"/>
            </a:xfrm>
            <a:custGeom>
              <a:avLst/>
              <a:gdLst/>
              <a:ahLst/>
              <a:cxnLst/>
              <a:rect l="l" t="t" r="r" b="b"/>
              <a:pathLst>
                <a:path w="1257" h="2062" extrusionOk="0">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7" name="Google Shape;21617;p141"/>
            <p:cNvSpPr/>
            <p:nvPr/>
          </p:nvSpPr>
          <p:spPr>
            <a:xfrm>
              <a:off x="3393448" y="1638000"/>
              <a:ext cx="48105" cy="24249"/>
            </a:xfrm>
            <a:custGeom>
              <a:avLst/>
              <a:gdLst/>
              <a:ahLst/>
              <a:cxnLst/>
              <a:rect l="l" t="t" r="r" b="b"/>
              <a:pathLst>
                <a:path w="1835" h="925" extrusionOk="0">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8" name="Google Shape;21618;p141"/>
            <p:cNvSpPr/>
            <p:nvPr/>
          </p:nvSpPr>
          <p:spPr>
            <a:xfrm>
              <a:off x="3393448" y="1638000"/>
              <a:ext cx="32952" cy="21994"/>
            </a:xfrm>
            <a:custGeom>
              <a:avLst/>
              <a:gdLst/>
              <a:ahLst/>
              <a:cxnLst/>
              <a:rect l="l" t="t" r="r" b="b"/>
              <a:pathLst>
                <a:path w="1257" h="839" extrusionOk="0">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9" name="Google Shape;21619;p141"/>
            <p:cNvSpPr/>
            <p:nvPr/>
          </p:nvSpPr>
          <p:spPr>
            <a:xfrm>
              <a:off x="3435470" y="1715596"/>
              <a:ext cx="18193" cy="21575"/>
            </a:xfrm>
            <a:custGeom>
              <a:avLst/>
              <a:gdLst/>
              <a:ahLst/>
              <a:cxnLst/>
              <a:rect l="l" t="t" r="r" b="b"/>
              <a:pathLst>
                <a:path w="694" h="823" extrusionOk="0">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0" name="Google Shape;21620;p141"/>
            <p:cNvSpPr/>
            <p:nvPr/>
          </p:nvSpPr>
          <p:spPr>
            <a:xfrm>
              <a:off x="3381336" y="1715596"/>
              <a:ext cx="18193" cy="21968"/>
            </a:xfrm>
            <a:custGeom>
              <a:avLst/>
              <a:gdLst/>
              <a:ahLst/>
              <a:cxnLst/>
              <a:rect l="l" t="t" r="r" b="b"/>
              <a:pathLst>
                <a:path w="694" h="838" extrusionOk="0">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21" name="Google Shape;21621;p141"/>
          <p:cNvGrpSpPr/>
          <p:nvPr/>
        </p:nvGrpSpPr>
        <p:grpSpPr>
          <a:xfrm>
            <a:off x="3735553" y="1530151"/>
            <a:ext cx="366722" cy="317962"/>
            <a:chOff x="3735553" y="1530151"/>
            <a:chExt cx="366722" cy="317962"/>
          </a:xfrm>
        </p:grpSpPr>
        <p:sp>
          <p:nvSpPr>
            <p:cNvPr id="21622" name="Google Shape;21622;p141"/>
            <p:cNvSpPr/>
            <p:nvPr/>
          </p:nvSpPr>
          <p:spPr>
            <a:xfrm>
              <a:off x="3770760" y="1565725"/>
              <a:ext cx="331515" cy="282388"/>
            </a:xfrm>
            <a:custGeom>
              <a:avLst/>
              <a:gdLst/>
              <a:ahLst/>
              <a:cxnLst/>
              <a:rect l="l" t="t" r="r" b="b"/>
              <a:pathLst>
                <a:path w="12646" h="10772" extrusionOk="0">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3" name="Google Shape;21623;p141"/>
            <p:cNvSpPr/>
            <p:nvPr/>
          </p:nvSpPr>
          <p:spPr>
            <a:xfrm>
              <a:off x="3770760" y="1565725"/>
              <a:ext cx="307685" cy="189246"/>
            </a:xfrm>
            <a:custGeom>
              <a:avLst/>
              <a:gdLst/>
              <a:ahLst/>
              <a:cxnLst/>
              <a:rect l="l" t="t" r="r" b="b"/>
              <a:pathLst>
                <a:path w="11737" h="7219" extrusionOk="0">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4" name="Google Shape;21624;p141"/>
            <p:cNvSpPr/>
            <p:nvPr/>
          </p:nvSpPr>
          <p:spPr>
            <a:xfrm>
              <a:off x="3735553" y="1530151"/>
              <a:ext cx="330781" cy="282073"/>
            </a:xfrm>
            <a:custGeom>
              <a:avLst/>
              <a:gdLst/>
              <a:ahLst/>
              <a:cxnLst/>
              <a:rect l="l" t="t" r="r" b="b"/>
              <a:pathLst>
                <a:path w="12618" h="10760" extrusionOk="0">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5" name="Google Shape;21625;p141"/>
            <p:cNvSpPr/>
            <p:nvPr/>
          </p:nvSpPr>
          <p:spPr>
            <a:xfrm>
              <a:off x="3779070" y="1629296"/>
              <a:ext cx="250170" cy="14785"/>
            </a:xfrm>
            <a:custGeom>
              <a:avLst/>
              <a:gdLst/>
              <a:ahLst/>
              <a:cxnLst/>
              <a:rect l="l" t="t" r="r" b="b"/>
              <a:pathLst>
                <a:path w="9543" h="564" extrusionOk="0">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6" name="Google Shape;21626;p141"/>
            <p:cNvSpPr/>
            <p:nvPr/>
          </p:nvSpPr>
          <p:spPr>
            <a:xfrm>
              <a:off x="3779070" y="1599778"/>
              <a:ext cx="167304" cy="14785"/>
            </a:xfrm>
            <a:custGeom>
              <a:avLst/>
              <a:gdLst/>
              <a:ahLst/>
              <a:cxnLst/>
              <a:rect l="l" t="t" r="r" b="b"/>
              <a:pathLst>
                <a:path w="6382" h="564" extrusionOk="0">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7" name="Google Shape;21627;p141"/>
            <p:cNvSpPr/>
            <p:nvPr/>
          </p:nvSpPr>
          <p:spPr>
            <a:xfrm>
              <a:off x="3950490" y="1599778"/>
              <a:ext cx="78750" cy="14785"/>
            </a:xfrm>
            <a:custGeom>
              <a:avLst/>
              <a:gdLst/>
              <a:ahLst/>
              <a:cxnLst/>
              <a:rect l="l" t="t" r="r" b="b"/>
              <a:pathLst>
                <a:path w="3004" h="564" extrusionOk="0">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8" name="Google Shape;21628;p141"/>
            <p:cNvSpPr/>
            <p:nvPr/>
          </p:nvSpPr>
          <p:spPr>
            <a:xfrm>
              <a:off x="3779070" y="1658814"/>
              <a:ext cx="96524" cy="14785"/>
            </a:xfrm>
            <a:custGeom>
              <a:avLst/>
              <a:gdLst/>
              <a:ahLst/>
              <a:cxnLst/>
              <a:rect l="l" t="t" r="r" b="b"/>
              <a:pathLst>
                <a:path w="3682" h="564" extrusionOk="0">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9" name="Google Shape;21629;p141"/>
            <p:cNvSpPr/>
            <p:nvPr/>
          </p:nvSpPr>
          <p:spPr>
            <a:xfrm>
              <a:off x="3891087" y="1658814"/>
              <a:ext cx="138153" cy="14785"/>
            </a:xfrm>
            <a:custGeom>
              <a:avLst/>
              <a:gdLst/>
              <a:ahLst/>
              <a:cxnLst/>
              <a:rect l="l" t="t" r="r" b="b"/>
              <a:pathLst>
                <a:path w="5270" h="564" extrusionOk="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0" name="Google Shape;21630;p141"/>
            <p:cNvSpPr/>
            <p:nvPr/>
          </p:nvSpPr>
          <p:spPr>
            <a:xfrm>
              <a:off x="3779070" y="1570260"/>
              <a:ext cx="49232" cy="14785"/>
            </a:xfrm>
            <a:custGeom>
              <a:avLst/>
              <a:gdLst/>
              <a:ahLst/>
              <a:cxnLst/>
              <a:rect l="l" t="t" r="r" b="b"/>
              <a:pathLst>
                <a:path w="1878" h="564" extrusionOk="0">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1" name="Google Shape;21631;p141"/>
            <p:cNvSpPr/>
            <p:nvPr/>
          </p:nvSpPr>
          <p:spPr>
            <a:xfrm>
              <a:off x="3832051" y="1570260"/>
              <a:ext cx="197189" cy="14785"/>
            </a:xfrm>
            <a:custGeom>
              <a:avLst/>
              <a:gdLst/>
              <a:ahLst/>
              <a:cxnLst/>
              <a:rect l="l" t="t" r="r" b="b"/>
              <a:pathLst>
                <a:path w="7522" h="564" extrusionOk="0">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2" name="Google Shape;21632;p141"/>
            <p:cNvSpPr/>
            <p:nvPr/>
          </p:nvSpPr>
          <p:spPr>
            <a:xfrm>
              <a:off x="3779070" y="1688699"/>
              <a:ext cx="190740" cy="14811"/>
            </a:xfrm>
            <a:custGeom>
              <a:avLst/>
              <a:gdLst/>
              <a:ahLst/>
              <a:cxnLst/>
              <a:rect l="l" t="t" r="r" b="b"/>
              <a:pathLst>
                <a:path w="7276" h="565" extrusionOk="0">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3" name="Google Shape;21633;p141"/>
            <p:cNvSpPr/>
            <p:nvPr/>
          </p:nvSpPr>
          <p:spPr>
            <a:xfrm>
              <a:off x="3973953" y="1688699"/>
              <a:ext cx="55287" cy="14811"/>
            </a:xfrm>
            <a:custGeom>
              <a:avLst/>
              <a:gdLst/>
              <a:ahLst/>
              <a:cxnLst/>
              <a:rect l="l" t="t" r="r" b="b"/>
              <a:pathLst>
                <a:path w="2109" h="565" extrusionOk="0">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34" name="Google Shape;21634;p141"/>
          <p:cNvGrpSpPr/>
          <p:nvPr/>
        </p:nvGrpSpPr>
        <p:grpSpPr>
          <a:xfrm>
            <a:off x="866322" y="2469775"/>
            <a:ext cx="379226" cy="322733"/>
            <a:chOff x="866322" y="2469775"/>
            <a:chExt cx="379226" cy="322733"/>
          </a:xfrm>
        </p:grpSpPr>
        <p:sp>
          <p:nvSpPr>
            <p:cNvPr id="21635" name="Google Shape;21635;p141"/>
            <p:cNvSpPr/>
            <p:nvPr/>
          </p:nvSpPr>
          <p:spPr>
            <a:xfrm>
              <a:off x="1050246" y="2469775"/>
              <a:ext cx="175981" cy="171787"/>
            </a:xfrm>
            <a:custGeom>
              <a:avLst/>
              <a:gdLst/>
              <a:ahLst/>
              <a:cxnLst/>
              <a:rect l="l" t="t" r="r" b="b"/>
              <a:pathLst>
                <a:path w="6713" h="6553" extrusionOk="0">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6" name="Google Shape;21636;p141"/>
            <p:cNvSpPr/>
            <p:nvPr/>
          </p:nvSpPr>
          <p:spPr>
            <a:xfrm>
              <a:off x="1077484" y="2498926"/>
              <a:ext cx="33345" cy="11744"/>
            </a:xfrm>
            <a:custGeom>
              <a:avLst/>
              <a:gdLst/>
              <a:ahLst/>
              <a:cxnLst/>
              <a:rect l="l" t="t" r="r" b="b"/>
              <a:pathLst>
                <a:path w="1272" h="448" extrusionOk="0">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7" name="Google Shape;21637;p141"/>
            <p:cNvSpPr/>
            <p:nvPr/>
          </p:nvSpPr>
          <p:spPr>
            <a:xfrm>
              <a:off x="1118353" y="2498926"/>
              <a:ext cx="80270" cy="11744"/>
            </a:xfrm>
            <a:custGeom>
              <a:avLst/>
              <a:gdLst/>
              <a:ahLst/>
              <a:cxnLst/>
              <a:rect l="l" t="t" r="r" b="b"/>
              <a:pathLst>
                <a:path w="3062" h="448" extrusionOk="0">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8" name="Google Shape;21638;p141"/>
            <p:cNvSpPr/>
            <p:nvPr/>
          </p:nvSpPr>
          <p:spPr>
            <a:xfrm>
              <a:off x="1077484" y="2528418"/>
              <a:ext cx="121140" cy="11771"/>
            </a:xfrm>
            <a:custGeom>
              <a:avLst/>
              <a:gdLst/>
              <a:ahLst/>
              <a:cxnLst/>
              <a:rect l="l" t="t" r="r" b="b"/>
              <a:pathLst>
                <a:path w="4621" h="449" extrusionOk="0">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9" name="Google Shape;21639;p141"/>
            <p:cNvSpPr/>
            <p:nvPr/>
          </p:nvSpPr>
          <p:spPr>
            <a:xfrm>
              <a:off x="1077484" y="2557569"/>
              <a:ext cx="80270" cy="11771"/>
            </a:xfrm>
            <a:custGeom>
              <a:avLst/>
              <a:gdLst/>
              <a:ahLst/>
              <a:cxnLst/>
              <a:rect l="l" t="t" r="r" b="b"/>
              <a:pathLst>
                <a:path w="3062" h="449" extrusionOk="0">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0" name="Google Shape;21640;p141"/>
            <p:cNvSpPr/>
            <p:nvPr/>
          </p:nvSpPr>
          <p:spPr>
            <a:xfrm>
              <a:off x="1165278" y="2557569"/>
              <a:ext cx="33345" cy="11771"/>
            </a:xfrm>
            <a:custGeom>
              <a:avLst/>
              <a:gdLst/>
              <a:ahLst/>
              <a:cxnLst/>
              <a:rect l="l" t="t" r="r" b="b"/>
              <a:pathLst>
                <a:path w="1272" h="449" extrusionOk="0">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1" name="Google Shape;21641;p141"/>
            <p:cNvSpPr/>
            <p:nvPr/>
          </p:nvSpPr>
          <p:spPr>
            <a:xfrm>
              <a:off x="886009" y="2733551"/>
              <a:ext cx="340218" cy="17433"/>
            </a:xfrm>
            <a:custGeom>
              <a:avLst/>
              <a:gdLst/>
              <a:ahLst/>
              <a:cxnLst/>
              <a:rect l="l" t="t" r="r" b="b"/>
              <a:pathLst>
                <a:path w="12978" h="665" extrusionOk="0">
                  <a:moveTo>
                    <a:pt x="0" y="0"/>
                  </a:moveTo>
                  <a:lnTo>
                    <a:pt x="0" y="664"/>
                  </a:lnTo>
                  <a:lnTo>
                    <a:pt x="12978" y="664"/>
                  </a:lnTo>
                  <a:lnTo>
                    <a:pt x="1297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2" name="Google Shape;21642;p141"/>
            <p:cNvSpPr/>
            <p:nvPr/>
          </p:nvSpPr>
          <p:spPr>
            <a:xfrm>
              <a:off x="879954" y="2733551"/>
              <a:ext cx="12138" cy="58958"/>
            </a:xfrm>
            <a:custGeom>
              <a:avLst/>
              <a:gdLst/>
              <a:ahLst/>
              <a:cxnLst/>
              <a:rect l="l" t="t" r="r" b="b"/>
              <a:pathLst>
                <a:path w="463" h="2249" extrusionOk="0">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3" name="Google Shape;21643;p141"/>
            <p:cNvSpPr/>
            <p:nvPr/>
          </p:nvSpPr>
          <p:spPr>
            <a:xfrm>
              <a:off x="1220146" y="2733551"/>
              <a:ext cx="11771" cy="58958"/>
            </a:xfrm>
            <a:custGeom>
              <a:avLst/>
              <a:gdLst/>
              <a:ahLst/>
              <a:cxnLst/>
              <a:rect l="l" t="t" r="r" b="b"/>
              <a:pathLst>
                <a:path w="449" h="2249" extrusionOk="0">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4" name="Google Shape;21644;p141"/>
            <p:cNvSpPr/>
            <p:nvPr/>
          </p:nvSpPr>
          <p:spPr>
            <a:xfrm>
              <a:off x="921190" y="2608295"/>
              <a:ext cx="105620" cy="119593"/>
            </a:xfrm>
            <a:custGeom>
              <a:avLst/>
              <a:gdLst/>
              <a:ahLst/>
              <a:cxnLst/>
              <a:rect l="l" t="t" r="r" b="b"/>
              <a:pathLst>
                <a:path w="4029" h="4562" extrusionOk="0">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5" name="Google Shape;21645;p141"/>
            <p:cNvSpPr/>
            <p:nvPr/>
          </p:nvSpPr>
          <p:spPr>
            <a:xfrm>
              <a:off x="956029" y="2608295"/>
              <a:ext cx="35574" cy="23095"/>
            </a:xfrm>
            <a:custGeom>
              <a:avLst/>
              <a:gdLst/>
              <a:ahLst/>
              <a:cxnLst/>
              <a:rect l="l" t="t" r="r" b="b"/>
              <a:pathLst>
                <a:path w="1357" h="881" extrusionOk="0">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6" name="Google Shape;21646;p141"/>
            <p:cNvSpPr/>
            <p:nvPr/>
          </p:nvSpPr>
          <p:spPr>
            <a:xfrm>
              <a:off x="920823" y="2638941"/>
              <a:ext cx="105987" cy="88947"/>
            </a:xfrm>
            <a:custGeom>
              <a:avLst/>
              <a:gdLst/>
              <a:ahLst/>
              <a:cxnLst/>
              <a:rect l="l" t="t" r="r" b="b"/>
              <a:pathLst>
                <a:path w="4043" h="3393" extrusionOk="0">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7" name="Google Shape;21647;p141"/>
            <p:cNvSpPr/>
            <p:nvPr/>
          </p:nvSpPr>
          <p:spPr>
            <a:xfrm>
              <a:off x="1002954" y="2650659"/>
              <a:ext cx="23856" cy="76862"/>
            </a:xfrm>
            <a:custGeom>
              <a:avLst/>
              <a:gdLst/>
              <a:ahLst/>
              <a:cxnLst/>
              <a:rect l="l" t="t" r="r" b="b"/>
              <a:pathLst>
                <a:path w="910" h="2932" extrusionOk="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8" name="Google Shape;21648;p141"/>
            <p:cNvSpPr/>
            <p:nvPr/>
          </p:nvSpPr>
          <p:spPr>
            <a:xfrm>
              <a:off x="921190" y="2650659"/>
              <a:ext cx="52640" cy="77229"/>
            </a:xfrm>
            <a:custGeom>
              <a:avLst/>
              <a:gdLst/>
              <a:ahLst/>
              <a:cxnLst/>
              <a:rect l="l" t="t" r="r" b="b"/>
              <a:pathLst>
                <a:path w="2008" h="2946" extrusionOk="0">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9" name="Google Shape;21649;p141"/>
            <p:cNvSpPr/>
            <p:nvPr/>
          </p:nvSpPr>
          <p:spPr>
            <a:xfrm>
              <a:off x="950341" y="2510644"/>
              <a:ext cx="46951" cy="41289"/>
            </a:xfrm>
            <a:custGeom>
              <a:avLst/>
              <a:gdLst/>
              <a:ahLst/>
              <a:cxnLst/>
              <a:rect l="l" t="t" r="r" b="b"/>
              <a:pathLst>
                <a:path w="1791" h="1575" extrusionOk="0">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0" name="Google Shape;21650;p141"/>
            <p:cNvSpPr/>
            <p:nvPr/>
          </p:nvSpPr>
          <p:spPr>
            <a:xfrm>
              <a:off x="950341" y="2510644"/>
              <a:ext cx="32192" cy="41289"/>
            </a:xfrm>
            <a:custGeom>
              <a:avLst/>
              <a:gdLst/>
              <a:ahLst/>
              <a:cxnLst/>
              <a:rect l="l" t="t" r="r" b="b"/>
              <a:pathLst>
                <a:path w="1228" h="1575" extrusionOk="0">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1" name="Google Shape;21651;p141"/>
            <p:cNvSpPr/>
            <p:nvPr/>
          </p:nvSpPr>
          <p:spPr>
            <a:xfrm>
              <a:off x="932567" y="2528444"/>
              <a:ext cx="82499" cy="82132"/>
            </a:xfrm>
            <a:custGeom>
              <a:avLst/>
              <a:gdLst/>
              <a:ahLst/>
              <a:cxnLst/>
              <a:rect l="l" t="t" r="r" b="b"/>
              <a:pathLst>
                <a:path w="3147" h="3133" extrusionOk="0">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2" name="Google Shape;21652;p141"/>
            <p:cNvSpPr/>
            <p:nvPr/>
          </p:nvSpPr>
          <p:spPr>
            <a:xfrm>
              <a:off x="948060" y="2528051"/>
              <a:ext cx="68526" cy="74215"/>
            </a:xfrm>
            <a:custGeom>
              <a:avLst/>
              <a:gdLst/>
              <a:ahLst/>
              <a:cxnLst/>
              <a:rect l="l" t="t" r="r" b="b"/>
              <a:pathLst>
                <a:path w="2614" h="2831" extrusionOk="0">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3" name="Google Shape;21653;p141"/>
            <p:cNvSpPr/>
            <p:nvPr/>
          </p:nvSpPr>
          <p:spPr>
            <a:xfrm>
              <a:off x="938596" y="2564542"/>
              <a:ext cx="70413" cy="57778"/>
            </a:xfrm>
            <a:custGeom>
              <a:avLst/>
              <a:gdLst/>
              <a:ahLst/>
              <a:cxnLst/>
              <a:rect l="l" t="t" r="r" b="b"/>
              <a:pathLst>
                <a:path w="2686" h="2204" extrusionOk="0">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4" name="Google Shape;21654;p141"/>
            <p:cNvSpPr/>
            <p:nvPr/>
          </p:nvSpPr>
          <p:spPr>
            <a:xfrm>
              <a:off x="938596" y="2564542"/>
              <a:ext cx="70413" cy="57018"/>
            </a:xfrm>
            <a:custGeom>
              <a:avLst/>
              <a:gdLst/>
              <a:ahLst/>
              <a:cxnLst/>
              <a:rect l="l" t="t" r="r" b="b"/>
              <a:pathLst>
                <a:path w="2686" h="2175" extrusionOk="0">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5" name="Google Shape;21655;p141"/>
            <p:cNvSpPr/>
            <p:nvPr/>
          </p:nvSpPr>
          <p:spPr>
            <a:xfrm>
              <a:off x="879954" y="2733551"/>
              <a:ext cx="11744" cy="17433"/>
            </a:xfrm>
            <a:custGeom>
              <a:avLst/>
              <a:gdLst/>
              <a:ahLst/>
              <a:cxnLst/>
              <a:rect l="l" t="t" r="r" b="b"/>
              <a:pathLst>
                <a:path w="448" h="665" extrusionOk="0">
                  <a:moveTo>
                    <a:pt x="0" y="0"/>
                  </a:moveTo>
                  <a:lnTo>
                    <a:pt x="0"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6" name="Google Shape;21656;p141"/>
            <p:cNvSpPr/>
            <p:nvPr/>
          </p:nvSpPr>
          <p:spPr>
            <a:xfrm>
              <a:off x="1220146" y="2733551"/>
              <a:ext cx="11771" cy="17433"/>
            </a:xfrm>
            <a:custGeom>
              <a:avLst/>
              <a:gdLst/>
              <a:ahLst/>
              <a:cxnLst/>
              <a:rect l="l" t="t" r="r" b="b"/>
              <a:pathLst>
                <a:path w="449" h="665" extrusionOk="0">
                  <a:moveTo>
                    <a:pt x="1" y="0"/>
                  </a:moveTo>
                  <a:lnTo>
                    <a:pt x="1"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7" name="Google Shape;21657;p141"/>
            <p:cNvSpPr/>
            <p:nvPr/>
          </p:nvSpPr>
          <p:spPr>
            <a:xfrm>
              <a:off x="866322" y="2727495"/>
              <a:ext cx="379226" cy="11744"/>
            </a:xfrm>
            <a:custGeom>
              <a:avLst/>
              <a:gdLst/>
              <a:ahLst/>
              <a:cxnLst/>
              <a:rect l="l" t="t" r="r" b="b"/>
              <a:pathLst>
                <a:path w="14466" h="448" extrusionOk="0">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8" name="Google Shape;21658;p141"/>
            <p:cNvSpPr/>
            <p:nvPr/>
          </p:nvSpPr>
          <p:spPr>
            <a:xfrm>
              <a:off x="944652" y="2716144"/>
              <a:ext cx="35233" cy="11744"/>
            </a:xfrm>
            <a:custGeom>
              <a:avLst/>
              <a:gdLst/>
              <a:ahLst/>
              <a:cxnLst/>
              <a:rect l="l" t="t" r="r" b="b"/>
              <a:pathLst>
                <a:path w="1344" h="448" extrusionOk="0">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9" name="Google Shape;21659;p141"/>
            <p:cNvSpPr/>
            <p:nvPr/>
          </p:nvSpPr>
          <p:spPr>
            <a:xfrm>
              <a:off x="968115" y="2669219"/>
              <a:ext cx="82158" cy="58669"/>
            </a:xfrm>
            <a:custGeom>
              <a:avLst/>
              <a:gdLst/>
              <a:ahLst/>
              <a:cxnLst/>
              <a:rect l="l" t="t" r="r" b="b"/>
              <a:pathLst>
                <a:path w="3134" h="2238" extrusionOk="0">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0" name="Google Shape;21660;p141"/>
            <p:cNvSpPr/>
            <p:nvPr/>
          </p:nvSpPr>
          <p:spPr>
            <a:xfrm>
              <a:off x="995378" y="2692681"/>
              <a:ext cx="27264" cy="11744"/>
            </a:xfrm>
            <a:custGeom>
              <a:avLst/>
              <a:gdLst/>
              <a:ahLst/>
              <a:cxnLst/>
              <a:rect l="l" t="t" r="r" b="b"/>
              <a:pathLst>
                <a:path w="1040" h="448" extrusionOk="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61" name="Google Shape;21661;p141"/>
          <p:cNvGrpSpPr/>
          <p:nvPr/>
        </p:nvGrpSpPr>
        <p:grpSpPr>
          <a:xfrm>
            <a:off x="1328387" y="2500814"/>
            <a:ext cx="404183" cy="289151"/>
            <a:chOff x="1328387" y="2500814"/>
            <a:chExt cx="404183" cy="289151"/>
          </a:xfrm>
        </p:grpSpPr>
        <p:sp>
          <p:nvSpPr>
            <p:cNvPr id="21662" name="Google Shape;21662;p141"/>
            <p:cNvSpPr/>
            <p:nvPr/>
          </p:nvSpPr>
          <p:spPr>
            <a:xfrm>
              <a:off x="1561491" y="2601479"/>
              <a:ext cx="125281" cy="118859"/>
            </a:xfrm>
            <a:custGeom>
              <a:avLst/>
              <a:gdLst/>
              <a:ahLst/>
              <a:cxnLst/>
              <a:rect l="l" t="t" r="r" b="b"/>
              <a:pathLst>
                <a:path w="4779" h="4534" extrusionOk="0">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3" name="Google Shape;21663;p141"/>
            <p:cNvSpPr/>
            <p:nvPr/>
          </p:nvSpPr>
          <p:spPr>
            <a:xfrm>
              <a:off x="1561884" y="2620407"/>
              <a:ext cx="125281" cy="99932"/>
            </a:xfrm>
            <a:custGeom>
              <a:avLst/>
              <a:gdLst/>
              <a:ahLst/>
              <a:cxnLst/>
              <a:rect l="l" t="t" r="r" b="b"/>
              <a:pathLst>
                <a:path w="4779" h="3812" extrusionOk="0">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4" name="Google Shape;21664;p141"/>
            <p:cNvSpPr/>
            <p:nvPr/>
          </p:nvSpPr>
          <p:spPr>
            <a:xfrm>
              <a:off x="1603881" y="2601479"/>
              <a:ext cx="40895" cy="18953"/>
            </a:xfrm>
            <a:custGeom>
              <a:avLst/>
              <a:gdLst/>
              <a:ahLst/>
              <a:cxnLst/>
              <a:rect l="l" t="t" r="r" b="b"/>
              <a:pathLst>
                <a:path w="1560" h="723" extrusionOk="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5" name="Google Shape;21665;p141"/>
            <p:cNvSpPr/>
            <p:nvPr/>
          </p:nvSpPr>
          <p:spPr>
            <a:xfrm>
              <a:off x="1580785" y="2513685"/>
              <a:ext cx="31458" cy="68893"/>
            </a:xfrm>
            <a:custGeom>
              <a:avLst/>
              <a:gdLst/>
              <a:ahLst/>
              <a:cxnLst/>
              <a:rect l="l" t="t" r="r" b="b"/>
              <a:pathLst>
                <a:path w="1200" h="2628" extrusionOk="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6" name="Google Shape;21666;p141"/>
            <p:cNvSpPr/>
            <p:nvPr/>
          </p:nvSpPr>
          <p:spPr>
            <a:xfrm>
              <a:off x="1593290" y="2507236"/>
              <a:ext cx="75342" cy="75342"/>
            </a:xfrm>
            <a:custGeom>
              <a:avLst/>
              <a:gdLst/>
              <a:ahLst/>
              <a:cxnLst/>
              <a:rect l="l" t="t" r="r" b="b"/>
              <a:pathLst>
                <a:path w="2874" h="2874" extrusionOk="0">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7" name="Google Shape;21667;p141"/>
            <p:cNvSpPr/>
            <p:nvPr/>
          </p:nvSpPr>
          <p:spPr>
            <a:xfrm>
              <a:off x="1586841" y="2538668"/>
              <a:ext cx="74975" cy="68893"/>
            </a:xfrm>
            <a:custGeom>
              <a:avLst/>
              <a:gdLst/>
              <a:ahLst/>
              <a:cxnLst/>
              <a:rect l="l" t="t" r="r" b="b"/>
              <a:pathLst>
                <a:path w="2860" h="2628" extrusionOk="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8" name="Google Shape;21668;p141"/>
            <p:cNvSpPr/>
            <p:nvPr/>
          </p:nvSpPr>
          <p:spPr>
            <a:xfrm>
              <a:off x="1587234" y="2538983"/>
              <a:ext cx="74949" cy="67451"/>
            </a:xfrm>
            <a:custGeom>
              <a:avLst/>
              <a:gdLst/>
              <a:ahLst/>
              <a:cxnLst/>
              <a:rect l="l" t="t" r="r" b="b"/>
              <a:pathLst>
                <a:path w="2859" h="2573" extrusionOk="0">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9" name="Google Shape;21669;p141"/>
            <p:cNvSpPr/>
            <p:nvPr/>
          </p:nvSpPr>
          <p:spPr>
            <a:xfrm>
              <a:off x="1561884" y="2632518"/>
              <a:ext cx="24983" cy="87820"/>
            </a:xfrm>
            <a:custGeom>
              <a:avLst/>
              <a:gdLst/>
              <a:ahLst/>
              <a:cxnLst/>
              <a:rect l="l" t="t" r="r" b="b"/>
              <a:pathLst>
                <a:path w="953" h="3350" extrusionOk="0">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0" name="Google Shape;21670;p141"/>
            <p:cNvSpPr/>
            <p:nvPr/>
          </p:nvSpPr>
          <p:spPr>
            <a:xfrm>
              <a:off x="1630751" y="2632518"/>
              <a:ext cx="56415" cy="87820"/>
            </a:xfrm>
            <a:custGeom>
              <a:avLst/>
              <a:gdLst/>
              <a:ahLst/>
              <a:cxnLst/>
              <a:rect l="l" t="t" r="r" b="b"/>
              <a:pathLst>
                <a:path w="2152" h="3350" extrusionOk="0">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1" name="Google Shape;21671;p141"/>
            <p:cNvSpPr/>
            <p:nvPr/>
          </p:nvSpPr>
          <p:spPr>
            <a:xfrm>
              <a:off x="1348442" y="2726735"/>
              <a:ext cx="364074" cy="18953"/>
            </a:xfrm>
            <a:custGeom>
              <a:avLst/>
              <a:gdLst/>
              <a:ahLst/>
              <a:cxnLst/>
              <a:rect l="l" t="t" r="r" b="b"/>
              <a:pathLst>
                <a:path w="13888" h="723" extrusionOk="0">
                  <a:moveTo>
                    <a:pt x="1" y="0"/>
                  </a:moveTo>
                  <a:lnTo>
                    <a:pt x="1" y="722"/>
                  </a:lnTo>
                  <a:lnTo>
                    <a:pt x="13888" y="722"/>
                  </a:lnTo>
                  <a:lnTo>
                    <a:pt x="1388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2" name="Google Shape;21672;p141"/>
            <p:cNvSpPr/>
            <p:nvPr/>
          </p:nvSpPr>
          <p:spPr>
            <a:xfrm>
              <a:off x="1342019" y="2726735"/>
              <a:ext cx="13265" cy="63231"/>
            </a:xfrm>
            <a:custGeom>
              <a:avLst/>
              <a:gdLst/>
              <a:ahLst/>
              <a:cxnLst/>
              <a:rect l="l" t="t" r="r" b="b"/>
              <a:pathLst>
                <a:path w="506" h="2412" extrusionOk="0">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3" name="Google Shape;21673;p141"/>
            <p:cNvSpPr/>
            <p:nvPr/>
          </p:nvSpPr>
          <p:spPr>
            <a:xfrm>
              <a:off x="1705674" y="2726735"/>
              <a:ext cx="13265" cy="63231"/>
            </a:xfrm>
            <a:custGeom>
              <a:avLst/>
              <a:gdLst/>
              <a:ahLst/>
              <a:cxnLst/>
              <a:rect l="l" t="t" r="r" b="b"/>
              <a:pathLst>
                <a:path w="506" h="2412" extrusionOk="0">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4" name="Google Shape;21674;p141"/>
            <p:cNvSpPr/>
            <p:nvPr/>
          </p:nvSpPr>
          <p:spPr>
            <a:xfrm>
              <a:off x="1342386" y="2726735"/>
              <a:ext cx="12531" cy="18953"/>
            </a:xfrm>
            <a:custGeom>
              <a:avLst/>
              <a:gdLst/>
              <a:ahLst/>
              <a:cxnLst/>
              <a:rect l="l" t="t" r="r" b="b"/>
              <a:pathLst>
                <a:path w="478" h="723" extrusionOk="0">
                  <a:moveTo>
                    <a:pt x="1" y="0"/>
                  </a:moveTo>
                  <a:lnTo>
                    <a:pt x="1" y="722"/>
                  </a:lnTo>
                  <a:lnTo>
                    <a:pt x="477" y="722"/>
                  </a:lnTo>
                  <a:lnTo>
                    <a:pt x="477"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5" name="Google Shape;21675;p141"/>
            <p:cNvSpPr/>
            <p:nvPr/>
          </p:nvSpPr>
          <p:spPr>
            <a:xfrm>
              <a:off x="1706067" y="2726735"/>
              <a:ext cx="12505" cy="18953"/>
            </a:xfrm>
            <a:custGeom>
              <a:avLst/>
              <a:gdLst/>
              <a:ahLst/>
              <a:cxnLst/>
              <a:rect l="l" t="t" r="r" b="b"/>
              <a:pathLst>
                <a:path w="477" h="723" extrusionOk="0">
                  <a:moveTo>
                    <a:pt x="0" y="0"/>
                  </a:moveTo>
                  <a:lnTo>
                    <a:pt x="0" y="722"/>
                  </a:lnTo>
                  <a:lnTo>
                    <a:pt x="476" y="722"/>
                  </a:lnTo>
                  <a:lnTo>
                    <a:pt x="47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6" name="Google Shape;21676;p141"/>
            <p:cNvSpPr/>
            <p:nvPr/>
          </p:nvSpPr>
          <p:spPr>
            <a:xfrm>
              <a:off x="1328387" y="2720679"/>
              <a:ext cx="404183" cy="12505"/>
            </a:xfrm>
            <a:custGeom>
              <a:avLst/>
              <a:gdLst/>
              <a:ahLst/>
              <a:cxnLst/>
              <a:rect l="l" t="t" r="r" b="b"/>
              <a:pathLst>
                <a:path w="15418" h="477" extrusionOk="0">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7" name="Google Shape;21677;p141"/>
            <p:cNvSpPr/>
            <p:nvPr/>
          </p:nvSpPr>
          <p:spPr>
            <a:xfrm>
              <a:off x="1624695" y="2708148"/>
              <a:ext cx="37487" cy="12557"/>
            </a:xfrm>
            <a:custGeom>
              <a:avLst/>
              <a:gdLst/>
              <a:ahLst/>
              <a:cxnLst/>
              <a:rect l="l" t="t" r="r" b="b"/>
              <a:pathLst>
                <a:path w="1430" h="479" extrusionOk="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8" name="Google Shape;21678;p141"/>
            <p:cNvSpPr/>
            <p:nvPr/>
          </p:nvSpPr>
          <p:spPr>
            <a:xfrm>
              <a:off x="1549380" y="2657868"/>
              <a:ext cx="87820" cy="62837"/>
            </a:xfrm>
            <a:custGeom>
              <a:avLst/>
              <a:gdLst/>
              <a:ahLst/>
              <a:cxnLst/>
              <a:rect l="l" t="t" r="r" b="b"/>
              <a:pathLst>
                <a:path w="3350" h="2397" extrusionOk="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9" name="Google Shape;21679;p141"/>
            <p:cNvSpPr/>
            <p:nvPr/>
          </p:nvSpPr>
          <p:spPr>
            <a:xfrm>
              <a:off x="1585714" y="2682825"/>
              <a:ext cx="15178" cy="12531"/>
            </a:xfrm>
            <a:custGeom>
              <a:avLst/>
              <a:gdLst/>
              <a:ahLst/>
              <a:cxnLst/>
              <a:rect l="l" t="t" r="r" b="b"/>
              <a:pathLst>
                <a:path w="579" h="478" extrusionOk="0">
                  <a:moveTo>
                    <a:pt x="289" y="1"/>
                  </a:moveTo>
                  <a:cubicBezTo>
                    <a:pt x="1" y="30"/>
                    <a:pt x="1" y="463"/>
                    <a:pt x="289" y="477"/>
                  </a:cubicBezTo>
                  <a:cubicBezTo>
                    <a:pt x="578" y="463"/>
                    <a:pt x="578" y="30"/>
                    <a:pt x="28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0" name="Google Shape;21680;p141"/>
            <p:cNvSpPr/>
            <p:nvPr/>
          </p:nvSpPr>
          <p:spPr>
            <a:xfrm>
              <a:off x="1386296" y="2607535"/>
              <a:ext cx="125648" cy="113170"/>
            </a:xfrm>
            <a:custGeom>
              <a:avLst/>
              <a:gdLst/>
              <a:ahLst/>
              <a:cxnLst/>
              <a:rect l="l" t="t" r="r" b="b"/>
              <a:pathLst>
                <a:path w="4793" h="4317" extrusionOk="0">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1" name="Google Shape;21681;p141"/>
            <p:cNvSpPr/>
            <p:nvPr/>
          </p:nvSpPr>
          <p:spPr>
            <a:xfrm>
              <a:off x="1386296" y="2636293"/>
              <a:ext cx="24983" cy="84412"/>
            </a:xfrm>
            <a:custGeom>
              <a:avLst/>
              <a:gdLst/>
              <a:ahLst/>
              <a:cxnLst/>
              <a:rect l="l" t="t" r="r" b="b"/>
              <a:pathLst>
                <a:path w="953" h="3220" extrusionOk="0">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2" name="Google Shape;21682;p141"/>
            <p:cNvSpPr/>
            <p:nvPr/>
          </p:nvSpPr>
          <p:spPr>
            <a:xfrm>
              <a:off x="1486569" y="2636293"/>
              <a:ext cx="25376" cy="84412"/>
            </a:xfrm>
            <a:custGeom>
              <a:avLst/>
              <a:gdLst/>
              <a:ahLst/>
              <a:cxnLst/>
              <a:rect l="l" t="t" r="r" b="b"/>
              <a:pathLst>
                <a:path w="968" h="3220" extrusionOk="0">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3" name="Google Shape;21683;p141"/>
            <p:cNvSpPr/>
            <p:nvPr/>
          </p:nvSpPr>
          <p:spPr>
            <a:xfrm>
              <a:off x="1418829" y="2607535"/>
              <a:ext cx="60190" cy="18953"/>
            </a:xfrm>
            <a:custGeom>
              <a:avLst/>
              <a:gdLst/>
              <a:ahLst/>
              <a:cxnLst/>
              <a:rect l="l" t="t" r="r" b="b"/>
              <a:pathLst>
                <a:path w="2296" h="723" extrusionOk="0">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4" name="Google Shape;21684;p141"/>
            <p:cNvSpPr/>
            <p:nvPr/>
          </p:nvSpPr>
          <p:spPr>
            <a:xfrm>
              <a:off x="1393846" y="2500814"/>
              <a:ext cx="110549" cy="113170"/>
            </a:xfrm>
            <a:custGeom>
              <a:avLst/>
              <a:gdLst/>
              <a:ahLst/>
              <a:cxnLst/>
              <a:rect l="l" t="t" r="r" b="b"/>
              <a:pathLst>
                <a:path w="4217" h="4317" extrusionOk="0">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5" name="Google Shape;21685;p141"/>
            <p:cNvSpPr/>
            <p:nvPr/>
          </p:nvSpPr>
          <p:spPr>
            <a:xfrm>
              <a:off x="1405197" y="2751718"/>
              <a:ext cx="12531" cy="37854"/>
            </a:xfrm>
            <a:custGeom>
              <a:avLst/>
              <a:gdLst/>
              <a:ahLst/>
              <a:cxnLst/>
              <a:rect l="l" t="t" r="r" b="b"/>
              <a:pathLst>
                <a:path w="478" h="1444" extrusionOk="0">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6" name="Google Shape;21686;p141"/>
            <p:cNvSpPr/>
            <p:nvPr/>
          </p:nvSpPr>
          <p:spPr>
            <a:xfrm>
              <a:off x="1405197" y="2745662"/>
              <a:ext cx="12531" cy="24983"/>
            </a:xfrm>
            <a:custGeom>
              <a:avLst/>
              <a:gdLst/>
              <a:ahLst/>
              <a:cxnLst/>
              <a:rect l="l" t="t" r="r" b="b"/>
              <a:pathLst>
                <a:path w="478" h="953" extrusionOk="0">
                  <a:moveTo>
                    <a:pt x="1" y="0"/>
                  </a:moveTo>
                  <a:lnTo>
                    <a:pt x="1" y="953"/>
                  </a:lnTo>
                  <a:lnTo>
                    <a:pt x="477" y="953"/>
                  </a:lnTo>
                  <a:lnTo>
                    <a:pt x="477"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7" name="Google Shape;21687;p141"/>
            <p:cNvSpPr/>
            <p:nvPr/>
          </p:nvSpPr>
          <p:spPr>
            <a:xfrm>
              <a:off x="1480146" y="2751718"/>
              <a:ext cx="12872" cy="37854"/>
            </a:xfrm>
            <a:custGeom>
              <a:avLst/>
              <a:gdLst/>
              <a:ahLst/>
              <a:cxnLst/>
              <a:rect l="l" t="t" r="r" b="b"/>
              <a:pathLst>
                <a:path w="491" h="1444" extrusionOk="0">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8" name="Google Shape;21688;p141"/>
            <p:cNvSpPr/>
            <p:nvPr/>
          </p:nvSpPr>
          <p:spPr>
            <a:xfrm>
              <a:off x="1480146" y="2745662"/>
              <a:ext cx="12872" cy="24983"/>
            </a:xfrm>
            <a:custGeom>
              <a:avLst/>
              <a:gdLst/>
              <a:ahLst/>
              <a:cxnLst/>
              <a:rect l="l" t="t" r="r" b="b"/>
              <a:pathLst>
                <a:path w="491" h="953" extrusionOk="0">
                  <a:moveTo>
                    <a:pt x="0" y="0"/>
                  </a:moveTo>
                  <a:lnTo>
                    <a:pt x="0" y="953"/>
                  </a:lnTo>
                  <a:lnTo>
                    <a:pt x="491" y="953"/>
                  </a:lnTo>
                  <a:lnTo>
                    <a:pt x="491"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9" name="Google Shape;21689;p141"/>
            <p:cNvSpPr/>
            <p:nvPr/>
          </p:nvSpPr>
          <p:spPr>
            <a:xfrm>
              <a:off x="1404830" y="2651419"/>
              <a:ext cx="88187" cy="106747"/>
            </a:xfrm>
            <a:custGeom>
              <a:avLst/>
              <a:gdLst/>
              <a:ahLst/>
              <a:cxnLst/>
              <a:rect l="l" t="t" r="r" b="b"/>
              <a:pathLst>
                <a:path w="3364" h="4072" extrusionOk="0">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0" name="Google Shape;21690;p141"/>
            <p:cNvSpPr/>
            <p:nvPr/>
          </p:nvSpPr>
          <p:spPr>
            <a:xfrm>
              <a:off x="1393846" y="2501181"/>
              <a:ext cx="67399" cy="110916"/>
            </a:xfrm>
            <a:custGeom>
              <a:avLst/>
              <a:gdLst/>
              <a:ahLst/>
              <a:cxnLst/>
              <a:rect l="l" t="t" r="r" b="b"/>
              <a:pathLst>
                <a:path w="2571" h="4231" extrusionOk="0">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91" name="Google Shape;21691;p141"/>
          <p:cNvGrpSpPr/>
          <p:nvPr/>
        </p:nvGrpSpPr>
        <p:grpSpPr>
          <a:xfrm>
            <a:off x="1821465" y="2495702"/>
            <a:ext cx="365988" cy="270801"/>
            <a:chOff x="1821465" y="2495702"/>
            <a:chExt cx="365988" cy="270801"/>
          </a:xfrm>
        </p:grpSpPr>
        <p:sp>
          <p:nvSpPr>
            <p:cNvPr id="21692" name="Google Shape;21692;p141"/>
            <p:cNvSpPr/>
            <p:nvPr/>
          </p:nvSpPr>
          <p:spPr>
            <a:xfrm>
              <a:off x="1822619" y="2495702"/>
              <a:ext cx="364834" cy="194725"/>
            </a:xfrm>
            <a:custGeom>
              <a:avLst/>
              <a:gdLst/>
              <a:ahLst/>
              <a:cxnLst/>
              <a:rect l="l" t="t" r="r" b="b"/>
              <a:pathLst>
                <a:path w="13917" h="7428" extrusionOk="0">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3" name="Google Shape;21693;p141"/>
            <p:cNvSpPr/>
            <p:nvPr/>
          </p:nvSpPr>
          <p:spPr>
            <a:xfrm>
              <a:off x="1821465" y="2554922"/>
              <a:ext cx="333062" cy="135138"/>
            </a:xfrm>
            <a:custGeom>
              <a:avLst/>
              <a:gdLst/>
              <a:ahLst/>
              <a:cxnLst/>
              <a:rect l="l" t="t" r="r" b="b"/>
              <a:pathLst>
                <a:path w="12705" h="5155" extrusionOk="0">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4" name="Google Shape;21694;p141"/>
            <p:cNvSpPr/>
            <p:nvPr/>
          </p:nvSpPr>
          <p:spPr>
            <a:xfrm>
              <a:off x="1940298" y="2589735"/>
              <a:ext cx="129450" cy="176768"/>
            </a:xfrm>
            <a:custGeom>
              <a:avLst/>
              <a:gdLst/>
              <a:ahLst/>
              <a:cxnLst/>
              <a:rect l="l" t="t" r="r" b="b"/>
              <a:pathLst>
                <a:path w="4938" h="6743" extrusionOk="0">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5" name="Google Shape;21695;p141"/>
            <p:cNvSpPr/>
            <p:nvPr/>
          </p:nvSpPr>
          <p:spPr>
            <a:xfrm>
              <a:off x="1971546" y="2659100"/>
              <a:ext cx="67608" cy="79012"/>
            </a:xfrm>
            <a:custGeom>
              <a:avLst/>
              <a:gdLst/>
              <a:ahLst/>
              <a:cxnLst/>
              <a:rect l="l" t="t" r="r" b="b"/>
              <a:pathLst>
                <a:path w="2579" h="3014" extrusionOk="0">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6" name="Google Shape;21696;p141"/>
            <p:cNvSpPr/>
            <p:nvPr/>
          </p:nvSpPr>
          <p:spPr>
            <a:xfrm>
              <a:off x="1972464" y="2513292"/>
              <a:ext cx="53767" cy="37120"/>
            </a:xfrm>
            <a:custGeom>
              <a:avLst/>
              <a:gdLst/>
              <a:ahLst/>
              <a:cxnLst/>
              <a:rect l="l" t="t" r="r" b="b"/>
              <a:pathLst>
                <a:path w="2051" h="1416" extrusionOk="0">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7" name="Google Shape;21697;p141"/>
            <p:cNvSpPr/>
            <p:nvPr/>
          </p:nvSpPr>
          <p:spPr>
            <a:xfrm>
              <a:off x="2065973" y="2549521"/>
              <a:ext cx="43124" cy="36098"/>
            </a:xfrm>
            <a:custGeom>
              <a:avLst/>
              <a:gdLst/>
              <a:ahLst/>
              <a:cxnLst/>
              <a:rect l="l" t="t" r="r" b="b"/>
              <a:pathLst>
                <a:path w="1645" h="1377" extrusionOk="0">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8" name="Google Shape;21698;p141"/>
            <p:cNvSpPr/>
            <p:nvPr/>
          </p:nvSpPr>
          <p:spPr>
            <a:xfrm>
              <a:off x="2017134" y="2589735"/>
              <a:ext cx="52614" cy="53400"/>
            </a:xfrm>
            <a:custGeom>
              <a:avLst/>
              <a:gdLst/>
              <a:ahLst/>
              <a:cxnLst/>
              <a:rect l="l" t="t" r="r" b="b"/>
              <a:pathLst>
                <a:path w="2007" h="2037" extrusionOk="0">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99" name="Google Shape;21699;p141"/>
          <p:cNvGrpSpPr/>
          <p:nvPr/>
        </p:nvGrpSpPr>
        <p:grpSpPr>
          <a:xfrm>
            <a:off x="3725723" y="2455776"/>
            <a:ext cx="354977" cy="351202"/>
            <a:chOff x="3725723" y="2455776"/>
            <a:chExt cx="354977" cy="351202"/>
          </a:xfrm>
        </p:grpSpPr>
        <p:sp>
          <p:nvSpPr>
            <p:cNvPr id="21700" name="Google Shape;21700;p141"/>
            <p:cNvSpPr/>
            <p:nvPr/>
          </p:nvSpPr>
          <p:spPr>
            <a:xfrm>
              <a:off x="3979248" y="2643109"/>
              <a:ext cx="40895" cy="40895"/>
            </a:xfrm>
            <a:custGeom>
              <a:avLst/>
              <a:gdLst/>
              <a:ahLst/>
              <a:cxnLst/>
              <a:rect l="l" t="t" r="r" b="b"/>
              <a:pathLst>
                <a:path w="1560" h="1560" extrusionOk="0">
                  <a:moveTo>
                    <a:pt x="1" y="0"/>
                  </a:moveTo>
                  <a:lnTo>
                    <a:pt x="997" y="1559"/>
                  </a:lnTo>
                  <a:lnTo>
                    <a:pt x="1560" y="1559"/>
                  </a:lnTo>
                  <a:cubicBezTo>
                    <a:pt x="1560" y="693"/>
                    <a:pt x="853" y="0"/>
                    <a:pt x="1" y="0"/>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1" name="Google Shape;21701;p141"/>
            <p:cNvSpPr/>
            <p:nvPr/>
          </p:nvSpPr>
          <p:spPr>
            <a:xfrm>
              <a:off x="3938012" y="2643109"/>
              <a:ext cx="67373" cy="40502"/>
            </a:xfrm>
            <a:custGeom>
              <a:avLst/>
              <a:gdLst/>
              <a:ahLst/>
              <a:cxnLst/>
              <a:rect l="l" t="t" r="r" b="b"/>
              <a:pathLst>
                <a:path w="2570" h="1545" extrusionOk="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2" name="Google Shape;21702;p141"/>
            <p:cNvSpPr/>
            <p:nvPr/>
          </p:nvSpPr>
          <p:spPr>
            <a:xfrm>
              <a:off x="3978514" y="2575736"/>
              <a:ext cx="22728" cy="45064"/>
            </a:xfrm>
            <a:custGeom>
              <a:avLst/>
              <a:gdLst/>
              <a:ahLst/>
              <a:cxnLst/>
              <a:rect l="l" t="t" r="r" b="b"/>
              <a:pathLst>
                <a:path w="867" h="1719" extrusionOk="0">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3" name="Google Shape;21703;p141"/>
            <p:cNvSpPr/>
            <p:nvPr/>
          </p:nvSpPr>
          <p:spPr>
            <a:xfrm>
              <a:off x="3827516" y="2643109"/>
              <a:ext cx="41262" cy="40895"/>
            </a:xfrm>
            <a:custGeom>
              <a:avLst/>
              <a:gdLst/>
              <a:ahLst/>
              <a:cxnLst/>
              <a:rect l="l" t="t" r="r" b="b"/>
              <a:pathLst>
                <a:path w="1574" h="1560" extrusionOk="0">
                  <a:moveTo>
                    <a:pt x="0" y="0"/>
                  </a:moveTo>
                  <a:lnTo>
                    <a:pt x="996" y="1559"/>
                  </a:lnTo>
                  <a:lnTo>
                    <a:pt x="1574" y="1559"/>
                  </a:lnTo>
                  <a:cubicBezTo>
                    <a:pt x="1559" y="693"/>
                    <a:pt x="852" y="0"/>
                    <a:pt x="0" y="0"/>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4" name="Google Shape;21704;p141"/>
            <p:cNvSpPr/>
            <p:nvPr/>
          </p:nvSpPr>
          <p:spPr>
            <a:xfrm>
              <a:off x="3786253" y="2643109"/>
              <a:ext cx="67399" cy="40502"/>
            </a:xfrm>
            <a:custGeom>
              <a:avLst/>
              <a:gdLst/>
              <a:ahLst/>
              <a:cxnLst/>
              <a:rect l="l" t="t" r="r" b="b"/>
              <a:pathLst>
                <a:path w="2571" h="1545" extrusionOk="0">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5" name="Google Shape;21705;p141"/>
            <p:cNvSpPr/>
            <p:nvPr/>
          </p:nvSpPr>
          <p:spPr>
            <a:xfrm>
              <a:off x="3827122" y="2575736"/>
              <a:ext cx="22361" cy="45064"/>
            </a:xfrm>
            <a:custGeom>
              <a:avLst/>
              <a:gdLst/>
              <a:ahLst/>
              <a:cxnLst/>
              <a:rect l="l" t="t" r="r" b="b"/>
              <a:pathLst>
                <a:path w="853" h="1719" extrusionOk="0">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6" name="Google Shape;21706;p141"/>
            <p:cNvSpPr/>
            <p:nvPr/>
          </p:nvSpPr>
          <p:spPr>
            <a:xfrm>
              <a:off x="3903198" y="2644996"/>
              <a:ext cx="55261" cy="55261"/>
            </a:xfrm>
            <a:custGeom>
              <a:avLst/>
              <a:gdLst/>
              <a:ahLst/>
              <a:cxnLst/>
              <a:rect l="l" t="t" r="r" b="b"/>
              <a:pathLst>
                <a:path w="2108" h="2108" extrusionOk="0">
                  <a:moveTo>
                    <a:pt x="0" y="0"/>
                  </a:moveTo>
                  <a:lnTo>
                    <a:pt x="1256" y="2108"/>
                  </a:lnTo>
                  <a:lnTo>
                    <a:pt x="2108" y="2108"/>
                  </a:lnTo>
                  <a:cubicBezTo>
                    <a:pt x="2108" y="953"/>
                    <a:pt x="1170" y="0"/>
                    <a:pt x="0"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7" name="Google Shape;21707;p141"/>
            <p:cNvSpPr/>
            <p:nvPr/>
          </p:nvSpPr>
          <p:spPr>
            <a:xfrm>
              <a:off x="3847937" y="2644996"/>
              <a:ext cx="88213" cy="55261"/>
            </a:xfrm>
            <a:custGeom>
              <a:avLst/>
              <a:gdLst/>
              <a:ahLst/>
              <a:cxnLst/>
              <a:rect l="l" t="t" r="r" b="b"/>
              <a:pathLst>
                <a:path w="3365" h="2108" extrusionOk="0">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8" name="Google Shape;21708;p141"/>
            <p:cNvSpPr/>
            <p:nvPr/>
          </p:nvSpPr>
          <p:spPr>
            <a:xfrm>
              <a:off x="3903565" y="2561737"/>
              <a:ext cx="30698" cy="60950"/>
            </a:xfrm>
            <a:custGeom>
              <a:avLst/>
              <a:gdLst/>
              <a:ahLst/>
              <a:cxnLst/>
              <a:rect l="l" t="t" r="r" b="b"/>
              <a:pathLst>
                <a:path w="1171" h="2325" extrusionOk="0">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9" name="Google Shape;21709;p141"/>
            <p:cNvSpPr/>
            <p:nvPr/>
          </p:nvSpPr>
          <p:spPr>
            <a:xfrm>
              <a:off x="3872553" y="2561737"/>
              <a:ext cx="46191" cy="60950"/>
            </a:xfrm>
            <a:custGeom>
              <a:avLst/>
              <a:gdLst/>
              <a:ahLst/>
              <a:cxnLst/>
              <a:rect l="l" t="t" r="r" b="b"/>
              <a:pathLst>
                <a:path w="1762" h="2325" extrusionOk="0">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0" name="Google Shape;21710;p141"/>
            <p:cNvSpPr/>
            <p:nvPr/>
          </p:nvSpPr>
          <p:spPr>
            <a:xfrm>
              <a:off x="3797237" y="2575736"/>
              <a:ext cx="37120" cy="45064"/>
            </a:xfrm>
            <a:custGeom>
              <a:avLst/>
              <a:gdLst/>
              <a:ahLst/>
              <a:cxnLst/>
              <a:rect l="l" t="t" r="r" b="b"/>
              <a:pathLst>
                <a:path w="1416" h="1719" extrusionOk="0">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1" name="Google Shape;21711;p141"/>
            <p:cNvSpPr/>
            <p:nvPr/>
          </p:nvSpPr>
          <p:spPr>
            <a:xfrm>
              <a:off x="3948603" y="2575736"/>
              <a:ext cx="37487" cy="45064"/>
            </a:xfrm>
            <a:custGeom>
              <a:avLst/>
              <a:gdLst/>
              <a:ahLst/>
              <a:cxnLst/>
              <a:rect l="l" t="t" r="r" b="b"/>
              <a:pathLst>
                <a:path w="1430" h="1719" extrusionOk="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2" name="Google Shape;21712;p141"/>
            <p:cNvSpPr/>
            <p:nvPr/>
          </p:nvSpPr>
          <p:spPr>
            <a:xfrm>
              <a:off x="3725723" y="2455776"/>
              <a:ext cx="354977" cy="351202"/>
            </a:xfrm>
            <a:custGeom>
              <a:avLst/>
              <a:gdLst/>
              <a:ahLst/>
              <a:cxnLst/>
              <a:rect l="l" t="t" r="r" b="b"/>
              <a:pathLst>
                <a:path w="13541" h="13397" extrusionOk="0">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13" name="Google Shape;21713;p141"/>
          <p:cNvGrpSpPr/>
          <p:nvPr/>
        </p:nvGrpSpPr>
        <p:grpSpPr>
          <a:xfrm>
            <a:off x="5226165" y="1977641"/>
            <a:ext cx="230482" cy="388847"/>
            <a:chOff x="5226165" y="1977641"/>
            <a:chExt cx="230482" cy="388847"/>
          </a:xfrm>
        </p:grpSpPr>
        <p:sp>
          <p:nvSpPr>
            <p:cNvPr id="21714" name="Google Shape;21714;p141"/>
            <p:cNvSpPr/>
            <p:nvPr/>
          </p:nvSpPr>
          <p:spPr>
            <a:xfrm>
              <a:off x="5256443" y="2329761"/>
              <a:ext cx="169952" cy="12138"/>
            </a:xfrm>
            <a:custGeom>
              <a:avLst/>
              <a:gdLst/>
              <a:ahLst/>
              <a:cxnLst/>
              <a:rect l="l" t="t" r="r" b="b"/>
              <a:pathLst>
                <a:path w="6483" h="463" extrusionOk="0">
                  <a:moveTo>
                    <a:pt x="1" y="1"/>
                  </a:moveTo>
                  <a:lnTo>
                    <a:pt x="1" y="463"/>
                  </a:lnTo>
                  <a:lnTo>
                    <a:pt x="6482" y="463"/>
                  </a:lnTo>
                  <a:lnTo>
                    <a:pt x="648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5" name="Google Shape;21715;p141"/>
            <p:cNvSpPr/>
            <p:nvPr/>
          </p:nvSpPr>
          <p:spPr>
            <a:xfrm>
              <a:off x="5335167" y="1977641"/>
              <a:ext cx="12138" cy="388480"/>
            </a:xfrm>
            <a:custGeom>
              <a:avLst/>
              <a:gdLst/>
              <a:ahLst/>
              <a:cxnLst/>
              <a:rect l="l" t="t" r="r" b="b"/>
              <a:pathLst>
                <a:path w="463" h="14819" extrusionOk="0">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6" name="Google Shape;21716;p141"/>
            <p:cNvSpPr/>
            <p:nvPr/>
          </p:nvSpPr>
          <p:spPr>
            <a:xfrm>
              <a:off x="5243571" y="2226421"/>
              <a:ext cx="37986" cy="139700"/>
            </a:xfrm>
            <a:custGeom>
              <a:avLst/>
              <a:gdLst/>
              <a:ahLst/>
              <a:cxnLst/>
              <a:rect l="l" t="t" r="r" b="b"/>
              <a:pathLst>
                <a:path w="1449" h="5329" extrusionOk="0">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7" name="Google Shape;21717;p141"/>
            <p:cNvSpPr/>
            <p:nvPr/>
          </p:nvSpPr>
          <p:spPr>
            <a:xfrm>
              <a:off x="5401281" y="2226421"/>
              <a:ext cx="37592" cy="140067"/>
            </a:xfrm>
            <a:custGeom>
              <a:avLst/>
              <a:gdLst/>
              <a:ahLst/>
              <a:cxnLst/>
              <a:rect l="l" t="t" r="r" b="b"/>
              <a:pathLst>
                <a:path w="1434" h="5343" extrusionOk="0">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8" name="Google Shape;21718;p141"/>
            <p:cNvSpPr/>
            <p:nvPr/>
          </p:nvSpPr>
          <p:spPr>
            <a:xfrm>
              <a:off x="5335167" y="2226448"/>
              <a:ext cx="12138" cy="24249"/>
            </a:xfrm>
            <a:custGeom>
              <a:avLst/>
              <a:gdLst/>
              <a:ahLst/>
              <a:cxnLst/>
              <a:rect l="l" t="t" r="r" b="b"/>
              <a:pathLst>
                <a:path w="463" h="925" extrusionOk="0">
                  <a:moveTo>
                    <a:pt x="0" y="1"/>
                  </a:moveTo>
                  <a:lnTo>
                    <a:pt x="0" y="925"/>
                  </a:lnTo>
                  <a:lnTo>
                    <a:pt x="462" y="925"/>
                  </a:lnTo>
                  <a:lnTo>
                    <a:pt x="46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9" name="Google Shape;21719;p141"/>
            <p:cNvSpPr/>
            <p:nvPr/>
          </p:nvSpPr>
          <p:spPr>
            <a:xfrm>
              <a:off x="5264779" y="2226421"/>
              <a:ext cx="16280" cy="24275"/>
            </a:xfrm>
            <a:custGeom>
              <a:avLst/>
              <a:gdLst/>
              <a:ahLst/>
              <a:cxnLst/>
              <a:rect l="l" t="t" r="r" b="b"/>
              <a:pathLst>
                <a:path w="621" h="926" extrusionOk="0">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0" name="Google Shape;21720;p141"/>
            <p:cNvSpPr/>
            <p:nvPr/>
          </p:nvSpPr>
          <p:spPr>
            <a:xfrm>
              <a:off x="5401281" y="2226421"/>
              <a:ext cx="16411" cy="24275"/>
            </a:xfrm>
            <a:custGeom>
              <a:avLst/>
              <a:gdLst/>
              <a:ahLst/>
              <a:cxnLst/>
              <a:rect l="l" t="t" r="r" b="b"/>
              <a:pathLst>
                <a:path w="626" h="926" extrusionOk="0">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1" name="Google Shape;21721;p141"/>
            <p:cNvSpPr/>
            <p:nvPr/>
          </p:nvSpPr>
          <p:spPr>
            <a:xfrm>
              <a:off x="5238276" y="2020214"/>
              <a:ext cx="206286" cy="218371"/>
            </a:xfrm>
            <a:custGeom>
              <a:avLst/>
              <a:gdLst/>
              <a:ahLst/>
              <a:cxnLst/>
              <a:rect l="l" t="t" r="r" b="b"/>
              <a:pathLst>
                <a:path w="7869" h="8330" extrusionOk="0">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2" name="Google Shape;21722;p141"/>
            <p:cNvSpPr/>
            <p:nvPr/>
          </p:nvSpPr>
          <p:spPr>
            <a:xfrm>
              <a:off x="5237909" y="2020214"/>
              <a:ext cx="206653" cy="18193"/>
            </a:xfrm>
            <a:custGeom>
              <a:avLst/>
              <a:gdLst/>
              <a:ahLst/>
              <a:cxnLst/>
              <a:rect l="l" t="t" r="r" b="b"/>
              <a:pathLst>
                <a:path w="7883" h="694" extrusionOk="0">
                  <a:moveTo>
                    <a:pt x="0" y="1"/>
                  </a:moveTo>
                  <a:lnTo>
                    <a:pt x="0" y="694"/>
                  </a:lnTo>
                  <a:lnTo>
                    <a:pt x="7882" y="694"/>
                  </a:lnTo>
                  <a:lnTo>
                    <a:pt x="7882"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3" name="Google Shape;21723;p141"/>
            <p:cNvSpPr/>
            <p:nvPr/>
          </p:nvSpPr>
          <p:spPr>
            <a:xfrm>
              <a:off x="5226165" y="2002047"/>
              <a:ext cx="230482" cy="24249"/>
            </a:xfrm>
            <a:custGeom>
              <a:avLst/>
              <a:gdLst/>
              <a:ahLst/>
              <a:cxnLst/>
              <a:rect l="l" t="t" r="r" b="b"/>
              <a:pathLst>
                <a:path w="8792" h="925" extrusionOk="0">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4" name="Google Shape;21724;p141"/>
            <p:cNvSpPr/>
            <p:nvPr/>
          </p:nvSpPr>
          <p:spPr>
            <a:xfrm>
              <a:off x="5257754" y="2073195"/>
              <a:ext cx="164080" cy="118597"/>
            </a:xfrm>
            <a:custGeom>
              <a:avLst/>
              <a:gdLst/>
              <a:ahLst/>
              <a:cxnLst/>
              <a:rect l="l" t="t" r="r" b="b"/>
              <a:pathLst>
                <a:path w="6259" h="4524" extrusionOk="0">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5" name="Google Shape;21725;p141"/>
            <p:cNvSpPr/>
            <p:nvPr/>
          </p:nvSpPr>
          <p:spPr>
            <a:xfrm>
              <a:off x="5226165" y="2014159"/>
              <a:ext cx="230482" cy="12138"/>
            </a:xfrm>
            <a:custGeom>
              <a:avLst/>
              <a:gdLst/>
              <a:ahLst/>
              <a:cxnLst/>
              <a:rect l="l" t="t" r="r" b="b"/>
              <a:pathLst>
                <a:path w="8792" h="463" extrusionOk="0">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26" name="Google Shape;21726;p141"/>
          <p:cNvGrpSpPr/>
          <p:nvPr/>
        </p:nvGrpSpPr>
        <p:grpSpPr>
          <a:xfrm>
            <a:off x="5632602" y="2025510"/>
            <a:ext cx="370130" cy="287264"/>
            <a:chOff x="5632602" y="2025510"/>
            <a:chExt cx="370130" cy="287264"/>
          </a:xfrm>
        </p:grpSpPr>
        <p:sp>
          <p:nvSpPr>
            <p:cNvPr id="21727" name="Google Shape;21727;p141"/>
            <p:cNvSpPr/>
            <p:nvPr/>
          </p:nvSpPr>
          <p:spPr>
            <a:xfrm>
              <a:off x="5695046" y="2050493"/>
              <a:ext cx="296701" cy="191501"/>
            </a:xfrm>
            <a:custGeom>
              <a:avLst/>
              <a:gdLst/>
              <a:ahLst/>
              <a:cxnLst/>
              <a:rect l="l" t="t" r="r" b="b"/>
              <a:pathLst>
                <a:path w="11318" h="7305" extrusionOk="0">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8" name="Google Shape;21728;p141"/>
            <p:cNvSpPr/>
            <p:nvPr/>
          </p:nvSpPr>
          <p:spPr>
            <a:xfrm>
              <a:off x="5735522" y="2241967"/>
              <a:ext cx="50359" cy="23882"/>
            </a:xfrm>
            <a:custGeom>
              <a:avLst/>
              <a:gdLst/>
              <a:ahLst/>
              <a:cxnLst/>
              <a:rect l="l" t="t" r="r" b="b"/>
              <a:pathLst>
                <a:path w="1921" h="911" extrusionOk="0">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9" name="Google Shape;21729;p141"/>
            <p:cNvSpPr/>
            <p:nvPr/>
          </p:nvSpPr>
          <p:spPr>
            <a:xfrm>
              <a:off x="5746899" y="2179156"/>
              <a:ext cx="38982" cy="62470"/>
            </a:xfrm>
            <a:custGeom>
              <a:avLst/>
              <a:gdLst/>
              <a:ahLst/>
              <a:cxnLst/>
              <a:rect l="l" t="t" r="r" b="b"/>
              <a:pathLst>
                <a:path w="1487" h="2383" extrusionOk="0">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0" name="Google Shape;21730;p141"/>
            <p:cNvSpPr/>
            <p:nvPr/>
          </p:nvSpPr>
          <p:spPr>
            <a:xfrm>
              <a:off x="5698821" y="2168565"/>
              <a:ext cx="42783" cy="26136"/>
            </a:xfrm>
            <a:custGeom>
              <a:avLst/>
              <a:gdLst/>
              <a:ahLst/>
              <a:cxnLst/>
              <a:rect l="l" t="t" r="r" b="b"/>
              <a:pathLst>
                <a:path w="1632" h="997" extrusionOk="0">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1" name="Google Shape;21731;p141"/>
            <p:cNvSpPr/>
            <p:nvPr/>
          </p:nvSpPr>
          <p:spPr>
            <a:xfrm>
              <a:off x="5695046" y="2050493"/>
              <a:ext cx="9857" cy="118099"/>
            </a:xfrm>
            <a:custGeom>
              <a:avLst/>
              <a:gdLst/>
              <a:ahLst/>
              <a:cxnLst/>
              <a:rect l="l" t="t" r="r" b="b"/>
              <a:pathLst>
                <a:path w="376" h="4505" extrusionOk="0">
                  <a:moveTo>
                    <a:pt x="0" y="0"/>
                  </a:moveTo>
                  <a:lnTo>
                    <a:pt x="0" y="4504"/>
                  </a:lnTo>
                  <a:lnTo>
                    <a:pt x="376" y="4504"/>
                  </a:lnTo>
                  <a:lnTo>
                    <a:pt x="376"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2" name="Google Shape;21732;p141"/>
            <p:cNvSpPr/>
            <p:nvPr/>
          </p:nvSpPr>
          <p:spPr>
            <a:xfrm>
              <a:off x="5695046" y="2049732"/>
              <a:ext cx="296701" cy="9857"/>
            </a:xfrm>
            <a:custGeom>
              <a:avLst/>
              <a:gdLst/>
              <a:ahLst/>
              <a:cxnLst/>
              <a:rect l="l" t="t" r="r" b="b"/>
              <a:pathLst>
                <a:path w="11318" h="376" extrusionOk="0">
                  <a:moveTo>
                    <a:pt x="0" y="1"/>
                  </a:moveTo>
                  <a:lnTo>
                    <a:pt x="0" y="376"/>
                  </a:lnTo>
                  <a:lnTo>
                    <a:pt x="11318" y="376"/>
                  </a:lnTo>
                  <a:lnTo>
                    <a:pt x="11318" y="1"/>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3" name="Google Shape;21733;p141"/>
            <p:cNvSpPr/>
            <p:nvPr/>
          </p:nvSpPr>
          <p:spPr>
            <a:xfrm>
              <a:off x="5725324" y="2240473"/>
              <a:ext cx="277014" cy="26503"/>
            </a:xfrm>
            <a:custGeom>
              <a:avLst/>
              <a:gdLst/>
              <a:ahLst/>
              <a:cxnLst/>
              <a:rect l="l" t="t" r="r" b="b"/>
              <a:pathLst>
                <a:path w="10567" h="1011" extrusionOk="0">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4" name="Google Shape;21734;p141"/>
            <p:cNvSpPr/>
            <p:nvPr/>
          </p:nvSpPr>
          <p:spPr>
            <a:xfrm>
              <a:off x="5684062" y="2025510"/>
              <a:ext cx="318670" cy="26136"/>
            </a:xfrm>
            <a:custGeom>
              <a:avLst/>
              <a:gdLst/>
              <a:ahLst/>
              <a:cxnLst/>
              <a:rect l="l" t="t" r="r" b="b"/>
              <a:pathLst>
                <a:path w="12156" h="997" extrusionOk="0">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5" name="Google Shape;21735;p141"/>
            <p:cNvSpPr/>
            <p:nvPr/>
          </p:nvSpPr>
          <p:spPr>
            <a:xfrm>
              <a:off x="5804022" y="2150005"/>
              <a:ext cx="25009" cy="58328"/>
            </a:xfrm>
            <a:custGeom>
              <a:avLst/>
              <a:gdLst/>
              <a:ahLst/>
              <a:cxnLst/>
              <a:rect l="l" t="t" r="r" b="b"/>
              <a:pathLst>
                <a:path w="954" h="2225" extrusionOk="0">
                  <a:moveTo>
                    <a:pt x="1" y="1"/>
                  </a:moveTo>
                  <a:lnTo>
                    <a:pt x="1" y="2224"/>
                  </a:lnTo>
                  <a:lnTo>
                    <a:pt x="953" y="2224"/>
                  </a:lnTo>
                  <a:lnTo>
                    <a:pt x="953"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6" name="Google Shape;21736;p141"/>
            <p:cNvSpPr/>
            <p:nvPr/>
          </p:nvSpPr>
          <p:spPr>
            <a:xfrm>
              <a:off x="5846779" y="2125048"/>
              <a:ext cx="25009" cy="83285"/>
            </a:xfrm>
            <a:custGeom>
              <a:avLst/>
              <a:gdLst/>
              <a:ahLst/>
              <a:cxnLst/>
              <a:rect l="l" t="t" r="r" b="b"/>
              <a:pathLst>
                <a:path w="954" h="3177" extrusionOk="0">
                  <a:moveTo>
                    <a:pt x="1" y="0"/>
                  </a:moveTo>
                  <a:lnTo>
                    <a:pt x="1" y="3176"/>
                  </a:lnTo>
                  <a:lnTo>
                    <a:pt x="954" y="3176"/>
                  </a:lnTo>
                  <a:lnTo>
                    <a:pt x="954"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7" name="Google Shape;21737;p141"/>
            <p:cNvSpPr/>
            <p:nvPr/>
          </p:nvSpPr>
          <p:spPr>
            <a:xfrm>
              <a:off x="5888408" y="2140174"/>
              <a:ext cx="25009" cy="68159"/>
            </a:xfrm>
            <a:custGeom>
              <a:avLst/>
              <a:gdLst/>
              <a:ahLst/>
              <a:cxnLst/>
              <a:rect l="l" t="t" r="r" b="b"/>
              <a:pathLst>
                <a:path w="954" h="2600" extrusionOk="0">
                  <a:moveTo>
                    <a:pt x="1" y="1"/>
                  </a:moveTo>
                  <a:lnTo>
                    <a:pt x="1" y="2599"/>
                  </a:lnTo>
                  <a:lnTo>
                    <a:pt x="954" y="2599"/>
                  </a:lnTo>
                  <a:lnTo>
                    <a:pt x="954"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8" name="Google Shape;21738;p141"/>
            <p:cNvSpPr/>
            <p:nvPr/>
          </p:nvSpPr>
          <p:spPr>
            <a:xfrm>
              <a:off x="5932318" y="2090995"/>
              <a:ext cx="25009" cy="117338"/>
            </a:xfrm>
            <a:custGeom>
              <a:avLst/>
              <a:gdLst/>
              <a:ahLst/>
              <a:cxnLst/>
              <a:rect l="l" t="t" r="r" b="b"/>
              <a:pathLst>
                <a:path w="954" h="4476" extrusionOk="0">
                  <a:moveTo>
                    <a:pt x="0" y="0"/>
                  </a:moveTo>
                  <a:lnTo>
                    <a:pt x="0" y="4475"/>
                  </a:lnTo>
                  <a:lnTo>
                    <a:pt x="953" y="4475"/>
                  </a:lnTo>
                  <a:lnTo>
                    <a:pt x="953"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9" name="Google Shape;21739;p141"/>
            <p:cNvSpPr/>
            <p:nvPr/>
          </p:nvSpPr>
          <p:spPr>
            <a:xfrm>
              <a:off x="5719636" y="2082658"/>
              <a:ext cx="47711" cy="11744"/>
            </a:xfrm>
            <a:custGeom>
              <a:avLst/>
              <a:gdLst/>
              <a:ahLst/>
              <a:cxnLst/>
              <a:rect l="l" t="t" r="r" b="b"/>
              <a:pathLst>
                <a:path w="1820" h="448" extrusionOk="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0" name="Google Shape;21740;p141"/>
            <p:cNvSpPr/>
            <p:nvPr/>
          </p:nvSpPr>
          <p:spPr>
            <a:xfrm>
              <a:off x="5719636" y="2102346"/>
              <a:ext cx="65118" cy="12138"/>
            </a:xfrm>
            <a:custGeom>
              <a:avLst/>
              <a:gdLst/>
              <a:ahLst/>
              <a:cxnLst/>
              <a:rect l="l" t="t" r="r" b="b"/>
              <a:pathLst>
                <a:path w="2484" h="463" extrusionOk="0">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1" name="Google Shape;21741;p141"/>
            <p:cNvSpPr/>
            <p:nvPr/>
          </p:nvSpPr>
          <p:spPr>
            <a:xfrm>
              <a:off x="5719636" y="2122374"/>
              <a:ext cx="65118" cy="11771"/>
            </a:xfrm>
            <a:custGeom>
              <a:avLst/>
              <a:gdLst/>
              <a:ahLst/>
              <a:cxnLst/>
              <a:rect l="l" t="t" r="r" b="b"/>
              <a:pathLst>
                <a:path w="2484" h="449" extrusionOk="0">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2" name="Google Shape;21742;p141"/>
            <p:cNvSpPr/>
            <p:nvPr/>
          </p:nvSpPr>
          <p:spPr>
            <a:xfrm>
              <a:off x="5719636" y="2142062"/>
              <a:ext cx="65118" cy="12138"/>
            </a:xfrm>
            <a:custGeom>
              <a:avLst/>
              <a:gdLst/>
              <a:ahLst/>
              <a:cxnLst/>
              <a:rect l="l" t="t" r="r" b="b"/>
              <a:pathLst>
                <a:path w="2484" h="463" extrusionOk="0">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3" name="Google Shape;21743;p141"/>
            <p:cNvSpPr/>
            <p:nvPr/>
          </p:nvSpPr>
          <p:spPr>
            <a:xfrm>
              <a:off x="5632602" y="2168172"/>
              <a:ext cx="144576" cy="144602"/>
            </a:xfrm>
            <a:custGeom>
              <a:avLst/>
              <a:gdLst/>
              <a:ahLst/>
              <a:cxnLst/>
              <a:rect l="l" t="t" r="r" b="b"/>
              <a:pathLst>
                <a:path w="5515" h="5516" extrusionOk="0">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4" name="Google Shape;21744;p141"/>
            <p:cNvSpPr/>
            <p:nvPr/>
          </p:nvSpPr>
          <p:spPr>
            <a:xfrm>
              <a:off x="5669696" y="2213602"/>
              <a:ext cx="29151" cy="54894"/>
            </a:xfrm>
            <a:custGeom>
              <a:avLst/>
              <a:gdLst/>
              <a:ahLst/>
              <a:cxnLst/>
              <a:rect l="l" t="t" r="r" b="b"/>
              <a:pathLst>
                <a:path w="1112" h="2094" extrusionOk="0">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45" name="Google Shape;21745;p141"/>
          <p:cNvGrpSpPr/>
          <p:nvPr/>
        </p:nvGrpSpPr>
        <p:grpSpPr>
          <a:xfrm>
            <a:off x="4212378" y="2456537"/>
            <a:ext cx="331515" cy="330021"/>
            <a:chOff x="4212378" y="2456537"/>
            <a:chExt cx="331515" cy="330021"/>
          </a:xfrm>
        </p:grpSpPr>
        <p:sp>
          <p:nvSpPr>
            <p:cNvPr id="21746" name="Google Shape;21746;p141"/>
            <p:cNvSpPr/>
            <p:nvPr/>
          </p:nvSpPr>
          <p:spPr>
            <a:xfrm>
              <a:off x="4212378" y="2651026"/>
              <a:ext cx="59796" cy="135532"/>
            </a:xfrm>
            <a:custGeom>
              <a:avLst/>
              <a:gdLst/>
              <a:ahLst/>
              <a:cxnLst/>
              <a:rect l="l" t="t" r="r" b="b"/>
              <a:pathLst>
                <a:path w="2281" h="5170" extrusionOk="0">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7" name="Google Shape;21747;p141"/>
            <p:cNvSpPr/>
            <p:nvPr/>
          </p:nvSpPr>
          <p:spPr>
            <a:xfrm>
              <a:off x="4212378" y="2651052"/>
              <a:ext cx="28784" cy="135505"/>
            </a:xfrm>
            <a:custGeom>
              <a:avLst/>
              <a:gdLst/>
              <a:ahLst/>
              <a:cxnLst/>
              <a:rect l="l" t="t" r="r" b="b"/>
              <a:pathLst>
                <a:path w="1098" h="5169" extrusionOk="0">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8" name="Google Shape;21748;p141"/>
            <p:cNvSpPr/>
            <p:nvPr/>
          </p:nvSpPr>
          <p:spPr>
            <a:xfrm>
              <a:off x="4302820" y="2617366"/>
              <a:ext cx="59823" cy="169192"/>
            </a:xfrm>
            <a:custGeom>
              <a:avLst/>
              <a:gdLst/>
              <a:ahLst/>
              <a:cxnLst/>
              <a:rect l="l" t="t" r="r" b="b"/>
              <a:pathLst>
                <a:path w="2282" h="6454" extrusionOk="0">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9" name="Google Shape;21749;p141"/>
            <p:cNvSpPr/>
            <p:nvPr/>
          </p:nvSpPr>
          <p:spPr>
            <a:xfrm>
              <a:off x="4302820" y="2617366"/>
              <a:ext cx="28391" cy="169192"/>
            </a:xfrm>
            <a:custGeom>
              <a:avLst/>
              <a:gdLst/>
              <a:ahLst/>
              <a:cxnLst/>
              <a:rect l="l" t="t" r="r" b="b"/>
              <a:pathLst>
                <a:path w="1083" h="6454" extrusionOk="0">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0" name="Google Shape;21750;p141"/>
            <p:cNvSpPr/>
            <p:nvPr/>
          </p:nvSpPr>
          <p:spPr>
            <a:xfrm>
              <a:off x="4393262" y="2583679"/>
              <a:ext cx="59823" cy="202878"/>
            </a:xfrm>
            <a:custGeom>
              <a:avLst/>
              <a:gdLst/>
              <a:ahLst/>
              <a:cxnLst/>
              <a:rect l="l" t="t" r="r" b="b"/>
              <a:pathLst>
                <a:path w="2282" h="7739" extrusionOk="0">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1" name="Google Shape;21751;p141"/>
            <p:cNvSpPr/>
            <p:nvPr/>
          </p:nvSpPr>
          <p:spPr>
            <a:xfrm>
              <a:off x="4393262" y="2583679"/>
              <a:ext cx="28391" cy="202878"/>
            </a:xfrm>
            <a:custGeom>
              <a:avLst/>
              <a:gdLst/>
              <a:ahLst/>
              <a:cxnLst/>
              <a:rect l="l" t="t" r="r" b="b"/>
              <a:pathLst>
                <a:path w="1083" h="7739" extrusionOk="0">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2" name="Google Shape;21752;p141"/>
            <p:cNvSpPr/>
            <p:nvPr/>
          </p:nvSpPr>
          <p:spPr>
            <a:xfrm>
              <a:off x="4483703" y="2550386"/>
              <a:ext cx="60190" cy="236171"/>
            </a:xfrm>
            <a:custGeom>
              <a:avLst/>
              <a:gdLst/>
              <a:ahLst/>
              <a:cxnLst/>
              <a:rect l="l" t="t" r="r" b="b"/>
              <a:pathLst>
                <a:path w="2296" h="9009" extrusionOk="0">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3" name="Google Shape;21753;p141"/>
            <p:cNvSpPr/>
            <p:nvPr/>
          </p:nvSpPr>
          <p:spPr>
            <a:xfrm>
              <a:off x="4483703" y="2550386"/>
              <a:ext cx="28417" cy="236171"/>
            </a:xfrm>
            <a:custGeom>
              <a:avLst/>
              <a:gdLst/>
              <a:ahLst/>
              <a:cxnLst/>
              <a:rect l="l" t="t" r="r" b="b"/>
              <a:pathLst>
                <a:path w="1084" h="9009" extrusionOk="0">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4" name="Google Shape;21754;p141"/>
            <p:cNvSpPr/>
            <p:nvPr/>
          </p:nvSpPr>
          <p:spPr>
            <a:xfrm>
              <a:off x="4226744" y="2456537"/>
              <a:ext cx="307318" cy="124154"/>
            </a:xfrm>
            <a:custGeom>
              <a:avLst/>
              <a:gdLst/>
              <a:ahLst/>
              <a:cxnLst/>
              <a:rect l="l" t="t" r="r" b="b"/>
              <a:pathLst>
                <a:path w="11723" h="4736" extrusionOk="0">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55" name="Google Shape;21755;p141"/>
          <p:cNvGrpSpPr/>
          <p:nvPr/>
        </p:nvGrpSpPr>
        <p:grpSpPr>
          <a:xfrm>
            <a:off x="6176013" y="1977825"/>
            <a:ext cx="235411" cy="347427"/>
            <a:chOff x="6176013" y="1977825"/>
            <a:chExt cx="235411" cy="347427"/>
          </a:xfrm>
        </p:grpSpPr>
        <p:sp>
          <p:nvSpPr>
            <p:cNvPr id="21756" name="Google Shape;21756;p141"/>
            <p:cNvSpPr/>
            <p:nvPr/>
          </p:nvSpPr>
          <p:spPr>
            <a:xfrm>
              <a:off x="6268368" y="2084179"/>
              <a:ext cx="50726" cy="50726"/>
            </a:xfrm>
            <a:custGeom>
              <a:avLst/>
              <a:gdLst/>
              <a:ahLst/>
              <a:cxnLst/>
              <a:rect l="l" t="t" r="r" b="b"/>
              <a:pathLst>
                <a:path w="1935" h="1935" extrusionOk="0">
                  <a:moveTo>
                    <a:pt x="0" y="0"/>
                  </a:moveTo>
                  <a:lnTo>
                    <a:pt x="0" y="1935"/>
                  </a:lnTo>
                  <a:lnTo>
                    <a:pt x="1934" y="1935"/>
                  </a:lnTo>
                  <a:lnTo>
                    <a:pt x="19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7" name="Google Shape;21757;p141"/>
            <p:cNvSpPr/>
            <p:nvPr/>
          </p:nvSpPr>
          <p:spPr>
            <a:xfrm>
              <a:off x="6268368" y="2084179"/>
              <a:ext cx="50726" cy="28024"/>
            </a:xfrm>
            <a:custGeom>
              <a:avLst/>
              <a:gdLst/>
              <a:ahLst/>
              <a:cxnLst/>
              <a:rect l="l" t="t" r="r" b="b"/>
              <a:pathLst>
                <a:path w="1935" h="1069" extrusionOk="0">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8" name="Google Shape;21758;p141"/>
            <p:cNvSpPr/>
            <p:nvPr/>
          </p:nvSpPr>
          <p:spPr>
            <a:xfrm>
              <a:off x="6243385" y="1977825"/>
              <a:ext cx="101059" cy="78357"/>
            </a:xfrm>
            <a:custGeom>
              <a:avLst/>
              <a:gdLst/>
              <a:ahLst/>
              <a:cxnLst/>
              <a:rect l="l" t="t" r="r" b="b"/>
              <a:pathLst>
                <a:path w="3855"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9" name="Google Shape;21759;p141"/>
            <p:cNvSpPr/>
            <p:nvPr/>
          </p:nvSpPr>
          <p:spPr>
            <a:xfrm>
              <a:off x="6243385" y="1977825"/>
              <a:ext cx="42416" cy="78357"/>
            </a:xfrm>
            <a:custGeom>
              <a:avLst/>
              <a:gdLst/>
              <a:ahLst/>
              <a:cxnLst/>
              <a:rect l="l" t="t" r="r" b="b"/>
              <a:pathLst>
                <a:path w="1618"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0" name="Google Shape;21760;p141"/>
            <p:cNvSpPr/>
            <p:nvPr/>
          </p:nvSpPr>
          <p:spPr>
            <a:xfrm>
              <a:off x="6215388" y="2117839"/>
              <a:ext cx="156687" cy="73061"/>
            </a:xfrm>
            <a:custGeom>
              <a:avLst/>
              <a:gdLst/>
              <a:ahLst/>
              <a:cxnLst/>
              <a:rect l="l" t="t" r="r" b="b"/>
              <a:pathLst>
                <a:path w="5977" h="2787" extrusionOk="0">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1" name="Google Shape;21761;p141"/>
            <p:cNvSpPr/>
            <p:nvPr/>
          </p:nvSpPr>
          <p:spPr>
            <a:xfrm>
              <a:off x="6285382" y="2140174"/>
              <a:ext cx="16673" cy="50726"/>
            </a:xfrm>
            <a:custGeom>
              <a:avLst/>
              <a:gdLst/>
              <a:ahLst/>
              <a:cxnLst/>
              <a:rect l="l" t="t" r="r" b="b"/>
              <a:pathLst>
                <a:path w="636" h="1935" extrusionOk="0">
                  <a:moveTo>
                    <a:pt x="159" y="1"/>
                  </a:moveTo>
                  <a:lnTo>
                    <a:pt x="1" y="1935"/>
                  </a:lnTo>
                  <a:lnTo>
                    <a:pt x="636" y="1935"/>
                  </a:lnTo>
                  <a:lnTo>
                    <a:pt x="477"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2" name="Google Shape;21762;p141"/>
            <p:cNvSpPr/>
            <p:nvPr/>
          </p:nvSpPr>
          <p:spPr>
            <a:xfrm>
              <a:off x="6215388" y="2138654"/>
              <a:ext cx="28024" cy="51879"/>
            </a:xfrm>
            <a:custGeom>
              <a:avLst/>
              <a:gdLst/>
              <a:ahLst/>
              <a:cxnLst/>
              <a:rect l="l" t="t" r="r" b="b"/>
              <a:pathLst>
                <a:path w="1069" h="1979" extrusionOk="0">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3" name="Google Shape;21763;p141"/>
            <p:cNvSpPr/>
            <p:nvPr/>
          </p:nvSpPr>
          <p:spPr>
            <a:xfrm>
              <a:off x="6344051" y="2138654"/>
              <a:ext cx="28391" cy="51879"/>
            </a:xfrm>
            <a:custGeom>
              <a:avLst/>
              <a:gdLst/>
              <a:ahLst/>
              <a:cxnLst/>
              <a:rect l="l" t="t" r="r" b="b"/>
              <a:pathLst>
                <a:path w="1083" h="1979" extrusionOk="0">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4" name="Google Shape;21764;p141"/>
            <p:cNvSpPr/>
            <p:nvPr/>
          </p:nvSpPr>
          <p:spPr>
            <a:xfrm>
              <a:off x="6285015" y="2134879"/>
              <a:ext cx="17040" cy="13658"/>
            </a:xfrm>
            <a:custGeom>
              <a:avLst/>
              <a:gdLst/>
              <a:ahLst/>
              <a:cxnLst/>
              <a:rect l="l" t="t" r="r" b="b"/>
              <a:pathLst>
                <a:path w="650" h="521" extrusionOk="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5" name="Google Shape;21765;p141"/>
            <p:cNvSpPr/>
            <p:nvPr/>
          </p:nvSpPr>
          <p:spPr>
            <a:xfrm>
              <a:off x="6258905" y="2112334"/>
              <a:ext cx="34840" cy="31301"/>
            </a:xfrm>
            <a:custGeom>
              <a:avLst/>
              <a:gdLst/>
              <a:ahLst/>
              <a:cxnLst/>
              <a:rect l="l" t="t" r="r" b="b"/>
              <a:pathLst>
                <a:path w="1329" h="1194" extrusionOk="0">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6" name="Google Shape;21766;p141"/>
            <p:cNvSpPr/>
            <p:nvPr/>
          </p:nvSpPr>
          <p:spPr>
            <a:xfrm>
              <a:off x="6293718" y="2112334"/>
              <a:ext cx="34840" cy="31301"/>
            </a:xfrm>
            <a:custGeom>
              <a:avLst/>
              <a:gdLst/>
              <a:ahLst/>
              <a:cxnLst/>
              <a:rect l="l" t="t" r="r" b="b"/>
              <a:pathLst>
                <a:path w="1329" h="1194" extrusionOk="0">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7" name="Google Shape;21767;p141"/>
            <p:cNvSpPr/>
            <p:nvPr/>
          </p:nvSpPr>
          <p:spPr>
            <a:xfrm>
              <a:off x="6248681" y="2016859"/>
              <a:ext cx="90075" cy="84045"/>
            </a:xfrm>
            <a:custGeom>
              <a:avLst/>
              <a:gdLst/>
              <a:ahLst/>
              <a:cxnLst/>
              <a:rect l="l" t="t" r="r" b="b"/>
              <a:pathLst>
                <a:path w="3436" h="3206" extrusionOk="0">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8" name="Google Shape;21768;p141"/>
            <p:cNvSpPr/>
            <p:nvPr/>
          </p:nvSpPr>
          <p:spPr>
            <a:xfrm>
              <a:off x="6248681" y="2016911"/>
              <a:ext cx="78724" cy="83180"/>
            </a:xfrm>
            <a:custGeom>
              <a:avLst/>
              <a:gdLst/>
              <a:ahLst/>
              <a:cxnLst/>
              <a:rect l="l" t="t" r="r" b="b"/>
              <a:pathLst>
                <a:path w="3003" h="3173" extrusionOk="0">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9" name="Google Shape;21769;p141"/>
            <p:cNvSpPr/>
            <p:nvPr/>
          </p:nvSpPr>
          <p:spPr>
            <a:xfrm>
              <a:off x="6282367" y="2302891"/>
              <a:ext cx="22728" cy="22361"/>
            </a:xfrm>
            <a:custGeom>
              <a:avLst/>
              <a:gdLst/>
              <a:ahLst/>
              <a:cxnLst/>
              <a:rect l="l" t="t" r="r" b="b"/>
              <a:pathLst>
                <a:path w="867" h="853" extrusionOk="0">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0" name="Google Shape;21770;p141"/>
            <p:cNvSpPr/>
            <p:nvPr/>
          </p:nvSpPr>
          <p:spPr>
            <a:xfrm>
              <a:off x="6176013" y="2302891"/>
              <a:ext cx="22361" cy="22361"/>
            </a:xfrm>
            <a:custGeom>
              <a:avLst/>
              <a:gdLst/>
              <a:ahLst/>
              <a:cxnLst/>
              <a:rect l="l" t="t" r="r" b="b"/>
              <a:pathLst>
                <a:path w="853" h="853" extrusionOk="0">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1" name="Google Shape;21771;p141"/>
            <p:cNvSpPr/>
            <p:nvPr/>
          </p:nvSpPr>
          <p:spPr>
            <a:xfrm>
              <a:off x="6389062" y="2302891"/>
              <a:ext cx="22361" cy="22361"/>
            </a:xfrm>
            <a:custGeom>
              <a:avLst/>
              <a:gdLst/>
              <a:ahLst/>
              <a:cxnLst/>
              <a:rect l="l" t="t" r="r" b="b"/>
              <a:pathLst>
                <a:path w="853" h="853" extrusionOk="0">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2" name="Google Shape;21772;p141"/>
            <p:cNvSpPr/>
            <p:nvPr/>
          </p:nvSpPr>
          <p:spPr>
            <a:xfrm>
              <a:off x="6199528" y="2217954"/>
              <a:ext cx="188381" cy="73769"/>
            </a:xfrm>
            <a:custGeom>
              <a:avLst/>
              <a:gdLst/>
              <a:ahLst/>
              <a:cxnLst/>
              <a:rect l="l" t="t" r="r" b="b"/>
              <a:pathLst>
                <a:path w="7186" h="2814" extrusionOk="0">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73" name="Google Shape;21773;p141"/>
          <p:cNvGrpSpPr/>
          <p:nvPr/>
        </p:nvGrpSpPr>
        <p:grpSpPr>
          <a:xfrm>
            <a:off x="6652077" y="1977458"/>
            <a:ext cx="235778" cy="347794"/>
            <a:chOff x="6652077" y="1977458"/>
            <a:chExt cx="235778" cy="347794"/>
          </a:xfrm>
        </p:grpSpPr>
        <p:sp>
          <p:nvSpPr>
            <p:cNvPr id="21774" name="Google Shape;21774;p141"/>
            <p:cNvSpPr/>
            <p:nvPr/>
          </p:nvSpPr>
          <p:spPr>
            <a:xfrm>
              <a:off x="6758798" y="2302891"/>
              <a:ext cx="22361" cy="22361"/>
            </a:xfrm>
            <a:custGeom>
              <a:avLst/>
              <a:gdLst/>
              <a:ahLst/>
              <a:cxnLst/>
              <a:rect l="l" t="t" r="r" b="b"/>
              <a:pathLst>
                <a:path w="853" h="853" extrusionOk="0">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5" name="Google Shape;21775;p141"/>
            <p:cNvSpPr/>
            <p:nvPr/>
          </p:nvSpPr>
          <p:spPr>
            <a:xfrm>
              <a:off x="6652077"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6" name="Google Shape;21776;p141"/>
            <p:cNvSpPr/>
            <p:nvPr/>
          </p:nvSpPr>
          <p:spPr>
            <a:xfrm>
              <a:off x="6865126"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7" name="Google Shape;21777;p141"/>
            <p:cNvSpPr/>
            <p:nvPr/>
          </p:nvSpPr>
          <p:spPr>
            <a:xfrm>
              <a:off x="6675697" y="2219081"/>
              <a:ext cx="188564" cy="72642"/>
            </a:xfrm>
            <a:custGeom>
              <a:avLst/>
              <a:gdLst/>
              <a:ahLst/>
              <a:cxnLst/>
              <a:rect l="l" t="t" r="r" b="b"/>
              <a:pathLst>
                <a:path w="7193" h="2771" extrusionOk="0">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8" name="Google Shape;21778;p141"/>
            <p:cNvSpPr/>
            <p:nvPr/>
          </p:nvSpPr>
          <p:spPr>
            <a:xfrm>
              <a:off x="6747447" y="2112176"/>
              <a:ext cx="45064" cy="45064"/>
            </a:xfrm>
            <a:custGeom>
              <a:avLst/>
              <a:gdLst/>
              <a:ahLst/>
              <a:cxnLst/>
              <a:rect l="l" t="t" r="r" b="b"/>
              <a:pathLst>
                <a:path w="1719" h="1719" extrusionOk="0">
                  <a:moveTo>
                    <a:pt x="0" y="0"/>
                  </a:moveTo>
                  <a:lnTo>
                    <a:pt x="0" y="1718"/>
                  </a:lnTo>
                  <a:lnTo>
                    <a:pt x="1718" y="1718"/>
                  </a:lnTo>
                  <a:lnTo>
                    <a:pt x="171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9" name="Google Shape;21779;p141"/>
            <p:cNvSpPr/>
            <p:nvPr/>
          </p:nvSpPr>
          <p:spPr>
            <a:xfrm>
              <a:off x="6747447" y="2112176"/>
              <a:ext cx="45064" cy="22361"/>
            </a:xfrm>
            <a:custGeom>
              <a:avLst/>
              <a:gdLst/>
              <a:ahLst/>
              <a:cxnLst/>
              <a:rect l="l" t="t" r="r" b="b"/>
              <a:pathLst>
                <a:path w="1719" h="853" extrusionOk="0">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0" name="Google Shape;21780;p141"/>
            <p:cNvSpPr/>
            <p:nvPr/>
          </p:nvSpPr>
          <p:spPr>
            <a:xfrm>
              <a:off x="6741759" y="1977458"/>
              <a:ext cx="56415" cy="45064"/>
            </a:xfrm>
            <a:custGeom>
              <a:avLst/>
              <a:gdLst/>
              <a:ahLst/>
              <a:cxnLst/>
              <a:rect l="l" t="t" r="r" b="b"/>
              <a:pathLst>
                <a:path w="2152" h="1719" extrusionOk="0">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1" name="Google Shape;21781;p141"/>
            <p:cNvSpPr/>
            <p:nvPr/>
          </p:nvSpPr>
          <p:spPr>
            <a:xfrm>
              <a:off x="6741759" y="1977825"/>
              <a:ext cx="38248" cy="44697"/>
            </a:xfrm>
            <a:custGeom>
              <a:avLst/>
              <a:gdLst/>
              <a:ahLst/>
              <a:cxnLst/>
              <a:rect l="l" t="t" r="r" b="b"/>
              <a:pathLst>
                <a:path w="1459" h="1705" extrusionOk="0">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2" name="Google Shape;21782;p141"/>
            <p:cNvSpPr/>
            <p:nvPr/>
          </p:nvSpPr>
          <p:spPr>
            <a:xfrm>
              <a:off x="6713761" y="2000160"/>
              <a:ext cx="112410" cy="112043"/>
            </a:xfrm>
            <a:custGeom>
              <a:avLst/>
              <a:gdLst/>
              <a:ahLst/>
              <a:cxnLst/>
              <a:rect l="l" t="t" r="r" b="b"/>
              <a:pathLst>
                <a:path w="4288" h="4274" extrusionOk="0">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3" name="Google Shape;21783;p141"/>
            <p:cNvSpPr/>
            <p:nvPr/>
          </p:nvSpPr>
          <p:spPr>
            <a:xfrm>
              <a:off x="6740605" y="2000134"/>
              <a:ext cx="88974" cy="110942"/>
            </a:xfrm>
            <a:custGeom>
              <a:avLst/>
              <a:gdLst/>
              <a:ahLst/>
              <a:cxnLst/>
              <a:rect l="l" t="t" r="r" b="b"/>
              <a:pathLst>
                <a:path w="3394" h="4232" extrusionOk="0">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4" name="Google Shape;21784;p141"/>
            <p:cNvSpPr/>
            <p:nvPr/>
          </p:nvSpPr>
          <p:spPr>
            <a:xfrm>
              <a:off x="6725112" y="2040033"/>
              <a:ext cx="89708" cy="83521"/>
            </a:xfrm>
            <a:custGeom>
              <a:avLst/>
              <a:gdLst/>
              <a:ahLst/>
              <a:cxnLst/>
              <a:rect l="l" t="t" r="r" b="b"/>
              <a:pathLst>
                <a:path w="3422" h="3186" extrusionOk="0">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5" name="Google Shape;21785;p141"/>
            <p:cNvSpPr/>
            <p:nvPr/>
          </p:nvSpPr>
          <p:spPr>
            <a:xfrm>
              <a:off x="6697481" y="2142822"/>
              <a:ext cx="145362" cy="59062"/>
            </a:xfrm>
            <a:custGeom>
              <a:avLst/>
              <a:gdLst/>
              <a:ahLst/>
              <a:cxnLst/>
              <a:rect l="l" t="t" r="r" b="b"/>
              <a:pathLst>
                <a:path w="5545" h="2253" extrusionOk="0">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6" name="Google Shape;21786;p141"/>
            <p:cNvSpPr/>
            <p:nvPr/>
          </p:nvSpPr>
          <p:spPr>
            <a:xfrm>
              <a:off x="6697114" y="2161749"/>
              <a:ext cx="28024" cy="40135"/>
            </a:xfrm>
            <a:custGeom>
              <a:avLst/>
              <a:gdLst/>
              <a:ahLst/>
              <a:cxnLst/>
              <a:rect l="l" t="t" r="r" b="b"/>
              <a:pathLst>
                <a:path w="1069" h="1531" extrusionOk="0">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7" name="Google Shape;21787;p141"/>
            <p:cNvSpPr/>
            <p:nvPr/>
          </p:nvSpPr>
          <p:spPr>
            <a:xfrm>
              <a:off x="6814427" y="2161749"/>
              <a:ext cx="28417" cy="40135"/>
            </a:xfrm>
            <a:custGeom>
              <a:avLst/>
              <a:gdLst/>
              <a:ahLst/>
              <a:cxnLst/>
              <a:rect l="l" t="t" r="r" b="b"/>
              <a:pathLst>
                <a:path w="1084" h="1531" extrusionOk="0">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8" name="Google Shape;21788;p141"/>
            <p:cNvSpPr/>
            <p:nvPr/>
          </p:nvSpPr>
          <p:spPr>
            <a:xfrm>
              <a:off x="6737617" y="2135849"/>
              <a:ext cx="64358" cy="66036"/>
            </a:xfrm>
            <a:custGeom>
              <a:avLst/>
              <a:gdLst/>
              <a:ahLst/>
              <a:cxnLst/>
              <a:rect l="l" t="t" r="r" b="b"/>
              <a:pathLst>
                <a:path w="2455" h="2519" extrusionOk="0">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9" name="Google Shape;21789;p141"/>
            <p:cNvSpPr/>
            <p:nvPr/>
          </p:nvSpPr>
          <p:spPr>
            <a:xfrm>
              <a:off x="6725112" y="2040033"/>
              <a:ext cx="90101" cy="82761"/>
            </a:xfrm>
            <a:custGeom>
              <a:avLst/>
              <a:gdLst/>
              <a:ahLst/>
              <a:cxnLst/>
              <a:rect l="l" t="t" r="r" b="b"/>
              <a:pathLst>
                <a:path w="3437" h="3157" extrusionOk="0">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90" name="Google Shape;21790;p141"/>
          <p:cNvGrpSpPr/>
          <p:nvPr/>
        </p:nvGrpSpPr>
        <p:grpSpPr>
          <a:xfrm>
            <a:off x="7072513" y="1997512"/>
            <a:ext cx="394352" cy="308052"/>
            <a:chOff x="7072513" y="1997512"/>
            <a:chExt cx="394352" cy="308052"/>
          </a:xfrm>
        </p:grpSpPr>
        <p:sp>
          <p:nvSpPr>
            <p:cNvPr id="21791" name="Google Shape;21791;p141"/>
            <p:cNvSpPr/>
            <p:nvPr/>
          </p:nvSpPr>
          <p:spPr>
            <a:xfrm>
              <a:off x="7111862" y="2025903"/>
              <a:ext cx="279321" cy="279662"/>
            </a:xfrm>
            <a:custGeom>
              <a:avLst/>
              <a:gdLst/>
              <a:ahLst/>
              <a:cxnLst/>
              <a:rect l="l" t="t" r="r" b="b"/>
              <a:pathLst>
                <a:path w="10655" h="10668" extrusionOk="0">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2" name="Google Shape;21792;p141"/>
            <p:cNvSpPr/>
            <p:nvPr/>
          </p:nvSpPr>
          <p:spPr>
            <a:xfrm>
              <a:off x="7250749" y="2106488"/>
              <a:ext cx="74582" cy="97677"/>
            </a:xfrm>
            <a:custGeom>
              <a:avLst/>
              <a:gdLst/>
              <a:ahLst/>
              <a:cxnLst/>
              <a:rect l="l" t="t" r="r" b="b"/>
              <a:pathLst>
                <a:path w="2845" h="3726" extrusionOk="0">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3" name="Google Shape;21793;p141"/>
            <p:cNvSpPr/>
            <p:nvPr/>
          </p:nvSpPr>
          <p:spPr>
            <a:xfrm>
              <a:off x="7250749" y="2048212"/>
              <a:ext cx="148744" cy="193021"/>
            </a:xfrm>
            <a:custGeom>
              <a:avLst/>
              <a:gdLst/>
              <a:ahLst/>
              <a:cxnLst/>
              <a:rect l="l" t="t" r="r" b="b"/>
              <a:pathLst>
                <a:path w="5674" h="7363" extrusionOk="0">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4" name="Google Shape;21794;p141"/>
            <p:cNvSpPr/>
            <p:nvPr/>
          </p:nvSpPr>
          <p:spPr>
            <a:xfrm>
              <a:off x="7250382" y="1997512"/>
              <a:ext cx="216483" cy="272872"/>
            </a:xfrm>
            <a:custGeom>
              <a:avLst/>
              <a:gdLst/>
              <a:ahLst/>
              <a:cxnLst/>
              <a:rect l="l" t="t" r="r" b="b"/>
              <a:pathLst>
                <a:path w="8258" h="10409" extrusionOk="0">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5" name="Google Shape;21795;p141"/>
            <p:cNvSpPr/>
            <p:nvPr/>
          </p:nvSpPr>
          <p:spPr>
            <a:xfrm>
              <a:off x="7114903" y="2025903"/>
              <a:ext cx="137000" cy="140408"/>
            </a:xfrm>
            <a:custGeom>
              <a:avLst/>
              <a:gdLst/>
              <a:ahLst/>
              <a:cxnLst/>
              <a:rect l="l" t="t" r="r" b="b"/>
              <a:pathLst>
                <a:path w="5226" h="5356" extrusionOk="0">
                  <a:moveTo>
                    <a:pt x="5197" y="0"/>
                  </a:moveTo>
                  <a:cubicBezTo>
                    <a:pt x="2700" y="15"/>
                    <a:pt x="534" y="1747"/>
                    <a:pt x="0" y="4201"/>
                  </a:cubicBezTo>
                  <a:lnTo>
                    <a:pt x="5226" y="5356"/>
                  </a:lnTo>
                  <a:lnTo>
                    <a:pt x="5197"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6" name="Google Shape;21796;p141"/>
            <p:cNvSpPr/>
            <p:nvPr/>
          </p:nvSpPr>
          <p:spPr>
            <a:xfrm>
              <a:off x="7111862" y="2135639"/>
              <a:ext cx="140041" cy="164630"/>
            </a:xfrm>
            <a:custGeom>
              <a:avLst/>
              <a:gdLst/>
              <a:ahLst/>
              <a:cxnLst/>
              <a:rect l="l" t="t" r="r" b="b"/>
              <a:pathLst>
                <a:path w="5342" h="6280" extrusionOk="0">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7" name="Google Shape;21797;p141"/>
            <p:cNvSpPr/>
            <p:nvPr/>
          </p:nvSpPr>
          <p:spPr>
            <a:xfrm>
              <a:off x="7198529" y="2280188"/>
              <a:ext cx="73821" cy="25376"/>
            </a:xfrm>
            <a:custGeom>
              <a:avLst/>
              <a:gdLst/>
              <a:ahLst/>
              <a:cxnLst/>
              <a:rect l="l" t="t" r="r" b="b"/>
              <a:pathLst>
                <a:path w="2816" h="968" extrusionOk="0">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8" name="Google Shape;21798;p141"/>
            <p:cNvSpPr/>
            <p:nvPr/>
          </p:nvSpPr>
          <p:spPr>
            <a:xfrm>
              <a:off x="7114903" y="2025903"/>
              <a:ext cx="136239" cy="118833"/>
            </a:xfrm>
            <a:custGeom>
              <a:avLst/>
              <a:gdLst/>
              <a:ahLst/>
              <a:cxnLst/>
              <a:rect l="l" t="t" r="r" b="b"/>
              <a:pathLst>
                <a:path w="5197" h="4533" extrusionOk="0">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9" name="Google Shape;21799;p141"/>
            <p:cNvSpPr/>
            <p:nvPr/>
          </p:nvSpPr>
          <p:spPr>
            <a:xfrm>
              <a:off x="7072513" y="2004223"/>
              <a:ext cx="136947" cy="105515"/>
            </a:xfrm>
            <a:custGeom>
              <a:avLst/>
              <a:gdLst/>
              <a:ahLst/>
              <a:cxnLst/>
              <a:rect l="l" t="t" r="r" b="b"/>
              <a:pathLst>
                <a:path w="5224" h="4025" extrusionOk="0">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0" name="Google Shape;21800;p141"/>
            <p:cNvSpPr/>
            <p:nvPr/>
          </p:nvSpPr>
          <p:spPr>
            <a:xfrm>
              <a:off x="7187545" y="2099436"/>
              <a:ext cx="35233" cy="30173"/>
            </a:xfrm>
            <a:custGeom>
              <a:avLst/>
              <a:gdLst/>
              <a:ahLst/>
              <a:cxnLst/>
              <a:rect l="l" t="t" r="r" b="b"/>
              <a:pathLst>
                <a:path w="1344" h="1151" extrusionOk="0">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1" name="Google Shape;21801;p141"/>
            <p:cNvSpPr/>
            <p:nvPr/>
          </p:nvSpPr>
          <p:spPr>
            <a:xfrm>
              <a:off x="7098990" y="2135246"/>
              <a:ext cx="120379" cy="165023"/>
            </a:xfrm>
            <a:custGeom>
              <a:avLst/>
              <a:gdLst/>
              <a:ahLst/>
              <a:cxnLst/>
              <a:rect l="l" t="t" r="r" b="b"/>
              <a:pathLst>
                <a:path w="4592" h="6295" extrusionOk="0">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02" name="Google Shape;21802;p141"/>
          <p:cNvGrpSpPr/>
          <p:nvPr/>
        </p:nvGrpSpPr>
        <p:grpSpPr>
          <a:xfrm>
            <a:off x="7576208" y="1977825"/>
            <a:ext cx="292533" cy="347454"/>
            <a:chOff x="7576208" y="1977825"/>
            <a:chExt cx="292533" cy="347454"/>
          </a:xfrm>
        </p:grpSpPr>
        <p:sp>
          <p:nvSpPr>
            <p:cNvPr id="21803" name="Google Shape;21803;p141"/>
            <p:cNvSpPr/>
            <p:nvPr/>
          </p:nvSpPr>
          <p:spPr>
            <a:xfrm>
              <a:off x="7576208" y="1999032"/>
              <a:ext cx="89315" cy="148351"/>
            </a:xfrm>
            <a:custGeom>
              <a:avLst/>
              <a:gdLst/>
              <a:ahLst/>
              <a:cxnLst/>
              <a:rect l="l" t="t" r="r" b="b"/>
              <a:pathLst>
                <a:path w="3407" h="5659" extrusionOk="0">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4" name="Google Shape;21804;p141"/>
            <p:cNvSpPr/>
            <p:nvPr/>
          </p:nvSpPr>
          <p:spPr>
            <a:xfrm>
              <a:off x="7779034" y="1999032"/>
              <a:ext cx="89708" cy="148351"/>
            </a:xfrm>
            <a:custGeom>
              <a:avLst/>
              <a:gdLst/>
              <a:ahLst/>
              <a:cxnLst/>
              <a:rect l="l" t="t" r="r" b="b"/>
              <a:pathLst>
                <a:path w="3422" h="5659" extrusionOk="0">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5" name="Google Shape;21805;p141"/>
            <p:cNvSpPr/>
            <p:nvPr/>
          </p:nvSpPr>
          <p:spPr>
            <a:xfrm>
              <a:off x="7710927" y="2175381"/>
              <a:ext cx="22728" cy="103707"/>
            </a:xfrm>
            <a:custGeom>
              <a:avLst/>
              <a:gdLst/>
              <a:ahLst/>
              <a:cxnLst/>
              <a:rect l="l" t="t" r="r" b="b"/>
              <a:pathLst>
                <a:path w="867" h="3956" extrusionOk="0">
                  <a:moveTo>
                    <a:pt x="0" y="0"/>
                  </a:moveTo>
                  <a:lnTo>
                    <a:pt x="0" y="3955"/>
                  </a:lnTo>
                  <a:lnTo>
                    <a:pt x="866" y="3955"/>
                  </a:lnTo>
                  <a:lnTo>
                    <a:pt x="866" y="0"/>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6" name="Google Shape;21806;p141"/>
            <p:cNvSpPr/>
            <p:nvPr/>
          </p:nvSpPr>
          <p:spPr>
            <a:xfrm>
              <a:off x="7638626" y="1989176"/>
              <a:ext cx="167671" cy="204765"/>
            </a:xfrm>
            <a:custGeom>
              <a:avLst/>
              <a:gdLst/>
              <a:ahLst/>
              <a:cxnLst/>
              <a:rect l="l" t="t" r="r" b="b"/>
              <a:pathLst>
                <a:path w="6396" h="7811" extrusionOk="0">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7" name="Google Shape;21807;p141"/>
            <p:cNvSpPr/>
            <p:nvPr/>
          </p:nvSpPr>
          <p:spPr>
            <a:xfrm>
              <a:off x="7706759" y="1989176"/>
              <a:ext cx="99538" cy="204765"/>
            </a:xfrm>
            <a:custGeom>
              <a:avLst/>
              <a:gdLst/>
              <a:ahLst/>
              <a:cxnLst/>
              <a:rect l="l" t="t" r="r" b="b"/>
              <a:pathLst>
                <a:path w="3797" h="7811" extrusionOk="0">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8" name="Google Shape;21808;p141"/>
            <p:cNvSpPr/>
            <p:nvPr/>
          </p:nvSpPr>
          <p:spPr>
            <a:xfrm>
              <a:off x="7628035" y="1977825"/>
              <a:ext cx="189246" cy="22728"/>
            </a:xfrm>
            <a:custGeom>
              <a:avLst/>
              <a:gdLst/>
              <a:ahLst/>
              <a:cxnLst/>
              <a:rect l="l" t="t" r="r" b="b"/>
              <a:pathLst>
                <a:path w="7219" h="867" extrusionOk="0">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9" name="Google Shape;21809;p141"/>
            <p:cNvSpPr/>
            <p:nvPr/>
          </p:nvSpPr>
          <p:spPr>
            <a:xfrm>
              <a:off x="7785456" y="1977825"/>
              <a:ext cx="31825" cy="22728"/>
            </a:xfrm>
            <a:custGeom>
              <a:avLst/>
              <a:gdLst/>
              <a:ahLst/>
              <a:cxnLst/>
              <a:rect l="l" t="t" r="r" b="b"/>
              <a:pathLst>
                <a:path w="1214" h="867" extrusionOk="0">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0" name="Google Shape;21810;p141"/>
            <p:cNvSpPr/>
            <p:nvPr/>
          </p:nvSpPr>
          <p:spPr>
            <a:xfrm>
              <a:off x="7681776" y="2039980"/>
              <a:ext cx="82158" cy="78042"/>
            </a:xfrm>
            <a:custGeom>
              <a:avLst/>
              <a:gdLst/>
              <a:ahLst/>
              <a:cxnLst/>
              <a:rect l="l" t="t" r="r" b="b"/>
              <a:pathLst>
                <a:path w="3134" h="2977" extrusionOk="0">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1" name="Google Shape;21811;p141"/>
            <p:cNvSpPr/>
            <p:nvPr/>
          </p:nvSpPr>
          <p:spPr>
            <a:xfrm>
              <a:off x="7700703" y="2180676"/>
              <a:ext cx="43543" cy="21208"/>
            </a:xfrm>
            <a:custGeom>
              <a:avLst/>
              <a:gdLst/>
              <a:ahLst/>
              <a:cxnLst/>
              <a:rect l="l" t="t" r="r" b="b"/>
              <a:pathLst>
                <a:path w="1661" h="809" extrusionOk="0">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2" name="Google Shape;21812;p141"/>
            <p:cNvSpPr/>
            <p:nvPr/>
          </p:nvSpPr>
          <p:spPr>
            <a:xfrm>
              <a:off x="7678001" y="2263542"/>
              <a:ext cx="88947" cy="30672"/>
            </a:xfrm>
            <a:custGeom>
              <a:avLst/>
              <a:gdLst/>
              <a:ahLst/>
              <a:cxnLst/>
              <a:rect l="l" t="t" r="r" b="b"/>
              <a:pathLst>
                <a:path w="3393" h="1170" extrusionOk="0">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3" name="Google Shape;21813;p141"/>
            <p:cNvSpPr/>
            <p:nvPr/>
          </p:nvSpPr>
          <p:spPr>
            <a:xfrm>
              <a:off x="7735517" y="2263542"/>
              <a:ext cx="31432" cy="30672"/>
            </a:xfrm>
            <a:custGeom>
              <a:avLst/>
              <a:gdLst/>
              <a:ahLst/>
              <a:cxnLst/>
              <a:rect l="l" t="t" r="r" b="b"/>
              <a:pathLst>
                <a:path w="1199" h="1170" extrusionOk="0">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4" name="Google Shape;21814;p141"/>
            <p:cNvSpPr/>
            <p:nvPr/>
          </p:nvSpPr>
          <p:spPr>
            <a:xfrm>
              <a:off x="7645835" y="2286637"/>
              <a:ext cx="152519" cy="38615"/>
            </a:xfrm>
            <a:custGeom>
              <a:avLst/>
              <a:gdLst/>
              <a:ahLst/>
              <a:cxnLst/>
              <a:rect l="l" t="t" r="r" b="b"/>
              <a:pathLst>
                <a:path w="5818" h="1473" extrusionOk="0">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5" name="Google Shape;21815;p141"/>
            <p:cNvSpPr/>
            <p:nvPr/>
          </p:nvSpPr>
          <p:spPr>
            <a:xfrm>
              <a:off x="7760500" y="2286637"/>
              <a:ext cx="38588" cy="38641"/>
            </a:xfrm>
            <a:custGeom>
              <a:avLst/>
              <a:gdLst/>
              <a:ahLst/>
              <a:cxnLst/>
              <a:rect l="l" t="t" r="r" b="b"/>
              <a:pathLst>
                <a:path w="1472" h="1474" extrusionOk="0">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16" name="Google Shape;21816;p141"/>
          <p:cNvGrpSpPr/>
          <p:nvPr/>
        </p:nvGrpSpPr>
        <p:grpSpPr>
          <a:xfrm>
            <a:off x="8023882" y="1977458"/>
            <a:ext cx="320557" cy="347794"/>
            <a:chOff x="8023882" y="1977458"/>
            <a:chExt cx="320557" cy="347794"/>
          </a:xfrm>
        </p:grpSpPr>
        <p:sp>
          <p:nvSpPr>
            <p:cNvPr id="21817" name="Google Shape;21817;p141"/>
            <p:cNvSpPr/>
            <p:nvPr/>
          </p:nvSpPr>
          <p:spPr>
            <a:xfrm>
              <a:off x="8053007" y="1977458"/>
              <a:ext cx="291432" cy="291799"/>
            </a:xfrm>
            <a:custGeom>
              <a:avLst/>
              <a:gdLst/>
              <a:ahLst/>
              <a:cxnLst/>
              <a:rect l="l" t="t" r="r" b="b"/>
              <a:pathLst>
                <a:path w="11117" h="11131" extrusionOk="0">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8" name="Google Shape;21818;p141"/>
            <p:cNvSpPr/>
            <p:nvPr/>
          </p:nvSpPr>
          <p:spPr>
            <a:xfrm>
              <a:off x="8023882" y="1980866"/>
              <a:ext cx="277407" cy="288549"/>
            </a:xfrm>
            <a:custGeom>
              <a:avLst/>
              <a:gdLst/>
              <a:ahLst/>
              <a:cxnLst/>
              <a:rect l="l" t="t" r="r" b="b"/>
              <a:pathLst>
                <a:path w="10582" h="11007" extrusionOk="0">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9" name="Google Shape;21819;p141"/>
            <p:cNvSpPr/>
            <p:nvPr/>
          </p:nvSpPr>
          <p:spPr>
            <a:xfrm>
              <a:off x="8053007" y="1977825"/>
              <a:ext cx="291432" cy="291039"/>
            </a:xfrm>
            <a:custGeom>
              <a:avLst/>
              <a:gdLst/>
              <a:ahLst/>
              <a:cxnLst/>
              <a:rect l="l" t="t" r="r" b="b"/>
              <a:pathLst>
                <a:path w="11117" h="11102" extrusionOk="0">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0" name="Google Shape;21820;p141"/>
            <p:cNvSpPr/>
            <p:nvPr/>
          </p:nvSpPr>
          <p:spPr>
            <a:xfrm>
              <a:off x="8052640" y="1981233"/>
              <a:ext cx="220258" cy="288024"/>
            </a:xfrm>
            <a:custGeom>
              <a:avLst/>
              <a:gdLst/>
              <a:ahLst/>
              <a:cxnLst/>
              <a:rect l="l" t="t" r="r" b="b"/>
              <a:pathLst>
                <a:path w="8402" h="10987" extrusionOk="0">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1" name="Google Shape;21821;p141"/>
            <p:cNvSpPr/>
            <p:nvPr/>
          </p:nvSpPr>
          <p:spPr>
            <a:xfrm>
              <a:off x="8097677"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2" name="Google Shape;21822;p141"/>
            <p:cNvSpPr/>
            <p:nvPr/>
          </p:nvSpPr>
          <p:spPr>
            <a:xfrm>
              <a:off x="8096524" y="2201858"/>
              <a:ext cx="24642" cy="16961"/>
            </a:xfrm>
            <a:custGeom>
              <a:avLst/>
              <a:gdLst/>
              <a:ahLst/>
              <a:cxnLst/>
              <a:rect l="l" t="t" r="r" b="b"/>
              <a:pathLst>
                <a:path w="940" h="647" extrusionOk="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3" name="Google Shape;21823;p141"/>
            <p:cNvSpPr/>
            <p:nvPr/>
          </p:nvSpPr>
          <p:spPr>
            <a:xfrm>
              <a:off x="8075342" y="2219658"/>
              <a:ext cx="67373" cy="83259"/>
            </a:xfrm>
            <a:custGeom>
              <a:avLst/>
              <a:gdLst/>
              <a:ahLst/>
              <a:cxnLst/>
              <a:rect l="l" t="t" r="r" b="b"/>
              <a:pathLst>
                <a:path w="2570" h="3176" extrusionOk="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4" name="Google Shape;21824;p141"/>
            <p:cNvSpPr/>
            <p:nvPr/>
          </p:nvSpPr>
          <p:spPr>
            <a:xfrm>
              <a:off x="8086693" y="2302891"/>
              <a:ext cx="45064" cy="22361"/>
            </a:xfrm>
            <a:custGeom>
              <a:avLst/>
              <a:gdLst/>
              <a:ahLst/>
              <a:cxnLst/>
              <a:rect l="l" t="t" r="r" b="b"/>
              <a:pathLst>
                <a:path w="1719" h="853" extrusionOk="0">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5" name="Google Shape;21825;p141"/>
            <p:cNvSpPr/>
            <p:nvPr/>
          </p:nvSpPr>
          <p:spPr>
            <a:xfrm>
              <a:off x="8075342" y="2228728"/>
              <a:ext cx="11377" cy="74188"/>
            </a:xfrm>
            <a:custGeom>
              <a:avLst/>
              <a:gdLst/>
              <a:ahLst/>
              <a:cxnLst/>
              <a:rect l="l" t="t" r="r" b="b"/>
              <a:pathLst>
                <a:path w="434" h="2830" extrusionOk="0">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6" name="Google Shape;21826;p141"/>
            <p:cNvSpPr/>
            <p:nvPr/>
          </p:nvSpPr>
          <p:spPr>
            <a:xfrm>
              <a:off x="8131337" y="2228728"/>
              <a:ext cx="11377" cy="74188"/>
            </a:xfrm>
            <a:custGeom>
              <a:avLst/>
              <a:gdLst/>
              <a:ahLst/>
              <a:cxnLst/>
              <a:rect l="l" t="t" r="r" b="b"/>
              <a:pathLst>
                <a:path w="434" h="2830" extrusionOk="0">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7" name="Google Shape;21827;p141"/>
            <p:cNvSpPr/>
            <p:nvPr/>
          </p:nvSpPr>
          <p:spPr>
            <a:xfrm>
              <a:off x="8091621"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8" name="Google Shape;21828;p141"/>
            <p:cNvSpPr/>
            <p:nvPr/>
          </p:nvSpPr>
          <p:spPr>
            <a:xfrm>
              <a:off x="8105987" y="2313875"/>
              <a:ext cx="5715" cy="11377"/>
            </a:xfrm>
            <a:custGeom>
              <a:avLst/>
              <a:gdLst/>
              <a:ahLst/>
              <a:cxnLst/>
              <a:rect l="l" t="t" r="r" b="b"/>
              <a:pathLst>
                <a:path w="218" h="434" extrusionOk="0">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9" name="Google Shape;21829;p141"/>
            <p:cNvSpPr/>
            <p:nvPr/>
          </p:nvSpPr>
          <p:spPr>
            <a:xfrm>
              <a:off x="8086326" y="2156821"/>
              <a:ext cx="45037" cy="50752"/>
            </a:xfrm>
            <a:custGeom>
              <a:avLst/>
              <a:gdLst/>
              <a:ahLst/>
              <a:cxnLst/>
              <a:rect l="l" t="t" r="r" b="b"/>
              <a:pathLst>
                <a:path w="1718" h="1936" extrusionOk="0">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0" name="Google Shape;21830;p141"/>
            <p:cNvSpPr/>
            <p:nvPr/>
          </p:nvSpPr>
          <p:spPr>
            <a:xfrm>
              <a:off x="8086693" y="2156821"/>
              <a:ext cx="30672" cy="50569"/>
            </a:xfrm>
            <a:custGeom>
              <a:avLst/>
              <a:gdLst/>
              <a:ahLst/>
              <a:cxnLst/>
              <a:rect l="l" t="t" r="r" b="b"/>
              <a:pathLst>
                <a:path w="1170" h="1929" extrusionOk="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1" name="Google Shape;21831;p141"/>
            <p:cNvSpPr/>
            <p:nvPr/>
          </p:nvSpPr>
          <p:spPr>
            <a:xfrm>
              <a:off x="8086693" y="2156821"/>
              <a:ext cx="45064" cy="22781"/>
            </a:xfrm>
            <a:custGeom>
              <a:avLst/>
              <a:gdLst/>
              <a:ahLst/>
              <a:cxnLst/>
              <a:rect l="l" t="t" r="r" b="b"/>
              <a:pathLst>
                <a:path w="1719" h="869" extrusionOk="0">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2" name="Google Shape;21832;p141"/>
            <p:cNvSpPr/>
            <p:nvPr/>
          </p:nvSpPr>
          <p:spPr>
            <a:xfrm>
              <a:off x="8086693" y="2156821"/>
              <a:ext cx="30672" cy="20474"/>
            </a:xfrm>
            <a:custGeom>
              <a:avLst/>
              <a:gdLst/>
              <a:ahLst/>
              <a:cxnLst/>
              <a:rect l="l" t="t" r="r" b="b"/>
              <a:pathLst>
                <a:path w="1170" h="781" extrusionOk="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3" name="Google Shape;21833;p141"/>
            <p:cNvSpPr/>
            <p:nvPr/>
          </p:nvSpPr>
          <p:spPr>
            <a:xfrm>
              <a:off x="8187359"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4" name="Google Shape;21834;p141"/>
            <p:cNvSpPr/>
            <p:nvPr/>
          </p:nvSpPr>
          <p:spPr>
            <a:xfrm>
              <a:off x="8186231" y="2201858"/>
              <a:ext cx="24616" cy="16961"/>
            </a:xfrm>
            <a:custGeom>
              <a:avLst/>
              <a:gdLst/>
              <a:ahLst/>
              <a:cxnLst/>
              <a:rect l="l" t="t" r="r" b="b"/>
              <a:pathLst>
                <a:path w="939" h="647" extrusionOk="0">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5" name="Google Shape;21835;p141"/>
            <p:cNvSpPr/>
            <p:nvPr/>
          </p:nvSpPr>
          <p:spPr>
            <a:xfrm>
              <a:off x="8165023" y="2219658"/>
              <a:ext cx="67399" cy="83259"/>
            </a:xfrm>
            <a:custGeom>
              <a:avLst/>
              <a:gdLst/>
              <a:ahLst/>
              <a:cxnLst/>
              <a:rect l="l" t="t" r="r" b="b"/>
              <a:pathLst>
                <a:path w="2571" h="3176" extrusionOk="0">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6" name="Google Shape;21836;p141"/>
            <p:cNvSpPr/>
            <p:nvPr/>
          </p:nvSpPr>
          <p:spPr>
            <a:xfrm>
              <a:off x="8176374" y="2302891"/>
              <a:ext cx="44697" cy="22361"/>
            </a:xfrm>
            <a:custGeom>
              <a:avLst/>
              <a:gdLst/>
              <a:ahLst/>
              <a:cxnLst/>
              <a:rect l="l" t="t" r="r" b="b"/>
              <a:pathLst>
                <a:path w="1705" h="853" extrusionOk="0">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7" name="Google Shape;21837;p141"/>
            <p:cNvSpPr/>
            <p:nvPr/>
          </p:nvSpPr>
          <p:spPr>
            <a:xfrm>
              <a:off x="8165023" y="2228728"/>
              <a:ext cx="11377" cy="74188"/>
            </a:xfrm>
            <a:custGeom>
              <a:avLst/>
              <a:gdLst/>
              <a:ahLst/>
              <a:cxnLst/>
              <a:rect l="l" t="t" r="r" b="b"/>
              <a:pathLst>
                <a:path w="434" h="2830" extrusionOk="0">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8" name="Google Shape;21838;p141"/>
            <p:cNvSpPr/>
            <p:nvPr/>
          </p:nvSpPr>
          <p:spPr>
            <a:xfrm>
              <a:off x="8221045" y="2228728"/>
              <a:ext cx="11377" cy="74188"/>
            </a:xfrm>
            <a:custGeom>
              <a:avLst/>
              <a:gdLst/>
              <a:ahLst/>
              <a:cxnLst/>
              <a:rect l="l" t="t" r="r" b="b"/>
              <a:pathLst>
                <a:path w="434" h="2830" extrusionOk="0">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9" name="Google Shape;21839;p141"/>
            <p:cNvSpPr/>
            <p:nvPr/>
          </p:nvSpPr>
          <p:spPr>
            <a:xfrm>
              <a:off x="8181303"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0" name="Google Shape;21840;p141"/>
            <p:cNvSpPr/>
            <p:nvPr/>
          </p:nvSpPr>
          <p:spPr>
            <a:xfrm>
              <a:off x="8195669" y="2313875"/>
              <a:ext cx="5715" cy="11377"/>
            </a:xfrm>
            <a:custGeom>
              <a:avLst/>
              <a:gdLst/>
              <a:ahLst/>
              <a:cxnLst/>
              <a:rect l="l" t="t" r="r" b="b"/>
              <a:pathLst>
                <a:path w="218" h="434" extrusionOk="0">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1" name="Google Shape;21841;p141"/>
            <p:cNvSpPr/>
            <p:nvPr/>
          </p:nvSpPr>
          <p:spPr>
            <a:xfrm>
              <a:off x="8176374"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2" name="Google Shape;21842;p141"/>
            <p:cNvSpPr/>
            <p:nvPr/>
          </p:nvSpPr>
          <p:spPr>
            <a:xfrm>
              <a:off x="8176374" y="2156821"/>
              <a:ext cx="30672" cy="50569"/>
            </a:xfrm>
            <a:custGeom>
              <a:avLst/>
              <a:gdLst/>
              <a:ahLst/>
              <a:cxnLst/>
              <a:rect l="l" t="t" r="r" b="b"/>
              <a:pathLst>
                <a:path w="1170" h="1929" extrusionOk="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3" name="Google Shape;21843;p141"/>
            <p:cNvSpPr/>
            <p:nvPr/>
          </p:nvSpPr>
          <p:spPr>
            <a:xfrm>
              <a:off x="8176007"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4" name="Google Shape;21844;p141"/>
            <p:cNvSpPr/>
            <p:nvPr/>
          </p:nvSpPr>
          <p:spPr>
            <a:xfrm>
              <a:off x="8176374" y="2156821"/>
              <a:ext cx="30672" cy="20474"/>
            </a:xfrm>
            <a:custGeom>
              <a:avLst/>
              <a:gdLst/>
              <a:ahLst/>
              <a:cxnLst/>
              <a:rect l="l" t="t" r="r" b="b"/>
              <a:pathLst>
                <a:path w="1170" h="781" extrusionOk="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5" name="Google Shape;21845;p141"/>
            <p:cNvSpPr/>
            <p:nvPr/>
          </p:nvSpPr>
          <p:spPr>
            <a:xfrm>
              <a:off x="8277040" y="2201858"/>
              <a:ext cx="22361" cy="22361"/>
            </a:xfrm>
            <a:custGeom>
              <a:avLst/>
              <a:gdLst/>
              <a:ahLst/>
              <a:cxnLst/>
              <a:rect l="l" t="t" r="r" b="b"/>
              <a:pathLst>
                <a:path w="853" h="853" extrusionOk="0">
                  <a:moveTo>
                    <a:pt x="1" y="1"/>
                  </a:moveTo>
                  <a:lnTo>
                    <a:pt x="1"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6" name="Google Shape;21846;p141"/>
            <p:cNvSpPr/>
            <p:nvPr/>
          </p:nvSpPr>
          <p:spPr>
            <a:xfrm>
              <a:off x="8275913" y="2201858"/>
              <a:ext cx="24616" cy="16961"/>
            </a:xfrm>
            <a:custGeom>
              <a:avLst/>
              <a:gdLst/>
              <a:ahLst/>
              <a:cxnLst/>
              <a:rect l="l" t="t" r="r" b="b"/>
              <a:pathLst>
                <a:path w="939" h="647" extrusionOk="0">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7" name="Google Shape;21847;p141"/>
            <p:cNvSpPr/>
            <p:nvPr/>
          </p:nvSpPr>
          <p:spPr>
            <a:xfrm>
              <a:off x="8254705" y="2219658"/>
              <a:ext cx="67399" cy="83259"/>
            </a:xfrm>
            <a:custGeom>
              <a:avLst/>
              <a:gdLst/>
              <a:ahLst/>
              <a:cxnLst/>
              <a:rect l="l" t="t" r="r" b="b"/>
              <a:pathLst>
                <a:path w="2571" h="3176" extrusionOk="0">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8" name="Google Shape;21848;p141"/>
            <p:cNvSpPr/>
            <p:nvPr/>
          </p:nvSpPr>
          <p:spPr>
            <a:xfrm>
              <a:off x="8266056" y="2302891"/>
              <a:ext cx="44697" cy="22361"/>
            </a:xfrm>
            <a:custGeom>
              <a:avLst/>
              <a:gdLst/>
              <a:ahLst/>
              <a:cxnLst/>
              <a:rect l="l" t="t" r="r" b="b"/>
              <a:pathLst>
                <a:path w="1705" h="853" extrusionOk="0">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9" name="Google Shape;21849;p141"/>
            <p:cNvSpPr/>
            <p:nvPr/>
          </p:nvSpPr>
          <p:spPr>
            <a:xfrm>
              <a:off x="8254705" y="2228728"/>
              <a:ext cx="11377" cy="74188"/>
            </a:xfrm>
            <a:custGeom>
              <a:avLst/>
              <a:gdLst/>
              <a:ahLst/>
              <a:cxnLst/>
              <a:rect l="l" t="t" r="r" b="b"/>
              <a:pathLst>
                <a:path w="434" h="2830" extrusionOk="0">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0" name="Google Shape;21850;p141"/>
            <p:cNvSpPr/>
            <p:nvPr/>
          </p:nvSpPr>
          <p:spPr>
            <a:xfrm>
              <a:off x="8310726" y="2228728"/>
              <a:ext cx="11377" cy="74188"/>
            </a:xfrm>
            <a:custGeom>
              <a:avLst/>
              <a:gdLst/>
              <a:ahLst/>
              <a:cxnLst/>
              <a:rect l="l" t="t" r="r" b="b"/>
              <a:pathLst>
                <a:path w="434" h="2830" extrusionOk="0">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1" name="Google Shape;21851;p141"/>
            <p:cNvSpPr/>
            <p:nvPr/>
          </p:nvSpPr>
          <p:spPr>
            <a:xfrm>
              <a:off x="8270984" y="2213314"/>
              <a:ext cx="34473" cy="89603"/>
            </a:xfrm>
            <a:custGeom>
              <a:avLst/>
              <a:gdLst/>
              <a:ahLst/>
              <a:cxnLst/>
              <a:rect l="l" t="t" r="r" b="b"/>
              <a:pathLst>
                <a:path w="1315" h="3418" extrusionOk="0">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2" name="Google Shape;21852;p141"/>
            <p:cNvSpPr/>
            <p:nvPr/>
          </p:nvSpPr>
          <p:spPr>
            <a:xfrm>
              <a:off x="8285376" y="2313875"/>
              <a:ext cx="5689" cy="11377"/>
            </a:xfrm>
            <a:custGeom>
              <a:avLst/>
              <a:gdLst/>
              <a:ahLst/>
              <a:cxnLst/>
              <a:rect l="l" t="t" r="r" b="b"/>
              <a:pathLst>
                <a:path w="217" h="434" extrusionOk="0">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3" name="Google Shape;21853;p141"/>
            <p:cNvSpPr/>
            <p:nvPr/>
          </p:nvSpPr>
          <p:spPr>
            <a:xfrm>
              <a:off x="8266056"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4" name="Google Shape;21854;p141"/>
            <p:cNvSpPr/>
            <p:nvPr/>
          </p:nvSpPr>
          <p:spPr>
            <a:xfrm>
              <a:off x="8266056" y="2156821"/>
              <a:ext cx="31065" cy="50569"/>
            </a:xfrm>
            <a:custGeom>
              <a:avLst/>
              <a:gdLst/>
              <a:ahLst/>
              <a:cxnLst/>
              <a:rect l="l" t="t" r="r" b="b"/>
              <a:pathLst>
                <a:path w="1185" h="1929" extrusionOk="0">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5" name="Google Shape;21855;p141"/>
            <p:cNvSpPr/>
            <p:nvPr/>
          </p:nvSpPr>
          <p:spPr>
            <a:xfrm>
              <a:off x="8265689"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6" name="Google Shape;21856;p141"/>
            <p:cNvSpPr/>
            <p:nvPr/>
          </p:nvSpPr>
          <p:spPr>
            <a:xfrm>
              <a:off x="8266056" y="2156821"/>
              <a:ext cx="31065" cy="20474"/>
            </a:xfrm>
            <a:custGeom>
              <a:avLst/>
              <a:gdLst/>
              <a:ahLst/>
              <a:cxnLst/>
              <a:rect l="l" t="t" r="r" b="b"/>
              <a:pathLst>
                <a:path w="1185" h="781" extrusionOk="0">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57" name="Google Shape;21857;p141"/>
          <p:cNvGrpSpPr/>
          <p:nvPr/>
        </p:nvGrpSpPr>
        <p:grpSpPr>
          <a:xfrm>
            <a:off x="5627674" y="2444819"/>
            <a:ext cx="345147" cy="342630"/>
            <a:chOff x="5627674" y="2444819"/>
            <a:chExt cx="345147" cy="342630"/>
          </a:xfrm>
        </p:grpSpPr>
        <p:sp>
          <p:nvSpPr>
            <p:cNvPr id="21858" name="Google Shape;21858;p141"/>
            <p:cNvSpPr/>
            <p:nvPr/>
          </p:nvSpPr>
          <p:spPr>
            <a:xfrm>
              <a:off x="5755210" y="2444819"/>
              <a:ext cx="217611" cy="217978"/>
            </a:xfrm>
            <a:custGeom>
              <a:avLst/>
              <a:gdLst/>
              <a:ahLst/>
              <a:cxnLst/>
              <a:rect l="l" t="t" r="r" b="b"/>
              <a:pathLst>
                <a:path w="8301" h="8315" extrusionOk="0">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9" name="Google Shape;21859;p141"/>
            <p:cNvSpPr/>
            <p:nvPr/>
          </p:nvSpPr>
          <p:spPr>
            <a:xfrm>
              <a:off x="5818021" y="2523516"/>
              <a:ext cx="15545" cy="15178"/>
            </a:xfrm>
            <a:custGeom>
              <a:avLst/>
              <a:gdLst/>
              <a:ahLst/>
              <a:cxnLst/>
              <a:rect l="l" t="t" r="r" b="b"/>
              <a:pathLst>
                <a:path w="593" h="579" extrusionOk="0">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0" name="Google Shape;21860;p141"/>
            <p:cNvSpPr/>
            <p:nvPr/>
          </p:nvSpPr>
          <p:spPr>
            <a:xfrm>
              <a:off x="5894857"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1" name="Google Shape;21861;p141"/>
            <p:cNvSpPr/>
            <p:nvPr/>
          </p:nvSpPr>
          <p:spPr>
            <a:xfrm>
              <a:off x="5856635"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2" name="Google Shape;21862;p141"/>
            <p:cNvSpPr/>
            <p:nvPr/>
          </p:nvSpPr>
          <p:spPr>
            <a:xfrm>
              <a:off x="5627674" y="2523149"/>
              <a:ext cx="266816" cy="264300"/>
            </a:xfrm>
            <a:custGeom>
              <a:avLst/>
              <a:gdLst/>
              <a:ahLst/>
              <a:cxnLst/>
              <a:rect l="l" t="t" r="r" b="b"/>
              <a:pathLst>
                <a:path w="10178" h="10082" extrusionOk="0">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63" name="Google Shape;21863;p141"/>
          <p:cNvGrpSpPr/>
          <p:nvPr/>
        </p:nvGrpSpPr>
        <p:grpSpPr>
          <a:xfrm>
            <a:off x="4653996" y="2440257"/>
            <a:ext cx="396607" cy="348555"/>
            <a:chOff x="4653996" y="2440257"/>
            <a:chExt cx="396607" cy="348555"/>
          </a:xfrm>
        </p:grpSpPr>
        <p:sp>
          <p:nvSpPr>
            <p:cNvPr id="21864" name="Google Shape;21864;p141"/>
            <p:cNvSpPr/>
            <p:nvPr/>
          </p:nvSpPr>
          <p:spPr>
            <a:xfrm>
              <a:off x="4670643" y="2520108"/>
              <a:ext cx="363707" cy="250930"/>
            </a:xfrm>
            <a:custGeom>
              <a:avLst/>
              <a:gdLst/>
              <a:ahLst/>
              <a:cxnLst/>
              <a:rect l="l" t="t" r="r" b="b"/>
              <a:pathLst>
                <a:path w="13874" h="9572" extrusionOk="0">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5" name="Google Shape;21865;p141"/>
            <p:cNvSpPr/>
            <p:nvPr/>
          </p:nvSpPr>
          <p:spPr>
            <a:xfrm>
              <a:off x="4981710" y="2520108"/>
              <a:ext cx="52640" cy="250930"/>
            </a:xfrm>
            <a:custGeom>
              <a:avLst/>
              <a:gdLst/>
              <a:ahLst/>
              <a:cxnLst/>
              <a:rect l="l" t="t" r="r" b="b"/>
              <a:pathLst>
                <a:path w="2008" h="9572" extrusionOk="0">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6" name="Google Shape;21866;p141"/>
            <p:cNvSpPr/>
            <p:nvPr/>
          </p:nvSpPr>
          <p:spPr>
            <a:xfrm>
              <a:off x="4694865" y="2544724"/>
              <a:ext cx="314108" cy="226681"/>
            </a:xfrm>
            <a:custGeom>
              <a:avLst/>
              <a:gdLst/>
              <a:ahLst/>
              <a:cxnLst/>
              <a:rect l="l" t="t" r="r" b="b"/>
              <a:pathLst>
                <a:path w="11982" h="8647" extrusionOk="0">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7" name="Google Shape;21867;p141"/>
            <p:cNvSpPr/>
            <p:nvPr/>
          </p:nvSpPr>
          <p:spPr>
            <a:xfrm>
              <a:off x="4981710" y="2544724"/>
              <a:ext cx="28024" cy="226314"/>
            </a:xfrm>
            <a:custGeom>
              <a:avLst/>
              <a:gdLst/>
              <a:ahLst/>
              <a:cxnLst/>
              <a:rect l="l" t="t" r="r" b="b"/>
              <a:pathLst>
                <a:path w="1069" h="8633" extrusionOk="0">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8" name="Google Shape;21868;p141"/>
            <p:cNvSpPr/>
            <p:nvPr/>
          </p:nvSpPr>
          <p:spPr>
            <a:xfrm>
              <a:off x="4775476" y="2618493"/>
              <a:ext cx="69260" cy="30409"/>
            </a:xfrm>
            <a:custGeom>
              <a:avLst/>
              <a:gdLst/>
              <a:ahLst/>
              <a:cxnLst/>
              <a:rect l="l" t="t" r="r" b="b"/>
              <a:pathLst>
                <a:path w="2642" h="1160" extrusionOk="0">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9" name="Google Shape;21869;p141"/>
            <p:cNvSpPr/>
            <p:nvPr/>
          </p:nvSpPr>
          <p:spPr>
            <a:xfrm>
              <a:off x="4775476" y="2643476"/>
              <a:ext cx="69260" cy="30672"/>
            </a:xfrm>
            <a:custGeom>
              <a:avLst/>
              <a:gdLst/>
              <a:ahLst/>
              <a:cxnLst/>
              <a:rect l="l" t="t" r="r" b="b"/>
              <a:pathLst>
                <a:path w="2642" h="1170" extrusionOk="0">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0" name="Google Shape;21870;p141"/>
            <p:cNvSpPr/>
            <p:nvPr/>
          </p:nvSpPr>
          <p:spPr>
            <a:xfrm>
              <a:off x="4775476" y="2668459"/>
              <a:ext cx="69260" cy="30672"/>
            </a:xfrm>
            <a:custGeom>
              <a:avLst/>
              <a:gdLst/>
              <a:ahLst/>
              <a:cxnLst/>
              <a:rect l="l" t="t" r="r" b="b"/>
              <a:pathLst>
                <a:path w="2642" h="1170" extrusionOk="0">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1" name="Google Shape;21871;p141"/>
            <p:cNvSpPr/>
            <p:nvPr/>
          </p:nvSpPr>
          <p:spPr>
            <a:xfrm>
              <a:off x="4860229" y="2618126"/>
              <a:ext cx="68893" cy="30672"/>
            </a:xfrm>
            <a:custGeom>
              <a:avLst/>
              <a:gdLst/>
              <a:ahLst/>
              <a:cxnLst/>
              <a:rect l="l" t="t" r="r" b="b"/>
              <a:pathLst>
                <a:path w="2628" h="1170" extrusionOk="0">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2" name="Google Shape;21872;p141"/>
            <p:cNvSpPr/>
            <p:nvPr/>
          </p:nvSpPr>
          <p:spPr>
            <a:xfrm>
              <a:off x="4860229" y="2643476"/>
              <a:ext cx="68893" cy="30672"/>
            </a:xfrm>
            <a:custGeom>
              <a:avLst/>
              <a:gdLst/>
              <a:ahLst/>
              <a:cxnLst/>
              <a:rect l="l" t="t" r="r" b="b"/>
              <a:pathLst>
                <a:path w="2628" h="1170" extrusionOk="0">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3" name="Google Shape;21873;p141"/>
            <p:cNvSpPr/>
            <p:nvPr/>
          </p:nvSpPr>
          <p:spPr>
            <a:xfrm>
              <a:off x="4860229" y="2668354"/>
              <a:ext cx="68893" cy="30776"/>
            </a:xfrm>
            <a:custGeom>
              <a:avLst/>
              <a:gdLst/>
              <a:ahLst/>
              <a:cxnLst/>
              <a:rect l="l" t="t" r="r" b="b"/>
              <a:pathLst>
                <a:path w="2628" h="1174" extrusionOk="0">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4" name="Google Shape;21874;p141"/>
            <p:cNvSpPr/>
            <p:nvPr/>
          </p:nvSpPr>
          <p:spPr>
            <a:xfrm>
              <a:off x="4825049" y="2584440"/>
              <a:ext cx="54894" cy="33712"/>
            </a:xfrm>
            <a:custGeom>
              <a:avLst/>
              <a:gdLst/>
              <a:ahLst/>
              <a:cxnLst/>
              <a:rect l="l" t="t" r="r" b="b"/>
              <a:pathLst>
                <a:path w="2094" h="1286" extrusionOk="0">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5" name="Google Shape;21875;p141"/>
            <p:cNvSpPr/>
            <p:nvPr/>
          </p:nvSpPr>
          <p:spPr>
            <a:xfrm>
              <a:off x="4843216" y="2584440"/>
              <a:ext cx="36727" cy="33712"/>
            </a:xfrm>
            <a:custGeom>
              <a:avLst/>
              <a:gdLst/>
              <a:ahLst/>
              <a:cxnLst/>
              <a:rect l="l" t="t" r="r" b="b"/>
              <a:pathLst>
                <a:path w="1401" h="1286" extrusionOk="0">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6" name="Google Shape;21876;p141"/>
            <p:cNvSpPr/>
            <p:nvPr/>
          </p:nvSpPr>
          <p:spPr>
            <a:xfrm>
              <a:off x="4809897" y="2606775"/>
              <a:ext cx="85173" cy="95763"/>
            </a:xfrm>
            <a:custGeom>
              <a:avLst/>
              <a:gdLst/>
              <a:ahLst/>
              <a:cxnLst/>
              <a:rect l="l" t="t" r="r" b="b"/>
              <a:pathLst>
                <a:path w="3249" h="3653" extrusionOk="0">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7" name="Google Shape;21877;p141"/>
            <p:cNvSpPr/>
            <p:nvPr/>
          </p:nvSpPr>
          <p:spPr>
            <a:xfrm>
              <a:off x="4843216" y="2606775"/>
              <a:ext cx="51093" cy="94217"/>
            </a:xfrm>
            <a:custGeom>
              <a:avLst/>
              <a:gdLst/>
              <a:ahLst/>
              <a:cxnLst/>
              <a:rect l="l" t="t" r="r" b="b"/>
              <a:pathLst>
                <a:path w="1949" h="3594" extrusionOk="0">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8" name="Google Shape;21878;p141"/>
            <p:cNvSpPr/>
            <p:nvPr/>
          </p:nvSpPr>
          <p:spPr>
            <a:xfrm>
              <a:off x="4801953" y="2440257"/>
              <a:ext cx="101452" cy="56415"/>
            </a:xfrm>
            <a:custGeom>
              <a:avLst/>
              <a:gdLst/>
              <a:ahLst/>
              <a:cxnLst/>
              <a:rect l="l" t="t" r="r" b="b"/>
              <a:pathLst>
                <a:path w="3870" h="2152" extrusionOk="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9" name="Google Shape;21879;p141"/>
            <p:cNvSpPr/>
            <p:nvPr/>
          </p:nvSpPr>
          <p:spPr>
            <a:xfrm>
              <a:off x="4824656" y="2459945"/>
              <a:ext cx="56048" cy="34079"/>
            </a:xfrm>
            <a:custGeom>
              <a:avLst/>
              <a:gdLst/>
              <a:ahLst/>
              <a:cxnLst/>
              <a:rect l="l" t="t" r="r" b="b"/>
              <a:pathLst>
                <a:path w="2138" h="1300" extrusionOk="0">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0" name="Google Shape;21880;p141"/>
            <p:cNvSpPr/>
            <p:nvPr/>
          </p:nvSpPr>
          <p:spPr>
            <a:xfrm>
              <a:off x="4653996" y="2737326"/>
              <a:ext cx="396607" cy="51486"/>
            </a:xfrm>
            <a:custGeom>
              <a:avLst/>
              <a:gdLst/>
              <a:ahLst/>
              <a:cxnLst/>
              <a:rect l="l" t="t" r="r" b="b"/>
              <a:pathLst>
                <a:path w="15129" h="1964" extrusionOk="0">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1" name="Google Shape;21881;p141"/>
            <p:cNvSpPr/>
            <p:nvPr/>
          </p:nvSpPr>
          <p:spPr>
            <a:xfrm>
              <a:off x="4998749" y="2737326"/>
              <a:ext cx="51853" cy="51486"/>
            </a:xfrm>
            <a:custGeom>
              <a:avLst/>
              <a:gdLst/>
              <a:ahLst/>
              <a:cxnLst/>
              <a:rect l="l" t="t" r="r" b="b"/>
              <a:pathLst>
                <a:path w="1978" h="1964" extrusionOk="0">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82" name="Google Shape;21882;p141"/>
          <p:cNvGrpSpPr/>
          <p:nvPr/>
        </p:nvGrpSpPr>
        <p:grpSpPr>
          <a:xfrm>
            <a:off x="1854391" y="2895140"/>
            <a:ext cx="301630" cy="374272"/>
            <a:chOff x="1854391" y="2895140"/>
            <a:chExt cx="301630" cy="374272"/>
          </a:xfrm>
        </p:grpSpPr>
        <p:sp>
          <p:nvSpPr>
            <p:cNvPr id="21883" name="Google Shape;21883;p141"/>
            <p:cNvSpPr/>
            <p:nvPr/>
          </p:nvSpPr>
          <p:spPr>
            <a:xfrm>
              <a:off x="1968689" y="2943559"/>
              <a:ext cx="72668" cy="60216"/>
            </a:xfrm>
            <a:custGeom>
              <a:avLst/>
              <a:gdLst/>
              <a:ahLst/>
              <a:cxnLst/>
              <a:rect l="l" t="t" r="r" b="b"/>
              <a:pathLst>
                <a:path w="2772" h="2297" extrusionOk="0">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4" name="Google Shape;21884;p141"/>
            <p:cNvSpPr/>
            <p:nvPr/>
          </p:nvSpPr>
          <p:spPr>
            <a:xfrm>
              <a:off x="1991758" y="2943559"/>
              <a:ext cx="26530" cy="18115"/>
            </a:xfrm>
            <a:custGeom>
              <a:avLst/>
              <a:gdLst/>
              <a:ahLst/>
              <a:cxnLst/>
              <a:rect l="l" t="t" r="r" b="b"/>
              <a:pathLst>
                <a:path w="1012" h="691" extrusionOk="0">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5" name="Google Shape;21885;p141"/>
            <p:cNvSpPr/>
            <p:nvPr/>
          </p:nvSpPr>
          <p:spPr>
            <a:xfrm>
              <a:off x="1969056" y="2962486"/>
              <a:ext cx="72301" cy="41289"/>
            </a:xfrm>
            <a:custGeom>
              <a:avLst/>
              <a:gdLst/>
              <a:ahLst/>
              <a:cxnLst/>
              <a:rect l="l" t="t" r="r" b="b"/>
              <a:pathLst>
                <a:path w="2758" h="1575" extrusionOk="0">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6" name="Google Shape;21886;p141"/>
            <p:cNvSpPr/>
            <p:nvPr/>
          </p:nvSpPr>
          <p:spPr>
            <a:xfrm>
              <a:off x="1969056" y="2973470"/>
              <a:ext cx="18193" cy="30672"/>
            </a:xfrm>
            <a:custGeom>
              <a:avLst/>
              <a:gdLst/>
              <a:ahLst/>
              <a:cxnLst/>
              <a:rect l="l" t="t" r="r" b="b"/>
              <a:pathLst>
                <a:path w="694" h="1170" extrusionOk="0">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7" name="Google Shape;21887;p141"/>
            <p:cNvSpPr/>
            <p:nvPr/>
          </p:nvSpPr>
          <p:spPr>
            <a:xfrm>
              <a:off x="2023190" y="2973470"/>
              <a:ext cx="18167" cy="30672"/>
            </a:xfrm>
            <a:custGeom>
              <a:avLst/>
              <a:gdLst/>
              <a:ahLst/>
              <a:cxnLst/>
              <a:rect l="l" t="t" r="r" b="b"/>
              <a:pathLst>
                <a:path w="693" h="1170" extrusionOk="0">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8" name="Google Shape;21888;p141"/>
            <p:cNvSpPr/>
            <p:nvPr/>
          </p:nvSpPr>
          <p:spPr>
            <a:xfrm>
              <a:off x="1980800" y="2895140"/>
              <a:ext cx="48472" cy="54501"/>
            </a:xfrm>
            <a:custGeom>
              <a:avLst/>
              <a:gdLst/>
              <a:ahLst/>
              <a:cxnLst/>
              <a:rect l="l" t="t" r="r" b="b"/>
              <a:pathLst>
                <a:path w="1849" h="2079" extrusionOk="0">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9" name="Google Shape;21889;p141"/>
            <p:cNvSpPr/>
            <p:nvPr/>
          </p:nvSpPr>
          <p:spPr>
            <a:xfrm>
              <a:off x="1980879" y="2895507"/>
              <a:ext cx="33241" cy="54029"/>
            </a:xfrm>
            <a:custGeom>
              <a:avLst/>
              <a:gdLst/>
              <a:ahLst/>
              <a:cxnLst/>
              <a:rect l="l" t="t" r="r" b="b"/>
              <a:pathLst>
                <a:path w="1268" h="2061" extrusionOk="0">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0" name="Google Shape;21890;p141"/>
            <p:cNvSpPr/>
            <p:nvPr/>
          </p:nvSpPr>
          <p:spPr>
            <a:xfrm>
              <a:off x="1981167" y="2895507"/>
              <a:ext cx="48105" cy="23908"/>
            </a:xfrm>
            <a:custGeom>
              <a:avLst/>
              <a:gdLst/>
              <a:ahLst/>
              <a:cxnLst/>
              <a:rect l="l" t="t" r="r" b="b"/>
              <a:pathLst>
                <a:path w="1835" h="912" extrusionOk="0">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1" name="Google Shape;21891;p141"/>
            <p:cNvSpPr/>
            <p:nvPr/>
          </p:nvSpPr>
          <p:spPr>
            <a:xfrm>
              <a:off x="1981167" y="2895507"/>
              <a:ext cx="32952" cy="21968"/>
            </a:xfrm>
            <a:custGeom>
              <a:avLst/>
              <a:gdLst/>
              <a:ahLst/>
              <a:cxnLst/>
              <a:rect l="l" t="t" r="r" b="b"/>
              <a:pathLst>
                <a:path w="1257" h="838" extrusionOk="0">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2" name="Google Shape;21892;p141"/>
            <p:cNvSpPr/>
            <p:nvPr/>
          </p:nvSpPr>
          <p:spPr>
            <a:xfrm>
              <a:off x="1963000" y="3015860"/>
              <a:ext cx="84412" cy="144576"/>
            </a:xfrm>
            <a:custGeom>
              <a:avLst/>
              <a:gdLst/>
              <a:ahLst/>
              <a:cxnLst/>
              <a:rect l="l" t="t" r="r" b="b"/>
              <a:pathLst>
                <a:path w="3220" h="5515" extrusionOk="0">
                  <a:moveTo>
                    <a:pt x="1" y="0"/>
                  </a:moveTo>
                  <a:lnTo>
                    <a:pt x="1" y="5514"/>
                  </a:lnTo>
                  <a:lnTo>
                    <a:pt x="3220" y="5514"/>
                  </a:lnTo>
                  <a:lnTo>
                    <a:pt x="3220"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3" name="Google Shape;21893;p141"/>
            <p:cNvSpPr/>
            <p:nvPr/>
          </p:nvSpPr>
          <p:spPr>
            <a:xfrm>
              <a:off x="1963000" y="3100246"/>
              <a:ext cx="84412" cy="60190"/>
            </a:xfrm>
            <a:custGeom>
              <a:avLst/>
              <a:gdLst/>
              <a:ahLst/>
              <a:cxnLst/>
              <a:rect l="l" t="t" r="r" b="b"/>
              <a:pathLst>
                <a:path w="3220" h="2296" extrusionOk="0">
                  <a:moveTo>
                    <a:pt x="1" y="0"/>
                  </a:moveTo>
                  <a:lnTo>
                    <a:pt x="1" y="2295"/>
                  </a:lnTo>
                  <a:lnTo>
                    <a:pt x="3220" y="2295"/>
                  </a:lnTo>
                  <a:lnTo>
                    <a:pt x="3220"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4" name="Google Shape;21894;p141"/>
            <p:cNvSpPr/>
            <p:nvPr/>
          </p:nvSpPr>
          <p:spPr>
            <a:xfrm>
              <a:off x="2034908" y="3082079"/>
              <a:ext cx="48472" cy="72668"/>
            </a:xfrm>
            <a:custGeom>
              <a:avLst/>
              <a:gdLst/>
              <a:ahLst/>
              <a:cxnLst/>
              <a:rect l="l" t="t" r="r" b="b"/>
              <a:pathLst>
                <a:path w="1849" h="2772" extrusionOk="0">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5" name="Google Shape;21895;p141"/>
            <p:cNvSpPr/>
            <p:nvPr/>
          </p:nvSpPr>
          <p:spPr>
            <a:xfrm>
              <a:off x="2035275" y="3082446"/>
              <a:ext cx="26897" cy="72301"/>
            </a:xfrm>
            <a:custGeom>
              <a:avLst/>
              <a:gdLst/>
              <a:ahLst/>
              <a:cxnLst/>
              <a:rect l="l" t="t" r="r" b="b"/>
              <a:pathLst>
                <a:path w="1026" h="2758" extrusionOk="0">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6" name="Google Shape;21896;p141"/>
            <p:cNvSpPr/>
            <p:nvPr/>
          </p:nvSpPr>
          <p:spPr>
            <a:xfrm>
              <a:off x="2035275" y="3082446"/>
              <a:ext cx="48105" cy="54134"/>
            </a:xfrm>
            <a:custGeom>
              <a:avLst/>
              <a:gdLst/>
              <a:ahLst/>
              <a:cxnLst/>
              <a:rect l="l" t="t" r="r" b="b"/>
              <a:pathLst>
                <a:path w="1835" h="2065" extrusionOk="0">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7" name="Google Shape;21897;p141"/>
            <p:cNvSpPr/>
            <p:nvPr/>
          </p:nvSpPr>
          <p:spPr>
            <a:xfrm>
              <a:off x="2035275" y="3082079"/>
              <a:ext cx="26897" cy="54134"/>
            </a:xfrm>
            <a:custGeom>
              <a:avLst/>
              <a:gdLst/>
              <a:ahLst/>
              <a:cxnLst/>
              <a:rect l="l" t="t" r="r" b="b"/>
              <a:pathLst>
                <a:path w="1026" h="2065" extrusionOk="0">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8" name="Google Shape;21898;p141"/>
            <p:cNvSpPr/>
            <p:nvPr/>
          </p:nvSpPr>
          <p:spPr>
            <a:xfrm>
              <a:off x="2017134" y="3148665"/>
              <a:ext cx="84412" cy="96524"/>
            </a:xfrm>
            <a:custGeom>
              <a:avLst/>
              <a:gdLst/>
              <a:ahLst/>
              <a:cxnLst/>
              <a:rect l="l" t="t" r="r" b="b"/>
              <a:pathLst>
                <a:path w="3220" h="3682" extrusionOk="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9" name="Google Shape;21899;p141"/>
            <p:cNvSpPr/>
            <p:nvPr/>
          </p:nvSpPr>
          <p:spPr>
            <a:xfrm>
              <a:off x="2017134" y="3162297"/>
              <a:ext cx="18167" cy="82892"/>
            </a:xfrm>
            <a:custGeom>
              <a:avLst/>
              <a:gdLst/>
              <a:ahLst/>
              <a:cxnLst/>
              <a:rect l="l" t="t" r="r" b="b"/>
              <a:pathLst>
                <a:path w="693" h="3162" extrusionOk="0">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0" name="Google Shape;21900;p141"/>
            <p:cNvSpPr/>
            <p:nvPr/>
          </p:nvSpPr>
          <p:spPr>
            <a:xfrm>
              <a:off x="2083353" y="3162297"/>
              <a:ext cx="18193" cy="82892"/>
            </a:xfrm>
            <a:custGeom>
              <a:avLst/>
              <a:gdLst/>
              <a:ahLst/>
              <a:cxnLst/>
              <a:rect l="l" t="t" r="r" b="b"/>
              <a:pathLst>
                <a:path w="694" h="3162" extrusionOk="0">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1" name="Google Shape;21901;p141"/>
            <p:cNvSpPr/>
            <p:nvPr/>
          </p:nvSpPr>
          <p:spPr>
            <a:xfrm>
              <a:off x="1926666" y="3082079"/>
              <a:ext cx="47711" cy="72668"/>
            </a:xfrm>
            <a:custGeom>
              <a:avLst/>
              <a:gdLst/>
              <a:ahLst/>
              <a:cxnLst/>
              <a:rect l="l" t="t" r="r" b="b"/>
              <a:pathLst>
                <a:path w="1820" h="2772" extrusionOk="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2" name="Google Shape;21902;p141"/>
            <p:cNvSpPr/>
            <p:nvPr/>
          </p:nvSpPr>
          <p:spPr>
            <a:xfrm>
              <a:off x="1926666" y="3082446"/>
              <a:ext cx="27290" cy="72301"/>
            </a:xfrm>
            <a:custGeom>
              <a:avLst/>
              <a:gdLst/>
              <a:ahLst/>
              <a:cxnLst/>
              <a:rect l="l" t="t" r="r" b="b"/>
              <a:pathLst>
                <a:path w="1041" h="2758" extrusionOk="0">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3" name="Google Shape;21903;p141"/>
            <p:cNvSpPr/>
            <p:nvPr/>
          </p:nvSpPr>
          <p:spPr>
            <a:xfrm>
              <a:off x="1926666" y="3082446"/>
              <a:ext cx="48472" cy="54134"/>
            </a:xfrm>
            <a:custGeom>
              <a:avLst/>
              <a:gdLst/>
              <a:ahLst/>
              <a:cxnLst/>
              <a:rect l="l" t="t" r="r" b="b"/>
              <a:pathLst>
                <a:path w="1849" h="2065" extrusionOk="0">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4" name="Google Shape;21904;p141"/>
            <p:cNvSpPr/>
            <p:nvPr/>
          </p:nvSpPr>
          <p:spPr>
            <a:xfrm>
              <a:off x="1926666" y="3082079"/>
              <a:ext cx="27290" cy="54134"/>
            </a:xfrm>
            <a:custGeom>
              <a:avLst/>
              <a:gdLst/>
              <a:ahLst/>
              <a:cxnLst/>
              <a:rect l="l" t="t" r="r" b="b"/>
              <a:pathLst>
                <a:path w="1041" h="2065" extrusionOk="0">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5" name="Google Shape;21905;p141"/>
            <p:cNvSpPr/>
            <p:nvPr/>
          </p:nvSpPr>
          <p:spPr>
            <a:xfrm>
              <a:off x="1908525" y="3148665"/>
              <a:ext cx="84412" cy="96524"/>
            </a:xfrm>
            <a:custGeom>
              <a:avLst/>
              <a:gdLst/>
              <a:ahLst/>
              <a:cxnLst/>
              <a:rect l="l" t="t" r="r" b="b"/>
              <a:pathLst>
                <a:path w="3220" h="3682" extrusionOk="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6" name="Google Shape;21906;p141"/>
            <p:cNvSpPr/>
            <p:nvPr/>
          </p:nvSpPr>
          <p:spPr>
            <a:xfrm>
              <a:off x="1908892" y="3162297"/>
              <a:ext cx="17800" cy="82892"/>
            </a:xfrm>
            <a:custGeom>
              <a:avLst/>
              <a:gdLst/>
              <a:ahLst/>
              <a:cxnLst/>
              <a:rect l="l" t="t" r="r" b="b"/>
              <a:pathLst>
                <a:path w="679" h="3162" extrusionOk="0">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7" name="Google Shape;21907;p141"/>
            <p:cNvSpPr/>
            <p:nvPr/>
          </p:nvSpPr>
          <p:spPr>
            <a:xfrm>
              <a:off x="1975111" y="3162297"/>
              <a:ext cx="18193" cy="82892"/>
            </a:xfrm>
            <a:custGeom>
              <a:avLst/>
              <a:gdLst/>
              <a:ahLst/>
              <a:cxnLst/>
              <a:rect l="l" t="t" r="r" b="b"/>
              <a:pathLst>
                <a:path w="694" h="3162" extrusionOk="0">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8" name="Google Shape;21908;p141"/>
            <p:cNvSpPr/>
            <p:nvPr/>
          </p:nvSpPr>
          <p:spPr>
            <a:xfrm>
              <a:off x="2089409" y="3142242"/>
              <a:ext cx="48078" cy="72694"/>
            </a:xfrm>
            <a:custGeom>
              <a:avLst/>
              <a:gdLst/>
              <a:ahLst/>
              <a:cxnLst/>
              <a:rect l="l" t="t" r="r" b="b"/>
              <a:pathLst>
                <a:path w="1834" h="2773" extrusionOk="0">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9" name="Google Shape;21909;p141"/>
            <p:cNvSpPr/>
            <p:nvPr/>
          </p:nvSpPr>
          <p:spPr>
            <a:xfrm>
              <a:off x="2089409" y="3142609"/>
              <a:ext cx="27264" cy="72327"/>
            </a:xfrm>
            <a:custGeom>
              <a:avLst/>
              <a:gdLst/>
              <a:ahLst/>
              <a:cxnLst/>
              <a:rect l="l" t="t" r="r" b="b"/>
              <a:pathLst>
                <a:path w="1040" h="2759" extrusionOk="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0" name="Google Shape;21910;p141"/>
            <p:cNvSpPr/>
            <p:nvPr/>
          </p:nvSpPr>
          <p:spPr>
            <a:xfrm>
              <a:off x="2089409" y="3142242"/>
              <a:ext cx="48445" cy="54527"/>
            </a:xfrm>
            <a:custGeom>
              <a:avLst/>
              <a:gdLst/>
              <a:ahLst/>
              <a:cxnLst/>
              <a:rect l="l" t="t" r="r" b="b"/>
              <a:pathLst>
                <a:path w="1848" h="2080" extrusionOk="0">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1" name="Google Shape;21911;p141"/>
            <p:cNvSpPr/>
            <p:nvPr/>
          </p:nvSpPr>
          <p:spPr>
            <a:xfrm>
              <a:off x="2089409" y="3142609"/>
              <a:ext cx="27264" cy="53767"/>
            </a:xfrm>
            <a:custGeom>
              <a:avLst/>
              <a:gdLst/>
              <a:ahLst/>
              <a:cxnLst/>
              <a:rect l="l" t="t" r="r" b="b"/>
              <a:pathLst>
                <a:path w="1040" h="2051" extrusionOk="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2" name="Google Shape;21912;p141"/>
            <p:cNvSpPr/>
            <p:nvPr/>
          </p:nvSpPr>
          <p:spPr>
            <a:xfrm>
              <a:off x="2071609" y="3208855"/>
              <a:ext cx="84412" cy="60190"/>
            </a:xfrm>
            <a:custGeom>
              <a:avLst/>
              <a:gdLst/>
              <a:ahLst/>
              <a:cxnLst/>
              <a:rect l="l" t="t" r="r" b="b"/>
              <a:pathLst>
                <a:path w="3220"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3" name="Google Shape;21913;p141"/>
            <p:cNvSpPr/>
            <p:nvPr/>
          </p:nvSpPr>
          <p:spPr>
            <a:xfrm>
              <a:off x="2071609" y="3222460"/>
              <a:ext cx="17826" cy="46951"/>
            </a:xfrm>
            <a:custGeom>
              <a:avLst/>
              <a:gdLst/>
              <a:ahLst/>
              <a:cxnLst/>
              <a:rect l="l" t="t" r="r" b="b"/>
              <a:pathLst>
                <a:path w="680" h="1791" extrusionOk="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4" name="Google Shape;21914;p141"/>
            <p:cNvSpPr/>
            <p:nvPr/>
          </p:nvSpPr>
          <p:spPr>
            <a:xfrm>
              <a:off x="2137828" y="3222460"/>
              <a:ext cx="17826" cy="46951"/>
            </a:xfrm>
            <a:custGeom>
              <a:avLst/>
              <a:gdLst/>
              <a:ahLst/>
              <a:cxnLst/>
              <a:rect l="l" t="t" r="r" b="b"/>
              <a:pathLst>
                <a:path w="680" h="1791" extrusionOk="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5" name="Google Shape;21915;p141"/>
            <p:cNvSpPr/>
            <p:nvPr/>
          </p:nvSpPr>
          <p:spPr>
            <a:xfrm>
              <a:off x="1980800" y="3142242"/>
              <a:ext cx="48078" cy="72694"/>
            </a:xfrm>
            <a:custGeom>
              <a:avLst/>
              <a:gdLst/>
              <a:ahLst/>
              <a:cxnLst/>
              <a:rect l="l" t="t" r="r" b="b"/>
              <a:pathLst>
                <a:path w="1834" h="2773" extrusionOk="0">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6" name="Google Shape;21916;p141"/>
            <p:cNvSpPr/>
            <p:nvPr/>
          </p:nvSpPr>
          <p:spPr>
            <a:xfrm>
              <a:off x="1981167" y="3142609"/>
              <a:ext cx="26897" cy="72327"/>
            </a:xfrm>
            <a:custGeom>
              <a:avLst/>
              <a:gdLst/>
              <a:ahLst/>
              <a:cxnLst/>
              <a:rect l="l" t="t" r="r" b="b"/>
              <a:pathLst>
                <a:path w="1026" h="2759" extrusionOk="0">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7" name="Google Shape;21917;p141"/>
            <p:cNvSpPr/>
            <p:nvPr/>
          </p:nvSpPr>
          <p:spPr>
            <a:xfrm>
              <a:off x="1980800" y="3142242"/>
              <a:ext cx="48472" cy="54527"/>
            </a:xfrm>
            <a:custGeom>
              <a:avLst/>
              <a:gdLst/>
              <a:ahLst/>
              <a:cxnLst/>
              <a:rect l="l" t="t" r="r" b="b"/>
              <a:pathLst>
                <a:path w="1849" h="2080" extrusionOk="0">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8" name="Google Shape;21918;p141"/>
            <p:cNvSpPr/>
            <p:nvPr/>
          </p:nvSpPr>
          <p:spPr>
            <a:xfrm>
              <a:off x="1980800" y="3142609"/>
              <a:ext cx="27264" cy="53767"/>
            </a:xfrm>
            <a:custGeom>
              <a:avLst/>
              <a:gdLst/>
              <a:ahLst/>
              <a:cxnLst/>
              <a:rect l="l" t="t" r="r" b="b"/>
              <a:pathLst>
                <a:path w="1040" h="2051" extrusionOk="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9" name="Google Shape;21919;p141"/>
            <p:cNvSpPr/>
            <p:nvPr/>
          </p:nvSpPr>
          <p:spPr>
            <a:xfrm>
              <a:off x="1962633" y="3208855"/>
              <a:ext cx="84779" cy="60190"/>
            </a:xfrm>
            <a:custGeom>
              <a:avLst/>
              <a:gdLst/>
              <a:ahLst/>
              <a:cxnLst/>
              <a:rect l="l" t="t" r="r" b="b"/>
              <a:pathLst>
                <a:path w="3234" h="2296" extrusionOk="0">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0" name="Google Shape;21920;p141"/>
            <p:cNvSpPr/>
            <p:nvPr/>
          </p:nvSpPr>
          <p:spPr>
            <a:xfrm>
              <a:off x="1963000" y="3222460"/>
              <a:ext cx="18193" cy="46951"/>
            </a:xfrm>
            <a:custGeom>
              <a:avLst/>
              <a:gdLst/>
              <a:ahLst/>
              <a:cxnLst/>
              <a:rect l="l" t="t" r="r" b="b"/>
              <a:pathLst>
                <a:path w="694" h="1791" extrusionOk="0">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1" name="Google Shape;21921;p141"/>
            <p:cNvSpPr/>
            <p:nvPr/>
          </p:nvSpPr>
          <p:spPr>
            <a:xfrm>
              <a:off x="2029245" y="3222460"/>
              <a:ext cx="18167" cy="46584"/>
            </a:xfrm>
            <a:custGeom>
              <a:avLst/>
              <a:gdLst/>
              <a:ahLst/>
              <a:cxnLst/>
              <a:rect l="l" t="t" r="r" b="b"/>
              <a:pathLst>
                <a:path w="693" h="1777" extrusionOk="0">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2" name="Google Shape;21922;p141"/>
            <p:cNvSpPr/>
            <p:nvPr/>
          </p:nvSpPr>
          <p:spPr>
            <a:xfrm>
              <a:off x="1872558" y="3142242"/>
              <a:ext cx="47711" cy="72694"/>
            </a:xfrm>
            <a:custGeom>
              <a:avLst/>
              <a:gdLst/>
              <a:ahLst/>
              <a:cxnLst/>
              <a:rect l="l" t="t" r="r" b="b"/>
              <a:pathLst>
                <a:path w="1820" h="2773" extrusionOk="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3" name="Google Shape;21923;p141"/>
            <p:cNvSpPr/>
            <p:nvPr/>
          </p:nvSpPr>
          <p:spPr>
            <a:xfrm>
              <a:off x="1872558" y="3142609"/>
              <a:ext cx="26897" cy="72327"/>
            </a:xfrm>
            <a:custGeom>
              <a:avLst/>
              <a:gdLst/>
              <a:ahLst/>
              <a:cxnLst/>
              <a:rect l="l" t="t" r="r" b="b"/>
              <a:pathLst>
                <a:path w="1026" h="2759" extrusionOk="0">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4" name="Google Shape;21924;p141"/>
            <p:cNvSpPr/>
            <p:nvPr/>
          </p:nvSpPr>
          <p:spPr>
            <a:xfrm>
              <a:off x="1872558" y="3142242"/>
              <a:ext cx="48105" cy="54527"/>
            </a:xfrm>
            <a:custGeom>
              <a:avLst/>
              <a:gdLst/>
              <a:ahLst/>
              <a:cxnLst/>
              <a:rect l="l" t="t" r="r" b="b"/>
              <a:pathLst>
                <a:path w="1835" h="2080" extrusionOk="0">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5" name="Google Shape;21925;p141"/>
            <p:cNvSpPr/>
            <p:nvPr/>
          </p:nvSpPr>
          <p:spPr>
            <a:xfrm>
              <a:off x="1872558" y="3142609"/>
              <a:ext cx="27290" cy="53767"/>
            </a:xfrm>
            <a:custGeom>
              <a:avLst/>
              <a:gdLst/>
              <a:ahLst/>
              <a:cxnLst/>
              <a:rect l="l" t="t" r="r" b="b"/>
              <a:pathLst>
                <a:path w="1041" h="2051" extrusionOk="0">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6" name="Google Shape;21926;p141"/>
            <p:cNvSpPr/>
            <p:nvPr/>
          </p:nvSpPr>
          <p:spPr>
            <a:xfrm>
              <a:off x="1854391" y="3208855"/>
              <a:ext cx="84045" cy="60190"/>
            </a:xfrm>
            <a:custGeom>
              <a:avLst/>
              <a:gdLst/>
              <a:ahLst/>
              <a:cxnLst/>
              <a:rect l="l" t="t" r="r" b="b"/>
              <a:pathLst>
                <a:path w="3206"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7" name="Google Shape;21927;p141"/>
            <p:cNvSpPr/>
            <p:nvPr/>
          </p:nvSpPr>
          <p:spPr>
            <a:xfrm>
              <a:off x="1854391" y="3222460"/>
              <a:ext cx="18193" cy="46951"/>
            </a:xfrm>
            <a:custGeom>
              <a:avLst/>
              <a:gdLst/>
              <a:ahLst/>
              <a:cxnLst/>
              <a:rect l="l" t="t" r="r" b="b"/>
              <a:pathLst>
                <a:path w="694" h="1791" extrusionOk="0">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8" name="Google Shape;21928;p141"/>
            <p:cNvSpPr/>
            <p:nvPr/>
          </p:nvSpPr>
          <p:spPr>
            <a:xfrm>
              <a:off x="1920637" y="3222460"/>
              <a:ext cx="18167" cy="46584"/>
            </a:xfrm>
            <a:custGeom>
              <a:avLst/>
              <a:gdLst/>
              <a:ahLst/>
              <a:cxnLst/>
              <a:rect l="l" t="t" r="r" b="b"/>
              <a:pathLst>
                <a:path w="693" h="1777" extrusionOk="0">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9" name="Google Shape;21929;p141"/>
            <p:cNvSpPr/>
            <p:nvPr/>
          </p:nvSpPr>
          <p:spPr>
            <a:xfrm>
              <a:off x="1946354" y="2997693"/>
              <a:ext cx="117338" cy="24249"/>
            </a:xfrm>
            <a:custGeom>
              <a:avLst/>
              <a:gdLst/>
              <a:ahLst/>
              <a:cxnLst/>
              <a:rect l="l" t="t" r="r" b="b"/>
              <a:pathLst>
                <a:path w="4476" h="925" extrusionOk="0">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0" name="Google Shape;21930;p141"/>
            <p:cNvSpPr/>
            <p:nvPr/>
          </p:nvSpPr>
          <p:spPr>
            <a:xfrm>
              <a:off x="1986856" y="3040056"/>
              <a:ext cx="36360" cy="18193"/>
            </a:xfrm>
            <a:custGeom>
              <a:avLst/>
              <a:gdLst/>
              <a:ahLst/>
              <a:cxnLst/>
              <a:rect l="l" t="t" r="r" b="b"/>
              <a:pathLst>
                <a:path w="1387" h="694" extrusionOk="0">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1" name="Google Shape;21931;p141"/>
            <p:cNvSpPr/>
            <p:nvPr/>
          </p:nvSpPr>
          <p:spPr>
            <a:xfrm>
              <a:off x="1963000" y="3009804"/>
              <a:ext cx="84412" cy="12138"/>
            </a:xfrm>
            <a:custGeom>
              <a:avLst/>
              <a:gdLst/>
              <a:ahLst/>
              <a:cxnLst/>
              <a:rect l="l" t="t" r="r" b="b"/>
              <a:pathLst>
                <a:path w="3220" h="463" extrusionOk="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32" name="Google Shape;21932;p141"/>
          <p:cNvGrpSpPr/>
          <p:nvPr/>
        </p:nvGrpSpPr>
        <p:grpSpPr>
          <a:xfrm>
            <a:off x="5172817" y="2438370"/>
            <a:ext cx="289518" cy="357651"/>
            <a:chOff x="5172817" y="2438370"/>
            <a:chExt cx="289518" cy="357651"/>
          </a:xfrm>
        </p:grpSpPr>
        <p:sp>
          <p:nvSpPr>
            <p:cNvPr id="21933" name="Google Shape;21933;p141"/>
            <p:cNvSpPr/>
            <p:nvPr/>
          </p:nvSpPr>
          <p:spPr>
            <a:xfrm>
              <a:off x="5267427" y="2438370"/>
              <a:ext cx="119593" cy="30672"/>
            </a:xfrm>
            <a:custGeom>
              <a:avLst/>
              <a:gdLst/>
              <a:ahLst/>
              <a:cxnLst/>
              <a:rect l="l" t="t" r="r" b="b"/>
              <a:pathLst>
                <a:path w="4562" h="1170" extrusionOk="0">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4" name="Google Shape;21934;p141"/>
            <p:cNvSpPr/>
            <p:nvPr/>
          </p:nvSpPr>
          <p:spPr>
            <a:xfrm>
              <a:off x="5352940" y="2438370"/>
              <a:ext cx="33712" cy="30672"/>
            </a:xfrm>
            <a:custGeom>
              <a:avLst/>
              <a:gdLst/>
              <a:ahLst/>
              <a:cxnLst/>
              <a:rect l="l" t="t" r="r" b="b"/>
              <a:pathLst>
                <a:path w="1286" h="1170" extrusionOk="0">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5" name="Google Shape;21935;p141"/>
            <p:cNvSpPr/>
            <p:nvPr/>
          </p:nvSpPr>
          <p:spPr>
            <a:xfrm>
              <a:off x="5172817" y="2469015"/>
              <a:ext cx="281942" cy="327006"/>
            </a:xfrm>
            <a:custGeom>
              <a:avLst/>
              <a:gdLst/>
              <a:ahLst/>
              <a:cxnLst/>
              <a:rect l="l" t="t" r="r" b="b"/>
              <a:pathLst>
                <a:path w="10755" h="12474" extrusionOk="0">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6" name="Google Shape;21936;p141"/>
            <p:cNvSpPr/>
            <p:nvPr/>
          </p:nvSpPr>
          <p:spPr>
            <a:xfrm>
              <a:off x="5289002" y="2469015"/>
              <a:ext cx="172967" cy="325092"/>
            </a:xfrm>
            <a:custGeom>
              <a:avLst/>
              <a:gdLst/>
              <a:ahLst/>
              <a:cxnLst/>
              <a:rect l="l" t="t" r="r" b="b"/>
              <a:pathLst>
                <a:path w="6598" h="12401" extrusionOk="0">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7" name="Google Shape;21937;p141"/>
            <p:cNvSpPr/>
            <p:nvPr/>
          </p:nvSpPr>
          <p:spPr>
            <a:xfrm>
              <a:off x="5192505" y="2645285"/>
              <a:ext cx="269831" cy="150736"/>
            </a:xfrm>
            <a:custGeom>
              <a:avLst/>
              <a:gdLst/>
              <a:ahLst/>
              <a:cxnLst/>
              <a:rect l="l" t="t" r="r" b="b"/>
              <a:pathLst>
                <a:path w="10293" h="5750" extrusionOk="0">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8" name="Google Shape;21938;p141"/>
            <p:cNvSpPr/>
            <p:nvPr/>
          </p:nvSpPr>
          <p:spPr>
            <a:xfrm>
              <a:off x="5404400" y="2653700"/>
              <a:ext cx="51119" cy="140801"/>
            </a:xfrm>
            <a:custGeom>
              <a:avLst/>
              <a:gdLst/>
              <a:ahLst/>
              <a:cxnLst/>
              <a:rect l="l" t="t" r="r" b="b"/>
              <a:pathLst>
                <a:path w="1950" h="5371" extrusionOk="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9" name="Google Shape;21939;p141"/>
            <p:cNvSpPr/>
            <p:nvPr/>
          </p:nvSpPr>
          <p:spPr>
            <a:xfrm>
              <a:off x="5403273" y="2692288"/>
              <a:ext cx="19320" cy="16515"/>
            </a:xfrm>
            <a:custGeom>
              <a:avLst/>
              <a:gdLst/>
              <a:ahLst/>
              <a:cxnLst/>
              <a:rect l="l" t="t" r="r" b="b"/>
              <a:pathLst>
                <a:path w="737" h="630" extrusionOk="0">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0" name="Google Shape;21940;p141"/>
            <p:cNvSpPr/>
            <p:nvPr/>
          </p:nvSpPr>
          <p:spPr>
            <a:xfrm>
              <a:off x="5363531" y="2752478"/>
              <a:ext cx="16699" cy="14287"/>
            </a:xfrm>
            <a:custGeom>
              <a:avLst/>
              <a:gdLst/>
              <a:ahLst/>
              <a:cxnLst/>
              <a:rect l="l" t="t" r="r" b="b"/>
              <a:pathLst>
                <a:path w="637" h="545" extrusionOk="0">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1" name="Google Shape;21941;p141"/>
            <p:cNvSpPr/>
            <p:nvPr/>
          </p:nvSpPr>
          <p:spPr>
            <a:xfrm>
              <a:off x="5248133" y="2682458"/>
              <a:ext cx="16673" cy="14313"/>
            </a:xfrm>
            <a:custGeom>
              <a:avLst/>
              <a:gdLst/>
              <a:ahLst/>
              <a:cxnLst/>
              <a:rect l="l" t="t" r="r" b="b"/>
              <a:pathLst>
                <a:path w="636" h="546" extrusionOk="0">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2" name="Google Shape;21942;p141"/>
            <p:cNvSpPr/>
            <p:nvPr/>
          </p:nvSpPr>
          <p:spPr>
            <a:xfrm>
              <a:off x="5271202" y="2752478"/>
              <a:ext cx="16673" cy="14287"/>
            </a:xfrm>
            <a:custGeom>
              <a:avLst/>
              <a:gdLst/>
              <a:ahLst/>
              <a:cxnLst/>
              <a:rect l="l" t="t" r="r" b="b"/>
              <a:pathLst>
                <a:path w="636" h="545" extrusionOk="0">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3" name="Google Shape;21943;p141"/>
            <p:cNvSpPr/>
            <p:nvPr/>
          </p:nvSpPr>
          <p:spPr>
            <a:xfrm>
              <a:off x="5312831" y="2697584"/>
              <a:ext cx="20081" cy="17145"/>
            </a:xfrm>
            <a:custGeom>
              <a:avLst/>
              <a:gdLst/>
              <a:ahLst/>
              <a:cxnLst/>
              <a:rect l="l" t="t" r="r" b="b"/>
              <a:pathLst>
                <a:path w="766" h="654" extrusionOk="0">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44" name="Google Shape;21944;p141"/>
          <p:cNvGrpSpPr/>
          <p:nvPr/>
        </p:nvGrpSpPr>
        <p:grpSpPr>
          <a:xfrm>
            <a:off x="3234506" y="2484534"/>
            <a:ext cx="388297" cy="293320"/>
            <a:chOff x="3234506" y="2484534"/>
            <a:chExt cx="388297" cy="293320"/>
          </a:xfrm>
        </p:grpSpPr>
        <p:sp>
          <p:nvSpPr>
            <p:cNvPr id="21945" name="Google Shape;21945;p141"/>
            <p:cNvSpPr/>
            <p:nvPr/>
          </p:nvSpPr>
          <p:spPr>
            <a:xfrm>
              <a:off x="3531208" y="2527684"/>
              <a:ext cx="91595" cy="250170"/>
            </a:xfrm>
            <a:custGeom>
              <a:avLst/>
              <a:gdLst/>
              <a:ahLst/>
              <a:cxnLst/>
              <a:rect l="l" t="t" r="r" b="b"/>
              <a:pathLst>
                <a:path w="3494" h="9543" extrusionOk="0">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6" name="Google Shape;21946;p141"/>
            <p:cNvSpPr/>
            <p:nvPr/>
          </p:nvSpPr>
          <p:spPr>
            <a:xfrm>
              <a:off x="3520984" y="2527684"/>
              <a:ext cx="70413" cy="157814"/>
            </a:xfrm>
            <a:custGeom>
              <a:avLst/>
              <a:gdLst/>
              <a:ahLst/>
              <a:cxnLst/>
              <a:rect l="l" t="t" r="r" b="b"/>
              <a:pathLst>
                <a:path w="2686" h="6020" extrusionOk="0">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7" name="Google Shape;21947;p141"/>
            <p:cNvSpPr/>
            <p:nvPr/>
          </p:nvSpPr>
          <p:spPr>
            <a:xfrm>
              <a:off x="3234506" y="2576130"/>
              <a:ext cx="340244" cy="201724"/>
            </a:xfrm>
            <a:custGeom>
              <a:avLst/>
              <a:gdLst/>
              <a:ahLst/>
              <a:cxnLst/>
              <a:rect l="l" t="t" r="r" b="b"/>
              <a:pathLst>
                <a:path w="12979" h="7695" extrusionOk="0">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8" name="Google Shape;21948;p141"/>
            <p:cNvSpPr/>
            <p:nvPr/>
          </p:nvSpPr>
          <p:spPr>
            <a:xfrm>
              <a:off x="3234506" y="2484534"/>
              <a:ext cx="297095" cy="105227"/>
            </a:xfrm>
            <a:custGeom>
              <a:avLst/>
              <a:gdLst/>
              <a:ahLst/>
              <a:cxnLst/>
              <a:rect l="l" t="t" r="r" b="b"/>
              <a:pathLst>
                <a:path w="11333" h="4014" extrusionOk="0">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9" name="Google Shape;21949;p141"/>
            <p:cNvSpPr/>
            <p:nvPr/>
          </p:nvSpPr>
          <p:spPr>
            <a:xfrm>
              <a:off x="3268192" y="2507971"/>
              <a:ext cx="51879" cy="58486"/>
            </a:xfrm>
            <a:custGeom>
              <a:avLst/>
              <a:gdLst/>
              <a:ahLst/>
              <a:cxnLst/>
              <a:rect l="l" t="t" r="r" b="b"/>
              <a:pathLst>
                <a:path w="1979" h="2231" extrusionOk="0">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0" name="Google Shape;21950;p141"/>
            <p:cNvSpPr/>
            <p:nvPr/>
          </p:nvSpPr>
          <p:spPr>
            <a:xfrm>
              <a:off x="3327229" y="2507997"/>
              <a:ext cx="46951" cy="58695"/>
            </a:xfrm>
            <a:custGeom>
              <a:avLst/>
              <a:gdLst/>
              <a:ahLst/>
              <a:cxnLst/>
              <a:rect l="l" t="t" r="r" b="b"/>
              <a:pathLst>
                <a:path w="1791" h="2239" extrusionOk="0">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1" name="Google Shape;21951;p141"/>
            <p:cNvSpPr/>
            <p:nvPr/>
          </p:nvSpPr>
          <p:spPr>
            <a:xfrm>
              <a:off x="3379292" y="2508049"/>
              <a:ext cx="66796" cy="58643"/>
            </a:xfrm>
            <a:custGeom>
              <a:avLst/>
              <a:gdLst/>
              <a:ahLst/>
              <a:cxnLst/>
              <a:rect l="l" t="t" r="r" b="b"/>
              <a:pathLst>
                <a:path w="2548" h="2237" extrusionOk="0">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2" name="Google Shape;21952;p141"/>
            <p:cNvSpPr/>
            <p:nvPr/>
          </p:nvSpPr>
          <p:spPr>
            <a:xfrm>
              <a:off x="3450072" y="2507971"/>
              <a:ext cx="50647" cy="58748"/>
            </a:xfrm>
            <a:custGeom>
              <a:avLst/>
              <a:gdLst/>
              <a:ahLst/>
              <a:cxnLst/>
              <a:rect l="l" t="t" r="r" b="b"/>
              <a:pathLst>
                <a:path w="1932" h="2241" extrusionOk="0">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3" name="Google Shape;21953;p141"/>
            <p:cNvSpPr/>
            <p:nvPr/>
          </p:nvSpPr>
          <p:spPr>
            <a:xfrm>
              <a:off x="3271233" y="2606775"/>
              <a:ext cx="91595" cy="78724"/>
            </a:xfrm>
            <a:custGeom>
              <a:avLst/>
              <a:gdLst/>
              <a:ahLst/>
              <a:cxnLst/>
              <a:rect l="l" t="t" r="r" b="b"/>
              <a:pathLst>
                <a:path w="3494" h="3003" extrusionOk="0">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4" name="Google Shape;21954;p141"/>
            <p:cNvSpPr/>
            <p:nvPr/>
          </p:nvSpPr>
          <p:spPr>
            <a:xfrm>
              <a:off x="3395361" y="2640068"/>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5" name="Google Shape;21955;p141"/>
            <p:cNvSpPr/>
            <p:nvPr/>
          </p:nvSpPr>
          <p:spPr>
            <a:xfrm>
              <a:off x="3395361" y="2607142"/>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6" name="Google Shape;21956;p141"/>
            <p:cNvSpPr/>
            <p:nvPr/>
          </p:nvSpPr>
          <p:spPr>
            <a:xfrm>
              <a:off x="3394077" y="2672968"/>
              <a:ext cx="108766" cy="12583"/>
            </a:xfrm>
            <a:custGeom>
              <a:avLst/>
              <a:gdLst/>
              <a:ahLst/>
              <a:cxnLst/>
              <a:rect l="l" t="t" r="r" b="b"/>
              <a:pathLst>
                <a:path w="4149" h="480" extrusionOk="0">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7" name="Google Shape;21957;p141"/>
            <p:cNvSpPr/>
            <p:nvPr/>
          </p:nvSpPr>
          <p:spPr>
            <a:xfrm>
              <a:off x="3395361" y="2705920"/>
              <a:ext cx="107482" cy="12505"/>
            </a:xfrm>
            <a:custGeom>
              <a:avLst/>
              <a:gdLst/>
              <a:ahLst/>
              <a:cxnLst/>
              <a:rect l="l" t="t" r="r" b="b"/>
              <a:pathLst>
                <a:path w="4100" h="477" extrusionOk="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8" name="Google Shape;21958;p141"/>
            <p:cNvSpPr/>
            <p:nvPr/>
          </p:nvSpPr>
          <p:spPr>
            <a:xfrm>
              <a:off x="3262006" y="2705894"/>
              <a:ext cx="110051" cy="12583"/>
            </a:xfrm>
            <a:custGeom>
              <a:avLst/>
              <a:gdLst/>
              <a:ahLst/>
              <a:cxnLst/>
              <a:rect l="l" t="t" r="r" b="b"/>
              <a:pathLst>
                <a:path w="4198" h="480" extrusionOk="0">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9" name="Google Shape;21959;p141"/>
            <p:cNvSpPr/>
            <p:nvPr/>
          </p:nvSpPr>
          <p:spPr>
            <a:xfrm>
              <a:off x="3263290" y="2738846"/>
              <a:ext cx="107481"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0" name="Google Shape;21960;p141"/>
            <p:cNvSpPr/>
            <p:nvPr/>
          </p:nvSpPr>
          <p:spPr>
            <a:xfrm>
              <a:off x="3395361" y="2738846"/>
              <a:ext cx="107482"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61" name="Google Shape;21961;p141"/>
          <p:cNvGrpSpPr/>
          <p:nvPr/>
        </p:nvGrpSpPr>
        <p:grpSpPr>
          <a:xfrm>
            <a:off x="6065149" y="3367036"/>
            <a:ext cx="362553" cy="356498"/>
            <a:chOff x="6065149" y="3367036"/>
            <a:chExt cx="362553" cy="356498"/>
          </a:xfrm>
        </p:grpSpPr>
        <p:sp>
          <p:nvSpPr>
            <p:cNvPr id="21962" name="Google Shape;21962;p141"/>
            <p:cNvSpPr/>
            <p:nvPr/>
          </p:nvSpPr>
          <p:spPr>
            <a:xfrm>
              <a:off x="6065149" y="3367036"/>
              <a:ext cx="356498" cy="356498"/>
            </a:xfrm>
            <a:custGeom>
              <a:avLst/>
              <a:gdLst/>
              <a:ahLst/>
              <a:cxnLst/>
              <a:rect l="l" t="t" r="r" b="b"/>
              <a:pathLst>
                <a:path w="13599" h="13599" extrusionOk="0">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3" name="Google Shape;21963;p141"/>
            <p:cNvSpPr/>
            <p:nvPr/>
          </p:nvSpPr>
          <p:spPr>
            <a:xfrm>
              <a:off x="6219923" y="3367036"/>
              <a:ext cx="207780" cy="356472"/>
            </a:xfrm>
            <a:custGeom>
              <a:avLst/>
              <a:gdLst/>
              <a:ahLst/>
              <a:cxnLst/>
              <a:rect l="l" t="t" r="r" b="b"/>
              <a:pathLst>
                <a:path w="7926" h="13598" extrusionOk="0">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4" name="Google Shape;21964;p141"/>
            <p:cNvSpPr/>
            <p:nvPr/>
          </p:nvSpPr>
          <p:spPr>
            <a:xfrm>
              <a:off x="6119257" y="3421144"/>
              <a:ext cx="247889" cy="247889"/>
            </a:xfrm>
            <a:custGeom>
              <a:avLst/>
              <a:gdLst/>
              <a:ahLst/>
              <a:cxnLst/>
              <a:rect l="l" t="t" r="r" b="b"/>
              <a:pathLst>
                <a:path w="9456" h="9456" extrusionOk="0">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5" name="Google Shape;21965;p141"/>
            <p:cNvSpPr/>
            <p:nvPr/>
          </p:nvSpPr>
          <p:spPr>
            <a:xfrm>
              <a:off x="6224091" y="3421144"/>
              <a:ext cx="148744" cy="248020"/>
            </a:xfrm>
            <a:custGeom>
              <a:avLst/>
              <a:gdLst/>
              <a:ahLst/>
              <a:cxnLst/>
              <a:rect l="l" t="t" r="r" b="b"/>
              <a:pathLst>
                <a:path w="5674" h="9461" extrusionOk="0">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6" name="Google Shape;21966;p141"/>
            <p:cNvSpPr/>
            <p:nvPr/>
          </p:nvSpPr>
          <p:spPr>
            <a:xfrm>
              <a:off x="6069685" y="3415848"/>
              <a:ext cx="303517" cy="259293"/>
            </a:xfrm>
            <a:custGeom>
              <a:avLst/>
              <a:gdLst/>
              <a:ahLst/>
              <a:cxnLst/>
              <a:rect l="l" t="t" r="r" b="b"/>
              <a:pathLst>
                <a:path w="11578" h="9891" extrusionOk="0">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67" name="Google Shape;21967;p141"/>
          <p:cNvGrpSpPr/>
          <p:nvPr/>
        </p:nvGrpSpPr>
        <p:grpSpPr>
          <a:xfrm>
            <a:off x="6540821" y="3367036"/>
            <a:ext cx="362553" cy="356498"/>
            <a:chOff x="6540821" y="3367036"/>
            <a:chExt cx="362553" cy="356498"/>
          </a:xfrm>
        </p:grpSpPr>
        <p:sp>
          <p:nvSpPr>
            <p:cNvPr id="21968" name="Google Shape;21968;p141"/>
            <p:cNvSpPr/>
            <p:nvPr/>
          </p:nvSpPr>
          <p:spPr>
            <a:xfrm>
              <a:off x="6540821" y="3367036"/>
              <a:ext cx="356498" cy="356498"/>
            </a:xfrm>
            <a:custGeom>
              <a:avLst/>
              <a:gdLst/>
              <a:ahLst/>
              <a:cxnLst/>
              <a:rect l="l" t="t" r="r" b="b"/>
              <a:pathLst>
                <a:path w="13599" h="13599" extrusionOk="0">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9" name="Google Shape;21969;p141"/>
            <p:cNvSpPr/>
            <p:nvPr/>
          </p:nvSpPr>
          <p:spPr>
            <a:xfrm>
              <a:off x="6695987" y="3367036"/>
              <a:ext cx="207387" cy="356472"/>
            </a:xfrm>
            <a:custGeom>
              <a:avLst/>
              <a:gdLst/>
              <a:ahLst/>
              <a:cxnLst/>
              <a:rect l="l" t="t" r="r" b="b"/>
              <a:pathLst>
                <a:path w="7911" h="13598" extrusionOk="0">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0" name="Google Shape;21970;p141"/>
            <p:cNvSpPr/>
            <p:nvPr/>
          </p:nvSpPr>
          <p:spPr>
            <a:xfrm>
              <a:off x="6579802" y="3405992"/>
              <a:ext cx="278534" cy="278561"/>
            </a:xfrm>
            <a:custGeom>
              <a:avLst/>
              <a:gdLst/>
              <a:ahLst/>
              <a:cxnLst/>
              <a:rect l="l" t="t" r="r" b="b"/>
              <a:pathLst>
                <a:path w="10625" h="10626" extrusionOk="0">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1" name="Google Shape;21971;p141"/>
            <p:cNvSpPr/>
            <p:nvPr/>
          </p:nvSpPr>
          <p:spPr>
            <a:xfrm>
              <a:off x="6672892" y="3510563"/>
              <a:ext cx="80637" cy="69155"/>
            </a:xfrm>
            <a:custGeom>
              <a:avLst/>
              <a:gdLst/>
              <a:ahLst/>
              <a:cxnLst/>
              <a:rect l="l" t="t" r="r" b="b"/>
              <a:pathLst>
                <a:path w="3076" h="2638" extrusionOk="0">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2" name="Google Shape;21972;p141"/>
            <p:cNvSpPr/>
            <p:nvPr/>
          </p:nvSpPr>
          <p:spPr>
            <a:xfrm>
              <a:off x="6541581" y="3458605"/>
              <a:ext cx="213469" cy="225187"/>
            </a:xfrm>
            <a:custGeom>
              <a:avLst/>
              <a:gdLst/>
              <a:ahLst/>
              <a:cxnLst/>
              <a:rect l="l" t="t" r="r" b="b"/>
              <a:pathLst>
                <a:path w="8143" h="8590" extrusionOk="0">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3" name="Google Shape;21973;p141"/>
            <p:cNvSpPr/>
            <p:nvPr/>
          </p:nvSpPr>
          <p:spPr>
            <a:xfrm>
              <a:off x="6609687" y="3405965"/>
              <a:ext cx="237691" cy="143475"/>
            </a:xfrm>
            <a:custGeom>
              <a:avLst/>
              <a:gdLst/>
              <a:ahLst/>
              <a:cxnLst/>
              <a:rect l="l" t="t" r="r" b="b"/>
              <a:pathLst>
                <a:path w="9067" h="5473" extrusionOk="0">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4" name="Google Shape;21974;p141"/>
            <p:cNvSpPr/>
            <p:nvPr/>
          </p:nvSpPr>
          <p:spPr>
            <a:xfrm>
              <a:off x="6703537" y="3490771"/>
              <a:ext cx="154800" cy="193860"/>
            </a:xfrm>
            <a:custGeom>
              <a:avLst/>
              <a:gdLst/>
              <a:ahLst/>
              <a:cxnLst/>
              <a:rect l="l" t="t" r="r" b="b"/>
              <a:pathLst>
                <a:path w="5905" h="7395" extrusionOk="0">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75" name="Google Shape;21975;p141"/>
          <p:cNvGrpSpPr/>
          <p:nvPr/>
        </p:nvGrpSpPr>
        <p:grpSpPr>
          <a:xfrm>
            <a:off x="2302458" y="2474704"/>
            <a:ext cx="354479" cy="312561"/>
            <a:chOff x="2302458" y="2474704"/>
            <a:chExt cx="354479" cy="312561"/>
          </a:xfrm>
        </p:grpSpPr>
        <p:sp>
          <p:nvSpPr>
            <p:cNvPr id="21976" name="Google Shape;21976;p141"/>
            <p:cNvSpPr/>
            <p:nvPr/>
          </p:nvSpPr>
          <p:spPr>
            <a:xfrm>
              <a:off x="2388732" y="2515756"/>
              <a:ext cx="238058" cy="136266"/>
            </a:xfrm>
            <a:custGeom>
              <a:avLst/>
              <a:gdLst/>
              <a:ahLst/>
              <a:cxnLst/>
              <a:rect l="l" t="t" r="r" b="b"/>
              <a:pathLst>
                <a:path w="9081" h="5198" extrusionOk="0">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7" name="Google Shape;21977;p141"/>
            <p:cNvSpPr/>
            <p:nvPr/>
          </p:nvSpPr>
          <p:spPr>
            <a:xfrm>
              <a:off x="2398195" y="2723327"/>
              <a:ext cx="74949" cy="63938"/>
            </a:xfrm>
            <a:custGeom>
              <a:avLst/>
              <a:gdLst/>
              <a:ahLst/>
              <a:cxnLst/>
              <a:rect l="l" t="t" r="r" b="b"/>
              <a:pathLst>
                <a:path w="2859" h="2439" extrusionOk="0">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8" name="Google Shape;21978;p141"/>
            <p:cNvSpPr/>
            <p:nvPr/>
          </p:nvSpPr>
          <p:spPr>
            <a:xfrm>
              <a:off x="2421658" y="2740733"/>
              <a:ext cx="34079" cy="29230"/>
            </a:xfrm>
            <a:custGeom>
              <a:avLst/>
              <a:gdLst/>
              <a:ahLst/>
              <a:cxnLst/>
              <a:rect l="l" t="t" r="r" b="b"/>
              <a:pathLst>
                <a:path w="1300" h="1115" extrusionOk="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9" name="Google Shape;21979;p141"/>
            <p:cNvSpPr/>
            <p:nvPr/>
          </p:nvSpPr>
          <p:spPr>
            <a:xfrm>
              <a:off x="2525338" y="2723327"/>
              <a:ext cx="74975" cy="63938"/>
            </a:xfrm>
            <a:custGeom>
              <a:avLst/>
              <a:gdLst/>
              <a:ahLst/>
              <a:cxnLst/>
              <a:rect l="l" t="t" r="r" b="b"/>
              <a:pathLst>
                <a:path w="2860" h="2439" extrusionOk="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0" name="Google Shape;21980;p141"/>
            <p:cNvSpPr/>
            <p:nvPr/>
          </p:nvSpPr>
          <p:spPr>
            <a:xfrm>
              <a:off x="2548800" y="2740733"/>
              <a:ext cx="33712" cy="29230"/>
            </a:xfrm>
            <a:custGeom>
              <a:avLst/>
              <a:gdLst/>
              <a:ahLst/>
              <a:cxnLst/>
              <a:rect l="l" t="t" r="r" b="b"/>
              <a:pathLst>
                <a:path w="1286" h="1115" extrusionOk="0">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1" name="Google Shape;21981;p141"/>
            <p:cNvSpPr/>
            <p:nvPr/>
          </p:nvSpPr>
          <p:spPr>
            <a:xfrm>
              <a:off x="2375860" y="2498166"/>
              <a:ext cx="279662" cy="145729"/>
            </a:xfrm>
            <a:custGeom>
              <a:avLst/>
              <a:gdLst/>
              <a:ahLst/>
              <a:cxnLst/>
              <a:rect l="l" t="t" r="r" b="b"/>
              <a:pathLst>
                <a:path w="10668" h="5559" extrusionOk="0">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2" name="Google Shape;21982;p141"/>
            <p:cNvSpPr/>
            <p:nvPr/>
          </p:nvSpPr>
          <p:spPr>
            <a:xfrm>
              <a:off x="2608230" y="2498166"/>
              <a:ext cx="47292" cy="146096"/>
            </a:xfrm>
            <a:custGeom>
              <a:avLst/>
              <a:gdLst/>
              <a:ahLst/>
              <a:cxnLst/>
              <a:rect l="l" t="t" r="r" b="b"/>
              <a:pathLst>
                <a:path w="1804" h="5573" extrusionOk="0">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3" name="Google Shape;21983;p141"/>
            <p:cNvSpPr/>
            <p:nvPr/>
          </p:nvSpPr>
          <p:spPr>
            <a:xfrm>
              <a:off x="2302458" y="2474704"/>
              <a:ext cx="353850" cy="196796"/>
            </a:xfrm>
            <a:custGeom>
              <a:avLst/>
              <a:gdLst/>
              <a:ahLst/>
              <a:cxnLst/>
              <a:rect l="l" t="t" r="r" b="b"/>
              <a:pathLst>
                <a:path w="13498" h="7507" extrusionOk="0">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4" name="Google Shape;21984;p141"/>
            <p:cNvSpPr/>
            <p:nvPr/>
          </p:nvSpPr>
          <p:spPr>
            <a:xfrm>
              <a:off x="2402363" y="2644236"/>
              <a:ext cx="254574" cy="27657"/>
            </a:xfrm>
            <a:custGeom>
              <a:avLst/>
              <a:gdLst/>
              <a:ahLst/>
              <a:cxnLst/>
              <a:rect l="l" t="t" r="r" b="b"/>
              <a:pathLst>
                <a:path w="9711" h="1055" extrusionOk="0">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5" name="Google Shape;21985;p141"/>
            <p:cNvSpPr/>
            <p:nvPr/>
          </p:nvSpPr>
          <p:spPr>
            <a:xfrm>
              <a:off x="2375126" y="2653306"/>
              <a:ext cx="243721" cy="76862"/>
            </a:xfrm>
            <a:custGeom>
              <a:avLst/>
              <a:gdLst/>
              <a:ahLst/>
              <a:cxnLst/>
              <a:rect l="l" t="t" r="r" b="b"/>
              <a:pathLst>
                <a:path w="9297" h="2932" extrusionOk="0">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6" name="Google Shape;21986;p141"/>
            <p:cNvSpPr/>
            <p:nvPr/>
          </p:nvSpPr>
          <p:spPr>
            <a:xfrm>
              <a:off x="2382676" y="2688880"/>
              <a:ext cx="232003" cy="41289"/>
            </a:xfrm>
            <a:custGeom>
              <a:avLst/>
              <a:gdLst/>
              <a:ahLst/>
              <a:cxnLst/>
              <a:rect l="l" t="t" r="r" b="b"/>
              <a:pathLst>
                <a:path w="8850" h="1575" extrusionOk="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7" name="Google Shape;21987;p141"/>
            <p:cNvSpPr/>
            <p:nvPr/>
          </p:nvSpPr>
          <p:spPr>
            <a:xfrm>
              <a:off x="2396675" y="2652939"/>
              <a:ext cx="32192" cy="27657"/>
            </a:xfrm>
            <a:custGeom>
              <a:avLst/>
              <a:gdLst/>
              <a:ahLst/>
              <a:cxnLst/>
              <a:rect l="l" t="t" r="r" b="b"/>
              <a:pathLst>
                <a:path w="1228" h="1055" extrusionOk="0">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88" name="Google Shape;21988;p141"/>
          <p:cNvGrpSpPr/>
          <p:nvPr/>
        </p:nvGrpSpPr>
        <p:grpSpPr>
          <a:xfrm>
            <a:off x="2831110" y="2442538"/>
            <a:ext cx="246002" cy="348922"/>
            <a:chOff x="2831110" y="2442538"/>
            <a:chExt cx="246002" cy="348922"/>
          </a:xfrm>
        </p:grpSpPr>
        <p:sp>
          <p:nvSpPr>
            <p:cNvPr id="21989" name="Google Shape;21989;p141"/>
            <p:cNvSpPr/>
            <p:nvPr/>
          </p:nvSpPr>
          <p:spPr>
            <a:xfrm>
              <a:off x="2831110" y="2442538"/>
              <a:ext cx="194542" cy="348922"/>
            </a:xfrm>
            <a:custGeom>
              <a:avLst/>
              <a:gdLst/>
              <a:ahLst/>
              <a:cxnLst/>
              <a:rect l="l" t="t" r="r" b="b"/>
              <a:pathLst>
                <a:path w="7421" h="13310" extrusionOk="0">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0" name="Google Shape;21990;p141"/>
            <p:cNvSpPr/>
            <p:nvPr/>
          </p:nvSpPr>
          <p:spPr>
            <a:xfrm>
              <a:off x="2831110" y="2476591"/>
              <a:ext cx="194542" cy="276647"/>
            </a:xfrm>
            <a:custGeom>
              <a:avLst/>
              <a:gdLst/>
              <a:ahLst/>
              <a:cxnLst/>
              <a:rect l="l" t="t" r="r" b="b"/>
              <a:pathLst>
                <a:path w="7421" h="10553" extrusionOk="0">
                  <a:moveTo>
                    <a:pt x="1" y="1"/>
                  </a:moveTo>
                  <a:lnTo>
                    <a:pt x="1" y="10553"/>
                  </a:lnTo>
                  <a:lnTo>
                    <a:pt x="7421" y="10553"/>
                  </a:lnTo>
                  <a:lnTo>
                    <a:pt x="7421" y="1"/>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1" name="Google Shape;21991;p141"/>
            <p:cNvSpPr/>
            <p:nvPr/>
          </p:nvSpPr>
          <p:spPr>
            <a:xfrm>
              <a:off x="2926480" y="2542181"/>
              <a:ext cx="99171" cy="158732"/>
            </a:xfrm>
            <a:custGeom>
              <a:avLst/>
              <a:gdLst/>
              <a:ahLst/>
              <a:cxnLst/>
              <a:rect l="l" t="t" r="r" b="b"/>
              <a:pathLst>
                <a:path w="3783" h="6055" extrusionOk="0">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2" name="Google Shape;21992;p141"/>
            <p:cNvSpPr/>
            <p:nvPr/>
          </p:nvSpPr>
          <p:spPr>
            <a:xfrm>
              <a:off x="3008979" y="2476591"/>
              <a:ext cx="16673" cy="276647"/>
            </a:xfrm>
            <a:custGeom>
              <a:avLst/>
              <a:gdLst/>
              <a:ahLst/>
              <a:cxnLst/>
              <a:rect l="l" t="t" r="r" b="b"/>
              <a:pathLst>
                <a:path w="636" h="10553" extrusionOk="0">
                  <a:moveTo>
                    <a:pt x="0" y="1"/>
                  </a:moveTo>
                  <a:lnTo>
                    <a:pt x="0" y="10553"/>
                  </a:lnTo>
                  <a:lnTo>
                    <a:pt x="636" y="10553"/>
                  </a:lnTo>
                  <a:lnTo>
                    <a:pt x="636"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3" name="Google Shape;21993;p141"/>
            <p:cNvSpPr/>
            <p:nvPr/>
          </p:nvSpPr>
          <p:spPr>
            <a:xfrm>
              <a:off x="2877668" y="2587481"/>
              <a:ext cx="77229" cy="10617"/>
            </a:xfrm>
            <a:custGeom>
              <a:avLst/>
              <a:gdLst/>
              <a:ahLst/>
              <a:cxnLst/>
              <a:rect l="l" t="t" r="r" b="b"/>
              <a:pathLst>
                <a:path w="2946" h="405" extrusionOk="0">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4" name="Google Shape;21994;p141"/>
            <p:cNvSpPr/>
            <p:nvPr/>
          </p:nvSpPr>
          <p:spPr>
            <a:xfrm>
              <a:off x="2851164" y="2567426"/>
              <a:ext cx="117338" cy="10617"/>
            </a:xfrm>
            <a:custGeom>
              <a:avLst/>
              <a:gdLst/>
              <a:ahLst/>
              <a:cxnLst/>
              <a:rect l="l" t="t" r="r" b="b"/>
              <a:pathLst>
                <a:path w="4476" h="405" extrusionOk="0">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5" name="Google Shape;21995;p141"/>
            <p:cNvSpPr/>
            <p:nvPr/>
          </p:nvSpPr>
          <p:spPr>
            <a:xfrm>
              <a:off x="2897329" y="2643109"/>
              <a:ext cx="55287" cy="10617"/>
            </a:xfrm>
            <a:custGeom>
              <a:avLst/>
              <a:gdLst/>
              <a:ahLst/>
              <a:cxnLst/>
              <a:rect l="l" t="t" r="r" b="b"/>
              <a:pathLst>
                <a:path w="2109" h="405" extrusionOk="0">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6" name="Google Shape;21996;p141"/>
            <p:cNvSpPr/>
            <p:nvPr/>
          </p:nvSpPr>
          <p:spPr>
            <a:xfrm>
              <a:off x="2865556" y="2627196"/>
              <a:ext cx="79117" cy="10643"/>
            </a:xfrm>
            <a:custGeom>
              <a:avLst/>
              <a:gdLst/>
              <a:ahLst/>
              <a:cxnLst/>
              <a:rect l="l" t="t" r="r" b="b"/>
              <a:pathLst>
                <a:path w="3018" h="406" extrusionOk="0">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7" name="Google Shape;21997;p141"/>
            <p:cNvSpPr/>
            <p:nvPr/>
          </p:nvSpPr>
          <p:spPr>
            <a:xfrm>
              <a:off x="2934056" y="2550019"/>
              <a:ext cx="143055" cy="143055"/>
            </a:xfrm>
            <a:custGeom>
              <a:avLst/>
              <a:gdLst/>
              <a:ahLst/>
              <a:cxnLst/>
              <a:rect l="l" t="t" r="r" b="b"/>
              <a:pathLst>
                <a:path w="5457" h="5457" extrusionOk="0">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8" name="Google Shape;21998;p141"/>
            <p:cNvSpPr/>
            <p:nvPr/>
          </p:nvSpPr>
          <p:spPr>
            <a:xfrm>
              <a:off x="2957125" y="2572722"/>
              <a:ext cx="97284" cy="97651"/>
            </a:xfrm>
            <a:custGeom>
              <a:avLst/>
              <a:gdLst/>
              <a:ahLst/>
              <a:cxnLst/>
              <a:rect l="l" t="t" r="r" b="b"/>
              <a:pathLst>
                <a:path w="3711" h="3725" extrusionOk="0">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9" name="Google Shape;21999;p141"/>
            <p:cNvSpPr/>
            <p:nvPr/>
          </p:nvSpPr>
          <p:spPr>
            <a:xfrm>
              <a:off x="2951463" y="2568082"/>
              <a:ext cx="108242" cy="107219"/>
            </a:xfrm>
            <a:custGeom>
              <a:avLst/>
              <a:gdLst/>
              <a:ahLst/>
              <a:cxnLst/>
              <a:rect l="l" t="t" r="r" b="b"/>
              <a:pathLst>
                <a:path w="4129" h="4090" extrusionOk="0">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0" name="Google Shape;22000;p141"/>
            <p:cNvSpPr/>
            <p:nvPr/>
          </p:nvSpPr>
          <p:spPr>
            <a:xfrm>
              <a:off x="2985123" y="2600719"/>
              <a:ext cx="42049" cy="43543"/>
            </a:xfrm>
            <a:custGeom>
              <a:avLst/>
              <a:gdLst/>
              <a:ahLst/>
              <a:cxnLst/>
              <a:rect l="l" t="t" r="r" b="b"/>
              <a:pathLst>
                <a:path w="1604" h="1661" extrusionOk="0">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1" name="Google Shape;22001;p141"/>
            <p:cNvSpPr/>
            <p:nvPr/>
          </p:nvSpPr>
          <p:spPr>
            <a:xfrm>
              <a:off x="3000642" y="2590784"/>
              <a:ext cx="10643" cy="20553"/>
            </a:xfrm>
            <a:custGeom>
              <a:avLst/>
              <a:gdLst/>
              <a:ahLst/>
              <a:cxnLst/>
              <a:rect l="l" t="t" r="r" b="b"/>
              <a:pathLst>
                <a:path w="406" h="784" extrusionOk="0">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2" name="Google Shape;22002;p141"/>
            <p:cNvSpPr/>
            <p:nvPr/>
          </p:nvSpPr>
          <p:spPr>
            <a:xfrm>
              <a:off x="3000642" y="2633540"/>
              <a:ext cx="10643" cy="20553"/>
            </a:xfrm>
            <a:custGeom>
              <a:avLst/>
              <a:gdLst/>
              <a:ahLst/>
              <a:cxnLst/>
              <a:rect l="l" t="t" r="r" b="b"/>
              <a:pathLst>
                <a:path w="406" h="784" extrusionOk="0">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03" name="Google Shape;22003;p141"/>
          <p:cNvGrpSpPr/>
          <p:nvPr/>
        </p:nvGrpSpPr>
        <p:grpSpPr>
          <a:xfrm>
            <a:off x="7016492" y="3367036"/>
            <a:ext cx="362947" cy="356498"/>
            <a:chOff x="7016492" y="3367036"/>
            <a:chExt cx="362947" cy="356498"/>
          </a:xfrm>
        </p:grpSpPr>
        <p:sp>
          <p:nvSpPr>
            <p:cNvPr id="22004" name="Google Shape;22004;p141"/>
            <p:cNvSpPr/>
            <p:nvPr/>
          </p:nvSpPr>
          <p:spPr>
            <a:xfrm>
              <a:off x="7016492" y="3367036"/>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5" name="Google Shape;22005;p141"/>
            <p:cNvSpPr/>
            <p:nvPr/>
          </p:nvSpPr>
          <p:spPr>
            <a:xfrm>
              <a:off x="7171658"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6" name="Google Shape;22006;p141"/>
            <p:cNvSpPr/>
            <p:nvPr/>
          </p:nvSpPr>
          <p:spPr>
            <a:xfrm>
              <a:off x="7070049" y="3475252"/>
              <a:ext cx="73245" cy="116971"/>
            </a:xfrm>
            <a:custGeom>
              <a:avLst/>
              <a:gdLst/>
              <a:ahLst/>
              <a:cxnLst/>
              <a:rect l="l" t="t" r="r" b="b"/>
              <a:pathLst>
                <a:path w="2794" h="4462" extrusionOk="0">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7" name="Google Shape;22007;p141"/>
            <p:cNvSpPr/>
            <p:nvPr/>
          </p:nvSpPr>
          <p:spPr>
            <a:xfrm>
              <a:off x="7217063" y="3475252"/>
              <a:ext cx="73454" cy="116971"/>
            </a:xfrm>
            <a:custGeom>
              <a:avLst/>
              <a:gdLst/>
              <a:ahLst/>
              <a:cxnLst/>
              <a:rect l="l" t="t" r="r" b="b"/>
              <a:pathLst>
                <a:path w="2802" h="4462" extrusionOk="0">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8" name="Google Shape;22008;p141"/>
            <p:cNvSpPr/>
            <p:nvPr/>
          </p:nvSpPr>
          <p:spPr>
            <a:xfrm>
              <a:off x="7162955" y="3498242"/>
              <a:ext cx="24249" cy="93981"/>
            </a:xfrm>
            <a:custGeom>
              <a:avLst/>
              <a:gdLst/>
              <a:ahLst/>
              <a:cxnLst/>
              <a:rect l="l" t="t" r="r" b="b"/>
              <a:pathLst>
                <a:path w="925" h="3585" extrusionOk="0">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9" name="Google Shape;22009;p141"/>
            <p:cNvSpPr/>
            <p:nvPr/>
          </p:nvSpPr>
          <p:spPr>
            <a:xfrm>
              <a:off x="7304857" y="3529281"/>
              <a:ext cx="37120" cy="31904"/>
            </a:xfrm>
            <a:custGeom>
              <a:avLst/>
              <a:gdLst/>
              <a:ahLst/>
              <a:cxnLst/>
              <a:rect l="l" t="t" r="r" b="b"/>
              <a:pathLst>
                <a:path w="1416" h="1217" extrusionOk="0">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10" name="Google Shape;22010;p141"/>
          <p:cNvGrpSpPr/>
          <p:nvPr/>
        </p:nvGrpSpPr>
        <p:grpSpPr>
          <a:xfrm>
            <a:off x="5589452" y="3367036"/>
            <a:ext cx="362580" cy="356498"/>
            <a:chOff x="5589452" y="3367036"/>
            <a:chExt cx="362580" cy="356498"/>
          </a:xfrm>
        </p:grpSpPr>
        <p:sp>
          <p:nvSpPr>
            <p:cNvPr id="22011" name="Google Shape;22011;p141"/>
            <p:cNvSpPr/>
            <p:nvPr/>
          </p:nvSpPr>
          <p:spPr>
            <a:xfrm>
              <a:off x="5589452" y="3367036"/>
              <a:ext cx="356131" cy="356498"/>
            </a:xfrm>
            <a:custGeom>
              <a:avLst/>
              <a:gdLst/>
              <a:ahLst/>
              <a:cxnLst/>
              <a:rect l="l" t="t" r="r" b="b"/>
              <a:pathLst>
                <a:path w="13585" h="13599" extrusionOk="0">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2" name="Google Shape;22012;p141"/>
            <p:cNvSpPr/>
            <p:nvPr/>
          </p:nvSpPr>
          <p:spPr>
            <a:xfrm>
              <a:off x="5744225" y="3367036"/>
              <a:ext cx="207806" cy="356472"/>
            </a:xfrm>
            <a:custGeom>
              <a:avLst/>
              <a:gdLst/>
              <a:ahLst/>
              <a:cxnLst/>
              <a:rect l="l" t="t" r="r" b="b"/>
              <a:pathLst>
                <a:path w="7927" h="13598" extrusionOk="0">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3" name="Google Shape;22013;p141"/>
            <p:cNvSpPr/>
            <p:nvPr/>
          </p:nvSpPr>
          <p:spPr>
            <a:xfrm>
              <a:off x="5666655" y="3420751"/>
              <a:ext cx="165023" cy="241099"/>
            </a:xfrm>
            <a:custGeom>
              <a:avLst/>
              <a:gdLst/>
              <a:ahLst/>
              <a:cxnLst/>
              <a:rect l="l" t="t" r="r" b="b"/>
              <a:pathLst>
                <a:path w="6295" h="9197" extrusionOk="0">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14" name="Google Shape;22014;p141"/>
          <p:cNvGrpSpPr/>
          <p:nvPr/>
        </p:nvGrpSpPr>
        <p:grpSpPr>
          <a:xfrm>
            <a:off x="7488021" y="3362475"/>
            <a:ext cx="372017" cy="365621"/>
            <a:chOff x="7488021" y="3362475"/>
            <a:chExt cx="372017" cy="365621"/>
          </a:xfrm>
        </p:grpSpPr>
        <p:sp>
          <p:nvSpPr>
            <p:cNvPr id="22015" name="Google Shape;22015;p141"/>
            <p:cNvSpPr/>
            <p:nvPr/>
          </p:nvSpPr>
          <p:spPr>
            <a:xfrm>
              <a:off x="7488021" y="3362475"/>
              <a:ext cx="365201" cy="365594"/>
            </a:xfrm>
            <a:custGeom>
              <a:avLst/>
              <a:gdLst/>
              <a:ahLst/>
              <a:cxnLst/>
              <a:rect l="l" t="t" r="r" b="b"/>
              <a:pathLst>
                <a:path w="13931" h="13946" extrusionOk="0">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6" name="Google Shape;22016;p141"/>
            <p:cNvSpPr/>
            <p:nvPr/>
          </p:nvSpPr>
          <p:spPr>
            <a:xfrm>
              <a:off x="7646963" y="3362475"/>
              <a:ext cx="213076" cy="365621"/>
            </a:xfrm>
            <a:custGeom>
              <a:avLst/>
              <a:gdLst/>
              <a:ahLst/>
              <a:cxnLst/>
              <a:rect l="l" t="t" r="r" b="b"/>
              <a:pathLst>
                <a:path w="8128" h="13947" extrusionOk="0">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7" name="Google Shape;22017;p141"/>
            <p:cNvSpPr/>
            <p:nvPr/>
          </p:nvSpPr>
          <p:spPr>
            <a:xfrm>
              <a:off x="7685944" y="3401928"/>
              <a:ext cx="56415" cy="48367"/>
            </a:xfrm>
            <a:custGeom>
              <a:avLst/>
              <a:gdLst/>
              <a:ahLst/>
              <a:cxnLst/>
              <a:rect l="l" t="t" r="r" b="b"/>
              <a:pathLst>
                <a:path w="2152" h="1845" extrusionOk="0">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8" name="Google Shape;22018;p141"/>
            <p:cNvSpPr/>
            <p:nvPr/>
          </p:nvSpPr>
          <p:spPr>
            <a:xfrm>
              <a:off x="7546297" y="3481307"/>
              <a:ext cx="248282" cy="207413"/>
            </a:xfrm>
            <a:custGeom>
              <a:avLst/>
              <a:gdLst/>
              <a:ahLst/>
              <a:cxnLst/>
              <a:rect l="l" t="t" r="r" b="b"/>
              <a:pathLst>
                <a:path w="9471" h="7912" extrusionOk="0">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9" name="Google Shape;22019;p141"/>
            <p:cNvSpPr/>
            <p:nvPr/>
          </p:nvSpPr>
          <p:spPr>
            <a:xfrm>
              <a:off x="7748755" y="3489041"/>
              <a:ext cx="73061" cy="79327"/>
            </a:xfrm>
            <a:custGeom>
              <a:avLst/>
              <a:gdLst/>
              <a:ahLst/>
              <a:cxnLst/>
              <a:rect l="l" t="t" r="r" b="b"/>
              <a:pathLst>
                <a:path w="2787" h="3026" extrusionOk="0">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0" name="Google Shape;22020;p141"/>
            <p:cNvSpPr/>
            <p:nvPr/>
          </p:nvSpPr>
          <p:spPr>
            <a:xfrm>
              <a:off x="7503540" y="3489250"/>
              <a:ext cx="88947" cy="79510"/>
            </a:xfrm>
            <a:custGeom>
              <a:avLst/>
              <a:gdLst/>
              <a:ahLst/>
              <a:cxnLst/>
              <a:rect l="l" t="t" r="r" b="b"/>
              <a:pathLst>
                <a:path w="3393" h="3033" extrusionOk="0">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1" name="Google Shape;22021;p141"/>
            <p:cNvSpPr/>
            <p:nvPr/>
          </p:nvSpPr>
          <p:spPr>
            <a:xfrm>
              <a:off x="7582631" y="3536857"/>
              <a:ext cx="56782" cy="48550"/>
            </a:xfrm>
            <a:custGeom>
              <a:avLst/>
              <a:gdLst/>
              <a:ahLst/>
              <a:cxnLst/>
              <a:rect l="l" t="t" r="r" b="b"/>
              <a:pathLst>
                <a:path w="2166" h="1852" extrusionOk="0">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2" name="Google Shape;22022;p141"/>
            <p:cNvSpPr/>
            <p:nvPr/>
          </p:nvSpPr>
          <p:spPr>
            <a:xfrm>
              <a:off x="7693887" y="3536857"/>
              <a:ext cx="56415" cy="48550"/>
            </a:xfrm>
            <a:custGeom>
              <a:avLst/>
              <a:gdLst/>
              <a:ahLst/>
              <a:cxnLst/>
              <a:rect l="l" t="t" r="r" b="b"/>
              <a:pathLst>
                <a:path w="2152" h="1852" extrusionOk="0">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3" name="Google Shape;22023;p141"/>
            <p:cNvSpPr/>
            <p:nvPr/>
          </p:nvSpPr>
          <p:spPr>
            <a:xfrm>
              <a:off x="7596866" y="3625883"/>
              <a:ext cx="147512" cy="34079"/>
            </a:xfrm>
            <a:custGeom>
              <a:avLst/>
              <a:gdLst/>
              <a:ahLst/>
              <a:cxnLst/>
              <a:rect l="l" t="t" r="r" b="b"/>
              <a:pathLst>
                <a:path w="5627" h="1300" extrusionOk="0">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4" name="Google Shape;22024;p141"/>
            <p:cNvSpPr/>
            <p:nvPr/>
          </p:nvSpPr>
          <p:spPr>
            <a:xfrm>
              <a:off x="7664736" y="3396318"/>
              <a:ext cx="84360" cy="93352"/>
            </a:xfrm>
            <a:custGeom>
              <a:avLst/>
              <a:gdLst/>
              <a:ahLst/>
              <a:cxnLst/>
              <a:rect l="l" t="t" r="r" b="b"/>
              <a:pathLst>
                <a:path w="3218" h="3561" extrusionOk="0">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25" name="Google Shape;22025;p141"/>
          <p:cNvGrpSpPr/>
          <p:nvPr/>
        </p:nvGrpSpPr>
        <p:grpSpPr>
          <a:xfrm>
            <a:off x="5113781" y="3367036"/>
            <a:ext cx="362553" cy="356498"/>
            <a:chOff x="5113781" y="3367036"/>
            <a:chExt cx="362553" cy="356498"/>
          </a:xfrm>
        </p:grpSpPr>
        <p:sp>
          <p:nvSpPr>
            <p:cNvPr id="22026" name="Google Shape;22026;p141"/>
            <p:cNvSpPr/>
            <p:nvPr/>
          </p:nvSpPr>
          <p:spPr>
            <a:xfrm>
              <a:off x="5113781" y="3367036"/>
              <a:ext cx="356131" cy="356498"/>
            </a:xfrm>
            <a:custGeom>
              <a:avLst/>
              <a:gdLst/>
              <a:ahLst/>
              <a:cxnLst/>
              <a:rect l="l" t="t" r="r" b="b"/>
              <a:pathLst>
                <a:path w="13585" h="13599" extrusionOk="0">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7" name="Google Shape;22027;p141"/>
            <p:cNvSpPr/>
            <p:nvPr/>
          </p:nvSpPr>
          <p:spPr>
            <a:xfrm>
              <a:off x="5268554"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028" name="Google Shape;22028;p141"/>
          <p:cNvSpPr/>
          <p:nvPr/>
        </p:nvSpPr>
        <p:spPr>
          <a:xfrm>
            <a:off x="5172817" y="3421144"/>
            <a:ext cx="238058" cy="229355"/>
          </a:xfrm>
          <a:custGeom>
            <a:avLst/>
            <a:gdLst/>
            <a:ahLst/>
            <a:cxnLst/>
            <a:rect l="l" t="t" r="r" b="b"/>
            <a:pathLst>
              <a:path w="9081" h="8749" extrusionOk="0">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029" name="Google Shape;22029;p141"/>
          <p:cNvGrpSpPr/>
          <p:nvPr/>
        </p:nvGrpSpPr>
        <p:grpSpPr>
          <a:xfrm>
            <a:off x="7968621" y="3365489"/>
            <a:ext cx="375818" cy="357651"/>
            <a:chOff x="7968621" y="3365489"/>
            <a:chExt cx="375818" cy="357651"/>
          </a:xfrm>
        </p:grpSpPr>
        <p:sp>
          <p:nvSpPr>
            <p:cNvPr id="22030" name="Google Shape;22030;p141"/>
            <p:cNvSpPr/>
            <p:nvPr/>
          </p:nvSpPr>
          <p:spPr>
            <a:xfrm>
              <a:off x="7968621" y="3367403"/>
              <a:ext cx="355371" cy="355738"/>
            </a:xfrm>
            <a:custGeom>
              <a:avLst/>
              <a:gdLst/>
              <a:ahLst/>
              <a:cxnLst/>
              <a:rect l="l" t="t" r="r" b="b"/>
              <a:pathLst>
                <a:path w="13556" h="13570" extrusionOk="0">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1" name="Google Shape;22031;p141"/>
            <p:cNvSpPr/>
            <p:nvPr/>
          </p:nvSpPr>
          <p:spPr>
            <a:xfrm>
              <a:off x="8123027" y="3365489"/>
              <a:ext cx="203979" cy="355423"/>
            </a:xfrm>
            <a:custGeom>
              <a:avLst/>
              <a:gdLst/>
              <a:ahLst/>
              <a:cxnLst/>
              <a:rect l="l" t="t" r="r" b="b"/>
              <a:pathLst>
                <a:path w="7781" h="13558" extrusionOk="0">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2" name="Google Shape;22032;p141"/>
            <p:cNvSpPr/>
            <p:nvPr/>
          </p:nvSpPr>
          <p:spPr>
            <a:xfrm>
              <a:off x="8123027" y="3459365"/>
              <a:ext cx="221412" cy="236538"/>
            </a:xfrm>
            <a:custGeom>
              <a:avLst/>
              <a:gdLst/>
              <a:ahLst/>
              <a:cxnLst/>
              <a:rect l="l" t="t" r="r" b="b"/>
              <a:pathLst>
                <a:path w="8446" h="9023" extrusionOk="0">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3" name="Google Shape;22033;p141"/>
            <p:cNvSpPr/>
            <p:nvPr/>
          </p:nvSpPr>
          <p:spPr>
            <a:xfrm>
              <a:off x="8224820" y="3460493"/>
              <a:ext cx="99171" cy="235778"/>
            </a:xfrm>
            <a:custGeom>
              <a:avLst/>
              <a:gdLst/>
              <a:ahLst/>
              <a:cxnLst/>
              <a:rect l="l" t="t" r="r" b="b"/>
              <a:pathLst>
                <a:path w="3783" h="8994" extrusionOk="0">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4" name="Google Shape;22034;p141"/>
            <p:cNvSpPr/>
            <p:nvPr/>
          </p:nvSpPr>
          <p:spPr>
            <a:xfrm>
              <a:off x="7993210" y="3552822"/>
              <a:ext cx="213102" cy="170319"/>
            </a:xfrm>
            <a:custGeom>
              <a:avLst/>
              <a:gdLst/>
              <a:ahLst/>
              <a:cxnLst/>
              <a:rect l="l" t="t" r="r" b="b"/>
              <a:pathLst>
                <a:path w="8129" h="6497" extrusionOk="0">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5" name="Google Shape;22035;p141"/>
            <p:cNvSpPr/>
            <p:nvPr/>
          </p:nvSpPr>
          <p:spPr>
            <a:xfrm>
              <a:off x="8123027" y="3695484"/>
              <a:ext cx="83652" cy="27657"/>
            </a:xfrm>
            <a:custGeom>
              <a:avLst/>
              <a:gdLst/>
              <a:ahLst/>
              <a:cxnLst/>
              <a:rect l="l" t="t" r="r" b="b"/>
              <a:pathLst>
                <a:path w="3191" h="1055" extrusionOk="0">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6" name="Google Shape;22036;p141"/>
            <p:cNvSpPr/>
            <p:nvPr/>
          </p:nvSpPr>
          <p:spPr>
            <a:xfrm>
              <a:off x="8091988" y="3529753"/>
              <a:ext cx="149871" cy="183190"/>
            </a:xfrm>
            <a:custGeom>
              <a:avLst/>
              <a:gdLst/>
              <a:ahLst/>
              <a:cxnLst/>
              <a:rect l="l" t="t" r="r" b="b"/>
              <a:pathLst>
                <a:path w="5717" h="6988" extrusionOk="0">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7" name="Google Shape;22037;p141"/>
            <p:cNvSpPr/>
            <p:nvPr/>
          </p:nvSpPr>
          <p:spPr>
            <a:xfrm>
              <a:off x="8193781" y="3671654"/>
              <a:ext cx="48078" cy="41656"/>
            </a:xfrm>
            <a:custGeom>
              <a:avLst/>
              <a:gdLst/>
              <a:ahLst/>
              <a:cxnLst/>
              <a:rect l="l" t="t" r="r" b="b"/>
              <a:pathLst>
                <a:path w="1834" h="1589" extrusionOk="0">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8" name="Google Shape;22038;p141"/>
            <p:cNvSpPr/>
            <p:nvPr/>
          </p:nvSpPr>
          <p:spPr>
            <a:xfrm>
              <a:off x="7976197" y="3452549"/>
              <a:ext cx="239553" cy="183951"/>
            </a:xfrm>
            <a:custGeom>
              <a:avLst/>
              <a:gdLst/>
              <a:ahLst/>
              <a:cxnLst/>
              <a:rect l="l" t="t" r="r" b="b"/>
              <a:pathLst>
                <a:path w="9138" h="7017" extrusionOk="0">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9" name="Google Shape;22039;p141"/>
            <p:cNvSpPr/>
            <p:nvPr/>
          </p:nvSpPr>
          <p:spPr>
            <a:xfrm>
              <a:off x="8168064" y="3365516"/>
              <a:ext cx="141928" cy="177607"/>
            </a:xfrm>
            <a:custGeom>
              <a:avLst/>
              <a:gdLst/>
              <a:ahLst/>
              <a:cxnLst/>
              <a:rect l="l" t="t" r="r" b="b"/>
              <a:pathLst>
                <a:path w="5414" h="6775" extrusionOk="0">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0" name="Google Shape;22040;p141"/>
            <p:cNvSpPr/>
            <p:nvPr/>
          </p:nvSpPr>
          <p:spPr>
            <a:xfrm>
              <a:off x="8197189" y="3397944"/>
              <a:ext cx="73061" cy="62575"/>
            </a:xfrm>
            <a:custGeom>
              <a:avLst/>
              <a:gdLst/>
              <a:ahLst/>
              <a:cxnLst/>
              <a:rect l="l" t="t" r="r" b="b"/>
              <a:pathLst>
                <a:path w="2787" h="2387" extrusionOk="0">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1" name="Google Shape;22041;p141"/>
            <p:cNvSpPr/>
            <p:nvPr/>
          </p:nvSpPr>
          <p:spPr>
            <a:xfrm>
              <a:off x="8025376" y="3423451"/>
              <a:ext cx="80270" cy="73402"/>
            </a:xfrm>
            <a:custGeom>
              <a:avLst/>
              <a:gdLst/>
              <a:ahLst/>
              <a:cxnLst/>
              <a:rect l="l" t="t" r="r" b="b"/>
              <a:pathLst>
                <a:path w="3062" h="2800" extrusionOk="0">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42" name="Google Shape;22042;p141"/>
          <p:cNvGrpSpPr/>
          <p:nvPr/>
        </p:nvGrpSpPr>
        <p:grpSpPr>
          <a:xfrm>
            <a:off x="3486106" y="3817357"/>
            <a:ext cx="363314" cy="356576"/>
            <a:chOff x="3763184" y="3817357"/>
            <a:chExt cx="363314" cy="356576"/>
          </a:xfrm>
        </p:grpSpPr>
        <p:sp>
          <p:nvSpPr>
            <p:cNvPr id="22043" name="Google Shape;22043;p141"/>
            <p:cNvSpPr/>
            <p:nvPr/>
          </p:nvSpPr>
          <p:spPr>
            <a:xfrm>
              <a:off x="3763184"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4" name="Google Shape;22044;p141"/>
            <p:cNvSpPr/>
            <p:nvPr/>
          </p:nvSpPr>
          <p:spPr>
            <a:xfrm>
              <a:off x="3918324"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5" name="Google Shape;22045;p141"/>
            <p:cNvSpPr/>
            <p:nvPr/>
          </p:nvSpPr>
          <p:spPr>
            <a:xfrm>
              <a:off x="3848330" y="3964188"/>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6" name="Google Shape;22046;p141"/>
            <p:cNvSpPr/>
            <p:nvPr/>
          </p:nvSpPr>
          <p:spPr>
            <a:xfrm>
              <a:off x="3832418" y="3894403"/>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7" name="Google Shape;22047;p141"/>
            <p:cNvSpPr/>
            <p:nvPr/>
          </p:nvSpPr>
          <p:spPr>
            <a:xfrm>
              <a:off x="3925901" y="3964161"/>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48" name="Google Shape;22048;p141"/>
          <p:cNvGrpSpPr/>
          <p:nvPr/>
        </p:nvGrpSpPr>
        <p:grpSpPr>
          <a:xfrm>
            <a:off x="4831774" y="3817357"/>
            <a:ext cx="362947" cy="356576"/>
            <a:chOff x="5108852" y="3817357"/>
            <a:chExt cx="362947" cy="356576"/>
          </a:xfrm>
        </p:grpSpPr>
        <p:sp>
          <p:nvSpPr>
            <p:cNvPr id="22049" name="Google Shape;22049;p141"/>
            <p:cNvSpPr/>
            <p:nvPr/>
          </p:nvSpPr>
          <p:spPr>
            <a:xfrm>
              <a:off x="5108852" y="3817357"/>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0" name="Google Shape;22050;p141"/>
            <p:cNvSpPr/>
            <p:nvPr/>
          </p:nvSpPr>
          <p:spPr>
            <a:xfrm>
              <a:off x="5264019" y="3817357"/>
              <a:ext cx="207780" cy="356576"/>
            </a:xfrm>
            <a:custGeom>
              <a:avLst/>
              <a:gdLst/>
              <a:ahLst/>
              <a:cxnLst/>
              <a:rect l="l" t="t" r="r" b="b"/>
              <a:pathLst>
                <a:path w="7926" h="13602" extrusionOk="0">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1" name="Google Shape;22051;p141"/>
            <p:cNvSpPr/>
            <p:nvPr/>
          </p:nvSpPr>
          <p:spPr>
            <a:xfrm>
              <a:off x="5136116" y="3871229"/>
              <a:ext cx="295495" cy="248282"/>
            </a:xfrm>
            <a:custGeom>
              <a:avLst/>
              <a:gdLst/>
              <a:ahLst/>
              <a:cxnLst/>
              <a:rect l="l" t="t" r="r" b="b"/>
              <a:pathLst>
                <a:path w="11272" h="9471" extrusionOk="0">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2" name="Google Shape;22052;p141"/>
            <p:cNvSpPr/>
            <p:nvPr/>
          </p:nvSpPr>
          <p:spPr>
            <a:xfrm>
              <a:off x="5219060" y="3952863"/>
              <a:ext cx="128060" cy="78933"/>
            </a:xfrm>
            <a:custGeom>
              <a:avLst/>
              <a:gdLst/>
              <a:ahLst/>
              <a:cxnLst/>
              <a:rect l="l" t="t" r="r" b="b"/>
              <a:pathLst>
                <a:path w="4885" h="3011" extrusionOk="0">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53" name="Google Shape;22053;p141"/>
          <p:cNvGrpSpPr/>
          <p:nvPr/>
        </p:nvGrpSpPr>
        <p:grpSpPr>
          <a:xfrm>
            <a:off x="5728642" y="3817357"/>
            <a:ext cx="362947" cy="356576"/>
            <a:chOff x="6005720" y="3817357"/>
            <a:chExt cx="362947" cy="356576"/>
          </a:xfrm>
        </p:grpSpPr>
        <p:sp>
          <p:nvSpPr>
            <p:cNvPr id="22054" name="Google Shape;22054;p141"/>
            <p:cNvSpPr/>
            <p:nvPr/>
          </p:nvSpPr>
          <p:spPr>
            <a:xfrm>
              <a:off x="6005720" y="3817357"/>
              <a:ext cx="356891" cy="356498"/>
            </a:xfrm>
            <a:custGeom>
              <a:avLst/>
              <a:gdLst/>
              <a:ahLst/>
              <a:cxnLst/>
              <a:rect l="l" t="t" r="r" b="b"/>
              <a:pathLst>
                <a:path w="13614" h="13599" extrusionOk="0">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5" name="Google Shape;22055;p141"/>
            <p:cNvSpPr/>
            <p:nvPr/>
          </p:nvSpPr>
          <p:spPr>
            <a:xfrm>
              <a:off x="6160887"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6" name="Google Shape;22056;p141"/>
            <p:cNvSpPr/>
            <p:nvPr/>
          </p:nvSpPr>
          <p:spPr>
            <a:xfrm>
              <a:off x="6055240" y="3879487"/>
              <a:ext cx="262727" cy="234572"/>
            </a:xfrm>
            <a:custGeom>
              <a:avLst/>
              <a:gdLst/>
              <a:ahLst/>
              <a:cxnLst/>
              <a:rect l="l" t="t" r="r" b="b"/>
              <a:pathLst>
                <a:path w="10022" h="8948" extrusionOk="0">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7" name="Google Shape;22057;p141"/>
            <p:cNvSpPr/>
            <p:nvPr/>
          </p:nvSpPr>
          <p:spPr>
            <a:xfrm>
              <a:off x="6129848" y="3935010"/>
              <a:ext cx="108635" cy="121166"/>
            </a:xfrm>
            <a:custGeom>
              <a:avLst/>
              <a:gdLst/>
              <a:ahLst/>
              <a:cxnLst/>
              <a:rect l="l" t="t" r="r" b="b"/>
              <a:pathLst>
                <a:path w="4144" h="4622" extrusionOk="0">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58" name="Google Shape;22058;p141"/>
          <p:cNvGrpSpPr/>
          <p:nvPr/>
        </p:nvGrpSpPr>
        <p:grpSpPr>
          <a:xfrm>
            <a:off x="3934907" y="3817357"/>
            <a:ext cx="362947" cy="356576"/>
            <a:chOff x="4211985" y="3817357"/>
            <a:chExt cx="362947" cy="356576"/>
          </a:xfrm>
        </p:grpSpPr>
        <p:sp>
          <p:nvSpPr>
            <p:cNvPr id="22059" name="Google Shape;22059;p141"/>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0" name="Google Shape;22060;p141"/>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1" name="Google Shape;22061;p141"/>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62" name="Google Shape;22062;p141"/>
          <p:cNvGrpSpPr/>
          <p:nvPr/>
        </p:nvGrpSpPr>
        <p:grpSpPr>
          <a:xfrm>
            <a:off x="3037672" y="3817357"/>
            <a:ext cx="362920" cy="356865"/>
            <a:chOff x="3314750" y="3817357"/>
            <a:chExt cx="362920" cy="356865"/>
          </a:xfrm>
        </p:grpSpPr>
        <p:grpSp>
          <p:nvGrpSpPr>
            <p:cNvPr id="22063" name="Google Shape;22063;p141"/>
            <p:cNvGrpSpPr/>
            <p:nvPr/>
          </p:nvGrpSpPr>
          <p:grpSpPr>
            <a:xfrm>
              <a:off x="3314750" y="3817357"/>
              <a:ext cx="362920" cy="356865"/>
              <a:chOff x="3314750" y="3817357"/>
              <a:chExt cx="362920" cy="356865"/>
            </a:xfrm>
          </p:grpSpPr>
          <p:sp>
            <p:nvSpPr>
              <p:cNvPr id="22064" name="Google Shape;22064;p141"/>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5" name="Google Shape;22065;p141"/>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66" name="Google Shape;22066;p141"/>
            <p:cNvGrpSpPr/>
            <p:nvPr/>
          </p:nvGrpSpPr>
          <p:grpSpPr>
            <a:xfrm>
              <a:off x="3394986" y="3894612"/>
              <a:ext cx="202339" cy="202323"/>
              <a:chOff x="935197" y="1793977"/>
              <a:chExt cx="256451" cy="256430"/>
            </a:xfrm>
          </p:grpSpPr>
          <p:sp>
            <p:nvSpPr>
              <p:cNvPr id="22067" name="Google Shape;22067;p141"/>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8" name="Google Shape;22068;p141"/>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069" name="Google Shape;22069;p141"/>
          <p:cNvGrpSpPr/>
          <p:nvPr/>
        </p:nvGrpSpPr>
        <p:grpSpPr>
          <a:xfrm>
            <a:off x="5280208" y="3817357"/>
            <a:ext cx="362947" cy="356576"/>
            <a:chOff x="5557286" y="3817357"/>
            <a:chExt cx="362947" cy="356576"/>
          </a:xfrm>
        </p:grpSpPr>
        <p:grpSp>
          <p:nvGrpSpPr>
            <p:cNvPr id="22070" name="Google Shape;22070;p141"/>
            <p:cNvGrpSpPr/>
            <p:nvPr/>
          </p:nvGrpSpPr>
          <p:grpSpPr>
            <a:xfrm>
              <a:off x="5557286" y="3817357"/>
              <a:ext cx="362947" cy="356576"/>
              <a:chOff x="5557286" y="3817357"/>
              <a:chExt cx="362947" cy="356576"/>
            </a:xfrm>
          </p:grpSpPr>
          <p:sp>
            <p:nvSpPr>
              <p:cNvPr id="22071" name="Google Shape;22071;p141"/>
              <p:cNvSpPr/>
              <p:nvPr/>
            </p:nvSpPr>
            <p:spPr>
              <a:xfrm>
                <a:off x="5557286" y="3817357"/>
                <a:ext cx="356891" cy="356498"/>
              </a:xfrm>
              <a:custGeom>
                <a:avLst/>
                <a:gdLst/>
                <a:ahLst/>
                <a:cxnLst/>
                <a:rect l="l" t="t" r="r" b="b"/>
                <a:pathLst>
                  <a:path w="13614" h="13599" extrusionOk="0">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2" name="Google Shape;22072;p141"/>
              <p:cNvSpPr/>
              <p:nvPr/>
            </p:nvSpPr>
            <p:spPr>
              <a:xfrm>
                <a:off x="5712453"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3" name="Google Shape;22073;p141"/>
              <p:cNvSpPr/>
              <p:nvPr/>
            </p:nvSpPr>
            <p:spPr>
              <a:xfrm>
                <a:off x="5696567" y="3944343"/>
                <a:ext cx="98411" cy="102527"/>
              </a:xfrm>
              <a:custGeom>
                <a:avLst/>
                <a:gdLst/>
                <a:ahLst/>
                <a:cxnLst/>
                <a:rect l="l" t="t" r="r" b="b"/>
                <a:pathLst>
                  <a:path w="3754" h="3911" extrusionOk="0">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074" name="Google Shape;22074;p141"/>
            <p:cNvSpPr/>
            <p:nvPr/>
          </p:nvSpPr>
          <p:spPr>
            <a:xfrm>
              <a:off x="5621675" y="3914200"/>
              <a:ext cx="234165" cy="163176"/>
            </a:xfrm>
            <a:custGeom>
              <a:avLst/>
              <a:gdLst/>
              <a:ahLst/>
              <a:cxnLst/>
              <a:rect l="l" t="t" r="r" b="b"/>
              <a:pathLst>
                <a:path w="12544" h="8740" extrusionOk="0">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75" name="Google Shape;22075;p141"/>
          <p:cNvGrpSpPr/>
          <p:nvPr/>
        </p:nvGrpSpPr>
        <p:grpSpPr>
          <a:xfrm>
            <a:off x="2589238" y="3817357"/>
            <a:ext cx="362920" cy="356865"/>
            <a:chOff x="2866317" y="3817357"/>
            <a:chExt cx="362920" cy="356865"/>
          </a:xfrm>
        </p:grpSpPr>
        <p:sp>
          <p:nvSpPr>
            <p:cNvPr id="22076" name="Google Shape;22076;p141"/>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7" name="Google Shape;22077;p141"/>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8" name="Google Shape;22078;p141"/>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79" name="Google Shape;22079;p141"/>
          <p:cNvGrpSpPr/>
          <p:nvPr/>
        </p:nvGrpSpPr>
        <p:grpSpPr>
          <a:xfrm>
            <a:off x="4383341" y="3817357"/>
            <a:ext cx="362947" cy="356576"/>
            <a:chOff x="4660419" y="3817357"/>
            <a:chExt cx="362947" cy="356576"/>
          </a:xfrm>
        </p:grpSpPr>
        <p:grpSp>
          <p:nvGrpSpPr>
            <p:cNvPr id="22080" name="Google Shape;22080;p141"/>
            <p:cNvGrpSpPr/>
            <p:nvPr/>
          </p:nvGrpSpPr>
          <p:grpSpPr>
            <a:xfrm>
              <a:off x="4660419" y="3817357"/>
              <a:ext cx="362947" cy="356576"/>
              <a:chOff x="4660419" y="3817357"/>
              <a:chExt cx="362947" cy="356576"/>
            </a:xfrm>
          </p:grpSpPr>
          <p:sp>
            <p:nvSpPr>
              <p:cNvPr id="22081" name="Google Shape;22081;p141"/>
              <p:cNvSpPr/>
              <p:nvPr/>
            </p:nvSpPr>
            <p:spPr>
              <a:xfrm>
                <a:off x="4660419"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2" name="Google Shape;22082;p141"/>
              <p:cNvSpPr/>
              <p:nvPr/>
            </p:nvSpPr>
            <p:spPr>
              <a:xfrm>
                <a:off x="4815585" y="3817357"/>
                <a:ext cx="207780" cy="356576"/>
              </a:xfrm>
              <a:custGeom>
                <a:avLst/>
                <a:gdLst/>
                <a:ahLst/>
                <a:cxnLst/>
                <a:rect l="l" t="t" r="r" b="b"/>
                <a:pathLst>
                  <a:path w="7926" h="13602" extrusionOk="0">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83" name="Google Shape;22083;p141"/>
            <p:cNvGrpSpPr/>
            <p:nvPr/>
          </p:nvGrpSpPr>
          <p:grpSpPr>
            <a:xfrm>
              <a:off x="4694459" y="3856408"/>
              <a:ext cx="282308" cy="265356"/>
              <a:chOff x="4690600" y="3853050"/>
              <a:chExt cx="289488" cy="272132"/>
            </a:xfrm>
          </p:grpSpPr>
          <p:sp>
            <p:nvSpPr>
              <p:cNvPr id="22084" name="Google Shape;22084;p141"/>
              <p:cNvSpPr/>
              <p:nvPr/>
            </p:nvSpPr>
            <p:spPr>
              <a:xfrm>
                <a:off x="4690600" y="3853050"/>
                <a:ext cx="289488" cy="272132"/>
              </a:xfrm>
              <a:custGeom>
                <a:avLst/>
                <a:gdLst/>
                <a:ahLst/>
                <a:cxnLst/>
                <a:rect l="l" t="t" r="r" b="b"/>
                <a:pathLst>
                  <a:path w="14478" h="13610" extrusionOk="0">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5" name="Google Shape;22085;p141"/>
              <p:cNvSpPr/>
              <p:nvPr/>
            </p:nvSpPr>
            <p:spPr>
              <a:xfrm>
                <a:off x="4773984" y="3934408"/>
                <a:ext cx="133407" cy="122069"/>
              </a:xfrm>
              <a:custGeom>
                <a:avLst/>
                <a:gdLst/>
                <a:ahLst/>
                <a:cxnLst/>
                <a:rect l="l" t="t" r="r" b="b"/>
                <a:pathLst>
                  <a:path w="6672" h="6105" extrusionOk="0">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086" name="Google Shape;22086;p141"/>
          <p:cNvGrpSpPr/>
          <p:nvPr/>
        </p:nvGrpSpPr>
        <p:grpSpPr>
          <a:xfrm>
            <a:off x="6184880" y="3813323"/>
            <a:ext cx="369882" cy="364325"/>
            <a:chOff x="1190200" y="238125"/>
            <a:chExt cx="5306767" cy="5212083"/>
          </a:xfrm>
        </p:grpSpPr>
        <p:grpSp>
          <p:nvGrpSpPr>
            <p:cNvPr id="22087" name="Google Shape;22087;p141"/>
            <p:cNvGrpSpPr/>
            <p:nvPr/>
          </p:nvGrpSpPr>
          <p:grpSpPr>
            <a:xfrm>
              <a:off x="1190200" y="238125"/>
              <a:ext cx="5212075" cy="5212075"/>
              <a:chOff x="1190200" y="238125"/>
              <a:chExt cx="5212075" cy="5212075"/>
            </a:xfrm>
          </p:grpSpPr>
          <p:sp>
            <p:nvSpPr>
              <p:cNvPr id="22088" name="Google Shape;22088;p141"/>
              <p:cNvSpPr/>
              <p:nvPr/>
            </p:nvSpPr>
            <p:spPr>
              <a:xfrm>
                <a:off x="1190200" y="238125"/>
                <a:ext cx="5212075" cy="5212075"/>
              </a:xfrm>
              <a:custGeom>
                <a:avLst/>
                <a:gdLst/>
                <a:ahLst/>
                <a:cxnLst/>
                <a:rect l="l" t="t" r="r" b="b"/>
                <a:pathLst>
                  <a:path w="208483" h="208483" extrusionOk="0">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9" name="Google Shape;22089;p141"/>
              <p:cNvSpPr/>
              <p:nvPr/>
            </p:nvSpPr>
            <p:spPr>
              <a:xfrm>
                <a:off x="2368338" y="1220419"/>
                <a:ext cx="2856522" cy="3247339"/>
              </a:xfrm>
              <a:custGeom>
                <a:avLst/>
                <a:gdLst/>
                <a:ahLst/>
                <a:cxnLst/>
                <a:rect l="l" t="t" r="r" b="b"/>
                <a:pathLst>
                  <a:path w="130928" h="148841" extrusionOk="0">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090" name="Google Shape;22090;p141"/>
            <p:cNvSpPr/>
            <p:nvPr/>
          </p:nvSpPr>
          <p:spPr>
            <a:xfrm>
              <a:off x="3459822" y="238126"/>
              <a:ext cx="3037144" cy="5212082"/>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Shape 22094"/>
        <p:cNvGrpSpPr/>
        <p:nvPr/>
      </p:nvGrpSpPr>
      <p:grpSpPr>
        <a:xfrm>
          <a:off x="0" y="0"/>
          <a:ext cx="0" cy="0"/>
          <a:chOff x="0" y="0"/>
          <a:chExt cx="0" cy="0"/>
        </a:xfrm>
      </p:grpSpPr>
      <p:sp>
        <p:nvSpPr>
          <p:cNvPr id="22095" name="Google Shape;22095;p142"/>
          <p:cNvSpPr/>
          <p:nvPr/>
        </p:nvSpPr>
        <p:spPr>
          <a:xfrm>
            <a:off x="6796005" y="3658439"/>
            <a:ext cx="343251" cy="386661"/>
          </a:xfrm>
          <a:custGeom>
            <a:avLst/>
            <a:gdLst/>
            <a:ahLst/>
            <a:cxnLst/>
            <a:rect l="l" t="t" r="r" b="b"/>
            <a:pathLst>
              <a:path w="19539" h="22010" extrusionOk="0">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096" name="Google Shape;22096;p142"/>
          <p:cNvGrpSpPr/>
          <p:nvPr/>
        </p:nvGrpSpPr>
        <p:grpSpPr>
          <a:xfrm>
            <a:off x="6869704" y="3731340"/>
            <a:ext cx="201221" cy="201192"/>
            <a:chOff x="583100" y="3982600"/>
            <a:chExt cx="296175" cy="296175"/>
          </a:xfrm>
        </p:grpSpPr>
        <p:sp>
          <p:nvSpPr>
            <p:cNvPr id="22097" name="Google Shape;22097;p142"/>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8" name="Google Shape;22098;p142"/>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9" name="Google Shape;22099;p142"/>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0" name="Google Shape;22100;p142"/>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1" name="Google Shape;22101;p142"/>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2" name="Google Shape;22102;p142"/>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3" name="Google Shape;22103;p142"/>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104" name="Google Shape;22104;p142"/>
          <p:cNvSpPr/>
          <p:nvPr/>
        </p:nvSpPr>
        <p:spPr>
          <a:xfrm>
            <a:off x="5244198" y="3658334"/>
            <a:ext cx="342847" cy="386678"/>
          </a:xfrm>
          <a:custGeom>
            <a:avLst/>
            <a:gdLst/>
            <a:ahLst/>
            <a:cxnLst/>
            <a:rect l="l" t="t" r="r" b="b"/>
            <a:pathLst>
              <a:path w="19516" h="22011" extrusionOk="0">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5" name="Google Shape;22105;p142"/>
          <p:cNvSpPr/>
          <p:nvPr/>
        </p:nvSpPr>
        <p:spPr>
          <a:xfrm>
            <a:off x="6007260" y="1662350"/>
            <a:ext cx="342865" cy="386555"/>
          </a:xfrm>
          <a:custGeom>
            <a:avLst/>
            <a:gdLst/>
            <a:ahLst/>
            <a:cxnLst/>
            <a:rect l="l" t="t" r="r" b="b"/>
            <a:pathLst>
              <a:path w="19517" h="22004" extrusionOk="0">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06" name="Google Shape;22106;p142"/>
          <p:cNvGrpSpPr/>
          <p:nvPr/>
        </p:nvGrpSpPr>
        <p:grpSpPr>
          <a:xfrm>
            <a:off x="6078082" y="1755032"/>
            <a:ext cx="201221" cy="201192"/>
            <a:chOff x="3497300" y="3227275"/>
            <a:chExt cx="296175" cy="296175"/>
          </a:xfrm>
        </p:grpSpPr>
        <p:sp>
          <p:nvSpPr>
            <p:cNvPr id="22107" name="Google Shape;22107;p142"/>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8" name="Google Shape;22108;p142"/>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9" name="Google Shape;22109;p142"/>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0" name="Google Shape;22110;p142"/>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1" name="Google Shape;22111;p142"/>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2" name="Google Shape;22112;p142"/>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3" name="Google Shape;22113;p142"/>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4" name="Google Shape;22114;p142"/>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115" name="Google Shape;22115;p142"/>
          <p:cNvSpPr/>
          <p:nvPr/>
        </p:nvSpPr>
        <p:spPr>
          <a:xfrm>
            <a:off x="7585137" y="1662350"/>
            <a:ext cx="342847" cy="386555"/>
          </a:xfrm>
          <a:custGeom>
            <a:avLst/>
            <a:gdLst/>
            <a:ahLst/>
            <a:cxnLst/>
            <a:rect l="l" t="t" r="r" b="b"/>
            <a:pathLst>
              <a:path w="19516" h="22004" extrusionOk="0">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16" name="Google Shape;22116;p142"/>
          <p:cNvGrpSpPr/>
          <p:nvPr/>
        </p:nvGrpSpPr>
        <p:grpSpPr>
          <a:xfrm>
            <a:off x="7655950" y="1754675"/>
            <a:ext cx="201221" cy="201905"/>
            <a:chOff x="4991425" y="3234750"/>
            <a:chExt cx="296175" cy="297225"/>
          </a:xfrm>
        </p:grpSpPr>
        <p:sp>
          <p:nvSpPr>
            <p:cNvPr id="22117" name="Google Shape;22117;p142"/>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8" name="Google Shape;22118;p142"/>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9" name="Google Shape;22119;p142"/>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0" name="Google Shape;22120;p142"/>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1" name="Google Shape;22121;p142"/>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2" name="Google Shape;22122;p142"/>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123" name="Google Shape;22123;p142"/>
          <p:cNvSpPr/>
          <p:nvPr/>
        </p:nvSpPr>
        <p:spPr>
          <a:xfrm>
            <a:off x="1998713" y="3559838"/>
            <a:ext cx="724194" cy="588011"/>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4" name="Google Shape;22124;p142"/>
          <p:cNvSpPr/>
          <p:nvPr/>
        </p:nvSpPr>
        <p:spPr>
          <a:xfrm>
            <a:off x="2949013" y="3559838"/>
            <a:ext cx="724598" cy="588011"/>
          </a:xfrm>
          <a:custGeom>
            <a:avLst/>
            <a:gdLst/>
            <a:ahLst/>
            <a:cxnLst/>
            <a:rect l="l" t="t" r="r" b="b"/>
            <a:pathLst>
              <a:path w="46568" h="37796"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5" name="Google Shape;22125;p142"/>
          <p:cNvSpPr/>
          <p:nvPr/>
        </p:nvSpPr>
        <p:spPr>
          <a:xfrm>
            <a:off x="1048453" y="3559838"/>
            <a:ext cx="724194" cy="588011"/>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26" name="Google Shape;22126;p142"/>
          <p:cNvGrpSpPr/>
          <p:nvPr/>
        </p:nvGrpSpPr>
        <p:grpSpPr>
          <a:xfrm>
            <a:off x="3214959" y="3616099"/>
            <a:ext cx="197356" cy="197404"/>
            <a:chOff x="4456875" y="1435075"/>
            <a:chExt cx="481825" cy="481825"/>
          </a:xfrm>
        </p:grpSpPr>
        <p:sp>
          <p:nvSpPr>
            <p:cNvPr id="22127" name="Google Shape;22127;p142"/>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128" name="Google Shape;22128;p142"/>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129" name="Google Shape;22129;p142"/>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130" name="Google Shape;22130;p142"/>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131" name="Google Shape;22131;p142"/>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132" name="Google Shape;22132;p142"/>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133" name="Google Shape;22133;p142"/>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134" name="Google Shape;22134;p142"/>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135" name="Google Shape;22135;p142"/>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136" name="Google Shape;22136;p142"/>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137" name="Google Shape;22137;p142"/>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138" name="Google Shape;22138;p142"/>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139" name="Google Shape;22139;p142"/>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140" name="Google Shape;22140;p142"/>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141" name="Google Shape;22141;p142"/>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142" name="Google Shape;22142;p142"/>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143" name="Google Shape;22143;p142"/>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144" name="Google Shape;22144;p142"/>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145" name="Google Shape;22145;p142"/>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146" name="Google Shape;22146;p142"/>
          <p:cNvGrpSpPr/>
          <p:nvPr/>
        </p:nvGrpSpPr>
        <p:grpSpPr>
          <a:xfrm>
            <a:off x="1310190" y="3616094"/>
            <a:ext cx="199291" cy="197414"/>
            <a:chOff x="5049725" y="1435050"/>
            <a:chExt cx="486550" cy="481850"/>
          </a:xfrm>
        </p:grpSpPr>
        <p:sp>
          <p:nvSpPr>
            <p:cNvPr id="22147" name="Google Shape;22147;p142"/>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148" name="Google Shape;22148;p142"/>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149" name="Google Shape;22149;p142"/>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150" name="Google Shape;22150;p142"/>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2151" name="Google Shape;22151;p142"/>
          <p:cNvGrpSpPr/>
          <p:nvPr/>
        </p:nvGrpSpPr>
        <p:grpSpPr>
          <a:xfrm>
            <a:off x="2263986" y="3617981"/>
            <a:ext cx="193649" cy="193696"/>
            <a:chOff x="6239925" y="2032450"/>
            <a:chExt cx="472775" cy="472775"/>
          </a:xfrm>
        </p:grpSpPr>
        <p:sp>
          <p:nvSpPr>
            <p:cNvPr id="22152" name="Google Shape;22152;p142"/>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153" name="Google Shape;22153;p142"/>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22154" name="Google Shape;22154;p142"/>
          <p:cNvSpPr/>
          <p:nvPr/>
        </p:nvSpPr>
        <p:spPr>
          <a:xfrm>
            <a:off x="1048453" y="1559475"/>
            <a:ext cx="724194" cy="587996"/>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55" name="Google Shape;22155;p142"/>
          <p:cNvGrpSpPr/>
          <p:nvPr/>
        </p:nvGrpSpPr>
        <p:grpSpPr>
          <a:xfrm>
            <a:off x="1312952" y="1620834"/>
            <a:ext cx="197386" cy="197404"/>
            <a:chOff x="2685825" y="840375"/>
            <a:chExt cx="481900" cy="481825"/>
          </a:xfrm>
        </p:grpSpPr>
        <p:sp>
          <p:nvSpPr>
            <p:cNvPr id="22156" name="Google Shape;22156;p142"/>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157" name="Google Shape;22157;p142"/>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22158" name="Google Shape;22158;p142"/>
          <p:cNvSpPr/>
          <p:nvPr/>
        </p:nvSpPr>
        <p:spPr>
          <a:xfrm>
            <a:off x="1998713" y="1559475"/>
            <a:ext cx="724194" cy="587996"/>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59" name="Google Shape;22159;p142"/>
          <p:cNvGrpSpPr/>
          <p:nvPr/>
        </p:nvGrpSpPr>
        <p:grpSpPr>
          <a:xfrm>
            <a:off x="2258881" y="1620650"/>
            <a:ext cx="203858" cy="197772"/>
            <a:chOff x="3270675" y="841800"/>
            <a:chExt cx="497700" cy="482725"/>
          </a:xfrm>
        </p:grpSpPr>
        <p:sp>
          <p:nvSpPr>
            <p:cNvPr id="22160" name="Google Shape;22160;p142"/>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161" name="Google Shape;22161;p142"/>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162" name="Google Shape;22162;p142"/>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22163" name="Google Shape;22163;p142"/>
          <p:cNvSpPr/>
          <p:nvPr/>
        </p:nvSpPr>
        <p:spPr>
          <a:xfrm>
            <a:off x="2949013" y="1559475"/>
            <a:ext cx="724598" cy="587996"/>
          </a:xfrm>
          <a:custGeom>
            <a:avLst/>
            <a:gdLst/>
            <a:ahLst/>
            <a:cxnLst/>
            <a:rect l="l" t="t" r="r" b="b"/>
            <a:pathLst>
              <a:path w="46568" h="37795"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64" name="Google Shape;22164;p142"/>
          <p:cNvGrpSpPr/>
          <p:nvPr/>
        </p:nvGrpSpPr>
        <p:grpSpPr>
          <a:xfrm>
            <a:off x="3214958" y="1620862"/>
            <a:ext cx="197356" cy="197404"/>
            <a:chOff x="3271200" y="1435075"/>
            <a:chExt cx="481825" cy="481825"/>
          </a:xfrm>
        </p:grpSpPr>
        <p:sp>
          <p:nvSpPr>
            <p:cNvPr id="22165" name="Google Shape;22165;p142"/>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166" name="Google Shape;22166;p142"/>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22167" name="Google Shape;22167;p142"/>
          <p:cNvSpPr/>
          <p:nvPr/>
        </p:nvSpPr>
        <p:spPr>
          <a:xfrm>
            <a:off x="1504285" y="2586168"/>
            <a:ext cx="1713187" cy="534976"/>
          </a:xfrm>
          <a:custGeom>
            <a:avLst/>
            <a:gdLst/>
            <a:ahLst/>
            <a:cxnLst/>
            <a:rect l="l" t="t" r="r" b="b"/>
            <a:pathLst>
              <a:path w="110102" h="34387" extrusionOk="0">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8" name="Google Shape;22168;p142"/>
          <p:cNvSpPr/>
          <p:nvPr/>
        </p:nvSpPr>
        <p:spPr>
          <a:xfrm>
            <a:off x="2653822" y="2482830"/>
            <a:ext cx="687939" cy="741642"/>
          </a:xfrm>
          <a:custGeom>
            <a:avLst/>
            <a:gdLst/>
            <a:ahLst/>
            <a:cxnLst/>
            <a:rect l="l" t="t" r="r" b="b"/>
            <a:pathLst>
              <a:path w="44212" h="47671" extrusionOk="0">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9" name="Google Shape;22169;p142"/>
          <p:cNvSpPr/>
          <p:nvPr/>
        </p:nvSpPr>
        <p:spPr>
          <a:xfrm>
            <a:off x="1380284" y="2482830"/>
            <a:ext cx="687550" cy="741642"/>
          </a:xfrm>
          <a:custGeom>
            <a:avLst/>
            <a:gdLst/>
            <a:ahLst/>
            <a:cxnLst/>
            <a:rect l="l" t="t" r="r" b="b"/>
            <a:pathLst>
              <a:path w="44187" h="47671" extrusionOk="0">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0" name="Google Shape;22170;p142"/>
          <p:cNvSpPr/>
          <p:nvPr/>
        </p:nvSpPr>
        <p:spPr>
          <a:xfrm>
            <a:off x="1180249" y="1851536"/>
            <a:ext cx="453169" cy="3905"/>
          </a:xfrm>
          <a:custGeom>
            <a:avLst/>
            <a:gdLst/>
            <a:ahLst/>
            <a:cxnLst/>
            <a:rect l="l" t="t" r="r" b="b"/>
            <a:pathLst>
              <a:path w="29124" h="251" extrusionOk="0">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1" name="Google Shape;22171;p142"/>
          <p:cNvSpPr/>
          <p:nvPr/>
        </p:nvSpPr>
        <p:spPr>
          <a:xfrm>
            <a:off x="2134225" y="1851536"/>
            <a:ext cx="453169" cy="3905"/>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2" name="Google Shape;22172;p142"/>
          <p:cNvSpPr/>
          <p:nvPr/>
        </p:nvSpPr>
        <p:spPr>
          <a:xfrm>
            <a:off x="3087047" y="1851536"/>
            <a:ext cx="453169" cy="3905"/>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3" name="Google Shape;22173;p142"/>
          <p:cNvSpPr/>
          <p:nvPr/>
        </p:nvSpPr>
        <p:spPr>
          <a:xfrm>
            <a:off x="3087047" y="3851898"/>
            <a:ext cx="453169" cy="3920"/>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4" name="Google Shape;22174;p142"/>
          <p:cNvSpPr/>
          <p:nvPr/>
        </p:nvSpPr>
        <p:spPr>
          <a:xfrm>
            <a:off x="2134225" y="3851898"/>
            <a:ext cx="453169" cy="3920"/>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5" name="Google Shape;22175;p142"/>
          <p:cNvSpPr/>
          <p:nvPr/>
        </p:nvSpPr>
        <p:spPr>
          <a:xfrm>
            <a:off x="1181416" y="3851898"/>
            <a:ext cx="453169" cy="3920"/>
          </a:xfrm>
          <a:custGeom>
            <a:avLst/>
            <a:gdLst/>
            <a:ahLst/>
            <a:cxnLst/>
            <a:rect l="l" t="t" r="r" b="b"/>
            <a:pathLst>
              <a:path w="29124" h="252" extrusionOk="0">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6" name="Google Shape;22176;p142"/>
          <p:cNvSpPr txBox="1"/>
          <p:nvPr/>
        </p:nvSpPr>
        <p:spPr>
          <a:xfrm>
            <a:off x="1644313" y="2717237"/>
            <a:ext cx="1428600" cy="273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Add the title here</a:t>
            </a:r>
            <a:endParaRPr sz="1000">
              <a:solidFill>
                <a:srgbClr val="FFFFFF"/>
              </a:solidFill>
            </a:endParaRPr>
          </a:p>
        </p:txBody>
      </p:sp>
      <p:sp>
        <p:nvSpPr>
          <p:cNvPr id="22177" name="Google Shape;22177;p142"/>
          <p:cNvSpPr txBox="1"/>
          <p:nvPr/>
        </p:nvSpPr>
        <p:spPr>
          <a:xfrm>
            <a:off x="1048453" y="1910789"/>
            <a:ext cx="724200" cy="23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FFFFFF"/>
                </a:solidFill>
              </a:rPr>
              <a:t>Text 1</a:t>
            </a:r>
            <a:endParaRPr sz="900">
              <a:solidFill>
                <a:srgbClr val="FFFFFF"/>
              </a:solidFill>
            </a:endParaRPr>
          </a:p>
        </p:txBody>
      </p:sp>
      <p:sp>
        <p:nvSpPr>
          <p:cNvPr id="22178" name="Google Shape;22178;p142"/>
          <p:cNvSpPr txBox="1"/>
          <p:nvPr/>
        </p:nvSpPr>
        <p:spPr>
          <a:xfrm>
            <a:off x="1998710" y="1909835"/>
            <a:ext cx="724200" cy="23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FFFFFF"/>
                </a:solidFill>
              </a:rPr>
              <a:t>Text 2</a:t>
            </a:r>
            <a:endParaRPr sz="900">
              <a:solidFill>
                <a:srgbClr val="FFFFFF"/>
              </a:solidFill>
            </a:endParaRPr>
          </a:p>
        </p:txBody>
      </p:sp>
      <p:sp>
        <p:nvSpPr>
          <p:cNvPr id="22179" name="Google Shape;22179;p142"/>
          <p:cNvSpPr txBox="1"/>
          <p:nvPr/>
        </p:nvSpPr>
        <p:spPr>
          <a:xfrm>
            <a:off x="2949019" y="1909835"/>
            <a:ext cx="724200" cy="23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FFFFFF"/>
                </a:solidFill>
              </a:rPr>
              <a:t>Text 3</a:t>
            </a:r>
            <a:endParaRPr sz="900">
              <a:solidFill>
                <a:srgbClr val="FFFFFF"/>
              </a:solidFill>
            </a:endParaRPr>
          </a:p>
        </p:txBody>
      </p:sp>
      <p:sp>
        <p:nvSpPr>
          <p:cNvPr id="22180" name="Google Shape;22180;p142"/>
          <p:cNvSpPr txBox="1"/>
          <p:nvPr/>
        </p:nvSpPr>
        <p:spPr>
          <a:xfrm>
            <a:off x="1048350" y="3923158"/>
            <a:ext cx="724200" cy="23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FFFFFF"/>
                </a:solidFill>
              </a:rPr>
              <a:t>Text 4</a:t>
            </a:r>
            <a:endParaRPr sz="900">
              <a:solidFill>
                <a:srgbClr val="FFFFFF"/>
              </a:solidFill>
            </a:endParaRPr>
          </a:p>
        </p:txBody>
      </p:sp>
      <p:sp>
        <p:nvSpPr>
          <p:cNvPr id="22181" name="Google Shape;22181;p142"/>
          <p:cNvSpPr txBox="1"/>
          <p:nvPr/>
        </p:nvSpPr>
        <p:spPr>
          <a:xfrm>
            <a:off x="1998710" y="3923158"/>
            <a:ext cx="724200" cy="23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FFFFFF"/>
                </a:solidFill>
              </a:rPr>
              <a:t>Text 5</a:t>
            </a:r>
            <a:endParaRPr sz="900">
              <a:solidFill>
                <a:srgbClr val="FFFFFF"/>
              </a:solidFill>
            </a:endParaRPr>
          </a:p>
        </p:txBody>
      </p:sp>
      <p:sp>
        <p:nvSpPr>
          <p:cNvPr id="22182" name="Google Shape;22182;p142"/>
          <p:cNvSpPr txBox="1"/>
          <p:nvPr/>
        </p:nvSpPr>
        <p:spPr>
          <a:xfrm>
            <a:off x="2949019" y="3923158"/>
            <a:ext cx="724200" cy="23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FFFFFF"/>
                </a:solidFill>
              </a:rPr>
              <a:t>Text 6</a:t>
            </a:r>
            <a:endParaRPr sz="900">
              <a:solidFill>
                <a:srgbClr val="FFFFFF"/>
              </a:solidFill>
            </a:endParaRPr>
          </a:p>
        </p:txBody>
      </p:sp>
      <p:sp>
        <p:nvSpPr>
          <p:cNvPr id="22183" name="Google Shape;22183;p142"/>
          <p:cNvSpPr/>
          <p:nvPr/>
        </p:nvSpPr>
        <p:spPr>
          <a:xfrm>
            <a:off x="1374787" y="2192426"/>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4" name="Google Shape;22184;p142"/>
          <p:cNvSpPr/>
          <p:nvPr/>
        </p:nvSpPr>
        <p:spPr>
          <a:xfrm>
            <a:off x="2326630" y="2192426"/>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5" name="Google Shape;22185;p142"/>
          <p:cNvSpPr/>
          <p:nvPr/>
        </p:nvSpPr>
        <p:spPr>
          <a:xfrm>
            <a:off x="3278485" y="2192426"/>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6" name="Google Shape;22186;p142"/>
          <p:cNvSpPr/>
          <p:nvPr/>
        </p:nvSpPr>
        <p:spPr>
          <a:xfrm>
            <a:off x="1374774" y="3454535"/>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7" name="Google Shape;22187;p142"/>
          <p:cNvSpPr/>
          <p:nvPr/>
        </p:nvSpPr>
        <p:spPr>
          <a:xfrm>
            <a:off x="2326617" y="3454535"/>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8" name="Google Shape;22188;p142"/>
          <p:cNvSpPr/>
          <p:nvPr/>
        </p:nvSpPr>
        <p:spPr>
          <a:xfrm>
            <a:off x="3278472" y="3454535"/>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9" name="Google Shape;22189;p142"/>
          <p:cNvSpPr/>
          <p:nvPr/>
        </p:nvSpPr>
        <p:spPr>
          <a:xfrm>
            <a:off x="2200729" y="2458205"/>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0" name="Google Shape;22190;p142"/>
          <p:cNvSpPr/>
          <p:nvPr/>
        </p:nvSpPr>
        <p:spPr>
          <a:xfrm>
            <a:off x="2328782" y="2458205"/>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1" name="Google Shape;22191;p142"/>
          <p:cNvSpPr/>
          <p:nvPr/>
        </p:nvSpPr>
        <p:spPr>
          <a:xfrm>
            <a:off x="2456836" y="2458205"/>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2" name="Google Shape;22192;p142"/>
          <p:cNvSpPr/>
          <p:nvPr/>
        </p:nvSpPr>
        <p:spPr>
          <a:xfrm>
            <a:off x="2200729" y="3186918"/>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3" name="Google Shape;22193;p142"/>
          <p:cNvSpPr/>
          <p:nvPr/>
        </p:nvSpPr>
        <p:spPr>
          <a:xfrm>
            <a:off x="2328782" y="3186918"/>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4" name="Google Shape;22194;p142"/>
          <p:cNvSpPr/>
          <p:nvPr/>
        </p:nvSpPr>
        <p:spPr>
          <a:xfrm>
            <a:off x="2456836" y="3186918"/>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2195" name="Google Shape;22195;p142"/>
          <p:cNvCxnSpPr>
            <a:stCxn id="22183" idx="4"/>
            <a:endCxn id="22189" idx="0"/>
          </p:cNvCxnSpPr>
          <p:nvPr/>
        </p:nvCxnSpPr>
        <p:spPr>
          <a:xfrm rot="-5400000" flipH="1">
            <a:off x="1718737" y="1944326"/>
            <a:ext cx="201900" cy="825900"/>
          </a:xfrm>
          <a:prstGeom prst="curvedConnector3">
            <a:avLst>
              <a:gd name="adj1" fmla="val 49995"/>
            </a:avLst>
          </a:prstGeom>
          <a:noFill/>
          <a:ln w="19050" cap="flat" cmpd="sng">
            <a:solidFill>
              <a:srgbClr val="5F7D95"/>
            </a:solidFill>
            <a:prstDash val="solid"/>
            <a:round/>
            <a:headEnd type="none" w="med" len="med"/>
            <a:tailEnd type="none" w="med" len="med"/>
          </a:ln>
        </p:spPr>
      </p:cxnSp>
      <p:cxnSp>
        <p:nvCxnSpPr>
          <p:cNvPr id="22196" name="Google Shape;22196;p142"/>
          <p:cNvCxnSpPr>
            <a:stCxn id="22185" idx="4"/>
            <a:endCxn id="22191" idx="0"/>
          </p:cNvCxnSpPr>
          <p:nvPr/>
        </p:nvCxnSpPr>
        <p:spPr>
          <a:xfrm rot="5400000">
            <a:off x="2798635" y="1946426"/>
            <a:ext cx="201900" cy="821700"/>
          </a:xfrm>
          <a:prstGeom prst="curvedConnector3">
            <a:avLst>
              <a:gd name="adj1" fmla="val 49995"/>
            </a:avLst>
          </a:prstGeom>
          <a:noFill/>
          <a:ln w="19050" cap="flat" cmpd="sng">
            <a:solidFill>
              <a:srgbClr val="5F7D95"/>
            </a:solidFill>
            <a:prstDash val="solid"/>
            <a:round/>
            <a:headEnd type="none" w="med" len="med"/>
            <a:tailEnd type="none" w="med" len="med"/>
          </a:ln>
        </p:spPr>
      </p:cxnSp>
      <p:cxnSp>
        <p:nvCxnSpPr>
          <p:cNvPr id="22197" name="Google Shape;22197;p142"/>
          <p:cNvCxnSpPr>
            <a:stCxn id="22184" idx="4"/>
            <a:endCxn id="22190" idx="0"/>
          </p:cNvCxnSpPr>
          <p:nvPr/>
        </p:nvCxnSpPr>
        <p:spPr>
          <a:xfrm rot="-5400000" flipH="1">
            <a:off x="2258680" y="2356226"/>
            <a:ext cx="201900" cy="2100"/>
          </a:xfrm>
          <a:prstGeom prst="curvedConnector3">
            <a:avLst>
              <a:gd name="adj1" fmla="val 49995"/>
            </a:avLst>
          </a:prstGeom>
          <a:noFill/>
          <a:ln w="19050" cap="flat" cmpd="sng">
            <a:solidFill>
              <a:srgbClr val="5F7D95"/>
            </a:solidFill>
            <a:prstDash val="solid"/>
            <a:round/>
            <a:headEnd type="none" w="med" len="med"/>
            <a:tailEnd type="none" w="med" len="med"/>
          </a:ln>
        </p:spPr>
      </p:cxnSp>
      <p:cxnSp>
        <p:nvCxnSpPr>
          <p:cNvPr id="22198" name="Google Shape;22198;p142"/>
          <p:cNvCxnSpPr>
            <a:stCxn id="22186" idx="0"/>
            <a:endCxn id="22192" idx="4"/>
          </p:cNvCxnSpPr>
          <p:nvPr/>
        </p:nvCxnSpPr>
        <p:spPr>
          <a:xfrm rot="-5400000">
            <a:off x="1717824" y="2939735"/>
            <a:ext cx="203700" cy="825900"/>
          </a:xfrm>
          <a:prstGeom prst="curvedConnector3">
            <a:avLst>
              <a:gd name="adj1" fmla="val 50004"/>
            </a:avLst>
          </a:prstGeom>
          <a:noFill/>
          <a:ln w="19050" cap="flat" cmpd="sng">
            <a:solidFill>
              <a:srgbClr val="5F7D95"/>
            </a:solidFill>
            <a:prstDash val="solid"/>
            <a:round/>
            <a:headEnd type="none" w="med" len="med"/>
            <a:tailEnd type="none" w="med" len="med"/>
          </a:ln>
        </p:spPr>
      </p:cxnSp>
      <p:cxnSp>
        <p:nvCxnSpPr>
          <p:cNvPr id="22199" name="Google Shape;22199;p142"/>
          <p:cNvCxnSpPr>
            <a:stCxn id="22188" idx="0"/>
            <a:endCxn id="22194" idx="4"/>
          </p:cNvCxnSpPr>
          <p:nvPr/>
        </p:nvCxnSpPr>
        <p:spPr>
          <a:xfrm rot="5400000" flipH="1">
            <a:off x="2797722" y="2941835"/>
            <a:ext cx="203700" cy="821700"/>
          </a:xfrm>
          <a:prstGeom prst="curvedConnector3">
            <a:avLst>
              <a:gd name="adj1" fmla="val 50004"/>
            </a:avLst>
          </a:prstGeom>
          <a:noFill/>
          <a:ln w="19050" cap="flat" cmpd="sng">
            <a:solidFill>
              <a:srgbClr val="5F7D95"/>
            </a:solidFill>
            <a:prstDash val="solid"/>
            <a:round/>
            <a:headEnd type="none" w="med" len="med"/>
            <a:tailEnd type="none" w="med" len="med"/>
          </a:ln>
        </p:spPr>
      </p:cxnSp>
      <p:cxnSp>
        <p:nvCxnSpPr>
          <p:cNvPr id="22200" name="Google Shape;22200;p142"/>
          <p:cNvCxnSpPr>
            <a:stCxn id="22187" idx="0"/>
            <a:endCxn id="22193" idx="4"/>
          </p:cNvCxnSpPr>
          <p:nvPr/>
        </p:nvCxnSpPr>
        <p:spPr>
          <a:xfrm rot="-5400000">
            <a:off x="2257767" y="3351635"/>
            <a:ext cx="203700" cy="2100"/>
          </a:xfrm>
          <a:prstGeom prst="curvedConnector3">
            <a:avLst>
              <a:gd name="adj1" fmla="val 50004"/>
            </a:avLst>
          </a:prstGeom>
          <a:noFill/>
          <a:ln w="19050" cap="flat" cmpd="sng">
            <a:solidFill>
              <a:srgbClr val="5F7D95"/>
            </a:solidFill>
            <a:prstDash val="solid"/>
            <a:round/>
            <a:headEnd type="none" w="med" len="med"/>
            <a:tailEnd type="none" w="med" len="med"/>
          </a:ln>
        </p:spPr>
      </p:cxnSp>
      <p:sp>
        <p:nvSpPr>
          <p:cNvPr id="22201" name="Google Shape;22201;p142"/>
          <p:cNvSpPr/>
          <p:nvPr/>
        </p:nvSpPr>
        <p:spPr>
          <a:xfrm>
            <a:off x="4239724" y="2708319"/>
            <a:ext cx="779136" cy="252234"/>
          </a:xfrm>
          <a:custGeom>
            <a:avLst/>
            <a:gdLst/>
            <a:ahLst/>
            <a:cxnLst/>
            <a:rect l="l" t="t" r="r" b="b"/>
            <a:pathLst>
              <a:path w="44351" h="14358" extrusionOk="0">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2" name="Google Shape;22202;p142"/>
          <p:cNvSpPr/>
          <p:nvPr/>
        </p:nvSpPr>
        <p:spPr>
          <a:xfrm>
            <a:off x="5018842" y="2708319"/>
            <a:ext cx="779119" cy="252234"/>
          </a:xfrm>
          <a:custGeom>
            <a:avLst/>
            <a:gdLst/>
            <a:ahLst/>
            <a:cxnLst/>
            <a:rect l="l" t="t" r="r" b="b"/>
            <a:pathLst>
              <a:path w="44350" h="14358" extrusionOk="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3" name="Google Shape;22203;p142"/>
          <p:cNvSpPr/>
          <p:nvPr/>
        </p:nvSpPr>
        <p:spPr>
          <a:xfrm>
            <a:off x="5797943" y="2708319"/>
            <a:ext cx="778732" cy="252234"/>
          </a:xfrm>
          <a:custGeom>
            <a:avLst/>
            <a:gdLst/>
            <a:ahLst/>
            <a:cxnLst/>
            <a:rect l="l" t="t" r="r" b="b"/>
            <a:pathLst>
              <a:path w="44328" h="14358" extrusionOk="0">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204" name="Google Shape;22204;p142"/>
          <p:cNvSpPr/>
          <p:nvPr/>
        </p:nvSpPr>
        <p:spPr>
          <a:xfrm>
            <a:off x="6576658" y="2708319"/>
            <a:ext cx="779136" cy="252234"/>
          </a:xfrm>
          <a:custGeom>
            <a:avLst/>
            <a:gdLst/>
            <a:ahLst/>
            <a:cxnLst/>
            <a:rect l="l" t="t" r="r" b="b"/>
            <a:pathLst>
              <a:path w="44351" h="14358" extrusionOk="0">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205" name="Google Shape;22205;p142"/>
          <p:cNvSpPr/>
          <p:nvPr/>
        </p:nvSpPr>
        <p:spPr>
          <a:xfrm>
            <a:off x="7355776" y="2708319"/>
            <a:ext cx="779119" cy="252234"/>
          </a:xfrm>
          <a:custGeom>
            <a:avLst/>
            <a:gdLst/>
            <a:ahLst/>
            <a:cxnLst/>
            <a:rect l="l" t="t" r="r" b="b"/>
            <a:pathLst>
              <a:path w="44350" h="14358" extrusionOk="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206" name="Google Shape;22206;p142"/>
          <p:cNvSpPr/>
          <p:nvPr/>
        </p:nvSpPr>
        <p:spPr>
          <a:xfrm>
            <a:off x="4429400" y="1662350"/>
            <a:ext cx="342847" cy="386555"/>
          </a:xfrm>
          <a:custGeom>
            <a:avLst/>
            <a:gdLst/>
            <a:ahLst/>
            <a:cxnLst/>
            <a:rect l="l" t="t" r="r" b="b"/>
            <a:pathLst>
              <a:path w="19516" h="22004" extrusionOk="0">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7" name="Google Shape;22207;p142"/>
          <p:cNvSpPr/>
          <p:nvPr/>
        </p:nvSpPr>
        <p:spPr>
          <a:xfrm>
            <a:off x="4569763" y="2579382"/>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8" name="Google Shape;22208;p142"/>
          <p:cNvSpPr/>
          <p:nvPr/>
        </p:nvSpPr>
        <p:spPr>
          <a:xfrm>
            <a:off x="6147625" y="2579382"/>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9" name="Google Shape;22209;p142"/>
          <p:cNvSpPr/>
          <p:nvPr/>
        </p:nvSpPr>
        <p:spPr>
          <a:xfrm>
            <a:off x="7725475" y="2579382"/>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0" name="Google Shape;22210;p142"/>
          <p:cNvSpPr/>
          <p:nvPr/>
        </p:nvSpPr>
        <p:spPr>
          <a:xfrm>
            <a:off x="5384563" y="2999720"/>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1" name="Google Shape;22211;p142"/>
          <p:cNvSpPr/>
          <p:nvPr/>
        </p:nvSpPr>
        <p:spPr>
          <a:xfrm>
            <a:off x="6936563" y="2999770"/>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2" name="Google Shape;22212;p142"/>
          <p:cNvSpPr txBox="1"/>
          <p:nvPr/>
        </p:nvSpPr>
        <p:spPr>
          <a:xfrm>
            <a:off x="4331422" y="2719909"/>
            <a:ext cx="538800" cy="229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b="1">
                <a:solidFill>
                  <a:srgbClr val="FFFFFF"/>
                </a:solidFill>
              </a:rPr>
              <a:t>2016</a:t>
            </a:r>
            <a:endParaRPr sz="900" b="1">
              <a:solidFill>
                <a:srgbClr val="FFFFFF"/>
              </a:solidFill>
            </a:endParaRPr>
          </a:p>
        </p:txBody>
      </p:sp>
      <p:sp>
        <p:nvSpPr>
          <p:cNvPr id="22213" name="Google Shape;22213;p142"/>
          <p:cNvSpPr/>
          <p:nvPr/>
        </p:nvSpPr>
        <p:spPr>
          <a:xfrm>
            <a:off x="4569763" y="2075257"/>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4" name="Google Shape;22214;p142"/>
          <p:cNvSpPr/>
          <p:nvPr/>
        </p:nvSpPr>
        <p:spPr>
          <a:xfrm>
            <a:off x="6153050" y="2075257"/>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5" name="Google Shape;22215;p142"/>
          <p:cNvSpPr/>
          <p:nvPr/>
        </p:nvSpPr>
        <p:spPr>
          <a:xfrm>
            <a:off x="7725475" y="2075257"/>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6" name="Google Shape;22216;p142"/>
          <p:cNvSpPr/>
          <p:nvPr/>
        </p:nvSpPr>
        <p:spPr>
          <a:xfrm>
            <a:off x="5384166" y="3569597"/>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7" name="Google Shape;22217;p142"/>
          <p:cNvSpPr/>
          <p:nvPr/>
        </p:nvSpPr>
        <p:spPr>
          <a:xfrm>
            <a:off x="6936566" y="3569597"/>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2218" name="Google Shape;22218;p142"/>
          <p:cNvCxnSpPr>
            <a:stCxn id="22207" idx="0"/>
            <a:endCxn id="22213" idx="4"/>
          </p:cNvCxnSpPr>
          <p:nvPr/>
        </p:nvCxnSpPr>
        <p:spPr>
          <a:xfrm rot="10800000">
            <a:off x="4600813" y="2137482"/>
            <a:ext cx="0" cy="441900"/>
          </a:xfrm>
          <a:prstGeom prst="straightConnector1">
            <a:avLst/>
          </a:prstGeom>
          <a:noFill/>
          <a:ln w="9525" cap="flat" cmpd="sng">
            <a:solidFill>
              <a:srgbClr val="A5B7C6"/>
            </a:solidFill>
            <a:prstDash val="dash"/>
            <a:round/>
            <a:headEnd type="none" w="med" len="med"/>
            <a:tailEnd type="none" w="med" len="med"/>
          </a:ln>
        </p:spPr>
      </p:cxnSp>
      <p:cxnSp>
        <p:nvCxnSpPr>
          <p:cNvPr id="22219" name="Google Shape;22219;p142"/>
          <p:cNvCxnSpPr>
            <a:stCxn id="22208" idx="0"/>
            <a:endCxn id="22214" idx="4"/>
          </p:cNvCxnSpPr>
          <p:nvPr/>
        </p:nvCxnSpPr>
        <p:spPr>
          <a:xfrm rot="10800000" flipH="1">
            <a:off x="6178675" y="2137482"/>
            <a:ext cx="5400" cy="441900"/>
          </a:xfrm>
          <a:prstGeom prst="straightConnector1">
            <a:avLst/>
          </a:prstGeom>
          <a:noFill/>
          <a:ln w="9525" cap="flat" cmpd="sng">
            <a:solidFill>
              <a:srgbClr val="A5B7C6"/>
            </a:solidFill>
            <a:prstDash val="dash"/>
            <a:round/>
            <a:headEnd type="none" w="med" len="med"/>
            <a:tailEnd type="none" w="med" len="med"/>
          </a:ln>
        </p:spPr>
      </p:cxnSp>
      <p:cxnSp>
        <p:nvCxnSpPr>
          <p:cNvPr id="22220" name="Google Shape;22220;p142"/>
          <p:cNvCxnSpPr>
            <a:stCxn id="22209" idx="0"/>
            <a:endCxn id="22215" idx="4"/>
          </p:cNvCxnSpPr>
          <p:nvPr/>
        </p:nvCxnSpPr>
        <p:spPr>
          <a:xfrm rot="10800000">
            <a:off x="7756525" y="2137482"/>
            <a:ext cx="0" cy="441900"/>
          </a:xfrm>
          <a:prstGeom prst="straightConnector1">
            <a:avLst/>
          </a:prstGeom>
          <a:noFill/>
          <a:ln w="9525" cap="flat" cmpd="sng">
            <a:solidFill>
              <a:srgbClr val="A5B7C6"/>
            </a:solidFill>
            <a:prstDash val="dash"/>
            <a:round/>
            <a:headEnd type="none" w="med" len="med"/>
            <a:tailEnd type="none" w="med" len="med"/>
          </a:ln>
        </p:spPr>
      </p:cxnSp>
      <p:cxnSp>
        <p:nvCxnSpPr>
          <p:cNvPr id="22221" name="Google Shape;22221;p142"/>
          <p:cNvCxnSpPr>
            <a:stCxn id="22210" idx="4"/>
            <a:endCxn id="22216" idx="0"/>
          </p:cNvCxnSpPr>
          <p:nvPr/>
        </p:nvCxnSpPr>
        <p:spPr>
          <a:xfrm flipH="1">
            <a:off x="5415313" y="3061820"/>
            <a:ext cx="300" cy="507900"/>
          </a:xfrm>
          <a:prstGeom prst="straightConnector1">
            <a:avLst/>
          </a:prstGeom>
          <a:noFill/>
          <a:ln w="9525" cap="flat" cmpd="sng">
            <a:solidFill>
              <a:srgbClr val="A5B7C6"/>
            </a:solidFill>
            <a:prstDash val="dash"/>
            <a:round/>
            <a:headEnd type="none" w="med" len="med"/>
            <a:tailEnd type="none" w="med" len="med"/>
          </a:ln>
        </p:spPr>
      </p:cxnSp>
      <p:cxnSp>
        <p:nvCxnSpPr>
          <p:cNvPr id="22222" name="Google Shape;22222;p142"/>
          <p:cNvCxnSpPr>
            <a:stCxn id="22211" idx="4"/>
            <a:endCxn id="22217" idx="0"/>
          </p:cNvCxnSpPr>
          <p:nvPr/>
        </p:nvCxnSpPr>
        <p:spPr>
          <a:xfrm>
            <a:off x="6967613" y="3061870"/>
            <a:ext cx="0" cy="507600"/>
          </a:xfrm>
          <a:prstGeom prst="straightConnector1">
            <a:avLst/>
          </a:prstGeom>
          <a:noFill/>
          <a:ln w="9525" cap="flat" cmpd="sng">
            <a:solidFill>
              <a:srgbClr val="A5B7C6"/>
            </a:solidFill>
            <a:prstDash val="dash"/>
            <a:round/>
            <a:headEnd type="none" w="med" len="med"/>
            <a:tailEnd type="none" w="med" len="med"/>
          </a:ln>
        </p:spPr>
      </p:cxnSp>
      <p:sp>
        <p:nvSpPr>
          <p:cNvPr id="22223" name="Google Shape;22223;p142"/>
          <p:cNvSpPr txBox="1"/>
          <p:nvPr/>
        </p:nvSpPr>
        <p:spPr>
          <a:xfrm>
            <a:off x="5138997" y="2719909"/>
            <a:ext cx="538800" cy="229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b="1">
                <a:solidFill>
                  <a:srgbClr val="FFFFFF"/>
                </a:solidFill>
              </a:rPr>
              <a:t>2017</a:t>
            </a:r>
            <a:endParaRPr sz="900" b="1">
              <a:solidFill>
                <a:srgbClr val="FFFFFF"/>
              </a:solidFill>
            </a:endParaRPr>
          </a:p>
        </p:txBody>
      </p:sp>
      <p:sp>
        <p:nvSpPr>
          <p:cNvPr id="22224" name="Google Shape;22224;p142"/>
          <p:cNvSpPr txBox="1"/>
          <p:nvPr/>
        </p:nvSpPr>
        <p:spPr>
          <a:xfrm>
            <a:off x="5904672" y="2719909"/>
            <a:ext cx="538800" cy="229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b="1">
                <a:solidFill>
                  <a:srgbClr val="FFFFFF"/>
                </a:solidFill>
              </a:rPr>
              <a:t>2018</a:t>
            </a:r>
            <a:endParaRPr sz="900" b="1">
              <a:solidFill>
                <a:srgbClr val="FFFFFF"/>
              </a:solidFill>
            </a:endParaRPr>
          </a:p>
        </p:txBody>
      </p:sp>
      <p:sp>
        <p:nvSpPr>
          <p:cNvPr id="22225" name="Google Shape;22225;p142"/>
          <p:cNvSpPr txBox="1"/>
          <p:nvPr/>
        </p:nvSpPr>
        <p:spPr>
          <a:xfrm>
            <a:off x="6696822" y="2719909"/>
            <a:ext cx="538800" cy="229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b="1">
                <a:solidFill>
                  <a:srgbClr val="FFFFFF"/>
                </a:solidFill>
              </a:rPr>
              <a:t>2019</a:t>
            </a:r>
            <a:endParaRPr sz="900" b="1">
              <a:solidFill>
                <a:srgbClr val="FFFFFF"/>
              </a:solidFill>
            </a:endParaRPr>
          </a:p>
        </p:txBody>
      </p:sp>
      <p:sp>
        <p:nvSpPr>
          <p:cNvPr id="22226" name="Google Shape;22226;p142"/>
          <p:cNvSpPr txBox="1"/>
          <p:nvPr/>
        </p:nvSpPr>
        <p:spPr>
          <a:xfrm>
            <a:off x="7488972" y="2719909"/>
            <a:ext cx="538800" cy="229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b="1">
                <a:solidFill>
                  <a:srgbClr val="FFFFFF"/>
                </a:solidFill>
              </a:rPr>
              <a:t>2020</a:t>
            </a:r>
            <a:endParaRPr sz="900" b="1">
              <a:solidFill>
                <a:srgbClr val="FFFFFF"/>
              </a:solidFill>
            </a:endParaRPr>
          </a:p>
        </p:txBody>
      </p:sp>
      <p:grpSp>
        <p:nvGrpSpPr>
          <p:cNvPr id="22227" name="Google Shape;22227;p142"/>
          <p:cNvGrpSpPr/>
          <p:nvPr/>
        </p:nvGrpSpPr>
        <p:grpSpPr>
          <a:xfrm>
            <a:off x="5307356" y="3748469"/>
            <a:ext cx="206115" cy="206115"/>
            <a:chOff x="1049375" y="2680675"/>
            <a:chExt cx="297725" cy="297725"/>
          </a:xfrm>
        </p:grpSpPr>
        <p:sp>
          <p:nvSpPr>
            <p:cNvPr id="22228" name="Google Shape;22228;p142"/>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9" name="Google Shape;22229;p142"/>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230" name="Google Shape;22230;p142"/>
          <p:cNvSpPr txBox="1"/>
          <p:nvPr/>
        </p:nvSpPr>
        <p:spPr>
          <a:xfrm>
            <a:off x="6405263" y="2090309"/>
            <a:ext cx="1130100" cy="44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rgbClr val="A5B7C6"/>
                </a:solidFill>
              </a:rPr>
              <a:t>“Despite being red, Mars is actually a very cold place”</a:t>
            </a:r>
            <a:endParaRPr sz="800">
              <a:solidFill>
                <a:srgbClr val="A5B7C6"/>
              </a:solidFill>
            </a:endParaRPr>
          </a:p>
        </p:txBody>
      </p:sp>
      <p:sp>
        <p:nvSpPr>
          <p:cNvPr id="22231" name="Google Shape;22231;p142"/>
          <p:cNvSpPr txBox="1"/>
          <p:nvPr/>
        </p:nvSpPr>
        <p:spPr>
          <a:xfrm>
            <a:off x="4827411" y="2090309"/>
            <a:ext cx="1130100" cy="44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22232" name="Google Shape;22232;p142"/>
          <p:cNvSpPr txBox="1"/>
          <p:nvPr/>
        </p:nvSpPr>
        <p:spPr>
          <a:xfrm>
            <a:off x="5626377" y="3149746"/>
            <a:ext cx="1130100" cy="44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rgbClr val="A5B7C6"/>
                </a:solidFill>
              </a:rPr>
              <a:t>“Neptune is the farthest-known planet from the Sun”</a:t>
            </a:r>
            <a:endParaRPr sz="800">
              <a:solidFill>
                <a:srgbClr val="A5B7C6"/>
              </a:solidFill>
            </a:endParaRPr>
          </a:p>
        </p:txBody>
      </p:sp>
      <p:sp>
        <p:nvSpPr>
          <p:cNvPr id="22233" name="Google Shape;22233;p142"/>
          <p:cNvSpPr txBox="1"/>
          <p:nvPr/>
        </p:nvSpPr>
        <p:spPr>
          <a:xfrm>
            <a:off x="7178777" y="3136671"/>
            <a:ext cx="1130100" cy="44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rgbClr val="A5B7C6"/>
                </a:solidFill>
              </a:rPr>
              <a:t>“Saturn is a gas giant and has several rings”</a:t>
            </a:r>
            <a:endParaRPr sz="800">
              <a:solidFill>
                <a:srgbClr val="A5B7C6"/>
              </a:solidFill>
            </a:endParaRPr>
          </a:p>
        </p:txBody>
      </p:sp>
      <p:sp>
        <p:nvSpPr>
          <p:cNvPr id="22234" name="Google Shape;22234;p142"/>
          <p:cNvSpPr txBox="1"/>
          <p:nvPr/>
        </p:nvSpPr>
        <p:spPr>
          <a:xfrm>
            <a:off x="4037377" y="3136671"/>
            <a:ext cx="1130100" cy="44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rgbClr val="A5B7C6"/>
                </a:solidFill>
              </a:rPr>
              <a:t>“Venus is the second planet from the Sun and is terribly hot”</a:t>
            </a:r>
            <a:endParaRPr sz="800">
              <a:solidFill>
                <a:srgbClr val="A5B7C6"/>
              </a:solidFill>
            </a:endParaRPr>
          </a:p>
        </p:txBody>
      </p:sp>
      <p:grpSp>
        <p:nvGrpSpPr>
          <p:cNvPr id="22235" name="Google Shape;22235;p142"/>
          <p:cNvGrpSpPr/>
          <p:nvPr/>
        </p:nvGrpSpPr>
        <p:grpSpPr>
          <a:xfrm>
            <a:off x="4500213" y="1773492"/>
            <a:ext cx="201221" cy="164272"/>
            <a:chOff x="3860400" y="3254050"/>
            <a:chExt cx="296175" cy="241825"/>
          </a:xfrm>
        </p:grpSpPr>
        <p:sp>
          <p:nvSpPr>
            <p:cNvPr id="22236" name="Google Shape;22236;p142"/>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7" name="Google Shape;22237;p142"/>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8" name="Google Shape;22238;p142"/>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9" name="Google Shape;22239;p142"/>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0" name="Google Shape;22240;p142"/>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1" name="Google Shape;22241;p142"/>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2" name="Google Shape;22242;p142"/>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243" name="Google Shape;22243;p142"/>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Premium infographics</a:t>
            </a:r>
            <a:endParaRP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Shape 22247"/>
        <p:cNvGrpSpPr/>
        <p:nvPr/>
      </p:nvGrpSpPr>
      <p:grpSpPr>
        <a:xfrm>
          <a:off x="0" y="0"/>
          <a:ext cx="0" cy="0"/>
          <a:chOff x="0" y="0"/>
          <a:chExt cx="0" cy="0"/>
        </a:xfrm>
      </p:grpSpPr>
      <p:sp>
        <p:nvSpPr>
          <p:cNvPr id="22248" name="Google Shape;22248;p143"/>
          <p:cNvSpPr/>
          <p:nvPr/>
        </p:nvSpPr>
        <p:spPr>
          <a:xfrm>
            <a:off x="6549404" y="1748915"/>
            <a:ext cx="1542300" cy="702000"/>
          </a:xfrm>
          <a:prstGeom prst="roundRect">
            <a:avLst>
              <a:gd name="adj" fmla="val 1666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9" name="Google Shape;22249;p143"/>
          <p:cNvSpPr txBox="1"/>
          <p:nvPr/>
        </p:nvSpPr>
        <p:spPr>
          <a:xfrm>
            <a:off x="6993115" y="1878962"/>
            <a:ext cx="1130100" cy="441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800">
                <a:solidFill>
                  <a:srgbClr val="213B55"/>
                </a:solidFill>
              </a:rPr>
              <a:t>“Mercury is closest planet to the Sun and the smallest”</a:t>
            </a:r>
            <a:endParaRPr sz="800">
              <a:solidFill>
                <a:srgbClr val="213B55"/>
              </a:solidFill>
            </a:endParaRPr>
          </a:p>
        </p:txBody>
      </p:sp>
      <p:sp>
        <p:nvSpPr>
          <p:cNvPr id="22250" name="Google Shape;22250;p143"/>
          <p:cNvSpPr/>
          <p:nvPr/>
        </p:nvSpPr>
        <p:spPr>
          <a:xfrm>
            <a:off x="6549404" y="2541015"/>
            <a:ext cx="1542300" cy="702000"/>
          </a:xfrm>
          <a:prstGeom prst="roundRect">
            <a:avLst>
              <a:gd name="adj" fmla="val 1666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1" name="Google Shape;22251;p143"/>
          <p:cNvSpPr txBox="1"/>
          <p:nvPr/>
        </p:nvSpPr>
        <p:spPr>
          <a:xfrm>
            <a:off x="6993115" y="2671062"/>
            <a:ext cx="1130100" cy="441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800">
                <a:solidFill>
                  <a:srgbClr val="213B55"/>
                </a:solidFill>
              </a:rPr>
              <a:t>“Mercury is closest planet to the Sun and the smallest”</a:t>
            </a:r>
            <a:endParaRPr sz="800">
              <a:solidFill>
                <a:srgbClr val="213B55"/>
              </a:solidFill>
            </a:endParaRPr>
          </a:p>
        </p:txBody>
      </p:sp>
      <p:sp>
        <p:nvSpPr>
          <p:cNvPr id="22252" name="Google Shape;22252;p143"/>
          <p:cNvSpPr/>
          <p:nvPr/>
        </p:nvSpPr>
        <p:spPr>
          <a:xfrm>
            <a:off x="6549404" y="3333115"/>
            <a:ext cx="1542300" cy="702000"/>
          </a:xfrm>
          <a:prstGeom prst="roundRect">
            <a:avLst>
              <a:gd name="adj" fmla="val 1666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3" name="Google Shape;22253;p143"/>
          <p:cNvSpPr txBox="1"/>
          <p:nvPr/>
        </p:nvSpPr>
        <p:spPr>
          <a:xfrm>
            <a:off x="6993115" y="3463162"/>
            <a:ext cx="1130100" cy="441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800">
                <a:solidFill>
                  <a:srgbClr val="213B55"/>
                </a:solidFill>
              </a:rPr>
              <a:t>“Mercury is closest planet to the Sun and the smallest”</a:t>
            </a:r>
            <a:endParaRPr sz="800">
              <a:solidFill>
                <a:srgbClr val="213B55"/>
              </a:solidFill>
            </a:endParaRPr>
          </a:p>
        </p:txBody>
      </p:sp>
      <p:sp>
        <p:nvSpPr>
          <p:cNvPr id="22254" name="Google Shape;22254;p143"/>
          <p:cNvSpPr/>
          <p:nvPr/>
        </p:nvSpPr>
        <p:spPr>
          <a:xfrm>
            <a:off x="1048350" y="4004861"/>
            <a:ext cx="1655700" cy="73800"/>
          </a:xfrm>
          <a:prstGeom prst="rect">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255" name="Google Shape;22255;p143"/>
          <p:cNvGrpSpPr/>
          <p:nvPr/>
        </p:nvGrpSpPr>
        <p:grpSpPr>
          <a:xfrm>
            <a:off x="1494592" y="1588245"/>
            <a:ext cx="763219" cy="763219"/>
            <a:chOff x="4049800" y="640400"/>
            <a:chExt cx="858900" cy="858900"/>
          </a:xfrm>
        </p:grpSpPr>
        <p:sp>
          <p:nvSpPr>
            <p:cNvPr id="22256" name="Google Shape;22256;p143"/>
            <p:cNvSpPr/>
            <p:nvPr/>
          </p:nvSpPr>
          <p:spPr>
            <a:xfrm>
              <a:off x="4049800" y="640400"/>
              <a:ext cx="858900" cy="858900"/>
            </a:xfrm>
            <a:prstGeom prst="donut">
              <a:avLst>
                <a:gd name="adj" fmla="val 1195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7" name="Google Shape;22257;p143"/>
            <p:cNvSpPr/>
            <p:nvPr/>
          </p:nvSpPr>
          <p:spPr>
            <a:xfrm>
              <a:off x="4049800" y="640400"/>
              <a:ext cx="858900" cy="858900"/>
            </a:xfrm>
            <a:prstGeom prst="blockArc">
              <a:avLst>
                <a:gd name="adj1" fmla="val 7914150"/>
                <a:gd name="adj2" fmla="val 1926007"/>
                <a:gd name="adj3" fmla="val 12032"/>
              </a:avLst>
            </a:pr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258" name="Google Shape;22258;p143"/>
          <p:cNvSpPr/>
          <p:nvPr/>
        </p:nvSpPr>
        <p:spPr>
          <a:xfrm>
            <a:off x="1210102" y="2572331"/>
            <a:ext cx="1332000" cy="1131600"/>
          </a:xfrm>
          <a:prstGeom prst="roundRect">
            <a:avLst>
              <a:gd name="adj" fmla="val 16667"/>
            </a:avLst>
          </a:pr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9" name="Google Shape;22259;p143"/>
          <p:cNvSpPr/>
          <p:nvPr/>
        </p:nvSpPr>
        <p:spPr>
          <a:xfrm>
            <a:off x="1759085" y="3924657"/>
            <a:ext cx="234300" cy="234300"/>
          </a:xfrm>
          <a:prstGeom prst="ellipse">
            <a:avLst/>
          </a:prstGeom>
          <a:solidFill>
            <a:srgbClr val="0E2A47"/>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2260" name="Google Shape;22260;p143"/>
          <p:cNvCxnSpPr>
            <a:stCxn id="22256" idx="4"/>
            <a:endCxn id="22258" idx="0"/>
          </p:cNvCxnSpPr>
          <p:nvPr/>
        </p:nvCxnSpPr>
        <p:spPr>
          <a:xfrm>
            <a:off x="1876201" y="2351463"/>
            <a:ext cx="0" cy="220800"/>
          </a:xfrm>
          <a:prstGeom prst="straightConnector1">
            <a:avLst/>
          </a:prstGeom>
          <a:noFill/>
          <a:ln w="9525" cap="flat" cmpd="sng">
            <a:solidFill>
              <a:srgbClr val="D7DFE5"/>
            </a:solidFill>
            <a:prstDash val="solid"/>
            <a:round/>
            <a:headEnd type="none" w="med" len="med"/>
            <a:tailEnd type="none" w="med" len="med"/>
          </a:ln>
        </p:spPr>
      </p:cxnSp>
      <p:cxnSp>
        <p:nvCxnSpPr>
          <p:cNvPr id="22261" name="Google Shape;22261;p143"/>
          <p:cNvCxnSpPr/>
          <p:nvPr/>
        </p:nvCxnSpPr>
        <p:spPr>
          <a:xfrm>
            <a:off x="1876179" y="3703780"/>
            <a:ext cx="0" cy="220800"/>
          </a:xfrm>
          <a:prstGeom prst="straightConnector1">
            <a:avLst/>
          </a:prstGeom>
          <a:noFill/>
          <a:ln w="9525" cap="flat" cmpd="sng">
            <a:solidFill>
              <a:srgbClr val="D7DFE5"/>
            </a:solidFill>
            <a:prstDash val="solid"/>
            <a:round/>
            <a:headEnd type="none" w="med" len="med"/>
            <a:tailEnd type="none" w="med" len="med"/>
          </a:ln>
        </p:spPr>
      </p:cxnSp>
      <p:sp>
        <p:nvSpPr>
          <p:cNvPr id="22262" name="Google Shape;22262;p143"/>
          <p:cNvSpPr txBox="1"/>
          <p:nvPr/>
        </p:nvSpPr>
        <p:spPr>
          <a:xfrm>
            <a:off x="1297398" y="3120399"/>
            <a:ext cx="1157700" cy="45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rgbClr val="40566D"/>
                </a:solidFill>
              </a:rPr>
              <a:t>“Mercury is closest planet to the Sun and the smallest”</a:t>
            </a:r>
            <a:endParaRPr sz="800">
              <a:solidFill>
                <a:srgbClr val="40566D"/>
              </a:solidFill>
            </a:endParaRPr>
          </a:p>
        </p:txBody>
      </p:sp>
      <p:cxnSp>
        <p:nvCxnSpPr>
          <p:cNvPr id="22263" name="Google Shape;22263;p143"/>
          <p:cNvCxnSpPr/>
          <p:nvPr/>
        </p:nvCxnSpPr>
        <p:spPr>
          <a:xfrm>
            <a:off x="1621737" y="2989637"/>
            <a:ext cx="508800" cy="0"/>
          </a:xfrm>
          <a:prstGeom prst="straightConnector1">
            <a:avLst/>
          </a:prstGeom>
          <a:noFill/>
          <a:ln w="19050" cap="flat" cmpd="sng">
            <a:solidFill>
              <a:srgbClr val="40566D"/>
            </a:solidFill>
            <a:prstDash val="solid"/>
            <a:round/>
            <a:headEnd type="none" w="med" len="med"/>
            <a:tailEnd type="none" w="med" len="med"/>
          </a:ln>
        </p:spPr>
      </p:cxnSp>
      <p:sp>
        <p:nvSpPr>
          <p:cNvPr id="22264" name="Google Shape;22264;p143"/>
          <p:cNvSpPr txBox="1"/>
          <p:nvPr/>
        </p:nvSpPr>
        <p:spPr>
          <a:xfrm>
            <a:off x="1454136" y="2735931"/>
            <a:ext cx="844200" cy="220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b="1">
                <a:solidFill>
                  <a:srgbClr val="40566D"/>
                </a:solidFill>
              </a:rPr>
              <a:t>TITLE 1</a:t>
            </a:r>
            <a:endParaRPr sz="800" b="1">
              <a:solidFill>
                <a:srgbClr val="40566D"/>
              </a:solidFill>
            </a:endParaRPr>
          </a:p>
        </p:txBody>
      </p:sp>
      <p:sp>
        <p:nvSpPr>
          <p:cNvPr id="22265" name="Google Shape;22265;p143"/>
          <p:cNvSpPr txBox="1"/>
          <p:nvPr/>
        </p:nvSpPr>
        <p:spPr>
          <a:xfrm>
            <a:off x="1585964" y="1787173"/>
            <a:ext cx="580500" cy="365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b="1">
                <a:solidFill>
                  <a:srgbClr val="A5B7C6"/>
                </a:solidFill>
              </a:rPr>
              <a:t>75%</a:t>
            </a:r>
            <a:endParaRPr sz="1300" b="1">
              <a:solidFill>
                <a:srgbClr val="A5B7C6"/>
              </a:solidFill>
            </a:endParaRPr>
          </a:p>
        </p:txBody>
      </p:sp>
      <p:sp>
        <p:nvSpPr>
          <p:cNvPr id="22266" name="Google Shape;22266;p143"/>
          <p:cNvSpPr/>
          <p:nvPr/>
        </p:nvSpPr>
        <p:spPr>
          <a:xfrm>
            <a:off x="3439355" y="1997865"/>
            <a:ext cx="1788300" cy="1788300"/>
          </a:xfrm>
          <a:prstGeom prst="arc">
            <a:avLst>
              <a:gd name="adj1" fmla="val 16200000"/>
              <a:gd name="adj2" fmla="val 529841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267" name="Google Shape;22267;p143"/>
          <p:cNvGrpSpPr/>
          <p:nvPr/>
        </p:nvGrpSpPr>
        <p:grpSpPr>
          <a:xfrm>
            <a:off x="3576486" y="2170831"/>
            <a:ext cx="1443832" cy="1443832"/>
            <a:chOff x="5681300" y="2527788"/>
            <a:chExt cx="805800" cy="805800"/>
          </a:xfrm>
        </p:grpSpPr>
        <p:sp>
          <p:nvSpPr>
            <p:cNvPr id="22268" name="Google Shape;22268;p143"/>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9" name="Google Shape;22269;p143"/>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70" name="Google Shape;22270;p143"/>
          <p:cNvGrpSpPr/>
          <p:nvPr/>
        </p:nvGrpSpPr>
        <p:grpSpPr>
          <a:xfrm>
            <a:off x="6240887" y="1786604"/>
            <a:ext cx="626590" cy="626590"/>
            <a:chOff x="5681300" y="2527788"/>
            <a:chExt cx="805800" cy="805800"/>
          </a:xfrm>
        </p:grpSpPr>
        <p:sp>
          <p:nvSpPr>
            <p:cNvPr id="22271" name="Google Shape;22271;p143"/>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2" name="Google Shape;22272;p143"/>
            <p:cNvSpPr/>
            <p:nvPr/>
          </p:nvSpPr>
          <p:spPr>
            <a:xfrm>
              <a:off x="5681300" y="2527788"/>
              <a:ext cx="805800" cy="805800"/>
            </a:xfrm>
            <a:prstGeom prst="pie">
              <a:avLst>
                <a:gd name="adj1" fmla="val 12271918"/>
                <a:gd name="adj2" fmla="val 16200000"/>
              </a:avLst>
            </a:pr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73" name="Google Shape;22273;p143"/>
          <p:cNvGrpSpPr/>
          <p:nvPr/>
        </p:nvGrpSpPr>
        <p:grpSpPr>
          <a:xfrm>
            <a:off x="6240887" y="2578704"/>
            <a:ext cx="626590" cy="626590"/>
            <a:chOff x="5681300" y="2527788"/>
            <a:chExt cx="805800" cy="805800"/>
          </a:xfrm>
        </p:grpSpPr>
        <p:sp>
          <p:nvSpPr>
            <p:cNvPr id="22274" name="Google Shape;22274;p143"/>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5" name="Google Shape;22275;p143"/>
            <p:cNvSpPr/>
            <p:nvPr/>
          </p:nvSpPr>
          <p:spPr>
            <a:xfrm>
              <a:off x="5681300" y="2527788"/>
              <a:ext cx="805800" cy="805800"/>
            </a:xfrm>
            <a:prstGeom prst="pie">
              <a:avLst>
                <a:gd name="adj1" fmla="val 9253407"/>
                <a:gd name="adj2" fmla="val 16200000"/>
              </a:avLst>
            </a:pr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76" name="Google Shape;22276;p143"/>
          <p:cNvGrpSpPr/>
          <p:nvPr/>
        </p:nvGrpSpPr>
        <p:grpSpPr>
          <a:xfrm>
            <a:off x="6240887" y="3370804"/>
            <a:ext cx="626590" cy="626590"/>
            <a:chOff x="5681300" y="2527788"/>
            <a:chExt cx="805800" cy="805800"/>
          </a:xfrm>
        </p:grpSpPr>
        <p:sp>
          <p:nvSpPr>
            <p:cNvPr id="22277" name="Google Shape;22277;p143"/>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8" name="Google Shape;22278;p143"/>
            <p:cNvSpPr/>
            <p:nvPr/>
          </p:nvSpPr>
          <p:spPr>
            <a:xfrm>
              <a:off x="5681300" y="2527788"/>
              <a:ext cx="805800" cy="805800"/>
            </a:xfrm>
            <a:prstGeom prst="pie">
              <a:avLst>
                <a:gd name="adj1" fmla="val 5544305"/>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279" name="Google Shape;22279;p143"/>
          <p:cNvSpPr/>
          <p:nvPr/>
        </p:nvSpPr>
        <p:spPr>
          <a:xfrm>
            <a:off x="4229854" y="1932440"/>
            <a:ext cx="137100" cy="1371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0" name="Google Shape;22280;p143"/>
          <p:cNvSpPr/>
          <p:nvPr/>
        </p:nvSpPr>
        <p:spPr>
          <a:xfrm>
            <a:off x="4229854" y="3715965"/>
            <a:ext cx="137100" cy="1371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1" name="Google Shape;22281;p143"/>
          <p:cNvSpPr/>
          <p:nvPr/>
        </p:nvSpPr>
        <p:spPr>
          <a:xfrm>
            <a:off x="5157904" y="2824203"/>
            <a:ext cx="137100" cy="1371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2282" name="Google Shape;22282;p143"/>
          <p:cNvCxnSpPr>
            <a:stCxn id="22281" idx="6"/>
            <a:endCxn id="22272" idx="2"/>
          </p:cNvCxnSpPr>
          <p:nvPr/>
        </p:nvCxnSpPr>
        <p:spPr>
          <a:xfrm rot="10800000" flipH="1">
            <a:off x="5295004" y="2099853"/>
            <a:ext cx="945900" cy="792900"/>
          </a:xfrm>
          <a:prstGeom prst="bentConnector3">
            <a:avLst>
              <a:gd name="adj1" fmla="val 51494"/>
            </a:avLst>
          </a:prstGeom>
          <a:noFill/>
          <a:ln w="19050" cap="flat" cmpd="sng">
            <a:solidFill>
              <a:srgbClr val="A5B7C6"/>
            </a:solidFill>
            <a:prstDash val="solid"/>
            <a:round/>
            <a:headEnd type="none" w="med" len="med"/>
            <a:tailEnd type="none" w="med" len="med"/>
          </a:ln>
        </p:spPr>
      </p:cxnSp>
      <p:cxnSp>
        <p:nvCxnSpPr>
          <p:cNvPr id="22283" name="Google Shape;22283;p143"/>
          <p:cNvCxnSpPr>
            <a:stCxn id="22281" idx="6"/>
            <a:endCxn id="22278" idx="2"/>
          </p:cNvCxnSpPr>
          <p:nvPr/>
        </p:nvCxnSpPr>
        <p:spPr>
          <a:xfrm>
            <a:off x="5295004" y="2892753"/>
            <a:ext cx="945900" cy="791400"/>
          </a:xfrm>
          <a:prstGeom prst="bentConnector3">
            <a:avLst>
              <a:gd name="adj1" fmla="val 49999"/>
            </a:avLst>
          </a:prstGeom>
          <a:noFill/>
          <a:ln w="19050" cap="flat" cmpd="sng">
            <a:solidFill>
              <a:srgbClr val="A5B7C6"/>
            </a:solidFill>
            <a:prstDash val="solid"/>
            <a:round/>
            <a:headEnd type="none" w="med" len="med"/>
            <a:tailEnd type="none" w="med" len="med"/>
          </a:ln>
        </p:spPr>
      </p:cxnSp>
      <p:cxnSp>
        <p:nvCxnSpPr>
          <p:cNvPr id="22284" name="Google Shape;22284;p143"/>
          <p:cNvCxnSpPr>
            <a:stCxn id="22281" idx="6"/>
            <a:endCxn id="22275" idx="2"/>
          </p:cNvCxnSpPr>
          <p:nvPr/>
        </p:nvCxnSpPr>
        <p:spPr>
          <a:xfrm rot="10800000" flipH="1">
            <a:off x="5295004" y="2891853"/>
            <a:ext cx="945900" cy="900"/>
          </a:xfrm>
          <a:prstGeom prst="bentConnector3">
            <a:avLst>
              <a:gd name="adj1" fmla="val 49999"/>
            </a:avLst>
          </a:prstGeom>
          <a:noFill/>
          <a:ln w="19050" cap="flat" cmpd="sng">
            <a:solidFill>
              <a:srgbClr val="A5B7C6"/>
            </a:solidFill>
            <a:prstDash val="solid"/>
            <a:round/>
            <a:headEnd type="none" w="med" len="med"/>
            <a:tailEnd type="none" w="med" len="med"/>
          </a:ln>
        </p:spPr>
      </p:cxnSp>
      <p:sp>
        <p:nvSpPr>
          <p:cNvPr id="22285" name="Google Shape;22285;p143"/>
          <p:cNvSpPr txBox="1"/>
          <p:nvPr/>
        </p:nvSpPr>
        <p:spPr>
          <a:xfrm>
            <a:off x="3800713" y="2579408"/>
            <a:ext cx="995400" cy="62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a:solidFill>
                  <a:srgbClr val="213B55"/>
                </a:solidFill>
              </a:rPr>
              <a:t>75%</a:t>
            </a:r>
            <a:endParaRPr sz="3000" b="1">
              <a:solidFill>
                <a:srgbClr val="213B55"/>
              </a:solidFill>
            </a:endParaRPr>
          </a:p>
        </p:txBody>
      </p:sp>
      <p:sp>
        <p:nvSpPr>
          <p:cNvPr id="22286" name="Google Shape;22286;p143"/>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Premium infographics</a:t>
            </a:r>
            <a:endParaRPr/>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Shape 22290"/>
        <p:cNvGrpSpPr/>
        <p:nvPr/>
      </p:nvGrpSpPr>
      <p:grpSpPr>
        <a:xfrm>
          <a:off x="0" y="0"/>
          <a:ext cx="0" cy="0"/>
          <a:chOff x="0" y="0"/>
          <a:chExt cx="0" cy="0"/>
        </a:xfrm>
      </p:grpSpPr>
      <p:grpSp>
        <p:nvGrpSpPr>
          <p:cNvPr id="22291" name="Google Shape;22291;p144"/>
          <p:cNvGrpSpPr/>
          <p:nvPr/>
        </p:nvGrpSpPr>
        <p:grpSpPr>
          <a:xfrm>
            <a:off x="1006030" y="1790211"/>
            <a:ext cx="352098" cy="307716"/>
            <a:chOff x="1006030" y="1942611"/>
            <a:chExt cx="352098" cy="307716"/>
          </a:xfrm>
        </p:grpSpPr>
        <p:sp>
          <p:nvSpPr>
            <p:cNvPr id="22292" name="Google Shape;22292;p144"/>
            <p:cNvSpPr/>
            <p:nvPr/>
          </p:nvSpPr>
          <p:spPr>
            <a:xfrm>
              <a:off x="1103717" y="2116039"/>
              <a:ext cx="64409" cy="72224"/>
            </a:xfrm>
            <a:custGeom>
              <a:avLst/>
              <a:gdLst/>
              <a:ahLst/>
              <a:cxnLst/>
              <a:rect l="l" t="t" r="r" b="b"/>
              <a:pathLst>
                <a:path w="1978" h="2218" extrusionOk="0">
                  <a:moveTo>
                    <a:pt x="1453" y="0"/>
                  </a:moveTo>
                  <a:cubicBezTo>
                    <a:pt x="1287" y="0"/>
                    <a:pt x="1166" y="113"/>
                    <a:pt x="1144" y="265"/>
                  </a:cubicBezTo>
                  <a:cubicBezTo>
                    <a:pt x="1073" y="670"/>
                    <a:pt x="1096" y="1099"/>
                    <a:pt x="1215" y="1575"/>
                  </a:cubicBezTo>
                  <a:lnTo>
                    <a:pt x="334" y="1575"/>
                  </a:lnTo>
                  <a:cubicBezTo>
                    <a:pt x="144" y="1575"/>
                    <a:pt x="1" y="1765"/>
                    <a:pt x="25" y="1932"/>
                  </a:cubicBezTo>
                  <a:cubicBezTo>
                    <a:pt x="72" y="2099"/>
                    <a:pt x="215" y="2218"/>
                    <a:pt x="358" y="2218"/>
                  </a:cubicBezTo>
                  <a:lnTo>
                    <a:pt x="1668" y="2218"/>
                  </a:lnTo>
                  <a:cubicBezTo>
                    <a:pt x="1763" y="2218"/>
                    <a:pt x="1858" y="2170"/>
                    <a:pt x="1882" y="2051"/>
                  </a:cubicBezTo>
                  <a:cubicBezTo>
                    <a:pt x="1930" y="2004"/>
                    <a:pt x="1977" y="1884"/>
                    <a:pt x="1930" y="1789"/>
                  </a:cubicBezTo>
                  <a:cubicBezTo>
                    <a:pt x="1763" y="1218"/>
                    <a:pt x="1692" y="741"/>
                    <a:pt x="1763" y="360"/>
                  </a:cubicBezTo>
                  <a:cubicBezTo>
                    <a:pt x="1787" y="194"/>
                    <a:pt x="1668" y="27"/>
                    <a:pt x="1501" y="3"/>
                  </a:cubicBezTo>
                  <a:cubicBezTo>
                    <a:pt x="1485" y="1"/>
                    <a:pt x="1469" y="0"/>
                    <a:pt x="1453"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3" name="Google Shape;22293;p144"/>
            <p:cNvSpPr/>
            <p:nvPr/>
          </p:nvSpPr>
          <p:spPr>
            <a:xfrm>
              <a:off x="1057967" y="2126980"/>
              <a:ext cx="95408" cy="123347"/>
            </a:xfrm>
            <a:custGeom>
              <a:avLst/>
              <a:gdLst/>
              <a:ahLst/>
              <a:cxnLst/>
              <a:rect l="l" t="t" r="r" b="b"/>
              <a:pathLst>
                <a:path w="2930" h="3788" extrusionOk="0">
                  <a:moveTo>
                    <a:pt x="334" y="1"/>
                  </a:moveTo>
                  <a:cubicBezTo>
                    <a:pt x="168" y="1"/>
                    <a:pt x="1" y="143"/>
                    <a:pt x="1" y="334"/>
                  </a:cubicBezTo>
                  <a:cubicBezTo>
                    <a:pt x="1" y="1930"/>
                    <a:pt x="644" y="3501"/>
                    <a:pt x="668" y="3573"/>
                  </a:cubicBezTo>
                  <a:cubicBezTo>
                    <a:pt x="715" y="3692"/>
                    <a:pt x="811" y="3787"/>
                    <a:pt x="953" y="3787"/>
                  </a:cubicBezTo>
                  <a:lnTo>
                    <a:pt x="2549" y="3787"/>
                  </a:lnTo>
                  <a:cubicBezTo>
                    <a:pt x="2787" y="3787"/>
                    <a:pt x="2930" y="3501"/>
                    <a:pt x="2811" y="3311"/>
                  </a:cubicBezTo>
                  <a:cubicBezTo>
                    <a:pt x="2811" y="3263"/>
                    <a:pt x="1906" y="1787"/>
                    <a:pt x="1906" y="334"/>
                  </a:cubicBezTo>
                  <a:cubicBezTo>
                    <a:pt x="1906" y="143"/>
                    <a:pt x="1763" y="1"/>
                    <a:pt x="1596"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4" name="Google Shape;22294;p144"/>
            <p:cNvSpPr/>
            <p:nvPr/>
          </p:nvSpPr>
          <p:spPr>
            <a:xfrm>
              <a:off x="1006030" y="2023854"/>
              <a:ext cx="154346" cy="123314"/>
            </a:xfrm>
            <a:custGeom>
              <a:avLst/>
              <a:gdLst/>
              <a:ahLst/>
              <a:cxnLst/>
              <a:rect l="l" t="t" r="r" b="b"/>
              <a:pathLst>
                <a:path w="4740" h="3787" extrusionOk="0">
                  <a:moveTo>
                    <a:pt x="1929" y="0"/>
                  </a:moveTo>
                  <a:cubicBezTo>
                    <a:pt x="929" y="0"/>
                    <a:pt x="48" y="810"/>
                    <a:pt x="24" y="1834"/>
                  </a:cubicBezTo>
                  <a:cubicBezTo>
                    <a:pt x="0" y="2906"/>
                    <a:pt x="858" y="3787"/>
                    <a:pt x="1905" y="3787"/>
                  </a:cubicBezTo>
                  <a:lnTo>
                    <a:pt x="4096" y="3787"/>
                  </a:lnTo>
                  <a:lnTo>
                    <a:pt x="4739" y="3168"/>
                  </a:lnTo>
                  <a:lnTo>
                    <a:pt x="4739" y="1905"/>
                  </a:lnTo>
                  <a:lnTo>
                    <a:pt x="4739" y="667"/>
                  </a:lnTo>
                  <a:lnTo>
                    <a:pt x="409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5" name="Google Shape;22295;p144"/>
            <p:cNvSpPr/>
            <p:nvPr/>
          </p:nvSpPr>
          <p:spPr>
            <a:xfrm>
              <a:off x="1006811" y="2085886"/>
              <a:ext cx="154346" cy="61283"/>
            </a:xfrm>
            <a:custGeom>
              <a:avLst/>
              <a:gdLst/>
              <a:ahLst/>
              <a:cxnLst/>
              <a:rect l="l" t="t" r="r" b="b"/>
              <a:pathLst>
                <a:path w="4740" h="1882" extrusionOk="0">
                  <a:moveTo>
                    <a:pt x="24" y="0"/>
                  </a:moveTo>
                  <a:cubicBezTo>
                    <a:pt x="0" y="1048"/>
                    <a:pt x="857" y="1882"/>
                    <a:pt x="1905" y="1882"/>
                  </a:cubicBezTo>
                  <a:lnTo>
                    <a:pt x="4120" y="1882"/>
                  </a:lnTo>
                  <a:lnTo>
                    <a:pt x="4739" y="1263"/>
                  </a:lnTo>
                  <a:lnTo>
                    <a:pt x="4739" y="0"/>
                  </a:lnTo>
                  <a:close/>
                </a:path>
              </a:pathLst>
            </a:custGeom>
            <a:solidFill>
              <a:srgbClr val="7C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6" name="Google Shape;22296;p144"/>
            <p:cNvSpPr/>
            <p:nvPr/>
          </p:nvSpPr>
          <p:spPr>
            <a:xfrm>
              <a:off x="1305344" y="2045574"/>
              <a:ext cx="52784" cy="81439"/>
            </a:xfrm>
            <a:custGeom>
              <a:avLst/>
              <a:gdLst/>
              <a:ahLst/>
              <a:cxnLst/>
              <a:rect l="l" t="t" r="r" b="b"/>
              <a:pathLst>
                <a:path w="1621" h="2501" extrusionOk="0">
                  <a:moveTo>
                    <a:pt x="1" y="0"/>
                  </a:moveTo>
                  <a:lnTo>
                    <a:pt x="1" y="1238"/>
                  </a:lnTo>
                  <a:lnTo>
                    <a:pt x="1" y="2501"/>
                  </a:lnTo>
                  <a:lnTo>
                    <a:pt x="334" y="2501"/>
                  </a:lnTo>
                  <a:cubicBezTo>
                    <a:pt x="1048" y="2501"/>
                    <a:pt x="1620" y="1905"/>
                    <a:pt x="1572" y="1191"/>
                  </a:cubicBezTo>
                  <a:cubicBezTo>
                    <a:pt x="1525" y="500"/>
                    <a:pt x="953"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7" name="Google Shape;22297;p144"/>
            <p:cNvSpPr/>
            <p:nvPr/>
          </p:nvSpPr>
          <p:spPr>
            <a:xfrm>
              <a:off x="1304563" y="2085886"/>
              <a:ext cx="51221" cy="41126"/>
            </a:xfrm>
            <a:custGeom>
              <a:avLst/>
              <a:gdLst/>
              <a:ahLst/>
              <a:cxnLst/>
              <a:rect l="l" t="t" r="r" b="b"/>
              <a:pathLst>
                <a:path w="1573" h="1263" extrusionOk="0">
                  <a:moveTo>
                    <a:pt x="1" y="0"/>
                  </a:moveTo>
                  <a:lnTo>
                    <a:pt x="1" y="1263"/>
                  </a:lnTo>
                  <a:lnTo>
                    <a:pt x="334" y="1263"/>
                  </a:lnTo>
                  <a:cubicBezTo>
                    <a:pt x="1001" y="1263"/>
                    <a:pt x="1573" y="691"/>
                    <a:pt x="1573" y="0"/>
                  </a:cubicBezTo>
                  <a:close/>
                </a:path>
              </a:pathLst>
            </a:custGeom>
            <a:solidFill>
              <a:srgbClr val="7C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8" name="Google Shape;22298;p144"/>
            <p:cNvSpPr/>
            <p:nvPr/>
          </p:nvSpPr>
          <p:spPr>
            <a:xfrm>
              <a:off x="1140936" y="1942611"/>
              <a:ext cx="175316" cy="285215"/>
            </a:xfrm>
            <a:custGeom>
              <a:avLst/>
              <a:gdLst/>
              <a:ahLst/>
              <a:cxnLst/>
              <a:rect l="l" t="t" r="r" b="b"/>
              <a:pathLst>
                <a:path w="5384" h="8759" extrusionOk="0">
                  <a:moveTo>
                    <a:pt x="5029" y="1"/>
                  </a:moveTo>
                  <a:cubicBezTo>
                    <a:pt x="4959" y="1"/>
                    <a:pt x="4893" y="32"/>
                    <a:pt x="4835" y="90"/>
                  </a:cubicBezTo>
                  <a:cubicBezTo>
                    <a:pt x="4811" y="114"/>
                    <a:pt x="2335" y="2495"/>
                    <a:pt x="1" y="2495"/>
                  </a:cubicBezTo>
                  <a:lnTo>
                    <a:pt x="1" y="4377"/>
                  </a:lnTo>
                  <a:lnTo>
                    <a:pt x="1" y="6258"/>
                  </a:lnTo>
                  <a:cubicBezTo>
                    <a:pt x="2335" y="6258"/>
                    <a:pt x="4811" y="8663"/>
                    <a:pt x="4835" y="8663"/>
                  </a:cubicBezTo>
                  <a:cubicBezTo>
                    <a:pt x="4899" y="8727"/>
                    <a:pt x="4973" y="8758"/>
                    <a:pt x="5051" y="8758"/>
                  </a:cubicBezTo>
                  <a:cubicBezTo>
                    <a:pt x="5089" y="8758"/>
                    <a:pt x="5129" y="8750"/>
                    <a:pt x="5169" y="8735"/>
                  </a:cubicBezTo>
                  <a:cubicBezTo>
                    <a:pt x="5288" y="8663"/>
                    <a:pt x="5383" y="8568"/>
                    <a:pt x="5383" y="8425"/>
                  </a:cubicBezTo>
                  <a:lnTo>
                    <a:pt x="5383" y="4353"/>
                  </a:lnTo>
                  <a:lnTo>
                    <a:pt x="5383" y="280"/>
                  </a:lnTo>
                  <a:cubicBezTo>
                    <a:pt x="5359" y="185"/>
                    <a:pt x="5288" y="66"/>
                    <a:pt x="5169" y="42"/>
                  </a:cubicBezTo>
                  <a:cubicBezTo>
                    <a:pt x="5122" y="14"/>
                    <a:pt x="5075" y="1"/>
                    <a:pt x="5029" y="1"/>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9" name="Google Shape;22299;p144"/>
            <p:cNvSpPr/>
            <p:nvPr/>
          </p:nvSpPr>
          <p:spPr>
            <a:xfrm>
              <a:off x="1139406" y="2085104"/>
              <a:ext cx="176065" cy="143503"/>
            </a:xfrm>
            <a:custGeom>
              <a:avLst/>
              <a:gdLst/>
              <a:ahLst/>
              <a:cxnLst/>
              <a:rect l="l" t="t" r="r" b="b"/>
              <a:pathLst>
                <a:path w="5407" h="4407" extrusionOk="0">
                  <a:moveTo>
                    <a:pt x="0" y="1"/>
                  </a:moveTo>
                  <a:lnTo>
                    <a:pt x="0" y="1882"/>
                  </a:lnTo>
                  <a:cubicBezTo>
                    <a:pt x="2358" y="1906"/>
                    <a:pt x="4835" y="4311"/>
                    <a:pt x="4858" y="4311"/>
                  </a:cubicBezTo>
                  <a:cubicBezTo>
                    <a:pt x="4922" y="4374"/>
                    <a:pt x="4996" y="4406"/>
                    <a:pt x="5074" y="4406"/>
                  </a:cubicBezTo>
                  <a:cubicBezTo>
                    <a:pt x="5113" y="4406"/>
                    <a:pt x="5152" y="4398"/>
                    <a:pt x="5192" y="4382"/>
                  </a:cubicBezTo>
                  <a:cubicBezTo>
                    <a:pt x="5311" y="4311"/>
                    <a:pt x="5406" y="4240"/>
                    <a:pt x="5406" y="4073"/>
                  </a:cubicBezTo>
                  <a:lnTo>
                    <a:pt x="5406" y="1"/>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00" name="Google Shape;22300;p144"/>
          <p:cNvGrpSpPr/>
          <p:nvPr/>
        </p:nvGrpSpPr>
        <p:grpSpPr>
          <a:xfrm>
            <a:off x="1755879" y="1789755"/>
            <a:ext cx="350535" cy="307195"/>
            <a:chOff x="1755879" y="1942155"/>
            <a:chExt cx="350535" cy="307195"/>
          </a:xfrm>
        </p:grpSpPr>
        <p:sp>
          <p:nvSpPr>
            <p:cNvPr id="22301" name="Google Shape;22301;p144"/>
            <p:cNvSpPr/>
            <p:nvPr/>
          </p:nvSpPr>
          <p:spPr>
            <a:xfrm>
              <a:off x="1932694" y="2054854"/>
              <a:ext cx="52002" cy="81471"/>
            </a:xfrm>
            <a:custGeom>
              <a:avLst/>
              <a:gdLst/>
              <a:ahLst/>
              <a:cxnLst/>
              <a:rect l="l" t="t" r="r" b="b"/>
              <a:pathLst>
                <a:path w="1597" h="2502" extrusionOk="0">
                  <a:moveTo>
                    <a:pt x="1" y="1"/>
                  </a:moveTo>
                  <a:lnTo>
                    <a:pt x="1" y="1263"/>
                  </a:lnTo>
                  <a:lnTo>
                    <a:pt x="1" y="2501"/>
                  </a:lnTo>
                  <a:lnTo>
                    <a:pt x="334" y="2501"/>
                  </a:lnTo>
                  <a:cubicBezTo>
                    <a:pt x="1048" y="2501"/>
                    <a:pt x="1596" y="1906"/>
                    <a:pt x="1572" y="1192"/>
                  </a:cubicBezTo>
                  <a:cubicBezTo>
                    <a:pt x="1525" y="549"/>
                    <a:pt x="953" y="1"/>
                    <a:pt x="286"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2" name="Google Shape;22302;p144"/>
            <p:cNvSpPr/>
            <p:nvPr/>
          </p:nvSpPr>
          <p:spPr>
            <a:xfrm>
              <a:off x="1931912" y="2095948"/>
              <a:ext cx="51221" cy="40378"/>
            </a:xfrm>
            <a:custGeom>
              <a:avLst/>
              <a:gdLst/>
              <a:ahLst/>
              <a:cxnLst/>
              <a:rect l="l" t="t" r="r" b="b"/>
              <a:pathLst>
                <a:path w="1573" h="1240" extrusionOk="0">
                  <a:moveTo>
                    <a:pt x="1" y="1"/>
                  </a:moveTo>
                  <a:lnTo>
                    <a:pt x="1" y="1239"/>
                  </a:lnTo>
                  <a:lnTo>
                    <a:pt x="310" y="1239"/>
                  </a:lnTo>
                  <a:cubicBezTo>
                    <a:pt x="1001" y="1239"/>
                    <a:pt x="1573" y="692"/>
                    <a:pt x="1573" y="1"/>
                  </a:cubicBezTo>
                  <a:close/>
                </a:path>
              </a:pathLst>
            </a:custGeom>
            <a:solidFill>
              <a:srgbClr val="E3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3" name="Google Shape;22303;p144"/>
            <p:cNvSpPr/>
            <p:nvPr/>
          </p:nvSpPr>
          <p:spPr>
            <a:xfrm>
              <a:off x="1755879" y="2023854"/>
              <a:ext cx="93096" cy="143470"/>
            </a:xfrm>
            <a:custGeom>
              <a:avLst/>
              <a:gdLst/>
              <a:ahLst/>
              <a:cxnLst/>
              <a:rect l="l" t="t" r="r" b="b"/>
              <a:pathLst>
                <a:path w="2859" h="4406" extrusionOk="0">
                  <a:moveTo>
                    <a:pt x="334" y="0"/>
                  </a:moveTo>
                  <a:cubicBezTo>
                    <a:pt x="168" y="0"/>
                    <a:pt x="1" y="167"/>
                    <a:pt x="1" y="334"/>
                  </a:cubicBezTo>
                  <a:lnTo>
                    <a:pt x="1" y="2215"/>
                  </a:lnTo>
                  <a:lnTo>
                    <a:pt x="1" y="4096"/>
                  </a:lnTo>
                  <a:cubicBezTo>
                    <a:pt x="1" y="4263"/>
                    <a:pt x="168" y="4406"/>
                    <a:pt x="334" y="4406"/>
                  </a:cubicBezTo>
                  <a:lnTo>
                    <a:pt x="2239" y="4406"/>
                  </a:lnTo>
                  <a:lnTo>
                    <a:pt x="2859" y="3644"/>
                  </a:lnTo>
                  <a:lnTo>
                    <a:pt x="2859" y="2239"/>
                  </a:lnTo>
                  <a:lnTo>
                    <a:pt x="2859" y="405"/>
                  </a:lnTo>
                  <a:lnTo>
                    <a:pt x="2239"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4" name="Google Shape;22304;p144"/>
            <p:cNvSpPr/>
            <p:nvPr/>
          </p:nvSpPr>
          <p:spPr>
            <a:xfrm>
              <a:off x="1755879" y="2096729"/>
              <a:ext cx="93096" cy="70596"/>
            </a:xfrm>
            <a:custGeom>
              <a:avLst/>
              <a:gdLst/>
              <a:ahLst/>
              <a:cxnLst/>
              <a:rect l="l" t="t" r="r" b="b"/>
              <a:pathLst>
                <a:path w="2859" h="2168" extrusionOk="0">
                  <a:moveTo>
                    <a:pt x="1" y="1"/>
                  </a:moveTo>
                  <a:lnTo>
                    <a:pt x="1" y="1882"/>
                  </a:lnTo>
                  <a:cubicBezTo>
                    <a:pt x="48" y="2025"/>
                    <a:pt x="191" y="2168"/>
                    <a:pt x="334" y="2168"/>
                  </a:cubicBezTo>
                  <a:lnTo>
                    <a:pt x="2239" y="2168"/>
                  </a:lnTo>
                  <a:lnTo>
                    <a:pt x="2859" y="1406"/>
                  </a:lnTo>
                  <a:lnTo>
                    <a:pt x="2859" y="1"/>
                  </a:lnTo>
                  <a:close/>
                </a:path>
              </a:pathLst>
            </a:custGeom>
            <a:solidFill>
              <a:srgbClr val="E3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5" name="Google Shape;22305;p144"/>
            <p:cNvSpPr/>
            <p:nvPr/>
          </p:nvSpPr>
          <p:spPr>
            <a:xfrm>
              <a:off x="2042820" y="1984486"/>
              <a:ext cx="63595" cy="222988"/>
            </a:xfrm>
            <a:custGeom>
              <a:avLst/>
              <a:gdLst/>
              <a:ahLst/>
              <a:cxnLst/>
              <a:rect l="l" t="t" r="r" b="b"/>
              <a:pathLst>
                <a:path w="1953" h="6848" extrusionOk="0">
                  <a:moveTo>
                    <a:pt x="346" y="1"/>
                  </a:moveTo>
                  <a:cubicBezTo>
                    <a:pt x="262" y="1"/>
                    <a:pt x="179" y="30"/>
                    <a:pt x="119" y="90"/>
                  </a:cubicBezTo>
                  <a:cubicBezTo>
                    <a:pt x="0" y="209"/>
                    <a:pt x="0" y="423"/>
                    <a:pt x="119" y="542"/>
                  </a:cubicBezTo>
                  <a:cubicBezTo>
                    <a:pt x="905" y="1304"/>
                    <a:pt x="1310" y="2329"/>
                    <a:pt x="1310" y="3424"/>
                  </a:cubicBezTo>
                  <a:cubicBezTo>
                    <a:pt x="1310" y="4519"/>
                    <a:pt x="905" y="5543"/>
                    <a:pt x="119" y="6306"/>
                  </a:cubicBezTo>
                  <a:cubicBezTo>
                    <a:pt x="0" y="6425"/>
                    <a:pt x="0" y="6639"/>
                    <a:pt x="119" y="6758"/>
                  </a:cubicBezTo>
                  <a:cubicBezTo>
                    <a:pt x="179" y="6818"/>
                    <a:pt x="262" y="6847"/>
                    <a:pt x="346" y="6847"/>
                  </a:cubicBezTo>
                  <a:cubicBezTo>
                    <a:pt x="429" y="6847"/>
                    <a:pt x="512" y="6818"/>
                    <a:pt x="572" y="6758"/>
                  </a:cubicBezTo>
                  <a:cubicBezTo>
                    <a:pt x="1477" y="5853"/>
                    <a:pt x="1953" y="4662"/>
                    <a:pt x="1953" y="3424"/>
                  </a:cubicBezTo>
                  <a:cubicBezTo>
                    <a:pt x="1953" y="2162"/>
                    <a:pt x="1477" y="971"/>
                    <a:pt x="572" y="90"/>
                  </a:cubicBezTo>
                  <a:cubicBezTo>
                    <a:pt x="512" y="30"/>
                    <a:pt x="429" y="1"/>
                    <a:pt x="346" y="1"/>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6" name="Google Shape;22306;p144"/>
            <p:cNvSpPr/>
            <p:nvPr/>
          </p:nvSpPr>
          <p:spPr>
            <a:xfrm>
              <a:off x="1999382" y="2027925"/>
              <a:ext cx="45783" cy="136111"/>
            </a:xfrm>
            <a:custGeom>
              <a:avLst/>
              <a:gdLst/>
              <a:ahLst/>
              <a:cxnLst/>
              <a:rect l="l" t="t" r="r" b="b"/>
              <a:pathLst>
                <a:path w="1406" h="4180" extrusionOk="0">
                  <a:moveTo>
                    <a:pt x="346" y="0"/>
                  </a:moveTo>
                  <a:cubicBezTo>
                    <a:pt x="263" y="0"/>
                    <a:pt x="179" y="30"/>
                    <a:pt x="120" y="90"/>
                  </a:cubicBezTo>
                  <a:cubicBezTo>
                    <a:pt x="1" y="209"/>
                    <a:pt x="1" y="423"/>
                    <a:pt x="120" y="542"/>
                  </a:cubicBezTo>
                  <a:cubicBezTo>
                    <a:pt x="548" y="947"/>
                    <a:pt x="786" y="1518"/>
                    <a:pt x="786" y="2090"/>
                  </a:cubicBezTo>
                  <a:cubicBezTo>
                    <a:pt x="786" y="2638"/>
                    <a:pt x="525" y="3209"/>
                    <a:pt x="120" y="3638"/>
                  </a:cubicBezTo>
                  <a:cubicBezTo>
                    <a:pt x="1" y="3757"/>
                    <a:pt x="1" y="3971"/>
                    <a:pt x="120" y="4090"/>
                  </a:cubicBezTo>
                  <a:cubicBezTo>
                    <a:pt x="179" y="4150"/>
                    <a:pt x="263" y="4180"/>
                    <a:pt x="346" y="4180"/>
                  </a:cubicBezTo>
                  <a:cubicBezTo>
                    <a:pt x="429" y="4180"/>
                    <a:pt x="513" y="4150"/>
                    <a:pt x="572" y="4090"/>
                  </a:cubicBezTo>
                  <a:cubicBezTo>
                    <a:pt x="1096" y="3543"/>
                    <a:pt x="1406" y="2828"/>
                    <a:pt x="1406" y="2090"/>
                  </a:cubicBezTo>
                  <a:cubicBezTo>
                    <a:pt x="1406" y="1352"/>
                    <a:pt x="1096" y="637"/>
                    <a:pt x="572" y="90"/>
                  </a:cubicBezTo>
                  <a:cubicBezTo>
                    <a:pt x="513" y="30"/>
                    <a:pt x="429" y="0"/>
                    <a:pt x="346" y="0"/>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7" name="Google Shape;22307;p144"/>
            <p:cNvSpPr/>
            <p:nvPr/>
          </p:nvSpPr>
          <p:spPr>
            <a:xfrm>
              <a:off x="2042820" y="2095948"/>
              <a:ext cx="63595" cy="111527"/>
            </a:xfrm>
            <a:custGeom>
              <a:avLst/>
              <a:gdLst/>
              <a:ahLst/>
              <a:cxnLst/>
              <a:rect l="l" t="t" r="r" b="b"/>
              <a:pathLst>
                <a:path w="1953" h="3425" extrusionOk="0">
                  <a:moveTo>
                    <a:pt x="1310" y="1"/>
                  </a:moveTo>
                  <a:cubicBezTo>
                    <a:pt x="1310" y="1096"/>
                    <a:pt x="905" y="2120"/>
                    <a:pt x="119" y="2883"/>
                  </a:cubicBezTo>
                  <a:cubicBezTo>
                    <a:pt x="0" y="3002"/>
                    <a:pt x="0" y="3216"/>
                    <a:pt x="119" y="3335"/>
                  </a:cubicBezTo>
                  <a:cubicBezTo>
                    <a:pt x="179" y="3395"/>
                    <a:pt x="262" y="3424"/>
                    <a:pt x="346" y="3424"/>
                  </a:cubicBezTo>
                  <a:cubicBezTo>
                    <a:pt x="429" y="3424"/>
                    <a:pt x="512" y="3395"/>
                    <a:pt x="572" y="3335"/>
                  </a:cubicBezTo>
                  <a:cubicBezTo>
                    <a:pt x="1477" y="2430"/>
                    <a:pt x="1953" y="1239"/>
                    <a:pt x="1953" y="1"/>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8" name="Google Shape;22308;p144"/>
            <p:cNvSpPr/>
            <p:nvPr/>
          </p:nvSpPr>
          <p:spPr>
            <a:xfrm>
              <a:off x="1999382" y="2095948"/>
              <a:ext cx="45783" cy="68088"/>
            </a:xfrm>
            <a:custGeom>
              <a:avLst/>
              <a:gdLst/>
              <a:ahLst/>
              <a:cxnLst/>
              <a:rect l="l" t="t" r="r" b="b"/>
              <a:pathLst>
                <a:path w="1406" h="2091" extrusionOk="0">
                  <a:moveTo>
                    <a:pt x="786" y="1"/>
                  </a:moveTo>
                  <a:cubicBezTo>
                    <a:pt x="786" y="596"/>
                    <a:pt x="548" y="1120"/>
                    <a:pt x="120" y="1549"/>
                  </a:cubicBezTo>
                  <a:cubicBezTo>
                    <a:pt x="1" y="1692"/>
                    <a:pt x="1" y="1882"/>
                    <a:pt x="120" y="2001"/>
                  </a:cubicBezTo>
                  <a:cubicBezTo>
                    <a:pt x="179" y="2061"/>
                    <a:pt x="263" y="2091"/>
                    <a:pt x="346" y="2091"/>
                  </a:cubicBezTo>
                  <a:cubicBezTo>
                    <a:pt x="429" y="2091"/>
                    <a:pt x="513" y="2061"/>
                    <a:pt x="572" y="2001"/>
                  </a:cubicBezTo>
                  <a:cubicBezTo>
                    <a:pt x="1096" y="1454"/>
                    <a:pt x="1406" y="739"/>
                    <a:pt x="1406" y="1"/>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9" name="Google Shape;22309;p144"/>
            <p:cNvSpPr/>
            <p:nvPr/>
          </p:nvSpPr>
          <p:spPr>
            <a:xfrm>
              <a:off x="1828787" y="1942155"/>
              <a:ext cx="113252" cy="307195"/>
            </a:xfrm>
            <a:custGeom>
              <a:avLst/>
              <a:gdLst/>
              <a:ahLst/>
              <a:cxnLst/>
              <a:rect l="l" t="t" r="r" b="b"/>
              <a:pathLst>
                <a:path w="3478" h="9434" extrusionOk="0">
                  <a:moveTo>
                    <a:pt x="3201" y="0"/>
                  </a:moveTo>
                  <a:cubicBezTo>
                    <a:pt x="3098" y="0"/>
                    <a:pt x="2985" y="35"/>
                    <a:pt x="2930" y="128"/>
                  </a:cubicBezTo>
                  <a:cubicBezTo>
                    <a:pt x="2239" y="1057"/>
                    <a:pt x="810" y="2509"/>
                    <a:pt x="0" y="2509"/>
                  </a:cubicBezTo>
                  <a:lnTo>
                    <a:pt x="0" y="4724"/>
                  </a:lnTo>
                  <a:lnTo>
                    <a:pt x="0" y="6915"/>
                  </a:lnTo>
                  <a:cubicBezTo>
                    <a:pt x="810" y="6915"/>
                    <a:pt x="2239" y="8391"/>
                    <a:pt x="2930" y="9296"/>
                  </a:cubicBezTo>
                  <a:cubicBezTo>
                    <a:pt x="2983" y="9385"/>
                    <a:pt x="3062" y="9434"/>
                    <a:pt x="3167" y="9434"/>
                  </a:cubicBezTo>
                  <a:cubicBezTo>
                    <a:pt x="3204" y="9434"/>
                    <a:pt x="3244" y="9428"/>
                    <a:pt x="3287" y="9415"/>
                  </a:cubicBezTo>
                  <a:cubicBezTo>
                    <a:pt x="3406" y="9392"/>
                    <a:pt x="3477" y="9273"/>
                    <a:pt x="3477" y="9130"/>
                  </a:cubicBezTo>
                  <a:lnTo>
                    <a:pt x="3477" y="4724"/>
                  </a:lnTo>
                  <a:lnTo>
                    <a:pt x="3477" y="318"/>
                  </a:lnTo>
                  <a:cubicBezTo>
                    <a:pt x="3477" y="199"/>
                    <a:pt x="3406" y="80"/>
                    <a:pt x="3287" y="9"/>
                  </a:cubicBezTo>
                  <a:cubicBezTo>
                    <a:pt x="3260" y="3"/>
                    <a:pt x="3231" y="0"/>
                    <a:pt x="3201"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0" name="Google Shape;22310;p144"/>
            <p:cNvSpPr/>
            <p:nvPr/>
          </p:nvSpPr>
          <p:spPr>
            <a:xfrm>
              <a:off x="1828787" y="2095948"/>
              <a:ext cx="113252" cy="153402"/>
            </a:xfrm>
            <a:custGeom>
              <a:avLst/>
              <a:gdLst/>
              <a:ahLst/>
              <a:cxnLst/>
              <a:rect l="l" t="t" r="r" b="b"/>
              <a:pathLst>
                <a:path w="3478" h="4711" extrusionOk="0">
                  <a:moveTo>
                    <a:pt x="0" y="1"/>
                  </a:moveTo>
                  <a:lnTo>
                    <a:pt x="0" y="2192"/>
                  </a:lnTo>
                  <a:cubicBezTo>
                    <a:pt x="810" y="2192"/>
                    <a:pt x="2239" y="3668"/>
                    <a:pt x="2930" y="4573"/>
                  </a:cubicBezTo>
                  <a:cubicBezTo>
                    <a:pt x="2983" y="4662"/>
                    <a:pt x="3062" y="4711"/>
                    <a:pt x="3167" y="4711"/>
                  </a:cubicBezTo>
                  <a:cubicBezTo>
                    <a:pt x="3204" y="4711"/>
                    <a:pt x="3244" y="4705"/>
                    <a:pt x="3287" y="4692"/>
                  </a:cubicBezTo>
                  <a:cubicBezTo>
                    <a:pt x="3406" y="4669"/>
                    <a:pt x="3477" y="4550"/>
                    <a:pt x="3477" y="4407"/>
                  </a:cubicBezTo>
                  <a:lnTo>
                    <a:pt x="3477"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11" name="Google Shape;22311;p144"/>
          <p:cNvGrpSpPr/>
          <p:nvPr/>
        </p:nvGrpSpPr>
        <p:grpSpPr>
          <a:xfrm>
            <a:off x="2518949" y="1769078"/>
            <a:ext cx="351317" cy="350535"/>
            <a:chOff x="2518949" y="1921478"/>
            <a:chExt cx="351317" cy="350535"/>
          </a:xfrm>
        </p:grpSpPr>
        <p:sp>
          <p:nvSpPr>
            <p:cNvPr id="22312" name="Google Shape;22312;p144"/>
            <p:cNvSpPr/>
            <p:nvPr/>
          </p:nvSpPr>
          <p:spPr>
            <a:xfrm>
              <a:off x="2520479" y="1921478"/>
              <a:ext cx="347442" cy="274567"/>
            </a:xfrm>
            <a:custGeom>
              <a:avLst/>
              <a:gdLst/>
              <a:ahLst/>
              <a:cxnLst/>
              <a:rect l="l" t="t" r="r" b="b"/>
              <a:pathLst>
                <a:path w="10670" h="8432" extrusionOk="0">
                  <a:moveTo>
                    <a:pt x="5335" y="1"/>
                  </a:moveTo>
                  <a:cubicBezTo>
                    <a:pt x="5288" y="1"/>
                    <a:pt x="5216" y="25"/>
                    <a:pt x="5169" y="48"/>
                  </a:cubicBezTo>
                  <a:lnTo>
                    <a:pt x="96" y="3835"/>
                  </a:lnTo>
                  <a:cubicBezTo>
                    <a:pt x="72" y="3859"/>
                    <a:pt x="49" y="3906"/>
                    <a:pt x="1" y="3954"/>
                  </a:cubicBezTo>
                  <a:lnTo>
                    <a:pt x="596" y="5026"/>
                  </a:lnTo>
                  <a:lnTo>
                    <a:pt x="4502" y="8431"/>
                  </a:lnTo>
                  <a:lnTo>
                    <a:pt x="6169" y="8431"/>
                  </a:lnTo>
                  <a:lnTo>
                    <a:pt x="10074" y="5026"/>
                  </a:lnTo>
                  <a:lnTo>
                    <a:pt x="10670" y="3954"/>
                  </a:lnTo>
                  <a:cubicBezTo>
                    <a:pt x="10646" y="3930"/>
                    <a:pt x="10622" y="3859"/>
                    <a:pt x="10575" y="3835"/>
                  </a:cubicBezTo>
                  <a:lnTo>
                    <a:pt x="5526" y="48"/>
                  </a:lnTo>
                  <a:cubicBezTo>
                    <a:pt x="5454" y="25"/>
                    <a:pt x="5407" y="1"/>
                    <a:pt x="5335"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3" name="Google Shape;22313;p144"/>
            <p:cNvSpPr/>
            <p:nvPr/>
          </p:nvSpPr>
          <p:spPr>
            <a:xfrm>
              <a:off x="2693419" y="1921478"/>
              <a:ext cx="173753" cy="274567"/>
            </a:xfrm>
            <a:custGeom>
              <a:avLst/>
              <a:gdLst/>
              <a:ahLst/>
              <a:cxnLst/>
              <a:rect l="l" t="t" r="r" b="b"/>
              <a:pathLst>
                <a:path w="5336" h="8432" extrusionOk="0">
                  <a:moveTo>
                    <a:pt x="1" y="1"/>
                  </a:moveTo>
                  <a:lnTo>
                    <a:pt x="1" y="8431"/>
                  </a:lnTo>
                  <a:lnTo>
                    <a:pt x="834" y="8431"/>
                  </a:lnTo>
                  <a:lnTo>
                    <a:pt x="4740" y="5026"/>
                  </a:lnTo>
                  <a:lnTo>
                    <a:pt x="5335" y="3954"/>
                  </a:lnTo>
                  <a:cubicBezTo>
                    <a:pt x="5287" y="3930"/>
                    <a:pt x="5264" y="3859"/>
                    <a:pt x="5240" y="3835"/>
                  </a:cubicBezTo>
                  <a:lnTo>
                    <a:pt x="167" y="48"/>
                  </a:lnTo>
                  <a:cubicBezTo>
                    <a:pt x="120" y="25"/>
                    <a:pt x="72" y="1"/>
                    <a:pt x="1"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4" name="Google Shape;22314;p144"/>
            <p:cNvSpPr/>
            <p:nvPr/>
          </p:nvSpPr>
          <p:spPr>
            <a:xfrm>
              <a:off x="2580199" y="1963353"/>
              <a:ext cx="225691" cy="245847"/>
            </a:xfrm>
            <a:custGeom>
              <a:avLst/>
              <a:gdLst/>
              <a:ahLst/>
              <a:cxnLst/>
              <a:rect l="l" t="t" r="r" b="b"/>
              <a:pathLst>
                <a:path w="6931" h="7550" extrusionOk="0">
                  <a:moveTo>
                    <a:pt x="310" y="1"/>
                  </a:moveTo>
                  <a:cubicBezTo>
                    <a:pt x="144" y="1"/>
                    <a:pt x="1" y="144"/>
                    <a:pt x="1" y="310"/>
                  </a:cubicBezTo>
                  <a:lnTo>
                    <a:pt x="1" y="7550"/>
                  </a:lnTo>
                  <a:lnTo>
                    <a:pt x="6907" y="7550"/>
                  </a:lnTo>
                  <a:lnTo>
                    <a:pt x="6907" y="310"/>
                  </a:lnTo>
                  <a:cubicBezTo>
                    <a:pt x="6931" y="144"/>
                    <a:pt x="6812" y="1"/>
                    <a:pt x="6621" y="1"/>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5" name="Google Shape;22315;p144"/>
            <p:cNvSpPr/>
            <p:nvPr/>
          </p:nvSpPr>
          <p:spPr>
            <a:xfrm>
              <a:off x="2693419" y="1963353"/>
              <a:ext cx="112471" cy="245098"/>
            </a:xfrm>
            <a:custGeom>
              <a:avLst/>
              <a:gdLst/>
              <a:ahLst/>
              <a:cxnLst/>
              <a:rect l="l" t="t" r="r" b="b"/>
              <a:pathLst>
                <a:path w="3454" h="7527" extrusionOk="0">
                  <a:moveTo>
                    <a:pt x="1" y="1"/>
                  </a:moveTo>
                  <a:lnTo>
                    <a:pt x="1" y="7526"/>
                  </a:lnTo>
                  <a:lnTo>
                    <a:pt x="3454" y="7526"/>
                  </a:lnTo>
                  <a:lnTo>
                    <a:pt x="3454" y="286"/>
                  </a:lnTo>
                  <a:cubicBezTo>
                    <a:pt x="3454" y="144"/>
                    <a:pt x="3335" y="1"/>
                    <a:pt x="3144"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6" name="Google Shape;22316;p144"/>
            <p:cNvSpPr/>
            <p:nvPr/>
          </p:nvSpPr>
          <p:spPr>
            <a:xfrm>
              <a:off x="2518949" y="2050979"/>
              <a:ext cx="351317" cy="221034"/>
            </a:xfrm>
            <a:custGeom>
              <a:avLst/>
              <a:gdLst/>
              <a:ahLst/>
              <a:cxnLst/>
              <a:rect l="l" t="t" r="r" b="b"/>
              <a:pathLst>
                <a:path w="10789" h="6788" extrusionOk="0">
                  <a:moveTo>
                    <a:pt x="24" y="1"/>
                  </a:moveTo>
                  <a:cubicBezTo>
                    <a:pt x="0" y="48"/>
                    <a:pt x="0" y="96"/>
                    <a:pt x="0" y="167"/>
                  </a:cubicBezTo>
                  <a:lnTo>
                    <a:pt x="0" y="6478"/>
                  </a:lnTo>
                  <a:cubicBezTo>
                    <a:pt x="0" y="6645"/>
                    <a:pt x="143" y="6788"/>
                    <a:pt x="334" y="6788"/>
                  </a:cubicBezTo>
                  <a:lnTo>
                    <a:pt x="10455" y="6788"/>
                  </a:lnTo>
                  <a:cubicBezTo>
                    <a:pt x="10622" y="6788"/>
                    <a:pt x="10788" y="6645"/>
                    <a:pt x="10788" y="6478"/>
                  </a:cubicBezTo>
                  <a:lnTo>
                    <a:pt x="10788" y="167"/>
                  </a:lnTo>
                  <a:cubicBezTo>
                    <a:pt x="10717" y="96"/>
                    <a:pt x="10717" y="48"/>
                    <a:pt x="10693" y="1"/>
                  </a:cubicBezTo>
                  <a:lnTo>
                    <a:pt x="5573" y="3859"/>
                  </a:lnTo>
                  <a:cubicBezTo>
                    <a:pt x="5501" y="3906"/>
                    <a:pt x="5454" y="3906"/>
                    <a:pt x="5359" y="3906"/>
                  </a:cubicBezTo>
                  <a:cubicBezTo>
                    <a:pt x="5311" y="3906"/>
                    <a:pt x="5216" y="3882"/>
                    <a:pt x="5144" y="3859"/>
                  </a:cubicBezTo>
                  <a:lnTo>
                    <a:pt x="24" y="1"/>
                  </a:lnTo>
                  <a:close/>
                </a:path>
              </a:pathLst>
            </a:custGeom>
            <a:solidFill>
              <a:srgbClr val="DE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7" name="Google Shape;22317;p144"/>
            <p:cNvSpPr/>
            <p:nvPr/>
          </p:nvSpPr>
          <p:spPr>
            <a:xfrm>
              <a:off x="2693419" y="2050197"/>
              <a:ext cx="174502" cy="220350"/>
            </a:xfrm>
            <a:custGeom>
              <a:avLst/>
              <a:gdLst/>
              <a:ahLst/>
              <a:cxnLst/>
              <a:rect l="l" t="t" r="r" b="b"/>
              <a:pathLst>
                <a:path w="5359" h="6767" extrusionOk="0">
                  <a:moveTo>
                    <a:pt x="5335" y="1"/>
                  </a:moveTo>
                  <a:lnTo>
                    <a:pt x="215" y="3835"/>
                  </a:lnTo>
                  <a:cubicBezTo>
                    <a:pt x="143" y="3906"/>
                    <a:pt x="96" y="3906"/>
                    <a:pt x="1" y="3906"/>
                  </a:cubicBezTo>
                  <a:lnTo>
                    <a:pt x="1" y="6764"/>
                  </a:lnTo>
                  <a:lnTo>
                    <a:pt x="5073" y="6764"/>
                  </a:lnTo>
                  <a:cubicBezTo>
                    <a:pt x="5085" y="6766"/>
                    <a:pt x="5097" y="6767"/>
                    <a:pt x="5109" y="6767"/>
                  </a:cubicBezTo>
                  <a:cubicBezTo>
                    <a:pt x="5257" y="6767"/>
                    <a:pt x="5359" y="6631"/>
                    <a:pt x="5359" y="6455"/>
                  </a:cubicBezTo>
                  <a:lnTo>
                    <a:pt x="5359" y="144"/>
                  </a:lnTo>
                  <a:cubicBezTo>
                    <a:pt x="5359" y="96"/>
                    <a:pt x="5359" y="72"/>
                    <a:pt x="5335"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8" name="Google Shape;22318;p144"/>
            <p:cNvSpPr/>
            <p:nvPr/>
          </p:nvSpPr>
          <p:spPr>
            <a:xfrm>
              <a:off x="2573230" y="2171851"/>
              <a:ext cx="71377" cy="56756"/>
            </a:xfrm>
            <a:custGeom>
              <a:avLst/>
              <a:gdLst/>
              <a:ahLst/>
              <a:cxnLst/>
              <a:rect l="l" t="t" r="r" b="b"/>
              <a:pathLst>
                <a:path w="2192" h="1743" extrusionOk="0">
                  <a:moveTo>
                    <a:pt x="1837" y="1"/>
                  </a:moveTo>
                  <a:cubicBezTo>
                    <a:pt x="1771" y="1"/>
                    <a:pt x="1703" y="26"/>
                    <a:pt x="1644" y="75"/>
                  </a:cubicBezTo>
                  <a:lnTo>
                    <a:pt x="191" y="1171"/>
                  </a:lnTo>
                  <a:cubicBezTo>
                    <a:pt x="24" y="1290"/>
                    <a:pt x="0" y="1480"/>
                    <a:pt x="119" y="1623"/>
                  </a:cubicBezTo>
                  <a:cubicBezTo>
                    <a:pt x="191" y="1718"/>
                    <a:pt x="262" y="1742"/>
                    <a:pt x="358" y="1742"/>
                  </a:cubicBezTo>
                  <a:cubicBezTo>
                    <a:pt x="429" y="1742"/>
                    <a:pt x="500" y="1742"/>
                    <a:pt x="572" y="1671"/>
                  </a:cubicBezTo>
                  <a:lnTo>
                    <a:pt x="2025" y="575"/>
                  </a:lnTo>
                  <a:cubicBezTo>
                    <a:pt x="2167" y="456"/>
                    <a:pt x="2191" y="290"/>
                    <a:pt x="2072" y="147"/>
                  </a:cubicBezTo>
                  <a:cubicBezTo>
                    <a:pt x="2017" y="49"/>
                    <a:pt x="1929" y="1"/>
                    <a:pt x="1837"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9" name="Google Shape;22319;p144"/>
            <p:cNvSpPr/>
            <p:nvPr/>
          </p:nvSpPr>
          <p:spPr>
            <a:xfrm>
              <a:off x="2743825" y="2171851"/>
              <a:ext cx="72158" cy="56756"/>
            </a:xfrm>
            <a:custGeom>
              <a:avLst/>
              <a:gdLst/>
              <a:ahLst/>
              <a:cxnLst/>
              <a:rect l="l" t="t" r="r" b="b"/>
              <a:pathLst>
                <a:path w="2216" h="1743" extrusionOk="0">
                  <a:moveTo>
                    <a:pt x="370" y="1"/>
                  </a:moveTo>
                  <a:cubicBezTo>
                    <a:pt x="271" y="1"/>
                    <a:pt x="175" y="49"/>
                    <a:pt x="120" y="147"/>
                  </a:cubicBezTo>
                  <a:cubicBezTo>
                    <a:pt x="1" y="290"/>
                    <a:pt x="24" y="504"/>
                    <a:pt x="191" y="575"/>
                  </a:cubicBezTo>
                  <a:lnTo>
                    <a:pt x="1644" y="1695"/>
                  </a:lnTo>
                  <a:cubicBezTo>
                    <a:pt x="1691" y="1718"/>
                    <a:pt x="1763" y="1742"/>
                    <a:pt x="1810" y="1742"/>
                  </a:cubicBezTo>
                  <a:cubicBezTo>
                    <a:pt x="1906" y="1742"/>
                    <a:pt x="2025" y="1718"/>
                    <a:pt x="2096" y="1623"/>
                  </a:cubicBezTo>
                  <a:cubicBezTo>
                    <a:pt x="2215" y="1480"/>
                    <a:pt x="2168" y="1266"/>
                    <a:pt x="2025" y="1171"/>
                  </a:cubicBezTo>
                  <a:lnTo>
                    <a:pt x="572" y="75"/>
                  </a:lnTo>
                  <a:cubicBezTo>
                    <a:pt x="513" y="26"/>
                    <a:pt x="441" y="1"/>
                    <a:pt x="370"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0" name="Google Shape;22320;p144"/>
            <p:cNvSpPr/>
            <p:nvPr/>
          </p:nvSpPr>
          <p:spPr>
            <a:xfrm>
              <a:off x="2642230" y="2023854"/>
              <a:ext cx="103940" cy="21752"/>
            </a:xfrm>
            <a:custGeom>
              <a:avLst/>
              <a:gdLst/>
              <a:ahLst/>
              <a:cxnLst/>
              <a:rect l="l" t="t" r="r" b="b"/>
              <a:pathLst>
                <a:path w="3192" h="668" extrusionOk="0">
                  <a:moveTo>
                    <a:pt x="358" y="0"/>
                  </a:moveTo>
                  <a:cubicBezTo>
                    <a:pt x="144" y="0"/>
                    <a:pt x="1" y="191"/>
                    <a:pt x="25" y="357"/>
                  </a:cubicBezTo>
                  <a:cubicBezTo>
                    <a:pt x="48" y="548"/>
                    <a:pt x="215" y="667"/>
                    <a:pt x="358" y="667"/>
                  </a:cubicBezTo>
                  <a:lnTo>
                    <a:pt x="2859" y="667"/>
                  </a:lnTo>
                  <a:cubicBezTo>
                    <a:pt x="3001" y="667"/>
                    <a:pt x="3144" y="548"/>
                    <a:pt x="3192" y="357"/>
                  </a:cubicBezTo>
                  <a:cubicBezTo>
                    <a:pt x="3192" y="167"/>
                    <a:pt x="3025" y="0"/>
                    <a:pt x="2859"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1" name="Google Shape;22321;p144"/>
            <p:cNvSpPr/>
            <p:nvPr/>
          </p:nvSpPr>
          <p:spPr>
            <a:xfrm>
              <a:off x="2642230" y="2064948"/>
              <a:ext cx="103940" cy="20970"/>
            </a:xfrm>
            <a:custGeom>
              <a:avLst/>
              <a:gdLst/>
              <a:ahLst/>
              <a:cxnLst/>
              <a:rect l="l" t="t" r="r" b="b"/>
              <a:pathLst>
                <a:path w="3192" h="644" extrusionOk="0">
                  <a:moveTo>
                    <a:pt x="358" y="0"/>
                  </a:moveTo>
                  <a:cubicBezTo>
                    <a:pt x="144" y="0"/>
                    <a:pt x="1" y="167"/>
                    <a:pt x="25" y="358"/>
                  </a:cubicBezTo>
                  <a:cubicBezTo>
                    <a:pt x="48" y="524"/>
                    <a:pt x="215" y="643"/>
                    <a:pt x="358" y="643"/>
                  </a:cubicBezTo>
                  <a:lnTo>
                    <a:pt x="2859" y="643"/>
                  </a:lnTo>
                  <a:cubicBezTo>
                    <a:pt x="3001" y="643"/>
                    <a:pt x="3144" y="524"/>
                    <a:pt x="3192" y="358"/>
                  </a:cubicBezTo>
                  <a:cubicBezTo>
                    <a:pt x="3192" y="143"/>
                    <a:pt x="3025" y="0"/>
                    <a:pt x="2859"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2" name="Google Shape;22322;p144"/>
            <p:cNvSpPr/>
            <p:nvPr/>
          </p:nvSpPr>
          <p:spPr>
            <a:xfrm>
              <a:off x="2693419" y="2065730"/>
              <a:ext cx="51221" cy="20189"/>
            </a:xfrm>
            <a:custGeom>
              <a:avLst/>
              <a:gdLst/>
              <a:ahLst/>
              <a:cxnLst/>
              <a:rect l="l" t="t" r="r" b="b"/>
              <a:pathLst>
                <a:path w="1573" h="620" extrusionOk="0">
                  <a:moveTo>
                    <a:pt x="1" y="0"/>
                  </a:moveTo>
                  <a:lnTo>
                    <a:pt x="1" y="619"/>
                  </a:lnTo>
                  <a:lnTo>
                    <a:pt x="1263" y="619"/>
                  </a:lnTo>
                  <a:cubicBezTo>
                    <a:pt x="1429" y="619"/>
                    <a:pt x="1572" y="500"/>
                    <a:pt x="1572" y="357"/>
                  </a:cubicBezTo>
                  <a:cubicBezTo>
                    <a:pt x="1572" y="143"/>
                    <a:pt x="1429" y="0"/>
                    <a:pt x="1263"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3" name="Google Shape;22323;p144"/>
            <p:cNvSpPr/>
            <p:nvPr/>
          </p:nvSpPr>
          <p:spPr>
            <a:xfrm>
              <a:off x="2693419" y="2025385"/>
              <a:ext cx="51221" cy="20221"/>
            </a:xfrm>
            <a:custGeom>
              <a:avLst/>
              <a:gdLst/>
              <a:ahLst/>
              <a:cxnLst/>
              <a:rect l="l" t="t" r="r" b="b"/>
              <a:pathLst>
                <a:path w="1573" h="621" extrusionOk="0">
                  <a:moveTo>
                    <a:pt x="1" y="1"/>
                  </a:moveTo>
                  <a:lnTo>
                    <a:pt x="1" y="620"/>
                  </a:lnTo>
                  <a:lnTo>
                    <a:pt x="1263" y="620"/>
                  </a:lnTo>
                  <a:cubicBezTo>
                    <a:pt x="1429" y="620"/>
                    <a:pt x="1572" y="501"/>
                    <a:pt x="1572" y="358"/>
                  </a:cubicBezTo>
                  <a:cubicBezTo>
                    <a:pt x="1572" y="144"/>
                    <a:pt x="1429" y="1"/>
                    <a:pt x="1263"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24" name="Google Shape;22324;p144"/>
          <p:cNvGrpSpPr/>
          <p:nvPr/>
        </p:nvGrpSpPr>
        <p:grpSpPr>
          <a:xfrm>
            <a:off x="3254861" y="1779954"/>
            <a:ext cx="352847" cy="328035"/>
            <a:chOff x="3254861" y="1932354"/>
            <a:chExt cx="352847" cy="328035"/>
          </a:xfrm>
        </p:grpSpPr>
        <p:sp>
          <p:nvSpPr>
            <p:cNvPr id="22325" name="Google Shape;22325;p144"/>
            <p:cNvSpPr/>
            <p:nvPr/>
          </p:nvSpPr>
          <p:spPr>
            <a:xfrm>
              <a:off x="3254861" y="1932354"/>
              <a:ext cx="350535" cy="245847"/>
            </a:xfrm>
            <a:custGeom>
              <a:avLst/>
              <a:gdLst/>
              <a:ahLst/>
              <a:cxnLst/>
              <a:rect l="l" t="t" r="r" b="b"/>
              <a:pathLst>
                <a:path w="10765" h="7550" extrusionOk="0">
                  <a:moveTo>
                    <a:pt x="310" y="0"/>
                  </a:moveTo>
                  <a:cubicBezTo>
                    <a:pt x="143" y="0"/>
                    <a:pt x="0" y="143"/>
                    <a:pt x="0" y="310"/>
                  </a:cubicBezTo>
                  <a:lnTo>
                    <a:pt x="0" y="6930"/>
                  </a:lnTo>
                  <a:lnTo>
                    <a:pt x="619" y="7549"/>
                  </a:lnTo>
                  <a:lnTo>
                    <a:pt x="10074" y="7549"/>
                  </a:lnTo>
                  <a:lnTo>
                    <a:pt x="10717" y="6930"/>
                  </a:lnTo>
                  <a:lnTo>
                    <a:pt x="10717" y="310"/>
                  </a:lnTo>
                  <a:lnTo>
                    <a:pt x="10764" y="310"/>
                  </a:lnTo>
                  <a:cubicBezTo>
                    <a:pt x="10764" y="143"/>
                    <a:pt x="10622" y="0"/>
                    <a:pt x="10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6" name="Google Shape;22326;p144"/>
            <p:cNvSpPr/>
            <p:nvPr/>
          </p:nvSpPr>
          <p:spPr>
            <a:xfrm>
              <a:off x="3430113" y="1932354"/>
              <a:ext cx="175284" cy="245847"/>
            </a:xfrm>
            <a:custGeom>
              <a:avLst/>
              <a:gdLst/>
              <a:ahLst/>
              <a:cxnLst/>
              <a:rect l="l" t="t" r="r" b="b"/>
              <a:pathLst>
                <a:path w="5383" h="7550" extrusionOk="0">
                  <a:moveTo>
                    <a:pt x="0" y="0"/>
                  </a:moveTo>
                  <a:lnTo>
                    <a:pt x="0" y="7549"/>
                  </a:lnTo>
                  <a:lnTo>
                    <a:pt x="4739" y="7549"/>
                  </a:lnTo>
                  <a:lnTo>
                    <a:pt x="5382" y="6930"/>
                  </a:lnTo>
                  <a:lnTo>
                    <a:pt x="5382" y="310"/>
                  </a:lnTo>
                  <a:cubicBezTo>
                    <a:pt x="5382" y="143"/>
                    <a:pt x="5240" y="0"/>
                    <a:pt x="5049" y="0"/>
                  </a:cubicBezTo>
                  <a:close/>
                </a:path>
              </a:pathLst>
            </a:custGeom>
            <a:solidFill>
              <a:srgbClr val="7C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7" name="Google Shape;22327;p144"/>
            <p:cNvSpPr/>
            <p:nvPr/>
          </p:nvSpPr>
          <p:spPr>
            <a:xfrm>
              <a:off x="3256392" y="2158012"/>
              <a:ext cx="351317" cy="102376"/>
            </a:xfrm>
            <a:custGeom>
              <a:avLst/>
              <a:gdLst/>
              <a:ahLst/>
              <a:cxnLst/>
              <a:rect l="l" t="t" r="r" b="b"/>
              <a:pathLst>
                <a:path w="10789" h="3144" extrusionOk="0">
                  <a:moveTo>
                    <a:pt x="1" y="0"/>
                  </a:moveTo>
                  <a:lnTo>
                    <a:pt x="1" y="2834"/>
                  </a:lnTo>
                  <a:cubicBezTo>
                    <a:pt x="1" y="3001"/>
                    <a:pt x="168" y="3144"/>
                    <a:pt x="334" y="3144"/>
                  </a:cubicBezTo>
                  <a:lnTo>
                    <a:pt x="10455" y="3144"/>
                  </a:lnTo>
                  <a:cubicBezTo>
                    <a:pt x="10646" y="3144"/>
                    <a:pt x="10789" y="3001"/>
                    <a:pt x="10789" y="2834"/>
                  </a:cubicBezTo>
                  <a:lnTo>
                    <a:pt x="10789" y="0"/>
                  </a:ln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8" name="Google Shape;22328;p144"/>
            <p:cNvSpPr/>
            <p:nvPr/>
          </p:nvSpPr>
          <p:spPr>
            <a:xfrm>
              <a:off x="3430894" y="2158012"/>
              <a:ext cx="174502" cy="102376"/>
            </a:xfrm>
            <a:custGeom>
              <a:avLst/>
              <a:gdLst/>
              <a:ahLst/>
              <a:cxnLst/>
              <a:rect l="l" t="t" r="r" b="b"/>
              <a:pathLst>
                <a:path w="5359" h="3144" extrusionOk="0">
                  <a:moveTo>
                    <a:pt x="0" y="0"/>
                  </a:moveTo>
                  <a:lnTo>
                    <a:pt x="0" y="3144"/>
                  </a:lnTo>
                  <a:lnTo>
                    <a:pt x="5073" y="3144"/>
                  </a:lnTo>
                  <a:cubicBezTo>
                    <a:pt x="5216" y="3120"/>
                    <a:pt x="5358" y="2977"/>
                    <a:pt x="5358" y="2834"/>
                  </a:cubicBezTo>
                  <a:lnTo>
                    <a:pt x="5358" y="0"/>
                  </a:ln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9" name="Google Shape;22329;p144"/>
            <p:cNvSpPr/>
            <p:nvPr/>
          </p:nvSpPr>
          <p:spPr>
            <a:xfrm>
              <a:off x="3295955" y="2198324"/>
              <a:ext cx="268348" cy="20970"/>
            </a:xfrm>
            <a:custGeom>
              <a:avLst/>
              <a:gdLst/>
              <a:ahLst/>
              <a:cxnLst/>
              <a:rect l="l" t="t" r="r" b="b"/>
              <a:pathLst>
                <a:path w="8241" h="644" extrusionOk="0">
                  <a:moveTo>
                    <a:pt x="381" y="0"/>
                  </a:moveTo>
                  <a:cubicBezTo>
                    <a:pt x="215" y="0"/>
                    <a:pt x="72" y="120"/>
                    <a:pt x="48" y="286"/>
                  </a:cubicBezTo>
                  <a:cubicBezTo>
                    <a:pt x="0" y="453"/>
                    <a:pt x="167" y="643"/>
                    <a:pt x="334" y="643"/>
                  </a:cubicBezTo>
                  <a:lnTo>
                    <a:pt x="7907" y="643"/>
                  </a:lnTo>
                  <a:cubicBezTo>
                    <a:pt x="8074" y="643"/>
                    <a:pt x="8240" y="453"/>
                    <a:pt x="8240" y="286"/>
                  </a:cubicBezTo>
                  <a:cubicBezTo>
                    <a:pt x="8193" y="120"/>
                    <a:pt x="8074" y="0"/>
                    <a:pt x="7907"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0" name="Google Shape;22330;p144"/>
            <p:cNvSpPr/>
            <p:nvPr/>
          </p:nvSpPr>
          <p:spPr>
            <a:xfrm>
              <a:off x="3430894" y="2198324"/>
              <a:ext cx="134190" cy="20970"/>
            </a:xfrm>
            <a:custGeom>
              <a:avLst/>
              <a:gdLst/>
              <a:ahLst/>
              <a:cxnLst/>
              <a:rect l="l" t="t" r="r" b="b"/>
              <a:pathLst>
                <a:path w="4121" h="644" extrusionOk="0">
                  <a:moveTo>
                    <a:pt x="0" y="0"/>
                  </a:moveTo>
                  <a:lnTo>
                    <a:pt x="0" y="643"/>
                  </a:lnTo>
                  <a:lnTo>
                    <a:pt x="3787" y="643"/>
                  </a:lnTo>
                  <a:cubicBezTo>
                    <a:pt x="3977" y="643"/>
                    <a:pt x="4120" y="477"/>
                    <a:pt x="4096" y="286"/>
                  </a:cubicBezTo>
                  <a:cubicBezTo>
                    <a:pt x="4049" y="120"/>
                    <a:pt x="3906" y="0"/>
                    <a:pt x="3763"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1" name="Google Shape;22331;p144"/>
            <p:cNvSpPr/>
            <p:nvPr/>
          </p:nvSpPr>
          <p:spPr>
            <a:xfrm>
              <a:off x="3378924" y="1973838"/>
              <a:ext cx="123347" cy="142526"/>
            </a:xfrm>
            <a:custGeom>
              <a:avLst/>
              <a:gdLst/>
              <a:ahLst/>
              <a:cxnLst/>
              <a:rect l="l" t="t" r="r" b="b"/>
              <a:pathLst>
                <a:path w="3788" h="4377" extrusionOk="0">
                  <a:moveTo>
                    <a:pt x="304" y="1"/>
                  </a:moveTo>
                  <a:cubicBezTo>
                    <a:pt x="219" y="1"/>
                    <a:pt x="137" y="38"/>
                    <a:pt x="96" y="107"/>
                  </a:cubicBezTo>
                  <a:cubicBezTo>
                    <a:pt x="24" y="179"/>
                    <a:pt x="1" y="274"/>
                    <a:pt x="1" y="322"/>
                  </a:cubicBezTo>
                  <a:lnTo>
                    <a:pt x="1" y="4084"/>
                  </a:lnTo>
                  <a:cubicBezTo>
                    <a:pt x="1" y="4156"/>
                    <a:pt x="24" y="4227"/>
                    <a:pt x="96" y="4275"/>
                  </a:cubicBezTo>
                  <a:cubicBezTo>
                    <a:pt x="169" y="4348"/>
                    <a:pt x="251" y="4376"/>
                    <a:pt x="331" y="4376"/>
                  </a:cubicBezTo>
                  <a:cubicBezTo>
                    <a:pt x="381" y="4376"/>
                    <a:pt x="431" y="4365"/>
                    <a:pt x="477" y="4346"/>
                  </a:cubicBezTo>
                  <a:lnTo>
                    <a:pt x="1572" y="3680"/>
                  </a:lnTo>
                  <a:lnTo>
                    <a:pt x="3620" y="2465"/>
                  </a:lnTo>
                  <a:cubicBezTo>
                    <a:pt x="3716" y="2417"/>
                    <a:pt x="3787" y="2322"/>
                    <a:pt x="3787" y="2203"/>
                  </a:cubicBezTo>
                  <a:cubicBezTo>
                    <a:pt x="3787" y="2084"/>
                    <a:pt x="3739" y="1965"/>
                    <a:pt x="3620" y="1941"/>
                  </a:cubicBezTo>
                  <a:lnTo>
                    <a:pt x="1572" y="703"/>
                  </a:lnTo>
                  <a:lnTo>
                    <a:pt x="477" y="60"/>
                  </a:lnTo>
                  <a:cubicBezTo>
                    <a:pt x="427" y="20"/>
                    <a:pt x="365" y="1"/>
                    <a:pt x="304" y="1"/>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2" name="Google Shape;22332;p144"/>
            <p:cNvSpPr/>
            <p:nvPr/>
          </p:nvSpPr>
          <p:spPr>
            <a:xfrm>
              <a:off x="3430113" y="1996697"/>
              <a:ext cx="72158" cy="98534"/>
            </a:xfrm>
            <a:custGeom>
              <a:avLst/>
              <a:gdLst/>
              <a:ahLst/>
              <a:cxnLst/>
              <a:rect l="l" t="t" r="r" b="b"/>
              <a:pathLst>
                <a:path w="2216" h="3026" extrusionOk="0">
                  <a:moveTo>
                    <a:pt x="0" y="1"/>
                  </a:moveTo>
                  <a:lnTo>
                    <a:pt x="0" y="3025"/>
                  </a:lnTo>
                  <a:lnTo>
                    <a:pt x="2048" y="1787"/>
                  </a:lnTo>
                  <a:cubicBezTo>
                    <a:pt x="2167" y="1715"/>
                    <a:pt x="2215" y="1596"/>
                    <a:pt x="2215" y="1501"/>
                  </a:cubicBezTo>
                  <a:cubicBezTo>
                    <a:pt x="2215" y="1382"/>
                    <a:pt x="2144" y="1287"/>
                    <a:pt x="2048" y="1239"/>
                  </a:cubicBezTo>
                  <a:lnTo>
                    <a:pt x="0" y="1"/>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3" name="Google Shape;22333;p144"/>
            <p:cNvSpPr/>
            <p:nvPr/>
          </p:nvSpPr>
          <p:spPr>
            <a:xfrm>
              <a:off x="3502239" y="2177289"/>
              <a:ext cx="20189" cy="60176"/>
            </a:xfrm>
            <a:custGeom>
              <a:avLst/>
              <a:gdLst/>
              <a:ahLst/>
              <a:cxnLst/>
              <a:rect l="l" t="t" r="r" b="b"/>
              <a:pathLst>
                <a:path w="620" h="1848" extrusionOk="0">
                  <a:moveTo>
                    <a:pt x="299" y="1"/>
                  </a:moveTo>
                  <a:cubicBezTo>
                    <a:pt x="287" y="1"/>
                    <a:pt x="274" y="2"/>
                    <a:pt x="262" y="3"/>
                  </a:cubicBezTo>
                  <a:cubicBezTo>
                    <a:pt x="119" y="27"/>
                    <a:pt x="0" y="170"/>
                    <a:pt x="0" y="337"/>
                  </a:cubicBezTo>
                  <a:lnTo>
                    <a:pt x="0" y="1575"/>
                  </a:lnTo>
                  <a:cubicBezTo>
                    <a:pt x="0" y="1737"/>
                    <a:pt x="86" y="1848"/>
                    <a:pt x="200" y="1848"/>
                  </a:cubicBezTo>
                  <a:cubicBezTo>
                    <a:pt x="220" y="1848"/>
                    <a:pt x="241" y="1844"/>
                    <a:pt x="262" y="1837"/>
                  </a:cubicBezTo>
                  <a:cubicBezTo>
                    <a:pt x="285" y="1843"/>
                    <a:pt x="307" y="1845"/>
                    <a:pt x="328" y="1845"/>
                  </a:cubicBezTo>
                  <a:cubicBezTo>
                    <a:pt x="490" y="1845"/>
                    <a:pt x="619" y="1698"/>
                    <a:pt x="619" y="1551"/>
                  </a:cubicBezTo>
                  <a:lnTo>
                    <a:pt x="619" y="289"/>
                  </a:lnTo>
                  <a:cubicBezTo>
                    <a:pt x="619" y="135"/>
                    <a:pt x="456" y="1"/>
                    <a:pt x="299"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34" name="Google Shape;22334;p144"/>
          <p:cNvGrpSpPr/>
          <p:nvPr/>
        </p:nvGrpSpPr>
        <p:grpSpPr>
          <a:xfrm>
            <a:off x="4016368" y="1789950"/>
            <a:ext cx="351317" cy="307976"/>
            <a:chOff x="4016368" y="1942350"/>
            <a:chExt cx="351317" cy="307976"/>
          </a:xfrm>
        </p:grpSpPr>
        <p:sp>
          <p:nvSpPr>
            <p:cNvPr id="22335" name="Google Shape;22335;p144"/>
            <p:cNvSpPr/>
            <p:nvPr/>
          </p:nvSpPr>
          <p:spPr>
            <a:xfrm>
              <a:off x="4079930" y="2034698"/>
              <a:ext cx="287755" cy="214847"/>
            </a:xfrm>
            <a:custGeom>
              <a:avLst/>
              <a:gdLst/>
              <a:ahLst/>
              <a:cxnLst/>
              <a:rect l="l" t="t" r="r" b="b"/>
              <a:pathLst>
                <a:path w="8837" h="6598" extrusionOk="0">
                  <a:moveTo>
                    <a:pt x="1" y="1"/>
                  </a:moveTo>
                  <a:lnTo>
                    <a:pt x="1" y="6288"/>
                  </a:lnTo>
                  <a:cubicBezTo>
                    <a:pt x="1" y="6454"/>
                    <a:pt x="144" y="6597"/>
                    <a:pt x="310" y="6597"/>
                  </a:cubicBezTo>
                  <a:lnTo>
                    <a:pt x="8503" y="6597"/>
                  </a:lnTo>
                  <a:cubicBezTo>
                    <a:pt x="8693" y="6597"/>
                    <a:pt x="8836" y="6454"/>
                    <a:pt x="8836" y="6288"/>
                  </a:cubicBezTo>
                  <a:lnTo>
                    <a:pt x="8836" y="1"/>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6" name="Google Shape;22336;p144"/>
            <p:cNvSpPr/>
            <p:nvPr/>
          </p:nvSpPr>
          <p:spPr>
            <a:xfrm>
              <a:off x="4224182" y="2034698"/>
              <a:ext cx="143503" cy="215629"/>
            </a:xfrm>
            <a:custGeom>
              <a:avLst/>
              <a:gdLst/>
              <a:ahLst/>
              <a:cxnLst/>
              <a:rect l="l" t="t" r="r" b="b"/>
              <a:pathLst>
                <a:path w="4407" h="6622" extrusionOk="0">
                  <a:moveTo>
                    <a:pt x="0" y="1"/>
                  </a:moveTo>
                  <a:lnTo>
                    <a:pt x="0" y="6621"/>
                  </a:lnTo>
                  <a:lnTo>
                    <a:pt x="4096" y="6621"/>
                  </a:lnTo>
                  <a:cubicBezTo>
                    <a:pt x="4263" y="6573"/>
                    <a:pt x="4406" y="6454"/>
                    <a:pt x="4406" y="6288"/>
                  </a:cubicBezTo>
                  <a:lnTo>
                    <a:pt x="4406" y="1"/>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7" name="Google Shape;22337;p144"/>
            <p:cNvSpPr/>
            <p:nvPr/>
          </p:nvSpPr>
          <p:spPr>
            <a:xfrm>
              <a:off x="4079181" y="1963353"/>
              <a:ext cx="288504" cy="82253"/>
            </a:xfrm>
            <a:custGeom>
              <a:avLst/>
              <a:gdLst/>
              <a:ahLst/>
              <a:cxnLst/>
              <a:rect l="l" t="t" r="r" b="b"/>
              <a:pathLst>
                <a:path w="8860" h="2526" extrusionOk="0">
                  <a:moveTo>
                    <a:pt x="333" y="1"/>
                  </a:moveTo>
                  <a:cubicBezTo>
                    <a:pt x="167" y="1"/>
                    <a:pt x="0" y="144"/>
                    <a:pt x="0" y="310"/>
                  </a:cubicBezTo>
                  <a:lnTo>
                    <a:pt x="0" y="1906"/>
                  </a:lnTo>
                  <a:lnTo>
                    <a:pt x="643" y="2525"/>
                  </a:lnTo>
                  <a:lnTo>
                    <a:pt x="8192" y="2525"/>
                  </a:lnTo>
                  <a:lnTo>
                    <a:pt x="8835" y="1906"/>
                  </a:lnTo>
                  <a:lnTo>
                    <a:pt x="8859" y="310"/>
                  </a:lnTo>
                  <a:cubicBezTo>
                    <a:pt x="8859" y="144"/>
                    <a:pt x="8716" y="1"/>
                    <a:pt x="85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8" name="Google Shape;22338;p144"/>
            <p:cNvSpPr/>
            <p:nvPr/>
          </p:nvSpPr>
          <p:spPr>
            <a:xfrm>
              <a:off x="4223400" y="1961823"/>
              <a:ext cx="144284" cy="81439"/>
            </a:xfrm>
            <a:custGeom>
              <a:avLst/>
              <a:gdLst/>
              <a:ahLst/>
              <a:cxnLst/>
              <a:rect l="l" t="t" r="r" b="b"/>
              <a:pathLst>
                <a:path w="4431" h="2501" extrusionOk="0">
                  <a:moveTo>
                    <a:pt x="1" y="0"/>
                  </a:moveTo>
                  <a:lnTo>
                    <a:pt x="1" y="2501"/>
                  </a:lnTo>
                  <a:lnTo>
                    <a:pt x="3763" y="2501"/>
                  </a:lnTo>
                  <a:lnTo>
                    <a:pt x="4430" y="1905"/>
                  </a:lnTo>
                  <a:lnTo>
                    <a:pt x="4430" y="333"/>
                  </a:lnTo>
                  <a:cubicBezTo>
                    <a:pt x="4430" y="167"/>
                    <a:pt x="4287" y="0"/>
                    <a:pt x="4097" y="0"/>
                  </a:cubicBezTo>
                  <a:close/>
                </a:path>
              </a:pathLst>
            </a:custGeom>
            <a:solidFill>
              <a:srgbClr val="7C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9" name="Google Shape;22339;p144"/>
            <p:cNvSpPr/>
            <p:nvPr/>
          </p:nvSpPr>
          <p:spPr>
            <a:xfrm>
              <a:off x="4141994" y="1942350"/>
              <a:ext cx="20189" cy="60664"/>
            </a:xfrm>
            <a:custGeom>
              <a:avLst/>
              <a:gdLst/>
              <a:ahLst/>
              <a:cxnLst/>
              <a:rect l="l" t="t" r="r" b="b"/>
              <a:pathLst>
                <a:path w="620" h="1863" extrusionOk="0">
                  <a:moveTo>
                    <a:pt x="299" y="0"/>
                  </a:moveTo>
                  <a:cubicBezTo>
                    <a:pt x="287" y="0"/>
                    <a:pt x="274" y="1"/>
                    <a:pt x="262" y="3"/>
                  </a:cubicBezTo>
                  <a:cubicBezTo>
                    <a:pt x="119" y="50"/>
                    <a:pt x="0" y="193"/>
                    <a:pt x="0" y="336"/>
                  </a:cubicBezTo>
                  <a:lnTo>
                    <a:pt x="0" y="1598"/>
                  </a:lnTo>
                  <a:cubicBezTo>
                    <a:pt x="0" y="1731"/>
                    <a:pt x="102" y="1863"/>
                    <a:pt x="231" y="1863"/>
                  </a:cubicBezTo>
                  <a:cubicBezTo>
                    <a:pt x="241" y="1863"/>
                    <a:pt x="251" y="1862"/>
                    <a:pt x="262" y="1860"/>
                  </a:cubicBezTo>
                  <a:cubicBezTo>
                    <a:pt x="276" y="1862"/>
                    <a:pt x="290" y="1863"/>
                    <a:pt x="303" y="1863"/>
                  </a:cubicBezTo>
                  <a:cubicBezTo>
                    <a:pt x="476" y="1863"/>
                    <a:pt x="619" y="1727"/>
                    <a:pt x="619" y="1551"/>
                  </a:cubicBezTo>
                  <a:lnTo>
                    <a:pt x="619" y="312"/>
                  </a:lnTo>
                  <a:cubicBezTo>
                    <a:pt x="619" y="136"/>
                    <a:pt x="456" y="0"/>
                    <a:pt x="299"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0" name="Google Shape;22340;p144"/>
            <p:cNvSpPr/>
            <p:nvPr/>
          </p:nvSpPr>
          <p:spPr>
            <a:xfrm>
              <a:off x="4283901" y="1942350"/>
              <a:ext cx="20189" cy="60664"/>
            </a:xfrm>
            <a:custGeom>
              <a:avLst/>
              <a:gdLst/>
              <a:ahLst/>
              <a:cxnLst/>
              <a:rect l="l" t="t" r="r" b="b"/>
              <a:pathLst>
                <a:path w="620" h="1863" extrusionOk="0">
                  <a:moveTo>
                    <a:pt x="304" y="0"/>
                  </a:moveTo>
                  <a:cubicBezTo>
                    <a:pt x="290" y="0"/>
                    <a:pt x="276" y="1"/>
                    <a:pt x="262" y="3"/>
                  </a:cubicBezTo>
                  <a:cubicBezTo>
                    <a:pt x="119" y="50"/>
                    <a:pt x="0" y="193"/>
                    <a:pt x="0" y="336"/>
                  </a:cubicBezTo>
                  <a:lnTo>
                    <a:pt x="0" y="1598"/>
                  </a:lnTo>
                  <a:cubicBezTo>
                    <a:pt x="0" y="1731"/>
                    <a:pt x="102" y="1863"/>
                    <a:pt x="231" y="1863"/>
                  </a:cubicBezTo>
                  <a:cubicBezTo>
                    <a:pt x="241" y="1863"/>
                    <a:pt x="251" y="1862"/>
                    <a:pt x="262" y="1860"/>
                  </a:cubicBezTo>
                  <a:cubicBezTo>
                    <a:pt x="278" y="1862"/>
                    <a:pt x="293" y="1863"/>
                    <a:pt x="308" y="1863"/>
                  </a:cubicBezTo>
                  <a:cubicBezTo>
                    <a:pt x="497" y="1863"/>
                    <a:pt x="619" y="1727"/>
                    <a:pt x="619" y="1551"/>
                  </a:cubicBezTo>
                  <a:lnTo>
                    <a:pt x="619" y="312"/>
                  </a:lnTo>
                  <a:cubicBezTo>
                    <a:pt x="619" y="136"/>
                    <a:pt x="476" y="0"/>
                    <a:pt x="304"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1" name="Google Shape;22341;p144"/>
            <p:cNvSpPr/>
            <p:nvPr/>
          </p:nvSpPr>
          <p:spPr>
            <a:xfrm>
              <a:off x="4016368" y="2023854"/>
              <a:ext cx="351317" cy="185346"/>
            </a:xfrm>
            <a:custGeom>
              <a:avLst/>
              <a:gdLst/>
              <a:ahLst/>
              <a:cxnLst/>
              <a:rect l="l" t="t" r="r" b="b"/>
              <a:pathLst>
                <a:path w="10789" h="5692" extrusionOk="0">
                  <a:moveTo>
                    <a:pt x="1953" y="0"/>
                  </a:moveTo>
                  <a:lnTo>
                    <a:pt x="1953" y="334"/>
                  </a:lnTo>
                  <a:cubicBezTo>
                    <a:pt x="1953" y="3572"/>
                    <a:pt x="167" y="5097"/>
                    <a:pt x="167" y="5120"/>
                  </a:cubicBezTo>
                  <a:cubicBezTo>
                    <a:pt x="72" y="5216"/>
                    <a:pt x="0" y="5358"/>
                    <a:pt x="72" y="5478"/>
                  </a:cubicBezTo>
                  <a:cubicBezTo>
                    <a:pt x="119" y="5597"/>
                    <a:pt x="214" y="5692"/>
                    <a:pt x="357" y="5692"/>
                  </a:cubicBezTo>
                  <a:lnTo>
                    <a:pt x="8549" y="5692"/>
                  </a:lnTo>
                  <a:cubicBezTo>
                    <a:pt x="8621" y="5692"/>
                    <a:pt x="8692" y="5668"/>
                    <a:pt x="8764" y="5620"/>
                  </a:cubicBezTo>
                  <a:cubicBezTo>
                    <a:pt x="8859" y="5573"/>
                    <a:pt x="10788" y="3930"/>
                    <a:pt x="10788" y="357"/>
                  </a:cubicBezTo>
                  <a:lnTo>
                    <a:pt x="10788" y="48"/>
                  </a:lnTo>
                  <a:lnTo>
                    <a:pt x="6359" y="48"/>
                  </a:lnTo>
                  <a:lnTo>
                    <a:pt x="6359" y="0"/>
                  </a:ln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2" name="Google Shape;22342;p144"/>
            <p:cNvSpPr/>
            <p:nvPr/>
          </p:nvSpPr>
          <p:spPr>
            <a:xfrm>
              <a:off x="4224182" y="2023854"/>
              <a:ext cx="143503" cy="184597"/>
            </a:xfrm>
            <a:custGeom>
              <a:avLst/>
              <a:gdLst/>
              <a:ahLst/>
              <a:cxnLst/>
              <a:rect l="l" t="t" r="r" b="b"/>
              <a:pathLst>
                <a:path w="4407" h="5669" extrusionOk="0">
                  <a:moveTo>
                    <a:pt x="0" y="0"/>
                  </a:moveTo>
                  <a:lnTo>
                    <a:pt x="0" y="5668"/>
                  </a:lnTo>
                  <a:lnTo>
                    <a:pt x="2191" y="5668"/>
                  </a:lnTo>
                  <a:cubicBezTo>
                    <a:pt x="2239" y="5668"/>
                    <a:pt x="2310" y="5644"/>
                    <a:pt x="2382" y="5597"/>
                  </a:cubicBezTo>
                  <a:cubicBezTo>
                    <a:pt x="2477" y="5549"/>
                    <a:pt x="4406" y="3906"/>
                    <a:pt x="4406" y="334"/>
                  </a:cubicBezTo>
                  <a:lnTo>
                    <a:pt x="4406"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3" name="Google Shape;22343;p144"/>
            <p:cNvSpPr/>
            <p:nvPr/>
          </p:nvSpPr>
          <p:spPr>
            <a:xfrm>
              <a:off x="4213306" y="1944662"/>
              <a:ext cx="20221" cy="60110"/>
            </a:xfrm>
            <a:custGeom>
              <a:avLst/>
              <a:gdLst/>
              <a:ahLst/>
              <a:cxnLst/>
              <a:rect l="l" t="t" r="r" b="b"/>
              <a:pathLst>
                <a:path w="621" h="1846" extrusionOk="0">
                  <a:moveTo>
                    <a:pt x="227" y="0"/>
                  </a:moveTo>
                  <a:cubicBezTo>
                    <a:pt x="100" y="0"/>
                    <a:pt x="1" y="113"/>
                    <a:pt x="1" y="265"/>
                  </a:cubicBezTo>
                  <a:lnTo>
                    <a:pt x="1" y="1527"/>
                  </a:lnTo>
                  <a:cubicBezTo>
                    <a:pt x="1" y="1670"/>
                    <a:pt x="120" y="1813"/>
                    <a:pt x="263" y="1837"/>
                  </a:cubicBezTo>
                  <a:cubicBezTo>
                    <a:pt x="285" y="1842"/>
                    <a:pt x="308" y="1845"/>
                    <a:pt x="329" y="1845"/>
                  </a:cubicBezTo>
                  <a:cubicBezTo>
                    <a:pt x="490" y="1845"/>
                    <a:pt x="620" y="1698"/>
                    <a:pt x="620" y="1551"/>
                  </a:cubicBezTo>
                  <a:lnTo>
                    <a:pt x="620" y="289"/>
                  </a:lnTo>
                  <a:cubicBezTo>
                    <a:pt x="620" y="135"/>
                    <a:pt x="498" y="1"/>
                    <a:pt x="309" y="1"/>
                  </a:cubicBezTo>
                  <a:cubicBezTo>
                    <a:pt x="294" y="1"/>
                    <a:pt x="279" y="1"/>
                    <a:pt x="263" y="3"/>
                  </a:cubicBezTo>
                  <a:cubicBezTo>
                    <a:pt x="251" y="1"/>
                    <a:pt x="239" y="0"/>
                    <a:pt x="227"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4" name="Google Shape;22344;p144"/>
            <p:cNvSpPr/>
            <p:nvPr/>
          </p:nvSpPr>
          <p:spPr>
            <a:xfrm>
              <a:off x="4223400" y="1942416"/>
              <a:ext cx="10127" cy="61315"/>
            </a:xfrm>
            <a:custGeom>
              <a:avLst/>
              <a:gdLst/>
              <a:ahLst/>
              <a:cxnLst/>
              <a:rect l="l" t="t" r="r" b="b"/>
              <a:pathLst>
                <a:path w="311" h="1883" extrusionOk="0">
                  <a:moveTo>
                    <a:pt x="1" y="1"/>
                  </a:moveTo>
                  <a:lnTo>
                    <a:pt x="1" y="1882"/>
                  </a:lnTo>
                  <a:cubicBezTo>
                    <a:pt x="167" y="1882"/>
                    <a:pt x="310" y="1763"/>
                    <a:pt x="310" y="1596"/>
                  </a:cubicBezTo>
                  <a:lnTo>
                    <a:pt x="310" y="334"/>
                  </a:lnTo>
                  <a:cubicBezTo>
                    <a:pt x="310" y="167"/>
                    <a:pt x="167" y="1"/>
                    <a:pt x="1"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45" name="Google Shape;22345;p144"/>
          <p:cNvGrpSpPr/>
          <p:nvPr/>
        </p:nvGrpSpPr>
        <p:grpSpPr>
          <a:xfrm>
            <a:off x="4771655" y="1800110"/>
            <a:ext cx="349754" cy="286941"/>
            <a:chOff x="4771655" y="1952510"/>
            <a:chExt cx="349754" cy="286941"/>
          </a:xfrm>
        </p:grpSpPr>
        <p:sp>
          <p:nvSpPr>
            <p:cNvPr id="22346" name="Google Shape;22346;p144"/>
            <p:cNvSpPr/>
            <p:nvPr/>
          </p:nvSpPr>
          <p:spPr>
            <a:xfrm>
              <a:off x="4814312" y="1972568"/>
              <a:ext cx="20189" cy="39954"/>
            </a:xfrm>
            <a:custGeom>
              <a:avLst/>
              <a:gdLst/>
              <a:ahLst/>
              <a:cxnLst/>
              <a:rect l="l" t="t" r="r" b="b"/>
              <a:pathLst>
                <a:path w="620" h="1227" extrusionOk="0">
                  <a:moveTo>
                    <a:pt x="304" y="1"/>
                  </a:moveTo>
                  <a:cubicBezTo>
                    <a:pt x="290" y="1"/>
                    <a:pt x="276" y="2"/>
                    <a:pt x="262" y="3"/>
                  </a:cubicBezTo>
                  <a:cubicBezTo>
                    <a:pt x="119" y="27"/>
                    <a:pt x="0" y="194"/>
                    <a:pt x="0" y="337"/>
                  </a:cubicBezTo>
                  <a:lnTo>
                    <a:pt x="0" y="956"/>
                  </a:lnTo>
                  <a:cubicBezTo>
                    <a:pt x="0" y="1082"/>
                    <a:pt x="93" y="1226"/>
                    <a:pt x="212" y="1226"/>
                  </a:cubicBezTo>
                  <a:cubicBezTo>
                    <a:pt x="228" y="1226"/>
                    <a:pt x="245" y="1224"/>
                    <a:pt x="262" y="1218"/>
                  </a:cubicBezTo>
                  <a:cubicBezTo>
                    <a:pt x="287" y="1224"/>
                    <a:pt x="312" y="1226"/>
                    <a:pt x="335" y="1226"/>
                  </a:cubicBezTo>
                  <a:cubicBezTo>
                    <a:pt x="508" y="1226"/>
                    <a:pt x="619" y="1079"/>
                    <a:pt x="619" y="932"/>
                  </a:cubicBezTo>
                  <a:lnTo>
                    <a:pt x="619" y="313"/>
                  </a:lnTo>
                  <a:cubicBezTo>
                    <a:pt x="619" y="137"/>
                    <a:pt x="476" y="1"/>
                    <a:pt x="304"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7" name="Google Shape;22347;p144"/>
            <p:cNvSpPr/>
            <p:nvPr/>
          </p:nvSpPr>
          <p:spPr>
            <a:xfrm>
              <a:off x="4771655" y="1952510"/>
              <a:ext cx="349754" cy="286941"/>
            </a:xfrm>
            <a:custGeom>
              <a:avLst/>
              <a:gdLst/>
              <a:ahLst/>
              <a:cxnLst/>
              <a:rect l="l" t="t" r="r" b="b"/>
              <a:pathLst>
                <a:path w="10741" h="8812" extrusionOk="0">
                  <a:moveTo>
                    <a:pt x="3477" y="0"/>
                  </a:moveTo>
                  <a:cubicBezTo>
                    <a:pt x="3358" y="0"/>
                    <a:pt x="3287" y="48"/>
                    <a:pt x="3215" y="167"/>
                  </a:cubicBezTo>
                  <a:lnTo>
                    <a:pt x="2691" y="1239"/>
                  </a:lnTo>
                  <a:lnTo>
                    <a:pt x="334" y="1239"/>
                  </a:lnTo>
                  <a:cubicBezTo>
                    <a:pt x="143" y="1239"/>
                    <a:pt x="0" y="1405"/>
                    <a:pt x="0" y="1572"/>
                  </a:cubicBezTo>
                  <a:lnTo>
                    <a:pt x="0" y="3191"/>
                  </a:lnTo>
                  <a:lnTo>
                    <a:pt x="620" y="3811"/>
                  </a:lnTo>
                  <a:lnTo>
                    <a:pt x="620" y="6311"/>
                  </a:lnTo>
                  <a:lnTo>
                    <a:pt x="0" y="6930"/>
                  </a:lnTo>
                  <a:lnTo>
                    <a:pt x="0" y="8478"/>
                  </a:lnTo>
                  <a:cubicBezTo>
                    <a:pt x="0" y="8669"/>
                    <a:pt x="143" y="8812"/>
                    <a:pt x="334" y="8812"/>
                  </a:cubicBezTo>
                  <a:lnTo>
                    <a:pt x="10431" y="8812"/>
                  </a:lnTo>
                  <a:cubicBezTo>
                    <a:pt x="10598" y="8812"/>
                    <a:pt x="10741" y="8669"/>
                    <a:pt x="10741" y="8478"/>
                  </a:cubicBezTo>
                  <a:lnTo>
                    <a:pt x="10741" y="6906"/>
                  </a:lnTo>
                  <a:lnTo>
                    <a:pt x="10122" y="6287"/>
                  </a:lnTo>
                  <a:lnTo>
                    <a:pt x="10122" y="3787"/>
                  </a:lnTo>
                  <a:lnTo>
                    <a:pt x="10741" y="3144"/>
                  </a:lnTo>
                  <a:lnTo>
                    <a:pt x="10741" y="1572"/>
                  </a:lnTo>
                  <a:cubicBezTo>
                    <a:pt x="10741" y="1405"/>
                    <a:pt x="10598" y="1239"/>
                    <a:pt x="10407" y="1239"/>
                  </a:cubicBezTo>
                  <a:lnTo>
                    <a:pt x="8074" y="1239"/>
                  </a:lnTo>
                  <a:lnTo>
                    <a:pt x="7526" y="167"/>
                  </a:lnTo>
                  <a:cubicBezTo>
                    <a:pt x="7502" y="48"/>
                    <a:pt x="7383" y="0"/>
                    <a:pt x="7264"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8" name="Google Shape;22348;p144"/>
            <p:cNvSpPr/>
            <p:nvPr/>
          </p:nvSpPr>
          <p:spPr>
            <a:xfrm>
              <a:off x="4946125" y="1953291"/>
              <a:ext cx="175284" cy="286159"/>
            </a:xfrm>
            <a:custGeom>
              <a:avLst/>
              <a:gdLst/>
              <a:ahLst/>
              <a:cxnLst/>
              <a:rect l="l" t="t" r="r" b="b"/>
              <a:pathLst>
                <a:path w="5383" h="8788" extrusionOk="0">
                  <a:moveTo>
                    <a:pt x="1" y="0"/>
                  </a:moveTo>
                  <a:lnTo>
                    <a:pt x="1" y="8788"/>
                  </a:lnTo>
                  <a:lnTo>
                    <a:pt x="5073" y="8788"/>
                  </a:lnTo>
                  <a:cubicBezTo>
                    <a:pt x="5240" y="8788"/>
                    <a:pt x="5383" y="8645"/>
                    <a:pt x="5383" y="8454"/>
                  </a:cubicBezTo>
                  <a:lnTo>
                    <a:pt x="5383" y="6882"/>
                  </a:lnTo>
                  <a:lnTo>
                    <a:pt x="4764" y="6263"/>
                  </a:lnTo>
                  <a:lnTo>
                    <a:pt x="4764" y="3763"/>
                  </a:lnTo>
                  <a:lnTo>
                    <a:pt x="5359" y="3167"/>
                  </a:lnTo>
                  <a:lnTo>
                    <a:pt x="5359" y="1572"/>
                  </a:lnTo>
                  <a:cubicBezTo>
                    <a:pt x="5359" y="1405"/>
                    <a:pt x="5216" y="1262"/>
                    <a:pt x="5026" y="1262"/>
                  </a:cubicBezTo>
                  <a:lnTo>
                    <a:pt x="2668" y="1262"/>
                  </a:lnTo>
                  <a:lnTo>
                    <a:pt x="2144" y="191"/>
                  </a:lnTo>
                  <a:cubicBezTo>
                    <a:pt x="2120" y="72"/>
                    <a:pt x="2001" y="0"/>
                    <a:pt x="1882"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9" name="Google Shape;22349;p144"/>
            <p:cNvSpPr/>
            <p:nvPr/>
          </p:nvSpPr>
          <p:spPr>
            <a:xfrm>
              <a:off x="4772437" y="2054854"/>
              <a:ext cx="348972" cy="123347"/>
            </a:xfrm>
            <a:custGeom>
              <a:avLst/>
              <a:gdLst/>
              <a:ahLst/>
              <a:cxnLst/>
              <a:rect l="l" t="t" r="r" b="b"/>
              <a:pathLst>
                <a:path w="10717" h="3788" extrusionOk="0">
                  <a:moveTo>
                    <a:pt x="0" y="1"/>
                  </a:moveTo>
                  <a:lnTo>
                    <a:pt x="0" y="3787"/>
                  </a:lnTo>
                  <a:lnTo>
                    <a:pt x="10717" y="3787"/>
                  </a:lnTo>
                  <a:lnTo>
                    <a:pt x="1071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0" name="Google Shape;22350;p144"/>
            <p:cNvSpPr/>
            <p:nvPr/>
          </p:nvSpPr>
          <p:spPr>
            <a:xfrm>
              <a:off x="4946906" y="2054854"/>
              <a:ext cx="174502" cy="123347"/>
            </a:xfrm>
            <a:custGeom>
              <a:avLst/>
              <a:gdLst/>
              <a:ahLst/>
              <a:cxnLst/>
              <a:rect l="l" t="t" r="r" b="b"/>
              <a:pathLst>
                <a:path w="5359" h="3788" extrusionOk="0">
                  <a:moveTo>
                    <a:pt x="0" y="1"/>
                  </a:moveTo>
                  <a:lnTo>
                    <a:pt x="0" y="3787"/>
                  </a:lnTo>
                  <a:lnTo>
                    <a:pt x="5359" y="3787"/>
                  </a:lnTo>
                  <a:lnTo>
                    <a:pt x="5359" y="1"/>
                  </a:lnTo>
                  <a:close/>
                </a:path>
              </a:pathLst>
            </a:custGeom>
            <a:solidFill>
              <a:srgbClr val="7C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1" name="Google Shape;22351;p144"/>
            <p:cNvSpPr/>
            <p:nvPr/>
          </p:nvSpPr>
          <p:spPr>
            <a:xfrm>
              <a:off x="4915125" y="1992822"/>
              <a:ext cx="62064" cy="21752"/>
            </a:xfrm>
            <a:custGeom>
              <a:avLst/>
              <a:gdLst/>
              <a:ahLst/>
              <a:cxnLst/>
              <a:rect l="l" t="t" r="r" b="b"/>
              <a:pathLst>
                <a:path w="1906" h="668" extrusionOk="0">
                  <a:moveTo>
                    <a:pt x="333" y="1"/>
                  </a:moveTo>
                  <a:cubicBezTo>
                    <a:pt x="143" y="1"/>
                    <a:pt x="0" y="167"/>
                    <a:pt x="0" y="334"/>
                  </a:cubicBezTo>
                  <a:cubicBezTo>
                    <a:pt x="0" y="525"/>
                    <a:pt x="143" y="667"/>
                    <a:pt x="333" y="667"/>
                  </a:cubicBezTo>
                  <a:lnTo>
                    <a:pt x="1572" y="667"/>
                  </a:lnTo>
                  <a:cubicBezTo>
                    <a:pt x="1762" y="667"/>
                    <a:pt x="1905" y="525"/>
                    <a:pt x="1905" y="334"/>
                  </a:cubicBezTo>
                  <a:cubicBezTo>
                    <a:pt x="1905" y="167"/>
                    <a:pt x="1786" y="48"/>
                    <a:pt x="1572" y="1"/>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2" name="Google Shape;22352;p144"/>
            <p:cNvSpPr/>
            <p:nvPr/>
          </p:nvSpPr>
          <p:spPr>
            <a:xfrm>
              <a:off x="4946906" y="1994385"/>
              <a:ext cx="31065" cy="20189"/>
            </a:xfrm>
            <a:custGeom>
              <a:avLst/>
              <a:gdLst/>
              <a:ahLst/>
              <a:cxnLst/>
              <a:rect l="l" t="t" r="r" b="b"/>
              <a:pathLst>
                <a:path w="954" h="620" extrusionOk="0">
                  <a:moveTo>
                    <a:pt x="0" y="0"/>
                  </a:moveTo>
                  <a:lnTo>
                    <a:pt x="0" y="619"/>
                  </a:lnTo>
                  <a:lnTo>
                    <a:pt x="643" y="619"/>
                  </a:lnTo>
                  <a:cubicBezTo>
                    <a:pt x="786" y="619"/>
                    <a:pt x="929" y="500"/>
                    <a:pt x="953" y="358"/>
                  </a:cubicBezTo>
                  <a:cubicBezTo>
                    <a:pt x="953" y="143"/>
                    <a:pt x="810" y="0"/>
                    <a:pt x="643" y="0"/>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3" name="Google Shape;22353;p144"/>
            <p:cNvSpPr/>
            <p:nvPr/>
          </p:nvSpPr>
          <p:spPr>
            <a:xfrm>
              <a:off x="4859281" y="2034470"/>
              <a:ext cx="175284" cy="163333"/>
            </a:xfrm>
            <a:custGeom>
              <a:avLst/>
              <a:gdLst/>
              <a:ahLst/>
              <a:cxnLst/>
              <a:rect l="l" t="t" r="r" b="b"/>
              <a:pathLst>
                <a:path w="5383" h="5016" extrusionOk="0">
                  <a:moveTo>
                    <a:pt x="2706" y="1"/>
                  </a:moveTo>
                  <a:cubicBezTo>
                    <a:pt x="1500" y="1"/>
                    <a:pt x="432" y="877"/>
                    <a:pt x="239" y="2103"/>
                  </a:cubicBezTo>
                  <a:cubicBezTo>
                    <a:pt x="0" y="3461"/>
                    <a:pt x="929" y="4747"/>
                    <a:pt x="2310" y="4985"/>
                  </a:cubicBezTo>
                  <a:cubicBezTo>
                    <a:pt x="2442" y="5006"/>
                    <a:pt x="2572" y="5016"/>
                    <a:pt x="2701" y="5016"/>
                  </a:cubicBezTo>
                  <a:cubicBezTo>
                    <a:pt x="3906" y="5016"/>
                    <a:pt x="4975" y="4139"/>
                    <a:pt x="5168" y="2913"/>
                  </a:cubicBezTo>
                  <a:cubicBezTo>
                    <a:pt x="5383" y="1556"/>
                    <a:pt x="4454" y="270"/>
                    <a:pt x="3096" y="31"/>
                  </a:cubicBezTo>
                  <a:cubicBezTo>
                    <a:pt x="2965" y="11"/>
                    <a:pt x="2835" y="1"/>
                    <a:pt x="2706" y="1"/>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4" name="Google Shape;22354;p144"/>
            <p:cNvSpPr/>
            <p:nvPr/>
          </p:nvSpPr>
          <p:spPr>
            <a:xfrm>
              <a:off x="4946906" y="2033916"/>
              <a:ext cx="81439" cy="163659"/>
            </a:xfrm>
            <a:custGeom>
              <a:avLst/>
              <a:gdLst/>
              <a:ahLst/>
              <a:cxnLst/>
              <a:rect l="l" t="t" r="r" b="b"/>
              <a:pathLst>
                <a:path w="2501" h="5026" extrusionOk="0">
                  <a:moveTo>
                    <a:pt x="0" y="1"/>
                  </a:moveTo>
                  <a:lnTo>
                    <a:pt x="0" y="5026"/>
                  </a:lnTo>
                  <a:cubicBezTo>
                    <a:pt x="1382" y="5026"/>
                    <a:pt x="2501" y="3930"/>
                    <a:pt x="2501" y="2525"/>
                  </a:cubicBezTo>
                  <a:cubicBezTo>
                    <a:pt x="2501" y="1168"/>
                    <a:pt x="1382" y="25"/>
                    <a:pt x="0"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5" name="Google Shape;22355;p144"/>
            <p:cNvSpPr/>
            <p:nvPr/>
          </p:nvSpPr>
          <p:spPr>
            <a:xfrm>
              <a:off x="4906594" y="2075792"/>
              <a:ext cx="81439" cy="81471"/>
            </a:xfrm>
            <a:custGeom>
              <a:avLst/>
              <a:gdLst/>
              <a:ahLst/>
              <a:cxnLst/>
              <a:rect l="l" t="t" r="r" b="b"/>
              <a:pathLst>
                <a:path w="2501" h="2502" extrusionOk="0">
                  <a:moveTo>
                    <a:pt x="1238" y="1"/>
                  </a:moveTo>
                  <a:cubicBezTo>
                    <a:pt x="548" y="1"/>
                    <a:pt x="0" y="549"/>
                    <a:pt x="0" y="1239"/>
                  </a:cubicBezTo>
                  <a:cubicBezTo>
                    <a:pt x="0" y="1930"/>
                    <a:pt x="548" y="2501"/>
                    <a:pt x="1238" y="2501"/>
                  </a:cubicBezTo>
                  <a:cubicBezTo>
                    <a:pt x="1929" y="2501"/>
                    <a:pt x="2501" y="1930"/>
                    <a:pt x="2501" y="1239"/>
                  </a:cubicBezTo>
                  <a:cubicBezTo>
                    <a:pt x="2501" y="549"/>
                    <a:pt x="1929" y="1"/>
                    <a:pt x="1238" y="1"/>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6" name="Google Shape;22356;p144"/>
            <p:cNvSpPr/>
            <p:nvPr/>
          </p:nvSpPr>
          <p:spPr>
            <a:xfrm>
              <a:off x="4946906" y="2075010"/>
              <a:ext cx="41126" cy="82253"/>
            </a:xfrm>
            <a:custGeom>
              <a:avLst/>
              <a:gdLst/>
              <a:ahLst/>
              <a:cxnLst/>
              <a:rect l="l" t="t" r="r" b="b"/>
              <a:pathLst>
                <a:path w="1263" h="2526" extrusionOk="0">
                  <a:moveTo>
                    <a:pt x="0" y="1"/>
                  </a:moveTo>
                  <a:lnTo>
                    <a:pt x="0" y="2525"/>
                  </a:lnTo>
                  <a:cubicBezTo>
                    <a:pt x="691" y="2525"/>
                    <a:pt x="1263" y="1954"/>
                    <a:pt x="1263" y="1263"/>
                  </a:cubicBezTo>
                  <a:cubicBezTo>
                    <a:pt x="1263" y="573"/>
                    <a:pt x="691" y="25"/>
                    <a:pt x="0" y="1"/>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57" name="Google Shape;22357;p144"/>
          <p:cNvGrpSpPr/>
          <p:nvPr/>
        </p:nvGrpSpPr>
        <p:grpSpPr>
          <a:xfrm>
            <a:off x="5538567" y="1790016"/>
            <a:ext cx="350568" cy="307911"/>
            <a:chOff x="5538567" y="1942416"/>
            <a:chExt cx="350568" cy="307911"/>
          </a:xfrm>
        </p:grpSpPr>
        <p:sp>
          <p:nvSpPr>
            <p:cNvPr id="22358" name="Google Shape;22358;p144"/>
            <p:cNvSpPr/>
            <p:nvPr/>
          </p:nvSpPr>
          <p:spPr>
            <a:xfrm>
              <a:off x="5538567" y="2003698"/>
              <a:ext cx="350568" cy="245847"/>
            </a:xfrm>
            <a:custGeom>
              <a:avLst/>
              <a:gdLst/>
              <a:ahLst/>
              <a:cxnLst/>
              <a:rect l="l" t="t" r="r" b="b"/>
              <a:pathLst>
                <a:path w="10766" h="7550" extrusionOk="0">
                  <a:moveTo>
                    <a:pt x="620" y="0"/>
                  </a:moveTo>
                  <a:lnTo>
                    <a:pt x="1" y="619"/>
                  </a:lnTo>
                  <a:lnTo>
                    <a:pt x="1" y="7240"/>
                  </a:lnTo>
                  <a:cubicBezTo>
                    <a:pt x="1" y="7406"/>
                    <a:pt x="144" y="7549"/>
                    <a:pt x="334" y="7549"/>
                  </a:cubicBezTo>
                  <a:lnTo>
                    <a:pt x="2668" y="7549"/>
                  </a:lnTo>
                  <a:lnTo>
                    <a:pt x="3573" y="7240"/>
                  </a:lnTo>
                  <a:lnTo>
                    <a:pt x="4335" y="7549"/>
                  </a:lnTo>
                  <a:lnTo>
                    <a:pt x="6431" y="7549"/>
                  </a:lnTo>
                  <a:lnTo>
                    <a:pt x="7264" y="7240"/>
                  </a:lnTo>
                  <a:lnTo>
                    <a:pt x="8098" y="7549"/>
                  </a:lnTo>
                  <a:lnTo>
                    <a:pt x="10455" y="7549"/>
                  </a:lnTo>
                  <a:cubicBezTo>
                    <a:pt x="10622" y="7549"/>
                    <a:pt x="10765" y="7406"/>
                    <a:pt x="10765" y="7240"/>
                  </a:cubicBezTo>
                  <a:lnTo>
                    <a:pt x="10765" y="619"/>
                  </a:lnTo>
                  <a:lnTo>
                    <a:pt x="10098" y="0"/>
                  </a:ln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9" name="Google Shape;22359;p144"/>
            <p:cNvSpPr/>
            <p:nvPr/>
          </p:nvSpPr>
          <p:spPr>
            <a:xfrm>
              <a:off x="5713818" y="2003698"/>
              <a:ext cx="174535" cy="246628"/>
            </a:xfrm>
            <a:custGeom>
              <a:avLst/>
              <a:gdLst/>
              <a:ahLst/>
              <a:cxnLst/>
              <a:rect l="l" t="t" r="r" b="b"/>
              <a:pathLst>
                <a:path w="5360" h="7574" extrusionOk="0">
                  <a:moveTo>
                    <a:pt x="1" y="0"/>
                  </a:moveTo>
                  <a:lnTo>
                    <a:pt x="1" y="7525"/>
                  </a:lnTo>
                  <a:lnTo>
                    <a:pt x="1049" y="7525"/>
                  </a:lnTo>
                  <a:lnTo>
                    <a:pt x="1859" y="7240"/>
                  </a:lnTo>
                  <a:lnTo>
                    <a:pt x="2692" y="7573"/>
                  </a:lnTo>
                  <a:lnTo>
                    <a:pt x="5026" y="7573"/>
                  </a:lnTo>
                  <a:cubicBezTo>
                    <a:pt x="5216" y="7573"/>
                    <a:pt x="5359" y="7406"/>
                    <a:pt x="5359" y="7240"/>
                  </a:cubicBezTo>
                  <a:lnTo>
                    <a:pt x="5359" y="619"/>
                  </a:lnTo>
                  <a:lnTo>
                    <a:pt x="4740"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0" name="Google Shape;22360;p144"/>
            <p:cNvSpPr/>
            <p:nvPr/>
          </p:nvSpPr>
          <p:spPr>
            <a:xfrm>
              <a:off x="5538567" y="1942416"/>
              <a:ext cx="349005" cy="83002"/>
            </a:xfrm>
            <a:custGeom>
              <a:avLst/>
              <a:gdLst/>
              <a:ahLst/>
              <a:cxnLst/>
              <a:rect l="l" t="t" r="r" b="b"/>
              <a:pathLst>
                <a:path w="10718" h="2549" extrusionOk="0">
                  <a:moveTo>
                    <a:pt x="334" y="1"/>
                  </a:moveTo>
                  <a:cubicBezTo>
                    <a:pt x="144" y="1"/>
                    <a:pt x="1" y="167"/>
                    <a:pt x="1" y="334"/>
                  </a:cubicBezTo>
                  <a:lnTo>
                    <a:pt x="1" y="2549"/>
                  </a:lnTo>
                  <a:lnTo>
                    <a:pt x="10717" y="2549"/>
                  </a:lnTo>
                  <a:lnTo>
                    <a:pt x="10717" y="334"/>
                  </a:lnTo>
                  <a:cubicBezTo>
                    <a:pt x="10717" y="167"/>
                    <a:pt x="10551" y="1"/>
                    <a:pt x="10408"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1" name="Google Shape;22361;p144"/>
            <p:cNvSpPr/>
            <p:nvPr/>
          </p:nvSpPr>
          <p:spPr>
            <a:xfrm>
              <a:off x="5713070" y="1943718"/>
              <a:ext cx="174502" cy="81699"/>
            </a:xfrm>
            <a:custGeom>
              <a:avLst/>
              <a:gdLst/>
              <a:ahLst/>
              <a:cxnLst/>
              <a:rect l="l" t="t" r="r" b="b"/>
              <a:pathLst>
                <a:path w="5359" h="2509" extrusionOk="0">
                  <a:moveTo>
                    <a:pt x="5100" y="0"/>
                  </a:moveTo>
                  <a:cubicBezTo>
                    <a:pt x="5083" y="0"/>
                    <a:pt x="5066" y="3"/>
                    <a:pt x="5049" y="8"/>
                  </a:cubicBezTo>
                  <a:lnTo>
                    <a:pt x="0" y="8"/>
                  </a:lnTo>
                  <a:lnTo>
                    <a:pt x="0" y="2509"/>
                  </a:lnTo>
                  <a:lnTo>
                    <a:pt x="5358" y="2509"/>
                  </a:lnTo>
                  <a:lnTo>
                    <a:pt x="5358" y="294"/>
                  </a:lnTo>
                  <a:cubicBezTo>
                    <a:pt x="5358" y="147"/>
                    <a:pt x="5229" y="0"/>
                    <a:pt x="5100"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2" name="Google Shape;22362;p144"/>
            <p:cNvSpPr/>
            <p:nvPr/>
          </p:nvSpPr>
          <p:spPr>
            <a:xfrm>
              <a:off x="5578912" y="1972666"/>
              <a:ext cx="21752" cy="20970"/>
            </a:xfrm>
            <a:custGeom>
              <a:avLst/>
              <a:gdLst/>
              <a:ahLst/>
              <a:cxnLst/>
              <a:rect l="l" t="t" r="r" b="b"/>
              <a:pathLst>
                <a:path w="668" h="644" extrusionOk="0">
                  <a:moveTo>
                    <a:pt x="334" y="0"/>
                  </a:moveTo>
                  <a:cubicBezTo>
                    <a:pt x="143" y="0"/>
                    <a:pt x="0" y="143"/>
                    <a:pt x="0" y="334"/>
                  </a:cubicBezTo>
                  <a:cubicBezTo>
                    <a:pt x="0" y="501"/>
                    <a:pt x="143" y="643"/>
                    <a:pt x="334" y="643"/>
                  </a:cubicBezTo>
                  <a:cubicBezTo>
                    <a:pt x="524" y="643"/>
                    <a:pt x="667" y="501"/>
                    <a:pt x="667" y="334"/>
                  </a:cubicBezTo>
                  <a:cubicBezTo>
                    <a:pt x="667" y="143"/>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3" name="Google Shape;22363;p144"/>
            <p:cNvSpPr/>
            <p:nvPr/>
          </p:nvSpPr>
          <p:spPr>
            <a:xfrm>
              <a:off x="5620006" y="1972666"/>
              <a:ext cx="20970" cy="20970"/>
            </a:xfrm>
            <a:custGeom>
              <a:avLst/>
              <a:gdLst/>
              <a:ahLst/>
              <a:cxnLst/>
              <a:rect l="l" t="t" r="r" b="b"/>
              <a:pathLst>
                <a:path w="644" h="644" extrusionOk="0">
                  <a:moveTo>
                    <a:pt x="310" y="0"/>
                  </a:moveTo>
                  <a:cubicBezTo>
                    <a:pt x="143" y="0"/>
                    <a:pt x="0" y="143"/>
                    <a:pt x="0" y="334"/>
                  </a:cubicBezTo>
                  <a:cubicBezTo>
                    <a:pt x="0" y="501"/>
                    <a:pt x="143" y="643"/>
                    <a:pt x="310" y="643"/>
                  </a:cubicBezTo>
                  <a:cubicBezTo>
                    <a:pt x="501" y="643"/>
                    <a:pt x="643" y="501"/>
                    <a:pt x="643" y="334"/>
                  </a:cubicBezTo>
                  <a:cubicBezTo>
                    <a:pt x="643" y="143"/>
                    <a:pt x="501" y="0"/>
                    <a:pt x="310" y="0"/>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4" name="Google Shape;22364;p144"/>
            <p:cNvSpPr/>
            <p:nvPr/>
          </p:nvSpPr>
          <p:spPr>
            <a:xfrm>
              <a:off x="5660318" y="1972666"/>
              <a:ext cx="21752" cy="20970"/>
            </a:xfrm>
            <a:custGeom>
              <a:avLst/>
              <a:gdLst/>
              <a:ahLst/>
              <a:cxnLst/>
              <a:rect l="l" t="t" r="r" b="b"/>
              <a:pathLst>
                <a:path w="668" h="644" extrusionOk="0">
                  <a:moveTo>
                    <a:pt x="334" y="0"/>
                  </a:moveTo>
                  <a:cubicBezTo>
                    <a:pt x="144" y="0"/>
                    <a:pt x="1" y="143"/>
                    <a:pt x="1" y="334"/>
                  </a:cubicBezTo>
                  <a:cubicBezTo>
                    <a:pt x="1" y="501"/>
                    <a:pt x="144" y="643"/>
                    <a:pt x="334" y="643"/>
                  </a:cubicBezTo>
                  <a:cubicBezTo>
                    <a:pt x="525" y="643"/>
                    <a:pt x="668" y="501"/>
                    <a:pt x="668" y="334"/>
                  </a:cubicBezTo>
                  <a:cubicBezTo>
                    <a:pt x="668" y="143"/>
                    <a:pt x="525" y="0"/>
                    <a:pt x="334" y="0"/>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5" name="Google Shape;22365;p144"/>
            <p:cNvSpPr/>
            <p:nvPr/>
          </p:nvSpPr>
          <p:spPr>
            <a:xfrm>
              <a:off x="5710725" y="1973448"/>
              <a:ext cx="134972" cy="20970"/>
            </a:xfrm>
            <a:custGeom>
              <a:avLst/>
              <a:gdLst/>
              <a:ahLst/>
              <a:cxnLst/>
              <a:rect l="l" t="t" r="r" b="b"/>
              <a:pathLst>
                <a:path w="4145" h="644" extrusionOk="0">
                  <a:moveTo>
                    <a:pt x="358" y="0"/>
                  </a:moveTo>
                  <a:cubicBezTo>
                    <a:pt x="215" y="0"/>
                    <a:pt x="72" y="119"/>
                    <a:pt x="25" y="286"/>
                  </a:cubicBezTo>
                  <a:cubicBezTo>
                    <a:pt x="1" y="453"/>
                    <a:pt x="144" y="643"/>
                    <a:pt x="334" y="643"/>
                  </a:cubicBezTo>
                  <a:lnTo>
                    <a:pt x="3787" y="643"/>
                  </a:lnTo>
                  <a:cubicBezTo>
                    <a:pt x="3930" y="643"/>
                    <a:pt x="4073" y="524"/>
                    <a:pt x="4121" y="358"/>
                  </a:cubicBezTo>
                  <a:cubicBezTo>
                    <a:pt x="4144" y="167"/>
                    <a:pt x="4025" y="0"/>
                    <a:pt x="3811"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6" name="Google Shape;22366;p144"/>
            <p:cNvSpPr/>
            <p:nvPr/>
          </p:nvSpPr>
          <p:spPr>
            <a:xfrm>
              <a:off x="5578912" y="2188230"/>
              <a:ext cx="52751" cy="20221"/>
            </a:xfrm>
            <a:custGeom>
              <a:avLst/>
              <a:gdLst/>
              <a:ahLst/>
              <a:cxnLst/>
              <a:rect l="l" t="t" r="r" b="b"/>
              <a:pathLst>
                <a:path w="1620" h="621" extrusionOk="0">
                  <a:moveTo>
                    <a:pt x="334" y="1"/>
                  </a:moveTo>
                  <a:cubicBezTo>
                    <a:pt x="143" y="1"/>
                    <a:pt x="0" y="168"/>
                    <a:pt x="24" y="358"/>
                  </a:cubicBezTo>
                  <a:cubicBezTo>
                    <a:pt x="72" y="501"/>
                    <a:pt x="215" y="620"/>
                    <a:pt x="357" y="620"/>
                  </a:cubicBezTo>
                  <a:lnTo>
                    <a:pt x="1286" y="620"/>
                  </a:lnTo>
                  <a:cubicBezTo>
                    <a:pt x="1477" y="620"/>
                    <a:pt x="1620" y="477"/>
                    <a:pt x="1572" y="263"/>
                  </a:cubicBezTo>
                  <a:cubicBezTo>
                    <a:pt x="1548" y="120"/>
                    <a:pt x="1405" y="1"/>
                    <a:pt x="1262" y="1"/>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7" name="Google Shape;22367;p144"/>
            <p:cNvSpPr/>
            <p:nvPr/>
          </p:nvSpPr>
          <p:spPr>
            <a:xfrm>
              <a:off x="5792945" y="2188230"/>
              <a:ext cx="52751" cy="20221"/>
            </a:xfrm>
            <a:custGeom>
              <a:avLst/>
              <a:gdLst/>
              <a:ahLst/>
              <a:cxnLst/>
              <a:rect l="l" t="t" r="r" b="b"/>
              <a:pathLst>
                <a:path w="1620" h="621" extrusionOk="0">
                  <a:moveTo>
                    <a:pt x="333" y="1"/>
                  </a:moveTo>
                  <a:cubicBezTo>
                    <a:pt x="167" y="1"/>
                    <a:pt x="0" y="168"/>
                    <a:pt x="48" y="358"/>
                  </a:cubicBezTo>
                  <a:cubicBezTo>
                    <a:pt x="72" y="501"/>
                    <a:pt x="214" y="620"/>
                    <a:pt x="357" y="620"/>
                  </a:cubicBezTo>
                  <a:lnTo>
                    <a:pt x="1286" y="620"/>
                  </a:lnTo>
                  <a:cubicBezTo>
                    <a:pt x="1500" y="620"/>
                    <a:pt x="1619" y="477"/>
                    <a:pt x="1596" y="263"/>
                  </a:cubicBezTo>
                  <a:cubicBezTo>
                    <a:pt x="1548" y="120"/>
                    <a:pt x="1405" y="1"/>
                    <a:pt x="1262" y="1"/>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8" name="Google Shape;22368;p144"/>
            <p:cNvSpPr/>
            <p:nvPr/>
          </p:nvSpPr>
          <p:spPr>
            <a:xfrm>
              <a:off x="5767351" y="2101581"/>
              <a:ext cx="43438" cy="41713"/>
            </a:xfrm>
            <a:custGeom>
              <a:avLst/>
              <a:gdLst/>
              <a:ahLst/>
              <a:cxnLst/>
              <a:rect l="l" t="t" r="r" b="b"/>
              <a:pathLst>
                <a:path w="1334" h="1281" extrusionOk="0">
                  <a:moveTo>
                    <a:pt x="988" y="1"/>
                  </a:moveTo>
                  <a:cubicBezTo>
                    <a:pt x="905" y="1"/>
                    <a:pt x="822" y="30"/>
                    <a:pt x="762" y="90"/>
                  </a:cubicBezTo>
                  <a:lnTo>
                    <a:pt x="119" y="757"/>
                  </a:lnTo>
                  <a:cubicBezTo>
                    <a:pt x="0" y="876"/>
                    <a:pt x="0" y="1066"/>
                    <a:pt x="119" y="1185"/>
                  </a:cubicBezTo>
                  <a:cubicBezTo>
                    <a:pt x="167" y="1257"/>
                    <a:pt x="238" y="1281"/>
                    <a:pt x="334" y="1281"/>
                  </a:cubicBezTo>
                  <a:cubicBezTo>
                    <a:pt x="381" y="1281"/>
                    <a:pt x="476" y="1257"/>
                    <a:pt x="548" y="1185"/>
                  </a:cubicBezTo>
                  <a:lnTo>
                    <a:pt x="1215" y="542"/>
                  </a:lnTo>
                  <a:cubicBezTo>
                    <a:pt x="1334" y="423"/>
                    <a:pt x="1334" y="209"/>
                    <a:pt x="1215" y="90"/>
                  </a:cubicBezTo>
                  <a:cubicBezTo>
                    <a:pt x="1155" y="30"/>
                    <a:pt x="1072" y="1"/>
                    <a:pt x="988" y="1"/>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9" name="Google Shape;22369;p144"/>
            <p:cNvSpPr/>
            <p:nvPr/>
          </p:nvSpPr>
          <p:spPr>
            <a:xfrm>
              <a:off x="5616131" y="2101581"/>
              <a:ext cx="43438" cy="41713"/>
            </a:xfrm>
            <a:custGeom>
              <a:avLst/>
              <a:gdLst/>
              <a:ahLst/>
              <a:cxnLst/>
              <a:rect l="l" t="t" r="r" b="b"/>
              <a:pathLst>
                <a:path w="1334" h="1281" extrusionOk="0">
                  <a:moveTo>
                    <a:pt x="334" y="1"/>
                  </a:moveTo>
                  <a:cubicBezTo>
                    <a:pt x="256" y="1"/>
                    <a:pt x="179" y="30"/>
                    <a:pt x="119" y="90"/>
                  </a:cubicBezTo>
                  <a:cubicBezTo>
                    <a:pt x="0" y="209"/>
                    <a:pt x="0" y="423"/>
                    <a:pt x="119" y="542"/>
                  </a:cubicBezTo>
                  <a:lnTo>
                    <a:pt x="762" y="1185"/>
                  </a:lnTo>
                  <a:cubicBezTo>
                    <a:pt x="834" y="1257"/>
                    <a:pt x="882" y="1281"/>
                    <a:pt x="977" y="1281"/>
                  </a:cubicBezTo>
                  <a:cubicBezTo>
                    <a:pt x="1024" y="1281"/>
                    <a:pt x="1120" y="1257"/>
                    <a:pt x="1215" y="1185"/>
                  </a:cubicBezTo>
                  <a:cubicBezTo>
                    <a:pt x="1334" y="1066"/>
                    <a:pt x="1334" y="876"/>
                    <a:pt x="1215" y="757"/>
                  </a:cubicBezTo>
                  <a:lnTo>
                    <a:pt x="548" y="90"/>
                  </a:lnTo>
                  <a:cubicBezTo>
                    <a:pt x="489" y="30"/>
                    <a:pt x="411" y="1"/>
                    <a:pt x="334" y="1"/>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0" name="Google Shape;22370;p144"/>
            <p:cNvSpPr/>
            <p:nvPr/>
          </p:nvSpPr>
          <p:spPr>
            <a:xfrm>
              <a:off x="5702194" y="2066414"/>
              <a:ext cx="20189" cy="50797"/>
            </a:xfrm>
            <a:custGeom>
              <a:avLst/>
              <a:gdLst/>
              <a:ahLst/>
              <a:cxnLst/>
              <a:rect l="l" t="t" r="r" b="b"/>
              <a:pathLst>
                <a:path w="620" h="1560" extrusionOk="0">
                  <a:moveTo>
                    <a:pt x="232" y="0"/>
                  </a:moveTo>
                  <a:cubicBezTo>
                    <a:pt x="103" y="0"/>
                    <a:pt x="1" y="136"/>
                    <a:pt x="1" y="313"/>
                  </a:cubicBezTo>
                  <a:lnTo>
                    <a:pt x="1" y="1241"/>
                  </a:lnTo>
                  <a:cubicBezTo>
                    <a:pt x="1" y="1384"/>
                    <a:pt x="120" y="1527"/>
                    <a:pt x="263" y="1551"/>
                  </a:cubicBezTo>
                  <a:cubicBezTo>
                    <a:pt x="285" y="1557"/>
                    <a:pt x="307" y="1559"/>
                    <a:pt x="329" y="1559"/>
                  </a:cubicBezTo>
                  <a:cubicBezTo>
                    <a:pt x="490" y="1559"/>
                    <a:pt x="620" y="1412"/>
                    <a:pt x="620" y="1265"/>
                  </a:cubicBezTo>
                  <a:lnTo>
                    <a:pt x="620" y="313"/>
                  </a:lnTo>
                  <a:cubicBezTo>
                    <a:pt x="620" y="136"/>
                    <a:pt x="497" y="0"/>
                    <a:pt x="309" y="0"/>
                  </a:cubicBezTo>
                  <a:cubicBezTo>
                    <a:pt x="294" y="0"/>
                    <a:pt x="278" y="1"/>
                    <a:pt x="263" y="3"/>
                  </a:cubicBezTo>
                  <a:cubicBezTo>
                    <a:pt x="252" y="1"/>
                    <a:pt x="242" y="0"/>
                    <a:pt x="232" y="0"/>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1" name="Google Shape;22371;p144"/>
            <p:cNvSpPr/>
            <p:nvPr/>
          </p:nvSpPr>
          <p:spPr>
            <a:xfrm>
              <a:off x="5711507" y="2064948"/>
              <a:ext cx="10876" cy="51221"/>
            </a:xfrm>
            <a:custGeom>
              <a:avLst/>
              <a:gdLst/>
              <a:ahLst/>
              <a:cxnLst/>
              <a:rect l="l" t="t" r="r" b="b"/>
              <a:pathLst>
                <a:path w="334" h="1573" extrusionOk="0">
                  <a:moveTo>
                    <a:pt x="1" y="0"/>
                  </a:moveTo>
                  <a:lnTo>
                    <a:pt x="1" y="1572"/>
                  </a:lnTo>
                  <a:cubicBezTo>
                    <a:pt x="215" y="1572"/>
                    <a:pt x="334" y="1453"/>
                    <a:pt x="334" y="1286"/>
                  </a:cubicBezTo>
                  <a:lnTo>
                    <a:pt x="334" y="334"/>
                  </a:lnTo>
                  <a:cubicBezTo>
                    <a:pt x="334" y="143"/>
                    <a:pt x="191" y="0"/>
                    <a:pt x="1" y="0"/>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2" name="Google Shape;22372;p144"/>
            <p:cNvSpPr/>
            <p:nvPr/>
          </p:nvSpPr>
          <p:spPr>
            <a:xfrm>
              <a:off x="5609912" y="2095948"/>
              <a:ext cx="207097" cy="154379"/>
            </a:xfrm>
            <a:custGeom>
              <a:avLst/>
              <a:gdLst/>
              <a:ahLst/>
              <a:cxnLst/>
              <a:rect l="l" t="t" r="r" b="b"/>
              <a:pathLst>
                <a:path w="6360" h="4741" extrusionOk="0">
                  <a:moveTo>
                    <a:pt x="3168" y="1"/>
                  </a:moveTo>
                  <a:cubicBezTo>
                    <a:pt x="1430" y="1"/>
                    <a:pt x="1" y="1406"/>
                    <a:pt x="1" y="3144"/>
                  </a:cubicBezTo>
                  <a:cubicBezTo>
                    <a:pt x="1" y="3716"/>
                    <a:pt x="191" y="4264"/>
                    <a:pt x="453" y="4740"/>
                  </a:cubicBezTo>
                  <a:lnTo>
                    <a:pt x="2120" y="4740"/>
                  </a:lnTo>
                  <a:cubicBezTo>
                    <a:pt x="1620" y="4383"/>
                    <a:pt x="1263" y="3787"/>
                    <a:pt x="1287" y="3121"/>
                  </a:cubicBezTo>
                  <a:cubicBezTo>
                    <a:pt x="1311" y="2144"/>
                    <a:pt x="2097" y="1311"/>
                    <a:pt x="3097" y="1287"/>
                  </a:cubicBezTo>
                  <a:cubicBezTo>
                    <a:pt x="3125" y="1286"/>
                    <a:pt x="3152" y="1285"/>
                    <a:pt x="3180" y="1285"/>
                  </a:cubicBezTo>
                  <a:cubicBezTo>
                    <a:pt x="4215" y="1285"/>
                    <a:pt x="5073" y="2147"/>
                    <a:pt x="5073" y="3144"/>
                  </a:cubicBezTo>
                  <a:cubicBezTo>
                    <a:pt x="5073" y="3811"/>
                    <a:pt x="4740" y="4383"/>
                    <a:pt x="4240" y="4740"/>
                  </a:cubicBezTo>
                  <a:lnTo>
                    <a:pt x="5907" y="4740"/>
                  </a:lnTo>
                  <a:cubicBezTo>
                    <a:pt x="6169" y="4264"/>
                    <a:pt x="6359" y="3740"/>
                    <a:pt x="6359" y="3144"/>
                  </a:cubicBezTo>
                  <a:cubicBezTo>
                    <a:pt x="6288" y="1430"/>
                    <a:pt x="4883" y="1"/>
                    <a:pt x="3168" y="1"/>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3" name="Google Shape;22373;p144"/>
            <p:cNvSpPr/>
            <p:nvPr/>
          </p:nvSpPr>
          <p:spPr>
            <a:xfrm>
              <a:off x="5713070" y="2095948"/>
              <a:ext cx="102376" cy="154379"/>
            </a:xfrm>
            <a:custGeom>
              <a:avLst/>
              <a:gdLst/>
              <a:ahLst/>
              <a:cxnLst/>
              <a:rect l="l" t="t" r="r" b="b"/>
              <a:pathLst>
                <a:path w="3144" h="4741" extrusionOk="0">
                  <a:moveTo>
                    <a:pt x="0" y="1"/>
                  </a:moveTo>
                  <a:lnTo>
                    <a:pt x="0" y="1239"/>
                  </a:lnTo>
                  <a:cubicBezTo>
                    <a:pt x="1024" y="1239"/>
                    <a:pt x="1882" y="2120"/>
                    <a:pt x="1882" y="3144"/>
                  </a:cubicBezTo>
                  <a:cubicBezTo>
                    <a:pt x="1882" y="3811"/>
                    <a:pt x="1548" y="4383"/>
                    <a:pt x="1048" y="4740"/>
                  </a:cubicBezTo>
                  <a:lnTo>
                    <a:pt x="2715" y="4740"/>
                  </a:lnTo>
                  <a:cubicBezTo>
                    <a:pt x="2977" y="4264"/>
                    <a:pt x="3144" y="3740"/>
                    <a:pt x="3144" y="3144"/>
                  </a:cubicBezTo>
                  <a:cubicBezTo>
                    <a:pt x="3144" y="1430"/>
                    <a:pt x="1762" y="1"/>
                    <a:pt x="0" y="1"/>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74" name="Google Shape;22374;p144"/>
          <p:cNvGrpSpPr/>
          <p:nvPr/>
        </p:nvGrpSpPr>
        <p:grpSpPr>
          <a:xfrm>
            <a:off x="6296199" y="1790016"/>
            <a:ext cx="350535" cy="307130"/>
            <a:chOff x="6296199" y="1942416"/>
            <a:chExt cx="350535" cy="307130"/>
          </a:xfrm>
        </p:grpSpPr>
        <p:sp>
          <p:nvSpPr>
            <p:cNvPr id="22375" name="Google Shape;22375;p144"/>
            <p:cNvSpPr/>
            <p:nvPr/>
          </p:nvSpPr>
          <p:spPr>
            <a:xfrm>
              <a:off x="6296199" y="2003698"/>
              <a:ext cx="350535" cy="245847"/>
            </a:xfrm>
            <a:custGeom>
              <a:avLst/>
              <a:gdLst/>
              <a:ahLst/>
              <a:cxnLst/>
              <a:rect l="l" t="t" r="r" b="b"/>
              <a:pathLst>
                <a:path w="10765" h="7550" extrusionOk="0">
                  <a:moveTo>
                    <a:pt x="644" y="0"/>
                  </a:moveTo>
                  <a:lnTo>
                    <a:pt x="1" y="619"/>
                  </a:lnTo>
                  <a:lnTo>
                    <a:pt x="1" y="7240"/>
                  </a:lnTo>
                  <a:cubicBezTo>
                    <a:pt x="1" y="7406"/>
                    <a:pt x="167" y="7549"/>
                    <a:pt x="334" y="7549"/>
                  </a:cubicBezTo>
                  <a:lnTo>
                    <a:pt x="10431" y="7549"/>
                  </a:lnTo>
                  <a:cubicBezTo>
                    <a:pt x="10598" y="7549"/>
                    <a:pt x="10765" y="7406"/>
                    <a:pt x="10765" y="7240"/>
                  </a:cubicBezTo>
                  <a:lnTo>
                    <a:pt x="10765" y="619"/>
                  </a:lnTo>
                  <a:lnTo>
                    <a:pt x="10098" y="0"/>
                  </a:ln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6" name="Google Shape;22376;p144"/>
            <p:cNvSpPr/>
            <p:nvPr/>
          </p:nvSpPr>
          <p:spPr>
            <a:xfrm>
              <a:off x="6470669" y="2003698"/>
              <a:ext cx="176065" cy="245847"/>
            </a:xfrm>
            <a:custGeom>
              <a:avLst/>
              <a:gdLst/>
              <a:ahLst/>
              <a:cxnLst/>
              <a:rect l="l" t="t" r="r" b="b"/>
              <a:pathLst>
                <a:path w="5407" h="7550" extrusionOk="0">
                  <a:moveTo>
                    <a:pt x="1" y="0"/>
                  </a:moveTo>
                  <a:lnTo>
                    <a:pt x="1" y="7549"/>
                  </a:lnTo>
                  <a:lnTo>
                    <a:pt x="5073" y="7549"/>
                  </a:lnTo>
                  <a:cubicBezTo>
                    <a:pt x="5240" y="7549"/>
                    <a:pt x="5407" y="7406"/>
                    <a:pt x="5407" y="7240"/>
                  </a:cubicBezTo>
                  <a:lnTo>
                    <a:pt x="5407" y="619"/>
                  </a:lnTo>
                  <a:lnTo>
                    <a:pt x="4740"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7" name="Google Shape;22377;p144"/>
            <p:cNvSpPr/>
            <p:nvPr/>
          </p:nvSpPr>
          <p:spPr>
            <a:xfrm>
              <a:off x="6297762" y="1942416"/>
              <a:ext cx="348972" cy="83002"/>
            </a:xfrm>
            <a:custGeom>
              <a:avLst/>
              <a:gdLst/>
              <a:ahLst/>
              <a:cxnLst/>
              <a:rect l="l" t="t" r="r" b="b"/>
              <a:pathLst>
                <a:path w="10717" h="2549" extrusionOk="0">
                  <a:moveTo>
                    <a:pt x="310" y="1"/>
                  </a:moveTo>
                  <a:cubicBezTo>
                    <a:pt x="143" y="1"/>
                    <a:pt x="0" y="167"/>
                    <a:pt x="0" y="334"/>
                  </a:cubicBezTo>
                  <a:lnTo>
                    <a:pt x="0" y="2549"/>
                  </a:lnTo>
                  <a:lnTo>
                    <a:pt x="10717" y="2549"/>
                  </a:lnTo>
                  <a:lnTo>
                    <a:pt x="10717" y="334"/>
                  </a:lnTo>
                  <a:cubicBezTo>
                    <a:pt x="10717" y="167"/>
                    <a:pt x="10550" y="1"/>
                    <a:pt x="10407"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8" name="Google Shape;22378;p144"/>
            <p:cNvSpPr/>
            <p:nvPr/>
          </p:nvSpPr>
          <p:spPr>
            <a:xfrm>
              <a:off x="6472232" y="1943718"/>
              <a:ext cx="174502" cy="81699"/>
            </a:xfrm>
            <a:custGeom>
              <a:avLst/>
              <a:gdLst/>
              <a:ahLst/>
              <a:cxnLst/>
              <a:rect l="l" t="t" r="r" b="b"/>
              <a:pathLst>
                <a:path w="5359" h="2509" extrusionOk="0">
                  <a:moveTo>
                    <a:pt x="5101" y="0"/>
                  </a:moveTo>
                  <a:cubicBezTo>
                    <a:pt x="5083" y="0"/>
                    <a:pt x="5066" y="3"/>
                    <a:pt x="5049" y="8"/>
                  </a:cubicBezTo>
                  <a:lnTo>
                    <a:pt x="1" y="8"/>
                  </a:lnTo>
                  <a:lnTo>
                    <a:pt x="1" y="2509"/>
                  </a:lnTo>
                  <a:lnTo>
                    <a:pt x="5359" y="2509"/>
                  </a:lnTo>
                  <a:lnTo>
                    <a:pt x="5359" y="294"/>
                  </a:lnTo>
                  <a:cubicBezTo>
                    <a:pt x="5359" y="147"/>
                    <a:pt x="5229" y="0"/>
                    <a:pt x="510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9" name="Google Shape;22379;p144"/>
            <p:cNvSpPr/>
            <p:nvPr/>
          </p:nvSpPr>
          <p:spPr>
            <a:xfrm>
              <a:off x="6338074" y="1972666"/>
              <a:ext cx="21752" cy="20970"/>
            </a:xfrm>
            <a:custGeom>
              <a:avLst/>
              <a:gdLst/>
              <a:ahLst/>
              <a:cxnLst/>
              <a:rect l="l" t="t" r="r" b="b"/>
              <a:pathLst>
                <a:path w="668" h="644" extrusionOk="0">
                  <a:moveTo>
                    <a:pt x="334" y="0"/>
                  </a:moveTo>
                  <a:cubicBezTo>
                    <a:pt x="144" y="0"/>
                    <a:pt x="1" y="143"/>
                    <a:pt x="1" y="334"/>
                  </a:cubicBezTo>
                  <a:cubicBezTo>
                    <a:pt x="1" y="501"/>
                    <a:pt x="144" y="643"/>
                    <a:pt x="334" y="643"/>
                  </a:cubicBezTo>
                  <a:cubicBezTo>
                    <a:pt x="501" y="643"/>
                    <a:pt x="667" y="501"/>
                    <a:pt x="667" y="334"/>
                  </a:cubicBezTo>
                  <a:cubicBezTo>
                    <a:pt x="667" y="143"/>
                    <a:pt x="501"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0" name="Google Shape;22380;p144"/>
            <p:cNvSpPr/>
            <p:nvPr/>
          </p:nvSpPr>
          <p:spPr>
            <a:xfrm>
              <a:off x="6378419" y="1972666"/>
              <a:ext cx="21719" cy="20970"/>
            </a:xfrm>
            <a:custGeom>
              <a:avLst/>
              <a:gdLst/>
              <a:ahLst/>
              <a:cxnLst/>
              <a:rect l="l" t="t" r="r" b="b"/>
              <a:pathLst>
                <a:path w="667" h="644" extrusionOk="0">
                  <a:moveTo>
                    <a:pt x="333" y="0"/>
                  </a:moveTo>
                  <a:cubicBezTo>
                    <a:pt x="167" y="0"/>
                    <a:pt x="0" y="143"/>
                    <a:pt x="0" y="334"/>
                  </a:cubicBezTo>
                  <a:cubicBezTo>
                    <a:pt x="0" y="501"/>
                    <a:pt x="167" y="643"/>
                    <a:pt x="333" y="643"/>
                  </a:cubicBezTo>
                  <a:cubicBezTo>
                    <a:pt x="524" y="643"/>
                    <a:pt x="667" y="501"/>
                    <a:pt x="667" y="334"/>
                  </a:cubicBezTo>
                  <a:cubicBezTo>
                    <a:pt x="667" y="143"/>
                    <a:pt x="524" y="0"/>
                    <a:pt x="333" y="0"/>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1" name="Google Shape;22381;p144"/>
            <p:cNvSpPr/>
            <p:nvPr/>
          </p:nvSpPr>
          <p:spPr>
            <a:xfrm>
              <a:off x="6419513" y="1972666"/>
              <a:ext cx="20970" cy="20970"/>
            </a:xfrm>
            <a:custGeom>
              <a:avLst/>
              <a:gdLst/>
              <a:ahLst/>
              <a:cxnLst/>
              <a:rect l="l" t="t" r="r" b="b"/>
              <a:pathLst>
                <a:path w="644" h="644" extrusionOk="0">
                  <a:moveTo>
                    <a:pt x="334" y="0"/>
                  </a:moveTo>
                  <a:cubicBezTo>
                    <a:pt x="143" y="0"/>
                    <a:pt x="0" y="143"/>
                    <a:pt x="0" y="334"/>
                  </a:cubicBezTo>
                  <a:cubicBezTo>
                    <a:pt x="0" y="501"/>
                    <a:pt x="143" y="643"/>
                    <a:pt x="334" y="643"/>
                  </a:cubicBezTo>
                  <a:cubicBezTo>
                    <a:pt x="500" y="643"/>
                    <a:pt x="643" y="501"/>
                    <a:pt x="643" y="334"/>
                  </a:cubicBezTo>
                  <a:cubicBezTo>
                    <a:pt x="643" y="143"/>
                    <a:pt x="500" y="0"/>
                    <a:pt x="334" y="0"/>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2" name="Google Shape;22382;p144"/>
            <p:cNvSpPr/>
            <p:nvPr/>
          </p:nvSpPr>
          <p:spPr>
            <a:xfrm>
              <a:off x="6470669" y="1973448"/>
              <a:ext cx="134190" cy="21752"/>
            </a:xfrm>
            <a:custGeom>
              <a:avLst/>
              <a:gdLst/>
              <a:ahLst/>
              <a:cxnLst/>
              <a:rect l="l" t="t" r="r" b="b"/>
              <a:pathLst>
                <a:path w="4121" h="668" extrusionOk="0">
                  <a:moveTo>
                    <a:pt x="334" y="0"/>
                  </a:moveTo>
                  <a:cubicBezTo>
                    <a:pt x="168" y="0"/>
                    <a:pt x="1" y="167"/>
                    <a:pt x="1" y="334"/>
                  </a:cubicBezTo>
                  <a:cubicBezTo>
                    <a:pt x="1" y="524"/>
                    <a:pt x="168" y="667"/>
                    <a:pt x="334" y="667"/>
                  </a:cubicBezTo>
                  <a:lnTo>
                    <a:pt x="3787" y="667"/>
                  </a:lnTo>
                  <a:cubicBezTo>
                    <a:pt x="3978" y="667"/>
                    <a:pt x="4121" y="524"/>
                    <a:pt x="4121" y="334"/>
                  </a:cubicBezTo>
                  <a:cubicBezTo>
                    <a:pt x="4121" y="167"/>
                    <a:pt x="3978" y="0"/>
                    <a:pt x="3787"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3" name="Google Shape;22383;p144"/>
            <p:cNvSpPr/>
            <p:nvPr/>
          </p:nvSpPr>
          <p:spPr>
            <a:xfrm>
              <a:off x="6369106" y="2085104"/>
              <a:ext cx="215596" cy="113252"/>
            </a:xfrm>
            <a:custGeom>
              <a:avLst/>
              <a:gdLst/>
              <a:ahLst/>
              <a:cxnLst/>
              <a:rect l="l" t="t" r="r" b="b"/>
              <a:pathLst>
                <a:path w="6621" h="3478" extrusionOk="0">
                  <a:moveTo>
                    <a:pt x="6287" y="1"/>
                  </a:moveTo>
                  <a:cubicBezTo>
                    <a:pt x="6208" y="1"/>
                    <a:pt x="6128" y="32"/>
                    <a:pt x="6049" y="96"/>
                  </a:cubicBezTo>
                  <a:lnTo>
                    <a:pt x="5001" y="1144"/>
                  </a:lnTo>
                  <a:lnTo>
                    <a:pt x="4287" y="429"/>
                  </a:lnTo>
                  <a:cubicBezTo>
                    <a:pt x="4227" y="358"/>
                    <a:pt x="4144" y="322"/>
                    <a:pt x="4061" y="322"/>
                  </a:cubicBezTo>
                  <a:cubicBezTo>
                    <a:pt x="3977" y="322"/>
                    <a:pt x="3894" y="358"/>
                    <a:pt x="3834" y="429"/>
                  </a:cubicBezTo>
                  <a:lnTo>
                    <a:pt x="3120" y="1144"/>
                  </a:lnTo>
                  <a:lnTo>
                    <a:pt x="2167" y="2072"/>
                  </a:lnTo>
                  <a:lnTo>
                    <a:pt x="1501" y="1382"/>
                  </a:lnTo>
                  <a:cubicBezTo>
                    <a:pt x="1441" y="1322"/>
                    <a:pt x="1358" y="1292"/>
                    <a:pt x="1274" y="1292"/>
                  </a:cubicBezTo>
                  <a:cubicBezTo>
                    <a:pt x="1191" y="1292"/>
                    <a:pt x="1108" y="1322"/>
                    <a:pt x="1048" y="1382"/>
                  </a:cubicBezTo>
                  <a:lnTo>
                    <a:pt x="0" y="2406"/>
                  </a:lnTo>
                  <a:lnTo>
                    <a:pt x="0" y="3477"/>
                  </a:lnTo>
                  <a:lnTo>
                    <a:pt x="6621" y="3477"/>
                  </a:lnTo>
                  <a:lnTo>
                    <a:pt x="6621" y="334"/>
                  </a:lnTo>
                  <a:cubicBezTo>
                    <a:pt x="6621" y="215"/>
                    <a:pt x="6525" y="96"/>
                    <a:pt x="6406" y="24"/>
                  </a:cubicBezTo>
                  <a:cubicBezTo>
                    <a:pt x="6367" y="9"/>
                    <a:pt x="6327" y="1"/>
                    <a:pt x="6287" y="1"/>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4" name="Google Shape;22384;p144"/>
            <p:cNvSpPr/>
            <p:nvPr/>
          </p:nvSpPr>
          <p:spPr>
            <a:xfrm>
              <a:off x="6470669" y="2085104"/>
              <a:ext cx="114034" cy="112471"/>
            </a:xfrm>
            <a:custGeom>
              <a:avLst/>
              <a:gdLst/>
              <a:ahLst/>
              <a:cxnLst/>
              <a:rect l="l" t="t" r="r" b="b"/>
              <a:pathLst>
                <a:path w="3502" h="3454" extrusionOk="0">
                  <a:moveTo>
                    <a:pt x="3168" y="1"/>
                  </a:moveTo>
                  <a:cubicBezTo>
                    <a:pt x="3089" y="1"/>
                    <a:pt x="3009" y="32"/>
                    <a:pt x="2930" y="96"/>
                  </a:cubicBezTo>
                  <a:lnTo>
                    <a:pt x="1882" y="1144"/>
                  </a:lnTo>
                  <a:lnTo>
                    <a:pt x="1168" y="429"/>
                  </a:lnTo>
                  <a:cubicBezTo>
                    <a:pt x="1108" y="358"/>
                    <a:pt x="1025" y="322"/>
                    <a:pt x="942" y="322"/>
                  </a:cubicBezTo>
                  <a:cubicBezTo>
                    <a:pt x="858" y="322"/>
                    <a:pt x="775" y="358"/>
                    <a:pt x="715" y="429"/>
                  </a:cubicBezTo>
                  <a:lnTo>
                    <a:pt x="1" y="1144"/>
                  </a:lnTo>
                  <a:lnTo>
                    <a:pt x="1" y="3454"/>
                  </a:lnTo>
                  <a:lnTo>
                    <a:pt x="3454" y="3454"/>
                  </a:lnTo>
                  <a:lnTo>
                    <a:pt x="3454" y="334"/>
                  </a:lnTo>
                  <a:lnTo>
                    <a:pt x="3502" y="334"/>
                  </a:lnTo>
                  <a:cubicBezTo>
                    <a:pt x="3502" y="215"/>
                    <a:pt x="3406" y="96"/>
                    <a:pt x="3287" y="24"/>
                  </a:cubicBezTo>
                  <a:cubicBezTo>
                    <a:pt x="3248" y="9"/>
                    <a:pt x="3208" y="1"/>
                    <a:pt x="3168" y="1"/>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5" name="Google Shape;22385;p144"/>
            <p:cNvSpPr/>
            <p:nvPr/>
          </p:nvSpPr>
          <p:spPr>
            <a:xfrm>
              <a:off x="6358230" y="2064851"/>
              <a:ext cx="226472" cy="144350"/>
            </a:xfrm>
            <a:custGeom>
              <a:avLst/>
              <a:gdLst/>
              <a:ahLst/>
              <a:cxnLst/>
              <a:rect l="l" t="t" r="r" b="b"/>
              <a:pathLst>
                <a:path w="6955" h="4433" extrusionOk="0">
                  <a:moveTo>
                    <a:pt x="321" y="1"/>
                  </a:moveTo>
                  <a:cubicBezTo>
                    <a:pt x="165" y="1"/>
                    <a:pt x="1" y="138"/>
                    <a:pt x="1" y="337"/>
                  </a:cubicBezTo>
                  <a:lnTo>
                    <a:pt x="1" y="4099"/>
                  </a:lnTo>
                  <a:cubicBezTo>
                    <a:pt x="1" y="4290"/>
                    <a:pt x="168" y="4433"/>
                    <a:pt x="334" y="4433"/>
                  </a:cubicBezTo>
                  <a:lnTo>
                    <a:pt x="6645" y="4433"/>
                  </a:lnTo>
                  <a:cubicBezTo>
                    <a:pt x="6788" y="4409"/>
                    <a:pt x="6955" y="4266"/>
                    <a:pt x="6955" y="4076"/>
                  </a:cubicBezTo>
                  <a:cubicBezTo>
                    <a:pt x="6955" y="3933"/>
                    <a:pt x="6788" y="3790"/>
                    <a:pt x="6621" y="3790"/>
                  </a:cubicBezTo>
                  <a:lnTo>
                    <a:pt x="668" y="3790"/>
                  </a:lnTo>
                  <a:lnTo>
                    <a:pt x="668" y="337"/>
                  </a:lnTo>
                  <a:cubicBezTo>
                    <a:pt x="668" y="170"/>
                    <a:pt x="549" y="27"/>
                    <a:pt x="358" y="3"/>
                  </a:cubicBezTo>
                  <a:cubicBezTo>
                    <a:pt x="346" y="2"/>
                    <a:pt x="334" y="1"/>
                    <a:pt x="321"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6" name="Google Shape;22386;p144"/>
            <p:cNvSpPr/>
            <p:nvPr/>
          </p:nvSpPr>
          <p:spPr>
            <a:xfrm>
              <a:off x="6472232" y="2188230"/>
              <a:ext cx="113252" cy="20221"/>
            </a:xfrm>
            <a:custGeom>
              <a:avLst/>
              <a:gdLst/>
              <a:ahLst/>
              <a:cxnLst/>
              <a:rect l="l" t="t" r="r" b="b"/>
              <a:pathLst>
                <a:path w="3478" h="621" extrusionOk="0">
                  <a:moveTo>
                    <a:pt x="1" y="1"/>
                  </a:moveTo>
                  <a:lnTo>
                    <a:pt x="1" y="620"/>
                  </a:lnTo>
                  <a:lnTo>
                    <a:pt x="3120" y="620"/>
                  </a:lnTo>
                  <a:cubicBezTo>
                    <a:pt x="3263" y="620"/>
                    <a:pt x="3406" y="501"/>
                    <a:pt x="3477" y="358"/>
                  </a:cubicBezTo>
                  <a:cubicBezTo>
                    <a:pt x="3477" y="144"/>
                    <a:pt x="3335" y="1"/>
                    <a:pt x="3144"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87" name="Google Shape;22387;p144"/>
          <p:cNvGrpSpPr/>
          <p:nvPr/>
        </p:nvGrpSpPr>
        <p:grpSpPr>
          <a:xfrm>
            <a:off x="7048393" y="1810953"/>
            <a:ext cx="351317" cy="266036"/>
            <a:chOff x="7048393" y="1963353"/>
            <a:chExt cx="351317" cy="266036"/>
          </a:xfrm>
        </p:grpSpPr>
        <p:sp>
          <p:nvSpPr>
            <p:cNvPr id="22388" name="Google Shape;22388;p144"/>
            <p:cNvSpPr/>
            <p:nvPr/>
          </p:nvSpPr>
          <p:spPr>
            <a:xfrm>
              <a:off x="7048393" y="1963353"/>
              <a:ext cx="351317" cy="266036"/>
            </a:xfrm>
            <a:custGeom>
              <a:avLst/>
              <a:gdLst/>
              <a:ahLst/>
              <a:cxnLst/>
              <a:rect l="l" t="t" r="r" b="b"/>
              <a:pathLst>
                <a:path w="10789" h="8170" extrusionOk="0">
                  <a:moveTo>
                    <a:pt x="334" y="1"/>
                  </a:moveTo>
                  <a:cubicBezTo>
                    <a:pt x="144" y="1"/>
                    <a:pt x="1" y="144"/>
                    <a:pt x="1" y="310"/>
                  </a:cubicBezTo>
                  <a:lnTo>
                    <a:pt x="1" y="7859"/>
                  </a:lnTo>
                  <a:cubicBezTo>
                    <a:pt x="1" y="8026"/>
                    <a:pt x="144" y="8169"/>
                    <a:pt x="334" y="8169"/>
                  </a:cubicBezTo>
                  <a:lnTo>
                    <a:pt x="10455" y="8169"/>
                  </a:lnTo>
                  <a:cubicBezTo>
                    <a:pt x="10646" y="8169"/>
                    <a:pt x="10789" y="8026"/>
                    <a:pt x="10789" y="7859"/>
                  </a:cubicBezTo>
                  <a:lnTo>
                    <a:pt x="10789" y="310"/>
                  </a:lnTo>
                  <a:cubicBezTo>
                    <a:pt x="10789" y="144"/>
                    <a:pt x="10646" y="1"/>
                    <a:pt x="10455" y="1"/>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9" name="Google Shape;22389;p144"/>
            <p:cNvSpPr/>
            <p:nvPr/>
          </p:nvSpPr>
          <p:spPr>
            <a:xfrm>
              <a:off x="7224425" y="1963353"/>
              <a:ext cx="175284" cy="265254"/>
            </a:xfrm>
            <a:custGeom>
              <a:avLst/>
              <a:gdLst/>
              <a:ahLst/>
              <a:cxnLst/>
              <a:rect l="l" t="t" r="r" b="b"/>
              <a:pathLst>
                <a:path w="5383" h="8146" extrusionOk="0">
                  <a:moveTo>
                    <a:pt x="1" y="1"/>
                  </a:moveTo>
                  <a:lnTo>
                    <a:pt x="1" y="8145"/>
                  </a:lnTo>
                  <a:lnTo>
                    <a:pt x="5049" y="8145"/>
                  </a:lnTo>
                  <a:cubicBezTo>
                    <a:pt x="5240" y="8145"/>
                    <a:pt x="5383" y="8026"/>
                    <a:pt x="5383" y="7859"/>
                  </a:cubicBezTo>
                  <a:lnTo>
                    <a:pt x="5383" y="310"/>
                  </a:lnTo>
                  <a:cubicBezTo>
                    <a:pt x="5383" y="144"/>
                    <a:pt x="5240" y="1"/>
                    <a:pt x="5049"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0" name="Google Shape;22390;p144"/>
            <p:cNvSpPr/>
            <p:nvPr/>
          </p:nvSpPr>
          <p:spPr>
            <a:xfrm>
              <a:off x="7070893" y="1983509"/>
              <a:ext cx="308660" cy="202441"/>
            </a:xfrm>
            <a:custGeom>
              <a:avLst/>
              <a:gdLst/>
              <a:ahLst/>
              <a:cxnLst/>
              <a:rect l="l" t="t" r="r" b="b"/>
              <a:pathLst>
                <a:path w="9479" h="6217" extrusionOk="0">
                  <a:moveTo>
                    <a:pt x="0" y="1"/>
                  </a:moveTo>
                  <a:lnTo>
                    <a:pt x="0" y="3954"/>
                  </a:lnTo>
                  <a:lnTo>
                    <a:pt x="4049" y="6216"/>
                  </a:lnTo>
                  <a:lnTo>
                    <a:pt x="4739" y="6002"/>
                  </a:lnTo>
                  <a:lnTo>
                    <a:pt x="9479" y="4573"/>
                  </a:lnTo>
                  <a:lnTo>
                    <a:pt x="9479" y="1"/>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1" name="Google Shape;22391;p144"/>
            <p:cNvSpPr/>
            <p:nvPr/>
          </p:nvSpPr>
          <p:spPr>
            <a:xfrm>
              <a:off x="7225207" y="1983509"/>
              <a:ext cx="154346" cy="195473"/>
            </a:xfrm>
            <a:custGeom>
              <a:avLst/>
              <a:gdLst/>
              <a:ahLst/>
              <a:cxnLst/>
              <a:rect l="l" t="t" r="r" b="b"/>
              <a:pathLst>
                <a:path w="4740" h="6003" extrusionOk="0">
                  <a:moveTo>
                    <a:pt x="0" y="1"/>
                  </a:moveTo>
                  <a:lnTo>
                    <a:pt x="0" y="6002"/>
                  </a:lnTo>
                  <a:lnTo>
                    <a:pt x="4740" y="4573"/>
                  </a:lnTo>
                  <a:lnTo>
                    <a:pt x="4740" y="1"/>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2" name="Google Shape;22392;p144"/>
            <p:cNvSpPr/>
            <p:nvPr/>
          </p:nvSpPr>
          <p:spPr>
            <a:xfrm>
              <a:off x="7214364" y="2003698"/>
              <a:ext cx="62064" cy="62064"/>
            </a:xfrm>
            <a:custGeom>
              <a:avLst/>
              <a:gdLst/>
              <a:ahLst/>
              <a:cxnLst/>
              <a:rect l="l" t="t" r="r" b="b"/>
              <a:pathLst>
                <a:path w="1906" h="1906" extrusionOk="0">
                  <a:moveTo>
                    <a:pt x="953" y="0"/>
                  </a:moveTo>
                  <a:cubicBezTo>
                    <a:pt x="405" y="0"/>
                    <a:pt x="0" y="429"/>
                    <a:pt x="0" y="953"/>
                  </a:cubicBezTo>
                  <a:cubicBezTo>
                    <a:pt x="0" y="1500"/>
                    <a:pt x="452" y="1905"/>
                    <a:pt x="953" y="1905"/>
                  </a:cubicBezTo>
                  <a:cubicBezTo>
                    <a:pt x="1453" y="1905"/>
                    <a:pt x="1905" y="1500"/>
                    <a:pt x="1905" y="953"/>
                  </a:cubicBezTo>
                  <a:cubicBezTo>
                    <a:pt x="1905" y="429"/>
                    <a:pt x="1453" y="0"/>
                    <a:pt x="953"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3" name="Google Shape;22393;p144"/>
            <p:cNvSpPr/>
            <p:nvPr/>
          </p:nvSpPr>
          <p:spPr>
            <a:xfrm>
              <a:off x="7202706" y="2106824"/>
              <a:ext cx="176847" cy="102376"/>
            </a:xfrm>
            <a:custGeom>
              <a:avLst/>
              <a:gdLst/>
              <a:ahLst/>
              <a:cxnLst/>
              <a:rect l="l" t="t" r="r" b="b"/>
              <a:pathLst>
                <a:path w="5431" h="3144" extrusionOk="0">
                  <a:moveTo>
                    <a:pt x="1811" y="0"/>
                  </a:moveTo>
                  <a:lnTo>
                    <a:pt x="1" y="1810"/>
                  </a:lnTo>
                  <a:lnTo>
                    <a:pt x="3335" y="3144"/>
                  </a:lnTo>
                  <a:lnTo>
                    <a:pt x="5431" y="3144"/>
                  </a:lnTo>
                  <a:lnTo>
                    <a:pt x="5431" y="810"/>
                  </a:lnTo>
                  <a:lnTo>
                    <a:pt x="4597"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4" name="Google Shape;22394;p144"/>
            <p:cNvSpPr/>
            <p:nvPr/>
          </p:nvSpPr>
          <p:spPr>
            <a:xfrm>
              <a:off x="7260863" y="2065925"/>
              <a:ext cx="90003" cy="81243"/>
            </a:xfrm>
            <a:custGeom>
              <a:avLst/>
              <a:gdLst/>
              <a:ahLst/>
              <a:cxnLst/>
              <a:rect l="l" t="t" r="r" b="b"/>
              <a:pathLst>
                <a:path w="2764" h="2495" extrusionOk="0">
                  <a:moveTo>
                    <a:pt x="1394" y="0"/>
                  </a:moveTo>
                  <a:cubicBezTo>
                    <a:pt x="1311" y="0"/>
                    <a:pt x="1227" y="30"/>
                    <a:pt x="1168" y="89"/>
                  </a:cubicBezTo>
                  <a:lnTo>
                    <a:pt x="1" y="1256"/>
                  </a:lnTo>
                  <a:lnTo>
                    <a:pt x="1168" y="2399"/>
                  </a:lnTo>
                  <a:cubicBezTo>
                    <a:pt x="1263" y="2471"/>
                    <a:pt x="1311" y="2495"/>
                    <a:pt x="1406" y="2495"/>
                  </a:cubicBezTo>
                  <a:cubicBezTo>
                    <a:pt x="1501" y="2495"/>
                    <a:pt x="1549" y="2471"/>
                    <a:pt x="1620" y="2399"/>
                  </a:cubicBezTo>
                  <a:lnTo>
                    <a:pt x="2763" y="1256"/>
                  </a:lnTo>
                  <a:lnTo>
                    <a:pt x="1620" y="89"/>
                  </a:lnTo>
                  <a:cubicBezTo>
                    <a:pt x="1561" y="30"/>
                    <a:pt x="1477" y="0"/>
                    <a:pt x="1394"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5" name="Google Shape;22395;p144"/>
            <p:cNvSpPr/>
            <p:nvPr/>
          </p:nvSpPr>
          <p:spPr>
            <a:xfrm>
              <a:off x="7071675" y="2096729"/>
              <a:ext cx="240409" cy="112471"/>
            </a:xfrm>
            <a:custGeom>
              <a:avLst/>
              <a:gdLst/>
              <a:ahLst/>
              <a:cxnLst/>
              <a:rect l="l" t="t" r="r" b="b"/>
              <a:pathLst>
                <a:path w="7383" h="3454" extrusionOk="0">
                  <a:moveTo>
                    <a:pt x="524" y="1"/>
                  </a:moveTo>
                  <a:lnTo>
                    <a:pt x="0" y="501"/>
                  </a:lnTo>
                  <a:lnTo>
                    <a:pt x="0" y="3454"/>
                  </a:lnTo>
                  <a:lnTo>
                    <a:pt x="7383" y="3454"/>
                  </a:lnTo>
                  <a:lnTo>
                    <a:pt x="4715" y="810"/>
                  </a:lnTo>
                  <a:lnTo>
                    <a:pt x="3906" y="1"/>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6" name="Google Shape;22396;p144"/>
            <p:cNvSpPr/>
            <p:nvPr/>
          </p:nvSpPr>
          <p:spPr>
            <a:xfrm>
              <a:off x="7225207" y="2123105"/>
              <a:ext cx="86095" cy="86095"/>
            </a:xfrm>
            <a:custGeom>
              <a:avLst/>
              <a:gdLst/>
              <a:ahLst/>
              <a:cxnLst/>
              <a:rect l="l" t="t" r="r" b="b"/>
              <a:pathLst>
                <a:path w="2644" h="2644" extrusionOk="0">
                  <a:moveTo>
                    <a:pt x="0" y="0"/>
                  </a:moveTo>
                  <a:lnTo>
                    <a:pt x="0" y="2644"/>
                  </a:lnTo>
                  <a:lnTo>
                    <a:pt x="2644" y="2644"/>
                  </a:lnTo>
                  <a:lnTo>
                    <a:pt x="0"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7" name="Google Shape;22397;p144"/>
            <p:cNvSpPr/>
            <p:nvPr/>
          </p:nvSpPr>
          <p:spPr>
            <a:xfrm>
              <a:off x="7087174" y="2045736"/>
              <a:ext cx="112471" cy="81862"/>
            </a:xfrm>
            <a:custGeom>
              <a:avLst/>
              <a:gdLst/>
              <a:ahLst/>
              <a:cxnLst/>
              <a:rect l="l" t="t" r="r" b="b"/>
              <a:pathLst>
                <a:path w="3454" h="2514" extrusionOk="0">
                  <a:moveTo>
                    <a:pt x="1727" y="1"/>
                  </a:moveTo>
                  <a:cubicBezTo>
                    <a:pt x="1644" y="1"/>
                    <a:pt x="1560" y="31"/>
                    <a:pt x="1501" y="90"/>
                  </a:cubicBezTo>
                  <a:lnTo>
                    <a:pt x="0" y="1567"/>
                  </a:lnTo>
                  <a:lnTo>
                    <a:pt x="882" y="2424"/>
                  </a:lnTo>
                  <a:cubicBezTo>
                    <a:pt x="941" y="2484"/>
                    <a:pt x="1019" y="2513"/>
                    <a:pt x="1096" y="2513"/>
                  </a:cubicBezTo>
                  <a:cubicBezTo>
                    <a:pt x="1173" y="2513"/>
                    <a:pt x="1251" y="2484"/>
                    <a:pt x="1310" y="2424"/>
                  </a:cubicBezTo>
                  <a:lnTo>
                    <a:pt x="1739" y="2019"/>
                  </a:lnTo>
                  <a:lnTo>
                    <a:pt x="2144" y="2424"/>
                  </a:lnTo>
                  <a:cubicBezTo>
                    <a:pt x="2203" y="2484"/>
                    <a:pt x="2287" y="2513"/>
                    <a:pt x="2370" y="2513"/>
                  </a:cubicBezTo>
                  <a:cubicBezTo>
                    <a:pt x="2453" y="2513"/>
                    <a:pt x="2537" y="2484"/>
                    <a:pt x="2596" y="2424"/>
                  </a:cubicBezTo>
                  <a:lnTo>
                    <a:pt x="3454" y="1567"/>
                  </a:lnTo>
                  <a:lnTo>
                    <a:pt x="1953" y="90"/>
                  </a:lnTo>
                  <a:cubicBezTo>
                    <a:pt x="1894" y="31"/>
                    <a:pt x="1810" y="1"/>
                    <a:pt x="1727" y="1"/>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98" name="Google Shape;22398;p144"/>
          <p:cNvGrpSpPr/>
          <p:nvPr/>
        </p:nvGrpSpPr>
        <p:grpSpPr>
          <a:xfrm>
            <a:off x="7788180" y="1768622"/>
            <a:ext cx="349786" cy="350242"/>
            <a:chOff x="7788180" y="1921022"/>
            <a:chExt cx="349786" cy="350242"/>
          </a:xfrm>
        </p:grpSpPr>
        <p:sp>
          <p:nvSpPr>
            <p:cNvPr id="22399" name="Google Shape;22399;p144"/>
            <p:cNvSpPr/>
            <p:nvPr/>
          </p:nvSpPr>
          <p:spPr>
            <a:xfrm>
              <a:off x="7889775" y="1921022"/>
              <a:ext cx="146596" cy="143959"/>
            </a:xfrm>
            <a:custGeom>
              <a:avLst/>
              <a:gdLst/>
              <a:ahLst/>
              <a:cxnLst/>
              <a:rect l="l" t="t" r="r" b="b"/>
              <a:pathLst>
                <a:path w="4502" h="4421" extrusionOk="0">
                  <a:moveTo>
                    <a:pt x="4132" y="0"/>
                  </a:moveTo>
                  <a:cubicBezTo>
                    <a:pt x="4014" y="0"/>
                    <a:pt x="3893" y="78"/>
                    <a:pt x="3858" y="181"/>
                  </a:cubicBezTo>
                  <a:lnTo>
                    <a:pt x="2239" y="3396"/>
                  </a:lnTo>
                  <a:lnTo>
                    <a:pt x="643" y="181"/>
                  </a:lnTo>
                  <a:cubicBezTo>
                    <a:pt x="572" y="74"/>
                    <a:pt x="447" y="21"/>
                    <a:pt x="329" y="21"/>
                  </a:cubicBezTo>
                  <a:cubicBezTo>
                    <a:pt x="289" y="21"/>
                    <a:pt x="250" y="27"/>
                    <a:pt x="215" y="39"/>
                  </a:cubicBezTo>
                  <a:cubicBezTo>
                    <a:pt x="72" y="134"/>
                    <a:pt x="0" y="301"/>
                    <a:pt x="72" y="467"/>
                  </a:cubicBezTo>
                  <a:lnTo>
                    <a:pt x="1977" y="4230"/>
                  </a:lnTo>
                  <a:cubicBezTo>
                    <a:pt x="2025" y="4349"/>
                    <a:pt x="2144" y="4420"/>
                    <a:pt x="2239" y="4420"/>
                  </a:cubicBezTo>
                  <a:cubicBezTo>
                    <a:pt x="2358" y="4420"/>
                    <a:pt x="2477" y="4349"/>
                    <a:pt x="2549" y="4230"/>
                  </a:cubicBezTo>
                  <a:lnTo>
                    <a:pt x="4406" y="467"/>
                  </a:lnTo>
                  <a:cubicBezTo>
                    <a:pt x="4501" y="301"/>
                    <a:pt x="4454" y="134"/>
                    <a:pt x="4263" y="39"/>
                  </a:cubicBezTo>
                  <a:cubicBezTo>
                    <a:pt x="4223" y="12"/>
                    <a:pt x="4178" y="0"/>
                    <a:pt x="4132"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0" name="Google Shape;22400;p144"/>
            <p:cNvSpPr/>
            <p:nvPr/>
          </p:nvSpPr>
          <p:spPr>
            <a:xfrm>
              <a:off x="7962650" y="1921022"/>
              <a:ext cx="73721" cy="143959"/>
            </a:xfrm>
            <a:custGeom>
              <a:avLst/>
              <a:gdLst/>
              <a:ahLst/>
              <a:cxnLst/>
              <a:rect l="l" t="t" r="r" b="b"/>
              <a:pathLst>
                <a:path w="2264" h="4421" extrusionOk="0">
                  <a:moveTo>
                    <a:pt x="1894" y="0"/>
                  </a:moveTo>
                  <a:cubicBezTo>
                    <a:pt x="1776" y="0"/>
                    <a:pt x="1655" y="78"/>
                    <a:pt x="1620" y="181"/>
                  </a:cubicBezTo>
                  <a:lnTo>
                    <a:pt x="1" y="3396"/>
                  </a:lnTo>
                  <a:lnTo>
                    <a:pt x="1" y="4420"/>
                  </a:lnTo>
                  <a:cubicBezTo>
                    <a:pt x="120" y="4420"/>
                    <a:pt x="239" y="4349"/>
                    <a:pt x="311" y="4230"/>
                  </a:cubicBezTo>
                  <a:lnTo>
                    <a:pt x="2168" y="467"/>
                  </a:lnTo>
                  <a:cubicBezTo>
                    <a:pt x="2263" y="301"/>
                    <a:pt x="2168" y="110"/>
                    <a:pt x="2025" y="39"/>
                  </a:cubicBezTo>
                  <a:cubicBezTo>
                    <a:pt x="1985" y="12"/>
                    <a:pt x="1940" y="0"/>
                    <a:pt x="1894"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1" name="Google Shape;22401;p144"/>
            <p:cNvSpPr/>
            <p:nvPr/>
          </p:nvSpPr>
          <p:spPr>
            <a:xfrm>
              <a:off x="7788180" y="2044792"/>
              <a:ext cx="349786" cy="226472"/>
            </a:xfrm>
            <a:custGeom>
              <a:avLst/>
              <a:gdLst/>
              <a:ahLst/>
              <a:cxnLst/>
              <a:rect l="l" t="t" r="r" b="b"/>
              <a:pathLst>
                <a:path w="10742" h="6955" extrusionOk="0">
                  <a:moveTo>
                    <a:pt x="953" y="0"/>
                  </a:moveTo>
                  <a:cubicBezTo>
                    <a:pt x="453" y="0"/>
                    <a:pt x="1" y="405"/>
                    <a:pt x="1" y="929"/>
                  </a:cubicBezTo>
                  <a:lnTo>
                    <a:pt x="1" y="6001"/>
                  </a:lnTo>
                  <a:cubicBezTo>
                    <a:pt x="1" y="6502"/>
                    <a:pt x="406" y="6954"/>
                    <a:pt x="953" y="6954"/>
                  </a:cubicBezTo>
                  <a:lnTo>
                    <a:pt x="9788" y="6954"/>
                  </a:lnTo>
                  <a:cubicBezTo>
                    <a:pt x="10312" y="6954"/>
                    <a:pt x="10741" y="6525"/>
                    <a:pt x="10741" y="6001"/>
                  </a:cubicBezTo>
                  <a:lnTo>
                    <a:pt x="10741" y="929"/>
                  </a:lnTo>
                  <a:cubicBezTo>
                    <a:pt x="10717" y="429"/>
                    <a:pt x="10312" y="0"/>
                    <a:pt x="9788"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2" name="Google Shape;22402;p144"/>
            <p:cNvSpPr/>
            <p:nvPr/>
          </p:nvSpPr>
          <p:spPr>
            <a:xfrm>
              <a:off x="7962650" y="2045541"/>
              <a:ext cx="174535" cy="225723"/>
            </a:xfrm>
            <a:custGeom>
              <a:avLst/>
              <a:gdLst/>
              <a:ahLst/>
              <a:cxnLst/>
              <a:rect l="l" t="t" r="r" b="b"/>
              <a:pathLst>
                <a:path w="5360" h="6932" extrusionOk="0">
                  <a:moveTo>
                    <a:pt x="4450" y="0"/>
                  </a:moveTo>
                  <a:cubicBezTo>
                    <a:pt x="4436" y="0"/>
                    <a:pt x="4421" y="0"/>
                    <a:pt x="4407" y="1"/>
                  </a:cubicBezTo>
                  <a:lnTo>
                    <a:pt x="1" y="1"/>
                  </a:lnTo>
                  <a:lnTo>
                    <a:pt x="1" y="6931"/>
                  </a:lnTo>
                  <a:lnTo>
                    <a:pt x="4407" y="6931"/>
                  </a:lnTo>
                  <a:cubicBezTo>
                    <a:pt x="4954" y="6931"/>
                    <a:pt x="5359" y="6479"/>
                    <a:pt x="5359" y="5978"/>
                  </a:cubicBezTo>
                  <a:lnTo>
                    <a:pt x="5359" y="930"/>
                  </a:lnTo>
                  <a:cubicBezTo>
                    <a:pt x="5359" y="420"/>
                    <a:pt x="4976" y="0"/>
                    <a:pt x="4450"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3" name="Google Shape;22403;p144"/>
            <p:cNvSpPr/>
            <p:nvPr/>
          </p:nvSpPr>
          <p:spPr>
            <a:xfrm>
              <a:off x="7992900" y="2106824"/>
              <a:ext cx="104721" cy="20189"/>
            </a:xfrm>
            <a:custGeom>
              <a:avLst/>
              <a:gdLst/>
              <a:ahLst/>
              <a:cxnLst/>
              <a:rect l="l" t="t" r="r" b="b"/>
              <a:pathLst>
                <a:path w="3216" h="620" extrusionOk="0">
                  <a:moveTo>
                    <a:pt x="334" y="0"/>
                  </a:moveTo>
                  <a:cubicBezTo>
                    <a:pt x="144" y="0"/>
                    <a:pt x="1" y="167"/>
                    <a:pt x="25" y="358"/>
                  </a:cubicBezTo>
                  <a:cubicBezTo>
                    <a:pt x="48" y="500"/>
                    <a:pt x="215" y="620"/>
                    <a:pt x="358" y="620"/>
                  </a:cubicBezTo>
                  <a:lnTo>
                    <a:pt x="2882" y="620"/>
                  </a:lnTo>
                  <a:cubicBezTo>
                    <a:pt x="3073" y="620"/>
                    <a:pt x="3216" y="477"/>
                    <a:pt x="3192" y="262"/>
                  </a:cubicBezTo>
                  <a:cubicBezTo>
                    <a:pt x="3144" y="119"/>
                    <a:pt x="3001" y="0"/>
                    <a:pt x="2858"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4" name="Google Shape;22404;p144"/>
            <p:cNvSpPr/>
            <p:nvPr/>
          </p:nvSpPr>
          <p:spPr>
            <a:xfrm>
              <a:off x="7992900" y="2147136"/>
              <a:ext cx="104721" cy="20189"/>
            </a:xfrm>
            <a:custGeom>
              <a:avLst/>
              <a:gdLst/>
              <a:ahLst/>
              <a:cxnLst/>
              <a:rect l="l" t="t" r="r" b="b"/>
              <a:pathLst>
                <a:path w="3216" h="620" extrusionOk="0">
                  <a:moveTo>
                    <a:pt x="334" y="1"/>
                  </a:moveTo>
                  <a:cubicBezTo>
                    <a:pt x="144" y="1"/>
                    <a:pt x="1" y="191"/>
                    <a:pt x="25" y="358"/>
                  </a:cubicBezTo>
                  <a:cubicBezTo>
                    <a:pt x="48" y="501"/>
                    <a:pt x="215" y="620"/>
                    <a:pt x="358" y="620"/>
                  </a:cubicBezTo>
                  <a:lnTo>
                    <a:pt x="2882" y="620"/>
                  </a:lnTo>
                  <a:cubicBezTo>
                    <a:pt x="3073" y="620"/>
                    <a:pt x="3216" y="477"/>
                    <a:pt x="3192" y="263"/>
                  </a:cubicBezTo>
                  <a:cubicBezTo>
                    <a:pt x="3144" y="120"/>
                    <a:pt x="3001" y="1"/>
                    <a:pt x="2858"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5" name="Google Shape;22405;p144"/>
            <p:cNvSpPr/>
            <p:nvPr/>
          </p:nvSpPr>
          <p:spPr>
            <a:xfrm>
              <a:off x="7992900" y="2188230"/>
              <a:ext cx="104721" cy="20221"/>
            </a:xfrm>
            <a:custGeom>
              <a:avLst/>
              <a:gdLst/>
              <a:ahLst/>
              <a:cxnLst/>
              <a:rect l="l" t="t" r="r" b="b"/>
              <a:pathLst>
                <a:path w="3216" h="621" extrusionOk="0">
                  <a:moveTo>
                    <a:pt x="334" y="1"/>
                  </a:moveTo>
                  <a:cubicBezTo>
                    <a:pt x="144" y="1"/>
                    <a:pt x="1" y="168"/>
                    <a:pt x="25" y="358"/>
                  </a:cubicBezTo>
                  <a:cubicBezTo>
                    <a:pt x="48" y="501"/>
                    <a:pt x="215" y="620"/>
                    <a:pt x="358" y="620"/>
                  </a:cubicBezTo>
                  <a:lnTo>
                    <a:pt x="2882" y="620"/>
                  </a:lnTo>
                  <a:cubicBezTo>
                    <a:pt x="3073" y="620"/>
                    <a:pt x="3216" y="477"/>
                    <a:pt x="3192" y="263"/>
                  </a:cubicBezTo>
                  <a:cubicBezTo>
                    <a:pt x="3144" y="120"/>
                    <a:pt x="3001" y="1"/>
                    <a:pt x="2858"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6" name="Google Shape;22406;p144"/>
            <p:cNvSpPr/>
            <p:nvPr/>
          </p:nvSpPr>
          <p:spPr>
            <a:xfrm>
              <a:off x="7870400" y="2085886"/>
              <a:ext cx="62064" cy="62064"/>
            </a:xfrm>
            <a:custGeom>
              <a:avLst/>
              <a:gdLst/>
              <a:ahLst/>
              <a:cxnLst/>
              <a:rect l="l" t="t" r="r" b="b"/>
              <a:pathLst>
                <a:path w="1906" h="1906" extrusionOk="0">
                  <a:moveTo>
                    <a:pt x="953" y="0"/>
                  </a:moveTo>
                  <a:cubicBezTo>
                    <a:pt x="429" y="0"/>
                    <a:pt x="0" y="429"/>
                    <a:pt x="0" y="953"/>
                  </a:cubicBezTo>
                  <a:cubicBezTo>
                    <a:pt x="0" y="1501"/>
                    <a:pt x="429" y="1906"/>
                    <a:pt x="953" y="1906"/>
                  </a:cubicBezTo>
                  <a:cubicBezTo>
                    <a:pt x="1500" y="1906"/>
                    <a:pt x="1905" y="1501"/>
                    <a:pt x="1905" y="953"/>
                  </a:cubicBezTo>
                  <a:cubicBezTo>
                    <a:pt x="1905" y="429"/>
                    <a:pt x="1500" y="0"/>
                    <a:pt x="953" y="0"/>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7" name="Google Shape;22407;p144"/>
            <p:cNvSpPr/>
            <p:nvPr/>
          </p:nvSpPr>
          <p:spPr>
            <a:xfrm>
              <a:off x="7847900" y="2147136"/>
              <a:ext cx="105502" cy="62064"/>
            </a:xfrm>
            <a:custGeom>
              <a:avLst/>
              <a:gdLst/>
              <a:ahLst/>
              <a:cxnLst/>
              <a:rect l="l" t="t" r="r" b="b"/>
              <a:pathLst>
                <a:path w="3240" h="1906" extrusionOk="0">
                  <a:moveTo>
                    <a:pt x="1596" y="1"/>
                  </a:moveTo>
                  <a:cubicBezTo>
                    <a:pt x="715" y="1"/>
                    <a:pt x="0" y="715"/>
                    <a:pt x="0" y="1572"/>
                  </a:cubicBezTo>
                  <a:cubicBezTo>
                    <a:pt x="0" y="1763"/>
                    <a:pt x="167" y="1906"/>
                    <a:pt x="334" y="1906"/>
                  </a:cubicBezTo>
                  <a:cubicBezTo>
                    <a:pt x="524" y="1906"/>
                    <a:pt x="667" y="1763"/>
                    <a:pt x="667" y="1572"/>
                  </a:cubicBezTo>
                  <a:cubicBezTo>
                    <a:pt x="667" y="1049"/>
                    <a:pt x="1072" y="620"/>
                    <a:pt x="1620" y="620"/>
                  </a:cubicBezTo>
                  <a:cubicBezTo>
                    <a:pt x="2168" y="620"/>
                    <a:pt x="2572" y="1049"/>
                    <a:pt x="2572" y="1572"/>
                  </a:cubicBezTo>
                  <a:cubicBezTo>
                    <a:pt x="2572" y="1763"/>
                    <a:pt x="2715" y="1906"/>
                    <a:pt x="2906" y="1906"/>
                  </a:cubicBezTo>
                  <a:cubicBezTo>
                    <a:pt x="3073" y="1906"/>
                    <a:pt x="3239" y="1763"/>
                    <a:pt x="3239" y="1572"/>
                  </a:cubicBezTo>
                  <a:cubicBezTo>
                    <a:pt x="3239" y="715"/>
                    <a:pt x="2525" y="1"/>
                    <a:pt x="1596" y="1"/>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08" name="Google Shape;22408;p144"/>
          <p:cNvGrpSpPr/>
          <p:nvPr/>
        </p:nvGrpSpPr>
        <p:grpSpPr>
          <a:xfrm>
            <a:off x="7788180" y="2332832"/>
            <a:ext cx="349005" cy="349005"/>
            <a:chOff x="7788180" y="2485232"/>
            <a:chExt cx="349005" cy="349005"/>
          </a:xfrm>
        </p:grpSpPr>
        <p:sp>
          <p:nvSpPr>
            <p:cNvPr id="22409" name="Google Shape;22409;p144"/>
            <p:cNvSpPr/>
            <p:nvPr/>
          </p:nvSpPr>
          <p:spPr>
            <a:xfrm>
              <a:off x="7788180" y="2485232"/>
              <a:ext cx="349005" cy="349005"/>
            </a:xfrm>
            <a:custGeom>
              <a:avLst/>
              <a:gdLst/>
              <a:ahLst/>
              <a:cxnLst/>
              <a:rect l="l" t="t" r="r" b="b"/>
              <a:pathLst>
                <a:path w="10718" h="10718" extrusionOk="0">
                  <a:moveTo>
                    <a:pt x="5359" y="1"/>
                  </a:moveTo>
                  <a:cubicBezTo>
                    <a:pt x="2406" y="1"/>
                    <a:pt x="1" y="2406"/>
                    <a:pt x="1" y="5359"/>
                  </a:cubicBezTo>
                  <a:cubicBezTo>
                    <a:pt x="1" y="8336"/>
                    <a:pt x="2406" y="10717"/>
                    <a:pt x="5359" y="10717"/>
                  </a:cubicBezTo>
                  <a:cubicBezTo>
                    <a:pt x="8312" y="10717"/>
                    <a:pt x="10717" y="8336"/>
                    <a:pt x="10717" y="5359"/>
                  </a:cubicBezTo>
                  <a:cubicBezTo>
                    <a:pt x="10717" y="2406"/>
                    <a:pt x="8312" y="1"/>
                    <a:pt x="5359" y="1"/>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0" name="Google Shape;22410;p144"/>
            <p:cNvSpPr/>
            <p:nvPr/>
          </p:nvSpPr>
          <p:spPr>
            <a:xfrm>
              <a:off x="7962650" y="2485232"/>
              <a:ext cx="174535" cy="349005"/>
            </a:xfrm>
            <a:custGeom>
              <a:avLst/>
              <a:gdLst/>
              <a:ahLst/>
              <a:cxnLst/>
              <a:rect l="l" t="t" r="r" b="b"/>
              <a:pathLst>
                <a:path w="5360" h="10718" extrusionOk="0">
                  <a:moveTo>
                    <a:pt x="1" y="1"/>
                  </a:moveTo>
                  <a:lnTo>
                    <a:pt x="1" y="10717"/>
                  </a:lnTo>
                  <a:cubicBezTo>
                    <a:pt x="2954" y="10717"/>
                    <a:pt x="5359" y="8312"/>
                    <a:pt x="5359" y="5359"/>
                  </a:cubicBezTo>
                  <a:cubicBezTo>
                    <a:pt x="5359" y="2430"/>
                    <a:pt x="2954" y="1"/>
                    <a:pt x="1" y="1"/>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1" name="Google Shape;22411;p144"/>
            <p:cNvSpPr/>
            <p:nvPr/>
          </p:nvSpPr>
          <p:spPr>
            <a:xfrm>
              <a:off x="7808336" y="2506170"/>
              <a:ext cx="308693" cy="307911"/>
            </a:xfrm>
            <a:custGeom>
              <a:avLst/>
              <a:gdLst/>
              <a:ahLst/>
              <a:cxnLst/>
              <a:rect l="l" t="t" r="r" b="b"/>
              <a:pathLst>
                <a:path w="9480" h="9456" extrusionOk="0">
                  <a:moveTo>
                    <a:pt x="4740" y="1"/>
                  </a:moveTo>
                  <a:cubicBezTo>
                    <a:pt x="2120" y="1"/>
                    <a:pt x="1" y="2096"/>
                    <a:pt x="1" y="4716"/>
                  </a:cubicBezTo>
                  <a:cubicBezTo>
                    <a:pt x="1" y="7336"/>
                    <a:pt x="2120" y="9455"/>
                    <a:pt x="4740" y="9455"/>
                  </a:cubicBezTo>
                  <a:cubicBezTo>
                    <a:pt x="7360" y="9455"/>
                    <a:pt x="9479" y="7336"/>
                    <a:pt x="9479" y="4716"/>
                  </a:cubicBezTo>
                  <a:cubicBezTo>
                    <a:pt x="9479" y="2096"/>
                    <a:pt x="7360" y="1"/>
                    <a:pt x="4740" y="1"/>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2" name="Google Shape;22412;p144"/>
            <p:cNvSpPr/>
            <p:nvPr/>
          </p:nvSpPr>
          <p:spPr>
            <a:xfrm>
              <a:off x="7962650" y="2506170"/>
              <a:ext cx="154379" cy="307911"/>
            </a:xfrm>
            <a:custGeom>
              <a:avLst/>
              <a:gdLst/>
              <a:ahLst/>
              <a:cxnLst/>
              <a:rect l="l" t="t" r="r" b="b"/>
              <a:pathLst>
                <a:path w="4741" h="9456" extrusionOk="0">
                  <a:moveTo>
                    <a:pt x="1" y="1"/>
                  </a:moveTo>
                  <a:lnTo>
                    <a:pt x="1" y="9455"/>
                  </a:lnTo>
                  <a:cubicBezTo>
                    <a:pt x="2621" y="9455"/>
                    <a:pt x="4740" y="7312"/>
                    <a:pt x="4740" y="4716"/>
                  </a:cubicBezTo>
                  <a:cubicBezTo>
                    <a:pt x="4740" y="2144"/>
                    <a:pt x="2597" y="1"/>
                    <a:pt x="1"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3" name="Google Shape;22413;p144"/>
            <p:cNvSpPr/>
            <p:nvPr/>
          </p:nvSpPr>
          <p:spPr>
            <a:xfrm>
              <a:off x="7865744" y="2735703"/>
              <a:ext cx="21719" cy="20970"/>
            </a:xfrm>
            <a:custGeom>
              <a:avLst/>
              <a:gdLst/>
              <a:ahLst/>
              <a:cxnLst/>
              <a:rect l="l" t="t" r="r" b="b"/>
              <a:pathLst>
                <a:path w="667" h="644" extrusionOk="0">
                  <a:moveTo>
                    <a:pt x="334" y="1"/>
                  </a:moveTo>
                  <a:cubicBezTo>
                    <a:pt x="143" y="1"/>
                    <a:pt x="0" y="144"/>
                    <a:pt x="0" y="334"/>
                  </a:cubicBezTo>
                  <a:cubicBezTo>
                    <a:pt x="0" y="501"/>
                    <a:pt x="143" y="644"/>
                    <a:pt x="334" y="644"/>
                  </a:cubicBezTo>
                  <a:cubicBezTo>
                    <a:pt x="500" y="644"/>
                    <a:pt x="667" y="501"/>
                    <a:pt x="667" y="334"/>
                  </a:cubicBezTo>
                  <a:cubicBezTo>
                    <a:pt x="667" y="144"/>
                    <a:pt x="500" y="1"/>
                    <a:pt x="334"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4" name="Google Shape;22414;p144"/>
            <p:cNvSpPr/>
            <p:nvPr/>
          </p:nvSpPr>
          <p:spPr>
            <a:xfrm>
              <a:off x="8039432" y="2562015"/>
              <a:ext cx="20970" cy="21752"/>
            </a:xfrm>
            <a:custGeom>
              <a:avLst/>
              <a:gdLst/>
              <a:ahLst/>
              <a:cxnLst/>
              <a:rect l="l" t="t" r="r" b="b"/>
              <a:pathLst>
                <a:path w="644" h="668" extrusionOk="0">
                  <a:moveTo>
                    <a:pt x="334" y="0"/>
                  </a:moveTo>
                  <a:cubicBezTo>
                    <a:pt x="144" y="0"/>
                    <a:pt x="1" y="143"/>
                    <a:pt x="1" y="334"/>
                  </a:cubicBezTo>
                  <a:cubicBezTo>
                    <a:pt x="1" y="500"/>
                    <a:pt x="144" y="667"/>
                    <a:pt x="334" y="667"/>
                  </a:cubicBezTo>
                  <a:cubicBezTo>
                    <a:pt x="501" y="667"/>
                    <a:pt x="644" y="500"/>
                    <a:pt x="644" y="334"/>
                  </a:cubicBezTo>
                  <a:cubicBezTo>
                    <a:pt x="644" y="143"/>
                    <a:pt x="501" y="0"/>
                    <a:pt x="334"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5" name="Google Shape;22415;p144"/>
            <p:cNvSpPr/>
            <p:nvPr/>
          </p:nvSpPr>
          <p:spPr>
            <a:xfrm>
              <a:off x="7865744" y="2562015"/>
              <a:ext cx="21719" cy="21752"/>
            </a:xfrm>
            <a:custGeom>
              <a:avLst/>
              <a:gdLst/>
              <a:ahLst/>
              <a:cxnLst/>
              <a:rect l="l" t="t" r="r" b="b"/>
              <a:pathLst>
                <a:path w="667" h="668" extrusionOk="0">
                  <a:moveTo>
                    <a:pt x="334" y="0"/>
                  </a:moveTo>
                  <a:cubicBezTo>
                    <a:pt x="143" y="0"/>
                    <a:pt x="0" y="143"/>
                    <a:pt x="0" y="334"/>
                  </a:cubicBezTo>
                  <a:cubicBezTo>
                    <a:pt x="0" y="500"/>
                    <a:pt x="143" y="667"/>
                    <a:pt x="334" y="667"/>
                  </a:cubicBezTo>
                  <a:cubicBezTo>
                    <a:pt x="500" y="667"/>
                    <a:pt x="667" y="500"/>
                    <a:pt x="667" y="334"/>
                  </a:cubicBezTo>
                  <a:cubicBezTo>
                    <a:pt x="667" y="143"/>
                    <a:pt x="500" y="0"/>
                    <a:pt x="334"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6" name="Google Shape;22416;p144"/>
            <p:cNvSpPr/>
            <p:nvPr/>
          </p:nvSpPr>
          <p:spPr>
            <a:xfrm>
              <a:off x="8039432" y="2735703"/>
              <a:ext cx="20970" cy="20970"/>
            </a:xfrm>
            <a:custGeom>
              <a:avLst/>
              <a:gdLst/>
              <a:ahLst/>
              <a:cxnLst/>
              <a:rect l="l" t="t" r="r" b="b"/>
              <a:pathLst>
                <a:path w="644" h="644" extrusionOk="0">
                  <a:moveTo>
                    <a:pt x="334" y="1"/>
                  </a:moveTo>
                  <a:cubicBezTo>
                    <a:pt x="144" y="1"/>
                    <a:pt x="1" y="144"/>
                    <a:pt x="1" y="334"/>
                  </a:cubicBezTo>
                  <a:cubicBezTo>
                    <a:pt x="1" y="501"/>
                    <a:pt x="144" y="644"/>
                    <a:pt x="334" y="644"/>
                  </a:cubicBezTo>
                  <a:cubicBezTo>
                    <a:pt x="501" y="644"/>
                    <a:pt x="644" y="501"/>
                    <a:pt x="644" y="334"/>
                  </a:cubicBezTo>
                  <a:cubicBezTo>
                    <a:pt x="644" y="144"/>
                    <a:pt x="501" y="1"/>
                    <a:pt x="334"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7" name="Google Shape;22417;p144"/>
            <p:cNvSpPr/>
            <p:nvPr/>
          </p:nvSpPr>
          <p:spPr>
            <a:xfrm>
              <a:off x="7830055" y="2648859"/>
              <a:ext cx="41908" cy="21752"/>
            </a:xfrm>
            <a:custGeom>
              <a:avLst/>
              <a:gdLst/>
              <a:ahLst/>
              <a:cxnLst/>
              <a:rect l="l" t="t" r="r" b="b"/>
              <a:pathLst>
                <a:path w="1287" h="668" extrusionOk="0">
                  <a:moveTo>
                    <a:pt x="334" y="1"/>
                  </a:moveTo>
                  <a:cubicBezTo>
                    <a:pt x="144" y="1"/>
                    <a:pt x="1" y="167"/>
                    <a:pt x="1" y="334"/>
                  </a:cubicBezTo>
                  <a:cubicBezTo>
                    <a:pt x="1" y="525"/>
                    <a:pt x="144" y="667"/>
                    <a:pt x="334" y="667"/>
                  </a:cubicBezTo>
                  <a:lnTo>
                    <a:pt x="953" y="667"/>
                  </a:lnTo>
                  <a:cubicBezTo>
                    <a:pt x="1120" y="667"/>
                    <a:pt x="1287" y="525"/>
                    <a:pt x="1287" y="334"/>
                  </a:cubicBezTo>
                  <a:cubicBezTo>
                    <a:pt x="1287" y="167"/>
                    <a:pt x="1120" y="1"/>
                    <a:pt x="953"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8" name="Google Shape;22418;p144"/>
            <p:cNvSpPr/>
            <p:nvPr/>
          </p:nvSpPr>
          <p:spPr>
            <a:xfrm>
              <a:off x="8054932" y="2648859"/>
              <a:ext cx="41908" cy="21752"/>
            </a:xfrm>
            <a:custGeom>
              <a:avLst/>
              <a:gdLst/>
              <a:ahLst/>
              <a:cxnLst/>
              <a:rect l="l" t="t" r="r" b="b"/>
              <a:pathLst>
                <a:path w="1287" h="668" extrusionOk="0">
                  <a:moveTo>
                    <a:pt x="334" y="1"/>
                  </a:moveTo>
                  <a:cubicBezTo>
                    <a:pt x="144" y="1"/>
                    <a:pt x="1" y="167"/>
                    <a:pt x="1" y="334"/>
                  </a:cubicBezTo>
                  <a:cubicBezTo>
                    <a:pt x="1" y="525"/>
                    <a:pt x="144" y="667"/>
                    <a:pt x="334" y="667"/>
                  </a:cubicBezTo>
                  <a:lnTo>
                    <a:pt x="953" y="667"/>
                  </a:lnTo>
                  <a:cubicBezTo>
                    <a:pt x="1120" y="667"/>
                    <a:pt x="1287" y="525"/>
                    <a:pt x="1287" y="334"/>
                  </a:cubicBezTo>
                  <a:cubicBezTo>
                    <a:pt x="1287" y="167"/>
                    <a:pt x="1120" y="1"/>
                    <a:pt x="95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9" name="Google Shape;22419;p144"/>
            <p:cNvSpPr/>
            <p:nvPr/>
          </p:nvSpPr>
          <p:spPr>
            <a:xfrm>
              <a:off x="7953370" y="2527108"/>
              <a:ext cx="10094" cy="41126"/>
            </a:xfrm>
            <a:custGeom>
              <a:avLst/>
              <a:gdLst/>
              <a:ahLst/>
              <a:cxnLst/>
              <a:rect l="l" t="t" r="r" b="b"/>
              <a:pathLst>
                <a:path w="310" h="1263" extrusionOk="0">
                  <a:moveTo>
                    <a:pt x="310" y="1"/>
                  </a:moveTo>
                  <a:cubicBezTo>
                    <a:pt x="143" y="1"/>
                    <a:pt x="0" y="144"/>
                    <a:pt x="0" y="310"/>
                  </a:cubicBezTo>
                  <a:lnTo>
                    <a:pt x="0" y="930"/>
                  </a:lnTo>
                  <a:cubicBezTo>
                    <a:pt x="0" y="1096"/>
                    <a:pt x="143" y="1263"/>
                    <a:pt x="310" y="1263"/>
                  </a:cubicBezTo>
                  <a:lnTo>
                    <a:pt x="310" y="1"/>
                  </a:ln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0" name="Google Shape;22420;p144"/>
            <p:cNvSpPr/>
            <p:nvPr/>
          </p:nvSpPr>
          <p:spPr>
            <a:xfrm>
              <a:off x="7962650" y="2526326"/>
              <a:ext cx="10908" cy="40638"/>
            </a:xfrm>
            <a:custGeom>
              <a:avLst/>
              <a:gdLst/>
              <a:ahLst/>
              <a:cxnLst/>
              <a:rect l="l" t="t" r="r" b="b"/>
              <a:pathLst>
                <a:path w="335" h="1248" extrusionOk="0">
                  <a:moveTo>
                    <a:pt x="1" y="1"/>
                  </a:moveTo>
                  <a:lnTo>
                    <a:pt x="1" y="1239"/>
                  </a:lnTo>
                  <a:cubicBezTo>
                    <a:pt x="23" y="1245"/>
                    <a:pt x="45" y="1248"/>
                    <a:pt x="66" y="1248"/>
                  </a:cubicBezTo>
                  <a:cubicBezTo>
                    <a:pt x="223" y="1248"/>
                    <a:pt x="334" y="1101"/>
                    <a:pt x="334" y="954"/>
                  </a:cubicBezTo>
                  <a:lnTo>
                    <a:pt x="334" y="334"/>
                  </a:lnTo>
                  <a:cubicBezTo>
                    <a:pt x="334" y="144"/>
                    <a:pt x="192"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1" name="Google Shape;22421;p144"/>
            <p:cNvSpPr/>
            <p:nvPr/>
          </p:nvSpPr>
          <p:spPr>
            <a:xfrm>
              <a:off x="7951807" y="2751984"/>
              <a:ext cx="21752" cy="41908"/>
            </a:xfrm>
            <a:custGeom>
              <a:avLst/>
              <a:gdLst/>
              <a:ahLst/>
              <a:cxnLst/>
              <a:rect l="l" t="t" r="r" b="b"/>
              <a:pathLst>
                <a:path w="668" h="1287" extrusionOk="0">
                  <a:moveTo>
                    <a:pt x="334" y="1"/>
                  </a:moveTo>
                  <a:cubicBezTo>
                    <a:pt x="167" y="1"/>
                    <a:pt x="1" y="144"/>
                    <a:pt x="1" y="334"/>
                  </a:cubicBezTo>
                  <a:lnTo>
                    <a:pt x="1" y="953"/>
                  </a:lnTo>
                  <a:cubicBezTo>
                    <a:pt x="1" y="1144"/>
                    <a:pt x="167" y="1287"/>
                    <a:pt x="334" y="1287"/>
                  </a:cubicBezTo>
                  <a:cubicBezTo>
                    <a:pt x="525" y="1287"/>
                    <a:pt x="667" y="1144"/>
                    <a:pt x="667" y="953"/>
                  </a:cubicBezTo>
                  <a:lnTo>
                    <a:pt x="667" y="334"/>
                  </a:lnTo>
                  <a:cubicBezTo>
                    <a:pt x="667" y="144"/>
                    <a:pt x="525" y="1"/>
                    <a:pt x="334"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2" name="Google Shape;22422;p144"/>
            <p:cNvSpPr/>
            <p:nvPr/>
          </p:nvSpPr>
          <p:spPr>
            <a:xfrm>
              <a:off x="7951807" y="2588390"/>
              <a:ext cx="83783" cy="142494"/>
            </a:xfrm>
            <a:custGeom>
              <a:avLst/>
              <a:gdLst/>
              <a:ahLst/>
              <a:cxnLst/>
              <a:rect l="l" t="t" r="r" b="b"/>
              <a:pathLst>
                <a:path w="2573" h="4376" extrusionOk="0">
                  <a:moveTo>
                    <a:pt x="334" y="0"/>
                  </a:moveTo>
                  <a:cubicBezTo>
                    <a:pt x="167" y="0"/>
                    <a:pt x="1" y="143"/>
                    <a:pt x="1" y="333"/>
                  </a:cubicBezTo>
                  <a:lnTo>
                    <a:pt x="1" y="2191"/>
                  </a:lnTo>
                  <a:cubicBezTo>
                    <a:pt x="1" y="2286"/>
                    <a:pt x="48" y="2358"/>
                    <a:pt x="96" y="2405"/>
                  </a:cubicBezTo>
                  <a:lnTo>
                    <a:pt x="310" y="2620"/>
                  </a:lnTo>
                  <a:lnTo>
                    <a:pt x="1977" y="4287"/>
                  </a:lnTo>
                  <a:cubicBezTo>
                    <a:pt x="2037" y="4346"/>
                    <a:pt x="2120" y="4376"/>
                    <a:pt x="2203" y="4376"/>
                  </a:cubicBezTo>
                  <a:cubicBezTo>
                    <a:pt x="2287" y="4376"/>
                    <a:pt x="2370" y="4346"/>
                    <a:pt x="2430" y="4287"/>
                  </a:cubicBezTo>
                  <a:cubicBezTo>
                    <a:pt x="2573" y="4191"/>
                    <a:pt x="2573" y="3977"/>
                    <a:pt x="2453" y="3858"/>
                  </a:cubicBezTo>
                  <a:lnTo>
                    <a:pt x="667" y="2072"/>
                  </a:lnTo>
                  <a:lnTo>
                    <a:pt x="667" y="333"/>
                  </a:lnTo>
                  <a:cubicBezTo>
                    <a:pt x="667" y="143"/>
                    <a:pt x="525" y="0"/>
                    <a:pt x="334"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3" name="Google Shape;22423;p144"/>
            <p:cNvSpPr/>
            <p:nvPr/>
          </p:nvSpPr>
          <p:spPr>
            <a:xfrm>
              <a:off x="7962650" y="2526326"/>
              <a:ext cx="10908" cy="40638"/>
            </a:xfrm>
            <a:custGeom>
              <a:avLst/>
              <a:gdLst/>
              <a:ahLst/>
              <a:cxnLst/>
              <a:rect l="l" t="t" r="r" b="b"/>
              <a:pathLst>
                <a:path w="335" h="1248" extrusionOk="0">
                  <a:moveTo>
                    <a:pt x="1" y="1"/>
                  </a:moveTo>
                  <a:lnTo>
                    <a:pt x="1" y="1239"/>
                  </a:lnTo>
                  <a:cubicBezTo>
                    <a:pt x="23" y="1245"/>
                    <a:pt x="45" y="1248"/>
                    <a:pt x="66" y="1248"/>
                  </a:cubicBezTo>
                  <a:cubicBezTo>
                    <a:pt x="223" y="1248"/>
                    <a:pt x="334" y="1101"/>
                    <a:pt x="334" y="954"/>
                  </a:cubicBezTo>
                  <a:lnTo>
                    <a:pt x="334" y="334"/>
                  </a:lnTo>
                  <a:cubicBezTo>
                    <a:pt x="334" y="144"/>
                    <a:pt x="192" y="1"/>
                    <a:pt x="1"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4" name="Google Shape;22424;p144"/>
            <p:cNvSpPr/>
            <p:nvPr/>
          </p:nvSpPr>
          <p:spPr>
            <a:xfrm>
              <a:off x="7962650" y="2751984"/>
              <a:ext cx="10908" cy="40378"/>
            </a:xfrm>
            <a:custGeom>
              <a:avLst/>
              <a:gdLst/>
              <a:ahLst/>
              <a:cxnLst/>
              <a:rect l="l" t="t" r="r" b="b"/>
              <a:pathLst>
                <a:path w="335" h="1240" extrusionOk="0">
                  <a:moveTo>
                    <a:pt x="1" y="1"/>
                  </a:moveTo>
                  <a:lnTo>
                    <a:pt x="1" y="1239"/>
                  </a:lnTo>
                  <a:cubicBezTo>
                    <a:pt x="192" y="1239"/>
                    <a:pt x="334" y="1096"/>
                    <a:pt x="334" y="953"/>
                  </a:cubicBezTo>
                  <a:lnTo>
                    <a:pt x="334" y="334"/>
                  </a:lnTo>
                  <a:cubicBezTo>
                    <a:pt x="334" y="144"/>
                    <a:pt x="192" y="1"/>
                    <a:pt x="1"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5" name="Google Shape;22425;p144"/>
            <p:cNvSpPr/>
            <p:nvPr/>
          </p:nvSpPr>
          <p:spPr>
            <a:xfrm>
              <a:off x="7962650" y="2588390"/>
              <a:ext cx="72940" cy="143275"/>
            </a:xfrm>
            <a:custGeom>
              <a:avLst/>
              <a:gdLst/>
              <a:ahLst/>
              <a:cxnLst/>
              <a:rect l="l" t="t" r="r" b="b"/>
              <a:pathLst>
                <a:path w="2240" h="4400" extrusionOk="0">
                  <a:moveTo>
                    <a:pt x="1" y="0"/>
                  </a:moveTo>
                  <a:lnTo>
                    <a:pt x="1" y="2643"/>
                  </a:lnTo>
                  <a:lnTo>
                    <a:pt x="1668" y="4310"/>
                  </a:lnTo>
                  <a:cubicBezTo>
                    <a:pt x="1728" y="4370"/>
                    <a:pt x="1811" y="4400"/>
                    <a:pt x="1894" y="4400"/>
                  </a:cubicBezTo>
                  <a:cubicBezTo>
                    <a:pt x="1978" y="4400"/>
                    <a:pt x="2061" y="4370"/>
                    <a:pt x="2120" y="4310"/>
                  </a:cubicBezTo>
                  <a:cubicBezTo>
                    <a:pt x="2240" y="4191"/>
                    <a:pt x="2240" y="3977"/>
                    <a:pt x="2120" y="3858"/>
                  </a:cubicBezTo>
                  <a:lnTo>
                    <a:pt x="334" y="2072"/>
                  </a:lnTo>
                  <a:lnTo>
                    <a:pt x="334" y="333"/>
                  </a:lnTo>
                  <a:cubicBezTo>
                    <a:pt x="334" y="143"/>
                    <a:pt x="192" y="0"/>
                    <a:pt x="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26" name="Google Shape;22426;p144"/>
          <p:cNvGrpSpPr/>
          <p:nvPr/>
        </p:nvGrpSpPr>
        <p:grpSpPr>
          <a:xfrm>
            <a:off x="7048393" y="2332051"/>
            <a:ext cx="351317" cy="352880"/>
            <a:chOff x="7048393" y="2484451"/>
            <a:chExt cx="351317" cy="352880"/>
          </a:xfrm>
        </p:grpSpPr>
        <p:sp>
          <p:nvSpPr>
            <p:cNvPr id="22427" name="Google Shape;22427;p144"/>
            <p:cNvSpPr/>
            <p:nvPr/>
          </p:nvSpPr>
          <p:spPr>
            <a:xfrm>
              <a:off x="7048393" y="2484451"/>
              <a:ext cx="351317" cy="352880"/>
            </a:xfrm>
            <a:custGeom>
              <a:avLst/>
              <a:gdLst/>
              <a:ahLst/>
              <a:cxnLst/>
              <a:rect l="l" t="t" r="r" b="b"/>
              <a:pathLst>
                <a:path w="10789" h="10837" extrusionOk="0">
                  <a:moveTo>
                    <a:pt x="334" y="1"/>
                  </a:moveTo>
                  <a:cubicBezTo>
                    <a:pt x="144" y="1"/>
                    <a:pt x="1" y="144"/>
                    <a:pt x="1" y="334"/>
                  </a:cubicBezTo>
                  <a:lnTo>
                    <a:pt x="1" y="2573"/>
                  </a:lnTo>
                  <a:lnTo>
                    <a:pt x="644" y="2882"/>
                  </a:lnTo>
                  <a:lnTo>
                    <a:pt x="1" y="3216"/>
                  </a:lnTo>
                  <a:lnTo>
                    <a:pt x="1" y="7622"/>
                  </a:lnTo>
                  <a:lnTo>
                    <a:pt x="644" y="7955"/>
                  </a:lnTo>
                  <a:lnTo>
                    <a:pt x="1" y="8288"/>
                  </a:lnTo>
                  <a:lnTo>
                    <a:pt x="1" y="10503"/>
                  </a:lnTo>
                  <a:cubicBezTo>
                    <a:pt x="1" y="10694"/>
                    <a:pt x="144" y="10836"/>
                    <a:pt x="334" y="10836"/>
                  </a:cubicBezTo>
                  <a:lnTo>
                    <a:pt x="10455" y="10836"/>
                  </a:lnTo>
                  <a:cubicBezTo>
                    <a:pt x="10646" y="10836"/>
                    <a:pt x="10789" y="10694"/>
                    <a:pt x="10789" y="10503"/>
                  </a:cubicBezTo>
                  <a:lnTo>
                    <a:pt x="10789" y="334"/>
                  </a:lnTo>
                  <a:cubicBezTo>
                    <a:pt x="10789" y="144"/>
                    <a:pt x="10646" y="1"/>
                    <a:pt x="10455"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8" name="Google Shape;22428;p144"/>
            <p:cNvSpPr/>
            <p:nvPr/>
          </p:nvSpPr>
          <p:spPr>
            <a:xfrm>
              <a:off x="7050737" y="2568202"/>
              <a:ext cx="60501" cy="20221"/>
            </a:xfrm>
            <a:custGeom>
              <a:avLst/>
              <a:gdLst/>
              <a:ahLst/>
              <a:cxnLst/>
              <a:rect l="l" t="t" r="r" b="b"/>
              <a:pathLst>
                <a:path w="1858" h="621" extrusionOk="0">
                  <a:moveTo>
                    <a:pt x="0" y="1"/>
                  </a:moveTo>
                  <a:lnTo>
                    <a:pt x="0" y="620"/>
                  </a:lnTo>
                  <a:lnTo>
                    <a:pt x="1858" y="620"/>
                  </a:lnTo>
                  <a:lnTo>
                    <a:pt x="1858"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9" name="Google Shape;22429;p144"/>
            <p:cNvSpPr/>
            <p:nvPr/>
          </p:nvSpPr>
          <p:spPr>
            <a:xfrm>
              <a:off x="7050737" y="2731828"/>
              <a:ext cx="60501" cy="20189"/>
            </a:xfrm>
            <a:custGeom>
              <a:avLst/>
              <a:gdLst/>
              <a:ahLst/>
              <a:cxnLst/>
              <a:rect l="l" t="t" r="r" b="b"/>
              <a:pathLst>
                <a:path w="1858" h="620" extrusionOk="0">
                  <a:moveTo>
                    <a:pt x="0" y="1"/>
                  </a:moveTo>
                  <a:lnTo>
                    <a:pt x="0" y="620"/>
                  </a:lnTo>
                  <a:lnTo>
                    <a:pt x="1858" y="620"/>
                  </a:lnTo>
                  <a:lnTo>
                    <a:pt x="1858"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0" name="Google Shape;22430;p144"/>
            <p:cNvSpPr/>
            <p:nvPr/>
          </p:nvSpPr>
          <p:spPr>
            <a:xfrm>
              <a:off x="7224425" y="2484451"/>
              <a:ext cx="175284" cy="349103"/>
            </a:xfrm>
            <a:custGeom>
              <a:avLst/>
              <a:gdLst/>
              <a:ahLst/>
              <a:cxnLst/>
              <a:rect l="l" t="t" r="r" b="b"/>
              <a:pathLst>
                <a:path w="5383" h="10721" extrusionOk="0">
                  <a:moveTo>
                    <a:pt x="1" y="1"/>
                  </a:moveTo>
                  <a:lnTo>
                    <a:pt x="1" y="10717"/>
                  </a:lnTo>
                  <a:lnTo>
                    <a:pt x="5049" y="10717"/>
                  </a:lnTo>
                  <a:cubicBezTo>
                    <a:pt x="5063" y="10719"/>
                    <a:pt x="5077" y="10720"/>
                    <a:pt x="5091" y="10720"/>
                  </a:cubicBezTo>
                  <a:cubicBezTo>
                    <a:pt x="5260" y="10720"/>
                    <a:pt x="5383" y="10586"/>
                    <a:pt x="5383" y="10432"/>
                  </a:cubicBezTo>
                  <a:lnTo>
                    <a:pt x="5383" y="334"/>
                  </a:lnTo>
                  <a:cubicBezTo>
                    <a:pt x="5383" y="144"/>
                    <a:pt x="5240" y="1"/>
                    <a:pt x="5049"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1" name="Google Shape;22431;p144"/>
            <p:cNvSpPr/>
            <p:nvPr/>
          </p:nvSpPr>
          <p:spPr>
            <a:xfrm>
              <a:off x="7091049" y="2526326"/>
              <a:ext cx="267566" cy="267566"/>
            </a:xfrm>
            <a:custGeom>
              <a:avLst/>
              <a:gdLst/>
              <a:ahLst/>
              <a:cxnLst/>
              <a:rect l="l" t="t" r="r" b="b"/>
              <a:pathLst>
                <a:path w="8217" h="8217" extrusionOk="0">
                  <a:moveTo>
                    <a:pt x="334" y="1"/>
                  </a:moveTo>
                  <a:cubicBezTo>
                    <a:pt x="143" y="1"/>
                    <a:pt x="1" y="144"/>
                    <a:pt x="1" y="334"/>
                  </a:cubicBezTo>
                  <a:lnTo>
                    <a:pt x="1" y="7883"/>
                  </a:lnTo>
                  <a:cubicBezTo>
                    <a:pt x="1" y="8074"/>
                    <a:pt x="143" y="8217"/>
                    <a:pt x="334" y="8217"/>
                  </a:cubicBezTo>
                  <a:lnTo>
                    <a:pt x="7907" y="8217"/>
                  </a:lnTo>
                  <a:cubicBezTo>
                    <a:pt x="8074" y="8217"/>
                    <a:pt x="8217" y="8074"/>
                    <a:pt x="8217" y="7883"/>
                  </a:cubicBezTo>
                  <a:lnTo>
                    <a:pt x="8217" y="334"/>
                  </a:lnTo>
                  <a:cubicBezTo>
                    <a:pt x="8217" y="144"/>
                    <a:pt x="8074" y="1"/>
                    <a:pt x="7907" y="1"/>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2" name="Google Shape;22432;p144"/>
            <p:cNvSpPr/>
            <p:nvPr/>
          </p:nvSpPr>
          <p:spPr>
            <a:xfrm>
              <a:off x="7225207" y="2526326"/>
              <a:ext cx="133409" cy="266329"/>
            </a:xfrm>
            <a:custGeom>
              <a:avLst/>
              <a:gdLst/>
              <a:ahLst/>
              <a:cxnLst/>
              <a:rect l="l" t="t" r="r" b="b"/>
              <a:pathLst>
                <a:path w="4097" h="8179" extrusionOk="0">
                  <a:moveTo>
                    <a:pt x="0" y="1"/>
                  </a:moveTo>
                  <a:lnTo>
                    <a:pt x="0" y="8169"/>
                  </a:lnTo>
                  <a:lnTo>
                    <a:pt x="3787" y="8169"/>
                  </a:lnTo>
                  <a:cubicBezTo>
                    <a:pt x="3809" y="8176"/>
                    <a:pt x="3830" y="8178"/>
                    <a:pt x="3851" y="8178"/>
                  </a:cubicBezTo>
                  <a:cubicBezTo>
                    <a:pt x="3989" y="8178"/>
                    <a:pt x="4097" y="8049"/>
                    <a:pt x="4097" y="7883"/>
                  </a:cubicBezTo>
                  <a:lnTo>
                    <a:pt x="4097" y="334"/>
                  </a:lnTo>
                  <a:cubicBezTo>
                    <a:pt x="4097" y="144"/>
                    <a:pt x="3954" y="1"/>
                    <a:pt x="3787" y="1"/>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3" name="Google Shape;22433;p144"/>
            <p:cNvSpPr/>
            <p:nvPr/>
          </p:nvSpPr>
          <p:spPr>
            <a:xfrm>
              <a:off x="7132925" y="2568202"/>
              <a:ext cx="183815" cy="183815"/>
            </a:xfrm>
            <a:custGeom>
              <a:avLst/>
              <a:gdLst/>
              <a:ahLst/>
              <a:cxnLst/>
              <a:rect l="l" t="t" r="r" b="b"/>
              <a:pathLst>
                <a:path w="5645" h="5645" extrusionOk="0">
                  <a:moveTo>
                    <a:pt x="2834" y="1"/>
                  </a:moveTo>
                  <a:cubicBezTo>
                    <a:pt x="1263" y="1"/>
                    <a:pt x="0" y="1263"/>
                    <a:pt x="0" y="2811"/>
                  </a:cubicBezTo>
                  <a:cubicBezTo>
                    <a:pt x="0" y="4383"/>
                    <a:pt x="1263" y="5645"/>
                    <a:pt x="2834" y="5645"/>
                  </a:cubicBezTo>
                  <a:cubicBezTo>
                    <a:pt x="4382" y="5645"/>
                    <a:pt x="5645" y="4383"/>
                    <a:pt x="5645" y="2811"/>
                  </a:cubicBezTo>
                  <a:cubicBezTo>
                    <a:pt x="5645" y="1263"/>
                    <a:pt x="4382" y="1"/>
                    <a:pt x="2834" y="1"/>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4" name="Google Shape;22434;p144"/>
            <p:cNvSpPr/>
            <p:nvPr/>
          </p:nvSpPr>
          <p:spPr>
            <a:xfrm>
              <a:off x="7225207" y="2568202"/>
              <a:ext cx="92315" cy="183815"/>
            </a:xfrm>
            <a:custGeom>
              <a:avLst/>
              <a:gdLst/>
              <a:ahLst/>
              <a:cxnLst/>
              <a:rect l="l" t="t" r="r" b="b"/>
              <a:pathLst>
                <a:path w="2835" h="5645" extrusionOk="0">
                  <a:moveTo>
                    <a:pt x="0" y="1"/>
                  </a:moveTo>
                  <a:lnTo>
                    <a:pt x="0" y="5645"/>
                  </a:lnTo>
                  <a:cubicBezTo>
                    <a:pt x="1548" y="5645"/>
                    <a:pt x="2834" y="4359"/>
                    <a:pt x="2834" y="2811"/>
                  </a:cubicBezTo>
                  <a:cubicBezTo>
                    <a:pt x="2834" y="1263"/>
                    <a:pt x="1548" y="1"/>
                    <a:pt x="0"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5" name="Google Shape;22435;p144"/>
            <p:cNvSpPr/>
            <p:nvPr/>
          </p:nvSpPr>
          <p:spPr>
            <a:xfrm>
              <a:off x="7153081" y="2588390"/>
              <a:ext cx="143503" cy="143470"/>
            </a:xfrm>
            <a:custGeom>
              <a:avLst/>
              <a:gdLst/>
              <a:ahLst/>
              <a:cxnLst/>
              <a:rect l="l" t="t" r="r" b="b"/>
              <a:pathLst>
                <a:path w="4407" h="4406" extrusionOk="0">
                  <a:moveTo>
                    <a:pt x="2215" y="0"/>
                  </a:moveTo>
                  <a:cubicBezTo>
                    <a:pt x="1001" y="0"/>
                    <a:pt x="1" y="976"/>
                    <a:pt x="1" y="2191"/>
                  </a:cubicBezTo>
                  <a:cubicBezTo>
                    <a:pt x="1" y="3406"/>
                    <a:pt x="1001" y="4406"/>
                    <a:pt x="2215" y="4406"/>
                  </a:cubicBezTo>
                  <a:cubicBezTo>
                    <a:pt x="3430" y="4406"/>
                    <a:pt x="4406" y="3406"/>
                    <a:pt x="4406" y="2191"/>
                  </a:cubicBezTo>
                  <a:cubicBezTo>
                    <a:pt x="4406" y="976"/>
                    <a:pt x="3430" y="0"/>
                    <a:pt x="2215"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6" name="Google Shape;22436;p144"/>
            <p:cNvSpPr/>
            <p:nvPr/>
          </p:nvSpPr>
          <p:spPr>
            <a:xfrm>
              <a:off x="7225207" y="2588390"/>
              <a:ext cx="71377" cy="143470"/>
            </a:xfrm>
            <a:custGeom>
              <a:avLst/>
              <a:gdLst/>
              <a:ahLst/>
              <a:cxnLst/>
              <a:rect l="l" t="t" r="r" b="b"/>
              <a:pathLst>
                <a:path w="2192" h="4406" extrusionOk="0">
                  <a:moveTo>
                    <a:pt x="0" y="0"/>
                  </a:moveTo>
                  <a:lnTo>
                    <a:pt x="0" y="4406"/>
                  </a:lnTo>
                  <a:cubicBezTo>
                    <a:pt x="1215" y="4406"/>
                    <a:pt x="2191" y="3429"/>
                    <a:pt x="2191" y="2191"/>
                  </a:cubicBezTo>
                  <a:cubicBezTo>
                    <a:pt x="2191" y="976"/>
                    <a:pt x="1215" y="0"/>
                    <a:pt x="0"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7" name="Google Shape;22437;p144"/>
            <p:cNvSpPr/>
            <p:nvPr/>
          </p:nvSpPr>
          <p:spPr>
            <a:xfrm>
              <a:off x="7185643" y="2663805"/>
              <a:ext cx="36503" cy="35102"/>
            </a:xfrm>
            <a:custGeom>
              <a:avLst/>
              <a:gdLst/>
              <a:ahLst/>
              <a:cxnLst/>
              <a:rect l="l" t="t" r="r" b="b"/>
              <a:pathLst>
                <a:path w="1121" h="1078" extrusionOk="0">
                  <a:moveTo>
                    <a:pt x="775" y="0"/>
                  </a:moveTo>
                  <a:cubicBezTo>
                    <a:pt x="692" y="0"/>
                    <a:pt x="608" y="30"/>
                    <a:pt x="549" y="89"/>
                  </a:cubicBezTo>
                  <a:lnTo>
                    <a:pt x="120" y="542"/>
                  </a:lnTo>
                  <a:cubicBezTo>
                    <a:pt x="1" y="661"/>
                    <a:pt x="1" y="875"/>
                    <a:pt x="120" y="970"/>
                  </a:cubicBezTo>
                  <a:cubicBezTo>
                    <a:pt x="179" y="1042"/>
                    <a:pt x="257" y="1078"/>
                    <a:pt x="334" y="1078"/>
                  </a:cubicBezTo>
                  <a:cubicBezTo>
                    <a:pt x="412" y="1078"/>
                    <a:pt x="489" y="1042"/>
                    <a:pt x="549" y="970"/>
                  </a:cubicBezTo>
                  <a:lnTo>
                    <a:pt x="1001" y="542"/>
                  </a:lnTo>
                  <a:cubicBezTo>
                    <a:pt x="1120" y="423"/>
                    <a:pt x="1120" y="208"/>
                    <a:pt x="1001" y="89"/>
                  </a:cubicBezTo>
                  <a:cubicBezTo>
                    <a:pt x="942" y="30"/>
                    <a:pt x="858" y="0"/>
                    <a:pt x="775"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8" name="Google Shape;22438;p144"/>
            <p:cNvSpPr/>
            <p:nvPr/>
          </p:nvSpPr>
          <p:spPr>
            <a:xfrm>
              <a:off x="7185643" y="2620367"/>
              <a:ext cx="36503" cy="34744"/>
            </a:xfrm>
            <a:custGeom>
              <a:avLst/>
              <a:gdLst/>
              <a:ahLst/>
              <a:cxnLst/>
              <a:rect l="l" t="t" r="r" b="b"/>
              <a:pathLst>
                <a:path w="1121" h="1067" extrusionOk="0">
                  <a:moveTo>
                    <a:pt x="322" y="0"/>
                  </a:moveTo>
                  <a:cubicBezTo>
                    <a:pt x="239" y="0"/>
                    <a:pt x="156" y="30"/>
                    <a:pt x="96" y="90"/>
                  </a:cubicBezTo>
                  <a:cubicBezTo>
                    <a:pt x="1" y="209"/>
                    <a:pt x="1" y="423"/>
                    <a:pt x="96" y="518"/>
                  </a:cubicBezTo>
                  <a:lnTo>
                    <a:pt x="549" y="971"/>
                  </a:lnTo>
                  <a:cubicBezTo>
                    <a:pt x="620" y="1042"/>
                    <a:pt x="668" y="1066"/>
                    <a:pt x="763" y="1066"/>
                  </a:cubicBezTo>
                  <a:cubicBezTo>
                    <a:pt x="858" y="1066"/>
                    <a:pt x="953" y="1042"/>
                    <a:pt x="1001" y="971"/>
                  </a:cubicBezTo>
                  <a:cubicBezTo>
                    <a:pt x="1120" y="852"/>
                    <a:pt x="1120" y="637"/>
                    <a:pt x="1001" y="518"/>
                  </a:cubicBezTo>
                  <a:lnTo>
                    <a:pt x="549" y="90"/>
                  </a:lnTo>
                  <a:cubicBezTo>
                    <a:pt x="489" y="30"/>
                    <a:pt x="406" y="0"/>
                    <a:pt x="322"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9" name="Google Shape;22439;p144"/>
            <p:cNvSpPr/>
            <p:nvPr/>
          </p:nvSpPr>
          <p:spPr>
            <a:xfrm>
              <a:off x="7194175" y="2628703"/>
              <a:ext cx="62064" cy="62064"/>
            </a:xfrm>
            <a:custGeom>
              <a:avLst/>
              <a:gdLst/>
              <a:ahLst/>
              <a:cxnLst/>
              <a:rect l="l" t="t" r="r" b="b"/>
              <a:pathLst>
                <a:path w="1906" h="1906" extrusionOk="0">
                  <a:moveTo>
                    <a:pt x="953" y="0"/>
                  </a:moveTo>
                  <a:cubicBezTo>
                    <a:pt x="430" y="0"/>
                    <a:pt x="1" y="429"/>
                    <a:pt x="1" y="953"/>
                  </a:cubicBezTo>
                  <a:cubicBezTo>
                    <a:pt x="1" y="1477"/>
                    <a:pt x="430" y="1906"/>
                    <a:pt x="953" y="1906"/>
                  </a:cubicBezTo>
                  <a:cubicBezTo>
                    <a:pt x="1477" y="1906"/>
                    <a:pt x="1906" y="1477"/>
                    <a:pt x="1906" y="953"/>
                  </a:cubicBezTo>
                  <a:cubicBezTo>
                    <a:pt x="1906" y="429"/>
                    <a:pt x="1477" y="0"/>
                    <a:pt x="953"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0" name="Google Shape;22440;p144"/>
            <p:cNvSpPr/>
            <p:nvPr/>
          </p:nvSpPr>
          <p:spPr>
            <a:xfrm>
              <a:off x="7225207" y="2619683"/>
              <a:ext cx="40345" cy="77792"/>
            </a:xfrm>
            <a:custGeom>
              <a:avLst/>
              <a:gdLst/>
              <a:ahLst/>
              <a:cxnLst/>
              <a:rect l="l" t="t" r="r" b="b"/>
              <a:pathLst>
                <a:path w="1239" h="2389" extrusionOk="0">
                  <a:moveTo>
                    <a:pt x="926" y="0"/>
                  </a:moveTo>
                  <a:cubicBezTo>
                    <a:pt x="844" y="0"/>
                    <a:pt x="759" y="30"/>
                    <a:pt x="691" y="87"/>
                  </a:cubicBezTo>
                  <a:lnTo>
                    <a:pt x="405" y="349"/>
                  </a:lnTo>
                  <a:cubicBezTo>
                    <a:pt x="286" y="277"/>
                    <a:pt x="143" y="254"/>
                    <a:pt x="0" y="254"/>
                  </a:cubicBezTo>
                  <a:lnTo>
                    <a:pt x="0" y="2135"/>
                  </a:lnTo>
                  <a:cubicBezTo>
                    <a:pt x="143" y="2135"/>
                    <a:pt x="286" y="2111"/>
                    <a:pt x="405" y="2040"/>
                  </a:cubicBezTo>
                  <a:lnTo>
                    <a:pt x="691" y="2302"/>
                  </a:lnTo>
                  <a:cubicBezTo>
                    <a:pt x="748" y="2358"/>
                    <a:pt x="832" y="2388"/>
                    <a:pt x="917" y="2388"/>
                  </a:cubicBezTo>
                  <a:cubicBezTo>
                    <a:pt x="1010" y="2388"/>
                    <a:pt x="1105" y="2353"/>
                    <a:pt x="1167" y="2278"/>
                  </a:cubicBezTo>
                  <a:cubicBezTo>
                    <a:pt x="1239" y="2159"/>
                    <a:pt x="1239" y="1992"/>
                    <a:pt x="1120" y="1873"/>
                  </a:cubicBezTo>
                  <a:lnTo>
                    <a:pt x="858" y="1635"/>
                  </a:lnTo>
                  <a:cubicBezTo>
                    <a:pt x="929" y="1516"/>
                    <a:pt x="953" y="1349"/>
                    <a:pt x="953" y="1206"/>
                  </a:cubicBezTo>
                  <a:cubicBezTo>
                    <a:pt x="953" y="1063"/>
                    <a:pt x="929" y="920"/>
                    <a:pt x="858" y="801"/>
                  </a:cubicBezTo>
                  <a:lnTo>
                    <a:pt x="1120" y="516"/>
                  </a:lnTo>
                  <a:cubicBezTo>
                    <a:pt x="1239" y="397"/>
                    <a:pt x="1239" y="230"/>
                    <a:pt x="1167" y="111"/>
                  </a:cubicBezTo>
                  <a:cubicBezTo>
                    <a:pt x="1105" y="36"/>
                    <a:pt x="1017" y="0"/>
                    <a:pt x="926"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41" name="Google Shape;22441;p144"/>
          <p:cNvGrpSpPr/>
          <p:nvPr/>
        </p:nvGrpSpPr>
        <p:grpSpPr>
          <a:xfrm>
            <a:off x="6358230" y="2332832"/>
            <a:ext cx="226472" cy="349005"/>
            <a:chOff x="6358230" y="2485232"/>
            <a:chExt cx="226472" cy="349005"/>
          </a:xfrm>
        </p:grpSpPr>
        <p:sp>
          <p:nvSpPr>
            <p:cNvPr id="22442" name="Google Shape;22442;p144"/>
            <p:cNvSpPr/>
            <p:nvPr/>
          </p:nvSpPr>
          <p:spPr>
            <a:xfrm>
              <a:off x="6379950" y="2486698"/>
              <a:ext cx="183815" cy="184694"/>
            </a:xfrm>
            <a:custGeom>
              <a:avLst/>
              <a:gdLst/>
              <a:ahLst/>
              <a:cxnLst/>
              <a:rect l="l" t="t" r="r" b="b"/>
              <a:pathLst>
                <a:path w="5645" h="5672" extrusionOk="0">
                  <a:moveTo>
                    <a:pt x="2888" y="1"/>
                  </a:moveTo>
                  <a:cubicBezTo>
                    <a:pt x="2847" y="1"/>
                    <a:pt x="2805" y="2"/>
                    <a:pt x="2763" y="3"/>
                  </a:cubicBezTo>
                  <a:cubicBezTo>
                    <a:pt x="1215" y="27"/>
                    <a:pt x="1" y="1313"/>
                    <a:pt x="1" y="2861"/>
                  </a:cubicBezTo>
                  <a:lnTo>
                    <a:pt x="1" y="5671"/>
                  </a:lnTo>
                  <a:lnTo>
                    <a:pt x="1239" y="5671"/>
                  </a:lnTo>
                  <a:lnTo>
                    <a:pt x="1239" y="2813"/>
                  </a:lnTo>
                  <a:cubicBezTo>
                    <a:pt x="1239" y="1947"/>
                    <a:pt x="1977" y="1241"/>
                    <a:pt x="2839" y="1241"/>
                  </a:cubicBezTo>
                  <a:cubicBezTo>
                    <a:pt x="2854" y="1241"/>
                    <a:pt x="2868" y="1241"/>
                    <a:pt x="2882" y="1242"/>
                  </a:cubicBezTo>
                  <a:cubicBezTo>
                    <a:pt x="3740" y="1266"/>
                    <a:pt x="4406" y="1956"/>
                    <a:pt x="4406" y="2813"/>
                  </a:cubicBezTo>
                  <a:lnTo>
                    <a:pt x="4406" y="5647"/>
                  </a:lnTo>
                  <a:lnTo>
                    <a:pt x="5645" y="5647"/>
                  </a:lnTo>
                  <a:lnTo>
                    <a:pt x="5645" y="2790"/>
                  </a:lnTo>
                  <a:cubicBezTo>
                    <a:pt x="5645" y="1260"/>
                    <a:pt x="4404" y="1"/>
                    <a:pt x="2888" y="1"/>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3" name="Google Shape;22443;p144"/>
            <p:cNvSpPr/>
            <p:nvPr/>
          </p:nvSpPr>
          <p:spPr>
            <a:xfrm>
              <a:off x="6472232" y="2485232"/>
              <a:ext cx="91533" cy="185378"/>
            </a:xfrm>
            <a:custGeom>
              <a:avLst/>
              <a:gdLst/>
              <a:ahLst/>
              <a:cxnLst/>
              <a:rect l="l" t="t" r="r" b="b"/>
              <a:pathLst>
                <a:path w="2811" h="5693" extrusionOk="0">
                  <a:moveTo>
                    <a:pt x="1" y="1"/>
                  </a:moveTo>
                  <a:lnTo>
                    <a:pt x="1" y="1263"/>
                  </a:lnTo>
                  <a:cubicBezTo>
                    <a:pt x="858" y="1263"/>
                    <a:pt x="1572" y="1977"/>
                    <a:pt x="1572" y="2835"/>
                  </a:cubicBezTo>
                  <a:lnTo>
                    <a:pt x="1572" y="5692"/>
                  </a:lnTo>
                  <a:lnTo>
                    <a:pt x="2811" y="5692"/>
                  </a:lnTo>
                  <a:lnTo>
                    <a:pt x="2811" y="2835"/>
                  </a:lnTo>
                  <a:cubicBezTo>
                    <a:pt x="2811" y="1263"/>
                    <a:pt x="1548" y="1"/>
                    <a:pt x="1"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4" name="Google Shape;22444;p144"/>
            <p:cNvSpPr/>
            <p:nvPr/>
          </p:nvSpPr>
          <p:spPr>
            <a:xfrm>
              <a:off x="6358230" y="2628703"/>
              <a:ext cx="226472" cy="205535"/>
            </a:xfrm>
            <a:custGeom>
              <a:avLst/>
              <a:gdLst/>
              <a:ahLst/>
              <a:cxnLst/>
              <a:rect l="l" t="t" r="r" b="b"/>
              <a:pathLst>
                <a:path w="6955" h="6312" extrusionOk="0">
                  <a:moveTo>
                    <a:pt x="334" y="0"/>
                  </a:moveTo>
                  <a:cubicBezTo>
                    <a:pt x="168" y="0"/>
                    <a:pt x="1" y="167"/>
                    <a:pt x="1" y="334"/>
                  </a:cubicBezTo>
                  <a:lnTo>
                    <a:pt x="1" y="5406"/>
                  </a:lnTo>
                  <a:cubicBezTo>
                    <a:pt x="1" y="5525"/>
                    <a:pt x="72" y="5644"/>
                    <a:pt x="191" y="5668"/>
                  </a:cubicBezTo>
                  <a:cubicBezTo>
                    <a:pt x="239" y="5692"/>
                    <a:pt x="1525" y="6311"/>
                    <a:pt x="3454" y="6311"/>
                  </a:cubicBezTo>
                  <a:cubicBezTo>
                    <a:pt x="5407" y="6311"/>
                    <a:pt x="6669" y="5692"/>
                    <a:pt x="6740" y="5668"/>
                  </a:cubicBezTo>
                  <a:cubicBezTo>
                    <a:pt x="6859" y="5597"/>
                    <a:pt x="6907" y="5525"/>
                    <a:pt x="6907" y="5406"/>
                  </a:cubicBezTo>
                  <a:lnTo>
                    <a:pt x="6907" y="334"/>
                  </a:lnTo>
                  <a:cubicBezTo>
                    <a:pt x="6955" y="167"/>
                    <a:pt x="6788" y="0"/>
                    <a:pt x="6621" y="0"/>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5" name="Google Shape;22445;p144"/>
            <p:cNvSpPr/>
            <p:nvPr/>
          </p:nvSpPr>
          <p:spPr>
            <a:xfrm>
              <a:off x="6472232" y="2628703"/>
              <a:ext cx="112471" cy="205535"/>
            </a:xfrm>
            <a:custGeom>
              <a:avLst/>
              <a:gdLst/>
              <a:ahLst/>
              <a:cxnLst/>
              <a:rect l="l" t="t" r="r" b="b"/>
              <a:pathLst>
                <a:path w="3454" h="6312" extrusionOk="0">
                  <a:moveTo>
                    <a:pt x="1" y="0"/>
                  </a:moveTo>
                  <a:lnTo>
                    <a:pt x="1" y="6311"/>
                  </a:lnTo>
                  <a:cubicBezTo>
                    <a:pt x="1930" y="6311"/>
                    <a:pt x="3216" y="5692"/>
                    <a:pt x="3263" y="5668"/>
                  </a:cubicBezTo>
                  <a:cubicBezTo>
                    <a:pt x="3382" y="5644"/>
                    <a:pt x="3454" y="5525"/>
                    <a:pt x="3454" y="5406"/>
                  </a:cubicBezTo>
                  <a:lnTo>
                    <a:pt x="3454" y="334"/>
                  </a:lnTo>
                  <a:cubicBezTo>
                    <a:pt x="3454" y="167"/>
                    <a:pt x="3287" y="0"/>
                    <a:pt x="3120" y="0"/>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6" name="Google Shape;22446;p144"/>
            <p:cNvSpPr/>
            <p:nvPr/>
          </p:nvSpPr>
          <p:spPr>
            <a:xfrm>
              <a:off x="6460607" y="2689953"/>
              <a:ext cx="20970" cy="82513"/>
            </a:xfrm>
            <a:custGeom>
              <a:avLst/>
              <a:gdLst/>
              <a:ahLst/>
              <a:cxnLst/>
              <a:rect l="l" t="t" r="r" b="b"/>
              <a:pathLst>
                <a:path w="644" h="2534" extrusionOk="0">
                  <a:moveTo>
                    <a:pt x="286" y="1"/>
                  </a:moveTo>
                  <a:cubicBezTo>
                    <a:pt x="119" y="25"/>
                    <a:pt x="0" y="167"/>
                    <a:pt x="0" y="334"/>
                  </a:cubicBezTo>
                  <a:lnTo>
                    <a:pt x="0" y="2216"/>
                  </a:lnTo>
                  <a:cubicBezTo>
                    <a:pt x="0" y="2384"/>
                    <a:pt x="130" y="2533"/>
                    <a:pt x="292" y="2533"/>
                  </a:cubicBezTo>
                  <a:cubicBezTo>
                    <a:pt x="313" y="2533"/>
                    <a:pt x="335" y="2531"/>
                    <a:pt x="358" y="2525"/>
                  </a:cubicBezTo>
                  <a:cubicBezTo>
                    <a:pt x="524" y="2501"/>
                    <a:pt x="643" y="2358"/>
                    <a:pt x="643" y="2216"/>
                  </a:cubicBezTo>
                  <a:lnTo>
                    <a:pt x="643" y="334"/>
                  </a:lnTo>
                  <a:cubicBezTo>
                    <a:pt x="643" y="144"/>
                    <a:pt x="500" y="1"/>
                    <a:pt x="286"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7" name="Google Shape;22447;p144"/>
            <p:cNvSpPr/>
            <p:nvPr/>
          </p:nvSpPr>
          <p:spPr>
            <a:xfrm>
              <a:off x="6470669" y="2690734"/>
              <a:ext cx="10908" cy="81471"/>
            </a:xfrm>
            <a:custGeom>
              <a:avLst/>
              <a:gdLst/>
              <a:ahLst/>
              <a:cxnLst/>
              <a:rect l="l" t="t" r="r" b="b"/>
              <a:pathLst>
                <a:path w="335" h="2502" extrusionOk="0">
                  <a:moveTo>
                    <a:pt x="1" y="1"/>
                  </a:moveTo>
                  <a:lnTo>
                    <a:pt x="1" y="2501"/>
                  </a:lnTo>
                  <a:cubicBezTo>
                    <a:pt x="191" y="2501"/>
                    <a:pt x="334" y="2358"/>
                    <a:pt x="334" y="2192"/>
                  </a:cubicBezTo>
                  <a:lnTo>
                    <a:pt x="334" y="310"/>
                  </a:lnTo>
                  <a:cubicBezTo>
                    <a:pt x="334" y="120"/>
                    <a:pt x="191" y="1"/>
                    <a:pt x="1"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8" name="Google Shape;22448;p144"/>
            <p:cNvSpPr/>
            <p:nvPr/>
          </p:nvSpPr>
          <p:spPr>
            <a:xfrm>
              <a:off x="6439669" y="2689953"/>
              <a:ext cx="62064" cy="21752"/>
            </a:xfrm>
            <a:custGeom>
              <a:avLst/>
              <a:gdLst/>
              <a:ahLst/>
              <a:cxnLst/>
              <a:rect l="l" t="t" r="r" b="b"/>
              <a:pathLst>
                <a:path w="1906" h="668" extrusionOk="0">
                  <a:moveTo>
                    <a:pt x="334" y="1"/>
                  </a:moveTo>
                  <a:cubicBezTo>
                    <a:pt x="167" y="1"/>
                    <a:pt x="0" y="144"/>
                    <a:pt x="0" y="334"/>
                  </a:cubicBezTo>
                  <a:cubicBezTo>
                    <a:pt x="0" y="501"/>
                    <a:pt x="167" y="668"/>
                    <a:pt x="334" y="668"/>
                  </a:cubicBezTo>
                  <a:lnTo>
                    <a:pt x="1596" y="668"/>
                  </a:lnTo>
                  <a:cubicBezTo>
                    <a:pt x="1763" y="668"/>
                    <a:pt x="1906" y="501"/>
                    <a:pt x="1906" y="334"/>
                  </a:cubicBezTo>
                  <a:cubicBezTo>
                    <a:pt x="1906" y="144"/>
                    <a:pt x="1763" y="25"/>
                    <a:pt x="1596"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9" name="Google Shape;22449;p144"/>
            <p:cNvSpPr/>
            <p:nvPr/>
          </p:nvSpPr>
          <p:spPr>
            <a:xfrm>
              <a:off x="6470669" y="2690734"/>
              <a:ext cx="31065" cy="20970"/>
            </a:xfrm>
            <a:custGeom>
              <a:avLst/>
              <a:gdLst/>
              <a:ahLst/>
              <a:cxnLst/>
              <a:rect l="l" t="t" r="r" b="b"/>
              <a:pathLst>
                <a:path w="954" h="644" extrusionOk="0">
                  <a:moveTo>
                    <a:pt x="1" y="1"/>
                  </a:moveTo>
                  <a:lnTo>
                    <a:pt x="1" y="644"/>
                  </a:lnTo>
                  <a:lnTo>
                    <a:pt x="644" y="644"/>
                  </a:lnTo>
                  <a:cubicBezTo>
                    <a:pt x="811" y="644"/>
                    <a:pt x="954" y="524"/>
                    <a:pt x="954" y="358"/>
                  </a:cubicBezTo>
                  <a:cubicBezTo>
                    <a:pt x="954" y="143"/>
                    <a:pt x="811" y="1"/>
                    <a:pt x="644"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50" name="Google Shape;22450;p144"/>
          <p:cNvGrpSpPr/>
          <p:nvPr/>
        </p:nvGrpSpPr>
        <p:grpSpPr>
          <a:xfrm>
            <a:off x="5536255" y="2404958"/>
            <a:ext cx="352098" cy="204753"/>
            <a:chOff x="5536255" y="2557358"/>
            <a:chExt cx="352098" cy="204753"/>
          </a:xfrm>
        </p:grpSpPr>
        <p:sp>
          <p:nvSpPr>
            <p:cNvPr id="22451" name="Google Shape;22451;p144"/>
            <p:cNvSpPr/>
            <p:nvPr/>
          </p:nvSpPr>
          <p:spPr>
            <a:xfrm>
              <a:off x="5549443" y="2569765"/>
              <a:ext cx="327286" cy="192347"/>
            </a:xfrm>
            <a:custGeom>
              <a:avLst/>
              <a:gdLst/>
              <a:ahLst/>
              <a:cxnLst/>
              <a:rect l="l" t="t" r="r" b="b"/>
              <a:pathLst>
                <a:path w="10051" h="5907" extrusionOk="0">
                  <a:moveTo>
                    <a:pt x="5025" y="1"/>
                  </a:moveTo>
                  <a:cubicBezTo>
                    <a:pt x="2882" y="1"/>
                    <a:pt x="1334" y="1429"/>
                    <a:pt x="0" y="2954"/>
                  </a:cubicBezTo>
                  <a:cubicBezTo>
                    <a:pt x="1334" y="4501"/>
                    <a:pt x="2882" y="5907"/>
                    <a:pt x="5025" y="5907"/>
                  </a:cubicBezTo>
                  <a:cubicBezTo>
                    <a:pt x="7168" y="5907"/>
                    <a:pt x="8716" y="4478"/>
                    <a:pt x="10050" y="2954"/>
                  </a:cubicBezTo>
                  <a:cubicBezTo>
                    <a:pt x="8693" y="1429"/>
                    <a:pt x="7168" y="1"/>
                    <a:pt x="5025" y="1"/>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2" name="Google Shape;22452;p144"/>
            <p:cNvSpPr/>
            <p:nvPr/>
          </p:nvSpPr>
          <p:spPr>
            <a:xfrm>
              <a:off x="5712288" y="2569765"/>
              <a:ext cx="163659" cy="192347"/>
            </a:xfrm>
            <a:custGeom>
              <a:avLst/>
              <a:gdLst/>
              <a:ahLst/>
              <a:cxnLst/>
              <a:rect l="l" t="t" r="r" b="b"/>
              <a:pathLst>
                <a:path w="5026" h="5907" extrusionOk="0">
                  <a:moveTo>
                    <a:pt x="0" y="1"/>
                  </a:moveTo>
                  <a:lnTo>
                    <a:pt x="0" y="5907"/>
                  </a:lnTo>
                  <a:cubicBezTo>
                    <a:pt x="2144" y="5907"/>
                    <a:pt x="3692" y="4478"/>
                    <a:pt x="5025" y="2954"/>
                  </a:cubicBezTo>
                  <a:cubicBezTo>
                    <a:pt x="3692" y="1429"/>
                    <a:pt x="2167" y="1"/>
                    <a:pt x="0"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3" name="Google Shape;22453;p144"/>
            <p:cNvSpPr/>
            <p:nvPr/>
          </p:nvSpPr>
          <p:spPr>
            <a:xfrm>
              <a:off x="5640944" y="2578296"/>
              <a:ext cx="143503" cy="143503"/>
            </a:xfrm>
            <a:custGeom>
              <a:avLst/>
              <a:gdLst/>
              <a:ahLst/>
              <a:cxnLst/>
              <a:rect l="l" t="t" r="r" b="b"/>
              <a:pathLst>
                <a:path w="4407" h="4407" extrusionOk="0">
                  <a:moveTo>
                    <a:pt x="2215" y="0"/>
                  </a:moveTo>
                  <a:cubicBezTo>
                    <a:pt x="977" y="0"/>
                    <a:pt x="0" y="1001"/>
                    <a:pt x="0" y="2215"/>
                  </a:cubicBezTo>
                  <a:cubicBezTo>
                    <a:pt x="0" y="3430"/>
                    <a:pt x="977" y="4406"/>
                    <a:pt x="2215" y="4406"/>
                  </a:cubicBezTo>
                  <a:cubicBezTo>
                    <a:pt x="3430" y="4406"/>
                    <a:pt x="4406" y="3430"/>
                    <a:pt x="4406" y="2215"/>
                  </a:cubicBezTo>
                  <a:cubicBezTo>
                    <a:pt x="4406" y="1001"/>
                    <a:pt x="3430" y="0"/>
                    <a:pt x="2215" y="0"/>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4" name="Google Shape;22454;p144"/>
            <p:cNvSpPr/>
            <p:nvPr/>
          </p:nvSpPr>
          <p:spPr>
            <a:xfrm>
              <a:off x="5712288" y="2577515"/>
              <a:ext cx="71377" cy="143503"/>
            </a:xfrm>
            <a:custGeom>
              <a:avLst/>
              <a:gdLst/>
              <a:ahLst/>
              <a:cxnLst/>
              <a:rect l="l" t="t" r="r" b="b"/>
              <a:pathLst>
                <a:path w="2192" h="4407" extrusionOk="0">
                  <a:moveTo>
                    <a:pt x="0" y="1"/>
                  </a:moveTo>
                  <a:lnTo>
                    <a:pt x="0" y="4406"/>
                  </a:lnTo>
                  <a:cubicBezTo>
                    <a:pt x="1215" y="4406"/>
                    <a:pt x="2191" y="3430"/>
                    <a:pt x="2191" y="2215"/>
                  </a:cubicBezTo>
                  <a:cubicBezTo>
                    <a:pt x="2191" y="1025"/>
                    <a:pt x="1215" y="24"/>
                    <a:pt x="0" y="1"/>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5" name="Google Shape;22455;p144"/>
            <p:cNvSpPr/>
            <p:nvPr/>
          </p:nvSpPr>
          <p:spPr>
            <a:xfrm>
              <a:off x="5536255" y="2557358"/>
              <a:ext cx="352098" cy="123347"/>
            </a:xfrm>
            <a:custGeom>
              <a:avLst/>
              <a:gdLst/>
              <a:ahLst/>
              <a:cxnLst/>
              <a:rect l="l" t="t" r="r" b="b"/>
              <a:pathLst>
                <a:path w="10813" h="3788" extrusionOk="0">
                  <a:moveTo>
                    <a:pt x="5430" y="1"/>
                  </a:moveTo>
                  <a:cubicBezTo>
                    <a:pt x="2120" y="1"/>
                    <a:pt x="191" y="3192"/>
                    <a:pt x="96" y="3311"/>
                  </a:cubicBezTo>
                  <a:cubicBezTo>
                    <a:pt x="0" y="3477"/>
                    <a:pt x="72" y="3644"/>
                    <a:pt x="215" y="3739"/>
                  </a:cubicBezTo>
                  <a:cubicBezTo>
                    <a:pt x="264" y="3764"/>
                    <a:pt x="319" y="3777"/>
                    <a:pt x="375" y="3777"/>
                  </a:cubicBezTo>
                  <a:cubicBezTo>
                    <a:pt x="481" y="3777"/>
                    <a:pt x="589" y="3729"/>
                    <a:pt x="667" y="3620"/>
                  </a:cubicBezTo>
                  <a:cubicBezTo>
                    <a:pt x="667" y="3596"/>
                    <a:pt x="2501" y="643"/>
                    <a:pt x="5430" y="643"/>
                  </a:cubicBezTo>
                  <a:cubicBezTo>
                    <a:pt x="8336" y="643"/>
                    <a:pt x="10145" y="3596"/>
                    <a:pt x="10193" y="3620"/>
                  </a:cubicBezTo>
                  <a:cubicBezTo>
                    <a:pt x="10240" y="3730"/>
                    <a:pt x="10349" y="3788"/>
                    <a:pt x="10458" y="3788"/>
                  </a:cubicBezTo>
                  <a:cubicBezTo>
                    <a:pt x="10515" y="3788"/>
                    <a:pt x="10573" y="3772"/>
                    <a:pt x="10622" y="3739"/>
                  </a:cubicBezTo>
                  <a:cubicBezTo>
                    <a:pt x="10788" y="3644"/>
                    <a:pt x="10812" y="3454"/>
                    <a:pt x="10741" y="3311"/>
                  </a:cubicBezTo>
                  <a:cubicBezTo>
                    <a:pt x="10669" y="3144"/>
                    <a:pt x="8740" y="1"/>
                    <a:pt x="5430"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6" name="Google Shape;22456;p144"/>
            <p:cNvSpPr/>
            <p:nvPr/>
          </p:nvSpPr>
          <p:spPr>
            <a:xfrm>
              <a:off x="5713070" y="2558140"/>
              <a:ext cx="175284" cy="122565"/>
            </a:xfrm>
            <a:custGeom>
              <a:avLst/>
              <a:gdLst/>
              <a:ahLst/>
              <a:cxnLst/>
              <a:rect l="l" t="t" r="r" b="b"/>
              <a:pathLst>
                <a:path w="5383" h="3764" extrusionOk="0">
                  <a:moveTo>
                    <a:pt x="0" y="0"/>
                  </a:moveTo>
                  <a:lnTo>
                    <a:pt x="0" y="619"/>
                  </a:lnTo>
                  <a:cubicBezTo>
                    <a:pt x="2906" y="619"/>
                    <a:pt x="4715" y="3572"/>
                    <a:pt x="4763" y="3596"/>
                  </a:cubicBezTo>
                  <a:cubicBezTo>
                    <a:pt x="4810" y="3706"/>
                    <a:pt x="4919" y="3764"/>
                    <a:pt x="5028" y="3764"/>
                  </a:cubicBezTo>
                  <a:cubicBezTo>
                    <a:pt x="5085" y="3764"/>
                    <a:pt x="5143" y="3748"/>
                    <a:pt x="5192" y="3715"/>
                  </a:cubicBezTo>
                  <a:cubicBezTo>
                    <a:pt x="5335" y="3620"/>
                    <a:pt x="5382" y="3430"/>
                    <a:pt x="5311" y="3311"/>
                  </a:cubicBezTo>
                  <a:cubicBezTo>
                    <a:pt x="5239" y="3168"/>
                    <a:pt x="3263" y="0"/>
                    <a:pt x="0"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7" name="Google Shape;22457;p144"/>
            <p:cNvSpPr/>
            <p:nvPr/>
          </p:nvSpPr>
          <p:spPr>
            <a:xfrm>
              <a:off x="5682037" y="2619390"/>
              <a:ext cx="62064" cy="62064"/>
            </a:xfrm>
            <a:custGeom>
              <a:avLst/>
              <a:gdLst/>
              <a:ahLst/>
              <a:cxnLst/>
              <a:rect l="l" t="t" r="r" b="b"/>
              <a:pathLst>
                <a:path w="1906" h="1906" extrusionOk="0">
                  <a:moveTo>
                    <a:pt x="953" y="1"/>
                  </a:moveTo>
                  <a:cubicBezTo>
                    <a:pt x="405" y="1"/>
                    <a:pt x="1" y="406"/>
                    <a:pt x="1" y="953"/>
                  </a:cubicBezTo>
                  <a:cubicBezTo>
                    <a:pt x="1" y="1477"/>
                    <a:pt x="405" y="1906"/>
                    <a:pt x="953" y="1906"/>
                  </a:cubicBezTo>
                  <a:cubicBezTo>
                    <a:pt x="1477" y="1906"/>
                    <a:pt x="1906" y="1477"/>
                    <a:pt x="1906" y="953"/>
                  </a:cubicBezTo>
                  <a:cubicBezTo>
                    <a:pt x="1882" y="406"/>
                    <a:pt x="1453" y="1"/>
                    <a:pt x="953"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8" name="Google Shape;22458;p144"/>
            <p:cNvSpPr/>
            <p:nvPr/>
          </p:nvSpPr>
          <p:spPr>
            <a:xfrm>
              <a:off x="5711507" y="2619390"/>
              <a:ext cx="31814" cy="61283"/>
            </a:xfrm>
            <a:custGeom>
              <a:avLst/>
              <a:gdLst/>
              <a:ahLst/>
              <a:cxnLst/>
              <a:rect l="l" t="t" r="r" b="b"/>
              <a:pathLst>
                <a:path w="977" h="1882" extrusionOk="0">
                  <a:moveTo>
                    <a:pt x="1" y="1"/>
                  </a:moveTo>
                  <a:lnTo>
                    <a:pt x="1" y="1882"/>
                  </a:lnTo>
                  <a:cubicBezTo>
                    <a:pt x="548" y="1882"/>
                    <a:pt x="977" y="1453"/>
                    <a:pt x="977" y="929"/>
                  </a:cubicBezTo>
                  <a:cubicBezTo>
                    <a:pt x="977" y="406"/>
                    <a:pt x="548" y="1"/>
                    <a:pt x="1"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59" name="Google Shape;22459;p144"/>
          <p:cNvGrpSpPr/>
          <p:nvPr/>
        </p:nvGrpSpPr>
        <p:grpSpPr>
          <a:xfrm>
            <a:off x="4833687" y="2332051"/>
            <a:ext cx="227254" cy="349786"/>
            <a:chOff x="4833687" y="2484451"/>
            <a:chExt cx="227254" cy="349786"/>
          </a:xfrm>
        </p:grpSpPr>
        <p:sp>
          <p:nvSpPr>
            <p:cNvPr id="22460" name="Google Shape;22460;p144"/>
            <p:cNvSpPr/>
            <p:nvPr/>
          </p:nvSpPr>
          <p:spPr>
            <a:xfrm>
              <a:off x="4833687" y="2485232"/>
              <a:ext cx="226472" cy="258253"/>
            </a:xfrm>
            <a:custGeom>
              <a:avLst/>
              <a:gdLst/>
              <a:ahLst/>
              <a:cxnLst/>
              <a:rect l="l" t="t" r="r" b="b"/>
              <a:pathLst>
                <a:path w="6955" h="7931" extrusionOk="0">
                  <a:moveTo>
                    <a:pt x="3477" y="1"/>
                  </a:moveTo>
                  <a:cubicBezTo>
                    <a:pt x="1572" y="1"/>
                    <a:pt x="96" y="1501"/>
                    <a:pt x="24" y="3382"/>
                  </a:cubicBezTo>
                  <a:cubicBezTo>
                    <a:pt x="1" y="4526"/>
                    <a:pt x="524" y="5645"/>
                    <a:pt x="1477" y="6312"/>
                  </a:cubicBezTo>
                  <a:cubicBezTo>
                    <a:pt x="1763" y="6502"/>
                    <a:pt x="1906" y="6764"/>
                    <a:pt x="1906" y="7050"/>
                  </a:cubicBezTo>
                  <a:lnTo>
                    <a:pt x="1906" y="7931"/>
                  </a:lnTo>
                  <a:lnTo>
                    <a:pt x="5049" y="7931"/>
                  </a:lnTo>
                  <a:lnTo>
                    <a:pt x="5049" y="7097"/>
                  </a:lnTo>
                  <a:cubicBezTo>
                    <a:pt x="5049" y="6788"/>
                    <a:pt x="5216" y="6502"/>
                    <a:pt x="5502" y="6288"/>
                  </a:cubicBezTo>
                  <a:cubicBezTo>
                    <a:pt x="6430" y="5621"/>
                    <a:pt x="6954" y="4597"/>
                    <a:pt x="6954" y="3454"/>
                  </a:cubicBezTo>
                  <a:cubicBezTo>
                    <a:pt x="6931" y="1549"/>
                    <a:pt x="5383" y="1"/>
                    <a:pt x="3477" y="1"/>
                  </a:cubicBezTo>
                  <a:close/>
                </a:path>
              </a:pathLst>
            </a:custGeom>
            <a:solidFill>
              <a:srgbClr val="DE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1" name="Google Shape;22461;p144"/>
            <p:cNvSpPr/>
            <p:nvPr/>
          </p:nvSpPr>
          <p:spPr>
            <a:xfrm>
              <a:off x="4948469" y="2484451"/>
              <a:ext cx="112471" cy="256723"/>
            </a:xfrm>
            <a:custGeom>
              <a:avLst/>
              <a:gdLst/>
              <a:ahLst/>
              <a:cxnLst/>
              <a:rect l="l" t="t" r="r" b="b"/>
              <a:pathLst>
                <a:path w="3454" h="7884" extrusionOk="0">
                  <a:moveTo>
                    <a:pt x="0" y="1"/>
                  </a:moveTo>
                  <a:lnTo>
                    <a:pt x="0" y="7884"/>
                  </a:lnTo>
                  <a:lnTo>
                    <a:pt x="1572" y="7884"/>
                  </a:lnTo>
                  <a:lnTo>
                    <a:pt x="1572" y="7074"/>
                  </a:lnTo>
                  <a:lnTo>
                    <a:pt x="1548" y="7074"/>
                  </a:lnTo>
                  <a:cubicBezTo>
                    <a:pt x="1548" y="6788"/>
                    <a:pt x="1691" y="6478"/>
                    <a:pt x="1977" y="6288"/>
                  </a:cubicBezTo>
                  <a:cubicBezTo>
                    <a:pt x="2905" y="5621"/>
                    <a:pt x="3453" y="4597"/>
                    <a:pt x="3453" y="3454"/>
                  </a:cubicBezTo>
                  <a:cubicBezTo>
                    <a:pt x="3453" y="1549"/>
                    <a:pt x="1929" y="1"/>
                    <a:pt x="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2" name="Google Shape;22462;p144"/>
            <p:cNvSpPr/>
            <p:nvPr/>
          </p:nvSpPr>
          <p:spPr>
            <a:xfrm>
              <a:off x="4895718" y="2783016"/>
              <a:ext cx="101628" cy="51221"/>
            </a:xfrm>
            <a:custGeom>
              <a:avLst/>
              <a:gdLst/>
              <a:ahLst/>
              <a:cxnLst/>
              <a:rect l="l" t="t" r="r" b="b"/>
              <a:pathLst>
                <a:path w="3121" h="1573" extrusionOk="0">
                  <a:moveTo>
                    <a:pt x="1" y="0"/>
                  </a:moveTo>
                  <a:cubicBezTo>
                    <a:pt x="1" y="858"/>
                    <a:pt x="691" y="1572"/>
                    <a:pt x="1572" y="1572"/>
                  </a:cubicBezTo>
                  <a:cubicBezTo>
                    <a:pt x="2477" y="1572"/>
                    <a:pt x="3097" y="834"/>
                    <a:pt x="3120" y="24"/>
                  </a:cubicBezTo>
                  <a:lnTo>
                    <a:pt x="1572" y="0"/>
                  </a:ln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3" name="Google Shape;22463;p144"/>
            <p:cNvSpPr/>
            <p:nvPr/>
          </p:nvSpPr>
          <p:spPr>
            <a:xfrm>
              <a:off x="4946125" y="2783016"/>
              <a:ext cx="51221" cy="51221"/>
            </a:xfrm>
            <a:custGeom>
              <a:avLst/>
              <a:gdLst/>
              <a:ahLst/>
              <a:cxnLst/>
              <a:rect l="l" t="t" r="r" b="b"/>
              <a:pathLst>
                <a:path w="1573" h="1573" extrusionOk="0">
                  <a:moveTo>
                    <a:pt x="1" y="0"/>
                  </a:moveTo>
                  <a:lnTo>
                    <a:pt x="1" y="1572"/>
                  </a:lnTo>
                  <a:cubicBezTo>
                    <a:pt x="929" y="1572"/>
                    <a:pt x="1549" y="834"/>
                    <a:pt x="1572"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4" name="Google Shape;22464;p144"/>
            <p:cNvSpPr/>
            <p:nvPr/>
          </p:nvSpPr>
          <p:spPr>
            <a:xfrm>
              <a:off x="4894188" y="2608547"/>
              <a:ext cx="105470" cy="40931"/>
            </a:xfrm>
            <a:custGeom>
              <a:avLst/>
              <a:gdLst/>
              <a:ahLst/>
              <a:cxnLst/>
              <a:rect l="l" t="t" r="r" b="b"/>
              <a:pathLst>
                <a:path w="3239" h="1257" extrusionOk="0">
                  <a:moveTo>
                    <a:pt x="1596" y="0"/>
                  </a:moveTo>
                  <a:cubicBezTo>
                    <a:pt x="1500" y="0"/>
                    <a:pt x="1453" y="24"/>
                    <a:pt x="1381" y="96"/>
                  </a:cubicBezTo>
                  <a:lnTo>
                    <a:pt x="976" y="500"/>
                  </a:lnTo>
                  <a:lnTo>
                    <a:pt x="548" y="96"/>
                  </a:lnTo>
                  <a:cubicBezTo>
                    <a:pt x="488" y="36"/>
                    <a:pt x="411" y="6"/>
                    <a:pt x="333" y="6"/>
                  </a:cubicBezTo>
                  <a:cubicBezTo>
                    <a:pt x="256" y="6"/>
                    <a:pt x="179" y="36"/>
                    <a:pt x="119" y="96"/>
                  </a:cubicBezTo>
                  <a:cubicBezTo>
                    <a:pt x="0" y="215"/>
                    <a:pt x="0" y="429"/>
                    <a:pt x="119" y="548"/>
                  </a:cubicBezTo>
                  <a:lnTo>
                    <a:pt x="738" y="1167"/>
                  </a:lnTo>
                  <a:cubicBezTo>
                    <a:pt x="798" y="1227"/>
                    <a:pt x="881" y="1256"/>
                    <a:pt x="965" y="1256"/>
                  </a:cubicBezTo>
                  <a:cubicBezTo>
                    <a:pt x="1048" y="1256"/>
                    <a:pt x="1131" y="1227"/>
                    <a:pt x="1191" y="1167"/>
                  </a:cubicBezTo>
                  <a:lnTo>
                    <a:pt x="1596" y="739"/>
                  </a:lnTo>
                  <a:lnTo>
                    <a:pt x="2024" y="1167"/>
                  </a:lnTo>
                  <a:cubicBezTo>
                    <a:pt x="2084" y="1227"/>
                    <a:pt x="2161" y="1256"/>
                    <a:pt x="2239" y="1256"/>
                  </a:cubicBezTo>
                  <a:cubicBezTo>
                    <a:pt x="2316" y="1256"/>
                    <a:pt x="2393" y="1227"/>
                    <a:pt x="2453" y="1167"/>
                  </a:cubicBezTo>
                  <a:lnTo>
                    <a:pt x="3096" y="548"/>
                  </a:lnTo>
                  <a:cubicBezTo>
                    <a:pt x="3239" y="381"/>
                    <a:pt x="3239" y="215"/>
                    <a:pt x="3096" y="96"/>
                  </a:cubicBezTo>
                  <a:cubicBezTo>
                    <a:pt x="3036" y="36"/>
                    <a:pt x="2953" y="6"/>
                    <a:pt x="2870" y="6"/>
                  </a:cubicBezTo>
                  <a:cubicBezTo>
                    <a:pt x="2786" y="6"/>
                    <a:pt x="2703" y="36"/>
                    <a:pt x="2643" y="96"/>
                  </a:cubicBezTo>
                  <a:lnTo>
                    <a:pt x="2215" y="500"/>
                  </a:lnTo>
                  <a:lnTo>
                    <a:pt x="1810" y="96"/>
                  </a:lnTo>
                  <a:cubicBezTo>
                    <a:pt x="1739" y="24"/>
                    <a:pt x="1667" y="0"/>
                    <a:pt x="1596"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5" name="Google Shape;22465;p144"/>
            <p:cNvSpPr/>
            <p:nvPr/>
          </p:nvSpPr>
          <p:spPr>
            <a:xfrm>
              <a:off x="4946125" y="2608547"/>
              <a:ext cx="52784" cy="40931"/>
            </a:xfrm>
            <a:custGeom>
              <a:avLst/>
              <a:gdLst/>
              <a:ahLst/>
              <a:cxnLst/>
              <a:rect l="l" t="t" r="r" b="b"/>
              <a:pathLst>
                <a:path w="1621" h="1257" extrusionOk="0">
                  <a:moveTo>
                    <a:pt x="1" y="0"/>
                  </a:moveTo>
                  <a:lnTo>
                    <a:pt x="1" y="739"/>
                  </a:lnTo>
                  <a:lnTo>
                    <a:pt x="429" y="1167"/>
                  </a:lnTo>
                  <a:cubicBezTo>
                    <a:pt x="501" y="1227"/>
                    <a:pt x="578" y="1256"/>
                    <a:pt x="653" y="1256"/>
                  </a:cubicBezTo>
                  <a:cubicBezTo>
                    <a:pt x="727" y="1256"/>
                    <a:pt x="798" y="1227"/>
                    <a:pt x="858" y="1167"/>
                  </a:cubicBezTo>
                  <a:lnTo>
                    <a:pt x="1501" y="548"/>
                  </a:lnTo>
                  <a:cubicBezTo>
                    <a:pt x="1620" y="429"/>
                    <a:pt x="1620" y="238"/>
                    <a:pt x="1525" y="119"/>
                  </a:cubicBezTo>
                  <a:cubicBezTo>
                    <a:pt x="1463" y="45"/>
                    <a:pt x="1374" y="9"/>
                    <a:pt x="1284" y="9"/>
                  </a:cubicBezTo>
                  <a:cubicBezTo>
                    <a:pt x="1201" y="9"/>
                    <a:pt x="1117" y="39"/>
                    <a:pt x="1048" y="96"/>
                  </a:cubicBezTo>
                  <a:lnTo>
                    <a:pt x="620" y="500"/>
                  </a:lnTo>
                  <a:lnTo>
                    <a:pt x="215" y="96"/>
                  </a:lnTo>
                  <a:cubicBezTo>
                    <a:pt x="144" y="24"/>
                    <a:pt x="72" y="0"/>
                    <a:pt x="1"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6" name="Google Shape;22466;p144"/>
            <p:cNvSpPr/>
            <p:nvPr/>
          </p:nvSpPr>
          <p:spPr>
            <a:xfrm>
              <a:off x="4895718" y="2742704"/>
              <a:ext cx="102409" cy="40345"/>
            </a:xfrm>
            <a:custGeom>
              <a:avLst/>
              <a:gdLst/>
              <a:ahLst/>
              <a:cxnLst/>
              <a:rect l="l" t="t" r="r" b="b"/>
              <a:pathLst>
                <a:path w="3145" h="1239" extrusionOk="0">
                  <a:moveTo>
                    <a:pt x="1" y="0"/>
                  </a:moveTo>
                  <a:lnTo>
                    <a:pt x="1" y="1238"/>
                  </a:lnTo>
                  <a:lnTo>
                    <a:pt x="3144" y="1238"/>
                  </a:lnTo>
                  <a:lnTo>
                    <a:pt x="3144" y="1191"/>
                  </a:lnTo>
                  <a:lnTo>
                    <a:pt x="3144" y="0"/>
                  </a:ln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7" name="Google Shape;22467;p144"/>
            <p:cNvSpPr/>
            <p:nvPr/>
          </p:nvSpPr>
          <p:spPr>
            <a:xfrm>
              <a:off x="4946906" y="2742704"/>
              <a:ext cx="52002" cy="40345"/>
            </a:xfrm>
            <a:custGeom>
              <a:avLst/>
              <a:gdLst/>
              <a:ahLst/>
              <a:cxnLst/>
              <a:rect l="l" t="t" r="r" b="b"/>
              <a:pathLst>
                <a:path w="1597" h="1239" extrusionOk="0">
                  <a:moveTo>
                    <a:pt x="0" y="0"/>
                  </a:moveTo>
                  <a:lnTo>
                    <a:pt x="0" y="1238"/>
                  </a:lnTo>
                  <a:lnTo>
                    <a:pt x="1596" y="1238"/>
                  </a:lnTo>
                  <a:cubicBezTo>
                    <a:pt x="1548" y="1238"/>
                    <a:pt x="1596" y="1215"/>
                    <a:pt x="1596" y="1191"/>
                  </a:cubicBezTo>
                  <a:lnTo>
                    <a:pt x="1596"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8" name="Google Shape;22468;p144"/>
            <p:cNvSpPr/>
            <p:nvPr/>
          </p:nvSpPr>
          <p:spPr>
            <a:xfrm>
              <a:off x="4874781" y="2731828"/>
              <a:ext cx="145066" cy="20189"/>
            </a:xfrm>
            <a:custGeom>
              <a:avLst/>
              <a:gdLst/>
              <a:ahLst/>
              <a:cxnLst/>
              <a:rect l="l" t="t" r="r" b="b"/>
              <a:pathLst>
                <a:path w="4455" h="620" extrusionOk="0">
                  <a:moveTo>
                    <a:pt x="382" y="1"/>
                  </a:moveTo>
                  <a:cubicBezTo>
                    <a:pt x="144" y="25"/>
                    <a:pt x="1" y="167"/>
                    <a:pt x="25" y="358"/>
                  </a:cubicBezTo>
                  <a:cubicBezTo>
                    <a:pt x="48" y="501"/>
                    <a:pt x="167" y="620"/>
                    <a:pt x="358" y="620"/>
                  </a:cubicBezTo>
                  <a:lnTo>
                    <a:pt x="4097" y="620"/>
                  </a:lnTo>
                  <a:cubicBezTo>
                    <a:pt x="4240" y="620"/>
                    <a:pt x="4383" y="501"/>
                    <a:pt x="4430" y="358"/>
                  </a:cubicBezTo>
                  <a:cubicBezTo>
                    <a:pt x="4454" y="167"/>
                    <a:pt x="4311" y="1"/>
                    <a:pt x="4121"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9" name="Google Shape;22469;p144"/>
            <p:cNvSpPr/>
            <p:nvPr/>
          </p:nvSpPr>
          <p:spPr>
            <a:xfrm>
              <a:off x="4873999" y="2773704"/>
              <a:ext cx="145066" cy="20189"/>
            </a:xfrm>
            <a:custGeom>
              <a:avLst/>
              <a:gdLst/>
              <a:ahLst/>
              <a:cxnLst/>
              <a:rect l="l" t="t" r="r" b="b"/>
              <a:pathLst>
                <a:path w="4455" h="620" extrusionOk="0">
                  <a:moveTo>
                    <a:pt x="382" y="1"/>
                  </a:moveTo>
                  <a:cubicBezTo>
                    <a:pt x="215" y="1"/>
                    <a:pt x="72" y="120"/>
                    <a:pt x="49" y="263"/>
                  </a:cubicBezTo>
                  <a:cubicBezTo>
                    <a:pt x="1" y="429"/>
                    <a:pt x="168" y="620"/>
                    <a:pt x="334" y="620"/>
                  </a:cubicBezTo>
                  <a:lnTo>
                    <a:pt x="4097" y="620"/>
                  </a:lnTo>
                  <a:cubicBezTo>
                    <a:pt x="4311" y="620"/>
                    <a:pt x="4454" y="429"/>
                    <a:pt x="4454" y="263"/>
                  </a:cubicBezTo>
                  <a:cubicBezTo>
                    <a:pt x="4430" y="120"/>
                    <a:pt x="4311" y="1"/>
                    <a:pt x="4121"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0" name="Google Shape;22470;p144"/>
            <p:cNvSpPr/>
            <p:nvPr/>
          </p:nvSpPr>
          <p:spPr>
            <a:xfrm>
              <a:off x="4946906" y="2732610"/>
              <a:ext cx="72158" cy="20189"/>
            </a:xfrm>
            <a:custGeom>
              <a:avLst/>
              <a:gdLst/>
              <a:ahLst/>
              <a:cxnLst/>
              <a:rect l="l" t="t" r="r" b="b"/>
              <a:pathLst>
                <a:path w="2216" h="620" extrusionOk="0">
                  <a:moveTo>
                    <a:pt x="0" y="1"/>
                  </a:moveTo>
                  <a:lnTo>
                    <a:pt x="0" y="620"/>
                  </a:lnTo>
                  <a:lnTo>
                    <a:pt x="1882" y="620"/>
                  </a:lnTo>
                  <a:cubicBezTo>
                    <a:pt x="2072" y="620"/>
                    <a:pt x="2215" y="477"/>
                    <a:pt x="2191" y="263"/>
                  </a:cubicBezTo>
                  <a:cubicBezTo>
                    <a:pt x="2191" y="96"/>
                    <a:pt x="2025" y="1"/>
                    <a:pt x="1882" y="1"/>
                  </a:cubicBezTo>
                  <a:close/>
                </a:path>
              </a:pathLst>
            </a:custGeom>
            <a:solidFill>
              <a:srgbClr val="E3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1" name="Google Shape;22471;p144"/>
            <p:cNvSpPr/>
            <p:nvPr/>
          </p:nvSpPr>
          <p:spPr>
            <a:xfrm>
              <a:off x="4946906" y="2772922"/>
              <a:ext cx="72158" cy="20970"/>
            </a:xfrm>
            <a:custGeom>
              <a:avLst/>
              <a:gdLst/>
              <a:ahLst/>
              <a:cxnLst/>
              <a:rect l="l" t="t" r="r" b="b"/>
              <a:pathLst>
                <a:path w="2216" h="644" extrusionOk="0">
                  <a:moveTo>
                    <a:pt x="0" y="1"/>
                  </a:moveTo>
                  <a:lnTo>
                    <a:pt x="0" y="644"/>
                  </a:lnTo>
                  <a:lnTo>
                    <a:pt x="1882" y="644"/>
                  </a:lnTo>
                  <a:cubicBezTo>
                    <a:pt x="2072" y="644"/>
                    <a:pt x="2215" y="501"/>
                    <a:pt x="2191" y="287"/>
                  </a:cubicBezTo>
                  <a:cubicBezTo>
                    <a:pt x="2191" y="144"/>
                    <a:pt x="2025" y="1"/>
                    <a:pt x="1882" y="1"/>
                  </a:cubicBezTo>
                  <a:close/>
                </a:path>
              </a:pathLst>
            </a:custGeom>
            <a:solidFill>
              <a:srgbClr val="E3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72" name="Google Shape;22472;p144"/>
          <p:cNvGrpSpPr/>
          <p:nvPr/>
        </p:nvGrpSpPr>
        <p:grpSpPr>
          <a:xfrm>
            <a:off x="4018680" y="2332832"/>
            <a:ext cx="348223" cy="349786"/>
            <a:chOff x="4018680" y="2485232"/>
            <a:chExt cx="348223" cy="349786"/>
          </a:xfrm>
        </p:grpSpPr>
        <p:sp>
          <p:nvSpPr>
            <p:cNvPr id="22473" name="Google Shape;22473;p144"/>
            <p:cNvSpPr/>
            <p:nvPr/>
          </p:nvSpPr>
          <p:spPr>
            <a:xfrm>
              <a:off x="4223400" y="2730298"/>
              <a:ext cx="103158" cy="83783"/>
            </a:xfrm>
            <a:custGeom>
              <a:avLst/>
              <a:gdLst/>
              <a:ahLst/>
              <a:cxnLst/>
              <a:rect l="l" t="t" r="r" b="b"/>
              <a:pathLst>
                <a:path w="3168" h="2573" extrusionOk="0">
                  <a:moveTo>
                    <a:pt x="2858" y="0"/>
                  </a:moveTo>
                  <a:cubicBezTo>
                    <a:pt x="2668" y="0"/>
                    <a:pt x="2525" y="167"/>
                    <a:pt x="2525" y="334"/>
                  </a:cubicBezTo>
                  <a:lnTo>
                    <a:pt x="2525" y="977"/>
                  </a:lnTo>
                  <a:cubicBezTo>
                    <a:pt x="2525" y="1500"/>
                    <a:pt x="2072" y="1905"/>
                    <a:pt x="1572" y="1905"/>
                  </a:cubicBezTo>
                  <a:lnTo>
                    <a:pt x="310" y="1905"/>
                  </a:lnTo>
                  <a:cubicBezTo>
                    <a:pt x="143" y="1905"/>
                    <a:pt x="1" y="2072"/>
                    <a:pt x="1" y="2239"/>
                  </a:cubicBezTo>
                  <a:cubicBezTo>
                    <a:pt x="1" y="2429"/>
                    <a:pt x="143" y="2572"/>
                    <a:pt x="310" y="2572"/>
                  </a:cubicBezTo>
                  <a:lnTo>
                    <a:pt x="1572" y="2572"/>
                  </a:lnTo>
                  <a:cubicBezTo>
                    <a:pt x="2430" y="2572"/>
                    <a:pt x="3144" y="1858"/>
                    <a:pt x="3168" y="977"/>
                  </a:cubicBezTo>
                  <a:lnTo>
                    <a:pt x="3168" y="334"/>
                  </a:lnTo>
                  <a:cubicBezTo>
                    <a:pt x="3168" y="167"/>
                    <a:pt x="3025" y="0"/>
                    <a:pt x="2858" y="0"/>
                  </a:cubicBezTo>
                  <a:close/>
                </a:path>
              </a:pathLst>
            </a:custGeom>
            <a:solidFill>
              <a:srgbClr val="E3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4" name="Google Shape;22474;p144"/>
            <p:cNvSpPr/>
            <p:nvPr/>
          </p:nvSpPr>
          <p:spPr>
            <a:xfrm>
              <a:off x="4018680" y="2627140"/>
              <a:ext cx="55096" cy="108596"/>
            </a:xfrm>
            <a:custGeom>
              <a:avLst/>
              <a:gdLst/>
              <a:ahLst/>
              <a:cxnLst/>
              <a:rect l="l" t="t" r="r" b="b"/>
              <a:pathLst>
                <a:path w="1692" h="3335" extrusionOk="0">
                  <a:moveTo>
                    <a:pt x="1059" y="0"/>
                  </a:moveTo>
                  <a:cubicBezTo>
                    <a:pt x="255" y="0"/>
                    <a:pt x="1" y="776"/>
                    <a:pt x="1" y="1644"/>
                  </a:cubicBezTo>
                  <a:cubicBezTo>
                    <a:pt x="1" y="2501"/>
                    <a:pt x="262" y="3335"/>
                    <a:pt x="1120" y="3335"/>
                  </a:cubicBezTo>
                  <a:cubicBezTo>
                    <a:pt x="1358" y="3335"/>
                    <a:pt x="1572" y="3263"/>
                    <a:pt x="1691" y="3216"/>
                  </a:cubicBezTo>
                  <a:lnTo>
                    <a:pt x="1691" y="120"/>
                  </a:lnTo>
                  <a:cubicBezTo>
                    <a:pt x="1572" y="48"/>
                    <a:pt x="1334" y="1"/>
                    <a:pt x="1096" y="1"/>
                  </a:cubicBezTo>
                  <a:cubicBezTo>
                    <a:pt x="1084" y="0"/>
                    <a:pt x="1071" y="0"/>
                    <a:pt x="1059" y="0"/>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5" name="Google Shape;22475;p144"/>
            <p:cNvSpPr/>
            <p:nvPr/>
          </p:nvSpPr>
          <p:spPr>
            <a:xfrm>
              <a:off x="4058992" y="2485232"/>
              <a:ext cx="269129" cy="145066"/>
            </a:xfrm>
            <a:custGeom>
              <a:avLst/>
              <a:gdLst/>
              <a:ahLst/>
              <a:cxnLst/>
              <a:rect l="l" t="t" r="r" b="b"/>
              <a:pathLst>
                <a:path w="8265" h="4455" extrusionOk="0">
                  <a:moveTo>
                    <a:pt x="4121" y="1"/>
                  </a:moveTo>
                  <a:cubicBezTo>
                    <a:pt x="1858" y="1"/>
                    <a:pt x="1" y="1858"/>
                    <a:pt x="1" y="4121"/>
                  </a:cubicBezTo>
                  <a:cubicBezTo>
                    <a:pt x="1" y="4287"/>
                    <a:pt x="168" y="4454"/>
                    <a:pt x="334" y="4454"/>
                  </a:cubicBezTo>
                  <a:cubicBezTo>
                    <a:pt x="525" y="4454"/>
                    <a:pt x="668" y="4287"/>
                    <a:pt x="668" y="4121"/>
                  </a:cubicBezTo>
                  <a:cubicBezTo>
                    <a:pt x="668" y="2216"/>
                    <a:pt x="2239" y="644"/>
                    <a:pt x="4145" y="644"/>
                  </a:cubicBezTo>
                  <a:cubicBezTo>
                    <a:pt x="6050" y="644"/>
                    <a:pt x="7598" y="2216"/>
                    <a:pt x="7598" y="4121"/>
                  </a:cubicBezTo>
                  <a:cubicBezTo>
                    <a:pt x="7598" y="4287"/>
                    <a:pt x="7741" y="4454"/>
                    <a:pt x="7931" y="4454"/>
                  </a:cubicBezTo>
                  <a:cubicBezTo>
                    <a:pt x="8098" y="4454"/>
                    <a:pt x="8265" y="4287"/>
                    <a:pt x="8265" y="4121"/>
                  </a:cubicBezTo>
                  <a:cubicBezTo>
                    <a:pt x="8193" y="1858"/>
                    <a:pt x="6359" y="1"/>
                    <a:pt x="4121"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6" name="Google Shape;22476;p144"/>
            <p:cNvSpPr/>
            <p:nvPr/>
          </p:nvSpPr>
          <p:spPr>
            <a:xfrm>
              <a:off x="4193931" y="2485232"/>
              <a:ext cx="132627" cy="145066"/>
            </a:xfrm>
            <a:custGeom>
              <a:avLst/>
              <a:gdLst/>
              <a:ahLst/>
              <a:cxnLst/>
              <a:rect l="l" t="t" r="r" b="b"/>
              <a:pathLst>
                <a:path w="4073" h="4455" extrusionOk="0">
                  <a:moveTo>
                    <a:pt x="1" y="1"/>
                  </a:moveTo>
                  <a:lnTo>
                    <a:pt x="1" y="644"/>
                  </a:lnTo>
                  <a:cubicBezTo>
                    <a:pt x="1882" y="644"/>
                    <a:pt x="3430" y="2216"/>
                    <a:pt x="3430" y="4121"/>
                  </a:cubicBezTo>
                  <a:cubicBezTo>
                    <a:pt x="3430" y="4287"/>
                    <a:pt x="3573" y="4454"/>
                    <a:pt x="3763" y="4454"/>
                  </a:cubicBezTo>
                  <a:cubicBezTo>
                    <a:pt x="3930" y="4454"/>
                    <a:pt x="4073" y="4287"/>
                    <a:pt x="4073" y="4121"/>
                  </a:cubicBezTo>
                  <a:cubicBezTo>
                    <a:pt x="4073" y="1858"/>
                    <a:pt x="2239" y="1"/>
                    <a:pt x="1" y="1"/>
                  </a:cubicBezTo>
                  <a:close/>
                </a:path>
              </a:pathLst>
            </a:custGeom>
            <a:solidFill>
              <a:srgbClr val="E3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7" name="Google Shape;22477;p144"/>
            <p:cNvSpPr/>
            <p:nvPr/>
          </p:nvSpPr>
          <p:spPr>
            <a:xfrm>
              <a:off x="4162150" y="2772922"/>
              <a:ext cx="82220" cy="62097"/>
            </a:xfrm>
            <a:custGeom>
              <a:avLst/>
              <a:gdLst/>
              <a:ahLst/>
              <a:cxnLst/>
              <a:rect l="l" t="t" r="r" b="b"/>
              <a:pathLst>
                <a:path w="2525" h="1907" extrusionOk="0">
                  <a:moveTo>
                    <a:pt x="953" y="1"/>
                  </a:moveTo>
                  <a:cubicBezTo>
                    <a:pt x="453" y="1"/>
                    <a:pt x="0" y="430"/>
                    <a:pt x="0" y="953"/>
                  </a:cubicBezTo>
                  <a:cubicBezTo>
                    <a:pt x="0" y="1501"/>
                    <a:pt x="405" y="1906"/>
                    <a:pt x="953" y="1906"/>
                  </a:cubicBezTo>
                  <a:lnTo>
                    <a:pt x="1572" y="1906"/>
                  </a:lnTo>
                  <a:cubicBezTo>
                    <a:pt x="2072" y="1906"/>
                    <a:pt x="2525" y="1501"/>
                    <a:pt x="2525" y="953"/>
                  </a:cubicBezTo>
                  <a:cubicBezTo>
                    <a:pt x="2525" y="430"/>
                    <a:pt x="2072" y="1"/>
                    <a:pt x="1572" y="1"/>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8" name="Google Shape;22478;p144"/>
            <p:cNvSpPr/>
            <p:nvPr/>
          </p:nvSpPr>
          <p:spPr>
            <a:xfrm>
              <a:off x="4192368" y="2772173"/>
              <a:ext cx="51221" cy="61315"/>
            </a:xfrm>
            <a:custGeom>
              <a:avLst/>
              <a:gdLst/>
              <a:ahLst/>
              <a:cxnLst/>
              <a:rect l="l" t="t" r="r" b="b"/>
              <a:pathLst>
                <a:path w="1573" h="1883" extrusionOk="0">
                  <a:moveTo>
                    <a:pt x="1" y="0"/>
                  </a:moveTo>
                  <a:lnTo>
                    <a:pt x="1" y="1881"/>
                  </a:lnTo>
                  <a:lnTo>
                    <a:pt x="620" y="1881"/>
                  </a:lnTo>
                  <a:cubicBezTo>
                    <a:pt x="635" y="1882"/>
                    <a:pt x="649" y="1882"/>
                    <a:pt x="664" y="1882"/>
                  </a:cubicBezTo>
                  <a:cubicBezTo>
                    <a:pt x="1168" y="1882"/>
                    <a:pt x="1573" y="1485"/>
                    <a:pt x="1573" y="953"/>
                  </a:cubicBezTo>
                  <a:cubicBezTo>
                    <a:pt x="1573" y="453"/>
                    <a:pt x="1144" y="0"/>
                    <a:pt x="620" y="0"/>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9" name="Google Shape;22479;p144"/>
            <p:cNvSpPr/>
            <p:nvPr/>
          </p:nvSpPr>
          <p:spPr>
            <a:xfrm>
              <a:off x="4058243" y="2608547"/>
              <a:ext cx="21719" cy="144252"/>
            </a:xfrm>
            <a:custGeom>
              <a:avLst/>
              <a:gdLst/>
              <a:ahLst/>
              <a:cxnLst/>
              <a:rect l="l" t="t" r="r" b="b"/>
              <a:pathLst>
                <a:path w="667" h="4430" extrusionOk="0">
                  <a:moveTo>
                    <a:pt x="333" y="0"/>
                  </a:moveTo>
                  <a:cubicBezTo>
                    <a:pt x="143" y="0"/>
                    <a:pt x="0" y="143"/>
                    <a:pt x="0" y="334"/>
                  </a:cubicBezTo>
                  <a:lnTo>
                    <a:pt x="0" y="4120"/>
                  </a:lnTo>
                  <a:cubicBezTo>
                    <a:pt x="0" y="4287"/>
                    <a:pt x="143" y="4430"/>
                    <a:pt x="333" y="4430"/>
                  </a:cubicBezTo>
                  <a:cubicBezTo>
                    <a:pt x="500" y="4430"/>
                    <a:pt x="667" y="4287"/>
                    <a:pt x="667" y="4120"/>
                  </a:cubicBezTo>
                  <a:lnTo>
                    <a:pt x="667" y="334"/>
                  </a:lnTo>
                  <a:cubicBezTo>
                    <a:pt x="667" y="143"/>
                    <a:pt x="500" y="0"/>
                    <a:pt x="33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0" name="Google Shape;22480;p144"/>
            <p:cNvSpPr/>
            <p:nvPr/>
          </p:nvSpPr>
          <p:spPr>
            <a:xfrm>
              <a:off x="4304839" y="2608547"/>
              <a:ext cx="20970" cy="144252"/>
            </a:xfrm>
            <a:custGeom>
              <a:avLst/>
              <a:gdLst/>
              <a:ahLst/>
              <a:cxnLst/>
              <a:rect l="l" t="t" r="r" b="b"/>
              <a:pathLst>
                <a:path w="644" h="4430" extrusionOk="0">
                  <a:moveTo>
                    <a:pt x="310" y="0"/>
                  </a:moveTo>
                  <a:cubicBezTo>
                    <a:pt x="143" y="0"/>
                    <a:pt x="0" y="143"/>
                    <a:pt x="0" y="334"/>
                  </a:cubicBezTo>
                  <a:lnTo>
                    <a:pt x="0" y="4120"/>
                  </a:lnTo>
                  <a:cubicBezTo>
                    <a:pt x="0" y="4287"/>
                    <a:pt x="143" y="4430"/>
                    <a:pt x="310" y="4430"/>
                  </a:cubicBezTo>
                  <a:cubicBezTo>
                    <a:pt x="500" y="4430"/>
                    <a:pt x="643" y="4287"/>
                    <a:pt x="643" y="4120"/>
                  </a:cubicBezTo>
                  <a:lnTo>
                    <a:pt x="643" y="334"/>
                  </a:lnTo>
                  <a:cubicBezTo>
                    <a:pt x="643" y="143"/>
                    <a:pt x="500" y="0"/>
                    <a:pt x="31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1" name="Google Shape;22481;p144"/>
            <p:cNvSpPr/>
            <p:nvPr/>
          </p:nvSpPr>
          <p:spPr>
            <a:xfrm>
              <a:off x="4310244" y="2626358"/>
              <a:ext cx="56659" cy="107847"/>
            </a:xfrm>
            <a:custGeom>
              <a:avLst/>
              <a:gdLst/>
              <a:ahLst/>
              <a:cxnLst/>
              <a:rect l="l" t="t" r="r" b="b"/>
              <a:pathLst>
                <a:path w="1740" h="3312" extrusionOk="0">
                  <a:moveTo>
                    <a:pt x="596" y="1"/>
                  </a:moveTo>
                  <a:cubicBezTo>
                    <a:pt x="358" y="1"/>
                    <a:pt x="144" y="49"/>
                    <a:pt x="1" y="96"/>
                  </a:cubicBezTo>
                  <a:lnTo>
                    <a:pt x="1" y="3216"/>
                  </a:lnTo>
                  <a:cubicBezTo>
                    <a:pt x="120" y="3264"/>
                    <a:pt x="358" y="3311"/>
                    <a:pt x="572" y="3311"/>
                  </a:cubicBezTo>
                  <a:cubicBezTo>
                    <a:pt x="1430" y="3311"/>
                    <a:pt x="1739" y="2478"/>
                    <a:pt x="1739" y="1620"/>
                  </a:cubicBezTo>
                  <a:cubicBezTo>
                    <a:pt x="1739" y="787"/>
                    <a:pt x="1430" y="1"/>
                    <a:pt x="596" y="1"/>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2" name="Google Shape;22482;p144"/>
            <p:cNvSpPr/>
            <p:nvPr/>
          </p:nvSpPr>
          <p:spPr>
            <a:xfrm>
              <a:off x="4058243" y="2608547"/>
              <a:ext cx="41908" cy="144252"/>
            </a:xfrm>
            <a:custGeom>
              <a:avLst/>
              <a:gdLst/>
              <a:ahLst/>
              <a:cxnLst/>
              <a:rect l="l" t="t" r="r" b="b"/>
              <a:pathLst>
                <a:path w="1287" h="4430" extrusionOk="0">
                  <a:moveTo>
                    <a:pt x="333" y="0"/>
                  </a:moveTo>
                  <a:cubicBezTo>
                    <a:pt x="143" y="0"/>
                    <a:pt x="0" y="143"/>
                    <a:pt x="0" y="334"/>
                  </a:cubicBezTo>
                  <a:lnTo>
                    <a:pt x="0" y="4120"/>
                  </a:lnTo>
                  <a:cubicBezTo>
                    <a:pt x="0" y="4287"/>
                    <a:pt x="143" y="4430"/>
                    <a:pt x="333" y="4430"/>
                  </a:cubicBezTo>
                  <a:lnTo>
                    <a:pt x="953" y="4430"/>
                  </a:lnTo>
                  <a:cubicBezTo>
                    <a:pt x="1143" y="4430"/>
                    <a:pt x="1286" y="4287"/>
                    <a:pt x="1286" y="4120"/>
                  </a:cubicBezTo>
                  <a:lnTo>
                    <a:pt x="1286" y="334"/>
                  </a:lnTo>
                  <a:cubicBezTo>
                    <a:pt x="1286" y="143"/>
                    <a:pt x="1143" y="0"/>
                    <a:pt x="953"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3" name="Google Shape;22483;p144"/>
            <p:cNvSpPr/>
            <p:nvPr/>
          </p:nvSpPr>
          <p:spPr>
            <a:xfrm>
              <a:off x="4283901" y="2608547"/>
              <a:ext cx="41908" cy="144252"/>
            </a:xfrm>
            <a:custGeom>
              <a:avLst/>
              <a:gdLst/>
              <a:ahLst/>
              <a:cxnLst/>
              <a:rect l="l" t="t" r="r" b="b"/>
              <a:pathLst>
                <a:path w="1287" h="4430" extrusionOk="0">
                  <a:moveTo>
                    <a:pt x="333" y="0"/>
                  </a:moveTo>
                  <a:cubicBezTo>
                    <a:pt x="167" y="0"/>
                    <a:pt x="0" y="143"/>
                    <a:pt x="0" y="334"/>
                  </a:cubicBezTo>
                  <a:lnTo>
                    <a:pt x="0" y="4120"/>
                  </a:lnTo>
                  <a:cubicBezTo>
                    <a:pt x="0" y="4287"/>
                    <a:pt x="167" y="4430"/>
                    <a:pt x="333" y="4430"/>
                  </a:cubicBezTo>
                  <a:lnTo>
                    <a:pt x="953" y="4430"/>
                  </a:lnTo>
                  <a:cubicBezTo>
                    <a:pt x="1143" y="4430"/>
                    <a:pt x="1286" y="4287"/>
                    <a:pt x="1286" y="4120"/>
                  </a:cubicBezTo>
                  <a:lnTo>
                    <a:pt x="1286" y="334"/>
                  </a:lnTo>
                  <a:cubicBezTo>
                    <a:pt x="1286" y="143"/>
                    <a:pt x="1143" y="0"/>
                    <a:pt x="953"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84" name="Google Shape;22484;p144"/>
          <p:cNvGrpSpPr/>
          <p:nvPr/>
        </p:nvGrpSpPr>
        <p:grpSpPr>
          <a:xfrm>
            <a:off x="3269580" y="2332051"/>
            <a:ext cx="321848" cy="349005"/>
            <a:chOff x="3269580" y="2484451"/>
            <a:chExt cx="321848" cy="349005"/>
          </a:xfrm>
        </p:grpSpPr>
        <p:sp>
          <p:nvSpPr>
            <p:cNvPr id="22485" name="Google Shape;22485;p144"/>
            <p:cNvSpPr/>
            <p:nvPr/>
          </p:nvSpPr>
          <p:spPr>
            <a:xfrm>
              <a:off x="3454144" y="2484451"/>
              <a:ext cx="137283" cy="144512"/>
            </a:xfrm>
            <a:custGeom>
              <a:avLst/>
              <a:gdLst/>
              <a:ahLst/>
              <a:cxnLst/>
              <a:rect l="l" t="t" r="r" b="b"/>
              <a:pathLst>
                <a:path w="4216" h="4438" extrusionOk="0">
                  <a:moveTo>
                    <a:pt x="334" y="1"/>
                  </a:moveTo>
                  <a:cubicBezTo>
                    <a:pt x="167" y="1"/>
                    <a:pt x="1" y="144"/>
                    <a:pt x="1" y="334"/>
                  </a:cubicBezTo>
                  <a:lnTo>
                    <a:pt x="1" y="4121"/>
                  </a:lnTo>
                  <a:cubicBezTo>
                    <a:pt x="1" y="4240"/>
                    <a:pt x="72" y="4311"/>
                    <a:pt x="167" y="4383"/>
                  </a:cubicBezTo>
                  <a:cubicBezTo>
                    <a:pt x="209" y="4410"/>
                    <a:pt x="258" y="4438"/>
                    <a:pt x="310" y="4438"/>
                  </a:cubicBezTo>
                  <a:cubicBezTo>
                    <a:pt x="349" y="4438"/>
                    <a:pt x="389" y="4423"/>
                    <a:pt x="429" y="4383"/>
                  </a:cubicBezTo>
                  <a:lnTo>
                    <a:pt x="4001" y="3097"/>
                  </a:lnTo>
                  <a:cubicBezTo>
                    <a:pt x="4097" y="3073"/>
                    <a:pt x="4144" y="3049"/>
                    <a:pt x="4168" y="2954"/>
                  </a:cubicBezTo>
                  <a:cubicBezTo>
                    <a:pt x="4216" y="2882"/>
                    <a:pt x="4216" y="2811"/>
                    <a:pt x="4168" y="2716"/>
                  </a:cubicBezTo>
                  <a:cubicBezTo>
                    <a:pt x="3620" y="1096"/>
                    <a:pt x="2025" y="1"/>
                    <a:pt x="334" y="1"/>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6" name="Google Shape;22486;p144"/>
            <p:cNvSpPr/>
            <p:nvPr/>
          </p:nvSpPr>
          <p:spPr>
            <a:xfrm>
              <a:off x="3269580" y="2566671"/>
              <a:ext cx="267566" cy="266785"/>
            </a:xfrm>
            <a:custGeom>
              <a:avLst/>
              <a:gdLst/>
              <a:ahLst/>
              <a:cxnLst/>
              <a:rect l="l" t="t" r="r" b="b"/>
              <a:pathLst>
                <a:path w="8217" h="8193" extrusionOk="0">
                  <a:moveTo>
                    <a:pt x="4073" y="0"/>
                  </a:moveTo>
                  <a:cubicBezTo>
                    <a:pt x="1811" y="0"/>
                    <a:pt x="1" y="1858"/>
                    <a:pt x="1" y="4073"/>
                  </a:cubicBezTo>
                  <a:cubicBezTo>
                    <a:pt x="1" y="6311"/>
                    <a:pt x="1834" y="8192"/>
                    <a:pt x="4073" y="8192"/>
                  </a:cubicBezTo>
                  <a:cubicBezTo>
                    <a:pt x="6312" y="8192"/>
                    <a:pt x="8145" y="6335"/>
                    <a:pt x="8145" y="4073"/>
                  </a:cubicBezTo>
                  <a:cubicBezTo>
                    <a:pt x="8217" y="3644"/>
                    <a:pt x="8121" y="3168"/>
                    <a:pt x="7931" y="2715"/>
                  </a:cubicBezTo>
                  <a:cubicBezTo>
                    <a:pt x="7892" y="2598"/>
                    <a:pt x="7756" y="2512"/>
                    <a:pt x="7616" y="2512"/>
                  </a:cubicBezTo>
                  <a:cubicBezTo>
                    <a:pt x="7586" y="2512"/>
                    <a:pt x="7556" y="2516"/>
                    <a:pt x="7526" y="2525"/>
                  </a:cubicBezTo>
                  <a:lnTo>
                    <a:pt x="4406" y="3668"/>
                  </a:lnTo>
                  <a:lnTo>
                    <a:pt x="4406" y="334"/>
                  </a:lnTo>
                  <a:cubicBezTo>
                    <a:pt x="4406" y="143"/>
                    <a:pt x="4240" y="0"/>
                    <a:pt x="4073"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7" name="Google Shape;22487;p144"/>
            <p:cNvSpPr/>
            <p:nvPr/>
          </p:nvSpPr>
          <p:spPr>
            <a:xfrm>
              <a:off x="3402956" y="2566671"/>
              <a:ext cx="134190" cy="266785"/>
            </a:xfrm>
            <a:custGeom>
              <a:avLst/>
              <a:gdLst/>
              <a:ahLst/>
              <a:cxnLst/>
              <a:rect l="l" t="t" r="r" b="b"/>
              <a:pathLst>
                <a:path w="4121" h="8193" extrusionOk="0">
                  <a:moveTo>
                    <a:pt x="1" y="0"/>
                  </a:moveTo>
                  <a:lnTo>
                    <a:pt x="1" y="8192"/>
                  </a:lnTo>
                  <a:cubicBezTo>
                    <a:pt x="15" y="8193"/>
                    <a:pt x="30" y="8193"/>
                    <a:pt x="44" y="8193"/>
                  </a:cubicBezTo>
                  <a:cubicBezTo>
                    <a:pt x="2287" y="8193"/>
                    <a:pt x="4121" y="6368"/>
                    <a:pt x="4121" y="4120"/>
                  </a:cubicBezTo>
                  <a:cubicBezTo>
                    <a:pt x="4121" y="3644"/>
                    <a:pt x="4025" y="3168"/>
                    <a:pt x="3883" y="2715"/>
                  </a:cubicBezTo>
                  <a:cubicBezTo>
                    <a:pt x="3824" y="2598"/>
                    <a:pt x="3701" y="2512"/>
                    <a:pt x="3553" y="2512"/>
                  </a:cubicBezTo>
                  <a:cubicBezTo>
                    <a:pt x="3521" y="2512"/>
                    <a:pt x="3488" y="2516"/>
                    <a:pt x="3454" y="2525"/>
                  </a:cubicBezTo>
                  <a:lnTo>
                    <a:pt x="334" y="3668"/>
                  </a:lnTo>
                  <a:lnTo>
                    <a:pt x="334" y="334"/>
                  </a:lnTo>
                  <a:cubicBezTo>
                    <a:pt x="334" y="143"/>
                    <a:pt x="191" y="0"/>
                    <a:pt x="1"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88" name="Google Shape;22488;p144"/>
          <p:cNvGrpSpPr/>
          <p:nvPr/>
        </p:nvGrpSpPr>
        <p:grpSpPr>
          <a:xfrm>
            <a:off x="2548418" y="2332832"/>
            <a:ext cx="291597" cy="349005"/>
            <a:chOff x="2548418" y="2485232"/>
            <a:chExt cx="291597" cy="349005"/>
          </a:xfrm>
        </p:grpSpPr>
        <p:sp>
          <p:nvSpPr>
            <p:cNvPr id="22489" name="Google Shape;22489;p144"/>
            <p:cNvSpPr/>
            <p:nvPr/>
          </p:nvSpPr>
          <p:spPr>
            <a:xfrm>
              <a:off x="2707388" y="2693828"/>
              <a:ext cx="132627" cy="139628"/>
            </a:xfrm>
            <a:custGeom>
              <a:avLst/>
              <a:gdLst/>
              <a:ahLst/>
              <a:cxnLst/>
              <a:rect l="l" t="t" r="r" b="b"/>
              <a:pathLst>
                <a:path w="4073" h="4288" extrusionOk="0">
                  <a:moveTo>
                    <a:pt x="2763" y="1"/>
                  </a:moveTo>
                  <a:lnTo>
                    <a:pt x="0" y="1525"/>
                  </a:lnTo>
                  <a:lnTo>
                    <a:pt x="1120" y="4121"/>
                  </a:lnTo>
                  <a:cubicBezTo>
                    <a:pt x="1191" y="4216"/>
                    <a:pt x="1262" y="4287"/>
                    <a:pt x="1429" y="4287"/>
                  </a:cubicBezTo>
                  <a:cubicBezTo>
                    <a:pt x="1501" y="4264"/>
                    <a:pt x="1667" y="4192"/>
                    <a:pt x="1715" y="4121"/>
                  </a:cubicBezTo>
                  <a:lnTo>
                    <a:pt x="2286" y="2811"/>
                  </a:lnTo>
                  <a:lnTo>
                    <a:pt x="3620" y="3240"/>
                  </a:lnTo>
                  <a:cubicBezTo>
                    <a:pt x="3653" y="3253"/>
                    <a:pt x="3687" y="3259"/>
                    <a:pt x="3719" y="3259"/>
                  </a:cubicBezTo>
                  <a:cubicBezTo>
                    <a:pt x="3804" y="3259"/>
                    <a:pt x="3885" y="3220"/>
                    <a:pt x="3953" y="3168"/>
                  </a:cubicBezTo>
                  <a:cubicBezTo>
                    <a:pt x="4049" y="3097"/>
                    <a:pt x="4073" y="2978"/>
                    <a:pt x="4001" y="2859"/>
                  </a:cubicBezTo>
                  <a:lnTo>
                    <a:pt x="2763" y="1"/>
                  </a:lnTo>
                  <a:close/>
                </a:path>
              </a:pathLst>
            </a:custGeom>
            <a:solidFill>
              <a:srgbClr val="7C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0" name="Google Shape;22490;p144"/>
            <p:cNvSpPr/>
            <p:nvPr/>
          </p:nvSpPr>
          <p:spPr>
            <a:xfrm>
              <a:off x="2548418" y="2693828"/>
              <a:ext cx="132627" cy="140410"/>
            </a:xfrm>
            <a:custGeom>
              <a:avLst/>
              <a:gdLst/>
              <a:ahLst/>
              <a:cxnLst/>
              <a:rect l="l" t="t" r="r" b="b"/>
              <a:pathLst>
                <a:path w="4073" h="4312" extrusionOk="0">
                  <a:moveTo>
                    <a:pt x="1310" y="1"/>
                  </a:moveTo>
                  <a:lnTo>
                    <a:pt x="48" y="2859"/>
                  </a:lnTo>
                  <a:cubicBezTo>
                    <a:pt x="0" y="2978"/>
                    <a:pt x="24" y="3097"/>
                    <a:pt x="119" y="3192"/>
                  </a:cubicBezTo>
                  <a:cubicBezTo>
                    <a:pt x="174" y="3265"/>
                    <a:pt x="256" y="3296"/>
                    <a:pt x="345" y="3296"/>
                  </a:cubicBezTo>
                  <a:cubicBezTo>
                    <a:pt x="373" y="3296"/>
                    <a:pt x="401" y="3293"/>
                    <a:pt x="429" y="3287"/>
                  </a:cubicBezTo>
                  <a:lnTo>
                    <a:pt x="1786" y="2835"/>
                  </a:lnTo>
                  <a:lnTo>
                    <a:pt x="2334" y="4145"/>
                  </a:lnTo>
                  <a:cubicBezTo>
                    <a:pt x="2406" y="4264"/>
                    <a:pt x="2525" y="4287"/>
                    <a:pt x="2644" y="4311"/>
                  </a:cubicBezTo>
                  <a:cubicBezTo>
                    <a:pt x="2763" y="4311"/>
                    <a:pt x="2882" y="4264"/>
                    <a:pt x="2929" y="4145"/>
                  </a:cubicBezTo>
                  <a:lnTo>
                    <a:pt x="4073" y="1549"/>
                  </a:lnTo>
                  <a:lnTo>
                    <a:pt x="131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1" name="Google Shape;22491;p144"/>
            <p:cNvSpPr/>
            <p:nvPr/>
          </p:nvSpPr>
          <p:spPr>
            <a:xfrm>
              <a:off x="2560824" y="2485232"/>
              <a:ext cx="265222" cy="266785"/>
            </a:xfrm>
            <a:custGeom>
              <a:avLst/>
              <a:gdLst/>
              <a:ahLst/>
              <a:cxnLst/>
              <a:rect l="l" t="t" r="r" b="b"/>
              <a:pathLst>
                <a:path w="8145" h="8193" extrusionOk="0">
                  <a:moveTo>
                    <a:pt x="4073" y="1"/>
                  </a:moveTo>
                  <a:cubicBezTo>
                    <a:pt x="1810" y="1"/>
                    <a:pt x="0" y="1858"/>
                    <a:pt x="0" y="4121"/>
                  </a:cubicBezTo>
                  <a:cubicBezTo>
                    <a:pt x="0" y="6383"/>
                    <a:pt x="1834" y="8193"/>
                    <a:pt x="4073" y="8193"/>
                  </a:cubicBezTo>
                  <a:cubicBezTo>
                    <a:pt x="6335" y="8193"/>
                    <a:pt x="8145" y="6359"/>
                    <a:pt x="8145" y="4121"/>
                  </a:cubicBezTo>
                  <a:cubicBezTo>
                    <a:pt x="8145" y="1882"/>
                    <a:pt x="6335" y="1"/>
                    <a:pt x="4073" y="1"/>
                  </a:cubicBezTo>
                  <a:close/>
                </a:path>
              </a:pathLst>
            </a:custGeom>
            <a:solidFill>
              <a:srgbClr val="DE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2" name="Google Shape;22492;p144"/>
            <p:cNvSpPr/>
            <p:nvPr/>
          </p:nvSpPr>
          <p:spPr>
            <a:xfrm>
              <a:off x="2693419" y="2485232"/>
              <a:ext cx="132627" cy="266785"/>
            </a:xfrm>
            <a:custGeom>
              <a:avLst/>
              <a:gdLst/>
              <a:ahLst/>
              <a:cxnLst/>
              <a:rect l="l" t="t" r="r" b="b"/>
              <a:pathLst>
                <a:path w="4073" h="8193" extrusionOk="0">
                  <a:moveTo>
                    <a:pt x="1" y="1"/>
                  </a:moveTo>
                  <a:lnTo>
                    <a:pt x="1" y="8193"/>
                  </a:lnTo>
                  <a:cubicBezTo>
                    <a:pt x="2263" y="8193"/>
                    <a:pt x="4073" y="6359"/>
                    <a:pt x="4073" y="4121"/>
                  </a:cubicBezTo>
                  <a:cubicBezTo>
                    <a:pt x="4073" y="1858"/>
                    <a:pt x="2239" y="1"/>
                    <a:pt x="1"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3" name="Google Shape;22493;p144"/>
            <p:cNvSpPr/>
            <p:nvPr/>
          </p:nvSpPr>
          <p:spPr>
            <a:xfrm>
              <a:off x="2625168" y="2548827"/>
              <a:ext cx="138065" cy="129827"/>
            </a:xfrm>
            <a:custGeom>
              <a:avLst/>
              <a:gdLst/>
              <a:ahLst/>
              <a:cxnLst/>
              <a:rect l="l" t="t" r="r" b="b"/>
              <a:pathLst>
                <a:path w="4240" h="3987" extrusionOk="0">
                  <a:moveTo>
                    <a:pt x="2120" y="1"/>
                  </a:moveTo>
                  <a:cubicBezTo>
                    <a:pt x="2001" y="1"/>
                    <a:pt x="1882" y="48"/>
                    <a:pt x="1858" y="143"/>
                  </a:cubicBezTo>
                  <a:lnTo>
                    <a:pt x="1382" y="1120"/>
                  </a:lnTo>
                  <a:lnTo>
                    <a:pt x="310" y="1263"/>
                  </a:lnTo>
                  <a:cubicBezTo>
                    <a:pt x="191" y="1310"/>
                    <a:pt x="96" y="1358"/>
                    <a:pt x="49" y="1477"/>
                  </a:cubicBezTo>
                  <a:cubicBezTo>
                    <a:pt x="1" y="1596"/>
                    <a:pt x="49" y="1715"/>
                    <a:pt x="144" y="1810"/>
                  </a:cubicBezTo>
                  <a:lnTo>
                    <a:pt x="906" y="2549"/>
                  </a:lnTo>
                  <a:lnTo>
                    <a:pt x="739" y="3620"/>
                  </a:lnTo>
                  <a:cubicBezTo>
                    <a:pt x="692" y="3739"/>
                    <a:pt x="763" y="3858"/>
                    <a:pt x="834" y="3930"/>
                  </a:cubicBezTo>
                  <a:cubicBezTo>
                    <a:pt x="893" y="3959"/>
                    <a:pt x="970" y="3980"/>
                    <a:pt x="1043" y="3980"/>
                  </a:cubicBezTo>
                  <a:cubicBezTo>
                    <a:pt x="1088" y="3980"/>
                    <a:pt x="1131" y="3972"/>
                    <a:pt x="1168" y="3954"/>
                  </a:cubicBezTo>
                  <a:lnTo>
                    <a:pt x="2120" y="3454"/>
                  </a:lnTo>
                  <a:lnTo>
                    <a:pt x="3073" y="3954"/>
                  </a:lnTo>
                  <a:cubicBezTo>
                    <a:pt x="3126" y="3975"/>
                    <a:pt x="3180" y="3987"/>
                    <a:pt x="3231" y="3987"/>
                  </a:cubicBezTo>
                  <a:cubicBezTo>
                    <a:pt x="3294" y="3987"/>
                    <a:pt x="3354" y="3969"/>
                    <a:pt x="3406" y="3930"/>
                  </a:cubicBezTo>
                  <a:cubicBezTo>
                    <a:pt x="3502" y="3858"/>
                    <a:pt x="3549" y="3739"/>
                    <a:pt x="3525" y="3620"/>
                  </a:cubicBezTo>
                  <a:lnTo>
                    <a:pt x="3335" y="2549"/>
                  </a:lnTo>
                  <a:lnTo>
                    <a:pt x="4121" y="1810"/>
                  </a:lnTo>
                  <a:cubicBezTo>
                    <a:pt x="4216" y="1715"/>
                    <a:pt x="4240" y="1596"/>
                    <a:pt x="4216" y="1477"/>
                  </a:cubicBezTo>
                  <a:cubicBezTo>
                    <a:pt x="4168" y="1358"/>
                    <a:pt x="4049" y="1263"/>
                    <a:pt x="3954" y="1263"/>
                  </a:cubicBezTo>
                  <a:lnTo>
                    <a:pt x="2859" y="1120"/>
                  </a:lnTo>
                  <a:lnTo>
                    <a:pt x="2382" y="143"/>
                  </a:lnTo>
                  <a:cubicBezTo>
                    <a:pt x="2335" y="24"/>
                    <a:pt x="2216" y="1"/>
                    <a:pt x="212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4" name="Google Shape;22494;p144"/>
            <p:cNvSpPr/>
            <p:nvPr/>
          </p:nvSpPr>
          <p:spPr>
            <a:xfrm>
              <a:off x="2694200" y="2549608"/>
              <a:ext cx="69033" cy="129534"/>
            </a:xfrm>
            <a:custGeom>
              <a:avLst/>
              <a:gdLst/>
              <a:ahLst/>
              <a:cxnLst/>
              <a:rect l="l" t="t" r="r" b="b"/>
              <a:pathLst>
                <a:path w="2120" h="3978" extrusionOk="0">
                  <a:moveTo>
                    <a:pt x="0" y="0"/>
                  </a:moveTo>
                  <a:lnTo>
                    <a:pt x="0" y="3477"/>
                  </a:lnTo>
                  <a:lnTo>
                    <a:pt x="953" y="3977"/>
                  </a:lnTo>
                  <a:cubicBezTo>
                    <a:pt x="1048" y="3977"/>
                    <a:pt x="1167" y="3977"/>
                    <a:pt x="1286" y="3930"/>
                  </a:cubicBezTo>
                  <a:cubicBezTo>
                    <a:pt x="1382" y="3858"/>
                    <a:pt x="1429" y="3739"/>
                    <a:pt x="1405" y="3620"/>
                  </a:cubicBezTo>
                  <a:lnTo>
                    <a:pt x="1215" y="2549"/>
                  </a:lnTo>
                  <a:lnTo>
                    <a:pt x="2001" y="1810"/>
                  </a:lnTo>
                  <a:cubicBezTo>
                    <a:pt x="2096" y="1715"/>
                    <a:pt x="2120" y="1596"/>
                    <a:pt x="2096" y="1477"/>
                  </a:cubicBezTo>
                  <a:cubicBezTo>
                    <a:pt x="2072" y="1358"/>
                    <a:pt x="1929" y="1263"/>
                    <a:pt x="1834" y="1263"/>
                  </a:cubicBezTo>
                  <a:lnTo>
                    <a:pt x="739" y="1120"/>
                  </a:lnTo>
                  <a:lnTo>
                    <a:pt x="262" y="143"/>
                  </a:lnTo>
                  <a:cubicBezTo>
                    <a:pt x="215" y="24"/>
                    <a:pt x="96" y="0"/>
                    <a:pt x="0"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95" name="Google Shape;22495;p144"/>
          <p:cNvGrpSpPr/>
          <p:nvPr/>
        </p:nvGrpSpPr>
        <p:grpSpPr>
          <a:xfrm>
            <a:off x="1754349" y="2334395"/>
            <a:ext cx="352847" cy="348972"/>
            <a:chOff x="1754349" y="2486795"/>
            <a:chExt cx="352847" cy="348972"/>
          </a:xfrm>
        </p:grpSpPr>
        <p:sp>
          <p:nvSpPr>
            <p:cNvPr id="22496" name="Google Shape;22496;p144"/>
            <p:cNvSpPr/>
            <p:nvPr/>
          </p:nvSpPr>
          <p:spPr>
            <a:xfrm>
              <a:off x="1754349" y="2486795"/>
              <a:ext cx="352847" cy="347442"/>
            </a:xfrm>
            <a:custGeom>
              <a:avLst/>
              <a:gdLst/>
              <a:ahLst/>
              <a:cxnLst/>
              <a:rect l="l" t="t" r="r" b="b"/>
              <a:pathLst>
                <a:path w="10836" h="10670" extrusionOk="0">
                  <a:moveTo>
                    <a:pt x="5454" y="1215"/>
                  </a:moveTo>
                  <a:cubicBezTo>
                    <a:pt x="5787" y="1215"/>
                    <a:pt x="6073" y="1477"/>
                    <a:pt x="6073" y="1834"/>
                  </a:cubicBezTo>
                  <a:cubicBezTo>
                    <a:pt x="6073" y="2191"/>
                    <a:pt x="5811" y="2453"/>
                    <a:pt x="5454" y="2453"/>
                  </a:cubicBezTo>
                  <a:cubicBezTo>
                    <a:pt x="5097" y="2453"/>
                    <a:pt x="4811" y="2191"/>
                    <a:pt x="4811" y="1834"/>
                  </a:cubicBezTo>
                  <a:cubicBezTo>
                    <a:pt x="4811" y="1477"/>
                    <a:pt x="5097" y="1215"/>
                    <a:pt x="5454" y="1215"/>
                  </a:cubicBezTo>
                  <a:close/>
                  <a:moveTo>
                    <a:pt x="5406" y="0"/>
                  </a:moveTo>
                  <a:cubicBezTo>
                    <a:pt x="4382" y="0"/>
                    <a:pt x="3549" y="834"/>
                    <a:pt x="3549" y="1858"/>
                  </a:cubicBezTo>
                  <a:cubicBezTo>
                    <a:pt x="3549" y="2668"/>
                    <a:pt x="4049" y="3358"/>
                    <a:pt x="4811" y="3620"/>
                  </a:cubicBezTo>
                  <a:lnTo>
                    <a:pt x="4811" y="8169"/>
                  </a:lnTo>
                  <a:cubicBezTo>
                    <a:pt x="3715" y="7978"/>
                    <a:pt x="2405" y="7430"/>
                    <a:pt x="2024" y="6264"/>
                  </a:cubicBezTo>
                  <a:lnTo>
                    <a:pt x="2263" y="6264"/>
                  </a:lnTo>
                  <a:cubicBezTo>
                    <a:pt x="2382" y="6264"/>
                    <a:pt x="2477" y="6216"/>
                    <a:pt x="2525" y="6121"/>
                  </a:cubicBezTo>
                  <a:cubicBezTo>
                    <a:pt x="2596" y="6025"/>
                    <a:pt x="2596" y="5906"/>
                    <a:pt x="2525" y="5835"/>
                  </a:cubicBezTo>
                  <a:lnTo>
                    <a:pt x="1572" y="3954"/>
                  </a:lnTo>
                  <a:cubicBezTo>
                    <a:pt x="1512" y="3846"/>
                    <a:pt x="1399" y="3793"/>
                    <a:pt x="1286" y="3793"/>
                  </a:cubicBezTo>
                  <a:cubicBezTo>
                    <a:pt x="1173" y="3793"/>
                    <a:pt x="1060" y="3846"/>
                    <a:pt x="1000" y="3954"/>
                  </a:cubicBezTo>
                  <a:lnTo>
                    <a:pt x="48" y="5835"/>
                  </a:lnTo>
                  <a:cubicBezTo>
                    <a:pt x="0" y="5906"/>
                    <a:pt x="24" y="6025"/>
                    <a:pt x="48" y="6121"/>
                  </a:cubicBezTo>
                  <a:cubicBezTo>
                    <a:pt x="119" y="6216"/>
                    <a:pt x="215" y="6264"/>
                    <a:pt x="334" y="6264"/>
                  </a:cubicBezTo>
                  <a:lnTo>
                    <a:pt x="691" y="6264"/>
                  </a:lnTo>
                  <a:cubicBezTo>
                    <a:pt x="1000" y="8455"/>
                    <a:pt x="2763" y="9193"/>
                    <a:pt x="4287" y="9836"/>
                  </a:cubicBezTo>
                  <a:cubicBezTo>
                    <a:pt x="4496" y="9929"/>
                    <a:pt x="5021" y="10361"/>
                    <a:pt x="5048" y="10361"/>
                  </a:cubicBezTo>
                  <a:cubicBezTo>
                    <a:pt x="5049" y="10361"/>
                    <a:pt x="5049" y="10360"/>
                    <a:pt x="5049" y="10360"/>
                  </a:cubicBezTo>
                  <a:cubicBezTo>
                    <a:pt x="5049" y="10526"/>
                    <a:pt x="5216" y="10669"/>
                    <a:pt x="5382" y="10669"/>
                  </a:cubicBezTo>
                  <a:cubicBezTo>
                    <a:pt x="5525" y="10669"/>
                    <a:pt x="5644" y="10598"/>
                    <a:pt x="5716" y="10383"/>
                  </a:cubicBezTo>
                  <a:cubicBezTo>
                    <a:pt x="5811" y="10169"/>
                    <a:pt x="6406" y="9883"/>
                    <a:pt x="6573" y="9788"/>
                  </a:cubicBezTo>
                  <a:cubicBezTo>
                    <a:pt x="8264" y="8931"/>
                    <a:pt x="9764" y="8407"/>
                    <a:pt x="10098" y="6264"/>
                  </a:cubicBezTo>
                  <a:lnTo>
                    <a:pt x="10455" y="6264"/>
                  </a:lnTo>
                  <a:cubicBezTo>
                    <a:pt x="10574" y="6264"/>
                    <a:pt x="10645" y="6216"/>
                    <a:pt x="10717" y="6121"/>
                  </a:cubicBezTo>
                  <a:cubicBezTo>
                    <a:pt x="10764" y="6025"/>
                    <a:pt x="10836" y="5906"/>
                    <a:pt x="10764" y="5787"/>
                  </a:cubicBezTo>
                  <a:lnTo>
                    <a:pt x="9812" y="3930"/>
                  </a:lnTo>
                  <a:cubicBezTo>
                    <a:pt x="9752" y="3823"/>
                    <a:pt x="9645" y="3769"/>
                    <a:pt x="9538" y="3769"/>
                  </a:cubicBezTo>
                  <a:cubicBezTo>
                    <a:pt x="9431" y="3769"/>
                    <a:pt x="9324" y="3823"/>
                    <a:pt x="9264" y="3930"/>
                  </a:cubicBezTo>
                  <a:lnTo>
                    <a:pt x="8311" y="5787"/>
                  </a:lnTo>
                  <a:cubicBezTo>
                    <a:pt x="8240" y="5883"/>
                    <a:pt x="8264" y="6002"/>
                    <a:pt x="8311" y="6097"/>
                  </a:cubicBezTo>
                  <a:cubicBezTo>
                    <a:pt x="8351" y="6176"/>
                    <a:pt x="8423" y="6222"/>
                    <a:pt x="8514" y="6222"/>
                  </a:cubicBezTo>
                  <a:cubicBezTo>
                    <a:pt x="8533" y="6222"/>
                    <a:pt x="8553" y="6220"/>
                    <a:pt x="8573" y="6216"/>
                  </a:cubicBezTo>
                  <a:lnTo>
                    <a:pt x="8812" y="6216"/>
                  </a:lnTo>
                  <a:cubicBezTo>
                    <a:pt x="8550" y="7430"/>
                    <a:pt x="7287" y="7859"/>
                    <a:pt x="6049" y="8121"/>
                  </a:cubicBezTo>
                  <a:lnTo>
                    <a:pt x="6049" y="3620"/>
                  </a:lnTo>
                  <a:cubicBezTo>
                    <a:pt x="6787" y="3358"/>
                    <a:pt x="7287" y="2644"/>
                    <a:pt x="7287" y="1858"/>
                  </a:cubicBezTo>
                  <a:cubicBezTo>
                    <a:pt x="7287" y="905"/>
                    <a:pt x="6549" y="0"/>
                    <a:pt x="5406"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7" name="Google Shape;22497;p144"/>
            <p:cNvSpPr/>
            <p:nvPr/>
          </p:nvSpPr>
          <p:spPr>
            <a:xfrm>
              <a:off x="1929600" y="2486795"/>
              <a:ext cx="176814" cy="348972"/>
            </a:xfrm>
            <a:custGeom>
              <a:avLst/>
              <a:gdLst/>
              <a:ahLst/>
              <a:cxnLst/>
              <a:rect l="l" t="t" r="r" b="b"/>
              <a:pathLst>
                <a:path w="5430" h="10717" extrusionOk="0">
                  <a:moveTo>
                    <a:pt x="0" y="0"/>
                  </a:moveTo>
                  <a:lnTo>
                    <a:pt x="0" y="1239"/>
                  </a:lnTo>
                  <a:cubicBezTo>
                    <a:pt x="334" y="1239"/>
                    <a:pt x="619" y="1501"/>
                    <a:pt x="619" y="1858"/>
                  </a:cubicBezTo>
                  <a:cubicBezTo>
                    <a:pt x="619" y="2215"/>
                    <a:pt x="358" y="2501"/>
                    <a:pt x="0" y="2501"/>
                  </a:cubicBezTo>
                  <a:lnTo>
                    <a:pt x="0" y="10717"/>
                  </a:lnTo>
                  <a:cubicBezTo>
                    <a:pt x="215" y="10669"/>
                    <a:pt x="334" y="10574"/>
                    <a:pt x="358" y="10383"/>
                  </a:cubicBezTo>
                  <a:cubicBezTo>
                    <a:pt x="453" y="10169"/>
                    <a:pt x="1048" y="9883"/>
                    <a:pt x="1215" y="9788"/>
                  </a:cubicBezTo>
                  <a:cubicBezTo>
                    <a:pt x="2929" y="8931"/>
                    <a:pt x="4406" y="8407"/>
                    <a:pt x="4739" y="6240"/>
                  </a:cubicBezTo>
                  <a:lnTo>
                    <a:pt x="5097" y="6240"/>
                  </a:lnTo>
                  <a:cubicBezTo>
                    <a:pt x="5117" y="6244"/>
                    <a:pt x="5137" y="6246"/>
                    <a:pt x="5156" y="6246"/>
                  </a:cubicBezTo>
                  <a:cubicBezTo>
                    <a:pt x="5247" y="6246"/>
                    <a:pt x="5319" y="6200"/>
                    <a:pt x="5359" y="6121"/>
                  </a:cubicBezTo>
                  <a:cubicBezTo>
                    <a:pt x="5430" y="6025"/>
                    <a:pt x="5430" y="5906"/>
                    <a:pt x="5359" y="5835"/>
                  </a:cubicBezTo>
                  <a:lnTo>
                    <a:pt x="4406" y="3954"/>
                  </a:lnTo>
                  <a:cubicBezTo>
                    <a:pt x="4346" y="3846"/>
                    <a:pt x="4233" y="3793"/>
                    <a:pt x="4120" y="3793"/>
                  </a:cubicBezTo>
                  <a:cubicBezTo>
                    <a:pt x="4007" y="3793"/>
                    <a:pt x="3894" y="3846"/>
                    <a:pt x="3834" y="3954"/>
                  </a:cubicBezTo>
                  <a:lnTo>
                    <a:pt x="2882" y="5835"/>
                  </a:lnTo>
                  <a:cubicBezTo>
                    <a:pt x="2834" y="5906"/>
                    <a:pt x="2858" y="6025"/>
                    <a:pt x="2882" y="6121"/>
                  </a:cubicBezTo>
                  <a:cubicBezTo>
                    <a:pt x="2953" y="6216"/>
                    <a:pt x="3049" y="6264"/>
                    <a:pt x="3168" y="6264"/>
                  </a:cubicBezTo>
                  <a:lnTo>
                    <a:pt x="3406" y="6264"/>
                  </a:lnTo>
                  <a:cubicBezTo>
                    <a:pt x="3120" y="7454"/>
                    <a:pt x="1882" y="7907"/>
                    <a:pt x="619" y="8169"/>
                  </a:cubicBezTo>
                  <a:lnTo>
                    <a:pt x="619" y="3620"/>
                  </a:lnTo>
                  <a:cubicBezTo>
                    <a:pt x="1382" y="3358"/>
                    <a:pt x="1882" y="2644"/>
                    <a:pt x="1882" y="1858"/>
                  </a:cubicBezTo>
                  <a:cubicBezTo>
                    <a:pt x="1882" y="905"/>
                    <a:pt x="1143" y="0"/>
                    <a:pt x="0" y="0"/>
                  </a:cubicBezTo>
                  <a:close/>
                </a:path>
              </a:pathLst>
            </a:custGeom>
            <a:solidFill>
              <a:srgbClr val="E3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98" name="Google Shape;22498;p144"/>
          <p:cNvGrpSpPr/>
          <p:nvPr/>
        </p:nvGrpSpPr>
        <p:grpSpPr>
          <a:xfrm>
            <a:off x="1006811" y="2333744"/>
            <a:ext cx="351317" cy="348093"/>
            <a:chOff x="1006811" y="2486144"/>
            <a:chExt cx="351317" cy="348093"/>
          </a:xfrm>
        </p:grpSpPr>
        <p:sp>
          <p:nvSpPr>
            <p:cNvPr id="22499" name="Google Shape;22499;p144"/>
            <p:cNvSpPr/>
            <p:nvPr/>
          </p:nvSpPr>
          <p:spPr>
            <a:xfrm>
              <a:off x="1227813" y="2486144"/>
              <a:ext cx="128752" cy="128622"/>
            </a:xfrm>
            <a:custGeom>
              <a:avLst/>
              <a:gdLst/>
              <a:ahLst/>
              <a:cxnLst/>
              <a:rect l="l" t="t" r="r" b="b"/>
              <a:pathLst>
                <a:path w="3954" h="3950" extrusionOk="0">
                  <a:moveTo>
                    <a:pt x="1873" y="1"/>
                  </a:moveTo>
                  <a:cubicBezTo>
                    <a:pt x="1790" y="1"/>
                    <a:pt x="1711" y="34"/>
                    <a:pt x="1643" y="68"/>
                  </a:cubicBezTo>
                  <a:lnTo>
                    <a:pt x="95" y="1616"/>
                  </a:lnTo>
                  <a:cubicBezTo>
                    <a:pt x="24" y="1664"/>
                    <a:pt x="0" y="1759"/>
                    <a:pt x="0" y="1854"/>
                  </a:cubicBezTo>
                  <a:lnTo>
                    <a:pt x="143" y="3497"/>
                  </a:lnTo>
                  <a:cubicBezTo>
                    <a:pt x="143" y="3593"/>
                    <a:pt x="191" y="3640"/>
                    <a:pt x="238" y="3712"/>
                  </a:cubicBezTo>
                  <a:cubicBezTo>
                    <a:pt x="310" y="3759"/>
                    <a:pt x="357" y="3783"/>
                    <a:pt x="453" y="3783"/>
                  </a:cubicBezTo>
                  <a:lnTo>
                    <a:pt x="2096" y="3950"/>
                  </a:lnTo>
                  <a:cubicBezTo>
                    <a:pt x="2167" y="3950"/>
                    <a:pt x="2263" y="3902"/>
                    <a:pt x="2334" y="3855"/>
                  </a:cubicBezTo>
                  <a:lnTo>
                    <a:pt x="3882" y="2307"/>
                  </a:lnTo>
                  <a:cubicBezTo>
                    <a:pt x="3930" y="2211"/>
                    <a:pt x="3953" y="2068"/>
                    <a:pt x="3930" y="1973"/>
                  </a:cubicBezTo>
                  <a:cubicBezTo>
                    <a:pt x="3906" y="1854"/>
                    <a:pt x="3787" y="1759"/>
                    <a:pt x="3668" y="1759"/>
                  </a:cubicBezTo>
                  <a:lnTo>
                    <a:pt x="2286" y="1640"/>
                  </a:lnTo>
                  <a:lnTo>
                    <a:pt x="2167" y="282"/>
                  </a:lnTo>
                  <a:cubicBezTo>
                    <a:pt x="2167" y="163"/>
                    <a:pt x="2096" y="44"/>
                    <a:pt x="1977" y="20"/>
                  </a:cubicBezTo>
                  <a:cubicBezTo>
                    <a:pt x="1942" y="6"/>
                    <a:pt x="1907" y="1"/>
                    <a:pt x="1873" y="1"/>
                  </a:cubicBezTo>
                  <a:close/>
                </a:path>
              </a:pathLst>
            </a:custGeom>
            <a:solidFill>
              <a:srgbClr val="DE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0" name="Google Shape;22500;p144"/>
            <p:cNvSpPr/>
            <p:nvPr/>
          </p:nvSpPr>
          <p:spPr>
            <a:xfrm>
              <a:off x="1235563" y="2538733"/>
              <a:ext cx="122565" cy="74503"/>
            </a:xfrm>
            <a:custGeom>
              <a:avLst/>
              <a:gdLst/>
              <a:ahLst/>
              <a:cxnLst/>
              <a:rect l="l" t="t" r="r" b="b"/>
              <a:pathLst>
                <a:path w="3764" h="2288" extrusionOk="0">
                  <a:moveTo>
                    <a:pt x="2048" y="1"/>
                  </a:moveTo>
                  <a:lnTo>
                    <a:pt x="0" y="2049"/>
                  </a:lnTo>
                  <a:cubicBezTo>
                    <a:pt x="72" y="2120"/>
                    <a:pt x="119" y="2144"/>
                    <a:pt x="215" y="2144"/>
                  </a:cubicBezTo>
                  <a:lnTo>
                    <a:pt x="1858" y="2287"/>
                  </a:lnTo>
                  <a:cubicBezTo>
                    <a:pt x="1929" y="2287"/>
                    <a:pt x="2025" y="2263"/>
                    <a:pt x="2096" y="2192"/>
                  </a:cubicBezTo>
                  <a:lnTo>
                    <a:pt x="3644" y="644"/>
                  </a:lnTo>
                  <a:cubicBezTo>
                    <a:pt x="3715" y="573"/>
                    <a:pt x="3763" y="453"/>
                    <a:pt x="3692" y="334"/>
                  </a:cubicBezTo>
                  <a:cubicBezTo>
                    <a:pt x="3620" y="215"/>
                    <a:pt x="3549" y="120"/>
                    <a:pt x="3430" y="120"/>
                  </a:cubicBezTo>
                  <a:lnTo>
                    <a:pt x="2048" y="1"/>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1" name="Google Shape;22501;p144"/>
            <p:cNvSpPr/>
            <p:nvPr/>
          </p:nvSpPr>
          <p:spPr>
            <a:xfrm>
              <a:off x="1006811" y="2568983"/>
              <a:ext cx="266785" cy="265254"/>
            </a:xfrm>
            <a:custGeom>
              <a:avLst/>
              <a:gdLst/>
              <a:ahLst/>
              <a:cxnLst/>
              <a:rect l="l" t="t" r="r" b="b"/>
              <a:pathLst>
                <a:path w="8193" h="8146" extrusionOk="0">
                  <a:moveTo>
                    <a:pt x="4072" y="1"/>
                  </a:moveTo>
                  <a:cubicBezTo>
                    <a:pt x="1810" y="1"/>
                    <a:pt x="0" y="1834"/>
                    <a:pt x="0" y="4073"/>
                  </a:cubicBezTo>
                  <a:cubicBezTo>
                    <a:pt x="0" y="5216"/>
                    <a:pt x="453" y="6216"/>
                    <a:pt x="1191" y="6955"/>
                  </a:cubicBezTo>
                  <a:cubicBezTo>
                    <a:pt x="1929" y="7717"/>
                    <a:pt x="2953" y="8145"/>
                    <a:pt x="4072" y="8145"/>
                  </a:cubicBezTo>
                  <a:cubicBezTo>
                    <a:pt x="6335" y="8145"/>
                    <a:pt x="8145" y="6312"/>
                    <a:pt x="8145" y="4073"/>
                  </a:cubicBezTo>
                  <a:cubicBezTo>
                    <a:pt x="8192" y="2954"/>
                    <a:pt x="7716" y="1930"/>
                    <a:pt x="6954" y="1191"/>
                  </a:cubicBezTo>
                  <a:cubicBezTo>
                    <a:pt x="6216" y="453"/>
                    <a:pt x="5215" y="1"/>
                    <a:pt x="4072" y="1"/>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2" name="Google Shape;22502;p144"/>
            <p:cNvSpPr/>
            <p:nvPr/>
          </p:nvSpPr>
          <p:spPr>
            <a:xfrm>
              <a:off x="1046342" y="2607765"/>
              <a:ext cx="227254" cy="226472"/>
            </a:xfrm>
            <a:custGeom>
              <a:avLst/>
              <a:gdLst/>
              <a:ahLst/>
              <a:cxnLst/>
              <a:rect l="l" t="t" r="r" b="b"/>
              <a:pathLst>
                <a:path w="6979" h="6955" extrusionOk="0">
                  <a:moveTo>
                    <a:pt x="5788" y="0"/>
                  </a:moveTo>
                  <a:lnTo>
                    <a:pt x="1" y="5764"/>
                  </a:lnTo>
                  <a:cubicBezTo>
                    <a:pt x="763" y="6526"/>
                    <a:pt x="1763" y="6954"/>
                    <a:pt x="2906" y="6954"/>
                  </a:cubicBezTo>
                  <a:cubicBezTo>
                    <a:pt x="5121" y="6954"/>
                    <a:pt x="6978" y="5144"/>
                    <a:pt x="6978" y="2882"/>
                  </a:cubicBezTo>
                  <a:cubicBezTo>
                    <a:pt x="6978" y="1763"/>
                    <a:pt x="6526" y="739"/>
                    <a:pt x="5788" y="0"/>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3" name="Google Shape;22503;p144"/>
            <p:cNvSpPr/>
            <p:nvPr/>
          </p:nvSpPr>
          <p:spPr>
            <a:xfrm>
              <a:off x="1048687" y="2609328"/>
              <a:ext cx="183815" cy="184564"/>
            </a:xfrm>
            <a:custGeom>
              <a:avLst/>
              <a:gdLst/>
              <a:ahLst/>
              <a:cxnLst/>
              <a:rect l="l" t="t" r="r" b="b"/>
              <a:pathLst>
                <a:path w="5645" h="5668" extrusionOk="0">
                  <a:moveTo>
                    <a:pt x="2834" y="0"/>
                  </a:moveTo>
                  <a:cubicBezTo>
                    <a:pt x="1286" y="0"/>
                    <a:pt x="0" y="1286"/>
                    <a:pt x="0" y="2834"/>
                  </a:cubicBezTo>
                  <a:cubicBezTo>
                    <a:pt x="0" y="3620"/>
                    <a:pt x="333" y="4334"/>
                    <a:pt x="834" y="4834"/>
                  </a:cubicBezTo>
                  <a:cubicBezTo>
                    <a:pt x="1334" y="5334"/>
                    <a:pt x="2048" y="5668"/>
                    <a:pt x="2834" y="5668"/>
                  </a:cubicBezTo>
                  <a:cubicBezTo>
                    <a:pt x="4382" y="5668"/>
                    <a:pt x="5644" y="4382"/>
                    <a:pt x="5644" y="2834"/>
                  </a:cubicBezTo>
                  <a:cubicBezTo>
                    <a:pt x="5620" y="2048"/>
                    <a:pt x="5334" y="1357"/>
                    <a:pt x="4811" y="834"/>
                  </a:cubicBezTo>
                  <a:cubicBezTo>
                    <a:pt x="4310" y="333"/>
                    <a:pt x="3596" y="0"/>
                    <a:pt x="2834"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4" name="Google Shape;22504;p144"/>
            <p:cNvSpPr/>
            <p:nvPr/>
          </p:nvSpPr>
          <p:spPr>
            <a:xfrm>
              <a:off x="1074248" y="2636453"/>
              <a:ext cx="157472" cy="157440"/>
            </a:xfrm>
            <a:custGeom>
              <a:avLst/>
              <a:gdLst/>
              <a:ahLst/>
              <a:cxnLst/>
              <a:rect l="l" t="t" r="r" b="b"/>
              <a:pathLst>
                <a:path w="4836" h="4835" extrusionOk="0">
                  <a:moveTo>
                    <a:pt x="4002" y="1"/>
                  </a:moveTo>
                  <a:lnTo>
                    <a:pt x="1" y="4001"/>
                  </a:lnTo>
                  <a:cubicBezTo>
                    <a:pt x="525" y="4501"/>
                    <a:pt x="1239" y="4835"/>
                    <a:pt x="2001" y="4835"/>
                  </a:cubicBezTo>
                  <a:cubicBezTo>
                    <a:pt x="3597" y="4835"/>
                    <a:pt x="4835" y="3549"/>
                    <a:pt x="4835" y="2001"/>
                  </a:cubicBezTo>
                  <a:cubicBezTo>
                    <a:pt x="4835" y="1215"/>
                    <a:pt x="4502" y="524"/>
                    <a:pt x="4002"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5" name="Google Shape;22505;p144"/>
            <p:cNvSpPr/>
            <p:nvPr/>
          </p:nvSpPr>
          <p:spPr>
            <a:xfrm>
              <a:off x="1088999" y="2651203"/>
              <a:ext cx="102376" cy="101595"/>
            </a:xfrm>
            <a:custGeom>
              <a:avLst/>
              <a:gdLst/>
              <a:ahLst/>
              <a:cxnLst/>
              <a:rect l="l" t="t" r="r" b="b"/>
              <a:pathLst>
                <a:path w="3144" h="3120" extrusionOk="0">
                  <a:moveTo>
                    <a:pt x="1596" y="0"/>
                  </a:moveTo>
                  <a:cubicBezTo>
                    <a:pt x="715" y="0"/>
                    <a:pt x="0" y="714"/>
                    <a:pt x="0" y="1572"/>
                  </a:cubicBezTo>
                  <a:cubicBezTo>
                    <a:pt x="0" y="2024"/>
                    <a:pt x="191" y="2405"/>
                    <a:pt x="453" y="2691"/>
                  </a:cubicBezTo>
                  <a:cubicBezTo>
                    <a:pt x="762" y="2977"/>
                    <a:pt x="1143" y="3120"/>
                    <a:pt x="1548" y="3120"/>
                  </a:cubicBezTo>
                  <a:cubicBezTo>
                    <a:pt x="2429" y="3120"/>
                    <a:pt x="3144" y="2405"/>
                    <a:pt x="3144" y="1548"/>
                  </a:cubicBezTo>
                  <a:cubicBezTo>
                    <a:pt x="3144" y="1096"/>
                    <a:pt x="2953" y="714"/>
                    <a:pt x="2691" y="453"/>
                  </a:cubicBezTo>
                  <a:cubicBezTo>
                    <a:pt x="2382" y="143"/>
                    <a:pt x="2001" y="0"/>
                    <a:pt x="1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6" name="Google Shape;22506;p144"/>
            <p:cNvSpPr/>
            <p:nvPr/>
          </p:nvSpPr>
          <p:spPr>
            <a:xfrm>
              <a:off x="1103717" y="2665922"/>
              <a:ext cx="87658" cy="86877"/>
            </a:xfrm>
            <a:custGeom>
              <a:avLst/>
              <a:gdLst/>
              <a:ahLst/>
              <a:cxnLst/>
              <a:rect l="l" t="t" r="r" b="b"/>
              <a:pathLst>
                <a:path w="2692" h="2668" extrusionOk="0">
                  <a:moveTo>
                    <a:pt x="2239" y="1"/>
                  </a:moveTo>
                  <a:lnTo>
                    <a:pt x="1" y="2239"/>
                  </a:lnTo>
                  <a:cubicBezTo>
                    <a:pt x="310" y="2525"/>
                    <a:pt x="691" y="2668"/>
                    <a:pt x="1096" y="2668"/>
                  </a:cubicBezTo>
                  <a:cubicBezTo>
                    <a:pt x="2001" y="2668"/>
                    <a:pt x="2692" y="1953"/>
                    <a:pt x="2692" y="1096"/>
                  </a:cubicBezTo>
                  <a:cubicBezTo>
                    <a:pt x="2692" y="644"/>
                    <a:pt x="2501" y="262"/>
                    <a:pt x="2239" y="1"/>
                  </a:cubicBezTo>
                  <a:close/>
                </a:path>
              </a:pathLst>
            </a:custGeom>
            <a:solidFill>
              <a:srgbClr val="7C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7" name="Google Shape;22507;p144"/>
            <p:cNvSpPr/>
            <p:nvPr/>
          </p:nvSpPr>
          <p:spPr>
            <a:xfrm>
              <a:off x="1130875" y="2501709"/>
              <a:ext cx="210191" cy="207488"/>
            </a:xfrm>
            <a:custGeom>
              <a:avLst/>
              <a:gdLst/>
              <a:ahLst/>
              <a:cxnLst/>
              <a:rect l="l" t="t" r="r" b="b"/>
              <a:pathLst>
                <a:path w="6455" h="6372" extrusionOk="0">
                  <a:moveTo>
                    <a:pt x="6121" y="1"/>
                  </a:moveTo>
                  <a:cubicBezTo>
                    <a:pt x="6043" y="1"/>
                    <a:pt x="5966" y="31"/>
                    <a:pt x="5906" y="90"/>
                  </a:cubicBezTo>
                  <a:lnTo>
                    <a:pt x="119" y="5853"/>
                  </a:lnTo>
                  <a:cubicBezTo>
                    <a:pt x="0" y="5948"/>
                    <a:pt x="0" y="6163"/>
                    <a:pt x="119" y="6282"/>
                  </a:cubicBezTo>
                  <a:cubicBezTo>
                    <a:pt x="179" y="6341"/>
                    <a:pt x="262" y="6371"/>
                    <a:pt x="346" y="6371"/>
                  </a:cubicBezTo>
                  <a:cubicBezTo>
                    <a:pt x="429" y="6371"/>
                    <a:pt x="512" y="6341"/>
                    <a:pt x="572" y="6282"/>
                  </a:cubicBezTo>
                  <a:lnTo>
                    <a:pt x="6335" y="519"/>
                  </a:lnTo>
                  <a:cubicBezTo>
                    <a:pt x="6454" y="424"/>
                    <a:pt x="6454" y="209"/>
                    <a:pt x="6335" y="90"/>
                  </a:cubicBezTo>
                  <a:cubicBezTo>
                    <a:pt x="6275" y="31"/>
                    <a:pt x="6198" y="1"/>
                    <a:pt x="6121"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8" name="Google Shape;22508;p144"/>
            <p:cNvSpPr/>
            <p:nvPr/>
          </p:nvSpPr>
          <p:spPr>
            <a:xfrm>
              <a:off x="1134749" y="2503858"/>
              <a:ext cx="206316" cy="205339"/>
            </a:xfrm>
            <a:custGeom>
              <a:avLst/>
              <a:gdLst/>
              <a:ahLst/>
              <a:cxnLst/>
              <a:rect l="l" t="t" r="r" b="b"/>
              <a:pathLst>
                <a:path w="6336" h="6306" extrusionOk="0">
                  <a:moveTo>
                    <a:pt x="6216" y="0"/>
                  </a:moveTo>
                  <a:lnTo>
                    <a:pt x="0" y="6216"/>
                  </a:lnTo>
                  <a:cubicBezTo>
                    <a:pt x="60" y="6275"/>
                    <a:pt x="143" y="6305"/>
                    <a:pt x="227" y="6305"/>
                  </a:cubicBezTo>
                  <a:cubicBezTo>
                    <a:pt x="310" y="6305"/>
                    <a:pt x="393" y="6275"/>
                    <a:pt x="453" y="6216"/>
                  </a:cubicBezTo>
                  <a:lnTo>
                    <a:pt x="6216" y="453"/>
                  </a:lnTo>
                  <a:cubicBezTo>
                    <a:pt x="6335" y="334"/>
                    <a:pt x="6335" y="119"/>
                    <a:pt x="6216"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09" name="Google Shape;22509;p144"/>
          <p:cNvGrpSpPr/>
          <p:nvPr/>
        </p:nvGrpSpPr>
        <p:grpSpPr>
          <a:xfrm>
            <a:off x="1088999" y="2882650"/>
            <a:ext cx="185378" cy="349852"/>
            <a:chOff x="1088999" y="3035050"/>
            <a:chExt cx="185378" cy="349852"/>
          </a:xfrm>
        </p:grpSpPr>
        <p:sp>
          <p:nvSpPr>
            <p:cNvPr id="22510" name="Google Shape;22510;p144"/>
            <p:cNvSpPr/>
            <p:nvPr/>
          </p:nvSpPr>
          <p:spPr>
            <a:xfrm>
              <a:off x="1127781" y="3035050"/>
              <a:ext cx="146596" cy="104005"/>
            </a:xfrm>
            <a:custGeom>
              <a:avLst/>
              <a:gdLst/>
              <a:ahLst/>
              <a:cxnLst/>
              <a:rect l="l" t="t" r="r" b="b"/>
              <a:pathLst>
                <a:path w="4502" h="3194" extrusionOk="0">
                  <a:moveTo>
                    <a:pt x="357" y="0"/>
                  </a:moveTo>
                  <a:cubicBezTo>
                    <a:pt x="167" y="0"/>
                    <a:pt x="0" y="191"/>
                    <a:pt x="48" y="357"/>
                  </a:cubicBezTo>
                  <a:cubicBezTo>
                    <a:pt x="72" y="548"/>
                    <a:pt x="214" y="667"/>
                    <a:pt x="357" y="667"/>
                  </a:cubicBezTo>
                  <a:lnTo>
                    <a:pt x="3501" y="667"/>
                  </a:lnTo>
                  <a:cubicBezTo>
                    <a:pt x="3691" y="667"/>
                    <a:pt x="3858" y="834"/>
                    <a:pt x="3810" y="1024"/>
                  </a:cubicBezTo>
                  <a:cubicBezTo>
                    <a:pt x="3787" y="1191"/>
                    <a:pt x="3644" y="1310"/>
                    <a:pt x="3501" y="1310"/>
                  </a:cubicBezTo>
                  <a:lnTo>
                    <a:pt x="2239" y="1310"/>
                  </a:lnTo>
                  <a:cubicBezTo>
                    <a:pt x="2001" y="1310"/>
                    <a:pt x="1762" y="1405"/>
                    <a:pt x="1620" y="1548"/>
                  </a:cubicBezTo>
                  <a:cubicBezTo>
                    <a:pt x="1405" y="1691"/>
                    <a:pt x="1286" y="1977"/>
                    <a:pt x="1286" y="2239"/>
                  </a:cubicBezTo>
                  <a:lnTo>
                    <a:pt x="1286" y="2858"/>
                  </a:lnTo>
                  <a:cubicBezTo>
                    <a:pt x="1286" y="3057"/>
                    <a:pt x="1450" y="3194"/>
                    <a:pt x="1607" y="3194"/>
                  </a:cubicBezTo>
                  <a:cubicBezTo>
                    <a:pt x="1619" y="3194"/>
                    <a:pt x="1631" y="3193"/>
                    <a:pt x="1643" y="3191"/>
                  </a:cubicBezTo>
                  <a:cubicBezTo>
                    <a:pt x="1834" y="3167"/>
                    <a:pt x="1953" y="3001"/>
                    <a:pt x="1953" y="2858"/>
                  </a:cubicBezTo>
                  <a:lnTo>
                    <a:pt x="1953" y="2239"/>
                  </a:lnTo>
                  <a:cubicBezTo>
                    <a:pt x="1953" y="2048"/>
                    <a:pt x="2096" y="1905"/>
                    <a:pt x="2262" y="1905"/>
                  </a:cubicBezTo>
                  <a:lnTo>
                    <a:pt x="3525" y="1905"/>
                  </a:lnTo>
                  <a:cubicBezTo>
                    <a:pt x="4049" y="1905"/>
                    <a:pt x="4501" y="1453"/>
                    <a:pt x="4477" y="929"/>
                  </a:cubicBezTo>
                  <a:cubicBezTo>
                    <a:pt x="4430" y="429"/>
                    <a:pt x="4025" y="24"/>
                    <a:pt x="3501"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1" name="Google Shape;22511;p144"/>
            <p:cNvSpPr/>
            <p:nvPr/>
          </p:nvSpPr>
          <p:spPr>
            <a:xfrm>
              <a:off x="1088999" y="3117238"/>
              <a:ext cx="184597" cy="103158"/>
            </a:xfrm>
            <a:custGeom>
              <a:avLst/>
              <a:gdLst/>
              <a:ahLst/>
              <a:cxnLst/>
              <a:rect l="l" t="t" r="r" b="b"/>
              <a:pathLst>
                <a:path w="5669" h="3168" extrusionOk="0">
                  <a:moveTo>
                    <a:pt x="1596" y="0"/>
                  </a:moveTo>
                  <a:cubicBezTo>
                    <a:pt x="715" y="0"/>
                    <a:pt x="0" y="715"/>
                    <a:pt x="0" y="1596"/>
                  </a:cubicBezTo>
                  <a:lnTo>
                    <a:pt x="0" y="2549"/>
                  </a:lnTo>
                  <a:lnTo>
                    <a:pt x="810" y="3168"/>
                  </a:lnTo>
                  <a:lnTo>
                    <a:pt x="5073" y="3168"/>
                  </a:lnTo>
                  <a:lnTo>
                    <a:pt x="5668" y="2549"/>
                  </a:lnTo>
                  <a:lnTo>
                    <a:pt x="5668" y="1596"/>
                  </a:lnTo>
                  <a:cubicBezTo>
                    <a:pt x="5668" y="715"/>
                    <a:pt x="4978" y="0"/>
                    <a:pt x="4096"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2" name="Google Shape;22512;p144"/>
            <p:cNvSpPr/>
            <p:nvPr/>
          </p:nvSpPr>
          <p:spPr>
            <a:xfrm>
              <a:off x="1181281" y="3117238"/>
              <a:ext cx="92315" cy="103158"/>
            </a:xfrm>
            <a:custGeom>
              <a:avLst/>
              <a:gdLst/>
              <a:ahLst/>
              <a:cxnLst/>
              <a:rect l="l" t="t" r="r" b="b"/>
              <a:pathLst>
                <a:path w="2835" h="3168" extrusionOk="0">
                  <a:moveTo>
                    <a:pt x="0" y="0"/>
                  </a:moveTo>
                  <a:lnTo>
                    <a:pt x="0" y="3168"/>
                  </a:lnTo>
                  <a:lnTo>
                    <a:pt x="2239" y="3168"/>
                  </a:lnTo>
                  <a:lnTo>
                    <a:pt x="2834" y="2549"/>
                  </a:lnTo>
                  <a:lnTo>
                    <a:pt x="2834" y="1596"/>
                  </a:lnTo>
                  <a:cubicBezTo>
                    <a:pt x="2834" y="715"/>
                    <a:pt x="2144" y="0"/>
                    <a:pt x="1262"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3" name="Google Shape;22513;p144"/>
            <p:cNvSpPr/>
            <p:nvPr/>
          </p:nvSpPr>
          <p:spPr>
            <a:xfrm>
              <a:off x="1170405" y="3158332"/>
              <a:ext cx="21752" cy="62162"/>
            </a:xfrm>
            <a:custGeom>
              <a:avLst/>
              <a:gdLst/>
              <a:ahLst/>
              <a:cxnLst/>
              <a:rect l="l" t="t" r="r" b="b"/>
              <a:pathLst>
                <a:path w="668" h="1909" extrusionOk="0">
                  <a:moveTo>
                    <a:pt x="311" y="1"/>
                  </a:moveTo>
                  <a:cubicBezTo>
                    <a:pt x="120" y="24"/>
                    <a:pt x="1" y="167"/>
                    <a:pt x="1" y="334"/>
                  </a:cubicBezTo>
                  <a:lnTo>
                    <a:pt x="1" y="1572"/>
                  </a:lnTo>
                  <a:cubicBezTo>
                    <a:pt x="1" y="1771"/>
                    <a:pt x="165" y="1908"/>
                    <a:pt x="321" y="1908"/>
                  </a:cubicBezTo>
                  <a:cubicBezTo>
                    <a:pt x="334" y="1908"/>
                    <a:pt x="346" y="1908"/>
                    <a:pt x="358" y="1906"/>
                  </a:cubicBezTo>
                  <a:cubicBezTo>
                    <a:pt x="549" y="1882"/>
                    <a:pt x="668" y="1715"/>
                    <a:pt x="668" y="1572"/>
                  </a:cubicBezTo>
                  <a:lnTo>
                    <a:pt x="668" y="334"/>
                  </a:lnTo>
                  <a:cubicBezTo>
                    <a:pt x="668" y="144"/>
                    <a:pt x="525" y="1"/>
                    <a:pt x="311"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4" name="Google Shape;22514;p144"/>
            <p:cNvSpPr/>
            <p:nvPr/>
          </p:nvSpPr>
          <p:spPr>
            <a:xfrm>
              <a:off x="1181281" y="3159016"/>
              <a:ext cx="10876" cy="61380"/>
            </a:xfrm>
            <a:custGeom>
              <a:avLst/>
              <a:gdLst/>
              <a:ahLst/>
              <a:cxnLst/>
              <a:rect l="l" t="t" r="r" b="b"/>
              <a:pathLst>
                <a:path w="334" h="1885" extrusionOk="0">
                  <a:moveTo>
                    <a:pt x="41" y="1"/>
                  </a:moveTo>
                  <a:cubicBezTo>
                    <a:pt x="28" y="1"/>
                    <a:pt x="14" y="2"/>
                    <a:pt x="0" y="3"/>
                  </a:cubicBezTo>
                  <a:lnTo>
                    <a:pt x="0" y="1885"/>
                  </a:lnTo>
                  <a:cubicBezTo>
                    <a:pt x="191" y="1885"/>
                    <a:pt x="334" y="1742"/>
                    <a:pt x="334" y="1551"/>
                  </a:cubicBezTo>
                  <a:lnTo>
                    <a:pt x="334" y="313"/>
                  </a:lnTo>
                  <a:cubicBezTo>
                    <a:pt x="334" y="137"/>
                    <a:pt x="211" y="1"/>
                    <a:pt x="41"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5" name="Google Shape;22515;p144"/>
            <p:cNvSpPr/>
            <p:nvPr/>
          </p:nvSpPr>
          <p:spPr>
            <a:xfrm>
              <a:off x="1088999" y="3200207"/>
              <a:ext cx="184597" cy="184695"/>
            </a:xfrm>
            <a:custGeom>
              <a:avLst/>
              <a:gdLst/>
              <a:ahLst/>
              <a:cxnLst/>
              <a:rect l="l" t="t" r="r" b="b"/>
              <a:pathLst>
                <a:path w="5669" h="5672" extrusionOk="0">
                  <a:moveTo>
                    <a:pt x="0" y="1"/>
                  </a:moveTo>
                  <a:lnTo>
                    <a:pt x="0" y="2858"/>
                  </a:lnTo>
                  <a:cubicBezTo>
                    <a:pt x="0" y="4389"/>
                    <a:pt x="1243" y="5671"/>
                    <a:pt x="2803" y="5671"/>
                  </a:cubicBezTo>
                  <a:cubicBezTo>
                    <a:pt x="2845" y="5671"/>
                    <a:pt x="2887" y="5670"/>
                    <a:pt x="2930" y="5668"/>
                  </a:cubicBezTo>
                  <a:cubicBezTo>
                    <a:pt x="4454" y="5621"/>
                    <a:pt x="5668" y="4359"/>
                    <a:pt x="5668" y="2811"/>
                  </a:cubicBezTo>
                  <a:lnTo>
                    <a:pt x="5668" y="1"/>
                  </a:ln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6" name="Google Shape;22516;p144"/>
            <p:cNvSpPr/>
            <p:nvPr/>
          </p:nvSpPr>
          <p:spPr>
            <a:xfrm>
              <a:off x="1181281" y="3200207"/>
              <a:ext cx="92315" cy="184597"/>
            </a:xfrm>
            <a:custGeom>
              <a:avLst/>
              <a:gdLst/>
              <a:ahLst/>
              <a:cxnLst/>
              <a:rect l="l" t="t" r="r" b="b"/>
              <a:pathLst>
                <a:path w="2835" h="5669" extrusionOk="0">
                  <a:moveTo>
                    <a:pt x="0" y="1"/>
                  </a:moveTo>
                  <a:lnTo>
                    <a:pt x="0" y="5668"/>
                  </a:lnTo>
                  <a:cubicBezTo>
                    <a:pt x="1548" y="5668"/>
                    <a:pt x="2834" y="4406"/>
                    <a:pt x="2834" y="2858"/>
                  </a:cubicBezTo>
                  <a:lnTo>
                    <a:pt x="2834" y="1"/>
                  </a:ln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17" name="Google Shape;22517;p144"/>
          <p:cNvGrpSpPr/>
          <p:nvPr/>
        </p:nvGrpSpPr>
        <p:grpSpPr>
          <a:xfrm>
            <a:off x="1755879" y="2883399"/>
            <a:ext cx="350535" cy="349005"/>
            <a:chOff x="1755879" y="3035799"/>
            <a:chExt cx="350535" cy="349005"/>
          </a:xfrm>
        </p:grpSpPr>
        <p:sp>
          <p:nvSpPr>
            <p:cNvPr id="22518" name="Google Shape;22518;p144"/>
            <p:cNvSpPr/>
            <p:nvPr/>
          </p:nvSpPr>
          <p:spPr>
            <a:xfrm>
              <a:off x="1879193" y="3035799"/>
              <a:ext cx="144252" cy="102507"/>
            </a:xfrm>
            <a:custGeom>
              <a:avLst/>
              <a:gdLst/>
              <a:ahLst/>
              <a:cxnLst/>
              <a:rect l="l" t="t" r="r" b="b"/>
              <a:pathLst>
                <a:path w="4430" h="3148" extrusionOk="0">
                  <a:moveTo>
                    <a:pt x="334" y="1"/>
                  </a:moveTo>
                  <a:cubicBezTo>
                    <a:pt x="143" y="1"/>
                    <a:pt x="0" y="191"/>
                    <a:pt x="24" y="358"/>
                  </a:cubicBezTo>
                  <a:cubicBezTo>
                    <a:pt x="72" y="525"/>
                    <a:pt x="215" y="620"/>
                    <a:pt x="358" y="620"/>
                  </a:cubicBezTo>
                  <a:lnTo>
                    <a:pt x="3525" y="620"/>
                  </a:lnTo>
                  <a:cubicBezTo>
                    <a:pt x="3787" y="620"/>
                    <a:pt x="3954" y="954"/>
                    <a:pt x="3692" y="1216"/>
                  </a:cubicBezTo>
                  <a:cubicBezTo>
                    <a:pt x="3668" y="1263"/>
                    <a:pt x="3644" y="1263"/>
                    <a:pt x="3596" y="1263"/>
                  </a:cubicBezTo>
                  <a:lnTo>
                    <a:pt x="1620" y="1263"/>
                  </a:lnTo>
                  <a:cubicBezTo>
                    <a:pt x="1429" y="1263"/>
                    <a:pt x="1286" y="1406"/>
                    <a:pt x="1286" y="1597"/>
                  </a:cubicBezTo>
                  <a:lnTo>
                    <a:pt x="1286" y="2835"/>
                  </a:lnTo>
                  <a:cubicBezTo>
                    <a:pt x="1286" y="3011"/>
                    <a:pt x="1429" y="3147"/>
                    <a:pt x="1602" y="3147"/>
                  </a:cubicBezTo>
                  <a:cubicBezTo>
                    <a:pt x="1616" y="3147"/>
                    <a:pt x="1630" y="3146"/>
                    <a:pt x="1644" y="3144"/>
                  </a:cubicBezTo>
                  <a:cubicBezTo>
                    <a:pt x="1810" y="3144"/>
                    <a:pt x="1906" y="2978"/>
                    <a:pt x="1882" y="2835"/>
                  </a:cubicBezTo>
                  <a:lnTo>
                    <a:pt x="1882" y="2216"/>
                  </a:lnTo>
                  <a:cubicBezTo>
                    <a:pt x="1882" y="2025"/>
                    <a:pt x="2025" y="1882"/>
                    <a:pt x="2215" y="1882"/>
                  </a:cubicBezTo>
                  <a:lnTo>
                    <a:pt x="3453" y="1882"/>
                  </a:lnTo>
                  <a:cubicBezTo>
                    <a:pt x="4001" y="1882"/>
                    <a:pt x="4430" y="1430"/>
                    <a:pt x="4406" y="906"/>
                  </a:cubicBezTo>
                  <a:cubicBezTo>
                    <a:pt x="4382" y="406"/>
                    <a:pt x="3930" y="1"/>
                    <a:pt x="3453"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9" name="Google Shape;22519;p144"/>
            <p:cNvSpPr/>
            <p:nvPr/>
          </p:nvSpPr>
          <p:spPr>
            <a:xfrm>
              <a:off x="1755879" y="3117238"/>
              <a:ext cx="350535" cy="267566"/>
            </a:xfrm>
            <a:custGeom>
              <a:avLst/>
              <a:gdLst/>
              <a:ahLst/>
              <a:cxnLst/>
              <a:rect l="l" t="t" r="r" b="b"/>
              <a:pathLst>
                <a:path w="10765" h="8217" extrusionOk="0">
                  <a:moveTo>
                    <a:pt x="953" y="0"/>
                  </a:moveTo>
                  <a:cubicBezTo>
                    <a:pt x="453" y="0"/>
                    <a:pt x="1" y="429"/>
                    <a:pt x="1" y="953"/>
                  </a:cubicBezTo>
                  <a:lnTo>
                    <a:pt x="1" y="7264"/>
                  </a:lnTo>
                  <a:cubicBezTo>
                    <a:pt x="1" y="7764"/>
                    <a:pt x="430" y="8216"/>
                    <a:pt x="953" y="8216"/>
                  </a:cubicBezTo>
                  <a:lnTo>
                    <a:pt x="9812" y="8216"/>
                  </a:lnTo>
                  <a:cubicBezTo>
                    <a:pt x="10313" y="8216"/>
                    <a:pt x="10765" y="7812"/>
                    <a:pt x="10765" y="7264"/>
                  </a:cubicBezTo>
                  <a:lnTo>
                    <a:pt x="10765" y="953"/>
                  </a:lnTo>
                  <a:cubicBezTo>
                    <a:pt x="10765" y="429"/>
                    <a:pt x="10336" y="0"/>
                    <a:pt x="9812"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0" name="Google Shape;22520;p144"/>
            <p:cNvSpPr/>
            <p:nvPr/>
          </p:nvSpPr>
          <p:spPr>
            <a:xfrm>
              <a:off x="1755879" y="3251395"/>
              <a:ext cx="350535" cy="133409"/>
            </a:xfrm>
            <a:custGeom>
              <a:avLst/>
              <a:gdLst/>
              <a:ahLst/>
              <a:cxnLst/>
              <a:rect l="l" t="t" r="r" b="b"/>
              <a:pathLst>
                <a:path w="10765" h="4097" extrusionOk="0">
                  <a:moveTo>
                    <a:pt x="1" y="0"/>
                  </a:moveTo>
                  <a:lnTo>
                    <a:pt x="1" y="3144"/>
                  </a:lnTo>
                  <a:cubicBezTo>
                    <a:pt x="1" y="3692"/>
                    <a:pt x="453" y="4096"/>
                    <a:pt x="953" y="4096"/>
                  </a:cubicBezTo>
                  <a:lnTo>
                    <a:pt x="9812" y="4096"/>
                  </a:lnTo>
                  <a:cubicBezTo>
                    <a:pt x="10336" y="4096"/>
                    <a:pt x="10765" y="3668"/>
                    <a:pt x="10765" y="3144"/>
                  </a:cubicBezTo>
                  <a:lnTo>
                    <a:pt x="1076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1" name="Google Shape;22521;p144"/>
            <p:cNvSpPr/>
            <p:nvPr/>
          </p:nvSpPr>
          <p:spPr>
            <a:xfrm>
              <a:off x="1786911" y="3199426"/>
              <a:ext cx="21752" cy="21752"/>
            </a:xfrm>
            <a:custGeom>
              <a:avLst/>
              <a:gdLst/>
              <a:ahLst/>
              <a:cxnLst/>
              <a:rect l="l" t="t" r="r" b="b"/>
              <a:pathLst>
                <a:path w="668" h="668" extrusionOk="0">
                  <a:moveTo>
                    <a:pt x="334" y="1"/>
                  </a:moveTo>
                  <a:cubicBezTo>
                    <a:pt x="143" y="1"/>
                    <a:pt x="0" y="168"/>
                    <a:pt x="0" y="334"/>
                  </a:cubicBezTo>
                  <a:cubicBezTo>
                    <a:pt x="0" y="525"/>
                    <a:pt x="143" y="668"/>
                    <a:pt x="334" y="668"/>
                  </a:cubicBezTo>
                  <a:cubicBezTo>
                    <a:pt x="524" y="668"/>
                    <a:pt x="667" y="525"/>
                    <a:pt x="667" y="334"/>
                  </a:cubicBezTo>
                  <a:cubicBezTo>
                    <a:pt x="667" y="168"/>
                    <a:pt x="524" y="1"/>
                    <a:pt x="334" y="1"/>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2" name="Google Shape;22522;p144"/>
            <p:cNvSpPr/>
            <p:nvPr/>
          </p:nvSpPr>
          <p:spPr>
            <a:xfrm>
              <a:off x="1786911" y="3240520"/>
              <a:ext cx="21752" cy="21752"/>
            </a:xfrm>
            <a:custGeom>
              <a:avLst/>
              <a:gdLst/>
              <a:ahLst/>
              <a:cxnLst/>
              <a:rect l="l" t="t" r="r" b="b"/>
              <a:pathLst>
                <a:path w="668" h="668" extrusionOk="0">
                  <a:moveTo>
                    <a:pt x="334" y="1"/>
                  </a:moveTo>
                  <a:cubicBezTo>
                    <a:pt x="143" y="1"/>
                    <a:pt x="0" y="144"/>
                    <a:pt x="0" y="334"/>
                  </a:cubicBezTo>
                  <a:cubicBezTo>
                    <a:pt x="0" y="501"/>
                    <a:pt x="143" y="668"/>
                    <a:pt x="334" y="668"/>
                  </a:cubicBezTo>
                  <a:cubicBezTo>
                    <a:pt x="524" y="668"/>
                    <a:pt x="667" y="501"/>
                    <a:pt x="667" y="334"/>
                  </a:cubicBezTo>
                  <a:cubicBezTo>
                    <a:pt x="667" y="144"/>
                    <a:pt x="524" y="1"/>
                    <a:pt x="334" y="1"/>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3" name="Google Shape;22523;p144"/>
            <p:cNvSpPr/>
            <p:nvPr/>
          </p:nvSpPr>
          <p:spPr>
            <a:xfrm>
              <a:off x="1786911" y="3280865"/>
              <a:ext cx="21752" cy="21752"/>
            </a:xfrm>
            <a:custGeom>
              <a:avLst/>
              <a:gdLst/>
              <a:ahLst/>
              <a:cxnLst/>
              <a:rect l="l" t="t" r="r" b="b"/>
              <a:pathLst>
                <a:path w="668" h="668" extrusionOk="0">
                  <a:moveTo>
                    <a:pt x="334" y="0"/>
                  </a:moveTo>
                  <a:cubicBezTo>
                    <a:pt x="143" y="0"/>
                    <a:pt x="0" y="167"/>
                    <a:pt x="0" y="334"/>
                  </a:cubicBezTo>
                  <a:cubicBezTo>
                    <a:pt x="0" y="524"/>
                    <a:pt x="143" y="667"/>
                    <a:pt x="334" y="667"/>
                  </a:cubicBezTo>
                  <a:cubicBezTo>
                    <a:pt x="524" y="667"/>
                    <a:pt x="667" y="524"/>
                    <a:pt x="667" y="334"/>
                  </a:cubicBezTo>
                  <a:cubicBezTo>
                    <a:pt x="667" y="167"/>
                    <a:pt x="524" y="0"/>
                    <a:pt x="334" y="0"/>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4" name="Google Shape;22524;p144"/>
            <p:cNvSpPr/>
            <p:nvPr/>
          </p:nvSpPr>
          <p:spPr>
            <a:xfrm>
              <a:off x="1786911" y="3251395"/>
              <a:ext cx="20970" cy="10876"/>
            </a:xfrm>
            <a:custGeom>
              <a:avLst/>
              <a:gdLst/>
              <a:ahLst/>
              <a:cxnLst/>
              <a:rect l="l" t="t" r="r" b="b"/>
              <a:pathLst>
                <a:path w="644" h="334" extrusionOk="0">
                  <a:moveTo>
                    <a:pt x="0" y="0"/>
                  </a:moveTo>
                  <a:cubicBezTo>
                    <a:pt x="0" y="167"/>
                    <a:pt x="167" y="334"/>
                    <a:pt x="310" y="334"/>
                  </a:cubicBezTo>
                  <a:cubicBezTo>
                    <a:pt x="477" y="334"/>
                    <a:pt x="643" y="167"/>
                    <a:pt x="643" y="0"/>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5" name="Google Shape;22525;p144"/>
            <p:cNvSpPr/>
            <p:nvPr/>
          </p:nvSpPr>
          <p:spPr>
            <a:xfrm>
              <a:off x="1838881" y="3158332"/>
              <a:ext cx="226440" cy="186160"/>
            </a:xfrm>
            <a:custGeom>
              <a:avLst/>
              <a:gdLst/>
              <a:ahLst/>
              <a:cxnLst/>
              <a:rect l="l" t="t" r="r" b="b"/>
              <a:pathLst>
                <a:path w="6954" h="5717" extrusionOk="0">
                  <a:moveTo>
                    <a:pt x="310" y="1"/>
                  </a:moveTo>
                  <a:cubicBezTo>
                    <a:pt x="143" y="1"/>
                    <a:pt x="0" y="144"/>
                    <a:pt x="0" y="334"/>
                  </a:cubicBezTo>
                  <a:lnTo>
                    <a:pt x="0" y="5383"/>
                  </a:lnTo>
                  <a:cubicBezTo>
                    <a:pt x="0" y="5573"/>
                    <a:pt x="143" y="5716"/>
                    <a:pt x="310" y="5716"/>
                  </a:cubicBezTo>
                  <a:lnTo>
                    <a:pt x="6620" y="5716"/>
                  </a:lnTo>
                  <a:cubicBezTo>
                    <a:pt x="6811" y="5716"/>
                    <a:pt x="6954" y="5573"/>
                    <a:pt x="6954" y="5383"/>
                  </a:cubicBezTo>
                  <a:lnTo>
                    <a:pt x="6954" y="334"/>
                  </a:lnTo>
                  <a:cubicBezTo>
                    <a:pt x="6954" y="144"/>
                    <a:pt x="6811" y="1"/>
                    <a:pt x="6620"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6" name="Google Shape;22526;p144"/>
            <p:cNvSpPr/>
            <p:nvPr/>
          </p:nvSpPr>
          <p:spPr>
            <a:xfrm>
              <a:off x="1838881" y="3251395"/>
              <a:ext cx="226440" cy="93096"/>
            </a:xfrm>
            <a:custGeom>
              <a:avLst/>
              <a:gdLst/>
              <a:ahLst/>
              <a:cxnLst/>
              <a:rect l="l" t="t" r="r" b="b"/>
              <a:pathLst>
                <a:path w="6954" h="2859" extrusionOk="0">
                  <a:moveTo>
                    <a:pt x="0" y="0"/>
                  </a:moveTo>
                  <a:lnTo>
                    <a:pt x="0" y="2525"/>
                  </a:lnTo>
                  <a:cubicBezTo>
                    <a:pt x="0" y="2715"/>
                    <a:pt x="143" y="2858"/>
                    <a:pt x="310" y="2858"/>
                  </a:cubicBezTo>
                  <a:lnTo>
                    <a:pt x="6620" y="2858"/>
                  </a:lnTo>
                  <a:cubicBezTo>
                    <a:pt x="6811" y="2858"/>
                    <a:pt x="6954" y="2715"/>
                    <a:pt x="6954" y="2525"/>
                  </a:cubicBezTo>
                  <a:lnTo>
                    <a:pt x="6954"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27" name="Google Shape;22527;p144"/>
          <p:cNvGrpSpPr/>
          <p:nvPr/>
        </p:nvGrpSpPr>
        <p:grpSpPr>
          <a:xfrm>
            <a:off x="2518949" y="2924526"/>
            <a:ext cx="349754" cy="266003"/>
            <a:chOff x="2518949" y="3076926"/>
            <a:chExt cx="349754" cy="266003"/>
          </a:xfrm>
        </p:grpSpPr>
        <p:sp>
          <p:nvSpPr>
            <p:cNvPr id="22528" name="Google Shape;22528;p144"/>
            <p:cNvSpPr/>
            <p:nvPr/>
          </p:nvSpPr>
          <p:spPr>
            <a:xfrm>
              <a:off x="2540668" y="3076926"/>
              <a:ext cx="307878" cy="235753"/>
            </a:xfrm>
            <a:custGeom>
              <a:avLst/>
              <a:gdLst/>
              <a:ahLst/>
              <a:cxnLst/>
              <a:rect l="l" t="t" r="r" b="b"/>
              <a:pathLst>
                <a:path w="9455" h="7240" extrusionOk="0">
                  <a:moveTo>
                    <a:pt x="953" y="0"/>
                  </a:moveTo>
                  <a:cubicBezTo>
                    <a:pt x="405" y="0"/>
                    <a:pt x="0" y="453"/>
                    <a:pt x="0" y="953"/>
                  </a:cubicBezTo>
                  <a:lnTo>
                    <a:pt x="0" y="7240"/>
                  </a:lnTo>
                  <a:lnTo>
                    <a:pt x="9454" y="7240"/>
                  </a:lnTo>
                  <a:lnTo>
                    <a:pt x="9454" y="953"/>
                  </a:lnTo>
                  <a:cubicBezTo>
                    <a:pt x="9454" y="453"/>
                    <a:pt x="9002" y="24"/>
                    <a:pt x="8526"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9" name="Google Shape;22529;p144"/>
            <p:cNvSpPr/>
            <p:nvPr/>
          </p:nvSpPr>
          <p:spPr>
            <a:xfrm>
              <a:off x="2693419" y="3076926"/>
              <a:ext cx="154346" cy="235753"/>
            </a:xfrm>
            <a:custGeom>
              <a:avLst/>
              <a:gdLst/>
              <a:ahLst/>
              <a:cxnLst/>
              <a:rect l="l" t="t" r="r" b="b"/>
              <a:pathLst>
                <a:path w="4740" h="7240" extrusionOk="0">
                  <a:moveTo>
                    <a:pt x="1" y="0"/>
                  </a:moveTo>
                  <a:lnTo>
                    <a:pt x="1" y="7240"/>
                  </a:lnTo>
                  <a:lnTo>
                    <a:pt x="4740" y="7240"/>
                  </a:lnTo>
                  <a:lnTo>
                    <a:pt x="4740" y="953"/>
                  </a:lnTo>
                  <a:cubicBezTo>
                    <a:pt x="4740" y="453"/>
                    <a:pt x="4311" y="24"/>
                    <a:pt x="378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0" name="Google Shape;22530;p144"/>
            <p:cNvSpPr/>
            <p:nvPr/>
          </p:nvSpPr>
          <p:spPr>
            <a:xfrm>
              <a:off x="2560043" y="3097082"/>
              <a:ext cx="267566" cy="183815"/>
            </a:xfrm>
            <a:custGeom>
              <a:avLst/>
              <a:gdLst/>
              <a:ahLst/>
              <a:cxnLst/>
              <a:rect l="l" t="t" r="r" b="b"/>
              <a:pathLst>
                <a:path w="8217" h="5645" extrusionOk="0">
                  <a:moveTo>
                    <a:pt x="310" y="0"/>
                  </a:moveTo>
                  <a:cubicBezTo>
                    <a:pt x="143" y="0"/>
                    <a:pt x="0" y="143"/>
                    <a:pt x="0" y="334"/>
                  </a:cubicBezTo>
                  <a:lnTo>
                    <a:pt x="0" y="5644"/>
                  </a:lnTo>
                  <a:lnTo>
                    <a:pt x="8216" y="5644"/>
                  </a:lnTo>
                  <a:lnTo>
                    <a:pt x="8216" y="334"/>
                  </a:lnTo>
                  <a:cubicBezTo>
                    <a:pt x="8216" y="167"/>
                    <a:pt x="8097" y="24"/>
                    <a:pt x="7907" y="0"/>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1" name="Google Shape;22531;p144"/>
            <p:cNvSpPr/>
            <p:nvPr/>
          </p:nvSpPr>
          <p:spPr>
            <a:xfrm>
              <a:off x="2693419" y="3097082"/>
              <a:ext cx="134190" cy="183815"/>
            </a:xfrm>
            <a:custGeom>
              <a:avLst/>
              <a:gdLst/>
              <a:ahLst/>
              <a:cxnLst/>
              <a:rect l="l" t="t" r="r" b="b"/>
              <a:pathLst>
                <a:path w="4121" h="5645" extrusionOk="0">
                  <a:moveTo>
                    <a:pt x="1" y="0"/>
                  </a:moveTo>
                  <a:lnTo>
                    <a:pt x="1" y="5644"/>
                  </a:lnTo>
                  <a:lnTo>
                    <a:pt x="4120" y="5644"/>
                  </a:lnTo>
                  <a:lnTo>
                    <a:pt x="4120" y="334"/>
                  </a:lnTo>
                  <a:cubicBezTo>
                    <a:pt x="4120" y="167"/>
                    <a:pt x="3954" y="24"/>
                    <a:pt x="3787" y="0"/>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2" name="Google Shape;22532;p144"/>
            <p:cNvSpPr/>
            <p:nvPr/>
          </p:nvSpPr>
          <p:spPr>
            <a:xfrm>
              <a:off x="2600355" y="3118801"/>
              <a:ext cx="186160" cy="62064"/>
            </a:xfrm>
            <a:custGeom>
              <a:avLst/>
              <a:gdLst/>
              <a:ahLst/>
              <a:cxnLst/>
              <a:rect l="l" t="t" r="r" b="b"/>
              <a:pathLst>
                <a:path w="5717" h="1906" extrusionOk="0">
                  <a:moveTo>
                    <a:pt x="334" y="0"/>
                  </a:moveTo>
                  <a:cubicBezTo>
                    <a:pt x="144" y="0"/>
                    <a:pt x="1" y="143"/>
                    <a:pt x="1" y="310"/>
                  </a:cubicBezTo>
                  <a:lnTo>
                    <a:pt x="1" y="1572"/>
                  </a:lnTo>
                  <a:cubicBezTo>
                    <a:pt x="1" y="1739"/>
                    <a:pt x="144" y="1905"/>
                    <a:pt x="334" y="1905"/>
                  </a:cubicBezTo>
                  <a:lnTo>
                    <a:pt x="5383" y="1905"/>
                  </a:lnTo>
                  <a:cubicBezTo>
                    <a:pt x="5573" y="1905"/>
                    <a:pt x="5716" y="1739"/>
                    <a:pt x="5716" y="1572"/>
                  </a:cubicBezTo>
                  <a:lnTo>
                    <a:pt x="5716" y="286"/>
                  </a:lnTo>
                  <a:cubicBezTo>
                    <a:pt x="5716" y="143"/>
                    <a:pt x="5573" y="0"/>
                    <a:pt x="5383"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3" name="Google Shape;22533;p144"/>
            <p:cNvSpPr/>
            <p:nvPr/>
          </p:nvSpPr>
          <p:spPr>
            <a:xfrm>
              <a:off x="2600355" y="3200207"/>
              <a:ext cx="83783" cy="62064"/>
            </a:xfrm>
            <a:custGeom>
              <a:avLst/>
              <a:gdLst/>
              <a:ahLst/>
              <a:cxnLst/>
              <a:rect l="l" t="t" r="r" b="b"/>
              <a:pathLst>
                <a:path w="2573" h="1906" extrusionOk="0">
                  <a:moveTo>
                    <a:pt x="334" y="1"/>
                  </a:moveTo>
                  <a:cubicBezTo>
                    <a:pt x="144" y="1"/>
                    <a:pt x="1" y="144"/>
                    <a:pt x="1" y="310"/>
                  </a:cubicBezTo>
                  <a:lnTo>
                    <a:pt x="1" y="1572"/>
                  </a:lnTo>
                  <a:cubicBezTo>
                    <a:pt x="1" y="1739"/>
                    <a:pt x="144" y="1906"/>
                    <a:pt x="334" y="1906"/>
                  </a:cubicBezTo>
                  <a:lnTo>
                    <a:pt x="2239" y="1906"/>
                  </a:lnTo>
                  <a:cubicBezTo>
                    <a:pt x="2406" y="1906"/>
                    <a:pt x="2573" y="1739"/>
                    <a:pt x="2573" y="1572"/>
                  </a:cubicBezTo>
                  <a:lnTo>
                    <a:pt x="2573" y="310"/>
                  </a:lnTo>
                  <a:cubicBezTo>
                    <a:pt x="2573" y="144"/>
                    <a:pt x="2406" y="1"/>
                    <a:pt x="2239" y="1"/>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4" name="Google Shape;22534;p144"/>
            <p:cNvSpPr/>
            <p:nvPr/>
          </p:nvSpPr>
          <p:spPr>
            <a:xfrm>
              <a:off x="2702732" y="3200207"/>
              <a:ext cx="83783" cy="20189"/>
            </a:xfrm>
            <a:custGeom>
              <a:avLst/>
              <a:gdLst/>
              <a:ahLst/>
              <a:cxnLst/>
              <a:rect l="l" t="t" r="r" b="b"/>
              <a:pathLst>
                <a:path w="2573" h="620" extrusionOk="0">
                  <a:moveTo>
                    <a:pt x="334" y="1"/>
                  </a:moveTo>
                  <a:cubicBezTo>
                    <a:pt x="167" y="1"/>
                    <a:pt x="0" y="167"/>
                    <a:pt x="48" y="358"/>
                  </a:cubicBezTo>
                  <a:cubicBezTo>
                    <a:pt x="72" y="501"/>
                    <a:pt x="215" y="620"/>
                    <a:pt x="381" y="620"/>
                  </a:cubicBezTo>
                  <a:lnTo>
                    <a:pt x="2239" y="620"/>
                  </a:lnTo>
                  <a:cubicBezTo>
                    <a:pt x="2429" y="620"/>
                    <a:pt x="2572" y="477"/>
                    <a:pt x="2548" y="263"/>
                  </a:cubicBezTo>
                  <a:cubicBezTo>
                    <a:pt x="2525" y="120"/>
                    <a:pt x="2358" y="1"/>
                    <a:pt x="221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5" name="Google Shape;22535;p144"/>
            <p:cNvSpPr/>
            <p:nvPr/>
          </p:nvSpPr>
          <p:spPr>
            <a:xfrm>
              <a:off x="2702732" y="3241301"/>
              <a:ext cx="83783" cy="20970"/>
            </a:xfrm>
            <a:custGeom>
              <a:avLst/>
              <a:gdLst/>
              <a:ahLst/>
              <a:cxnLst/>
              <a:rect l="l" t="t" r="r" b="b"/>
              <a:pathLst>
                <a:path w="2573" h="644" extrusionOk="0">
                  <a:moveTo>
                    <a:pt x="334" y="1"/>
                  </a:moveTo>
                  <a:cubicBezTo>
                    <a:pt x="167" y="1"/>
                    <a:pt x="0" y="191"/>
                    <a:pt x="48" y="358"/>
                  </a:cubicBezTo>
                  <a:cubicBezTo>
                    <a:pt x="72" y="525"/>
                    <a:pt x="215" y="644"/>
                    <a:pt x="381" y="644"/>
                  </a:cubicBezTo>
                  <a:lnTo>
                    <a:pt x="2239" y="644"/>
                  </a:lnTo>
                  <a:cubicBezTo>
                    <a:pt x="2429" y="644"/>
                    <a:pt x="2572" y="453"/>
                    <a:pt x="2548" y="287"/>
                  </a:cubicBezTo>
                  <a:cubicBezTo>
                    <a:pt x="2525" y="120"/>
                    <a:pt x="2358" y="1"/>
                    <a:pt x="221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6" name="Google Shape;22536;p144"/>
            <p:cNvSpPr/>
            <p:nvPr/>
          </p:nvSpPr>
          <p:spPr>
            <a:xfrm>
              <a:off x="2693419" y="3118801"/>
              <a:ext cx="92315" cy="60501"/>
            </a:xfrm>
            <a:custGeom>
              <a:avLst/>
              <a:gdLst/>
              <a:ahLst/>
              <a:cxnLst/>
              <a:rect l="l" t="t" r="r" b="b"/>
              <a:pathLst>
                <a:path w="2835" h="1858" extrusionOk="0">
                  <a:moveTo>
                    <a:pt x="1" y="0"/>
                  </a:moveTo>
                  <a:lnTo>
                    <a:pt x="1" y="1858"/>
                  </a:lnTo>
                  <a:lnTo>
                    <a:pt x="2501" y="1858"/>
                  </a:lnTo>
                  <a:cubicBezTo>
                    <a:pt x="2692" y="1858"/>
                    <a:pt x="2834" y="1715"/>
                    <a:pt x="2834" y="1572"/>
                  </a:cubicBezTo>
                  <a:lnTo>
                    <a:pt x="2834" y="310"/>
                  </a:lnTo>
                  <a:cubicBezTo>
                    <a:pt x="2834" y="143"/>
                    <a:pt x="2692" y="0"/>
                    <a:pt x="2501"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7" name="Google Shape;22537;p144"/>
            <p:cNvSpPr/>
            <p:nvPr/>
          </p:nvSpPr>
          <p:spPr>
            <a:xfrm>
              <a:off x="2518949" y="3302584"/>
              <a:ext cx="349754" cy="40345"/>
            </a:xfrm>
            <a:custGeom>
              <a:avLst/>
              <a:gdLst/>
              <a:ahLst/>
              <a:cxnLst/>
              <a:rect l="l" t="t" r="r" b="b"/>
              <a:pathLst>
                <a:path w="10741" h="1239" extrusionOk="0">
                  <a:moveTo>
                    <a:pt x="334" y="0"/>
                  </a:moveTo>
                  <a:cubicBezTo>
                    <a:pt x="215" y="0"/>
                    <a:pt x="119" y="24"/>
                    <a:pt x="72" y="119"/>
                  </a:cubicBezTo>
                  <a:cubicBezTo>
                    <a:pt x="0" y="214"/>
                    <a:pt x="0" y="334"/>
                    <a:pt x="24" y="429"/>
                  </a:cubicBezTo>
                  <a:cubicBezTo>
                    <a:pt x="143" y="738"/>
                    <a:pt x="381" y="1024"/>
                    <a:pt x="477" y="1119"/>
                  </a:cubicBezTo>
                  <a:cubicBezTo>
                    <a:pt x="524" y="1215"/>
                    <a:pt x="619" y="1238"/>
                    <a:pt x="715" y="1238"/>
                  </a:cubicBezTo>
                  <a:lnTo>
                    <a:pt x="10026" y="1238"/>
                  </a:lnTo>
                  <a:cubicBezTo>
                    <a:pt x="10121" y="1238"/>
                    <a:pt x="10217" y="1191"/>
                    <a:pt x="10264" y="1119"/>
                  </a:cubicBezTo>
                  <a:cubicBezTo>
                    <a:pt x="10360" y="1024"/>
                    <a:pt x="10598" y="738"/>
                    <a:pt x="10717" y="429"/>
                  </a:cubicBezTo>
                  <a:cubicBezTo>
                    <a:pt x="10741" y="334"/>
                    <a:pt x="10717" y="214"/>
                    <a:pt x="10693" y="119"/>
                  </a:cubicBezTo>
                  <a:cubicBezTo>
                    <a:pt x="10622" y="72"/>
                    <a:pt x="10502" y="0"/>
                    <a:pt x="10407"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8" name="Google Shape;22538;p144"/>
            <p:cNvSpPr/>
            <p:nvPr/>
          </p:nvSpPr>
          <p:spPr>
            <a:xfrm>
              <a:off x="2694200" y="3302584"/>
              <a:ext cx="174502" cy="40345"/>
            </a:xfrm>
            <a:custGeom>
              <a:avLst/>
              <a:gdLst/>
              <a:ahLst/>
              <a:cxnLst/>
              <a:rect l="l" t="t" r="r" b="b"/>
              <a:pathLst>
                <a:path w="5359" h="1239" extrusionOk="0">
                  <a:moveTo>
                    <a:pt x="0" y="0"/>
                  </a:moveTo>
                  <a:lnTo>
                    <a:pt x="0" y="1238"/>
                  </a:lnTo>
                  <a:lnTo>
                    <a:pt x="4644" y="1238"/>
                  </a:lnTo>
                  <a:cubicBezTo>
                    <a:pt x="4739" y="1238"/>
                    <a:pt x="4835" y="1191"/>
                    <a:pt x="4882" y="1119"/>
                  </a:cubicBezTo>
                  <a:cubicBezTo>
                    <a:pt x="4978" y="1024"/>
                    <a:pt x="5216" y="738"/>
                    <a:pt x="5335" y="429"/>
                  </a:cubicBezTo>
                  <a:cubicBezTo>
                    <a:pt x="5359" y="334"/>
                    <a:pt x="5359" y="214"/>
                    <a:pt x="5335" y="119"/>
                  </a:cubicBezTo>
                  <a:cubicBezTo>
                    <a:pt x="5263" y="72"/>
                    <a:pt x="5168" y="0"/>
                    <a:pt x="507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39" name="Google Shape;22539;p144"/>
          <p:cNvGrpSpPr/>
          <p:nvPr/>
        </p:nvGrpSpPr>
        <p:grpSpPr>
          <a:xfrm>
            <a:off x="3255643" y="2894275"/>
            <a:ext cx="349754" cy="328035"/>
            <a:chOff x="3255643" y="3046675"/>
            <a:chExt cx="349754" cy="328035"/>
          </a:xfrm>
        </p:grpSpPr>
        <p:sp>
          <p:nvSpPr>
            <p:cNvPr id="22540" name="Google Shape;22540;p144"/>
            <p:cNvSpPr/>
            <p:nvPr/>
          </p:nvSpPr>
          <p:spPr>
            <a:xfrm>
              <a:off x="3382018" y="3291708"/>
              <a:ext cx="98534" cy="67502"/>
            </a:xfrm>
            <a:custGeom>
              <a:avLst/>
              <a:gdLst/>
              <a:ahLst/>
              <a:cxnLst/>
              <a:rect l="l" t="t" r="r" b="b"/>
              <a:pathLst>
                <a:path w="3026" h="2073" extrusionOk="0">
                  <a:moveTo>
                    <a:pt x="549" y="1"/>
                  </a:moveTo>
                  <a:lnTo>
                    <a:pt x="549" y="334"/>
                  </a:lnTo>
                  <a:cubicBezTo>
                    <a:pt x="549" y="1191"/>
                    <a:pt x="1" y="2073"/>
                    <a:pt x="1" y="2073"/>
                  </a:cubicBezTo>
                  <a:lnTo>
                    <a:pt x="3025" y="2073"/>
                  </a:lnTo>
                  <a:cubicBezTo>
                    <a:pt x="3001" y="2025"/>
                    <a:pt x="2430" y="1168"/>
                    <a:pt x="2430" y="334"/>
                  </a:cubicBezTo>
                  <a:lnTo>
                    <a:pt x="2430" y="1"/>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1" name="Google Shape;22541;p144"/>
            <p:cNvSpPr/>
            <p:nvPr/>
          </p:nvSpPr>
          <p:spPr>
            <a:xfrm>
              <a:off x="3430894" y="3293271"/>
              <a:ext cx="49658" cy="65939"/>
            </a:xfrm>
            <a:custGeom>
              <a:avLst/>
              <a:gdLst/>
              <a:ahLst/>
              <a:cxnLst/>
              <a:rect l="l" t="t" r="r" b="b"/>
              <a:pathLst>
                <a:path w="1525" h="2025" extrusionOk="0">
                  <a:moveTo>
                    <a:pt x="0" y="0"/>
                  </a:moveTo>
                  <a:lnTo>
                    <a:pt x="0" y="2025"/>
                  </a:lnTo>
                  <a:lnTo>
                    <a:pt x="1524" y="2025"/>
                  </a:lnTo>
                  <a:cubicBezTo>
                    <a:pt x="1500" y="1977"/>
                    <a:pt x="929" y="1120"/>
                    <a:pt x="953" y="310"/>
                  </a:cubicBezTo>
                  <a:lnTo>
                    <a:pt x="953" y="0"/>
                  </a:lnTo>
                  <a:close/>
                </a:path>
              </a:pathLst>
            </a:custGeom>
            <a:solidFill>
              <a:srgbClr val="E3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2" name="Google Shape;22542;p144"/>
            <p:cNvSpPr/>
            <p:nvPr/>
          </p:nvSpPr>
          <p:spPr>
            <a:xfrm>
              <a:off x="3255643" y="3046675"/>
              <a:ext cx="349754" cy="266785"/>
            </a:xfrm>
            <a:custGeom>
              <a:avLst/>
              <a:gdLst/>
              <a:ahLst/>
              <a:cxnLst/>
              <a:rect l="l" t="t" r="r" b="b"/>
              <a:pathLst>
                <a:path w="10741" h="8193" extrusionOk="0">
                  <a:moveTo>
                    <a:pt x="953" y="0"/>
                  </a:moveTo>
                  <a:cubicBezTo>
                    <a:pt x="429" y="0"/>
                    <a:pt x="0" y="429"/>
                    <a:pt x="0" y="953"/>
                  </a:cubicBezTo>
                  <a:lnTo>
                    <a:pt x="0" y="7240"/>
                  </a:lnTo>
                  <a:cubicBezTo>
                    <a:pt x="0" y="7764"/>
                    <a:pt x="429" y="8193"/>
                    <a:pt x="953" y="8193"/>
                  </a:cubicBezTo>
                  <a:lnTo>
                    <a:pt x="9788" y="8193"/>
                  </a:lnTo>
                  <a:cubicBezTo>
                    <a:pt x="10336" y="8193"/>
                    <a:pt x="10740" y="7764"/>
                    <a:pt x="10740" y="7240"/>
                  </a:cubicBezTo>
                  <a:lnTo>
                    <a:pt x="10740" y="953"/>
                  </a:lnTo>
                  <a:cubicBezTo>
                    <a:pt x="10740" y="429"/>
                    <a:pt x="10336" y="0"/>
                    <a:pt x="9788"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3" name="Google Shape;22543;p144"/>
            <p:cNvSpPr/>
            <p:nvPr/>
          </p:nvSpPr>
          <p:spPr>
            <a:xfrm>
              <a:off x="3430894" y="3047424"/>
              <a:ext cx="174502" cy="266036"/>
            </a:xfrm>
            <a:custGeom>
              <a:avLst/>
              <a:gdLst/>
              <a:ahLst/>
              <a:cxnLst/>
              <a:rect l="l" t="t" r="r" b="b"/>
              <a:pathLst>
                <a:path w="5359" h="8170" extrusionOk="0">
                  <a:moveTo>
                    <a:pt x="4449" y="0"/>
                  </a:moveTo>
                  <a:cubicBezTo>
                    <a:pt x="4435" y="0"/>
                    <a:pt x="4420" y="1"/>
                    <a:pt x="4406" y="1"/>
                  </a:cubicBezTo>
                  <a:lnTo>
                    <a:pt x="0" y="1"/>
                  </a:lnTo>
                  <a:lnTo>
                    <a:pt x="0" y="8170"/>
                  </a:lnTo>
                  <a:lnTo>
                    <a:pt x="4406" y="8170"/>
                  </a:lnTo>
                  <a:cubicBezTo>
                    <a:pt x="4954" y="8170"/>
                    <a:pt x="5358" y="7741"/>
                    <a:pt x="5358" y="7217"/>
                  </a:cubicBezTo>
                  <a:lnTo>
                    <a:pt x="5358" y="930"/>
                  </a:lnTo>
                  <a:cubicBezTo>
                    <a:pt x="5358" y="420"/>
                    <a:pt x="4975" y="0"/>
                    <a:pt x="4449"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4" name="Google Shape;22544;p144"/>
            <p:cNvSpPr/>
            <p:nvPr/>
          </p:nvSpPr>
          <p:spPr>
            <a:xfrm>
              <a:off x="3275799" y="3066831"/>
              <a:ext cx="309441" cy="226472"/>
            </a:xfrm>
            <a:custGeom>
              <a:avLst/>
              <a:gdLst/>
              <a:ahLst/>
              <a:cxnLst/>
              <a:rect l="l" t="t" r="r" b="b"/>
              <a:pathLst>
                <a:path w="9503" h="6955" extrusionOk="0">
                  <a:moveTo>
                    <a:pt x="334" y="1"/>
                  </a:moveTo>
                  <a:cubicBezTo>
                    <a:pt x="167" y="1"/>
                    <a:pt x="0" y="167"/>
                    <a:pt x="0" y="334"/>
                  </a:cubicBezTo>
                  <a:lnTo>
                    <a:pt x="0" y="6621"/>
                  </a:lnTo>
                  <a:cubicBezTo>
                    <a:pt x="0" y="6788"/>
                    <a:pt x="167" y="6954"/>
                    <a:pt x="334" y="6954"/>
                  </a:cubicBezTo>
                  <a:lnTo>
                    <a:pt x="9169" y="6954"/>
                  </a:lnTo>
                  <a:cubicBezTo>
                    <a:pt x="9359" y="6954"/>
                    <a:pt x="9502" y="6788"/>
                    <a:pt x="9502" y="6621"/>
                  </a:cubicBezTo>
                  <a:lnTo>
                    <a:pt x="9502" y="334"/>
                  </a:lnTo>
                  <a:cubicBezTo>
                    <a:pt x="9502" y="167"/>
                    <a:pt x="9359" y="1"/>
                    <a:pt x="9169" y="1"/>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5" name="Google Shape;22545;p144"/>
            <p:cNvSpPr/>
            <p:nvPr/>
          </p:nvSpPr>
          <p:spPr>
            <a:xfrm>
              <a:off x="3430894" y="3068101"/>
              <a:ext cx="154346" cy="225202"/>
            </a:xfrm>
            <a:custGeom>
              <a:avLst/>
              <a:gdLst/>
              <a:ahLst/>
              <a:cxnLst/>
              <a:rect l="l" t="t" r="r" b="b"/>
              <a:pathLst>
                <a:path w="4740" h="6916" extrusionOk="0">
                  <a:moveTo>
                    <a:pt x="4471" y="1"/>
                  </a:moveTo>
                  <a:cubicBezTo>
                    <a:pt x="4450" y="1"/>
                    <a:pt x="4428" y="4"/>
                    <a:pt x="4406" y="9"/>
                  </a:cubicBezTo>
                  <a:lnTo>
                    <a:pt x="0" y="9"/>
                  </a:lnTo>
                  <a:lnTo>
                    <a:pt x="0" y="6915"/>
                  </a:lnTo>
                  <a:lnTo>
                    <a:pt x="4406" y="6915"/>
                  </a:lnTo>
                  <a:cubicBezTo>
                    <a:pt x="4596" y="6915"/>
                    <a:pt x="4739" y="6749"/>
                    <a:pt x="4739" y="6582"/>
                  </a:cubicBezTo>
                  <a:lnTo>
                    <a:pt x="4739" y="295"/>
                  </a:lnTo>
                  <a:cubicBezTo>
                    <a:pt x="4739" y="148"/>
                    <a:pt x="4628" y="1"/>
                    <a:pt x="4471"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6" name="Google Shape;22546;p144"/>
            <p:cNvSpPr/>
            <p:nvPr/>
          </p:nvSpPr>
          <p:spPr>
            <a:xfrm>
              <a:off x="3337831" y="3352990"/>
              <a:ext cx="185378" cy="21719"/>
            </a:xfrm>
            <a:custGeom>
              <a:avLst/>
              <a:gdLst/>
              <a:ahLst/>
              <a:cxnLst/>
              <a:rect l="l" t="t" r="r" b="b"/>
              <a:pathLst>
                <a:path w="5693" h="667" extrusionOk="0">
                  <a:moveTo>
                    <a:pt x="334" y="0"/>
                  </a:moveTo>
                  <a:cubicBezTo>
                    <a:pt x="143" y="0"/>
                    <a:pt x="0" y="143"/>
                    <a:pt x="0" y="333"/>
                  </a:cubicBezTo>
                  <a:cubicBezTo>
                    <a:pt x="0" y="500"/>
                    <a:pt x="143" y="667"/>
                    <a:pt x="334" y="667"/>
                  </a:cubicBezTo>
                  <a:lnTo>
                    <a:pt x="5359" y="667"/>
                  </a:lnTo>
                  <a:cubicBezTo>
                    <a:pt x="5549" y="667"/>
                    <a:pt x="5692" y="500"/>
                    <a:pt x="5692" y="333"/>
                  </a:cubicBezTo>
                  <a:cubicBezTo>
                    <a:pt x="5692" y="143"/>
                    <a:pt x="5549" y="24"/>
                    <a:pt x="5359"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7" name="Google Shape;22547;p144"/>
            <p:cNvSpPr/>
            <p:nvPr/>
          </p:nvSpPr>
          <p:spPr>
            <a:xfrm>
              <a:off x="3430894" y="3353739"/>
              <a:ext cx="92315" cy="20970"/>
            </a:xfrm>
            <a:custGeom>
              <a:avLst/>
              <a:gdLst/>
              <a:ahLst/>
              <a:cxnLst/>
              <a:rect l="l" t="t" r="r" b="b"/>
              <a:pathLst>
                <a:path w="2835" h="644" extrusionOk="0">
                  <a:moveTo>
                    <a:pt x="0" y="1"/>
                  </a:moveTo>
                  <a:lnTo>
                    <a:pt x="0" y="644"/>
                  </a:lnTo>
                  <a:lnTo>
                    <a:pt x="2501" y="644"/>
                  </a:lnTo>
                  <a:cubicBezTo>
                    <a:pt x="2691" y="644"/>
                    <a:pt x="2834" y="477"/>
                    <a:pt x="2834" y="310"/>
                  </a:cubicBezTo>
                  <a:cubicBezTo>
                    <a:pt x="2834" y="120"/>
                    <a:pt x="2691" y="1"/>
                    <a:pt x="2501"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8" name="Google Shape;22548;p144"/>
            <p:cNvSpPr/>
            <p:nvPr/>
          </p:nvSpPr>
          <p:spPr>
            <a:xfrm>
              <a:off x="3339394" y="3087769"/>
              <a:ext cx="183815" cy="183815"/>
            </a:xfrm>
            <a:custGeom>
              <a:avLst/>
              <a:gdLst/>
              <a:ahLst/>
              <a:cxnLst/>
              <a:rect l="l" t="t" r="r" b="b"/>
              <a:pathLst>
                <a:path w="5645" h="5645" extrusionOk="0">
                  <a:moveTo>
                    <a:pt x="2810" y="1"/>
                  </a:moveTo>
                  <a:cubicBezTo>
                    <a:pt x="1262" y="1"/>
                    <a:pt x="0" y="1263"/>
                    <a:pt x="0" y="2811"/>
                  </a:cubicBezTo>
                  <a:cubicBezTo>
                    <a:pt x="0" y="4359"/>
                    <a:pt x="1262" y="5645"/>
                    <a:pt x="2810" y="5645"/>
                  </a:cubicBezTo>
                  <a:cubicBezTo>
                    <a:pt x="4358" y="5645"/>
                    <a:pt x="5644" y="4359"/>
                    <a:pt x="5644" y="2811"/>
                  </a:cubicBezTo>
                  <a:cubicBezTo>
                    <a:pt x="5644" y="1263"/>
                    <a:pt x="4358" y="1"/>
                    <a:pt x="2810" y="1"/>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9" name="Google Shape;22549;p144"/>
            <p:cNvSpPr/>
            <p:nvPr/>
          </p:nvSpPr>
          <p:spPr>
            <a:xfrm>
              <a:off x="3430894" y="3087769"/>
              <a:ext cx="92315" cy="183815"/>
            </a:xfrm>
            <a:custGeom>
              <a:avLst/>
              <a:gdLst/>
              <a:ahLst/>
              <a:cxnLst/>
              <a:rect l="l" t="t" r="r" b="b"/>
              <a:pathLst>
                <a:path w="2835" h="5645" extrusionOk="0">
                  <a:moveTo>
                    <a:pt x="0" y="1"/>
                  </a:moveTo>
                  <a:lnTo>
                    <a:pt x="0" y="5645"/>
                  </a:lnTo>
                  <a:cubicBezTo>
                    <a:pt x="1548" y="5645"/>
                    <a:pt x="2834" y="4359"/>
                    <a:pt x="2834" y="2811"/>
                  </a:cubicBezTo>
                  <a:cubicBezTo>
                    <a:pt x="2834" y="1263"/>
                    <a:pt x="1548" y="1"/>
                    <a:pt x="0"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0" name="Google Shape;22550;p144"/>
            <p:cNvSpPr/>
            <p:nvPr/>
          </p:nvSpPr>
          <p:spPr>
            <a:xfrm>
              <a:off x="3388237" y="3190145"/>
              <a:ext cx="83783" cy="27808"/>
            </a:xfrm>
            <a:custGeom>
              <a:avLst/>
              <a:gdLst/>
              <a:ahLst/>
              <a:cxnLst/>
              <a:rect l="l" t="t" r="r" b="b"/>
              <a:pathLst>
                <a:path w="2573" h="854" extrusionOk="0">
                  <a:moveTo>
                    <a:pt x="1286" y="0"/>
                  </a:moveTo>
                  <a:cubicBezTo>
                    <a:pt x="905" y="0"/>
                    <a:pt x="548" y="95"/>
                    <a:pt x="215" y="262"/>
                  </a:cubicBezTo>
                  <a:cubicBezTo>
                    <a:pt x="72" y="333"/>
                    <a:pt x="0" y="548"/>
                    <a:pt x="96" y="691"/>
                  </a:cubicBezTo>
                  <a:cubicBezTo>
                    <a:pt x="145" y="789"/>
                    <a:pt x="250" y="853"/>
                    <a:pt x="365" y="853"/>
                  </a:cubicBezTo>
                  <a:cubicBezTo>
                    <a:pt x="417" y="853"/>
                    <a:pt x="472" y="840"/>
                    <a:pt x="524" y="810"/>
                  </a:cubicBezTo>
                  <a:cubicBezTo>
                    <a:pt x="762" y="667"/>
                    <a:pt x="1024" y="595"/>
                    <a:pt x="1286" y="595"/>
                  </a:cubicBezTo>
                  <a:cubicBezTo>
                    <a:pt x="1548" y="595"/>
                    <a:pt x="1834" y="691"/>
                    <a:pt x="2072" y="810"/>
                  </a:cubicBezTo>
                  <a:cubicBezTo>
                    <a:pt x="2117" y="840"/>
                    <a:pt x="2164" y="853"/>
                    <a:pt x="2211" y="853"/>
                  </a:cubicBezTo>
                  <a:cubicBezTo>
                    <a:pt x="2313" y="853"/>
                    <a:pt x="2412" y="789"/>
                    <a:pt x="2477" y="691"/>
                  </a:cubicBezTo>
                  <a:cubicBezTo>
                    <a:pt x="2572" y="548"/>
                    <a:pt x="2548" y="357"/>
                    <a:pt x="2358" y="262"/>
                  </a:cubicBezTo>
                  <a:cubicBezTo>
                    <a:pt x="2025" y="95"/>
                    <a:pt x="1667" y="0"/>
                    <a:pt x="1286" y="0"/>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1" name="Google Shape;22551;p144"/>
            <p:cNvSpPr/>
            <p:nvPr/>
          </p:nvSpPr>
          <p:spPr>
            <a:xfrm>
              <a:off x="3430113" y="3189364"/>
              <a:ext cx="41908" cy="28590"/>
            </a:xfrm>
            <a:custGeom>
              <a:avLst/>
              <a:gdLst/>
              <a:ahLst/>
              <a:cxnLst/>
              <a:rect l="l" t="t" r="r" b="b"/>
              <a:pathLst>
                <a:path w="1287" h="878" extrusionOk="0">
                  <a:moveTo>
                    <a:pt x="0" y="0"/>
                  </a:moveTo>
                  <a:lnTo>
                    <a:pt x="0" y="619"/>
                  </a:lnTo>
                  <a:cubicBezTo>
                    <a:pt x="262" y="619"/>
                    <a:pt x="548" y="715"/>
                    <a:pt x="786" y="834"/>
                  </a:cubicBezTo>
                  <a:cubicBezTo>
                    <a:pt x="831" y="864"/>
                    <a:pt x="878" y="877"/>
                    <a:pt x="925" y="877"/>
                  </a:cubicBezTo>
                  <a:cubicBezTo>
                    <a:pt x="1027" y="877"/>
                    <a:pt x="1126" y="813"/>
                    <a:pt x="1191" y="715"/>
                  </a:cubicBezTo>
                  <a:cubicBezTo>
                    <a:pt x="1286" y="572"/>
                    <a:pt x="1262" y="381"/>
                    <a:pt x="1072" y="262"/>
                  </a:cubicBezTo>
                  <a:cubicBezTo>
                    <a:pt x="739" y="95"/>
                    <a:pt x="358" y="0"/>
                    <a:pt x="0" y="0"/>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2" name="Google Shape;22552;p144"/>
            <p:cNvSpPr/>
            <p:nvPr/>
          </p:nvSpPr>
          <p:spPr>
            <a:xfrm>
              <a:off x="3399862" y="3128081"/>
              <a:ext cx="62064" cy="62097"/>
            </a:xfrm>
            <a:custGeom>
              <a:avLst/>
              <a:gdLst/>
              <a:ahLst/>
              <a:cxnLst/>
              <a:rect l="l" t="t" r="r" b="b"/>
              <a:pathLst>
                <a:path w="1906" h="1907" extrusionOk="0">
                  <a:moveTo>
                    <a:pt x="953" y="1"/>
                  </a:moveTo>
                  <a:cubicBezTo>
                    <a:pt x="429" y="1"/>
                    <a:pt x="1" y="430"/>
                    <a:pt x="1" y="953"/>
                  </a:cubicBezTo>
                  <a:cubicBezTo>
                    <a:pt x="1" y="1501"/>
                    <a:pt x="429" y="1906"/>
                    <a:pt x="953" y="1906"/>
                  </a:cubicBezTo>
                  <a:cubicBezTo>
                    <a:pt x="1501" y="1906"/>
                    <a:pt x="1906" y="1501"/>
                    <a:pt x="1906" y="953"/>
                  </a:cubicBezTo>
                  <a:cubicBezTo>
                    <a:pt x="1882" y="453"/>
                    <a:pt x="1477" y="1"/>
                    <a:pt x="953" y="1"/>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3" name="Google Shape;22553;p144"/>
            <p:cNvSpPr/>
            <p:nvPr/>
          </p:nvSpPr>
          <p:spPr>
            <a:xfrm>
              <a:off x="3430894" y="3128081"/>
              <a:ext cx="31032" cy="62097"/>
            </a:xfrm>
            <a:custGeom>
              <a:avLst/>
              <a:gdLst/>
              <a:ahLst/>
              <a:cxnLst/>
              <a:rect l="l" t="t" r="r" b="b"/>
              <a:pathLst>
                <a:path w="953" h="1907" extrusionOk="0">
                  <a:moveTo>
                    <a:pt x="0" y="1"/>
                  </a:moveTo>
                  <a:lnTo>
                    <a:pt x="0" y="1906"/>
                  </a:lnTo>
                  <a:cubicBezTo>
                    <a:pt x="524" y="1906"/>
                    <a:pt x="929" y="1501"/>
                    <a:pt x="953" y="953"/>
                  </a:cubicBezTo>
                  <a:cubicBezTo>
                    <a:pt x="953" y="430"/>
                    <a:pt x="548" y="1"/>
                    <a:pt x="0" y="1"/>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54" name="Google Shape;22554;p144"/>
          <p:cNvGrpSpPr/>
          <p:nvPr/>
        </p:nvGrpSpPr>
        <p:grpSpPr>
          <a:xfrm>
            <a:off x="4016368" y="2894275"/>
            <a:ext cx="351317" cy="328035"/>
            <a:chOff x="4016368" y="3046675"/>
            <a:chExt cx="351317" cy="328035"/>
          </a:xfrm>
        </p:grpSpPr>
        <p:sp>
          <p:nvSpPr>
            <p:cNvPr id="22555" name="Google Shape;22555;p144"/>
            <p:cNvSpPr/>
            <p:nvPr/>
          </p:nvSpPr>
          <p:spPr>
            <a:xfrm>
              <a:off x="4121056" y="3046675"/>
              <a:ext cx="145815" cy="82220"/>
            </a:xfrm>
            <a:custGeom>
              <a:avLst/>
              <a:gdLst/>
              <a:ahLst/>
              <a:cxnLst/>
              <a:rect l="l" t="t" r="r" b="b"/>
              <a:pathLst>
                <a:path w="4478" h="2525" extrusionOk="0">
                  <a:moveTo>
                    <a:pt x="333" y="0"/>
                  </a:moveTo>
                  <a:cubicBezTo>
                    <a:pt x="167" y="0"/>
                    <a:pt x="0" y="143"/>
                    <a:pt x="0" y="334"/>
                  </a:cubicBezTo>
                  <a:lnTo>
                    <a:pt x="0" y="2215"/>
                  </a:lnTo>
                  <a:cubicBezTo>
                    <a:pt x="0" y="2382"/>
                    <a:pt x="167" y="2525"/>
                    <a:pt x="333" y="2525"/>
                  </a:cubicBezTo>
                  <a:cubicBezTo>
                    <a:pt x="524" y="2525"/>
                    <a:pt x="667" y="2382"/>
                    <a:pt x="667" y="2215"/>
                  </a:cubicBezTo>
                  <a:lnTo>
                    <a:pt x="667" y="620"/>
                  </a:lnTo>
                  <a:lnTo>
                    <a:pt x="3810" y="620"/>
                  </a:lnTo>
                  <a:lnTo>
                    <a:pt x="3810" y="2215"/>
                  </a:lnTo>
                  <a:cubicBezTo>
                    <a:pt x="3810" y="2382"/>
                    <a:pt x="3977" y="2525"/>
                    <a:pt x="4144" y="2525"/>
                  </a:cubicBezTo>
                  <a:cubicBezTo>
                    <a:pt x="4334" y="2525"/>
                    <a:pt x="4477" y="2382"/>
                    <a:pt x="4477" y="2215"/>
                  </a:cubicBezTo>
                  <a:lnTo>
                    <a:pt x="4477" y="334"/>
                  </a:lnTo>
                  <a:cubicBezTo>
                    <a:pt x="4382" y="143"/>
                    <a:pt x="4263" y="0"/>
                    <a:pt x="4096"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6" name="Google Shape;22556;p144"/>
            <p:cNvSpPr/>
            <p:nvPr/>
          </p:nvSpPr>
          <p:spPr>
            <a:xfrm>
              <a:off x="4193150" y="3046675"/>
              <a:ext cx="71377" cy="82220"/>
            </a:xfrm>
            <a:custGeom>
              <a:avLst/>
              <a:gdLst/>
              <a:ahLst/>
              <a:cxnLst/>
              <a:rect l="l" t="t" r="r" b="b"/>
              <a:pathLst>
                <a:path w="2192" h="2525" extrusionOk="0">
                  <a:moveTo>
                    <a:pt x="1" y="0"/>
                  </a:moveTo>
                  <a:lnTo>
                    <a:pt x="1" y="620"/>
                  </a:lnTo>
                  <a:lnTo>
                    <a:pt x="1573" y="620"/>
                  </a:lnTo>
                  <a:lnTo>
                    <a:pt x="1573" y="2215"/>
                  </a:lnTo>
                  <a:lnTo>
                    <a:pt x="1549" y="2215"/>
                  </a:lnTo>
                  <a:cubicBezTo>
                    <a:pt x="1549" y="2382"/>
                    <a:pt x="1692" y="2525"/>
                    <a:pt x="1882" y="2525"/>
                  </a:cubicBezTo>
                  <a:cubicBezTo>
                    <a:pt x="2049" y="2525"/>
                    <a:pt x="2192" y="2382"/>
                    <a:pt x="2192" y="2215"/>
                  </a:cubicBezTo>
                  <a:lnTo>
                    <a:pt x="2192" y="334"/>
                  </a:lnTo>
                  <a:cubicBezTo>
                    <a:pt x="2192" y="143"/>
                    <a:pt x="2049" y="0"/>
                    <a:pt x="1882"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7" name="Google Shape;22557;p144"/>
            <p:cNvSpPr/>
            <p:nvPr/>
          </p:nvSpPr>
          <p:spPr>
            <a:xfrm>
              <a:off x="4038836" y="3204864"/>
              <a:ext cx="308660" cy="169846"/>
            </a:xfrm>
            <a:custGeom>
              <a:avLst/>
              <a:gdLst/>
              <a:ahLst/>
              <a:cxnLst/>
              <a:rect l="l" t="t" r="r" b="b"/>
              <a:pathLst>
                <a:path w="9479" h="5216" extrusionOk="0">
                  <a:moveTo>
                    <a:pt x="1" y="1"/>
                  </a:moveTo>
                  <a:lnTo>
                    <a:pt x="1" y="4882"/>
                  </a:lnTo>
                  <a:cubicBezTo>
                    <a:pt x="1" y="5049"/>
                    <a:pt x="144" y="5216"/>
                    <a:pt x="334" y="5216"/>
                  </a:cubicBezTo>
                  <a:lnTo>
                    <a:pt x="9145" y="5216"/>
                  </a:lnTo>
                  <a:cubicBezTo>
                    <a:pt x="9312" y="5216"/>
                    <a:pt x="9479" y="5049"/>
                    <a:pt x="9479" y="4882"/>
                  </a:cubicBezTo>
                  <a:lnTo>
                    <a:pt x="9479" y="1"/>
                  </a:ln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8" name="Google Shape;22558;p144"/>
            <p:cNvSpPr/>
            <p:nvPr/>
          </p:nvSpPr>
          <p:spPr>
            <a:xfrm>
              <a:off x="4192368" y="3204864"/>
              <a:ext cx="153597" cy="168576"/>
            </a:xfrm>
            <a:custGeom>
              <a:avLst/>
              <a:gdLst/>
              <a:ahLst/>
              <a:cxnLst/>
              <a:rect l="l" t="t" r="r" b="b"/>
              <a:pathLst>
                <a:path w="4717" h="5177" extrusionOk="0">
                  <a:moveTo>
                    <a:pt x="1" y="1"/>
                  </a:moveTo>
                  <a:lnTo>
                    <a:pt x="1" y="5168"/>
                  </a:lnTo>
                  <a:lnTo>
                    <a:pt x="4407" y="5168"/>
                  </a:lnTo>
                  <a:cubicBezTo>
                    <a:pt x="4429" y="5174"/>
                    <a:pt x="4451" y="5176"/>
                    <a:pt x="4471" y="5176"/>
                  </a:cubicBezTo>
                  <a:cubicBezTo>
                    <a:pt x="4624" y="5176"/>
                    <a:pt x="4716" y="5029"/>
                    <a:pt x="4716" y="4882"/>
                  </a:cubicBezTo>
                  <a:lnTo>
                    <a:pt x="4716"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9" name="Google Shape;22559;p144"/>
            <p:cNvSpPr/>
            <p:nvPr/>
          </p:nvSpPr>
          <p:spPr>
            <a:xfrm>
              <a:off x="4016368" y="3107925"/>
              <a:ext cx="351317" cy="144284"/>
            </a:xfrm>
            <a:custGeom>
              <a:avLst/>
              <a:gdLst/>
              <a:ahLst/>
              <a:cxnLst/>
              <a:rect l="l" t="t" r="r" b="b"/>
              <a:pathLst>
                <a:path w="10789" h="4431" extrusionOk="0">
                  <a:moveTo>
                    <a:pt x="333" y="1"/>
                  </a:moveTo>
                  <a:cubicBezTo>
                    <a:pt x="143" y="1"/>
                    <a:pt x="0" y="144"/>
                    <a:pt x="0" y="334"/>
                  </a:cubicBezTo>
                  <a:lnTo>
                    <a:pt x="0" y="3478"/>
                  </a:lnTo>
                  <a:cubicBezTo>
                    <a:pt x="0" y="3620"/>
                    <a:pt x="95" y="3740"/>
                    <a:pt x="238" y="3787"/>
                  </a:cubicBezTo>
                  <a:cubicBezTo>
                    <a:pt x="667" y="3954"/>
                    <a:pt x="3453" y="4430"/>
                    <a:pt x="5358" y="4430"/>
                  </a:cubicBezTo>
                  <a:cubicBezTo>
                    <a:pt x="7954" y="4430"/>
                    <a:pt x="10431" y="3787"/>
                    <a:pt x="10478" y="3787"/>
                  </a:cubicBezTo>
                  <a:cubicBezTo>
                    <a:pt x="10621" y="3740"/>
                    <a:pt x="10717" y="3620"/>
                    <a:pt x="10717" y="3478"/>
                  </a:cubicBezTo>
                  <a:lnTo>
                    <a:pt x="10717" y="334"/>
                  </a:lnTo>
                  <a:cubicBezTo>
                    <a:pt x="10788" y="144"/>
                    <a:pt x="10645" y="1"/>
                    <a:pt x="10455" y="1"/>
                  </a:cubicBezTo>
                  <a:lnTo>
                    <a:pt x="6359" y="1"/>
                  </a:lnTo>
                  <a:lnTo>
                    <a:pt x="5716" y="620"/>
                  </a:lnTo>
                  <a:lnTo>
                    <a:pt x="5073" y="620"/>
                  </a:lnTo>
                  <a:lnTo>
                    <a:pt x="4430" y="1"/>
                  </a:lnTo>
                  <a:close/>
                </a:path>
              </a:pathLst>
            </a:custGeom>
            <a:solidFill>
              <a:srgbClr val="A3AE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0" name="Google Shape;22560;p144"/>
            <p:cNvSpPr/>
            <p:nvPr/>
          </p:nvSpPr>
          <p:spPr>
            <a:xfrm>
              <a:off x="4191619" y="3107925"/>
              <a:ext cx="176065" cy="143503"/>
            </a:xfrm>
            <a:custGeom>
              <a:avLst/>
              <a:gdLst/>
              <a:ahLst/>
              <a:cxnLst/>
              <a:rect l="l" t="t" r="r" b="b"/>
              <a:pathLst>
                <a:path w="5407" h="4407" extrusionOk="0">
                  <a:moveTo>
                    <a:pt x="977" y="1"/>
                  </a:moveTo>
                  <a:lnTo>
                    <a:pt x="334" y="620"/>
                  </a:lnTo>
                  <a:lnTo>
                    <a:pt x="0" y="620"/>
                  </a:lnTo>
                  <a:lnTo>
                    <a:pt x="0" y="4406"/>
                  </a:lnTo>
                  <a:cubicBezTo>
                    <a:pt x="2596" y="4406"/>
                    <a:pt x="5073" y="3740"/>
                    <a:pt x="5120" y="3740"/>
                  </a:cubicBezTo>
                  <a:cubicBezTo>
                    <a:pt x="5287" y="3716"/>
                    <a:pt x="5406" y="3597"/>
                    <a:pt x="5406" y="3454"/>
                  </a:cubicBezTo>
                  <a:lnTo>
                    <a:pt x="5406" y="334"/>
                  </a:lnTo>
                  <a:cubicBezTo>
                    <a:pt x="5406" y="144"/>
                    <a:pt x="5263" y="1"/>
                    <a:pt x="5073"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1" name="Google Shape;22561;p144"/>
            <p:cNvSpPr/>
            <p:nvPr/>
          </p:nvSpPr>
          <p:spPr>
            <a:xfrm>
              <a:off x="4162150" y="3262239"/>
              <a:ext cx="59720" cy="70596"/>
            </a:xfrm>
            <a:custGeom>
              <a:avLst/>
              <a:gdLst/>
              <a:ahLst/>
              <a:cxnLst/>
              <a:rect l="l" t="t" r="r" b="b"/>
              <a:pathLst>
                <a:path w="1834" h="2168" extrusionOk="0">
                  <a:moveTo>
                    <a:pt x="0" y="1"/>
                  </a:moveTo>
                  <a:lnTo>
                    <a:pt x="0" y="1239"/>
                  </a:lnTo>
                  <a:cubicBezTo>
                    <a:pt x="0" y="1334"/>
                    <a:pt x="24" y="1382"/>
                    <a:pt x="95" y="1453"/>
                  </a:cubicBezTo>
                  <a:lnTo>
                    <a:pt x="715" y="2073"/>
                  </a:lnTo>
                  <a:cubicBezTo>
                    <a:pt x="762" y="2144"/>
                    <a:pt x="858" y="2168"/>
                    <a:pt x="929" y="2168"/>
                  </a:cubicBezTo>
                  <a:cubicBezTo>
                    <a:pt x="1000" y="2168"/>
                    <a:pt x="1072" y="2144"/>
                    <a:pt x="1119" y="2073"/>
                  </a:cubicBezTo>
                  <a:lnTo>
                    <a:pt x="1762" y="1453"/>
                  </a:lnTo>
                  <a:cubicBezTo>
                    <a:pt x="1810" y="1382"/>
                    <a:pt x="1834" y="1311"/>
                    <a:pt x="1834" y="1239"/>
                  </a:cubicBezTo>
                  <a:lnTo>
                    <a:pt x="1834" y="1"/>
                  </a:ln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2" name="Google Shape;22562;p144"/>
            <p:cNvSpPr/>
            <p:nvPr/>
          </p:nvSpPr>
          <p:spPr>
            <a:xfrm>
              <a:off x="4192368" y="3262239"/>
              <a:ext cx="31065" cy="71377"/>
            </a:xfrm>
            <a:custGeom>
              <a:avLst/>
              <a:gdLst/>
              <a:ahLst/>
              <a:cxnLst/>
              <a:rect l="l" t="t" r="r" b="b"/>
              <a:pathLst>
                <a:path w="954" h="2192" extrusionOk="0">
                  <a:moveTo>
                    <a:pt x="1" y="1"/>
                  </a:moveTo>
                  <a:lnTo>
                    <a:pt x="1" y="2192"/>
                  </a:lnTo>
                  <a:cubicBezTo>
                    <a:pt x="72" y="2192"/>
                    <a:pt x="144" y="2168"/>
                    <a:pt x="191" y="2096"/>
                  </a:cubicBezTo>
                  <a:lnTo>
                    <a:pt x="858" y="1453"/>
                  </a:lnTo>
                  <a:cubicBezTo>
                    <a:pt x="906" y="1382"/>
                    <a:pt x="954" y="1311"/>
                    <a:pt x="954" y="1239"/>
                  </a:cubicBezTo>
                  <a:lnTo>
                    <a:pt x="954" y="1"/>
                  </a:ln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3" name="Google Shape;22563;p144"/>
            <p:cNvSpPr/>
            <p:nvPr/>
          </p:nvSpPr>
          <p:spPr>
            <a:xfrm>
              <a:off x="4162150" y="3107925"/>
              <a:ext cx="62064" cy="143503"/>
            </a:xfrm>
            <a:custGeom>
              <a:avLst/>
              <a:gdLst/>
              <a:ahLst/>
              <a:cxnLst/>
              <a:rect l="l" t="t" r="r" b="b"/>
              <a:pathLst>
                <a:path w="1906" h="4407" extrusionOk="0">
                  <a:moveTo>
                    <a:pt x="0" y="1"/>
                  </a:moveTo>
                  <a:lnTo>
                    <a:pt x="0" y="4406"/>
                  </a:lnTo>
                  <a:lnTo>
                    <a:pt x="1905" y="4406"/>
                  </a:lnTo>
                  <a:lnTo>
                    <a:pt x="1905" y="1"/>
                  </a:ln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4" name="Google Shape;22564;p144"/>
            <p:cNvSpPr/>
            <p:nvPr/>
          </p:nvSpPr>
          <p:spPr>
            <a:xfrm>
              <a:off x="4193150" y="3107925"/>
              <a:ext cx="31065" cy="143503"/>
            </a:xfrm>
            <a:custGeom>
              <a:avLst/>
              <a:gdLst/>
              <a:ahLst/>
              <a:cxnLst/>
              <a:rect l="l" t="t" r="r" b="b"/>
              <a:pathLst>
                <a:path w="954" h="4407" extrusionOk="0">
                  <a:moveTo>
                    <a:pt x="1" y="1"/>
                  </a:moveTo>
                  <a:lnTo>
                    <a:pt x="1" y="4406"/>
                  </a:lnTo>
                  <a:lnTo>
                    <a:pt x="953" y="4406"/>
                  </a:lnTo>
                  <a:lnTo>
                    <a:pt x="953" y="1"/>
                  </a:ln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5" name="Google Shape;22565;p144"/>
            <p:cNvSpPr/>
            <p:nvPr/>
          </p:nvSpPr>
          <p:spPr>
            <a:xfrm>
              <a:off x="4141994" y="3231239"/>
              <a:ext cx="102376" cy="41126"/>
            </a:xfrm>
            <a:custGeom>
              <a:avLst/>
              <a:gdLst/>
              <a:ahLst/>
              <a:cxnLst/>
              <a:rect l="l" t="t" r="r" b="b"/>
              <a:pathLst>
                <a:path w="3144" h="1263" extrusionOk="0">
                  <a:moveTo>
                    <a:pt x="310" y="0"/>
                  </a:moveTo>
                  <a:cubicBezTo>
                    <a:pt x="143" y="0"/>
                    <a:pt x="0" y="143"/>
                    <a:pt x="0" y="310"/>
                  </a:cubicBezTo>
                  <a:lnTo>
                    <a:pt x="0" y="953"/>
                  </a:lnTo>
                  <a:cubicBezTo>
                    <a:pt x="0" y="1119"/>
                    <a:pt x="143" y="1262"/>
                    <a:pt x="310" y="1262"/>
                  </a:cubicBezTo>
                  <a:lnTo>
                    <a:pt x="2810" y="1262"/>
                  </a:lnTo>
                  <a:cubicBezTo>
                    <a:pt x="3001" y="1262"/>
                    <a:pt x="3144" y="1119"/>
                    <a:pt x="3144" y="953"/>
                  </a:cubicBezTo>
                  <a:lnTo>
                    <a:pt x="3144" y="310"/>
                  </a:lnTo>
                  <a:cubicBezTo>
                    <a:pt x="3120" y="143"/>
                    <a:pt x="3001" y="0"/>
                    <a:pt x="2810"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6" name="Google Shape;22566;p144"/>
            <p:cNvSpPr/>
            <p:nvPr/>
          </p:nvSpPr>
          <p:spPr>
            <a:xfrm>
              <a:off x="4192368" y="3231239"/>
              <a:ext cx="51221" cy="40345"/>
            </a:xfrm>
            <a:custGeom>
              <a:avLst/>
              <a:gdLst/>
              <a:ahLst/>
              <a:cxnLst/>
              <a:rect l="l" t="t" r="r" b="b"/>
              <a:pathLst>
                <a:path w="1573" h="1239" extrusionOk="0">
                  <a:moveTo>
                    <a:pt x="1" y="0"/>
                  </a:moveTo>
                  <a:lnTo>
                    <a:pt x="1" y="1239"/>
                  </a:lnTo>
                  <a:lnTo>
                    <a:pt x="1239" y="1239"/>
                  </a:lnTo>
                  <a:cubicBezTo>
                    <a:pt x="1454" y="1239"/>
                    <a:pt x="1573" y="1096"/>
                    <a:pt x="1573" y="953"/>
                  </a:cubicBezTo>
                  <a:lnTo>
                    <a:pt x="1573" y="310"/>
                  </a:lnTo>
                  <a:cubicBezTo>
                    <a:pt x="1573" y="143"/>
                    <a:pt x="1430" y="0"/>
                    <a:pt x="1239"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67" name="Google Shape;22567;p144"/>
          <p:cNvGrpSpPr/>
          <p:nvPr/>
        </p:nvGrpSpPr>
        <p:grpSpPr>
          <a:xfrm>
            <a:off x="4772437" y="2883399"/>
            <a:ext cx="348972" cy="349363"/>
            <a:chOff x="4772437" y="3035799"/>
            <a:chExt cx="348972" cy="349363"/>
          </a:xfrm>
        </p:grpSpPr>
        <p:sp>
          <p:nvSpPr>
            <p:cNvPr id="22568" name="Google Shape;22568;p144"/>
            <p:cNvSpPr/>
            <p:nvPr/>
          </p:nvSpPr>
          <p:spPr>
            <a:xfrm>
              <a:off x="4772437" y="3035799"/>
              <a:ext cx="226472" cy="165222"/>
            </a:xfrm>
            <a:custGeom>
              <a:avLst/>
              <a:gdLst/>
              <a:ahLst/>
              <a:cxnLst/>
              <a:rect l="l" t="t" r="r" b="b"/>
              <a:pathLst>
                <a:path w="6955" h="5074" extrusionOk="0">
                  <a:moveTo>
                    <a:pt x="2239" y="1"/>
                  </a:moveTo>
                  <a:cubicBezTo>
                    <a:pt x="1024" y="1"/>
                    <a:pt x="0" y="1025"/>
                    <a:pt x="0" y="2240"/>
                  </a:cubicBezTo>
                  <a:cubicBezTo>
                    <a:pt x="0" y="3454"/>
                    <a:pt x="1024" y="4454"/>
                    <a:pt x="2239" y="4454"/>
                  </a:cubicBezTo>
                  <a:lnTo>
                    <a:pt x="4739" y="4454"/>
                  </a:lnTo>
                  <a:cubicBezTo>
                    <a:pt x="4882" y="4454"/>
                    <a:pt x="5049" y="4407"/>
                    <a:pt x="5192" y="4383"/>
                  </a:cubicBezTo>
                  <a:lnTo>
                    <a:pt x="5787" y="4978"/>
                  </a:lnTo>
                  <a:cubicBezTo>
                    <a:pt x="5851" y="5042"/>
                    <a:pt x="5935" y="5073"/>
                    <a:pt x="6013" y="5073"/>
                  </a:cubicBezTo>
                  <a:cubicBezTo>
                    <a:pt x="6052" y="5073"/>
                    <a:pt x="6089" y="5065"/>
                    <a:pt x="6121" y="5050"/>
                  </a:cubicBezTo>
                  <a:cubicBezTo>
                    <a:pt x="6240" y="4978"/>
                    <a:pt x="6311" y="4883"/>
                    <a:pt x="6311" y="4740"/>
                  </a:cubicBezTo>
                  <a:lnTo>
                    <a:pt x="6311" y="3764"/>
                  </a:lnTo>
                  <a:cubicBezTo>
                    <a:pt x="6740" y="3335"/>
                    <a:pt x="6954" y="2811"/>
                    <a:pt x="6954" y="2240"/>
                  </a:cubicBezTo>
                  <a:cubicBezTo>
                    <a:pt x="6954" y="1025"/>
                    <a:pt x="5930" y="1"/>
                    <a:pt x="4739" y="1"/>
                  </a:cubicBezTo>
                  <a:close/>
                </a:path>
              </a:pathLst>
            </a:custGeom>
            <a:solidFill>
              <a:srgbClr val="DE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9" name="Google Shape;22569;p144"/>
            <p:cNvSpPr/>
            <p:nvPr/>
          </p:nvSpPr>
          <p:spPr>
            <a:xfrm>
              <a:off x="4886405" y="3035799"/>
              <a:ext cx="112503" cy="164245"/>
            </a:xfrm>
            <a:custGeom>
              <a:avLst/>
              <a:gdLst/>
              <a:ahLst/>
              <a:cxnLst/>
              <a:rect l="l" t="t" r="r" b="b"/>
              <a:pathLst>
                <a:path w="3455" h="5044" extrusionOk="0">
                  <a:moveTo>
                    <a:pt x="1" y="1"/>
                  </a:moveTo>
                  <a:lnTo>
                    <a:pt x="1" y="4407"/>
                  </a:lnTo>
                  <a:lnTo>
                    <a:pt x="1239" y="4407"/>
                  </a:lnTo>
                  <a:cubicBezTo>
                    <a:pt x="1382" y="4407"/>
                    <a:pt x="1525" y="4383"/>
                    <a:pt x="1692" y="4359"/>
                  </a:cubicBezTo>
                  <a:lnTo>
                    <a:pt x="2287" y="4954"/>
                  </a:lnTo>
                  <a:cubicBezTo>
                    <a:pt x="2345" y="5012"/>
                    <a:pt x="2402" y="5044"/>
                    <a:pt x="2465" y="5044"/>
                  </a:cubicBezTo>
                  <a:cubicBezTo>
                    <a:pt x="2506" y="5044"/>
                    <a:pt x="2550" y="5030"/>
                    <a:pt x="2597" y="5002"/>
                  </a:cubicBezTo>
                  <a:cubicBezTo>
                    <a:pt x="2740" y="4954"/>
                    <a:pt x="2811" y="4835"/>
                    <a:pt x="2811" y="4716"/>
                  </a:cubicBezTo>
                  <a:lnTo>
                    <a:pt x="2811" y="3740"/>
                  </a:lnTo>
                  <a:cubicBezTo>
                    <a:pt x="3216" y="3311"/>
                    <a:pt x="3454" y="2763"/>
                    <a:pt x="3454" y="2216"/>
                  </a:cubicBezTo>
                  <a:cubicBezTo>
                    <a:pt x="3454" y="1025"/>
                    <a:pt x="2430" y="1"/>
                    <a:pt x="1239"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0" name="Google Shape;22570;p144"/>
            <p:cNvSpPr/>
            <p:nvPr/>
          </p:nvSpPr>
          <p:spPr>
            <a:xfrm>
              <a:off x="4833687" y="3097082"/>
              <a:ext cx="21752" cy="20970"/>
            </a:xfrm>
            <a:custGeom>
              <a:avLst/>
              <a:gdLst/>
              <a:ahLst/>
              <a:cxnLst/>
              <a:rect l="l" t="t" r="r" b="b"/>
              <a:pathLst>
                <a:path w="668" h="644" extrusionOk="0">
                  <a:moveTo>
                    <a:pt x="334" y="0"/>
                  </a:moveTo>
                  <a:cubicBezTo>
                    <a:pt x="143" y="0"/>
                    <a:pt x="1" y="143"/>
                    <a:pt x="1" y="334"/>
                  </a:cubicBezTo>
                  <a:cubicBezTo>
                    <a:pt x="1" y="500"/>
                    <a:pt x="143" y="643"/>
                    <a:pt x="334" y="643"/>
                  </a:cubicBezTo>
                  <a:cubicBezTo>
                    <a:pt x="501" y="643"/>
                    <a:pt x="667" y="500"/>
                    <a:pt x="667" y="334"/>
                  </a:cubicBezTo>
                  <a:cubicBezTo>
                    <a:pt x="667" y="143"/>
                    <a:pt x="501" y="0"/>
                    <a:pt x="334"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1" name="Google Shape;22571;p144"/>
            <p:cNvSpPr/>
            <p:nvPr/>
          </p:nvSpPr>
          <p:spPr>
            <a:xfrm>
              <a:off x="4873999" y="3097082"/>
              <a:ext cx="21752" cy="20970"/>
            </a:xfrm>
            <a:custGeom>
              <a:avLst/>
              <a:gdLst/>
              <a:ahLst/>
              <a:cxnLst/>
              <a:rect l="l" t="t" r="r" b="b"/>
              <a:pathLst>
                <a:path w="668" h="644" extrusionOk="0">
                  <a:moveTo>
                    <a:pt x="334" y="0"/>
                  </a:moveTo>
                  <a:cubicBezTo>
                    <a:pt x="168" y="0"/>
                    <a:pt x="1" y="143"/>
                    <a:pt x="1" y="334"/>
                  </a:cubicBezTo>
                  <a:cubicBezTo>
                    <a:pt x="1" y="500"/>
                    <a:pt x="168" y="643"/>
                    <a:pt x="334" y="643"/>
                  </a:cubicBezTo>
                  <a:cubicBezTo>
                    <a:pt x="525" y="643"/>
                    <a:pt x="668" y="500"/>
                    <a:pt x="668" y="334"/>
                  </a:cubicBezTo>
                  <a:cubicBezTo>
                    <a:pt x="668" y="143"/>
                    <a:pt x="525" y="0"/>
                    <a:pt x="334"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2" name="Google Shape;22572;p144"/>
            <p:cNvSpPr/>
            <p:nvPr/>
          </p:nvSpPr>
          <p:spPr>
            <a:xfrm>
              <a:off x="4915874" y="3097082"/>
              <a:ext cx="21752" cy="20970"/>
            </a:xfrm>
            <a:custGeom>
              <a:avLst/>
              <a:gdLst/>
              <a:ahLst/>
              <a:cxnLst/>
              <a:rect l="l" t="t" r="r" b="b"/>
              <a:pathLst>
                <a:path w="668" h="644" extrusionOk="0">
                  <a:moveTo>
                    <a:pt x="334" y="0"/>
                  </a:moveTo>
                  <a:cubicBezTo>
                    <a:pt x="144" y="0"/>
                    <a:pt x="1" y="143"/>
                    <a:pt x="1" y="334"/>
                  </a:cubicBezTo>
                  <a:cubicBezTo>
                    <a:pt x="1" y="500"/>
                    <a:pt x="144" y="643"/>
                    <a:pt x="334" y="643"/>
                  </a:cubicBezTo>
                  <a:cubicBezTo>
                    <a:pt x="525" y="643"/>
                    <a:pt x="668" y="500"/>
                    <a:pt x="668" y="334"/>
                  </a:cubicBezTo>
                  <a:cubicBezTo>
                    <a:pt x="668" y="143"/>
                    <a:pt x="525" y="0"/>
                    <a:pt x="334"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3" name="Google Shape;22573;p144"/>
            <p:cNvSpPr/>
            <p:nvPr/>
          </p:nvSpPr>
          <p:spPr>
            <a:xfrm>
              <a:off x="4895718" y="3220363"/>
              <a:ext cx="225691" cy="164799"/>
            </a:xfrm>
            <a:custGeom>
              <a:avLst/>
              <a:gdLst/>
              <a:ahLst/>
              <a:cxnLst/>
              <a:rect l="l" t="t" r="r" b="b"/>
              <a:pathLst>
                <a:path w="6931" h="5061" extrusionOk="0">
                  <a:moveTo>
                    <a:pt x="2215" y="1"/>
                  </a:moveTo>
                  <a:cubicBezTo>
                    <a:pt x="977" y="1"/>
                    <a:pt x="1" y="977"/>
                    <a:pt x="1" y="2192"/>
                  </a:cubicBezTo>
                  <a:cubicBezTo>
                    <a:pt x="1" y="2763"/>
                    <a:pt x="239" y="3335"/>
                    <a:pt x="620" y="3740"/>
                  </a:cubicBezTo>
                  <a:lnTo>
                    <a:pt x="620" y="4740"/>
                  </a:lnTo>
                  <a:cubicBezTo>
                    <a:pt x="620" y="4835"/>
                    <a:pt x="715" y="4978"/>
                    <a:pt x="834" y="5026"/>
                  </a:cubicBezTo>
                  <a:cubicBezTo>
                    <a:pt x="876" y="5051"/>
                    <a:pt x="917" y="5061"/>
                    <a:pt x="958" y="5061"/>
                  </a:cubicBezTo>
                  <a:cubicBezTo>
                    <a:pt x="1033" y="5061"/>
                    <a:pt x="1106" y="5025"/>
                    <a:pt x="1168" y="4978"/>
                  </a:cubicBezTo>
                  <a:lnTo>
                    <a:pt x="1763" y="4383"/>
                  </a:lnTo>
                  <a:cubicBezTo>
                    <a:pt x="1906" y="4406"/>
                    <a:pt x="2049" y="4430"/>
                    <a:pt x="2215" y="4430"/>
                  </a:cubicBezTo>
                  <a:lnTo>
                    <a:pt x="4716" y="4430"/>
                  </a:lnTo>
                  <a:cubicBezTo>
                    <a:pt x="5931" y="4430"/>
                    <a:pt x="6931" y="3430"/>
                    <a:pt x="6931" y="2192"/>
                  </a:cubicBezTo>
                  <a:cubicBezTo>
                    <a:pt x="6931" y="1001"/>
                    <a:pt x="5931" y="1"/>
                    <a:pt x="4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4" name="Google Shape;22574;p144"/>
            <p:cNvSpPr/>
            <p:nvPr/>
          </p:nvSpPr>
          <p:spPr>
            <a:xfrm>
              <a:off x="5008157" y="3221145"/>
              <a:ext cx="113252" cy="143503"/>
            </a:xfrm>
            <a:custGeom>
              <a:avLst/>
              <a:gdLst/>
              <a:ahLst/>
              <a:cxnLst/>
              <a:rect l="l" t="t" r="r" b="b"/>
              <a:pathLst>
                <a:path w="3478" h="4407" extrusionOk="0">
                  <a:moveTo>
                    <a:pt x="1282" y="0"/>
                  </a:moveTo>
                  <a:cubicBezTo>
                    <a:pt x="1268" y="0"/>
                    <a:pt x="1254" y="0"/>
                    <a:pt x="1239" y="1"/>
                  </a:cubicBezTo>
                  <a:lnTo>
                    <a:pt x="1" y="1"/>
                  </a:lnTo>
                  <a:lnTo>
                    <a:pt x="1" y="4406"/>
                  </a:lnTo>
                  <a:lnTo>
                    <a:pt x="1239" y="4406"/>
                  </a:lnTo>
                  <a:cubicBezTo>
                    <a:pt x="2478" y="4406"/>
                    <a:pt x="3478" y="3406"/>
                    <a:pt x="3478" y="2168"/>
                  </a:cubicBezTo>
                  <a:cubicBezTo>
                    <a:pt x="3478" y="991"/>
                    <a:pt x="2501" y="0"/>
                    <a:pt x="1282" y="0"/>
                  </a:cubicBezTo>
                  <a:close/>
                </a:path>
              </a:pathLst>
            </a:custGeom>
            <a:solidFill>
              <a:srgbClr val="7C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5" name="Google Shape;22575;p144"/>
            <p:cNvSpPr/>
            <p:nvPr/>
          </p:nvSpPr>
          <p:spPr>
            <a:xfrm>
              <a:off x="4957001" y="3280865"/>
              <a:ext cx="20970" cy="21752"/>
            </a:xfrm>
            <a:custGeom>
              <a:avLst/>
              <a:gdLst/>
              <a:ahLst/>
              <a:cxnLst/>
              <a:rect l="l" t="t" r="r" b="b"/>
              <a:pathLst>
                <a:path w="644" h="668" extrusionOk="0">
                  <a:moveTo>
                    <a:pt x="333" y="0"/>
                  </a:moveTo>
                  <a:cubicBezTo>
                    <a:pt x="143" y="0"/>
                    <a:pt x="0" y="167"/>
                    <a:pt x="0" y="334"/>
                  </a:cubicBezTo>
                  <a:cubicBezTo>
                    <a:pt x="0" y="524"/>
                    <a:pt x="143" y="667"/>
                    <a:pt x="333" y="667"/>
                  </a:cubicBezTo>
                  <a:cubicBezTo>
                    <a:pt x="500" y="667"/>
                    <a:pt x="643" y="524"/>
                    <a:pt x="643" y="334"/>
                  </a:cubicBezTo>
                  <a:cubicBezTo>
                    <a:pt x="643" y="167"/>
                    <a:pt x="500" y="0"/>
                    <a:pt x="333"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6" name="Google Shape;22576;p144"/>
            <p:cNvSpPr/>
            <p:nvPr/>
          </p:nvSpPr>
          <p:spPr>
            <a:xfrm>
              <a:off x="4997313" y="3280865"/>
              <a:ext cx="21752" cy="21752"/>
            </a:xfrm>
            <a:custGeom>
              <a:avLst/>
              <a:gdLst/>
              <a:ahLst/>
              <a:cxnLst/>
              <a:rect l="l" t="t" r="r" b="b"/>
              <a:pathLst>
                <a:path w="668" h="668" extrusionOk="0">
                  <a:moveTo>
                    <a:pt x="334" y="0"/>
                  </a:moveTo>
                  <a:cubicBezTo>
                    <a:pt x="143" y="0"/>
                    <a:pt x="0" y="167"/>
                    <a:pt x="0" y="334"/>
                  </a:cubicBezTo>
                  <a:cubicBezTo>
                    <a:pt x="0" y="524"/>
                    <a:pt x="143" y="667"/>
                    <a:pt x="334" y="667"/>
                  </a:cubicBezTo>
                  <a:cubicBezTo>
                    <a:pt x="524" y="667"/>
                    <a:pt x="667" y="524"/>
                    <a:pt x="667" y="334"/>
                  </a:cubicBezTo>
                  <a:cubicBezTo>
                    <a:pt x="667" y="167"/>
                    <a:pt x="524" y="0"/>
                    <a:pt x="334"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7" name="Google Shape;22577;p144"/>
            <p:cNvSpPr/>
            <p:nvPr/>
          </p:nvSpPr>
          <p:spPr>
            <a:xfrm>
              <a:off x="5038407" y="3280865"/>
              <a:ext cx="20970" cy="21752"/>
            </a:xfrm>
            <a:custGeom>
              <a:avLst/>
              <a:gdLst/>
              <a:ahLst/>
              <a:cxnLst/>
              <a:rect l="l" t="t" r="r" b="b"/>
              <a:pathLst>
                <a:path w="644" h="668" extrusionOk="0">
                  <a:moveTo>
                    <a:pt x="310" y="0"/>
                  </a:moveTo>
                  <a:cubicBezTo>
                    <a:pt x="143" y="0"/>
                    <a:pt x="1" y="167"/>
                    <a:pt x="1" y="334"/>
                  </a:cubicBezTo>
                  <a:cubicBezTo>
                    <a:pt x="1" y="524"/>
                    <a:pt x="143" y="667"/>
                    <a:pt x="310" y="667"/>
                  </a:cubicBezTo>
                  <a:cubicBezTo>
                    <a:pt x="501" y="667"/>
                    <a:pt x="644" y="524"/>
                    <a:pt x="644" y="334"/>
                  </a:cubicBezTo>
                  <a:cubicBezTo>
                    <a:pt x="644" y="167"/>
                    <a:pt x="501" y="0"/>
                    <a:pt x="310"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8" name="Google Shape;22578;p144"/>
            <p:cNvSpPr/>
            <p:nvPr/>
          </p:nvSpPr>
          <p:spPr>
            <a:xfrm>
              <a:off x="5008157" y="3282395"/>
              <a:ext cx="10908" cy="20221"/>
            </a:xfrm>
            <a:custGeom>
              <a:avLst/>
              <a:gdLst/>
              <a:ahLst/>
              <a:cxnLst/>
              <a:rect l="l" t="t" r="r" b="b"/>
              <a:pathLst>
                <a:path w="335" h="621" extrusionOk="0">
                  <a:moveTo>
                    <a:pt x="1" y="1"/>
                  </a:moveTo>
                  <a:lnTo>
                    <a:pt x="1" y="620"/>
                  </a:lnTo>
                  <a:cubicBezTo>
                    <a:pt x="191" y="620"/>
                    <a:pt x="334" y="477"/>
                    <a:pt x="334" y="287"/>
                  </a:cubicBezTo>
                  <a:cubicBezTo>
                    <a:pt x="334" y="120"/>
                    <a:pt x="191" y="1"/>
                    <a:pt x="1"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9" name="Google Shape;22579;p144"/>
            <p:cNvSpPr/>
            <p:nvPr/>
          </p:nvSpPr>
          <p:spPr>
            <a:xfrm>
              <a:off x="4884875" y="3097863"/>
              <a:ext cx="10876" cy="20970"/>
            </a:xfrm>
            <a:custGeom>
              <a:avLst/>
              <a:gdLst/>
              <a:ahLst/>
              <a:cxnLst/>
              <a:rect l="l" t="t" r="r" b="b"/>
              <a:pathLst>
                <a:path w="334" h="644" extrusionOk="0">
                  <a:moveTo>
                    <a:pt x="0" y="0"/>
                  </a:moveTo>
                  <a:lnTo>
                    <a:pt x="0" y="643"/>
                  </a:lnTo>
                  <a:cubicBezTo>
                    <a:pt x="191" y="643"/>
                    <a:pt x="334" y="476"/>
                    <a:pt x="334" y="310"/>
                  </a:cubicBezTo>
                  <a:cubicBezTo>
                    <a:pt x="334" y="119"/>
                    <a:pt x="191" y="0"/>
                    <a:pt x="0"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80" name="Google Shape;22580;p144"/>
          <p:cNvGrpSpPr/>
          <p:nvPr/>
        </p:nvGrpSpPr>
        <p:grpSpPr>
          <a:xfrm>
            <a:off x="5537037" y="2882650"/>
            <a:ext cx="350535" cy="349754"/>
            <a:chOff x="5537037" y="3035050"/>
            <a:chExt cx="350535" cy="349754"/>
          </a:xfrm>
        </p:grpSpPr>
        <p:sp>
          <p:nvSpPr>
            <p:cNvPr id="22581" name="Google Shape;22581;p144"/>
            <p:cNvSpPr/>
            <p:nvPr/>
          </p:nvSpPr>
          <p:spPr>
            <a:xfrm>
              <a:off x="5537037" y="3035050"/>
              <a:ext cx="206283" cy="349754"/>
            </a:xfrm>
            <a:custGeom>
              <a:avLst/>
              <a:gdLst/>
              <a:ahLst/>
              <a:cxnLst/>
              <a:rect l="l" t="t" r="r" b="b"/>
              <a:pathLst>
                <a:path w="6335" h="10741" extrusionOk="0">
                  <a:moveTo>
                    <a:pt x="977" y="0"/>
                  </a:moveTo>
                  <a:cubicBezTo>
                    <a:pt x="429" y="0"/>
                    <a:pt x="0" y="429"/>
                    <a:pt x="0" y="953"/>
                  </a:cubicBezTo>
                  <a:lnTo>
                    <a:pt x="0" y="9788"/>
                  </a:lnTo>
                  <a:cubicBezTo>
                    <a:pt x="0" y="10336"/>
                    <a:pt x="429" y="10740"/>
                    <a:pt x="977" y="10740"/>
                  </a:cubicBezTo>
                  <a:lnTo>
                    <a:pt x="5359" y="10740"/>
                  </a:lnTo>
                  <a:cubicBezTo>
                    <a:pt x="5906" y="10740"/>
                    <a:pt x="6335" y="10336"/>
                    <a:pt x="6335" y="9788"/>
                  </a:cubicBezTo>
                  <a:lnTo>
                    <a:pt x="6335" y="953"/>
                  </a:lnTo>
                  <a:cubicBezTo>
                    <a:pt x="6335" y="453"/>
                    <a:pt x="5906" y="24"/>
                    <a:pt x="5359"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2" name="Google Shape;22582;p144"/>
            <p:cNvSpPr/>
            <p:nvPr/>
          </p:nvSpPr>
          <p:spPr>
            <a:xfrm>
              <a:off x="5640162" y="3035799"/>
              <a:ext cx="103158" cy="349005"/>
            </a:xfrm>
            <a:custGeom>
              <a:avLst/>
              <a:gdLst/>
              <a:ahLst/>
              <a:cxnLst/>
              <a:rect l="l" t="t" r="r" b="b"/>
              <a:pathLst>
                <a:path w="3168" h="10718" extrusionOk="0">
                  <a:moveTo>
                    <a:pt x="1" y="1"/>
                  </a:moveTo>
                  <a:lnTo>
                    <a:pt x="1" y="10717"/>
                  </a:lnTo>
                  <a:lnTo>
                    <a:pt x="2192" y="10717"/>
                  </a:lnTo>
                  <a:cubicBezTo>
                    <a:pt x="2739" y="10717"/>
                    <a:pt x="3168" y="10313"/>
                    <a:pt x="3168" y="9765"/>
                  </a:cubicBezTo>
                  <a:lnTo>
                    <a:pt x="3168" y="930"/>
                  </a:lnTo>
                  <a:cubicBezTo>
                    <a:pt x="3168" y="430"/>
                    <a:pt x="2739" y="1"/>
                    <a:pt x="2192"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3" name="Google Shape;22583;p144"/>
            <p:cNvSpPr/>
            <p:nvPr/>
          </p:nvSpPr>
          <p:spPr>
            <a:xfrm>
              <a:off x="5557974" y="3055206"/>
              <a:ext cx="164408" cy="309441"/>
            </a:xfrm>
            <a:custGeom>
              <a:avLst/>
              <a:gdLst/>
              <a:ahLst/>
              <a:cxnLst/>
              <a:rect l="l" t="t" r="r" b="b"/>
              <a:pathLst>
                <a:path w="5049" h="9503" extrusionOk="0">
                  <a:moveTo>
                    <a:pt x="334" y="0"/>
                  </a:moveTo>
                  <a:cubicBezTo>
                    <a:pt x="143" y="0"/>
                    <a:pt x="0" y="167"/>
                    <a:pt x="0" y="334"/>
                  </a:cubicBezTo>
                  <a:lnTo>
                    <a:pt x="0" y="9169"/>
                  </a:lnTo>
                  <a:cubicBezTo>
                    <a:pt x="0" y="9359"/>
                    <a:pt x="143" y="9502"/>
                    <a:pt x="334" y="9502"/>
                  </a:cubicBezTo>
                  <a:lnTo>
                    <a:pt x="4716" y="9502"/>
                  </a:lnTo>
                  <a:cubicBezTo>
                    <a:pt x="4906" y="9502"/>
                    <a:pt x="5049" y="9359"/>
                    <a:pt x="5049" y="9169"/>
                  </a:cubicBezTo>
                  <a:lnTo>
                    <a:pt x="5049" y="334"/>
                  </a:lnTo>
                  <a:cubicBezTo>
                    <a:pt x="5049" y="191"/>
                    <a:pt x="4930" y="48"/>
                    <a:pt x="4716" y="0"/>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4" name="Google Shape;22584;p144"/>
            <p:cNvSpPr/>
            <p:nvPr/>
          </p:nvSpPr>
          <p:spPr>
            <a:xfrm>
              <a:off x="5640162" y="3056737"/>
              <a:ext cx="82220" cy="307911"/>
            </a:xfrm>
            <a:custGeom>
              <a:avLst/>
              <a:gdLst/>
              <a:ahLst/>
              <a:cxnLst/>
              <a:rect l="l" t="t" r="r" b="b"/>
              <a:pathLst>
                <a:path w="2525" h="9456" extrusionOk="0">
                  <a:moveTo>
                    <a:pt x="1" y="1"/>
                  </a:moveTo>
                  <a:lnTo>
                    <a:pt x="1" y="9455"/>
                  </a:lnTo>
                  <a:lnTo>
                    <a:pt x="2192" y="9455"/>
                  </a:lnTo>
                  <a:cubicBezTo>
                    <a:pt x="2382" y="9455"/>
                    <a:pt x="2525" y="9312"/>
                    <a:pt x="2525" y="9122"/>
                  </a:cubicBezTo>
                  <a:lnTo>
                    <a:pt x="2525" y="287"/>
                  </a:lnTo>
                  <a:cubicBezTo>
                    <a:pt x="2525" y="144"/>
                    <a:pt x="2406" y="1"/>
                    <a:pt x="2192" y="1"/>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5" name="Google Shape;22585;p144"/>
            <p:cNvSpPr/>
            <p:nvPr/>
          </p:nvSpPr>
          <p:spPr>
            <a:xfrm>
              <a:off x="5630849" y="3076926"/>
              <a:ext cx="20970" cy="20970"/>
            </a:xfrm>
            <a:custGeom>
              <a:avLst/>
              <a:gdLst/>
              <a:ahLst/>
              <a:cxnLst/>
              <a:rect l="l" t="t" r="r" b="b"/>
              <a:pathLst>
                <a:path w="644" h="644" extrusionOk="0">
                  <a:moveTo>
                    <a:pt x="310" y="0"/>
                  </a:moveTo>
                  <a:cubicBezTo>
                    <a:pt x="144" y="0"/>
                    <a:pt x="1" y="143"/>
                    <a:pt x="1" y="310"/>
                  </a:cubicBezTo>
                  <a:cubicBezTo>
                    <a:pt x="1" y="500"/>
                    <a:pt x="144" y="643"/>
                    <a:pt x="310" y="643"/>
                  </a:cubicBezTo>
                  <a:cubicBezTo>
                    <a:pt x="501" y="643"/>
                    <a:pt x="644" y="500"/>
                    <a:pt x="644" y="310"/>
                  </a:cubicBezTo>
                  <a:cubicBezTo>
                    <a:pt x="644" y="143"/>
                    <a:pt x="501" y="0"/>
                    <a:pt x="310"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6" name="Google Shape;22586;p144"/>
            <p:cNvSpPr/>
            <p:nvPr/>
          </p:nvSpPr>
          <p:spPr>
            <a:xfrm>
              <a:off x="5620006" y="3322740"/>
              <a:ext cx="41908" cy="21752"/>
            </a:xfrm>
            <a:custGeom>
              <a:avLst/>
              <a:gdLst/>
              <a:ahLst/>
              <a:cxnLst/>
              <a:rect l="l" t="t" r="r" b="b"/>
              <a:pathLst>
                <a:path w="1287" h="668" extrusionOk="0">
                  <a:moveTo>
                    <a:pt x="310" y="0"/>
                  </a:moveTo>
                  <a:cubicBezTo>
                    <a:pt x="143" y="0"/>
                    <a:pt x="0" y="167"/>
                    <a:pt x="0" y="334"/>
                  </a:cubicBezTo>
                  <a:cubicBezTo>
                    <a:pt x="0" y="524"/>
                    <a:pt x="143" y="667"/>
                    <a:pt x="310" y="667"/>
                  </a:cubicBezTo>
                  <a:lnTo>
                    <a:pt x="953" y="667"/>
                  </a:lnTo>
                  <a:cubicBezTo>
                    <a:pt x="1120" y="667"/>
                    <a:pt x="1286" y="524"/>
                    <a:pt x="1286" y="334"/>
                  </a:cubicBezTo>
                  <a:cubicBezTo>
                    <a:pt x="1286" y="167"/>
                    <a:pt x="1120" y="48"/>
                    <a:pt x="953"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7" name="Google Shape;22587;p144"/>
            <p:cNvSpPr/>
            <p:nvPr/>
          </p:nvSpPr>
          <p:spPr>
            <a:xfrm>
              <a:off x="5640944" y="3076926"/>
              <a:ext cx="10876" cy="20189"/>
            </a:xfrm>
            <a:custGeom>
              <a:avLst/>
              <a:gdLst/>
              <a:ahLst/>
              <a:cxnLst/>
              <a:rect l="l" t="t" r="r" b="b"/>
              <a:pathLst>
                <a:path w="334" h="620" extrusionOk="0">
                  <a:moveTo>
                    <a:pt x="0" y="0"/>
                  </a:moveTo>
                  <a:lnTo>
                    <a:pt x="0" y="619"/>
                  </a:lnTo>
                  <a:cubicBezTo>
                    <a:pt x="191" y="619"/>
                    <a:pt x="310" y="476"/>
                    <a:pt x="334" y="334"/>
                  </a:cubicBezTo>
                  <a:cubicBezTo>
                    <a:pt x="334" y="143"/>
                    <a:pt x="191" y="0"/>
                    <a:pt x="0"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8" name="Google Shape;22588;p144"/>
            <p:cNvSpPr/>
            <p:nvPr/>
          </p:nvSpPr>
          <p:spPr>
            <a:xfrm>
              <a:off x="5640162" y="3324270"/>
              <a:ext cx="21752" cy="20221"/>
            </a:xfrm>
            <a:custGeom>
              <a:avLst/>
              <a:gdLst/>
              <a:ahLst/>
              <a:cxnLst/>
              <a:rect l="l" t="t" r="r" b="b"/>
              <a:pathLst>
                <a:path w="668" h="621" extrusionOk="0">
                  <a:moveTo>
                    <a:pt x="1" y="1"/>
                  </a:moveTo>
                  <a:lnTo>
                    <a:pt x="1" y="620"/>
                  </a:lnTo>
                  <a:lnTo>
                    <a:pt x="334" y="620"/>
                  </a:lnTo>
                  <a:cubicBezTo>
                    <a:pt x="501" y="620"/>
                    <a:pt x="667" y="477"/>
                    <a:pt x="667" y="287"/>
                  </a:cubicBezTo>
                  <a:cubicBezTo>
                    <a:pt x="667" y="120"/>
                    <a:pt x="501" y="1"/>
                    <a:pt x="334"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9" name="Google Shape;22589;p144"/>
            <p:cNvSpPr/>
            <p:nvPr/>
          </p:nvSpPr>
          <p:spPr>
            <a:xfrm>
              <a:off x="5661881" y="3118801"/>
              <a:ext cx="225691" cy="163627"/>
            </a:xfrm>
            <a:custGeom>
              <a:avLst/>
              <a:gdLst/>
              <a:ahLst/>
              <a:cxnLst/>
              <a:rect l="l" t="t" r="r" b="b"/>
              <a:pathLst>
                <a:path w="6931" h="5025" extrusionOk="0">
                  <a:moveTo>
                    <a:pt x="2191" y="0"/>
                  </a:moveTo>
                  <a:cubicBezTo>
                    <a:pt x="977" y="0"/>
                    <a:pt x="0" y="976"/>
                    <a:pt x="0" y="2191"/>
                  </a:cubicBezTo>
                  <a:cubicBezTo>
                    <a:pt x="0" y="2763"/>
                    <a:pt x="215" y="3286"/>
                    <a:pt x="620" y="3715"/>
                  </a:cubicBezTo>
                  <a:lnTo>
                    <a:pt x="620" y="4692"/>
                  </a:lnTo>
                  <a:cubicBezTo>
                    <a:pt x="620" y="4811"/>
                    <a:pt x="715" y="4930"/>
                    <a:pt x="834" y="5001"/>
                  </a:cubicBezTo>
                  <a:cubicBezTo>
                    <a:pt x="874" y="5017"/>
                    <a:pt x="913" y="5025"/>
                    <a:pt x="951" y="5025"/>
                  </a:cubicBezTo>
                  <a:cubicBezTo>
                    <a:pt x="1027" y="5025"/>
                    <a:pt x="1096" y="4993"/>
                    <a:pt x="1144" y="4930"/>
                  </a:cubicBezTo>
                  <a:lnTo>
                    <a:pt x="1739" y="4334"/>
                  </a:lnTo>
                  <a:cubicBezTo>
                    <a:pt x="1906" y="4358"/>
                    <a:pt x="2048" y="4406"/>
                    <a:pt x="2191" y="4406"/>
                  </a:cubicBezTo>
                  <a:lnTo>
                    <a:pt x="4692" y="4406"/>
                  </a:lnTo>
                  <a:cubicBezTo>
                    <a:pt x="5906" y="4406"/>
                    <a:pt x="6930" y="3406"/>
                    <a:pt x="6930" y="2191"/>
                  </a:cubicBezTo>
                  <a:cubicBezTo>
                    <a:pt x="6930" y="976"/>
                    <a:pt x="5906" y="0"/>
                    <a:pt x="4692" y="0"/>
                  </a:cubicBezTo>
                  <a:close/>
                </a:path>
              </a:pathLst>
            </a:custGeom>
            <a:solidFill>
              <a:srgbClr val="DE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0" name="Google Shape;22590;p144"/>
            <p:cNvSpPr/>
            <p:nvPr/>
          </p:nvSpPr>
          <p:spPr>
            <a:xfrm>
              <a:off x="5773538" y="3118801"/>
              <a:ext cx="114034" cy="142689"/>
            </a:xfrm>
            <a:custGeom>
              <a:avLst/>
              <a:gdLst/>
              <a:ahLst/>
              <a:cxnLst/>
              <a:rect l="l" t="t" r="r" b="b"/>
              <a:pathLst>
                <a:path w="3502" h="4382" extrusionOk="0">
                  <a:moveTo>
                    <a:pt x="1" y="0"/>
                  </a:moveTo>
                  <a:lnTo>
                    <a:pt x="1" y="4382"/>
                  </a:lnTo>
                  <a:lnTo>
                    <a:pt x="1263" y="4382"/>
                  </a:lnTo>
                  <a:cubicBezTo>
                    <a:pt x="2477" y="4382"/>
                    <a:pt x="3501" y="3406"/>
                    <a:pt x="3501" y="2191"/>
                  </a:cubicBezTo>
                  <a:cubicBezTo>
                    <a:pt x="3501" y="976"/>
                    <a:pt x="2477" y="0"/>
                    <a:pt x="1263"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1" name="Google Shape;22591;p144"/>
            <p:cNvSpPr/>
            <p:nvPr/>
          </p:nvSpPr>
          <p:spPr>
            <a:xfrm>
              <a:off x="5722350" y="3179270"/>
              <a:ext cx="21752" cy="21752"/>
            </a:xfrm>
            <a:custGeom>
              <a:avLst/>
              <a:gdLst/>
              <a:ahLst/>
              <a:cxnLst/>
              <a:rect l="l" t="t" r="r" b="b"/>
              <a:pathLst>
                <a:path w="668" h="668" extrusionOk="0">
                  <a:moveTo>
                    <a:pt x="334" y="1"/>
                  </a:moveTo>
                  <a:cubicBezTo>
                    <a:pt x="144" y="1"/>
                    <a:pt x="1" y="144"/>
                    <a:pt x="1" y="334"/>
                  </a:cubicBezTo>
                  <a:cubicBezTo>
                    <a:pt x="1" y="525"/>
                    <a:pt x="144" y="667"/>
                    <a:pt x="334" y="667"/>
                  </a:cubicBezTo>
                  <a:cubicBezTo>
                    <a:pt x="525" y="667"/>
                    <a:pt x="668" y="525"/>
                    <a:pt x="668" y="334"/>
                  </a:cubicBezTo>
                  <a:cubicBezTo>
                    <a:pt x="668" y="144"/>
                    <a:pt x="525" y="1"/>
                    <a:pt x="334"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2" name="Google Shape;22592;p144"/>
            <p:cNvSpPr/>
            <p:nvPr/>
          </p:nvSpPr>
          <p:spPr>
            <a:xfrm>
              <a:off x="5763476" y="3179270"/>
              <a:ext cx="20970" cy="21752"/>
            </a:xfrm>
            <a:custGeom>
              <a:avLst/>
              <a:gdLst/>
              <a:ahLst/>
              <a:cxnLst/>
              <a:rect l="l" t="t" r="r" b="b"/>
              <a:pathLst>
                <a:path w="644" h="668" extrusionOk="0">
                  <a:moveTo>
                    <a:pt x="310" y="1"/>
                  </a:moveTo>
                  <a:cubicBezTo>
                    <a:pt x="143" y="1"/>
                    <a:pt x="0" y="144"/>
                    <a:pt x="0" y="334"/>
                  </a:cubicBezTo>
                  <a:cubicBezTo>
                    <a:pt x="0" y="525"/>
                    <a:pt x="143" y="667"/>
                    <a:pt x="310" y="667"/>
                  </a:cubicBezTo>
                  <a:cubicBezTo>
                    <a:pt x="500" y="667"/>
                    <a:pt x="643" y="525"/>
                    <a:pt x="643" y="334"/>
                  </a:cubicBezTo>
                  <a:cubicBezTo>
                    <a:pt x="643" y="144"/>
                    <a:pt x="500" y="1"/>
                    <a:pt x="310"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3" name="Google Shape;22593;p144"/>
            <p:cNvSpPr/>
            <p:nvPr/>
          </p:nvSpPr>
          <p:spPr>
            <a:xfrm>
              <a:off x="5803789" y="3179270"/>
              <a:ext cx="21752" cy="21752"/>
            </a:xfrm>
            <a:custGeom>
              <a:avLst/>
              <a:gdLst/>
              <a:ahLst/>
              <a:cxnLst/>
              <a:rect l="l" t="t" r="r" b="b"/>
              <a:pathLst>
                <a:path w="668" h="668" extrusionOk="0">
                  <a:moveTo>
                    <a:pt x="334" y="1"/>
                  </a:moveTo>
                  <a:cubicBezTo>
                    <a:pt x="143" y="1"/>
                    <a:pt x="0" y="144"/>
                    <a:pt x="0" y="334"/>
                  </a:cubicBezTo>
                  <a:cubicBezTo>
                    <a:pt x="0" y="525"/>
                    <a:pt x="143" y="667"/>
                    <a:pt x="334" y="667"/>
                  </a:cubicBezTo>
                  <a:cubicBezTo>
                    <a:pt x="524" y="667"/>
                    <a:pt x="667" y="525"/>
                    <a:pt x="667" y="334"/>
                  </a:cubicBezTo>
                  <a:cubicBezTo>
                    <a:pt x="667" y="144"/>
                    <a:pt x="524" y="1"/>
                    <a:pt x="334"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4" name="Google Shape;22594;p144"/>
            <p:cNvSpPr/>
            <p:nvPr/>
          </p:nvSpPr>
          <p:spPr>
            <a:xfrm>
              <a:off x="5774320" y="3180539"/>
              <a:ext cx="10127" cy="20482"/>
            </a:xfrm>
            <a:custGeom>
              <a:avLst/>
              <a:gdLst/>
              <a:ahLst/>
              <a:cxnLst/>
              <a:rect l="l" t="t" r="r" b="b"/>
              <a:pathLst>
                <a:path w="311" h="629" extrusionOk="0">
                  <a:moveTo>
                    <a:pt x="58" y="1"/>
                  </a:moveTo>
                  <a:cubicBezTo>
                    <a:pt x="40" y="1"/>
                    <a:pt x="20" y="4"/>
                    <a:pt x="1" y="9"/>
                  </a:cubicBezTo>
                  <a:lnTo>
                    <a:pt x="1" y="628"/>
                  </a:lnTo>
                  <a:cubicBezTo>
                    <a:pt x="167" y="628"/>
                    <a:pt x="310" y="486"/>
                    <a:pt x="310" y="295"/>
                  </a:cubicBezTo>
                  <a:cubicBezTo>
                    <a:pt x="310" y="148"/>
                    <a:pt x="199" y="1"/>
                    <a:pt x="58"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95" name="Google Shape;22595;p144"/>
          <p:cNvGrpSpPr/>
          <p:nvPr/>
        </p:nvGrpSpPr>
        <p:grpSpPr>
          <a:xfrm>
            <a:off x="6296199" y="2882650"/>
            <a:ext cx="350535" cy="349754"/>
            <a:chOff x="6296199" y="3035050"/>
            <a:chExt cx="350535" cy="349754"/>
          </a:xfrm>
        </p:grpSpPr>
        <p:sp>
          <p:nvSpPr>
            <p:cNvPr id="22596" name="Google Shape;22596;p144"/>
            <p:cNvSpPr/>
            <p:nvPr/>
          </p:nvSpPr>
          <p:spPr>
            <a:xfrm>
              <a:off x="6296199" y="3035050"/>
              <a:ext cx="205535" cy="349754"/>
            </a:xfrm>
            <a:custGeom>
              <a:avLst/>
              <a:gdLst/>
              <a:ahLst/>
              <a:cxnLst/>
              <a:rect l="l" t="t" r="r" b="b"/>
              <a:pathLst>
                <a:path w="6312" h="10741" extrusionOk="0">
                  <a:moveTo>
                    <a:pt x="953" y="0"/>
                  </a:moveTo>
                  <a:cubicBezTo>
                    <a:pt x="429" y="0"/>
                    <a:pt x="1" y="453"/>
                    <a:pt x="1" y="953"/>
                  </a:cubicBezTo>
                  <a:lnTo>
                    <a:pt x="1" y="9788"/>
                  </a:lnTo>
                  <a:cubicBezTo>
                    <a:pt x="1" y="10336"/>
                    <a:pt x="453" y="10740"/>
                    <a:pt x="953" y="10740"/>
                  </a:cubicBezTo>
                  <a:lnTo>
                    <a:pt x="5359" y="10740"/>
                  </a:lnTo>
                  <a:cubicBezTo>
                    <a:pt x="5907" y="10740"/>
                    <a:pt x="6312" y="10312"/>
                    <a:pt x="6312" y="9788"/>
                  </a:cubicBezTo>
                  <a:lnTo>
                    <a:pt x="6312" y="953"/>
                  </a:lnTo>
                  <a:cubicBezTo>
                    <a:pt x="6312" y="453"/>
                    <a:pt x="5907" y="24"/>
                    <a:pt x="5359"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7" name="Google Shape;22597;p144"/>
            <p:cNvSpPr/>
            <p:nvPr/>
          </p:nvSpPr>
          <p:spPr>
            <a:xfrm>
              <a:off x="6399324" y="3035799"/>
              <a:ext cx="102409" cy="349005"/>
            </a:xfrm>
            <a:custGeom>
              <a:avLst/>
              <a:gdLst/>
              <a:ahLst/>
              <a:cxnLst/>
              <a:rect l="l" t="t" r="r" b="b"/>
              <a:pathLst>
                <a:path w="3145" h="10718" extrusionOk="0">
                  <a:moveTo>
                    <a:pt x="1" y="1"/>
                  </a:moveTo>
                  <a:lnTo>
                    <a:pt x="1" y="10717"/>
                  </a:lnTo>
                  <a:lnTo>
                    <a:pt x="2192" y="10717"/>
                  </a:lnTo>
                  <a:cubicBezTo>
                    <a:pt x="2740" y="10717"/>
                    <a:pt x="3145" y="10289"/>
                    <a:pt x="3145" y="9765"/>
                  </a:cubicBezTo>
                  <a:lnTo>
                    <a:pt x="3145" y="930"/>
                  </a:lnTo>
                  <a:cubicBezTo>
                    <a:pt x="3145" y="430"/>
                    <a:pt x="2740" y="1"/>
                    <a:pt x="2192"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8" name="Google Shape;22598;p144"/>
            <p:cNvSpPr/>
            <p:nvPr/>
          </p:nvSpPr>
          <p:spPr>
            <a:xfrm>
              <a:off x="6317136" y="3055206"/>
              <a:ext cx="164441" cy="309441"/>
            </a:xfrm>
            <a:custGeom>
              <a:avLst/>
              <a:gdLst/>
              <a:ahLst/>
              <a:cxnLst/>
              <a:rect l="l" t="t" r="r" b="b"/>
              <a:pathLst>
                <a:path w="5050" h="9503" extrusionOk="0">
                  <a:moveTo>
                    <a:pt x="310" y="0"/>
                  </a:moveTo>
                  <a:cubicBezTo>
                    <a:pt x="144" y="0"/>
                    <a:pt x="1" y="167"/>
                    <a:pt x="1" y="334"/>
                  </a:cubicBezTo>
                  <a:lnTo>
                    <a:pt x="1" y="9169"/>
                  </a:lnTo>
                  <a:cubicBezTo>
                    <a:pt x="1" y="9359"/>
                    <a:pt x="144" y="9502"/>
                    <a:pt x="310" y="9502"/>
                  </a:cubicBezTo>
                  <a:lnTo>
                    <a:pt x="4716" y="9502"/>
                  </a:lnTo>
                  <a:cubicBezTo>
                    <a:pt x="4906" y="9502"/>
                    <a:pt x="5049" y="9359"/>
                    <a:pt x="5049" y="9169"/>
                  </a:cubicBezTo>
                  <a:lnTo>
                    <a:pt x="5049" y="334"/>
                  </a:lnTo>
                  <a:cubicBezTo>
                    <a:pt x="5049" y="191"/>
                    <a:pt x="4906" y="48"/>
                    <a:pt x="4716" y="0"/>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9" name="Google Shape;22599;p144"/>
            <p:cNvSpPr/>
            <p:nvPr/>
          </p:nvSpPr>
          <p:spPr>
            <a:xfrm>
              <a:off x="6399324" y="3056737"/>
              <a:ext cx="82253" cy="307911"/>
            </a:xfrm>
            <a:custGeom>
              <a:avLst/>
              <a:gdLst/>
              <a:ahLst/>
              <a:cxnLst/>
              <a:rect l="l" t="t" r="r" b="b"/>
              <a:pathLst>
                <a:path w="2526" h="9456" extrusionOk="0">
                  <a:moveTo>
                    <a:pt x="1" y="1"/>
                  </a:moveTo>
                  <a:lnTo>
                    <a:pt x="1" y="9455"/>
                  </a:lnTo>
                  <a:lnTo>
                    <a:pt x="2192" y="9455"/>
                  </a:lnTo>
                  <a:cubicBezTo>
                    <a:pt x="2382" y="9455"/>
                    <a:pt x="2525" y="9312"/>
                    <a:pt x="2525" y="9122"/>
                  </a:cubicBezTo>
                  <a:lnTo>
                    <a:pt x="2525" y="287"/>
                  </a:lnTo>
                  <a:cubicBezTo>
                    <a:pt x="2525" y="144"/>
                    <a:pt x="2382" y="1"/>
                    <a:pt x="2192" y="1"/>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0" name="Google Shape;22600;p144"/>
            <p:cNvSpPr/>
            <p:nvPr/>
          </p:nvSpPr>
          <p:spPr>
            <a:xfrm>
              <a:off x="6388481" y="3076926"/>
              <a:ext cx="20970" cy="20970"/>
            </a:xfrm>
            <a:custGeom>
              <a:avLst/>
              <a:gdLst/>
              <a:ahLst/>
              <a:cxnLst/>
              <a:rect l="l" t="t" r="r" b="b"/>
              <a:pathLst>
                <a:path w="644" h="644" extrusionOk="0">
                  <a:moveTo>
                    <a:pt x="334" y="0"/>
                  </a:moveTo>
                  <a:cubicBezTo>
                    <a:pt x="143" y="0"/>
                    <a:pt x="1" y="143"/>
                    <a:pt x="1" y="310"/>
                  </a:cubicBezTo>
                  <a:cubicBezTo>
                    <a:pt x="1" y="500"/>
                    <a:pt x="143" y="643"/>
                    <a:pt x="334" y="643"/>
                  </a:cubicBezTo>
                  <a:cubicBezTo>
                    <a:pt x="501" y="643"/>
                    <a:pt x="644" y="500"/>
                    <a:pt x="644" y="310"/>
                  </a:cubicBezTo>
                  <a:cubicBezTo>
                    <a:pt x="644" y="143"/>
                    <a:pt x="501" y="0"/>
                    <a:pt x="334"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1" name="Google Shape;22601;p144"/>
            <p:cNvSpPr/>
            <p:nvPr/>
          </p:nvSpPr>
          <p:spPr>
            <a:xfrm>
              <a:off x="6377638" y="3322740"/>
              <a:ext cx="41908" cy="21752"/>
            </a:xfrm>
            <a:custGeom>
              <a:avLst/>
              <a:gdLst/>
              <a:ahLst/>
              <a:cxnLst/>
              <a:rect l="l" t="t" r="r" b="b"/>
              <a:pathLst>
                <a:path w="1287" h="668" extrusionOk="0">
                  <a:moveTo>
                    <a:pt x="334" y="0"/>
                  </a:moveTo>
                  <a:cubicBezTo>
                    <a:pt x="167" y="0"/>
                    <a:pt x="0" y="167"/>
                    <a:pt x="0" y="334"/>
                  </a:cubicBezTo>
                  <a:cubicBezTo>
                    <a:pt x="0" y="524"/>
                    <a:pt x="167" y="667"/>
                    <a:pt x="334" y="667"/>
                  </a:cubicBezTo>
                  <a:lnTo>
                    <a:pt x="953" y="667"/>
                  </a:lnTo>
                  <a:cubicBezTo>
                    <a:pt x="1143" y="667"/>
                    <a:pt x="1286" y="524"/>
                    <a:pt x="1286" y="334"/>
                  </a:cubicBezTo>
                  <a:cubicBezTo>
                    <a:pt x="1286" y="167"/>
                    <a:pt x="1167" y="48"/>
                    <a:pt x="953"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2" name="Google Shape;22602;p144"/>
            <p:cNvSpPr/>
            <p:nvPr/>
          </p:nvSpPr>
          <p:spPr>
            <a:xfrm>
              <a:off x="6400106" y="3076926"/>
              <a:ext cx="10908" cy="20189"/>
            </a:xfrm>
            <a:custGeom>
              <a:avLst/>
              <a:gdLst/>
              <a:ahLst/>
              <a:cxnLst/>
              <a:rect l="l" t="t" r="r" b="b"/>
              <a:pathLst>
                <a:path w="335" h="620" extrusionOk="0">
                  <a:moveTo>
                    <a:pt x="1" y="0"/>
                  </a:moveTo>
                  <a:lnTo>
                    <a:pt x="1" y="619"/>
                  </a:lnTo>
                  <a:cubicBezTo>
                    <a:pt x="191" y="619"/>
                    <a:pt x="310" y="476"/>
                    <a:pt x="334" y="334"/>
                  </a:cubicBezTo>
                  <a:cubicBezTo>
                    <a:pt x="334" y="143"/>
                    <a:pt x="191" y="0"/>
                    <a:pt x="1"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3" name="Google Shape;22603;p144"/>
            <p:cNvSpPr/>
            <p:nvPr/>
          </p:nvSpPr>
          <p:spPr>
            <a:xfrm>
              <a:off x="6400106" y="3324270"/>
              <a:ext cx="21752" cy="20221"/>
            </a:xfrm>
            <a:custGeom>
              <a:avLst/>
              <a:gdLst/>
              <a:ahLst/>
              <a:cxnLst/>
              <a:rect l="l" t="t" r="r" b="b"/>
              <a:pathLst>
                <a:path w="668" h="621" extrusionOk="0">
                  <a:moveTo>
                    <a:pt x="1" y="1"/>
                  </a:moveTo>
                  <a:lnTo>
                    <a:pt x="1" y="620"/>
                  </a:lnTo>
                  <a:lnTo>
                    <a:pt x="310" y="620"/>
                  </a:lnTo>
                  <a:cubicBezTo>
                    <a:pt x="477" y="620"/>
                    <a:pt x="596" y="501"/>
                    <a:pt x="668" y="358"/>
                  </a:cubicBezTo>
                  <a:cubicBezTo>
                    <a:pt x="668" y="144"/>
                    <a:pt x="501" y="1"/>
                    <a:pt x="334"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4" name="Google Shape;22604;p144"/>
            <p:cNvSpPr/>
            <p:nvPr/>
          </p:nvSpPr>
          <p:spPr>
            <a:xfrm>
              <a:off x="6420262" y="3148270"/>
              <a:ext cx="226472" cy="41908"/>
            </a:xfrm>
            <a:custGeom>
              <a:avLst/>
              <a:gdLst/>
              <a:ahLst/>
              <a:cxnLst/>
              <a:rect l="l" t="t" r="r" b="b"/>
              <a:pathLst>
                <a:path w="6955" h="1287" extrusionOk="0">
                  <a:moveTo>
                    <a:pt x="644" y="0"/>
                  </a:moveTo>
                  <a:lnTo>
                    <a:pt x="1" y="333"/>
                  </a:lnTo>
                  <a:lnTo>
                    <a:pt x="1" y="953"/>
                  </a:lnTo>
                  <a:lnTo>
                    <a:pt x="644" y="1286"/>
                  </a:lnTo>
                  <a:lnTo>
                    <a:pt x="6312" y="1286"/>
                  </a:lnTo>
                  <a:lnTo>
                    <a:pt x="6955" y="953"/>
                  </a:lnTo>
                  <a:lnTo>
                    <a:pt x="6955" y="333"/>
                  </a:lnTo>
                  <a:lnTo>
                    <a:pt x="6312" y="0"/>
                  </a:ln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5" name="Google Shape;22605;p144"/>
            <p:cNvSpPr/>
            <p:nvPr/>
          </p:nvSpPr>
          <p:spPr>
            <a:xfrm>
              <a:off x="6532733" y="3149800"/>
              <a:ext cx="114001" cy="40378"/>
            </a:xfrm>
            <a:custGeom>
              <a:avLst/>
              <a:gdLst/>
              <a:ahLst/>
              <a:cxnLst/>
              <a:rect l="l" t="t" r="r" b="b"/>
              <a:pathLst>
                <a:path w="3501" h="1240" extrusionOk="0">
                  <a:moveTo>
                    <a:pt x="0" y="1"/>
                  </a:moveTo>
                  <a:lnTo>
                    <a:pt x="0" y="1239"/>
                  </a:lnTo>
                  <a:lnTo>
                    <a:pt x="2858" y="1239"/>
                  </a:lnTo>
                  <a:lnTo>
                    <a:pt x="3501" y="906"/>
                  </a:lnTo>
                  <a:lnTo>
                    <a:pt x="3501" y="286"/>
                  </a:lnTo>
                  <a:lnTo>
                    <a:pt x="2858"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6" name="Google Shape;22606;p144"/>
            <p:cNvSpPr/>
            <p:nvPr/>
          </p:nvSpPr>
          <p:spPr>
            <a:xfrm>
              <a:off x="6419513" y="3179270"/>
              <a:ext cx="227221" cy="103158"/>
            </a:xfrm>
            <a:custGeom>
              <a:avLst/>
              <a:gdLst/>
              <a:ahLst/>
              <a:cxnLst/>
              <a:rect l="l" t="t" r="r" b="b"/>
              <a:pathLst>
                <a:path w="6978" h="3168" extrusionOk="0">
                  <a:moveTo>
                    <a:pt x="0" y="1"/>
                  </a:moveTo>
                  <a:lnTo>
                    <a:pt x="0" y="2835"/>
                  </a:lnTo>
                  <a:cubicBezTo>
                    <a:pt x="0" y="3025"/>
                    <a:pt x="143" y="3168"/>
                    <a:pt x="334" y="3168"/>
                  </a:cubicBezTo>
                  <a:lnTo>
                    <a:pt x="6644" y="3168"/>
                  </a:lnTo>
                  <a:cubicBezTo>
                    <a:pt x="6811" y="3168"/>
                    <a:pt x="6978" y="3025"/>
                    <a:pt x="6978" y="2835"/>
                  </a:cubicBezTo>
                  <a:lnTo>
                    <a:pt x="6978" y="1"/>
                  </a:lnTo>
                  <a:close/>
                </a:path>
              </a:pathLst>
            </a:custGeom>
            <a:solidFill>
              <a:srgbClr val="DE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7" name="Google Shape;22607;p144"/>
            <p:cNvSpPr/>
            <p:nvPr/>
          </p:nvSpPr>
          <p:spPr>
            <a:xfrm>
              <a:off x="6420262" y="3117238"/>
              <a:ext cx="226472" cy="41908"/>
            </a:xfrm>
            <a:custGeom>
              <a:avLst/>
              <a:gdLst/>
              <a:ahLst/>
              <a:cxnLst/>
              <a:rect l="l" t="t" r="r" b="b"/>
              <a:pathLst>
                <a:path w="6955" h="1287" extrusionOk="0">
                  <a:moveTo>
                    <a:pt x="334" y="0"/>
                  </a:moveTo>
                  <a:cubicBezTo>
                    <a:pt x="168" y="0"/>
                    <a:pt x="1" y="143"/>
                    <a:pt x="1" y="334"/>
                  </a:cubicBezTo>
                  <a:lnTo>
                    <a:pt x="1" y="1286"/>
                  </a:lnTo>
                  <a:lnTo>
                    <a:pt x="6955" y="1286"/>
                  </a:lnTo>
                  <a:lnTo>
                    <a:pt x="6955" y="334"/>
                  </a:lnTo>
                  <a:cubicBezTo>
                    <a:pt x="6955" y="191"/>
                    <a:pt x="6788" y="48"/>
                    <a:pt x="6645" y="0"/>
                  </a:cubicBezTo>
                  <a:close/>
                </a:path>
              </a:pathLst>
            </a:custGeom>
            <a:solidFill>
              <a:srgbClr val="DE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8" name="Google Shape;22608;p144"/>
            <p:cNvSpPr/>
            <p:nvPr/>
          </p:nvSpPr>
          <p:spPr>
            <a:xfrm>
              <a:off x="6532733" y="3118801"/>
              <a:ext cx="114001" cy="40345"/>
            </a:xfrm>
            <a:custGeom>
              <a:avLst/>
              <a:gdLst/>
              <a:ahLst/>
              <a:cxnLst/>
              <a:rect l="l" t="t" r="r" b="b"/>
              <a:pathLst>
                <a:path w="3501" h="1239" extrusionOk="0">
                  <a:moveTo>
                    <a:pt x="0" y="0"/>
                  </a:moveTo>
                  <a:lnTo>
                    <a:pt x="0" y="1238"/>
                  </a:lnTo>
                  <a:lnTo>
                    <a:pt x="3501" y="1238"/>
                  </a:lnTo>
                  <a:lnTo>
                    <a:pt x="3501" y="286"/>
                  </a:lnTo>
                  <a:cubicBezTo>
                    <a:pt x="3501" y="143"/>
                    <a:pt x="3334" y="0"/>
                    <a:pt x="3167"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9" name="Google Shape;22609;p144"/>
            <p:cNvSpPr/>
            <p:nvPr/>
          </p:nvSpPr>
          <p:spPr>
            <a:xfrm>
              <a:off x="6532733" y="3179270"/>
              <a:ext cx="114001" cy="103158"/>
            </a:xfrm>
            <a:custGeom>
              <a:avLst/>
              <a:gdLst/>
              <a:ahLst/>
              <a:cxnLst/>
              <a:rect l="l" t="t" r="r" b="b"/>
              <a:pathLst>
                <a:path w="3501" h="3168" extrusionOk="0">
                  <a:moveTo>
                    <a:pt x="0" y="1"/>
                  </a:moveTo>
                  <a:lnTo>
                    <a:pt x="0" y="3168"/>
                  </a:lnTo>
                  <a:lnTo>
                    <a:pt x="3167" y="3168"/>
                  </a:lnTo>
                  <a:cubicBezTo>
                    <a:pt x="3334" y="3168"/>
                    <a:pt x="3501" y="3025"/>
                    <a:pt x="3501" y="2835"/>
                  </a:cubicBezTo>
                  <a:lnTo>
                    <a:pt x="3501" y="1"/>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0" name="Google Shape;22610;p144"/>
            <p:cNvSpPr/>
            <p:nvPr/>
          </p:nvSpPr>
          <p:spPr>
            <a:xfrm>
              <a:off x="6562951" y="3198644"/>
              <a:ext cx="41908" cy="21752"/>
            </a:xfrm>
            <a:custGeom>
              <a:avLst/>
              <a:gdLst/>
              <a:ahLst/>
              <a:cxnLst/>
              <a:rect l="l" t="t" r="r" b="b"/>
              <a:pathLst>
                <a:path w="1287" h="668" extrusionOk="0">
                  <a:moveTo>
                    <a:pt x="334" y="1"/>
                  </a:moveTo>
                  <a:cubicBezTo>
                    <a:pt x="144" y="1"/>
                    <a:pt x="1" y="144"/>
                    <a:pt x="1" y="334"/>
                  </a:cubicBezTo>
                  <a:cubicBezTo>
                    <a:pt x="1" y="525"/>
                    <a:pt x="144" y="668"/>
                    <a:pt x="334" y="668"/>
                  </a:cubicBezTo>
                  <a:lnTo>
                    <a:pt x="953" y="668"/>
                  </a:lnTo>
                  <a:cubicBezTo>
                    <a:pt x="1144" y="668"/>
                    <a:pt x="1287" y="525"/>
                    <a:pt x="1287" y="334"/>
                  </a:cubicBezTo>
                  <a:cubicBezTo>
                    <a:pt x="1287" y="144"/>
                    <a:pt x="1144" y="1"/>
                    <a:pt x="95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11" name="Google Shape;22611;p144"/>
          <p:cNvGrpSpPr/>
          <p:nvPr/>
        </p:nvGrpSpPr>
        <p:grpSpPr>
          <a:xfrm>
            <a:off x="7060017" y="2882650"/>
            <a:ext cx="329630" cy="349754"/>
            <a:chOff x="7060017" y="3035050"/>
            <a:chExt cx="329630" cy="349754"/>
          </a:xfrm>
        </p:grpSpPr>
        <p:sp>
          <p:nvSpPr>
            <p:cNvPr id="22612" name="Google Shape;22612;p144"/>
            <p:cNvSpPr/>
            <p:nvPr/>
          </p:nvSpPr>
          <p:spPr>
            <a:xfrm>
              <a:off x="7060017" y="3035050"/>
              <a:ext cx="205535" cy="349754"/>
            </a:xfrm>
            <a:custGeom>
              <a:avLst/>
              <a:gdLst/>
              <a:ahLst/>
              <a:cxnLst/>
              <a:rect l="l" t="t" r="r" b="b"/>
              <a:pathLst>
                <a:path w="6312" h="10741" extrusionOk="0">
                  <a:moveTo>
                    <a:pt x="954" y="0"/>
                  </a:moveTo>
                  <a:cubicBezTo>
                    <a:pt x="430" y="0"/>
                    <a:pt x="1" y="453"/>
                    <a:pt x="1" y="953"/>
                  </a:cubicBezTo>
                  <a:lnTo>
                    <a:pt x="1" y="9788"/>
                  </a:lnTo>
                  <a:cubicBezTo>
                    <a:pt x="1" y="10336"/>
                    <a:pt x="453" y="10740"/>
                    <a:pt x="954" y="10740"/>
                  </a:cubicBezTo>
                  <a:lnTo>
                    <a:pt x="5359" y="10740"/>
                  </a:lnTo>
                  <a:cubicBezTo>
                    <a:pt x="5907" y="10740"/>
                    <a:pt x="6312" y="10312"/>
                    <a:pt x="6312" y="9788"/>
                  </a:cubicBezTo>
                  <a:lnTo>
                    <a:pt x="6312" y="953"/>
                  </a:lnTo>
                  <a:cubicBezTo>
                    <a:pt x="6312" y="453"/>
                    <a:pt x="5907" y="24"/>
                    <a:pt x="5359"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3" name="Google Shape;22613;p144"/>
            <p:cNvSpPr/>
            <p:nvPr/>
          </p:nvSpPr>
          <p:spPr>
            <a:xfrm>
              <a:off x="7163957" y="3035799"/>
              <a:ext cx="101595" cy="349005"/>
            </a:xfrm>
            <a:custGeom>
              <a:avLst/>
              <a:gdLst/>
              <a:ahLst/>
              <a:cxnLst/>
              <a:rect l="l" t="t" r="r" b="b"/>
              <a:pathLst>
                <a:path w="3120" h="10718" extrusionOk="0">
                  <a:moveTo>
                    <a:pt x="0" y="1"/>
                  </a:moveTo>
                  <a:lnTo>
                    <a:pt x="0" y="10717"/>
                  </a:lnTo>
                  <a:lnTo>
                    <a:pt x="2167" y="10717"/>
                  </a:lnTo>
                  <a:cubicBezTo>
                    <a:pt x="2715" y="10717"/>
                    <a:pt x="3120" y="10289"/>
                    <a:pt x="3120" y="9765"/>
                  </a:cubicBezTo>
                  <a:lnTo>
                    <a:pt x="3120" y="930"/>
                  </a:lnTo>
                  <a:cubicBezTo>
                    <a:pt x="3120" y="430"/>
                    <a:pt x="2715" y="1"/>
                    <a:pt x="2215"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4" name="Google Shape;22614;p144"/>
            <p:cNvSpPr/>
            <p:nvPr/>
          </p:nvSpPr>
          <p:spPr>
            <a:xfrm>
              <a:off x="7080955" y="3055206"/>
              <a:ext cx="164441" cy="309441"/>
            </a:xfrm>
            <a:custGeom>
              <a:avLst/>
              <a:gdLst/>
              <a:ahLst/>
              <a:cxnLst/>
              <a:rect l="l" t="t" r="r" b="b"/>
              <a:pathLst>
                <a:path w="5050" h="9503" extrusionOk="0">
                  <a:moveTo>
                    <a:pt x="311" y="0"/>
                  </a:moveTo>
                  <a:cubicBezTo>
                    <a:pt x="144" y="0"/>
                    <a:pt x="1" y="167"/>
                    <a:pt x="1" y="334"/>
                  </a:cubicBezTo>
                  <a:lnTo>
                    <a:pt x="1" y="9169"/>
                  </a:lnTo>
                  <a:cubicBezTo>
                    <a:pt x="1" y="9359"/>
                    <a:pt x="144" y="9502"/>
                    <a:pt x="311" y="9502"/>
                  </a:cubicBezTo>
                  <a:lnTo>
                    <a:pt x="4716" y="9502"/>
                  </a:lnTo>
                  <a:cubicBezTo>
                    <a:pt x="4907" y="9502"/>
                    <a:pt x="5050" y="9359"/>
                    <a:pt x="5050" y="9169"/>
                  </a:cubicBezTo>
                  <a:lnTo>
                    <a:pt x="5050" y="334"/>
                  </a:lnTo>
                  <a:cubicBezTo>
                    <a:pt x="5050" y="191"/>
                    <a:pt x="4907" y="48"/>
                    <a:pt x="4716" y="0"/>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5" name="Google Shape;22615;p144"/>
            <p:cNvSpPr/>
            <p:nvPr/>
          </p:nvSpPr>
          <p:spPr>
            <a:xfrm>
              <a:off x="7163957" y="3056737"/>
              <a:ext cx="81439" cy="307911"/>
            </a:xfrm>
            <a:custGeom>
              <a:avLst/>
              <a:gdLst/>
              <a:ahLst/>
              <a:cxnLst/>
              <a:rect l="l" t="t" r="r" b="b"/>
              <a:pathLst>
                <a:path w="2501" h="9456" extrusionOk="0">
                  <a:moveTo>
                    <a:pt x="0" y="1"/>
                  </a:moveTo>
                  <a:lnTo>
                    <a:pt x="0" y="9455"/>
                  </a:lnTo>
                  <a:lnTo>
                    <a:pt x="2167" y="9455"/>
                  </a:lnTo>
                  <a:cubicBezTo>
                    <a:pt x="2358" y="9455"/>
                    <a:pt x="2501" y="9312"/>
                    <a:pt x="2501" y="9122"/>
                  </a:cubicBezTo>
                  <a:lnTo>
                    <a:pt x="2501" y="287"/>
                  </a:lnTo>
                  <a:cubicBezTo>
                    <a:pt x="2501" y="144"/>
                    <a:pt x="2358" y="1"/>
                    <a:pt x="2215" y="1"/>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6" name="Google Shape;22616;p144"/>
            <p:cNvSpPr/>
            <p:nvPr/>
          </p:nvSpPr>
          <p:spPr>
            <a:xfrm>
              <a:off x="7152299" y="3076926"/>
              <a:ext cx="21752" cy="20970"/>
            </a:xfrm>
            <a:custGeom>
              <a:avLst/>
              <a:gdLst/>
              <a:ahLst/>
              <a:cxnLst/>
              <a:rect l="l" t="t" r="r" b="b"/>
              <a:pathLst>
                <a:path w="668" h="644" extrusionOk="0">
                  <a:moveTo>
                    <a:pt x="334" y="0"/>
                  </a:moveTo>
                  <a:cubicBezTo>
                    <a:pt x="144" y="0"/>
                    <a:pt x="1" y="143"/>
                    <a:pt x="1" y="310"/>
                  </a:cubicBezTo>
                  <a:cubicBezTo>
                    <a:pt x="1" y="500"/>
                    <a:pt x="144" y="643"/>
                    <a:pt x="334" y="643"/>
                  </a:cubicBezTo>
                  <a:cubicBezTo>
                    <a:pt x="501" y="643"/>
                    <a:pt x="668" y="500"/>
                    <a:pt x="668" y="310"/>
                  </a:cubicBezTo>
                  <a:cubicBezTo>
                    <a:pt x="668" y="143"/>
                    <a:pt x="501" y="0"/>
                    <a:pt x="334"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7" name="Google Shape;22617;p144"/>
            <p:cNvSpPr/>
            <p:nvPr/>
          </p:nvSpPr>
          <p:spPr>
            <a:xfrm>
              <a:off x="7143019" y="3322740"/>
              <a:ext cx="41126" cy="21752"/>
            </a:xfrm>
            <a:custGeom>
              <a:avLst/>
              <a:gdLst/>
              <a:ahLst/>
              <a:cxnLst/>
              <a:rect l="l" t="t" r="r" b="b"/>
              <a:pathLst>
                <a:path w="1263" h="668" extrusionOk="0">
                  <a:moveTo>
                    <a:pt x="310" y="0"/>
                  </a:moveTo>
                  <a:cubicBezTo>
                    <a:pt x="143" y="0"/>
                    <a:pt x="0" y="167"/>
                    <a:pt x="0" y="334"/>
                  </a:cubicBezTo>
                  <a:cubicBezTo>
                    <a:pt x="0" y="524"/>
                    <a:pt x="143" y="667"/>
                    <a:pt x="310" y="667"/>
                  </a:cubicBezTo>
                  <a:lnTo>
                    <a:pt x="953" y="667"/>
                  </a:lnTo>
                  <a:cubicBezTo>
                    <a:pt x="1119" y="667"/>
                    <a:pt x="1262" y="524"/>
                    <a:pt x="1262" y="334"/>
                  </a:cubicBezTo>
                  <a:cubicBezTo>
                    <a:pt x="1262" y="167"/>
                    <a:pt x="1119" y="48"/>
                    <a:pt x="953"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8" name="Google Shape;22618;p144"/>
            <p:cNvSpPr/>
            <p:nvPr/>
          </p:nvSpPr>
          <p:spPr>
            <a:xfrm>
              <a:off x="7163957" y="3076926"/>
              <a:ext cx="10876" cy="20189"/>
            </a:xfrm>
            <a:custGeom>
              <a:avLst/>
              <a:gdLst/>
              <a:ahLst/>
              <a:cxnLst/>
              <a:rect l="l" t="t" r="r" b="b"/>
              <a:pathLst>
                <a:path w="334" h="620" extrusionOk="0">
                  <a:moveTo>
                    <a:pt x="0" y="0"/>
                  </a:moveTo>
                  <a:lnTo>
                    <a:pt x="0" y="619"/>
                  </a:lnTo>
                  <a:cubicBezTo>
                    <a:pt x="191" y="619"/>
                    <a:pt x="310" y="476"/>
                    <a:pt x="333" y="334"/>
                  </a:cubicBezTo>
                  <a:cubicBezTo>
                    <a:pt x="333" y="143"/>
                    <a:pt x="191" y="0"/>
                    <a:pt x="0"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9" name="Google Shape;22619;p144"/>
            <p:cNvSpPr/>
            <p:nvPr/>
          </p:nvSpPr>
          <p:spPr>
            <a:xfrm>
              <a:off x="7163957" y="3324270"/>
              <a:ext cx="21719" cy="20221"/>
            </a:xfrm>
            <a:custGeom>
              <a:avLst/>
              <a:gdLst/>
              <a:ahLst/>
              <a:cxnLst/>
              <a:rect l="l" t="t" r="r" b="b"/>
              <a:pathLst>
                <a:path w="667" h="621" extrusionOk="0">
                  <a:moveTo>
                    <a:pt x="0" y="1"/>
                  </a:moveTo>
                  <a:lnTo>
                    <a:pt x="0" y="620"/>
                  </a:lnTo>
                  <a:lnTo>
                    <a:pt x="310" y="620"/>
                  </a:lnTo>
                  <a:cubicBezTo>
                    <a:pt x="476" y="620"/>
                    <a:pt x="595" y="501"/>
                    <a:pt x="667" y="358"/>
                  </a:cubicBezTo>
                  <a:cubicBezTo>
                    <a:pt x="667" y="144"/>
                    <a:pt x="500" y="1"/>
                    <a:pt x="33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0" name="Google Shape;22620;p144"/>
            <p:cNvSpPr/>
            <p:nvPr/>
          </p:nvSpPr>
          <p:spPr>
            <a:xfrm>
              <a:off x="7301989" y="3257778"/>
              <a:ext cx="87658" cy="85737"/>
            </a:xfrm>
            <a:custGeom>
              <a:avLst/>
              <a:gdLst/>
              <a:ahLst/>
              <a:cxnLst/>
              <a:rect l="l" t="t" r="r" b="b"/>
              <a:pathLst>
                <a:path w="2692" h="2633" extrusionOk="0">
                  <a:moveTo>
                    <a:pt x="322" y="1"/>
                  </a:moveTo>
                  <a:cubicBezTo>
                    <a:pt x="238" y="1"/>
                    <a:pt x="155" y="31"/>
                    <a:pt x="95" y="90"/>
                  </a:cubicBezTo>
                  <a:cubicBezTo>
                    <a:pt x="0" y="209"/>
                    <a:pt x="0" y="424"/>
                    <a:pt x="95" y="543"/>
                  </a:cubicBezTo>
                  <a:lnTo>
                    <a:pt x="2096" y="2543"/>
                  </a:lnTo>
                  <a:cubicBezTo>
                    <a:pt x="2155" y="2603"/>
                    <a:pt x="2239" y="2632"/>
                    <a:pt x="2322" y="2632"/>
                  </a:cubicBezTo>
                  <a:cubicBezTo>
                    <a:pt x="2405" y="2632"/>
                    <a:pt x="2489" y="2603"/>
                    <a:pt x="2548" y="2543"/>
                  </a:cubicBezTo>
                  <a:cubicBezTo>
                    <a:pt x="2691" y="2424"/>
                    <a:pt x="2691" y="2210"/>
                    <a:pt x="2548" y="2091"/>
                  </a:cubicBezTo>
                  <a:lnTo>
                    <a:pt x="548" y="90"/>
                  </a:lnTo>
                  <a:cubicBezTo>
                    <a:pt x="488" y="31"/>
                    <a:pt x="405" y="1"/>
                    <a:pt x="322"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1" name="Google Shape;22621;p144"/>
            <p:cNvSpPr/>
            <p:nvPr/>
          </p:nvSpPr>
          <p:spPr>
            <a:xfrm>
              <a:off x="7163175" y="3118801"/>
              <a:ext cx="183815" cy="183815"/>
            </a:xfrm>
            <a:custGeom>
              <a:avLst/>
              <a:gdLst/>
              <a:ahLst/>
              <a:cxnLst/>
              <a:rect l="l" t="t" r="r" b="b"/>
              <a:pathLst>
                <a:path w="5645" h="5645" extrusionOk="0">
                  <a:moveTo>
                    <a:pt x="2834" y="0"/>
                  </a:moveTo>
                  <a:cubicBezTo>
                    <a:pt x="2048" y="0"/>
                    <a:pt x="1334" y="310"/>
                    <a:pt x="834" y="834"/>
                  </a:cubicBezTo>
                  <a:cubicBezTo>
                    <a:pt x="310" y="1334"/>
                    <a:pt x="0" y="2048"/>
                    <a:pt x="0" y="2810"/>
                  </a:cubicBezTo>
                  <a:cubicBezTo>
                    <a:pt x="0" y="4358"/>
                    <a:pt x="1286" y="5644"/>
                    <a:pt x="2834" y="5644"/>
                  </a:cubicBezTo>
                  <a:cubicBezTo>
                    <a:pt x="3596" y="5644"/>
                    <a:pt x="4311" y="5311"/>
                    <a:pt x="4811" y="4811"/>
                  </a:cubicBezTo>
                  <a:cubicBezTo>
                    <a:pt x="5335" y="4311"/>
                    <a:pt x="5644" y="3596"/>
                    <a:pt x="5644" y="2810"/>
                  </a:cubicBezTo>
                  <a:cubicBezTo>
                    <a:pt x="5644" y="1262"/>
                    <a:pt x="4406" y="0"/>
                    <a:pt x="2834"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2" name="Google Shape;22622;p144"/>
            <p:cNvSpPr/>
            <p:nvPr/>
          </p:nvSpPr>
          <p:spPr>
            <a:xfrm>
              <a:off x="7190300" y="3118801"/>
              <a:ext cx="199348" cy="221816"/>
            </a:xfrm>
            <a:custGeom>
              <a:avLst/>
              <a:gdLst/>
              <a:ahLst/>
              <a:cxnLst/>
              <a:rect l="l" t="t" r="r" b="b"/>
              <a:pathLst>
                <a:path w="6122" h="6812" extrusionOk="0">
                  <a:moveTo>
                    <a:pt x="2001" y="0"/>
                  </a:moveTo>
                  <a:cubicBezTo>
                    <a:pt x="1215" y="0"/>
                    <a:pt x="501" y="310"/>
                    <a:pt x="1" y="834"/>
                  </a:cubicBezTo>
                  <a:lnTo>
                    <a:pt x="5978" y="6811"/>
                  </a:lnTo>
                  <a:cubicBezTo>
                    <a:pt x="6121" y="6692"/>
                    <a:pt x="6121" y="6478"/>
                    <a:pt x="5978" y="6359"/>
                  </a:cubicBezTo>
                  <a:lnTo>
                    <a:pt x="4192" y="4572"/>
                  </a:lnTo>
                  <a:cubicBezTo>
                    <a:pt x="4573" y="4096"/>
                    <a:pt x="4811" y="3477"/>
                    <a:pt x="4811" y="2810"/>
                  </a:cubicBezTo>
                  <a:cubicBezTo>
                    <a:pt x="4811" y="1262"/>
                    <a:pt x="3549" y="0"/>
                    <a:pt x="200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3" name="Google Shape;22623;p144"/>
            <p:cNvSpPr/>
            <p:nvPr/>
          </p:nvSpPr>
          <p:spPr>
            <a:xfrm>
              <a:off x="7183332" y="3138957"/>
              <a:ext cx="143503" cy="143470"/>
            </a:xfrm>
            <a:custGeom>
              <a:avLst/>
              <a:gdLst/>
              <a:ahLst/>
              <a:cxnLst/>
              <a:rect l="l" t="t" r="r" b="b"/>
              <a:pathLst>
                <a:path w="4407" h="4406" extrusionOk="0">
                  <a:moveTo>
                    <a:pt x="2215" y="0"/>
                  </a:moveTo>
                  <a:cubicBezTo>
                    <a:pt x="1620" y="0"/>
                    <a:pt x="1048" y="238"/>
                    <a:pt x="667" y="643"/>
                  </a:cubicBezTo>
                  <a:cubicBezTo>
                    <a:pt x="262" y="1072"/>
                    <a:pt x="0" y="1596"/>
                    <a:pt x="0" y="2191"/>
                  </a:cubicBezTo>
                  <a:cubicBezTo>
                    <a:pt x="0" y="3430"/>
                    <a:pt x="977" y="4406"/>
                    <a:pt x="2191" y="4406"/>
                  </a:cubicBezTo>
                  <a:cubicBezTo>
                    <a:pt x="2787" y="4406"/>
                    <a:pt x="3358" y="4168"/>
                    <a:pt x="3739" y="3739"/>
                  </a:cubicBezTo>
                  <a:cubicBezTo>
                    <a:pt x="4144" y="3358"/>
                    <a:pt x="4406" y="2787"/>
                    <a:pt x="4406" y="2191"/>
                  </a:cubicBezTo>
                  <a:cubicBezTo>
                    <a:pt x="4406" y="977"/>
                    <a:pt x="3430" y="0"/>
                    <a:pt x="2215"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4" name="Google Shape;22624;p144"/>
            <p:cNvSpPr/>
            <p:nvPr/>
          </p:nvSpPr>
          <p:spPr>
            <a:xfrm>
              <a:off x="7205051" y="3138957"/>
              <a:ext cx="121784" cy="121784"/>
            </a:xfrm>
            <a:custGeom>
              <a:avLst/>
              <a:gdLst/>
              <a:ahLst/>
              <a:cxnLst/>
              <a:rect l="l" t="t" r="r" b="b"/>
              <a:pathLst>
                <a:path w="3740" h="3740" extrusionOk="0">
                  <a:moveTo>
                    <a:pt x="1548" y="0"/>
                  </a:moveTo>
                  <a:cubicBezTo>
                    <a:pt x="953" y="0"/>
                    <a:pt x="381" y="238"/>
                    <a:pt x="0" y="643"/>
                  </a:cubicBezTo>
                  <a:lnTo>
                    <a:pt x="3072" y="3739"/>
                  </a:lnTo>
                  <a:cubicBezTo>
                    <a:pt x="3477" y="3358"/>
                    <a:pt x="3739" y="2787"/>
                    <a:pt x="3739" y="2191"/>
                  </a:cubicBezTo>
                  <a:cubicBezTo>
                    <a:pt x="3739" y="977"/>
                    <a:pt x="2763" y="0"/>
                    <a:pt x="1548"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25" name="Google Shape;22625;p144"/>
          <p:cNvGrpSpPr/>
          <p:nvPr/>
        </p:nvGrpSpPr>
        <p:grpSpPr>
          <a:xfrm>
            <a:off x="7828525" y="2883399"/>
            <a:ext cx="269096" cy="350568"/>
            <a:chOff x="7828525" y="3035799"/>
            <a:chExt cx="269096" cy="350568"/>
          </a:xfrm>
        </p:grpSpPr>
        <p:sp>
          <p:nvSpPr>
            <p:cNvPr id="22626" name="Google Shape;22626;p144"/>
            <p:cNvSpPr/>
            <p:nvPr/>
          </p:nvSpPr>
          <p:spPr>
            <a:xfrm>
              <a:off x="7860306" y="3118801"/>
              <a:ext cx="205535" cy="267566"/>
            </a:xfrm>
            <a:custGeom>
              <a:avLst/>
              <a:gdLst/>
              <a:ahLst/>
              <a:cxnLst/>
              <a:rect l="l" t="t" r="r" b="b"/>
              <a:pathLst>
                <a:path w="6312" h="8217" extrusionOk="0">
                  <a:moveTo>
                    <a:pt x="953" y="0"/>
                  </a:moveTo>
                  <a:cubicBezTo>
                    <a:pt x="405" y="0"/>
                    <a:pt x="0" y="429"/>
                    <a:pt x="0" y="953"/>
                  </a:cubicBezTo>
                  <a:lnTo>
                    <a:pt x="0" y="7263"/>
                  </a:lnTo>
                  <a:cubicBezTo>
                    <a:pt x="0" y="7787"/>
                    <a:pt x="429" y="8216"/>
                    <a:pt x="953" y="8216"/>
                  </a:cubicBezTo>
                  <a:lnTo>
                    <a:pt x="5359" y="8216"/>
                  </a:lnTo>
                  <a:cubicBezTo>
                    <a:pt x="5883" y="8216"/>
                    <a:pt x="6311" y="7764"/>
                    <a:pt x="6311" y="7263"/>
                  </a:cubicBezTo>
                  <a:lnTo>
                    <a:pt x="6311" y="953"/>
                  </a:lnTo>
                  <a:cubicBezTo>
                    <a:pt x="6311" y="405"/>
                    <a:pt x="5883" y="0"/>
                    <a:pt x="5359"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7" name="Google Shape;22627;p144"/>
            <p:cNvSpPr/>
            <p:nvPr/>
          </p:nvSpPr>
          <p:spPr>
            <a:xfrm>
              <a:off x="7962650" y="3118801"/>
              <a:ext cx="103191" cy="267566"/>
            </a:xfrm>
            <a:custGeom>
              <a:avLst/>
              <a:gdLst/>
              <a:ahLst/>
              <a:cxnLst/>
              <a:rect l="l" t="t" r="r" b="b"/>
              <a:pathLst>
                <a:path w="3169" h="8217" extrusionOk="0">
                  <a:moveTo>
                    <a:pt x="1" y="0"/>
                  </a:moveTo>
                  <a:lnTo>
                    <a:pt x="1" y="8216"/>
                  </a:lnTo>
                  <a:lnTo>
                    <a:pt x="2216" y="8216"/>
                  </a:lnTo>
                  <a:cubicBezTo>
                    <a:pt x="2740" y="8216"/>
                    <a:pt x="3168" y="7764"/>
                    <a:pt x="3168" y="7263"/>
                  </a:cubicBezTo>
                  <a:lnTo>
                    <a:pt x="3168" y="953"/>
                  </a:lnTo>
                  <a:cubicBezTo>
                    <a:pt x="3168" y="405"/>
                    <a:pt x="2740" y="0"/>
                    <a:pt x="2216"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8" name="Google Shape;22628;p144"/>
            <p:cNvSpPr/>
            <p:nvPr/>
          </p:nvSpPr>
          <p:spPr>
            <a:xfrm>
              <a:off x="7880462" y="3138957"/>
              <a:ext cx="164441" cy="226472"/>
            </a:xfrm>
            <a:custGeom>
              <a:avLst/>
              <a:gdLst/>
              <a:ahLst/>
              <a:cxnLst/>
              <a:rect l="l" t="t" r="r" b="b"/>
              <a:pathLst>
                <a:path w="5050" h="6955" extrusionOk="0">
                  <a:moveTo>
                    <a:pt x="334" y="0"/>
                  </a:moveTo>
                  <a:cubicBezTo>
                    <a:pt x="144" y="0"/>
                    <a:pt x="1" y="143"/>
                    <a:pt x="1" y="334"/>
                  </a:cubicBezTo>
                  <a:lnTo>
                    <a:pt x="1" y="6644"/>
                  </a:lnTo>
                  <a:cubicBezTo>
                    <a:pt x="1" y="6811"/>
                    <a:pt x="144" y="6954"/>
                    <a:pt x="334" y="6954"/>
                  </a:cubicBezTo>
                  <a:lnTo>
                    <a:pt x="4740" y="6954"/>
                  </a:lnTo>
                  <a:cubicBezTo>
                    <a:pt x="4906" y="6954"/>
                    <a:pt x="5049" y="6811"/>
                    <a:pt x="5049" y="6644"/>
                  </a:cubicBezTo>
                  <a:lnTo>
                    <a:pt x="5049" y="334"/>
                  </a:lnTo>
                  <a:cubicBezTo>
                    <a:pt x="5049" y="143"/>
                    <a:pt x="4906" y="0"/>
                    <a:pt x="4740" y="0"/>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9" name="Google Shape;22629;p144"/>
            <p:cNvSpPr/>
            <p:nvPr/>
          </p:nvSpPr>
          <p:spPr>
            <a:xfrm>
              <a:off x="7962650" y="3139641"/>
              <a:ext cx="82253" cy="225788"/>
            </a:xfrm>
            <a:custGeom>
              <a:avLst/>
              <a:gdLst/>
              <a:ahLst/>
              <a:cxnLst/>
              <a:rect l="l" t="t" r="r" b="b"/>
              <a:pathLst>
                <a:path w="2526" h="6934" extrusionOk="0">
                  <a:moveTo>
                    <a:pt x="2252" y="1"/>
                  </a:moveTo>
                  <a:cubicBezTo>
                    <a:pt x="2240" y="1"/>
                    <a:pt x="2228" y="1"/>
                    <a:pt x="2216" y="3"/>
                  </a:cubicBezTo>
                  <a:lnTo>
                    <a:pt x="1" y="3"/>
                  </a:lnTo>
                  <a:lnTo>
                    <a:pt x="1" y="6933"/>
                  </a:lnTo>
                  <a:lnTo>
                    <a:pt x="2216" y="6933"/>
                  </a:lnTo>
                  <a:cubicBezTo>
                    <a:pt x="2382" y="6933"/>
                    <a:pt x="2525" y="6790"/>
                    <a:pt x="2525" y="6623"/>
                  </a:cubicBezTo>
                  <a:lnTo>
                    <a:pt x="2525" y="313"/>
                  </a:lnTo>
                  <a:cubicBezTo>
                    <a:pt x="2525" y="136"/>
                    <a:pt x="2403" y="1"/>
                    <a:pt x="2252" y="1"/>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0" name="Google Shape;22630;p144"/>
            <p:cNvSpPr/>
            <p:nvPr/>
          </p:nvSpPr>
          <p:spPr>
            <a:xfrm>
              <a:off x="7942494" y="3322740"/>
              <a:ext cx="41908" cy="21752"/>
            </a:xfrm>
            <a:custGeom>
              <a:avLst/>
              <a:gdLst/>
              <a:ahLst/>
              <a:cxnLst/>
              <a:rect l="l" t="t" r="r" b="b"/>
              <a:pathLst>
                <a:path w="1287" h="668" extrusionOk="0">
                  <a:moveTo>
                    <a:pt x="334" y="0"/>
                  </a:moveTo>
                  <a:cubicBezTo>
                    <a:pt x="144" y="0"/>
                    <a:pt x="1" y="167"/>
                    <a:pt x="1" y="334"/>
                  </a:cubicBezTo>
                  <a:cubicBezTo>
                    <a:pt x="1" y="524"/>
                    <a:pt x="144" y="667"/>
                    <a:pt x="334" y="667"/>
                  </a:cubicBezTo>
                  <a:lnTo>
                    <a:pt x="953" y="667"/>
                  </a:lnTo>
                  <a:cubicBezTo>
                    <a:pt x="1120" y="667"/>
                    <a:pt x="1287" y="524"/>
                    <a:pt x="1287" y="334"/>
                  </a:cubicBezTo>
                  <a:cubicBezTo>
                    <a:pt x="1287" y="167"/>
                    <a:pt x="1120" y="48"/>
                    <a:pt x="953"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1" name="Google Shape;22631;p144"/>
            <p:cNvSpPr/>
            <p:nvPr/>
          </p:nvSpPr>
          <p:spPr>
            <a:xfrm>
              <a:off x="7963431" y="3324270"/>
              <a:ext cx="21752" cy="20221"/>
            </a:xfrm>
            <a:custGeom>
              <a:avLst/>
              <a:gdLst/>
              <a:ahLst/>
              <a:cxnLst/>
              <a:rect l="l" t="t" r="r" b="b"/>
              <a:pathLst>
                <a:path w="668" h="621" extrusionOk="0">
                  <a:moveTo>
                    <a:pt x="1" y="1"/>
                  </a:moveTo>
                  <a:lnTo>
                    <a:pt x="1" y="620"/>
                  </a:lnTo>
                  <a:lnTo>
                    <a:pt x="310" y="620"/>
                  </a:lnTo>
                  <a:cubicBezTo>
                    <a:pt x="453" y="620"/>
                    <a:pt x="596" y="501"/>
                    <a:pt x="668" y="358"/>
                  </a:cubicBezTo>
                  <a:cubicBezTo>
                    <a:pt x="668" y="144"/>
                    <a:pt x="525" y="1"/>
                    <a:pt x="334"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2" name="Google Shape;22632;p144"/>
            <p:cNvSpPr/>
            <p:nvPr/>
          </p:nvSpPr>
          <p:spPr>
            <a:xfrm>
              <a:off x="7828525" y="3035799"/>
              <a:ext cx="268315" cy="81471"/>
            </a:xfrm>
            <a:custGeom>
              <a:avLst/>
              <a:gdLst/>
              <a:ahLst/>
              <a:cxnLst/>
              <a:rect l="l" t="t" r="r" b="b"/>
              <a:pathLst>
                <a:path w="8240" h="2502" extrusionOk="0">
                  <a:moveTo>
                    <a:pt x="1286" y="1"/>
                  </a:moveTo>
                  <a:cubicBezTo>
                    <a:pt x="1167" y="1"/>
                    <a:pt x="1096" y="72"/>
                    <a:pt x="1024" y="168"/>
                  </a:cubicBezTo>
                  <a:lnTo>
                    <a:pt x="72" y="1739"/>
                  </a:lnTo>
                  <a:cubicBezTo>
                    <a:pt x="48" y="1787"/>
                    <a:pt x="0" y="1858"/>
                    <a:pt x="0" y="1882"/>
                  </a:cubicBezTo>
                  <a:lnTo>
                    <a:pt x="572" y="2501"/>
                  </a:lnTo>
                  <a:lnTo>
                    <a:pt x="7216" y="2501"/>
                  </a:lnTo>
                  <a:lnTo>
                    <a:pt x="8192" y="1882"/>
                  </a:lnTo>
                  <a:cubicBezTo>
                    <a:pt x="8240" y="1858"/>
                    <a:pt x="8192" y="1787"/>
                    <a:pt x="8168" y="1739"/>
                  </a:cubicBezTo>
                  <a:lnTo>
                    <a:pt x="7216" y="168"/>
                  </a:lnTo>
                  <a:cubicBezTo>
                    <a:pt x="7144" y="72"/>
                    <a:pt x="7073" y="1"/>
                    <a:pt x="6954" y="1"/>
                  </a:cubicBezTo>
                  <a:close/>
                </a:path>
              </a:pathLst>
            </a:custGeom>
            <a:solidFill>
              <a:srgbClr val="7C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3" name="Google Shape;22633;p144"/>
            <p:cNvSpPr/>
            <p:nvPr/>
          </p:nvSpPr>
          <p:spPr>
            <a:xfrm>
              <a:off x="7961901" y="3036581"/>
              <a:ext cx="133409" cy="83002"/>
            </a:xfrm>
            <a:custGeom>
              <a:avLst/>
              <a:gdLst/>
              <a:ahLst/>
              <a:cxnLst/>
              <a:rect l="l" t="t" r="r" b="b"/>
              <a:pathLst>
                <a:path w="4097" h="2549" extrusionOk="0">
                  <a:moveTo>
                    <a:pt x="0" y="1"/>
                  </a:moveTo>
                  <a:lnTo>
                    <a:pt x="0" y="2549"/>
                  </a:lnTo>
                  <a:lnTo>
                    <a:pt x="3120" y="2549"/>
                  </a:lnTo>
                  <a:lnTo>
                    <a:pt x="4096" y="1882"/>
                  </a:lnTo>
                  <a:cubicBezTo>
                    <a:pt x="4096" y="1834"/>
                    <a:pt x="4072" y="1763"/>
                    <a:pt x="4049" y="1739"/>
                  </a:cubicBezTo>
                  <a:lnTo>
                    <a:pt x="3096" y="167"/>
                  </a:lnTo>
                  <a:cubicBezTo>
                    <a:pt x="3025" y="72"/>
                    <a:pt x="2953" y="1"/>
                    <a:pt x="28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4" name="Google Shape;22634;p144"/>
            <p:cNvSpPr/>
            <p:nvPr/>
          </p:nvSpPr>
          <p:spPr>
            <a:xfrm>
              <a:off x="7830055" y="3097863"/>
              <a:ext cx="267566" cy="83067"/>
            </a:xfrm>
            <a:custGeom>
              <a:avLst/>
              <a:gdLst/>
              <a:ahLst/>
              <a:cxnLst/>
              <a:rect l="l" t="t" r="r" b="b"/>
              <a:pathLst>
                <a:path w="8217" h="2551" extrusionOk="0">
                  <a:moveTo>
                    <a:pt x="1" y="0"/>
                  </a:moveTo>
                  <a:lnTo>
                    <a:pt x="1" y="1262"/>
                  </a:lnTo>
                  <a:cubicBezTo>
                    <a:pt x="1" y="1905"/>
                    <a:pt x="501" y="2477"/>
                    <a:pt x="1144" y="2548"/>
                  </a:cubicBezTo>
                  <a:cubicBezTo>
                    <a:pt x="1168" y="2550"/>
                    <a:pt x="1192" y="2550"/>
                    <a:pt x="1216" y="2550"/>
                  </a:cubicBezTo>
                  <a:cubicBezTo>
                    <a:pt x="1613" y="2550"/>
                    <a:pt x="1945" y="2367"/>
                    <a:pt x="2192" y="2120"/>
                  </a:cubicBezTo>
                  <a:cubicBezTo>
                    <a:pt x="2430" y="2382"/>
                    <a:pt x="2763" y="2548"/>
                    <a:pt x="3144" y="2548"/>
                  </a:cubicBezTo>
                  <a:cubicBezTo>
                    <a:pt x="3549" y="2548"/>
                    <a:pt x="3859" y="2358"/>
                    <a:pt x="4097" y="2120"/>
                  </a:cubicBezTo>
                  <a:cubicBezTo>
                    <a:pt x="4335" y="2382"/>
                    <a:pt x="4668" y="2548"/>
                    <a:pt x="5049" y="2548"/>
                  </a:cubicBezTo>
                  <a:cubicBezTo>
                    <a:pt x="5454" y="2548"/>
                    <a:pt x="5764" y="2358"/>
                    <a:pt x="6002" y="2120"/>
                  </a:cubicBezTo>
                  <a:cubicBezTo>
                    <a:pt x="6240" y="2382"/>
                    <a:pt x="6574" y="2548"/>
                    <a:pt x="6955" y="2548"/>
                  </a:cubicBezTo>
                  <a:cubicBezTo>
                    <a:pt x="7717" y="2548"/>
                    <a:pt x="8217" y="1905"/>
                    <a:pt x="8217" y="1381"/>
                  </a:cubicBezTo>
                  <a:lnTo>
                    <a:pt x="821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5" name="Google Shape;22635;p144"/>
            <p:cNvSpPr/>
            <p:nvPr/>
          </p:nvSpPr>
          <p:spPr>
            <a:xfrm>
              <a:off x="7963431" y="3097082"/>
              <a:ext cx="133409" cy="82220"/>
            </a:xfrm>
            <a:custGeom>
              <a:avLst/>
              <a:gdLst/>
              <a:ahLst/>
              <a:cxnLst/>
              <a:rect l="l" t="t" r="r" b="b"/>
              <a:pathLst>
                <a:path w="4097" h="2525" extrusionOk="0">
                  <a:moveTo>
                    <a:pt x="1" y="0"/>
                  </a:moveTo>
                  <a:lnTo>
                    <a:pt x="1" y="2072"/>
                  </a:lnTo>
                  <a:cubicBezTo>
                    <a:pt x="239" y="2358"/>
                    <a:pt x="572" y="2501"/>
                    <a:pt x="953" y="2501"/>
                  </a:cubicBezTo>
                  <a:cubicBezTo>
                    <a:pt x="1358" y="2501"/>
                    <a:pt x="1644" y="2382"/>
                    <a:pt x="1882" y="2120"/>
                  </a:cubicBezTo>
                  <a:cubicBezTo>
                    <a:pt x="2120" y="2382"/>
                    <a:pt x="2454" y="2525"/>
                    <a:pt x="2835" y="2525"/>
                  </a:cubicBezTo>
                  <a:cubicBezTo>
                    <a:pt x="3573" y="2525"/>
                    <a:pt x="4097" y="1905"/>
                    <a:pt x="4097" y="1382"/>
                  </a:cubicBezTo>
                  <a:lnTo>
                    <a:pt x="4097" y="0"/>
                  </a:lnTo>
                  <a:close/>
                </a:path>
              </a:pathLst>
            </a:custGeom>
            <a:solidFill>
              <a:srgbClr val="7C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36" name="Google Shape;22636;p144"/>
          <p:cNvGrpSpPr/>
          <p:nvPr/>
        </p:nvGrpSpPr>
        <p:grpSpPr>
          <a:xfrm>
            <a:off x="7788180" y="3477404"/>
            <a:ext cx="349786" cy="287722"/>
            <a:chOff x="7788180" y="3629804"/>
            <a:chExt cx="349786" cy="287722"/>
          </a:xfrm>
        </p:grpSpPr>
        <p:sp>
          <p:nvSpPr>
            <p:cNvPr id="22637" name="Google Shape;22637;p144"/>
            <p:cNvSpPr/>
            <p:nvPr/>
          </p:nvSpPr>
          <p:spPr>
            <a:xfrm>
              <a:off x="7815337" y="3678681"/>
              <a:ext cx="293909" cy="228003"/>
            </a:xfrm>
            <a:custGeom>
              <a:avLst/>
              <a:gdLst/>
              <a:ahLst/>
              <a:cxnLst/>
              <a:rect l="l" t="t" r="r" b="b"/>
              <a:pathLst>
                <a:path w="9026" h="7002" extrusionOk="0">
                  <a:moveTo>
                    <a:pt x="4049" y="0"/>
                  </a:moveTo>
                  <a:lnTo>
                    <a:pt x="3953" y="238"/>
                  </a:lnTo>
                  <a:cubicBezTo>
                    <a:pt x="3787" y="834"/>
                    <a:pt x="3334" y="2215"/>
                    <a:pt x="2858" y="2334"/>
                  </a:cubicBezTo>
                  <a:cubicBezTo>
                    <a:pt x="2832" y="2340"/>
                    <a:pt x="2805" y="2343"/>
                    <a:pt x="2777" y="2343"/>
                  </a:cubicBezTo>
                  <a:cubicBezTo>
                    <a:pt x="2388" y="2343"/>
                    <a:pt x="1781" y="1759"/>
                    <a:pt x="1381" y="1381"/>
                  </a:cubicBezTo>
                  <a:cubicBezTo>
                    <a:pt x="1167" y="1167"/>
                    <a:pt x="953" y="976"/>
                    <a:pt x="786" y="857"/>
                  </a:cubicBezTo>
                  <a:lnTo>
                    <a:pt x="0" y="1405"/>
                  </a:lnTo>
                  <a:lnTo>
                    <a:pt x="96" y="1739"/>
                  </a:lnTo>
                  <a:cubicBezTo>
                    <a:pt x="477" y="2929"/>
                    <a:pt x="1048" y="4668"/>
                    <a:pt x="1048" y="7001"/>
                  </a:cubicBezTo>
                  <a:lnTo>
                    <a:pt x="7978" y="7001"/>
                  </a:lnTo>
                  <a:cubicBezTo>
                    <a:pt x="7978" y="4668"/>
                    <a:pt x="8550" y="2929"/>
                    <a:pt x="8931" y="1739"/>
                  </a:cubicBezTo>
                  <a:lnTo>
                    <a:pt x="9026" y="1405"/>
                  </a:lnTo>
                  <a:lnTo>
                    <a:pt x="8288" y="857"/>
                  </a:lnTo>
                  <a:cubicBezTo>
                    <a:pt x="8121" y="976"/>
                    <a:pt x="7930" y="1167"/>
                    <a:pt x="7716" y="1381"/>
                  </a:cubicBezTo>
                  <a:cubicBezTo>
                    <a:pt x="7300" y="1754"/>
                    <a:pt x="6662" y="2348"/>
                    <a:pt x="6284" y="2348"/>
                  </a:cubicBezTo>
                  <a:cubicBezTo>
                    <a:pt x="6251" y="2348"/>
                    <a:pt x="6221" y="2343"/>
                    <a:pt x="6192" y="2334"/>
                  </a:cubicBezTo>
                  <a:cubicBezTo>
                    <a:pt x="5716" y="2167"/>
                    <a:pt x="5263" y="810"/>
                    <a:pt x="5097" y="238"/>
                  </a:cubicBezTo>
                  <a:lnTo>
                    <a:pt x="5001" y="0"/>
                  </a:lnTo>
                  <a:close/>
                </a:path>
              </a:pathLst>
            </a:custGeom>
            <a:solidFill>
              <a:srgbClr val="DE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8" name="Google Shape;22638;p144"/>
            <p:cNvSpPr/>
            <p:nvPr/>
          </p:nvSpPr>
          <p:spPr>
            <a:xfrm>
              <a:off x="7962650" y="3678681"/>
              <a:ext cx="147378" cy="228784"/>
            </a:xfrm>
            <a:custGeom>
              <a:avLst/>
              <a:gdLst/>
              <a:ahLst/>
              <a:cxnLst/>
              <a:rect l="l" t="t" r="r" b="b"/>
              <a:pathLst>
                <a:path w="4526" h="7026" extrusionOk="0">
                  <a:moveTo>
                    <a:pt x="1" y="0"/>
                  </a:moveTo>
                  <a:lnTo>
                    <a:pt x="1" y="7025"/>
                  </a:lnTo>
                  <a:lnTo>
                    <a:pt x="3478" y="7025"/>
                  </a:lnTo>
                  <a:cubicBezTo>
                    <a:pt x="3478" y="4668"/>
                    <a:pt x="4049" y="2929"/>
                    <a:pt x="4430" y="1739"/>
                  </a:cubicBezTo>
                  <a:lnTo>
                    <a:pt x="4526" y="1405"/>
                  </a:lnTo>
                  <a:lnTo>
                    <a:pt x="3740" y="857"/>
                  </a:lnTo>
                  <a:cubicBezTo>
                    <a:pt x="3597" y="976"/>
                    <a:pt x="3383" y="1167"/>
                    <a:pt x="3192" y="1381"/>
                  </a:cubicBezTo>
                  <a:cubicBezTo>
                    <a:pt x="2776" y="1754"/>
                    <a:pt x="2138" y="2348"/>
                    <a:pt x="1760" y="2348"/>
                  </a:cubicBezTo>
                  <a:cubicBezTo>
                    <a:pt x="1727" y="2348"/>
                    <a:pt x="1697" y="2343"/>
                    <a:pt x="1668" y="2334"/>
                  </a:cubicBezTo>
                  <a:cubicBezTo>
                    <a:pt x="1192" y="2167"/>
                    <a:pt x="739" y="810"/>
                    <a:pt x="573" y="238"/>
                  </a:cubicBezTo>
                  <a:lnTo>
                    <a:pt x="477"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9" name="Google Shape;22639;p144"/>
            <p:cNvSpPr/>
            <p:nvPr/>
          </p:nvSpPr>
          <p:spPr>
            <a:xfrm>
              <a:off x="8075870" y="3670898"/>
              <a:ext cx="62097" cy="62097"/>
            </a:xfrm>
            <a:custGeom>
              <a:avLst/>
              <a:gdLst/>
              <a:ahLst/>
              <a:cxnLst/>
              <a:rect l="l" t="t" r="r" b="b"/>
              <a:pathLst>
                <a:path w="1907" h="1907" extrusionOk="0">
                  <a:moveTo>
                    <a:pt x="953" y="1"/>
                  </a:moveTo>
                  <a:cubicBezTo>
                    <a:pt x="430" y="1"/>
                    <a:pt x="1" y="430"/>
                    <a:pt x="1" y="954"/>
                  </a:cubicBezTo>
                  <a:cubicBezTo>
                    <a:pt x="1" y="1501"/>
                    <a:pt x="453" y="1906"/>
                    <a:pt x="953" y="1906"/>
                  </a:cubicBezTo>
                  <a:cubicBezTo>
                    <a:pt x="1477" y="1906"/>
                    <a:pt x="1906" y="1501"/>
                    <a:pt x="1906" y="954"/>
                  </a:cubicBezTo>
                  <a:cubicBezTo>
                    <a:pt x="1906" y="430"/>
                    <a:pt x="1477" y="1"/>
                    <a:pt x="953"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0" name="Google Shape;22640;p144"/>
            <p:cNvSpPr/>
            <p:nvPr/>
          </p:nvSpPr>
          <p:spPr>
            <a:xfrm>
              <a:off x="7788180" y="3670898"/>
              <a:ext cx="62064" cy="62097"/>
            </a:xfrm>
            <a:custGeom>
              <a:avLst/>
              <a:gdLst/>
              <a:ahLst/>
              <a:cxnLst/>
              <a:rect l="l" t="t" r="r" b="b"/>
              <a:pathLst>
                <a:path w="1906" h="1907" extrusionOk="0">
                  <a:moveTo>
                    <a:pt x="953" y="1"/>
                  </a:moveTo>
                  <a:cubicBezTo>
                    <a:pt x="429" y="1"/>
                    <a:pt x="1" y="430"/>
                    <a:pt x="1" y="954"/>
                  </a:cubicBezTo>
                  <a:cubicBezTo>
                    <a:pt x="1" y="1501"/>
                    <a:pt x="453" y="1906"/>
                    <a:pt x="953" y="1906"/>
                  </a:cubicBezTo>
                  <a:cubicBezTo>
                    <a:pt x="1453" y="1906"/>
                    <a:pt x="1906" y="1501"/>
                    <a:pt x="1906" y="954"/>
                  </a:cubicBezTo>
                  <a:cubicBezTo>
                    <a:pt x="1906" y="430"/>
                    <a:pt x="1453" y="1"/>
                    <a:pt x="953"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1" name="Google Shape;22641;p144"/>
            <p:cNvSpPr/>
            <p:nvPr/>
          </p:nvSpPr>
          <p:spPr>
            <a:xfrm>
              <a:off x="8013838" y="3814271"/>
              <a:ext cx="20970" cy="39954"/>
            </a:xfrm>
            <a:custGeom>
              <a:avLst/>
              <a:gdLst/>
              <a:ahLst/>
              <a:cxnLst/>
              <a:rect l="l" t="t" r="r" b="b"/>
              <a:pathLst>
                <a:path w="644" h="1227" extrusionOk="0">
                  <a:moveTo>
                    <a:pt x="324" y="1"/>
                  </a:moveTo>
                  <a:cubicBezTo>
                    <a:pt x="311" y="1"/>
                    <a:pt x="299" y="2"/>
                    <a:pt x="287" y="4"/>
                  </a:cubicBezTo>
                  <a:cubicBezTo>
                    <a:pt x="120" y="27"/>
                    <a:pt x="1" y="194"/>
                    <a:pt x="1" y="337"/>
                  </a:cubicBezTo>
                  <a:lnTo>
                    <a:pt x="1" y="956"/>
                  </a:lnTo>
                  <a:cubicBezTo>
                    <a:pt x="1" y="1082"/>
                    <a:pt x="93" y="1226"/>
                    <a:pt x="229" y="1226"/>
                  </a:cubicBezTo>
                  <a:cubicBezTo>
                    <a:pt x="248" y="1226"/>
                    <a:pt x="267" y="1224"/>
                    <a:pt x="287" y="1218"/>
                  </a:cubicBezTo>
                  <a:cubicBezTo>
                    <a:pt x="309" y="1224"/>
                    <a:pt x="331" y="1226"/>
                    <a:pt x="353" y="1226"/>
                  </a:cubicBezTo>
                  <a:cubicBezTo>
                    <a:pt x="514" y="1226"/>
                    <a:pt x="644" y="1079"/>
                    <a:pt x="644" y="932"/>
                  </a:cubicBezTo>
                  <a:lnTo>
                    <a:pt x="644" y="289"/>
                  </a:lnTo>
                  <a:cubicBezTo>
                    <a:pt x="644" y="135"/>
                    <a:pt x="480" y="1"/>
                    <a:pt x="324" y="1"/>
                  </a:cubicBezTo>
                  <a:close/>
                </a:path>
              </a:pathLst>
            </a:custGeom>
            <a:solidFill>
              <a:srgbClr val="7C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2" name="Google Shape;22642;p144"/>
            <p:cNvSpPr/>
            <p:nvPr/>
          </p:nvSpPr>
          <p:spPr>
            <a:xfrm>
              <a:off x="7891338" y="3814271"/>
              <a:ext cx="20189" cy="39954"/>
            </a:xfrm>
            <a:custGeom>
              <a:avLst/>
              <a:gdLst/>
              <a:ahLst/>
              <a:cxnLst/>
              <a:rect l="l" t="t" r="r" b="b"/>
              <a:pathLst>
                <a:path w="620" h="1227" extrusionOk="0">
                  <a:moveTo>
                    <a:pt x="299" y="1"/>
                  </a:moveTo>
                  <a:cubicBezTo>
                    <a:pt x="287" y="1"/>
                    <a:pt x="274" y="2"/>
                    <a:pt x="262" y="4"/>
                  </a:cubicBezTo>
                  <a:cubicBezTo>
                    <a:pt x="119" y="27"/>
                    <a:pt x="0" y="194"/>
                    <a:pt x="0" y="337"/>
                  </a:cubicBezTo>
                  <a:lnTo>
                    <a:pt x="0" y="956"/>
                  </a:lnTo>
                  <a:cubicBezTo>
                    <a:pt x="0" y="1082"/>
                    <a:pt x="92" y="1226"/>
                    <a:pt x="212" y="1226"/>
                  </a:cubicBezTo>
                  <a:cubicBezTo>
                    <a:pt x="228" y="1226"/>
                    <a:pt x="245" y="1224"/>
                    <a:pt x="262" y="1218"/>
                  </a:cubicBezTo>
                  <a:cubicBezTo>
                    <a:pt x="287" y="1224"/>
                    <a:pt x="312" y="1226"/>
                    <a:pt x="335" y="1226"/>
                  </a:cubicBezTo>
                  <a:cubicBezTo>
                    <a:pt x="508" y="1226"/>
                    <a:pt x="619" y="1079"/>
                    <a:pt x="619" y="932"/>
                  </a:cubicBezTo>
                  <a:lnTo>
                    <a:pt x="619" y="289"/>
                  </a:lnTo>
                  <a:cubicBezTo>
                    <a:pt x="619" y="135"/>
                    <a:pt x="456" y="1"/>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3" name="Google Shape;22643;p144"/>
            <p:cNvSpPr/>
            <p:nvPr/>
          </p:nvSpPr>
          <p:spPr>
            <a:xfrm>
              <a:off x="7931650" y="3629804"/>
              <a:ext cx="62064" cy="62846"/>
            </a:xfrm>
            <a:custGeom>
              <a:avLst/>
              <a:gdLst/>
              <a:ahLst/>
              <a:cxnLst/>
              <a:rect l="l" t="t" r="r" b="b"/>
              <a:pathLst>
                <a:path w="1906" h="1930" extrusionOk="0">
                  <a:moveTo>
                    <a:pt x="953" y="1"/>
                  </a:moveTo>
                  <a:cubicBezTo>
                    <a:pt x="429" y="1"/>
                    <a:pt x="0" y="429"/>
                    <a:pt x="0" y="977"/>
                  </a:cubicBezTo>
                  <a:cubicBezTo>
                    <a:pt x="0" y="1501"/>
                    <a:pt x="429" y="1930"/>
                    <a:pt x="953" y="1930"/>
                  </a:cubicBezTo>
                  <a:cubicBezTo>
                    <a:pt x="1477" y="1930"/>
                    <a:pt x="1906" y="1501"/>
                    <a:pt x="1906" y="977"/>
                  </a:cubicBezTo>
                  <a:cubicBezTo>
                    <a:pt x="1906" y="429"/>
                    <a:pt x="1477" y="1"/>
                    <a:pt x="953"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4" name="Google Shape;22644;p144"/>
            <p:cNvSpPr/>
            <p:nvPr/>
          </p:nvSpPr>
          <p:spPr>
            <a:xfrm>
              <a:off x="7962650" y="3630586"/>
              <a:ext cx="31065" cy="60631"/>
            </a:xfrm>
            <a:custGeom>
              <a:avLst/>
              <a:gdLst/>
              <a:ahLst/>
              <a:cxnLst/>
              <a:rect l="l" t="t" r="r" b="b"/>
              <a:pathLst>
                <a:path w="954" h="1862" extrusionOk="0">
                  <a:moveTo>
                    <a:pt x="1" y="1"/>
                  </a:moveTo>
                  <a:lnTo>
                    <a:pt x="1" y="1858"/>
                  </a:lnTo>
                  <a:cubicBezTo>
                    <a:pt x="28" y="1860"/>
                    <a:pt x="54" y="1862"/>
                    <a:pt x="80" y="1862"/>
                  </a:cubicBezTo>
                  <a:cubicBezTo>
                    <a:pt x="587" y="1862"/>
                    <a:pt x="954" y="1429"/>
                    <a:pt x="954" y="953"/>
                  </a:cubicBezTo>
                  <a:cubicBezTo>
                    <a:pt x="954" y="429"/>
                    <a:pt x="549" y="1"/>
                    <a:pt x="1"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5" name="Google Shape;22645;p144"/>
            <p:cNvSpPr/>
            <p:nvPr/>
          </p:nvSpPr>
          <p:spPr>
            <a:xfrm>
              <a:off x="7931650" y="3794212"/>
              <a:ext cx="62064" cy="81439"/>
            </a:xfrm>
            <a:custGeom>
              <a:avLst/>
              <a:gdLst/>
              <a:ahLst/>
              <a:cxnLst/>
              <a:rect l="l" t="t" r="r" b="b"/>
              <a:pathLst>
                <a:path w="1906" h="2501" extrusionOk="0">
                  <a:moveTo>
                    <a:pt x="953" y="0"/>
                  </a:moveTo>
                  <a:cubicBezTo>
                    <a:pt x="429" y="0"/>
                    <a:pt x="0" y="548"/>
                    <a:pt x="0" y="1239"/>
                  </a:cubicBezTo>
                  <a:cubicBezTo>
                    <a:pt x="0" y="1929"/>
                    <a:pt x="429" y="2501"/>
                    <a:pt x="953" y="2501"/>
                  </a:cubicBezTo>
                  <a:cubicBezTo>
                    <a:pt x="1477" y="2501"/>
                    <a:pt x="1906" y="1929"/>
                    <a:pt x="1906" y="1239"/>
                  </a:cubicBezTo>
                  <a:cubicBezTo>
                    <a:pt x="1906" y="548"/>
                    <a:pt x="1477"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6" name="Google Shape;22646;p144"/>
            <p:cNvSpPr/>
            <p:nvPr/>
          </p:nvSpPr>
          <p:spPr>
            <a:xfrm>
              <a:off x="7962650" y="3794212"/>
              <a:ext cx="31065" cy="81471"/>
            </a:xfrm>
            <a:custGeom>
              <a:avLst/>
              <a:gdLst/>
              <a:ahLst/>
              <a:cxnLst/>
              <a:rect l="l" t="t" r="r" b="b"/>
              <a:pathLst>
                <a:path w="954" h="2502" extrusionOk="0">
                  <a:moveTo>
                    <a:pt x="1" y="0"/>
                  </a:moveTo>
                  <a:lnTo>
                    <a:pt x="1" y="2501"/>
                  </a:lnTo>
                  <a:cubicBezTo>
                    <a:pt x="12" y="2501"/>
                    <a:pt x="23" y="2502"/>
                    <a:pt x="34" y="2502"/>
                  </a:cubicBezTo>
                  <a:cubicBezTo>
                    <a:pt x="565" y="2502"/>
                    <a:pt x="954" y="1939"/>
                    <a:pt x="954" y="1239"/>
                  </a:cubicBezTo>
                  <a:cubicBezTo>
                    <a:pt x="954" y="524"/>
                    <a:pt x="549" y="0"/>
                    <a:pt x="1" y="0"/>
                  </a:cubicBezTo>
                  <a:close/>
                </a:path>
              </a:pathLst>
            </a:custGeom>
            <a:solidFill>
              <a:srgbClr val="7C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7" name="Google Shape;22647;p144"/>
            <p:cNvSpPr/>
            <p:nvPr/>
          </p:nvSpPr>
          <p:spPr>
            <a:xfrm>
              <a:off x="7828525" y="3896556"/>
              <a:ext cx="269096" cy="20970"/>
            </a:xfrm>
            <a:custGeom>
              <a:avLst/>
              <a:gdLst/>
              <a:ahLst/>
              <a:cxnLst/>
              <a:rect l="l" t="t" r="r" b="b"/>
              <a:pathLst>
                <a:path w="8264" h="644" extrusionOk="0">
                  <a:moveTo>
                    <a:pt x="381" y="1"/>
                  </a:moveTo>
                  <a:cubicBezTo>
                    <a:pt x="214" y="1"/>
                    <a:pt x="72" y="120"/>
                    <a:pt x="48" y="287"/>
                  </a:cubicBezTo>
                  <a:cubicBezTo>
                    <a:pt x="0" y="453"/>
                    <a:pt x="167" y="644"/>
                    <a:pt x="333" y="644"/>
                  </a:cubicBezTo>
                  <a:lnTo>
                    <a:pt x="7906" y="644"/>
                  </a:lnTo>
                  <a:cubicBezTo>
                    <a:pt x="8121" y="644"/>
                    <a:pt x="8264" y="453"/>
                    <a:pt x="8240" y="287"/>
                  </a:cubicBezTo>
                  <a:cubicBezTo>
                    <a:pt x="8192" y="120"/>
                    <a:pt x="8073" y="1"/>
                    <a:pt x="790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8" name="Google Shape;22648;p144"/>
            <p:cNvSpPr/>
            <p:nvPr/>
          </p:nvSpPr>
          <p:spPr>
            <a:xfrm>
              <a:off x="7962650" y="3895807"/>
              <a:ext cx="134190" cy="20189"/>
            </a:xfrm>
            <a:custGeom>
              <a:avLst/>
              <a:gdLst/>
              <a:ahLst/>
              <a:cxnLst/>
              <a:rect l="l" t="t" r="r" b="b"/>
              <a:pathLst>
                <a:path w="4121" h="620" extrusionOk="0">
                  <a:moveTo>
                    <a:pt x="1" y="0"/>
                  </a:moveTo>
                  <a:lnTo>
                    <a:pt x="1" y="619"/>
                  </a:lnTo>
                  <a:lnTo>
                    <a:pt x="3787" y="619"/>
                  </a:lnTo>
                  <a:cubicBezTo>
                    <a:pt x="3954" y="619"/>
                    <a:pt x="4121" y="476"/>
                    <a:pt x="4073" y="262"/>
                  </a:cubicBezTo>
                  <a:cubicBezTo>
                    <a:pt x="4073" y="119"/>
                    <a:pt x="3954" y="0"/>
                    <a:pt x="3787"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49" name="Google Shape;22649;p144"/>
          <p:cNvGrpSpPr/>
          <p:nvPr/>
        </p:nvGrpSpPr>
        <p:grpSpPr>
          <a:xfrm>
            <a:off x="7090268" y="3445623"/>
            <a:ext cx="268348" cy="350633"/>
            <a:chOff x="7090268" y="3598023"/>
            <a:chExt cx="268348" cy="350633"/>
          </a:xfrm>
        </p:grpSpPr>
        <p:sp>
          <p:nvSpPr>
            <p:cNvPr id="22650" name="Google Shape;22650;p144"/>
            <p:cNvSpPr/>
            <p:nvPr/>
          </p:nvSpPr>
          <p:spPr>
            <a:xfrm>
              <a:off x="7141456" y="3619742"/>
              <a:ext cx="216378" cy="205502"/>
            </a:xfrm>
            <a:custGeom>
              <a:avLst/>
              <a:gdLst/>
              <a:ahLst/>
              <a:cxnLst/>
              <a:rect l="l" t="t" r="r" b="b"/>
              <a:pathLst>
                <a:path w="6645" h="6311" extrusionOk="0">
                  <a:moveTo>
                    <a:pt x="953" y="0"/>
                  </a:moveTo>
                  <a:cubicBezTo>
                    <a:pt x="548" y="0"/>
                    <a:pt x="215" y="119"/>
                    <a:pt x="0" y="286"/>
                  </a:cubicBezTo>
                  <a:lnTo>
                    <a:pt x="0" y="5692"/>
                  </a:lnTo>
                  <a:cubicBezTo>
                    <a:pt x="191" y="5692"/>
                    <a:pt x="334" y="5525"/>
                    <a:pt x="310" y="5358"/>
                  </a:cubicBezTo>
                  <a:cubicBezTo>
                    <a:pt x="310" y="5358"/>
                    <a:pt x="310" y="5263"/>
                    <a:pt x="381" y="5216"/>
                  </a:cubicBezTo>
                  <a:cubicBezTo>
                    <a:pt x="477" y="5120"/>
                    <a:pt x="691" y="5049"/>
                    <a:pt x="929" y="5049"/>
                  </a:cubicBezTo>
                  <a:cubicBezTo>
                    <a:pt x="1334" y="5049"/>
                    <a:pt x="2239" y="5382"/>
                    <a:pt x="3001" y="5644"/>
                  </a:cubicBezTo>
                  <a:cubicBezTo>
                    <a:pt x="3168" y="5716"/>
                    <a:pt x="3287" y="5739"/>
                    <a:pt x="3430" y="5811"/>
                  </a:cubicBezTo>
                  <a:cubicBezTo>
                    <a:pt x="4168" y="6073"/>
                    <a:pt x="4882" y="6311"/>
                    <a:pt x="5335" y="6311"/>
                  </a:cubicBezTo>
                  <a:cubicBezTo>
                    <a:pt x="5787" y="6311"/>
                    <a:pt x="6097" y="6192"/>
                    <a:pt x="6311" y="5954"/>
                  </a:cubicBezTo>
                  <a:cubicBezTo>
                    <a:pt x="6573" y="5692"/>
                    <a:pt x="6573" y="5382"/>
                    <a:pt x="6549" y="5358"/>
                  </a:cubicBezTo>
                  <a:lnTo>
                    <a:pt x="6549" y="929"/>
                  </a:lnTo>
                  <a:cubicBezTo>
                    <a:pt x="6645" y="762"/>
                    <a:pt x="6526" y="619"/>
                    <a:pt x="6359" y="619"/>
                  </a:cubicBezTo>
                  <a:cubicBezTo>
                    <a:pt x="6343" y="617"/>
                    <a:pt x="6327" y="616"/>
                    <a:pt x="6311" y="616"/>
                  </a:cubicBezTo>
                  <a:cubicBezTo>
                    <a:pt x="6145" y="616"/>
                    <a:pt x="6026" y="729"/>
                    <a:pt x="6026" y="881"/>
                  </a:cubicBezTo>
                  <a:lnTo>
                    <a:pt x="6026" y="929"/>
                  </a:lnTo>
                  <a:cubicBezTo>
                    <a:pt x="6026" y="977"/>
                    <a:pt x="6002" y="1239"/>
                    <a:pt x="5406" y="1239"/>
                  </a:cubicBezTo>
                  <a:cubicBezTo>
                    <a:pt x="5001" y="1239"/>
                    <a:pt x="4239" y="977"/>
                    <a:pt x="3501" y="715"/>
                  </a:cubicBezTo>
                  <a:cubicBezTo>
                    <a:pt x="3430" y="691"/>
                    <a:pt x="3334" y="643"/>
                    <a:pt x="3287" y="643"/>
                  </a:cubicBezTo>
                  <a:cubicBezTo>
                    <a:pt x="2358" y="334"/>
                    <a:pt x="1501"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1" name="Google Shape;22651;p144"/>
            <p:cNvSpPr/>
            <p:nvPr/>
          </p:nvSpPr>
          <p:spPr>
            <a:xfrm>
              <a:off x="7255457" y="3639638"/>
              <a:ext cx="103158" cy="185606"/>
            </a:xfrm>
            <a:custGeom>
              <a:avLst/>
              <a:gdLst/>
              <a:ahLst/>
              <a:cxnLst/>
              <a:rect l="l" t="t" r="r" b="b"/>
              <a:pathLst>
                <a:path w="3168" h="5700" extrusionOk="0">
                  <a:moveTo>
                    <a:pt x="2819" y="0"/>
                  </a:moveTo>
                  <a:cubicBezTo>
                    <a:pt x="2794" y="0"/>
                    <a:pt x="2767" y="3"/>
                    <a:pt x="2739" y="8"/>
                  </a:cubicBezTo>
                  <a:cubicBezTo>
                    <a:pt x="2620" y="32"/>
                    <a:pt x="2525" y="151"/>
                    <a:pt x="2525" y="318"/>
                  </a:cubicBezTo>
                  <a:cubicBezTo>
                    <a:pt x="2525" y="366"/>
                    <a:pt x="2501" y="628"/>
                    <a:pt x="1905" y="628"/>
                  </a:cubicBezTo>
                  <a:cubicBezTo>
                    <a:pt x="1500" y="628"/>
                    <a:pt x="738" y="366"/>
                    <a:pt x="0" y="104"/>
                  </a:cubicBezTo>
                  <a:lnTo>
                    <a:pt x="0" y="5200"/>
                  </a:lnTo>
                  <a:cubicBezTo>
                    <a:pt x="738" y="5462"/>
                    <a:pt x="1453" y="5700"/>
                    <a:pt x="1905" y="5700"/>
                  </a:cubicBezTo>
                  <a:cubicBezTo>
                    <a:pt x="2334" y="5700"/>
                    <a:pt x="2667" y="5581"/>
                    <a:pt x="2906" y="5343"/>
                  </a:cubicBezTo>
                  <a:cubicBezTo>
                    <a:pt x="3168" y="5081"/>
                    <a:pt x="3168" y="4771"/>
                    <a:pt x="3144" y="4747"/>
                  </a:cubicBezTo>
                  <a:lnTo>
                    <a:pt x="3144" y="318"/>
                  </a:lnTo>
                  <a:cubicBezTo>
                    <a:pt x="3144" y="150"/>
                    <a:pt x="3014" y="0"/>
                    <a:pt x="2819" y="0"/>
                  </a:cubicBezTo>
                  <a:close/>
                </a:path>
              </a:pathLst>
            </a:custGeom>
            <a:solidFill>
              <a:srgbClr val="7C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2" name="Google Shape;22652;p144"/>
            <p:cNvSpPr/>
            <p:nvPr/>
          </p:nvSpPr>
          <p:spPr>
            <a:xfrm>
              <a:off x="7132143" y="3598023"/>
              <a:ext cx="20970" cy="350633"/>
            </a:xfrm>
            <a:custGeom>
              <a:avLst/>
              <a:gdLst/>
              <a:ahLst/>
              <a:cxnLst/>
              <a:rect l="l" t="t" r="r" b="b"/>
              <a:pathLst>
                <a:path w="644" h="10768" extrusionOk="0">
                  <a:moveTo>
                    <a:pt x="286" y="0"/>
                  </a:moveTo>
                  <a:cubicBezTo>
                    <a:pt x="120" y="48"/>
                    <a:pt x="1" y="191"/>
                    <a:pt x="1" y="334"/>
                  </a:cubicBezTo>
                  <a:lnTo>
                    <a:pt x="1" y="10431"/>
                  </a:lnTo>
                  <a:cubicBezTo>
                    <a:pt x="1" y="10630"/>
                    <a:pt x="144" y="10767"/>
                    <a:pt x="317" y="10767"/>
                  </a:cubicBezTo>
                  <a:cubicBezTo>
                    <a:pt x="330" y="10767"/>
                    <a:pt x="344" y="10766"/>
                    <a:pt x="358" y="10764"/>
                  </a:cubicBezTo>
                  <a:cubicBezTo>
                    <a:pt x="525" y="10717"/>
                    <a:pt x="644" y="10574"/>
                    <a:pt x="644" y="10431"/>
                  </a:cubicBezTo>
                  <a:lnTo>
                    <a:pt x="644" y="334"/>
                  </a:lnTo>
                  <a:cubicBezTo>
                    <a:pt x="644" y="167"/>
                    <a:pt x="501" y="0"/>
                    <a:pt x="286"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3" name="Google Shape;22653;p144"/>
            <p:cNvSpPr/>
            <p:nvPr/>
          </p:nvSpPr>
          <p:spPr>
            <a:xfrm>
              <a:off x="7143019" y="3599586"/>
              <a:ext cx="10094" cy="348972"/>
            </a:xfrm>
            <a:custGeom>
              <a:avLst/>
              <a:gdLst/>
              <a:ahLst/>
              <a:cxnLst/>
              <a:rect l="l" t="t" r="r" b="b"/>
              <a:pathLst>
                <a:path w="310" h="10717" extrusionOk="0">
                  <a:moveTo>
                    <a:pt x="0" y="0"/>
                  </a:moveTo>
                  <a:lnTo>
                    <a:pt x="0" y="10716"/>
                  </a:lnTo>
                  <a:cubicBezTo>
                    <a:pt x="167" y="10716"/>
                    <a:pt x="310" y="10550"/>
                    <a:pt x="310" y="10383"/>
                  </a:cubicBezTo>
                  <a:lnTo>
                    <a:pt x="310" y="286"/>
                  </a:lnTo>
                  <a:cubicBezTo>
                    <a:pt x="310" y="143"/>
                    <a:pt x="191" y="0"/>
                    <a:pt x="0"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4" name="Google Shape;22654;p144"/>
            <p:cNvSpPr/>
            <p:nvPr/>
          </p:nvSpPr>
          <p:spPr>
            <a:xfrm>
              <a:off x="7090268" y="3926807"/>
              <a:ext cx="103940" cy="21752"/>
            </a:xfrm>
            <a:custGeom>
              <a:avLst/>
              <a:gdLst/>
              <a:ahLst/>
              <a:cxnLst/>
              <a:rect l="l" t="t" r="r" b="b"/>
              <a:pathLst>
                <a:path w="3192" h="668" extrusionOk="0">
                  <a:moveTo>
                    <a:pt x="358" y="1"/>
                  </a:moveTo>
                  <a:cubicBezTo>
                    <a:pt x="144" y="1"/>
                    <a:pt x="1" y="191"/>
                    <a:pt x="25" y="358"/>
                  </a:cubicBezTo>
                  <a:cubicBezTo>
                    <a:pt x="72" y="548"/>
                    <a:pt x="215" y="667"/>
                    <a:pt x="358" y="667"/>
                  </a:cubicBezTo>
                  <a:lnTo>
                    <a:pt x="2858" y="667"/>
                  </a:lnTo>
                  <a:cubicBezTo>
                    <a:pt x="3049" y="667"/>
                    <a:pt x="3192" y="548"/>
                    <a:pt x="3192" y="358"/>
                  </a:cubicBezTo>
                  <a:cubicBezTo>
                    <a:pt x="3192" y="144"/>
                    <a:pt x="3049" y="1"/>
                    <a:pt x="2858"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5" name="Google Shape;22655;p144"/>
            <p:cNvSpPr/>
            <p:nvPr/>
          </p:nvSpPr>
          <p:spPr>
            <a:xfrm>
              <a:off x="7143768" y="3927588"/>
              <a:ext cx="51221" cy="20970"/>
            </a:xfrm>
            <a:custGeom>
              <a:avLst/>
              <a:gdLst/>
              <a:ahLst/>
              <a:cxnLst/>
              <a:rect l="l" t="t" r="r" b="b"/>
              <a:pathLst>
                <a:path w="1573" h="644" extrusionOk="0">
                  <a:moveTo>
                    <a:pt x="1" y="0"/>
                  </a:moveTo>
                  <a:lnTo>
                    <a:pt x="1" y="643"/>
                  </a:lnTo>
                  <a:lnTo>
                    <a:pt x="1239" y="643"/>
                  </a:lnTo>
                  <a:cubicBezTo>
                    <a:pt x="1406" y="643"/>
                    <a:pt x="1549" y="524"/>
                    <a:pt x="1573" y="358"/>
                  </a:cubicBezTo>
                  <a:cubicBezTo>
                    <a:pt x="1573" y="167"/>
                    <a:pt x="1430" y="0"/>
                    <a:pt x="1239" y="0"/>
                  </a:cubicBezTo>
                  <a:close/>
                </a:path>
              </a:pathLst>
            </a:custGeom>
            <a:solidFill>
              <a:srgbClr val="E3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56" name="Google Shape;22656;p144"/>
          <p:cNvGrpSpPr/>
          <p:nvPr/>
        </p:nvGrpSpPr>
        <p:grpSpPr>
          <a:xfrm>
            <a:off x="6295417" y="3467342"/>
            <a:ext cx="351317" cy="307097"/>
            <a:chOff x="6295417" y="3619742"/>
            <a:chExt cx="351317" cy="307097"/>
          </a:xfrm>
        </p:grpSpPr>
        <p:sp>
          <p:nvSpPr>
            <p:cNvPr id="22657" name="Google Shape;22657;p144"/>
            <p:cNvSpPr/>
            <p:nvPr/>
          </p:nvSpPr>
          <p:spPr>
            <a:xfrm>
              <a:off x="6295417" y="3619742"/>
              <a:ext cx="81471" cy="51970"/>
            </a:xfrm>
            <a:custGeom>
              <a:avLst/>
              <a:gdLst/>
              <a:ahLst/>
              <a:cxnLst/>
              <a:rect l="l" t="t" r="r" b="b"/>
              <a:pathLst>
                <a:path w="2502" h="1596" extrusionOk="0">
                  <a:moveTo>
                    <a:pt x="358" y="0"/>
                  </a:moveTo>
                  <a:cubicBezTo>
                    <a:pt x="215" y="0"/>
                    <a:pt x="72" y="119"/>
                    <a:pt x="25" y="262"/>
                  </a:cubicBezTo>
                  <a:cubicBezTo>
                    <a:pt x="1" y="453"/>
                    <a:pt x="144" y="619"/>
                    <a:pt x="334" y="619"/>
                  </a:cubicBezTo>
                  <a:lnTo>
                    <a:pt x="1644" y="619"/>
                  </a:lnTo>
                  <a:lnTo>
                    <a:pt x="1858" y="1286"/>
                  </a:lnTo>
                  <a:lnTo>
                    <a:pt x="2216" y="1596"/>
                  </a:lnTo>
                  <a:lnTo>
                    <a:pt x="2501" y="1286"/>
                  </a:lnTo>
                  <a:lnTo>
                    <a:pt x="2216" y="238"/>
                  </a:lnTo>
                  <a:cubicBezTo>
                    <a:pt x="2168" y="95"/>
                    <a:pt x="2049" y="0"/>
                    <a:pt x="1906"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8" name="Google Shape;22658;p144"/>
            <p:cNvSpPr/>
            <p:nvPr/>
          </p:nvSpPr>
          <p:spPr>
            <a:xfrm>
              <a:off x="6522638" y="3864775"/>
              <a:ext cx="62064" cy="62064"/>
            </a:xfrm>
            <a:custGeom>
              <a:avLst/>
              <a:gdLst/>
              <a:ahLst/>
              <a:cxnLst/>
              <a:rect l="l" t="t" r="r" b="b"/>
              <a:pathLst>
                <a:path w="1906" h="1906" extrusionOk="0">
                  <a:moveTo>
                    <a:pt x="953" y="1"/>
                  </a:moveTo>
                  <a:cubicBezTo>
                    <a:pt x="405" y="1"/>
                    <a:pt x="0" y="453"/>
                    <a:pt x="0" y="953"/>
                  </a:cubicBezTo>
                  <a:cubicBezTo>
                    <a:pt x="0" y="1501"/>
                    <a:pt x="429" y="1906"/>
                    <a:pt x="953" y="1906"/>
                  </a:cubicBezTo>
                  <a:cubicBezTo>
                    <a:pt x="1453" y="1906"/>
                    <a:pt x="1906" y="1501"/>
                    <a:pt x="1906" y="953"/>
                  </a:cubicBezTo>
                  <a:cubicBezTo>
                    <a:pt x="1906" y="429"/>
                    <a:pt x="1477" y="1"/>
                    <a:pt x="95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9" name="Google Shape;22659;p144"/>
            <p:cNvSpPr/>
            <p:nvPr/>
          </p:nvSpPr>
          <p:spPr>
            <a:xfrm>
              <a:off x="6419513" y="3864775"/>
              <a:ext cx="62064" cy="62064"/>
            </a:xfrm>
            <a:custGeom>
              <a:avLst/>
              <a:gdLst/>
              <a:ahLst/>
              <a:cxnLst/>
              <a:rect l="l" t="t" r="r" b="b"/>
              <a:pathLst>
                <a:path w="1906" h="1906" extrusionOk="0">
                  <a:moveTo>
                    <a:pt x="953" y="1"/>
                  </a:moveTo>
                  <a:cubicBezTo>
                    <a:pt x="405" y="1"/>
                    <a:pt x="0" y="453"/>
                    <a:pt x="0" y="953"/>
                  </a:cubicBezTo>
                  <a:cubicBezTo>
                    <a:pt x="0" y="1501"/>
                    <a:pt x="453" y="1906"/>
                    <a:pt x="953" y="1906"/>
                  </a:cubicBezTo>
                  <a:cubicBezTo>
                    <a:pt x="1500" y="1906"/>
                    <a:pt x="1905" y="1501"/>
                    <a:pt x="1905" y="953"/>
                  </a:cubicBezTo>
                  <a:cubicBezTo>
                    <a:pt x="1905" y="429"/>
                    <a:pt x="1500" y="1"/>
                    <a:pt x="953"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0" name="Google Shape;22660;p144"/>
            <p:cNvSpPr/>
            <p:nvPr/>
          </p:nvSpPr>
          <p:spPr>
            <a:xfrm>
              <a:off x="6439669" y="3886494"/>
              <a:ext cx="21752" cy="20970"/>
            </a:xfrm>
            <a:custGeom>
              <a:avLst/>
              <a:gdLst/>
              <a:ahLst/>
              <a:cxnLst/>
              <a:rect l="l" t="t" r="r" b="b"/>
              <a:pathLst>
                <a:path w="668" h="644" extrusionOk="0">
                  <a:moveTo>
                    <a:pt x="334" y="0"/>
                  </a:moveTo>
                  <a:cubicBezTo>
                    <a:pt x="167" y="0"/>
                    <a:pt x="0" y="143"/>
                    <a:pt x="0" y="310"/>
                  </a:cubicBezTo>
                  <a:cubicBezTo>
                    <a:pt x="0" y="500"/>
                    <a:pt x="167" y="643"/>
                    <a:pt x="334" y="643"/>
                  </a:cubicBezTo>
                  <a:cubicBezTo>
                    <a:pt x="524" y="643"/>
                    <a:pt x="667" y="500"/>
                    <a:pt x="667" y="310"/>
                  </a:cubicBezTo>
                  <a:cubicBezTo>
                    <a:pt x="667" y="143"/>
                    <a:pt x="524" y="0"/>
                    <a:pt x="334"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1" name="Google Shape;22661;p144"/>
            <p:cNvSpPr/>
            <p:nvPr/>
          </p:nvSpPr>
          <p:spPr>
            <a:xfrm>
              <a:off x="6542795" y="3886494"/>
              <a:ext cx="20970" cy="20970"/>
            </a:xfrm>
            <a:custGeom>
              <a:avLst/>
              <a:gdLst/>
              <a:ahLst/>
              <a:cxnLst/>
              <a:rect l="l" t="t" r="r" b="b"/>
              <a:pathLst>
                <a:path w="644" h="644" extrusionOk="0">
                  <a:moveTo>
                    <a:pt x="334" y="0"/>
                  </a:moveTo>
                  <a:cubicBezTo>
                    <a:pt x="144" y="0"/>
                    <a:pt x="1" y="143"/>
                    <a:pt x="1" y="310"/>
                  </a:cubicBezTo>
                  <a:cubicBezTo>
                    <a:pt x="1" y="500"/>
                    <a:pt x="144" y="643"/>
                    <a:pt x="334" y="643"/>
                  </a:cubicBezTo>
                  <a:cubicBezTo>
                    <a:pt x="501" y="643"/>
                    <a:pt x="644" y="500"/>
                    <a:pt x="644" y="310"/>
                  </a:cubicBezTo>
                  <a:cubicBezTo>
                    <a:pt x="644" y="143"/>
                    <a:pt x="501" y="0"/>
                    <a:pt x="334"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2" name="Google Shape;22662;p144"/>
            <p:cNvSpPr/>
            <p:nvPr/>
          </p:nvSpPr>
          <p:spPr>
            <a:xfrm>
              <a:off x="6384606" y="3804600"/>
              <a:ext cx="220253" cy="62520"/>
            </a:xfrm>
            <a:custGeom>
              <a:avLst/>
              <a:gdLst/>
              <a:ahLst/>
              <a:cxnLst/>
              <a:rect l="l" t="t" r="r" b="b"/>
              <a:pathLst>
                <a:path w="6764" h="1920" extrusionOk="0">
                  <a:moveTo>
                    <a:pt x="798" y="0"/>
                  </a:moveTo>
                  <a:cubicBezTo>
                    <a:pt x="678" y="0"/>
                    <a:pt x="552" y="79"/>
                    <a:pt x="501" y="182"/>
                  </a:cubicBezTo>
                  <a:lnTo>
                    <a:pt x="334" y="539"/>
                  </a:lnTo>
                  <a:cubicBezTo>
                    <a:pt x="1" y="1158"/>
                    <a:pt x="477" y="1920"/>
                    <a:pt x="1167" y="1920"/>
                  </a:cubicBezTo>
                  <a:lnTo>
                    <a:pt x="6430" y="1920"/>
                  </a:lnTo>
                  <a:cubicBezTo>
                    <a:pt x="6621" y="1872"/>
                    <a:pt x="6764" y="1706"/>
                    <a:pt x="6764" y="1515"/>
                  </a:cubicBezTo>
                  <a:cubicBezTo>
                    <a:pt x="6740" y="1372"/>
                    <a:pt x="6621" y="1253"/>
                    <a:pt x="6430" y="1253"/>
                  </a:cubicBezTo>
                  <a:lnTo>
                    <a:pt x="1167" y="1253"/>
                  </a:lnTo>
                  <a:cubicBezTo>
                    <a:pt x="929" y="1253"/>
                    <a:pt x="786" y="1015"/>
                    <a:pt x="882" y="801"/>
                  </a:cubicBezTo>
                  <a:lnTo>
                    <a:pt x="1072" y="443"/>
                  </a:lnTo>
                  <a:cubicBezTo>
                    <a:pt x="1167" y="301"/>
                    <a:pt x="1072" y="86"/>
                    <a:pt x="929" y="39"/>
                  </a:cubicBezTo>
                  <a:cubicBezTo>
                    <a:pt x="889" y="12"/>
                    <a:pt x="844" y="0"/>
                    <a:pt x="798"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3" name="Google Shape;22663;p144"/>
            <p:cNvSpPr/>
            <p:nvPr/>
          </p:nvSpPr>
          <p:spPr>
            <a:xfrm>
              <a:off x="6501701" y="3845401"/>
              <a:ext cx="103158" cy="20189"/>
            </a:xfrm>
            <a:custGeom>
              <a:avLst/>
              <a:gdLst/>
              <a:ahLst/>
              <a:cxnLst/>
              <a:rect l="l" t="t" r="r" b="b"/>
              <a:pathLst>
                <a:path w="3168" h="620" extrusionOk="0">
                  <a:moveTo>
                    <a:pt x="1" y="0"/>
                  </a:moveTo>
                  <a:lnTo>
                    <a:pt x="1" y="619"/>
                  </a:lnTo>
                  <a:lnTo>
                    <a:pt x="2834" y="619"/>
                  </a:lnTo>
                  <a:cubicBezTo>
                    <a:pt x="3025" y="619"/>
                    <a:pt x="3168" y="476"/>
                    <a:pt x="3144" y="262"/>
                  </a:cubicBezTo>
                  <a:cubicBezTo>
                    <a:pt x="3144" y="119"/>
                    <a:pt x="2977" y="0"/>
                    <a:pt x="2834" y="0"/>
                  </a:cubicBezTo>
                  <a:close/>
                </a:path>
              </a:pathLst>
            </a:custGeom>
            <a:solidFill>
              <a:srgbClr val="E3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4" name="Google Shape;22664;p144"/>
            <p:cNvSpPr/>
            <p:nvPr/>
          </p:nvSpPr>
          <p:spPr>
            <a:xfrm>
              <a:off x="6356700" y="3661618"/>
              <a:ext cx="290034" cy="163627"/>
            </a:xfrm>
            <a:custGeom>
              <a:avLst/>
              <a:gdLst/>
              <a:ahLst/>
              <a:cxnLst/>
              <a:rect l="l" t="t" r="r" b="b"/>
              <a:pathLst>
                <a:path w="8907" h="5025" extrusionOk="0">
                  <a:moveTo>
                    <a:pt x="0" y="0"/>
                  </a:moveTo>
                  <a:lnTo>
                    <a:pt x="1358" y="4787"/>
                  </a:lnTo>
                  <a:cubicBezTo>
                    <a:pt x="1405" y="4930"/>
                    <a:pt x="1524" y="5025"/>
                    <a:pt x="1667" y="5025"/>
                  </a:cubicBezTo>
                  <a:lnTo>
                    <a:pt x="7311" y="5025"/>
                  </a:lnTo>
                  <a:cubicBezTo>
                    <a:pt x="7478" y="5025"/>
                    <a:pt x="7597" y="4930"/>
                    <a:pt x="7621" y="4787"/>
                  </a:cubicBezTo>
                  <a:lnTo>
                    <a:pt x="8907" y="381"/>
                  </a:lnTo>
                  <a:cubicBezTo>
                    <a:pt x="8907" y="286"/>
                    <a:pt x="8859" y="191"/>
                    <a:pt x="8835" y="119"/>
                  </a:cubicBezTo>
                  <a:cubicBezTo>
                    <a:pt x="8788" y="24"/>
                    <a:pt x="8692" y="0"/>
                    <a:pt x="8597" y="0"/>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5" name="Google Shape;22665;p144"/>
            <p:cNvSpPr/>
            <p:nvPr/>
          </p:nvSpPr>
          <p:spPr>
            <a:xfrm>
              <a:off x="6501701" y="3661618"/>
              <a:ext cx="145033" cy="163627"/>
            </a:xfrm>
            <a:custGeom>
              <a:avLst/>
              <a:gdLst/>
              <a:ahLst/>
              <a:cxnLst/>
              <a:rect l="l" t="t" r="r" b="b"/>
              <a:pathLst>
                <a:path w="4454" h="5025" extrusionOk="0">
                  <a:moveTo>
                    <a:pt x="1" y="0"/>
                  </a:moveTo>
                  <a:lnTo>
                    <a:pt x="1" y="5025"/>
                  </a:lnTo>
                  <a:lnTo>
                    <a:pt x="2834" y="5025"/>
                  </a:lnTo>
                  <a:cubicBezTo>
                    <a:pt x="2977" y="5025"/>
                    <a:pt x="3096" y="4906"/>
                    <a:pt x="3144" y="4787"/>
                  </a:cubicBezTo>
                  <a:lnTo>
                    <a:pt x="4406" y="381"/>
                  </a:lnTo>
                  <a:cubicBezTo>
                    <a:pt x="4454" y="286"/>
                    <a:pt x="4406" y="167"/>
                    <a:pt x="4359" y="119"/>
                  </a:cubicBezTo>
                  <a:cubicBezTo>
                    <a:pt x="4287" y="24"/>
                    <a:pt x="4216" y="0"/>
                    <a:pt x="4120" y="0"/>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66" name="Google Shape;22666;p144"/>
          <p:cNvGrpSpPr/>
          <p:nvPr/>
        </p:nvGrpSpPr>
        <p:grpSpPr>
          <a:xfrm>
            <a:off x="5538567" y="3447186"/>
            <a:ext cx="349005" cy="349754"/>
            <a:chOff x="5538567" y="3599586"/>
            <a:chExt cx="349005" cy="349754"/>
          </a:xfrm>
        </p:grpSpPr>
        <p:sp>
          <p:nvSpPr>
            <p:cNvPr id="22667" name="Google Shape;22667;p144"/>
            <p:cNvSpPr/>
            <p:nvPr/>
          </p:nvSpPr>
          <p:spPr>
            <a:xfrm>
              <a:off x="5538567" y="3599586"/>
              <a:ext cx="349005" cy="206283"/>
            </a:xfrm>
            <a:custGeom>
              <a:avLst/>
              <a:gdLst/>
              <a:ahLst/>
              <a:cxnLst/>
              <a:rect l="l" t="t" r="r" b="b"/>
              <a:pathLst>
                <a:path w="10718" h="6335" extrusionOk="0">
                  <a:moveTo>
                    <a:pt x="6931" y="0"/>
                  </a:moveTo>
                  <a:cubicBezTo>
                    <a:pt x="6336" y="0"/>
                    <a:pt x="5812" y="191"/>
                    <a:pt x="5359" y="548"/>
                  </a:cubicBezTo>
                  <a:cubicBezTo>
                    <a:pt x="5145" y="714"/>
                    <a:pt x="4978" y="905"/>
                    <a:pt x="4859" y="1119"/>
                  </a:cubicBezTo>
                  <a:cubicBezTo>
                    <a:pt x="4454" y="786"/>
                    <a:pt x="3978" y="643"/>
                    <a:pt x="3478" y="643"/>
                  </a:cubicBezTo>
                  <a:cubicBezTo>
                    <a:pt x="2359" y="643"/>
                    <a:pt x="1406" y="1500"/>
                    <a:pt x="1287" y="2643"/>
                  </a:cubicBezTo>
                  <a:cubicBezTo>
                    <a:pt x="525" y="2905"/>
                    <a:pt x="1" y="3620"/>
                    <a:pt x="1" y="4453"/>
                  </a:cubicBezTo>
                  <a:cubicBezTo>
                    <a:pt x="1" y="5501"/>
                    <a:pt x="834" y="6335"/>
                    <a:pt x="1882" y="6335"/>
                  </a:cubicBezTo>
                  <a:lnTo>
                    <a:pt x="8812" y="6335"/>
                  </a:lnTo>
                  <a:cubicBezTo>
                    <a:pt x="9860" y="6335"/>
                    <a:pt x="10717" y="5501"/>
                    <a:pt x="10717" y="4453"/>
                  </a:cubicBezTo>
                  <a:cubicBezTo>
                    <a:pt x="10717" y="3596"/>
                    <a:pt x="10170" y="2882"/>
                    <a:pt x="9431" y="2620"/>
                  </a:cubicBezTo>
                  <a:lnTo>
                    <a:pt x="9431" y="2501"/>
                  </a:lnTo>
                  <a:cubicBezTo>
                    <a:pt x="9431" y="1095"/>
                    <a:pt x="8312" y="0"/>
                    <a:pt x="6931"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8" name="Google Shape;22668;p144"/>
            <p:cNvSpPr/>
            <p:nvPr/>
          </p:nvSpPr>
          <p:spPr>
            <a:xfrm>
              <a:off x="5713070" y="3599586"/>
              <a:ext cx="174502" cy="205502"/>
            </a:xfrm>
            <a:custGeom>
              <a:avLst/>
              <a:gdLst/>
              <a:ahLst/>
              <a:cxnLst/>
              <a:rect l="l" t="t" r="r" b="b"/>
              <a:pathLst>
                <a:path w="5359" h="6311" extrusionOk="0">
                  <a:moveTo>
                    <a:pt x="1572" y="0"/>
                  </a:moveTo>
                  <a:cubicBezTo>
                    <a:pt x="977" y="0"/>
                    <a:pt x="453" y="191"/>
                    <a:pt x="0" y="548"/>
                  </a:cubicBezTo>
                  <a:lnTo>
                    <a:pt x="0" y="6311"/>
                  </a:lnTo>
                  <a:lnTo>
                    <a:pt x="3453" y="6311"/>
                  </a:lnTo>
                  <a:cubicBezTo>
                    <a:pt x="4501" y="6311"/>
                    <a:pt x="5358" y="5430"/>
                    <a:pt x="5358" y="4406"/>
                  </a:cubicBezTo>
                  <a:cubicBezTo>
                    <a:pt x="5358" y="3596"/>
                    <a:pt x="4811" y="2858"/>
                    <a:pt x="4072" y="2620"/>
                  </a:cubicBezTo>
                  <a:lnTo>
                    <a:pt x="4072" y="2501"/>
                  </a:lnTo>
                  <a:cubicBezTo>
                    <a:pt x="4072" y="1095"/>
                    <a:pt x="2953" y="0"/>
                    <a:pt x="157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9" name="Google Shape;22669;p144"/>
            <p:cNvSpPr/>
            <p:nvPr/>
          </p:nvSpPr>
          <p:spPr>
            <a:xfrm>
              <a:off x="5656443" y="3753118"/>
              <a:ext cx="110940" cy="196222"/>
            </a:xfrm>
            <a:custGeom>
              <a:avLst/>
              <a:gdLst/>
              <a:ahLst/>
              <a:cxnLst/>
              <a:rect l="l" t="t" r="r" b="b"/>
              <a:pathLst>
                <a:path w="3407" h="6026" extrusionOk="0">
                  <a:moveTo>
                    <a:pt x="1715" y="0"/>
                  </a:moveTo>
                  <a:cubicBezTo>
                    <a:pt x="1596" y="0"/>
                    <a:pt x="1501" y="72"/>
                    <a:pt x="1430" y="167"/>
                  </a:cubicBezTo>
                  <a:lnTo>
                    <a:pt x="96" y="2358"/>
                  </a:lnTo>
                  <a:cubicBezTo>
                    <a:pt x="1" y="2477"/>
                    <a:pt x="48" y="2667"/>
                    <a:pt x="167" y="2739"/>
                  </a:cubicBezTo>
                  <a:cubicBezTo>
                    <a:pt x="215" y="2810"/>
                    <a:pt x="310" y="2834"/>
                    <a:pt x="358" y="2834"/>
                  </a:cubicBezTo>
                  <a:lnTo>
                    <a:pt x="1049" y="2834"/>
                  </a:lnTo>
                  <a:lnTo>
                    <a:pt x="1049" y="5692"/>
                  </a:lnTo>
                  <a:cubicBezTo>
                    <a:pt x="1049" y="5882"/>
                    <a:pt x="1191" y="6025"/>
                    <a:pt x="1382" y="6025"/>
                  </a:cubicBezTo>
                  <a:lnTo>
                    <a:pt x="2025" y="6025"/>
                  </a:lnTo>
                  <a:cubicBezTo>
                    <a:pt x="2215" y="6025"/>
                    <a:pt x="2358" y="5882"/>
                    <a:pt x="2358" y="5692"/>
                  </a:cubicBezTo>
                  <a:lnTo>
                    <a:pt x="2358" y="2834"/>
                  </a:lnTo>
                  <a:lnTo>
                    <a:pt x="3049" y="2834"/>
                  </a:lnTo>
                  <a:cubicBezTo>
                    <a:pt x="3144" y="2834"/>
                    <a:pt x="3216" y="2810"/>
                    <a:pt x="3287" y="2739"/>
                  </a:cubicBezTo>
                  <a:cubicBezTo>
                    <a:pt x="3359" y="2620"/>
                    <a:pt x="3406" y="2477"/>
                    <a:pt x="3311" y="2358"/>
                  </a:cubicBezTo>
                  <a:lnTo>
                    <a:pt x="1977" y="167"/>
                  </a:lnTo>
                  <a:cubicBezTo>
                    <a:pt x="1906" y="72"/>
                    <a:pt x="1834" y="0"/>
                    <a:pt x="1715" y="0"/>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0" name="Google Shape;22670;p144"/>
            <p:cNvSpPr/>
            <p:nvPr/>
          </p:nvSpPr>
          <p:spPr>
            <a:xfrm>
              <a:off x="5711507" y="3753118"/>
              <a:ext cx="55877" cy="195440"/>
            </a:xfrm>
            <a:custGeom>
              <a:avLst/>
              <a:gdLst/>
              <a:ahLst/>
              <a:cxnLst/>
              <a:rect l="l" t="t" r="r" b="b"/>
              <a:pathLst>
                <a:path w="1716" h="6002" extrusionOk="0">
                  <a:moveTo>
                    <a:pt x="1" y="0"/>
                  </a:moveTo>
                  <a:lnTo>
                    <a:pt x="1" y="6001"/>
                  </a:lnTo>
                  <a:lnTo>
                    <a:pt x="334" y="6001"/>
                  </a:lnTo>
                  <a:cubicBezTo>
                    <a:pt x="524" y="6001"/>
                    <a:pt x="667" y="5835"/>
                    <a:pt x="667" y="5668"/>
                  </a:cubicBezTo>
                  <a:lnTo>
                    <a:pt x="667" y="2834"/>
                  </a:lnTo>
                  <a:lnTo>
                    <a:pt x="1358" y="2834"/>
                  </a:lnTo>
                  <a:cubicBezTo>
                    <a:pt x="1429" y="2834"/>
                    <a:pt x="1525" y="2810"/>
                    <a:pt x="1596" y="2739"/>
                  </a:cubicBezTo>
                  <a:cubicBezTo>
                    <a:pt x="1668" y="2620"/>
                    <a:pt x="1715" y="2477"/>
                    <a:pt x="1620" y="2358"/>
                  </a:cubicBezTo>
                  <a:lnTo>
                    <a:pt x="286" y="167"/>
                  </a:lnTo>
                  <a:cubicBezTo>
                    <a:pt x="215" y="72"/>
                    <a:pt x="120" y="0"/>
                    <a:pt x="1"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71" name="Google Shape;22671;p144"/>
          <p:cNvGrpSpPr/>
          <p:nvPr/>
        </p:nvGrpSpPr>
        <p:grpSpPr>
          <a:xfrm>
            <a:off x="4771655" y="3447186"/>
            <a:ext cx="351317" cy="349754"/>
            <a:chOff x="4771655" y="3599586"/>
            <a:chExt cx="351317" cy="349754"/>
          </a:xfrm>
        </p:grpSpPr>
        <p:sp>
          <p:nvSpPr>
            <p:cNvPr id="22672" name="Google Shape;22672;p144"/>
            <p:cNvSpPr/>
            <p:nvPr/>
          </p:nvSpPr>
          <p:spPr>
            <a:xfrm>
              <a:off x="4813530" y="3722086"/>
              <a:ext cx="62064" cy="205535"/>
            </a:xfrm>
            <a:custGeom>
              <a:avLst/>
              <a:gdLst/>
              <a:ahLst/>
              <a:cxnLst/>
              <a:rect l="l" t="t" r="r" b="b"/>
              <a:pathLst>
                <a:path w="1906" h="6312" extrusionOk="0">
                  <a:moveTo>
                    <a:pt x="0" y="1"/>
                  </a:moveTo>
                  <a:lnTo>
                    <a:pt x="0" y="6311"/>
                  </a:lnTo>
                  <a:lnTo>
                    <a:pt x="1906" y="6311"/>
                  </a:lnTo>
                  <a:lnTo>
                    <a:pt x="1906" y="1"/>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3" name="Google Shape;22673;p144"/>
            <p:cNvSpPr/>
            <p:nvPr/>
          </p:nvSpPr>
          <p:spPr>
            <a:xfrm>
              <a:off x="5019032" y="3722086"/>
              <a:ext cx="62064" cy="205535"/>
            </a:xfrm>
            <a:custGeom>
              <a:avLst/>
              <a:gdLst/>
              <a:ahLst/>
              <a:cxnLst/>
              <a:rect l="l" t="t" r="r" b="b"/>
              <a:pathLst>
                <a:path w="1906" h="6312" extrusionOk="0">
                  <a:moveTo>
                    <a:pt x="0" y="1"/>
                  </a:moveTo>
                  <a:lnTo>
                    <a:pt x="0" y="6311"/>
                  </a:lnTo>
                  <a:lnTo>
                    <a:pt x="1905" y="6311"/>
                  </a:lnTo>
                  <a:lnTo>
                    <a:pt x="1905" y="1"/>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4" name="Google Shape;22674;p144"/>
            <p:cNvSpPr/>
            <p:nvPr/>
          </p:nvSpPr>
          <p:spPr>
            <a:xfrm>
              <a:off x="4915874" y="3722086"/>
              <a:ext cx="62097" cy="205535"/>
            </a:xfrm>
            <a:custGeom>
              <a:avLst/>
              <a:gdLst/>
              <a:ahLst/>
              <a:cxnLst/>
              <a:rect l="l" t="t" r="r" b="b"/>
              <a:pathLst>
                <a:path w="1907" h="6312" extrusionOk="0">
                  <a:moveTo>
                    <a:pt x="1" y="1"/>
                  </a:moveTo>
                  <a:lnTo>
                    <a:pt x="1" y="6311"/>
                  </a:lnTo>
                  <a:lnTo>
                    <a:pt x="1906" y="6311"/>
                  </a:lnTo>
                  <a:lnTo>
                    <a:pt x="1906" y="1"/>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5" name="Google Shape;22675;p144"/>
            <p:cNvSpPr/>
            <p:nvPr/>
          </p:nvSpPr>
          <p:spPr>
            <a:xfrm>
              <a:off x="4946906" y="3722086"/>
              <a:ext cx="31065" cy="205535"/>
            </a:xfrm>
            <a:custGeom>
              <a:avLst/>
              <a:gdLst/>
              <a:ahLst/>
              <a:cxnLst/>
              <a:rect l="l" t="t" r="r" b="b"/>
              <a:pathLst>
                <a:path w="954" h="6312" extrusionOk="0">
                  <a:moveTo>
                    <a:pt x="0" y="1"/>
                  </a:moveTo>
                  <a:lnTo>
                    <a:pt x="0" y="6311"/>
                  </a:lnTo>
                  <a:lnTo>
                    <a:pt x="953" y="6311"/>
                  </a:lnTo>
                  <a:lnTo>
                    <a:pt x="953" y="1"/>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6" name="Google Shape;22676;p144"/>
            <p:cNvSpPr/>
            <p:nvPr/>
          </p:nvSpPr>
          <p:spPr>
            <a:xfrm>
              <a:off x="4772437" y="3907432"/>
              <a:ext cx="348972" cy="41908"/>
            </a:xfrm>
            <a:custGeom>
              <a:avLst/>
              <a:gdLst/>
              <a:ahLst/>
              <a:cxnLst/>
              <a:rect l="l" t="t" r="r" b="b"/>
              <a:pathLst>
                <a:path w="10717" h="1287" extrusionOk="0">
                  <a:moveTo>
                    <a:pt x="715" y="0"/>
                  </a:moveTo>
                  <a:cubicBezTo>
                    <a:pt x="643" y="0"/>
                    <a:pt x="548" y="24"/>
                    <a:pt x="476" y="119"/>
                  </a:cubicBezTo>
                  <a:cubicBezTo>
                    <a:pt x="405" y="238"/>
                    <a:pt x="167" y="500"/>
                    <a:pt x="48" y="834"/>
                  </a:cubicBezTo>
                  <a:cubicBezTo>
                    <a:pt x="0" y="929"/>
                    <a:pt x="0" y="1048"/>
                    <a:pt x="72" y="1143"/>
                  </a:cubicBezTo>
                  <a:cubicBezTo>
                    <a:pt x="119" y="1215"/>
                    <a:pt x="215" y="1286"/>
                    <a:pt x="334" y="1286"/>
                  </a:cubicBezTo>
                  <a:lnTo>
                    <a:pt x="10455" y="1286"/>
                  </a:lnTo>
                  <a:cubicBezTo>
                    <a:pt x="10550" y="1286"/>
                    <a:pt x="10669" y="1215"/>
                    <a:pt x="10717" y="1143"/>
                  </a:cubicBezTo>
                  <a:cubicBezTo>
                    <a:pt x="10717" y="1048"/>
                    <a:pt x="10717" y="929"/>
                    <a:pt x="10693" y="834"/>
                  </a:cubicBezTo>
                  <a:cubicBezTo>
                    <a:pt x="10574" y="500"/>
                    <a:pt x="10336" y="215"/>
                    <a:pt x="10240" y="119"/>
                  </a:cubicBezTo>
                  <a:cubicBezTo>
                    <a:pt x="10193" y="72"/>
                    <a:pt x="10098" y="0"/>
                    <a:pt x="10002"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7" name="Google Shape;22677;p144"/>
            <p:cNvSpPr/>
            <p:nvPr/>
          </p:nvSpPr>
          <p:spPr>
            <a:xfrm>
              <a:off x="4946906" y="3906651"/>
              <a:ext cx="174502" cy="40833"/>
            </a:xfrm>
            <a:custGeom>
              <a:avLst/>
              <a:gdLst/>
              <a:ahLst/>
              <a:cxnLst/>
              <a:rect l="l" t="t" r="r" b="b"/>
              <a:pathLst>
                <a:path w="5359" h="1254" extrusionOk="0">
                  <a:moveTo>
                    <a:pt x="0" y="0"/>
                  </a:moveTo>
                  <a:lnTo>
                    <a:pt x="0" y="1239"/>
                  </a:lnTo>
                  <a:lnTo>
                    <a:pt x="5073" y="1239"/>
                  </a:lnTo>
                  <a:cubicBezTo>
                    <a:pt x="5094" y="1249"/>
                    <a:pt x="5114" y="1254"/>
                    <a:pt x="5132" y="1254"/>
                  </a:cubicBezTo>
                  <a:cubicBezTo>
                    <a:pt x="5200" y="1254"/>
                    <a:pt x="5255" y="1194"/>
                    <a:pt x="5311" y="1120"/>
                  </a:cubicBezTo>
                  <a:cubicBezTo>
                    <a:pt x="5359" y="1048"/>
                    <a:pt x="5359" y="953"/>
                    <a:pt x="5335" y="834"/>
                  </a:cubicBezTo>
                  <a:cubicBezTo>
                    <a:pt x="5216" y="501"/>
                    <a:pt x="4978" y="215"/>
                    <a:pt x="4882" y="120"/>
                  </a:cubicBezTo>
                  <a:cubicBezTo>
                    <a:pt x="4835" y="48"/>
                    <a:pt x="4740" y="0"/>
                    <a:pt x="4644"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8" name="Google Shape;22678;p144"/>
            <p:cNvSpPr/>
            <p:nvPr/>
          </p:nvSpPr>
          <p:spPr>
            <a:xfrm>
              <a:off x="4777093" y="3599586"/>
              <a:ext cx="338911" cy="122533"/>
            </a:xfrm>
            <a:custGeom>
              <a:avLst/>
              <a:gdLst/>
              <a:ahLst/>
              <a:cxnLst/>
              <a:rect l="l" t="t" r="r" b="b"/>
              <a:pathLst>
                <a:path w="10408" h="3763" extrusionOk="0">
                  <a:moveTo>
                    <a:pt x="5215" y="0"/>
                  </a:moveTo>
                  <a:cubicBezTo>
                    <a:pt x="5192" y="0"/>
                    <a:pt x="5096" y="0"/>
                    <a:pt x="5073" y="24"/>
                  </a:cubicBezTo>
                  <a:lnTo>
                    <a:pt x="0" y="3144"/>
                  </a:lnTo>
                  <a:lnTo>
                    <a:pt x="905" y="3763"/>
                  </a:lnTo>
                  <a:lnTo>
                    <a:pt x="8907" y="3763"/>
                  </a:lnTo>
                  <a:lnTo>
                    <a:pt x="10407" y="3144"/>
                  </a:lnTo>
                  <a:lnTo>
                    <a:pt x="5358" y="24"/>
                  </a:lnTo>
                  <a:cubicBezTo>
                    <a:pt x="5311" y="0"/>
                    <a:pt x="5263" y="0"/>
                    <a:pt x="5215"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9" name="Google Shape;22679;p144"/>
            <p:cNvSpPr/>
            <p:nvPr/>
          </p:nvSpPr>
          <p:spPr>
            <a:xfrm>
              <a:off x="4946906" y="3599586"/>
              <a:ext cx="169846" cy="122533"/>
            </a:xfrm>
            <a:custGeom>
              <a:avLst/>
              <a:gdLst/>
              <a:ahLst/>
              <a:cxnLst/>
              <a:rect l="l" t="t" r="r" b="b"/>
              <a:pathLst>
                <a:path w="5216" h="3763" extrusionOk="0">
                  <a:moveTo>
                    <a:pt x="0" y="0"/>
                  </a:moveTo>
                  <a:lnTo>
                    <a:pt x="0" y="3763"/>
                  </a:lnTo>
                  <a:lnTo>
                    <a:pt x="3716" y="3763"/>
                  </a:lnTo>
                  <a:lnTo>
                    <a:pt x="5216" y="3144"/>
                  </a:lnTo>
                  <a:lnTo>
                    <a:pt x="143" y="24"/>
                  </a:lnTo>
                  <a:cubicBezTo>
                    <a:pt x="96" y="0"/>
                    <a:pt x="48" y="0"/>
                    <a:pt x="0"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0" name="Google Shape;22680;p144"/>
            <p:cNvSpPr/>
            <p:nvPr/>
          </p:nvSpPr>
          <p:spPr>
            <a:xfrm>
              <a:off x="4771655" y="3701930"/>
              <a:ext cx="351317" cy="41908"/>
            </a:xfrm>
            <a:custGeom>
              <a:avLst/>
              <a:gdLst/>
              <a:ahLst/>
              <a:cxnLst/>
              <a:rect l="l" t="t" r="r" b="b"/>
              <a:pathLst>
                <a:path w="10789" h="1287" extrusionOk="0">
                  <a:moveTo>
                    <a:pt x="167" y="1"/>
                  </a:moveTo>
                  <a:cubicBezTo>
                    <a:pt x="72" y="72"/>
                    <a:pt x="0" y="215"/>
                    <a:pt x="24" y="358"/>
                  </a:cubicBezTo>
                  <a:cubicBezTo>
                    <a:pt x="119" y="739"/>
                    <a:pt x="429" y="1025"/>
                    <a:pt x="524" y="1167"/>
                  </a:cubicBezTo>
                  <a:cubicBezTo>
                    <a:pt x="596" y="1215"/>
                    <a:pt x="691" y="1286"/>
                    <a:pt x="762" y="1286"/>
                  </a:cubicBezTo>
                  <a:lnTo>
                    <a:pt x="10002" y="1286"/>
                  </a:lnTo>
                  <a:cubicBezTo>
                    <a:pt x="10098" y="1286"/>
                    <a:pt x="10193" y="1239"/>
                    <a:pt x="10241" y="1167"/>
                  </a:cubicBezTo>
                  <a:cubicBezTo>
                    <a:pt x="10360" y="1025"/>
                    <a:pt x="10622" y="739"/>
                    <a:pt x="10741" y="358"/>
                  </a:cubicBezTo>
                  <a:cubicBezTo>
                    <a:pt x="10788" y="215"/>
                    <a:pt x="10717" y="72"/>
                    <a:pt x="10598" y="1"/>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1" name="Google Shape;22681;p144"/>
            <p:cNvSpPr/>
            <p:nvPr/>
          </p:nvSpPr>
          <p:spPr>
            <a:xfrm>
              <a:off x="4946906" y="3701930"/>
              <a:ext cx="176065" cy="41126"/>
            </a:xfrm>
            <a:custGeom>
              <a:avLst/>
              <a:gdLst/>
              <a:ahLst/>
              <a:cxnLst/>
              <a:rect l="l" t="t" r="r" b="b"/>
              <a:pathLst>
                <a:path w="5407" h="1263" extrusionOk="0">
                  <a:moveTo>
                    <a:pt x="0" y="1"/>
                  </a:moveTo>
                  <a:lnTo>
                    <a:pt x="0" y="1263"/>
                  </a:lnTo>
                  <a:lnTo>
                    <a:pt x="4620" y="1263"/>
                  </a:lnTo>
                  <a:cubicBezTo>
                    <a:pt x="4716" y="1263"/>
                    <a:pt x="4811" y="1215"/>
                    <a:pt x="4859" y="1167"/>
                  </a:cubicBezTo>
                  <a:cubicBezTo>
                    <a:pt x="4978" y="1025"/>
                    <a:pt x="5240" y="739"/>
                    <a:pt x="5359" y="358"/>
                  </a:cubicBezTo>
                  <a:cubicBezTo>
                    <a:pt x="5406" y="239"/>
                    <a:pt x="5335" y="96"/>
                    <a:pt x="5216"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82" name="Google Shape;22682;p144"/>
          <p:cNvGrpSpPr/>
          <p:nvPr/>
        </p:nvGrpSpPr>
        <p:grpSpPr>
          <a:xfrm>
            <a:off x="4069868" y="3447186"/>
            <a:ext cx="246628" cy="349754"/>
            <a:chOff x="4069868" y="3599586"/>
            <a:chExt cx="246628" cy="349754"/>
          </a:xfrm>
        </p:grpSpPr>
        <p:sp>
          <p:nvSpPr>
            <p:cNvPr id="22683" name="Google Shape;22683;p144"/>
            <p:cNvSpPr/>
            <p:nvPr/>
          </p:nvSpPr>
          <p:spPr>
            <a:xfrm>
              <a:off x="4069868" y="3599586"/>
              <a:ext cx="246628" cy="348972"/>
            </a:xfrm>
            <a:custGeom>
              <a:avLst/>
              <a:gdLst/>
              <a:ahLst/>
              <a:cxnLst/>
              <a:rect l="l" t="t" r="r" b="b"/>
              <a:pathLst>
                <a:path w="7574" h="10717" extrusionOk="0">
                  <a:moveTo>
                    <a:pt x="3787" y="1929"/>
                  </a:moveTo>
                  <a:cubicBezTo>
                    <a:pt x="4835" y="1929"/>
                    <a:pt x="5668" y="2762"/>
                    <a:pt x="5668" y="3810"/>
                  </a:cubicBezTo>
                  <a:cubicBezTo>
                    <a:pt x="5668" y="4834"/>
                    <a:pt x="4787" y="5668"/>
                    <a:pt x="3787" y="5668"/>
                  </a:cubicBezTo>
                  <a:cubicBezTo>
                    <a:pt x="2739" y="5668"/>
                    <a:pt x="1905" y="4834"/>
                    <a:pt x="1905" y="3810"/>
                  </a:cubicBezTo>
                  <a:cubicBezTo>
                    <a:pt x="1905" y="2762"/>
                    <a:pt x="2739" y="1929"/>
                    <a:pt x="3787" y="1929"/>
                  </a:cubicBezTo>
                  <a:close/>
                  <a:moveTo>
                    <a:pt x="3787" y="0"/>
                  </a:moveTo>
                  <a:cubicBezTo>
                    <a:pt x="1691" y="0"/>
                    <a:pt x="0" y="1715"/>
                    <a:pt x="0" y="3763"/>
                  </a:cubicBezTo>
                  <a:cubicBezTo>
                    <a:pt x="0" y="5644"/>
                    <a:pt x="1429" y="7644"/>
                    <a:pt x="2691" y="9359"/>
                  </a:cubicBezTo>
                  <a:cubicBezTo>
                    <a:pt x="2977" y="9788"/>
                    <a:pt x="3287" y="10169"/>
                    <a:pt x="3525" y="10550"/>
                  </a:cubicBezTo>
                  <a:cubicBezTo>
                    <a:pt x="3572" y="10645"/>
                    <a:pt x="3668" y="10716"/>
                    <a:pt x="3787" y="10716"/>
                  </a:cubicBezTo>
                  <a:cubicBezTo>
                    <a:pt x="3906" y="10716"/>
                    <a:pt x="4001" y="10645"/>
                    <a:pt x="4049" y="10550"/>
                  </a:cubicBezTo>
                  <a:cubicBezTo>
                    <a:pt x="4287" y="10169"/>
                    <a:pt x="4596" y="9788"/>
                    <a:pt x="4882" y="9359"/>
                  </a:cubicBezTo>
                  <a:cubicBezTo>
                    <a:pt x="6144" y="7621"/>
                    <a:pt x="7573" y="5620"/>
                    <a:pt x="7573" y="3763"/>
                  </a:cubicBezTo>
                  <a:cubicBezTo>
                    <a:pt x="7526" y="1691"/>
                    <a:pt x="5835" y="0"/>
                    <a:pt x="3787"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4" name="Google Shape;22684;p144"/>
            <p:cNvSpPr/>
            <p:nvPr/>
          </p:nvSpPr>
          <p:spPr>
            <a:xfrm>
              <a:off x="4192368" y="3600335"/>
              <a:ext cx="122565" cy="349005"/>
            </a:xfrm>
            <a:custGeom>
              <a:avLst/>
              <a:gdLst/>
              <a:ahLst/>
              <a:cxnLst/>
              <a:rect l="l" t="t" r="r" b="b"/>
              <a:pathLst>
                <a:path w="3764" h="10718" extrusionOk="0">
                  <a:moveTo>
                    <a:pt x="1" y="1"/>
                  </a:moveTo>
                  <a:lnTo>
                    <a:pt x="1" y="1906"/>
                  </a:lnTo>
                  <a:cubicBezTo>
                    <a:pt x="1025" y="1906"/>
                    <a:pt x="1859" y="2739"/>
                    <a:pt x="1859" y="3787"/>
                  </a:cubicBezTo>
                  <a:cubicBezTo>
                    <a:pt x="1859" y="4811"/>
                    <a:pt x="1025" y="5645"/>
                    <a:pt x="1" y="5645"/>
                  </a:cubicBezTo>
                  <a:lnTo>
                    <a:pt x="1" y="10717"/>
                  </a:lnTo>
                  <a:cubicBezTo>
                    <a:pt x="120" y="10717"/>
                    <a:pt x="191" y="10646"/>
                    <a:pt x="263" y="10574"/>
                  </a:cubicBezTo>
                  <a:cubicBezTo>
                    <a:pt x="525" y="10170"/>
                    <a:pt x="787" y="9765"/>
                    <a:pt x="1096" y="9384"/>
                  </a:cubicBezTo>
                  <a:cubicBezTo>
                    <a:pt x="2335" y="7621"/>
                    <a:pt x="3764" y="5621"/>
                    <a:pt x="3764" y="3787"/>
                  </a:cubicBezTo>
                  <a:cubicBezTo>
                    <a:pt x="3764" y="1692"/>
                    <a:pt x="2073" y="1"/>
                    <a:pt x="1" y="1"/>
                  </a:cubicBezTo>
                  <a:close/>
                </a:path>
              </a:pathLst>
            </a:custGeom>
            <a:solidFill>
              <a:srgbClr val="7C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85" name="Google Shape;22685;p144"/>
          <p:cNvGrpSpPr/>
          <p:nvPr/>
        </p:nvGrpSpPr>
        <p:grpSpPr>
          <a:xfrm>
            <a:off x="3255643" y="3447186"/>
            <a:ext cx="349754" cy="349754"/>
            <a:chOff x="3255643" y="3599586"/>
            <a:chExt cx="349754" cy="349754"/>
          </a:xfrm>
        </p:grpSpPr>
        <p:sp>
          <p:nvSpPr>
            <p:cNvPr id="22686" name="Google Shape;22686;p144"/>
            <p:cNvSpPr/>
            <p:nvPr/>
          </p:nvSpPr>
          <p:spPr>
            <a:xfrm>
              <a:off x="3255643" y="3784118"/>
              <a:ext cx="165190" cy="165222"/>
            </a:xfrm>
            <a:custGeom>
              <a:avLst/>
              <a:gdLst/>
              <a:ahLst/>
              <a:cxnLst/>
              <a:rect l="l" t="t" r="r" b="b"/>
              <a:pathLst>
                <a:path w="5073" h="5074" extrusionOk="0">
                  <a:moveTo>
                    <a:pt x="953" y="1"/>
                  </a:moveTo>
                  <a:cubicBezTo>
                    <a:pt x="453" y="1"/>
                    <a:pt x="0" y="429"/>
                    <a:pt x="0" y="953"/>
                  </a:cubicBezTo>
                  <a:lnTo>
                    <a:pt x="0" y="4121"/>
                  </a:lnTo>
                  <a:cubicBezTo>
                    <a:pt x="0" y="4621"/>
                    <a:pt x="429" y="5073"/>
                    <a:pt x="953" y="5073"/>
                  </a:cubicBezTo>
                  <a:lnTo>
                    <a:pt x="4120" y="5073"/>
                  </a:lnTo>
                  <a:cubicBezTo>
                    <a:pt x="4620" y="5073"/>
                    <a:pt x="5073" y="4645"/>
                    <a:pt x="5073" y="4121"/>
                  </a:cubicBezTo>
                  <a:lnTo>
                    <a:pt x="5073" y="953"/>
                  </a:lnTo>
                  <a:cubicBezTo>
                    <a:pt x="5073" y="429"/>
                    <a:pt x="4644" y="1"/>
                    <a:pt x="4120" y="1"/>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7" name="Google Shape;22687;p144"/>
            <p:cNvSpPr/>
            <p:nvPr/>
          </p:nvSpPr>
          <p:spPr>
            <a:xfrm>
              <a:off x="3255643" y="3599586"/>
              <a:ext cx="165190" cy="164408"/>
            </a:xfrm>
            <a:custGeom>
              <a:avLst/>
              <a:gdLst/>
              <a:ahLst/>
              <a:cxnLst/>
              <a:rect l="l" t="t" r="r" b="b"/>
              <a:pathLst>
                <a:path w="5073" h="5049" extrusionOk="0">
                  <a:moveTo>
                    <a:pt x="953" y="0"/>
                  </a:moveTo>
                  <a:cubicBezTo>
                    <a:pt x="453" y="0"/>
                    <a:pt x="0" y="405"/>
                    <a:pt x="0" y="953"/>
                  </a:cubicBezTo>
                  <a:lnTo>
                    <a:pt x="0" y="4096"/>
                  </a:lnTo>
                  <a:cubicBezTo>
                    <a:pt x="0" y="4596"/>
                    <a:pt x="429" y="5049"/>
                    <a:pt x="953" y="5049"/>
                  </a:cubicBezTo>
                  <a:lnTo>
                    <a:pt x="4120" y="5049"/>
                  </a:lnTo>
                  <a:cubicBezTo>
                    <a:pt x="4620" y="5049"/>
                    <a:pt x="5073" y="4644"/>
                    <a:pt x="5073" y="4096"/>
                  </a:cubicBezTo>
                  <a:lnTo>
                    <a:pt x="5073" y="953"/>
                  </a:lnTo>
                  <a:cubicBezTo>
                    <a:pt x="5073" y="405"/>
                    <a:pt x="4644" y="0"/>
                    <a:pt x="4120" y="0"/>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8" name="Google Shape;22688;p144"/>
            <p:cNvSpPr/>
            <p:nvPr/>
          </p:nvSpPr>
          <p:spPr>
            <a:xfrm>
              <a:off x="3337831" y="3599586"/>
              <a:ext cx="83002" cy="164408"/>
            </a:xfrm>
            <a:custGeom>
              <a:avLst/>
              <a:gdLst/>
              <a:ahLst/>
              <a:cxnLst/>
              <a:rect l="l" t="t" r="r" b="b"/>
              <a:pathLst>
                <a:path w="2549" h="5049" extrusionOk="0">
                  <a:moveTo>
                    <a:pt x="0" y="0"/>
                  </a:moveTo>
                  <a:lnTo>
                    <a:pt x="0" y="5049"/>
                  </a:lnTo>
                  <a:lnTo>
                    <a:pt x="1596" y="5049"/>
                  </a:lnTo>
                  <a:cubicBezTo>
                    <a:pt x="2120" y="5049"/>
                    <a:pt x="2549" y="4596"/>
                    <a:pt x="2549" y="4096"/>
                  </a:cubicBezTo>
                  <a:lnTo>
                    <a:pt x="2549" y="953"/>
                  </a:lnTo>
                  <a:cubicBezTo>
                    <a:pt x="2549" y="405"/>
                    <a:pt x="2120" y="0"/>
                    <a:pt x="1596"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9" name="Google Shape;22689;p144"/>
            <p:cNvSpPr/>
            <p:nvPr/>
          </p:nvSpPr>
          <p:spPr>
            <a:xfrm>
              <a:off x="3337831" y="3783369"/>
              <a:ext cx="83002" cy="165190"/>
            </a:xfrm>
            <a:custGeom>
              <a:avLst/>
              <a:gdLst/>
              <a:ahLst/>
              <a:cxnLst/>
              <a:rect l="l" t="t" r="r" b="b"/>
              <a:pathLst>
                <a:path w="2549" h="5073" extrusionOk="0">
                  <a:moveTo>
                    <a:pt x="0" y="0"/>
                  </a:moveTo>
                  <a:lnTo>
                    <a:pt x="0" y="5072"/>
                  </a:lnTo>
                  <a:lnTo>
                    <a:pt x="1596" y="5072"/>
                  </a:lnTo>
                  <a:cubicBezTo>
                    <a:pt x="2120" y="5072"/>
                    <a:pt x="2549" y="4620"/>
                    <a:pt x="2549" y="4120"/>
                  </a:cubicBezTo>
                  <a:lnTo>
                    <a:pt x="2549" y="953"/>
                  </a:lnTo>
                  <a:cubicBezTo>
                    <a:pt x="2549" y="452"/>
                    <a:pt x="2120" y="24"/>
                    <a:pt x="1596"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0" name="Google Shape;22690;p144"/>
            <p:cNvSpPr/>
            <p:nvPr/>
          </p:nvSpPr>
          <p:spPr>
            <a:xfrm>
              <a:off x="3440956" y="3599586"/>
              <a:ext cx="164441" cy="164408"/>
            </a:xfrm>
            <a:custGeom>
              <a:avLst/>
              <a:gdLst/>
              <a:ahLst/>
              <a:cxnLst/>
              <a:rect l="l" t="t" r="r" b="b"/>
              <a:pathLst>
                <a:path w="5050" h="5049" extrusionOk="0">
                  <a:moveTo>
                    <a:pt x="953" y="0"/>
                  </a:moveTo>
                  <a:cubicBezTo>
                    <a:pt x="453" y="0"/>
                    <a:pt x="1" y="405"/>
                    <a:pt x="1" y="953"/>
                  </a:cubicBezTo>
                  <a:lnTo>
                    <a:pt x="1" y="4096"/>
                  </a:lnTo>
                  <a:cubicBezTo>
                    <a:pt x="1" y="4596"/>
                    <a:pt x="406" y="5049"/>
                    <a:pt x="953" y="5049"/>
                  </a:cubicBezTo>
                  <a:lnTo>
                    <a:pt x="4097" y="5049"/>
                  </a:lnTo>
                  <a:cubicBezTo>
                    <a:pt x="4645" y="5049"/>
                    <a:pt x="5049" y="4596"/>
                    <a:pt x="5049" y="4096"/>
                  </a:cubicBezTo>
                  <a:lnTo>
                    <a:pt x="5049" y="953"/>
                  </a:lnTo>
                  <a:cubicBezTo>
                    <a:pt x="5049" y="405"/>
                    <a:pt x="4645" y="0"/>
                    <a:pt x="4097" y="0"/>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1" name="Google Shape;22691;p144"/>
            <p:cNvSpPr/>
            <p:nvPr/>
          </p:nvSpPr>
          <p:spPr>
            <a:xfrm>
              <a:off x="3523176" y="3599586"/>
              <a:ext cx="82220" cy="164408"/>
            </a:xfrm>
            <a:custGeom>
              <a:avLst/>
              <a:gdLst/>
              <a:ahLst/>
              <a:cxnLst/>
              <a:rect l="l" t="t" r="r" b="b"/>
              <a:pathLst>
                <a:path w="2525" h="5049" extrusionOk="0">
                  <a:moveTo>
                    <a:pt x="0" y="0"/>
                  </a:moveTo>
                  <a:lnTo>
                    <a:pt x="0" y="5049"/>
                  </a:lnTo>
                  <a:lnTo>
                    <a:pt x="1572" y="5049"/>
                  </a:lnTo>
                  <a:cubicBezTo>
                    <a:pt x="2120" y="5049"/>
                    <a:pt x="2524" y="4596"/>
                    <a:pt x="2524" y="4096"/>
                  </a:cubicBezTo>
                  <a:lnTo>
                    <a:pt x="2524" y="953"/>
                  </a:lnTo>
                  <a:cubicBezTo>
                    <a:pt x="2524" y="405"/>
                    <a:pt x="2096" y="0"/>
                    <a:pt x="1572"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2" name="Google Shape;22692;p144"/>
            <p:cNvSpPr/>
            <p:nvPr/>
          </p:nvSpPr>
          <p:spPr>
            <a:xfrm>
              <a:off x="3440956" y="3784118"/>
              <a:ext cx="164441" cy="165222"/>
            </a:xfrm>
            <a:custGeom>
              <a:avLst/>
              <a:gdLst/>
              <a:ahLst/>
              <a:cxnLst/>
              <a:rect l="l" t="t" r="r" b="b"/>
              <a:pathLst>
                <a:path w="5050" h="5074" extrusionOk="0">
                  <a:moveTo>
                    <a:pt x="953" y="1"/>
                  </a:moveTo>
                  <a:cubicBezTo>
                    <a:pt x="453" y="1"/>
                    <a:pt x="1" y="429"/>
                    <a:pt x="1" y="953"/>
                  </a:cubicBezTo>
                  <a:lnTo>
                    <a:pt x="1" y="4121"/>
                  </a:lnTo>
                  <a:cubicBezTo>
                    <a:pt x="1" y="4621"/>
                    <a:pt x="406" y="5073"/>
                    <a:pt x="953" y="5073"/>
                  </a:cubicBezTo>
                  <a:lnTo>
                    <a:pt x="4097" y="5073"/>
                  </a:lnTo>
                  <a:cubicBezTo>
                    <a:pt x="4645" y="5073"/>
                    <a:pt x="5049" y="4621"/>
                    <a:pt x="5049" y="4121"/>
                  </a:cubicBezTo>
                  <a:lnTo>
                    <a:pt x="5049" y="953"/>
                  </a:lnTo>
                  <a:cubicBezTo>
                    <a:pt x="5049" y="429"/>
                    <a:pt x="4645" y="1"/>
                    <a:pt x="4097"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3" name="Google Shape;22693;p144"/>
            <p:cNvSpPr/>
            <p:nvPr/>
          </p:nvSpPr>
          <p:spPr>
            <a:xfrm>
              <a:off x="3523176" y="3784118"/>
              <a:ext cx="82220" cy="165222"/>
            </a:xfrm>
            <a:custGeom>
              <a:avLst/>
              <a:gdLst/>
              <a:ahLst/>
              <a:cxnLst/>
              <a:rect l="l" t="t" r="r" b="b"/>
              <a:pathLst>
                <a:path w="2525" h="5074" extrusionOk="0">
                  <a:moveTo>
                    <a:pt x="0" y="1"/>
                  </a:moveTo>
                  <a:lnTo>
                    <a:pt x="0" y="5073"/>
                  </a:lnTo>
                  <a:lnTo>
                    <a:pt x="1572" y="5073"/>
                  </a:lnTo>
                  <a:cubicBezTo>
                    <a:pt x="2120" y="5073"/>
                    <a:pt x="2524" y="4621"/>
                    <a:pt x="2524" y="4121"/>
                  </a:cubicBezTo>
                  <a:lnTo>
                    <a:pt x="2524" y="953"/>
                  </a:lnTo>
                  <a:cubicBezTo>
                    <a:pt x="2524" y="429"/>
                    <a:pt x="2096" y="1"/>
                    <a:pt x="1572"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4" name="Google Shape;22694;p144"/>
            <p:cNvSpPr/>
            <p:nvPr/>
          </p:nvSpPr>
          <p:spPr>
            <a:xfrm>
              <a:off x="3480519" y="3670898"/>
              <a:ext cx="83783" cy="21752"/>
            </a:xfrm>
            <a:custGeom>
              <a:avLst/>
              <a:gdLst/>
              <a:ahLst/>
              <a:cxnLst/>
              <a:rect l="l" t="t" r="r" b="b"/>
              <a:pathLst>
                <a:path w="2573" h="668" extrusionOk="0">
                  <a:moveTo>
                    <a:pt x="357" y="1"/>
                  </a:moveTo>
                  <a:cubicBezTo>
                    <a:pt x="143" y="1"/>
                    <a:pt x="0" y="191"/>
                    <a:pt x="24" y="358"/>
                  </a:cubicBezTo>
                  <a:cubicBezTo>
                    <a:pt x="72" y="549"/>
                    <a:pt x="215" y="668"/>
                    <a:pt x="357" y="668"/>
                  </a:cubicBezTo>
                  <a:lnTo>
                    <a:pt x="2239" y="668"/>
                  </a:lnTo>
                  <a:cubicBezTo>
                    <a:pt x="2382" y="668"/>
                    <a:pt x="2525" y="501"/>
                    <a:pt x="2572" y="358"/>
                  </a:cubicBezTo>
                  <a:cubicBezTo>
                    <a:pt x="2572" y="144"/>
                    <a:pt x="2406" y="1"/>
                    <a:pt x="2239"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5" name="Google Shape;22695;p144"/>
            <p:cNvSpPr/>
            <p:nvPr/>
          </p:nvSpPr>
          <p:spPr>
            <a:xfrm>
              <a:off x="3480519" y="3833743"/>
              <a:ext cx="83783" cy="21752"/>
            </a:xfrm>
            <a:custGeom>
              <a:avLst/>
              <a:gdLst/>
              <a:ahLst/>
              <a:cxnLst/>
              <a:rect l="l" t="t" r="r" b="b"/>
              <a:pathLst>
                <a:path w="2573" h="668" extrusionOk="0">
                  <a:moveTo>
                    <a:pt x="357" y="1"/>
                  </a:moveTo>
                  <a:cubicBezTo>
                    <a:pt x="143" y="1"/>
                    <a:pt x="0" y="191"/>
                    <a:pt x="24" y="358"/>
                  </a:cubicBezTo>
                  <a:cubicBezTo>
                    <a:pt x="72" y="549"/>
                    <a:pt x="215" y="668"/>
                    <a:pt x="357" y="668"/>
                  </a:cubicBezTo>
                  <a:lnTo>
                    <a:pt x="2239" y="668"/>
                  </a:lnTo>
                  <a:cubicBezTo>
                    <a:pt x="2382" y="668"/>
                    <a:pt x="2525" y="549"/>
                    <a:pt x="2572" y="358"/>
                  </a:cubicBezTo>
                  <a:cubicBezTo>
                    <a:pt x="2572" y="144"/>
                    <a:pt x="2406" y="1"/>
                    <a:pt x="2239"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6" name="Google Shape;22696;p144"/>
            <p:cNvSpPr/>
            <p:nvPr/>
          </p:nvSpPr>
          <p:spPr>
            <a:xfrm>
              <a:off x="3480519" y="3875619"/>
              <a:ext cx="83783" cy="20970"/>
            </a:xfrm>
            <a:custGeom>
              <a:avLst/>
              <a:gdLst/>
              <a:ahLst/>
              <a:cxnLst/>
              <a:rect l="l" t="t" r="r" b="b"/>
              <a:pathLst>
                <a:path w="2573" h="644" extrusionOk="0">
                  <a:moveTo>
                    <a:pt x="357" y="1"/>
                  </a:moveTo>
                  <a:cubicBezTo>
                    <a:pt x="143" y="1"/>
                    <a:pt x="0" y="168"/>
                    <a:pt x="24" y="358"/>
                  </a:cubicBezTo>
                  <a:cubicBezTo>
                    <a:pt x="72" y="525"/>
                    <a:pt x="215" y="644"/>
                    <a:pt x="357" y="644"/>
                  </a:cubicBezTo>
                  <a:lnTo>
                    <a:pt x="2239" y="644"/>
                  </a:lnTo>
                  <a:cubicBezTo>
                    <a:pt x="2382" y="644"/>
                    <a:pt x="2525" y="501"/>
                    <a:pt x="2572" y="358"/>
                  </a:cubicBezTo>
                  <a:cubicBezTo>
                    <a:pt x="2572" y="144"/>
                    <a:pt x="2406" y="1"/>
                    <a:pt x="2239"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7" name="Google Shape;22697;p144"/>
            <p:cNvSpPr/>
            <p:nvPr/>
          </p:nvSpPr>
          <p:spPr>
            <a:xfrm>
              <a:off x="3295174" y="3640582"/>
              <a:ext cx="84565" cy="83165"/>
            </a:xfrm>
            <a:custGeom>
              <a:avLst/>
              <a:gdLst/>
              <a:ahLst/>
              <a:cxnLst/>
              <a:rect l="l" t="t" r="r" b="b"/>
              <a:pathLst>
                <a:path w="2597" h="2554" extrusionOk="0">
                  <a:moveTo>
                    <a:pt x="1328" y="1"/>
                  </a:moveTo>
                  <a:cubicBezTo>
                    <a:pt x="1314" y="1"/>
                    <a:pt x="1300" y="1"/>
                    <a:pt x="1287" y="3"/>
                  </a:cubicBezTo>
                  <a:cubicBezTo>
                    <a:pt x="1120" y="51"/>
                    <a:pt x="1001" y="194"/>
                    <a:pt x="1001" y="337"/>
                  </a:cubicBezTo>
                  <a:lnTo>
                    <a:pt x="1001" y="932"/>
                  </a:lnTo>
                  <a:lnTo>
                    <a:pt x="358" y="932"/>
                  </a:lnTo>
                  <a:cubicBezTo>
                    <a:pt x="143" y="932"/>
                    <a:pt x="1" y="1122"/>
                    <a:pt x="24" y="1289"/>
                  </a:cubicBezTo>
                  <a:cubicBezTo>
                    <a:pt x="72" y="1480"/>
                    <a:pt x="215" y="1599"/>
                    <a:pt x="358" y="1599"/>
                  </a:cubicBezTo>
                  <a:lnTo>
                    <a:pt x="1001" y="1599"/>
                  </a:lnTo>
                  <a:lnTo>
                    <a:pt x="1001" y="2218"/>
                  </a:lnTo>
                  <a:cubicBezTo>
                    <a:pt x="1001" y="2417"/>
                    <a:pt x="1144" y="2554"/>
                    <a:pt x="1317" y="2554"/>
                  </a:cubicBezTo>
                  <a:cubicBezTo>
                    <a:pt x="1330" y="2554"/>
                    <a:pt x="1344" y="2553"/>
                    <a:pt x="1358" y="2551"/>
                  </a:cubicBezTo>
                  <a:cubicBezTo>
                    <a:pt x="1525" y="2504"/>
                    <a:pt x="1644" y="2361"/>
                    <a:pt x="1644" y="2218"/>
                  </a:cubicBezTo>
                  <a:lnTo>
                    <a:pt x="1644" y="1599"/>
                  </a:lnTo>
                  <a:lnTo>
                    <a:pt x="2263" y="1599"/>
                  </a:lnTo>
                  <a:cubicBezTo>
                    <a:pt x="2454" y="1599"/>
                    <a:pt x="2573" y="1432"/>
                    <a:pt x="2596" y="1313"/>
                  </a:cubicBezTo>
                  <a:cubicBezTo>
                    <a:pt x="2596" y="1122"/>
                    <a:pt x="2454" y="956"/>
                    <a:pt x="2263" y="956"/>
                  </a:cubicBezTo>
                  <a:lnTo>
                    <a:pt x="1644" y="956"/>
                  </a:lnTo>
                  <a:lnTo>
                    <a:pt x="1644" y="337"/>
                  </a:lnTo>
                  <a:cubicBezTo>
                    <a:pt x="1644" y="138"/>
                    <a:pt x="1501" y="1"/>
                    <a:pt x="1328"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8" name="Google Shape;22698;p144"/>
            <p:cNvSpPr/>
            <p:nvPr/>
          </p:nvSpPr>
          <p:spPr>
            <a:xfrm>
              <a:off x="3305268" y="3833939"/>
              <a:ext cx="65939" cy="64018"/>
            </a:xfrm>
            <a:custGeom>
              <a:avLst/>
              <a:gdLst/>
              <a:ahLst/>
              <a:cxnLst/>
              <a:rect l="l" t="t" r="r" b="b"/>
              <a:pathLst>
                <a:path w="2025" h="1966" extrusionOk="0">
                  <a:moveTo>
                    <a:pt x="346" y="1"/>
                  </a:moveTo>
                  <a:cubicBezTo>
                    <a:pt x="262" y="1"/>
                    <a:pt x="179" y="31"/>
                    <a:pt x="119" y="90"/>
                  </a:cubicBezTo>
                  <a:cubicBezTo>
                    <a:pt x="0" y="209"/>
                    <a:pt x="0" y="424"/>
                    <a:pt x="119" y="543"/>
                  </a:cubicBezTo>
                  <a:lnTo>
                    <a:pt x="572" y="971"/>
                  </a:lnTo>
                  <a:lnTo>
                    <a:pt x="119" y="1424"/>
                  </a:lnTo>
                  <a:cubicBezTo>
                    <a:pt x="0" y="1543"/>
                    <a:pt x="0" y="1757"/>
                    <a:pt x="119" y="1876"/>
                  </a:cubicBezTo>
                  <a:cubicBezTo>
                    <a:pt x="179" y="1936"/>
                    <a:pt x="262" y="1966"/>
                    <a:pt x="346" y="1966"/>
                  </a:cubicBezTo>
                  <a:cubicBezTo>
                    <a:pt x="429" y="1966"/>
                    <a:pt x="512" y="1936"/>
                    <a:pt x="572" y="1876"/>
                  </a:cubicBezTo>
                  <a:lnTo>
                    <a:pt x="1000" y="1424"/>
                  </a:lnTo>
                  <a:lnTo>
                    <a:pt x="1453" y="1876"/>
                  </a:lnTo>
                  <a:cubicBezTo>
                    <a:pt x="1512" y="1936"/>
                    <a:pt x="1596" y="1966"/>
                    <a:pt x="1679" y="1966"/>
                  </a:cubicBezTo>
                  <a:cubicBezTo>
                    <a:pt x="1762" y="1966"/>
                    <a:pt x="1846" y="1936"/>
                    <a:pt x="1905" y="1876"/>
                  </a:cubicBezTo>
                  <a:cubicBezTo>
                    <a:pt x="2024" y="1757"/>
                    <a:pt x="2024" y="1543"/>
                    <a:pt x="1905" y="1424"/>
                  </a:cubicBezTo>
                  <a:lnTo>
                    <a:pt x="1453" y="971"/>
                  </a:lnTo>
                  <a:lnTo>
                    <a:pt x="1905" y="543"/>
                  </a:lnTo>
                  <a:cubicBezTo>
                    <a:pt x="2024" y="424"/>
                    <a:pt x="2024" y="209"/>
                    <a:pt x="1905" y="90"/>
                  </a:cubicBezTo>
                  <a:cubicBezTo>
                    <a:pt x="1846" y="31"/>
                    <a:pt x="1762" y="1"/>
                    <a:pt x="1679" y="1"/>
                  </a:cubicBezTo>
                  <a:cubicBezTo>
                    <a:pt x="1596" y="1"/>
                    <a:pt x="1512" y="31"/>
                    <a:pt x="1453" y="90"/>
                  </a:cubicBezTo>
                  <a:lnTo>
                    <a:pt x="1000" y="543"/>
                  </a:lnTo>
                  <a:lnTo>
                    <a:pt x="572" y="90"/>
                  </a:lnTo>
                  <a:cubicBezTo>
                    <a:pt x="512" y="31"/>
                    <a:pt x="429" y="1"/>
                    <a:pt x="346"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9" name="Google Shape;22699;p144"/>
            <p:cNvSpPr/>
            <p:nvPr/>
          </p:nvSpPr>
          <p:spPr>
            <a:xfrm>
              <a:off x="3337831" y="3833939"/>
              <a:ext cx="34158" cy="64018"/>
            </a:xfrm>
            <a:custGeom>
              <a:avLst/>
              <a:gdLst/>
              <a:ahLst/>
              <a:cxnLst/>
              <a:rect l="l" t="t" r="r" b="b"/>
              <a:pathLst>
                <a:path w="1049" h="1966" extrusionOk="0">
                  <a:moveTo>
                    <a:pt x="679" y="1"/>
                  </a:moveTo>
                  <a:cubicBezTo>
                    <a:pt x="596" y="1"/>
                    <a:pt x="512" y="31"/>
                    <a:pt x="453" y="90"/>
                  </a:cubicBezTo>
                  <a:lnTo>
                    <a:pt x="0" y="543"/>
                  </a:lnTo>
                  <a:lnTo>
                    <a:pt x="0" y="1424"/>
                  </a:lnTo>
                  <a:lnTo>
                    <a:pt x="453" y="1876"/>
                  </a:lnTo>
                  <a:cubicBezTo>
                    <a:pt x="512" y="1936"/>
                    <a:pt x="596" y="1966"/>
                    <a:pt x="679" y="1966"/>
                  </a:cubicBezTo>
                  <a:cubicBezTo>
                    <a:pt x="762" y="1966"/>
                    <a:pt x="846" y="1936"/>
                    <a:pt x="905" y="1876"/>
                  </a:cubicBezTo>
                  <a:cubicBezTo>
                    <a:pt x="1024" y="1757"/>
                    <a:pt x="1024" y="1543"/>
                    <a:pt x="905" y="1424"/>
                  </a:cubicBezTo>
                  <a:lnTo>
                    <a:pt x="453" y="971"/>
                  </a:lnTo>
                  <a:lnTo>
                    <a:pt x="905" y="543"/>
                  </a:lnTo>
                  <a:cubicBezTo>
                    <a:pt x="1048" y="424"/>
                    <a:pt x="1048" y="209"/>
                    <a:pt x="905" y="90"/>
                  </a:cubicBezTo>
                  <a:cubicBezTo>
                    <a:pt x="846" y="31"/>
                    <a:pt x="762" y="1"/>
                    <a:pt x="679"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0" name="Google Shape;22700;p144"/>
            <p:cNvSpPr/>
            <p:nvPr/>
          </p:nvSpPr>
          <p:spPr>
            <a:xfrm>
              <a:off x="3337831" y="3642211"/>
              <a:ext cx="41908" cy="81471"/>
            </a:xfrm>
            <a:custGeom>
              <a:avLst/>
              <a:gdLst/>
              <a:ahLst/>
              <a:cxnLst/>
              <a:rect l="l" t="t" r="r" b="b"/>
              <a:pathLst>
                <a:path w="1287" h="2502" extrusionOk="0">
                  <a:moveTo>
                    <a:pt x="0" y="1"/>
                  </a:moveTo>
                  <a:lnTo>
                    <a:pt x="0" y="2501"/>
                  </a:lnTo>
                  <a:cubicBezTo>
                    <a:pt x="191" y="2501"/>
                    <a:pt x="334" y="2335"/>
                    <a:pt x="334" y="2168"/>
                  </a:cubicBezTo>
                  <a:lnTo>
                    <a:pt x="334" y="1549"/>
                  </a:lnTo>
                  <a:lnTo>
                    <a:pt x="953" y="1549"/>
                  </a:lnTo>
                  <a:cubicBezTo>
                    <a:pt x="1144" y="1549"/>
                    <a:pt x="1263" y="1382"/>
                    <a:pt x="1286" y="1311"/>
                  </a:cubicBezTo>
                  <a:cubicBezTo>
                    <a:pt x="1286" y="1096"/>
                    <a:pt x="1144" y="953"/>
                    <a:pt x="953" y="953"/>
                  </a:cubicBezTo>
                  <a:lnTo>
                    <a:pt x="334" y="953"/>
                  </a:lnTo>
                  <a:lnTo>
                    <a:pt x="334" y="310"/>
                  </a:lnTo>
                  <a:cubicBezTo>
                    <a:pt x="334" y="144"/>
                    <a:pt x="191" y="1"/>
                    <a:pt x="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1" name="Google Shape;22701;p144"/>
            <p:cNvSpPr/>
            <p:nvPr/>
          </p:nvSpPr>
          <p:spPr>
            <a:xfrm>
              <a:off x="3523176" y="3876400"/>
              <a:ext cx="41908" cy="20189"/>
            </a:xfrm>
            <a:custGeom>
              <a:avLst/>
              <a:gdLst/>
              <a:ahLst/>
              <a:cxnLst/>
              <a:rect l="l" t="t" r="r" b="b"/>
              <a:pathLst>
                <a:path w="1287" h="620" extrusionOk="0">
                  <a:moveTo>
                    <a:pt x="0" y="1"/>
                  </a:moveTo>
                  <a:lnTo>
                    <a:pt x="0" y="620"/>
                  </a:lnTo>
                  <a:lnTo>
                    <a:pt x="929" y="620"/>
                  </a:lnTo>
                  <a:cubicBezTo>
                    <a:pt x="1072" y="620"/>
                    <a:pt x="1215" y="477"/>
                    <a:pt x="1286" y="358"/>
                  </a:cubicBezTo>
                  <a:cubicBezTo>
                    <a:pt x="1286" y="144"/>
                    <a:pt x="1143" y="1"/>
                    <a:pt x="95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2" name="Google Shape;22702;p144"/>
            <p:cNvSpPr/>
            <p:nvPr/>
          </p:nvSpPr>
          <p:spPr>
            <a:xfrm>
              <a:off x="3523176" y="3834525"/>
              <a:ext cx="41908" cy="20970"/>
            </a:xfrm>
            <a:custGeom>
              <a:avLst/>
              <a:gdLst/>
              <a:ahLst/>
              <a:cxnLst/>
              <a:rect l="l" t="t" r="r" b="b"/>
              <a:pathLst>
                <a:path w="1287" h="644" extrusionOk="0">
                  <a:moveTo>
                    <a:pt x="0" y="1"/>
                  </a:moveTo>
                  <a:lnTo>
                    <a:pt x="0" y="644"/>
                  </a:lnTo>
                  <a:lnTo>
                    <a:pt x="929" y="644"/>
                  </a:lnTo>
                  <a:cubicBezTo>
                    <a:pt x="1072" y="644"/>
                    <a:pt x="1215" y="525"/>
                    <a:pt x="1286" y="358"/>
                  </a:cubicBezTo>
                  <a:cubicBezTo>
                    <a:pt x="1286" y="167"/>
                    <a:pt x="1143" y="1"/>
                    <a:pt x="95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3" name="Google Shape;22703;p144"/>
            <p:cNvSpPr/>
            <p:nvPr/>
          </p:nvSpPr>
          <p:spPr>
            <a:xfrm>
              <a:off x="3523176" y="3670898"/>
              <a:ext cx="41908" cy="21752"/>
            </a:xfrm>
            <a:custGeom>
              <a:avLst/>
              <a:gdLst/>
              <a:ahLst/>
              <a:cxnLst/>
              <a:rect l="l" t="t" r="r" b="b"/>
              <a:pathLst>
                <a:path w="1287" h="668" extrusionOk="0">
                  <a:moveTo>
                    <a:pt x="0" y="1"/>
                  </a:moveTo>
                  <a:lnTo>
                    <a:pt x="0" y="668"/>
                  </a:lnTo>
                  <a:lnTo>
                    <a:pt x="929" y="668"/>
                  </a:lnTo>
                  <a:cubicBezTo>
                    <a:pt x="1072" y="668"/>
                    <a:pt x="1215" y="501"/>
                    <a:pt x="1286" y="358"/>
                  </a:cubicBezTo>
                  <a:cubicBezTo>
                    <a:pt x="1286" y="144"/>
                    <a:pt x="1143" y="1"/>
                    <a:pt x="95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04" name="Google Shape;22704;p144"/>
          <p:cNvGrpSpPr/>
          <p:nvPr/>
        </p:nvGrpSpPr>
        <p:grpSpPr>
          <a:xfrm>
            <a:off x="2518167" y="3446861"/>
            <a:ext cx="350535" cy="348028"/>
            <a:chOff x="2518167" y="3599261"/>
            <a:chExt cx="350535" cy="348028"/>
          </a:xfrm>
        </p:grpSpPr>
        <p:sp>
          <p:nvSpPr>
            <p:cNvPr id="22705" name="Google Shape;22705;p144"/>
            <p:cNvSpPr/>
            <p:nvPr/>
          </p:nvSpPr>
          <p:spPr>
            <a:xfrm>
              <a:off x="2518167" y="3825212"/>
              <a:ext cx="83783" cy="20221"/>
            </a:xfrm>
            <a:custGeom>
              <a:avLst/>
              <a:gdLst/>
              <a:ahLst/>
              <a:cxnLst/>
              <a:rect l="l" t="t" r="r" b="b"/>
              <a:pathLst>
                <a:path w="2573" h="621" extrusionOk="0">
                  <a:moveTo>
                    <a:pt x="334" y="1"/>
                  </a:moveTo>
                  <a:cubicBezTo>
                    <a:pt x="143" y="1"/>
                    <a:pt x="0" y="168"/>
                    <a:pt x="24" y="358"/>
                  </a:cubicBezTo>
                  <a:cubicBezTo>
                    <a:pt x="48" y="501"/>
                    <a:pt x="215" y="620"/>
                    <a:pt x="358" y="620"/>
                  </a:cubicBezTo>
                  <a:lnTo>
                    <a:pt x="2263" y="620"/>
                  </a:lnTo>
                  <a:cubicBezTo>
                    <a:pt x="2430" y="620"/>
                    <a:pt x="2572" y="453"/>
                    <a:pt x="2549" y="263"/>
                  </a:cubicBezTo>
                  <a:cubicBezTo>
                    <a:pt x="2525" y="120"/>
                    <a:pt x="2382" y="1"/>
                    <a:pt x="2239" y="1"/>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6" name="Google Shape;22706;p144"/>
            <p:cNvSpPr/>
            <p:nvPr/>
          </p:nvSpPr>
          <p:spPr>
            <a:xfrm>
              <a:off x="2518167" y="3783369"/>
              <a:ext cx="83783" cy="20189"/>
            </a:xfrm>
            <a:custGeom>
              <a:avLst/>
              <a:gdLst/>
              <a:ahLst/>
              <a:cxnLst/>
              <a:rect l="l" t="t" r="r" b="b"/>
              <a:pathLst>
                <a:path w="2573" h="620" extrusionOk="0">
                  <a:moveTo>
                    <a:pt x="334" y="0"/>
                  </a:moveTo>
                  <a:cubicBezTo>
                    <a:pt x="143" y="0"/>
                    <a:pt x="0" y="191"/>
                    <a:pt x="24" y="357"/>
                  </a:cubicBezTo>
                  <a:cubicBezTo>
                    <a:pt x="48" y="500"/>
                    <a:pt x="215" y="619"/>
                    <a:pt x="358" y="619"/>
                  </a:cubicBezTo>
                  <a:lnTo>
                    <a:pt x="2263" y="619"/>
                  </a:lnTo>
                  <a:cubicBezTo>
                    <a:pt x="2430" y="619"/>
                    <a:pt x="2572" y="476"/>
                    <a:pt x="2549" y="262"/>
                  </a:cubicBezTo>
                  <a:cubicBezTo>
                    <a:pt x="2525" y="119"/>
                    <a:pt x="2382" y="0"/>
                    <a:pt x="2239"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7" name="Google Shape;22707;p144"/>
            <p:cNvSpPr/>
            <p:nvPr/>
          </p:nvSpPr>
          <p:spPr>
            <a:xfrm>
              <a:off x="2518167" y="3701930"/>
              <a:ext cx="83783" cy="20189"/>
            </a:xfrm>
            <a:custGeom>
              <a:avLst/>
              <a:gdLst/>
              <a:ahLst/>
              <a:cxnLst/>
              <a:rect l="l" t="t" r="r" b="b"/>
              <a:pathLst>
                <a:path w="2573" h="620" extrusionOk="0">
                  <a:moveTo>
                    <a:pt x="334" y="1"/>
                  </a:moveTo>
                  <a:cubicBezTo>
                    <a:pt x="143" y="1"/>
                    <a:pt x="0" y="191"/>
                    <a:pt x="24" y="358"/>
                  </a:cubicBezTo>
                  <a:cubicBezTo>
                    <a:pt x="48" y="501"/>
                    <a:pt x="215" y="620"/>
                    <a:pt x="358" y="620"/>
                  </a:cubicBezTo>
                  <a:lnTo>
                    <a:pt x="2263" y="620"/>
                  </a:lnTo>
                  <a:cubicBezTo>
                    <a:pt x="2430" y="620"/>
                    <a:pt x="2572" y="477"/>
                    <a:pt x="2549" y="262"/>
                  </a:cubicBezTo>
                  <a:cubicBezTo>
                    <a:pt x="2525" y="120"/>
                    <a:pt x="2382" y="1"/>
                    <a:pt x="2239" y="1"/>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8" name="Google Shape;22708;p144"/>
            <p:cNvSpPr/>
            <p:nvPr/>
          </p:nvSpPr>
          <p:spPr>
            <a:xfrm>
              <a:off x="2518167" y="3743024"/>
              <a:ext cx="83783" cy="20189"/>
            </a:xfrm>
            <a:custGeom>
              <a:avLst/>
              <a:gdLst/>
              <a:ahLst/>
              <a:cxnLst/>
              <a:rect l="l" t="t" r="r" b="b"/>
              <a:pathLst>
                <a:path w="2573" h="620" extrusionOk="0">
                  <a:moveTo>
                    <a:pt x="334" y="1"/>
                  </a:moveTo>
                  <a:cubicBezTo>
                    <a:pt x="143" y="1"/>
                    <a:pt x="0" y="167"/>
                    <a:pt x="24" y="358"/>
                  </a:cubicBezTo>
                  <a:cubicBezTo>
                    <a:pt x="48" y="501"/>
                    <a:pt x="215" y="620"/>
                    <a:pt x="358" y="620"/>
                  </a:cubicBezTo>
                  <a:lnTo>
                    <a:pt x="2263" y="620"/>
                  </a:lnTo>
                  <a:cubicBezTo>
                    <a:pt x="2430" y="620"/>
                    <a:pt x="2572" y="477"/>
                    <a:pt x="2549" y="263"/>
                  </a:cubicBezTo>
                  <a:cubicBezTo>
                    <a:pt x="2525" y="120"/>
                    <a:pt x="2382" y="1"/>
                    <a:pt x="2239" y="1"/>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9" name="Google Shape;22709;p144"/>
            <p:cNvSpPr/>
            <p:nvPr/>
          </p:nvSpPr>
          <p:spPr>
            <a:xfrm>
              <a:off x="2518167" y="3783369"/>
              <a:ext cx="83783" cy="20189"/>
            </a:xfrm>
            <a:custGeom>
              <a:avLst/>
              <a:gdLst/>
              <a:ahLst/>
              <a:cxnLst/>
              <a:rect l="l" t="t" r="r" b="b"/>
              <a:pathLst>
                <a:path w="2573" h="620" extrusionOk="0">
                  <a:moveTo>
                    <a:pt x="334" y="0"/>
                  </a:moveTo>
                  <a:cubicBezTo>
                    <a:pt x="143" y="0"/>
                    <a:pt x="0" y="191"/>
                    <a:pt x="24" y="357"/>
                  </a:cubicBezTo>
                  <a:cubicBezTo>
                    <a:pt x="48" y="500"/>
                    <a:pt x="215" y="619"/>
                    <a:pt x="358" y="619"/>
                  </a:cubicBezTo>
                  <a:lnTo>
                    <a:pt x="2263" y="619"/>
                  </a:lnTo>
                  <a:cubicBezTo>
                    <a:pt x="2430" y="619"/>
                    <a:pt x="2572" y="476"/>
                    <a:pt x="2549" y="262"/>
                  </a:cubicBezTo>
                  <a:cubicBezTo>
                    <a:pt x="2525" y="119"/>
                    <a:pt x="2382" y="0"/>
                    <a:pt x="2239"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0" name="Google Shape;22710;p144"/>
            <p:cNvSpPr/>
            <p:nvPr/>
          </p:nvSpPr>
          <p:spPr>
            <a:xfrm>
              <a:off x="2518167" y="3783369"/>
              <a:ext cx="83783" cy="20189"/>
            </a:xfrm>
            <a:custGeom>
              <a:avLst/>
              <a:gdLst/>
              <a:ahLst/>
              <a:cxnLst/>
              <a:rect l="l" t="t" r="r" b="b"/>
              <a:pathLst>
                <a:path w="2573" h="620" extrusionOk="0">
                  <a:moveTo>
                    <a:pt x="334" y="0"/>
                  </a:moveTo>
                  <a:cubicBezTo>
                    <a:pt x="143" y="0"/>
                    <a:pt x="0" y="191"/>
                    <a:pt x="24" y="357"/>
                  </a:cubicBezTo>
                  <a:cubicBezTo>
                    <a:pt x="48" y="500"/>
                    <a:pt x="215" y="619"/>
                    <a:pt x="358" y="619"/>
                  </a:cubicBezTo>
                  <a:lnTo>
                    <a:pt x="2263" y="619"/>
                  </a:lnTo>
                  <a:cubicBezTo>
                    <a:pt x="2430" y="619"/>
                    <a:pt x="2572" y="476"/>
                    <a:pt x="2549" y="262"/>
                  </a:cubicBezTo>
                  <a:cubicBezTo>
                    <a:pt x="2525" y="119"/>
                    <a:pt x="2382" y="0"/>
                    <a:pt x="2239"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1" name="Google Shape;22711;p144"/>
            <p:cNvSpPr/>
            <p:nvPr/>
          </p:nvSpPr>
          <p:spPr>
            <a:xfrm>
              <a:off x="2622856" y="3865459"/>
              <a:ext cx="20189" cy="81830"/>
            </a:xfrm>
            <a:custGeom>
              <a:avLst/>
              <a:gdLst/>
              <a:ahLst/>
              <a:cxnLst/>
              <a:rect l="l" t="t" r="r" b="b"/>
              <a:pathLst>
                <a:path w="620" h="2513" extrusionOk="0">
                  <a:moveTo>
                    <a:pt x="304" y="1"/>
                  </a:moveTo>
                  <a:cubicBezTo>
                    <a:pt x="290" y="1"/>
                    <a:pt x="276" y="2"/>
                    <a:pt x="262" y="3"/>
                  </a:cubicBezTo>
                  <a:cubicBezTo>
                    <a:pt x="120" y="51"/>
                    <a:pt x="0" y="194"/>
                    <a:pt x="0" y="337"/>
                  </a:cubicBezTo>
                  <a:lnTo>
                    <a:pt x="0" y="2218"/>
                  </a:lnTo>
                  <a:cubicBezTo>
                    <a:pt x="0" y="2385"/>
                    <a:pt x="120" y="2504"/>
                    <a:pt x="262" y="2504"/>
                  </a:cubicBezTo>
                  <a:cubicBezTo>
                    <a:pt x="288" y="2509"/>
                    <a:pt x="312" y="2512"/>
                    <a:pt x="335" y="2512"/>
                  </a:cubicBezTo>
                  <a:cubicBezTo>
                    <a:pt x="508" y="2512"/>
                    <a:pt x="620" y="2365"/>
                    <a:pt x="620" y="2218"/>
                  </a:cubicBezTo>
                  <a:lnTo>
                    <a:pt x="620" y="313"/>
                  </a:lnTo>
                  <a:cubicBezTo>
                    <a:pt x="620" y="136"/>
                    <a:pt x="476" y="1"/>
                    <a:pt x="304" y="1"/>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2" name="Google Shape;22712;p144"/>
            <p:cNvSpPr/>
            <p:nvPr/>
          </p:nvSpPr>
          <p:spPr>
            <a:xfrm>
              <a:off x="2704262" y="3865459"/>
              <a:ext cx="20221" cy="81830"/>
            </a:xfrm>
            <a:custGeom>
              <a:avLst/>
              <a:gdLst/>
              <a:ahLst/>
              <a:cxnLst/>
              <a:rect l="l" t="t" r="r" b="b"/>
              <a:pathLst>
                <a:path w="621" h="2513" extrusionOk="0">
                  <a:moveTo>
                    <a:pt x="300" y="1"/>
                  </a:moveTo>
                  <a:cubicBezTo>
                    <a:pt x="288" y="1"/>
                    <a:pt x="275" y="2"/>
                    <a:pt x="263" y="3"/>
                  </a:cubicBezTo>
                  <a:cubicBezTo>
                    <a:pt x="120" y="51"/>
                    <a:pt x="1" y="194"/>
                    <a:pt x="1" y="337"/>
                  </a:cubicBezTo>
                  <a:lnTo>
                    <a:pt x="1" y="2218"/>
                  </a:lnTo>
                  <a:cubicBezTo>
                    <a:pt x="1" y="2385"/>
                    <a:pt x="120" y="2504"/>
                    <a:pt x="263" y="2504"/>
                  </a:cubicBezTo>
                  <a:cubicBezTo>
                    <a:pt x="288" y="2509"/>
                    <a:pt x="313" y="2512"/>
                    <a:pt x="336" y="2512"/>
                  </a:cubicBezTo>
                  <a:cubicBezTo>
                    <a:pt x="509" y="2512"/>
                    <a:pt x="620" y="2365"/>
                    <a:pt x="620" y="2218"/>
                  </a:cubicBezTo>
                  <a:lnTo>
                    <a:pt x="620" y="313"/>
                  </a:lnTo>
                  <a:cubicBezTo>
                    <a:pt x="620" y="136"/>
                    <a:pt x="457" y="1"/>
                    <a:pt x="300"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3" name="Google Shape;22713;p144"/>
            <p:cNvSpPr/>
            <p:nvPr/>
          </p:nvSpPr>
          <p:spPr>
            <a:xfrm>
              <a:off x="2663168" y="3865459"/>
              <a:ext cx="20189" cy="81830"/>
            </a:xfrm>
            <a:custGeom>
              <a:avLst/>
              <a:gdLst/>
              <a:ahLst/>
              <a:cxnLst/>
              <a:rect l="l" t="t" r="r" b="b"/>
              <a:pathLst>
                <a:path w="620" h="2513" extrusionOk="0">
                  <a:moveTo>
                    <a:pt x="304" y="1"/>
                  </a:moveTo>
                  <a:cubicBezTo>
                    <a:pt x="291" y="1"/>
                    <a:pt x="277" y="2"/>
                    <a:pt x="263" y="3"/>
                  </a:cubicBezTo>
                  <a:cubicBezTo>
                    <a:pt x="120" y="51"/>
                    <a:pt x="1" y="194"/>
                    <a:pt x="1" y="337"/>
                  </a:cubicBezTo>
                  <a:lnTo>
                    <a:pt x="1" y="2218"/>
                  </a:lnTo>
                  <a:cubicBezTo>
                    <a:pt x="1" y="2385"/>
                    <a:pt x="120" y="2504"/>
                    <a:pt x="263" y="2504"/>
                  </a:cubicBezTo>
                  <a:cubicBezTo>
                    <a:pt x="288" y="2509"/>
                    <a:pt x="312" y="2512"/>
                    <a:pt x="336" y="2512"/>
                  </a:cubicBezTo>
                  <a:cubicBezTo>
                    <a:pt x="509" y="2512"/>
                    <a:pt x="620" y="2365"/>
                    <a:pt x="620" y="2218"/>
                  </a:cubicBezTo>
                  <a:lnTo>
                    <a:pt x="620" y="313"/>
                  </a:lnTo>
                  <a:cubicBezTo>
                    <a:pt x="620" y="136"/>
                    <a:pt x="477" y="1"/>
                    <a:pt x="304" y="1"/>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4" name="Google Shape;22714;p144"/>
            <p:cNvSpPr/>
            <p:nvPr/>
          </p:nvSpPr>
          <p:spPr>
            <a:xfrm>
              <a:off x="2744607" y="3865459"/>
              <a:ext cx="20970" cy="81830"/>
            </a:xfrm>
            <a:custGeom>
              <a:avLst/>
              <a:gdLst/>
              <a:ahLst/>
              <a:cxnLst/>
              <a:rect l="l" t="t" r="r" b="b"/>
              <a:pathLst>
                <a:path w="644" h="2513" extrusionOk="0">
                  <a:moveTo>
                    <a:pt x="323" y="1"/>
                  </a:moveTo>
                  <a:cubicBezTo>
                    <a:pt x="311" y="1"/>
                    <a:pt x="298" y="2"/>
                    <a:pt x="286" y="3"/>
                  </a:cubicBezTo>
                  <a:cubicBezTo>
                    <a:pt x="119" y="51"/>
                    <a:pt x="0" y="194"/>
                    <a:pt x="0" y="337"/>
                  </a:cubicBezTo>
                  <a:lnTo>
                    <a:pt x="0" y="2218"/>
                  </a:lnTo>
                  <a:cubicBezTo>
                    <a:pt x="0" y="2385"/>
                    <a:pt x="119" y="2504"/>
                    <a:pt x="286" y="2504"/>
                  </a:cubicBezTo>
                  <a:cubicBezTo>
                    <a:pt x="309" y="2509"/>
                    <a:pt x="331" y="2512"/>
                    <a:pt x="352" y="2512"/>
                  </a:cubicBezTo>
                  <a:cubicBezTo>
                    <a:pt x="514" y="2512"/>
                    <a:pt x="643" y="2365"/>
                    <a:pt x="643" y="2218"/>
                  </a:cubicBezTo>
                  <a:lnTo>
                    <a:pt x="643" y="313"/>
                  </a:lnTo>
                  <a:cubicBezTo>
                    <a:pt x="643" y="136"/>
                    <a:pt x="480" y="1"/>
                    <a:pt x="32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5" name="Google Shape;22715;p144"/>
            <p:cNvSpPr/>
            <p:nvPr/>
          </p:nvSpPr>
          <p:spPr>
            <a:xfrm>
              <a:off x="2784919" y="3825212"/>
              <a:ext cx="83783" cy="20221"/>
            </a:xfrm>
            <a:custGeom>
              <a:avLst/>
              <a:gdLst/>
              <a:ahLst/>
              <a:cxnLst/>
              <a:rect l="l" t="t" r="r" b="b"/>
              <a:pathLst>
                <a:path w="2573" h="621" extrusionOk="0">
                  <a:moveTo>
                    <a:pt x="310" y="1"/>
                  </a:moveTo>
                  <a:cubicBezTo>
                    <a:pt x="144" y="1"/>
                    <a:pt x="1" y="168"/>
                    <a:pt x="24" y="358"/>
                  </a:cubicBezTo>
                  <a:cubicBezTo>
                    <a:pt x="48" y="501"/>
                    <a:pt x="191" y="620"/>
                    <a:pt x="358" y="620"/>
                  </a:cubicBezTo>
                  <a:lnTo>
                    <a:pt x="2263" y="620"/>
                  </a:lnTo>
                  <a:cubicBezTo>
                    <a:pt x="2430" y="620"/>
                    <a:pt x="2573" y="453"/>
                    <a:pt x="2549" y="263"/>
                  </a:cubicBezTo>
                  <a:cubicBezTo>
                    <a:pt x="2525" y="120"/>
                    <a:pt x="2382" y="1"/>
                    <a:pt x="221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6" name="Google Shape;22716;p144"/>
            <p:cNvSpPr/>
            <p:nvPr/>
          </p:nvSpPr>
          <p:spPr>
            <a:xfrm>
              <a:off x="2784919" y="3783369"/>
              <a:ext cx="83783" cy="20189"/>
            </a:xfrm>
            <a:custGeom>
              <a:avLst/>
              <a:gdLst/>
              <a:ahLst/>
              <a:cxnLst/>
              <a:rect l="l" t="t" r="r" b="b"/>
              <a:pathLst>
                <a:path w="2573" h="620" extrusionOk="0">
                  <a:moveTo>
                    <a:pt x="310" y="0"/>
                  </a:moveTo>
                  <a:cubicBezTo>
                    <a:pt x="144" y="0"/>
                    <a:pt x="1" y="191"/>
                    <a:pt x="24" y="357"/>
                  </a:cubicBezTo>
                  <a:cubicBezTo>
                    <a:pt x="48" y="500"/>
                    <a:pt x="191" y="619"/>
                    <a:pt x="358" y="619"/>
                  </a:cubicBezTo>
                  <a:lnTo>
                    <a:pt x="2263" y="619"/>
                  </a:lnTo>
                  <a:cubicBezTo>
                    <a:pt x="2430" y="619"/>
                    <a:pt x="2573" y="476"/>
                    <a:pt x="2549" y="262"/>
                  </a:cubicBezTo>
                  <a:cubicBezTo>
                    <a:pt x="2525" y="119"/>
                    <a:pt x="2382" y="0"/>
                    <a:pt x="2215"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7" name="Google Shape;22717;p144"/>
            <p:cNvSpPr/>
            <p:nvPr/>
          </p:nvSpPr>
          <p:spPr>
            <a:xfrm>
              <a:off x="2784919" y="3743024"/>
              <a:ext cx="83783" cy="20189"/>
            </a:xfrm>
            <a:custGeom>
              <a:avLst/>
              <a:gdLst/>
              <a:ahLst/>
              <a:cxnLst/>
              <a:rect l="l" t="t" r="r" b="b"/>
              <a:pathLst>
                <a:path w="2573" h="620" extrusionOk="0">
                  <a:moveTo>
                    <a:pt x="310" y="1"/>
                  </a:moveTo>
                  <a:cubicBezTo>
                    <a:pt x="144" y="1"/>
                    <a:pt x="1" y="167"/>
                    <a:pt x="24" y="358"/>
                  </a:cubicBezTo>
                  <a:cubicBezTo>
                    <a:pt x="48" y="501"/>
                    <a:pt x="191" y="620"/>
                    <a:pt x="358" y="620"/>
                  </a:cubicBezTo>
                  <a:lnTo>
                    <a:pt x="2263" y="620"/>
                  </a:lnTo>
                  <a:cubicBezTo>
                    <a:pt x="2430" y="620"/>
                    <a:pt x="2573" y="477"/>
                    <a:pt x="2549" y="263"/>
                  </a:cubicBezTo>
                  <a:cubicBezTo>
                    <a:pt x="2525" y="120"/>
                    <a:pt x="2382" y="1"/>
                    <a:pt x="221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8" name="Google Shape;22718;p144"/>
            <p:cNvSpPr/>
            <p:nvPr/>
          </p:nvSpPr>
          <p:spPr>
            <a:xfrm>
              <a:off x="2784919" y="3701930"/>
              <a:ext cx="83783" cy="20189"/>
            </a:xfrm>
            <a:custGeom>
              <a:avLst/>
              <a:gdLst/>
              <a:ahLst/>
              <a:cxnLst/>
              <a:rect l="l" t="t" r="r" b="b"/>
              <a:pathLst>
                <a:path w="2573" h="620" extrusionOk="0">
                  <a:moveTo>
                    <a:pt x="310" y="1"/>
                  </a:moveTo>
                  <a:cubicBezTo>
                    <a:pt x="144" y="1"/>
                    <a:pt x="1" y="191"/>
                    <a:pt x="24" y="358"/>
                  </a:cubicBezTo>
                  <a:cubicBezTo>
                    <a:pt x="48" y="501"/>
                    <a:pt x="191" y="620"/>
                    <a:pt x="358" y="620"/>
                  </a:cubicBezTo>
                  <a:lnTo>
                    <a:pt x="2263" y="620"/>
                  </a:lnTo>
                  <a:cubicBezTo>
                    <a:pt x="2430" y="620"/>
                    <a:pt x="2573" y="477"/>
                    <a:pt x="2549" y="262"/>
                  </a:cubicBezTo>
                  <a:cubicBezTo>
                    <a:pt x="2525" y="120"/>
                    <a:pt x="2382" y="1"/>
                    <a:pt x="221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9" name="Google Shape;22719;p144"/>
            <p:cNvSpPr/>
            <p:nvPr/>
          </p:nvSpPr>
          <p:spPr>
            <a:xfrm>
              <a:off x="2622856" y="3599261"/>
              <a:ext cx="20189" cy="81276"/>
            </a:xfrm>
            <a:custGeom>
              <a:avLst/>
              <a:gdLst/>
              <a:ahLst/>
              <a:cxnLst/>
              <a:rect l="l" t="t" r="r" b="b"/>
              <a:pathLst>
                <a:path w="620" h="2496" extrusionOk="0">
                  <a:moveTo>
                    <a:pt x="336" y="1"/>
                  </a:moveTo>
                  <a:cubicBezTo>
                    <a:pt x="312" y="1"/>
                    <a:pt x="287" y="4"/>
                    <a:pt x="262" y="10"/>
                  </a:cubicBezTo>
                  <a:cubicBezTo>
                    <a:pt x="120" y="34"/>
                    <a:pt x="0" y="177"/>
                    <a:pt x="0" y="320"/>
                  </a:cubicBezTo>
                  <a:lnTo>
                    <a:pt x="0" y="2201"/>
                  </a:lnTo>
                  <a:cubicBezTo>
                    <a:pt x="0" y="2375"/>
                    <a:pt x="100" y="2490"/>
                    <a:pt x="226" y="2490"/>
                  </a:cubicBezTo>
                  <a:cubicBezTo>
                    <a:pt x="238" y="2490"/>
                    <a:pt x="250" y="2489"/>
                    <a:pt x="262" y="2487"/>
                  </a:cubicBezTo>
                  <a:cubicBezTo>
                    <a:pt x="291" y="2493"/>
                    <a:pt x="318" y="2496"/>
                    <a:pt x="343" y="2496"/>
                  </a:cubicBezTo>
                  <a:cubicBezTo>
                    <a:pt x="512" y="2496"/>
                    <a:pt x="620" y="2366"/>
                    <a:pt x="620" y="2201"/>
                  </a:cubicBezTo>
                  <a:lnTo>
                    <a:pt x="620" y="296"/>
                  </a:lnTo>
                  <a:cubicBezTo>
                    <a:pt x="620" y="130"/>
                    <a:pt x="494" y="1"/>
                    <a:pt x="336" y="1"/>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0" name="Google Shape;22720;p144"/>
            <p:cNvSpPr/>
            <p:nvPr/>
          </p:nvSpPr>
          <p:spPr>
            <a:xfrm>
              <a:off x="2663168" y="3599261"/>
              <a:ext cx="20189" cy="81276"/>
            </a:xfrm>
            <a:custGeom>
              <a:avLst/>
              <a:gdLst/>
              <a:ahLst/>
              <a:cxnLst/>
              <a:rect l="l" t="t" r="r" b="b"/>
              <a:pathLst>
                <a:path w="620" h="2496" extrusionOk="0">
                  <a:moveTo>
                    <a:pt x="336" y="1"/>
                  </a:moveTo>
                  <a:cubicBezTo>
                    <a:pt x="312" y="1"/>
                    <a:pt x="288" y="4"/>
                    <a:pt x="263" y="10"/>
                  </a:cubicBezTo>
                  <a:cubicBezTo>
                    <a:pt x="120" y="34"/>
                    <a:pt x="1" y="177"/>
                    <a:pt x="1" y="320"/>
                  </a:cubicBezTo>
                  <a:lnTo>
                    <a:pt x="1" y="2201"/>
                  </a:lnTo>
                  <a:cubicBezTo>
                    <a:pt x="1" y="2375"/>
                    <a:pt x="100" y="2490"/>
                    <a:pt x="227" y="2490"/>
                  </a:cubicBezTo>
                  <a:cubicBezTo>
                    <a:pt x="239" y="2490"/>
                    <a:pt x="251" y="2489"/>
                    <a:pt x="263" y="2487"/>
                  </a:cubicBezTo>
                  <a:cubicBezTo>
                    <a:pt x="291" y="2493"/>
                    <a:pt x="318" y="2496"/>
                    <a:pt x="343" y="2496"/>
                  </a:cubicBezTo>
                  <a:cubicBezTo>
                    <a:pt x="512" y="2496"/>
                    <a:pt x="620" y="2366"/>
                    <a:pt x="620" y="2201"/>
                  </a:cubicBezTo>
                  <a:lnTo>
                    <a:pt x="620" y="296"/>
                  </a:lnTo>
                  <a:cubicBezTo>
                    <a:pt x="620" y="130"/>
                    <a:pt x="494" y="1"/>
                    <a:pt x="336" y="1"/>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1" name="Google Shape;22721;p144"/>
            <p:cNvSpPr/>
            <p:nvPr/>
          </p:nvSpPr>
          <p:spPr>
            <a:xfrm>
              <a:off x="2704262" y="3599261"/>
              <a:ext cx="20221" cy="81276"/>
            </a:xfrm>
            <a:custGeom>
              <a:avLst/>
              <a:gdLst/>
              <a:ahLst/>
              <a:cxnLst/>
              <a:rect l="l" t="t" r="r" b="b"/>
              <a:pathLst>
                <a:path w="621" h="2496" extrusionOk="0">
                  <a:moveTo>
                    <a:pt x="329" y="1"/>
                  </a:moveTo>
                  <a:cubicBezTo>
                    <a:pt x="307" y="1"/>
                    <a:pt x="285" y="4"/>
                    <a:pt x="263" y="10"/>
                  </a:cubicBezTo>
                  <a:cubicBezTo>
                    <a:pt x="120" y="34"/>
                    <a:pt x="1" y="177"/>
                    <a:pt x="1" y="320"/>
                  </a:cubicBezTo>
                  <a:lnTo>
                    <a:pt x="1" y="2201"/>
                  </a:lnTo>
                  <a:cubicBezTo>
                    <a:pt x="1" y="2375"/>
                    <a:pt x="101" y="2490"/>
                    <a:pt x="227" y="2490"/>
                  </a:cubicBezTo>
                  <a:cubicBezTo>
                    <a:pt x="239" y="2490"/>
                    <a:pt x="251" y="2489"/>
                    <a:pt x="263" y="2487"/>
                  </a:cubicBezTo>
                  <a:cubicBezTo>
                    <a:pt x="291" y="2493"/>
                    <a:pt x="318" y="2496"/>
                    <a:pt x="344" y="2496"/>
                  </a:cubicBezTo>
                  <a:cubicBezTo>
                    <a:pt x="512" y="2496"/>
                    <a:pt x="620" y="2366"/>
                    <a:pt x="620" y="2201"/>
                  </a:cubicBezTo>
                  <a:lnTo>
                    <a:pt x="620" y="296"/>
                  </a:lnTo>
                  <a:cubicBezTo>
                    <a:pt x="620" y="130"/>
                    <a:pt x="476" y="1"/>
                    <a:pt x="329"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2" name="Google Shape;22722;p144"/>
            <p:cNvSpPr/>
            <p:nvPr/>
          </p:nvSpPr>
          <p:spPr>
            <a:xfrm>
              <a:off x="2744607" y="3599261"/>
              <a:ext cx="20970" cy="81276"/>
            </a:xfrm>
            <a:custGeom>
              <a:avLst/>
              <a:gdLst/>
              <a:ahLst/>
              <a:cxnLst/>
              <a:rect l="l" t="t" r="r" b="b"/>
              <a:pathLst>
                <a:path w="644" h="2496" extrusionOk="0">
                  <a:moveTo>
                    <a:pt x="353" y="1"/>
                  </a:moveTo>
                  <a:cubicBezTo>
                    <a:pt x="330" y="1"/>
                    <a:pt x="308" y="4"/>
                    <a:pt x="286" y="10"/>
                  </a:cubicBezTo>
                  <a:cubicBezTo>
                    <a:pt x="119" y="34"/>
                    <a:pt x="0" y="177"/>
                    <a:pt x="0" y="320"/>
                  </a:cubicBezTo>
                  <a:lnTo>
                    <a:pt x="0" y="2201"/>
                  </a:lnTo>
                  <a:cubicBezTo>
                    <a:pt x="0" y="2375"/>
                    <a:pt x="100" y="2490"/>
                    <a:pt x="245" y="2490"/>
                  </a:cubicBezTo>
                  <a:cubicBezTo>
                    <a:pt x="258" y="2490"/>
                    <a:pt x="272" y="2489"/>
                    <a:pt x="286" y="2487"/>
                  </a:cubicBezTo>
                  <a:cubicBezTo>
                    <a:pt x="311" y="2493"/>
                    <a:pt x="336" y="2496"/>
                    <a:pt x="360" y="2496"/>
                  </a:cubicBezTo>
                  <a:cubicBezTo>
                    <a:pt x="518" y="2496"/>
                    <a:pt x="643" y="2366"/>
                    <a:pt x="643" y="2201"/>
                  </a:cubicBezTo>
                  <a:lnTo>
                    <a:pt x="643" y="296"/>
                  </a:lnTo>
                  <a:cubicBezTo>
                    <a:pt x="643" y="130"/>
                    <a:pt x="500" y="1"/>
                    <a:pt x="35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3" name="Google Shape;22723;p144"/>
            <p:cNvSpPr/>
            <p:nvPr/>
          </p:nvSpPr>
          <p:spPr>
            <a:xfrm>
              <a:off x="2580980" y="3661618"/>
              <a:ext cx="225691" cy="224909"/>
            </a:xfrm>
            <a:custGeom>
              <a:avLst/>
              <a:gdLst/>
              <a:ahLst/>
              <a:cxnLst/>
              <a:rect l="l" t="t" r="r" b="b"/>
              <a:pathLst>
                <a:path w="6931" h="6907" extrusionOk="0">
                  <a:moveTo>
                    <a:pt x="953" y="0"/>
                  </a:moveTo>
                  <a:cubicBezTo>
                    <a:pt x="453" y="0"/>
                    <a:pt x="0" y="405"/>
                    <a:pt x="0" y="953"/>
                  </a:cubicBezTo>
                  <a:lnTo>
                    <a:pt x="0" y="5954"/>
                  </a:lnTo>
                  <a:cubicBezTo>
                    <a:pt x="0" y="6454"/>
                    <a:pt x="429" y="6906"/>
                    <a:pt x="953" y="6906"/>
                  </a:cubicBezTo>
                  <a:lnTo>
                    <a:pt x="5978" y="6906"/>
                  </a:lnTo>
                  <a:cubicBezTo>
                    <a:pt x="6502" y="6906"/>
                    <a:pt x="6930" y="6478"/>
                    <a:pt x="6930" y="5954"/>
                  </a:cubicBezTo>
                  <a:lnTo>
                    <a:pt x="6930" y="905"/>
                  </a:lnTo>
                  <a:cubicBezTo>
                    <a:pt x="6930" y="405"/>
                    <a:pt x="6526" y="0"/>
                    <a:pt x="5978" y="0"/>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4" name="Google Shape;22724;p144"/>
            <p:cNvSpPr/>
            <p:nvPr/>
          </p:nvSpPr>
          <p:spPr>
            <a:xfrm>
              <a:off x="2694200" y="3661618"/>
              <a:ext cx="112471" cy="224909"/>
            </a:xfrm>
            <a:custGeom>
              <a:avLst/>
              <a:gdLst/>
              <a:ahLst/>
              <a:cxnLst/>
              <a:rect l="l" t="t" r="r" b="b"/>
              <a:pathLst>
                <a:path w="3454" h="6907" extrusionOk="0">
                  <a:moveTo>
                    <a:pt x="0" y="0"/>
                  </a:moveTo>
                  <a:lnTo>
                    <a:pt x="0" y="6906"/>
                  </a:lnTo>
                  <a:lnTo>
                    <a:pt x="2501" y="6906"/>
                  </a:lnTo>
                  <a:cubicBezTo>
                    <a:pt x="3049" y="6906"/>
                    <a:pt x="3453" y="6454"/>
                    <a:pt x="3453" y="5954"/>
                  </a:cubicBezTo>
                  <a:lnTo>
                    <a:pt x="3453" y="905"/>
                  </a:lnTo>
                  <a:cubicBezTo>
                    <a:pt x="3453" y="405"/>
                    <a:pt x="3049" y="0"/>
                    <a:pt x="2501" y="0"/>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5" name="Google Shape;22725;p144"/>
            <p:cNvSpPr/>
            <p:nvPr/>
          </p:nvSpPr>
          <p:spPr>
            <a:xfrm>
              <a:off x="2620544" y="3701149"/>
              <a:ext cx="145815" cy="145033"/>
            </a:xfrm>
            <a:custGeom>
              <a:avLst/>
              <a:gdLst/>
              <a:ahLst/>
              <a:cxnLst/>
              <a:rect l="l" t="t" r="r" b="b"/>
              <a:pathLst>
                <a:path w="4478" h="4454" extrusionOk="0">
                  <a:moveTo>
                    <a:pt x="976" y="1"/>
                  </a:moveTo>
                  <a:cubicBezTo>
                    <a:pt x="810" y="1"/>
                    <a:pt x="667" y="144"/>
                    <a:pt x="667" y="334"/>
                  </a:cubicBezTo>
                  <a:lnTo>
                    <a:pt x="667" y="644"/>
                  </a:lnTo>
                  <a:lnTo>
                    <a:pt x="333" y="644"/>
                  </a:lnTo>
                  <a:cubicBezTo>
                    <a:pt x="143" y="644"/>
                    <a:pt x="0" y="810"/>
                    <a:pt x="0" y="977"/>
                  </a:cubicBezTo>
                  <a:lnTo>
                    <a:pt x="0" y="3478"/>
                  </a:lnTo>
                  <a:cubicBezTo>
                    <a:pt x="0" y="3668"/>
                    <a:pt x="143" y="3811"/>
                    <a:pt x="333" y="3811"/>
                  </a:cubicBezTo>
                  <a:lnTo>
                    <a:pt x="667" y="3811"/>
                  </a:lnTo>
                  <a:lnTo>
                    <a:pt x="667" y="4144"/>
                  </a:lnTo>
                  <a:cubicBezTo>
                    <a:pt x="667" y="4311"/>
                    <a:pt x="810" y="4454"/>
                    <a:pt x="976" y="4454"/>
                  </a:cubicBezTo>
                  <a:lnTo>
                    <a:pt x="3477" y="4454"/>
                  </a:lnTo>
                  <a:cubicBezTo>
                    <a:pt x="3667" y="4454"/>
                    <a:pt x="3810" y="4311"/>
                    <a:pt x="3810" y="4144"/>
                  </a:cubicBezTo>
                  <a:lnTo>
                    <a:pt x="3810" y="3811"/>
                  </a:lnTo>
                  <a:lnTo>
                    <a:pt x="4144" y="3811"/>
                  </a:lnTo>
                  <a:cubicBezTo>
                    <a:pt x="4334" y="3811"/>
                    <a:pt x="4477" y="3668"/>
                    <a:pt x="4477" y="3478"/>
                  </a:cubicBezTo>
                  <a:lnTo>
                    <a:pt x="4477" y="977"/>
                  </a:lnTo>
                  <a:cubicBezTo>
                    <a:pt x="4477" y="810"/>
                    <a:pt x="4334" y="644"/>
                    <a:pt x="4144" y="644"/>
                  </a:cubicBezTo>
                  <a:lnTo>
                    <a:pt x="3810" y="644"/>
                  </a:lnTo>
                  <a:lnTo>
                    <a:pt x="3810" y="334"/>
                  </a:lnTo>
                  <a:cubicBezTo>
                    <a:pt x="3810" y="144"/>
                    <a:pt x="3667" y="1"/>
                    <a:pt x="3477"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6" name="Google Shape;22726;p144"/>
            <p:cNvSpPr/>
            <p:nvPr/>
          </p:nvSpPr>
          <p:spPr>
            <a:xfrm>
              <a:off x="2693419" y="3702712"/>
              <a:ext cx="72940" cy="143470"/>
            </a:xfrm>
            <a:custGeom>
              <a:avLst/>
              <a:gdLst/>
              <a:ahLst/>
              <a:cxnLst/>
              <a:rect l="l" t="t" r="r" b="b"/>
              <a:pathLst>
                <a:path w="2240" h="4406" extrusionOk="0">
                  <a:moveTo>
                    <a:pt x="1" y="0"/>
                  </a:moveTo>
                  <a:lnTo>
                    <a:pt x="1" y="4406"/>
                  </a:lnTo>
                  <a:lnTo>
                    <a:pt x="1239" y="4406"/>
                  </a:lnTo>
                  <a:cubicBezTo>
                    <a:pt x="1429" y="4406"/>
                    <a:pt x="1572" y="4263"/>
                    <a:pt x="1572" y="4096"/>
                  </a:cubicBezTo>
                  <a:lnTo>
                    <a:pt x="1572" y="3763"/>
                  </a:lnTo>
                  <a:lnTo>
                    <a:pt x="1906" y="3763"/>
                  </a:lnTo>
                  <a:cubicBezTo>
                    <a:pt x="2096" y="3763"/>
                    <a:pt x="2239" y="3620"/>
                    <a:pt x="2239" y="3430"/>
                  </a:cubicBezTo>
                  <a:lnTo>
                    <a:pt x="2239" y="929"/>
                  </a:lnTo>
                  <a:cubicBezTo>
                    <a:pt x="2239" y="790"/>
                    <a:pt x="2139" y="650"/>
                    <a:pt x="1995" y="650"/>
                  </a:cubicBezTo>
                  <a:cubicBezTo>
                    <a:pt x="1967" y="650"/>
                    <a:pt x="1937" y="655"/>
                    <a:pt x="1906" y="667"/>
                  </a:cubicBezTo>
                  <a:lnTo>
                    <a:pt x="1572" y="667"/>
                  </a:lnTo>
                  <a:lnTo>
                    <a:pt x="1572" y="334"/>
                  </a:lnTo>
                  <a:cubicBezTo>
                    <a:pt x="1572" y="167"/>
                    <a:pt x="1429" y="0"/>
                    <a:pt x="1239"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27" name="Google Shape;22727;p144"/>
          <p:cNvGrpSpPr/>
          <p:nvPr/>
        </p:nvGrpSpPr>
        <p:grpSpPr>
          <a:xfrm>
            <a:off x="1797006" y="3445623"/>
            <a:ext cx="268315" cy="350535"/>
            <a:chOff x="1797006" y="3598023"/>
            <a:chExt cx="268315" cy="350535"/>
          </a:xfrm>
        </p:grpSpPr>
        <p:sp>
          <p:nvSpPr>
            <p:cNvPr id="22728" name="Google Shape;22728;p144"/>
            <p:cNvSpPr/>
            <p:nvPr/>
          </p:nvSpPr>
          <p:spPr>
            <a:xfrm>
              <a:off x="1797006" y="3701149"/>
              <a:ext cx="267566" cy="247410"/>
            </a:xfrm>
            <a:custGeom>
              <a:avLst/>
              <a:gdLst/>
              <a:ahLst/>
              <a:cxnLst/>
              <a:rect l="l" t="t" r="r" b="b"/>
              <a:pathLst>
                <a:path w="8217" h="7598" extrusionOk="0">
                  <a:moveTo>
                    <a:pt x="976" y="1"/>
                  </a:moveTo>
                  <a:cubicBezTo>
                    <a:pt x="810" y="1"/>
                    <a:pt x="643" y="144"/>
                    <a:pt x="643" y="334"/>
                  </a:cubicBezTo>
                  <a:cubicBezTo>
                    <a:pt x="643" y="4025"/>
                    <a:pt x="24" y="7169"/>
                    <a:pt x="24" y="7193"/>
                  </a:cubicBezTo>
                  <a:cubicBezTo>
                    <a:pt x="0" y="7288"/>
                    <a:pt x="24" y="7383"/>
                    <a:pt x="95" y="7478"/>
                  </a:cubicBezTo>
                  <a:cubicBezTo>
                    <a:pt x="143" y="7526"/>
                    <a:pt x="238" y="7597"/>
                    <a:pt x="333" y="7597"/>
                  </a:cubicBezTo>
                  <a:lnTo>
                    <a:pt x="7859" y="7597"/>
                  </a:lnTo>
                  <a:cubicBezTo>
                    <a:pt x="7954" y="7597"/>
                    <a:pt x="8026" y="7550"/>
                    <a:pt x="8097" y="7478"/>
                  </a:cubicBezTo>
                  <a:cubicBezTo>
                    <a:pt x="8145" y="7383"/>
                    <a:pt x="8192" y="7288"/>
                    <a:pt x="8145" y="7193"/>
                  </a:cubicBezTo>
                  <a:cubicBezTo>
                    <a:pt x="8216" y="7169"/>
                    <a:pt x="7597" y="4025"/>
                    <a:pt x="7597" y="334"/>
                  </a:cubicBezTo>
                  <a:cubicBezTo>
                    <a:pt x="7597" y="144"/>
                    <a:pt x="7430" y="1"/>
                    <a:pt x="7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9" name="Google Shape;22729;p144"/>
            <p:cNvSpPr/>
            <p:nvPr/>
          </p:nvSpPr>
          <p:spPr>
            <a:xfrm>
              <a:off x="1931912" y="3701149"/>
              <a:ext cx="133409" cy="247410"/>
            </a:xfrm>
            <a:custGeom>
              <a:avLst/>
              <a:gdLst/>
              <a:ahLst/>
              <a:cxnLst/>
              <a:rect l="l" t="t" r="r" b="b"/>
              <a:pathLst>
                <a:path w="4097" h="7598" extrusionOk="0">
                  <a:moveTo>
                    <a:pt x="1" y="1"/>
                  </a:moveTo>
                  <a:lnTo>
                    <a:pt x="1" y="7597"/>
                  </a:lnTo>
                  <a:lnTo>
                    <a:pt x="3763" y="7597"/>
                  </a:lnTo>
                  <a:cubicBezTo>
                    <a:pt x="3859" y="7597"/>
                    <a:pt x="3954" y="7526"/>
                    <a:pt x="4002" y="7478"/>
                  </a:cubicBezTo>
                  <a:cubicBezTo>
                    <a:pt x="4073" y="7383"/>
                    <a:pt x="4097" y="7288"/>
                    <a:pt x="4073" y="7193"/>
                  </a:cubicBezTo>
                  <a:cubicBezTo>
                    <a:pt x="4073" y="7169"/>
                    <a:pt x="3454" y="4025"/>
                    <a:pt x="3478" y="334"/>
                  </a:cubicBezTo>
                  <a:cubicBezTo>
                    <a:pt x="3478" y="144"/>
                    <a:pt x="3335" y="1"/>
                    <a:pt x="3144" y="1"/>
                  </a:cubicBezTo>
                  <a:close/>
                </a:path>
              </a:pathLst>
            </a:custGeom>
            <a:solidFill>
              <a:srgbClr val="7C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0" name="Google Shape;22730;p144"/>
            <p:cNvSpPr/>
            <p:nvPr/>
          </p:nvSpPr>
          <p:spPr>
            <a:xfrm>
              <a:off x="1858256" y="3598023"/>
              <a:ext cx="145033" cy="165287"/>
            </a:xfrm>
            <a:custGeom>
              <a:avLst/>
              <a:gdLst/>
              <a:ahLst/>
              <a:cxnLst/>
              <a:rect l="l" t="t" r="r" b="b"/>
              <a:pathLst>
                <a:path w="4454" h="5076" extrusionOk="0">
                  <a:moveTo>
                    <a:pt x="2144" y="0"/>
                  </a:moveTo>
                  <a:cubicBezTo>
                    <a:pt x="953" y="72"/>
                    <a:pt x="0" y="1048"/>
                    <a:pt x="0" y="2239"/>
                  </a:cubicBezTo>
                  <a:lnTo>
                    <a:pt x="0" y="4739"/>
                  </a:lnTo>
                  <a:cubicBezTo>
                    <a:pt x="0" y="4938"/>
                    <a:pt x="144" y="5075"/>
                    <a:pt x="316" y="5075"/>
                  </a:cubicBezTo>
                  <a:cubicBezTo>
                    <a:pt x="330" y="5075"/>
                    <a:pt x="344" y="5075"/>
                    <a:pt x="358" y="5073"/>
                  </a:cubicBezTo>
                  <a:cubicBezTo>
                    <a:pt x="524" y="5049"/>
                    <a:pt x="643" y="4882"/>
                    <a:pt x="643" y="4739"/>
                  </a:cubicBezTo>
                  <a:lnTo>
                    <a:pt x="643" y="2239"/>
                  </a:lnTo>
                  <a:cubicBezTo>
                    <a:pt x="643" y="1372"/>
                    <a:pt x="1358" y="667"/>
                    <a:pt x="2243" y="667"/>
                  </a:cubicBezTo>
                  <a:cubicBezTo>
                    <a:pt x="2257" y="667"/>
                    <a:pt x="2272" y="667"/>
                    <a:pt x="2287" y="667"/>
                  </a:cubicBezTo>
                  <a:cubicBezTo>
                    <a:pt x="3144" y="691"/>
                    <a:pt x="3811" y="1382"/>
                    <a:pt x="3811" y="2239"/>
                  </a:cubicBezTo>
                  <a:lnTo>
                    <a:pt x="3811" y="4739"/>
                  </a:lnTo>
                  <a:cubicBezTo>
                    <a:pt x="3811" y="4938"/>
                    <a:pt x="3954" y="5075"/>
                    <a:pt x="4127" y="5075"/>
                  </a:cubicBezTo>
                  <a:cubicBezTo>
                    <a:pt x="4140" y="5075"/>
                    <a:pt x="4154" y="5075"/>
                    <a:pt x="4168" y="5073"/>
                  </a:cubicBezTo>
                  <a:cubicBezTo>
                    <a:pt x="4335" y="5049"/>
                    <a:pt x="4454" y="4882"/>
                    <a:pt x="4454" y="4739"/>
                  </a:cubicBezTo>
                  <a:lnTo>
                    <a:pt x="4454" y="2239"/>
                  </a:lnTo>
                  <a:cubicBezTo>
                    <a:pt x="4454" y="1001"/>
                    <a:pt x="3406" y="0"/>
                    <a:pt x="2144"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1" name="Google Shape;22731;p144"/>
            <p:cNvSpPr/>
            <p:nvPr/>
          </p:nvSpPr>
          <p:spPr>
            <a:xfrm>
              <a:off x="1930382" y="3599586"/>
              <a:ext cx="72907" cy="163724"/>
            </a:xfrm>
            <a:custGeom>
              <a:avLst/>
              <a:gdLst/>
              <a:ahLst/>
              <a:cxnLst/>
              <a:rect l="l" t="t" r="r" b="b"/>
              <a:pathLst>
                <a:path w="2239" h="5028" extrusionOk="0">
                  <a:moveTo>
                    <a:pt x="0" y="0"/>
                  </a:moveTo>
                  <a:lnTo>
                    <a:pt x="0" y="619"/>
                  </a:lnTo>
                  <a:cubicBezTo>
                    <a:pt x="881" y="619"/>
                    <a:pt x="1596" y="1334"/>
                    <a:pt x="1596" y="2191"/>
                  </a:cubicBezTo>
                  <a:lnTo>
                    <a:pt x="1596" y="4691"/>
                  </a:lnTo>
                  <a:cubicBezTo>
                    <a:pt x="1596" y="4890"/>
                    <a:pt x="1739" y="5027"/>
                    <a:pt x="1912" y="5027"/>
                  </a:cubicBezTo>
                  <a:cubicBezTo>
                    <a:pt x="1925" y="5027"/>
                    <a:pt x="1939" y="5027"/>
                    <a:pt x="1953" y="5025"/>
                  </a:cubicBezTo>
                  <a:cubicBezTo>
                    <a:pt x="2120" y="5001"/>
                    <a:pt x="2239" y="4834"/>
                    <a:pt x="2239" y="4691"/>
                  </a:cubicBezTo>
                  <a:lnTo>
                    <a:pt x="2239" y="2191"/>
                  </a:lnTo>
                  <a:cubicBezTo>
                    <a:pt x="2239" y="976"/>
                    <a:pt x="1262" y="0"/>
                    <a:pt x="0"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32" name="Google Shape;22732;p144"/>
          <p:cNvGrpSpPr/>
          <p:nvPr/>
        </p:nvGrpSpPr>
        <p:grpSpPr>
          <a:xfrm>
            <a:off x="1057967" y="3447186"/>
            <a:ext cx="247410" cy="348972"/>
            <a:chOff x="1057967" y="3599586"/>
            <a:chExt cx="247410" cy="348972"/>
          </a:xfrm>
        </p:grpSpPr>
        <p:sp>
          <p:nvSpPr>
            <p:cNvPr id="22733" name="Google Shape;22733;p144"/>
            <p:cNvSpPr/>
            <p:nvPr/>
          </p:nvSpPr>
          <p:spPr>
            <a:xfrm>
              <a:off x="1122343" y="3599586"/>
              <a:ext cx="121002" cy="132627"/>
            </a:xfrm>
            <a:custGeom>
              <a:avLst/>
              <a:gdLst/>
              <a:ahLst/>
              <a:cxnLst/>
              <a:rect l="l" t="t" r="r" b="b"/>
              <a:pathLst>
                <a:path w="3716" h="4073" extrusionOk="0">
                  <a:moveTo>
                    <a:pt x="1834" y="0"/>
                  </a:moveTo>
                  <a:cubicBezTo>
                    <a:pt x="1691" y="0"/>
                    <a:pt x="1548" y="119"/>
                    <a:pt x="1548" y="262"/>
                  </a:cubicBezTo>
                  <a:cubicBezTo>
                    <a:pt x="1477" y="357"/>
                    <a:pt x="1310" y="524"/>
                    <a:pt x="1144" y="667"/>
                  </a:cubicBezTo>
                  <a:cubicBezTo>
                    <a:pt x="643" y="1191"/>
                    <a:pt x="0" y="1905"/>
                    <a:pt x="0" y="2620"/>
                  </a:cubicBezTo>
                  <a:cubicBezTo>
                    <a:pt x="0" y="3263"/>
                    <a:pt x="429" y="3834"/>
                    <a:pt x="1120" y="4072"/>
                  </a:cubicBezTo>
                  <a:lnTo>
                    <a:pt x="2549" y="4072"/>
                  </a:lnTo>
                  <a:cubicBezTo>
                    <a:pt x="3263" y="3834"/>
                    <a:pt x="3715" y="3263"/>
                    <a:pt x="3715" y="2620"/>
                  </a:cubicBezTo>
                  <a:cubicBezTo>
                    <a:pt x="3692" y="1905"/>
                    <a:pt x="3001" y="1191"/>
                    <a:pt x="2525" y="667"/>
                  </a:cubicBezTo>
                  <a:cubicBezTo>
                    <a:pt x="2382" y="524"/>
                    <a:pt x="2191" y="310"/>
                    <a:pt x="2144" y="262"/>
                  </a:cubicBezTo>
                  <a:cubicBezTo>
                    <a:pt x="2096" y="119"/>
                    <a:pt x="1977" y="0"/>
                    <a:pt x="1834"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4" name="Google Shape;22734;p144"/>
            <p:cNvSpPr/>
            <p:nvPr/>
          </p:nvSpPr>
          <p:spPr>
            <a:xfrm>
              <a:off x="1182063" y="3599586"/>
              <a:ext cx="61283" cy="132627"/>
            </a:xfrm>
            <a:custGeom>
              <a:avLst/>
              <a:gdLst/>
              <a:ahLst/>
              <a:cxnLst/>
              <a:rect l="l" t="t" r="r" b="b"/>
              <a:pathLst>
                <a:path w="1882" h="4073" extrusionOk="0">
                  <a:moveTo>
                    <a:pt x="0" y="0"/>
                  </a:moveTo>
                  <a:lnTo>
                    <a:pt x="0" y="4072"/>
                  </a:lnTo>
                  <a:lnTo>
                    <a:pt x="715" y="4072"/>
                  </a:lnTo>
                  <a:cubicBezTo>
                    <a:pt x="1429" y="3834"/>
                    <a:pt x="1881" y="3286"/>
                    <a:pt x="1881" y="2620"/>
                  </a:cubicBezTo>
                  <a:cubicBezTo>
                    <a:pt x="1881" y="1905"/>
                    <a:pt x="1191" y="1191"/>
                    <a:pt x="691" y="667"/>
                  </a:cubicBezTo>
                  <a:cubicBezTo>
                    <a:pt x="548" y="524"/>
                    <a:pt x="357" y="310"/>
                    <a:pt x="310" y="262"/>
                  </a:cubicBezTo>
                  <a:cubicBezTo>
                    <a:pt x="262" y="119"/>
                    <a:pt x="143" y="0"/>
                    <a:pt x="0"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5" name="Google Shape;22735;p144"/>
            <p:cNvSpPr/>
            <p:nvPr/>
          </p:nvSpPr>
          <p:spPr>
            <a:xfrm>
              <a:off x="1078905" y="3753118"/>
              <a:ext cx="209409" cy="176065"/>
            </a:xfrm>
            <a:custGeom>
              <a:avLst/>
              <a:gdLst/>
              <a:ahLst/>
              <a:cxnLst/>
              <a:rect l="l" t="t" r="r" b="b"/>
              <a:pathLst>
                <a:path w="6431" h="5407" extrusionOk="0">
                  <a:moveTo>
                    <a:pt x="1930" y="0"/>
                  </a:moveTo>
                  <a:lnTo>
                    <a:pt x="1930" y="334"/>
                  </a:lnTo>
                  <a:cubicBezTo>
                    <a:pt x="1930" y="2429"/>
                    <a:pt x="739" y="4239"/>
                    <a:pt x="739" y="4263"/>
                  </a:cubicBezTo>
                  <a:lnTo>
                    <a:pt x="1" y="5406"/>
                  </a:lnTo>
                  <a:lnTo>
                    <a:pt x="6431" y="5406"/>
                  </a:lnTo>
                  <a:lnTo>
                    <a:pt x="5621" y="4263"/>
                  </a:lnTo>
                  <a:cubicBezTo>
                    <a:pt x="5621" y="4239"/>
                    <a:pt x="4430" y="2429"/>
                    <a:pt x="4430" y="334"/>
                  </a:cubicBezTo>
                  <a:lnTo>
                    <a:pt x="4430" y="0"/>
                  </a:ln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6" name="Google Shape;22736;p144"/>
            <p:cNvSpPr/>
            <p:nvPr/>
          </p:nvSpPr>
          <p:spPr>
            <a:xfrm>
              <a:off x="1182063" y="3753118"/>
              <a:ext cx="104721" cy="174502"/>
            </a:xfrm>
            <a:custGeom>
              <a:avLst/>
              <a:gdLst/>
              <a:ahLst/>
              <a:cxnLst/>
              <a:rect l="l" t="t" r="r" b="b"/>
              <a:pathLst>
                <a:path w="3216" h="5359" extrusionOk="0">
                  <a:moveTo>
                    <a:pt x="0" y="0"/>
                  </a:moveTo>
                  <a:lnTo>
                    <a:pt x="0" y="5358"/>
                  </a:lnTo>
                  <a:lnTo>
                    <a:pt x="3215" y="5358"/>
                  </a:lnTo>
                  <a:lnTo>
                    <a:pt x="2453" y="4263"/>
                  </a:lnTo>
                  <a:cubicBezTo>
                    <a:pt x="2453" y="4239"/>
                    <a:pt x="1262" y="2429"/>
                    <a:pt x="1262" y="334"/>
                  </a:cubicBezTo>
                  <a:lnTo>
                    <a:pt x="1262"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7" name="Google Shape;22737;p144"/>
            <p:cNvSpPr/>
            <p:nvPr/>
          </p:nvSpPr>
          <p:spPr>
            <a:xfrm>
              <a:off x="1106062" y="3722086"/>
              <a:ext cx="151253" cy="41126"/>
            </a:xfrm>
            <a:custGeom>
              <a:avLst/>
              <a:gdLst/>
              <a:ahLst/>
              <a:cxnLst/>
              <a:rect l="l" t="t" r="r" b="b"/>
              <a:pathLst>
                <a:path w="4645" h="1263" extrusionOk="0">
                  <a:moveTo>
                    <a:pt x="1334" y="1"/>
                  </a:moveTo>
                  <a:cubicBezTo>
                    <a:pt x="905" y="1"/>
                    <a:pt x="500" y="120"/>
                    <a:pt x="143" y="358"/>
                  </a:cubicBezTo>
                  <a:cubicBezTo>
                    <a:pt x="48" y="429"/>
                    <a:pt x="0" y="525"/>
                    <a:pt x="0" y="644"/>
                  </a:cubicBezTo>
                  <a:cubicBezTo>
                    <a:pt x="0" y="763"/>
                    <a:pt x="48" y="834"/>
                    <a:pt x="143" y="906"/>
                  </a:cubicBezTo>
                  <a:cubicBezTo>
                    <a:pt x="477" y="1144"/>
                    <a:pt x="905" y="1263"/>
                    <a:pt x="1334" y="1263"/>
                  </a:cubicBezTo>
                  <a:lnTo>
                    <a:pt x="3287" y="1263"/>
                  </a:lnTo>
                  <a:cubicBezTo>
                    <a:pt x="3715" y="1263"/>
                    <a:pt x="4120" y="1144"/>
                    <a:pt x="4477" y="906"/>
                  </a:cubicBezTo>
                  <a:cubicBezTo>
                    <a:pt x="4573" y="834"/>
                    <a:pt x="4644" y="763"/>
                    <a:pt x="4644" y="644"/>
                  </a:cubicBezTo>
                  <a:cubicBezTo>
                    <a:pt x="4644" y="525"/>
                    <a:pt x="4573" y="429"/>
                    <a:pt x="4477" y="358"/>
                  </a:cubicBezTo>
                  <a:cubicBezTo>
                    <a:pt x="4120" y="120"/>
                    <a:pt x="3715" y="1"/>
                    <a:pt x="3287" y="1"/>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8" name="Google Shape;22738;p144"/>
            <p:cNvSpPr/>
            <p:nvPr/>
          </p:nvSpPr>
          <p:spPr>
            <a:xfrm>
              <a:off x="1057967" y="3907432"/>
              <a:ext cx="246628" cy="41126"/>
            </a:xfrm>
            <a:custGeom>
              <a:avLst/>
              <a:gdLst/>
              <a:ahLst/>
              <a:cxnLst/>
              <a:rect l="l" t="t" r="r" b="b"/>
              <a:pathLst>
                <a:path w="7574" h="1263" extrusionOk="0">
                  <a:moveTo>
                    <a:pt x="953" y="0"/>
                  </a:moveTo>
                  <a:cubicBezTo>
                    <a:pt x="429" y="0"/>
                    <a:pt x="1" y="405"/>
                    <a:pt x="1" y="953"/>
                  </a:cubicBezTo>
                  <a:cubicBezTo>
                    <a:pt x="1" y="1143"/>
                    <a:pt x="168" y="1262"/>
                    <a:pt x="334" y="1262"/>
                  </a:cubicBezTo>
                  <a:lnTo>
                    <a:pt x="7240" y="1262"/>
                  </a:lnTo>
                  <a:cubicBezTo>
                    <a:pt x="7431" y="1262"/>
                    <a:pt x="7574" y="1096"/>
                    <a:pt x="7574" y="953"/>
                  </a:cubicBezTo>
                  <a:cubicBezTo>
                    <a:pt x="7574" y="429"/>
                    <a:pt x="7145" y="0"/>
                    <a:pt x="6621" y="0"/>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9" name="Google Shape;22739;p144"/>
            <p:cNvSpPr/>
            <p:nvPr/>
          </p:nvSpPr>
          <p:spPr>
            <a:xfrm>
              <a:off x="1182063" y="3907432"/>
              <a:ext cx="123314" cy="41126"/>
            </a:xfrm>
            <a:custGeom>
              <a:avLst/>
              <a:gdLst/>
              <a:ahLst/>
              <a:cxnLst/>
              <a:rect l="l" t="t" r="r" b="b"/>
              <a:pathLst>
                <a:path w="3787" h="1263" extrusionOk="0">
                  <a:moveTo>
                    <a:pt x="0" y="0"/>
                  </a:moveTo>
                  <a:lnTo>
                    <a:pt x="0" y="1262"/>
                  </a:lnTo>
                  <a:lnTo>
                    <a:pt x="3453" y="1262"/>
                  </a:lnTo>
                  <a:cubicBezTo>
                    <a:pt x="3644" y="1262"/>
                    <a:pt x="3787" y="1096"/>
                    <a:pt x="3787" y="953"/>
                  </a:cubicBezTo>
                  <a:cubicBezTo>
                    <a:pt x="3787" y="429"/>
                    <a:pt x="3358" y="0"/>
                    <a:pt x="2834" y="0"/>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0" name="Google Shape;22740;p144"/>
            <p:cNvSpPr/>
            <p:nvPr/>
          </p:nvSpPr>
          <p:spPr>
            <a:xfrm>
              <a:off x="1182063" y="3722086"/>
              <a:ext cx="76001" cy="41126"/>
            </a:xfrm>
            <a:custGeom>
              <a:avLst/>
              <a:gdLst/>
              <a:ahLst/>
              <a:cxnLst/>
              <a:rect l="l" t="t" r="r" b="b"/>
              <a:pathLst>
                <a:path w="2334" h="1263" extrusionOk="0">
                  <a:moveTo>
                    <a:pt x="0" y="1"/>
                  </a:moveTo>
                  <a:lnTo>
                    <a:pt x="0" y="1263"/>
                  </a:lnTo>
                  <a:lnTo>
                    <a:pt x="977" y="1263"/>
                  </a:lnTo>
                  <a:cubicBezTo>
                    <a:pt x="1405" y="1263"/>
                    <a:pt x="1834" y="1144"/>
                    <a:pt x="2167" y="906"/>
                  </a:cubicBezTo>
                  <a:cubicBezTo>
                    <a:pt x="2263" y="834"/>
                    <a:pt x="2334" y="763"/>
                    <a:pt x="2334" y="644"/>
                  </a:cubicBezTo>
                  <a:cubicBezTo>
                    <a:pt x="2334" y="525"/>
                    <a:pt x="2263" y="429"/>
                    <a:pt x="2167" y="358"/>
                  </a:cubicBezTo>
                  <a:cubicBezTo>
                    <a:pt x="1834" y="120"/>
                    <a:pt x="1405" y="1"/>
                    <a:pt x="977" y="1"/>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41" name="Google Shape;22741;p144"/>
          <p:cNvGrpSpPr/>
          <p:nvPr/>
        </p:nvGrpSpPr>
        <p:grpSpPr>
          <a:xfrm>
            <a:off x="1006811" y="4002116"/>
            <a:ext cx="349754" cy="350047"/>
            <a:chOff x="1006811" y="4154516"/>
            <a:chExt cx="349754" cy="350047"/>
          </a:xfrm>
        </p:grpSpPr>
        <p:sp>
          <p:nvSpPr>
            <p:cNvPr id="22742" name="Google Shape;22742;p144"/>
            <p:cNvSpPr/>
            <p:nvPr/>
          </p:nvSpPr>
          <p:spPr>
            <a:xfrm>
              <a:off x="1048687" y="4154516"/>
              <a:ext cx="20189" cy="60371"/>
            </a:xfrm>
            <a:custGeom>
              <a:avLst/>
              <a:gdLst/>
              <a:ahLst/>
              <a:cxnLst/>
              <a:rect l="l" t="t" r="r" b="b"/>
              <a:pathLst>
                <a:path w="620" h="1854" extrusionOk="0">
                  <a:moveTo>
                    <a:pt x="328" y="1"/>
                  </a:moveTo>
                  <a:cubicBezTo>
                    <a:pt x="307" y="1"/>
                    <a:pt x="285" y="3"/>
                    <a:pt x="262" y="9"/>
                  </a:cubicBezTo>
                  <a:cubicBezTo>
                    <a:pt x="119" y="33"/>
                    <a:pt x="0" y="176"/>
                    <a:pt x="0" y="342"/>
                  </a:cubicBezTo>
                  <a:lnTo>
                    <a:pt x="0" y="1581"/>
                  </a:lnTo>
                  <a:cubicBezTo>
                    <a:pt x="0" y="1743"/>
                    <a:pt x="86" y="1853"/>
                    <a:pt x="200" y="1853"/>
                  </a:cubicBezTo>
                  <a:cubicBezTo>
                    <a:pt x="220" y="1853"/>
                    <a:pt x="241" y="1850"/>
                    <a:pt x="262" y="1843"/>
                  </a:cubicBezTo>
                  <a:cubicBezTo>
                    <a:pt x="287" y="1848"/>
                    <a:pt x="312" y="1851"/>
                    <a:pt x="335" y="1851"/>
                  </a:cubicBezTo>
                  <a:cubicBezTo>
                    <a:pt x="508" y="1851"/>
                    <a:pt x="619" y="1704"/>
                    <a:pt x="619" y="1557"/>
                  </a:cubicBezTo>
                  <a:lnTo>
                    <a:pt x="619" y="295"/>
                  </a:lnTo>
                  <a:cubicBezTo>
                    <a:pt x="619" y="148"/>
                    <a:pt x="490" y="1"/>
                    <a:pt x="328"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3" name="Google Shape;22743;p144"/>
            <p:cNvSpPr/>
            <p:nvPr/>
          </p:nvSpPr>
          <p:spPr>
            <a:xfrm>
              <a:off x="1170405" y="4154809"/>
              <a:ext cx="21752" cy="62129"/>
            </a:xfrm>
            <a:custGeom>
              <a:avLst/>
              <a:gdLst/>
              <a:ahLst/>
              <a:cxnLst/>
              <a:rect l="l" t="t" r="r" b="b"/>
              <a:pathLst>
                <a:path w="668" h="1908" extrusionOk="0">
                  <a:moveTo>
                    <a:pt x="311" y="0"/>
                  </a:moveTo>
                  <a:cubicBezTo>
                    <a:pt x="120" y="24"/>
                    <a:pt x="1" y="167"/>
                    <a:pt x="1" y="333"/>
                  </a:cubicBezTo>
                  <a:lnTo>
                    <a:pt x="1" y="1572"/>
                  </a:lnTo>
                  <a:cubicBezTo>
                    <a:pt x="1" y="1771"/>
                    <a:pt x="165" y="1908"/>
                    <a:pt x="321" y="1908"/>
                  </a:cubicBezTo>
                  <a:cubicBezTo>
                    <a:pt x="334" y="1908"/>
                    <a:pt x="346" y="1907"/>
                    <a:pt x="358" y="1905"/>
                  </a:cubicBezTo>
                  <a:cubicBezTo>
                    <a:pt x="549" y="1881"/>
                    <a:pt x="668" y="1715"/>
                    <a:pt x="668" y="1572"/>
                  </a:cubicBezTo>
                  <a:lnTo>
                    <a:pt x="668" y="333"/>
                  </a:lnTo>
                  <a:cubicBezTo>
                    <a:pt x="668" y="143"/>
                    <a:pt x="525" y="0"/>
                    <a:pt x="311"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4" name="Google Shape;22744;p144"/>
            <p:cNvSpPr/>
            <p:nvPr/>
          </p:nvSpPr>
          <p:spPr>
            <a:xfrm>
              <a:off x="1293720" y="4154516"/>
              <a:ext cx="20189" cy="60371"/>
            </a:xfrm>
            <a:custGeom>
              <a:avLst/>
              <a:gdLst/>
              <a:ahLst/>
              <a:cxnLst/>
              <a:rect l="l" t="t" r="r" b="b"/>
              <a:pathLst>
                <a:path w="620" h="1854" extrusionOk="0">
                  <a:moveTo>
                    <a:pt x="329" y="1"/>
                  </a:moveTo>
                  <a:cubicBezTo>
                    <a:pt x="307" y="1"/>
                    <a:pt x="285" y="3"/>
                    <a:pt x="262" y="9"/>
                  </a:cubicBezTo>
                  <a:cubicBezTo>
                    <a:pt x="119" y="33"/>
                    <a:pt x="0" y="176"/>
                    <a:pt x="0" y="342"/>
                  </a:cubicBezTo>
                  <a:lnTo>
                    <a:pt x="0" y="1581"/>
                  </a:lnTo>
                  <a:cubicBezTo>
                    <a:pt x="0" y="1743"/>
                    <a:pt x="87" y="1853"/>
                    <a:pt x="200" y="1853"/>
                  </a:cubicBezTo>
                  <a:cubicBezTo>
                    <a:pt x="220" y="1853"/>
                    <a:pt x="241" y="1850"/>
                    <a:pt x="262" y="1843"/>
                  </a:cubicBezTo>
                  <a:cubicBezTo>
                    <a:pt x="288" y="1848"/>
                    <a:pt x="312" y="1851"/>
                    <a:pt x="335" y="1851"/>
                  </a:cubicBezTo>
                  <a:cubicBezTo>
                    <a:pt x="508" y="1851"/>
                    <a:pt x="620" y="1704"/>
                    <a:pt x="620" y="1557"/>
                  </a:cubicBezTo>
                  <a:lnTo>
                    <a:pt x="620" y="295"/>
                  </a:lnTo>
                  <a:cubicBezTo>
                    <a:pt x="620" y="148"/>
                    <a:pt x="490" y="1"/>
                    <a:pt x="329"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5" name="Google Shape;22745;p144"/>
            <p:cNvSpPr/>
            <p:nvPr/>
          </p:nvSpPr>
          <p:spPr>
            <a:xfrm>
              <a:off x="1181281" y="4155558"/>
              <a:ext cx="10876" cy="61315"/>
            </a:xfrm>
            <a:custGeom>
              <a:avLst/>
              <a:gdLst/>
              <a:ahLst/>
              <a:cxnLst/>
              <a:rect l="l" t="t" r="r" b="b"/>
              <a:pathLst>
                <a:path w="334" h="1883" extrusionOk="0">
                  <a:moveTo>
                    <a:pt x="0" y="1"/>
                  </a:moveTo>
                  <a:lnTo>
                    <a:pt x="0" y="1882"/>
                  </a:lnTo>
                  <a:cubicBezTo>
                    <a:pt x="191" y="1882"/>
                    <a:pt x="334" y="1739"/>
                    <a:pt x="334" y="1573"/>
                  </a:cubicBezTo>
                  <a:lnTo>
                    <a:pt x="334" y="334"/>
                  </a:lnTo>
                  <a:cubicBezTo>
                    <a:pt x="334" y="144"/>
                    <a:pt x="191" y="1"/>
                    <a:pt x="0"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6" name="Google Shape;22746;p144"/>
            <p:cNvSpPr/>
            <p:nvPr/>
          </p:nvSpPr>
          <p:spPr>
            <a:xfrm>
              <a:off x="1088999" y="4423287"/>
              <a:ext cx="83783" cy="81276"/>
            </a:xfrm>
            <a:custGeom>
              <a:avLst/>
              <a:gdLst/>
              <a:ahLst/>
              <a:cxnLst/>
              <a:rect l="l" t="t" r="r" b="b"/>
              <a:pathLst>
                <a:path w="2573" h="2496" extrusionOk="0">
                  <a:moveTo>
                    <a:pt x="2227" y="1"/>
                  </a:moveTo>
                  <a:cubicBezTo>
                    <a:pt x="2144" y="1"/>
                    <a:pt x="2060" y="31"/>
                    <a:pt x="2001" y="90"/>
                  </a:cubicBezTo>
                  <a:lnTo>
                    <a:pt x="119" y="1971"/>
                  </a:lnTo>
                  <a:cubicBezTo>
                    <a:pt x="0" y="2091"/>
                    <a:pt x="0" y="2281"/>
                    <a:pt x="119" y="2400"/>
                  </a:cubicBezTo>
                  <a:cubicBezTo>
                    <a:pt x="191" y="2472"/>
                    <a:pt x="239" y="2495"/>
                    <a:pt x="334" y="2495"/>
                  </a:cubicBezTo>
                  <a:cubicBezTo>
                    <a:pt x="429" y="2495"/>
                    <a:pt x="477" y="2472"/>
                    <a:pt x="572" y="2400"/>
                  </a:cubicBezTo>
                  <a:lnTo>
                    <a:pt x="2453" y="543"/>
                  </a:lnTo>
                  <a:cubicBezTo>
                    <a:pt x="2572" y="424"/>
                    <a:pt x="2572" y="209"/>
                    <a:pt x="2453" y="90"/>
                  </a:cubicBezTo>
                  <a:cubicBezTo>
                    <a:pt x="2394" y="31"/>
                    <a:pt x="2310" y="1"/>
                    <a:pt x="2227"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7" name="Google Shape;22747;p144"/>
            <p:cNvSpPr/>
            <p:nvPr/>
          </p:nvSpPr>
          <p:spPr>
            <a:xfrm>
              <a:off x="1192125" y="4423287"/>
              <a:ext cx="83002" cy="81276"/>
            </a:xfrm>
            <a:custGeom>
              <a:avLst/>
              <a:gdLst/>
              <a:ahLst/>
              <a:cxnLst/>
              <a:rect l="l" t="t" r="r" b="b"/>
              <a:pathLst>
                <a:path w="2549" h="2496" extrusionOk="0">
                  <a:moveTo>
                    <a:pt x="346" y="1"/>
                  </a:moveTo>
                  <a:cubicBezTo>
                    <a:pt x="263" y="1"/>
                    <a:pt x="179" y="31"/>
                    <a:pt x="120" y="90"/>
                  </a:cubicBezTo>
                  <a:cubicBezTo>
                    <a:pt x="1" y="209"/>
                    <a:pt x="1" y="424"/>
                    <a:pt x="120" y="543"/>
                  </a:cubicBezTo>
                  <a:lnTo>
                    <a:pt x="2001" y="2400"/>
                  </a:lnTo>
                  <a:cubicBezTo>
                    <a:pt x="2049" y="2472"/>
                    <a:pt x="2120" y="2495"/>
                    <a:pt x="2192" y="2495"/>
                  </a:cubicBezTo>
                  <a:cubicBezTo>
                    <a:pt x="2263" y="2495"/>
                    <a:pt x="2358" y="2472"/>
                    <a:pt x="2430" y="2400"/>
                  </a:cubicBezTo>
                  <a:cubicBezTo>
                    <a:pt x="2549" y="2281"/>
                    <a:pt x="2549" y="2091"/>
                    <a:pt x="2430" y="1971"/>
                  </a:cubicBezTo>
                  <a:lnTo>
                    <a:pt x="572" y="90"/>
                  </a:lnTo>
                  <a:cubicBezTo>
                    <a:pt x="513" y="31"/>
                    <a:pt x="429" y="1"/>
                    <a:pt x="346" y="1"/>
                  </a:cubicBezTo>
                  <a:close/>
                </a:path>
              </a:pathLst>
            </a:custGeom>
            <a:solidFill>
              <a:srgbClr val="E3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8" name="Google Shape;22748;p144"/>
            <p:cNvSpPr/>
            <p:nvPr/>
          </p:nvSpPr>
          <p:spPr>
            <a:xfrm>
              <a:off x="1151031" y="4371936"/>
              <a:ext cx="61283" cy="123314"/>
            </a:xfrm>
            <a:custGeom>
              <a:avLst/>
              <a:gdLst/>
              <a:ahLst/>
              <a:cxnLst/>
              <a:rect l="l" t="t" r="r" b="b"/>
              <a:pathLst>
                <a:path w="1882" h="3787" extrusionOk="0">
                  <a:moveTo>
                    <a:pt x="1" y="0"/>
                  </a:moveTo>
                  <a:lnTo>
                    <a:pt x="1" y="3787"/>
                  </a:lnTo>
                  <a:lnTo>
                    <a:pt x="1882" y="3787"/>
                  </a:lnTo>
                  <a:lnTo>
                    <a:pt x="1882" y="0"/>
                  </a:ln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9" name="Google Shape;22749;p144"/>
            <p:cNvSpPr/>
            <p:nvPr/>
          </p:nvSpPr>
          <p:spPr>
            <a:xfrm>
              <a:off x="1181281" y="4371936"/>
              <a:ext cx="31032" cy="123314"/>
            </a:xfrm>
            <a:custGeom>
              <a:avLst/>
              <a:gdLst/>
              <a:ahLst/>
              <a:cxnLst/>
              <a:rect l="l" t="t" r="r" b="b"/>
              <a:pathLst>
                <a:path w="953" h="3787" extrusionOk="0">
                  <a:moveTo>
                    <a:pt x="0" y="0"/>
                  </a:moveTo>
                  <a:lnTo>
                    <a:pt x="0" y="3787"/>
                  </a:lnTo>
                  <a:lnTo>
                    <a:pt x="953" y="3787"/>
                  </a:lnTo>
                  <a:lnTo>
                    <a:pt x="953"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0" name="Google Shape;22750;p144"/>
            <p:cNvSpPr/>
            <p:nvPr/>
          </p:nvSpPr>
          <p:spPr>
            <a:xfrm>
              <a:off x="1006811" y="4196685"/>
              <a:ext cx="349754" cy="186127"/>
            </a:xfrm>
            <a:custGeom>
              <a:avLst/>
              <a:gdLst/>
              <a:ahLst/>
              <a:cxnLst/>
              <a:rect l="l" t="t" r="r" b="b"/>
              <a:pathLst>
                <a:path w="10741" h="5716" extrusionOk="0">
                  <a:moveTo>
                    <a:pt x="333" y="0"/>
                  </a:moveTo>
                  <a:cubicBezTo>
                    <a:pt x="143" y="0"/>
                    <a:pt x="0" y="143"/>
                    <a:pt x="0" y="310"/>
                  </a:cubicBezTo>
                  <a:lnTo>
                    <a:pt x="0" y="5382"/>
                  </a:lnTo>
                  <a:cubicBezTo>
                    <a:pt x="0" y="5549"/>
                    <a:pt x="143" y="5716"/>
                    <a:pt x="333" y="5716"/>
                  </a:cubicBezTo>
                  <a:lnTo>
                    <a:pt x="10431" y="5716"/>
                  </a:lnTo>
                  <a:cubicBezTo>
                    <a:pt x="10598" y="5716"/>
                    <a:pt x="10740" y="5549"/>
                    <a:pt x="10740" y="5382"/>
                  </a:cubicBezTo>
                  <a:lnTo>
                    <a:pt x="10740" y="310"/>
                  </a:lnTo>
                  <a:cubicBezTo>
                    <a:pt x="10717" y="143"/>
                    <a:pt x="10598" y="0"/>
                    <a:pt x="10431"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1" name="Google Shape;22751;p144"/>
            <p:cNvSpPr/>
            <p:nvPr/>
          </p:nvSpPr>
          <p:spPr>
            <a:xfrm>
              <a:off x="1180500" y="4197369"/>
              <a:ext cx="175284" cy="185443"/>
            </a:xfrm>
            <a:custGeom>
              <a:avLst/>
              <a:gdLst/>
              <a:ahLst/>
              <a:cxnLst/>
              <a:rect l="l" t="t" r="r" b="b"/>
              <a:pathLst>
                <a:path w="5383" h="5695" extrusionOk="0">
                  <a:moveTo>
                    <a:pt x="5095" y="0"/>
                  </a:moveTo>
                  <a:cubicBezTo>
                    <a:pt x="5080" y="0"/>
                    <a:pt x="5065" y="1"/>
                    <a:pt x="5049" y="3"/>
                  </a:cubicBezTo>
                  <a:lnTo>
                    <a:pt x="1" y="3"/>
                  </a:lnTo>
                  <a:lnTo>
                    <a:pt x="1" y="5695"/>
                  </a:lnTo>
                  <a:lnTo>
                    <a:pt x="5049" y="5695"/>
                  </a:lnTo>
                  <a:cubicBezTo>
                    <a:pt x="5240" y="5695"/>
                    <a:pt x="5383" y="5528"/>
                    <a:pt x="5383" y="5361"/>
                  </a:cubicBezTo>
                  <a:lnTo>
                    <a:pt x="5383" y="289"/>
                  </a:lnTo>
                  <a:cubicBezTo>
                    <a:pt x="5383" y="134"/>
                    <a:pt x="5280" y="0"/>
                    <a:pt x="5095"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2" name="Google Shape;22752;p144"/>
            <p:cNvSpPr/>
            <p:nvPr/>
          </p:nvSpPr>
          <p:spPr>
            <a:xfrm>
              <a:off x="1026968" y="4155558"/>
              <a:ext cx="63627" cy="20221"/>
            </a:xfrm>
            <a:custGeom>
              <a:avLst/>
              <a:gdLst/>
              <a:ahLst/>
              <a:cxnLst/>
              <a:rect l="l" t="t" r="r" b="b"/>
              <a:pathLst>
                <a:path w="1954" h="621" extrusionOk="0">
                  <a:moveTo>
                    <a:pt x="334" y="1"/>
                  </a:moveTo>
                  <a:cubicBezTo>
                    <a:pt x="167" y="1"/>
                    <a:pt x="0" y="191"/>
                    <a:pt x="48" y="358"/>
                  </a:cubicBezTo>
                  <a:cubicBezTo>
                    <a:pt x="72" y="501"/>
                    <a:pt x="215" y="620"/>
                    <a:pt x="357" y="620"/>
                  </a:cubicBezTo>
                  <a:lnTo>
                    <a:pt x="1620" y="620"/>
                  </a:lnTo>
                  <a:cubicBezTo>
                    <a:pt x="1786" y="620"/>
                    <a:pt x="1953" y="477"/>
                    <a:pt x="1905" y="263"/>
                  </a:cubicBezTo>
                  <a:cubicBezTo>
                    <a:pt x="1882" y="120"/>
                    <a:pt x="1739" y="1"/>
                    <a:pt x="1596" y="1"/>
                  </a:cubicBezTo>
                  <a:close/>
                </a:path>
              </a:pathLst>
            </a:custGeom>
            <a:solidFill>
              <a:srgbClr val="DE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3" name="Google Shape;22753;p144"/>
            <p:cNvSpPr/>
            <p:nvPr/>
          </p:nvSpPr>
          <p:spPr>
            <a:xfrm>
              <a:off x="1149468" y="4154809"/>
              <a:ext cx="62846" cy="20970"/>
            </a:xfrm>
            <a:custGeom>
              <a:avLst/>
              <a:gdLst/>
              <a:ahLst/>
              <a:cxnLst/>
              <a:rect l="l" t="t" r="r" b="b"/>
              <a:pathLst>
                <a:path w="1930" h="644" extrusionOk="0">
                  <a:moveTo>
                    <a:pt x="358" y="0"/>
                  </a:moveTo>
                  <a:cubicBezTo>
                    <a:pt x="144" y="0"/>
                    <a:pt x="1" y="167"/>
                    <a:pt x="25" y="357"/>
                  </a:cubicBezTo>
                  <a:cubicBezTo>
                    <a:pt x="49" y="524"/>
                    <a:pt x="215" y="643"/>
                    <a:pt x="358" y="643"/>
                  </a:cubicBezTo>
                  <a:lnTo>
                    <a:pt x="1596" y="643"/>
                  </a:lnTo>
                  <a:cubicBezTo>
                    <a:pt x="1787" y="643"/>
                    <a:pt x="1906" y="524"/>
                    <a:pt x="1930" y="357"/>
                  </a:cubicBezTo>
                  <a:cubicBezTo>
                    <a:pt x="1930" y="143"/>
                    <a:pt x="1787" y="0"/>
                    <a:pt x="1596" y="0"/>
                  </a:cubicBezTo>
                  <a:close/>
                </a:path>
              </a:pathLst>
            </a:custGeom>
            <a:solidFill>
              <a:srgbClr val="DE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4" name="Google Shape;22754;p144"/>
            <p:cNvSpPr/>
            <p:nvPr/>
          </p:nvSpPr>
          <p:spPr>
            <a:xfrm>
              <a:off x="1272782" y="4155558"/>
              <a:ext cx="62846" cy="20221"/>
            </a:xfrm>
            <a:custGeom>
              <a:avLst/>
              <a:gdLst/>
              <a:ahLst/>
              <a:cxnLst/>
              <a:rect l="l" t="t" r="r" b="b"/>
              <a:pathLst>
                <a:path w="1930" h="621" extrusionOk="0">
                  <a:moveTo>
                    <a:pt x="310" y="1"/>
                  </a:moveTo>
                  <a:cubicBezTo>
                    <a:pt x="143" y="1"/>
                    <a:pt x="0" y="191"/>
                    <a:pt x="24" y="358"/>
                  </a:cubicBezTo>
                  <a:cubicBezTo>
                    <a:pt x="48" y="501"/>
                    <a:pt x="191" y="620"/>
                    <a:pt x="358" y="620"/>
                  </a:cubicBezTo>
                  <a:lnTo>
                    <a:pt x="1596" y="620"/>
                  </a:lnTo>
                  <a:cubicBezTo>
                    <a:pt x="1763" y="620"/>
                    <a:pt x="1929" y="477"/>
                    <a:pt x="1906" y="263"/>
                  </a:cubicBezTo>
                  <a:cubicBezTo>
                    <a:pt x="1858" y="120"/>
                    <a:pt x="1715" y="1"/>
                    <a:pt x="1572"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5" name="Google Shape;22755;p144"/>
            <p:cNvSpPr/>
            <p:nvPr/>
          </p:nvSpPr>
          <p:spPr>
            <a:xfrm>
              <a:off x="1181281" y="4155558"/>
              <a:ext cx="31032" cy="20221"/>
            </a:xfrm>
            <a:custGeom>
              <a:avLst/>
              <a:gdLst/>
              <a:ahLst/>
              <a:cxnLst/>
              <a:rect l="l" t="t" r="r" b="b"/>
              <a:pathLst>
                <a:path w="953" h="621" extrusionOk="0">
                  <a:moveTo>
                    <a:pt x="0" y="1"/>
                  </a:moveTo>
                  <a:lnTo>
                    <a:pt x="0" y="620"/>
                  </a:lnTo>
                  <a:lnTo>
                    <a:pt x="619" y="620"/>
                  </a:lnTo>
                  <a:cubicBezTo>
                    <a:pt x="810" y="620"/>
                    <a:pt x="953" y="501"/>
                    <a:pt x="953" y="358"/>
                  </a:cubicBezTo>
                  <a:cubicBezTo>
                    <a:pt x="953" y="144"/>
                    <a:pt x="810" y="1"/>
                    <a:pt x="619"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6" name="Google Shape;22756;p144"/>
            <p:cNvSpPr/>
            <p:nvPr/>
          </p:nvSpPr>
          <p:spPr>
            <a:xfrm>
              <a:off x="1026968" y="4216841"/>
              <a:ext cx="308660" cy="144252"/>
            </a:xfrm>
            <a:custGeom>
              <a:avLst/>
              <a:gdLst/>
              <a:ahLst/>
              <a:cxnLst/>
              <a:rect l="l" t="t" r="r" b="b"/>
              <a:pathLst>
                <a:path w="9479" h="4430" extrusionOk="0">
                  <a:moveTo>
                    <a:pt x="0" y="0"/>
                  </a:moveTo>
                  <a:lnTo>
                    <a:pt x="0" y="4430"/>
                  </a:lnTo>
                  <a:lnTo>
                    <a:pt x="9478" y="4430"/>
                  </a:lnTo>
                  <a:lnTo>
                    <a:pt x="9478" y="0"/>
                  </a:ln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7" name="Google Shape;22757;p144"/>
            <p:cNvSpPr/>
            <p:nvPr/>
          </p:nvSpPr>
          <p:spPr>
            <a:xfrm>
              <a:off x="1181281" y="4216841"/>
              <a:ext cx="154346" cy="144252"/>
            </a:xfrm>
            <a:custGeom>
              <a:avLst/>
              <a:gdLst/>
              <a:ahLst/>
              <a:cxnLst/>
              <a:rect l="l" t="t" r="r" b="b"/>
              <a:pathLst>
                <a:path w="4740" h="4430" extrusionOk="0">
                  <a:moveTo>
                    <a:pt x="0" y="0"/>
                  </a:moveTo>
                  <a:lnTo>
                    <a:pt x="0" y="4430"/>
                  </a:lnTo>
                  <a:lnTo>
                    <a:pt x="4739" y="4430"/>
                  </a:lnTo>
                  <a:lnTo>
                    <a:pt x="4739" y="0"/>
                  </a:ln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8" name="Google Shape;22758;p144"/>
            <p:cNvSpPr/>
            <p:nvPr/>
          </p:nvSpPr>
          <p:spPr>
            <a:xfrm>
              <a:off x="1068061" y="4483593"/>
              <a:ext cx="226472" cy="20970"/>
            </a:xfrm>
            <a:custGeom>
              <a:avLst/>
              <a:gdLst/>
              <a:ahLst/>
              <a:cxnLst/>
              <a:rect l="l" t="t" r="r" b="b"/>
              <a:pathLst>
                <a:path w="6955" h="644" extrusionOk="0">
                  <a:moveTo>
                    <a:pt x="358" y="0"/>
                  </a:moveTo>
                  <a:cubicBezTo>
                    <a:pt x="143" y="0"/>
                    <a:pt x="0" y="167"/>
                    <a:pt x="24" y="358"/>
                  </a:cubicBezTo>
                  <a:cubicBezTo>
                    <a:pt x="48" y="524"/>
                    <a:pt x="215" y="643"/>
                    <a:pt x="358" y="643"/>
                  </a:cubicBezTo>
                  <a:lnTo>
                    <a:pt x="6645" y="643"/>
                  </a:lnTo>
                  <a:cubicBezTo>
                    <a:pt x="6788" y="643"/>
                    <a:pt x="6930" y="524"/>
                    <a:pt x="6954" y="358"/>
                  </a:cubicBezTo>
                  <a:cubicBezTo>
                    <a:pt x="6954" y="143"/>
                    <a:pt x="6811" y="0"/>
                    <a:pt x="6645" y="0"/>
                  </a:cubicBezTo>
                  <a:close/>
                </a:path>
              </a:pathLst>
            </a:custGeom>
            <a:solidFill>
              <a:srgbClr val="CFD7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9" name="Google Shape;22759;p144"/>
            <p:cNvSpPr/>
            <p:nvPr/>
          </p:nvSpPr>
          <p:spPr>
            <a:xfrm>
              <a:off x="1182063" y="4484375"/>
              <a:ext cx="114001" cy="20189"/>
            </a:xfrm>
            <a:custGeom>
              <a:avLst/>
              <a:gdLst/>
              <a:ahLst/>
              <a:cxnLst/>
              <a:rect l="l" t="t" r="r" b="b"/>
              <a:pathLst>
                <a:path w="3501" h="620" extrusionOk="0">
                  <a:moveTo>
                    <a:pt x="0" y="0"/>
                  </a:moveTo>
                  <a:lnTo>
                    <a:pt x="0" y="619"/>
                  </a:lnTo>
                  <a:lnTo>
                    <a:pt x="3144" y="619"/>
                  </a:lnTo>
                  <a:cubicBezTo>
                    <a:pt x="3287" y="619"/>
                    <a:pt x="3429" y="500"/>
                    <a:pt x="3501" y="357"/>
                  </a:cubicBezTo>
                  <a:cubicBezTo>
                    <a:pt x="3501" y="143"/>
                    <a:pt x="3334" y="0"/>
                    <a:pt x="3167"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760" name="Google Shape;22760;p144"/>
          <p:cNvSpPr/>
          <p:nvPr/>
        </p:nvSpPr>
        <p:spPr>
          <a:xfrm>
            <a:off x="1859786" y="4003158"/>
            <a:ext cx="143503" cy="165222"/>
          </a:xfrm>
          <a:custGeom>
            <a:avLst/>
            <a:gdLst/>
            <a:ahLst/>
            <a:cxnLst/>
            <a:rect l="l" t="t" r="r" b="b"/>
            <a:pathLst>
              <a:path w="4407" h="5074" extrusionOk="0">
                <a:moveTo>
                  <a:pt x="1882" y="1"/>
                </a:moveTo>
                <a:cubicBezTo>
                  <a:pt x="930" y="144"/>
                  <a:pt x="144" y="930"/>
                  <a:pt x="25" y="1882"/>
                </a:cubicBezTo>
                <a:lnTo>
                  <a:pt x="620" y="2216"/>
                </a:lnTo>
                <a:lnTo>
                  <a:pt x="1" y="2525"/>
                </a:lnTo>
                <a:lnTo>
                  <a:pt x="1" y="3168"/>
                </a:lnTo>
                <a:lnTo>
                  <a:pt x="620" y="3478"/>
                </a:lnTo>
                <a:lnTo>
                  <a:pt x="1" y="3811"/>
                </a:lnTo>
                <a:lnTo>
                  <a:pt x="1" y="4430"/>
                </a:lnTo>
                <a:lnTo>
                  <a:pt x="620" y="5073"/>
                </a:lnTo>
                <a:lnTo>
                  <a:pt x="3645" y="5073"/>
                </a:lnTo>
                <a:lnTo>
                  <a:pt x="4407" y="4430"/>
                </a:lnTo>
                <a:lnTo>
                  <a:pt x="4407" y="3811"/>
                </a:lnTo>
                <a:lnTo>
                  <a:pt x="3788" y="3478"/>
                </a:lnTo>
                <a:lnTo>
                  <a:pt x="4407" y="3168"/>
                </a:lnTo>
                <a:lnTo>
                  <a:pt x="4407" y="2525"/>
                </a:lnTo>
                <a:lnTo>
                  <a:pt x="3788" y="2216"/>
                </a:lnTo>
                <a:lnTo>
                  <a:pt x="4383" y="1882"/>
                </a:lnTo>
                <a:cubicBezTo>
                  <a:pt x="4240" y="930"/>
                  <a:pt x="3478" y="144"/>
                  <a:pt x="2525" y="1"/>
                </a:cubicBezTo>
                <a:lnTo>
                  <a:pt x="2216" y="596"/>
                </a:lnTo>
                <a:lnTo>
                  <a:pt x="1882" y="1"/>
                </a:ln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1" name="Google Shape;22761;p144"/>
          <p:cNvSpPr/>
          <p:nvPr/>
        </p:nvSpPr>
        <p:spPr>
          <a:xfrm>
            <a:off x="1931912" y="4002409"/>
            <a:ext cx="71377" cy="162878"/>
          </a:xfrm>
          <a:custGeom>
            <a:avLst/>
            <a:gdLst/>
            <a:ahLst/>
            <a:cxnLst/>
            <a:rect l="l" t="t" r="r" b="b"/>
            <a:pathLst>
              <a:path w="2192" h="5002" extrusionOk="0">
                <a:moveTo>
                  <a:pt x="310" y="0"/>
                </a:moveTo>
                <a:lnTo>
                  <a:pt x="1" y="595"/>
                </a:lnTo>
                <a:lnTo>
                  <a:pt x="1" y="5001"/>
                </a:lnTo>
                <a:lnTo>
                  <a:pt x="1430" y="5001"/>
                </a:lnTo>
                <a:lnTo>
                  <a:pt x="2192" y="4430"/>
                </a:lnTo>
                <a:lnTo>
                  <a:pt x="2192" y="3810"/>
                </a:lnTo>
                <a:lnTo>
                  <a:pt x="1573" y="3477"/>
                </a:lnTo>
                <a:lnTo>
                  <a:pt x="2192" y="3144"/>
                </a:lnTo>
                <a:lnTo>
                  <a:pt x="2192" y="2524"/>
                </a:lnTo>
                <a:lnTo>
                  <a:pt x="1573" y="2191"/>
                </a:lnTo>
                <a:lnTo>
                  <a:pt x="2168" y="1858"/>
                </a:lnTo>
                <a:cubicBezTo>
                  <a:pt x="2025" y="905"/>
                  <a:pt x="1263" y="143"/>
                  <a:pt x="310"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2" name="Google Shape;22762;p144"/>
          <p:cNvSpPr/>
          <p:nvPr/>
        </p:nvSpPr>
        <p:spPr>
          <a:xfrm>
            <a:off x="1921069" y="4249754"/>
            <a:ext cx="20970" cy="103191"/>
          </a:xfrm>
          <a:custGeom>
            <a:avLst/>
            <a:gdLst/>
            <a:ahLst/>
            <a:cxnLst/>
            <a:rect l="l" t="t" r="r" b="b"/>
            <a:pathLst>
              <a:path w="644" h="3169" extrusionOk="0">
                <a:moveTo>
                  <a:pt x="334" y="1"/>
                </a:moveTo>
                <a:cubicBezTo>
                  <a:pt x="143" y="1"/>
                  <a:pt x="0" y="144"/>
                  <a:pt x="0" y="310"/>
                </a:cubicBezTo>
                <a:lnTo>
                  <a:pt x="0" y="2859"/>
                </a:lnTo>
                <a:cubicBezTo>
                  <a:pt x="0" y="3025"/>
                  <a:pt x="143" y="3168"/>
                  <a:pt x="334" y="3168"/>
                </a:cubicBezTo>
                <a:cubicBezTo>
                  <a:pt x="500" y="3168"/>
                  <a:pt x="643" y="3025"/>
                  <a:pt x="643" y="2859"/>
                </a:cubicBezTo>
                <a:lnTo>
                  <a:pt x="643" y="310"/>
                </a:lnTo>
                <a:cubicBezTo>
                  <a:pt x="620" y="120"/>
                  <a:pt x="500" y="1"/>
                  <a:pt x="334" y="1"/>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3" name="Google Shape;22763;p144"/>
          <p:cNvSpPr/>
          <p:nvPr/>
        </p:nvSpPr>
        <p:spPr>
          <a:xfrm>
            <a:off x="1930382" y="4248224"/>
            <a:ext cx="10876" cy="103939"/>
          </a:xfrm>
          <a:custGeom>
            <a:avLst/>
            <a:gdLst/>
            <a:ahLst/>
            <a:cxnLst/>
            <a:rect l="l" t="t" r="r" b="b"/>
            <a:pathLst>
              <a:path w="334" h="3192" extrusionOk="0">
                <a:moveTo>
                  <a:pt x="0" y="0"/>
                </a:moveTo>
                <a:lnTo>
                  <a:pt x="0" y="3191"/>
                </a:lnTo>
                <a:cubicBezTo>
                  <a:pt x="214" y="3191"/>
                  <a:pt x="334" y="3048"/>
                  <a:pt x="334" y="2858"/>
                </a:cubicBezTo>
                <a:lnTo>
                  <a:pt x="334" y="334"/>
                </a:lnTo>
                <a:cubicBezTo>
                  <a:pt x="334" y="143"/>
                  <a:pt x="191" y="0"/>
                  <a:pt x="0" y="0"/>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4" name="Google Shape;22764;p144"/>
          <p:cNvSpPr/>
          <p:nvPr/>
        </p:nvSpPr>
        <p:spPr>
          <a:xfrm>
            <a:off x="1859037" y="4064441"/>
            <a:ext cx="62064" cy="20970"/>
          </a:xfrm>
          <a:custGeom>
            <a:avLst/>
            <a:gdLst/>
            <a:ahLst/>
            <a:cxnLst/>
            <a:rect l="l" t="t" r="r" b="b"/>
            <a:pathLst>
              <a:path w="1906" h="644" extrusionOk="0">
                <a:moveTo>
                  <a:pt x="24" y="0"/>
                </a:moveTo>
                <a:cubicBezTo>
                  <a:pt x="0" y="96"/>
                  <a:pt x="0" y="191"/>
                  <a:pt x="0" y="334"/>
                </a:cubicBezTo>
                <a:lnTo>
                  <a:pt x="0" y="643"/>
                </a:lnTo>
                <a:lnTo>
                  <a:pt x="1572" y="643"/>
                </a:lnTo>
                <a:cubicBezTo>
                  <a:pt x="1786" y="643"/>
                  <a:pt x="1905" y="500"/>
                  <a:pt x="1905" y="334"/>
                </a:cubicBezTo>
                <a:cubicBezTo>
                  <a:pt x="1905" y="143"/>
                  <a:pt x="1762" y="0"/>
                  <a:pt x="157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5" name="Google Shape;22765;p144"/>
          <p:cNvSpPr/>
          <p:nvPr/>
        </p:nvSpPr>
        <p:spPr>
          <a:xfrm>
            <a:off x="1860568" y="4106316"/>
            <a:ext cx="62064" cy="20189"/>
          </a:xfrm>
          <a:custGeom>
            <a:avLst/>
            <a:gdLst/>
            <a:ahLst/>
            <a:cxnLst/>
            <a:rect l="l" t="t" r="r" b="b"/>
            <a:pathLst>
              <a:path w="1906" h="620" extrusionOk="0">
                <a:moveTo>
                  <a:pt x="1" y="0"/>
                </a:moveTo>
                <a:lnTo>
                  <a:pt x="1" y="619"/>
                </a:lnTo>
                <a:lnTo>
                  <a:pt x="1596" y="619"/>
                </a:lnTo>
                <a:cubicBezTo>
                  <a:pt x="1763" y="619"/>
                  <a:pt x="1906" y="477"/>
                  <a:pt x="1882" y="262"/>
                </a:cubicBezTo>
                <a:cubicBezTo>
                  <a:pt x="1858" y="119"/>
                  <a:pt x="1715" y="0"/>
                  <a:pt x="1549"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6" name="Google Shape;22766;p144"/>
          <p:cNvSpPr/>
          <p:nvPr/>
        </p:nvSpPr>
        <p:spPr>
          <a:xfrm>
            <a:off x="1940443" y="4064441"/>
            <a:ext cx="62064" cy="20970"/>
          </a:xfrm>
          <a:custGeom>
            <a:avLst/>
            <a:gdLst/>
            <a:ahLst/>
            <a:cxnLst/>
            <a:rect l="l" t="t" r="r" b="b"/>
            <a:pathLst>
              <a:path w="1906" h="644" extrusionOk="0">
                <a:moveTo>
                  <a:pt x="334" y="0"/>
                </a:moveTo>
                <a:cubicBezTo>
                  <a:pt x="144" y="0"/>
                  <a:pt x="1" y="143"/>
                  <a:pt x="25" y="357"/>
                </a:cubicBezTo>
                <a:cubicBezTo>
                  <a:pt x="48" y="524"/>
                  <a:pt x="215" y="643"/>
                  <a:pt x="358" y="643"/>
                </a:cubicBezTo>
                <a:lnTo>
                  <a:pt x="1906" y="643"/>
                </a:lnTo>
                <a:lnTo>
                  <a:pt x="1906" y="334"/>
                </a:lnTo>
                <a:cubicBezTo>
                  <a:pt x="1906" y="215"/>
                  <a:pt x="1882" y="119"/>
                  <a:pt x="1882"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7" name="Google Shape;22767;p144"/>
          <p:cNvSpPr/>
          <p:nvPr/>
        </p:nvSpPr>
        <p:spPr>
          <a:xfrm>
            <a:off x="1940443" y="4106316"/>
            <a:ext cx="62064" cy="20189"/>
          </a:xfrm>
          <a:custGeom>
            <a:avLst/>
            <a:gdLst/>
            <a:ahLst/>
            <a:cxnLst/>
            <a:rect l="l" t="t" r="r" b="b"/>
            <a:pathLst>
              <a:path w="1906" h="620" extrusionOk="0">
                <a:moveTo>
                  <a:pt x="334" y="0"/>
                </a:moveTo>
                <a:cubicBezTo>
                  <a:pt x="144" y="0"/>
                  <a:pt x="1" y="143"/>
                  <a:pt x="25" y="334"/>
                </a:cubicBezTo>
                <a:cubicBezTo>
                  <a:pt x="48" y="500"/>
                  <a:pt x="215" y="619"/>
                  <a:pt x="358" y="619"/>
                </a:cubicBezTo>
                <a:lnTo>
                  <a:pt x="1906" y="619"/>
                </a:lnTo>
                <a:lnTo>
                  <a:pt x="1906"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8" name="Google Shape;22768;p144"/>
          <p:cNvSpPr/>
          <p:nvPr/>
        </p:nvSpPr>
        <p:spPr>
          <a:xfrm>
            <a:off x="1817162" y="4146629"/>
            <a:ext cx="227221" cy="123347"/>
          </a:xfrm>
          <a:custGeom>
            <a:avLst/>
            <a:gdLst/>
            <a:ahLst/>
            <a:cxnLst/>
            <a:rect l="l" t="t" r="r" b="b"/>
            <a:pathLst>
              <a:path w="6978" h="3788" extrusionOk="0">
                <a:moveTo>
                  <a:pt x="334" y="1"/>
                </a:moveTo>
                <a:cubicBezTo>
                  <a:pt x="143" y="1"/>
                  <a:pt x="0" y="143"/>
                  <a:pt x="0" y="334"/>
                </a:cubicBezTo>
                <a:cubicBezTo>
                  <a:pt x="0" y="2239"/>
                  <a:pt x="1548" y="3787"/>
                  <a:pt x="3453" y="3787"/>
                </a:cubicBezTo>
                <a:cubicBezTo>
                  <a:pt x="5358" y="3787"/>
                  <a:pt x="6906" y="2239"/>
                  <a:pt x="6906" y="334"/>
                </a:cubicBezTo>
                <a:cubicBezTo>
                  <a:pt x="6978" y="143"/>
                  <a:pt x="6811" y="1"/>
                  <a:pt x="6644" y="1"/>
                </a:cubicBezTo>
                <a:cubicBezTo>
                  <a:pt x="6454" y="1"/>
                  <a:pt x="6311" y="143"/>
                  <a:pt x="6311" y="334"/>
                </a:cubicBezTo>
                <a:cubicBezTo>
                  <a:pt x="6311" y="1882"/>
                  <a:pt x="5025" y="3168"/>
                  <a:pt x="3477" y="3168"/>
                </a:cubicBezTo>
                <a:cubicBezTo>
                  <a:pt x="1929" y="3168"/>
                  <a:pt x="667" y="1882"/>
                  <a:pt x="667" y="334"/>
                </a:cubicBezTo>
                <a:cubicBezTo>
                  <a:pt x="667" y="143"/>
                  <a:pt x="500" y="1"/>
                  <a:pt x="334" y="1"/>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9" name="Google Shape;22769;p144"/>
          <p:cNvSpPr/>
          <p:nvPr/>
        </p:nvSpPr>
        <p:spPr>
          <a:xfrm>
            <a:off x="1879193" y="4331975"/>
            <a:ext cx="103940" cy="20189"/>
          </a:xfrm>
          <a:custGeom>
            <a:avLst/>
            <a:gdLst/>
            <a:ahLst/>
            <a:cxnLst/>
            <a:rect l="l" t="t" r="r" b="b"/>
            <a:pathLst>
              <a:path w="3192" h="620" extrusionOk="0">
                <a:moveTo>
                  <a:pt x="358" y="0"/>
                </a:moveTo>
                <a:cubicBezTo>
                  <a:pt x="215" y="0"/>
                  <a:pt x="72" y="119"/>
                  <a:pt x="24" y="262"/>
                </a:cubicBezTo>
                <a:cubicBezTo>
                  <a:pt x="0" y="453"/>
                  <a:pt x="143" y="619"/>
                  <a:pt x="334" y="619"/>
                </a:cubicBezTo>
                <a:lnTo>
                  <a:pt x="2834" y="619"/>
                </a:lnTo>
                <a:cubicBezTo>
                  <a:pt x="3049" y="619"/>
                  <a:pt x="3192" y="453"/>
                  <a:pt x="3192" y="262"/>
                </a:cubicBezTo>
                <a:cubicBezTo>
                  <a:pt x="3168" y="119"/>
                  <a:pt x="3049" y="0"/>
                  <a:pt x="2858"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0" name="Google Shape;22770;p144"/>
          <p:cNvSpPr/>
          <p:nvPr/>
        </p:nvSpPr>
        <p:spPr>
          <a:xfrm>
            <a:off x="1930382" y="4146629"/>
            <a:ext cx="114001" cy="123347"/>
          </a:xfrm>
          <a:custGeom>
            <a:avLst/>
            <a:gdLst/>
            <a:ahLst/>
            <a:cxnLst/>
            <a:rect l="l" t="t" r="r" b="b"/>
            <a:pathLst>
              <a:path w="3501" h="3788" extrusionOk="0">
                <a:moveTo>
                  <a:pt x="3167" y="1"/>
                </a:moveTo>
                <a:cubicBezTo>
                  <a:pt x="2977" y="1"/>
                  <a:pt x="2834" y="143"/>
                  <a:pt x="2834" y="334"/>
                </a:cubicBezTo>
                <a:cubicBezTo>
                  <a:pt x="2834" y="1882"/>
                  <a:pt x="1548" y="3168"/>
                  <a:pt x="0" y="3168"/>
                </a:cubicBezTo>
                <a:lnTo>
                  <a:pt x="0" y="3787"/>
                </a:lnTo>
                <a:cubicBezTo>
                  <a:pt x="1953" y="3787"/>
                  <a:pt x="3501" y="2239"/>
                  <a:pt x="3501" y="334"/>
                </a:cubicBezTo>
                <a:cubicBezTo>
                  <a:pt x="3501" y="143"/>
                  <a:pt x="3334" y="1"/>
                  <a:pt x="3167" y="1"/>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1" name="Google Shape;22771;p144"/>
          <p:cNvSpPr/>
          <p:nvPr/>
        </p:nvSpPr>
        <p:spPr>
          <a:xfrm>
            <a:off x="1931912" y="4331975"/>
            <a:ext cx="51221" cy="20189"/>
          </a:xfrm>
          <a:custGeom>
            <a:avLst/>
            <a:gdLst/>
            <a:ahLst/>
            <a:cxnLst/>
            <a:rect l="l" t="t" r="r" b="b"/>
            <a:pathLst>
              <a:path w="1573" h="620" extrusionOk="0">
                <a:moveTo>
                  <a:pt x="1" y="0"/>
                </a:moveTo>
                <a:lnTo>
                  <a:pt x="1" y="619"/>
                </a:lnTo>
                <a:lnTo>
                  <a:pt x="1239" y="619"/>
                </a:lnTo>
                <a:cubicBezTo>
                  <a:pt x="1430" y="619"/>
                  <a:pt x="1573" y="476"/>
                  <a:pt x="1549" y="262"/>
                </a:cubicBezTo>
                <a:cubicBezTo>
                  <a:pt x="1549" y="119"/>
                  <a:pt x="1382" y="0"/>
                  <a:pt x="1239"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2" name="Google Shape;22772;p144"/>
          <p:cNvSpPr/>
          <p:nvPr/>
        </p:nvSpPr>
        <p:spPr>
          <a:xfrm>
            <a:off x="1921069" y="4003158"/>
            <a:ext cx="20970" cy="41908"/>
          </a:xfrm>
          <a:custGeom>
            <a:avLst/>
            <a:gdLst/>
            <a:ahLst/>
            <a:cxnLst/>
            <a:rect l="l" t="t" r="r" b="b"/>
            <a:pathLst>
              <a:path w="644" h="1287" extrusionOk="0">
                <a:moveTo>
                  <a:pt x="334" y="1"/>
                </a:moveTo>
                <a:cubicBezTo>
                  <a:pt x="215" y="1"/>
                  <a:pt x="119" y="25"/>
                  <a:pt x="0" y="25"/>
                </a:cubicBezTo>
                <a:lnTo>
                  <a:pt x="0" y="953"/>
                </a:lnTo>
                <a:cubicBezTo>
                  <a:pt x="0" y="1144"/>
                  <a:pt x="143" y="1287"/>
                  <a:pt x="334" y="1287"/>
                </a:cubicBezTo>
                <a:cubicBezTo>
                  <a:pt x="500" y="1287"/>
                  <a:pt x="643" y="1144"/>
                  <a:pt x="643" y="953"/>
                </a:cubicBezTo>
                <a:lnTo>
                  <a:pt x="643" y="25"/>
                </a:lnTo>
                <a:cubicBezTo>
                  <a:pt x="524" y="1"/>
                  <a:pt x="453" y="1"/>
                  <a:pt x="334"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3" name="Google Shape;22773;p144"/>
          <p:cNvSpPr/>
          <p:nvPr/>
        </p:nvSpPr>
        <p:spPr>
          <a:xfrm>
            <a:off x="1930382" y="4002409"/>
            <a:ext cx="10876" cy="40605"/>
          </a:xfrm>
          <a:custGeom>
            <a:avLst/>
            <a:gdLst/>
            <a:ahLst/>
            <a:cxnLst/>
            <a:rect l="l" t="t" r="r" b="b"/>
            <a:pathLst>
              <a:path w="334" h="1247" extrusionOk="0">
                <a:moveTo>
                  <a:pt x="0" y="0"/>
                </a:moveTo>
                <a:lnTo>
                  <a:pt x="0" y="1238"/>
                </a:lnTo>
                <a:cubicBezTo>
                  <a:pt x="25" y="1244"/>
                  <a:pt x="49" y="1247"/>
                  <a:pt x="72" y="1247"/>
                </a:cubicBezTo>
                <a:cubicBezTo>
                  <a:pt x="241" y="1247"/>
                  <a:pt x="334" y="1100"/>
                  <a:pt x="334" y="953"/>
                </a:cubicBezTo>
                <a:lnTo>
                  <a:pt x="334" y="24"/>
                </a:lnTo>
                <a:cubicBezTo>
                  <a:pt x="238" y="0"/>
                  <a:pt x="119" y="0"/>
                  <a:pt x="0"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4" name="Google Shape;22774;p144"/>
          <p:cNvSpPr/>
          <p:nvPr/>
        </p:nvSpPr>
        <p:spPr>
          <a:xfrm>
            <a:off x="1859786" y="4146629"/>
            <a:ext cx="143503" cy="82285"/>
          </a:xfrm>
          <a:custGeom>
            <a:avLst/>
            <a:gdLst/>
            <a:ahLst/>
            <a:cxnLst/>
            <a:rect l="l" t="t" r="r" b="b"/>
            <a:pathLst>
              <a:path w="4407" h="2527" extrusionOk="0">
                <a:moveTo>
                  <a:pt x="1" y="1"/>
                </a:moveTo>
                <a:lnTo>
                  <a:pt x="1" y="310"/>
                </a:lnTo>
                <a:cubicBezTo>
                  <a:pt x="1" y="1501"/>
                  <a:pt x="954" y="2477"/>
                  <a:pt x="2144" y="2525"/>
                </a:cubicBezTo>
                <a:cubicBezTo>
                  <a:pt x="2173" y="2526"/>
                  <a:pt x="2201" y="2527"/>
                  <a:pt x="2229" y="2527"/>
                </a:cubicBezTo>
                <a:cubicBezTo>
                  <a:pt x="3429" y="2527"/>
                  <a:pt x="4407" y="1544"/>
                  <a:pt x="4407" y="334"/>
                </a:cubicBezTo>
                <a:lnTo>
                  <a:pt x="4407" y="1"/>
                </a:ln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5" name="Google Shape;22775;p144"/>
          <p:cNvSpPr/>
          <p:nvPr/>
        </p:nvSpPr>
        <p:spPr>
          <a:xfrm>
            <a:off x="1931912" y="4145847"/>
            <a:ext cx="71377" cy="81471"/>
          </a:xfrm>
          <a:custGeom>
            <a:avLst/>
            <a:gdLst/>
            <a:ahLst/>
            <a:cxnLst/>
            <a:rect l="l" t="t" r="r" b="b"/>
            <a:pathLst>
              <a:path w="2192" h="2502" extrusionOk="0">
                <a:moveTo>
                  <a:pt x="1" y="1"/>
                </a:moveTo>
                <a:lnTo>
                  <a:pt x="1" y="2501"/>
                </a:lnTo>
                <a:cubicBezTo>
                  <a:pt x="15" y="2502"/>
                  <a:pt x="30" y="2502"/>
                  <a:pt x="44" y="2502"/>
                </a:cubicBezTo>
                <a:cubicBezTo>
                  <a:pt x="1238" y="2502"/>
                  <a:pt x="2192" y="1534"/>
                  <a:pt x="2192" y="334"/>
                </a:cubicBezTo>
                <a:lnTo>
                  <a:pt x="2192"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776" name="Google Shape;22776;p144"/>
          <p:cNvGrpSpPr/>
          <p:nvPr/>
        </p:nvGrpSpPr>
        <p:grpSpPr>
          <a:xfrm>
            <a:off x="2518167" y="4024617"/>
            <a:ext cx="350535" cy="306413"/>
            <a:chOff x="2518167" y="4177017"/>
            <a:chExt cx="350535" cy="306413"/>
          </a:xfrm>
        </p:grpSpPr>
        <p:sp>
          <p:nvSpPr>
            <p:cNvPr id="22777" name="Google Shape;22777;p144"/>
            <p:cNvSpPr/>
            <p:nvPr/>
          </p:nvSpPr>
          <p:spPr>
            <a:xfrm>
              <a:off x="2529792" y="4197434"/>
              <a:ext cx="216378" cy="133409"/>
            </a:xfrm>
            <a:custGeom>
              <a:avLst/>
              <a:gdLst/>
              <a:ahLst/>
              <a:cxnLst/>
              <a:rect l="l" t="t" r="r" b="b"/>
              <a:pathLst>
                <a:path w="6645" h="4097" extrusionOk="0">
                  <a:moveTo>
                    <a:pt x="6312" y="1"/>
                  </a:moveTo>
                  <a:cubicBezTo>
                    <a:pt x="6235" y="1"/>
                    <a:pt x="6161" y="33"/>
                    <a:pt x="6097" y="96"/>
                  </a:cubicBezTo>
                  <a:lnTo>
                    <a:pt x="5049" y="1120"/>
                  </a:lnTo>
                  <a:lnTo>
                    <a:pt x="4335" y="406"/>
                  </a:lnTo>
                  <a:cubicBezTo>
                    <a:pt x="4275" y="346"/>
                    <a:pt x="4192" y="316"/>
                    <a:pt x="4112" y="316"/>
                  </a:cubicBezTo>
                  <a:cubicBezTo>
                    <a:pt x="4031" y="316"/>
                    <a:pt x="3954" y="346"/>
                    <a:pt x="3906" y="406"/>
                  </a:cubicBezTo>
                  <a:lnTo>
                    <a:pt x="3478" y="834"/>
                  </a:lnTo>
                  <a:lnTo>
                    <a:pt x="2192" y="2073"/>
                  </a:lnTo>
                  <a:lnTo>
                    <a:pt x="1477" y="1358"/>
                  </a:lnTo>
                  <a:cubicBezTo>
                    <a:pt x="1418" y="1299"/>
                    <a:pt x="1340" y="1269"/>
                    <a:pt x="1263" y="1269"/>
                  </a:cubicBezTo>
                  <a:cubicBezTo>
                    <a:pt x="1185" y="1269"/>
                    <a:pt x="1108" y="1299"/>
                    <a:pt x="1049" y="1358"/>
                  </a:cubicBezTo>
                  <a:lnTo>
                    <a:pt x="1" y="2406"/>
                  </a:lnTo>
                  <a:lnTo>
                    <a:pt x="1" y="4097"/>
                  </a:lnTo>
                  <a:lnTo>
                    <a:pt x="6645" y="4097"/>
                  </a:lnTo>
                  <a:lnTo>
                    <a:pt x="6645" y="334"/>
                  </a:lnTo>
                  <a:cubicBezTo>
                    <a:pt x="6645" y="168"/>
                    <a:pt x="6550" y="49"/>
                    <a:pt x="6431" y="25"/>
                  </a:cubicBezTo>
                  <a:cubicBezTo>
                    <a:pt x="6391" y="9"/>
                    <a:pt x="6351" y="1"/>
                    <a:pt x="6312" y="1"/>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8" name="Google Shape;22778;p144"/>
            <p:cNvSpPr/>
            <p:nvPr/>
          </p:nvSpPr>
          <p:spPr>
            <a:xfrm>
              <a:off x="2643012" y="4196294"/>
              <a:ext cx="103158" cy="133799"/>
            </a:xfrm>
            <a:custGeom>
              <a:avLst/>
              <a:gdLst/>
              <a:ahLst/>
              <a:cxnLst/>
              <a:rect l="l" t="t" r="r" b="b"/>
              <a:pathLst>
                <a:path w="3168" h="4109" extrusionOk="0">
                  <a:moveTo>
                    <a:pt x="2830" y="1"/>
                  </a:moveTo>
                  <a:cubicBezTo>
                    <a:pt x="2754" y="1"/>
                    <a:pt x="2682" y="37"/>
                    <a:pt x="2620" y="84"/>
                  </a:cubicBezTo>
                  <a:lnTo>
                    <a:pt x="1572" y="1131"/>
                  </a:lnTo>
                  <a:lnTo>
                    <a:pt x="858" y="417"/>
                  </a:lnTo>
                  <a:cubicBezTo>
                    <a:pt x="798" y="357"/>
                    <a:pt x="715" y="328"/>
                    <a:pt x="635" y="328"/>
                  </a:cubicBezTo>
                  <a:cubicBezTo>
                    <a:pt x="554" y="328"/>
                    <a:pt x="477" y="357"/>
                    <a:pt x="429" y="417"/>
                  </a:cubicBezTo>
                  <a:lnTo>
                    <a:pt x="1" y="846"/>
                  </a:lnTo>
                  <a:lnTo>
                    <a:pt x="1" y="4108"/>
                  </a:lnTo>
                  <a:lnTo>
                    <a:pt x="3168" y="4108"/>
                  </a:lnTo>
                  <a:lnTo>
                    <a:pt x="3168" y="322"/>
                  </a:lnTo>
                  <a:cubicBezTo>
                    <a:pt x="3168" y="203"/>
                    <a:pt x="3073" y="84"/>
                    <a:pt x="2954" y="36"/>
                  </a:cubicBezTo>
                  <a:cubicBezTo>
                    <a:pt x="2912" y="11"/>
                    <a:pt x="2871" y="1"/>
                    <a:pt x="2830" y="1"/>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9" name="Google Shape;22779;p144"/>
            <p:cNvSpPr/>
            <p:nvPr/>
          </p:nvSpPr>
          <p:spPr>
            <a:xfrm>
              <a:off x="2518949" y="4177017"/>
              <a:ext cx="227221" cy="163920"/>
            </a:xfrm>
            <a:custGeom>
              <a:avLst/>
              <a:gdLst/>
              <a:ahLst/>
              <a:cxnLst/>
              <a:rect l="l" t="t" r="r" b="b"/>
              <a:pathLst>
                <a:path w="6978" h="5034" extrusionOk="0">
                  <a:moveTo>
                    <a:pt x="291" y="0"/>
                  </a:moveTo>
                  <a:cubicBezTo>
                    <a:pt x="130" y="0"/>
                    <a:pt x="0" y="147"/>
                    <a:pt x="0" y="294"/>
                  </a:cubicBezTo>
                  <a:lnTo>
                    <a:pt x="0" y="4700"/>
                  </a:lnTo>
                  <a:cubicBezTo>
                    <a:pt x="0" y="4891"/>
                    <a:pt x="143" y="5034"/>
                    <a:pt x="334" y="5034"/>
                  </a:cubicBezTo>
                  <a:lnTo>
                    <a:pt x="6645" y="5034"/>
                  </a:lnTo>
                  <a:cubicBezTo>
                    <a:pt x="6811" y="5034"/>
                    <a:pt x="6978" y="4843"/>
                    <a:pt x="6978" y="4676"/>
                  </a:cubicBezTo>
                  <a:cubicBezTo>
                    <a:pt x="6930" y="4533"/>
                    <a:pt x="6811" y="4414"/>
                    <a:pt x="6645" y="4414"/>
                  </a:cubicBezTo>
                  <a:lnTo>
                    <a:pt x="619" y="4414"/>
                  </a:lnTo>
                  <a:lnTo>
                    <a:pt x="619" y="318"/>
                  </a:lnTo>
                  <a:cubicBezTo>
                    <a:pt x="619" y="175"/>
                    <a:pt x="500" y="33"/>
                    <a:pt x="358" y="9"/>
                  </a:cubicBezTo>
                  <a:cubicBezTo>
                    <a:pt x="335" y="3"/>
                    <a:pt x="313" y="0"/>
                    <a:pt x="291"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0" name="Google Shape;22780;p144"/>
            <p:cNvSpPr/>
            <p:nvPr/>
          </p:nvSpPr>
          <p:spPr>
            <a:xfrm>
              <a:off x="2643012" y="4319185"/>
              <a:ext cx="103158" cy="20970"/>
            </a:xfrm>
            <a:custGeom>
              <a:avLst/>
              <a:gdLst/>
              <a:ahLst/>
              <a:cxnLst/>
              <a:rect l="l" t="t" r="r" b="b"/>
              <a:pathLst>
                <a:path w="3168" h="644" extrusionOk="0">
                  <a:moveTo>
                    <a:pt x="1" y="1"/>
                  </a:moveTo>
                  <a:lnTo>
                    <a:pt x="1" y="644"/>
                  </a:lnTo>
                  <a:lnTo>
                    <a:pt x="2835" y="644"/>
                  </a:lnTo>
                  <a:cubicBezTo>
                    <a:pt x="3001" y="644"/>
                    <a:pt x="3168" y="477"/>
                    <a:pt x="3120" y="287"/>
                  </a:cubicBezTo>
                  <a:cubicBezTo>
                    <a:pt x="3120" y="120"/>
                    <a:pt x="2977" y="1"/>
                    <a:pt x="2835"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1" name="Google Shape;22781;p144"/>
            <p:cNvSpPr/>
            <p:nvPr/>
          </p:nvSpPr>
          <p:spPr>
            <a:xfrm>
              <a:off x="2781826" y="4397693"/>
              <a:ext cx="86877" cy="85737"/>
            </a:xfrm>
            <a:custGeom>
              <a:avLst/>
              <a:gdLst/>
              <a:ahLst/>
              <a:cxnLst/>
              <a:rect l="l" t="t" r="r" b="b"/>
              <a:pathLst>
                <a:path w="2668" h="2633" extrusionOk="0">
                  <a:moveTo>
                    <a:pt x="346" y="1"/>
                  </a:moveTo>
                  <a:cubicBezTo>
                    <a:pt x="262" y="1"/>
                    <a:pt x="179" y="31"/>
                    <a:pt x="119" y="90"/>
                  </a:cubicBezTo>
                  <a:cubicBezTo>
                    <a:pt x="0" y="209"/>
                    <a:pt x="0" y="424"/>
                    <a:pt x="119" y="543"/>
                  </a:cubicBezTo>
                  <a:lnTo>
                    <a:pt x="2120" y="2543"/>
                  </a:lnTo>
                  <a:cubicBezTo>
                    <a:pt x="2168" y="2603"/>
                    <a:pt x="2245" y="2632"/>
                    <a:pt x="2325" y="2632"/>
                  </a:cubicBezTo>
                  <a:cubicBezTo>
                    <a:pt x="2406" y="2632"/>
                    <a:pt x="2489" y="2603"/>
                    <a:pt x="2549" y="2543"/>
                  </a:cubicBezTo>
                  <a:cubicBezTo>
                    <a:pt x="2668" y="2424"/>
                    <a:pt x="2668" y="2210"/>
                    <a:pt x="2549" y="2091"/>
                  </a:cubicBezTo>
                  <a:lnTo>
                    <a:pt x="572" y="90"/>
                  </a:lnTo>
                  <a:cubicBezTo>
                    <a:pt x="512" y="31"/>
                    <a:pt x="429" y="1"/>
                    <a:pt x="346" y="1"/>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2" name="Google Shape;22782;p144"/>
            <p:cNvSpPr/>
            <p:nvPr/>
          </p:nvSpPr>
          <p:spPr>
            <a:xfrm>
              <a:off x="2785701" y="4397693"/>
              <a:ext cx="83002" cy="82839"/>
            </a:xfrm>
            <a:custGeom>
              <a:avLst/>
              <a:gdLst/>
              <a:ahLst/>
              <a:cxnLst/>
              <a:rect l="l" t="t" r="r" b="b"/>
              <a:pathLst>
                <a:path w="2549" h="2544" extrusionOk="0">
                  <a:moveTo>
                    <a:pt x="227" y="1"/>
                  </a:moveTo>
                  <a:cubicBezTo>
                    <a:pt x="143" y="1"/>
                    <a:pt x="60" y="31"/>
                    <a:pt x="0" y="90"/>
                  </a:cubicBezTo>
                  <a:lnTo>
                    <a:pt x="2430" y="2543"/>
                  </a:lnTo>
                  <a:cubicBezTo>
                    <a:pt x="2549" y="2424"/>
                    <a:pt x="2549" y="2210"/>
                    <a:pt x="2430" y="2091"/>
                  </a:cubicBezTo>
                  <a:lnTo>
                    <a:pt x="453" y="90"/>
                  </a:lnTo>
                  <a:cubicBezTo>
                    <a:pt x="393" y="31"/>
                    <a:pt x="310" y="1"/>
                    <a:pt x="22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3" name="Google Shape;22783;p144"/>
            <p:cNvSpPr/>
            <p:nvPr/>
          </p:nvSpPr>
          <p:spPr>
            <a:xfrm>
              <a:off x="2643012" y="4258716"/>
              <a:ext cx="184597" cy="183815"/>
            </a:xfrm>
            <a:custGeom>
              <a:avLst/>
              <a:gdLst/>
              <a:ahLst/>
              <a:cxnLst/>
              <a:rect l="l" t="t" r="r" b="b"/>
              <a:pathLst>
                <a:path w="5669" h="5645" extrusionOk="0">
                  <a:moveTo>
                    <a:pt x="2835" y="0"/>
                  </a:moveTo>
                  <a:cubicBezTo>
                    <a:pt x="2049" y="0"/>
                    <a:pt x="1334" y="310"/>
                    <a:pt x="834" y="834"/>
                  </a:cubicBezTo>
                  <a:cubicBezTo>
                    <a:pt x="334" y="1334"/>
                    <a:pt x="1" y="2048"/>
                    <a:pt x="1" y="2810"/>
                  </a:cubicBezTo>
                  <a:cubicBezTo>
                    <a:pt x="1" y="4358"/>
                    <a:pt x="1287" y="5644"/>
                    <a:pt x="2835" y="5644"/>
                  </a:cubicBezTo>
                  <a:cubicBezTo>
                    <a:pt x="3597" y="5644"/>
                    <a:pt x="4311" y="5311"/>
                    <a:pt x="4835" y="4811"/>
                  </a:cubicBezTo>
                  <a:cubicBezTo>
                    <a:pt x="5335" y="4311"/>
                    <a:pt x="5668" y="3596"/>
                    <a:pt x="5668" y="2810"/>
                  </a:cubicBezTo>
                  <a:cubicBezTo>
                    <a:pt x="5668" y="1239"/>
                    <a:pt x="4406" y="0"/>
                    <a:pt x="2835"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4" name="Google Shape;22784;p144"/>
            <p:cNvSpPr/>
            <p:nvPr/>
          </p:nvSpPr>
          <p:spPr>
            <a:xfrm>
              <a:off x="2670169" y="4258716"/>
              <a:ext cx="157440" cy="156658"/>
            </a:xfrm>
            <a:custGeom>
              <a:avLst/>
              <a:gdLst/>
              <a:ahLst/>
              <a:cxnLst/>
              <a:rect l="l" t="t" r="r" b="b"/>
              <a:pathLst>
                <a:path w="4835" h="4811" extrusionOk="0">
                  <a:moveTo>
                    <a:pt x="2001" y="0"/>
                  </a:moveTo>
                  <a:cubicBezTo>
                    <a:pt x="1215" y="0"/>
                    <a:pt x="500" y="310"/>
                    <a:pt x="0" y="834"/>
                  </a:cubicBezTo>
                  <a:lnTo>
                    <a:pt x="4001" y="4811"/>
                  </a:lnTo>
                  <a:cubicBezTo>
                    <a:pt x="4501" y="4311"/>
                    <a:pt x="4834" y="3596"/>
                    <a:pt x="4834" y="2810"/>
                  </a:cubicBezTo>
                  <a:cubicBezTo>
                    <a:pt x="4834" y="1239"/>
                    <a:pt x="3572" y="0"/>
                    <a:pt x="200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5" name="Google Shape;22785;p144"/>
            <p:cNvSpPr/>
            <p:nvPr/>
          </p:nvSpPr>
          <p:spPr>
            <a:xfrm>
              <a:off x="2518167" y="4402154"/>
              <a:ext cx="104721" cy="20221"/>
            </a:xfrm>
            <a:custGeom>
              <a:avLst/>
              <a:gdLst/>
              <a:ahLst/>
              <a:cxnLst/>
              <a:rect l="l" t="t" r="r" b="b"/>
              <a:pathLst>
                <a:path w="3216" h="621" extrusionOk="0">
                  <a:moveTo>
                    <a:pt x="310" y="1"/>
                  </a:moveTo>
                  <a:cubicBezTo>
                    <a:pt x="143" y="1"/>
                    <a:pt x="0" y="168"/>
                    <a:pt x="24" y="358"/>
                  </a:cubicBezTo>
                  <a:cubicBezTo>
                    <a:pt x="48" y="501"/>
                    <a:pt x="191" y="620"/>
                    <a:pt x="358" y="620"/>
                  </a:cubicBezTo>
                  <a:lnTo>
                    <a:pt x="2882" y="620"/>
                  </a:lnTo>
                  <a:cubicBezTo>
                    <a:pt x="3073" y="620"/>
                    <a:pt x="3215" y="477"/>
                    <a:pt x="3168" y="263"/>
                  </a:cubicBezTo>
                  <a:cubicBezTo>
                    <a:pt x="3144" y="120"/>
                    <a:pt x="3001" y="1"/>
                    <a:pt x="2858" y="1"/>
                  </a:cubicBezTo>
                  <a:close/>
                </a:path>
              </a:pathLst>
            </a:custGeom>
            <a:solidFill>
              <a:srgbClr val="E3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6" name="Google Shape;22786;p144"/>
            <p:cNvSpPr/>
            <p:nvPr/>
          </p:nvSpPr>
          <p:spPr>
            <a:xfrm>
              <a:off x="2518167" y="4361060"/>
              <a:ext cx="63627" cy="20189"/>
            </a:xfrm>
            <a:custGeom>
              <a:avLst/>
              <a:gdLst/>
              <a:ahLst/>
              <a:cxnLst/>
              <a:rect l="l" t="t" r="r" b="b"/>
              <a:pathLst>
                <a:path w="1954" h="620" extrusionOk="0">
                  <a:moveTo>
                    <a:pt x="310" y="1"/>
                  </a:moveTo>
                  <a:cubicBezTo>
                    <a:pt x="143" y="1"/>
                    <a:pt x="0" y="191"/>
                    <a:pt x="24" y="358"/>
                  </a:cubicBezTo>
                  <a:cubicBezTo>
                    <a:pt x="48" y="501"/>
                    <a:pt x="191" y="620"/>
                    <a:pt x="358" y="620"/>
                  </a:cubicBezTo>
                  <a:lnTo>
                    <a:pt x="1644" y="620"/>
                  </a:lnTo>
                  <a:cubicBezTo>
                    <a:pt x="1810" y="620"/>
                    <a:pt x="1953" y="453"/>
                    <a:pt x="1929" y="263"/>
                  </a:cubicBezTo>
                  <a:cubicBezTo>
                    <a:pt x="1906" y="120"/>
                    <a:pt x="1739" y="1"/>
                    <a:pt x="1596" y="1"/>
                  </a:cubicBezTo>
                  <a:close/>
                </a:path>
              </a:pathLst>
            </a:custGeom>
            <a:solidFill>
              <a:srgbClr val="E3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7" name="Google Shape;22787;p144"/>
            <p:cNvSpPr/>
            <p:nvPr/>
          </p:nvSpPr>
          <p:spPr>
            <a:xfrm>
              <a:off x="2663168" y="4279654"/>
              <a:ext cx="143503" cy="143470"/>
            </a:xfrm>
            <a:custGeom>
              <a:avLst/>
              <a:gdLst/>
              <a:ahLst/>
              <a:cxnLst/>
              <a:rect l="l" t="t" r="r" b="b"/>
              <a:pathLst>
                <a:path w="4407" h="4406" extrusionOk="0">
                  <a:moveTo>
                    <a:pt x="2549" y="0"/>
                  </a:moveTo>
                  <a:lnTo>
                    <a:pt x="1096" y="1072"/>
                  </a:lnTo>
                  <a:lnTo>
                    <a:pt x="25" y="1882"/>
                  </a:lnTo>
                  <a:cubicBezTo>
                    <a:pt x="1" y="1977"/>
                    <a:pt x="1" y="2096"/>
                    <a:pt x="1" y="2215"/>
                  </a:cubicBezTo>
                  <a:cubicBezTo>
                    <a:pt x="1" y="3429"/>
                    <a:pt x="977" y="4406"/>
                    <a:pt x="2216" y="4406"/>
                  </a:cubicBezTo>
                  <a:cubicBezTo>
                    <a:pt x="2811" y="4406"/>
                    <a:pt x="3359" y="4168"/>
                    <a:pt x="3763" y="3763"/>
                  </a:cubicBezTo>
                  <a:cubicBezTo>
                    <a:pt x="4145" y="3358"/>
                    <a:pt x="4406" y="2810"/>
                    <a:pt x="4406" y="2215"/>
                  </a:cubicBezTo>
                  <a:cubicBezTo>
                    <a:pt x="4406" y="1072"/>
                    <a:pt x="3621" y="143"/>
                    <a:pt x="2549"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8" name="Google Shape;22788;p144"/>
            <p:cNvSpPr/>
            <p:nvPr/>
          </p:nvSpPr>
          <p:spPr>
            <a:xfrm>
              <a:off x="2698857" y="4279654"/>
              <a:ext cx="107814" cy="121002"/>
            </a:xfrm>
            <a:custGeom>
              <a:avLst/>
              <a:gdLst/>
              <a:ahLst/>
              <a:cxnLst/>
              <a:rect l="l" t="t" r="r" b="b"/>
              <a:pathLst>
                <a:path w="3311" h="3716" extrusionOk="0">
                  <a:moveTo>
                    <a:pt x="1453" y="0"/>
                  </a:moveTo>
                  <a:lnTo>
                    <a:pt x="0" y="1072"/>
                  </a:lnTo>
                  <a:lnTo>
                    <a:pt x="2667" y="3715"/>
                  </a:lnTo>
                  <a:cubicBezTo>
                    <a:pt x="3049" y="3334"/>
                    <a:pt x="3310" y="2763"/>
                    <a:pt x="3310" y="2167"/>
                  </a:cubicBezTo>
                  <a:cubicBezTo>
                    <a:pt x="3310" y="1072"/>
                    <a:pt x="2525" y="143"/>
                    <a:pt x="145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9" name="Google Shape;22789;p144"/>
            <p:cNvSpPr/>
            <p:nvPr/>
          </p:nvSpPr>
          <p:spPr>
            <a:xfrm>
              <a:off x="2670918" y="4279426"/>
              <a:ext cx="73722" cy="51416"/>
            </a:xfrm>
            <a:custGeom>
              <a:avLst/>
              <a:gdLst/>
              <a:ahLst/>
              <a:cxnLst/>
              <a:rect l="l" t="t" r="r" b="b"/>
              <a:pathLst>
                <a:path w="2264" h="1579" extrusionOk="0">
                  <a:moveTo>
                    <a:pt x="1902" y="1"/>
                  </a:moveTo>
                  <a:cubicBezTo>
                    <a:pt x="1333" y="1"/>
                    <a:pt x="824" y="232"/>
                    <a:pt x="430" y="626"/>
                  </a:cubicBezTo>
                  <a:cubicBezTo>
                    <a:pt x="239" y="817"/>
                    <a:pt x="120" y="1031"/>
                    <a:pt x="1" y="1269"/>
                  </a:cubicBezTo>
                  <a:lnTo>
                    <a:pt x="358" y="1579"/>
                  </a:lnTo>
                  <a:lnTo>
                    <a:pt x="2263" y="1579"/>
                  </a:lnTo>
                  <a:lnTo>
                    <a:pt x="2263" y="31"/>
                  </a:lnTo>
                  <a:cubicBezTo>
                    <a:pt x="2141" y="11"/>
                    <a:pt x="2020" y="1"/>
                    <a:pt x="1902" y="1"/>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0" name="Google Shape;22790;p144"/>
            <p:cNvSpPr/>
            <p:nvPr/>
          </p:nvSpPr>
          <p:spPr>
            <a:xfrm>
              <a:off x="2663168" y="4319185"/>
              <a:ext cx="81471" cy="21752"/>
            </a:xfrm>
            <a:custGeom>
              <a:avLst/>
              <a:gdLst/>
              <a:ahLst/>
              <a:cxnLst/>
              <a:rect l="l" t="t" r="r" b="b"/>
              <a:pathLst>
                <a:path w="2502" h="668" extrusionOk="0">
                  <a:moveTo>
                    <a:pt x="239" y="1"/>
                  </a:moveTo>
                  <a:cubicBezTo>
                    <a:pt x="191" y="96"/>
                    <a:pt x="168" y="215"/>
                    <a:pt x="96" y="334"/>
                  </a:cubicBezTo>
                  <a:cubicBezTo>
                    <a:pt x="72" y="429"/>
                    <a:pt x="48" y="548"/>
                    <a:pt x="1" y="668"/>
                  </a:cubicBezTo>
                  <a:lnTo>
                    <a:pt x="2192" y="668"/>
                  </a:lnTo>
                  <a:cubicBezTo>
                    <a:pt x="2358" y="668"/>
                    <a:pt x="2501" y="525"/>
                    <a:pt x="2478" y="310"/>
                  </a:cubicBezTo>
                  <a:cubicBezTo>
                    <a:pt x="2501" y="120"/>
                    <a:pt x="2358" y="1"/>
                    <a:pt x="2216"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91" name="Google Shape;22791;p144"/>
          <p:cNvGrpSpPr/>
          <p:nvPr/>
        </p:nvGrpSpPr>
        <p:grpSpPr>
          <a:xfrm>
            <a:off x="3254861" y="4002409"/>
            <a:ext cx="350535" cy="350210"/>
            <a:chOff x="3254861" y="4154809"/>
            <a:chExt cx="350535" cy="350210"/>
          </a:xfrm>
        </p:grpSpPr>
        <p:sp>
          <p:nvSpPr>
            <p:cNvPr id="22792" name="Google Shape;22792;p144"/>
            <p:cNvSpPr/>
            <p:nvPr/>
          </p:nvSpPr>
          <p:spPr>
            <a:xfrm>
              <a:off x="3378924" y="4380468"/>
              <a:ext cx="104721" cy="124552"/>
            </a:xfrm>
            <a:custGeom>
              <a:avLst/>
              <a:gdLst/>
              <a:ahLst/>
              <a:cxnLst/>
              <a:rect l="l" t="t" r="r" b="b"/>
              <a:pathLst>
                <a:path w="3216" h="3825" extrusionOk="0">
                  <a:moveTo>
                    <a:pt x="1596" y="0"/>
                  </a:moveTo>
                  <a:cubicBezTo>
                    <a:pt x="1429" y="0"/>
                    <a:pt x="1263" y="143"/>
                    <a:pt x="1263" y="333"/>
                  </a:cubicBezTo>
                  <a:lnTo>
                    <a:pt x="1263" y="2691"/>
                  </a:lnTo>
                  <a:lnTo>
                    <a:pt x="191" y="3215"/>
                  </a:lnTo>
                  <a:cubicBezTo>
                    <a:pt x="48" y="3310"/>
                    <a:pt x="1" y="3477"/>
                    <a:pt x="48" y="3644"/>
                  </a:cubicBezTo>
                  <a:cubicBezTo>
                    <a:pt x="120" y="3751"/>
                    <a:pt x="231" y="3804"/>
                    <a:pt x="353" y="3804"/>
                  </a:cubicBezTo>
                  <a:cubicBezTo>
                    <a:pt x="394" y="3804"/>
                    <a:pt x="435" y="3798"/>
                    <a:pt x="477" y="3787"/>
                  </a:cubicBezTo>
                  <a:lnTo>
                    <a:pt x="1572" y="3215"/>
                  </a:lnTo>
                  <a:lnTo>
                    <a:pt x="2668" y="3787"/>
                  </a:lnTo>
                  <a:cubicBezTo>
                    <a:pt x="2708" y="3813"/>
                    <a:pt x="2753" y="3825"/>
                    <a:pt x="2800" y="3825"/>
                  </a:cubicBezTo>
                  <a:cubicBezTo>
                    <a:pt x="2919" y="3825"/>
                    <a:pt x="3045" y="3747"/>
                    <a:pt x="3096" y="3644"/>
                  </a:cubicBezTo>
                  <a:cubicBezTo>
                    <a:pt x="3216" y="3477"/>
                    <a:pt x="3144" y="3286"/>
                    <a:pt x="3001" y="3215"/>
                  </a:cubicBezTo>
                  <a:lnTo>
                    <a:pt x="1930" y="2691"/>
                  </a:lnTo>
                  <a:lnTo>
                    <a:pt x="1930" y="333"/>
                  </a:lnTo>
                  <a:cubicBezTo>
                    <a:pt x="1930" y="143"/>
                    <a:pt x="1787" y="0"/>
                    <a:pt x="1596"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3" name="Google Shape;22793;p144"/>
            <p:cNvSpPr/>
            <p:nvPr/>
          </p:nvSpPr>
          <p:spPr>
            <a:xfrm>
              <a:off x="3430113" y="4380468"/>
              <a:ext cx="53533" cy="123900"/>
            </a:xfrm>
            <a:custGeom>
              <a:avLst/>
              <a:gdLst/>
              <a:ahLst/>
              <a:cxnLst/>
              <a:rect l="l" t="t" r="r" b="b"/>
              <a:pathLst>
                <a:path w="1644" h="3805" extrusionOk="0">
                  <a:moveTo>
                    <a:pt x="0" y="0"/>
                  </a:moveTo>
                  <a:lnTo>
                    <a:pt x="0" y="3215"/>
                  </a:lnTo>
                  <a:lnTo>
                    <a:pt x="1096" y="3787"/>
                  </a:lnTo>
                  <a:cubicBezTo>
                    <a:pt x="1143" y="3798"/>
                    <a:pt x="1193" y="3804"/>
                    <a:pt x="1240" y="3804"/>
                  </a:cubicBezTo>
                  <a:cubicBezTo>
                    <a:pt x="1383" y="3804"/>
                    <a:pt x="1513" y="3751"/>
                    <a:pt x="1548" y="3644"/>
                  </a:cubicBezTo>
                  <a:cubicBezTo>
                    <a:pt x="1644" y="3477"/>
                    <a:pt x="1548" y="3286"/>
                    <a:pt x="1405" y="3215"/>
                  </a:cubicBezTo>
                  <a:lnTo>
                    <a:pt x="334" y="2691"/>
                  </a:lnTo>
                  <a:lnTo>
                    <a:pt x="334" y="333"/>
                  </a:lnTo>
                  <a:cubicBezTo>
                    <a:pt x="334" y="143"/>
                    <a:pt x="191" y="0"/>
                    <a:pt x="0"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4" name="Google Shape;22794;p144"/>
            <p:cNvSpPr/>
            <p:nvPr/>
          </p:nvSpPr>
          <p:spPr>
            <a:xfrm>
              <a:off x="3254861" y="4174966"/>
              <a:ext cx="350535" cy="227221"/>
            </a:xfrm>
            <a:custGeom>
              <a:avLst/>
              <a:gdLst/>
              <a:ahLst/>
              <a:cxnLst/>
              <a:rect l="l" t="t" r="r" b="b"/>
              <a:pathLst>
                <a:path w="10765" h="6978" extrusionOk="0">
                  <a:moveTo>
                    <a:pt x="310" y="0"/>
                  </a:moveTo>
                  <a:cubicBezTo>
                    <a:pt x="143" y="0"/>
                    <a:pt x="0" y="143"/>
                    <a:pt x="0" y="334"/>
                  </a:cubicBezTo>
                  <a:lnTo>
                    <a:pt x="0" y="6644"/>
                  </a:lnTo>
                  <a:cubicBezTo>
                    <a:pt x="0" y="6811"/>
                    <a:pt x="143" y="6978"/>
                    <a:pt x="310" y="6978"/>
                  </a:cubicBezTo>
                  <a:lnTo>
                    <a:pt x="10431" y="6978"/>
                  </a:lnTo>
                  <a:cubicBezTo>
                    <a:pt x="10622" y="6978"/>
                    <a:pt x="10764" y="6811"/>
                    <a:pt x="10764" y="6644"/>
                  </a:cubicBezTo>
                  <a:lnTo>
                    <a:pt x="10764" y="334"/>
                  </a:lnTo>
                  <a:cubicBezTo>
                    <a:pt x="10764" y="143"/>
                    <a:pt x="10622" y="0"/>
                    <a:pt x="10431"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5" name="Google Shape;22795;p144"/>
            <p:cNvSpPr/>
            <p:nvPr/>
          </p:nvSpPr>
          <p:spPr>
            <a:xfrm>
              <a:off x="3430113" y="4174966"/>
              <a:ext cx="175284" cy="225951"/>
            </a:xfrm>
            <a:custGeom>
              <a:avLst/>
              <a:gdLst/>
              <a:ahLst/>
              <a:cxnLst/>
              <a:rect l="l" t="t" r="r" b="b"/>
              <a:pathLst>
                <a:path w="5383" h="6939" extrusionOk="0">
                  <a:moveTo>
                    <a:pt x="0" y="0"/>
                  </a:moveTo>
                  <a:lnTo>
                    <a:pt x="0" y="6930"/>
                  </a:lnTo>
                  <a:lnTo>
                    <a:pt x="5049" y="6930"/>
                  </a:lnTo>
                  <a:cubicBezTo>
                    <a:pt x="5071" y="6936"/>
                    <a:pt x="5093" y="6939"/>
                    <a:pt x="5114" y="6939"/>
                  </a:cubicBezTo>
                  <a:cubicBezTo>
                    <a:pt x="5271" y="6939"/>
                    <a:pt x="5382" y="6791"/>
                    <a:pt x="5382" y="6644"/>
                  </a:cubicBezTo>
                  <a:lnTo>
                    <a:pt x="5382" y="334"/>
                  </a:lnTo>
                  <a:cubicBezTo>
                    <a:pt x="5382" y="143"/>
                    <a:pt x="5240" y="0"/>
                    <a:pt x="5049"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6" name="Google Shape;22796;p144"/>
            <p:cNvSpPr/>
            <p:nvPr/>
          </p:nvSpPr>
          <p:spPr>
            <a:xfrm>
              <a:off x="3328518" y="4237974"/>
              <a:ext cx="214847" cy="113806"/>
            </a:xfrm>
            <a:custGeom>
              <a:avLst/>
              <a:gdLst/>
              <a:ahLst/>
              <a:cxnLst/>
              <a:rect l="l" t="t" r="r" b="b"/>
              <a:pathLst>
                <a:path w="6598" h="3495" extrusionOk="0">
                  <a:moveTo>
                    <a:pt x="6267" y="0"/>
                  </a:moveTo>
                  <a:cubicBezTo>
                    <a:pt x="6197" y="0"/>
                    <a:pt x="6131" y="32"/>
                    <a:pt x="6073" y="89"/>
                  </a:cubicBezTo>
                  <a:lnTo>
                    <a:pt x="5025" y="1137"/>
                  </a:lnTo>
                  <a:lnTo>
                    <a:pt x="4311" y="423"/>
                  </a:lnTo>
                  <a:cubicBezTo>
                    <a:pt x="4252" y="363"/>
                    <a:pt x="4168" y="334"/>
                    <a:pt x="4085" y="334"/>
                  </a:cubicBezTo>
                  <a:cubicBezTo>
                    <a:pt x="4001" y="334"/>
                    <a:pt x="3918" y="363"/>
                    <a:pt x="3859" y="423"/>
                  </a:cubicBezTo>
                  <a:lnTo>
                    <a:pt x="3144" y="1137"/>
                  </a:lnTo>
                  <a:lnTo>
                    <a:pt x="2192" y="2090"/>
                  </a:lnTo>
                  <a:lnTo>
                    <a:pt x="1477" y="1375"/>
                  </a:lnTo>
                  <a:cubicBezTo>
                    <a:pt x="1418" y="1316"/>
                    <a:pt x="1340" y="1286"/>
                    <a:pt x="1263" y="1286"/>
                  </a:cubicBezTo>
                  <a:cubicBezTo>
                    <a:pt x="1185" y="1286"/>
                    <a:pt x="1108" y="1316"/>
                    <a:pt x="1048" y="1375"/>
                  </a:cubicBezTo>
                  <a:lnTo>
                    <a:pt x="1" y="2423"/>
                  </a:lnTo>
                  <a:lnTo>
                    <a:pt x="1" y="3495"/>
                  </a:lnTo>
                  <a:lnTo>
                    <a:pt x="6597" y="3495"/>
                  </a:lnTo>
                  <a:lnTo>
                    <a:pt x="6597" y="328"/>
                  </a:lnTo>
                  <a:cubicBezTo>
                    <a:pt x="6597" y="185"/>
                    <a:pt x="6526" y="66"/>
                    <a:pt x="6407" y="42"/>
                  </a:cubicBezTo>
                  <a:cubicBezTo>
                    <a:pt x="6360" y="14"/>
                    <a:pt x="6313" y="0"/>
                    <a:pt x="6267" y="0"/>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7" name="Google Shape;22797;p144"/>
            <p:cNvSpPr/>
            <p:nvPr/>
          </p:nvSpPr>
          <p:spPr>
            <a:xfrm>
              <a:off x="3430894" y="4237974"/>
              <a:ext cx="112471" cy="112275"/>
            </a:xfrm>
            <a:custGeom>
              <a:avLst/>
              <a:gdLst/>
              <a:ahLst/>
              <a:cxnLst/>
              <a:rect l="l" t="t" r="r" b="b"/>
              <a:pathLst>
                <a:path w="3454" h="3448" extrusionOk="0">
                  <a:moveTo>
                    <a:pt x="3123" y="0"/>
                  </a:moveTo>
                  <a:cubicBezTo>
                    <a:pt x="3053" y="0"/>
                    <a:pt x="2987" y="32"/>
                    <a:pt x="2929" y="89"/>
                  </a:cubicBezTo>
                  <a:lnTo>
                    <a:pt x="1881" y="1137"/>
                  </a:lnTo>
                  <a:lnTo>
                    <a:pt x="1167" y="423"/>
                  </a:lnTo>
                  <a:cubicBezTo>
                    <a:pt x="1108" y="363"/>
                    <a:pt x="1024" y="334"/>
                    <a:pt x="941" y="334"/>
                  </a:cubicBezTo>
                  <a:cubicBezTo>
                    <a:pt x="857" y="334"/>
                    <a:pt x="774" y="363"/>
                    <a:pt x="715" y="423"/>
                  </a:cubicBezTo>
                  <a:lnTo>
                    <a:pt x="0" y="1137"/>
                  </a:lnTo>
                  <a:lnTo>
                    <a:pt x="0" y="3447"/>
                  </a:lnTo>
                  <a:lnTo>
                    <a:pt x="3453" y="3447"/>
                  </a:lnTo>
                  <a:lnTo>
                    <a:pt x="3453" y="328"/>
                  </a:lnTo>
                  <a:cubicBezTo>
                    <a:pt x="3453" y="209"/>
                    <a:pt x="3382" y="89"/>
                    <a:pt x="3263" y="42"/>
                  </a:cubicBezTo>
                  <a:cubicBezTo>
                    <a:pt x="3216" y="14"/>
                    <a:pt x="3169" y="0"/>
                    <a:pt x="3123" y="0"/>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8" name="Google Shape;22798;p144"/>
            <p:cNvSpPr/>
            <p:nvPr/>
          </p:nvSpPr>
          <p:spPr>
            <a:xfrm>
              <a:off x="3378924" y="4154809"/>
              <a:ext cx="102409" cy="41908"/>
            </a:xfrm>
            <a:custGeom>
              <a:avLst/>
              <a:gdLst/>
              <a:ahLst/>
              <a:cxnLst/>
              <a:rect l="l" t="t" r="r" b="b"/>
              <a:pathLst>
                <a:path w="3145" h="1287" extrusionOk="0">
                  <a:moveTo>
                    <a:pt x="334" y="0"/>
                  </a:moveTo>
                  <a:cubicBezTo>
                    <a:pt x="143" y="0"/>
                    <a:pt x="1" y="143"/>
                    <a:pt x="1" y="333"/>
                  </a:cubicBezTo>
                  <a:lnTo>
                    <a:pt x="1" y="953"/>
                  </a:lnTo>
                  <a:cubicBezTo>
                    <a:pt x="1" y="1119"/>
                    <a:pt x="143" y="1286"/>
                    <a:pt x="334" y="1286"/>
                  </a:cubicBezTo>
                  <a:lnTo>
                    <a:pt x="2834" y="1286"/>
                  </a:lnTo>
                  <a:cubicBezTo>
                    <a:pt x="3001" y="1286"/>
                    <a:pt x="3144" y="1119"/>
                    <a:pt x="3144" y="953"/>
                  </a:cubicBezTo>
                  <a:lnTo>
                    <a:pt x="3144" y="333"/>
                  </a:lnTo>
                  <a:cubicBezTo>
                    <a:pt x="3144" y="143"/>
                    <a:pt x="3001" y="0"/>
                    <a:pt x="2834"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9" name="Google Shape;22799;p144"/>
            <p:cNvSpPr/>
            <p:nvPr/>
          </p:nvSpPr>
          <p:spPr>
            <a:xfrm>
              <a:off x="3430113" y="4154809"/>
              <a:ext cx="51221" cy="40605"/>
            </a:xfrm>
            <a:custGeom>
              <a:avLst/>
              <a:gdLst/>
              <a:ahLst/>
              <a:cxnLst/>
              <a:rect l="l" t="t" r="r" b="b"/>
              <a:pathLst>
                <a:path w="1573" h="1247" extrusionOk="0">
                  <a:moveTo>
                    <a:pt x="0" y="0"/>
                  </a:moveTo>
                  <a:lnTo>
                    <a:pt x="0" y="1238"/>
                  </a:lnTo>
                  <a:lnTo>
                    <a:pt x="1262" y="1238"/>
                  </a:lnTo>
                  <a:cubicBezTo>
                    <a:pt x="1285" y="1244"/>
                    <a:pt x="1306" y="1247"/>
                    <a:pt x="1327" y="1247"/>
                  </a:cubicBezTo>
                  <a:cubicBezTo>
                    <a:pt x="1479" y="1247"/>
                    <a:pt x="1572" y="1100"/>
                    <a:pt x="1572" y="953"/>
                  </a:cubicBezTo>
                  <a:lnTo>
                    <a:pt x="1572" y="333"/>
                  </a:lnTo>
                  <a:cubicBezTo>
                    <a:pt x="1572" y="143"/>
                    <a:pt x="1429" y="0"/>
                    <a:pt x="1262"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0" name="Google Shape;22800;p144"/>
            <p:cNvSpPr/>
            <p:nvPr/>
          </p:nvSpPr>
          <p:spPr>
            <a:xfrm>
              <a:off x="3318456" y="4217525"/>
              <a:ext cx="224909" cy="143568"/>
            </a:xfrm>
            <a:custGeom>
              <a:avLst/>
              <a:gdLst/>
              <a:ahLst/>
              <a:cxnLst/>
              <a:rect l="l" t="t" r="r" b="b"/>
              <a:pathLst>
                <a:path w="6907" h="4409" extrusionOk="0">
                  <a:moveTo>
                    <a:pt x="320" y="0"/>
                  </a:moveTo>
                  <a:cubicBezTo>
                    <a:pt x="164" y="0"/>
                    <a:pt x="0" y="136"/>
                    <a:pt x="0" y="313"/>
                  </a:cubicBezTo>
                  <a:lnTo>
                    <a:pt x="0" y="4075"/>
                  </a:lnTo>
                  <a:cubicBezTo>
                    <a:pt x="0" y="4266"/>
                    <a:pt x="167" y="4409"/>
                    <a:pt x="333" y="4409"/>
                  </a:cubicBezTo>
                  <a:lnTo>
                    <a:pt x="6644" y="4409"/>
                  </a:lnTo>
                  <a:cubicBezTo>
                    <a:pt x="6763" y="4409"/>
                    <a:pt x="6906" y="4242"/>
                    <a:pt x="6906" y="4051"/>
                  </a:cubicBezTo>
                  <a:cubicBezTo>
                    <a:pt x="6882" y="3909"/>
                    <a:pt x="6763" y="3790"/>
                    <a:pt x="6597" y="3790"/>
                  </a:cubicBezTo>
                  <a:lnTo>
                    <a:pt x="643" y="3790"/>
                  </a:lnTo>
                  <a:lnTo>
                    <a:pt x="643" y="336"/>
                  </a:lnTo>
                  <a:cubicBezTo>
                    <a:pt x="643" y="194"/>
                    <a:pt x="524" y="27"/>
                    <a:pt x="357" y="3"/>
                  </a:cubicBezTo>
                  <a:cubicBezTo>
                    <a:pt x="345" y="1"/>
                    <a:pt x="333" y="0"/>
                    <a:pt x="320"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1" name="Google Shape;22801;p144"/>
            <p:cNvSpPr/>
            <p:nvPr/>
          </p:nvSpPr>
          <p:spPr>
            <a:xfrm>
              <a:off x="3430894" y="4340123"/>
              <a:ext cx="114001" cy="20189"/>
            </a:xfrm>
            <a:custGeom>
              <a:avLst/>
              <a:gdLst/>
              <a:ahLst/>
              <a:cxnLst/>
              <a:rect l="l" t="t" r="r" b="b"/>
              <a:pathLst>
                <a:path w="3501" h="620" extrusionOk="0">
                  <a:moveTo>
                    <a:pt x="0" y="1"/>
                  </a:moveTo>
                  <a:lnTo>
                    <a:pt x="0" y="620"/>
                  </a:lnTo>
                  <a:lnTo>
                    <a:pt x="3167" y="620"/>
                  </a:lnTo>
                  <a:cubicBezTo>
                    <a:pt x="3334" y="620"/>
                    <a:pt x="3501" y="477"/>
                    <a:pt x="3453" y="263"/>
                  </a:cubicBezTo>
                  <a:cubicBezTo>
                    <a:pt x="3429" y="120"/>
                    <a:pt x="3287" y="1"/>
                    <a:pt x="3144"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02" name="Google Shape;22802;p144"/>
          <p:cNvGrpSpPr/>
          <p:nvPr/>
        </p:nvGrpSpPr>
        <p:grpSpPr>
          <a:xfrm>
            <a:off x="4058243" y="4002409"/>
            <a:ext cx="267566" cy="350535"/>
            <a:chOff x="4058243" y="4154809"/>
            <a:chExt cx="267566" cy="350535"/>
          </a:xfrm>
        </p:grpSpPr>
        <p:sp>
          <p:nvSpPr>
            <p:cNvPr id="22803" name="Google Shape;22803;p144"/>
            <p:cNvSpPr/>
            <p:nvPr/>
          </p:nvSpPr>
          <p:spPr>
            <a:xfrm>
              <a:off x="4058243" y="4155558"/>
              <a:ext cx="267566" cy="349786"/>
            </a:xfrm>
            <a:custGeom>
              <a:avLst/>
              <a:gdLst/>
              <a:ahLst/>
              <a:cxnLst/>
              <a:rect l="l" t="t" r="r" b="b"/>
              <a:pathLst>
                <a:path w="8217" h="10742" extrusionOk="0">
                  <a:moveTo>
                    <a:pt x="333" y="1"/>
                  </a:moveTo>
                  <a:cubicBezTo>
                    <a:pt x="143" y="1"/>
                    <a:pt x="0" y="144"/>
                    <a:pt x="0" y="334"/>
                  </a:cubicBezTo>
                  <a:lnTo>
                    <a:pt x="0" y="7598"/>
                  </a:lnTo>
                  <a:lnTo>
                    <a:pt x="3167" y="10741"/>
                  </a:lnTo>
                  <a:lnTo>
                    <a:pt x="7883" y="10741"/>
                  </a:lnTo>
                  <a:cubicBezTo>
                    <a:pt x="8073" y="10741"/>
                    <a:pt x="8216" y="10598"/>
                    <a:pt x="8216" y="10432"/>
                  </a:cubicBezTo>
                  <a:lnTo>
                    <a:pt x="8216" y="310"/>
                  </a:lnTo>
                  <a:cubicBezTo>
                    <a:pt x="8216" y="120"/>
                    <a:pt x="8073" y="1"/>
                    <a:pt x="7883" y="1"/>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4" name="Google Shape;22804;p144"/>
            <p:cNvSpPr/>
            <p:nvPr/>
          </p:nvSpPr>
          <p:spPr>
            <a:xfrm>
              <a:off x="4192368" y="4154809"/>
              <a:ext cx="133441" cy="349070"/>
            </a:xfrm>
            <a:custGeom>
              <a:avLst/>
              <a:gdLst/>
              <a:ahLst/>
              <a:cxnLst/>
              <a:rect l="l" t="t" r="r" b="b"/>
              <a:pathLst>
                <a:path w="4098" h="10720" extrusionOk="0">
                  <a:moveTo>
                    <a:pt x="1" y="0"/>
                  </a:moveTo>
                  <a:lnTo>
                    <a:pt x="1" y="10717"/>
                  </a:lnTo>
                  <a:lnTo>
                    <a:pt x="3764" y="10717"/>
                  </a:lnTo>
                  <a:cubicBezTo>
                    <a:pt x="3778" y="10718"/>
                    <a:pt x="3791" y="10719"/>
                    <a:pt x="3805" y="10719"/>
                  </a:cubicBezTo>
                  <a:cubicBezTo>
                    <a:pt x="3974" y="10719"/>
                    <a:pt x="4097" y="10584"/>
                    <a:pt x="4097" y="10407"/>
                  </a:cubicBezTo>
                  <a:lnTo>
                    <a:pt x="4097" y="333"/>
                  </a:lnTo>
                  <a:cubicBezTo>
                    <a:pt x="4097" y="143"/>
                    <a:pt x="3954" y="0"/>
                    <a:pt x="3764"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5" name="Google Shape;22805;p144"/>
            <p:cNvSpPr/>
            <p:nvPr/>
          </p:nvSpPr>
          <p:spPr>
            <a:xfrm>
              <a:off x="4099337" y="4217036"/>
              <a:ext cx="63627" cy="61673"/>
            </a:xfrm>
            <a:custGeom>
              <a:avLst/>
              <a:gdLst/>
              <a:ahLst/>
              <a:cxnLst/>
              <a:rect l="l" t="t" r="r" b="b"/>
              <a:pathLst>
                <a:path w="1954" h="1894" extrusionOk="0">
                  <a:moveTo>
                    <a:pt x="334" y="0"/>
                  </a:moveTo>
                  <a:cubicBezTo>
                    <a:pt x="256" y="0"/>
                    <a:pt x="179" y="30"/>
                    <a:pt x="119" y="90"/>
                  </a:cubicBezTo>
                  <a:cubicBezTo>
                    <a:pt x="0" y="209"/>
                    <a:pt x="0" y="399"/>
                    <a:pt x="119" y="518"/>
                  </a:cubicBezTo>
                  <a:lnTo>
                    <a:pt x="524" y="947"/>
                  </a:lnTo>
                  <a:lnTo>
                    <a:pt x="119" y="1352"/>
                  </a:lnTo>
                  <a:cubicBezTo>
                    <a:pt x="0" y="1471"/>
                    <a:pt x="0" y="1685"/>
                    <a:pt x="119" y="1804"/>
                  </a:cubicBezTo>
                  <a:cubicBezTo>
                    <a:pt x="179" y="1864"/>
                    <a:pt x="256" y="1893"/>
                    <a:pt x="334" y="1893"/>
                  </a:cubicBezTo>
                  <a:cubicBezTo>
                    <a:pt x="411" y="1893"/>
                    <a:pt x="488" y="1864"/>
                    <a:pt x="548" y="1804"/>
                  </a:cubicBezTo>
                  <a:lnTo>
                    <a:pt x="977" y="1399"/>
                  </a:lnTo>
                  <a:lnTo>
                    <a:pt x="1381" y="1804"/>
                  </a:lnTo>
                  <a:cubicBezTo>
                    <a:pt x="1441" y="1864"/>
                    <a:pt x="1524" y="1893"/>
                    <a:pt x="1608" y="1893"/>
                  </a:cubicBezTo>
                  <a:cubicBezTo>
                    <a:pt x="1691" y="1893"/>
                    <a:pt x="1774" y="1864"/>
                    <a:pt x="1834" y="1804"/>
                  </a:cubicBezTo>
                  <a:cubicBezTo>
                    <a:pt x="1953" y="1685"/>
                    <a:pt x="1953" y="1471"/>
                    <a:pt x="1834" y="1352"/>
                  </a:cubicBezTo>
                  <a:lnTo>
                    <a:pt x="1429" y="947"/>
                  </a:lnTo>
                  <a:lnTo>
                    <a:pt x="1834" y="518"/>
                  </a:lnTo>
                  <a:cubicBezTo>
                    <a:pt x="1953" y="399"/>
                    <a:pt x="1953" y="209"/>
                    <a:pt x="1834" y="90"/>
                  </a:cubicBezTo>
                  <a:cubicBezTo>
                    <a:pt x="1774" y="30"/>
                    <a:pt x="1691" y="0"/>
                    <a:pt x="1608" y="0"/>
                  </a:cubicBezTo>
                  <a:cubicBezTo>
                    <a:pt x="1524" y="0"/>
                    <a:pt x="1441" y="30"/>
                    <a:pt x="1381" y="90"/>
                  </a:cubicBezTo>
                  <a:lnTo>
                    <a:pt x="977" y="494"/>
                  </a:lnTo>
                  <a:lnTo>
                    <a:pt x="548" y="90"/>
                  </a:lnTo>
                  <a:cubicBezTo>
                    <a:pt x="488" y="30"/>
                    <a:pt x="411"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6" name="Google Shape;22806;p144"/>
            <p:cNvSpPr/>
            <p:nvPr/>
          </p:nvSpPr>
          <p:spPr>
            <a:xfrm>
              <a:off x="4100119" y="4320162"/>
              <a:ext cx="84532" cy="61087"/>
            </a:xfrm>
            <a:custGeom>
              <a:avLst/>
              <a:gdLst/>
              <a:ahLst/>
              <a:cxnLst/>
              <a:rect l="l" t="t" r="r" b="b"/>
              <a:pathLst>
                <a:path w="2596" h="1876" extrusionOk="0">
                  <a:moveTo>
                    <a:pt x="2251" y="1"/>
                  </a:moveTo>
                  <a:cubicBezTo>
                    <a:pt x="2167" y="1"/>
                    <a:pt x="2084" y="30"/>
                    <a:pt x="2024" y="90"/>
                  </a:cubicBezTo>
                  <a:lnTo>
                    <a:pt x="976" y="1138"/>
                  </a:lnTo>
                  <a:lnTo>
                    <a:pt x="572" y="733"/>
                  </a:lnTo>
                  <a:cubicBezTo>
                    <a:pt x="512" y="673"/>
                    <a:pt x="429" y="643"/>
                    <a:pt x="345" y="643"/>
                  </a:cubicBezTo>
                  <a:cubicBezTo>
                    <a:pt x="262" y="643"/>
                    <a:pt x="179" y="673"/>
                    <a:pt x="119" y="733"/>
                  </a:cubicBezTo>
                  <a:cubicBezTo>
                    <a:pt x="0" y="828"/>
                    <a:pt x="0" y="1042"/>
                    <a:pt x="119" y="1161"/>
                  </a:cubicBezTo>
                  <a:lnTo>
                    <a:pt x="738" y="1804"/>
                  </a:lnTo>
                  <a:cubicBezTo>
                    <a:pt x="810" y="1852"/>
                    <a:pt x="857" y="1876"/>
                    <a:pt x="953" y="1876"/>
                  </a:cubicBezTo>
                  <a:cubicBezTo>
                    <a:pt x="1048" y="1876"/>
                    <a:pt x="1119" y="1852"/>
                    <a:pt x="1215" y="1804"/>
                  </a:cubicBezTo>
                  <a:lnTo>
                    <a:pt x="2477" y="542"/>
                  </a:lnTo>
                  <a:cubicBezTo>
                    <a:pt x="2596" y="423"/>
                    <a:pt x="2596" y="209"/>
                    <a:pt x="2477" y="90"/>
                  </a:cubicBezTo>
                  <a:cubicBezTo>
                    <a:pt x="2417" y="30"/>
                    <a:pt x="2334" y="1"/>
                    <a:pt x="2251" y="1"/>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7" name="Google Shape;22807;p144"/>
            <p:cNvSpPr/>
            <p:nvPr/>
          </p:nvSpPr>
          <p:spPr>
            <a:xfrm>
              <a:off x="4202463" y="4236997"/>
              <a:ext cx="83002" cy="21752"/>
            </a:xfrm>
            <a:custGeom>
              <a:avLst/>
              <a:gdLst/>
              <a:ahLst/>
              <a:cxnLst/>
              <a:rect l="l" t="t" r="r" b="b"/>
              <a:pathLst>
                <a:path w="2549" h="668" extrusionOk="0">
                  <a:moveTo>
                    <a:pt x="334" y="0"/>
                  </a:moveTo>
                  <a:cubicBezTo>
                    <a:pt x="143" y="0"/>
                    <a:pt x="1" y="143"/>
                    <a:pt x="1" y="334"/>
                  </a:cubicBezTo>
                  <a:cubicBezTo>
                    <a:pt x="1" y="501"/>
                    <a:pt x="143" y="667"/>
                    <a:pt x="334" y="667"/>
                  </a:cubicBezTo>
                  <a:lnTo>
                    <a:pt x="2215" y="667"/>
                  </a:lnTo>
                  <a:cubicBezTo>
                    <a:pt x="2382" y="667"/>
                    <a:pt x="2549" y="501"/>
                    <a:pt x="2549" y="334"/>
                  </a:cubicBezTo>
                  <a:cubicBezTo>
                    <a:pt x="2549" y="143"/>
                    <a:pt x="2382" y="0"/>
                    <a:pt x="2215"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8" name="Google Shape;22808;p144"/>
            <p:cNvSpPr/>
            <p:nvPr/>
          </p:nvSpPr>
          <p:spPr>
            <a:xfrm>
              <a:off x="4202463" y="4338592"/>
              <a:ext cx="83002" cy="21719"/>
            </a:xfrm>
            <a:custGeom>
              <a:avLst/>
              <a:gdLst/>
              <a:ahLst/>
              <a:cxnLst/>
              <a:rect l="l" t="t" r="r" b="b"/>
              <a:pathLst>
                <a:path w="2549" h="667" extrusionOk="0">
                  <a:moveTo>
                    <a:pt x="334" y="0"/>
                  </a:moveTo>
                  <a:cubicBezTo>
                    <a:pt x="143" y="0"/>
                    <a:pt x="1" y="167"/>
                    <a:pt x="1" y="333"/>
                  </a:cubicBezTo>
                  <a:cubicBezTo>
                    <a:pt x="1" y="524"/>
                    <a:pt x="143" y="667"/>
                    <a:pt x="334" y="667"/>
                  </a:cubicBezTo>
                  <a:lnTo>
                    <a:pt x="2215" y="667"/>
                  </a:lnTo>
                  <a:cubicBezTo>
                    <a:pt x="2382" y="667"/>
                    <a:pt x="2549" y="524"/>
                    <a:pt x="2549" y="333"/>
                  </a:cubicBezTo>
                  <a:cubicBezTo>
                    <a:pt x="2549" y="167"/>
                    <a:pt x="2382" y="0"/>
                    <a:pt x="2215"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9" name="Google Shape;22809;p144"/>
            <p:cNvSpPr/>
            <p:nvPr/>
          </p:nvSpPr>
          <p:spPr>
            <a:xfrm>
              <a:off x="4058992" y="4402154"/>
              <a:ext cx="103191" cy="101628"/>
            </a:xfrm>
            <a:custGeom>
              <a:avLst/>
              <a:gdLst/>
              <a:ahLst/>
              <a:cxnLst/>
              <a:rect l="l" t="t" r="r" b="b"/>
              <a:pathLst>
                <a:path w="3169" h="3121" extrusionOk="0">
                  <a:moveTo>
                    <a:pt x="1" y="1"/>
                  </a:moveTo>
                  <a:lnTo>
                    <a:pt x="1" y="310"/>
                  </a:lnTo>
                  <a:cubicBezTo>
                    <a:pt x="1" y="406"/>
                    <a:pt x="49" y="477"/>
                    <a:pt x="96" y="525"/>
                  </a:cubicBezTo>
                  <a:lnTo>
                    <a:pt x="2597" y="3025"/>
                  </a:lnTo>
                  <a:cubicBezTo>
                    <a:pt x="2668" y="3073"/>
                    <a:pt x="2740" y="3121"/>
                    <a:pt x="2811" y="3121"/>
                  </a:cubicBezTo>
                  <a:lnTo>
                    <a:pt x="3144" y="3121"/>
                  </a:lnTo>
                  <a:lnTo>
                    <a:pt x="3144" y="287"/>
                  </a:lnTo>
                  <a:cubicBezTo>
                    <a:pt x="3168" y="144"/>
                    <a:pt x="3025" y="1"/>
                    <a:pt x="2835"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10" name="Google Shape;22810;p144"/>
          <p:cNvGrpSpPr/>
          <p:nvPr/>
        </p:nvGrpSpPr>
        <p:grpSpPr>
          <a:xfrm>
            <a:off x="4763905" y="4002605"/>
            <a:ext cx="365254" cy="349363"/>
            <a:chOff x="4763905" y="4155005"/>
            <a:chExt cx="365254" cy="349363"/>
          </a:xfrm>
        </p:grpSpPr>
        <p:sp>
          <p:nvSpPr>
            <p:cNvPr id="22811" name="Google Shape;22811;p144"/>
            <p:cNvSpPr/>
            <p:nvPr/>
          </p:nvSpPr>
          <p:spPr>
            <a:xfrm>
              <a:off x="4887187" y="4155005"/>
              <a:ext cx="241972" cy="237120"/>
            </a:xfrm>
            <a:custGeom>
              <a:avLst/>
              <a:gdLst/>
              <a:ahLst/>
              <a:cxnLst/>
              <a:rect l="l" t="t" r="r" b="b"/>
              <a:pathLst>
                <a:path w="7431" h="7282" extrusionOk="0">
                  <a:moveTo>
                    <a:pt x="4686" y="1304"/>
                  </a:moveTo>
                  <a:cubicBezTo>
                    <a:pt x="5008" y="1304"/>
                    <a:pt x="5335" y="1423"/>
                    <a:pt x="5597" y="1661"/>
                  </a:cubicBezTo>
                  <a:cubicBezTo>
                    <a:pt x="6073" y="2137"/>
                    <a:pt x="6073" y="2923"/>
                    <a:pt x="5597" y="3447"/>
                  </a:cubicBezTo>
                  <a:lnTo>
                    <a:pt x="3621" y="5352"/>
                  </a:lnTo>
                  <a:cubicBezTo>
                    <a:pt x="3549" y="5448"/>
                    <a:pt x="3454" y="5495"/>
                    <a:pt x="3359" y="5567"/>
                  </a:cubicBezTo>
                  <a:lnTo>
                    <a:pt x="2287" y="4924"/>
                  </a:lnTo>
                  <a:lnTo>
                    <a:pt x="1668" y="3852"/>
                  </a:lnTo>
                  <a:cubicBezTo>
                    <a:pt x="1715" y="3757"/>
                    <a:pt x="1787" y="3685"/>
                    <a:pt x="1882" y="3590"/>
                  </a:cubicBezTo>
                  <a:lnTo>
                    <a:pt x="3811" y="1661"/>
                  </a:lnTo>
                  <a:cubicBezTo>
                    <a:pt x="4049" y="1423"/>
                    <a:pt x="4365" y="1304"/>
                    <a:pt x="4686" y="1304"/>
                  </a:cubicBezTo>
                  <a:close/>
                  <a:moveTo>
                    <a:pt x="4680" y="0"/>
                  </a:moveTo>
                  <a:cubicBezTo>
                    <a:pt x="4037" y="0"/>
                    <a:pt x="3394" y="244"/>
                    <a:pt x="2906" y="732"/>
                  </a:cubicBezTo>
                  <a:lnTo>
                    <a:pt x="977" y="2661"/>
                  </a:lnTo>
                  <a:cubicBezTo>
                    <a:pt x="1" y="3662"/>
                    <a:pt x="25" y="5257"/>
                    <a:pt x="977" y="6210"/>
                  </a:cubicBezTo>
                  <a:cubicBezTo>
                    <a:pt x="1287" y="6495"/>
                    <a:pt x="1668" y="6710"/>
                    <a:pt x="2049" y="6829"/>
                  </a:cubicBezTo>
                  <a:lnTo>
                    <a:pt x="2787" y="7281"/>
                  </a:lnTo>
                  <a:lnTo>
                    <a:pt x="3382" y="6829"/>
                  </a:lnTo>
                  <a:cubicBezTo>
                    <a:pt x="3811" y="6710"/>
                    <a:pt x="4192" y="6495"/>
                    <a:pt x="4526" y="6186"/>
                  </a:cubicBezTo>
                  <a:lnTo>
                    <a:pt x="6454" y="4257"/>
                  </a:lnTo>
                  <a:cubicBezTo>
                    <a:pt x="7431" y="3328"/>
                    <a:pt x="7431" y="1709"/>
                    <a:pt x="6454" y="732"/>
                  </a:cubicBezTo>
                  <a:cubicBezTo>
                    <a:pt x="5966" y="244"/>
                    <a:pt x="5323" y="0"/>
                    <a:pt x="4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2" name="Google Shape;22812;p144"/>
            <p:cNvSpPr/>
            <p:nvPr/>
          </p:nvSpPr>
          <p:spPr>
            <a:xfrm>
              <a:off x="4918219" y="4178841"/>
              <a:ext cx="210940" cy="214066"/>
            </a:xfrm>
            <a:custGeom>
              <a:avLst/>
              <a:gdLst/>
              <a:ahLst/>
              <a:cxnLst/>
              <a:rect l="l" t="t" r="r" b="b"/>
              <a:pathLst>
                <a:path w="6478" h="6574" extrusionOk="0">
                  <a:moveTo>
                    <a:pt x="5501" y="0"/>
                  </a:moveTo>
                  <a:lnTo>
                    <a:pt x="4597" y="905"/>
                  </a:lnTo>
                  <a:cubicBezTo>
                    <a:pt x="5097" y="1382"/>
                    <a:pt x="5097" y="2167"/>
                    <a:pt x="4597" y="2691"/>
                  </a:cubicBezTo>
                  <a:lnTo>
                    <a:pt x="2668" y="4620"/>
                  </a:lnTo>
                  <a:cubicBezTo>
                    <a:pt x="2596" y="4716"/>
                    <a:pt x="2501" y="4763"/>
                    <a:pt x="2406" y="4835"/>
                  </a:cubicBezTo>
                  <a:lnTo>
                    <a:pt x="1334" y="4192"/>
                  </a:lnTo>
                  <a:lnTo>
                    <a:pt x="0" y="5549"/>
                  </a:lnTo>
                  <a:cubicBezTo>
                    <a:pt x="286" y="5835"/>
                    <a:pt x="667" y="6049"/>
                    <a:pt x="1072" y="6168"/>
                  </a:cubicBezTo>
                  <a:lnTo>
                    <a:pt x="1834" y="6573"/>
                  </a:lnTo>
                  <a:lnTo>
                    <a:pt x="2429" y="6144"/>
                  </a:lnTo>
                  <a:cubicBezTo>
                    <a:pt x="2858" y="6025"/>
                    <a:pt x="3239" y="5811"/>
                    <a:pt x="3573" y="5478"/>
                  </a:cubicBezTo>
                  <a:lnTo>
                    <a:pt x="5501" y="3549"/>
                  </a:lnTo>
                  <a:cubicBezTo>
                    <a:pt x="6478" y="2572"/>
                    <a:pt x="6478" y="977"/>
                    <a:pt x="5501" y="0"/>
                  </a:cubicBezTo>
                  <a:close/>
                </a:path>
              </a:pathLst>
            </a:custGeom>
            <a:solidFill>
              <a:srgbClr val="7C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3" name="Google Shape;22813;p144"/>
            <p:cNvSpPr/>
            <p:nvPr/>
          </p:nvSpPr>
          <p:spPr>
            <a:xfrm>
              <a:off x="4763905" y="4276463"/>
              <a:ext cx="233441" cy="227905"/>
            </a:xfrm>
            <a:custGeom>
              <a:avLst/>
              <a:gdLst/>
              <a:ahLst/>
              <a:cxnLst/>
              <a:rect l="l" t="t" r="r" b="b"/>
              <a:pathLst>
                <a:path w="7169" h="6999" extrusionOk="0">
                  <a:moveTo>
                    <a:pt x="4750" y="1"/>
                  </a:moveTo>
                  <a:cubicBezTo>
                    <a:pt x="4066" y="1"/>
                    <a:pt x="3422" y="273"/>
                    <a:pt x="2977" y="717"/>
                  </a:cubicBezTo>
                  <a:lnTo>
                    <a:pt x="977" y="2718"/>
                  </a:lnTo>
                  <a:cubicBezTo>
                    <a:pt x="0" y="3694"/>
                    <a:pt x="0" y="5266"/>
                    <a:pt x="977" y="6266"/>
                  </a:cubicBezTo>
                  <a:cubicBezTo>
                    <a:pt x="1465" y="6754"/>
                    <a:pt x="2108" y="6998"/>
                    <a:pt x="2751" y="6998"/>
                  </a:cubicBezTo>
                  <a:cubicBezTo>
                    <a:pt x="3394" y="6998"/>
                    <a:pt x="4037" y="6754"/>
                    <a:pt x="4525" y="6266"/>
                  </a:cubicBezTo>
                  <a:lnTo>
                    <a:pt x="6525" y="4266"/>
                  </a:lnTo>
                  <a:cubicBezTo>
                    <a:pt x="6859" y="3980"/>
                    <a:pt x="7049" y="3551"/>
                    <a:pt x="7168" y="3146"/>
                  </a:cubicBezTo>
                  <a:lnTo>
                    <a:pt x="7168" y="3146"/>
                  </a:lnTo>
                  <a:cubicBezTo>
                    <a:pt x="6972" y="3201"/>
                    <a:pt x="6771" y="3231"/>
                    <a:pt x="6567" y="3231"/>
                  </a:cubicBezTo>
                  <a:cubicBezTo>
                    <a:pt x="6325" y="3231"/>
                    <a:pt x="6080" y="3189"/>
                    <a:pt x="5835" y="3099"/>
                  </a:cubicBezTo>
                  <a:cubicBezTo>
                    <a:pt x="5763" y="3194"/>
                    <a:pt x="5716" y="3289"/>
                    <a:pt x="5620" y="3361"/>
                  </a:cubicBezTo>
                  <a:lnTo>
                    <a:pt x="3644" y="5361"/>
                  </a:lnTo>
                  <a:cubicBezTo>
                    <a:pt x="3394" y="5599"/>
                    <a:pt x="3072" y="5718"/>
                    <a:pt x="2751" y="5718"/>
                  </a:cubicBezTo>
                  <a:cubicBezTo>
                    <a:pt x="2429" y="5718"/>
                    <a:pt x="2108" y="5599"/>
                    <a:pt x="1858" y="5361"/>
                  </a:cubicBezTo>
                  <a:cubicBezTo>
                    <a:pt x="1358" y="4885"/>
                    <a:pt x="1358" y="4075"/>
                    <a:pt x="1858" y="3575"/>
                  </a:cubicBezTo>
                  <a:lnTo>
                    <a:pt x="3834" y="1575"/>
                  </a:lnTo>
                  <a:cubicBezTo>
                    <a:pt x="4075" y="1334"/>
                    <a:pt x="4402" y="1208"/>
                    <a:pt x="4730" y="1208"/>
                  </a:cubicBezTo>
                  <a:cubicBezTo>
                    <a:pt x="5051" y="1208"/>
                    <a:pt x="5373" y="1328"/>
                    <a:pt x="5620" y="1575"/>
                  </a:cubicBezTo>
                  <a:cubicBezTo>
                    <a:pt x="5878" y="1832"/>
                    <a:pt x="6203" y="1960"/>
                    <a:pt x="6526" y="1960"/>
                  </a:cubicBezTo>
                  <a:cubicBezTo>
                    <a:pt x="6741" y="1960"/>
                    <a:pt x="6954" y="1903"/>
                    <a:pt x="7145" y="1789"/>
                  </a:cubicBezTo>
                  <a:cubicBezTo>
                    <a:pt x="7026" y="1408"/>
                    <a:pt x="6811" y="1027"/>
                    <a:pt x="6525" y="717"/>
                  </a:cubicBezTo>
                  <a:cubicBezTo>
                    <a:pt x="6216" y="432"/>
                    <a:pt x="5835" y="217"/>
                    <a:pt x="5454" y="98"/>
                  </a:cubicBezTo>
                  <a:cubicBezTo>
                    <a:pt x="5219" y="32"/>
                    <a:pt x="4982" y="1"/>
                    <a:pt x="475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4" name="Google Shape;22814;p144"/>
            <p:cNvSpPr/>
            <p:nvPr/>
          </p:nvSpPr>
          <p:spPr>
            <a:xfrm>
              <a:off x="4946906" y="4301373"/>
              <a:ext cx="49658" cy="39987"/>
            </a:xfrm>
            <a:custGeom>
              <a:avLst/>
              <a:gdLst/>
              <a:ahLst/>
              <a:cxnLst/>
              <a:rect l="l" t="t" r="r" b="b"/>
              <a:pathLst>
                <a:path w="1525" h="1228" extrusionOk="0">
                  <a:moveTo>
                    <a:pt x="905" y="0"/>
                  </a:moveTo>
                  <a:lnTo>
                    <a:pt x="0" y="881"/>
                  </a:lnTo>
                  <a:cubicBezTo>
                    <a:pt x="258" y="1110"/>
                    <a:pt x="585" y="1227"/>
                    <a:pt x="908" y="1227"/>
                  </a:cubicBezTo>
                  <a:cubicBezTo>
                    <a:pt x="1122" y="1227"/>
                    <a:pt x="1335" y="1176"/>
                    <a:pt x="1525" y="1072"/>
                  </a:cubicBezTo>
                  <a:cubicBezTo>
                    <a:pt x="1406" y="667"/>
                    <a:pt x="1191" y="286"/>
                    <a:pt x="905"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5" name="Google Shape;22815;p144"/>
            <p:cNvSpPr/>
            <p:nvPr/>
          </p:nvSpPr>
          <p:spPr>
            <a:xfrm>
              <a:off x="4795686" y="4377342"/>
              <a:ext cx="203223" cy="127026"/>
            </a:xfrm>
            <a:custGeom>
              <a:avLst/>
              <a:gdLst/>
              <a:ahLst/>
              <a:cxnLst/>
              <a:rect l="l" t="t" r="r" b="b"/>
              <a:pathLst>
                <a:path w="6241" h="3901" extrusionOk="0">
                  <a:moveTo>
                    <a:pt x="4883" y="1"/>
                  </a:moveTo>
                  <a:cubicBezTo>
                    <a:pt x="4835" y="96"/>
                    <a:pt x="4764" y="191"/>
                    <a:pt x="4692" y="263"/>
                  </a:cubicBezTo>
                  <a:lnTo>
                    <a:pt x="2692" y="2263"/>
                  </a:lnTo>
                  <a:cubicBezTo>
                    <a:pt x="2454" y="2501"/>
                    <a:pt x="2132" y="2620"/>
                    <a:pt x="1808" y="2620"/>
                  </a:cubicBezTo>
                  <a:cubicBezTo>
                    <a:pt x="1483" y="2620"/>
                    <a:pt x="1156" y="2501"/>
                    <a:pt x="906" y="2263"/>
                  </a:cubicBezTo>
                  <a:lnTo>
                    <a:pt x="1" y="3168"/>
                  </a:lnTo>
                  <a:cubicBezTo>
                    <a:pt x="501" y="3656"/>
                    <a:pt x="1150" y="3900"/>
                    <a:pt x="1796" y="3900"/>
                  </a:cubicBezTo>
                  <a:cubicBezTo>
                    <a:pt x="2442" y="3900"/>
                    <a:pt x="3085" y="3656"/>
                    <a:pt x="3573" y="3168"/>
                  </a:cubicBezTo>
                  <a:lnTo>
                    <a:pt x="5573" y="1168"/>
                  </a:lnTo>
                  <a:cubicBezTo>
                    <a:pt x="5907" y="834"/>
                    <a:pt x="6121" y="453"/>
                    <a:pt x="6240" y="48"/>
                  </a:cubicBezTo>
                  <a:lnTo>
                    <a:pt x="6240" y="48"/>
                  </a:lnTo>
                  <a:cubicBezTo>
                    <a:pt x="6033" y="103"/>
                    <a:pt x="5826" y="133"/>
                    <a:pt x="5618" y="133"/>
                  </a:cubicBezTo>
                  <a:cubicBezTo>
                    <a:pt x="5373" y="133"/>
                    <a:pt x="5128" y="91"/>
                    <a:pt x="4883"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16" name="Google Shape;22816;p144"/>
          <p:cNvGrpSpPr/>
          <p:nvPr/>
        </p:nvGrpSpPr>
        <p:grpSpPr>
          <a:xfrm>
            <a:off x="5578131" y="4002409"/>
            <a:ext cx="267566" cy="349754"/>
            <a:chOff x="5578131" y="4154809"/>
            <a:chExt cx="267566" cy="349754"/>
          </a:xfrm>
        </p:grpSpPr>
        <p:sp>
          <p:nvSpPr>
            <p:cNvPr id="22817" name="Google Shape;22817;p144"/>
            <p:cNvSpPr/>
            <p:nvPr/>
          </p:nvSpPr>
          <p:spPr>
            <a:xfrm>
              <a:off x="5578131" y="4154809"/>
              <a:ext cx="267566" cy="349754"/>
            </a:xfrm>
            <a:custGeom>
              <a:avLst/>
              <a:gdLst/>
              <a:ahLst/>
              <a:cxnLst/>
              <a:rect l="l" t="t" r="r" b="b"/>
              <a:pathLst>
                <a:path w="8217" h="10741" extrusionOk="0">
                  <a:moveTo>
                    <a:pt x="334" y="0"/>
                  </a:moveTo>
                  <a:cubicBezTo>
                    <a:pt x="143" y="0"/>
                    <a:pt x="0" y="143"/>
                    <a:pt x="0" y="333"/>
                  </a:cubicBezTo>
                  <a:lnTo>
                    <a:pt x="0" y="7597"/>
                  </a:lnTo>
                  <a:lnTo>
                    <a:pt x="3168" y="10740"/>
                  </a:lnTo>
                  <a:lnTo>
                    <a:pt x="7883" y="10740"/>
                  </a:lnTo>
                  <a:cubicBezTo>
                    <a:pt x="8074" y="10740"/>
                    <a:pt x="8216" y="10597"/>
                    <a:pt x="8216" y="10407"/>
                  </a:cubicBezTo>
                  <a:lnTo>
                    <a:pt x="8216" y="333"/>
                  </a:lnTo>
                  <a:cubicBezTo>
                    <a:pt x="8216" y="143"/>
                    <a:pt x="8074" y="0"/>
                    <a:pt x="7883" y="0"/>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8" name="Google Shape;22818;p144"/>
            <p:cNvSpPr/>
            <p:nvPr/>
          </p:nvSpPr>
          <p:spPr>
            <a:xfrm>
              <a:off x="5711507" y="4154809"/>
              <a:ext cx="134190" cy="349070"/>
            </a:xfrm>
            <a:custGeom>
              <a:avLst/>
              <a:gdLst/>
              <a:ahLst/>
              <a:cxnLst/>
              <a:rect l="l" t="t" r="r" b="b"/>
              <a:pathLst>
                <a:path w="4121" h="10720" extrusionOk="0">
                  <a:moveTo>
                    <a:pt x="1" y="0"/>
                  </a:moveTo>
                  <a:lnTo>
                    <a:pt x="1" y="10717"/>
                  </a:lnTo>
                  <a:lnTo>
                    <a:pt x="3787" y="10717"/>
                  </a:lnTo>
                  <a:cubicBezTo>
                    <a:pt x="3801" y="10718"/>
                    <a:pt x="3815" y="10719"/>
                    <a:pt x="3828" y="10719"/>
                  </a:cubicBezTo>
                  <a:cubicBezTo>
                    <a:pt x="3998" y="10719"/>
                    <a:pt x="4120" y="10584"/>
                    <a:pt x="4120" y="10407"/>
                  </a:cubicBezTo>
                  <a:lnTo>
                    <a:pt x="4120" y="333"/>
                  </a:lnTo>
                  <a:cubicBezTo>
                    <a:pt x="4120" y="143"/>
                    <a:pt x="3978" y="0"/>
                    <a:pt x="3787"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9" name="Google Shape;22819;p144"/>
            <p:cNvSpPr/>
            <p:nvPr/>
          </p:nvSpPr>
          <p:spPr>
            <a:xfrm>
              <a:off x="5580442" y="4402154"/>
              <a:ext cx="101628" cy="101628"/>
            </a:xfrm>
            <a:custGeom>
              <a:avLst/>
              <a:gdLst/>
              <a:ahLst/>
              <a:cxnLst/>
              <a:rect l="l" t="t" r="r" b="b"/>
              <a:pathLst>
                <a:path w="3121" h="3121" extrusionOk="0">
                  <a:moveTo>
                    <a:pt x="1" y="1"/>
                  </a:moveTo>
                  <a:lnTo>
                    <a:pt x="1" y="310"/>
                  </a:lnTo>
                  <a:cubicBezTo>
                    <a:pt x="1" y="406"/>
                    <a:pt x="25" y="477"/>
                    <a:pt x="72" y="525"/>
                  </a:cubicBezTo>
                  <a:lnTo>
                    <a:pt x="2573" y="3025"/>
                  </a:lnTo>
                  <a:cubicBezTo>
                    <a:pt x="2644" y="3073"/>
                    <a:pt x="2716" y="3121"/>
                    <a:pt x="2787" y="3121"/>
                  </a:cubicBezTo>
                  <a:lnTo>
                    <a:pt x="3121" y="3121"/>
                  </a:lnTo>
                  <a:lnTo>
                    <a:pt x="3121" y="287"/>
                  </a:lnTo>
                  <a:cubicBezTo>
                    <a:pt x="3121" y="144"/>
                    <a:pt x="2978" y="1"/>
                    <a:pt x="2811"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0" name="Google Shape;22820;p144"/>
            <p:cNvSpPr/>
            <p:nvPr/>
          </p:nvSpPr>
          <p:spPr>
            <a:xfrm>
              <a:off x="5712288" y="4381217"/>
              <a:ext cx="82220" cy="21752"/>
            </a:xfrm>
            <a:custGeom>
              <a:avLst/>
              <a:gdLst/>
              <a:ahLst/>
              <a:cxnLst/>
              <a:rect l="l" t="t" r="r" b="b"/>
              <a:pathLst>
                <a:path w="2525" h="668" extrusionOk="0">
                  <a:moveTo>
                    <a:pt x="310" y="1"/>
                  </a:moveTo>
                  <a:cubicBezTo>
                    <a:pt x="143" y="1"/>
                    <a:pt x="0" y="144"/>
                    <a:pt x="0" y="334"/>
                  </a:cubicBezTo>
                  <a:cubicBezTo>
                    <a:pt x="0" y="525"/>
                    <a:pt x="143" y="668"/>
                    <a:pt x="310" y="668"/>
                  </a:cubicBezTo>
                  <a:lnTo>
                    <a:pt x="2191" y="668"/>
                  </a:lnTo>
                  <a:cubicBezTo>
                    <a:pt x="2382" y="668"/>
                    <a:pt x="2525" y="525"/>
                    <a:pt x="2525" y="334"/>
                  </a:cubicBezTo>
                  <a:cubicBezTo>
                    <a:pt x="2525" y="168"/>
                    <a:pt x="2406" y="1"/>
                    <a:pt x="2191" y="1"/>
                  </a:cubicBezTo>
                  <a:close/>
                </a:path>
              </a:pathLst>
            </a:custGeom>
            <a:solidFill>
              <a:srgbClr val="E3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1" name="Google Shape;22821;p144"/>
            <p:cNvSpPr/>
            <p:nvPr/>
          </p:nvSpPr>
          <p:spPr>
            <a:xfrm>
              <a:off x="5712288" y="4422343"/>
              <a:ext cx="82220" cy="20970"/>
            </a:xfrm>
            <a:custGeom>
              <a:avLst/>
              <a:gdLst/>
              <a:ahLst/>
              <a:cxnLst/>
              <a:rect l="l" t="t" r="r" b="b"/>
              <a:pathLst>
                <a:path w="2525" h="644" extrusionOk="0">
                  <a:moveTo>
                    <a:pt x="310" y="0"/>
                  </a:moveTo>
                  <a:cubicBezTo>
                    <a:pt x="143" y="0"/>
                    <a:pt x="0" y="143"/>
                    <a:pt x="0" y="333"/>
                  </a:cubicBezTo>
                  <a:cubicBezTo>
                    <a:pt x="0" y="500"/>
                    <a:pt x="143" y="643"/>
                    <a:pt x="310" y="643"/>
                  </a:cubicBezTo>
                  <a:lnTo>
                    <a:pt x="2191" y="643"/>
                  </a:lnTo>
                  <a:cubicBezTo>
                    <a:pt x="2382" y="643"/>
                    <a:pt x="2525" y="500"/>
                    <a:pt x="2525" y="333"/>
                  </a:cubicBezTo>
                  <a:cubicBezTo>
                    <a:pt x="2525" y="143"/>
                    <a:pt x="2406" y="0"/>
                    <a:pt x="2191" y="0"/>
                  </a:cubicBezTo>
                  <a:close/>
                </a:path>
              </a:pathLst>
            </a:custGeom>
            <a:solidFill>
              <a:srgbClr val="E3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2" name="Google Shape;22822;p144"/>
            <p:cNvSpPr/>
            <p:nvPr/>
          </p:nvSpPr>
          <p:spPr>
            <a:xfrm>
              <a:off x="5712288" y="4196685"/>
              <a:ext cx="82220" cy="20970"/>
            </a:xfrm>
            <a:custGeom>
              <a:avLst/>
              <a:gdLst/>
              <a:ahLst/>
              <a:cxnLst/>
              <a:rect l="l" t="t" r="r" b="b"/>
              <a:pathLst>
                <a:path w="2525" h="644" extrusionOk="0">
                  <a:moveTo>
                    <a:pt x="310" y="0"/>
                  </a:moveTo>
                  <a:cubicBezTo>
                    <a:pt x="143" y="0"/>
                    <a:pt x="0" y="143"/>
                    <a:pt x="0" y="310"/>
                  </a:cubicBezTo>
                  <a:cubicBezTo>
                    <a:pt x="0" y="500"/>
                    <a:pt x="143" y="643"/>
                    <a:pt x="310" y="643"/>
                  </a:cubicBezTo>
                  <a:lnTo>
                    <a:pt x="2191" y="643"/>
                  </a:lnTo>
                  <a:cubicBezTo>
                    <a:pt x="2382" y="643"/>
                    <a:pt x="2525" y="500"/>
                    <a:pt x="2525" y="310"/>
                  </a:cubicBezTo>
                  <a:cubicBezTo>
                    <a:pt x="2525" y="143"/>
                    <a:pt x="2406" y="24"/>
                    <a:pt x="2191" y="0"/>
                  </a:cubicBezTo>
                  <a:close/>
                </a:path>
              </a:pathLst>
            </a:custGeom>
            <a:solidFill>
              <a:srgbClr val="E3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3" name="Google Shape;22823;p144"/>
            <p:cNvSpPr/>
            <p:nvPr/>
          </p:nvSpPr>
          <p:spPr>
            <a:xfrm>
              <a:off x="5630100" y="4248036"/>
              <a:ext cx="174502" cy="103744"/>
            </a:xfrm>
            <a:custGeom>
              <a:avLst/>
              <a:gdLst/>
              <a:ahLst/>
              <a:cxnLst/>
              <a:rect l="l" t="t" r="r" b="b"/>
              <a:pathLst>
                <a:path w="5359" h="3186" extrusionOk="0">
                  <a:moveTo>
                    <a:pt x="4108" y="1"/>
                  </a:moveTo>
                  <a:cubicBezTo>
                    <a:pt x="4025" y="1"/>
                    <a:pt x="3941" y="31"/>
                    <a:pt x="3882" y="90"/>
                  </a:cubicBezTo>
                  <a:lnTo>
                    <a:pt x="2548" y="1424"/>
                  </a:lnTo>
                  <a:lnTo>
                    <a:pt x="2215" y="1757"/>
                  </a:lnTo>
                  <a:lnTo>
                    <a:pt x="1500" y="1043"/>
                  </a:lnTo>
                  <a:cubicBezTo>
                    <a:pt x="1441" y="983"/>
                    <a:pt x="1357" y="953"/>
                    <a:pt x="1274" y="953"/>
                  </a:cubicBezTo>
                  <a:cubicBezTo>
                    <a:pt x="1191" y="953"/>
                    <a:pt x="1107" y="983"/>
                    <a:pt x="1048" y="1043"/>
                  </a:cubicBezTo>
                  <a:lnTo>
                    <a:pt x="0" y="2067"/>
                  </a:lnTo>
                  <a:lnTo>
                    <a:pt x="0" y="3186"/>
                  </a:lnTo>
                  <a:lnTo>
                    <a:pt x="5334" y="3186"/>
                  </a:lnTo>
                  <a:lnTo>
                    <a:pt x="5334" y="1281"/>
                  </a:lnTo>
                  <a:cubicBezTo>
                    <a:pt x="5358" y="1186"/>
                    <a:pt x="5334" y="1090"/>
                    <a:pt x="5287" y="1043"/>
                  </a:cubicBezTo>
                  <a:lnTo>
                    <a:pt x="4334" y="90"/>
                  </a:lnTo>
                  <a:cubicBezTo>
                    <a:pt x="4275" y="31"/>
                    <a:pt x="4191" y="1"/>
                    <a:pt x="4108" y="1"/>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4" name="Google Shape;22824;p144"/>
            <p:cNvSpPr/>
            <p:nvPr/>
          </p:nvSpPr>
          <p:spPr>
            <a:xfrm>
              <a:off x="5713070" y="4248817"/>
              <a:ext cx="91533" cy="102963"/>
            </a:xfrm>
            <a:custGeom>
              <a:avLst/>
              <a:gdLst/>
              <a:ahLst/>
              <a:cxnLst/>
              <a:rect l="l" t="t" r="r" b="b"/>
              <a:pathLst>
                <a:path w="2811" h="3162" extrusionOk="0">
                  <a:moveTo>
                    <a:pt x="1560" y="1"/>
                  </a:moveTo>
                  <a:cubicBezTo>
                    <a:pt x="1477" y="1"/>
                    <a:pt x="1393" y="30"/>
                    <a:pt x="1334" y="90"/>
                  </a:cubicBezTo>
                  <a:lnTo>
                    <a:pt x="0" y="1423"/>
                  </a:lnTo>
                  <a:lnTo>
                    <a:pt x="0" y="3162"/>
                  </a:lnTo>
                  <a:lnTo>
                    <a:pt x="2810" y="3162"/>
                  </a:lnTo>
                  <a:lnTo>
                    <a:pt x="2810" y="1257"/>
                  </a:lnTo>
                  <a:cubicBezTo>
                    <a:pt x="2810" y="1162"/>
                    <a:pt x="2786" y="1090"/>
                    <a:pt x="2739" y="1042"/>
                  </a:cubicBezTo>
                  <a:lnTo>
                    <a:pt x="1786" y="90"/>
                  </a:lnTo>
                  <a:cubicBezTo>
                    <a:pt x="1727" y="30"/>
                    <a:pt x="1643" y="1"/>
                    <a:pt x="1560" y="1"/>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5" name="Google Shape;22825;p144"/>
            <p:cNvSpPr/>
            <p:nvPr/>
          </p:nvSpPr>
          <p:spPr>
            <a:xfrm>
              <a:off x="5620787" y="4217525"/>
              <a:ext cx="183815" cy="143568"/>
            </a:xfrm>
            <a:custGeom>
              <a:avLst/>
              <a:gdLst/>
              <a:ahLst/>
              <a:cxnLst/>
              <a:rect l="l" t="t" r="r" b="b"/>
              <a:pathLst>
                <a:path w="5645" h="4409" extrusionOk="0">
                  <a:moveTo>
                    <a:pt x="320" y="0"/>
                  </a:moveTo>
                  <a:cubicBezTo>
                    <a:pt x="164" y="0"/>
                    <a:pt x="0" y="136"/>
                    <a:pt x="0" y="313"/>
                  </a:cubicBezTo>
                  <a:lnTo>
                    <a:pt x="0" y="4075"/>
                  </a:lnTo>
                  <a:cubicBezTo>
                    <a:pt x="0" y="4266"/>
                    <a:pt x="143" y="4409"/>
                    <a:pt x="334" y="4409"/>
                  </a:cubicBezTo>
                  <a:lnTo>
                    <a:pt x="5335" y="4409"/>
                  </a:lnTo>
                  <a:cubicBezTo>
                    <a:pt x="5501" y="4409"/>
                    <a:pt x="5644" y="4266"/>
                    <a:pt x="5644" y="4051"/>
                  </a:cubicBezTo>
                  <a:cubicBezTo>
                    <a:pt x="5620" y="3909"/>
                    <a:pt x="5501" y="3790"/>
                    <a:pt x="5335" y="3790"/>
                  </a:cubicBezTo>
                  <a:lnTo>
                    <a:pt x="619" y="3790"/>
                  </a:lnTo>
                  <a:lnTo>
                    <a:pt x="619" y="336"/>
                  </a:lnTo>
                  <a:cubicBezTo>
                    <a:pt x="619" y="194"/>
                    <a:pt x="500" y="27"/>
                    <a:pt x="357" y="3"/>
                  </a:cubicBezTo>
                  <a:cubicBezTo>
                    <a:pt x="345" y="1"/>
                    <a:pt x="333" y="0"/>
                    <a:pt x="320"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6" name="Google Shape;22826;p144"/>
            <p:cNvSpPr/>
            <p:nvPr/>
          </p:nvSpPr>
          <p:spPr>
            <a:xfrm>
              <a:off x="5713070" y="4340904"/>
              <a:ext cx="92315" cy="20189"/>
            </a:xfrm>
            <a:custGeom>
              <a:avLst/>
              <a:gdLst/>
              <a:ahLst/>
              <a:cxnLst/>
              <a:rect l="l" t="t" r="r" b="b"/>
              <a:pathLst>
                <a:path w="2835" h="620" extrusionOk="0">
                  <a:moveTo>
                    <a:pt x="0" y="1"/>
                  </a:moveTo>
                  <a:lnTo>
                    <a:pt x="0" y="620"/>
                  </a:lnTo>
                  <a:lnTo>
                    <a:pt x="2501" y="620"/>
                  </a:lnTo>
                  <a:cubicBezTo>
                    <a:pt x="2667" y="620"/>
                    <a:pt x="2834" y="477"/>
                    <a:pt x="2786" y="262"/>
                  </a:cubicBezTo>
                  <a:cubicBezTo>
                    <a:pt x="2786" y="120"/>
                    <a:pt x="2644" y="1"/>
                    <a:pt x="2501"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27" name="Google Shape;22827;p144"/>
          <p:cNvGrpSpPr/>
          <p:nvPr/>
        </p:nvGrpSpPr>
        <p:grpSpPr>
          <a:xfrm>
            <a:off x="6295417" y="4044285"/>
            <a:ext cx="351317" cy="267566"/>
            <a:chOff x="6295417" y="4196685"/>
            <a:chExt cx="351317" cy="267566"/>
          </a:xfrm>
        </p:grpSpPr>
        <p:sp>
          <p:nvSpPr>
            <p:cNvPr id="22828" name="Google Shape;22828;p144"/>
            <p:cNvSpPr/>
            <p:nvPr/>
          </p:nvSpPr>
          <p:spPr>
            <a:xfrm>
              <a:off x="6335762" y="4216841"/>
              <a:ext cx="165971" cy="82318"/>
            </a:xfrm>
            <a:custGeom>
              <a:avLst/>
              <a:gdLst/>
              <a:ahLst/>
              <a:cxnLst/>
              <a:rect l="l" t="t" r="r" b="b"/>
              <a:pathLst>
                <a:path w="5097" h="2528" extrusionOk="0">
                  <a:moveTo>
                    <a:pt x="1620" y="0"/>
                  </a:moveTo>
                  <a:cubicBezTo>
                    <a:pt x="1501" y="0"/>
                    <a:pt x="1405" y="48"/>
                    <a:pt x="1358" y="143"/>
                  </a:cubicBezTo>
                  <a:lnTo>
                    <a:pt x="95" y="2024"/>
                  </a:lnTo>
                  <a:cubicBezTo>
                    <a:pt x="0" y="2167"/>
                    <a:pt x="48" y="2382"/>
                    <a:pt x="191" y="2477"/>
                  </a:cubicBezTo>
                  <a:cubicBezTo>
                    <a:pt x="262" y="2501"/>
                    <a:pt x="310" y="2525"/>
                    <a:pt x="381" y="2525"/>
                  </a:cubicBezTo>
                  <a:cubicBezTo>
                    <a:pt x="500" y="2525"/>
                    <a:pt x="572" y="2477"/>
                    <a:pt x="643" y="2405"/>
                  </a:cubicBezTo>
                  <a:lnTo>
                    <a:pt x="1810" y="643"/>
                  </a:lnTo>
                  <a:lnTo>
                    <a:pt x="4477" y="643"/>
                  </a:lnTo>
                  <a:lnTo>
                    <a:pt x="4477" y="2239"/>
                  </a:lnTo>
                  <a:cubicBezTo>
                    <a:pt x="4477" y="2393"/>
                    <a:pt x="4641" y="2527"/>
                    <a:pt x="4797" y="2527"/>
                  </a:cubicBezTo>
                  <a:cubicBezTo>
                    <a:pt x="4810" y="2527"/>
                    <a:pt x="4822" y="2526"/>
                    <a:pt x="4835" y="2525"/>
                  </a:cubicBezTo>
                  <a:cubicBezTo>
                    <a:pt x="4977" y="2501"/>
                    <a:pt x="5097" y="2358"/>
                    <a:pt x="5097" y="2191"/>
                  </a:cubicBezTo>
                  <a:lnTo>
                    <a:pt x="5097" y="334"/>
                  </a:lnTo>
                  <a:cubicBezTo>
                    <a:pt x="5097" y="143"/>
                    <a:pt x="4954" y="0"/>
                    <a:pt x="478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9" name="Google Shape;22829;p144"/>
            <p:cNvSpPr/>
            <p:nvPr/>
          </p:nvSpPr>
          <p:spPr>
            <a:xfrm>
              <a:off x="6481545" y="4217623"/>
              <a:ext cx="124096" cy="81439"/>
            </a:xfrm>
            <a:custGeom>
              <a:avLst/>
              <a:gdLst/>
              <a:ahLst/>
              <a:cxnLst/>
              <a:rect l="l" t="t" r="r" b="b"/>
              <a:pathLst>
                <a:path w="3811" h="2501" extrusionOk="0">
                  <a:moveTo>
                    <a:pt x="2215" y="0"/>
                  </a:moveTo>
                  <a:cubicBezTo>
                    <a:pt x="2144" y="0"/>
                    <a:pt x="2048" y="24"/>
                    <a:pt x="2001" y="95"/>
                  </a:cubicBezTo>
                  <a:lnTo>
                    <a:pt x="119" y="1977"/>
                  </a:lnTo>
                  <a:cubicBezTo>
                    <a:pt x="0" y="2096"/>
                    <a:pt x="0" y="2262"/>
                    <a:pt x="96" y="2381"/>
                  </a:cubicBezTo>
                  <a:cubicBezTo>
                    <a:pt x="143" y="2477"/>
                    <a:pt x="238" y="2501"/>
                    <a:pt x="334" y="2501"/>
                  </a:cubicBezTo>
                  <a:cubicBezTo>
                    <a:pt x="429" y="2501"/>
                    <a:pt x="477" y="2477"/>
                    <a:pt x="572" y="2405"/>
                  </a:cubicBezTo>
                  <a:lnTo>
                    <a:pt x="2358" y="619"/>
                  </a:lnTo>
                  <a:lnTo>
                    <a:pt x="3477" y="619"/>
                  </a:lnTo>
                  <a:cubicBezTo>
                    <a:pt x="3668" y="619"/>
                    <a:pt x="3811" y="453"/>
                    <a:pt x="3787" y="262"/>
                  </a:cubicBezTo>
                  <a:cubicBezTo>
                    <a:pt x="3763" y="119"/>
                    <a:pt x="3596" y="0"/>
                    <a:pt x="3453"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0" name="Google Shape;22830;p144"/>
            <p:cNvSpPr/>
            <p:nvPr/>
          </p:nvSpPr>
          <p:spPr>
            <a:xfrm>
              <a:off x="6534263" y="4318403"/>
              <a:ext cx="60534" cy="103191"/>
            </a:xfrm>
            <a:custGeom>
              <a:avLst/>
              <a:gdLst/>
              <a:ahLst/>
              <a:cxnLst/>
              <a:rect l="l" t="t" r="r" b="b"/>
              <a:pathLst>
                <a:path w="1859" h="3169" extrusionOk="0">
                  <a:moveTo>
                    <a:pt x="1" y="1"/>
                  </a:moveTo>
                  <a:lnTo>
                    <a:pt x="1" y="3168"/>
                  </a:lnTo>
                  <a:lnTo>
                    <a:pt x="1239" y="3168"/>
                  </a:lnTo>
                  <a:lnTo>
                    <a:pt x="1858" y="2525"/>
                  </a:lnTo>
                  <a:lnTo>
                    <a:pt x="1858" y="668"/>
                  </a:lnTo>
                  <a:lnTo>
                    <a:pt x="1239"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1" name="Google Shape;22831;p144"/>
            <p:cNvSpPr/>
            <p:nvPr/>
          </p:nvSpPr>
          <p:spPr>
            <a:xfrm>
              <a:off x="6534263" y="4371155"/>
              <a:ext cx="60534" cy="51221"/>
            </a:xfrm>
            <a:custGeom>
              <a:avLst/>
              <a:gdLst/>
              <a:ahLst/>
              <a:cxnLst/>
              <a:rect l="l" t="t" r="r" b="b"/>
              <a:pathLst>
                <a:path w="1859" h="1573" extrusionOk="0">
                  <a:moveTo>
                    <a:pt x="1" y="0"/>
                  </a:moveTo>
                  <a:lnTo>
                    <a:pt x="1" y="1572"/>
                  </a:lnTo>
                  <a:lnTo>
                    <a:pt x="1239" y="1572"/>
                  </a:lnTo>
                  <a:lnTo>
                    <a:pt x="1858" y="953"/>
                  </a:lnTo>
                  <a:lnTo>
                    <a:pt x="1858" y="0"/>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2" name="Google Shape;22832;p144"/>
            <p:cNvSpPr/>
            <p:nvPr/>
          </p:nvSpPr>
          <p:spPr>
            <a:xfrm>
              <a:off x="6296199" y="4278873"/>
              <a:ext cx="248191" cy="185378"/>
            </a:xfrm>
            <a:custGeom>
              <a:avLst/>
              <a:gdLst/>
              <a:ahLst/>
              <a:cxnLst/>
              <a:rect l="l" t="t" r="r" b="b"/>
              <a:pathLst>
                <a:path w="7622" h="5693" extrusionOk="0">
                  <a:moveTo>
                    <a:pt x="334" y="0"/>
                  </a:moveTo>
                  <a:cubicBezTo>
                    <a:pt x="167" y="0"/>
                    <a:pt x="1" y="143"/>
                    <a:pt x="1" y="334"/>
                  </a:cubicBezTo>
                  <a:lnTo>
                    <a:pt x="1" y="5359"/>
                  </a:lnTo>
                  <a:cubicBezTo>
                    <a:pt x="1" y="5525"/>
                    <a:pt x="167" y="5692"/>
                    <a:pt x="334" y="5692"/>
                  </a:cubicBezTo>
                  <a:lnTo>
                    <a:pt x="7312" y="5692"/>
                  </a:lnTo>
                  <a:cubicBezTo>
                    <a:pt x="7478" y="5692"/>
                    <a:pt x="7621" y="5525"/>
                    <a:pt x="7621" y="5359"/>
                  </a:cubicBezTo>
                  <a:lnTo>
                    <a:pt x="7621" y="334"/>
                  </a:lnTo>
                  <a:cubicBezTo>
                    <a:pt x="7597" y="143"/>
                    <a:pt x="7455" y="0"/>
                    <a:pt x="7312"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3" name="Google Shape;22833;p144"/>
            <p:cNvSpPr/>
            <p:nvPr/>
          </p:nvSpPr>
          <p:spPr>
            <a:xfrm>
              <a:off x="6295417" y="4371155"/>
              <a:ext cx="248191" cy="91533"/>
            </a:xfrm>
            <a:custGeom>
              <a:avLst/>
              <a:gdLst/>
              <a:ahLst/>
              <a:cxnLst/>
              <a:rect l="l" t="t" r="r" b="b"/>
              <a:pathLst>
                <a:path w="7622" h="2811" extrusionOk="0">
                  <a:moveTo>
                    <a:pt x="25" y="0"/>
                  </a:moveTo>
                  <a:lnTo>
                    <a:pt x="1" y="2501"/>
                  </a:lnTo>
                  <a:cubicBezTo>
                    <a:pt x="1" y="2668"/>
                    <a:pt x="144" y="2810"/>
                    <a:pt x="334" y="2810"/>
                  </a:cubicBezTo>
                  <a:lnTo>
                    <a:pt x="7288" y="2810"/>
                  </a:lnTo>
                  <a:cubicBezTo>
                    <a:pt x="7479" y="2810"/>
                    <a:pt x="7621" y="2668"/>
                    <a:pt x="7621" y="2501"/>
                  </a:cubicBezTo>
                  <a:lnTo>
                    <a:pt x="7621"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4" name="Google Shape;22834;p144"/>
            <p:cNvSpPr/>
            <p:nvPr/>
          </p:nvSpPr>
          <p:spPr>
            <a:xfrm>
              <a:off x="6584670" y="4196685"/>
              <a:ext cx="62064" cy="62064"/>
            </a:xfrm>
            <a:custGeom>
              <a:avLst/>
              <a:gdLst/>
              <a:ahLst/>
              <a:cxnLst/>
              <a:rect l="l" t="t" r="r" b="b"/>
              <a:pathLst>
                <a:path w="1906" h="1906" extrusionOk="0">
                  <a:moveTo>
                    <a:pt x="953" y="0"/>
                  </a:moveTo>
                  <a:cubicBezTo>
                    <a:pt x="406" y="0"/>
                    <a:pt x="1" y="405"/>
                    <a:pt x="1" y="953"/>
                  </a:cubicBezTo>
                  <a:cubicBezTo>
                    <a:pt x="1" y="1477"/>
                    <a:pt x="429" y="1905"/>
                    <a:pt x="953" y="1905"/>
                  </a:cubicBezTo>
                  <a:cubicBezTo>
                    <a:pt x="1453" y="1905"/>
                    <a:pt x="1906" y="1477"/>
                    <a:pt x="1906" y="953"/>
                  </a:cubicBezTo>
                  <a:cubicBezTo>
                    <a:pt x="1906" y="405"/>
                    <a:pt x="1453" y="0"/>
                    <a:pt x="953"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5" name="Google Shape;22835;p144"/>
            <p:cNvSpPr/>
            <p:nvPr/>
          </p:nvSpPr>
          <p:spPr>
            <a:xfrm>
              <a:off x="6338074" y="4380468"/>
              <a:ext cx="21752" cy="20970"/>
            </a:xfrm>
            <a:custGeom>
              <a:avLst/>
              <a:gdLst/>
              <a:ahLst/>
              <a:cxnLst/>
              <a:rect l="l" t="t" r="r" b="b"/>
              <a:pathLst>
                <a:path w="668" h="644" extrusionOk="0">
                  <a:moveTo>
                    <a:pt x="334" y="0"/>
                  </a:moveTo>
                  <a:cubicBezTo>
                    <a:pt x="144" y="0"/>
                    <a:pt x="1" y="143"/>
                    <a:pt x="1" y="333"/>
                  </a:cubicBezTo>
                  <a:cubicBezTo>
                    <a:pt x="1" y="500"/>
                    <a:pt x="144" y="643"/>
                    <a:pt x="334" y="643"/>
                  </a:cubicBezTo>
                  <a:cubicBezTo>
                    <a:pt x="501" y="643"/>
                    <a:pt x="667" y="500"/>
                    <a:pt x="667" y="333"/>
                  </a:cubicBezTo>
                  <a:cubicBezTo>
                    <a:pt x="667" y="143"/>
                    <a:pt x="501" y="0"/>
                    <a:pt x="334" y="0"/>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6" name="Google Shape;22836;p144"/>
            <p:cNvSpPr/>
            <p:nvPr/>
          </p:nvSpPr>
          <p:spPr>
            <a:xfrm>
              <a:off x="6338074" y="4340123"/>
              <a:ext cx="21752" cy="20970"/>
            </a:xfrm>
            <a:custGeom>
              <a:avLst/>
              <a:gdLst/>
              <a:ahLst/>
              <a:cxnLst/>
              <a:rect l="l" t="t" r="r" b="b"/>
              <a:pathLst>
                <a:path w="668" h="644" extrusionOk="0">
                  <a:moveTo>
                    <a:pt x="334" y="1"/>
                  </a:moveTo>
                  <a:cubicBezTo>
                    <a:pt x="144" y="1"/>
                    <a:pt x="1" y="144"/>
                    <a:pt x="1" y="310"/>
                  </a:cubicBezTo>
                  <a:cubicBezTo>
                    <a:pt x="1" y="501"/>
                    <a:pt x="144" y="644"/>
                    <a:pt x="334" y="644"/>
                  </a:cubicBezTo>
                  <a:cubicBezTo>
                    <a:pt x="501" y="644"/>
                    <a:pt x="667" y="501"/>
                    <a:pt x="667" y="310"/>
                  </a:cubicBezTo>
                  <a:cubicBezTo>
                    <a:pt x="667" y="144"/>
                    <a:pt x="50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7" name="Google Shape;22837;p144"/>
            <p:cNvSpPr/>
            <p:nvPr/>
          </p:nvSpPr>
          <p:spPr>
            <a:xfrm>
              <a:off x="6574608" y="4278482"/>
              <a:ext cx="72126" cy="185183"/>
            </a:xfrm>
            <a:custGeom>
              <a:avLst/>
              <a:gdLst/>
              <a:ahLst/>
              <a:cxnLst/>
              <a:rect l="l" t="t" r="r" b="b"/>
              <a:pathLst>
                <a:path w="2215" h="5687" extrusionOk="0">
                  <a:moveTo>
                    <a:pt x="1849" y="0"/>
                  </a:moveTo>
                  <a:cubicBezTo>
                    <a:pt x="1792" y="0"/>
                    <a:pt x="1739" y="12"/>
                    <a:pt x="1691" y="36"/>
                  </a:cubicBezTo>
                  <a:lnTo>
                    <a:pt x="0" y="1251"/>
                  </a:lnTo>
                  <a:lnTo>
                    <a:pt x="0" y="4418"/>
                  </a:lnTo>
                  <a:lnTo>
                    <a:pt x="1691" y="5633"/>
                  </a:lnTo>
                  <a:cubicBezTo>
                    <a:pt x="1739" y="5668"/>
                    <a:pt x="1798" y="5686"/>
                    <a:pt x="1858" y="5686"/>
                  </a:cubicBezTo>
                  <a:cubicBezTo>
                    <a:pt x="1917" y="5686"/>
                    <a:pt x="1977" y="5668"/>
                    <a:pt x="2024" y="5633"/>
                  </a:cubicBezTo>
                  <a:cubicBezTo>
                    <a:pt x="2120" y="5585"/>
                    <a:pt x="2167" y="5490"/>
                    <a:pt x="2167" y="5371"/>
                  </a:cubicBezTo>
                  <a:lnTo>
                    <a:pt x="2167" y="346"/>
                  </a:lnTo>
                  <a:cubicBezTo>
                    <a:pt x="2215" y="227"/>
                    <a:pt x="2143" y="108"/>
                    <a:pt x="2024" y="36"/>
                  </a:cubicBezTo>
                  <a:cubicBezTo>
                    <a:pt x="1965" y="12"/>
                    <a:pt x="1905" y="0"/>
                    <a:pt x="1849"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8" name="Google Shape;22838;p144"/>
            <p:cNvSpPr/>
            <p:nvPr/>
          </p:nvSpPr>
          <p:spPr>
            <a:xfrm>
              <a:off x="6575357" y="4369592"/>
              <a:ext cx="71377" cy="92705"/>
            </a:xfrm>
            <a:custGeom>
              <a:avLst/>
              <a:gdLst/>
              <a:ahLst/>
              <a:cxnLst/>
              <a:rect l="l" t="t" r="r" b="b"/>
              <a:pathLst>
                <a:path w="2192" h="2847" extrusionOk="0">
                  <a:moveTo>
                    <a:pt x="1" y="1"/>
                  </a:moveTo>
                  <a:lnTo>
                    <a:pt x="1" y="1572"/>
                  </a:lnTo>
                  <a:lnTo>
                    <a:pt x="1716" y="2811"/>
                  </a:lnTo>
                  <a:cubicBezTo>
                    <a:pt x="1751" y="2835"/>
                    <a:pt x="1811" y="2846"/>
                    <a:pt x="1870" y="2846"/>
                  </a:cubicBezTo>
                  <a:cubicBezTo>
                    <a:pt x="1930" y="2846"/>
                    <a:pt x="1989" y="2835"/>
                    <a:pt x="2025" y="2811"/>
                  </a:cubicBezTo>
                  <a:cubicBezTo>
                    <a:pt x="2120" y="2739"/>
                    <a:pt x="2192" y="2644"/>
                    <a:pt x="2192" y="2549"/>
                  </a:cubicBezTo>
                  <a:lnTo>
                    <a:pt x="2192" y="48"/>
                  </a:lnTo>
                  <a:lnTo>
                    <a:pt x="2168" y="48"/>
                  </a:lnTo>
                  <a:lnTo>
                    <a:pt x="2168"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9" name="Google Shape;22839;p144"/>
            <p:cNvSpPr/>
            <p:nvPr/>
          </p:nvSpPr>
          <p:spPr>
            <a:xfrm>
              <a:off x="6379168" y="4340123"/>
              <a:ext cx="124128" cy="62064"/>
            </a:xfrm>
            <a:custGeom>
              <a:avLst/>
              <a:gdLst/>
              <a:ahLst/>
              <a:cxnLst/>
              <a:rect l="l" t="t" r="r" b="b"/>
              <a:pathLst>
                <a:path w="3812" h="1906" extrusionOk="0">
                  <a:moveTo>
                    <a:pt x="310" y="1"/>
                  </a:moveTo>
                  <a:cubicBezTo>
                    <a:pt x="144" y="1"/>
                    <a:pt x="1" y="144"/>
                    <a:pt x="1" y="310"/>
                  </a:cubicBezTo>
                  <a:lnTo>
                    <a:pt x="1" y="1572"/>
                  </a:lnTo>
                  <a:cubicBezTo>
                    <a:pt x="1" y="1739"/>
                    <a:pt x="144" y="1906"/>
                    <a:pt x="310" y="1906"/>
                  </a:cubicBezTo>
                  <a:lnTo>
                    <a:pt x="3478" y="1906"/>
                  </a:lnTo>
                  <a:cubicBezTo>
                    <a:pt x="3644" y="1906"/>
                    <a:pt x="3811" y="1739"/>
                    <a:pt x="3811" y="1572"/>
                  </a:cubicBezTo>
                  <a:lnTo>
                    <a:pt x="3811" y="310"/>
                  </a:lnTo>
                  <a:cubicBezTo>
                    <a:pt x="3811" y="144"/>
                    <a:pt x="3644" y="1"/>
                    <a:pt x="3478"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0" name="Google Shape;22840;p144"/>
            <p:cNvSpPr/>
            <p:nvPr/>
          </p:nvSpPr>
          <p:spPr>
            <a:xfrm>
              <a:off x="6379168" y="4371155"/>
              <a:ext cx="124128" cy="31032"/>
            </a:xfrm>
            <a:custGeom>
              <a:avLst/>
              <a:gdLst/>
              <a:ahLst/>
              <a:cxnLst/>
              <a:rect l="l" t="t" r="r" b="b"/>
              <a:pathLst>
                <a:path w="3812" h="953" extrusionOk="0">
                  <a:moveTo>
                    <a:pt x="25" y="0"/>
                  </a:moveTo>
                  <a:lnTo>
                    <a:pt x="1" y="619"/>
                  </a:lnTo>
                  <a:cubicBezTo>
                    <a:pt x="1" y="786"/>
                    <a:pt x="144" y="953"/>
                    <a:pt x="310" y="953"/>
                  </a:cubicBezTo>
                  <a:lnTo>
                    <a:pt x="3478" y="953"/>
                  </a:lnTo>
                  <a:cubicBezTo>
                    <a:pt x="3644" y="953"/>
                    <a:pt x="3811" y="786"/>
                    <a:pt x="3811" y="619"/>
                  </a:cubicBezTo>
                  <a:lnTo>
                    <a:pt x="3811" y="0"/>
                  </a:lnTo>
                  <a:close/>
                </a:path>
              </a:pathLst>
            </a:custGeom>
            <a:solidFill>
              <a:srgbClr val="E3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41" name="Google Shape;22841;p144"/>
          <p:cNvGrpSpPr/>
          <p:nvPr/>
        </p:nvGrpSpPr>
        <p:grpSpPr>
          <a:xfrm>
            <a:off x="7061580" y="4002409"/>
            <a:ext cx="329598" cy="350535"/>
            <a:chOff x="7061580" y="4154809"/>
            <a:chExt cx="329598" cy="350535"/>
          </a:xfrm>
        </p:grpSpPr>
        <p:sp>
          <p:nvSpPr>
            <p:cNvPr id="22842" name="Google Shape;22842;p144"/>
            <p:cNvSpPr/>
            <p:nvPr/>
          </p:nvSpPr>
          <p:spPr>
            <a:xfrm>
              <a:off x="7141456" y="4154809"/>
              <a:ext cx="165190" cy="72907"/>
            </a:xfrm>
            <a:custGeom>
              <a:avLst/>
              <a:gdLst/>
              <a:ahLst/>
              <a:cxnLst/>
              <a:rect l="l" t="t" r="r" b="b"/>
              <a:pathLst>
                <a:path w="5073" h="2239" extrusionOk="0">
                  <a:moveTo>
                    <a:pt x="334" y="0"/>
                  </a:moveTo>
                  <a:cubicBezTo>
                    <a:pt x="167" y="0"/>
                    <a:pt x="0" y="143"/>
                    <a:pt x="0" y="333"/>
                  </a:cubicBezTo>
                  <a:lnTo>
                    <a:pt x="0" y="2239"/>
                  </a:lnTo>
                  <a:lnTo>
                    <a:pt x="5001" y="2239"/>
                  </a:lnTo>
                  <a:lnTo>
                    <a:pt x="5001" y="333"/>
                  </a:lnTo>
                  <a:lnTo>
                    <a:pt x="5073" y="333"/>
                  </a:lnTo>
                  <a:cubicBezTo>
                    <a:pt x="5073" y="143"/>
                    <a:pt x="4930" y="0"/>
                    <a:pt x="4740" y="0"/>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3" name="Google Shape;22843;p144"/>
            <p:cNvSpPr/>
            <p:nvPr/>
          </p:nvSpPr>
          <p:spPr>
            <a:xfrm>
              <a:off x="7225207" y="4155558"/>
              <a:ext cx="81439" cy="72940"/>
            </a:xfrm>
            <a:custGeom>
              <a:avLst/>
              <a:gdLst/>
              <a:ahLst/>
              <a:cxnLst/>
              <a:rect l="l" t="t" r="r" b="b"/>
              <a:pathLst>
                <a:path w="2501" h="2240" extrusionOk="0">
                  <a:moveTo>
                    <a:pt x="0" y="1"/>
                  </a:moveTo>
                  <a:lnTo>
                    <a:pt x="0" y="2239"/>
                  </a:lnTo>
                  <a:lnTo>
                    <a:pt x="2501" y="2239"/>
                  </a:lnTo>
                  <a:lnTo>
                    <a:pt x="2501" y="310"/>
                  </a:lnTo>
                  <a:cubicBezTo>
                    <a:pt x="2501" y="120"/>
                    <a:pt x="2382" y="1"/>
                    <a:pt x="2191" y="1"/>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4" name="Google Shape;22844;p144"/>
            <p:cNvSpPr/>
            <p:nvPr/>
          </p:nvSpPr>
          <p:spPr>
            <a:xfrm>
              <a:off x="7081737" y="4328498"/>
              <a:ext cx="287722" cy="176847"/>
            </a:xfrm>
            <a:custGeom>
              <a:avLst/>
              <a:gdLst/>
              <a:ahLst/>
              <a:cxnLst/>
              <a:rect l="l" t="t" r="r" b="b"/>
              <a:pathLst>
                <a:path w="8836" h="5431" extrusionOk="0">
                  <a:moveTo>
                    <a:pt x="1" y="1"/>
                  </a:moveTo>
                  <a:lnTo>
                    <a:pt x="1" y="5121"/>
                  </a:lnTo>
                  <a:cubicBezTo>
                    <a:pt x="1" y="5287"/>
                    <a:pt x="144" y="5430"/>
                    <a:pt x="334" y="5430"/>
                  </a:cubicBezTo>
                  <a:lnTo>
                    <a:pt x="4740" y="5430"/>
                  </a:lnTo>
                  <a:lnTo>
                    <a:pt x="5359" y="4811"/>
                  </a:lnTo>
                  <a:lnTo>
                    <a:pt x="6931" y="4811"/>
                  </a:lnTo>
                  <a:lnTo>
                    <a:pt x="7550" y="5430"/>
                  </a:lnTo>
                  <a:lnTo>
                    <a:pt x="8503" y="5430"/>
                  </a:lnTo>
                  <a:cubicBezTo>
                    <a:pt x="8693" y="5430"/>
                    <a:pt x="8836" y="5287"/>
                    <a:pt x="8836" y="5121"/>
                  </a:cubicBezTo>
                  <a:lnTo>
                    <a:pt x="8836" y="1"/>
                  </a:ln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5" name="Google Shape;22845;p144"/>
            <p:cNvSpPr/>
            <p:nvPr/>
          </p:nvSpPr>
          <p:spPr>
            <a:xfrm>
              <a:off x="7225988" y="4326935"/>
              <a:ext cx="143470" cy="177628"/>
            </a:xfrm>
            <a:custGeom>
              <a:avLst/>
              <a:gdLst/>
              <a:ahLst/>
              <a:cxnLst/>
              <a:rect l="l" t="t" r="r" b="b"/>
              <a:pathLst>
                <a:path w="4406" h="5455" extrusionOk="0">
                  <a:moveTo>
                    <a:pt x="0" y="1"/>
                  </a:moveTo>
                  <a:lnTo>
                    <a:pt x="0" y="5454"/>
                  </a:lnTo>
                  <a:lnTo>
                    <a:pt x="334" y="5454"/>
                  </a:lnTo>
                  <a:lnTo>
                    <a:pt x="929" y="4835"/>
                  </a:lnTo>
                  <a:lnTo>
                    <a:pt x="2501" y="4835"/>
                  </a:lnTo>
                  <a:lnTo>
                    <a:pt x="3120" y="5454"/>
                  </a:lnTo>
                  <a:lnTo>
                    <a:pt x="4073" y="5454"/>
                  </a:lnTo>
                  <a:cubicBezTo>
                    <a:pt x="4263" y="5454"/>
                    <a:pt x="4406" y="5311"/>
                    <a:pt x="4406" y="5121"/>
                  </a:cubicBezTo>
                  <a:lnTo>
                    <a:pt x="4406" y="1"/>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6" name="Google Shape;22846;p144"/>
            <p:cNvSpPr/>
            <p:nvPr/>
          </p:nvSpPr>
          <p:spPr>
            <a:xfrm>
              <a:off x="7062362" y="4216841"/>
              <a:ext cx="327286" cy="82220"/>
            </a:xfrm>
            <a:custGeom>
              <a:avLst/>
              <a:gdLst/>
              <a:ahLst/>
              <a:cxnLst/>
              <a:rect l="l" t="t" r="r" b="b"/>
              <a:pathLst>
                <a:path w="10051" h="2525" extrusionOk="0">
                  <a:moveTo>
                    <a:pt x="1548" y="0"/>
                  </a:moveTo>
                  <a:cubicBezTo>
                    <a:pt x="1453" y="0"/>
                    <a:pt x="1358" y="24"/>
                    <a:pt x="1310" y="119"/>
                  </a:cubicBezTo>
                  <a:lnTo>
                    <a:pt x="48" y="1691"/>
                  </a:lnTo>
                  <a:cubicBezTo>
                    <a:pt x="24" y="1763"/>
                    <a:pt x="0" y="1810"/>
                    <a:pt x="0" y="1905"/>
                  </a:cubicBezTo>
                  <a:lnTo>
                    <a:pt x="1120" y="2525"/>
                  </a:lnTo>
                  <a:lnTo>
                    <a:pt x="9240" y="2525"/>
                  </a:lnTo>
                  <a:lnTo>
                    <a:pt x="10050" y="1905"/>
                  </a:lnTo>
                  <a:cubicBezTo>
                    <a:pt x="10026" y="1834"/>
                    <a:pt x="10002" y="1763"/>
                    <a:pt x="9931" y="1691"/>
                  </a:cubicBezTo>
                  <a:lnTo>
                    <a:pt x="8693" y="119"/>
                  </a:lnTo>
                  <a:cubicBezTo>
                    <a:pt x="8621" y="24"/>
                    <a:pt x="8550" y="0"/>
                    <a:pt x="8455" y="0"/>
                  </a:cubicBezTo>
                  <a:close/>
                </a:path>
              </a:pathLst>
            </a:custGeom>
            <a:solidFill>
              <a:srgbClr val="7C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7" name="Google Shape;22847;p144"/>
            <p:cNvSpPr/>
            <p:nvPr/>
          </p:nvSpPr>
          <p:spPr>
            <a:xfrm>
              <a:off x="7225988" y="4216841"/>
              <a:ext cx="162878" cy="81439"/>
            </a:xfrm>
            <a:custGeom>
              <a:avLst/>
              <a:gdLst/>
              <a:ahLst/>
              <a:cxnLst/>
              <a:rect l="l" t="t" r="r" b="b"/>
              <a:pathLst>
                <a:path w="5002" h="2501" extrusionOk="0">
                  <a:moveTo>
                    <a:pt x="0" y="0"/>
                  </a:moveTo>
                  <a:lnTo>
                    <a:pt x="0" y="2501"/>
                  </a:lnTo>
                  <a:lnTo>
                    <a:pt x="4239" y="2501"/>
                  </a:lnTo>
                  <a:lnTo>
                    <a:pt x="5001" y="1905"/>
                  </a:lnTo>
                  <a:cubicBezTo>
                    <a:pt x="5001" y="1834"/>
                    <a:pt x="4977" y="1763"/>
                    <a:pt x="4954" y="1691"/>
                  </a:cubicBezTo>
                  <a:lnTo>
                    <a:pt x="3691" y="119"/>
                  </a:lnTo>
                  <a:cubicBezTo>
                    <a:pt x="3620" y="24"/>
                    <a:pt x="3549" y="0"/>
                    <a:pt x="345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8" name="Google Shape;22848;p144"/>
            <p:cNvSpPr/>
            <p:nvPr/>
          </p:nvSpPr>
          <p:spPr>
            <a:xfrm>
              <a:off x="7122081" y="4380468"/>
              <a:ext cx="93064" cy="82220"/>
            </a:xfrm>
            <a:custGeom>
              <a:avLst/>
              <a:gdLst/>
              <a:ahLst/>
              <a:cxnLst/>
              <a:rect l="l" t="t" r="r" b="b"/>
              <a:pathLst>
                <a:path w="2858" h="2525" extrusionOk="0">
                  <a:moveTo>
                    <a:pt x="333" y="0"/>
                  </a:moveTo>
                  <a:cubicBezTo>
                    <a:pt x="167" y="0"/>
                    <a:pt x="0" y="143"/>
                    <a:pt x="0" y="333"/>
                  </a:cubicBezTo>
                  <a:lnTo>
                    <a:pt x="0" y="2215"/>
                  </a:lnTo>
                  <a:cubicBezTo>
                    <a:pt x="0" y="2382"/>
                    <a:pt x="167" y="2524"/>
                    <a:pt x="333" y="2524"/>
                  </a:cubicBezTo>
                  <a:lnTo>
                    <a:pt x="2548" y="2524"/>
                  </a:lnTo>
                  <a:cubicBezTo>
                    <a:pt x="2715" y="2524"/>
                    <a:pt x="2834" y="2382"/>
                    <a:pt x="2858" y="2215"/>
                  </a:cubicBezTo>
                  <a:lnTo>
                    <a:pt x="2858" y="333"/>
                  </a:lnTo>
                  <a:cubicBezTo>
                    <a:pt x="2858" y="143"/>
                    <a:pt x="2715" y="0"/>
                    <a:pt x="2548" y="0"/>
                  </a:cubicBez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9" name="Google Shape;22849;p144"/>
            <p:cNvSpPr/>
            <p:nvPr/>
          </p:nvSpPr>
          <p:spPr>
            <a:xfrm>
              <a:off x="7143768" y="4402154"/>
              <a:ext cx="51221" cy="40378"/>
            </a:xfrm>
            <a:custGeom>
              <a:avLst/>
              <a:gdLst/>
              <a:ahLst/>
              <a:cxnLst/>
              <a:rect l="l" t="t" r="r" b="b"/>
              <a:pathLst>
                <a:path w="1573" h="1240" extrusionOk="0">
                  <a:moveTo>
                    <a:pt x="1" y="1"/>
                  </a:moveTo>
                  <a:lnTo>
                    <a:pt x="1" y="1239"/>
                  </a:lnTo>
                  <a:lnTo>
                    <a:pt x="1573" y="1239"/>
                  </a:lnTo>
                  <a:lnTo>
                    <a:pt x="1573" y="1"/>
                  </a:ln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0" name="Google Shape;22850;p144"/>
            <p:cNvSpPr/>
            <p:nvPr/>
          </p:nvSpPr>
          <p:spPr>
            <a:xfrm>
              <a:off x="7234520" y="4380468"/>
              <a:ext cx="93064" cy="124096"/>
            </a:xfrm>
            <a:custGeom>
              <a:avLst/>
              <a:gdLst/>
              <a:ahLst/>
              <a:cxnLst/>
              <a:rect l="l" t="t" r="r" b="b"/>
              <a:pathLst>
                <a:path w="2858" h="3811" extrusionOk="0">
                  <a:moveTo>
                    <a:pt x="334" y="0"/>
                  </a:moveTo>
                  <a:cubicBezTo>
                    <a:pt x="167" y="0"/>
                    <a:pt x="0" y="143"/>
                    <a:pt x="0" y="333"/>
                  </a:cubicBezTo>
                  <a:lnTo>
                    <a:pt x="0" y="3810"/>
                  </a:lnTo>
                  <a:lnTo>
                    <a:pt x="2834" y="3810"/>
                  </a:lnTo>
                  <a:lnTo>
                    <a:pt x="2858" y="333"/>
                  </a:lnTo>
                  <a:cubicBezTo>
                    <a:pt x="2858" y="143"/>
                    <a:pt x="2715" y="0"/>
                    <a:pt x="2548"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1" name="Google Shape;22851;p144"/>
            <p:cNvSpPr/>
            <p:nvPr/>
          </p:nvSpPr>
          <p:spPr>
            <a:xfrm>
              <a:off x="7255457" y="4402154"/>
              <a:ext cx="51188" cy="102409"/>
            </a:xfrm>
            <a:custGeom>
              <a:avLst/>
              <a:gdLst/>
              <a:ahLst/>
              <a:cxnLst/>
              <a:rect l="l" t="t" r="r" b="b"/>
              <a:pathLst>
                <a:path w="1572" h="3145" extrusionOk="0">
                  <a:moveTo>
                    <a:pt x="0" y="1"/>
                  </a:moveTo>
                  <a:lnTo>
                    <a:pt x="0" y="3144"/>
                  </a:lnTo>
                  <a:lnTo>
                    <a:pt x="1572" y="3144"/>
                  </a:lnTo>
                  <a:lnTo>
                    <a:pt x="1572" y="1"/>
                  </a:ln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2" name="Google Shape;22852;p144"/>
            <p:cNvSpPr/>
            <p:nvPr/>
          </p:nvSpPr>
          <p:spPr>
            <a:xfrm>
              <a:off x="7061580" y="4278873"/>
              <a:ext cx="329598" cy="82285"/>
            </a:xfrm>
            <a:custGeom>
              <a:avLst/>
              <a:gdLst/>
              <a:ahLst/>
              <a:cxnLst/>
              <a:rect l="l" t="t" r="r" b="b"/>
              <a:pathLst>
                <a:path w="10122" h="2527" extrusionOk="0">
                  <a:moveTo>
                    <a:pt x="1" y="0"/>
                  </a:moveTo>
                  <a:lnTo>
                    <a:pt x="1" y="1239"/>
                  </a:lnTo>
                  <a:cubicBezTo>
                    <a:pt x="1" y="1906"/>
                    <a:pt x="501" y="2477"/>
                    <a:pt x="1144" y="2525"/>
                  </a:cubicBezTo>
                  <a:cubicBezTo>
                    <a:pt x="1171" y="2526"/>
                    <a:pt x="1198" y="2527"/>
                    <a:pt x="1224" y="2527"/>
                  </a:cubicBezTo>
                  <a:cubicBezTo>
                    <a:pt x="1617" y="2527"/>
                    <a:pt x="1946" y="2365"/>
                    <a:pt x="2191" y="2120"/>
                  </a:cubicBezTo>
                  <a:cubicBezTo>
                    <a:pt x="2430" y="2382"/>
                    <a:pt x="2763" y="2525"/>
                    <a:pt x="3144" y="2525"/>
                  </a:cubicBezTo>
                  <a:cubicBezTo>
                    <a:pt x="3525" y="2525"/>
                    <a:pt x="3859" y="2358"/>
                    <a:pt x="4097" y="2120"/>
                  </a:cubicBezTo>
                  <a:cubicBezTo>
                    <a:pt x="4335" y="2382"/>
                    <a:pt x="4668" y="2525"/>
                    <a:pt x="5049" y="2525"/>
                  </a:cubicBezTo>
                  <a:cubicBezTo>
                    <a:pt x="5430" y="2525"/>
                    <a:pt x="5764" y="2358"/>
                    <a:pt x="6002" y="2120"/>
                  </a:cubicBezTo>
                  <a:cubicBezTo>
                    <a:pt x="6240" y="2382"/>
                    <a:pt x="6573" y="2525"/>
                    <a:pt x="6954" y="2525"/>
                  </a:cubicBezTo>
                  <a:cubicBezTo>
                    <a:pt x="7335" y="2525"/>
                    <a:pt x="7669" y="2358"/>
                    <a:pt x="7907" y="2120"/>
                  </a:cubicBezTo>
                  <a:cubicBezTo>
                    <a:pt x="8130" y="2365"/>
                    <a:pt x="8478" y="2527"/>
                    <a:pt x="8874" y="2527"/>
                  </a:cubicBezTo>
                  <a:cubicBezTo>
                    <a:pt x="8901" y="2527"/>
                    <a:pt x="8928" y="2526"/>
                    <a:pt x="8955" y="2525"/>
                  </a:cubicBezTo>
                  <a:cubicBezTo>
                    <a:pt x="9598" y="2501"/>
                    <a:pt x="10122" y="1929"/>
                    <a:pt x="10122" y="1239"/>
                  </a:cubicBezTo>
                  <a:lnTo>
                    <a:pt x="1012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3" name="Google Shape;22853;p144"/>
            <p:cNvSpPr/>
            <p:nvPr/>
          </p:nvSpPr>
          <p:spPr>
            <a:xfrm>
              <a:off x="7225207" y="4278091"/>
              <a:ext cx="163659" cy="82318"/>
            </a:xfrm>
            <a:custGeom>
              <a:avLst/>
              <a:gdLst/>
              <a:ahLst/>
              <a:cxnLst/>
              <a:rect l="l" t="t" r="r" b="b"/>
              <a:pathLst>
                <a:path w="5026" h="2528" extrusionOk="0">
                  <a:moveTo>
                    <a:pt x="0" y="1"/>
                  </a:moveTo>
                  <a:lnTo>
                    <a:pt x="0" y="2501"/>
                  </a:lnTo>
                  <a:cubicBezTo>
                    <a:pt x="381" y="2501"/>
                    <a:pt x="715" y="2311"/>
                    <a:pt x="953" y="2072"/>
                  </a:cubicBezTo>
                  <a:cubicBezTo>
                    <a:pt x="1167" y="2382"/>
                    <a:pt x="1525" y="2525"/>
                    <a:pt x="1882" y="2525"/>
                  </a:cubicBezTo>
                  <a:cubicBezTo>
                    <a:pt x="2263" y="2525"/>
                    <a:pt x="2596" y="2334"/>
                    <a:pt x="2834" y="2096"/>
                  </a:cubicBezTo>
                  <a:cubicBezTo>
                    <a:pt x="3057" y="2364"/>
                    <a:pt x="3406" y="2527"/>
                    <a:pt x="3782" y="2527"/>
                  </a:cubicBezTo>
                  <a:cubicBezTo>
                    <a:pt x="3807" y="2527"/>
                    <a:pt x="3833" y="2526"/>
                    <a:pt x="3858" y="2525"/>
                  </a:cubicBezTo>
                  <a:cubicBezTo>
                    <a:pt x="4525" y="2501"/>
                    <a:pt x="5025" y="1930"/>
                    <a:pt x="5025" y="1239"/>
                  </a:cubicBezTo>
                  <a:lnTo>
                    <a:pt x="5025" y="1"/>
                  </a:lnTo>
                  <a:close/>
                </a:path>
              </a:pathLst>
            </a:custGeom>
            <a:solidFill>
              <a:srgbClr val="7C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54" name="Google Shape;22854;p144"/>
          <p:cNvGrpSpPr/>
          <p:nvPr/>
        </p:nvGrpSpPr>
        <p:grpSpPr>
          <a:xfrm>
            <a:off x="7787398" y="4003158"/>
            <a:ext cx="349786" cy="349200"/>
            <a:chOff x="7787398" y="4155558"/>
            <a:chExt cx="349786" cy="349200"/>
          </a:xfrm>
        </p:grpSpPr>
        <p:sp>
          <p:nvSpPr>
            <p:cNvPr id="22855" name="Google Shape;22855;p144"/>
            <p:cNvSpPr/>
            <p:nvPr/>
          </p:nvSpPr>
          <p:spPr>
            <a:xfrm>
              <a:off x="8035557" y="4155558"/>
              <a:ext cx="101628" cy="103191"/>
            </a:xfrm>
            <a:custGeom>
              <a:avLst/>
              <a:gdLst/>
              <a:ahLst/>
              <a:cxnLst/>
              <a:rect l="l" t="t" r="r" b="b"/>
              <a:pathLst>
                <a:path w="3121" h="3169" extrusionOk="0">
                  <a:moveTo>
                    <a:pt x="2834" y="1"/>
                  </a:moveTo>
                  <a:cubicBezTo>
                    <a:pt x="1715" y="1"/>
                    <a:pt x="810" y="239"/>
                    <a:pt x="1" y="596"/>
                  </a:cubicBezTo>
                  <a:lnTo>
                    <a:pt x="143" y="1644"/>
                  </a:lnTo>
                  <a:lnTo>
                    <a:pt x="810" y="2287"/>
                  </a:lnTo>
                  <a:lnTo>
                    <a:pt x="1668" y="3168"/>
                  </a:lnTo>
                  <a:lnTo>
                    <a:pt x="2501" y="3121"/>
                  </a:lnTo>
                  <a:cubicBezTo>
                    <a:pt x="2882" y="2335"/>
                    <a:pt x="3120" y="1406"/>
                    <a:pt x="3120" y="310"/>
                  </a:cubicBezTo>
                  <a:cubicBezTo>
                    <a:pt x="3120" y="215"/>
                    <a:pt x="3096" y="120"/>
                    <a:pt x="3025" y="96"/>
                  </a:cubicBezTo>
                  <a:cubicBezTo>
                    <a:pt x="2977" y="25"/>
                    <a:pt x="2882"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6" name="Google Shape;22856;p144"/>
            <p:cNvSpPr/>
            <p:nvPr/>
          </p:nvSpPr>
          <p:spPr>
            <a:xfrm>
              <a:off x="8061933" y="4158684"/>
              <a:ext cx="75252" cy="100846"/>
            </a:xfrm>
            <a:custGeom>
              <a:avLst/>
              <a:gdLst/>
              <a:ahLst/>
              <a:cxnLst/>
              <a:rect l="l" t="t" r="r" b="b"/>
              <a:pathLst>
                <a:path w="2311" h="3097" extrusionOk="0">
                  <a:moveTo>
                    <a:pt x="2215" y="0"/>
                  </a:moveTo>
                  <a:lnTo>
                    <a:pt x="0" y="2239"/>
                  </a:lnTo>
                  <a:lnTo>
                    <a:pt x="858" y="3096"/>
                  </a:lnTo>
                  <a:lnTo>
                    <a:pt x="1715" y="3025"/>
                  </a:lnTo>
                  <a:cubicBezTo>
                    <a:pt x="2072" y="2239"/>
                    <a:pt x="2310" y="1310"/>
                    <a:pt x="2310" y="214"/>
                  </a:cubicBezTo>
                  <a:cubicBezTo>
                    <a:pt x="2310" y="119"/>
                    <a:pt x="2286" y="24"/>
                    <a:pt x="2215" y="0"/>
                  </a:cubicBezTo>
                  <a:close/>
                </a:path>
              </a:pathLst>
            </a:custGeom>
            <a:solidFill>
              <a:srgbClr val="7C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7" name="Google Shape;22857;p144"/>
            <p:cNvSpPr/>
            <p:nvPr/>
          </p:nvSpPr>
          <p:spPr>
            <a:xfrm>
              <a:off x="7869619" y="4237909"/>
              <a:ext cx="190784" cy="184271"/>
            </a:xfrm>
            <a:custGeom>
              <a:avLst/>
              <a:gdLst/>
              <a:ahLst/>
              <a:cxnLst/>
              <a:rect l="l" t="t" r="r" b="b"/>
              <a:pathLst>
                <a:path w="5859" h="5659" extrusionOk="0">
                  <a:moveTo>
                    <a:pt x="1695" y="1"/>
                  </a:moveTo>
                  <a:cubicBezTo>
                    <a:pt x="1118" y="1"/>
                    <a:pt x="546" y="236"/>
                    <a:pt x="119" y="663"/>
                  </a:cubicBezTo>
                  <a:cubicBezTo>
                    <a:pt x="0" y="782"/>
                    <a:pt x="0" y="996"/>
                    <a:pt x="119" y="1116"/>
                  </a:cubicBezTo>
                  <a:lnTo>
                    <a:pt x="2358" y="3330"/>
                  </a:lnTo>
                  <a:lnTo>
                    <a:pt x="4596" y="5569"/>
                  </a:lnTo>
                  <a:cubicBezTo>
                    <a:pt x="4656" y="5628"/>
                    <a:pt x="4733" y="5658"/>
                    <a:pt x="4811" y="5658"/>
                  </a:cubicBezTo>
                  <a:cubicBezTo>
                    <a:pt x="4888" y="5658"/>
                    <a:pt x="4966" y="5628"/>
                    <a:pt x="5025" y="5569"/>
                  </a:cubicBezTo>
                  <a:cubicBezTo>
                    <a:pt x="5716" y="4854"/>
                    <a:pt x="5859" y="3783"/>
                    <a:pt x="5430" y="2949"/>
                  </a:cubicBezTo>
                  <a:lnTo>
                    <a:pt x="4073" y="1616"/>
                  </a:lnTo>
                  <a:lnTo>
                    <a:pt x="2739" y="282"/>
                  </a:lnTo>
                  <a:cubicBezTo>
                    <a:pt x="2411" y="91"/>
                    <a:pt x="2052"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8" name="Google Shape;22858;p144"/>
            <p:cNvSpPr/>
            <p:nvPr/>
          </p:nvSpPr>
          <p:spPr>
            <a:xfrm>
              <a:off x="7946369" y="4289716"/>
              <a:ext cx="114034" cy="132269"/>
            </a:xfrm>
            <a:custGeom>
              <a:avLst/>
              <a:gdLst/>
              <a:ahLst/>
              <a:cxnLst/>
              <a:rect l="l" t="t" r="r" b="b"/>
              <a:pathLst>
                <a:path w="3502" h="4062" extrusionOk="0">
                  <a:moveTo>
                    <a:pt x="1716" y="1"/>
                  </a:moveTo>
                  <a:lnTo>
                    <a:pt x="1" y="1715"/>
                  </a:lnTo>
                  <a:lnTo>
                    <a:pt x="2239" y="3954"/>
                  </a:lnTo>
                  <a:cubicBezTo>
                    <a:pt x="2299" y="4025"/>
                    <a:pt x="2376" y="4061"/>
                    <a:pt x="2454" y="4061"/>
                  </a:cubicBezTo>
                  <a:cubicBezTo>
                    <a:pt x="2531" y="4061"/>
                    <a:pt x="2609" y="4025"/>
                    <a:pt x="2668" y="3954"/>
                  </a:cubicBezTo>
                  <a:cubicBezTo>
                    <a:pt x="3359" y="3263"/>
                    <a:pt x="3502" y="2192"/>
                    <a:pt x="3073" y="1334"/>
                  </a:cubicBezTo>
                  <a:lnTo>
                    <a:pt x="1716" y="1"/>
                  </a:lnTo>
                  <a:close/>
                </a:path>
              </a:pathLst>
            </a:custGeom>
            <a:solidFill>
              <a:srgbClr val="7C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9" name="Google Shape;22859;p144"/>
            <p:cNvSpPr/>
            <p:nvPr/>
          </p:nvSpPr>
          <p:spPr>
            <a:xfrm>
              <a:off x="7911494" y="4175747"/>
              <a:ext cx="206283" cy="207065"/>
            </a:xfrm>
            <a:custGeom>
              <a:avLst/>
              <a:gdLst/>
              <a:ahLst/>
              <a:cxnLst/>
              <a:rect l="l" t="t" r="r" b="b"/>
              <a:pathLst>
                <a:path w="6335" h="6359" extrusionOk="0">
                  <a:moveTo>
                    <a:pt x="3834" y="0"/>
                  </a:moveTo>
                  <a:cubicBezTo>
                    <a:pt x="3048" y="357"/>
                    <a:pt x="2406" y="881"/>
                    <a:pt x="1858" y="1381"/>
                  </a:cubicBezTo>
                  <a:cubicBezTo>
                    <a:pt x="667" y="2548"/>
                    <a:pt x="119" y="3858"/>
                    <a:pt x="0" y="4144"/>
                  </a:cubicBezTo>
                  <a:lnTo>
                    <a:pt x="0" y="5049"/>
                  </a:lnTo>
                  <a:lnTo>
                    <a:pt x="643" y="5692"/>
                  </a:lnTo>
                  <a:lnTo>
                    <a:pt x="1310" y="6359"/>
                  </a:lnTo>
                  <a:lnTo>
                    <a:pt x="2191" y="6359"/>
                  </a:lnTo>
                  <a:cubicBezTo>
                    <a:pt x="2525" y="6239"/>
                    <a:pt x="3811" y="5668"/>
                    <a:pt x="4977" y="4477"/>
                  </a:cubicBezTo>
                  <a:cubicBezTo>
                    <a:pt x="5478" y="3929"/>
                    <a:pt x="5978" y="3286"/>
                    <a:pt x="6335" y="2501"/>
                  </a:cubicBezTo>
                  <a:lnTo>
                    <a:pt x="5097" y="1262"/>
                  </a:lnTo>
                  <a:lnTo>
                    <a:pt x="3834" y="0"/>
                  </a:ln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0" name="Google Shape;22860;p144"/>
            <p:cNvSpPr/>
            <p:nvPr/>
          </p:nvSpPr>
          <p:spPr>
            <a:xfrm>
              <a:off x="7931650" y="4216841"/>
              <a:ext cx="185378" cy="165971"/>
            </a:xfrm>
            <a:custGeom>
              <a:avLst/>
              <a:gdLst/>
              <a:ahLst/>
              <a:cxnLst/>
              <a:rect l="l" t="t" r="r" b="b"/>
              <a:pathLst>
                <a:path w="5693" h="5097" extrusionOk="0">
                  <a:moveTo>
                    <a:pt x="4430" y="0"/>
                  </a:moveTo>
                  <a:lnTo>
                    <a:pt x="0" y="4430"/>
                  </a:lnTo>
                  <a:lnTo>
                    <a:pt x="667" y="5073"/>
                  </a:lnTo>
                  <a:lnTo>
                    <a:pt x="1548" y="5073"/>
                  </a:lnTo>
                  <a:lnTo>
                    <a:pt x="1548" y="5097"/>
                  </a:lnTo>
                  <a:cubicBezTo>
                    <a:pt x="1882" y="4977"/>
                    <a:pt x="3168" y="4406"/>
                    <a:pt x="4311" y="3215"/>
                  </a:cubicBezTo>
                  <a:cubicBezTo>
                    <a:pt x="4835" y="2667"/>
                    <a:pt x="5335" y="2024"/>
                    <a:pt x="5692" y="1239"/>
                  </a:cubicBezTo>
                  <a:lnTo>
                    <a:pt x="4430"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1" name="Google Shape;22861;p144"/>
            <p:cNvSpPr/>
            <p:nvPr/>
          </p:nvSpPr>
          <p:spPr>
            <a:xfrm>
              <a:off x="7787398" y="4374834"/>
              <a:ext cx="135753" cy="129924"/>
            </a:xfrm>
            <a:custGeom>
              <a:avLst/>
              <a:gdLst/>
              <a:ahLst/>
              <a:cxnLst/>
              <a:rect l="l" t="t" r="r" b="b"/>
              <a:pathLst>
                <a:path w="4169" h="3990" extrusionOk="0">
                  <a:moveTo>
                    <a:pt x="2454" y="0"/>
                  </a:moveTo>
                  <a:cubicBezTo>
                    <a:pt x="2049" y="0"/>
                    <a:pt x="1644" y="161"/>
                    <a:pt x="1335" y="483"/>
                  </a:cubicBezTo>
                  <a:cubicBezTo>
                    <a:pt x="811" y="1007"/>
                    <a:pt x="120" y="3245"/>
                    <a:pt x="25" y="3626"/>
                  </a:cubicBezTo>
                  <a:cubicBezTo>
                    <a:pt x="1" y="3721"/>
                    <a:pt x="25" y="3840"/>
                    <a:pt x="120" y="3888"/>
                  </a:cubicBezTo>
                  <a:cubicBezTo>
                    <a:pt x="159" y="3947"/>
                    <a:pt x="247" y="3990"/>
                    <a:pt x="330" y="3990"/>
                  </a:cubicBezTo>
                  <a:cubicBezTo>
                    <a:pt x="347" y="3990"/>
                    <a:pt x="365" y="3988"/>
                    <a:pt x="382" y="3983"/>
                  </a:cubicBezTo>
                  <a:cubicBezTo>
                    <a:pt x="763" y="3936"/>
                    <a:pt x="3002" y="3221"/>
                    <a:pt x="3549" y="2674"/>
                  </a:cubicBezTo>
                  <a:cubicBezTo>
                    <a:pt x="4168" y="2078"/>
                    <a:pt x="4168" y="1078"/>
                    <a:pt x="3573" y="483"/>
                  </a:cubicBezTo>
                  <a:cubicBezTo>
                    <a:pt x="3264" y="161"/>
                    <a:pt x="2859" y="0"/>
                    <a:pt x="2454" y="0"/>
                  </a:cubicBezTo>
                  <a:close/>
                </a:path>
              </a:pathLst>
            </a:custGeom>
            <a:solidFill>
              <a:srgbClr val="DE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2" name="Google Shape;22862;p144"/>
            <p:cNvSpPr/>
            <p:nvPr/>
          </p:nvSpPr>
          <p:spPr>
            <a:xfrm>
              <a:off x="7792055" y="4388999"/>
              <a:ext cx="131878" cy="114978"/>
            </a:xfrm>
            <a:custGeom>
              <a:avLst/>
              <a:gdLst/>
              <a:ahLst/>
              <a:cxnLst/>
              <a:rect l="l" t="t" r="r" b="b"/>
              <a:pathLst>
                <a:path w="4050" h="3531" extrusionOk="0">
                  <a:moveTo>
                    <a:pt x="3430" y="0"/>
                  </a:moveTo>
                  <a:lnTo>
                    <a:pt x="1" y="3429"/>
                  </a:lnTo>
                  <a:cubicBezTo>
                    <a:pt x="60" y="3488"/>
                    <a:pt x="151" y="3531"/>
                    <a:pt x="221" y="3531"/>
                  </a:cubicBezTo>
                  <a:cubicBezTo>
                    <a:pt x="236" y="3531"/>
                    <a:pt x="250" y="3529"/>
                    <a:pt x="263" y="3525"/>
                  </a:cubicBezTo>
                  <a:cubicBezTo>
                    <a:pt x="620" y="3453"/>
                    <a:pt x="2882" y="2786"/>
                    <a:pt x="3430" y="2239"/>
                  </a:cubicBezTo>
                  <a:cubicBezTo>
                    <a:pt x="4049" y="1619"/>
                    <a:pt x="4049" y="643"/>
                    <a:pt x="3430"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3" name="Google Shape;22863;p144"/>
            <p:cNvSpPr/>
            <p:nvPr/>
          </p:nvSpPr>
          <p:spPr>
            <a:xfrm>
              <a:off x="7885119" y="4310654"/>
              <a:ext cx="97753" cy="96776"/>
            </a:xfrm>
            <a:custGeom>
              <a:avLst/>
              <a:gdLst/>
              <a:ahLst/>
              <a:cxnLst/>
              <a:rect l="l" t="t" r="r" b="b"/>
              <a:pathLst>
                <a:path w="3002" h="2972" extrusionOk="0">
                  <a:moveTo>
                    <a:pt x="786" y="1"/>
                  </a:moveTo>
                  <a:lnTo>
                    <a:pt x="120" y="668"/>
                  </a:lnTo>
                  <a:cubicBezTo>
                    <a:pt x="1" y="787"/>
                    <a:pt x="1" y="977"/>
                    <a:pt x="120" y="1096"/>
                  </a:cubicBezTo>
                  <a:lnTo>
                    <a:pt x="1025" y="2001"/>
                  </a:lnTo>
                  <a:lnTo>
                    <a:pt x="1906" y="2882"/>
                  </a:lnTo>
                  <a:cubicBezTo>
                    <a:pt x="1965" y="2942"/>
                    <a:pt x="2049" y="2972"/>
                    <a:pt x="2132" y="2972"/>
                  </a:cubicBezTo>
                  <a:cubicBezTo>
                    <a:pt x="2215" y="2972"/>
                    <a:pt x="2299" y="2942"/>
                    <a:pt x="2358" y="2882"/>
                  </a:cubicBezTo>
                  <a:lnTo>
                    <a:pt x="3001" y="2239"/>
                  </a:lnTo>
                  <a:lnTo>
                    <a:pt x="1882" y="1096"/>
                  </a:lnTo>
                  <a:lnTo>
                    <a:pt x="786" y="1"/>
                  </a:lnTo>
                  <a:close/>
                </a:path>
              </a:pathLst>
            </a:custGeom>
            <a:solidFill>
              <a:srgbClr val="91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4" name="Google Shape;22864;p144"/>
            <p:cNvSpPr/>
            <p:nvPr/>
          </p:nvSpPr>
          <p:spPr>
            <a:xfrm>
              <a:off x="7916900" y="4346342"/>
              <a:ext cx="65190" cy="60990"/>
            </a:xfrm>
            <a:custGeom>
              <a:avLst/>
              <a:gdLst/>
              <a:ahLst/>
              <a:cxnLst/>
              <a:rect l="l" t="t" r="r" b="b"/>
              <a:pathLst>
                <a:path w="2002" h="1873" extrusionOk="0">
                  <a:moveTo>
                    <a:pt x="906" y="0"/>
                  </a:moveTo>
                  <a:lnTo>
                    <a:pt x="1" y="905"/>
                  </a:lnTo>
                  <a:lnTo>
                    <a:pt x="906" y="1786"/>
                  </a:lnTo>
                  <a:cubicBezTo>
                    <a:pt x="974" y="1843"/>
                    <a:pt x="1053" y="1873"/>
                    <a:pt x="1130" y="1873"/>
                  </a:cubicBezTo>
                  <a:cubicBezTo>
                    <a:pt x="1214" y="1873"/>
                    <a:pt x="1296" y="1837"/>
                    <a:pt x="1358" y="1763"/>
                  </a:cubicBezTo>
                  <a:lnTo>
                    <a:pt x="2001" y="1120"/>
                  </a:lnTo>
                  <a:lnTo>
                    <a:pt x="906"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5" name="Google Shape;22865;p144"/>
            <p:cNvSpPr/>
            <p:nvPr/>
          </p:nvSpPr>
          <p:spPr>
            <a:xfrm>
              <a:off x="7981276" y="4250185"/>
              <a:ext cx="62064" cy="62846"/>
            </a:xfrm>
            <a:custGeom>
              <a:avLst/>
              <a:gdLst/>
              <a:ahLst/>
              <a:cxnLst/>
              <a:rect l="l" t="t" r="r" b="b"/>
              <a:pathLst>
                <a:path w="1906" h="1930" extrusionOk="0">
                  <a:moveTo>
                    <a:pt x="953" y="0"/>
                  </a:moveTo>
                  <a:cubicBezTo>
                    <a:pt x="429" y="0"/>
                    <a:pt x="1" y="429"/>
                    <a:pt x="1" y="977"/>
                  </a:cubicBezTo>
                  <a:cubicBezTo>
                    <a:pt x="1" y="1501"/>
                    <a:pt x="429" y="1929"/>
                    <a:pt x="953" y="1929"/>
                  </a:cubicBezTo>
                  <a:cubicBezTo>
                    <a:pt x="1477" y="1929"/>
                    <a:pt x="1906" y="1501"/>
                    <a:pt x="1906" y="977"/>
                  </a:cubicBezTo>
                  <a:cubicBezTo>
                    <a:pt x="1906" y="429"/>
                    <a:pt x="1477" y="0"/>
                    <a:pt x="953" y="0"/>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6" name="Google Shape;22866;p144"/>
            <p:cNvSpPr/>
            <p:nvPr/>
          </p:nvSpPr>
          <p:spPr>
            <a:xfrm>
              <a:off x="7989807" y="4259498"/>
              <a:ext cx="55096" cy="52165"/>
            </a:xfrm>
            <a:custGeom>
              <a:avLst/>
              <a:gdLst/>
              <a:ahLst/>
              <a:cxnLst/>
              <a:rect l="l" t="t" r="r" b="b"/>
              <a:pathLst>
                <a:path w="1692" h="1602" extrusionOk="0">
                  <a:moveTo>
                    <a:pt x="1334" y="0"/>
                  </a:moveTo>
                  <a:lnTo>
                    <a:pt x="1" y="1334"/>
                  </a:lnTo>
                  <a:cubicBezTo>
                    <a:pt x="179" y="1512"/>
                    <a:pt x="423" y="1602"/>
                    <a:pt x="667" y="1602"/>
                  </a:cubicBezTo>
                  <a:cubicBezTo>
                    <a:pt x="911" y="1602"/>
                    <a:pt x="1156" y="1512"/>
                    <a:pt x="1334" y="1334"/>
                  </a:cubicBezTo>
                  <a:cubicBezTo>
                    <a:pt x="1691" y="976"/>
                    <a:pt x="1691" y="381"/>
                    <a:pt x="1334" y="0"/>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867" name="Google Shape;22867;p144"/>
          <p:cNvSpPr txBox="1"/>
          <p:nvPr/>
        </p:nvSpPr>
        <p:spPr>
          <a:xfrm>
            <a:off x="1048350" y="11586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rgbClr val="FFFFFF"/>
                </a:solidFill>
              </a:rPr>
              <a:t>Digital Marketing</a:t>
            </a:r>
            <a:endParaRPr sz="1600">
              <a:solidFill>
                <a:srgbClr val="FFFFFF"/>
              </a:solidFill>
            </a:endParaRPr>
          </a:p>
        </p:txBody>
      </p:sp>
      <p:sp>
        <p:nvSpPr>
          <p:cNvPr id="22868" name="Google Shape;22868;p144"/>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Premium Icons</a:t>
            </a:r>
            <a:endParaRPr sz="2400">
              <a:solidFill>
                <a:srgbClr val="FFFFFF"/>
              </a:solidFill>
            </a:endParaRPr>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Shape 22872"/>
        <p:cNvGrpSpPr/>
        <p:nvPr/>
      </p:nvGrpSpPr>
      <p:grpSpPr>
        <a:xfrm>
          <a:off x="0" y="0"/>
          <a:ext cx="0" cy="0"/>
          <a:chOff x="0" y="0"/>
          <a:chExt cx="0" cy="0"/>
        </a:xfrm>
      </p:grpSpPr>
      <p:grpSp>
        <p:nvGrpSpPr>
          <p:cNvPr id="22873" name="Google Shape;22873;p145"/>
          <p:cNvGrpSpPr/>
          <p:nvPr/>
        </p:nvGrpSpPr>
        <p:grpSpPr>
          <a:xfrm>
            <a:off x="1006306" y="1702473"/>
            <a:ext cx="357598" cy="338260"/>
            <a:chOff x="1006306" y="1931073"/>
            <a:chExt cx="357598" cy="338260"/>
          </a:xfrm>
        </p:grpSpPr>
        <p:sp>
          <p:nvSpPr>
            <p:cNvPr id="22874" name="Google Shape;22874;p145"/>
            <p:cNvSpPr/>
            <p:nvPr/>
          </p:nvSpPr>
          <p:spPr>
            <a:xfrm>
              <a:off x="1029511" y="2040988"/>
              <a:ext cx="311155" cy="209755"/>
            </a:xfrm>
            <a:custGeom>
              <a:avLst/>
              <a:gdLst/>
              <a:ahLst/>
              <a:cxnLst/>
              <a:rect l="l" t="t" r="r" b="b"/>
              <a:pathLst>
                <a:path w="9574" h="6454" extrusionOk="0">
                  <a:moveTo>
                    <a:pt x="405" y="0"/>
                  </a:moveTo>
                  <a:cubicBezTo>
                    <a:pt x="167" y="0"/>
                    <a:pt x="1" y="167"/>
                    <a:pt x="1" y="405"/>
                  </a:cubicBezTo>
                  <a:lnTo>
                    <a:pt x="1" y="6239"/>
                  </a:lnTo>
                  <a:lnTo>
                    <a:pt x="4787" y="6454"/>
                  </a:lnTo>
                  <a:lnTo>
                    <a:pt x="9574" y="6239"/>
                  </a:lnTo>
                  <a:lnTo>
                    <a:pt x="9574" y="405"/>
                  </a:lnTo>
                  <a:cubicBezTo>
                    <a:pt x="9574" y="167"/>
                    <a:pt x="9407" y="0"/>
                    <a:pt x="91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5" name="Google Shape;22875;p145"/>
            <p:cNvSpPr/>
            <p:nvPr/>
          </p:nvSpPr>
          <p:spPr>
            <a:xfrm>
              <a:off x="1051968" y="2064193"/>
              <a:ext cx="264713" cy="186550"/>
            </a:xfrm>
            <a:custGeom>
              <a:avLst/>
              <a:gdLst/>
              <a:ahLst/>
              <a:cxnLst/>
              <a:rect l="l" t="t" r="r" b="b"/>
              <a:pathLst>
                <a:path w="8145" h="5740" extrusionOk="0">
                  <a:moveTo>
                    <a:pt x="167" y="1"/>
                  </a:moveTo>
                  <a:cubicBezTo>
                    <a:pt x="72" y="1"/>
                    <a:pt x="0" y="72"/>
                    <a:pt x="0" y="167"/>
                  </a:cubicBezTo>
                  <a:lnTo>
                    <a:pt x="0" y="5525"/>
                  </a:lnTo>
                  <a:lnTo>
                    <a:pt x="4192" y="5740"/>
                  </a:lnTo>
                  <a:lnTo>
                    <a:pt x="8145" y="5525"/>
                  </a:lnTo>
                  <a:lnTo>
                    <a:pt x="8145" y="167"/>
                  </a:lnTo>
                  <a:cubicBezTo>
                    <a:pt x="8145" y="72"/>
                    <a:pt x="8049" y="1"/>
                    <a:pt x="7954"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6" name="Google Shape;22876;p145"/>
            <p:cNvSpPr/>
            <p:nvPr/>
          </p:nvSpPr>
          <p:spPr>
            <a:xfrm>
              <a:off x="1290356" y="2064193"/>
              <a:ext cx="27105" cy="179595"/>
            </a:xfrm>
            <a:custGeom>
              <a:avLst/>
              <a:gdLst/>
              <a:ahLst/>
              <a:cxnLst/>
              <a:rect l="l" t="t" r="r" b="b"/>
              <a:pathLst>
                <a:path w="834" h="5526" extrusionOk="0">
                  <a:moveTo>
                    <a:pt x="0" y="1"/>
                  </a:moveTo>
                  <a:cubicBezTo>
                    <a:pt x="95" y="1"/>
                    <a:pt x="191" y="72"/>
                    <a:pt x="191" y="167"/>
                  </a:cubicBezTo>
                  <a:lnTo>
                    <a:pt x="191" y="5525"/>
                  </a:lnTo>
                  <a:lnTo>
                    <a:pt x="834" y="5525"/>
                  </a:lnTo>
                  <a:lnTo>
                    <a:pt x="834" y="167"/>
                  </a:lnTo>
                  <a:cubicBezTo>
                    <a:pt x="834" y="72"/>
                    <a:pt x="786" y="1"/>
                    <a:pt x="667"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7" name="Google Shape;22877;p145"/>
            <p:cNvSpPr/>
            <p:nvPr/>
          </p:nvSpPr>
          <p:spPr>
            <a:xfrm>
              <a:off x="1310473" y="2040988"/>
              <a:ext cx="31752" cy="209755"/>
            </a:xfrm>
            <a:custGeom>
              <a:avLst/>
              <a:gdLst/>
              <a:ahLst/>
              <a:cxnLst/>
              <a:rect l="l" t="t" r="r" b="b"/>
              <a:pathLst>
                <a:path w="977" h="6454" extrusionOk="0">
                  <a:moveTo>
                    <a:pt x="0" y="0"/>
                  </a:moveTo>
                  <a:cubicBezTo>
                    <a:pt x="238" y="0"/>
                    <a:pt x="429" y="167"/>
                    <a:pt x="429" y="405"/>
                  </a:cubicBezTo>
                  <a:lnTo>
                    <a:pt x="429" y="6239"/>
                  </a:lnTo>
                  <a:lnTo>
                    <a:pt x="667" y="6454"/>
                  </a:lnTo>
                  <a:lnTo>
                    <a:pt x="977" y="6239"/>
                  </a:lnTo>
                  <a:lnTo>
                    <a:pt x="977" y="405"/>
                  </a:lnTo>
                  <a:cubicBezTo>
                    <a:pt x="929" y="167"/>
                    <a:pt x="762" y="0"/>
                    <a:pt x="548" y="0"/>
                  </a:cubicBez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8" name="Google Shape;22878;p145"/>
            <p:cNvSpPr/>
            <p:nvPr/>
          </p:nvSpPr>
          <p:spPr>
            <a:xfrm>
              <a:off x="1055056" y="1950411"/>
              <a:ext cx="157138" cy="157170"/>
            </a:xfrm>
            <a:custGeom>
              <a:avLst/>
              <a:gdLst/>
              <a:ahLst/>
              <a:cxnLst/>
              <a:rect l="l" t="t" r="r" b="b"/>
              <a:pathLst>
                <a:path w="4835" h="4836" extrusionOk="0">
                  <a:moveTo>
                    <a:pt x="2429" y="1"/>
                  </a:moveTo>
                  <a:cubicBezTo>
                    <a:pt x="1096" y="1"/>
                    <a:pt x="0" y="1096"/>
                    <a:pt x="0" y="2406"/>
                  </a:cubicBezTo>
                  <a:cubicBezTo>
                    <a:pt x="0" y="3740"/>
                    <a:pt x="1096" y="4835"/>
                    <a:pt x="2429" y="4835"/>
                  </a:cubicBezTo>
                  <a:cubicBezTo>
                    <a:pt x="3763" y="4835"/>
                    <a:pt x="4835" y="3740"/>
                    <a:pt x="4835" y="2406"/>
                  </a:cubicBezTo>
                  <a:cubicBezTo>
                    <a:pt x="4835" y="1096"/>
                    <a:pt x="3763" y="1"/>
                    <a:pt x="2429" y="1"/>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9" name="Google Shape;22879;p145"/>
            <p:cNvSpPr/>
            <p:nvPr/>
          </p:nvSpPr>
          <p:spPr>
            <a:xfrm>
              <a:off x="1123176" y="1950411"/>
              <a:ext cx="89017" cy="157170"/>
            </a:xfrm>
            <a:custGeom>
              <a:avLst/>
              <a:gdLst/>
              <a:ahLst/>
              <a:cxnLst/>
              <a:rect l="l" t="t" r="r" b="b"/>
              <a:pathLst>
                <a:path w="2739" h="4836" extrusionOk="0">
                  <a:moveTo>
                    <a:pt x="333" y="1"/>
                  </a:moveTo>
                  <a:cubicBezTo>
                    <a:pt x="214" y="1"/>
                    <a:pt x="95" y="1"/>
                    <a:pt x="0" y="48"/>
                  </a:cubicBezTo>
                  <a:cubicBezTo>
                    <a:pt x="1167" y="191"/>
                    <a:pt x="2096" y="1192"/>
                    <a:pt x="2096" y="2430"/>
                  </a:cubicBezTo>
                  <a:cubicBezTo>
                    <a:pt x="2096" y="3644"/>
                    <a:pt x="1191" y="4645"/>
                    <a:pt x="0" y="4811"/>
                  </a:cubicBezTo>
                  <a:cubicBezTo>
                    <a:pt x="119" y="4835"/>
                    <a:pt x="214" y="4835"/>
                    <a:pt x="333" y="4835"/>
                  </a:cubicBezTo>
                  <a:cubicBezTo>
                    <a:pt x="1667" y="4835"/>
                    <a:pt x="2739" y="3763"/>
                    <a:pt x="2739" y="2430"/>
                  </a:cubicBezTo>
                  <a:cubicBezTo>
                    <a:pt x="2739" y="1072"/>
                    <a:pt x="1667" y="1"/>
                    <a:pt x="33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0" name="Google Shape;22880;p145"/>
            <p:cNvSpPr/>
            <p:nvPr/>
          </p:nvSpPr>
          <p:spPr>
            <a:xfrm>
              <a:off x="1097631" y="1950411"/>
              <a:ext cx="71988" cy="157170"/>
            </a:xfrm>
            <a:custGeom>
              <a:avLst/>
              <a:gdLst/>
              <a:ahLst/>
              <a:cxnLst/>
              <a:rect l="l" t="t" r="r" b="b"/>
              <a:pathLst>
                <a:path w="2215" h="4836" extrusionOk="0">
                  <a:moveTo>
                    <a:pt x="1119" y="1"/>
                  </a:moveTo>
                  <a:cubicBezTo>
                    <a:pt x="500" y="1"/>
                    <a:pt x="0" y="1096"/>
                    <a:pt x="0" y="2406"/>
                  </a:cubicBezTo>
                  <a:cubicBezTo>
                    <a:pt x="0" y="3740"/>
                    <a:pt x="500" y="4835"/>
                    <a:pt x="1119" y="4835"/>
                  </a:cubicBezTo>
                  <a:cubicBezTo>
                    <a:pt x="1715" y="4835"/>
                    <a:pt x="2215" y="3740"/>
                    <a:pt x="2215" y="2406"/>
                  </a:cubicBezTo>
                  <a:cubicBezTo>
                    <a:pt x="2215" y="1096"/>
                    <a:pt x="1715" y="1"/>
                    <a:pt x="1119" y="1"/>
                  </a:cubicBezTo>
                  <a:close/>
                </a:path>
              </a:pathLst>
            </a:custGeom>
            <a:solidFill>
              <a:srgbClr val="E1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1" name="Google Shape;22881;p145"/>
            <p:cNvSpPr/>
            <p:nvPr/>
          </p:nvSpPr>
          <p:spPr>
            <a:xfrm>
              <a:off x="1123176" y="1950411"/>
              <a:ext cx="46442" cy="157170"/>
            </a:xfrm>
            <a:custGeom>
              <a:avLst/>
              <a:gdLst/>
              <a:ahLst/>
              <a:cxnLst/>
              <a:rect l="l" t="t" r="r" b="b"/>
              <a:pathLst>
                <a:path w="1429" h="4836" extrusionOk="0">
                  <a:moveTo>
                    <a:pt x="333" y="1"/>
                  </a:moveTo>
                  <a:cubicBezTo>
                    <a:pt x="214" y="1"/>
                    <a:pt x="95" y="48"/>
                    <a:pt x="0" y="120"/>
                  </a:cubicBezTo>
                  <a:cubicBezTo>
                    <a:pt x="453" y="429"/>
                    <a:pt x="786" y="1358"/>
                    <a:pt x="786" y="2430"/>
                  </a:cubicBezTo>
                  <a:cubicBezTo>
                    <a:pt x="786" y="3502"/>
                    <a:pt x="453" y="4406"/>
                    <a:pt x="0" y="4716"/>
                  </a:cubicBezTo>
                  <a:cubicBezTo>
                    <a:pt x="119" y="4764"/>
                    <a:pt x="214" y="4835"/>
                    <a:pt x="333" y="4835"/>
                  </a:cubicBezTo>
                  <a:cubicBezTo>
                    <a:pt x="929" y="4835"/>
                    <a:pt x="1429" y="3763"/>
                    <a:pt x="1429" y="2430"/>
                  </a:cubicBezTo>
                  <a:cubicBezTo>
                    <a:pt x="1429" y="1072"/>
                    <a:pt x="953" y="1"/>
                    <a:pt x="333" y="1"/>
                  </a:cubicBezTo>
                  <a:close/>
                </a:path>
              </a:pathLst>
            </a:custGeom>
            <a:solidFill>
              <a:srgbClr val="D6DD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2" name="Google Shape;22882;p145"/>
            <p:cNvSpPr/>
            <p:nvPr/>
          </p:nvSpPr>
          <p:spPr>
            <a:xfrm>
              <a:off x="1196691" y="2147003"/>
              <a:ext cx="93698" cy="69680"/>
            </a:xfrm>
            <a:custGeom>
              <a:avLst/>
              <a:gdLst/>
              <a:ahLst/>
              <a:cxnLst/>
              <a:rect l="l" t="t" r="r" b="b"/>
              <a:pathLst>
                <a:path w="2883" h="2144" extrusionOk="0">
                  <a:moveTo>
                    <a:pt x="715" y="1"/>
                  </a:moveTo>
                  <a:cubicBezTo>
                    <a:pt x="334" y="1"/>
                    <a:pt x="0" y="334"/>
                    <a:pt x="0" y="715"/>
                  </a:cubicBezTo>
                  <a:lnTo>
                    <a:pt x="0" y="2049"/>
                  </a:lnTo>
                  <a:lnTo>
                    <a:pt x="1429" y="2144"/>
                  </a:lnTo>
                  <a:lnTo>
                    <a:pt x="2858" y="2049"/>
                  </a:lnTo>
                  <a:lnTo>
                    <a:pt x="2882" y="715"/>
                  </a:lnTo>
                  <a:cubicBezTo>
                    <a:pt x="2882" y="334"/>
                    <a:pt x="2572" y="1"/>
                    <a:pt x="2168" y="1"/>
                  </a:cubicBezTo>
                  <a:lnTo>
                    <a:pt x="2144" y="1"/>
                  </a:lnTo>
                  <a:cubicBezTo>
                    <a:pt x="1763" y="1"/>
                    <a:pt x="1429" y="334"/>
                    <a:pt x="1429" y="715"/>
                  </a:cubicBezTo>
                  <a:cubicBezTo>
                    <a:pt x="1429" y="334"/>
                    <a:pt x="1096" y="1"/>
                    <a:pt x="715"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3" name="Google Shape;22883;p145"/>
            <p:cNvSpPr/>
            <p:nvPr/>
          </p:nvSpPr>
          <p:spPr>
            <a:xfrm>
              <a:off x="1243913" y="2195753"/>
              <a:ext cx="48002" cy="21710"/>
            </a:xfrm>
            <a:custGeom>
              <a:avLst/>
              <a:gdLst/>
              <a:ahLst/>
              <a:cxnLst/>
              <a:rect l="l" t="t" r="r" b="b"/>
              <a:pathLst>
                <a:path w="1477" h="668" extrusionOk="0">
                  <a:moveTo>
                    <a:pt x="762" y="1"/>
                  </a:moveTo>
                  <a:cubicBezTo>
                    <a:pt x="357" y="1"/>
                    <a:pt x="48" y="263"/>
                    <a:pt x="0" y="668"/>
                  </a:cubicBezTo>
                  <a:lnTo>
                    <a:pt x="1405" y="668"/>
                  </a:lnTo>
                  <a:cubicBezTo>
                    <a:pt x="1429" y="668"/>
                    <a:pt x="1477" y="644"/>
                    <a:pt x="1477" y="596"/>
                  </a:cubicBezTo>
                  <a:cubicBezTo>
                    <a:pt x="1405" y="239"/>
                    <a:pt x="1096" y="1"/>
                    <a:pt x="762"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4" name="Google Shape;22884;p145"/>
            <p:cNvSpPr/>
            <p:nvPr/>
          </p:nvSpPr>
          <p:spPr>
            <a:xfrm>
              <a:off x="1006306" y="1931073"/>
              <a:ext cx="33" cy="33"/>
            </a:xfrm>
            <a:custGeom>
              <a:avLst/>
              <a:gdLst/>
              <a:ahLst/>
              <a:cxnLst/>
              <a:rect l="l" t="t" r="r" b="b"/>
              <a:pathLst>
                <a:path w="1" h="1" extrusionOk="0">
                  <a:moveTo>
                    <a:pt x="0" y="0"/>
                  </a:move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5" name="Google Shape;22885;p145"/>
            <p:cNvSpPr/>
            <p:nvPr/>
          </p:nvSpPr>
          <p:spPr>
            <a:xfrm>
              <a:off x="1130131" y="2120678"/>
              <a:ext cx="48002" cy="72800"/>
            </a:xfrm>
            <a:custGeom>
              <a:avLst/>
              <a:gdLst/>
              <a:ahLst/>
              <a:cxnLst/>
              <a:rect l="l" t="t" r="r" b="b"/>
              <a:pathLst>
                <a:path w="1477" h="2240" extrusionOk="0">
                  <a:moveTo>
                    <a:pt x="167" y="1"/>
                  </a:moveTo>
                  <a:cubicBezTo>
                    <a:pt x="48" y="1"/>
                    <a:pt x="0" y="96"/>
                    <a:pt x="0" y="191"/>
                  </a:cubicBezTo>
                  <a:cubicBezTo>
                    <a:pt x="0" y="287"/>
                    <a:pt x="48" y="334"/>
                    <a:pt x="167" y="358"/>
                  </a:cubicBezTo>
                  <a:cubicBezTo>
                    <a:pt x="286" y="358"/>
                    <a:pt x="358" y="287"/>
                    <a:pt x="358" y="191"/>
                  </a:cubicBezTo>
                  <a:cubicBezTo>
                    <a:pt x="358" y="72"/>
                    <a:pt x="262" y="1"/>
                    <a:pt x="167" y="1"/>
                  </a:cubicBezTo>
                  <a:close/>
                  <a:moveTo>
                    <a:pt x="167" y="692"/>
                  </a:moveTo>
                  <a:cubicBezTo>
                    <a:pt x="48" y="692"/>
                    <a:pt x="0" y="787"/>
                    <a:pt x="0" y="882"/>
                  </a:cubicBezTo>
                  <a:cubicBezTo>
                    <a:pt x="0" y="954"/>
                    <a:pt x="48" y="1049"/>
                    <a:pt x="167" y="1049"/>
                  </a:cubicBezTo>
                  <a:cubicBezTo>
                    <a:pt x="286" y="1049"/>
                    <a:pt x="358" y="954"/>
                    <a:pt x="358" y="882"/>
                  </a:cubicBezTo>
                  <a:cubicBezTo>
                    <a:pt x="358" y="763"/>
                    <a:pt x="262" y="692"/>
                    <a:pt x="167" y="692"/>
                  </a:cubicBezTo>
                  <a:close/>
                  <a:moveTo>
                    <a:pt x="205" y="1343"/>
                  </a:moveTo>
                  <a:cubicBezTo>
                    <a:pt x="185" y="1343"/>
                    <a:pt x="164" y="1348"/>
                    <a:pt x="143" y="1358"/>
                  </a:cubicBezTo>
                  <a:cubicBezTo>
                    <a:pt x="48" y="1382"/>
                    <a:pt x="0" y="1477"/>
                    <a:pt x="24" y="1549"/>
                  </a:cubicBezTo>
                  <a:cubicBezTo>
                    <a:pt x="48" y="1644"/>
                    <a:pt x="119" y="1668"/>
                    <a:pt x="167" y="1668"/>
                  </a:cubicBezTo>
                  <a:lnTo>
                    <a:pt x="239" y="1668"/>
                  </a:lnTo>
                  <a:cubicBezTo>
                    <a:pt x="334" y="1644"/>
                    <a:pt x="381" y="1549"/>
                    <a:pt x="358" y="1477"/>
                  </a:cubicBezTo>
                  <a:cubicBezTo>
                    <a:pt x="339" y="1403"/>
                    <a:pt x="277" y="1343"/>
                    <a:pt x="205" y="1343"/>
                  </a:cubicBezTo>
                  <a:close/>
                  <a:moveTo>
                    <a:pt x="642" y="1757"/>
                  </a:moveTo>
                  <a:cubicBezTo>
                    <a:pt x="565" y="1757"/>
                    <a:pt x="496" y="1803"/>
                    <a:pt x="477" y="1882"/>
                  </a:cubicBezTo>
                  <a:cubicBezTo>
                    <a:pt x="453" y="1978"/>
                    <a:pt x="501" y="2073"/>
                    <a:pt x="596" y="2097"/>
                  </a:cubicBezTo>
                  <a:lnTo>
                    <a:pt x="643" y="2097"/>
                  </a:lnTo>
                  <a:cubicBezTo>
                    <a:pt x="715" y="2097"/>
                    <a:pt x="762" y="2049"/>
                    <a:pt x="810" y="1978"/>
                  </a:cubicBezTo>
                  <a:cubicBezTo>
                    <a:pt x="834" y="1882"/>
                    <a:pt x="762" y="1787"/>
                    <a:pt x="691" y="1763"/>
                  </a:cubicBezTo>
                  <a:cubicBezTo>
                    <a:pt x="675" y="1759"/>
                    <a:pt x="658" y="1757"/>
                    <a:pt x="642" y="1757"/>
                  </a:cubicBezTo>
                  <a:close/>
                  <a:moveTo>
                    <a:pt x="1297" y="1901"/>
                  </a:moveTo>
                  <a:cubicBezTo>
                    <a:pt x="1220" y="1901"/>
                    <a:pt x="1161" y="1963"/>
                    <a:pt x="1120" y="2025"/>
                  </a:cubicBezTo>
                  <a:cubicBezTo>
                    <a:pt x="1096" y="2120"/>
                    <a:pt x="1167" y="2216"/>
                    <a:pt x="1239" y="2240"/>
                  </a:cubicBezTo>
                  <a:lnTo>
                    <a:pt x="1310" y="2240"/>
                  </a:lnTo>
                  <a:cubicBezTo>
                    <a:pt x="1358" y="2240"/>
                    <a:pt x="1429" y="2216"/>
                    <a:pt x="1453" y="2120"/>
                  </a:cubicBezTo>
                  <a:cubicBezTo>
                    <a:pt x="1477" y="2025"/>
                    <a:pt x="1429" y="1954"/>
                    <a:pt x="1334" y="1906"/>
                  </a:cubicBezTo>
                  <a:cubicBezTo>
                    <a:pt x="1321" y="1903"/>
                    <a:pt x="1309" y="1901"/>
                    <a:pt x="1297" y="190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6" name="Google Shape;22886;p145"/>
            <p:cNvSpPr/>
            <p:nvPr/>
          </p:nvSpPr>
          <p:spPr>
            <a:xfrm>
              <a:off x="1006306" y="2242976"/>
              <a:ext cx="357598" cy="24797"/>
            </a:xfrm>
            <a:custGeom>
              <a:avLst/>
              <a:gdLst/>
              <a:ahLst/>
              <a:cxnLst/>
              <a:rect l="l" t="t" r="r" b="b"/>
              <a:pathLst>
                <a:path w="11003" h="763" extrusionOk="0">
                  <a:moveTo>
                    <a:pt x="143" y="1"/>
                  </a:moveTo>
                  <a:cubicBezTo>
                    <a:pt x="48" y="1"/>
                    <a:pt x="0" y="48"/>
                    <a:pt x="0" y="144"/>
                  </a:cubicBezTo>
                  <a:lnTo>
                    <a:pt x="0" y="453"/>
                  </a:lnTo>
                  <a:cubicBezTo>
                    <a:pt x="0" y="620"/>
                    <a:pt x="143" y="763"/>
                    <a:pt x="334" y="763"/>
                  </a:cubicBezTo>
                  <a:lnTo>
                    <a:pt x="4525" y="763"/>
                  </a:lnTo>
                  <a:lnTo>
                    <a:pt x="5477" y="382"/>
                  </a:lnTo>
                  <a:lnTo>
                    <a:pt x="6454" y="763"/>
                  </a:lnTo>
                  <a:lnTo>
                    <a:pt x="10645" y="763"/>
                  </a:lnTo>
                  <a:cubicBezTo>
                    <a:pt x="10836" y="763"/>
                    <a:pt x="10979" y="644"/>
                    <a:pt x="11002" y="453"/>
                  </a:cubicBezTo>
                  <a:lnTo>
                    <a:pt x="11002" y="144"/>
                  </a:lnTo>
                  <a:cubicBezTo>
                    <a:pt x="11002" y="48"/>
                    <a:pt x="10955" y="1"/>
                    <a:pt x="10860" y="1"/>
                  </a:cubicBez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7" name="Google Shape;22887;p145"/>
            <p:cNvSpPr/>
            <p:nvPr/>
          </p:nvSpPr>
          <p:spPr>
            <a:xfrm>
              <a:off x="1331371" y="2243756"/>
              <a:ext cx="31752" cy="25578"/>
            </a:xfrm>
            <a:custGeom>
              <a:avLst/>
              <a:gdLst/>
              <a:ahLst/>
              <a:cxnLst/>
              <a:rect l="l" t="t" r="r" b="b"/>
              <a:pathLst>
                <a:path w="977" h="787" extrusionOk="0">
                  <a:moveTo>
                    <a:pt x="167" y="0"/>
                  </a:moveTo>
                  <a:cubicBezTo>
                    <a:pt x="262" y="0"/>
                    <a:pt x="334" y="72"/>
                    <a:pt x="334" y="143"/>
                  </a:cubicBezTo>
                  <a:lnTo>
                    <a:pt x="334" y="453"/>
                  </a:lnTo>
                  <a:cubicBezTo>
                    <a:pt x="334" y="620"/>
                    <a:pt x="167" y="786"/>
                    <a:pt x="0" y="786"/>
                  </a:cubicBezTo>
                  <a:lnTo>
                    <a:pt x="643" y="786"/>
                  </a:lnTo>
                  <a:cubicBezTo>
                    <a:pt x="834" y="786"/>
                    <a:pt x="977" y="620"/>
                    <a:pt x="977" y="453"/>
                  </a:cubicBezTo>
                  <a:lnTo>
                    <a:pt x="977" y="143"/>
                  </a:lnTo>
                  <a:cubicBezTo>
                    <a:pt x="977" y="72"/>
                    <a:pt x="929" y="0"/>
                    <a:pt x="834" y="0"/>
                  </a:cubicBez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8" name="Google Shape;22888;p145"/>
            <p:cNvSpPr/>
            <p:nvPr/>
          </p:nvSpPr>
          <p:spPr>
            <a:xfrm>
              <a:off x="1153336" y="2243756"/>
              <a:ext cx="62725" cy="24017"/>
            </a:xfrm>
            <a:custGeom>
              <a:avLst/>
              <a:gdLst/>
              <a:ahLst/>
              <a:cxnLst/>
              <a:rect l="l" t="t" r="r" b="b"/>
              <a:pathLst>
                <a:path w="1930" h="739" extrusionOk="0">
                  <a:moveTo>
                    <a:pt x="1" y="0"/>
                  </a:moveTo>
                  <a:lnTo>
                    <a:pt x="1" y="739"/>
                  </a:lnTo>
                  <a:lnTo>
                    <a:pt x="1930" y="739"/>
                  </a:lnTo>
                  <a:lnTo>
                    <a:pt x="1930" y="0"/>
                  </a:lnTo>
                  <a:close/>
                </a:path>
              </a:pathLst>
            </a:custGeom>
            <a:solidFill>
              <a:srgbClr val="8B98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9" name="Google Shape;22889;p145"/>
            <p:cNvSpPr/>
            <p:nvPr/>
          </p:nvSpPr>
          <p:spPr>
            <a:xfrm>
              <a:off x="1195131" y="2243756"/>
              <a:ext cx="20930" cy="24017"/>
            </a:xfrm>
            <a:custGeom>
              <a:avLst/>
              <a:gdLst/>
              <a:ahLst/>
              <a:cxnLst/>
              <a:rect l="l" t="t" r="r" b="b"/>
              <a:pathLst>
                <a:path w="644" h="739" extrusionOk="0">
                  <a:moveTo>
                    <a:pt x="1" y="0"/>
                  </a:moveTo>
                  <a:lnTo>
                    <a:pt x="1" y="739"/>
                  </a:lnTo>
                  <a:lnTo>
                    <a:pt x="644" y="739"/>
                  </a:lnTo>
                  <a:lnTo>
                    <a:pt x="644"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0" name="Google Shape;22890;p145"/>
            <p:cNvSpPr/>
            <p:nvPr/>
          </p:nvSpPr>
          <p:spPr>
            <a:xfrm>
              <a:off x="1196691" y="2195753"/>
              <a:ext cx="47255" cy="21710"/>
            </a:xfrm>
            <a:custGeom>
              <a:avLst/>
              <a:gdLst/>
              <a:ahLst/>
              <a:cxnLst/>
              <a:rect l="l" t="t" r="r" b="b"/>
              <a:pathLst>
                <a:path w="1454" h="668" extrusionOk="0">
                  <a:moveTo>
                    <a:pt x="715" y="1"/>
                  </a:moveTo>
                  <a:cubicBezTo>
                    <a:pt x="358" y="1"/>
                    <a:pt x="72" y="239"/>
                    <a:pt x="0" y="596"/>
                  </a:cubicBezTo>
                  <a:cubicBezTo>
                    <a:pt x="0" y="644"/>
                    <a:pt x="24" y="668"/>
                    <a:pt x="48" y="668"/>
                  </a:cubicBezTo>
                  <a:lnTo>
                    <a:pt x="1453" y="668"/>
                  </a:lnTo>
                  <a:cubicBezTo>
                    <a:pt x="1406" y="263"/>
                    <a:pt x="1096" y="1"/>
                    <a:pt x="715"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91" name="Google Shape;22891;p145"/>
          <p:cNvGrpSpPr/>
          <p:nvPr/>
        </p:nvGrpSpPr>
        <p:grpSpPr>
          <a:xfrm>
            <a:off x="1760143" y="1811173"/>
            <a:ext cx="358377" cy="271700"/>
            <a:chOff x="1760143" y="1963573"/>
            <a:chExt cx="358377" cy="271700"/>
          </a:xfrm>
        </p:grpSpPr>
        <p:sp>
          <p:nvSpPr>
            <p:cNvPr id="22892" name="Google Shape;22892;p145"/>
            <p:cNvSpPr/>
            <p:nvPr/>
          </p:nvSpPr>
          <p:spPr>
            <a:xfrm>
              <a:off x="1760923" y="2002281"/>
              <a:ext cx="356817" cy="212095"/>
            </a:xfrm>
            <a:custGeom>
              <a:avLst/>
              <a:gdLst/>
              <a:ahLst/>
              <a:cxnLst/>
              <a:rect l="l" t="t" r="r" b="b"/>
              <a:pathLst>
                <a:path w="10979" h="6526" extrusionOk="0">
                  <a:moveTo>
                    <a:pt x="5335" y="0"/>
                  </a:moveTo>
                  <a:lnTo>
                    <a:pt x="0" y="167"/>
                  </a:lnTo>
                  <a:lnTo>
                    <a:pt x="0" y="6192"/>
                  </a:lnTo>
                  <a:lnTo>
                    <a:pt x="6049" y="6525"/>
                  </a:lnTo>
                  <a:lnTo>
                    <a:pt x="10979" y="6216"/>
                  </a:lnTo>
                  <a:lnTo>
                    <a:pt x="10979" y="167"/>
                  </a:lnTo>
                  <a:lnTo>
                    <a:pt x="5335"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3" name="Google Shape;22893;p145"/>
            <p:cNvSpPr/>
            <p:nvPr/>
          </p:nvSpPr>
          <p:spPr>
            <a:xfrm>
              <a:off x="1959043" y="1996853"/>
              <a:ext cx="158697" cy="219830"/>
            </a:xfrm>
            <a:custGeom>
              <a:avLst/>
              <a:gdLst/>
              <a:ahLst/>
              <a:cxnLst/>
              <a:rect l="l" t="t" r="r" b="b"/>
              <a:pathLst>
                <a:path w="4883" h="6764" extrusionOk="0">
                  <a:moveTo>
                    <a:pt x="1" y="1"/>
                  </a:moveTo>
                  <a:lnTo>
                    <a:pt x="1" y="6764"/>
                  </a:lnTo>
                  <a:lnTo>
                    <a:pt x="4883" y="6359"/>
                  </a:lnTo>
                  <a:lnTo>
                    <a:pt x="4883" y="334"/>
                  </a:lnTo>
                  <a:lnTo>
                    <a:pt x="1" y="1"/>
                  </a:ln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4" name="Google Shape;22894;p145"/>
            <p:cNvSpPr/>
            <p:nvPr/>
          </p:nvSpPr>
          <p:spPr>
            <a:xfrm>
              <a:off x="2096811" y="1998413"/>
              <a:ext cx="20930" cy="217522"/>
            </a:xfrm>
            <a:custGeom>
              <a:avLst/>
              <a:gdLst/>
              <a:ahLst/>
              <a:cxnLst/>
              <a:rect l="l" t="t" r="r" b="b"/>
              <a:pathLst>
                <a:path w="644" h="6693" extrusionOk="0">
                  <a:moveTo>
                    <a:pt x="1" y="0"/>
                  </a:moveTo>
                  <a:lnTo>
                    <a:pt x="1" y="6692"/>
                  </a:lnTo>
                  <a:lnTo>
                    <a:pt x="644" y="6359"/>
                  </a:lnTo>
                  <a:lnTo>
                    <a:pt x="644" y="286"/>
                  </a:lnTo>
                  <a:lnTo>
                    <a:pt x="1" y="0"/>
                  </a:lnTo>
                  <a:close/>
                </a:path>
              </a:pathLst>
            </a:custGeom>
            <a:solidFill>
              <a:srgbClr val="EF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5" name="Google Shape;22895;p145"/>
            <p:cNvSpPr/>
            <p:nvPr/>
          </p:nvSpPr>
          <p:spPr>
            <a:xfrm>
              <a:off x="1760923" y="2203521"/>
              <a:ext cx="357597" cy="31753"/>
            </a:xfrm>
            <a:custGeom>
              <a:avLst/>
              <a:gdLst/>
              <a:ahLst/>
              <a:cxnLst/>
              <a:rect l="l" t="t" r="r" b="b"/>
              <a:pathLst>
                <a:path w="11003" h="977" extrusionOk="0">
                  <a:moveTo>
                    <a:pt x="0" y="0"/>
                  </a:moveTo>
                  <a:lnTo>
                    <a:pt x="0" y="786"/>
                  </a:lnTo>
                  <a:cubicBezTo>
                    <a:pt x="0" y="881"/>
                    <a:pt x="95" y="976"/>
                    <a:pt x="167" y="976"/>
                  </a:cubicBezTo>
                  <a:lnTo>
                    <a:pt x="10836" y="976"/>
                  </a:lnTo>
                  <a:cubicBezTo>
                    <a:pt x="10931" y="976"/>
                    <a:pt x="11003" y="881"/>
                    <a:pt x="11003" y="786"/>
                  </a:cubicBezTo>
                  <a:lnTo>
                    <a:pt x="11003"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6" name="Google Shape;22896;p145"/>
            <p:cNvSpPr/>
            <p:nvPr/>
          </p:nvSpPr>
          <p:spPr>
            <a:xfrm>
              <a:off x="1760143" y="1963573"/>
              <a:ext cx="357597" cy="44167"/>
            </a:xfrm>
            <a:custGeom>
              <a:avLst/>
              <a:gdLst/>
              <a:ahLst/>
              <a:cxnLst/>
              <a:rect l="l" t="t" r="r" b="b"/>
              <a:pathLst>
                <a:path w="11003" h="1359" extrusionOk="0">
                  <a:moveTo>
                    <a:pt x="167" y="1"/>
                  </a:moveTo>
                  <a:cubicBezTo>
                    <a:pt x="72" y="1"/>
                    <a:pt x="0" y="72"/>
                    <a:pt x="0" y="167"/>
                  </a:cubicBezTo>
                  <a:lnTo>
                    <a:pt x="0" y="1358"/>
                  </a:lnTo>
                  <a:lnTo>
                    <a:pt x="11003" y="1358"/>
                  </a:lnTo>
                  <a:lnTo>
                    <a:pt x="11003" y="167"/>
                  </a:lnTo>
                  <a:cubicBezTo>
                    <a:pt x="11003" y="72"/>
                    <a:pt x="10907" y="1"/>
                    <a:pt x="10836"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7" name="Google Shape;22897;p145"/>
            <p:cNvSpPr/>
            <p:nvPr/>
          </p:nvSpPr>
          <p:spPr>
            <a:xfrm>
              <a:off x="2090636" y="2203521"/>
              <a:ext cx="27105" cy="31753"/>
            </a:xfrm>
            <a:custGeom>
              <a:avLst/>
              <a:gdLst/>
              <a:ahLst/>
              <a:cxnLst/>
              <a:rect l="l" t="t" r="r" b="b"/>
              <a:pathLst>
                <a:path w="834" h="977" extrusionOk="0">
                  <a:moveTo>
                    <a:pt x="191" y="0"/>
                  </a:moveTo>
                  <a:lnTo>
                    <a:pt x="191" y="786"/>
                  </a:lnTo>
                  <a:cubicBezTo>
                    <a:pt x="191" y="881"/>
                    <a:pt x="95" y="976"/>
                    <a:pt x="0" y="976"/>
                  </a:cubicBezTo>
                  <a:lnTo>
                    <a:pt x="667" y="976"/>
                  </a:lnTo>
                  <a:cubicBezTo>
                    <a:pt x="738" y="976"/>
                    <a:pt x="834" y="881"/>
                    <a:pt x="834" y="786"/>
                  </a:cubicBezTo>
                  <a:lnTo>
                    <a:pt x="834"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8" name="Google Shape;22898;p145"/>
            <p:cNvSpPr/>
            <p:nvPr/>
          </p:nvSpPr>
          <p:spPr>
            <a:xfrm>
              <a:off x="2090636" y="1963573"/>
              <a:ext cx="27105" cy="44167"/>
            </a:xfrm>
            <a:custGeom>
              <a:avLst/>
              <a:gdLst/>
              <a:ahLst/>
              <a:cxnLst/>
              <a:rect l="l" t="t" r="r" b="b"/>
              <a:pathLst>
                <a:path w="834" h="1359" extrusionOk="0">
                  <a:moveTo>
                    <a:pt x="0" y="1"/>
                  </a:moveTo>
                  <a:cubicBezTo>
                    <a:pt x="95" y="1"/>
                    <a:pt x="191" y="72"/>
                    <a:pt x="191" y="167"/>
                  </a:cubicBezTo>
                  <a:lnTo>
                    <a:pt x="191" y="1358"/>
                  </a:lnTo>
                  <a:lnTo>
                    <a:pt x="834" y="1358"/>
                  </a:lnTo>
                  <a:lnTo>
                    <a:pt x="834" y="167"/>
                  </a:lnTo>
                  <a:cubicBezTo>
                    <a:pt x="834" y="72"/>
                    <a:pt x="738" y="1"/>
                    <a:pt x="66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9" name="Google Shape;22899;p145"/>
            <p:cNvSpPr/>
            <p:nvPr/>
          </p:nvSpPr>
          <p:spPr>
            <a:xfrm>
              <a:off x="2035678" y="1979823"/>
              <a:ext cx="11635" cy="11635"/>
            </a:xfrm>
            <a:custGeom>
              <a:avLst/>
              <a:gdLst/>
              <a:ahLst/>
              <a:cxnLst/>
              <a:rect l="l" t="t" r="r" b="b"/>
              <a:pathLst>
                <a:path w="358" h="358" extrusionOk="0">
                  <a:moveTo>
                    <a:pt x="167" y="1"/>
                  </a:moveTo>
                  <a:cubicBezTo>
                    <a:pt x="72" y="1"/>
                    <a:pt x="0" y="72"/>
                    <a:pt x="0" y="167"/>
                  </a:cubicBezTo>
                  <a:cubicBezTo>
                    <a:pt x="0" y="263"/>
                    <a:pt x="72" y="358"/>
                    <a:pt x="167" y="358"/>
                  </a:cubicBezTo>
                  <a:cubicBezTo>
                    <a:pt x="262" y="358"/>
                    <a:pt x="358" y="263"/>
                    <a:pt x="358" y="167"/>
                  </a:cubicBezTo>
                  <a:cubicBezTo>
                    <a:pt x="358" y="72"/>
                    <a:pt x="262" y="1"/>
                    <a:pt x="167"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0" name="Google Shape;22900;p145"/>
            <p:cNvSpPr/>
            <p:nvPr/>
          </p:nvSpPr>
          <p:spPr>
            <a:xfrm>
              <a:off x="2057356" y="1979823"/>
              <a:ext cx="11635" cy="11635"/>
            </a:xfrm>
            <a:custGeom>
              <a:avLst/>
              <a:gdLst/>
              <a:ahLst/>
              <a:cxnLst/>
              <a:rect l="l" t="t" r="r" b="b"/>
              <a:pathLst>
                <a:path w="358" h="358" extrusionOk="0">
                  <a:moveTo>
                    <a:pt x="191" y="1"/>
                  </a:moveTo>
                  <a:cubicBezTo>
                    <a:pt x="95" y="1"/>
                    <a:pt x="0" y="72"/>
                    <a:pt x="0" y="167"/>
                  </a:cubicBezTo>
                  <a:cubicBezTo>
                    <a:pt x="0" y="263"/>
                    <a:pt x="95" y="358"/>
                    <a:pt x="191" y="358"/>
                  </a:cubicBezTo>
                  <a:cubicBezTo>
                    <a:pt x="286" y="358"/>
                    <a:pt x="357" y="263"/>
                    <a:pt x="357" y="167"/>
                  </a:cubicBezTo>
                  <a:cubicBezTo>
                    <a:pt x="357" y="72"/>
                    <a:pt x="286" y="1"/>
                    <a:pt x="191"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1" name="Google Shape;22901;p145"/>
            <p:cNvSpPr/>
            <p:nvPr/>
          </p:nvSpPr>
          <p:spPr>
            <a:xfrm>
              <a:off x="2079781" y="1979823"/>
              <a:ext cx="11667" cy="11635"/>
            </a:xfrm>
            <a:custGeom>
              <a:avLst/>
              <a:gdLst/>
              <a:ahLst/>
              <a:cxnLst/>
              <a:rect l="l" t="t" r="r" b="b"/>
              <a:pathLst>
                <a:path w="359" h="358" extrusionOk="0">
                  <a:moveTo>
                    <a:pt x="191" y="1"/>
                  </a:moveTo>
                  <a:cubicBezTo>
                    <a:pt x="96" y="1"/>
                    <a:pt x="1" y="72"/>
                    <a:pt x="1" y="167"/>
                  </a:cubicBezTo>
                  <a:cubicBezTo>
                    <a:pt x="1" y="263"/>
                    <a:pt x="96" y="358"/>
                    <a:pt x="191" y="358"/>
                  </a:cubicBezTo>
                  <a:cubicBezTo>
                    <a:pt x="287" y="358"/>
                    <a:pt x="358" y="263"/>
                    <a:pt x="358" y="167"/>
                  </a:cubicBezTo>
                  <a:cubicBezTo>
                    <a:pt x="358" y="72"/>
                    <a:pt x="287" y="1"/>
                    <a:pt x="191"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2" name="Google Shape;22902;p145"/>
            <p:cNvSpPr/>
            <p:nvPr/>
          </p:nvSpPr>
          <p:spPr>
            <a:xfrm>
              <a:off x="1815101" y="2101341"/>
              <a:ext cx="85150" cy="58272"/>
            </a:xfrm>
            <a:custGeom>
              <a:avLst/>
              <a:gdLst/>
              <a:ahLst/>
              <a:cxnLst/>
              <a:rect l="l" t="t" r="r" b="b"/>
              <a:pathLst>
                <a:path w="2620" h="1793" extrusionOk="0">
                  <a:moveTo>
                    <a:pt x="0" y="1"/>
                  </a:moveTo>
                  <a:lnTo>
                    <a:pt x="0" y="1429"/>
                  </a:lnTo>
                  <a:cubicBezTo>
                    <a:pt x="0" y="1477"/>
                    <a:pt x="0" y="1501"/>
                    <a:pt x="24" y="1501"/>
                  </a:cubicBezTo>
                  <a:lnTo>
                    <a:pt x="238" y="1596"/>
                  </a:lnTo>
                  <a:cubicBezTo>
                    <a:pt x="560" y="1727"/>
                    <a:pt x="911" y="1793"/>
                    <a:pt x="1265" y="1793"/>
                  </a:cubicBezTo>
                  <a:cubicBezTo>
                    <a:pt x="1620" y="1793"/>
                    <a:pt x="1977" y="1727"/>
                    <a:pt x="2310" y="1596"/>
                  </a:cubicBezTo>
                  <a:lnTo>
                    <a:pt x="2525" y="1501"/>
                  </a:lnTo>
                  <a:cubicBezTo>
                    <a:pt x="2548" y="1501"/>
                    <a:pt x="2596" y="1501"/>
                    <a:pt x="2620" y="1477"/>
                  </a:cubicBezTo>
                  <a:lnTo>
                    <a:pt x="2620"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3" name="Google Shape;22903;p145"/>
            <p:cNvSpPr/>
            <p:nvPr/>
          </p:nvSpPr>
          <p:spPr>
            <a:xfrm>
              <a:off x="1860763" y="2108296"/>
              <a:ext cx="38740" cy="51122"/>
            </a:xfrm>
            <a:custGeom>
              <a:avLst/>
              <a:gdLst/>
              <a:ahLst/>
              <a:cxnLst/>
              <a:rect l="l" t="t" r="r" b="b"/>
              <a:pathLst>
                <a:path w="1192" h="1573" extrusionOk="0">
                  <a:moveTo>
                    <a:pt x="1191" y="1"/>
                  </a:moveTo>
                  <a:lnTo>
                    <a:pt x="524" y="25"/>
                  </a:lnTo>
                  <a:lnTo>
                    <a:pt x="524" y="1096"/>
                  </a:lnTo>
                  <a:cubicBezTo>
                    <a:pt x="524" y="1287"/>
                    <a:pt x="405" y="1430"/>
                    <a:pt x="262" y="1501"/>
                  </a:cubicBezTo>
                  <a:lnTo>
                    <a:pt x="0" y="1573"/>
                  </a:lnTo>
                  <a:cubicBezTo>
                    <a:pt x="310" y="1573"/>
                    <a:pt x="619" y="1501"/>
                    <a:pt x="905" y="1382"/>
                  </a:cubicBezTo>
                  <a:lnTo>
                    <a:pt x="1143" y="1287"/>
                  </a:lnTo>
                  <a:cubicBezTo>
                    <a:pt x="1191" y="1287"/>
                    <a:pt x="1191" y="1263"/>
                    <a:pt x="1191" y="1215"/>
                  </a:cubicBezTo>
                  <a:lnTo>
                    <a:pt x="1191"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4" name="Google Shape;22904;p145"/>
            <p:cNvSpPr/>
            <p:nvPr/>
          </p:nvSpPr>
          <p:spPr>
            <a:xfrm>
              <a:off x="1784908" y="2064583"/>
              <a:ext cx="142447" cy="66592"/>
            </a:xfrm>
            <a:custGeom>
              <a:avLst/>
              <a:gdLst/>
              <a:ahLst/>
              <a:cxnLst/>
              <a:rect l="l" t="t" r="r" b="b"/>
              <a:pathLst>
                <a:path w="4383" h="2049" extrusionOk="0">
                  <a:moveTo>
                    <a:pt x="2200" y="0"/>
                  </a:moveTo>
                  <a:cubicBezTo>
                    <a:pt x="2138" y="0"/>
                    <a:pt x="2072" y="12"/>
                    <a:pt x="2001" y="36"/>
                  </a:cubicBezTo>
                  <a:lnTo>
                    <a:pt x="96" y="893"/>
                  </a:lnTo>
                  <a:cubicBezTo>
                    <a:pt x="0" y="965"/>
                    <a:pt x="0" y="1084"/>
                    <a:pt x="96" y="1108"/>
                  </a:cubicBezTo>
                  <a:lnTo>
                    <a:pt x="2025" y="2013"/>
                  </a:lnTo>
                  <a:cubicBezTo>
                    <a:pt x="2084" y="2037"/>
                    <a:pt x="2144" y="2048"/>
                    <a:pt x="2200" y="2048"/>
                  </a:cubicBezTo>
                  <a:cubicBezTo>
                    <a:pt x="2257" y="2048"/>
                    <a:pt x="2310" y="2037"/>
                    <a:pt x="2358" y="2013"/>
                  </a:cubicBezTo>
                  <a:lnTo>
                    <a:pt x="4287" y="1108"/>
                  </a:lnTo>
                  <a:cubicBezTo>
                    <a:pt x="4382" y="1084"/>
                    <a:pt x="4382" y="941"/>
                    <a:pt x="4287" y="893"/>
                  </a:cubicBezTo>
                  <a:lnTo>
                    <a:pt x="2382" y="36"/>
                  </a:lnTo>
                  <a:cubicBezTo>
                    <a:pt x="2322" y="12"/>
                    <a:pt x="2263" y="0"/>
                    <a:pt x="2200"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5" name="Google Shape;22905;p145"/>
            <p:cNvSpPr/>
            <p:nvPr/>
          </p:nvSpPr>
          <p:spPr>
            <a:xfrm>
              <a:off x="1843155" y="2093261"/>
              <a:ext cx="85183" cy="38903"/>
            </a:xfrm>
            <a:custGeom>
              <a:avLst/>
              <a:gdLst/>
              <a:ahLst/>
              <a:cxnLst/>
              <a:rect l="l" t="t" r="r" b="b"/>
              <a:pathLst>
                <a:path w="2621" h="1197" extrusionOk="0">
                  <a:moveTo>
                    <a:pt x="1" y="1024"/>
                  </a:moveTo>
                  <a:cubicBezTo>
                    <a:pt x="12" y="1036"/>
                    <a:pt x="27" y="1042"/>
                    <a:pt x="44" y="1044"/>
                  </a:cubicBezTo>
                  <a:lnTo>
                    <a:pt x="44" y="1044"/>
                  </a:lnTo>
                  <a:lnTo>
                    <a:pt x="1" y="1024"/>
                  </a:lnTo>
                  <a:close/>
                  <a:moveTo>
                    <a:pt x="2311" y="0"/>
                  </a:moveTo>
                  <a:cubicBezTo>
                    <a:pt x="2311" y="24"/>
                    <a:pt x="2287" y="71"/>
                    <a:pt x="2263" y="71"/>
                  </a:cubicBezTo>
                  <a:lnTo>
                    <a:pt x="239" y="1000"/>
                  </a:lnTo>
                  <a:cubicBezTo>
                    <a:pt x="173" y="1017"/>
                    <a:pt x="107" y="1044"/>
                    <a:pt x="57" y="1044"/>
                  </a:cubicBezTo>
                  <a:cubicBezTo>
                    <a:pt x="53" y="1044"/>
                    <a:pt x="48" y="1044"/>
                    <a:pt x="44" y="1044"/>
                  </a:cubicBezTo>
                  <a:lnTo>
                    <a:pt x="44" y="1044"/>
                  </a:lnTo>
                  <a:lnTo>
                    <a:pt x="263" y="1143"/>
                  </a:lnTo>
                  <a:cubicBezTo>
                    <a:pt x="310" y="1179"/>
                    <a:pt x="364" y="1197"/>
                    <a:pt x="420" y="1197"/>
                  </a:cubicBezTo>
                  <a:cubicBezTo>
                    <a:pt x="477" y="1197"/>
                    <a:pt x="537" y="1179"/>
                    <a:pt x="596" y="1143"/>
                  </a:cubicBezTo>
                  <a:lnTo>
                    <a:pt x="2525" y="262"/>
                  </a:lnTo>
                  <a:cubicBezTo>
                    <a:pt x="2620" y="238"/>
                    <a:pt x="2620" y="119"/>
                    <a:pt x="2525" y="71"/>
                  </a:cubicBezTo>
                  <a:lnTo>
                    <a:pt x="2311"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6" name="Google Shape;22906;p145"/>
            <p:cNvSpPr/>
            <p:nvPr/>
          </p:nvSpPr>
          <p:spPr>
            <a:xfrm>
              <a:off x="1989236" y="2044856"/>
              <a:ext cx="9328" cy="9295"/>
            </a:xfrm>
            <a:custGeom>
              <a:avLst/>
              <a:gdLst/>
              <a:ahLst/>
              <a:cxnLst/>
              <a:rect l="l" t="t" r="r" b="b"/>
              <a:pathLst>
                <a:path w="287" h="286" extrusionOk="0">
                  <a:moveTo>
                    <a:pt x="143" y="0"/>
                  </a:moveTo>
                  <a:cubicBezTo>
                    <a:pt x="72" y="0"/>
                    <a:pt x="1" y="48"/>
                    <a:pt x="1" y="143"/>
                  </a:cubicBezTo>
                  <a:cubicBezTo>
                    <a:pt x="1" y="214"/>
                    <a:pt x="72" y="286"/>
                    <a:pt x="143" y="286"/>
                  </a:cubicBezTo>
                  <a:cubicBezTo>
                    <a:pt x="215" y="286"/>
                    <a:pt x="286" y="214"/>
                    <a:pt x="286" y="143"/>
                  </a:cubicBezTo>
                  <a:cubicBezTo>
                    <a:pt x="286" y="48"/>
                    <a:pt x="215" y="0"/>
                    <a:pt x="143" y="0"/>
                  </a:cubicBezTo>
                  <a:close/>
                </a:path>
              </a:pathLst>
            </a:custGeom>
            <a:solidFill>
              <a:srgbClr val="E1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7" name="Google Shape;22907;p145"/>
            <p:cNvSpPr/>
            <p:nvPr/>
          </p:nvSpPr>
          <p:spPr>
            <a:xfrm>
              <a:off x="1989236" y="2073488"/>
              <a:ext cx="9328" cy="10075"/>
            </a:xfrm>
            <a:custGeom>
              <a:avLst/>
              <a:gdLst/>
              <a:ahLst/>
              <a:cxnLst/>
              <a:rect l="l" t="t" r="r" b="b"/>
              <a:pathLst>
                <a:path w="287" h="310" extrusionOk="0">
                  <a:moveTo>
                    <a:pt x="143" y="0"/>
                  </a:moveTo>
                  <a:cubicBezTo>
                    <a:pt x="72" y="0"/>
                    <a:pt x="1" y="72"/>
                    <a:pt x="1" y="143"/>
                  </a:cubicBezTo>
                  <a:cubicBezTo>
                    <a:pt x="1" y="238"/>
                    <a:pt x="72" y="310"/>
                    <a:pt x="143" y="310"/>
                  </a:cubicBezTo>
                  <a:cubicBezTo>
                    <a:pt x="215" y="310"/>
                    <a:pt x="286" y="238"/>
                    <a:pt x="286" y="143"/>
                  </a:cubicBezTo>
                  <a:cubicBezTo>
                    <a:pt x="286" y="72"/>
                    <a:pt x="215" y="0"/>
                    <a:pt x="143" y="0"/>
                  </a:cubicBezTo>
                  <a:close/>
                </a:path>
              </a:pathLst>
            </a:custGeom>
            <a:solidFill>
              <a:srgbClr val="E1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8" name="Google Shape;22908;p145"/>
            <p:cNvSpPr/>
            <p:nvPr/>
          </p:nvSpPr>
          <p:spPr>
            <a:xfrm>
              <a:off x="1989236" y="2101341"/>
              <a:ext cx="9328" cy="10108"/>
            </a:xfrm>
            <a:custGeom>
              <a:avLst/>
              <a:gdLst/>
              <a:ahLst/>
              <a:cxnLst/>
              <a:rect l="l" t="t" r="r" b="b"/>
              <a:pathLst>
                <a:path w="287" h="311" extrusionOk="0">
                  <a:moveTo>
                    <a:pt x="143" y="1"/>
                  </a:moveTo>
                  <a:cubicBezTo>
                    <a:pt x="72" y="1"/>
                    <a:pt x="1" y="72"/>
                    <a:pt x="1" y="143"/>
                  </a:cubicBezTo>
                  <a:cubicBezTo>
                    <a:pt x="1" y="239"/>
                    <a:pt x="72" y="310"/>
                    <a:pt x="143" y="310"/>
                  </a:cubicBezTo>
                  <a:cubicBezTo>
                    <a:pt x="215" y="310"/>
                    <a:pt x="286" y="239"/>
                    <a:pt x="286" y="143"/>
                  </a:cubicBezTo>
                  <a:cubicBezTo>
                    <a:pt x="286" y="72"/>
                    <a:pt x="215" y="1"/>
                    <a:pt x="143" y="1"/>
                  </a:cubicBezTo>
                  <a:close/>
                </a:path>
              </a:pathLst>
            </a:custGeom>
            <a:solidFill>
              <a:srgbClr val="E1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9" name="Google Shape;22909;p145"/>
            <p:cNvSpPr/>
            <p:nvPr/>
          </p:nvSpPr>
          <p:spPr>
            <a:xfrm>
              <a:off x="1989236" y="2130753"/>
              <a:ext cx="9328" cy="9328"/>
            </a:xfrm>
            <a:custGeom>
              <a:avLst/>
              <a:gdLst/>
              <a:ahLst/>
              <a:cxnLst/>
              <a:rect l="l" t="t" r="r" b="b"/>
              <a:pathLst>
                <a:path w="287" h="287" extrusionOk="0">
                  <a:moveTo>
                    <a:pt x="143" y="1"/>
                  </a:moveTo>
                  <a:cubicBezTo>
                    <a:pt x="48" y="1"/>
                    <a:pt x="1" y="48"/>
                    <a:pt x="1" y="143"/>
                  </a:cubicBezTo>
                  <a:cubicBezTo>
                    <a:pt x="1" y="239"/>
                    <a:pt x="48" y="286"/>
                    <a:pt x="143" y="286"/>
                  </a:cubicBezTo>
                  <a:cubicBezTo>
                    <a:pt x="239" y="286"/>
                    <a:pt x="286" y="239"/>
                    <a:pt x="286" y="143"/>
                  </a:cubicBezTo>
                  <a:cubicBezTo>
                    <a:pt x="286" y="48"/>
                    <a:pt x="239" y="1"/>
                    <a:pt x="143" y="1"/>
                  </a:cubicBezTo>
                  <a:close/>
                </a:path>
              </a:pathLst>
            </a:custGeom>
            <a:solidFill>
              <a:srgbClr val="E1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0" name="Google Shape;22910;p145"/>
            <p:cNvSpPr/>
            <p:nvPr/>
          </p:nvSpPr>
          <p:spPr>
            <a:xfrm>
              <a:off x="1989236" y="2158606"/>
              <a:ext cx="9328" cy="10108"/>
            </a:xfrm>
            <a:custGeom>
              <a:avLst/>
              <a:gdLst/>
              <a:ahLst/>
              <a:cxnLst/>
              <a:rect l="l" t="t" r="r" b="b"/>
              <a:pathLst>
                <a:path w="287" h="311" extrusionOk="0">
                  <a:moveTo>
                    <a:pt x="143" y="1"/>
                  </a:moveTo>
                  <a:cubicBezTo>
                    <a:pt x="72" y="1"/>
                    <a:pt x="1" y="72"/>
                    <a:pt x="1" y="144"/>
                  </a:cubicBezTo>
                  <a:cubicBezTo>
                    <a:pt x="1" y="239"/>
                    <a:pt x="72" y="310"/>
                    <a:pt x="143" y="310"/>
                  </a:cubicBezTo>
                  <a:cubicBezTo>
                    <a:pt x="215" y="310"/>
                    <a:pt x="286" y="239"/>
                    <a:pt x="286" y="144"/>
                  </a:cubicBezTo>
                  <a:cubicBezTo>
                    <a:pt x="286" y="72"/>
                    <a:pt x="215" y="1"/>
                    <a:pt x="143" y="1"/>
                  </a:cubicBezTo>
                  <a:close/>
                </a:path>
              </a:pathLst>
            </a:custGeom>
            <a:solidFill>
              <a:srgbClr val="E1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1" name="Google Shape;22911;p145"/>
            <p:cNvSpPr/>
            <p:nvPr/>
          </p:nvSpPr>
          <p:spPr>
            <a:xfrm>
              <a:off x="2007826" y="2045603"/>
              <a:ext cx="77415" cy="9328"/>
            </a:xfrm>
            <a:custGeom>
              <a:avLst/>
              <a:gdLst/>
              <a:ahLst/>
              <a:cxnLst/>
              <a:rect l="l" t="t" r="r" b="b"/>
              <a:pathLst>
                <a:path w="2382" h="287" extrusionOk="0">
                  <a:moveTo>
                    <a:pt x="143" y="1"/>
                  </a:moveTo>
                  <a:cubicBezTo>
                    <a:pt x="48" y="1"/>
                    <a:pt x="0" y="96"/>
                    <a:pt x="0" y="168"/>
                  </a:cubicBezTo>
                  <a:cubicBezTo>
                    <a:pt x="0" y="239"/>
                    <a:pt x="48" y="287"/>
                    <a:pt x="143" y="287"/>
                  </a:cubicBezTo>
                  <a:lnTo>
                    <a:pt x="2215" y="287"/>
                  </a:lnTo>
                  <a:cubicBezTo>
                    <a:pt x="2310" y="287"/>
                    <a:pt x="2381" y="215"/>
                    <a:pt x="2381" y="120"/>
                  </a:cubicBezTo>
                  <a:cubicBezTo>
                    <a:pt x="2381" y="49"/>
                    <a:pt x="2310" y="1"/>
                    <a:pt x="2215"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2" name="Google Shape;22912;p145"/>
            <p:cNvSpPr/>
            <p:nvPr/>
          </p:nvSpPr>
          <p:spPr>
            <a:xfrm>
              <a:off x="2007826" y="2073488"/>
              <a:ext cx="77415" cy="10075"/>
            </a:xfrm>
            <a:custGeom>
              <a:avLst/>
              <a:gdLst/>
              <a:ahLst/>
              <a:cxnLst/>
              <a:rect l="l" t="t" r="r" b="b"/>
              <a:pathLst>
                <a:path w="2382" h="310" extrusionOk="0">
                  <a:moveTo>
                    <a:pt x="143" y="0"/>
                  </a:moveTo>
                  <a:cubicBezTo>
                    <a:pt x="48" y="0"/>
                    <a:pt x="0" y="96"/>
                    <a:pt x="0" y="191"/>
                  </a:cubicBezTo>
                  <a:cubicBezTo>
                    <a:pt x="0" y="238"/>
                    <a:pt x="48" y="310"/>
                    <a:pt x="143" y="310"/>
                  </a:cubicBezTo>
                  <a:lnTo>
                    <a:pt x="2215" y="310"/>
                  </a:lnTo>
                  <a:cubicBezTo>
                    <a:pt x="2310" y="310"/>
                    <a:pt x="2381" y="215"/>
                    <a:pt x="2381" y="119"/>
                  </a:cubicBezTo>
                  <a:cubicBezTo>
                    <a:pt x="2381" y="72"/>
                    <a:pt x="2310" y="0"/>
                    <a:pt x="2215"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3" name="Google Shape;22913;p145"/>
            <p:cNvSpPr/>
            <p:nvPr/>
          </p:nvSpPr>
          <p:spPr>
            <a:xfrm>
              <a:off x="2007826" y="2102901"/>
              <a:ext cx="77415" cy="9295"/>
            </a:xfrm>
            <a:custGeom>
              <a:avLst/>
              <a:gdLst/>
              <a:ahLst/>
              <a:cxnLst/>
              <a:rect l="l" t="t" r="r" b="b"/>
              <a:pathLst>
                <a:path w="2382" h="286" extrusionOk="0">
                  <a:moveTo>
                    <a:pt x="143" y="0"/>
                  </a:moveTo>
                  <a:cubicBezTo>
                    <a:pt x="48" y="0"/>
                    <a:pt x="0" y="72"/>
                    <a:pt x="0" y="167"/>
                  </a:cubicBezTo>
                  <a:cubicBezTo>
                    <a:pt x="0" y="238"/>
                    <a:pt x="48" y="286"/>
                    <a:pt x="143" y="286"/>
                  </a:cubicBezTo>
                  <a:lnTo>
                    <a:pt x="2215" y="286"/>
                  </a:lnTo>
                  <a:cubicBezTo>
                    <a:pt x="2310" y="286"/>
                    <a:pt x="2381" y="191"/>
                    <a:pt x="2381" y="119"/>
                  </a:cubicBezTo>
                  <a:cubicBezTo>
                    <a:pt x="2381" y="48"/>
                    <a:pt x="2310" y="0"/>
                    <a:pt x="2215"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4" name="Google Shape;22914;p145"/>
            <p:cNvSpPr/>
            <p:nvPr/>
          </p:nvSpPr>
          <p:spPr>
            <a:xfrm>
              <a:off x="2007826" y="2130753"/>
              <a:ext cx="77415" cy="9328"/>
            </a:xfrm>
            <a:custGeom>
              <a:avLst/>
              <a:gdLst/>
              <a:ahLst/>
              <a:cxnLst/>
              <a:rect l="l" t="t" r="r" b="b"/>
              <a:pathLst>
                <a:path w="2382" h="287" extrusionOk="0">
                  <a:moveTo>
                    <a:pt x="143" y="1"/>
                  </a:moveTo>
                  <a:cubicBezTo>
                    <a:pt x="48" y="1"/>
                    <a:pt x="0" y="72"/>
                    <a:pt x="0" y="167"/>
                  </a:cubicBezTo>
                  <a:cubicBezTo>
                    <a:pt x="0" y="239"/>
                    <a:pt x="48" y="286"/>
                    <a:pt x="143" y="286"/>
                  </a:cubicBezTo>
                  <a:lnTo>
                    <a:pt x="2215" y="286"/>
                  </a:lnTo>
                  <a:cubicBezTo>
                    <a:pt x="2310" y="286"/>
                    <a:pt x="2381" y="239"/>
                    <a:pt x="2381" y="120"/>
                  </a:cubicBezTo>
                  <a:cubicBezTo>
                    <a:pt x="2381" y="48"/>
                    <a:pt x="2310" y="1"/>
                    <a:pt x="2215"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5" name="Google Shape;22915;p145"/>
            <p:cNvSpPr/>
            <p:nvPr/>
          </p:nvSpPr>
          <p:spPr>
            <a:xfrm>
              <a:off x="2007826" y="2158606"/>
              <a:ext cx="77415" cy="10108"/>
            </a:xfrm>
            <a:custGeom>
              <a:avLst/>
              <a:gdLst/>
              <a:ahLst/>
              <a:cxnLst/>
              <a:rect l="l" t="t" r="r" b="b"/>
              <a:pathLst>
                <a:path w="2382" h="311" extrusionOk="0">
                  <a:moveTo>
                    <a:pt x="143" y="1"/>
                  </a:moveTo>
                  <a:cubicBezTo>
                    <a:pt x="48" y="1"/>
                    <a:pt x="0" y="96"/>
                    <a:pt x="0" y="191"/>
                  </a:cubicBezTo>
                  <a:cubicBezTo>
                    <a:pt x="0" y="239"/>
                    <a:pt x="48" y="310"/>
                    <a:pt x="143" y="310"/>
                  </a:cubicBezTo>
                  <a:lnTo>
                    <a:pt x="2215" y="310"/>
                  </a:lnTo>
                  <a:cubicBezTo>
                    <a:pt x="2310" y="310"/>
                    <a:pt x="2381" y="239"/>
                    <a:pt x="2381" y="120"/>
                  </a:cubicBezTo>
                  <a:cubicBezTo>
                    <a:pt x="2381" y="72"/>
                    <a:pt x="2310" y="1"/>
                    <a:pt x="2215"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16" name="Google Shape;22916;p145"/>
          <p:cNvGrpSpPr/>
          <p:nvPr/>
        </p:nvGrpSpPr>
        <p:grpSpPr>
          <a:xfrm>
            <a:off x="2571246" y="1768598"/>
            <a:ext cx="298025" cy="357630"/>
            <a:chOff x="2571246" y="1920998"/>
            <a:chExt cx="298025" cy="357630"/>
          </a:xfrm>
        </p:grpSpPr>
        <p:sp>
          <p:nvSpPr>
            <p:cNvPr id="22917" name="Google Shape;22917;p145"/>
            <p:cNvSpPr/>
            <p:nvPr/>
          </p:nvSpPr>
          <p:spPr>
            <a:xfrm>
              <a:off x="2571246" y="1921778"/>
              <a:ext cx="215995" cy="320450"/>
            </a:xfrm>
            <a:custGeom>
              <a:avLst/>
              <a:gdLst/>
              <a:ahLst/>
              <a:cxnLst/>
              <a:rect l="l" t="t" r="r" b="b"/>
              <a:pathLst>
                <a:path w="6646" h="9860" extrusionOk="0">
                  <a:moveTo>
                    <a:pt x="287" y="1"/>
                  </a:moveTo>
                  <a:cubicBezTo>
                    <a:pt x="120" y="1"/>
                    <a:pt x="1" y="120"/>
                    <a:pt x="1" y="263"/>
                  </a:cubicBezTo>
                  <a:lnTo>
                    <a:pt x="1" y="9574"/>
                  </a:lnTo>
                  <a:cubicBezTo>
                    <a:pt x="1" y="9741"/>
                    <a:pt x="120" y="9860"/>
                    <a:pt x="287" y="9860"/>
                  </a:cubicBezTo>
                  <a:lnTo>
                    <a:pt x="6383" y="9860"/>
                  </a:lnTo>
                  <a:cubicBezTo>
                    <a:pt x="6526" y="9860"/>
                    <a:pt x="6645" y="9693"/>
                    <a:pt x="6645" y="9550"/>
                  </a:cubicBezTo>
                  <a:lnTo>
                    <a:pt x="6645" y="263"/>
                  </a:lnTo>
                  <a:cubicBezTo>
                    <a:pt x="6645" y="120"/>
                    <a:pt x="6526" y="1"/>
                    <a:pt x="6383" y="1"/>
                  </a:cubicBezTo>
                  <a:close/>
                </a:path>
              </a:pathLst>
            </a:custGeom>
            <a:solidFill>
              <a:srgbClr val="8291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8" name="Google Shape;22918;p145"/>
            <p:cNvSpPr/>
            <p:nvPr/>
          </p:nvSpPr>
          <p:spPr>
            <a:xfrm>
              <a:off x="2757016" y="1920998"/>
              <a:ext cx="30225" cy="318922"/>
            </a:xfrm>
            <a:custGeom>
              <a:avLst/>
              <a:gdLst/>
              <a:ahLst/>
              <a:cxnLst/>
              <a:rect l="l" t="t" r="r" b="b"/>
              <a:pathLst>
                <a:path w="930" h="9813" extrusionOk="0">
                  <a:moveTo>
                    <a:pt x="0" y="1"/>
                  </a:moveTo>
                  <a:cubicBezTo>
                    <a:pt x="167" y="1"/>
                    <a:pt x="286" y="120"/>
                    <a:pt x="286" y="263"/>
                  </a:cubicBezTo>
                  <a:lnTo>
                    <a:pt x="286" y="9550"/>
                  </a:lnTo>
                  <a:cubicBezTo>
                    <a:pt x="286" y="9693"/>
                    <a:pt x="167" y="9812"/>
                    <a:pt x="0" y="9812"/>
                  </a:cubicBezTo>
                  <a:lnTo>
                    <a:pt x="667" y="9812"/>
                  </a:lnTo>
                  <a:cubicBezTo>
                    <a:pt x="810" y="9812"/>
                    <a:pt x="929" y="9693"/>
                    <a:pt x="929" y="9550"/>
                  </a:cubicBezTo>
                  <a:lnTo>
                    <a:pt x="929" y="287"/>
                  </a:lnTo>
                  <a:cubicBezTo>
                    <a:pt x="929" y="144"/>
                    <a:pt x="810" y="1"/>
                    <a:pt x="667"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9" name="Google Shape;22919;p145"/>
            <p:cNvSpPr/>
            <p:nvPr/>
          </p:nvSpPr>
          <p:spPr>
            <a:xfrm>
              <a:off x="2609953" y="1959706"/>
              <a:ext cx="216742" cy="318922"/>
            </a:xfrm>
            <a:custGeom>
              <a:avLst/>
              <a:gdLst/>
              <a:ahLst/>
              <a:cxnLst/>
              <a:rect l="l" t="t" r="r" b="b"/>
              <a:pathLst>
                <a:path w="6669" h="9813" extrusionOk="0">
                  <a:moveTo>
                    <a:pt x="286" y="1"/>
                  </a:moveTo>
                  <a:cubicBezTo>
                    <a:pt x="120" y="1"/>
                    <a:pt x="1" y="120"/>
                    <a:pt x="1" y="263"/>
                  </a:cubicBezTo>
                  <a:lnTo>
                    <a:pt x="1" y="9550"/>
                  </a:lnTo>
                  <a:cubicBezTo>
                    <a:pt x="1" y="9693"/>
                    <a:pt x="120" y="9812"/>
                    <a:pt x="286" y="9812"/>
                  </a:cubicBezTo>
                  <a:lnTo>
                    <a:pt x="6383" y="9812"/>
                  </a:lnTo>
                  <a:cubicBezTo>
                    <a:pt x="6550" y="9812"/>
                    <a:pt x="6669" y="9693"/>
                    <a:pt x="6645" y="9526"/>
                  </a:cubicBezTo>
                  <a:lnTo>
                    <a:pt x="6645" y="263"/>
                  </a:lnTo>
                  <a:cubicBezTo>
                    <a:pt x="6645" y="120"/>
                    <a:pt x="6526" y="1"/>
                    <a:pt x="638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0" name="Google Shape;22920;p145"/>
            <p:cNvSpPr/>
            <p:nvPr/>
          </p:nvSpPr>
          <p:spPr>
            <a:xfrm>
              <a:off x="2797251" y="1958146"/>
              <a:ext cx="29445" cy="319703"/>
            </a:xfrm>
            <a:custGeom>
              <a:avLst/>
              <a:gdLst/>
              <a:ahLst/>
              <a:cxnLst/>
              <a:rect l="l" t="t" r="r" b="b"/>
              <a:pathLst>
                <a:path w="906" h="9837" extrusionOk="0">
                  <a:moveTo>
                    <a:pt x="1" y="1"/>
                  </a:moveTo>
                  <a:cubicBezTo>
                    <a:pt x="144" y="1"/>
                    <a:pt x="263" y="120"/>
                    <a:pt x="263" y="287"/>
                  </a:cubicBezTo>
                  <a:lnTo>
                    <a:pt x="263" y="9574"/>
                  </a:lnTo>
                  <a:cubicBezTo>
                    <a:pt x="263" y="9717"/>
                    <a:pt x="144" y="9836"/>
                    <a:pt x="1" y="9836"/>
                  </a:cubicBezTo>
                  <a:lnTo>
                    <a:pt x="644" y="9836"/>
                  </a:lnTo>
                  <a:cubicBezTo>
                    <a:pt x="787" y="9836"/>
                    <a:pt x="906" y="9717"/>
                    <a:pt x="906" y="9574"/>
                  </a:cubicBezTo>
                  <a:lnTo>
                    <a:pt x="906" y="287"/>
                  </a:lnTo>
                  <a:cubicBezTo>
                    <a:pt x="906" y="120"/>
                    <a:pt x="787" y="1"/>
                    <a:pt x="644"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1" name="Google Shape;22921;p145"/>
            <p:cNvSpPr/>
            <p:nvPr/>
          </p:nvSpPr>
          <p:spPr>
            <a:xfrm>
              <a:off x="2722176" y="2164813"/>
              <a:ext cx="147095" cy="75888"/>
            </a:xfrm>
            <a:custGeom>
              <a:avLst/>
              <a:gdLst/>
              <a:ahLst/>
              <a:cxnLst/>
              <a:rect l="l" t="t" r="r" b="b"/>
              <a:pathLst>
                <a:path w="4526" h="2335" extrusionOk="0">
                  <a:moveTo>
                    <a:pt x="239" y="0"/>
                  </a:moveTo>
                  <a:cubicBezTo>
                    <a:pt x="120" y="0"/>
                    <a:pt x="1" y="72"/>
                    <a:pt x="1" y="239"/>
                  </a:cubicBezTo>
                  <a:lnTo>
                    <a:pt x="1" y="2096"/>
                  </a:lnTo>
                  <a:cubicBezTo>
                    <a:pt x="1" y="2215"/>
                    <a:pt x="96" y="2334"/>
                    <a:pt x="239" y="2334"/>
                  </a:cubicBezTo>
                  <a:lnTo>
                    <a:pt x="4264" y="2334"/>
                  </a:lnTo>
                  <a:cubicBezTo>
                    <a:pt x="4406" y="2334"/>
                    <a:pt x="4526" y="2215"/>
                    <a:pt x="4502" y="2096"/>
                  </a:cubicBezTo>
                  <a:lnTo>
                    <a:pt x="4502" y="239"/>
                  </a:lnTo>
                  <a:cubicBezTo>
                    <a:pt x="4502" y="119"/>
                    <a:pt x="4406" y="0"/>
                    <a:pt x="4264" y="0"/>
                  </a:cubicBezTo>
                  <a:close/>
                </a:path>
              </a:pathLst>
            </a:custGeom>
            <a:solidFill>
              <a:srgbClr val="C4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2" name="Google Shape;22922;p145"/>
            <p:cNvSpPr/>
            <p:nvPr/>
          </p:nvSpPr>
          <p:spPr>
            <a:xfrm>
              <a:off x="2646321" y="2027826"/>
              <a:ext cx="144788" cy="30972"/>
            </a:xfrm>
            <a:custGeom>
              <a:avLst/>
              <a:gdLst/>
              <a:ahLst/>
              <a:cxnLst/>
              <a:rect l="l" t="t" r="r" b="b"/>
              <a:pathLst>
                <a:path w="4455" h="953" extrusionOk="0">
                  <a:moveTo>
                    <a:pt x="120" y="0"/>
                  </a:moveTo>
                  <a:cubicBezTo>
                    <a:pt x="49" y="0"/>
                    <a:pt x="1" y="72"/>
                    <a:pt x="1" y="119"/>
                  </a:cubicBezTo>
                  <a:lnTo>
                    <a:pt x="1" y="834"/>
                  </a:lnTo>
                  <a:cubicBezTo>
                    <a:pt x="1" y="905"/>
                    <a:pt x="49" y="953"/>
                    <a:pt x="120" y="953"/>
                  </a:cubicBezTo>
                  <a:lnTo>
                    <a:pt x="4335" y="953"/>
                  </a:lnTo>
                  <a:cubicBezTo>
                    <a:pt x="4407" y="953"/>
                    <a:pt x="4454" y="905"/>
                    <a:pt x="4454" y="834"/>
                  </a:cubicBezTo>
                  <a:lnTo>
                    <a:pt x="4454" y="119"/>
                  </a:lnTo>
                  <a:cubicBezTo>
                    <a:pt x="4454" y="72"/>
                    <a:pt x="4407" y="0"/>
                    <a:pt x="4335" y="0"/>
                  </a:cubicBezTo>
                  <a:close/>
                </a:path>
              </a:pathLst>
            </a:custGeom>
            <a:solidFill>
              <a:srgbClr val="C4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3" name="Google Shape;22923;p145"/>
            <p:cNvSpPr/>
            <p:nvPr/>
          </p:nvSpPr>
          <p:spPr>
            <a:xfrm>
              <a:off x="2839826" y="2163253"/>
              <a:ext cx="29445" cy="76667"/>
            </a:xfrm>
            <a:custGeom>
              <a:avLst/>
              <a:gdLst/>
              <a:ahLst/>
              <a:cxnLst/>
              <a:rect l="l" t="t" r="r" b="b"/>
              <a:pathLst>
                <a:path w="906" h="2359" extrusionOk="0">
                  <a:moveTo>
                    <a:pt x="1" y="1"/>
                  </a:moveTo>
                  <a:cubicBezTo>
                    <a:pt x="144" y="1"/>
                    <a:pt x="239" y="120"/>
                    <a:pt x="239" y="239"/>
                  </a:cubicBezTo>
                  <a:lnTo>
                    <a:pt x="239" y="2120"/>
                  </a:lnTo>
                  <a:cubicBezTo>
                    <a:pt x="239" y="2263"/>
                    <a:pt x="120" y="2358"/>
                    <a:pt x="1" y="2358"/>
                  </a:cubicBezTo>
                  <a:lnTo>
                    <a:pt x="644" y="2358"/>
                  </a:lnTo>
                  <a:cubicBezTo>
                    <a:pt x="786" y="2358"/>
                    <a:pt x="882" y="2239"/>
                    <a:pt x="882" y="2120"/>
                  </a:cubicBezTo>
                  <a:lnTo>
                    <a:pt x="882" y="239"/>
                  </a:lnTo>
                  <a:cubicBezTo>
                    <a:pt x="906" y="96"/>
                    <a:pt x="786" y="1"/>
                    <a:pt x="644" y="1"/>
                  </a:cubicBez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4" name="Google Shape;22924;p145"/>
            <p:cNvSpPr/>
            <p:nvPr/>
          </p:nvSpPr>
          <p:spPr>
            <a:xfrm>
              <a:off x="2766311" y="2027826"/>
              <a:ext cx="24797" cy="30972"/>
            </a:xfrm>
            <a:custGeom>
              <a:avLst/>
              <a:gdLst/>
              <a:ahLst/>
              <a:cxnLst/>
              <a:rect l="l" t="t" r="r" b="b"/>
              <a:pathLst>
                <a:path w="763" h="953" extrusionOk="0">
                  <a:moveTo>
                    <a:pt x="0" y="0"/>
                  </a:moveTo>
                  <a:cubicBezTo>
                    <a:pt x="48" y="0"/>
                    <a:pt x="119" y="72"/>
                    <a:pt x="119" y="119"/>
                  </a:cubicBezTo>
                  <a:lnTo>
                    <a:pt x="119" y="834"/>
                  </a:lnTo>
                  <a:cubicBezTo>
                    <a:pt x="119" y="905"/>
                    <a:pt x="48" y="953"/>
                    <a:pt x="0" y="953"/>
                  </a:cubicBezTo>
                  <a:lnTo>
                    <a:pt x="643" y="953"/>
                  </a:lnTo>
                  <a:cubicBezTo>
                    <a:pt x="715" y="953"/>
                    <a:pt x="762" y="905"/>
                    <a:pt x="762" y="834"/>
                  </a:cubicBezTo>
                  <a:lnTo>
                    <a:pt x="762" y="119"/>
                  </a:lnTo>
                  <a:cubicBezTo>
                    <a:pt x="762" y="72"/>
                    <a:pt x="715" y="0"/>
                    <a:pt x="643" y="0"/>
                  </a:cubicBez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5" name="Google Shape;22925;p145"/>
            <p:cNvSpPr/>
            <p:nvPr/>
          </p:nvSpPr>
          <p:spPr>
            <a:xfrm>
              <a:off x="2822016" y="2182623"/>
              <a:ext cx="23270" cy="40430"/>
            </a:xfrm>
            <a:custGeom>
              <a:avLst/>
              <a:gdLst/>
              <a:ahLst/>
              <a:cxnLst/>
              <a:rect l="l" t="t" r="r" b="b"/>
              <a:pathLst>
                <a:path w="716" h="1244" extrusionOk="0">
                  <a:moveTo>
                    <a:pt x="144" y="0"/>
                  </a:moveTo>
                  <a:cubicBezTo>
                    <a:pt x="72" y="0"/>
                    <a:pt x="1" y="72"/>
                    <a:pt x="1" y="167"/>
                  </a:cubicBezTo>
                  <a:lnTo>
                    <a:pt x="1" y="1072"/>
                  </a:lnTo>
                  <a:cubicBezTo>
                    <a:pt x="1" y="1143"/>
                    <a:pt x="25" y="1191"/>
                    <a:pt x="96" y="1238"/>
                  </a:cubicBezTo>
                  <a:cubicBezTo>
                    <a:pt x="108" y="1242"/>
                    <a:pt x="121" y="1243"/>
                    <a:pt x="134" y="1243"/>
                  </a:cubicBezTo>
                  <a:cubicBezTo>
                    <a:pt x="220" y="1243"/>
                    <a:pt x="310" y="1175"/>
                    <a:pt x="310" y="1072"/>
                  </a:cubicBezTo>
                  <a:lnTo>
                    <a:pt x="310" y="762"/>
                  </a:lnTo>
                  <a:lnTo>
                    <a:pt x="501" y="762"/>
                  </a:lnTo>
                  <a:cubicBezTo>
                    <a:pt x="572" y="762"/>
                    <a:pt x="620" y="715"/>
                    <a:pt x="668" y="667"/>
                  </a:cubicBezTo>
                  <a:cubicBezTo>
                    <a:pt x="668" y="548"/>
                    <a:pt x="596" y="429"/>
                    <a:pt x="501" y="429"/>
                  </a:cubicBezTo>
                  <a:lnTo>
                    <a:pt x="310" y="429"/>
                  </a:lnTo>
                  <a:lnTo>
                    <a:pt x="310" y="310"/>
                  </a:lnTo>
                  <a:lnTo>
                    <a:pt x="549" y="310"/>
                  </a:lnTo>
                  <a:cubicBezTo>
                    <a:pt x="596" y="310"/>
                    <a:pt x="668" y="286"/>
                    <a:pt x="692" y="214"/>
                  </a:cubicBezTo>
                  <a:cubicBezTo>
                    <a:pt x="715" y="119"/>
                    <a:pt x="668" y="0"/>
                    <a:pt x="549"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6" name="Google Shape;22926;p145"/>
            <p:cNvSpPr/>
            <p:nvPr/>
          </p:nvSpPr>
          <p:spPr>
            <a:xfrm>
              <a:off x="2784088" y="2182623"/>
              <a:ext cx="30225" cy="37928"/>
            </a:xfrm>
            <a:custGeom>
              <a:avLst/>
              <a:gdLst/>
              <a:ahLst/>
              <a:cxnLst/>
              <a:rect l="l" t="t" r="r" b="b"/>
              <a:pathLst>
                <a:path w="930" h="1167" extrusionOk="0">
                  <a:moveTo>
                    <a:pt x="430" y="310"/>
                  </a:moveTo>
                  <a:cubicBezTo>
                    <a:pt x="644" y="310"/>
                    <a:pt x="644" y="548"/>
                    <a:pt x="644" y="595"/>
                  </a:cubicBezTo>
                  <a:cubicBezTo>
                    <a:pt x="644" y="762"/>
                    <a:pt x="573" y="905"/>
                    <a:pt x="430" y="905"/>
                  </a:cubicBezTo>
                  <a:lnTo>
                    <a:pt x="311" y="905"/>
                  </a:lnTo>
                  <a:lnTo>
                    <a:pt x="311" y="595"/>
                  </a:lnTo>
                  <a:lnTo>
                    <a:pt x="311" y="310"/>
                  </a:lnTo>
                  <a:close/>
                  <a:moveTo>
                    <a:pt x="120" y="0"/>
                  </a:moveTo>
                  <a:cubicBezTo>
                    <a:pt x="72" y="48"/>
                    <a:pt x="1" y="95"/>
                    <a:pt x="1" y="167"/>
                  </a:cubicBezTo>
                  <a:lnTo>
                    <a:pt x="1" y="1024"/>
                  </a:lnTo>
                  <a:lnTo>
                    <a:pt x="1" y="1048"/>
                  </a:lnTo>
                  <a:cubicBezTo>
                    <a:pt x="1" y="1072"/>
                    <a:pt x="49" y="1119"/>
                    <a:pt x="49" y="1143"/>
                  </a:cubicBezTo>
                  <a:cubicBezTo>
                    <a:pt x="72" y="1167"/>
                    <a:pt x="96" y="1167"/>
                    <a:pt x="120" y="1167"/>
                  </a:cubicBezTo>
                  <a:lnTo>
                    <a:pt x="406" y="1167"/>
                  </a:lnTo>
                  <a:cubicBezTo>
                    <a:pt x="692" y="1167"/>
                    <a:pt x="906" y="929"/>
                    <a:pt x="906" y="572"/>
                  </a:cubicBezTo>
                  <a:cubicBezTo>
                    <a:pt x="930" y="238"/>
                    <a:pt x="715" y="0"/>
                    <a:pt x="430"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7" name="Google Shape;22927;p145"/>
            <p:cNvSpPr/>
            <p:nvPr/>
          </p:nvSpPr>
          <p:spPr>
            <a:xfrm>
              <a:off x="2750808" y="2182623"/>
              <a:ext cx="26358" cy="40397"/>
            </a:xfrm>
            <a:custGeom>
              <a:avLst/>
              <a:gdLst/>
              <a:ahLst/>
              <a:cxnLst/>
              <a:rect l="l" t="t" r="r" b="b"/>
              <a:pathLst>
                <a:path w="811" h="1243" extrusionOk="0">
                  <a:moveTo>
                    <a:pt x="406" y="286"/>
                  </a:moveTo>
                  <a:cubicBezTo>
                    <a:pt x="477" y="286"/>
                    <a:pt x="525" y="334"/>
                    <a:pt x="525" y="405"/>
                  </a:cubicBezTo>
                  <a:cubicBezTo>
                    <a:pt x="525" y="453"/>
                    <a:pt x="477" y="524"/>
                    <a:pt x="406" y="524"/>
                  </a:cubicBezTo>
                  <a:lnTo>
                    <a:pt x="287" y="524"/>
                  </a:lnTo>
                  <a:lnTo>
                    <a:pt x="287" y="405"/>
                  </a:lnTo>
                  <a:lnTo>
                    <a:pt x="287" y="286"/>
                  </a:lnTo>
                  <a:close/>
                  <a:moveTo>
                    <a:pt x="144" y="0"/>
                  </a:moveTo>
                  <a:cubicBezTo>
                    <a:pt x="144" y="0"/>
                    <a:pt x="1" y="0"/>
                    <a:pt x="1" y="167"/>
                  </a:cubicBezTo>
                  <a:lnTo>
                    <a:pt x="1" y="1072"/>
                  </a:lnTo>
                  <a:cubicBezTo>
                    <a:pt x="1" y="1143"/>
                    <a:pt x="49" y="1191"/>
                    <a:pt x="96" y="1238"/>
                  </a:cubicBezTo>
                  <a:cubicBezTo>
                    <a:pt x="106" y="1241"/>
                    <a:pt x="116" y="1242"/>
                    <a:pt x="126" y="1242"/>
                  </a:cubicBezTo>
                  <a:cubicBezTo>
                    <a:pt x="211" y="1242"/>
                    <a:pt x="287" y="1157"/>
                    <a:pt x="287" y="1072"/>
                  </a:cubicBezTo>
                  <a:lnTo>
                    <a:pt x="287" y="834"/>
                  </a:lnTo>
                  <a:lnTo>
                    <a:pt x="406" y="834"/>
                  </a:lnTo>
                  <a:cubicBezTo>
                    <a:pt x="644" y="834"/>
                    <a:pt x="811" y="667"/>
                    <a:pt x="811" y="429"/>
                  </a:cubicBezTo>
                  <a:cubicBezTo>
                    <a:pt x="811" y="214"/>
                    <a:pt x="644" y="0"/>
                    <a:pt x="406"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8" name="Google Shape;22928;p145"/>
            <p:cNvSpPr/>
            <p:nvPr/>
          </p:nvSpPr>
          <p:spPr>
            <a:xfrm>
              <a:off x="2645573" y="2002281"/>
              <a:ext cx="77415" cy="10075"/>
            </a:xfrm>
            <a:custGeom>
              <a:avLst/>
              <a:gdLst/>
              <a:ahLst/>
              <a:cxnLst/>
              <a:rect l="l" t="t" r="r" b="b"/>
              <a:pathLst>
                <a:path w="2382" h="310" extrusionOk="0">
                  <a:moveTo>
                    <a:pt x="191" y="0"/>
                  </a:moveTo>
                  <a:cubicBezTo>
                    <a:pt x="95" y="0"/>
                    <a:pt x="0" y="72"/>
                    <a:pt x="48" y="191"/>
                  </a:cubicBezTo>
                  <a:cubicBezTo>
                    <a:pt x="48" y="262"/>
                    <a:pt x="95" y="310"/>
                    <a:pt x="191" y="310"/>
                  </a:cubicBezTo>
                  <a:lnTo>
                    <a:pt x="2215" y="310"/>
                  </a:lnTo>
                  <a:cubicBezTo>
                    <a:pt x="2310" y="310"/>
                    <a:pt x="2382" y="239"/>
                    <a:pt x="2358" y="119"/>
                  </a:cubicBezTo>
                  <a:cubicBezTo>
                    <a:pt x="2358" y="48"/>
                    <a:pt x="2310" y="0"/>
                    <a:pt x="2215"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9" name="Google Shape;22929;p145"/>
            <p:cNvSpPr/>
            <p:nvPr/>
          </p:nvSpPr>
          <p:spPr>
            <a:xfrm>
              <a:off x="2644793" y="2157078"/>
              <a:ext cx="52650" cy="10075"/>
            </a:xfrm>
            <a:custGeom>
              <a:avLst/>
              <a:gdLst/>
              <a:ahLst/>
              <a:cxnLst/>
              <a:rect l="l" t="t" r="r" b="b"/>
              <a:pathLst>
                <a:path w="1620" h="310" extrusionOk="0">
                  <a:moveTo>
                    <a:pt x="191" y="0"/>
                  </a:moveTo>
                  <a:cubicBezTo>
                    <a:pt x="96" y="0"/>
                    <a:pt x="0" y="72"/>
                    <a:pt x="48" y="191"/>
                  </a:cubicBezTo>
                  <a:cubicBezTo>
                    <a:pt x="48" y="262"/>
                    <a:pt x="96" y="310"/>
                    <a:pt x="191" y="310"/>
                  </a:cubicBezTo>
                  <a:lnTo>
                    <a:pt x="1429" y="310"/>
                  </a:lnTo>
                  <a:cubicBezTo>
                    <a:pt x="1524" y="310"/>
                    <a:pt x="1620" y="238"/>
                    <a:pt x="1596" y="119"/>
                  </a:cubicBezTo>
                  <a:cubicBezTo>
                    <a:pt x="1596" y="48"/>
                    <a:pt x="1524" y="0"/>
                    <a:pt x="1429"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0" name="Google Shape;22930;p145"/>
            <p:cNvSpPr/>
            <p:nvPr/>
          </p:nvSpPr>
          <p:spPr>
            <a:xfrm>
              <a:off x="2644793" y="2181063"/>
              <a:ext cx="52650" cy="10855"/>
            </a:xfrm>
            <a:custGeom>
              <a:avLst/>
              <a:gdLst/>
              <a:ahLst/>
              <a:cxnLst/>
              <a:rect l="l" t="t" r="r" b="b"/>
              <a:pathLst>
                <a:path w="1620" h="334" extrusionOk="0">
                  <a:moveTo>
                    <a:pt x="191" y="0"/>
                  </a:moveTo>
                  <a:cubicBezTo>
                    <a:pt x="96" y="0"/>
                    <a:pt x="0" y="96"/>
                    <a:pt x="48" y="215"/>
                  </a:cubicBezTo>
                  <a:cubicBezTo>
                    <a:pt x="48" y="262"/>
                    <a:pt x="96" y="334"/>
                    <a:pt x="191" y="334"/>
                  </a:cubicBezTo>
                  <a:lnTo>
                    <a:pt x="1429" y="334"/>
                  </a:lnTo>
                  <a:cubicBezTo>
                    <a:pt x="1524" y="334"/>
                    <a:pt x="1620" y="239"/>
                    <a:pt x="1596" y="120"/>
                  </a:cubicBezTo>
                  <a:cubicBezTo>
                    <a:pt x="1596" y="48"/>
                    <a:pt x="1524" y="0"/>
                    <a:pt x="1429"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1" name="Google Shape;22931;p145"/>
            <p:cNvSpPr/>
            <p:nvPr/>
          </p:nvSpPr>
          <p:spPr>
            <a:xfrm>
              <a:off x="2644793" y="2205828"/>
              <a:ext cx="52650" cy="10855"/>
            </a:xfrm>
            <a:custGeom>
              <a:avLst/>
              <a:gdLst/>
              <a:ahLst/>
              <a:cxnLst/>
              <a:rect l="l" t="t" r="r" b="b"/>
              <a:pathLst>
                <a:path w="1620" h="334" extrusionOk="0">
                  <a:moveTo>
                    <a:pt x="191" y="1"/>
                  </a:moveTo>
                  <a:cubicBezTo>
                    <a:pt x="96" y="1"/>
                    <a:pt x="0" y="96"/>
                    <a:pt x="48" y="215"/>
                  </a:cubicBezTo>
                  <a:cubicBezTo>
                    <a:pt x="48" y="286"/>
                    <a:pt x="96" y="334"/>
                    <a:pt x="191" y="334"/>
                  </a:cubicBezTo>
                  <a:lnTo>
                    <a:pt x="1429" y="334"/>
                  </a:lnTo>
                  <a:cubicBezTo>
                    <a:pt x="1524" y="334"/>
                    <a:pt x="1620" y="239"/>
                    <a:pt x="1596" y="120"/>
                  </a:cubicBezTo>
                  <a:cubicBezTo>
                    <a:pt x="1596" y="72"/>
                    <a:pt x="1524" y="1"/>
                    <a:pt x="1429"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2" name="Google Shape;22932;p145"/>
            <p:cNvSpPr/>
            <p:nvPr/>
          </p:nvSpPr>
          <p:spPr>
            <a:xfrm>
              <a:off x="2644793" y="2231373"/>
              <a:ext cx="52650" cy="10855"/>
            </a:xfrm>
            <a:custGeom>
              <a:avLst/>
              <a:gdLst/>
              <a:ahLst/>
              <a:cxnLst/>
              <a:rect l="l" t="t" r="r" b="b"/>
              <a:pathLst>
                <a:path w="1620" h="334" extrusionOk="0">
                  <a:moveTo>
                    <a:pt x="191" y="0"/>
                  </a:moveTo>
                  <a:cubicBezTo>
                    <a:pt x="96" y="0"/>
                    <a:pt x="0" y="72"/>
                    <a:pt x="48" y="215"/>
                  </a:cubicBezTo>
                  <a:cubicBezTo>
                    <a:pt x="48" y="262"/>
                    <a:pt x="96" y="334"/>
                    <a:pt x="191" y="334"/>
                  </a:cubicBezTo>
                  <a:lnTo>
                    <a:pt x="1429" y="334"/>
                  </a:lnTo>
                  <a:cubicBezTo>
                    <a:pt x="1524" y="334"/>
                    <a:pt x="1620" y="239"/>
                    <a:pt x="1596" y="119"/>
                  </a:cubicBezTo>
                  <a:cubicBezTo>
                    <a:pt x="1596" y="48"/>
                    <a:pt x="1524" y="0"/>
                    <a:pt x="1429"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3" name="Google Shape;22933;p145"/>
            <p:cNvSpPr/>
            <p:nvPr/>
          </p:nvSpPr>
          <p:spPr>
            <a:xfrm>
              <a:off x="2644793" y="2088178"/>
              <a:ext cx="153270" cy="10888"/>
            </a:xfrm>
            <a:custGeom>
              <a:avLst/>
              <a:gdLst/>
              <a:ahLst/>
              <a:cxnLst/>
              <a:rect l="l" t="t" r="r" b="b"/>
              <a:pathLst>
                <a:path w="4716" h="335" extrusionOk="0">
                  <a:moveTo>
                    <a:pt x="191" y="1"/>
                  </a:moveTo>
                  <a:cubicBezTo>
                    <a:pt x="96" y="1"/>
                    <a:pt x="0" y="96"/>
                    <a:pt x="24" y="215"/>
                  </a:cubicBezTo>
                  <a:cubicBezTo>
                    <a:pt x="24" y="263"/>
                    <a:pt x="96" y="334"/>
                    <a:pt x="191" y="334"/>
                  </a:cubicBezTo>
                  <a:lnTo>
                    <a:pt x="4525" y="334"/>
                  </a:lnTo>
                  <a:cubicBezTo>
                    <a:pt x="4620" y="334"/>
                    <a:pt x="4716" y="239"/>
                    <a:pt x="4692" y="120"/>
                  </a:cubicBezTo>
                  <a:cubicBezTo>
                    <a:pt x="4692" y="48"/>
                    <a:pt x="4620" y="1"/>
                    <a:pt x="4525"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4" name="Google Shape;22934;p145"/>
            <p:cNvSpPr/>
            <p:nvPr/>
          </p:nvSpPr>
          <p:spPr>
            <a:xfrm>
              <a:off x="2644793" y="2112163"/>
              <a:ext cx="153270" cy="10888"/>
            </a:xfrm>
            <a:custGeom>
              <a:avLst/>
              <a:gdLst/>
              <a:ahLst/>
              <a:cxnLst/>
              <a:rect l="l" t="t" r="r" b="b"/>
              <a:pathLst>
                <a:path w="4716" h="335" extrusionOk="0">
                  <a:moveTo>
                    <a:pt x="191" y="1"/>
                  </a:moveTo>
                  <a:cubicBezTo>
                    <a:pt x="96" y="1"/>
                    <a:pt x="0" y="96"/>
                    <a:pt x="24" y="215"/>
                  </a:cubicBezTo>
                  <a:cubicBezTo>
                    <a:pt x="24" y="263"/>
                    <a:pt x="96" y="334"/>
                    <a:pt x="191" y="334"/>
                  </a:cubicBezTo>
                  <a:lnTo>
                    <a:pt x="4525" y="334"/>
                  </a:lnTo>
                  <a:cubicBezTo>
                    <a:pt x="4620" y="334"/>
                    <a:pt x="4716" y="239"/>
                    <a:pt x="4692" y="120"/>
                  </a:cubicBezTo>
                  <a:cubicBezTo>
                    <a:pt x="4692" y="72"/>
                    <a:pt x="4620" y="1"/>
                    <a:pt x="4525"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35" name="Google Shape;22935;p145"/>
          <p:cNvGrpSpPr/>
          <p:nvPr/>
        </p:nvGrpSpPr>
        <p:grpSpPr>
          <a:xfrm>
            <a:off x="3270158" y="1832851"/>
            <a:ext cx="357598" cy="228345"/>
            <a:chOff x="3270158" y="1985251"/>
            <a:chExt cx="357598" cy="228345"/>
          </a:xfrm>
        </p:grpSpPr>
        <p:sp>
          <p:nvSpPr>
            <p:cNvPr id="22936" name="Google Shape;22936;p145"/>
            <p:cNvSpPr/>
            <p:nvPr/>
          </p:nvSpPr>
          <p:spPr>
            <a:xfrm>
              <a:off x="3293363" y="1985251"/>
              <a:ext cx="312715" cy="209788"/>
            </a:xfrm>
            <a:custGeom>
              <a:avLst/>
              <a:gdLst/>
              <a:ahLst/>
              <a:cxnLst/>
              <a:rect l="l" t="t" r="r" b="b"/>
              <a:pathLst>
                <a:path w="9622" h="6455" extrusionOk="0">
                  <a:moveTo>
                    <a:pt x="406" y="0"/>
                  </a:moveTo>
                  <a:cubicBezTo>
                    <a:pt x="168" y="0"/>
                    <a:pt x="1" y="191"/>
                    <a:pt x="1" y="429"/>
                  </a:cubicBezTo>
                  <a:lnTo>
                    <a:pt x="1" y="6264"/>
                  </a:lnTo>
                  <a:lnTo>
                    <a:pt x="4764" y="6454"/>
                  </a:lnTo>
                  <a:lnTo>
                    <a:pt x="9622" y="6264"/>
                  </a:lnTo>
                  <a:lnTo>
                    <a:pt x="9622" y="429"/>
                  </a:lnTo>
                  <a:cubicBezTo>
                    <a:pt x="9574" y="215"/>
                    <a:pt x="9408" y="0"/>
                    <a:pt x="9193" y="0"/>
                  </a:cubicBezTo>
                  <a:close/>
                </a:path>
              </a:pathLst>
            </a:custGeom>
            <a:solidFill>
              <a:srgbClr val="E1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7" name="Google Shape;22937;p145"/>
            <p:cNvSpPr/>
            <p:nvPr/>
          </p:nvSpPr>
          <p:spPr>
            <a:xfrm>
              <a:off x="3316601" y="2008456"/>
              <a:ext cx="264713" cy="186583"/>
            </a:xfrm>
            <a:custGeom>
              <a:avLst/>
              <a:gdLst/>
              <a:ahLst/>
              <a:cxnLst/>
              <a:rect l="l" t="t" r="r" b="b"/>
              <a:pathLst>
                <a:path w="8145" h="5741" extrusionOk="0">
                  <a:moveTo>
                    <a:pt x="167" y="1"/>
                  </a:moveTo>
                  <a:cubicBezTo>
                    <a:pt x="96" y="1"/>
                    <a:pt x="0" y="96"/>
                    <a:pt x="0" y="191"/>
                  </a:cubicBezTo>
                  <a:lnTo>
                    <a:pt x="0" y="5550"/>
                  </a:lnTo>
                  <a:lnTo>
                    <a:pt x="3906" y="5740"/>
                  </a:lnTo>
                  <a:lnTo>
                    <a:pt x="8145" y="5550"/>
                  </a:lnTo>
                  <a:lnTo>
                    <a:pt x="8145" y="191"/>
                  </a:lnTo>
                  <a:cubicBezTo>
                    <a:pt x="8145" y="96"/>
                    <a:pt x="8073" y="1"/>
                    <a:pt x="7978"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8" name="Google Shape;22938;p145"/>
            <p:cNvSpPr/>
            <p:nvPr/>
          </p:nvSpPr>
          <p:spPr>
            <a:xfrm>
              <a:off x="3555768" y="2008456"/>
              <a:ext cx="27105" cy="180375"/>
            </a:xfrm>
            <a:custGeom>
              <a:avLst/>
              <a:gdLst/>
              <a:ahLst/>
              <a:cxnLst/>
              <a:rect l="l" t="t" r="r" b="b"/>
              <a:pathLst>
                <a:path w="834" h="5550" extrusionOk="0">
                  <a:moveTo>
                    <a:pt x="0" y="1"/>
                  </a:moveTo>
                  <a:cubicBezTo>
                    <a:pt x="71" y="1"/>
                    <a:pt x="167" y="96"/>
                    <a:pt x="167" y="191"/>
                  </a:cubicBezTo>
                  <a:lnTo>
                    <a:pt x="167" y="5550"/>
                  </a:lnTo>
                  <a:lnTo>
                    <a:pt x="834" y="5550"/>
                  </a:lnTo>
                  <a:lnTo>
                    <a:pt x="834" y="191"/>
                  </a:lnTo>
                  <a:cubicBezTo>
                    <a:pt x="834" y="96"/>
                    <a:pt x="738" y="1"/>
                    <a:pt x="643"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9" name="Google Shape;22939;p145"/>
            <p:cNvSpPr/>
            <p:nvPr/>
          </p:nvSpPr>
          <p:spPr>
            <a:xfrm>
              <a:off x="3571238" y="1985251"/>
              <a:ext cx="34840" cy="203580"/>
            </a:xfrm>
            <a:custGeom>
              <a:avLst/>
              <a:gdLst/>
              <a:ahLst/>
              <a:cxnLst/>
              <a:rect l="l" t="t" r="r" b="b"/>
              <a:pathLst>
                <a:path w="1072" h="6264" extrusionOk="0">
                  <a:moveTo>
                    <a:pt x="0" y="0"/>
                  </a:moveTo>
                  <a:cubicBezTo>
                    <a:pt x="238" y="0"/>
                    <a:pt x="405" y="191"/>
                    <a:pt x="405" y="429"/>
                  </a:cubicBezTo>
                  <a:lnTo>
                    <a:pt x="405" y="6264"/>
                  </a:lnTo>
                  <a:lnTo>
                    <a:pt x="1072" y="6264"/>
                  </a:lnTo>
                  <a:lnTo>
                    <a:pt x="1072" y="429"/>
                  </a:lnTo>
                  <a:cubicBezTo>
                    <a:pt x="1072" y="215"/>
                    <a:pt x="881" y="0"/>
                    <a:pt x="667"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0" name="Google Shape;22940;p145"/>
            <p:cNvSpPr/>
            <p:nvPr/>
          </p:nvSpPr>
          <p:spPr>
            <a:xfrm>
              <a:off x="3359923" y="2061886"/>
              <a:ext cx="46475" cy="130033"/>
            </a:xfrm>
            <a:custGeom>
              <a:avLst/>
              <a:gdLst/>
              <a:ahLst/>
              <a:cxnLst/>
              <a:rect l="l" t="t" r="r" b="b"/>
              <a:pathLst>
                <a:path w="1430" h="4001" extrusionOk="0">
                  <a:moveTo>
                    <a:pt x="144" y="0"/>
                  </a:moveTo>
                  <a:cubicBezTo>
                    <a:pt x="72" y="0"/>
                    <a:pt x="1" y="72"/>
                    <a:pt x="1" y="143"/>
                  </a:cubicBezTo>
                  <a:lnTo>
                    <a:pt x="1" y="953"/>
                  </a:lnTo>
                  <a:lnTo>
                    <a:pt x="215" y="1310"/>
                  </a:lnTo>
                  <a:lnTo>
                    <a:pt x="1" y="1619"/>
                  </a:lnTo>
                  <a:lnTo>
                    <a:pt x="1" y="3929"/>
                  </a:lnTo>
                  <a:lnTo>
                    <a:pt x="1430" y="4001"/>
                  </a:lnTo>
                  <a:lnTo>
                    <a:pt x="1096" y="0"/>
                  </a:ln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1" name="Google Shape;22941;p145"/>
            <p:cNvSpPr/>
            <p:nvPr/>
          </p:nvSpPr>
          <p:spPr>
            <a:xfrm>
              <a:off x="3460543" y="2082003"/>
              <a:ext cx="49563" cy="113035"/>
            </a:xfrm>
            <a:custGeom>
              <a:avLst/>
              <a:gdLst/>
              <a:ahLst/>
              <a:cxnLst/>
              <a:rect l="l" t="t" r="r" b="b"/>
              <a:pathLst>
                <a:path w="1525" h="3478" extrusionOk="0">
                  <a:moveTo>
                    <a:pt x="215" y="0"/>
                  </a:moveTo>
                  <a:lnTo>
                    <a:pt x="1" y="2263"/>
                  </a:lnTo>
                  <a:lnTo>
                    <a:pt x="215" y="3287"/>
                  </a:lnTo>
                  <a:lnTo>
                    <a:pt x="787" y="3477"/>
                  </a:lnTo>
                  <a:lnTo>
                    <a:pt x="1311" y="3287"/>
                  </a:lnTo>
                  <a:lnTo>
                    <a:pt x="1525" y="2215"/>
                  </a:lnTo>
                  <a:lnTo>
                    <a:pt x="1311" y="0"/>
                  </a:ln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2" name="Google Shape;22942;p145"/>
            <p:cNvSpPr/>
            <p:nvPr/>
          </p:nvSpPr>
          <p:spPr>
            <a:xfrm>
              <a:off x="3424956" y="2061886"/>
              <a:ext cx="42607" cy="127725"/>
            </a:xfrm>
            <a:custGeom>
              <a:avLst/>
              <a:gdLst/>
              <a:ahLst/>
              <a:cxnLst/>
              <a:rect l="l" t="t" r="r" b="b"/>
              <a:pathLst>
                <a:path w="1311" h="3930" extrusionOk="0">
                  <a:moveTo>
                    <a:pt x="0" y="0"/>
                  </a:moveTo>
                  <a:lnTo>
                    <a:pt x="143" y="3929"/>
                  </a:lnTo>
                  <a:lnTo>
                    <a:pt x="1310" y="3906"/>
                  </a:lnTo>
                  <a:lnTo>
                    <a:pt x="1310" y="1596"/>
                  </a:lnTo>
                  <a:lnTo>
                    <a:pt x="1096" y="1286"/>
                  </a:lnTo>
                  <a:lnTo>
                    <a:pt x="1310" y="953"/>
                  </a:lnTo>
                  <a:lnTo>
                    <a:pt x="1310" y="143"/>
                  </a:lnTo>
                  <a:cubicBezTo>
                    <a:pt x="1310" y="72"/>
                    <a:pt x="1239" y="0"/>
                    <a:pt x="1167" y="0"/>
                  </a:cubicBezTo>
                  <a:close/>
                </a:path>
              </a:pathLst>
            </a:custGeom>
            <a:solidFill>
              <a:srgbClr val="D5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3" name="Google Shape;22943;p145"/>
            <p:cNvSpPr/>
            <p:nvPr/>
          </p:nvSpPr>
          <p:spPr>
            <a:xfrm>
              <a:off x="3503118" y="2051031"/>
              <a:ext cx="35653" cy="144008"/>
            </a:xfrm>
            <a:custGeom>
              <a:avLst/>
              <a:gdLst/>
              <a:ahLst/>
              <a:cxnLst/>
              <a:rect l="l" t="t" r="r" b="b"/>
              <a:pathLst>
                <a:path w="1097" h="4431" extrusionOk="0">
                  <a:moveTo>
                    <a:pt x="191" y="1"/>
                  </a:moveTo>
                  <a:cubicBezTo>
                    <a:pt x="96" y="1"/>
                    <a:pt x="24" y="72"/>
                    <a:pt x="24" y="167"/>
                  </a:cubicBezTo>
                  <a:lnTo>
                    <a:pt x="24" y="834"/>
                  </a:lnTo>
                  <a:lnTo>
                    <a:pt x="239" y="1263"/>
                  </a:lnTo>
                  <a:lnTo>
                    <a:pt x="24" y="1477"/>
                  </a:lnTo>
                  <a:lnTo>
                    <a:pt x="1" y="4240"/>
                  </a:lnTo>
                  <a:lnTo>
                    <a:pt x="715" y="4430"/>
                  </a:lnTo>
                  <a:lnTo>
                    <a:pt x="1096" y="4240"/>
                  </a:lnTo>
                  <a:lnTo>
                    <a:pt x="1096" y="1453"/>
                  </a:lnTo>
                  <a:lnTo>
                    <a:pt x="906" y="1191"/>
                  </a:lnTo>
                  <a:lnTo>
                    <a:pt x="1096" y="834"/>
                  </a:lnTo>
                  <a:lnTo>
                    <a:pt x="1096" y="167"/>
                  </a:lnTo>
                  <a:cubicBezTo>
                    <a:pt x="1096" y="72"/>
                    <a:pt x="1048" y="1"/>
                    <a:pt x="953" y="1"/>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4" name="Google Shape;22944;p145"/>
            <p:cNvSpPr/>
            <p:nvPr/>
          </p:nvSpPr>
          <p:spPr>
            <a:xfrm>
              <a:off x="3359923" y="2092826"/>
              <a:ext cx="42607" cy="20150"/>
            </a:xfrm>
            <a:custGeom>
              <a:avLst/>
              <a:gdLst/>
              <a:ahLst/>
              <a:cxnLst/>
              <a:rect l="l" t="t" r="r" b="b"/>
              <a:pathLst>
                <a:path w="1311" h="620" extrusionOk="0">
                  <a:moveTo>
                    <a:pt x="1" y="1"/>
                  </a:moveTo>
                  <a:lnTo>
                    <a:pt x="1" y="620"/>
                  </a:lnTo>
                  <a:lnTo>
                    <a:pt x="1096" y="620"/>
                  </a:lnTo>
                  <a:lnTo>
                    <a:pt x="1311" y="310"/>
                  </a:lnTo>
                  <a:lnTo>
                    <a:pt x="1096"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5" name="Google Shape;22945;p145"/>
            <p:cNvSpPr/>
            <p:nvPr/>
          </p:nvSpPr>
          <p:spPr>
            <a:xfrm>
              <a:off x="3424956" y="2093606"/>
              <a:ext cx="42607" cy="19370"/>
            </a:xfrm>
            <a:custGeom>
              <a:avLst/>
              <a:gdLst/>
              <a:ahLst/>
              <a:cxnLst/>
              <a:rect l="l" t="t" r="r" b="b"/>
              <a:pathLst>
                <a:path w="1311" h="596" extrusionOk="0">
                  <a:moveTo>
                    <a:pt x="215" y="0"/>
                  </a:moveTo>
                  <a:lnTo>
                    <a:pt x="0" y="310"/>
                  </a:lnTo>
                  <a:lnTo>
                    <a:pt x="215" y="596"/>
                  </a:lnTo>
                  <a:lnTo>
                    <a:pt x="1310" y="596"/>
                  </a:lnTo>
                  <a:lnTo>
                    <a:pt x="1310"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6" name="Google Shape;22946;p145"/>
            <p:cNvSpPr/>
            <p:nvPr/>
          </p:nvSpPr>
          <p:spPr>
            <a:xfrm>
              <a:off x="3467531" y="2120678"/>
              <a:ext cx="35620" cy="20930"/>
            </a:xfrm>
            <a:custGeom>
              <a:avLst/>
              <a:gdLst/>
              <a:ahLst/>
              <a:cxnLst/>
              <a:rect l="l" t="t" r="r" b="b"/>
              <a:pathLst>
                <a:path w="1096" h="644" extrusionOk="0">
                  <a:moveTo>
                    <a:pt x="0" y="1"/>
                  </a:moveTo>
                  <a:lnTo>
                    <a:pt x="0" y="644"/>
                  </a:lnTo>
                  <a:lnTo>
                    <a:pt x="1096" y="644"/>
                  </a:lnTo>
                  <a:lnTo>
                    <a:pt x="1096"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7" name="Google Shape;22947;p145"/>
            <p:cNvSpPr/>
            <p:nvPr/>
          </p:nvSpPr>
          <p:spPr>
            <a:xfrm>
              <a:off x="3503118" y="2078136"/>
              <a:ext cx="35653" cy="20930"/>
            </a:xfrm>
            <a:custGeom>
              <a:avLst/>
              <a:gdLst/>
              <a:ahLst/>
              <a:cxnLst/>
              <a:rect l="l" t="t" r="r" b="b"/>
              <a:pathLst>
                <a:path w="1097" h="644" extrusionOk="0">
                  <a:moveTo>
                    <a:pt x="1" y="0"/>
                  </a:moveTo>
                  <a:lnTo>
                    <a:pt x="1" y="643"/>
                  </a:lnTo>
                  <a:lnTo>
                    <a:pt x="1096" y="643"/>
                  </a:lnTo>
                  <a:lnTo>
                    <a:pt x="109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8" name="Google Shape;22948;p145"/>
            <p:cNvSpPr/>
            <p:nvPr/>
          </p:nvSpPr>
          <p:spPr>
            <a:xfrm>
              <a:off x="3395543" y="2051031"/>
              <a:ext cx="34872" cy="145535"/>
            </a:xfrm>
            <a:custGeom>
              <a:avLst/>
              <a:gdLst/>
              <a:ahLst/>
              <a:cxnLst/>
              <a:rect l="l" t="t" r="r" b="b"/>
              <a:pathLst>
                <a:path w="1073" h="4478" extrusionOk="0">
                  <a:moveTo>
                    <a:pt x="167" y="1"/>
                  </a:moveTo>
                  <a:cubicBezTo>
                    <a:pt x="72" y="1"/>
                    <a:pt x="0" y="72"/>
                    <a:pt x="0" y="167"/>
                  </a:cubicBezTo>
                  <a:lnTo>
                    <a:pt x="0" y="834"/>
                  </a:lnTo>
                  <a:lnTo>
                    <a:pt x="215" y="1310"/>
                  </a:lnTo>
                  <a:lnTo>
                    <a:pt x="0" y="1477"/>
                  </a:lnTo>
                  <a:lnTo>
                    <a:pt x="0" y="4263"/>
                  </a:lnTo>
                  <a:lnTo>
                    <a:pt x="548" y="4478"/>
                  </a:lnTo>
                  <a:lnTo>
                    <a:pt x="1072" y="4263"/>
                  </a:lnTo>
                  <a:lnTo>
                    <a:pt x="1072" y="1501"/>
                  </a:lnTo>
                  <a:lnTo>
                    <a:pt x="882" y="1191"/>
                  </a:lnTo>
                  <a:lnTo>
                    <a:pt x="1072" y="882"/>
                  </a:lnTo>
                  <a:lnTo>
                    <a:pt x="1072" y="167"/>
                  </a:lnTo>
                  <a:cubicBezTo>
                    <a:pt x="1072" y="72"/>
                    <a:pt x="1024" y="1"/>
                    <a:pt x="929" y="1"/>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9" name="Google Shape;22949;p145"/>
            <p:cNvSpPr/>
            <p:nvPr/>
          </p:nvSpPr>
          <p:spPr>
            <a:xfrm>
              <a:off x="3395543" y="2078136"/>
              <a:ext cx="36400" cy="20930"/>
            </a:xfrm>
            <a:custGeom>
              <a:avLst/>
              <a:gdLst/>
              <a:ahLst/>
              <a:cxnLst/>
              <a:rect l="l" t="t" r="r" b="b"/>
              <a:pathLst>
                <a:path w="1120" h="644" extrusionOk="0">
                  <a:moveTo>
                    <a:pt x="0" y="0"/>
                  </a:moveTo>
                  <a:lnTo>
                    <a:pt x="0" y="643"/>
                  </a:lnTo>
                  <a:lnTo>
                    <a:pt x="1120" y="643"/>
                  </a:lnTo>
                  <a:lnTo>
                    <a:pt x="1120"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0" name="Google Shape;22950;p145"/>
            <p:cNvSpPr/>
            <p:nvPr/>
          </p:nvSpPr>
          <p:spPr>
            <a:xfrm>
              <a:off x="3270158" y="2188798"/>
              <a:ext cx="357598" cy="24797"/>
            </a:xfrm>
            <a:custGeom>
              <a:avLst/>
              <a:gdLst/>
              <a:ahLst/>
              <a:cxnLst/>
              <a:rect l="l" t="t" r="r" b="b"/>
              <a:pathLst>
                <a:path w="11003" h="763" extrusionOk="0">
                  <a:moveTo>
                    <a:pt x="143" y="1"/>
                  </a:moveTo>
                  <a:cubicBezTo>
                    <a:pt x="48" y="1"/>
                    <a:pt x="0" y="48"/>
                    <a:pt x="0" y="144"/>
                  </a:cubicBezTo>
                  <a:lnTo>
                    <a:pt x="0" y="453"/>
                  </a:lnTo>
                  <a:cubicBezTo>
                    <a:pt x="0" y="620"/>
                    <a:pt x="143" y="763"/>
                    <a:pt x="334" y="763"/>
                  </a:cubicBezTo>
                  <a:lnTo>
                    <a:pt x="4525" y="763"/>
                  </a:lnTo>
                  <a:lnTo>
                    <a:pt x="5502" y="572"/>
                  </a:lnTo>
                  <a:lnTo>
                    <a:pt x="6478" y="763"/>
                  </a:lnTo>
                  <a:lnTo>
                    <a:pt x="10693" y="763"/>
                  </a:lnTo>
                  <a:cubicBezTo>
                    <a:pt x="10860" y="763"/>
                    <a:pt x="11003" y="620"/>
                    <a:pt x="11003" y="453"/>
                  </a:cubicBezTo>
                  <a:lnTo>
                    <a:pt x="11003" y="144"/>
                  </a:lnTo>
                  <a:cubicBezTo>
                    <a:pt x="11003" y="48"/>
                    <a:pt x="10955" y="1"/>
                    <a:pt x="10860" y="1"/>
                  </a:cubicBezTo>
                  <a:lnTo>
                    <a:pt x="6478" y="1"/>
                  </a:lnTo>
                  <a:lnTo>
                    <a:pt x="5502" y="215"/>
                  </a:lnTo>
                  <a:lnTo>
                    <a:pt x="4525" y="1"/>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1" name="Google Shape;22951;p145"/>
            <p:cNvSpPr/>
            <p:nvPr/>
          </p:nvSpPr>
          <p:spPr>
            <a:xfrm>
              <a:off x="3596003" y="2188798"/>
              <a:ext cx="31753" cy="24797"/>
            </a:xfrm>
            <a:custGeom>
              <a:avLst/>
              <a:gdLst/>
              <a:ahLst/>
              <a:cxnLst/>
              <a:rect l="l" t="t" r="r" b="b"/>
              <a:pathLst>
                <a:path w="977" h="763" extrusionOk="0">
                  <a:moveTo>
                    <a:pt x="191" y="1"/>
                  </a:moveTo>
                  <a:cubicBezTo>
                    <a:pt x="262" y="1"/>
                    <a:pt x="334" y="48"/>
                    <a:pt x="334" y="144"/>
                  </a:cubicBezTo>
                  <a:lnTo>
                    <a:pt x="334" y="453"/>
                  </a:lnTo>
                  <a:cubicBezTo>
                    <a:pt x="334" y="620"/>
                    <a:pt x="191" y="763"/>
                    <a:pt x="0" y="763"/>
                  </a:cubicBezTo>
                  <a:lnTo>
                    <a:pt x="643" y="763"/>
                  </a:lnTo>
                  <a:cubicBezTo>
                    <a:pt x="834" y="763"/>
                    <a:pt x="977" y="620"/>
                    <a:pt x="977" y="453"/>
                  </a:cubicBezTo>
                  <a:lnTo>
                    <a:pt x="977" y="144"/>
                  </a:lnTo>
                  <a:cubicBezTo>
                    <a:pt x="977" y="48"/>
                    <a:pt x="929" y="1"/>
                    <a:pt x="834" y="1"/>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2" name="Google Shape;22952;p145"/>
            <p:cNvSpPr/>
            <p:nvPr/>
          </p:nvSpPr>
          <p:spPr>
            <a:xfrm>
              <a:off x="3418001" y="2188798"/>
              <a:ext cx="62725" cy="24017"/>
            </a:xfrm>
            <a:custGeom>
              <a:avLst/>
              <a:gdLst/>
              <a:ahLst/>
              <a:cxnLst/>
              <a:rect l="l" t="t" r="r" b="b"/>
              <a:pathLst>
                <a:path w="1930" h="739" extrusionOk="0">
                  <a:moveTo>
                    <a:pt x="0" y="1"/>
                  </a:moveTo>
                  <a:lnTo>
                    <a:pt x="0" y="739"/>
                  </a:lnTo>
                  <a:lnTo>
                    <a:pt x="1929" y="739"/>
                  </a:lnTo>
                  <a:lnTo>
                    <a:pt x="1929" y="1"/>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3" name="Google Shape;22953;p145"/>
            <p:cNvSpPr/>
            <p:nvPr/>
          </p:nvSpPr>
          <p:spPr>
            <a:xfrm>
              <a:off x="3459796" y="2188798"/>
              <a:ext cx="20930" cy="24017"/>
            </a:xfrm>
            <a:custGeom>
              <a:avLst/>
              <a:gdLst/>
              <a:ahLst/>
              <a:cxnLst/>
              <a:rect l="l" t="t" r="r" b="b"/>
              <a:pathLst>
                <a:path w="644" h="739" extrusionOk="0">
                  <a:moveTo>
                    <a:pt x="0" y="1"/>
                  </a:moveTo>
                  <a:lnTo>
                    <a:pt x="0" y="739"/>
                  </a:lnTo>
                  <a:lnTo>
                    <a:pt x="643" y="739"/>
                  </a:lnTo>
                  <a:lnTo>
                    <a:pt x="643" y="1"/>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54" name="Google Shape;22954;p145"/>
          <p:cNvGrpSpPr/>
          <p:nvPr/>
        </p:nvGrpSpPr>
        <p:grpSpPr>
          <a:xfrm>
            <a:off x="4026336" y="1811173"/>
            <a:ext cx="358378" cy="272480"/>
            <a:chOff x="4026336" y="1963573"/>
            <a:chExt cx="358378" cy="272480"/>
          </a:xfrm>
        </p:grpSpPr>
        <p:sp>
          <p:nvSpPr>
            <p:cNvPr id="22955" name="Google Shape;22955;p145"/>
            <p:cNvSpPr/>
            <p:nvPr/>
          </p:nvSpPr>
          <p:spPr>
            <a:xfrm>
              <a:off x="4048761" y="2008456"/>
              <a:ext cx="312715" cy="210567"/>
            </a:xfrm>
            <a:custGeom>
              <a:avLst/>
              <a:gdLst/>
              <a:ahLst/>
              <a:cxnLst/>
              <a:rect l="l" t="t" r="r" b="b"/>
              <a:pathLst>
                <a:path w="9622" h="6479" extrusionOk="0">
                  <a:moveTo>
                    <a:pt x="430" y="1"/>
                  </a:moveTo>
                  <a:cubicBezTo>
                    <a:pt x="191" y="1"/>
                    <a:pt x="1" y="191"/>
                    <a:pt x="1" y="430"/>
                  </a:cubicBezTo>
                  <a:lnTo>
                    <a:pt x="1" y="6264"/>
                  </a:lnTo>
                  <a:lnTo>
                    <a:pt x="4788" y="6478"/>
                  </a:lnTo>
                  <a:lnTo>
                    <a:pt x="9598" y="6264"/>
                  </a:lnTo>
                  <a:lnTo>
                    <a:pt x="9598" y="430"/>
                  </a:lnTo>
                  <a:cubicBezTo>
                    <a:pt x="9622" y="191"/>
                    <a:pt x="9431" y="1"/>
                    <a:pt x="9193"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6" name="Google Shape;22956;p145"/>
            <p:cNvSpPr/>
            <p:nvPr/>
          </p:nvSpPr>
          <p:spPr>
            <a:xfrm>
              <a:off x="4071998" y="2031693"/>
              <a:ext cx="265493" cy="187330"/>
            </a:xfrm>
            <a:custGeom>
              <a:avLst/>
              <a:gdLst/>
              <a:ahLst/>
              <a:cxnLst/>
              <a:rect l="l" t="t" r="r" b="b"/>
              <a:pathLst>
                <a:path w="8169" h="5764" extrusionOk="0">
                  <a:moveTo>
                    <a:pt x="191" y="0"/>
                  </a:moveTo>
                  <a:cubicBezTo>
                    <a:pt x="96" y="0"/>
                    <a:pt x="0" y="96"/>
                    <a:pt x="0" y="191"/>
                  </a:cubicBezTo>
                  <a:lnTo>
                    <a:pt x="0" y="5549"/>
                  </a:lnTo>
                  <a:lnTo>
                    <a:pt x="4168" y="5763"/>
                  </a:lnTo>
                  <a:lnTo>
                    <a:pt x="8169" y="5549"/>
                  </a:lnTo>
                  <a:lnTo>
                    <a:pt x="8169" y="191"/>
                  </a:lnTo>
                  <a:cubicBezTo>
                    <a:pt x="8169" y="96"/>
                    <a:pt x="8073" y="0"/>
                    <a:pt x="7978" y="0"/>
                  </a:cubicBez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7" name="Google Shape;22957;p145"/>
            <p:cNvSpPr/>
            <p:nvPr/>
          </p:nvSpPr>
          <p:spPr>
            <a:xfrm>
              <a:off x="4315059" y="2031693"/>
              <a:ext cx="27138" cy="180375"/>
            </a:xfrm>
            <a:custGeom>
              <a:avLst/>
              <a:gdLst/>
              <a:ahLst/>
              <a:cxnLst/>
              <a:rect l="l" t="t" r="r" b="b"/>
              <a:pathLst>
                <a:path w="835" h="5550" extrusionOk="0">
                  <a:moveTo>
                    <a:pt x="1" y="0"/>
                  </a:moveTo>
                  <a:cubicBezTo>
                    <a:pt x="96" y="0"/>
                    <a:pt x="168" y="96"/>
                    <a:pt x="168" y="191"/>
                  </a:cubicBezTo>
                  <a:lnTo>
                    <a:pt x="168" y="5549"/>
                  </a:lnTo>
                  <a:lnTo>
                    <a:pt x="834" y="5549"/>
                  </a:lnTo>
                  <a:lnTo>
                    <a:pt x="834" y="191"/>
                  </a:lnTo>
                  <a:cubicBezTo>
                    <a:pt x="834" y="96"/>
                    <a:pt x="739" y="0"/>
                    <a:pt x="644" y="0"/>
                  </a:cubicBezTo>
                  <a:close/>
                </a:path>
              </a:pathLst>
            </a:custGeom>
            <a:solidFill>
              <a:srgbClr val="9CA7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8" name="Google Shape;22958;p145"/>
            <p:cNvSpPr/>
            <p:nvPr/>
          </p:nvSpPr>
          <p:spPr>
            <a:xfrm>
              <a:off x="4326636" y="2007708"/>
              <a:ext cx="34840" cy="209755"/>
            </a:xfrm>
            <a:custGeom>
              <a:avLst/>
              <a:gdLst/>
              <a:ahLst/>
              <a:cxnLst/>
              <a:rect l="l" t="t" r="r" b="b"/>
              <a:pathLst>
                <a:path w="1072" h="6454" extrusionOk="0">
                  <a:moveTo>
                    <a:pt x="0" y="0"/>
                  </a:moveTo>
                  <a:cubicBezTo>
                    <a:pt x="238" y="0"/>
                    <a:pt x="405" y="191"/>
                    <a:pt x="405" y="429"/>
                  </a:cubicBezTo>
                  <a:lnTo>
                    <a:pt x="405" y="6263"/>
                  </a:lnTo>
                  <a:lnTo>
                    <a:pt x="762" y="6454"/>
                  </a:lnTo>
                  <a:lnTo>
                    <a:pt x="1072" y="6263"/>
                  </a:lnTo>
                  <a:lnTo>
                    <a:pt x="1072" y="429"/>
                  </a:lnTo>
                  <a:cubicBezTo>
                    <a:pt x="1072" y="191"/>
                    <a:pt x="881" y="0"/>
                    <a:pt x="643"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9" name="Google Shape;22959;p145"/>
            <p:cNvSpPr/>
            <p:nvPr/>
          </p:nvSpPr>
          <p:spPr>
            <a:xfrm>
              <a:off x="4116881" y="1963573"/>
              <a:ext cx="178035" cy="255450"/>
            </a:xfrm>
            <a:custGeom>
              <a:avLst/>
              <a:gdLst/>
              <a:ahLst/>
              <a:cxnLst/>
              <a:rect l="l" t="t" r="r" b="b"/>
              <a:pathLst>
                <a:path w="5478" h="7860" extrusionOk="0">
                  <a:moveTo>
                    <a:pt x="191" y="1"/>
                  </a:moveTo>
                  <a:cubicBezTo>
                    <a:pt x="72" y="1"/>
                    <a:pt x="1" y="72"/>
                    <a:pt x="1" y="191"/>
                  </a:cubicBezTo>
                  <a:lnTo>
                    <a:pt x="1" y="7645"/>
                  </a:lnTo>
                  <a:lnTo>
                    <a:pt x="2739" y="7859"/>
                  </a:lnTo>
                  <a:lnTo>
                    <a:pt x="5478" y="7645"/>
                  </a:lnTo>
                  <a:lnTo>
                    <a:pt x="5430" y="191"/>
                  </a:lnTo>
                  <a:cubicBezTo>
                    <a:pt x="5430" y="72"/>
                    <a:pt x="5359" y="1"/>
                    <a:pt x="5240"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0" name="Google Shape;22960;p145"/>
            <p:cNvSpPr/>
            <p:nvPr/>
          </p:nvSpPr>
          <p:spPr>
            <a:xfrm>
              <a:off x="4266452" y="1963573"/>
              <a:ext cx="29445" cy="248495"/>
            </a:xfrm>
            <a:custGeom>
              <a:avLst/>
              <a:gdLst/>
              <a:ahLst/>
              <a:cxnLst/>
              <a:rect l="l" t="t" r="r" b="b"/>
              <a:pathLst>
                <a:path w="906" h="7646" extrusionOk="0">
                  <a:moveTo>
                    <a:pt x="1" y="1"/>
                  </a:moveTo>
                  <a:cubicBezTo>
                    <a:pt x="120" y="1"/>
                    <a:pt x="215" y="72"/>
                    <a:pt x="215" y="191"/>
                  </a:cubicBezTo>
                  <a:lnTo>
                    <a:pt x="215" y="7645"/>
                  </a:lnTo>
                  <a:lnTo>
                    <a:pt x="858" y="7645"/>
                  </a:lnTo>
                  <a:lnTo>
                    <a:pt x="858" y="191"/>
                  </a:lnTo>
                  <a:cubicBezTo>
                    <a:pt x="906" y="72"/>
                    <a:pt x="787" y="1"/>
                    <a:pt x="668"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1" name="Google Shape;22961;p145"/>
            <p:cNvSpPr/>
            <p:nvPr/>
          </p:nvSpPr>
          <p:spPr>
            <a:xfrm>
              <a:off x="4145513" y="1995326"/>
              <a:ext cx="22490" cy="22458"/>
            </a:xfrm>
            <a:custGeom>
              <a:avLst/>
              <a:gdLst/>
              <a:ahLst/>
              <a:cxnLst/>
              <a:rect l="l" t="t" r="r" b="b"/>
              <a:pathLst>
                <a:path w="692" h="691" extrusionOk="0">
                  <a:moveTo>
                    <a:pt x="120" y="0"/>
                  </a:moveTo>
                  <a:cubicBezTo>
                    <a:pt x="72" y="0"/>
                    <a:pt x="1" y="48"/>
                    <a:pt x="1" y="119"/>
                  </a:cubicBezTo>
                  <a:lnTo>
                    <a:pt x="1" y="572"/>
                  </a:lnTo>
                  <a:cubicBezTo>
                    <a:pt x="1" y="619"/>
                    <a:pt x="72" y="691"/>
                    <a:pt x="120" y="691"/>
                  </a:cubicBezTo>
                  <a:lnTo>
                    <a:pt x="572" y="691"/>
                  </a:lnTo>
                  <a:cubicBezTo>
                    <a:pt x="620" y="691"/>
                    <a:pt x="691" y="619"/>
                    <a:pt x="691" y="572"/>
                  </a:cubicBezTo>
                  <a:lnTo>
                    <a:pt x="691" y="119"/>
                  </a:lnTo>
                  <a:cubicBezTo>
                    <a:pt x="691" y="48"/>
                    <a:pt x="620" y="0"/>
                    <a:pt x="572" y="0"/>
                  </a:cubicBezTo>
                  <a:close/>
                </a:path>
              </a:pathLst>
            </a:custGeom>
            <a:solidFill>
              <a:srgbClr val="DF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2" name="Google Shape;22962;p145"/>
            <p:cNvSpPr/>
            <p:nvPr/>
          </p:nvSpPr>
          <p:spPr>
            <a:xfrm>
              <a:off x="4145513" y="2050251"/>
              <a:ext cx="22490" cy="22490"/>
            </a:xfrm>
            <a:custGeom>
              <a:avLst/>
              <a:gdLst/>
              <a:ahLst/>
              <a:cxnLst/>
              <a:rect l="l" t="t" r="r" b="b"/>
              <a:pathLst>
                <a:path w="692" h="692" extrusionOk="0">
                  <a:moveTo>
                    <a:pt x="120" y="1"/>
                  </a:moveTo>
                  <a:cubicBezTo>
                    <a:pt x="72" y="1"/>
                    <a:pt x="1" y="72"/>
                    <a:pt x="1" y="120"/>
                  </a:cubicBezTo>
                  <a:lnTo>
                    <a:pt x="1" y="572"/>
                  </a:lnTo>
                  <a:cubicBezTo>
                    <a:pt x="1" y="620"/>
                    <a:pt x="72" y="691"/>
                    <a:pt x="120" y="691"/>
                  </a:cubicBezTo>
                  <a:lnTo>
                    <a:pt x="572" y="691"/>
                  </a:lnTo>
                  <a:cubicBezTo>
                    <a:pt x="620" y="691"/>
                    <a:pt x="691" y="620"/>
                    <a:pt x="691" y="572"/>
                  </a:cubicBezTo>
                  <a:lnTo>
                    <a:pt x="691" y="120"/>
                  </a:lnTo>
                  <a:cubicBezTo>
                    <a:pt x="691" y="48"/>
                    <a:pt x="620" y="1"/>
                    <a:pt x="572" y="1"/>
                  </a:cubicBezTo>
                  <a:close/>
                </a:path>
              </a:pathLst>
            </a:custGeom>
            <a:solidFill>
              <a:srgbClr val="DF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3" name="Google Shape;22963;p145"/>
            <p:cNvSpPr/>
            <p:nvPr/>
          </p:nvSpPr>
          <p:spPr>
            <a:xfrm>
              <a:off x="4145513" y="2104428"/>
              <a:ext cx="22490" cy="22490"/>
            </a:xfrm>
            <a:custGeom>
              <a:avLst/>
              <a:gdLst/>
              <a:ahLst/>
              <a:cxnLst/>
              <a:rect l="l" t="t" r="r" b="b"/>
              <a:pathLst>
                <a:path w="692" h="692" extrusionOk="0">
                  <a:moveTo>
                    <a:pt x="120" y="1"/>
                  </a:moveTo>
                  <a:cubicBezTo>
                    <a:pt x="72" y="1"/>
                    <a:pt x="1" y="72"/>
                    <a:pt x="1" y="120"/>
                  </a:cubicBezTo>
                  <a:lnTo>
                    <a:pt x="1" y="572"/>
                  </a:lnTo>
                  <a:cubicBezTo>
                    <a:pt x="1" y="620"/>
                    <a:pt x="72" y="691"/>
                    <a:pt x="120" y="691"/>
                  </a:cubicBezTo>
                  <a:lnTo>
                    <a:pt x="572" y="691"/>
                  </a:lnTo>
                  <a:cubicBezTo>
                    <a:pt x="620" y="691"/>
                    <a:pt x="691" y="620"/>
                    <a:pt x="691" y="572"/>
                  </a:cubicBezTo>
                  <a:lnTo>
                    <a:pt x="691" y="120"/>
                  </a:lnTo>
                  <a:cubicBezTo>
                    <a:pt x="691" y="72"/>
                    <a:pt x="620" y="1"/>
                    <a:pt x="572" y="1"/>
                  </a:cubicBezTo>
                  <a:close/>
                </a:path>
              </a:pathLst>
            </a:custGeom>
            <a:solidFill>
              <a:srgbClr val="DF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4" name="Google Shape;22964;p145"/>
            <p:cNvSpPr/>
            <p:nvPr/>
          </p:nvSpPr>
          <p:spPr>
            <a:xfrm>
              <a:off x="4145513" y="2158606"/>
              <a:ext cx="22490" cy="23270"/>
            </a:xfrm>
            <a:custGeom>
              <a:avLst/>
              <a:gdLst/>
              <a:ahLst/>
              <a:cxnLst/>
              <a:rect l="l" t="t" r="r" b="b"/>
              <a:pathLst>
                <a:path w="692" h="716" extrusionOk="0">
                  <a:moveTo>
                    <a:pt x="120" y="1"/>
                  </a:moveTo>
                  <a:cubicBezTo>
                    <a:pt x="72" y="1"/>
                    <a:pt x="1" y="72"/>
                    <a:pt x="1" y="120"/>
                  </a:cubicBezTo>
                  <a:lnTo>
                    <a:pt x="1" y="596"/>
                  </a:lnTo>
                  <a:cubicBezTo>
                    <a:pt x="1" y="668"/>
                    <a:pt x="72" y="715"/>
                    <a:pt x="120" y="715"/>
                  </a:cubicBezTo>
                  <a:lnTo>
                    <a:pt x="572" y="715"/>
                  </a:lnTo>
                  <a:cubicBezTo>
                    <a:pt x="620" y="715"/>
                    <a:pt x="691" y="668"/>
                    <a:pt x="691" y="572"/>
                  </a:cubicBezTo>
                  <a:lnTo>
                    <a:pt x="691" y="120"/>
                  </a:lnTo>
                  <a:cubicBezTo>
                    <a:pt x="691" y="72"/>
                    <a:pt x="620" y="1"/>
                    <a:pt x="572" y="1"/>
                  </a:cubicBezTo>
                  <a:close/>
                </a:path>
              </a:pathLst>
            </a:custGeom>
            <a:solidFill>
              <a:srgbClr val="DF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5" name="Google Shape;22965;p145"/>
            <p:cNvSpPr/>
            <p:nvPr/>
          </p:nvSpPr>
          <p:spPr>
            <a:xfrm>
              <a:off x="4181133" y="1992206"/>
              <a:ext cx="79755" cy="10108"/>
            </a:xfrm>
            <a:custGeom>
              <a:avLst/>
              <a:gdLst/>
              <a:ahLst/>
              <a:cxnLst/>
              <a:rect l="l" t="t" r="r" b="b"/>
              <a:pathLst>
                <a:path w="2454" h="311" extrusionOk="0">
                  <a:moveTo>
                    <a:pt x="191" y="1"/>
                  </a:moveTo>
                  <a:cubicBezTo>
                    <a:pt x="95" y="1"/>
                    <a:pt x="0" y="96"/>
                    <a:pt x="48" y="191"/>
                  </a:cubicBezTo>
                  <a:cubicBezTo>
                    <a:pt x="72" y="263"/>
                    <a:pt x="119" y="310"/>
                    <a:pt x="191" y="310"/>
                  </a:cubicBezTo>
                  <a:lnTo>
                    <a:pt x="2310" y="310"/>
                  </a:lnTo>
                  <a:cubicBezTo>
                    <a:pt x="2382" y="310"/>
                    <a:pt x="2453" y="215"/>
                    <a:pt x="2453" y="120"/>
                  </a:cubicBezTo>
                  <a:cubicBezTo>
                    <a:pt x="2429" y="25"/>
                    <a:pt x="2358" y="1"/>
                    <a:pt x="2310"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6" name="Google Shape;22966;p145"/>
            <p:cNvSpPr/>
            <p:nvPr/>
          </p:nvSpPr>
          <p:spPr>
            <a:xfrm>
              <a:off x="4181133" y="2008456"/>
              <a:ext cx="28665" cy="10108"/>
            </a:xfrm>
            <a:custGeom>
              <a:avLst/>
              <a:gdLst/>
              <a:ahLst/>
              <a:cxnLst/>
              <a:rect l="l" t="t" r="r" b="b"/>
              <a:pathLst>
                <a:path w="882" h="311" extrusionOk="0">
                  <a:moveTo>
                    <a:pt x="191" y="1"/>
                  </a:moveTo>
                  <a:cubicBezTo>
                    <a:pt x="95" y="1"/>
                    <a:pt x="0" y="96"/>
                    <a:pt x="48" y="191"/>
                  </a:cubicBezTo>
                  <a:cubicBezTo>
                    <a:pt x="72" y="287"/>
                    <a:pt x="119" y="310"/>
                    <a:pt x="191" y="310"/>
                  </a:cubicBezTo>
                  <a:lnTo>
                    <a:pt x="715" y="310"/>
                  </a:lnTo>
                  <a:cubicBezTo>
                    <a:pt x="810" y="310"/>
                    <a:pt x="881" y="215"/>
                    <a:pt x="881" y="120"/>
                  </a:cubicBezTo>
                  <a:cubicBezTo>
                    <a:pt x="834" y="49"/>
                    <a:pt x="786" y="1"/>
                    <a:pt x="715"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7" name="Google Shape;22967;p145"/>
            <p:cNvSpPr/>
            <p:nvPr/>
          </p:nvSpPr>
          <p:spPr>
            <a:xfrm>
              <a:off x="4181133" y="2047163"/>
              <a:ext cx="79755" cy="10108"/>
            </a:xfrm>
            <a:custGeom>
              <a:avLst/>
              <a:gdLst/>
              <a:ahLst/>
              <a:cxnLst/>
              <a:rect l="l" t="t" r="r" b="b"/>
              <a:pathLst>
                <a:path w="2454" h="311" extrusionOk="0">
                  <a:moveTo>
                    <a:pt x="191" y="1"/>
                  </a:moveTo>
                  <a:cubicBezTo>
                    <a:pt x="95" y="1"/>
                    <a:pt x="0" y="96"/>
                    <a:pt x="48" y="191"/>
                  </a:cubicBezTo>
                  <a:cubicBezTo>
                    <a:pt x="72" y="286"/>
                    <a:pt x="119" y="310"/>
                    <a:pt x="191" y="310"/>
                  </a:cubicBezTo>
                  <a:lnTo>
                    <a:pt x="2310" y="310"/>
                  </a:lnTo>
                  <a:cubicBezTo>
                    <a:pt x="2382" y="310"/>
                    <a:pt x="2453" y="215"/>
                    <a:pt x="2453" y="120"/>
                  </a:cubicBezTo>
                  <a:cubicBezTo>
                    <a:pt x="2429" y="48"/>
                    <a:pt x="2358" y="1"/>
                    <a:pt x="2310"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8" name="Google Shape;22968;p145"/>
            <p:cNvSpPr/>
            <p:nvPr/>
          </p:nvSpPr>
          <p:spPr>
            <a:xfrm>
              <a:off x="4181133" y="2064973"/>
              <a:ext cx="28665" cy="9328"/>
            </a:xfrm>
            <a:custGeom>
              <a:avLst/>
              <a:gdLst/>
              <a:ahLst/>
              <a:cxnLst/>
              <a:rect l="l" t="t" r="r" b="b"/>
              <a:pathLst>
                <a:path w="882" h="287" extrusionOk="0">
                  <a:moveTo>
                    <a:pt x="191" y="0"/>
                  </a:moveTo>
                  <a:cubicBezTo>
                    <a:pt x="95" y="0"/>
                    <a:pt x="0" y="96"/>
                    <a:pt x="48" y="167"/>
                  </a:cubicBezTo>
                  <a:cubicBezTo>
                    <a:pt x="72" y="262"/>
                    <a:pt x="119" y="286"/>
                    <a:pt x="191" y="286"/>
                  </a:cubicBezTo>
                  <a:lnTo>
                    <a:pt x="715" y="286"/>
                  </a:lnTo>
                  <a:cubicBezTo>
                    <a:pt x="810" y="286"/>
                    <a:pt x="881" y="215"/>
                    <a:pt x="881" y="119"/>
                  </a:cubicBezTo>
                  <a:cubicBezTo>
                    <a:pt x="834" y="24"/>
                    <a:pt x="786" y="0"/>
                    <a:pt x="715"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9" name="Google Shape;22969;p145"/>
            <p:cNvSpPr/>
            <p:nvPr/>
          </p:nvSpPr>
          <p:spPr>
            <a:xfrm>
              <a:off x="4181133" y="2102901"/>
              <a:ext cx="79755" cy="9295"/>
            </a:xfrm>
            <a:custGeom>
              <a:avLst/>
              <a:gdLst/>
              <a:ahLst/>
              <a:cxnLst/>
              <a:rect l="l" t="t" r="r" b="b"/>
              <a:pathLst>
                <a:path w="2454" h="286" extrusionOk="0">
                  <a:moveTo>
                    <a:pt x="191" y="0"/>
                  </a:moveTo>
                  <a:cubicBezTo>
                    <a:pt x="95" y="0"/>
                    <a:pt x="0" y="72"/>
                    <a:pt x="48" y="167"/>
                  </a:cubicBezTo>
                  <a:cubicBezTo>
                    <a:pt x="72" y="262"/>
                    <a:pt x="119" y="286"/>
                    <a:pt x="191" y="286"/>
                  </a:cubicBezTo>
                  <a:lnTo>
                    <a:pt x="2310" y="286"/>
                  </a:lnTo>
                  <a:cubicBezTo>
                    <a:pt x="2382" y="286"/>
                    <a:pt x="2453" y="191"/>
                    <a:pt x="2453" y="119"/>
                  </a:cubicBezTo>
                  <a:cubicBezTo>
                    <a:pt x="2429" y="24"/>
                    <a:pt x="2358" y="0"/>
                    <a:pt x="2310"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0" name="Google Shape;22970;p145"/>
            <p:cNvSpPr/>
            <p:nvPr/>
          </p:nvSpPr>
          <p:spPr>
            <a:xfrm>
              <a:off x="4181133" y="2119151"/>
              <a:ext cx="28665" cy="9328"/>
            </a:xfrm>
            <a:custGeom>
              <a:avLst/>
              <a:gdLst/>
              <a:ahLst/>
              <a:cxnLst/>
              <a:rect l="l" t="t" r="r" b="b"/>
              <a:pathLst>
                <a:path w="882" h="287" extrusionOk="0">
                  <a:moveTo>
                    <a:pt x="191" y="0"/>
                  </a:moveTo>
                  <a:cubicBezTo>
                    <a:pt x="95" y="0"/>
                    <a:pt x="0" y="96"/>
                    <a:pt x="48" y="167"/>
                  </a:cubicBezTo>
                  <a:cubicBezTo>
                    <a:pt x="72" y="262"/>
                    <a:pt x="119" y="286"/>
                    <a:pt x="191" y="286"/>
                  </a:cubicBezTo>
                  <a:lnTo>
                    <a:pt x="715" y="286"/>
                  </a:lnTo>
                  <a:cubicBezTo>
                    <a:pt x="810" y="286"/>
                    <a:pt x="881" y="215"/>
                    <a:pt x="881" y="119"/>
                  </a:cubicBezTo>
                  <a:cubicBezTo>
                    <a:pt x="834" y="24"/>
                    <a:pt x="786" y="0"/>
                    <a:pt x="715"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1" name="Google Shape;22971;p145"/>
            <p:cNvSpPr/>
            <p:nvPr/>
          </p:nvSpPr>
          <p:spPr>
            <a:xfrm>
              <a:off x="4181133" y="2157078"/>
              <a:ext cx="79755" cy="9295"/>
            </a:xfrm>
            <a:custGeom>
              <a:avLst/>
              <a:gdLst/>
              <a:ahLst/>
              <a:cxnLst/>
              <a:rect l="l" t="t" r="r" b="b"/>
              <a:pathLst>
                <a:path w="2454" h="286" extrusionOk="0">
                  <a:moveTo>
                    <a:pt x="191" y="0"/>
                  </a:moveTo>
                  <a:cubicBezTo>
                    <a:pt x="95" y="0"/>
                    <a:pt x="0" y="72"/>
                    <a:pt x="48" y="167"/>
                  </a:cubicBezTo>
                  <a:cubicBezTo>
                    <a:pt x="72" y="262"/>
                    <a:pt x="119" y="286"/>
                    <a:pt x="191" y="286"/>
                  </a:cubicBezTo>
                  <a:lnTo>
                    <a:pt x="2310" y="286"/>
                  </a:lnTo>
                  <a:cubicBezTo>
                    <a:pt x="2382" y="286"/>
                    <a:pt x="2453" y="191"/>
                    <a:pt x="2453" y="119"/>
                  </a:cubicBezTo>
                  <a:cubicBezTo>
                    <a:pt x="2429" y="24"/>
                    <a:pt x="2358" y="0"/>
                    <a:pt x="2310"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2" name="Google Shape;22972;p145"/>
            <p:cNvSpPr/>
            <p:nvPr/>
          </p:nvSpPr>
          <p:spPr>
            <a:xfrm>
              <a:off x="4181133" y="2174108"/>
              <a:ext cx="28665" cy="10075"/>
            </a:xfrm>
            <a:custGeom>
              <a:avLst/>
              <a:gdLst/>
              <a:ahLst/>
              <a:cxnLst/>
              <a:rect l="l" t="t" r="r" b="b"/>
              <a:pathLst>
                <a:path w="882" h="310" extrusionOk="0">
                  <a:moveTo>
                    <a:pt x="191" y="0"/>
                  </a:moveTo>
                  <a:cubicBezTo>
                    <a:pt x="95" y="0"/>
                    <a:pt x="0" y="95"/>
                    <a:pt x="48" y="191"/>
                  </a:cubicBezTo>
                  <a:cubicBezTo>
                    <a:pt x="72" y="262"/>
                    <a:pt x="119" y="310"/>
                    <a:pt x="191" y="310"/>
                  </a:cubicBezTo>
                  <a:lnTo>
                    <a:pt x="715" y="310"/>
                  </a:lnTo>
                  <a:cubicBezTo>
                    <a:pt x="810" y="310"/>
                    <a:pt x="881" y="214"/>
                    <a:pt x="881" y="119"/>
                  </a:cubicBezTo>
                  <a:cubicBezTo>
                    <a:pt x="834" y="24"/>
                    <a:pt x="786" y="0"/>
                    <a:pt x="715"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3" name="Google Shape;22973;p145"/>
            <p:cNvSpPr/>
            <p:nvPr/>
          </p:nvSpPr>
          <p:spPr>
            <a:xfrm>
              <a:off x="4026336" y="2211256"/>
              <a:ext cx="358378" cy="24797"/>
            </a:xfrm>
            <a:custGeom>
              <a:avLst/>
              <a:gdLst/>
              <a:ahLst/>
              <a:cxnLst/>
              <a:rect l="l" t="t" r="r" b="b"/>
              <a:pathLst>
                <a:path w="11027" h="763" extrusionOk="0">
                  <a:moveTo>
                    <a:pt x="143" y="0"/>
                  </a:moveTo>
                  <a:cubicBezTo>
                    <a:pt x="72" y="0"/>
                    <a:pt x="0" y="48"/>
                    <a:pt x="0" y="143"/>
                  </a:cubicBezTo>
                  <a:lnTo>
                    <a:pt x="0" y="429"/>
                  </a:lnTo>
                  <a:cubicBezTo>
                    <a:pt x="0" y="619"/>
                    <a:pt x="143" y="762"/>
                    <a:pt x="334" y="762"/>
                  </a:cubicBezTo>
                  <a:lnTo>
                    <a:pt x="4525" y="762"/>
                  </a:lnTo>
                  <a:lnTo>
                    <a:pt x="5525" y="548"/>
                  </a:lnTo>
                  <a:lnTo>
                    <a:pt x="6502" y="762"/>
                  </a:lnTo>
                  <a:lnTo>
                    <a:pt x="10693" y="762"/>
                  </a:lnTo>
                  <a:cubicBezTo>
                    <a:pt x="10883" y="762"/>
                    <a:pt x="11026" y="619"/>
                    <a:pt x="11026" y="429"/>
                  </a:cubicBezTo>
                  <a:lnTo>
                    <a:pt x="11026" y="143"/>
                  </a:lnTo>
                  <a:cubicBezTo>
                    <a:pt x="11026" y="48"/>
                    <a:pt x="10955" y="0"/>
                    <a:pt x="10860" y="0"/>
                  </a:cubicBezTo>
                  <a:lnTo>
                    <a:pt x="6502" y="0"/>
                  </a:lnTo>
                  <a:lnTo>
                    <a:pt x="5501" y="191"/>
                  </a:lnTo>
                  <a:lnTo>
                    <a:pt x="4525" y="0"/>
                  </a:ln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4" name="Google Shape;22974;p145"/>
            <p:cNvSpPr/>
            <p:nvPr/>
          </p:nvSpPr>
          <p:spPr>
            <a:xfrm>
              <a:off x="4352928" y="2211256"/>
              <a:ext cx="31785" cy="24797"/>
            </a:xfrm>
            <a:custGeom>
              <a:avLst/>
              <a:gdLst/>
              <a:ahLst/>
              <a:cxnLst/>
              <a:rect l="l" t="t" r="r" b="b"/>
              <a:pathLst>
                <a:path w="978" h="763" extrusionOk="0">
                  <a:moveTo>
                    <a:pt x="168" y="0"/>
                  </a:moveTo>
                  <a:cubicBezTo>
                    <a:pt x="263" y="0"/>
                    <a:pt x="311" y="48"/>
                    <a:pt x="311" y="143"/>
                  </a:cubicBezTo>
                  <a:lnTo>
                    <a:pt x="311" y="429"/>
                  </a:lnTo>
                  <a:cubicBezTo>
                    <a:pt x="311" y="619"/>
                    <a:pt x="168" y="762"/>
                    <a:pt x="1" y="762"/>
                  </a:cubicBezTo>
                  <a:lnTo>
                    <a:pt x="644" y="762"/>
                  </a:lnTo>
                  <a:cubicBezTo>
                    <a:pt x="834" y="762"/>
                    <a:pt x="977" y="619"/>
                    <a:pt x="977" y="429"/>
                  </a:cubicBezTo>
                  <a:lnTo>
                    <a:pt x="977" y="143"/>
                  </a:lnTo>
                  <a:cubicBezTo>
                    <a:pt x="977" y="48"/>
                    <a:pt x="906" y="0"/>
                    <a:pt x="834"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5" name="Google Shape;22975;p145"/>
            <p:cNvSpPr/>
            <p:nvPr/>
          </p:nvSpPr>
          <p:spPr>
            <a:xfrm>
              <a:off x="4174926" y="2212036"/>
              <a:ext cx="62725" cy="24017"/>
            </a:xfrm>
            <a:custGeom>
              <a:avLst/>
              <a:gdLst/>
              <a:ahLst/>
              <a:cxnLst/>
              <a:rect l="l" t="t" r="r" b="b"/>
              <a:pathLst>
                <a:path w="1930" h="739" extrusionOk="0">
                  <a:moveTo>
                    <a:pt x="1" y="0"/>
                  </a:moveTo>
                  <a:lnTo>
                    <a:pt x="1" y="738"/>
                  </a:lnTo>
                  <a:lnTo>
                    <a:pt x="1930" y="738"/>
                  </a:lnTo>
                  <a:lnTo>
                    <a:pt x="19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6" name="Google Shape;22976;p145"/>
            <p:cNvSpPr/>
            <p:nvPr/>
          </p:nvSpPr>
          <p:spPr>
            <a:xfrm>
              <a:off x="4215161" y="2212036"/>
              <a:ext cx="21710" cy="24017"/>
            </a:xfrm>
            <a:custGeom>
              <a:avLst/>
              <a:gdLst/>
              <a:ahLst/>
              <a:cxnLst/>
              <a:rect l="l" t="t" r="r" b="b"/>
              <a:pathLst>
                <a:path w="668" h="739" extrusionOk="0">
                  <a:moveTo>
                    <a:pt x="1" y="0"/>
                  </a:moveTo>
                  <a:lnTo>
                    <a:pt x="1" y="738"/>
                  </a:lnTo>
                  <a:lnTo>
                    <a:pt x="668" y="738"/>
                  </a:lnTo>
                  <a:lnTo>
                    <a:pt x="668" y="0"/>
                  </a:ln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77" name="Google Shape;22977;p145"/>
          <p:cNvGrpSpPr/>
          <p:nvPr/>
        </p:nvGrpSpPr>
        <p:grpSpPr>
          <a:xfrm>
            <a:off x="4767011" y="1796483"/>
            <a:ext cx="358378" cy="302640"/>
            <a:chOff x="4767011" y="1948883"/>
            <a:chExt cx="358378" cy="302640"/>
          </a:xfrm>
        </p:grpSpPr>
        <p:sp>
          <p:nvSpPr>
            <p:cNvPr id="22978" name="Google Shape;22978;p145"/>
            <p:cNvSpPr/>
            <p:nvPr/>
          </p:nvSpPr>
          <p:spPr>
            <a:xfrm>
              <a:off x="4767791" y="1948883"/>
              <a:ext cx="127725" cy="37960"/>
            </a:xfrm>
            <a:custGeom>
              <a:avLst/>
              <a:gdLst/>
              <a:ahLst/>
              <a:cxnLst/>
              <a:rect l="l" t="t" r="r" b="b"/>
              <a:pathLst>
                <a:path w="3930" h="1168" extrusionOk="0">
                  <a:moveTo>
                    <a:pt x="382" y="0"/>
                  </a:moveTo>
                  <a:cubicBezTo>
                    <a:pt x="167" y="0"/>
                    <a:pt x="1" y="167"/>
                    <a:pt x="1" y="381"/>
                  </a:cubicBezTo>
                  <a:lnTo>
                    <a:pt x="1" y="953"/>
                  </a:lnTo>
                  <a:lnTo>
                    <a:pt x="1953" y="1167"/>
                  </a:lnTo>
                  <a:lnTo>
                    <a:pt x="3930" y="953"/>
                  </a:lnTo>
                  <a:lnTo>
                    <a:pt x="3930" y="381"/>
                  </a:lnTo>
                  <a:cubicBezTo>
                    <a:pt x="3930" y="143"/>
                    <a:pt x="3739" y="0"/>
                    <a:pt x="3549" y="0"/>
                  </a:cubicBezTo>
                  <a:close/>
                </a:path>
              </a:pathLst>
            </a:custGeom>
            <a:solidFill>
              <a:srgbClr val="D5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9" name="Google Shape;22979;p145"/>
            <p:cNvSpPr/>
            <p:nvPr/>
          </p:nvSpPr>
          <p:spPr>
            <a:xfrm>
              <a:off x="4862203" y="1948883"/>
              <a:ext cx="34093" cy="37960"/>
            </a:xfrm>
            <a:custGeom>
              <a:avLst/>
              <a:gdLst/>
              <a:ahLst/>
              <a:cxnLst/>
              <a:rect l="l" t="t" r="r" b="b"/>
              <a:pathLst>
                <a:path w="1049" h="1168" extrusionOk="0">
                  <a:moveTo>
                    <a:pt x="1" y="0"/>
                  </a:moveTo>
                  <a:cubicBezTo>
                    <a:pt x="215" y="0"/>
                    <a:pt x="406" y="167"/>
                    <a:pt x="406" y="381"/>
                  </a:cubicBezTo>
                  <a:lnTo>
                    <a:pt x="406" y="953"/>
                  </a:lnTo>
                  <a:lnTo>
                    <a:pt x="763" y="1167"/>
                  </a:lnTo>
                  <a:lnTo>
                    <a:pt x="1049" y="953"/>
                  </a:lnTo>
                  <a:lnTo>
                    <a:pt x="1049" y="381"/>
                  </a:lnTo>
                  <a:cubicBezTo>
                    <a:pt x="1049" y="143"/>
                    <a:pt x="882" y="0"/>
                    <a:pt x="668"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0" name="Google Shape;22980;p145"/>
            <p:cNvSpPr/>
            <p:nvPr/>
          </p:nvSpPr>
          <p:spPr>
            <a:xfrm>
              <a:off x="4767791" y="2019311"/>
              <a:ext cx="357597" cy="232213"/>
            </a:xfrm>
            <a:custGeom>
              <a:avLst/>
              <a:gdLst/>
              <a:ahLst/>
              <a:cxnLst/>
              <a:rect l="l" t="t" r="r" b="b"/>
              <a:pathLst>
                <a:path w="11003" h="7145" extrusionOk="0">
                  <a:moveTo>
                    <a:pt x="5502" y="0"/>
                  </a:moveTo>
                  <a:lnTo>
                    <a:pt x="1" y="119"/>
                  </a:lnTo>
                  <a:lnTo>
                    <a:pt x="1" y="6978"/>
                  </a:lnTo>
                  <a:cubicBezTo>
                    <a:pt x="1" y="7049"/>
                    <a:pt x="96" y="7145"/>
                    <a:pt x="167" y="7145"/>
                  </a:cubicBezTo>
                  <a:lnTo>
                    <a:pt x="10836" y="7145"/>
                  </a:lnTo>
                  <a:cubicBezTo>
                    <a:pt x="10931" y="7145"/>
                    <a:pt x="11003" y="7049"/>
                    <a:pt x="11003" y="6978"/>
                  </a:cubicBezTo>
                  <a:lnTo>
                    <a:pt x="11003" y="119"/>
                  </a:lnTo>
                  <a:lnTo>
                    <a:pt x="550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1" name="Google Shape;22981;p145"/>
            <p:cNvSpPr/>
            <p:nvPr/>
          </p:nvSpPr>
          <p:spPr>
            <a:xfrm>
              <a:off x="4767011" y="1979043"/>
              <a:ext cx="357597" cy="43388"/>
            </a:xfrm>
            <a:custGeom>
              <a:avLst/>
              <a:gdLst/>
              <a:ahLst/>
              <a:cxnLst/>
              <a:rect l="l" t="t" r="r" b="b"/>
              <a:pathLst>
                <a:path w="11003" h="1335" extrusionOk="0">
                  <a:moveTo>
                    <a:pt x="1" y="1"/>
                  </a:moveTo>
                  <a:lnTo>
                    <a:pt x="1" y="1335"/>
                  </a:lnTo>
                  <a:lnTo>
                    <a:pt x="11003" y="1335"/>
                  </a:lnTo>
                  <a:lnTo>
                    <a:pt x="11003" y="168"/>
                  </a:lnTo>
                  <a:cubicBezTo>
                    <a:pt x="11003" y="72"/>
                    <a:pt x="10908" y="1"/>
                    <a:pt x="10836" y="1"/>
                  </a:cubicBezTo>
                  <a:close/>
                </a:path>
              </a:pathLst>
            </a:custGeom>
            <a:solidFill>
              <a:srgbClr val="E8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2" name="Google Shape;22982;p145"/>
            <p:cNvSpPr/>
            <p:nvPr/>
          </p:nvSpPr>
          <p:spPr>
            <a:xfrm>
              <a:off x="5097503" y="2019311"/>
              <a:ext cx="27105" cy="232213"/>
            </a:xfrm>
            <a:custGeom>
              <a:avLst/>
              <a:gdLst/>
              <a:ahLst/>
              <a:cxnLst/>
              <a:rect l="l" t="t" r="r" b="b"/>
              <a:pathLst>
                <a:path w="834" h="7145" extrusionOk="0">
                  <a:moveTo>
                    <a:pt x="191" y="0"/>
                  </a:moveTo>
                  <a:lnTo>
                    <a:pt x="191" y="6978"/>
                  </a:lnTo>
                  <a:cubicBezTo>
                    <a:pt x="191" y="7049"/>
                    <a:pt x="96" y="7145"/>
                    <a:pt x="0" y="7145"/>
                  </a:cubicBezTo>
                  <a:lnTo>
                    <a:pt x="667" y="7145"/>
                  </a:lnTo>
                  <a:cubicBezTo>
                    <a:pt x="739" y="7145"/>
                    <a:pt x="834" y="7049"/>
                    <a:pt x="834" y="6978"/>
                  </a:cubicBezTo>
                  <a:lnTo>
                    <a:pt x="834" y="119"/>
                  </a:lnTo>
                  <a:lnTo>
                    <a:pt x="191" y="0"/>
                  </a:ln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3" name="Google Shape;22983;p145"/>
            <p:cNvSpPr/>
            <p:nvPr/>
          </p:nvSpPr>
          <p:spPr>
            <a:xfrm>
              <a:off x="5097503" y="1979823"/>
              <a:ext cx="27105" cy="44167"/>
            </a:xfrm>
            <a:custGeom>
              <a:avLst/>
              <a:gdLst/>
              <a:ahLst/>
              <a:cxnLst/>
              <a:rect l="l" t="t" r="r" b="b"/>
              <a:pathLst>
                <a:path w="834" h="1359" extrusionOk="0">
                  <a:moveTo>
                    <a:pt x="0" y="1"/>
                  </a:moveTo>
                  <a:cubicBezTo>
                    <a:pt x="96" y="1"/>
                    <a:pt x="191" y="96"/>
                    <a:pt x="191" y="167"/>
                  </a:cubicBezTo>
                  <a:lnTo>
                    <a:pt x="191" y="1358"/>
                  </a:lnTo>
                  <a:lnTo>
                    <a:pt x="834" y="1358"/>
                  </a:lnTo>
                  <a:lnTo>
                    <a:pt x="834" y="167"/>
                  </a:lnTo>
                  <a:cubicBezTo>
                    <a:pt x="834" y="72"/>
                    <a:pt x="739" y="1"/>
                    <a:pt x="667" y="1"/>
                  </a:cubicBezTo>
                  <a:close/>
                </a:path>
              </a:pathLst>
            </a:custGeom>
            <a:solidFill>
              <a:srgbClr val="DF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4" name="Google Shape;22984;p145"/>
            <p:cNvSpPr/>
            <p:nvPr/>
          </p:nvSpPr>
          <p:spPr>
            <a:xfrm>
              <a:off x="5042546" y="1996073"/>
              <a:ext cx="11635" cy="11667"/>
            </a:xfrm>
            <a:custGeom>
              <a:avLst/>
              <a:gdLst/>
              <a:ahLst/>
              <a:cxnLst/>
              <a:rect l="l" t="t" r="r" b="b"/>
              <a:pathLst>
                <a:path w="358" h="359" extrusionOk="0">
                  <a:moveTo>
                    <a:pt x="167" y="1"/>
                  </a:moveTo>
                  <a:cubicBezTo>
                    <a:pt x="72" y="1"/>
                    <a:pt x="1" y="72"/>
                    <a:pt x="1" y="168"/>
                  </a:cubicBezTo>
                  <a:cubicBezTo>
                    <a:pt x="1" y="287"/>
                    <a:pt x="72" y="358"/>
                    <a:pt x="167" y="358"/>
                  </a:cubicBezTo>
                  <a:cubicBezTo>
                    <a:pt x="263" y="358"/>
                    <a:pt x="358" y="287"/>
                    <a:pt x="358" y="168"/>
                  </a:cubicBezTo>
                  <a:cubicBezTo>
                    <a:pt x="358" y="72"/>
                    <a:pt x="263" y="1"/>
                    <a:pt x="167"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5" name="Google Shape;22985;p145"/>
            <p:cNvSpPr/>
            <p:nvPr/>
          </p:nvSpPr>
          <p:spPr>
            <a:xfrm>
              <a:off x="5065783" y="1996073"/>
              <a:ext cx="11635" cy="11667"/>
            </a:xfrm>
            <a:custGeom>
              <a:avLst/>
              <a:gdLst/>
              <a:ahLst/>
              <a:cxnLst/>
              <a:rect l="l" t="t" r="r" b="b"/>
              <a:pathLst>
                <a:path w="358" h="359" extrusionOk="0">
                  <a:moveTo>
                    <a:pt x="167" y="1"/>
                  </a:moveTo>
                  <a:cubicBezTo>
                    <a:pt x="72" y="1"/>
                    <a:pt x="0" y="72"/>
                    <a:pt x="0" y="168"/>
                  </a:cubicBezTo>
                  <a:cubicBezTo>
                    <a:pt x="0" y="287"/>
                    <a:pt x="72" y="358"/>
                    <a:pt x="167" y="358"/>
                  </a:cubicBezTo>
                  <a:cubicBezTo>
                    <a:pt x="262" y="358"/>
                    <a:pt x="357" y="287"/>
                    <a:pt x="357" y="168"/>
                  </a:cubicBezTo>
                  <a:cubicBezTo>
                    <a:pt x="357" y="72"/>
                    <a:pt x="262" y="1"/>
                    <a:pt x="167"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6" name="Google Shape;22986;p145"/>
            <p:cNvSpPr/>
            <p:nvPr/>
          </p:nvSpPr>
          <p:spPr>
            <a:xfrm>
              <a:off x="5088208" y="1996073"/>
              <a:ext cx="11635" cy="11667"/>
            </a:xfrm>
            <a:custGeom>
              <a:avLst/>
              <a:gdLst/>
              <a:ahLst/>
              <a:cxnLst/>
              <a:rect l="l" t="t" r="r" b="b"/>
              <a:pathLst>
                <a:path w="358" h="359" extrusionOk="0">
                  <a:moveTo>
                    <a:pt x="167" y="1"/>
                  </a:moveTo>
                  <a:cubicBezTo>
                    <a:pt x="72" y="1"/>
                    <a:pt x="1" y="72"/>
                    <a:pt x="1" y="168"/>
                  </a:cubicBezTo>
                  <a:cubicBezTo>
                    <a:pt x="1" y="287"/>
                    <a:pt x="72" y="358"/>
                    <a:pt x="167" y="358"/>
                  </a:cubicBezTo>
                  <a:cubicBezTo>
                    <a:pt x="263" y="358"/>
                    <a:pt x="358" y="287"/>
                    <a:pt x="358" y="168"/>
                  </a:cubicBezTo>
                  <a:cubicBezTo>
                    <a:pt x="358" y="72"/>
                    <a:pt x="263" y="1"/>
                    <a:pt x="167"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7" name="Google Shape;22987;p145"/>
            <p:cNvSpPr/>
            <p:nvPr/>
          </p:nvSpPr>
          <p:spPr>
            <a:xfrm>
              <a:off x="4800291" y="2060326"/>
              <a:ext cx="112255" cy="23238"/>
            </a:xfrm>
            <a:custGeom>
              <a:avLst/>
              <a:gdLst/>
              <a:ahLst/>
              <a:cxnLst/>
              <a:rect l="l" t="t" r="r" b="b"/>
              <a:pathLst>
                <a:path w="3454" h="715" extrusionOk="0">
                  <a:moveTo>
                    <a:pt x="406" y="0"/>
                  </a:moveTo>
                  <a:cubicBezTo>
                    <a:pt x="191" y="0"/>
                    <a:pt x="1" y="191"/>
                    <a:pt x="48" y="405"/>
                  </a:cubicBezTo>
                  <a:cubicBezTo>
                    <a:pt x="72" y="548"/>
                    <a:pt x="215" y="715"/>
                    <a:pt x="406" y="715"/>
                  </a:cubicBezTo>
                  <a:lnTo>
                    <a:pt x="3073" y="715"/>
                  </a:lnTo>
                  <a:cubicBezTo>
                    <a:pt x="3311" y="715"/>
                    <a:pt x="3454" y="501"/>
                    <a:pt x="3430" y="286"/>
                  </a:cubicBezTo>
                  <a:cubicBezTo>
                    <a:pt x="3406" y="143"/>
                    <a:pt x="3263" y="0"/>
                    <a:pt x="30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8" name="Google Shape;22988;p145"/>
            <p:cNvSpPr/>
            <p:nvPr/>
          </p:nvSpPr>
          <p:spPr>
            <a:xfrm>
              <a:off x="4979073" y="2060326"/>
              <a:ext cx="111507" cy="23238"/>
            </a:xfrm>
            <a:custGeom>
              <a:avLst/>
              <a:gdLst/>
              <a:ahLst/>
              <a:cxnLst/>
              <a:rect l="l" t="t" r="r" b="b"/>
              <a:pathLst>
                <a:path w="3431" h="715" extrusionOk="0">
                  <a:moveTo>
                    <a:pt x="406" y="0"/>
                  </a:moveTo>
                  <a:cubicBezTo>
                    <a:pt x="191" y="0"/>
                    <a:pt x="1" y="191"/>
                    <a:pt x="48" y="405"/>
                  </a:cubicBezTo>
                  <a:cubicBezTo>
                    <a:pt x="72" y="548"/>
                    <a:pt x="215" y="715"/>
                    <a:pt x="406" y="715"/>
                  </a:cubicBezTo>
                  <a:lnTo>
                    <a:pt x="3073" y="715"/>
                  </a:lnTo>
                  <a:cubicBezTo>
                    <a:pt x="3287" y="715"/>
                    <a:pt x="3430" y="501"/>
                    <a:pt x="3430" y="286"/>
                  </a:cubicBezTo>
                  <a:cubicBezTo>
                    <a:pt x="3406" y="143"/>
                    <a:pt x="3263" y="0"/>
                    <a:pt x="30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9" name="Google Shape;22989;p145"/>
            <p:cNvSpPr/>
            <p:nvPr/>
          </p:nvSpPr>
          <p:spPr>
            <a:xfrm>
              <a:off x="4979073" y="2190358"/>
              <a:ext cx="111507" cy="23238"/>
            </a:xfrm>
            <a:custGeom>
              <a:avLst/>
              <a:gdLst/>
              <a:ahLst/>
              <a:cxnLst/>
              <a:rect l="l" t="t" r="r" b="b"/>
              <a:pathLst>
                <a:path w="3431" h="715" extrusionOk="0">
                  <a:moveTo>
                    <a:pt x="406" y="0"/>
                  </a:moveTo>
                  <a:cubicBezTo>
                    <a:pt x="191" y="0"/>
                    <a:pt x="1" y="215"/>
                    <a:pt x="48" y="429"/>
                  </a:cubicBezTo>
                  <a:cubicBezTo>
                    <a:pt x="72" y="572"/>
                    <a:pt x="215" y="715"/>
                    <a:pt x="406" y="715"/>
                  </a:cubicBezTo>
                  <a:lnTo>
                    <a:pt x="3073" y="715"/>
                  </a:lnTo>
                  <a:cubicBezTo>
                    <a:pt x="3287" y="715"/>
                    <a:pt x="3430" y="548"/>
                    <a:pt x="3430" y="310"/>
                  </a:cubicBezTo>
                  <a:cubicBezTo>
                    <a:pt x="3406" y="167"/>
                    <a:pt x="3263" y="0"/>
                    <a:pt x="3073" y="0"/>
                  </a:cubicBezTo>
                  <a:close/>
                </a:path>
              </a:pathLst>
            </a:custGeom>
            <a:solidFill>
              <a:srgbClr val="8291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0" name="Google Shape;22990;p145"/>
            <p:cNvSpPr/>
            <p:nvPr/>
          </p:nvSpPr>
          <p:spPr>
            <a:xfrm>
              <a:off x="4801851" y="2190358"/>
              <a:ext cx="111475" cy="23238"/>
            </a:xfrm>
            <a:custGeom>
              <a:avLst/>
              <a:gdLst/>
              <a:ahLst/>
              <a:cxnLst/>
              <a:rect l="l" t="t" r="r" b="b"/>
              <a:pathLst>
                <a:path w="3430" h="715" extrusionOk="0">
                  <a:moveTo>
                    <a:pt x="381" y="0"/>
                  </a:moveTo>
                  <a:cubicBezTo>
                    <a:pt x="167" y="0"/>
                    <a:pt x="0" y="215"/>
                    <a:pt x="24" y="429"/>
                  </a:cubicBezTo>
                  <a:cubicBezTo>
                    <a:pt x="48" y="572"/>
                    <a:pt x="191" y="715"/>
                    <a:pt x="381" y="715"/>
                  </a:cubicBezTo>
                  <a:lnTo>
                    <a:pt x="3049" y="715"/>
                  </a:lnTo>
                  <a:cubicBezTo>
                    <a:pt x="3263" y="715"/>
                    <a:pt x="3430" y="548"/>
                    <a:pt x="3406" y="310"/>
                  </a:cubicBezTo>
                  <a:cubicBezTo>
                    <a:pt x="3382" y="167"/>
                    <a:pt x="3239" y="0"/>
                    <a:pt x="3049" y="0"/>
                  </a:cubicBezTo>
                  <a:close/>
                </a:path>
              </a:pathLst>
            </a:custGeom>
            <a:solidFill>
              <a:srgbClr val="8291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1" name="Google Shape;22991;p145"/>
            <p:cNvSpPr/>
            <p:nvPr/>
          </p:nvSpPr>
          <p:spPr>
            <a:xfrm>
              <a:off x="4879233" y="2060326"/>
              <a:ext cx="33313" cy="23238"/>
            </a:xfrm>
            <a:custGeom>
              <a:avLst/>
              <a:gdLst/>
              <a:ahLst/>
              <a:cxnLst/>
              <a:rect l="l" t="t" r="r" b="b"/>
              <a:pathLst>
                <a:path w="1025" h="715" extrusionOk="0">
                  <a:moveTo>
                    <a:pt x="1" y="0"/>
                  </a:moveTo>
                  <a:cubicBezTo>
                    <a:pt x="191" y="0"/>
                    <a:pt x="358" y="143"/>
                    <a:pt x="358" y="358"/>
                  </a:cubicBezTo>
                  <a:cubicBezTo>
                    <a:pt x="358" y="548"/>
                    <a:pt x="191" y="715"/>
                    <a:pt x="1" y="715"/>
                  </a:cubicBezTo>
                  <a:lnTo>
                    <a:pt x="644" y="715"/>
                  </a:lnTo>
                  <a:cubicBezTo>
                    <a:pt x="858" y="715"/>
                    <a:pt x="1025" y="501"/>
                    <a:pt x="1001" y="286"/>
                  </a:cubicBezTo>
                  <a:cubicBezTo>
                    <a:pt x="977" y="120"/>
                    <a:pt x="834" y="0"/>
                    <a:pt x="644" y="0"/>
                  </a:cubicBez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2" name="Google Shape;22992;p145"/>
            <p:cNvSpPr/>
            <p:nvPr/>
          </p:nvSpPr>
          <p:spPr>
            <a:xfrm>
              <a:off x="5056488" y="2060326"/>
              <a:ext cx="34093" cy="23238"/>
            </a:xfrm>
            <a:custGeom>
              <a:avLst/>
              <a:gdLst/>
              <a:ahLst/>
              <a:cxnLst/>
              <a:rect l="l" t="t" r="r" b="b"/>
              <a:pathLst>
                <a:path w="1049" h="715" extrusionOk="0">
                  <a:moveTo>
                    <a:pt x="0" y="0"/>
                  </a:moveTo>
                  <a:cubicBezTo>
                    <a:pt x="215" y="0"/>
                    <a:pt x="358" y="143"/>
                    <a:pt x="358" y="358"/>
                  </a:cubicBezTo>
                  <a:cubicBezTo>
                    <a:pt x="358" y="548"/>
                    <a:pt x="215" y="715"/>
                    <a:pt x="0" y="715"/>
                  </a:cubicBezTo>
                  <a:lnTo>
                    <a:pt x="667" y="715"/>
                  </a:lnTo>
                  <a:cubicBezTo>
                    <a:pt x="905" y="715"/>
                    <a:pt x="1048" y="501"/>
                    <a:pt x="1024" y="286"/>
                  </a:cubicBezTo>
                  <a:cubicBezTo>
                    <a:pt x="1001" y="120"/>
                    <a:pt x="858" y="0"/>
                    <a:pt x="667" y="0"/>
                  </a:cubicBez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3" name="Google Shape;22993;p145"/>
            <p:cNvSpPr/>
            <p:nvPr/>
          </p:nvSpPr>
          <p:spPr>
            <a:xfrm>
              <a:off x="5056488" y="2191886"/>
              <a:ext cx="34093" cy="22490"/>
            </a:xfrm>
            <a:custGeom>
              <a:avLst/>
              <a:gdLst/>
              <a:ahLst/>
              <a:cxnLst/>
              <a:rect l="l" t="t" r="r" b="b"/>
              <a:pathLst>
                <a:path w="1049" h="692" extrusionOk="0">
                  <a:moveTo>
                    <a:pt x="0" y="1"/>
                  </a:moveTo>
                  <a:cubicBezTo>
                    <a:pt x="215" y="1"/>
                    <a:pt x="358" y="144"/>
                    <a:pt x="358" y="358"/>
                  </a:cubicBezTo>
                  <a:cubicBezTo>
                    <a:pt x="358" y="549"/>
                    <a:pt x="215" y="691"/>
                    <a:pt x="0" y="691"/>
                  </a:cubicBezTo>
                  <a:lnTo>
                    <a:pt x="667" y="691"/>
                  </a:lnTo>
                  <a:cubicBezTo>
                    <a:pt x="905" y="668"/>
                    <a:pt x="1048" y="501"/>
                    <a:pt x="1024" y="287"/>
                  </a:cubicBezTo>
                  <a:cubicBezTo>
                    <a:pt x="1001" y="120"/>
                    <a:pt x="858" y="1"/>
                    <a:pt x="667"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4" name="Google Shape;22994;p145"/>
            <p:cNvSpPr/>
            <p:nvPr/>
          </p:nvSpPr>
          <p:spPr>
            <a:xfrm>
              <a:off x="4880013" y="2191886"/>
              <a:ext cx="33313" cy="22490"/>
            </a:xfrm>
            <a:custGeom>
              <a:avLst/>
              <a:gdLst/>
              <a:ahLst/>
              <a:cxnLst/>
              <a:rect l="l" t="t" r="r" b="b"/>
              <a:pathLst>
                <a:path w="1025" h="692" extrusionOk="0">
                  <a:moveTo>
                    <a:pt x="1" y="1"/>
                  </a:moveTo>
                  <a:cubicBezTo>
                    <a:pt x="215" y="1"/>
                    <a:pt x="358" y="144"/>
                    <a:pt x="358" y="358"/>
                  </a:cubicBezTo>
                  <a:cubicBezTo>
                    <a:pt x="358" y="549"/>
                    <a:pt x="215" y="691"/>
                    <a:pt x="1" y="691"/>
                  </a:cubicBezTo>
                  <a:lnTo>
                    <a:pt x="644" y="691"/>
                  </a:lnTo>
                  <a:cubicBezTo>
                    <a:pt x="858" y="668"/>
                    <a:pt x="1025" y="501"/>
                    <a:pt x="1001" y="287"/>
                  </a:cubicBezTo>
                  <a:cubicBezTo>
                    <a:pt x="977" y="120"/>
                    <a:pt x="834" y="1"/>
                    <a:pt x="64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5" name="Google Shape;22995;p145"/>
            <p:cNvSpPr/>
            <p:nvPr/>
          </p:nvSpPr>
          <p:spPr>
            <a:xfrm>
              <a:off x="4802631" y="2105208"/>
              <a:ext cx="110695" cy="10888"/>
            </a:xfrm>
            <a:custGeom>
              <a:avLst/>
              <a:gdLst/>
              <a:ahLst/>
              <a:cxnLst/>
              <a:rect l="l" t="t" r="r" b="b"/>
              <a:pathLst>
                <a:path w="3406" h="335" extrusionOk="0">
                  <a:moveTo>
                    <a:pt x="167" y="1"/>
                  </a:moveTo>
                  <a:cubicBezTo>
                    <a:pt x="95" y="1"/>
                    <a:pt x="0" y="96"/>
                    <a:pt x="24" y="215"/>
                  </a:cubicBezTo>
                  <a:cubicBezTo>
                    <a:pt x="24" y="286"/>
                    <a:pt x="95" y="334"/>
                    <a:pt x="167" y="334"/>
                  </a:cubicBezTo>
                  <a:lnTo>
                    <a:pt x="3239" y="334"/>
                  </a:lnTo>
                  <a:cubicBezTo>
                    <a:pt x="3334" y="334"/>
                    <a:pt x="3406" y="239"/>
                    <a:pt x="3382" y="120"/>
                  </a:cubicBezTo>
                  <a:cubicBezTo>
                    <a:pt x="3382" y="72"/>
                    <a:pt x="3334" y="1"/>
                    <a:pt x="323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6" name="Google Shape;22996;p145"/>
            <p:cNvSpPr/>
            <p:nvPr/>
          </p:nvSpPr>
          <p:spPr>
            <a:xfrm>
              <a:off x="4802631" y="2130753"/>
              <a:ext cx="110695" cy="10855"/>
            </a:xfrm>
            <a:custGeom>
              <a:avLst/>
              <a:gdLst/>
              <a:ahLst/>
              <a:cxnLst/>
              <a:rect l="l" t="t" r="r" b="b"/>
              <a:pathLst>
                <a:path w="3406" h="334" extrusionOk="0">
                  <a:moveTo>
                    <a:pt x="167" y="1"/>
                  </a:moveTo>
                  <a:cubicBezTo>
                    <a:pt x="95" y="1"/>
                    <a:pt x="0" y="96"/>
                    <a:pt x="24" y="215"/>
                  </a:cubicBezTo>
                  <a:cubicBezTo>
                    <a:pt x="24" y="262"/>
                    <a:pt x="95" y="334"/>
                    <a:pt x="167" y="334"/>
                  </a:cubicBezTo>
                  <a:lnTo>
                    <a:pt x="3239" y="334"/>
                  </a:lnTo>
                  <a:cubicBezTo>
                    <a:pt x="3334" y="334"/>
                    <a:pt x="3406" y="239"/>
                    <a:pt x="3382" y="120"/>
                  </a:cubicBezTo>
                  <a:cubicBezTo>
                    <a:pt x="3382" y="48"/>
                    <a:pt x="3334" y="1"/>
                    <a:pt x="323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7" name="Google Shape;22997;p145"/>
            <p:cNvSpPr/>
            <p:nvPr/>
          </p:nvSpPr>
          <p:spPr>
            <a:xfrm>
              <a:off x="4802631" y="2155518"/>
              <a:ext cx="110695" cy="10855"/>
            </a:xfrm>
            <a:custGeom>
              <a:avLst/>
              <a:gdLst/>
              <a:ahLst/>
              <a:cxnLst/>
              <a:rect l="l" t="t" r="r" b="b"/>
              <a:pathLst>
                <a:path w="3406" h="334" extrusionOk="0">
                  <a:moveTo>
                    <a:pt x="167" y="1"/>
                  </a:moveTo>
                  <a:cubicBezTo>
                    <a:pt x="95" y="1"/>
                    <a:pt x="0" y="96"/>
                    <a:pt x="24" y="215"/>
                  </a:cubicBezTo>
                  <a:cubicBezTo>
                    <a:pt x="24" y="286"/>
                    <a:pt x="95" y="334"/>
                    <a:pt x="167" y="334"/>
                  </a:cubicBezTo>
                  <a:lnTo>
                    <a:pt x="3239" y="334"/>
                  </a:lnTo>
                  <a:cubicBezTo>
                    <a:pt x="3334" y="334"/>
                    <a:pt x="3406" y="239"/>
                    <a:pt x="3382" y="120"/>
                  </a:cubicBezTo>
                  <a:cubicBezTo>
                    <a:pt x="3382" y="72"/>
                    <a:pt x="3334" y="1"/>
                    <a:pt x="323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8" name="Google Shape;22998;p145"/>
            <p:cNvSpPr/>
            <p:nvPr/>
          </p:nvSpPr>
          <p:spPr>
            <a:xfrm>
              <a:off x="4980633" y="2104428"/>
              <a:ext cx="111475" cy="10888"/>
            </a:xfrm>
            <a:custGeom>
              <a:avLst/>
              <a:gdLst/>
              <a:ahLst/>
              <a:cxnLst/>
              <a:rect l="l" t="t" r="r" b="b"/>
              <a:pathLst>
                <a:path w="3430" h="335" extrusionOk="0">
                  <a:moveTo>
                    <a:pt x="143" y="1"/>
                  </a:moveTo>
                  <a:cubicBezTo>
                    <a:pt x="48" y="1"/>
                    <a:pt x="0" y="96"/>
                    <a:pt x="0" y="191"/>
                  </a:cubicBezTo>
                  <a:cubicBezTo>
                    <a:pt x="0" y="263"/>
                    <a:pt x="96" y="334"/>
                    <a:pt x="167" y="334"/>
                  </a:cubicBezTo>
                  <a:lnTo>
                    <a:pt x="3239" y="334"/>
                  </a:lnTo>
                  <a:cubicBezTo>
                    <a:pt x="3335" y="334"/>
                    <a:pt x="3430" y="239"/>
                    <a:pt x="3382" y="144"/>
                  </a:cubicBezTo>
                  <a:cubicBezTo>
                    <a:pt x="3382" y="72"/>
                    <a:pt x="3287" y="1"/>
                    <a:pt x="32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9" name="Google Shape;22999;p145"/>
            <p:cNvSpPr/>
            <p:nvPr/>
          </p:nvSpPr>
          <p:spPr>
            <a:xfrm>
              <a:off x="4980633" y="2130753"/>
              <a:ext cx="111475" cy="10855"/>
            </a:xfrm>
            <a:custGeom>
              <a:avLst/>
              <a:gdLst/>
              <a:ahLst/>
              <a:cxnLst/>
              <a:rect l="l" t="t" r="r" b="b"/>
              <a:pathLst>
                <a:path w="3430" h="334" extrusionOk="0">
                  <a:moveTo>
                    <a:pt x="143" y="1"/>
                  </a:moveTo>
                  <a:cubicBezTo>
                    <a:pt x="48" y="1"/>
                    <a:pt x="0" y="96"/>
                    <a:pt x="0" y="167"/>
                  </a:cubicBezTo>
                  <a:cubicBezTo>
                    <a:pt x="0" y="262"/>
                    <a:pt x="96" y="334"/>
                    <a:pt x="167" y="334"/>
                  </a:cubicBezTo>
                  <a:lnTo>
                    <a:pt x="3239" y="334"/>
                  </a:lnTo>
                  <a:cubicBezTo>
                    <a:pt x="3335" y="334"/>
                    <a:pt x="3430" y="239"/>
                    <a:pt x="3382" y="143"/>
                  </a:cubicBezTo>
                  <a:cubicBezTo>
                    <a:pt x="3382" y="48"/>
                    <a:pt x="3287" y="1"/>
                    <a:pt x="32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0" name="Google Shape;23000;p145"/>
            <p:cNvSpPr/>
            <p:nvPr/>
          </p:nvSpPr>
          <p:spPr>
            <a:xfrm>
              <a:off x="4980633" y="2155518"/>
              <a:ext cx="111475" cy="10855"/>
            </a:xfrm>
            <a:custGeom>
              <a:avLst/>
              <a:gdLst/>
              <a:ahLst/>
              <a:cxnLst/>
              <a:rect l="l" t="t" r="r" b="b"/>
              <a:pathLst>
                <a:path w="3430" h="334" extrusionOk="0">
                  <a:moveTo>
                    <a:pt x="143" y="1"/>
                  </a:moveTo>
                  <a:cubicBezTo>
                    <a:pt x="48" y="1"/>
                    <a:pt x="0" y="96"/>
                    <a:pt x="0" y="191"/>
                  </a:cubicBezTo>
                  <a:cubicBezTo>
                    <a:pt x="0" y="286"/>
                    <a:pt x="96" y="334"/>
                    <a:pt x="167" y="334"/>
                  </a:cubicBezTo>
                  <a:lnTo>
                    <a:pt x="3239" y="334"/>
                  </a:lnTo>
                  <a:cubicBezTo>
                    <a:pt x="3335" y="334"/>
                    <a:pt x="3430" y="286"/>
                    <a:pt x="3382" y="167"/>
                  </a:cubicBezTo>
                  <a:cubicBezTo>
                    <a:pt x="3382" y="72"/>
                    <a:pt x="3287" y="1"/>
                    <a:pt x="32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01" name="Google Shape;23001;p145"/>
          <p:cNvGrpSpPr/>
          <p:nvPr/>
        </p:nvGrpSpPr>
        <p:grpSpPr>
          <a:xfrm>
            <a:off x="5526276" y="1812668"/>
            <a:ext cx="356850" cy="269977"/>
            <a:chOff x="5526276" y="1965068"/>
            <a:chExt cx="356850" cy="269977"/>
          </a:xfrm>
        </p:grpSpPr>
        <p:sp>
          <p:nvSpPr>
            <p:cNvPr id="23002" name="Google Shape;23002;p145"/>
            <p:cNvSpPr/>
            <p:nvPr/>
          </p:nvSpPr>
          <p:spPr>
            <a:xfrm>
              <a:off x="5526276" y="1965101"/>
              <a:ext cx="183463" cy="106860"/>
            </a:xfrm>
            <a:custGeom>
              <a:avLst/>
              <a:gdLst/>
              <a:ahLst/>
              <a:cxnLst/>
              <a:rect l="l" t="t" r="r" b="b"/>
              <a:pathLst>
                <a:path w="5645" h="3288" extrusionOk="0">
                  <a:moveTo>
                    <a:pt x="2219" y="1"/>
                  </a:moveTo>
                  <a:cubicBezTo>
                    <a:pt x="1453" y="1"/>
                    <a:pt x="834" y="611"/>
                    <a:pt x="834" y="1383"/>
                  </a:cubicBezTo>
                  <a:cubicBezTo>
                    <a:pt x="834" y="1454"/>
                    <a:pt x="834" y="1549"/>
                    <a:pt x="858" y="1644"/>
                  </a:cubicBezTo>
                  <a:cubicBezTo>
                    <a:pt x="382" y="1668"/>
                    <a:pt x="25" y="2049"/>
                    <a:pt x="25" y="2526"/>
                  </a:cubicBezTo>
                  <a:lnTo>
                    <a:pt x="25" y="2573"/>
                  </a:lnTo>
                  <a:cubicBezTo>
                    <a:pt x="1" y="2954"/>
                    <a:pt x="358" y="3288"/>
                    <a:pt x="763" y="3288"/>
                  </a:cubicBezTo>
                  <a:lnTo>
                    <a:pt x="4859" y="3288"/>
                  </a:lnTo>
                  <a:cubicBezTo>
                    <a:pt x="5264" y="3288"/>
                    <a:pt x="5621" y="2954"/>
                    <a:pt x="5645" y="2526"/>
                  </a:cubicBezTo>
                  <a:lnTo>
                    <a:pt x="5645" y="2502"/>
                  </a:lnTo>
                  <a:cubicBezTo>
                    <a:pt x="5645" y="2002"/>
                    <a:pt x="5240" y="1621"/>
                    <a:pt x="4764" y="1621"/>
                  </a:cubicBezTo>
                  <a:lnTo>
                    <a:pt x="4764" y="1573"/>
                  </a:lnTo>
                  <a:cubicBezTo>
                    <a:pt x="4764" y="1073"/>
                    <a:pt x="4335" y="692"/>
                    <a:pt x="3859" y="692"/>
                  </a:cubicBezTo>
                  <a:cubicBezTo>
                    <a:pt x="3716" y="692"/>
                    <a:pt x="3573" y="716"/>
                    <a:pt x="3454" y="811"/>
                  </a:cubicBezTo>
                  <a:cubicBezTo>
                    <a:pt x="3239" y="358"/>
                    <a:pt x="2787" y="25"/>
                    <a:pt x="2263" y="1"/>
                  </a:cubicBezTo>
                  <a:cubicBezTo>
                    <a:pt x="2248" y="1"/>
                    <a:pt x="2234" y="1"/>
                    <a:pt x="2219" y="1"/>
                  </a:cubicBezTo>
                  <a:close/>
                </a:path>
              </a:pathLst>
            </a:custGeom>
            <a:solidFill>
              <a:srgbClr val="E8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3" name="Google Shape;23003;p145"/>
            <p:cNvSpPr/>
            <p:nvPr/>
          </p:nvSpPr>
          <p:spPr>
            <a:xfrm>
              <a:off x="5560336" y="1965068"/>
              <a:ext cx="148622" cy="106892"/>
            </a:xfrm>
            <a:custGeom>
              <a:avLst/>
              <a:gdLst/>
              <a:ahLst/>
              <a:cxnLst/>
              <a:rect l="l" t="t" r="r" b="b"/>
              <a:pathLst>
                <a:path w="4573" h="3289" extrusionOk="0">
                  <a:moveTo>
                    <a:pt x="1126" y="1"/>
                  </a:moveTo>
                  <a:cubicBezTo>
                    <a:pt x="674" y="1"/>
                    <a:pt x="250" y="233"/>
                    <a:pt x="1" y="574"/>
                  </a:cubicBezTo>
                  <a:cubicBezTo>
                    <a:pt x="158" y="495"/>
                    <a:pt x="333" y="449"/>
                    <a:pt x="523" y="449"/>
                  </a:cubicBezTo>
                  <a:cubicBezTo>
                    <a:pt x="563" y="449"/>
                    <a:pt x="603" y="451"/>
                    <a:pt x="644" y="455"/>
                  </a:cubicBezTo>
                  <a:cubicBezTo>
                    <a:pt x="1191" y="479"/>
                    <a:pt x="1596" y="812"/>
                    <a:pt x="1834" y="1264"/>
                  </a:cubicBezTo>
                  <a:cubicBezTo>
                    <a:pt x="1953" y="1193"/>
                    <a:pt x="2096" y="1145"/>
                    <a:pt x="2263" y="1145"/>
                  </a:cubicBezTo>
                  <a:cubicBezTo>
                    <a:pt x="2763" y="1145"/>
                    <a:pt x="3144" y="1550"/>
                    <a:pt x="3144" y="2026"/>
                  </a:cubicBezTo>
                  <a:lnTo>
                    <a:pt x="3144" y="2050"/>
                  </a:lnTo>
                  <a:cubicBezTo>
                    <a:pt x="3644" y="2050"/>
                    <a:pt x="4049" y="2479"/>
                    <a:pt x="4049" y="2955"/>
                  </a:cubicBezTo>
                  <a:lnTo>
                    <a:pt x="4049" y="2979"/>
                  </a:lnTo>
                  <a:cubicBezTo>
                    <a:pt x="4049" y="3074"/>
                    <a:pt x="4001" y="3193"/>
                    <a:pt x="3978" y="3289"/>
                  </a:cubicBezTo>
                  <a:cubicBezTo>
                    <a:pt x="4311" y="3193"/>
                    <a:pt x="4573" y="2884"/>
                    <a:pt x="4573" y="2574"/>
                  </a:cubicBezTo>
                  <a:lnTo>
                    <a:pt x="4573" y="2527"/>
                  </a:lnTo>
                  <a:cubicBezTo>
                    <a:pt x="4573" y="2003"/>
                    <a:pt x="4192" y="1622"/>
                    <a:pt x="3692" y="1622"/>
                  </a:cubicBezTo>
                  <a:lnTo>
                    <a:pt x="3692" y="1574"/>
                  </a:lnTo>
                  <a:cubicBezTo>
                    <a:pt x="3692" y="1074"/>
                    <a:pt x="3263" y="693"/>
                    <a:pt x="2787" y="693"/>
                  </a:cubicBezTo>
                  <a:cubicBezTo>
                    <a:pt x="2644" y="693"/>
                    <a:pt x="2501" y="717"/>
                    <a:pt x="2382" y="812"/>
                  </a:cubicBezTo>
                  <a:cubicBezTo>
                    <a:pt x="2168" y="359"/>
                    <a:pt x="1715" y="26"/>
                    <a:pt x="1191" y="2"/>
                  </a:cubicBezTo>
                  <a:cubicBezTo>
                    <a:pt x="1169" y="1"/>
                    <a:pt x="1147" y="1"/>
                    <a:pt x="1126" y="1"/>
                  </a:cubicBezTo>
                  <a:close/>
                </a:path>
              </a:pathLst>
            </a:custGeom>
            <a:solidFill>
              <a:srgbClr val="DF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4" name="Google Shape;23004;p145"/>
            <p:cNvSpPr/>
            <p:nvPr/>
          </p:nvSpPr>
          <p:spPr>
            <a:xfrm>
              <a:off x="5770091" y="2177196"/>
              <a:ext cx="85150" cy="57492"/>
            </a:xfrm>
            <a:custGeom>
              <a:avLst/>
              <a:gdLst/>
              <a:ahLst/>
              <a:cxnLst/>
              <a:rect l="l" t="t" r="r" b="b"/>
              <a:pathLst>
                <a:path w="2620" h="1769" extrusionOk="0">
                  <a:moveTo>
                    <a:pt x="0" y="0"/>
                  </a:moveTo>
                  <a:lnTo>
                    <a:pt x="0" y="1429"/>
                  </a:lnTo>
                  <a:cubicBezTo>
                    <a:pt x="0" y="1453"/>
                    <a:pt x="0" y="1477"/>
                    <a:pt x="24" y="1477"/>
                  </a:cubicBezTo>
                  <a:lnTo>
                    <a:pt x="262" y="1572"/>
                  </a:lnTo>
                  <a:cubicBezTo>
                    <a:pt x="596" y="1703"/>
                    <a:pt x="953" y="1769"/>
                    <a:pt x="1310" y="1769"/>
                  </a:cubicBezTo>
                  <a:cubicBezTo>
                    <a:pt x="1667" y="1769"/>
                    <a:pt x="2024" y="1703"/>
                    <a:pt x="2358" y="1572"/>
                  </a:cubicBezTo>
                  <a:lnTo>
                    <a:pt x="2596" y="1477"/>
                  </a:lnTo>
                  <a:cubicBezTo>
                    <a:pt x="2596" y="1477"/>
                    <a:pt x="2620" y="1453"/>
                    <a:pt x="2620" y="1429"/>
                  </a:cubicBezTo>
                  <a:lnTo>
                    <a:pt x="2620"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5" name="Google Shape;23005;p145"/>
            <p:cNvSpPr/>
            <p:nvPr/>
          </p:nvSpPr>
          <p:spPr>
            <a:xfrm>
              <a:off x="5801811" y="2177196"/>
              <a:ext cx="53430" cy="57850"/>
            </a:xfrm>
            <a:custGeom>
              <a:avLst/>
              <a:gdLst/>
              <a:ahLst/>
              <a:cxnLst/>
              <a:rect l="l" t="t" r="r" b="b"/>
              <a:pathLst>
                <a:path w="1644" h="1780" extrusionOk="0">
                  <a:moveTo>
                    <a:pt x="977" y="0"/>
                  </a:moveTo>
                  <a:lnTo>
                    <a:pt x="977" y="1191"/>
                  </a:lnTo>
                  <a:cubicBezTo>
                    <a:pt x="977" y="1358"/>
                    <a:pt x="858" y="1525"/>
                    <a:pt x="715" y="1572"/>
                  </a:cubicBezTo>
                  <a:cubicBezTo>
                    <a:pt x="477" y="1667"/>
                    <a:pt x="239" y="1715"/>
                    <a:pt x="1" y="1763"/>
                  </a:cubicBezTo>
                  <a:cubicBezTo>
                    <a:pt x="113" y="1774"/>
                    <a:pt x="226" y="1780"/>
                    <a:pt x="337" y="1780"/>
                  </a:cubicBezTo>
                  <a:cubicBezTo>
                    <a:pt x="699" y="1780"/>
                    <a:pt x="1054" y="1718"/>
                    <a:pt x="1382" y="1572"/>
                  </a:cubicBezTo>
                  <a:lnTo>
                    <a:pt x="1620" y="1477"/>
                  </a:lnTo>
                  <a:cubicBezTo>
                    <a:pt x="1644" y="1477"/>
                    <a:pt x="1644" y="1453"/>
                    <a:pt x="1644" y="1429"/>
                  </a:cubicBezTo>
                  <a:lnTo>
                    <a:pt x="1644"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6" name="Google Shape;23006;p145"/>
            <p:cNvSpPr/>
            <p:nvPr/>
          </p:nvSpPr>
          <p:spPr>
            <a:xfrm>
              <a:off x="5740678" y="2138878"/>
              <a:ext cx="142447" cy="66592"/>
            </a:xfrm>
            <a:custGeom>
              <a:avLst/>
              <a:gdLst/>
              <a:ahLst/>
              <a:cxnLst/>
              <a:rect l="l" t="t" r="r" b="b"/>
              <a:pathLst>
                <a:path w="4383" h="2049" extrusionOk="0">
                  <a:moveTo>
                    <a:pt x="2200" y="1"/>
                  </a:moveTo>
                  <a:cubicBezTo>
                    <a:pt x="2138" y="1"/>
                    <a:pt x="2072" y="12"/>
                    <a:pt x="2001" y="36"/>
                  </a:cubicBezTo>
                  <a:lnTo>
                    <a:pt x="96" y="917"/>
                  </a:lnTo>
                  <a:cubicBezTo>
                    <a:pt x="0" y="965"/>
                    <a:pt x="0" y="1084"/>
                    <a:pt x="96" y="1108"/>
                  </a:cubicBezTo>
                  <a:lnTo>
                    <a:pt x="2025" y="2013"/>
                  </a:lnTo>
                  <a:cubicBezTo>
                    <a:pt x="2084" y="2037"/>
                    <a:pt x="2144" y="2049"/>
                    <a:pt x="2200" y="2049"/>
                  </a:cubicBezTo>
                  <a:cubicBezTo>
                    <a:pt x="2257" y="2049"/>
                    <a:pt x="2310" y="2037"/>
                    <a:pt x="2358" y="2013"/>
                  </a:cubicBezTo>
                  <a:lnTo>
                    <a:pt x="4287" y="1108"/>
                  </a:lnTo>
                  <a:cubicBezTo>
                    <a:pt x="4382" y="1084"/>
                    <a:pt x="4382" y="941"/>
                    <a:pt x="4287" y="917"/>
                  </a:cubicBezTo>
                  <a:lnTo>
                    <a:pt x="2382" y="36"/>
                  </a:lnTo>
                  <a:cubicBezTo>
                    <a:pt x="2322" y="12"/>
                    <a:pt x="2263" y="1"/>
                    <a:pt x="2200" y="1"/>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7" name="Google Shape;23007;p145"/>
            <p:cNvSpPr/>
            <p:nvPr/>
          </p:nvSpPr>
          <p:spPr>
            <a:xfrm>
              <a:off x="5797163" y="2162473"/>
              <a:ext cx="85963" cy="42217"/>
            </a:xfrm>
            <a:custGeom>
              <a:avLst/>
              <a:gdLst/>
              <a:ahLst/>
              <a:cxnLst/>
              <a:rect l="l" t="t" r="r" b="b"/>
              <a:pathLst>
                <a:path w="2645" h="1299" extrusionOk="0">
                  <a:moveTo>
                    <a:pt x="2192" y="1"/>
                  </a:moveTo>
                  <a:lnTo>
                    <a:pt x="2192" y="1"/>
                  </a:lnTo>
                  <a:cubicBezTo>
                    <a:pt x="2239" y="72"/>
                    <a:pt x="2192" y="120"/>
                    <a:pt x="2144" y="144"/>
                  </a:cubicBezTo>
                  <a:lnTo>
                    <a:pt x="167" y="1073"/>
                  </a:lnTo>
                  <a:cubicBezTo>
                    <a:pt x="120" y="1096"/>
                    <a:pt x="48" y="1096"/>
                    <a:pt x="1" y="1096"/>
                  </a:cubicBezTo>
                  <a:lnTo>
                    <a:pt x="310" y="1263"/>
                  </a:lnTo>
                  <a:cubicBezTo>
                    <a:pt x="358" y="1287"/>
                    <a:pt x="412" y="1299"/>
                    <a:pt x="468" y="1299"/>
                  </a:cubicBezTo>
                  <a:cubicBezTo>
                    <a:pt x="525" y="1299"/>
                    <a:pt x="584" y="1287"/>
                    <a:pt x="644" y="1263"/>
                  </a:cubicBezTo>
                  <a:lnTo>
                    <a:pt x="2573" y="358"/>
                  </a:lnTo>
                  <a:cubicBezTo>
                    <a:pt x="2644" y="358"/>
                    <a:pt x="2644" y="239"/>
                    <a:pt x="2573" y="191"/>
                  </a:cubicBezTo>
                  <a:lnTo>
                    <a:pt x="2192" y="1"/>
                  </a:ln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8" name="Google Shape;23008;p145"/>
            <p:cNvSpPr/>
            <p:nvPr/>
          </p:nvSpPr>
          <p:spPr>
            <a:xfrm>
              <a:off x="5706618" y="2207388"/>
              <a:ext cx="12415" cy="11635"/>
            </a:xfrm>
            <a:custGeom>
              <a:avLst/>
              <a:gdLst/>
              <a:ahLst/>
              <a:cxnLst/>
              <a:rect l="l" t="t" r="r" b="b"/>
              <a:pathLst>
                <a:path w="382" h="358" extrusionOk="0">
                  <a:moveTo>
                    <a:pt x="191" y="0"/>
                  </a:moveTo>
                  <a:cubicBezTo>
                    <a:pt x="72" y="0"/>
                    <a:pt x="0" y="72"/>
                    <a:pt x="0" y="167"/>
                  </a:cubicBezTo>
                  <a:cubicBezTo>
                    <a:pt x="0" y="262"/>
                    <a:pt x="72" y="357"/>
                    <a:pt x="191" y="357"/>
                  </a:cubicBezTo>
                  <a:cubicBezTo>
                    <a:pt x="310" y="357"/>
                    <a:pt x="382" y="262"/>
                    <a:pt x="382" y="167"/>
                  </a:cubicBezTo>
                  <a:cubicBezTo>
                    <a:pt x="382" y="48"/>
                    <a:pt x="310" y="0"/>
                    <a:pt x="191"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9" name="Google Shape;23009;p145"/>
            <p:cNvSpPr/>
            <p:nvPr/>
          </p:nvSpPr>
          <p:spPr>
            <a:xfrm>
              <a:off x="5727516" y="2207388"/>
              <a:ext cx="11635" cy="11635"/>
            </a:xfrm>
            <a:custGeom>
              <a:avLst/>
              <a:gdLst/>
              <a:ahLst/>
              <a:cxnLst/>
              <a:rect l="l" t="t" r="r" b="b"/>
              <a:pathLst>
                <a:path w="358" h="358" extrusionOk="0">
                  <a:moveTo>
                    <a:pt x="167" y="0"/>
                  </a:moveTo>
                  <a:cubicBezTo>
                    <a:pt x="48" y="0"/>
                    <a:pt x="0" y="72"/>
                    <a:pt x="0" y="167"/>
                  </a:cubicBezTo>
                  <a:cubicBezTo>
                    <a:pt x="0" y="262"/>
                    <a:pt x="96" y="357"/>
                    <a:pt x="167" y="357"/>
                  </a:cubicBezTo>
                  <a:cubicBezTo>
                    <a:pt x="286" y="357"/>
                    <a:pt x="358" y="262"/>
                    <a:pt x="358" y="167"/>
                  </a:cubicBezTo>
                  <a:cubicBezTo>
                    <a:pt x="358" y="48"/>
                    <a:pt x="262" y="0"/>
                    <a:pt x="167"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0" name="Google Shape;23010;p145"/>
            <p:cNvSpPr/>
            <p:nvPr/>
          </p:nvSpPr>
          <p:spPr>
            <a:xfrm>
              <a:off x="5684941" y="2207388"/>
              <a:ext cx="11635" cy="11635"/>
            </a:xfrm>
            <a:custGeom>
              <a:avLst/>
              <a:gdLst/>
              <a:ahLst/>
              <a:cxnLst/>
              <a:rect l="l" t="t" r="r" b="b"/>
              <a:pathLst>
                <a:path w="358" h="358" extrusionOk="0">
                  <a:moveTo>
                    <a:pt x="167" y="0"/>
                  </a:moveTo>
                  <a:cubicBezTo>
                    <a:pt x="48" y="0"/>
                    <a:pt x="1" y="72"/>
                    <a:pt x="1" y="167"/>
                  </a:cubicBezTo>
                  <a:cubicBezTo>
                    <a:pt x="1" y="262"/>
                    <a:pt x="72" y="357"/>
                    <a:pt x="167" y="357"/>
                  </a:cubicBezTo>
                  <a:cubicBezTo>
                    <a:pt x="286" y="357"/>
                    <a:pt x="358" y="262"/>
                    <a:pt x="358" y="167"/>
                  </a:cubicBezTo>
                  <a:cubicBezTo>
                    <a:pt x="358" y="48"/>
                    <a:pt x="263" y="0"/>
                    <a:pt x="167"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1" name="Google Shape;23011;p145"/>
            <p:cNvSpPr/>
            <p:nvPr/>
          </p:nvSpPr>
          <p:spPr>
            <a:xfrm>
              <a:off x="5619941" y="2112163"/>
              <a:ext cx="11635" cy="11667"/>
            </a:xfrm>
            <a:custGeom>
              <a:avLst/>
              <a:gdLst/>
              <a:ahLst/>
              <a:cxnLst/>
              <a:rect l="l" t="t" r="r" b="b"/>
              <a:pathLst>
                <a:path w="358" h="359" extrusionOk="0">
                  <a:moveTo>
                    <a:pt x="191" y="1"/>
                  </a:moveTo>
                  <a:cubicBezTo>
                    <a:pt x="72" y="1"/>
                    <a:pt x="0" y="96"/>
                    <a:pt x="0" y="192"/>
                  </a:cubicBezTo>
                  <a:cubicBezTo>
                    <a:pt x="0" y="263"/>
                    <a:pt x="72" y="334"/>
                    <a:pt x="191" y="358"/>
                  </a:cubicBezTo>
                  <a:cubicBezTo>
                    <a:pt x="286" y="358"/>
                    <a:pt x="357" y="311"/>
                    <a:pt x="357" y="192"/>
                  </a:cubicBezTo>
                  <a:cubicBezTo>
                    <a:pt x="357" y="72"/>
                    <a:pt x="262" y="1"/>
                    <a:pt x="191"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2" name="Google Shape;23012;p145"/>
            <p:cNvSpPr/>
            <p:nvPr/>
          </p:nvSpPr>
          <p:spPr>
            <a:xfrm>
              <a:off x="5619941" y="2092046"/>
              <a:ext cx="11635" cy="11667"/>
            </a:xfrm>
            <a:custGeom>
              <a:avLst/>
              <a:gdLst/>
              <a:ahLst/>
              <a:cxnLst/>
              <a:rect l="l" t="t" r="r" b="b"/>
              <a:pathLst>
                <a:path w="358" h="359" extrusionOk="0">
                  <a:moveTo>
                    <a:pt x="191" y="1"/>
                  </a:moveTo>
                  <a:cubicBezTo>
                    <a:pt x="72" y="1"/>
                    <a:pt x="0" y="96"/>
                    <a:pt x="0" y="168"/>
                  </a:cubicBezTo>
                  <a:cubicBezTo>
                    <a:pt x="0" y="263"/>
                    <a:pt x="72" y="334"/>
                    <a:pt x="191" y="358"/>
                  </a:cubicBezTo>
                  <a:cubicBezTo>
                    <a:pt x="286" y="358"/>
                    <a:pt x="357" y="263"/>
                    <a:pt x="357" y="168"/>
                  </a:cubicBezTo>
                  <a:cubicBezTo>
                    <a:pt x="357" y="48"/>
                    <a:pt x="262" y="1"/>
                    <a:pt x="191"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3" name="Google Shape;23013;p145"/>
            <p:cNvSpPr/>
            <p:nvPr/>
          </p:nvSpPr>
          <p:spPr>
            <a:xfrm>
              <a:off x="5619941" y="2131533"/>
              <a:ext cx="11635" cy="11635"/>
            </a:xfrm>
            <a:custGeom>
              <a:avLst/>
              <a:gdLst/>
              <a:ahLst/>
              <a:cxnLst/>
              <a:rect l="l" t="t" r="r" b="b"/>
              <a:pathLst>
                <a:path w="358" h="358" extrusionOk="0">
                  <a:moveTo>
                    <a:pt x="191" y="0"/>
                  </a:moveTo>
                  <a:cubicBezTo>
                    <a:pt x="72" y="0"/>
                    <a:pt x="0" y="96"/>
                    <a:pt x="0" y="191"/>
                  </a:cubicBezTo>
                  <a:cubicBezTo>
                    <a:pt x="0" y="262"/>
                    <a:pt x="72" y="358"/>
                    <a:pt x="191" y="358"/>
                  </a:cubicBezTo>
                  <a:cubicBezTo>
                    <a:pt x="286" y="358"/>
                    <a:pt x="357" y="310"/>
                    <a:pt x="357" y="191"/>
                  </a:cubicBezTo>
                  <a:cubicBezTo>
                    <a:pt x="357" y="72"/>
                    <a:pt x="262" y="0"/>
                    <a:pt x="191"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4" name="Google Shape;23014;p145"/>
            <p:cNvSpPr/>
            <p:nvPr/>
          </p:nvSpPr>
          <p:spPr>
            <a:xfrm>
              <a:off x="5602911" y="2208136"/>
              <a:ext cx="44135" cy="18622"/>
            </a:xfrm>
            <a:custGeom>
              <a:avLst/>
              <a:gdLst/>
              <a:ahLst/>
              <a:cxnLst/>
              <a:rect l="l" t="t" r="r" b="b"/>
              <a:pathLst>
                <a:path w="1358" h="573" extrusionOk="0">
                  <a:moveTo>
                    <a:pt x="667" y="1"/>
                  </a:moveTo>
                  <a:cubicBezTo>
                    <a:pt x="429" y="1"/>
                    <a:pt x="238" y="96"/>
                    <a:pt x="48" y="263"/>
                  </a:cubicBezTo>
                  <a:cubicBezTo>
                    <a:pt x="0" y="334"/>
                    <a:pt x="0" y="453"/>
                    <a:pt x="48" y="501"/>
                  </a:cubicBezTo>
                  <a:cubicBezTo>
                    <a:pt x="84" y="537"/>
                    <a:pt x="131" y="555"/>
                    <a:pt x="176" y="555"/>
                  </a:cubicBezTo>
                  <a:cubicBezTo>
                    <a:pt x="221" y="555"/>
                    <a:pt x="262" y="537"/>
                    <a:pt x="286" y="501"/>
                  </a:cubicBezTo>
                  <a:cubicBezTo>
                    <a:pt x="381" y="406"/>
                    <a:pt x="524" y="358"/>
                    <a:pt x="667" y="358"/>
                  </a:cubicBezTo>
                  <a:cubicBezTo>
                    <a:pt x="834" y="358"/>
                    <a:pt x="977" y="406"/>
                    <a:pt x="1072" y="501"/>
                  </a:cubicBezTo>
                  <a:cubicBezTo>
                    <a:pt x="1096" y="525"/>
                    <a:pt x="1143" y="573"/>
                    <a:pt x="1191" y="573"/>
                  </a:cubicBezTo>
                  <a:cubicBezTo>
                    <a:pt x="1215" y="573"/>
                    <a:pt x="1263" y="573"/>
                    <a:pt x="1310" y="501"/>
                  </a:cubicBezTo>
                  <a:cubicBezTo>
                    <a:pt x="1358" y="453"/>
                    <a:pt x="1358" y="334"/>
                    <a:pt x="1310" y="263"/>
                  </a:cubicBezTo>
                  <a:cubicBezTo>
                    <a:pt x="1120" y="96"/>
                    <a:pt x="905" y="1"/>
                    <a:pt x="6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5" name="Google Shape;23015;p145"/>
            <p:cNvSpPr/>
            <p:nvPr/>
          </p:nvSpPr>
          <p:spPr>
            <a:xfrm>
              <a:off x="5585101" y="2184151"/>
              <a:ext cx="79755" cy="24797"/>
            </a:xfrm>
            <a:custGeom>
              <a:avLst/>
              <a:gdLst/>
              <a:ahLst/>
              <a:cxnLst/>
              <a:rect l="l" t="t" r="r" b="b"/>
              <a:pathLst>
                <a:path w="2454" h="763" extrusionOk="0">
                  <a:moveTo>
                    <a:pt x="1215" y="1"/>
                  </a:moveTo>
                  <a:cubicBezTo>
                    <a:pt x="763" y="1"/>
                    <a:pt x="358" y="167"/>
                    <a:pt x="72" y="477"/>
                  </a:cubicBezTo>
                  <a:cubicBezTo>
                    <a:pt x="1" y="525"/>
                    <a:pt x="1" y="644"/>
                    <a:pt x="72" y="715"/>
                  </a:cubicBezTo>
                  <a:cubicBezTo>
                    <a:pt x="96" y="739"/>
                    <a:pt x="138" y="751"/>
                    <a:pt x="179" y="751"/>
                  </a:cubicBezTo>
                  <a:cubicBezTo>
                    <a:pt x="221" y="751"/>
                    <a:pt x="263" y="739"/>
                    <a:pt x="286" y="715"/>
                  </a:cubicBezTo>
                  <a:cubicBezTo>
                    <a:pt x="548" y="477"/>
                    <a:pt x="858" y="310"/>
                    <a:pt x="1215" y="310"/>
                  </a:cubicBezTo>
                  <a:cubicBezTo>
                    <a:pt x="1572" y="310"/>
                    <a:pt x="1906" y="477"/>
                    <a:pt x="2144" y="715"/>
                  </a:cubicBezTo>
                  <a:cubicBezTo>
                    <a:pt x="2168" y="739"/>
                    <a:pt x="2239" y="763"/>
                    <a:pt x="2263" y="763"/>
                  </a:cubicBezTo>
                  <a:cubicBezTo>
                    <a:pt x="2334" y="763"/>
                    <a:pt x="2358" y="763"/>
                    <a:pt x="2382" y="715"/>
                  </a:cubicBezTo>
                  <a:cubicBezTo>
                    <a:pt x="2453" y="644"/>
                    <a:pt x="2453" y="525"/>
                    <a:pt x="2382" y="477"/>
                  </a:cubicBezTo>
                  <a:cubicBezTo>
                    <a:pt x="2072" y="167"/>
                    <a:pt x="1668" y="1"/>
                    <a:pt x="12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6" name="Google Shape;23016;p145"/>
            <p:cNvSpPr/>
            <p:nvPr/>
          </p:nvSpPr>
          <p:spPr>
            <a:xfrm>
              <a:off x="5566543" y="2158606"/>
              <a:ext cx="116122" cy="33313"/>
            </a:xfrm>
            <a:custGeom>
              <a:avLst/>
              <a:gdLst/>
              <a:ahLst/>
              <a:cxnLst/>
              <a:rect l="l" t="t" r="r" b="b"/>
              <a:pathLst>
                <a:path w="3573" h="1025" extrusionOk="0">
                  <a:moveTo>
                    <a:pt x="1786" y="1"/>
                  </a:moveTo>
                  <a:cubicBezTo>
                    <a:pt x="1143" y="1"/>
                    <a:pt x="524" y="263"/>
                    <a:pt x="71" y="715"/>
                  </a:cubicBezTo>
                  <a:cubicBezTo>
                    <a:pt x="0" y="787"/>
                    <a:pt x="0" y="906"/>
                    <a:pt x="71" y="953"/>
                  </a:cubicBezTo>
                  <a:cubicBezTo>
                    <a:pt x="95" y="977"/>
                    <a:pt x="143" y="1025"/>
                    <a:pt x="191" y="1025"/>
                  </a:cubicBezTo>
                  <a:cubicBezTo>
                    <a:pt x="238" y="1025"/>
                    <a:pt x="286" y="977"/>
                    <a:pt x="310" y="953"/>
                  </a:cubicBezTo>
                  <a:cubicBezTo>
                    <a:pt x="714" y="549"/>
                    <a:pt x="1238" y="334"/>
                    <a:pt x="1786" y="334"/>
                  </a:cubicBezTo>
                  <a:cubicBezTo>
                    <a:pt x="2358" y="334"/>
                    <a:pt x="2905" y="572"/>
                    <a:pt x="3286" y="953"/>
                  </a:cubicBezTo>
                  <a:cubicBezTo>
                    <a:pt x="3310" y="989"/>
                    <a:pt x="3352" y="1007"/>
                    <a:pt x="3397" y="1007"/>
                  </a:cubicBezTo>
                  <a:cubicBezTo>
                    <a:pt x="3441" y="1007"/>
                    <a:pt x="3489" y="989"/>
                    <a:pt x="3525" y="953"/>
                  </a:cubicBezTo>
                  <a:cubicBezTo>
                    <a:pt x="3572" y="906"/>
                    <a:pt x="3572" y="787"/>
                    <a:pt x="3525" y="715"/>
                  </a:cubicBezTo>
                  <a:cubicBezTo>
                    <a:pt x="3048" y="239"/>
                    <a:pt x="2453" y="1"/>
                    <a:pt x="17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17" name="Google Shape;23017;p145"/>
          <p:cNvGrpSpPr/>
          <p:nvPr/>
        </p:nvGrpSpPr>
        <p:grpSpPr>
          <a:xfrm>
            <a:off x="6280893" y="1793363"/>
            <a:ext cx="356850" cy="308263"/>
            <a:chOff x="6280893" y="1945763"/>
            <a:chExt cx="356850" cy="308263"/>
          </a:xfrm>
        </p:grpSpPr>
        <p:sp>
          <p:nvSpPr>
            <p:cNvPr id="23018" name="Google Shape;23018;p145"/>
            <p:cNvSpPr/>
            <p:nvPr/>
          </p:nvSpPr>
          <p:spPr>
            <a:xfrm>
              <a:off x="6280893" y="1984471"/>
              <a:ext cx="356850" cy="213655"/>
            </a:xfrm>
            <a:custGeom>
              <a:avLst/>
              <a:gdLst/>
              <a:ahLst/>
              <a:cxnLst/>
              <a:rect l="l" t="t" r="r" b="b"/>
              <a:pathLst>
                <a:path w="10980" h="6574" extrusionOk="0">
                  <a:moveTo>
                    <a:pt x="382" y="1"/>
                  </a:moveTo>
                  <a:cubicBezTo>
                    <a:pt x="168" y="1"/>
                    <a:pt x="1" y="191"/>
                    <a:pt x="1" y="382"/>
                  </a:cubicBezTo>
                  <a:lnTo>
                    <a:pt x="1" y="6192"/>
                  </a:lnTo>
                  <a:cubicBezTo>
                    <a:pt x="1" y="6407"/>
                    <a:pt x="168" y="6573"/>
                    <a:pt x="382" y="6573"/>
                  </a:cubicBezTo>
                  <a:lnTo>
                    <a:pt x="10598" y="6573"/>
                  </a:lnTo>
                  <a:cubicBezTo>
                    <a:pt x="10813" y="6573"/>
                    <a:pt x="10979" y="6407"/>
                    <a:pt x="10979" y="6192"/>
                  </a:cubicBezTo>
                  <a:lnTo>
                    <a:pt x="10979" y="382"/>
                  </a:lnTo>
                  <a:cubicBezTo>
                    <a:pt x="10979" y="167"/>
                    <a:pt x="10813" y="1"/>
                    <a:pt x="10598"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9" name="Google Shape;23019;p145"/>
            <p:cNvSpPr/>
            <p:nvPr/>
          </p:nvSpPr>
          <p:spPr>
            <a:xfrm>
              <a:off x="6603651" y="1984471"/>
              <a:ext cx="34093" cy="213655"/>
            </a:xfrm>
            <a:custGeom>
              <a:avLst/>
              <a:gdLst/>
              <a:ahLst/>
              <a:cxnLst/>
              <a:rect l="l" t="t" r="r" b="b"/>
              <a:pathLst>
                <a:path w="1049" h="6574" extrusionOk="0">
                  <a:moveTo>
                    <a:pt x="0" y="1"/>
                  </a:moveTo>
                  <a:cubicBezTo>
                    <a:pt x="215" y="1"/>
                    <a:pt x="405" y="191"/>
                    <a:pt x="405" y="382"/>
                  </a:cubicBezTo>
                  <a:lnTo>
                    <a:pt x="405" y="6192"/>
                  </a:lnTo>
                  <a:cubicBezTo>
                    <a:pt x="405" y="6407"/>
                    <a:pt x="215" y="6573"/>
                    <a:pt x="0" y="6573"/>
                  </a:cubicBezTo>
                  <a:lnTo>
                    <a:pt x="667" y="6573"/>
                  </a:lnTo>
                  <a:cubicBezTo>
                    <a:pt x="882" y="6573"/>
                    <a:pt x="1048" y="6407"/>
                    <a:pt x="1048" y="6192"/>
                  </a:cubicBezTo>
                  <a:lnTo>
                    <a:pt x="1048" y="382"/>
                  </a:lnTo>
                  <a:cubicBezTo>
                    <a:pt x="1048" y="191"/>
                    <a:pt x="882" y="1"/>
                    <a:pt x="667"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0" name="Google Shape;23020;p145"/>
            <p:cNvSpPr/>
            <p:nvPr/>
          </p:nvSpPr>
          <p:spPr>
            <a:xfrm>
              <a:off x="6311866" y="1964353"/>
              <a:ext cx="294125" cy="205920"/>
            </a:xfrm>
            <a:custGeom>
              <a:avLst/>
              <a:gdLst/>
              <a:ahLst/>
              <a:cxnLst/>
              <a:rect l="l" t="t" r="r" b="b"/>
              <a:pathLst>
                <a:path w="9050" h="6336" extrusionOk="0">
                  <a:moveTo>
                    <a:pt x="477" y="0"/>
                  </a:moveTo>
                  <a:cubicBezTo>
                    <a:pt x="215" y="0"/>
                    <a:pt x="0" y="215"/>
                    <a:pt x="0" y="477"/>
                  </a:cubicBezTo>
                  <a:lnTo>
                    <a:pt x="0" y="5621"/>
                  </a:lnTo>
                  <a:cubicBezTo>
                    <a:pt x="0" y="5883"/>
                    <a:pt x="215" y="6097"/>
                    <a:pt x="477" y="6097"/>
                  </a:cubicBezTo>
                  <a:lnTo>
                    <a:pt x="3715" y="6097"/>
                  </a:lnTo>
                  <a:lnTo>
                    <a:pt x="3906" y="5883"/>
                  </a:lnTo>
                  <a:cubicBezTo>
                    <a:pt x="4049" y="5883"/>
                    <a:pt x="4192" y="5954"/>
                    <a:pt x="4287" y="6073"/>
                  </a:cubicBezTo>
                  <a:cubicBezTo>
                    <a:pt x="4311" y="6097"/>
                    <a:pt x="4358" y="6335"/>
                    <a:pt x="4430" y="6335"/>
                  </a:cubicBezTo>
                  <a:lnTo>
                    <a:pt x="4525" y="6335"/>
                  </a:lnTo>
                  <a:cubicBezTo>
                    <a:pt x="4573" y="6335"/>
                    <a:pt x="4597" y="6311"/>
                    <a:pt x="4668" y="6287"/>
                  </a:cubicBezTo>
                  <a:cubicBezTo>
                    <a:pt x="4763" y="6168"/>
                    <a:pt x="4906" y="6097"/>
                    <a:pt x="5049" y="6097"/>
                  </a:cubicBezTo>
                  <a:lnTo>
                    <a:pt x="8550" y="6097"/>
                  </a:lnTo>
                  <a:cubicBezTo>
                    <a:pt x="8812" y="6097"/>
                    <a:pt x="9026" y="5883"/>
                    <a:pt x="9026" y="5621"/>
                  </a:cubicBezTo>
                  <a:lnTo>
                    <a:pt x="9026" y="477"/>
                  </a:lnTo>
                  <a:cubicBezTo>
                    <a:pt x="9050" y="215"/>
                    <a:pt x="8812" y="0"/>
                    <a:pt x="8574" y="0"/>
                  </a:cubicBezTo>
                  <a:lnTo>
                    <a:pt x="5097" y="0"/>
                  </a:lnTo>
                  <a:cubicBezTo>
                    <a:pt x="4787" y="0"/>
                    <a:pt x="4525" y="239"/>
                    <a:pt x="4525" y="572"/>
                  </a:cubicBezTo>
                  <a:cubicBezTo>
                    <a:pt x="4525" y="262"/>
                    <a:pt x="4287" y="0"/>
                    <a:pt x="3954"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1" name="Google Shape;23021;p145"/>
            <p:cNvSpPr/>
            <p:nvPr/>
          </p:nvSpPr>
          <p:spPr>
            <a:xfrm>
              <a:off x="6566503" y="1964353"/>
              <a:ext cx="39488" cy="198153"/>
            </a:xfrm>
            <a:custGeom>
              <a:avLst/>
              <a:gdLst/>
              <a:ahLst/>
              <a:cxnLst/>
              <a:rect l="l" t="t" r="r" b="b"/>
              <a:pathLst>
                <a:path w="1215" h="6097" extrusionOk="0">
                  <a:moveTo>
                    <a:pt x="0" y="0"/>
                  </a:moveTo>
                  <a:cubicBezTo>
                    <a:pt x="262" y="0"/>
                    <a:pt x="429" y="215"/>
                    <a:pt x="429" y="477"/>
                  </a:cubicBezTo>
                  <a:lnTo>
                    <a:pt x="429" y="5621"/>
                  </a:lnTo>
                  <a:cubicBezTo>
                    <a:pt x="429" y="5883"/>
                    <a:pt x="239" y="6097"/>
                    <a:pt x="0" y="6097"/>
                  </a:cubicBezTo>
                  <a:lnTo>
                    <a:pt x="715" y="6097"/>
                  </a:lnTo>
                  <a:cubicBezTo>
                    <a:pt x="977" y="6097"/>
                    <a:pt x="1191" y="5883"/>
                    <a:pt x="1191" y="5621"/>
                  </a:cubicBezTo>
                  <a:lnTo>
                    <a:pt x="1191" y="477"/>
                  </a:lnTo>
                  <a:cubicBezTo>
                    <a:pt x="1215" y="215"/>
                    <a:pt x="1001" y="0"/>
                    <a:pt x="739"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2" name="Google Shape;23022;p145"/>
            <p:cNvSpPr/>
            <p:nvPr/>
          </p:nvSpPr>
          <p:spPr>
            <a:xfrm>
              <a:off x="6417133" y="1965133"/>
              <a:ext cx="41828" cy="205888"/>
            </a:xfrm>
            <a:custGeom>
              <a:avLst/>
              <a:gdLst/>
              <a:ahLst/>
              <a:cxnLst/>
              <a:rect l="l" t="t" r="r" b="b"/>
              <a:pathLst>
                <a:path w="1287" h="6335" extrusionOk="0">
                  <a:moveTo>
                    <a:pt x="0" y="0"/>
                  </a:moveTo>
                  <a:cubicBezTo>
                    <a:pt x="310" y="0"/>
                    <a:pt x="548" y="238"/>
                    <a:pt x="548" y="572"/>
                  </a:cubicBezTo>
                  <a:lnTo>
                    <a:pt x="548" y="6073"/>
                  </a:lnTo>
                  <a:lnTo>
                    <a:pt x="715" y="6073"/>
                  </a:lnTo>
                  <a:cubicBezTo>
                    <a:pt x="929" y="6073"/>
                    <a:pt x="1072" y="6168"/>
                    <a:pt x="1191" y="6335"/>
                  </a:cubicBezTo>
                  <a:cubicBezTo>
                    <a:pt x="1215" y="6335"/>
                    <a:pt x="1286" y="6335"/>
                    <a:pt x="1286" y="6311"/>
                  </a:cubicBezTo>
                  <a:lnTo>
                    <a:pt x="1286" y="572"/>
                  </a:lnTo>
                  <a:cubicBezTo>
                    <a:pt x="1286" y="262"/>
                    <a:pt x="1048" y="0"/>
                    <a:pt x="715"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3" name="Google Shape;23023;p145"/>
            <p:cNvSpPr/>
            <p:nvPr/>
          </p:nvSpPr>
          <p:spPr>
            <a:xfrm>
              <a:off x="6397763" y="1945763"/>
              <a:ext cx="30778" cy="104845"/>
            </a:xfrm>
            <a:custGeom>
              <a:avLst/>
              <a:gdLst/>
              <a:ahLst/>
              <a:cxnLst/>
              <a:rect l="l" t="t" r="r" b="b"/>
              <a:pathLst>
                <a:path w="947" h="3226" extrusionOk="0">
                  <a:moveTo>
                    <a:pt x="215" y="1"/>
                  </a:moveTo>
                  <a:cubicBezTo>
                    <a:pt x="96" y="1"/>
                    <a:pt x="1" y="96"/>
                    <a:pt x="1" y="215"/>
                  </a:cubicBezTo>
                  <a:lnTo>
                    <a:pt x="1" y="3168"/>
                  </a:lnTo>
                  <a:cubicBezTo>
                    <a:pt x="1" y="3203"/>
                    <a:pt x="39" y="3225"/>
                    <a:pt x="78" y="3225"/>
                  </a:cubicBezTo>
                  <a:cubicBezTo>
                    <a:pt x="93" y="3225"/>
                    <a:pt x="107" y="3222"/>
                    <a:pt x="120" y="3216"/>
                  </a:cubicBezTo>
                  <a:lnTo>
                    <a:pt x="453" y="3049"/>
                  </a:lnTo>
                  <a:lnTo>
                    <a:pt x="549" y="3049"/>
                  </a:lnTo>
                  <a:lnTo>
                    <a:pt x="834" y="3216"/>
                  </a:lnTo>
                  <a:cubicBezTo>
                    <a:pt x="853" y="3222"/>
                    <a:pt x="871" y="3225"/>
                    <a:pt x="886" y="3225"/>
                  </a:cubicBezTo>
                  <a:cubicBezTo>
                    <a:pt x="926" y="3225"/>
                    <a:pt x="947" y="3203"/>
                    <a:pt x="930" y="3168"/>
                  </a:cubicBezTo>
                  <a:lnTo>
                    <a:pt x="930" y="215"/>
                  </a:lnTo>
                  <a:cubicBezTo>
                    <a:pt x="930" y="96"/>
                    <a:pt x="834" y="1"/>
                    <a:pt x="715" y="1"/>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4" name="Google Shape;23024;p145"/>
            <p:cNvSpPr/>
            <p:nvPr/>
          </p:nvSpPr>
          <p:spPr>
            <a:xfrm>
              <a:off x="6404751" y="1945763"/>
              <a:ext cx="24018" cy="104845"/>
            </a:xfrm>
            <a:custGeom>
              <a:avLst/>
              <a:gdLst/>
              <a:ahLst/>
              <a:cxnLst/>
              <a:rect l="l" t="t" r="r" b="b"/>
              <a:pathLst>
                <a:path w="739" h="3226" extrusionOk="0">
                  <a:moveTo>
                    <a:pt x="0" y="1"/>
                  </a:moveTo>
                  <a:cubicBezTo>
                    <a:pt x="119" y="1"/>
                    <a:pt x="167" y="96"/>
                    <a:pt x="167" y="215"/>
                  </a:cubicBezTo>
                  <a:lnTo>
                    <a:pt x="167" y="3073"/>
                  </a:lnTo>
                  <a:lnTo>
                    <a:pt x="238" y="3049"/>
                  </a:lnTo>
                  <a:lnTo>
                    <a:pt x="334" y="3049"/>
                  </a:lnTo>
                  <a:lnTo>
                    <a:pt x="619" y="3216"/>
                  </a:lnTo>
                  <a:cubicBezTo>
                    <a:pt x="638" y="3222"/>
                    <a:pt x="656" y="3225"/>
                    <a:pt x="671" y="3225"/>
                  </a:cubicBezTo>
                  <a:cubicBezTo>
                    <a:pt x="713" y="3225"/>
                    <a:pt x="738" y="3203"/>
                    <a:pt x="738" y="3168"/>
                  </a:cubicBezTo>
                  <a:lnTo>
                    <a:pt x="738" y="215"/>
                  </a:lnTo>
                  <a:cubicBezTo>
                    <a:pt x="738" y="96"/>
                    <a:pt x="643" y="1"/>
                    <a:pt x="524" y="1"/>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5" name="Google Shape;23025;p145"/>
            <p:cNvSpPr/>
            <p:nvPr/>
          </p:nvSpPr>
          <p:spPr>
            <a:xfrm>
              <a:off x="6490648" y="1992206"/>
              <a:ext cx="84403" cy="56550"/>
            </a:xfrm>
            <a:custGeom>
              <a:avLst/>
              <a:gdLst/>
              <a:ahLst/>
              <a:cxnLst/>
              <a:rect l="l" t="t" r="r" b="b"/>
              <a:pathLst>
                <a:path w="2597" h="1740" extrusionOk="0">
                  <a:moveTo>
                    <a:pt x="215" y="1"/>
                  </a:moveTo>
                  <a:cubicBezTo>
                    <a:pt x="96" y="1"/>
                    <a:pt x="1" y="96"/>
                    <a:pt x="1" y="215"/>
                  </a:cubicBezTo>
                  <a:lnTo>
                    <a:pt x="1" y="1525"/>
                  </a:lnTo>
                  <a:cubicBezTo>
                    <a:pt x="1" y="1644"/>
                    <a:pt x="96" y="1739"/>
                    <a:pt x="215" y="1739"/>
                  </a:cubicBezTo>
                  <a:lnTo>
                    <a:pt x="2382" y="1739"/>
                  </a:lnTo>
                  <a:cubicBezTo>
                    <a:pt x="2501" y="1739"/>
                    <a:pt x="2596" y="1644"/>
                    <a:pt x="2596" y="1525"/>
                  </a:cubicBezTo>
                  <a:lnTo>
                    <a:pt x="2596" y="215"/>
                  </a:lnTo>
                  <a:cubicBezTo>
                    <a:pt x="2596" y="96"/>
                    <a:pt x="2501" y="1"/>
                    <a:pt x="2382" y="1"/>
                  </a:cubicBezTo>
                  <a:close/>
                </a:path>
              </a:pathLst>
            </a:custGeom>
            <a:solidFill>
              <a:srgbClr val="E1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6" name="Google Shape;23026;p145"/>
            <p:cNvSpPr/>
            <p:nvPr/>
          </p:nvSpPr>
          <p:spPr>
            <a:xfrm>
              <a:off x="6546386" y="1992206"/>
              <a:ext cx="28665" cy="56550"/>
            </a:xfrm>
            <a:custGeom>
              <a:avLst/>
              <a:gdLst/>
              <a:ahLst/>
              <a:cxnLst/>
              <a:rect l="l" t="t" r="r" b="b"/>
              <a:pathLst>
                <a:path w="882" h="1740" extrusionOk="0">
                  <a:moveTo>
                    <a:pt x="0" y="1"/>
                  </a:moveTo>
                  <a:cubicBezTo>
                    <a:pt x="119" y="1"/>
                    <a:pt x="215" y="96"/>
                    <a:pt x="215" y="215"/>
                  </a:cubicBezTo>
                  <a:lnTo>
                    <a:pt x="215" y="1525"/>
                  </a:lnTo>
                  <a:cubicBezTo>
                    <a:pt x="215" y="1644"/>
                    <a:pt x="143" y="1739"/>
                    <a:pt x="0" y="1739"/>
                  </a:cubicBezTo>
                  <a:lnTo>
                    <a:pt x="667" y="1739"/>
                  </a:lnTo>
                  <a:cubicBezTo>
                    <a:pt x="786" y="1739"/>
                    <a:pt x="881" y="1644"/>
                    <a:pt x="881" y="1525"/>
                  </a:cubicBezTo>
                  <a:lnTo>
                    <a:pt x="881" y="215"/>
                  </a:lnTo>
                  <a:cubicBezTo>
                    <a:pt x="881" y="96"/>
                    <a:pt x="786" y="1"/>
                    <a:pt x="667" y="1"/>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7" name="Google Shape;23027;p145"/>
            <p:cNvSpPr/>
            <p:nvPr/>
          </p:nvSpPr>
          <p:spPr>
            <a:xfrm>
              <a:off x="6335851" y="2006928"/>
              <a:ext cx="37960" cy="10855"/>
            </a:xfrm>
            <a:custGeom>
              <a:avLst/>
              <a:gdLst/>
              <a:ahLst/>
              <a:cxnLst/>
              <a:rect l="l" t="t" r="r" b="b"/>
              <a:pathLst>
                <a:path w="1168" h="334" extrusionOk="0">
                  <a:moveTo>
                    <a:pt x="191" y="0"/>
                  </a:moveTo>
                  <a:cubicBezTo>
                    <a:pt x="96" y="0"/>
                    <a:pt x="1" y="96"/>
                    <a:pt x="24" y="215"/>
                  </a:cubicBezTo>
                  <a:cubicBezTo>
                    <a:pt x="72" y="286"/>
                    <a:pt x="120" y="334"/>
                    <a:pt x="191" y="334"/>
                  </a:cubicBezTo>
                  <a:lnTo>
                    <a:pt x="953" y="334"/>
                  </a:lnTo>
                  <a:cubicBezTo>
                    <a:pt x="1072" y="334"/>
                    <a:pt x="1168" y="238"/>
                    <a:pt x="1096" y="119"/>
                  </a:cubicBezTo>
                  <a:cubicBezTo>
                    <a:pt x="1072" y="24"/>
                    <a:pt x="1025" y="0"/>
                    <a:pt x="953"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8" name="Google Shape;23028;p145"/>
            <p:cNvSpPr/>
            <p:nvPr/>
          </p:nvSpPr>
          <p:spPr>
            <a:xfrm>
              <a:off x="6335851" y="2027826"/>
              <a:ext cx="37960" cy="10855"/>
            </a:xfrm>
            <a:custGeom>
              <a:avLst/>
              <a:gdLst/>
              <a:ahLst/>
              <a:cxnLst/>
              <a:rect l="l" t="t" r="r" b="b"/>
              <a:pathLst>
                <a:path w="1168" h="334" extrusionOk="0">
                  <a:moveTo>
                    <a:pt x="191" y="0"/>
                  </a:moveTo>
                  <a:cubicBezTo>
                    <a:pt x="96" y="0"/>
                    <a:pt x="1" y="95"/>
                    <a:pt x="24" y="215"/>
                  </a:cubicBezTo>
                  <a:cubicBezTo>
                    <a:pt x="72" y="310"/>
                    <a:pt x="120" y="334"/>
                    <a:pt x="191" y="334"/>
                  </a:cubicBezTo>
                  <a:lnTo>
                    <a:pt x="953" y="334"/>
                  </a:lnTo>
                  <a:cubicBezTo>
                    <a:pt x="1072" y="334"/>
                    <a:pt x="1168" y="238"/>
                    <a:pt x="1096" y="119"/>
                  </a:cubicBezTo>
                  <a:cubicBezTo>
                    <a:pt x="1072" y="48"/>
                    <a:pt x="1025" y="0"/>
                    <a:pt x="953"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9" name="Google Shape;23029;p145"/>
            <p:cNvSpPr/>
            <p:nvPr/>
          </p:nvSpPr>
          <p:spPr>
            <a:xfrm>
              <a:off x="6335851" y="2049503"/>
              <a:ext cx="37960" cy="10855"/>
            </a:xfrm>
            <a:custGeom>
              <a:avLst/>
              <a:gdLst/>
              <a:ahLst/>
              <a:cxnLst/>
              <a:rect l="l" t="t" r="r" b="b"/>
              <a:pathLst>
                <a:path w="1168" h="334" extrusionOk="0">
                  <a:moveTo>
                    <a:pt x="191" y="0"/>
                  </a:moveTo>
                  <a:cubicBezTo>
                    <a:pt x="96" y="0"/>
                    <a:pt x="1" y="95"/>
                    <a:pt x="24" y="214"/>
                  </a:cubicBezTo>
                  <a:cubicBezTo>
                    <a:pt x="72" y="286"/>
                    <a:pt x="120" y="333"/>
                    <a:pt x="191" y="333"/>
                  </a:cubicBezTo>
                  <a:lnTo>
                    <a:pt x="953" y="333"/>
                  </a:lnTo>
                  <a:cubicBezTo>
                    <a:pt x="1072" y="333"/>
                    <a:pt x="1168" y="214"/>
                    <a:pt x="1096" y="119"/>
                  </a:cubicBezTo>
                  <a:cubicBezTo>
                    <a:pt x="1072" y="24"/>
                    <a:pt x="1025" y="0"/>
                    <a:pt x="953"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0" name="Google Shape;23030;p145"/>
            <p:cNvSpPr/>
            <p:nvPr/>
          </p:nvSpPr>
          <p:spPr>
            <a:xfrm>
              <a:off x="6335851" y="2069621"/>
              <a:ext cx="87490" cy="10855"/>
            </a:xfrm>
            <a:custGeom>
              <a:avLst/>
              <a:gdLst/>
              <a:ahLst/>
              <a:cxnLst/>
              <a:rect l="l" t="t" r="r" b="b"/>
              <a:pathLst>
                <a:path w="2692" h="334" extrusionOk="0">
                  <a:moveTo>
                    <a:pt x="191" y="0"/>
                  </a:moveTo>
                  <a:cubicBezTo>
                    <a:pt x="96" y="0"/>
                    <a:pt x="1" y="95"/>
                    <a:pt x="24" y="215"/>
                  </a:cubicBezTo>
                  <a:cubicBezTo>
                    <a:pt x="24" y="262"/>
                    <a:pt x="96" y="334"/>
                    <a:pt x="191" y="334"/>
                  </a:cubicBezTo>
                  <a:lnTo>
                    <a:pt x="2501" y="334"/>
                  </a:lnTo>
                  <a:cubicBezTo>
                    <a:pt x="2620" y="334"/>
                    <a:pt x="2692" y="238"/>
                    <a:pt x="2644" y="119"/>
                  </a:cubicBezTo>
                  <a:cubicBezTo>
                    <a:pt x="2644" y="72"/>
                    <a:pt x="2596" y="0"/>
                    <a:pt x="2501"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1" name="Google Shape;23031;p145"/>
            <p:cNvSpPr/>
            <p:nvPr/>
          </p:nvSpPr>
          <p:spPr>
            <a:xfrm>
              <a:off x="6335851" y="2092046"/>
              <a:ext cx="87490" cy="10888"/>
            </a:xfrm>
            <a:custGeom>
              <a:avLst/>
              <a:gdLst/>
              <a:ahLst/>
              <a:cxnLst/>
              <a:rect l="l" t="t" r="r" b="b"/>
              <a:pathLst>
                <a:path w="2692" h="335" extrusionOk="0">
                  <a:moveTo>
                    <a:pt x="191" y="1"/>
                  </a:moveTo>
                  <a:cubicBezTo>
                    <a:pt x="96" y="1"/>
                    <a:pt x="1" y="96"/>
                    <a:pt x="24" y="215"/>
                  </a:cubicBezTo>
                  <a:cubicBezTo>
                    <a:pt x="24" y="263"/>
                    <a:pt x="96" y="334"/>
                    <a:pt x="191" y="334"/>
                  </a:cubicBezTo>
                  <a:lnTo>
                    <a:pt x="2501" y="334"/>
                  </a:lnTo>
                  <a:cubicBezTo>
                    <a:pt x="2620" y="334"/>
                    <a:pt x="2692" y="239"/>
                    <a:pt x="2644" y="120"/>
                  </a:cubicBezTo>
                  <a:cubicBezTo>
                    <a:pt x="2644" y="48"/>
                    <a:pt x="2596" y="1"/>
                    <a:pt x="2501"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2" name="Google Shape;23032;p145"/>
            <p:cNvSpPr/>
            <p:nvPr/>
          </p:nvSpPr>
          <p:spPr>
            <a:xfrm>
              <a:off x="6335851" y="2115283"/>
              <a:ext cx="87490" cy="10855"/>
            </a:xfrm>
            <a:custGeom>
              <a:avLst/>
              <a:gdLst/>
              <a:ahLst/>
              <a:cxnLst/>
              <a:rect l="l" t="t" r="r" b="b"/>
              <a:pathLst>
                <a:path w="2692" h="334" extrusionOk="0">
                  <a:moveTo>
                    <a:pt x="191" y="0"/>
                  </a:moveTo>
                  <a:cubicBezTo>
                    <a:pt x="96" y="0"/>
                    <a:pt x="1" y="72"/>
                    <a:pt x="24" y="215"/>
                  </a:cubicBezTo>
                  <a:cubicBezTo>
                    <a:pt x="24" y="262"/>
                    <a:pt x="96" y="334"/>
                    <a:pt x="191" y="334"/>
                  </a:cubicBezTo>
                  <a:lnTo>
                    <a:pt x="2501" y="334"/>
                  </a:lnTo>
                  <a:cubicBezTo>
                    <a:pt x="2620" y="334"/>
                    <a:pt x="2692" y="238"/>
                    <a:pt x="2644" y="119"/>
                  </a:cubicBezTo>
                  <a:cubicBezTo>
                    <a:pt x="2644" y="48"/>
                    <a:pt x="2596" y="0"/>
                    <a:pt x="2501"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3" name="Google Shape;23033;p145"/>
            <p:cNvSpPr/>
            <p:nvPr/>
          </p:nvSpPr>
          <p:spPr>
            <a:xfrm>
              <a:off x="6482133" y="2069621"/>
              <a:ext cx="85930" cy="10855"/>
            </a:xfrm>
            <a:custGeom>
              <a:avLst/>
              <a:gdLst/>
              <a:ahLst/>
              <a:cxnLst/>
              <a:rect l="l" t="t" r="r" b="b"/>
              <a:pathLst>
                <a:path w="2644" h="334" extrusionOk="0">
                  <a:moveTo>
                    <a:pt x="167" y="0"/>
                  </a:moveTo>
                  <a:cubicBezTo>
                    <a:pt x="96" y="0"/>
                    <a:pt x="1" y="95"/>
                    <a:pt x="24" y="215"/>
                  </a:cubicBezTo>
                  <a:cubicBezTo>
                    <a:pt x="24" y="262"/>
                    <a:pt x="96" y="334"/>
                    <a:pt x="167" y="334"/>
                  </a:cubicBezTo>
                  <a:lnTo>
                    <a:pt x="2501" y="334"/>
                  </a:lnTo>
                  <a:cubicBezTo>
                    <a:pt x="2596" y="334"/>
                    <a:pt x="2644" y="238"/>
                    <a:pt x="2644" y="119"/>
                  </a:cubicBezTo>
                  <a:cubicBezTo>
                    <a:pt x="2644" y="72"/>
                    <a:pt x="2573" y="0"/>
                    <a:pt x="2501"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4" name="Google Shape;23034;p145"/>
            <p:cNvSpPr/>
            <p:nvPr/>
          </p:nvSpPr>
          <p:spPr>
            <a:xfrm>
              <a:off x="6482133" y="2092046"/>
              <a:ext cx="85930" cy="10888"/>
            </a:xfrm>
            <a:custGeom>
              <a:avLst/>
              <a:gdLst/>
              <a:ahLst/>
              <a:cxnLst/>
              <a:rect l="l" t="t" r="r" b="b"/>
              <a:pathLst>
                <a:path w="2644" h="335" extrusionOk="0">
                  <a:moveTo>
                    <a:pt x="167" y="1"/>
                  </a:moveTo>
                  <a:cubicBezTo>
                    <a:pt x="96" y="1"/>
                    <a:pt x="1" y="96"/>
                    <a:pt x="24" y="215"/>
                  </a:cubicBezTo>
                  <a:cubicBezTo>
                    <a:pt x="24" y="263"/>
                    <a:pt x="96" y="334"/>
                    <a:pt x="167" y="334"/>
                  </a:cubicBezTo>
                  <a:lnTo>
                    <a:pt x="2501" y="334"/>
                  </a:lnTo>
                  <a:cubicBezTo>
                    <a:pt x="2596" y="334"/>
                    <a:pt x="2644" y="239"/>
                    <a:pt x="2644" y="120"/>
                  </a:cubicBezTo>
                  <a:cubicBezTo>
                    <a:pt x="2644" y="48"/>
                    <a:pt x="2573" y="1"/>
                    <a:pt x="2501"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5" name="Google Shape;23035;p145"/>
            <p:cNvSpPr/>
            <p:nvPr/>
          </p:nvSpPr>
          <p:spPr>
            <a:xfrm>
              <a:off x="6482133" y="2115283"/>
              <a:ext cx="85930" cy="10855"/>
            </a:xfrm>
            <a:custGeom>
              <a:avLst/>
              <a:gdLst/>
              <a:ahLst/>
              <a:cxnLst/>
              <a:rect l="l" t="t" r="r" b="b"/>
              <a:pathLst>
                <a:path w="2644" h="334" extrusionOk="0">
                  <a:moveTo>
                    <a:pt x="167" y="0"/>
                  </a:moveTo>
                  <a:cubicBezTo>
                    <a:pt x="96" y="0"/>
                    <a:pt x="1" y="72"/>
                    <a:pt x="24" y="215"/>
                  </a:cubicBezTo>
                  <a:cubicBezTo>
                    <a:pt x="24" y="262"/>
                    <a:pt x="96" y="334"/>
                    <a:pt x="167" y="334"/>
                  </a:cubicBezTo>
                  <a:lnTo>
                    <a:pt x="2501" y="334"/>
                  </a:lnTo>
                  <a:cubicBezTo>
                    <a:pt x="2596" y="334"/>
                    <a:pt x="2644" y="238"/>
                    <a:pt x="2644" y="119"/>
                  </a:cubicBezTo>
                  <a:cubicBezTo>
                    <a:pt x="2644" y="48"/>
                    <a:pt x="2573" y="0"/>
                    <a:pt x="2501"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6" name="Google Shape;23036;p145"/>
            <p:cNvSpPr/>
            <p:nvPr/>
          </p:nvSpPr>
          <p:spPr>
            <a:xfrm>
              <a:off x="6558768" y="2183761"/>
              <a:ext cx="70460" cy="70265"/>
            </a:xfrm>
            <a:custGeom>
              <a:avLst/>
              <a:gdLst/>
              <a:ahLst/>
              <a:cxnLst/>
              <a:rect l="l" t="t" r="r" b="b"/>
              <a:pathLst>
                <a:path w="2168" h="2162" extrusionOk="0">
                  <a:moveTo>
                    <a:pt x="95" y="0"/>
                  </a:moveTo>
                  <a:cubicBezTo>
                    <a:pt x="32" y="0"/>
                    <a:pt x="0" y="78"/>
                    <a:pt x="0" y="156"/>
                  </a:cubicBezTo>
                  <a:lnTo>
                    <a:pt x="262" y="1608"/>
                  </a:lnTo>
                  <a:cubicBezTo>
                    <a:pt x="278" y="1701"/>
                    <a:pt x="363" y="1764"/>
                    <a:pt x="454" y="1764"/>
                  </a:cubicBezTo>
                  <a:cubicBezTo>
                    <a:pt x="503" y="1764"/>
                    <a:pt x="554" y="1745"/>
                    <a:pt x="596" y="1704"/>
                  </a:cubicBezTo>
                  <a:lnTo>
                    <a:pt x="834" y="1489"/>
                  </a:lnTo>
                  <a:lnTo>
                    <a:pt x="1453" y="2108"/>
                  </a:lnTo>
                  <a:cubicBezTo>
                    <a:pt x="1477" y="2144"/>
                    <a:pt x="1512" y="2162"/>
                    <a:pt x="1551" y="2162"/>
                  </a:cubicBezTo>
                  <a:cubicBezTo>
                    <a:pt x="1590" y="2162"/>
                    <a:pt x="1632" y="2144"/>
                    <a:pt x="1667" y="2108"/>
                  </a:cubicBezTo>
                  <a:lnTo>
                    <a:pt x="2096" y="1680"/>
                  </a:lnTo>
                  <a:cubicBezTo>
                    <a:pt x="2167" y="1608"/>
                    <a:pt x="2167" y="1513"/>
                    <a:pt x="2096" y="1465"/>
                  </a:cubicBezTo>
                  <a:lnTo>
                    <a:pt x="1477" y="846"/>
                  </a:lnTo>
                  <a:lnTo>
                    <a:pt x="1477" y="799"/>
                  </a:lnTo>
                  <a:lnTo>
                    <a:pt x="1691" y="608"/>
                  </a:lnTo>
                  <a:cubicBezTo>
                    <a:pt x="1810" y="489"/>
                    <a:pt x="1739" y="299"/>
                    <a:pt x="1596" y="275"/>
                  </a:cubicBezTo>
                  <a:lnTo>
                    <a:pt x="143" y="13"/>
                  </a:lnTo>
                  <a:cubicBezTo>
                    <a:pt x="126" y="4"/>
                    <a:pt x="110" y="0"/>
                    <a:pt x="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37" name="Google Shape;23037;p145"/>
          <p:cNvGrpSpPr/>
          <p:nvPr/>
        </p:nvGrpSpPr>
        <p:grpSpPr>
          <a:xfrm>
            <a:off x="7029336" y="1796483"/>
            <a:ext cx="358377" cy="302640"/>
            <a:chOff x="7029336" y="1948883"/>
            <a:chExt cx="358377" cy="302640"/>
          </a:xfrm>
        </p:grpSpPr>
        <p:sp>
          <p:nvSpPr>
            <p:cNvPr id="23038" name="Google Shape;23038;p145"/>
            <p:cNvSpPr/>
            <p:nvPr/>
          </p:nvSpPr>
          <p:spPr>
            <a:xfrm>
              <a:off x="7030896" y="1948883"/>
              <a:ext cx="127725" cy="37960"/>
            </a:xfrm>
            <a:custGeom>
              <a:avLst/>
              <a:gdLst/>
              <a:ahLst/>
              <a:cxnLst/>
              <a:rect l="l" t="t" r="r" b="b"/>
              <a:pathLst>
                <a:path w="3930" h="1168" extrusionOk="0">
                  <a:moveTo>
                    <a:pt x="381" y="0"/>
                  </a:moveTo>
                  <a:cubicBezTo>
                    <a:pt x="167" y="0"/>
                    <a:pt x="0" y="167"/>
                    <a:pt x="0" y="381"/>
                  </a:cubicBezTo>
                  <a:lnTo>
                    <a:pt x="0" y="953"/>
                  </a:lnTo>
                  <a:lnTo>
                    <a:pt x="1953" y="1167"/>
                  </a:lnTo>
                  <a:lnTo>
                    <a:pt x="3929" y="953"/>
                  </a:lnTo>
                  <a:lnTo>
                    <a:pt x="3929" y="381"/>
                  </a:lnTo>
                  <a:cubicBezTo>
                    <a:pt x="3882" y="143"/>
                    <a:pt x="3739" y="0"/>
                    <a:pt x="352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9" name="Google Shape;23039;p145"/>
            <p:cNvSpPr/>
            <p:nvPr/>
          </p:nvSpPr>
          <p:spPr>
            <a:xfrm>
              <a:off x="7123748" y="1948883"/>
              <a:ext cx="33313" cy="37960"/>
            </a:xfrm>
            <a:custGeom>
              <a:avLst/>
              <a:gdLst/>
              <a:ahLst/>
              <a:cxnLst/>
              <a:rect l="l" t="t" r="r" b="b"/>
              <a:pathLst>
                <a:path w="1025" h="1168" extrusionOk="0">
                  <a:moveTo>
                    <a:pt x="1" y="0"/>
                  </a:moveTo>
                  <a:cubicBezTo>
                    <a:pt x="191" y="0"/>
                    <a:pt x="382" y="167"/>
                    <a:pt x="382" y="381"/>
                  </a:cubicBezTo>
                  <a:lnTo>
                    <a:pt x="382" y="953"/>
                  </a:lnTo>
                  <a:lnTo>
                    <a:pt x="620" y="1167"/>
                  </a:lnTo>
                  <a:lnTo>
                    <a:pt x="1025" y="953"/>
                  </a:lnTo>
                  <a:lnTo>
                    <a:pt x="1025" y="381"/>
                  </a:lnTo>
                  <a:cubicBezTo>
                    <a:pt x="1025" y="143"/>
                    <a:pt x="882" y="0"/>
                    <a:pt x="644" y="0"/>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0" name="Google Shape;23040;p145"/>
            <p:cNvSpPr/>
            <p:nvPr/>
          </p:nvSpPr>
          <p:spPr>
            <a:xfrm>
              <a:off x="7029336" y="2006148"/>
              <a:ext cx="358377" cy="245375"/>
            </a:xfrm>
            <a:custGeom>
              <a:avLst/>
              <a:gdLst/>
              <a:ahLst/>
              <a:cxnLst/>
              <a:rect l="l" t="t" r="r" b="b"/>
              <a:pathLst>
                <a:path w="11027" h="7550" extrusionOk="0">
                  <a:moveTo>
                    <a:pt x="5525" y="0"/>
                  </a:moveTo>
                  <a:lnTo>
                    <a:pt x="0" y="524"/>
                  </a:lnTo>
                  <a:lnTo>
                    <a:pt x="0" y="7383"/>
                  </a:lnTo>
                  <a:cubicBezTo>
                    <a:pt x="0" y="7454"/>
                    <a:pt x="96" y="7550"/>
                    <a:pt x="191" y="7550"/>
                  </a:cubicBezTo>
                  <a:lnTo>
                    <a:pt x="10836" y="7550"/>
                  </a:lnTo>
                  <a:cubicBezTo>
                    <a:pt x="10931" y="7550"/>
                    <a:pt x="11027" y="7454"/>
                    <a:pt x="11027" y="7383"/>
                  </a:cubicBezTo>
                  <a:lnTo>
                    <a:pt x="11027" y="524"/>
                  </a:lnTo>
                  <a:lnTo>
                    <a:pt x="5525"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1" name="Google Shape;23041;p145"/>
            <p:cNvSpPr/>
            <p:nvPr/>
          </p:nvSpPr>
          <p:spPr>
            <a:xfrm>
              <a:off x="7360608" y="1979823"/>
              <a:ext cx="27105" cy="271700"/>
            </a:xfrm>
            <a:custGeom>
              <a:avLst/>
              <a:gdLst/>
              <a:ahLst/>
              <a:cxnLst/>
              <a:rect l="l" t="t" r="r" b="b"/>
              <a:pathLst>
                <a:path w="834" h="8360" extrusionOk="0">
                  <a:moveTo>
                    <a:pt x="0" y="1"/>
                  </a:moveTo>
                  <a:cubicBezTo>
                    <a:pt x="71" y="1"/>
                    <a:pt x="167" y="96"/>
                    <a:pt x="167" y="167"/>
                  </a:cubicBezTo>
                  <a:lnTo>
                    <a:pt x="167" y="8193"/>
                  </a:lnTo>
                  <a:cubicBezTo>
                    <a:pt x="167" y="8264"/>
                    <a:pt x="95" y="8360"/>
                    <a:pt x="0" y="8360"/>
                  </a:cubicBezTo>
                  <a:lnTo>
                    <a:pt x="643" y="8360"/>
                  </a:lnTo>
                  <a:cubicBezTo>
                    <a:pt x="738" y="8360"/>
                    <a:pt x="834" y="8264"/>
                    <a:pt x="834" y="8193"/>
                  </a:cubicBezTo>
                  <a:lnTo>
                    <a:pt x="834" y="167"/>
                  </a:lnTo>
                  <a:cubicBezTo>
                    <a:pt x="834" y="72"/>
                    <a:pt x="738" y="1"/>
                    <a:pt x="643"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2" name="Google Shape;23042;p145"/>
            <p:cNvSpPr/>
            <p:nvPr/>
          </p:nvSpPr>
          <p:spPr>
            <a:xfrm>
              <a:off x="7029336" y="1979043"/>
              <a:ext cx="358377" cy="43388"/>
            </a:xfrm>
            <a:custGeom>
              <a:avLst/>
              <a:gdLst/>
              <a:ahLst/>
              <a:cxnLst/>
              <a:rect l="l" t="t" r="r" b="b"/>
              <a:pathLst>
                <a:path w="11027" h="1335" extrusionOk="0">
                  <a:moveTo>
                    <a:pt x="0" y="1"/>
                  </a:moveTo>
                  <a:lnTo>
                    <a:pt x="0" y="1335"/>
                  </a:lnTo>
                  <a:lnTo>
                    <a:pt x="11027" y="1335"/>
                  </a:lnTo>
                  <a:lnTo>
                    <a:pt x="11027" y="168"/>
                  </a:lnTo>
                  <a:cubicBezTo>
                    <a:pt x="11027" y="72"/>
                    <a:pt x="10931" y="1"/>
                    <a:pt x="10836"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3" name="Google Shape;23043;p145"/>
            <p:cNvSpPr/>
            <p:nvPr/>
          </p:nvSpPr>
          <p:spPr>
            <a:xfrm>
              <a:off x="7360608" y="1979823"/>
              <a:ext cx="27105" cy="44167"/>
            </a:xfrm>
            <a:custGeom>
              <a:avLst/>
              <a:gdLst/>
              <a:ahLst/>
              <a:cxnLst/>
              <a:rect l="l" t="t" r="r" b="b"/>
              <a:pathLst>
                <a:path w="834" h="1359" extrusionOk="0">
                  <a:moveTo>
                    <a:pt x="0" y="1"/>
                  </a:moveTo>
                  <a:cubicBezTo>
                    <a:pt x="71" y="1"/>
                    <a:pt x="167" y="96"/>
                    <a:pt x="167" y="167"/>
                  </a:cubicBezTo>
                  <a:lnTo>
                    <a:pt x="167" y="1358"/>
                  </a:lnTo>
                  <a:lnTo>
                    <a:pt x="834" y="1358"/>
                  </a:lnTo>
                  <a:lnTo>
                    <a:pt x="834" y="167"/>
                  </a:lnTo>
                  <a:cubicBezTo>
                    <a:pt x="834" y="72"/>
                    <a:pt x="738" y="1"/>
                    <a:pt x="643" y="1"/>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4" name="Google Shape;23044;p145"/>
            <p:cNvSpPr/>
            <p:nvPr/>
          </p:nvSpPr>
          <p:spPr>
            <a:xfrm>
              <a:off x="7304871" y="1995326"/>
              <a:ext cx="11635" cy="11635"/>
            </a:xfrm>
            <a:custGeom>
              <a:avLst/>
              <a:gdLst/>
              <a:ahLst/>
              <a:cxnLst/>
              <a:rect l="l" t="t" r="r" b="b"/>
              <a:pathLst>
                <a:path w="358" h="358" extrusionOk="0">
                  <a:moveTo>
                    <a:pt x="191" y="0"/>
                  </a:moveTo>
                  <a:cubicBezTo>
                    <a:pt x="96" y="0"/>
                    <a:pt x="0" y="71"/>
                    <a:pt x="0" y="167"/>
                  </a:cubicBezTo>
                  <a:cubicBezTo>
                    <a:pt x="0" y="262"/>
                    <a:pt x="96" y="357"/>
                    <a:pt x="191" y="357"/>
                  </a:cubicBezTo>
                  <a:cubicBezTo>
                    <a:pt x="286" y="357"/>
                    <a:pt x="358" y="262"/>
                    <a:pt x="358" y="167"/>
                  </a:cubicBezTo>
                  <a:cubicBezTo>
                    <a:pt x="358" y="71"/>
                    <a:pt x="286" y="0"/>
                    <a:pt x="191"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5" name="Google Shape;23045;p145"/>
            <p:cNvSpPr/>
            <p:nvPr/>
          </p:nvSpPr>
          <p:spPr>
            <a:xfrm>
              <a:off x="7327328" y="1995326"/>
              <a:ext cx="11635" cy="11635"/>
            </a:xfrm>
            <a:custGeom>
              <a:avLst/>
              <a:gdLst/>
              <a:ahLst/>
              <a:cxnLst/>
              <a:rect l="l" t="t" r="r" b="b"/>
              <a:pathLst>
                <a:path w="358" h="358" extrusionOk="0">
                  <a:moveTo>
                    <a:pt x="191" y="0"/>
                  </a:moveTo>
                  <a:cubicBezTo>
                    <a:pt x="95" y="0"/>
                    <a:pt x="0" y="71"/>
                    <a:pt x="0" y="167"/>
                  </a:cubicBezTo>
                  <a:cubicBezTo>
                    <a:pt x="0" y="262"/>
                    <a:pt x="95" y="357"/>
                    <a:pt x="191" y="357"/>
                  </a:cubicBezTo>
                  <a:cubicBezTo>
                    <a:pt x="286" y="357"/>
                    <a:pt x="357" y="262"/>
                    <a:pt x="357" y="167"/>
                  </a:cubicBezTo>
                  <a:cubicBezTo>
                    <a:pt x="357" y="71"/>
                    <a:pt x="286" y="0"/>
                    <a:pt x="191"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6" name="Google Shape;23046;p145"/>
            <p:cNvSpPr/>
            <p:nvPr/>
          </p:nvSpPr>
          <p:spPr>
            <a:xfrm>
              <a:off x="7349753" y="1995326"/>
              <a:ext cx="11635" cy="11635"/>
            </a:xfrm>
            <a:custGeom>
              <a:avLst/>
              <a:gdLst/>
              <a:ahLst/>
              <a:cxnLst/>
              <a:rect l="l" t="t" r="r" b="b"/>
              <a:pathLst>
                <a:path w="358" h="358" extrusionOk="0">
                  <a:moveTo>
                    <a:pt x="191" y="0"/>
                  </a:moveTo>
                  <a:cubicBezTo>
                    <a:pt x="72" y="0"/>
                    <a:pt x="1" y="71"/>
                    <a:pt x="1" y="167"/>
                  </a:cubicBezTo>
                  <a:cubicBezTo>
                    <a:pt x="1" y="262"/>
                    <a:pt x="72" y="357"/>
                    <a:pt x="191" y="357"/>
                  </a:cubicBezTo>
                  <a:cubicBezTo>
                    <a:pt x="286" y="357"/>
                    <a:pt x="358" y="262"/>
                    <a:pt x="358" y="167"/>
                  </a:cubicBezTo>
                  <a:cubicBezTo>
                    <a:pt x="358" y="71"/>
                    <a:pt x="286" y="0"/>
                    <a:pt x="191"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7" name="Google Shape;23047;p145"/>
            <p:cNvSpPr/>
            <p:nvPr/>
          </p:nvSpPr>
          <p:spPr>
            <a:xfrm>
              <a:off x="7118353" y="2058766"/>
              <a:ext cx="177255" cy="167213"/>
            </a:xfrm>
            <a:custGeom>
              <a:avLst/>
              <a:gdLst/>
              <a:ahLst/>
              <a:cxnLst/>
              <a:rect l="l" t="t" r="r" b="b"/>
              <a:pathLst>
                <a:path w="5454" h="5145" extrusionOk="0">
                  <a:moveTo>
                    <a:pt x="214" y="1"/>
                  </a:moveTo>
                  <a:cubicBezTo>
                    <a:pt x="95" y="1"/>
                    <a:pt x="0" y="96"/>
                    <a:pt x="0" y="215"/>
                  </a:cubicBezTo>
                  <a:lnTo>
                    <a:pt x="0" y="3883"/>
                  </a:lnTo>
                  <a:cubicBezTo>
                    <a:pt x="0" y="4002"/>
                    <a:pt x="95" y="4097"/>
                    <a:pt x="214" y="4097"/>
                  </a:cubicBezTo>
                  <a:lnTo>
                    <a:pt x="1548" y="4097"/>
                  </a:lnTo>
                  <a:cubicBezTo>
                    <a:pt x="1619" y="4097"/>
                    <a:pt x="1667" y="4121"/>
                    <a:pt x="1715" y="4145"/>
                  </a:cubicBezTo>
                  <a:lnTo>
                    <a:pt x="2453" y="5073"/>
                  </a:lnTo>
                  <a:cubicBezTo>
                    <a:pt x="2501" y="5121"/>
                    <a:pt x="2554" y="5145"/>
                    <a:pt x="2605" y="5145"/>
                  </a:cubicBezTo>
                  <a:cubicBezTo>
                    <a:pt x="2655" y="5145"/>
                    <a:pt x="2703" y="5121"/>
                    <a:pt x="2739" y="5073"/>
                  </a:cubicBezTo>
                  <a:lnTo>
                    <a:pt x="3501" y="4145"/>
                  </a:lnTo>
                  <a:cubicBezTo>
                    <a:pt x="3525" y="4121"/>
                    <a:pt x="3572" y="4097"/>
                    <a:pt x="3644" y="4097"/>
                  </a:cubicBezTo>
                  <a:lnTo>
                    <a:pt x="5215" y="4097"/>
                  </a:lnTo>
                  <a:cubicBezTo>
                    <a:pt x="5335" y="4097"/>
                    <a:pt x="5430" y="4002"/>
                    <a:pt x="5430" y="3883"/>
                  </a:cubicBezTo>
                  <a:lnTo>
                    <a:pt x="5430" y="215"/>
                  </a:lnTo>
                  <a:cubicBezTo>
                    <a:pt x="5454" y="96"/>
                    <a:pt x="5335" y="1"/>
                    <a:pt x="5239" y="1"/>
                  </a:cubicBezTo>
                  <a:close/>
                </a:path>
              </a:pathLst>
            </a:custGeom>
            <a:solidFill>
              <a:srgbClr val="C4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8" name="Google Shape;23048;p145"/>
            <p:cNvSpPr/>
            <p:nvPr/>
          </p:nvSpPr>
          <p:spPr>
            <a:xfrm>
              <a:off x="7266943" y="2058766"/>
              <a:ext cx="28665" cy="133153"/>
            </a:xfrm>
            <a:custGeom>
              <a:avLst/>
              <a:gdLst/>
              <a:ahLst/>
              <a:cxnLst/>
              <a:rect l="l" t="t" r="r" b="b"/>
              <a:pathLst>
                <a:path w="882" h="4097" extrusionOk="0">
                  <a:moveTo>
                    <a:pt x="0" y="1"/>
                  </a:moveTo>
                  <a:cubicBezTo>
                    <a:pt x="120" y="1"/>
                    <a:pt x="191" y="96"/>
                    <a:pt x="191" y="215"/>
                  </a:cubicBezTo>
                  <a:lnTo>
                    <a:pt x="191" y="3883"/>
                  </a:lnTo>
                  <a:cubicBezTo>
                    <a:pt x="191" y="4002"/>
                    <a:pt x="120" y="4097"/>
                    <a:pt x="0" y="4097"/>
                  </a:cubicBezTo>
                  <a:lnTo>
                    <a:pt x="643" y="4097"/>
                  </a:lnTo>
                  <a:cubicBezTo>
                    <a:pt x="763" y="4097"/>
                    <a:pt x="858" y="4002"/>
                    <a:pt x="858" y="3883"/>
                  </a:cubicBezTo>
                  <a:lnTo>
                    <a:pt x="858" y="215"/>
                  </a:lnTo>
                  <a:cubicBezTo>
                    <a:pt x="882" y="96"/>
                    <a:pt x="763" y="1"/>
                    <a:pt x="667" y="1"/>
                  </a:cubicBez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9" name="Google Shape;23049;p145"/>
            <p:cNvSpPr/>
            <p:nvPr/>
          </p:nvSpPr>
          <p:spPr>
            <a:xfrm>
              <a:off x="7267723" y="2041736"/>
              <a:ext cx="38707" cy="38740"/>
            </a:xfrm>
            <a:custGeom>
              <a:avLst/>
              <a:gdLst/>
              <a:ahLst/>
              <a:cxnLst/>
              <a:rect l="l" t="t" r="r" b="b"/>
              <a:pathLst>
                <a:path w="1191" h="1192" extrusionOk="0">
                  <a:moveTo>
                    <a:pt x="596" y="1"/>
                  </a:moveTo>
                  <a:cubicBezTo>
                    <a:pt x="262" y="1"/>
                    <a:pt x="0" y="263"/>
                    <a:pt x="0" y="596"/>
                  </a:cubicBezTo>
                  <a:cubicBezTo>
                    <a:pt x="0" y="930"/>
                    <a:pt x="262" y="1192"/>
                    <a:pt x="596" y="1192"/>
                  </a:cubicBezTo>
                  <a:cubicBezTo>
                    <a:pt x="929" y="1192"/>
                    <a:pt x="1191" y="930"/>
                    <a:pt x="1191" y="596"/>
                  </a:cubicBezTo>
                  <a:cubicBezTo>
                    <a:pt x="1191" y="263"/>
                    <a:pt x="929" y="1"/>
                    <a:pt x="5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0" name="Google Shape;23050;p145"/>
            <p:cNvSpPr/>
            <p:nvPr/>
          </p:nvSpPr>
          <p:spPr>
            <a:xfrm>
              <a:off x="7143866" y="2080443"/>
              <a:ext cx="42607" cy="10888"/>
            </a:xfrm>
            <a:custGeom>
              <a:avLst/>
              <a:gdLst/>
              <a:ahLst/>
              <a:cxnLst/>
              <a:rect l="l" t="t" r="r" b="b"/>
              <a:pathLst>
                <a:path w="1311" h="335" extrusionOk="0">
                  <a:moveTo>
                    <a:pt x="144" y="1"/>
                  </a:moveTo>
                  <a:cubicBezTo>
                    <a:pt x="49" y="1"/>
                    <a:pt x="1" y="96"/>
                    <a:pt x="1" y="167"/>
                  </a:cubicBezTo>
                  <a:cubicBezTo>
                    <a:pt x="1" y="263"/>
                    <a:pt x="96" y="334"/>
                    <a:pt x="168" y="334"/>
                  </a:cubicBezTo>
                  <a:lnTo>
                    <a:pt x="1168" y="334"/>
                  </a:lnTo>
                  <a:cubicBezTo>
                    <a:pt x="1239" y="334"/>
                    <a:pt x="1311" y="263"/>
                    <a:pt x="1311" y="143"/>
                  </a:cubicBezTo>
                  <a:cubicBezTo>
                    <a:pt x="1311" y="48"/>
                    <a:pt x="1216" y="1"/>
                    <a:pt x="112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1" name="Google Shape;23051;p145"/>
            <p:cNvSpPr/>
            <p:nvPr/>
          </p:nvSpPr>
          <p:spPr>
            <a:xfrm>
              <a:off x="7144646" y="2105208"/>
              <a:ext cx="120770" cy="10888"/>
            </a:xfrm>
            <a:custGeom>
              <a:avLst/>
              <a:gdLst/>
              <a:ahLst/>
              <a:cxnLst/>
              <a:rect l="l" t="t" r="r" b="b"/>
              <a:pathLst>
                <a:path w="3716" h="335" extrusionOk="0">
                  <a:moveTo>
                    <a:pt x="144" y="1"/>
                  </a:moveTo>
                  <a:cubicBezTo>
                    <a:pt x="72" y="1"/>
                    <a:pt x="1" y="96"/>
                    <a:pt x="1" y="191"/>
                  </a:cubicBezTo>
                  <a:cubicBezTo>
                    <a:pt x="1" y="286"/>
                    <a:pt x="96" y="334"/>
                    <a:pt x="191" y="334"/>
                  </a:cubicBezTo>
                  <a:lnTo>
                    <a:pt x="3573" y="334"/>
                  </a:lnTo>
                  <a:cubicBezTo>
                    <a:pt x="3668" y="334"/>
                    <a:pt x="3716" y="286"/>
                    <a:pt x="3716" y="167"/>
                  </a:cubicBezTo>
                  <a:cubicBezTo>
                    <a:pt x="3716" y="72"/>
                    <a:pt x="3621" y="1"/>
                    <a:pt x="3549"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2" name="Google Shape;23052;p145"/>
            <p:cNvSpPr/>
            <p:nvPr/>
          </p:nvSpPr>
          <p:spPr>
            <a:xfrm>
              <a:off x="7144646" y="2130753"/>
              <a:ext cx="120770" cy="10855"/>
            </a:xfrm>
            <a:custGeom>
              <a:avLst/>
              <a:gdLst/>
              <a:ahLst/>
              <a:cxnLst/>
              <a:rect l="l" t="t" r="r" b="b"/>
              <a:pathLst>
                <a:path w="3716" h="334" extrusionOk="0">
                  <a:moveTo>
                    <a:pt x="144" y="1"/>
                  </a:moveTo>
                  <a:cubicBezTo>
                    <a:pt x="72" y="1"/>
                    <a:pt x="1" y="96"/>
                    <a:pt x="1" y="167"/>
                  </a:cubicBezTo>
                  <a:cubicBezTo>
                    <a:pt x="1" y="262"/>
                    <a:pt x="96" y="334"/>
                    <a:pt x="191" y="334"/>
                  </a:cubicBezTo>
                  <a:lnTo>
                    <a:pt x="3573" y="334"/>
                  </a:lnTo>
                  <a:cubicBezTo>
                    <a:pt x="3668" y="334"/>
                    <a:pt x="3716" y="262"/>
                    <a:pt x="3716" y="143"/>
                  </a:cubicBezTo>
                  <a:cubicBezTo>
                    <a:pt x="3716" y="48"/>
                    <a:pt x="3621" y="1"/>
                    <a:pt x="3549"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3" name="Google Shape;23053;p145"/>
            <p:cNvSpPr/>
            <p:nvPr/>
          </p:nvSpPr>
          <p:spPr>
            <a:xfrm>
              <a:off x="7144646" y="2155518"/>
              <a:ext cx="120770" cy="10855"/>
            </a:xfrm>
            <a:custGeom>
              <a:avLst/>
              <a:gdLst/>
              <a:ahLst/>
              <a:cxnLst/>
              <a:rect l="l" t="t" r="r" b="b"/>
              <a:pathLst>
                <a:path w="3716" h="334" extrusionOk="0">
                  <a:moveTo>
                    <a:pt x="144" y="1"/>
                  </a:moveTo>
                  <a:cubicBezTo>
                    <a:pt x="72" y="1"/>
                    <a:pt x="1" y="96"/>
                    <a:pt x="1" y="191"/>
                  </a:cubicBezTo>
                  <a:cubicBezTo>
                    <a:pt x="1" y="286"/>
                    <a:pt x="96" y="334"/>
                    <a:pt x="191" y="334"/>
                  </a:cubicBezTo>
                  <a:lnTo>
                    <a:pt x="3573" y="334"/>
                  </a:lnTo>
                  <a:cubicBezTo>
                    <a:pt x="3668" y="334"/>
                    <a:pt x="3716" y="286"/>
                    <a:pt x="3716" y="167"/>
                  </a:cubicBezTo>
                  <a:cubicBezTo>
                    <a:pt x="3716" y="72"/>
                    <a:pt x="3621" y="1"/>
                    <a:pt x="3549"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54" name="Google Shape;23054;p145"/>
          <p:cNvGrpSpPr/>
          <p:nvPr/>
        </p:nvGrpSpPr>
        <p:grpSpPr>
          <a:xfrm>
            <a:off x="7779306" y="1796483"/>
            <a:ext cx="359157" cy="302640"/>
            <a:chOff x="7779306" y="1948883"/>
            <a:chExt cx="359157" cy="302640"/>
          </a:xfrm>
        </p:grpSpPr>
        <p:sp>
          <p:nvSpPr>
            <p:cNvPr id="23055" name="Google Shape;23055;p145"/>
            <p:cNvSpPr/>
            <p:nvPr/>
          </p:nvSpPr>
          <p:spPr>
            <a:xfrm>
              <a:off x="7780086" y="1948883"/>
              <a:ext cx="127725" cy="37960"/>
            </a:xfrm>
            <a:custGeom>
              <a:avLst/>
              <a:gdLst/>
              <a:ahLst/>
              <a:cxnLst/>
              <a:rect l="l" t="t" r="r" b="b"/>
              <a:pathLst>
                <a:path w="3930" h="1168" extrusionOk="0">
                  <a:moveTo>
                    <a:pt x="405" y="0"/>
                  </a:moveTo>
                  <a:cubicBezTo>
                    <a:pt x="191" y="0"/>
                    <a:pt x="0" y="167"/>
                    <a:pt x="0" y="381"/>
                  </a:cubicBezTo>
                  <a:lnTo>
                    <a:pt x="0" y="953"/>
                  </a:lnTo>
                  <a:lnTo>
                    <a:pt x="1977" y="1167"/>
                  </a:lnTo>
                  <a:lnTo>
                    <a:pt x="3930" y="953"/>
                  </a:lnTo>
                  <a:lnTo>
                    <a:pt x="3930" y="381"/>
                  </a:lnTo>
                  <a:cubicBezTo>
                    <a:pt x="3930" y="143"/>
                    <a:pt x="3763" y="0"/>
                    <a:pt x="3549"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6" name="Google Shape;23056;p145"/>
            <p:cNvSpPr/>
            <p:nvPr/>
          </p:nvSpPr>
          <p:spPr>
            <a:xfrm>
              <a:off x="7874498" y="1948883"/>
              <a:ext cx="33313" cy="37960"/>
            </a:xfrm>
            <a:custGeom>
              <a:avLst/>
              <a:gdLst/>
              <a:ahLst/>
              <a:cxnLst/>
              <a:rect l="l" t="t" r="r" b="b"/>
              <a:pathLst>
                <a:path w="1025" h="1168" extrusionOk="0">
                  <a:moveTo>
                    <a:pt x="1" y="0"/>
                  </a:moveTo>
                  <a:cubicBezTo>
                    <a:pt x="191" y="0"/>
                    <a:pt x="382" y="167"/>
                    <a:pt x="382" y="381"/>
                  </a:cubicBezTo>
                  <a:lnTo>
                    <a:pt x="382" y="953"/>
                  </a:lnTo>
                  <a:lnTo>
                    <a:pt x="620" y="1167"/>
                  </a:lnTo>
                  <a:lnTo>
                    <a:pt x="1025" y="953"/>
                  </a:lnTo>
                  <a:lnTo>
                    <a:pt x="1025" y="381"/>
                  </a:lnTo>
                  <a:cubicBezTo>
                    <a:pt x="1025" y="143"/>
                    <a:pt x="858" y="0"/>
                    <a:pt x="644" y="0"/>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7" name="Google Shape;23057;p145"/>
            <p:cNvSpPr/>
            <p:nvPr/>
          </p:nvSpPr>
          <p:spPr>
            <a:xfrm>
              <a:off x="7780086" y="2006148"/>
              <a:ext cx="358377" cy="245375"/>
            </a:xfrm>
            <a:custGeom>
              <a:avLst/>
              <a:gdLst/>
              <a:ahLst/>
              <a:cxnLst/>
              <a:rect l="l" t="t" r="r" b="b"/>
              <a:pathLst>
                <a:path w="11027" h="7550" extrusionOk="0">
                  <a:moveTo>
                    <a:pt x="5525" y="0"/>
                  </a:moveTo>
                  <a:lnTo>
                    <a:pt x="0" y="524"/>
                  </a:lnTo>
                  <a:lnTo>
                    <a:pt x="0" y="7383"/>
                  </a:lnTo>
                  <a:cubicBezTo>
                    <a:pt x="0" y="7454"/>
                    <a:pt x="96" y="7550"/>
                    <a:pt x="191" y="7550"/>
                  </a:cubicBezTo>
                  <a:lnTo>
                    <a:pt x="10836" y="7550"/>
                  </a:lnTo>
                  <a:cubicBezTo>
                    <a:pt x="10931" y="7550"/>
                    <a:pt x="11027" y="7454"/>
                    <a:pt x="11027" y="7383"/>
                  </a:cubicBezTo>
                  <a:lnTo>
                    <a:pt x="11027" y="524"/>
                  </a:lnTo>
                  <a:lnTo>
                    <a:pt x="5525"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8" name="Google Shape;23058;p145"/>
            <p:cNvSpPr/>
            <p:nvPr/>
          </p:nvSpPr>
          <p:spPr>
            <a:xfrm>
              <a:off x="8110578" y="1979823"/>
              <a:ext cx="27105" cy="271700"/>
            </a:xfrm>
            <a:custGeom>
              <a:avLst/>
              <a:gdLst/>
              <a:ahLst/>
              <a:cxnLst/>
              <a:rect l="l" t="t" r="r" b="b"/>
              <a:pathLst>
                <a:path w="834" h="8360" extrusionOk="0">
                  <a:moveTo>
                    <a:pt x="0" y="1"/>
                  </a:moveTo>
                  <a:cubicBezTo>
                    <a:pt x="72" y="1"/>
                    <a:pt x="167" y="96"/>
                    <a:pt x="167" y="167"/>
                  </a:cubicBezTo>
                  <a:lnTo>
                    <a:pt x="167" y="8193"/>
                  </a:lnTo>
                  <a:cubicBezTo>
                    <a:pt x="167" y="8264"/>
                    <a:pt x="72" y="8360"/>
                    <a:pt x="0" y="8360"/>
                  </a:cubicBezTo>
                  <a:lnTo>
                    <a:pt x="643" y="8360"/>
                  </a:lnTo>
                  <a:cubicBezTo>
                    <a:pt x="739" y="8360"/>
                    <a:pt x="834" y="8264"/>
                    <a:pt x="834" y="8193"/>
                  </a:cubicBezTo>
                  <a:lnTo>
                    <a:pt x="834" y="167"/>
                  </a:lnTo>
                  <a:cubicBezTo>
                    <a:pt x="834" y="72"/>
                    <a:pt x="739" y="1"/>
                    <a:pt x="643"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9" name="Google Shape;23059;p145"/>
            <p:cNvSpPr/>
            <p:nvPr/>
          </p:nvSpPr>
          <p:spPr>
            <a:xfrm>
              <a:off x="7779306" y="1979043"/>
              <a:ext cx="358377" cy="43388"/>
            </a:xfrm>
            <a:custGeom>
              <a:avLst/>
              <a:gdLst/>
              <a:ahLst/>
              <a:cxnLst/>
              <a:rect l="l" t="t" r="r" b="b"/>
              <a:pathLst>
                <a:path w="11027" h="1335" extrusionOk="0">
                  <a:moveTo>
                    <a:pt x="1" y="1"/>
                  </a:moveTo>
                  <a:lnTo>
                    <a:pt x="1" y="1335"/>
                  </a:lnTo>
                  <a:lnTo>
                    <a:pt x="11027" y="1335"/>
                  </a:lnTo>
                  <a:lnTo>
                    <a:pt x="11027" y="168"/>
                  </a:lnTo>
                  <a:cubicBezTo>
                    <a:pt x="11027" y="72"/>
                    <a:pt x="10932" y="1"/>
                    <a:pt x="10836"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0" name="Google Shape;23060;p145"/>
            <p:cNvSpPr/>
            <p:nvPr/>
          </p:nvSpPr>
          <p:spPr>
            <a:xfrm>
              <a:off x="8110578" y="1979823"/>
              <a:ext cx="27105" cy="44167"/>
            </a:xfrm>
            <a:custGeom>
              <a:avLst/>
              <a:gdLst/>
              <a:ahLst/>
              <a:cxnLst/>
              <a:rect l="l" t="t" r="r" b="b"/>
              <a:pathLst>
                <a:path w="834" h="1359" extrusionOk="0">
                  <a:moveTo>
                    <a:pt x="0" y="1"/>
                  </a:moveTo>
                  <a:cubicBezTo>
                    <a:pt x="72" y="1"/>
                    <a:pt x="167" y="96"/>
                    <a:pt x="167" y="167"/>
                  </a:cubicBezTo>
                  <a:lnTo>
                    <a:pt x="167" y="1358"/>
                  </a:lnTo>
                  <a:lnTo>
                    <a:pt x="834" y="1358"/>
                  </a:lnTo>
                  <a:lnTo>
                    <a:pt x="834" y="167"/>
                  </a:lnTo>
                  <a:cubicBezTo>
                    <a:pt x="834" y="72"/>
                    <a:pt x="739" y="1"/>
                    <a:pt x="643" y="1"/>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1" name="Google Shape;23061;p145"/>
            <p:cNvSpPr/>
            <p:nvPr/>
          </p:nvSpPr>
          <p:spPr>
            <a:xfrm>
              <a:off x="8054841" y="1996073"/>
              <a:ext cx="11635" cy="11667"/>
            </a:xfrm>
            <a:custGeom>
              <a:avLst/>
              <a:gdLst/>
              <a:ahLst/>
              <a:cxnLst/>
              <a:rect l="l" t="t" r="r" b="b"/>
              <a:pathLst>
                <a:path w="358" h="359" extrusionOk="0">
                  <a:moveTo>
                    <a:pt x="191" y="1"/>
                  </a:moveTo>
                  <a:cubicBezTo>
                    <a:pt x="96" y="1"/>
                    <a:pt x="1" y="72"/>
                    <a:pt x="1" y="168"/>
                  </a:cubicBezTo>
                  <a:cubicBezTo>
                    <a:pt x="1" y="287"/>
                    <a:pt x="96" y="358"/>
                    <a:pt x="191" y="358"/>
                  </a:cubicBezTo>
                  <a:cubicBezTo>
                    <a:pt x="286" y="358"/>
                    <a:pt x="358" y="287"/>
                    <a:pt x="358" y="168"/>
                  </a:cubicBezTo>
                  <a:cubicBezTo>
                    <a:pt x="358" y="72"/>
                    <a:pt x="286" y="1"/>
                    <a:pt x="191"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2" name="Google Shape;23062;p145"/>
            <p:cNvSpPr/>
            <p:nvPr/>
          </p:nvSpPr>
          <p:spPr>
            <a:xfrm>
              <a:off x="8077298" y="1996073"/>
              <a:ext cx="11635" cy="11667"/>
            </a:xfrm>
            <a:custGeom>
              <a:avLst/>
              <a:gdLst/>
              <a:ahLst/>
              <a:cxnLst/>
              <a:rect l="l" t="t" r="r" b="b"/>
              <a:pathLst>
                <a:path w="358" h="359" extrusionOk="0">
                  <a:moveTo>
                    <a:pt x="191" y="1"/>
                  </a:moveTo>
                  <a:cubicBezTo>
                    <a:pt x="72" y="1"/>
                    <a:pt x="0" y="72"/>
                    <a:pt x="0" y="168"/>
                  </a:cubicBezTo>
                  <a:cubicBezTo>
                    <a:pt x="0" y="287"/>
                    <a:pt x="72" y="358"/>
                    <a:pt x="191" y="358"/>
                  </a:cubicBezTo>
                  <a:cubicBezTo>
                    <a:pt x="286" y="358"/>
                    <a:pt x="357" y="287"/>
                    <a:pt x="357" y="168"/>
                  </a:cubicBezTo>
                  <a:cubicBezTo>
                    <a:pt x="357" y="72"/>
                    <a:pt x="286" y="1"/>
                    <a:pt x="191"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3" name="Google Shape;23063;p145"/>
            <p:cNvSpPr/>
            <p:nvPr/>
          </p:nvSpPr>
          <p:spPr>
            <a:xfrm>
              <a:off x="8099723" y="1996073"/>
              <a:ext cx="11668" cy="11667"/>
            </a:xfrm>
            <a:custGeom>
              <a:avLst/>
              <a:gdLst/>
              <a:ahLst/>
              <a:cxnLst/>
              <a:rect l="l" t="t" r="r" b="b"/>
              <a:pathLst>
                <a:path w="359" h="359" extrusionOk="0">
                  <a:moveTo>
                    <a:pt x="168" y="1"/>
                  </a:moveTo>
                  <a:cubicBezTo>
                    <a:pt x="72" y="1"/>
                    <a:pt x="1" y="72"/>
                    <a:pt x="1" y="168"/>
                  </a:cubicBezTo>
                  <a:cubicBezTo>
                    <a:pt x="1" y="287"/>
                    <a:pt x="72" y="358"/>
                    <a:pt x="168" y="358"/>
                  </a:cubicBezTo>
                  <a:cubicBezTo>
                    <a:pt x="263" y="358"/>
                    <a:pt x="358" y="287"/>
                    <a:pt x="358" y="168"/>
                  </a:cubicBezTo>
                  <a:cubicBezTo>
                    <a:pt x="358" y="72"/>
                    <a:pt x="263" y="1"/>
                    <a:pt x="168"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4" name="Google Shape;23064;p145"/>
            <p:cNvSpPr/>
            <p:nvPr/>
          </p:nvSpPr>
          <p:spPr>
            <a:xfrm>
              <a:off x="7840471" y="2051031"/>
              <a:ext cx="236080" cy="73580"/>
            </a:xfrm>
            <a:custGeom>
              <a:avLst/>
              <a:gdLst/>
              <a:ahLst/>
              <a:cxnLst/>
              <a:rect l="l" t="t" r="r" b="b"/>
              <a:pathLst>
                <a:path w="7264" h="2264" extrusionOk="0">
                  <a:moveTo>
                    <a:pt x="143" y="1"/>
                  </a:moveTo>
                  <a:cubicBezTo>
                    <a:pt x="48" y="1"/>
                    <a:pt x="0" y="72"/>
                    <a:pt x="0" y="167"/>
                  </a:cubicBezTo>
                  <a:lnTo>
                    <a:pt x="0" y="2120"/>
                  </a:lnTo>
                  <a:cubicBezTo>
                    <a:pt x="0" y="2215"/>
                    <a:pt x="48" y="2263"/>
                    <a:pt x="143" y="2263"/>
                  </a:cubicBezTo>
                  <a:lnTo>
                    <a:pt x="7121" y="2263"/>
                  </a:lnTo>
                  <a:cubicBezTo>
                    <a:pt x="7192" y="2263"/>
                    <a:pt x="7263" y="2215"/>
                    <a:pt x="7263" y="2120"/>
                  </a:cubicBezTo>
                  <a:lnTo>
                    <a:pt x="7263" y="167"/>
                  </a:lnTo>
                  <a:cubicBezTo>
                    <a:pt x="7263" y="72"/>
                    <a:pt x="7192" y="1"/>
                    <a:pt x="7121" y="1"/>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5" name="Google Shape;23065;p145"/>
            <p:cNvSpPr/>
            <p:nvPr/>
          </p:nvSpPr>
          <p:spPr>
            <a:xfrm>
              <a:off x="7840471" y="2051031"/>
              <a:ext cx="77415" cy="73580"/>
            </a:xfrm>
            <a:custGeom>
              <a:avLst/>
              <a:gdLst/>
              <a:ahLst/>
              <a:cxnLst/>
              <a:rect l="l" t="t" r="r" b="b"/>
              <a:pathLst>
                <a:path w="2382" h="2264" extrusionOk="0">
                  <a:moveTo>
                    <a:pt x="143" y="1"/>
                  </a:moveTo>
                  <a:cubicBezTo>
                    <a:pt x="48" y="1"/>
                    <a:pt x="0" y="72"/>
                    <a:pt x="0" y="167"/>
                  </a:cubicBezTo>
                  <a:lnTo>
                    <a:pt x="0" y="2120"/>
                  </a:lnTo>
                  <a:cubicBezTo>
                    <a:pt x="0" y="2215"/>
                    <a:pt x="48" y="2263"/>
                    <a:pt x="143" y="2263"/>
                  </a:cubicBezTo>
                  <a:lnTo>
                    <a:pt x="2381" y="2263"/>
                  </a:lnTo>
                  <a:lnTo>
                    <a:pt x="2381" y="1"/>
                  </a:lnTo>
                  <a:close/>
                </a:path>
              </a:pathLst>
            </a:custGeom>
            <a:solidFill>
              <a:srgbClr val="DF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6" name="Google Shape;23066;p145"/>
            <p:cNvSpPr/>
            <p:nvPr/>
          </p:nvSpPr>
          <p:spPr>
            <a:xfrm>
              <a:off x="7840471" y="2150091"/>
              <a:ext cx="236860" cy="73580"/>
            </a:xfrm>
            <a:custGeom>
              <a:avLst/>
              <a:gdLst/>
              <a:ahLst/>
              <a:cxnLst/>
              <a:rect l="l" t="t" r="r" b="b"/>
              <a:pathLst>
                <a:path w="7288" h="2264" extrusionOk="0">
                  <a:moveTo>
                    <a:pt x="167" y="1"/>
                  </a:moveTo>
                  <a:cubicBezTo>
                    <a:pt x="95" y="1"/>
                    <a:pt x="0" y="49"/>
                    <a:pt x="24" y="144"/>
                  </a:cubicBezTo>
                  <a:lnTo>
                    <a:pt x="24" y="2120"/>
                  </a:lnTo>
                  <a:cubicBezTo>
                    <a:pt x="24" y="2192"/>
                    <a:pt x="95" y="2263"/>
                    <a:pt x="167" y="2263"/>
                  </a:cubicBezTo>
                  <a:lnTo>
                    <a:pt x="7144" y="2263"/>
                  </a:lnTo>
                  <a:cubicBezTo>
                    <a:pt x="7216" y="2263"/>
                    <a:pt x="7287" y="2192"/>
                    <a:pt x="7287" y="2120"/>
                  </a:cubicBezTo>
                  <a:lnTo>
                    <a:pt x="7287" y="144"/>
                  </a:lnTo>
                  <a:cubicBezTo>
                    <a:pt x="7287" y="49"/>
                    <a:pt x="7216" y="1"/>
                    <a:pt x="7144" y="1"/>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7" name="Google Shape;23067;p145"/>
            <p:cNvSpPr/>
            <p:nvPr/>
          </p:nvSpPr>
          <p:spPr>
            <a:xfrm>
              <a:off x="7998356" y="2150091"/>
              <a:ext cx="77415" cy="73580"/>
            </a:xfrm>
            <a:custGeom>
              <a:avLst/>
              <a:gdLst/>
              <a:ahLst/>
              <a:cxnLst/>
              <a:rect l="l" t="t" r="r" b="b"/>
              <a:pathLst>
                <a:path w="2382" h="2264" extrusionOk="0">
                  <a:moveTo>
                    <a:pt x="0" y="1"/>
                  </a:moveTo>
                  <a:lnTo>
                    <a:pt x="0" y="2263"/>
                  </a:lnTo>
                  <a:lnTo>
                    <a:pt x="2215" y="2263"/>
                  </a:lnTo>
                  <a:cubicBezTo>
                    <a:pt x="2310" y="2263"/>
                    <a:pt x="2382" y="2192"/>
                    <a:pt x="2382" y="2120"/>
                  </a:cubicBezTo>
                  <a:lnTo>
                    <a:pt x="2382" y="144"/>
                  </a:lnTo>
                  <a:cubicBezTo>
                    <a:pt x="2382" y="49"/>
                    <a:pt x="2310" y="1"/>
                    <a:pt x="2215" y="1"/>
                  </a:cubicBezTo>
                  <a:close/>
                </a:path>
              </a:pathLst>
            </a:custGeom>
            <a:solidFill>
              <a:srgbClr val="DF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8" name="Google Shape;23068;p145"/>
            <p:cNvSpPr/>
            <p:nvPr/>
          </p:nvSpPr>
          <p:spPr>
            <a:xfrm>
              <a:off x="8050193" y="2051031"/>
              <a:ext cx="26357" cy="73580"/>
            </a:xfrm>
            <a:custGeom>
              <a:avLst/>
              <a:gdLst/>
              <a:ahLst/>
              <a:cxnLst/>
              <a:rect l="l" t="t" r="r" b="b"/>
              <a:pathLst>
                <a:path w="811" h="2264" extrusionOk="0">
                  <a:moveTo>
                    <a:pt x="1" y="1"/>
                  </a:moveTo>
                  <a:cubicBezTo>
                    <a:pt x="96" y="1"/>
                    <a:pt x="144" y="72"/>
                    <a:pt x="144" y="167"/>
                  </a:cubicBezTo>
                  <a:lnTo>
                    <a:pt x="144" y="2120"/>
                  </a:lnTo>
                  <a:cubicBezTo>
                    <a:pt x="144" y="2215"/>
                    <a:pt x="96" y="2263"/>
                    <a:pt x="1" y="2263"/>
                  </a:cubicBezTo>
                  <a:lnTo>
                    <a:pt x="668" y="2263"/>
                  </a:lnTo>
                  <a:cubicBezTo>
                    <a:pt x="739" y="2263"/>
                    <a:pt x="810" y="2215"/>
                    <a:pt x="810" y="2120"/>
                  </a:cubicBezTo>
                  <a:lnTo>
                    <a:pt x="810" y="167"/>
                  </a:lnTo>
                  <a:cubicBezTo>
                    <a:pt x="810" y="72"/>
                    <a:pt x="739" y="1"/>
                    <a:pt x="668" y="1"/>
                  </a:cubicBezTo>
                  <a:close/>
                </a:path>
              </a:pathLst>
            </a:custGeom>
            <a:solidFill>
              <a:srgbClr val="E4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9" name="Google Shape;23069;p145"/>
            <p:cNvSpPr/>
            <p:nvPr/>
          </p:nvSpPr>
          <p:spPr>
            <a:xfrm>
              <a:off x="8050193" y="2150091"/>
              <a:ext cx="26357" cy="73580"/>
            </a:xfrm>
            <a:custGeom>
              <a:avLst/>
              <a:gdLst/>
              <a:ahLst/>
              <a:cxnLst/>
              <a:rect l="l" t="t" r="r" b="b"/>
              <a:pathLst>
                <a:path w="811" h="2264" extrusionOk="0">
                  <a:moveTo>
                    <a:pt x="1" y="1"/>
                  </a:moveTo>
                  <a:cubicBezTo>
                    <a:pt x="96" y="1"/>
                    <a:pt x="144" y="49"/>
                    <a:pt x="144" y="144"/>
                  </a:cubicBezTo>
                  <a:lnTo>
                    <a:pt x="144" y="2120"/>
                  </a:lnTo>
                  <a:cubicBezTo>
                    <a:pt x="144" y="2192"/>
                    <a:pt x="96" y="2263"/>
                    <a:pt x="1" y="2263"/>
                  </a:cubicBezTo>
                  <a:lnTo>
                    <a:pt x="668" y="2263"/>
                  </a:lnTo>
                  <a:cubicBezTo>
                    <a:pt x="739" y="2263"/>
                    <a:pt x="810" y="2192"/>
                    <a:pt x="810" y="2120"/>
                  </a:cubicBezTo>
                  <a:lnTo>
                    <a:pt x="810" y="144"/>
                  </a:lnTo>
                  <a:cubicBezTo>
                    <a:pt x="810" y="49"/>
                    <a:pt x="739" y="1"/>
                    <a:pt x="668"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0" name="Google Shape;23070;p145"/>
            <p:cNvSpPr/>
            <p:nvPr/>
          </p:nvSpPr>
          <p:spPr>
            <a:xfrm>
              <a:off x="8050193" y="2150091"/>
              <a:ext cx="26357" cy="73580"/>
            </a:xfrm>
            <a:custGeom>
              <a:avLst/>
              <a:gdLst/>
              <a:ahLst/>
              <a:cxnLst/>
              <a:rect l="l" t="t" r="r" b="b"/>
              <a:pathLst>
                <a:path w="811" h="2264" extrusionOk="0">
                  <a:moveTo>
                    <a:pt x="1" y="1"/>
                  </a:moveTo>
                  <a:cubicBezTo>
                    <a:pt x="96" y="1"/>
                    <a:pt x="144" y="49"/>
                    <a:pt x="144" y="144"/>
                  </a:cubicBezTo>
                  <a:lnTo>
                    <a:pt x="144" y="2120"/>
                  </a:lnTo>
                  <a:cubicBezTo>
                    <a:pt x="144" y="2192"/>
                    <a:pt x="96" y="2263"/>
                    <a:pt x="1" y="2263"/>
                  </a:cubicBezTo>
                  <a:lnTo>
                    <a:pt x="668" y="2263"/>
                  </a:lnTo>
                  <a:cubicBezTo>
                    <a:pt x="739" y="2263"/>
                    <a:pt x="810" y="2192"/>
                    <a:pt x="810" y="2120"/>
                  </a:cubicBezTo>
                  <a:lnTo>
                    <a:pt x="810" y="144"/>
                  </a:lnTo>
                  <a:cubicBezTo>
                    <a:pt x="810" y="49"/>
                    <a:pt x="739" y="1"/>
                    <a:pt x="668"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1" name="Google Shape;23071;p145"/>
            <p:cNvSpPr/>
            <p:nvPr/>
          </p:nvSpPr>
          <p:spPr>
            <a:xfrm>
              <a:off x="8009958" y="2163253"/>
              <a:ext cx="41048" cy="46475"/>
            </a:xfrm>
            <a:custGeom>
              <a:avLst/>
              <a:gdLst/>
              <a:ahLst/>
              <a:cxnLst/>
              <a:rect l="l" t="t" r="r" b="b"/>
              <a:pathLst>
                <a:path w="1263" h="1430" extrusionOk="0">
                  <a:moveTo>
                    <a:pt x="620" y="596"/>
                  </a:moveTo>
                  <a:lnTo>
                    <a:pt x="715" y="882"/>
                  </a:lnTo>
                  <a:lnTo>
                    <a:pt x="524" y="882"/>
                  </a:lnTo>
                  <a:lnTo>
                    <a:pt x="620" y="596"/>
                  </a:lnTo>
                  <a:close/>
                  <a:moveTo>
                    <a:pt x="620" y="1"/>
                  </a:moveTo>
                  <a:cubicBezTo>
                    <a:pt x="524" y="1"/>
                    <a:pt x="477" y="72"/>
                    <a:pt x="429" y="120"/>
                  </a:cubicBezTo>
                  <a:lnTo>
                    <a:pt x="24" y="1239"/>
                  </a:lnTo>
                  <a:cubicBezTo>
                    <a:pt x="0" y="1311"/>
                    <a:pt x="24" y="1406"/>
                    <a:pt x="119" y="1430"/>
                  </a:cubicBezTo>
                  <a:lnTo>
                    <a:pt x="167" y="1430"/>
                  </a:lnTo>
                  <a:cubicBezTo>
                    <a:pt x="239" y="1430"/>
                    <a:pt x="286" y="1406"/>
                    <a:pt x="310" y="1311"/>
                  </a:cubicBezTo>
                  <a:lnTo>
                    <a:pt x="381" y="1144"/>
                  </a:lnTo>
                  <a:lnTo>
                    <a:pt x="834" y="1144"/>
                  </a:lnTo>
                  <a:lnTo>
                    <a:pt x="882" y="1311"/>
                  </a:lnTo>
                  <a:cubicBezTo>
                    <a:pt x="905" y="1382"/>
                    <a:pt x="977" y="1430"/>
                    <a:pt x="1072" y="1430"/>
                  </a:cubicBezTo>
                  <a:cubicBezTo>
                    <a:pt x="1215" y="1430"/>
                    <a:pt x="1263" y="1311"/>
                    <a:pt x="1215" y="1239"/>
                  </a:cubicBezTo>
                  <a:lnTo>
                    <a:pt x="786" y="120"/>
                  </a:lnTo>
                  <a:cubicBezTo>
                    <a:pt x="762" y="72"/>
                    <a:pt x="715" y="1"/>
                    <a:pt x="62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2" name="Google Shape;23072;p145"/>
            <p:cNvSpPr/>
            <p:nvPr/>
          </p:nvSpPr>
          <p:spPr>
            <a:xfrm>
              <a:off x="7856721" y="2064193"/>
              <a:ext cx="47223" cy="46475"/>
            </a:xfrm>
            <a:custGeom>
              <a:avLst/>
              <a:gdLst/>
              <a:ahLst/>
              <a:cxnLst/>
              <a:rect l="l" t="t" r="r" b="b"/>
              <a:pathLst>
                <a:path w="1453" h="1430" extrusionOk="0">
                  <a:moveTo>
                    <a:pt x="691" y="310"/>
                  </a:moveTo>
                  <a:cubicBezTo>
                    <a:pt x="881" y="310"/>
                    <a:pt x="1072" y="501"/>
                    <a:pt x="1072" y="715"/>
                  </a:cubicBezTo>
                  <a:cubicBezTo>
                    <a:pt x="1072" y="763"/>
                    <a:pt x="1072" y="786"/>
                    <a:pt x="1048" y="834"/>
                  </a:cubicBezTo>
                  <a:lnTo>
                    <a:pt x="977" y="763"/>
                  </a:lnTo>
                  <a:cubicBezTo>
                    <a:pt x="953" y="739"/>
                    <a:pt x="911" y="727"/>
                    <a:pt x="866" y="727"/>
                  </a:cubicBezTo>
                  <a:cubicBezTo>
                    <a:pt x="822" y="727"/>
                    <a:pt x="774" y="739"/>
                    <a:pt x="738" y="763"/>
                  </a:cubicBezTo>
                  <a:cubicBezTo>
                    <a:pt x="691" y="834"/>
                    <a:pt x="691" y="953"/>
                    <a:pt x="738" y="1001"/>
                  </a:cubicBezTo>
                  <a:lnTo>
                    <a:pt x="810" y="1072"/>
                  </a:lnTo>
                  <a:cubicBezTo>
                    <a:pt x="810" y="1096"/>
                    <a:pt x="738" y="1096"/>
                    <a:pt x="691" y="1096"/>
                  </a:cubicBezTo>
                  <a:cubicBezTo>
                    <a:pt x="476" y="1096"/>
                    <a:pt x="310" y="905"/>
                    <a:pt x="310" y="715"/>
                  </a:cubicBezTo>
                  <a:cubicBezTo>
                    <a:pt x="310" y="501"/>
                    <a:pt x="476" y="310"/>
                    <a:pt x="691" y="310"/>
                  </a:cubicBezTo>
                  <a:close/>
                  <a:moveTo>
                    <a:pt x="715" y="1"/>
                  </a:moveTo>
                  <a:cubicBezTo>
                    <a:pt x="334" y="1"/>
                    <a:pt x="0" y="310"/>
                    <a:pt x="0" y="715"/>
                  </a:cubicBezTo>
                  <a:cubicBezTo>
                    <a:pt x="0" y="1096"/>
                    <a:pt x="334" y="1429"/>
                    <a:pt x="715" y="1429"/>
                  </a:cubicBezTo>
                  <a:cubicBezTo>
                    <a:pt x="857" y="1429"/>
                    <a:pt x="977" y="1382"/>
                    <a:pt x="1096" y="1310"/>
                  </a:cubicBezTo>
                  <a:lnTo>
                    <a:pt x="1167" y="1358"/>
                  </a:lnTo>
                  <a:cubicBezTo>
                    <a:pt x="1191" y="1382"/>
                    <a:pt x="1262" y="1406"/>
                    <a:pt x="1286" y="1406"/>
                  </a:cubicBezTo>
                  <a:cubicBezTo>
                    <a:pt x="1310" y="1406"/>
                    <a:pt x="1358" y="1382"/>
                    <a:pt x="1405" y="1358"/>
                  </a:cubicBezTo>
                  <a:cubicBezTo>
                    <a:pt x="1453" y="1310"/>
                    <a:pt x="1453" y="1191"/>
                    <a:pt x="1405" y="1120"/>
                  </a:cubicBezTo>
                  <a:lnTo>
                    <a:pt x="1310" y="1096"/>
                  </a:lnTo>
                  <a:cubicBezTo>
                    <a:pt x="1381" y="977"/>
                    <a:pt x="1429" y="858"/>
                    <a:pt x="1429" y="715"/>
                  </a:cubicBezTo>
                  <a:cubicBezTo>
                    <a:pt x="1429" y="310"/>
                    <a:pt x="1096" y="1"/>
                    <a:pt x="715"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3" name="Google Shape;23073;p145"/>
            <p:cNvSpPr/>
            <p:nvPr/>
          </p:nvSpPr>
          <p:spPr>
            <a:xfrm>
              <a:off x="7938751" y="2069621"/>
              <a:ext cx="118463" cy="10855"/>
            </a:xfrm>
            <a:custGeom>
              <a:avLst/>
              <a:gdLst/>
              <a:ahLst/>
              <a:cxnLst/>
              <a:rect l="l" t="t" r="r" b="b"/>
              <a:pathLst>
                <a:path w="3645" h="334" extrusionOk="0">
                  <a:moveTo>
                    <a:pt x="191" y="0"/>
                  </a:moveTo>
                  <a:cubicBezTo>
                    <a:pt x="72" y="0"/>
                    <a:pt x="0" y="95"/>
                    <a:pt x="0" y="191"/>
                  </a:cubicBezTo>
                  <a:cubicBezTo>
                    <a:pt x="48" y="262"/>
                    <a:pt x="96" y="334"/>
                    <a:pt x="191" y="334"/>
                  </a:cubicBezTo>
                  <a:lnTo>
                    <a:pt x="3454" y="334"/>
                  </a:lnTo>
                  <a:cubicBezTo>
                    <a:pt x="3549" y="334"/>
                    <a:pt x="3644" y="238"/>
                    <a:pt x="3644" y="143"/>
                  </a:cubicBezTo>
                  <a:cubicBezTo>
                    <a:pt x="3620" y="72"/>
                    <a:pt x="3549" y="0"/>
                    <a:pt x="3454"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4" name="Google Shape;23074;p145"/>
            <p:cNvSpPr/>
            <p:nvPr/>
          </p:nvSpPr>
          <p:spPr>
            <a:xfrm>
              <a:off x="7940311" y="2095166"/>
              <a:ext cx="37180" cy="10075"/>
            </a:xfrm>
            <a:custGeom>
              <a:avLst/>
              <a:gdLst/>
              <a:ahLst/>
              <a:cxnLst/>
              <a:rect l="l" t="t" r="r" b="b"/>
              <a:pathLst>
                <a:path w="1144" h="310" extrusionOk="0">
                  <a:moveTo>
                    <a:pt x="143" y="0"/>
                  </a:moveTo>
                  <a:cubicBezTo>
                    <a:pt x="48" y="0"/>
                    <a:pt x="0" y="72"/>
                    <a:pt x="0" y="167"/>
                  </a:cubicBezTo>
                  <a:cubicBezTo>
                    <a:pt x="0" y="262"/>
                    <a:pt x="72" y="310"/>
                    <a:pt x="167" y="310"/>
                  </a:cubicBezTo>
                  <a:lnTo>
                    <a:pt x="1000" y="310"/>
                  </a:lnTo>
                  <a:cubicBezTo>
                    <a:pt x="1096" y="310"/>
                    <a:pt x="1143" y="238"/>
                    <a:pt x="1143" y="143"/>
                  </a:cubicBezTo>
                  <a:cubicBezTo>
                    <a:pt x="1143" y="48"/>
                    <a:pt x="1072" y="0"/>
                    <a:pt x="976"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5" name="Google Shape;23075;p145"/>
            <p:cNvSpPr/>
            <p:nvPr/>
          </p:nvSpPr>
          <p:spPr>
            <a:xfrm>
              <a:off x="7860588" y="2170241"/>
              <a:ext cx="118430" cy="10855"/>
            </a:xfrm>
            <a:custGeom>
              <a:avLst/>
              <a:gdLst/>
              <a:ahLst/>
              <a:cxnLst/>
              <a:rect l="l" t="t" r="r" b="b"/>
              <a:pathLst>
                <a:path w="3644" h="334" extrusionOk="0">
                  <a:moveTo>
                    <a:pt x="191" y="0"/>
                  </a:moveTo>
                  <a:cubicBezTo>
                    <a:pt x="72" y="0"/>
                    <a:pt x="0" y="95"/>
                    <a:pt x="0" y="191"/>
                  </a:cubicBezTo>
                  <a:cubicBezTo>
                    <a:pt x="24" y="262"/>
                    <a:pt x="95" y="333"/>
                    <a:pt x="191" y="333"/>
                  </a:cubicBezTo>
                  <a:lnTo>
                    <a:pt x="3453" y="333"/>
                  </a:lnTo>
                  <a:cubicBezTo>
                    <a:pt x="3572" y="333"/>
                    <a:pt x="3644" y="262"/>
                    <a:pt x="3644" y="143"/>
                  </a:cubicBezTo>
                  <a:cubicBezTo>
                    <a:pt x="3596" y="72"/>
                    <a:pt x="3549" y="0"/>
                    <a:pt x="3453"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6" name="Google Shape;23076;p145"/>
            <p:cNvSpPr/>
            <p:nvPr/>
          </p:nvSpPr>
          <p:spPr>
            <a:xfrm>
              <a:off x="7940311" y="2195753"/>
              <a:ext cx="37180" cy="10108"/>
            </a:xfrm>
            <a:custGeom>
              <a:avLst/>
              <a:gdLst/>
              <a:ahLst/>
              <a:cxnLst/>
              <a:rect l="l" t="t" r="r" b="b"/>
              <a:pathLst>
                <a:path w="1144" h="311" extrusionOk="0">
                  <a:moveTo>
                    <a:pt x="143" y="1"/>
                  </a:moveTo>
                  <a:cubicBezTo>
                    <a:pt x="48" y="1"/>
                    <a:pt x="0" y="72"/>
                    <a:pt x="0" y="168"/>
                  </a:cubicBezTo>
                  <a:cubicBezTo>
                    <a:pt x="0" y="263"/>
                    <a:pt x="72" y="311"/>
                    <a:pt x="167" y="311"/>
                  </a:cubicBezTo>
                  <a:lnTo>
                    <a:pt x="1000" y="311"/>
                  </a:lnTo>
                  <a:cubicBezTo>
                    <a:pt x="1096" y="311"/>
                    <a:pt x="1143" y="239"/>
                    <a:pt x="1143" y="144"/>
                  </a:cubicBezTo>
                  <a:cubicBezTo>
                    <a:pt x="1143" y="49"/>
                    <a:pt x="1072" y="1"/>
                    <a:pt x="976" y="1"/>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77" name="Google Shape;23077;p145"/>
          <p:cNvGrpSpPr/>
          <p:nvPr/>
        </p:nvGrpSpPr>
        <p:grpSpPr>
          <a:xfrm>
            <a:off x="7865236" y="2329743"/>
            <a:ext cx="185770" cy="356817"/>
            <a:chOff x="7865236" y="2482143"/>
            <a:chExt cx="185770" cy="356817"/>
          </a:xfrm>
        </p:grpSpPr>
        <p:sp>
          <p:nvSpPr>
            <p:cNvPr id="23078" name="Google Shape;23078;p145"/>
            <p:cNvSpPr/>
            <p:nvPr/>
          </p:nvSpPr>
          <p:spPr>
            <a:xfrm>
              <a:off x="7865236" y="2518511"/>
              <a:ext cx="185770" cy="292597"/>
            </a:xfrm>
            <a:custGeom>
              <a:avLst/>
              <a:gdLst/>
              <a:ahLst/>
              <a:cxnLst/>
              <a:rect l="l" t="t" r="r" b="b"/>
              <a:pathLst>
                <a:path w="5716" h="9003" extrusionOk="0">
                  <a:moveTo>
                    <a:pt x="0" y="1"/>
                  </a:moveTo>
                  <a:lnTo>
                    <a:pt x="0" y="8693"/>
                  </a:lnTo>
                  <a:lnTo>
                    <a:pt x="2858" y="9002"/>
                  </a:lnTo>
                  <a:lnTo>
                    <a:pt x="5716" y="8693"/>
                  </a:lnTo>
                  <a:lnTo>
                    <a:pt x="5716" y="24"/>
                  </a:lnTo>
                  <a:lnTo>
                    <a:pt x="2858" y="1"/>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9" name="Google Shape;23079;p145"/>
            <p:cNvSpPr/>
            <p:nvPr/>
          </p:nvSpPr>
          <p:spPr>
            <a:xfrm>
              <a:off x="8030076" y="2510776"/>
              <a:ext cx="20930" cy="294125"/>
            </a:xfrm>
            <a:custGeom>
              <a:avLst/>
              <a:gdLst/>
              <a:ahLst/>
              <a:cxnLst/>
              <a:rect l="l" t="t" r="r" b="b"/>
              <a:pathLst>
                <a:path w="644" h="9050" extrusionOk="0">
                  <a:moveTo>
                    <a:pt x="1" y="0"/>
                  </a:moveTo>
                  <a:lnTo>
                    <a:pt x="1" y="9050"/>
                  </a:lnTo>
                  <a:lnTo>
                    <a:pt x="644" y="8931"/>
                  </a:lnTo>
                  <a:lnTo>
                    <a:pt x="644" y="239"/>
                  </a:lnTo>
                  <a:lnTo>
                    <a:pt x="1" y="0"/>
                  </a:ln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0" name="Google Shape;23080;p145"/>
            <p:cNvSpPr/>
            <p:nvPr/>
          </p:nvSpPr>
          <p:spPr>
            <a:xfrm>
              <a:off x="7865236" y="2482143"/>
              <a:ext cx="185770" cy="37180"/>
            </a:xfrm>
            <a:custGeom>
              <a:avLst/>
              <a:gdLst/>
              <a:ahLst/>
              <a:cxnLst/>
              <a:rect l="l" t="t" r="r" b="b"/>
              <a:pathLst>
                <a:path w="5716" h="1144" extrusionOk="0">
                  <a:moveTo>
                    <a:pt x="357" y="0"/>
                  </a:moveTo>
                  <a:cubicBezTo>
                    <a:pt x="167" y="0"/>
                    <a:pt x="0" y="143"/>
                    <a:pt x="0" y="357"/>
                  </a:cubicBezTo>
                  <a:lnTo>
                    <a:pt x="0" y="1143"/>
                  </a:lnTo>
                  <a:lnTo>
                    <a:pt x="5716" y="1143"/>
                  </a:lnTo>
                  <a:lnTo>
                    <a:pt x="5716" y="357"/>
                  </a:lnTo>
                  <a:cubicBezTo>
                    <a:pt x="5716" y="143"/>
                    <a:pt x="5573" y="0"/>
                    <a:pt x="5358"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1" name="Google Shape;23081;p145"/>
            <p:cNvSpPr/>
            <p:nvPr/>
          </p:nvSpPr>
          <p:spPr>
            <a:xfrm>
              <a:off x="7865236" y="2801001"/>
              <a:ext cx="185770" cy="37960"/>
            </a:xfrm>
            <a:custGeom>
              <a:avLst/>
              <a:gdLst/>
              <a:ahLst/>
              <a:cxnLst/>
              <a:rect l="l" t="t" r="r" b="b"/>
              <a:pathLst>
                <a:path w="5716" h="1168" extrusionOk="0">
                  <a:moveTo>
                    <a:pt x="0" y="1"/>
                  </a:moveTo>
                  <a:lnTo>
                    <a:pt x="0" y="810"/>
                  </a:lnTo>
                  <a:cubicBezTo>
                    <a:pt x="0" y="1001"/>
                    <a:pt x="167" y="1168"/>
                    <a:pt x="357" y="1168"/>
                  </a:cubicBezTo>
                  <a:lnTo>
                    <a:pt x="5358" y="1168"/>
                  </a:lnTo>
                  <a:cubicBezTo>
                    <a:pt x="5573" y="1168"/>
                    <a:pt x="5716" y="1001"/>
                    <a:pt x="5716" y="810"/>
                  </a:cubicBezTo>
                  <a:lnTo>
                    <a:pt x="5716"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2" name="Google Shape;23082;p145"/>
            <p:cNvSpPr/>
            <p:nvPr/>
          </p:nvSpPr>
          <p:spPr>
            <a:xfrm>
              <a:off x="8018473" y="2482143"/>
              <a:ext cx="32532" cy="37180"/>
            </a:xfrm>
            <a:custGeom>
              <a:avLst/>
              <a:gdLst/>
              <a:ahLst/>
              <a:cxnLst/>
              <a:rect l="l" t="t" r="r" b="b"/>
              <a:pathLst>
                <a:path w="1001" h="1144" extrusionOk="0">
                  <a:moveTo>
                    <a:pt x="0" y="0"/>
                  </a:moveTo>
                  <a:cubicBezTo>
                    <a:pt x="215" y="0"/>
                    <a:pt x="358" y="143"/>
                    <a:pt x="358" y="357"/>
                  </a:cubicBezTo>
                  <a:lnTo>
                    <a:pt x="358" y="1143"/>
                  </a:lnTo>
                  <a:lnTo>
                    <a:pt x="1001" y="1143"/>
                  </a:lnTo>
                  <a:lnTo>
                    <a:pt x="1001" y="357"/>
                  </a:lnTo>
                  <a:cubicBezTo>
                    <a:pt x="1001" y="143"/>
                    <a:pt x="858" y="0"/>
                    <a:pt x="643"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3" name="Google Shape;23083;p145"/>
            <p:cNvSpPr/>
            <p:nvPr/>
          </p:nvSpPr>
          <p:spPr>
            <a:xfrm>
              <a:off x="8018473" y="2801001"/>
              <a:ext cx="32532" cy="37960"/>
            </a:xfrm>
            <a:custGeom>
              <a:avLst/>
              <a:gdLst/>
              <a:ahLst/>
              <a:cxnLst/>
              <a:rect l="l" t="t" r="r" b="b"/>
              <a:pathLst>
                <a:path w="1001" h="1168" extrusionOk="0">
                  <a:moveTo>
                    <a:pt x="358" y="1"/>
                  </a:moveTo>
                  <a:lnTo>
                    <a:pt x="358" y="810"/>
                  </a:lnTo>
                  <a:cubicBezTo>
                    <a:pt x="358" y="1001"/>
                    <a:pt x="215" y="1168"/>
                    <a:pt x="0" y="1168"/>
                  </a:cubicBezTo>
                  <a:lnTo>
                    <a:pt x="643" y="1168"/>
                  </a:lnTo>
                  <a:cubicBezTo>
                    <a:pt x="858" y="1168"/>
                    <a:pt x="1001" y="1001"/>
                    <a:pt x="1001" y="810"/>
                  </a:cubicBezTo>
                  <a:lnTo>
                    <a:pt x="1001"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4" name="Google Shape;23084;p145"/>
            <p:cNvSpPr/>
            <p:nvPr/>
          </p:nvSpPr>
          <p:spPr>
            <a:xfrm>
              <a:off x="7897736" y="2554878"/>
              <a:ext cx="122298" cy="178815"/>
            </a:xfrm>
            <a:custGeom>
              <a:avLst/>
              <a:gdLst/>
              <a:ahLst/>
              <a:cxnLst/>
              <a:rect l="l" t="t" r="r" b="b"/>
              <a:pathLst>
                <a:path w="3763" h="5502" extrusionOk="0">
                  <a:moveTo>
                    <a:pt x="167" y="1"/>
                  </a:moveTo>
                  <a:cubicBezTo>
                    <a:pt x="72" y="1"/>
                    <a:pt x="0" y="96"/>
                    <a:pt x="0" y="191"/>
                  </a:cubicBezTo>
                  <a:lnTo>
                    <a:pt x="0" y="5311"/>
                  </a:lnTo>
                  <a:cubicBezTo>
                    <a:pt x="0" y="5407"/>
                    <a:pt x="72" y="5502"/>
                    <a:pt x="167" y="5502"/>
                  </a:cubicBezTo>
                  <a:lnTo>
                    <a:pt x="3596" y="5502"/>
                  </a:lnTo>
                  <a:cubicBezTo>
                    <a:pt x="3692" y="5502"/>
                    <a:pt x="3763" y="5407"/>
                    <a:pt x="3763" y="5311"/>
                  </a:cubicBezTo>
                  <a:lnTo>
                    <a:pt x="3763" y="191"/>
                  </a:lnTo>
                  <a:cubicBezTo>
                    <a:pt x="3763" y="96"/>
                    <a:pt x="3668" y="1"/>
                    <a:pt x="3596"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5" name="Google Shape;23085;p145"/>
            <p:cNvSpPr/>
            <p:nvPr/>
          </p:nvSpPr>
          <p:spPr>
            <a:xfrm>
              <a:off x="7992148" y="2554098"/>
              <a:ext cx="27885" cy="178067"/>
            </a:xfrm>
            <a:custGeom>
              <a:avLst/>
              <a:gdLst/>
              <a:ahLst/>
              <a:cxnLst/>
              <a:rect l="l" t="t" r="r" b="b"/>
              <a:pathLst>
                <a:path w="858" h="5479" extrusionOk="0">
                  <a:moveTo>
                    <a:pt x="1" y="1"/>
                  </a:moveTo>
                  <a:cubicBezTo>
                    <a:pt x="96" y="1"/>
                    <a:pt x="191" y="96"/>
                    <a:pt x="191" y="192"/>
                  </a:cubicBezTo>
                  <a:lnTo>
                    <a:pt x="191" y="5312"/>
                  </a:lnTo>
                  <a:cubicBezTo>
                    <a:pt x="191" y="5407"/>
                    <a:pt x="96" y="5478"/>
                    <a:pt x="1" y="5478"/>
                  </a:cubicBezTo>
                  <a:lnTo>
                    <a:pt x="667" y="5478"/>
                  </a:lnTo>
                  <a:cubicBezTo>
                    <a:pt x="739" y="5478"/>
                    <a:pt x="834" y="5407"/>
                    <a:pt x="834" y="5312"/>
                  </a:cubicBezTo>
                  <a:lnTo>
                    <a:pt x="834" y="192"/>
                  </a:lnTo>
                  <a:cubicBezTo>
                    <a:pt x="858" y="96"/>
                    <a:pt x="787" y="1"/>
                    <a:pt x="69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6" name="Google Shape;23086;p145"/>
            <p:cNvSpPr/>
            <p:nvPr/>
          </p:nvSpPr>
          <p:spPr>
            <a:xfrm>
              <a:off x="7932543" y="2712016"/>
              <a:ext cx="54990" cy="59800"/>
            </a:xfrm>
            <a:custGeom>
              <a:avLst/>
              <a:gdLst/>
              <a:ahLst/>
              <a:cxnLst/>
              <a:rect l="l" t="t" r="r" b="b"/>
              <a:pathLst>
                <a:path w="1692" h="1840" extrusionOk="0">
                  <a:moveTo>
                    <a:pt x="430" y="0"/>
                  </a:moveTo>
                  <a:cubicBezTo>
                    <a:pt x="406" y="0"/>
                    <a:pt x="382" y="24"/>
                    <a:pt x="382" y="72"/>
                  </a:cubicBezTo>
                  <a:lnTo>
                    <a:pt x="382" y="619"/>
                  </a:lnTo>
                  <a:lnTo>
                    <a:pt x="49" y="619"/>
                  </a:lnTo>
                  <a:cubicBezTo>
                    <a:pt x="25" y="619"/>
                    <a:pt x="1" y="691"/>
                    <a:pt x="25" y="715"/>
                  </a:cubicBezTo>
                  <a:lnTo>
                    <a:pt x="763" y="1786"/>
                  </a:lnTo>
                  <a:cubicBezTo>
                    <a:pt x="775" y="1822"/>
                    <a:pt x="805" y="1840"/>
                    <a:pt x="834" y="1840"/>
                  </a:cubicBezTo>
                  <a:cubicBezTo>
                    <a:pt x="864" y="1840"/>
                    <a:pt x="894" y="1822"/>
                    <a:pt x="906" y="1786"/>
                  </a:cubicBezTo>
                  <a:lnTo>
                    <a:pt x="1668" y="715"/>
                  </a:lnTo>
                  <a:cubicBezTo>
                    <a:pt x="1692" y="691"/>
                    <a:pt x="1668" y="619"/>
                    <a:pt x="1620" y="619"/>
                  </a:cubicBezTo>
                  <a:lnTo>
                    <a:pt x="1311" y="619"/>
                  </a:lnTo>
                  <a:lnTo>
                    <a:pt x="1311" y="72"/>
                  </a:lnTo>
                  <a:cubicBezTo>
                    <a:pt x="1311" y="24"/>
                    <a:pt x="1263" y="0"/>
                    <a:pt x="1239" y="0"/>
                  </a:cubicBezTo>
                  <a:close/>
                </a:path>
              </a:pathLst>
            </a:custGeom>
            <a:solidFill>
              <a:srgbClr val="DF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7" name="Google Shape;23087;p145"/>
            <p:cNvSpPr/>
            <p:nvPr/>
          </p:nvSpPr>
          <p:spPr>
            <a:xfrm>
              <a:off x="7923281" y="2583511"/>
              <a:ext cx="34060" cy="9328"/>
            </a:xfrm>
            <a:custGeom>
              <a:avLst/>
              <a:gdLst/>
              <a:ahLst/>
              <a:cxnLst/>
              <a:rect l="l" t="t" r="r" b="b"/>
              <a:pathLst>
                <a:path w="1048" h="287" extrusionOk="0">
                  <a:moveTo>
                    <a:pt x="167" y="1"/>
                  </a:moveTo>
                  <a:cubicBezTo>
                    <a:pt x="72" y="1"/>
                    <a:pt x="0" y="49"/>
                    <a:pt x="0" y="144"/>
                  </a:cubicBezTo>
                  <a:cubicBezTo>
                    <a:pt x="0" y="239"/>
                    <a:pt x="72" y="287"/>
                    <a:pt x="167" y="287"/>
                  </a:cubicBezTo>
                  <a:lnTo>
                    <a:pt x="905" y="287"/>
                  </a:lnTo>
                  <a:cubicBezTo>
                    <a:pt x="1000" y="287"/>
                    <a:pt x="1048" y="239"/>
                    <a:pt x="1048" y="144"/>
                  </a:cubicBezTo>
                  <a:cubicBezTo>
                    <a:pt x="1048" y="49"/>
                    <a:pt x="1000" y="1"/>
                    <a:pt x="90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8" name="Google Shape;23088;p145"/>
            <p:cNvSpPr/>
            <p:nvPr/>
          </p:nvSpPr>
          <p:spPr>
            <a:xfrm>
              <a:off x="7922501" y="2605968"/>
              <a:ext cx="72020" cy="9328"/>
            </a:xfrm>
            <a:custGeom>
              <a:avLst/>
              <a:gdLst/>
              <a:ahLst/>
              <a:cxnLst/>
              <a:rect l="l" t="t" r="r" b="b"/>
              <a:pathLst>
                <a:path w="2216" h="287" extrusionOk="0">
                  <a:moveTo>
                    <a:pt x="143" y="1"/>
                  </a:moveTo>
                  <a:cubicBezTo>
                    <a:pt x="72" y="1"/>
                    <a:pt x="0" y="48"/>
                    <a:pt x="0" y="143"/>
                  </a:cubicBezTo>
                  <a:cubicBezTo>
                    <a:pt x="0" y="239"/>
                    <a:pt x="72" y="286"/>
                    <a:pt x="143" y="286"/>
                  </a:cubicBezTo>
                  <a:lnTo>
                    <a:pt x="2025" y="286"/>
                  </a:lnTo>
                  <a:cubicBezTo>
                    <a:pt x="2120" y="286"/>
                    <a:pt x="2215" y="239"/>
                    <a:pt x="2167" y="143"/>
                  </a:cubicBezTo>
                  <a:cubicBezTo>
                    <a:pt x="2167" y="48"/>
                    <a:pt x="2120" y="1"/>
                    <a:pt x="202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9" name="Google Shape;23089;p145"/>
            <p:cNvSpPr/>
            <p:nvPr/>
          </p:nvSpPr>
          <p:spPr>
            <a:xfrm>
              <a:off x="7922501" y="2627646"/>
              <a:ext cx="72020" cy="10075"/>
            </a:xfrm>
            <a:custGeom>
              <a:avLst/>
              <a:gdLst/>
              <a:ahLst/>
              <a:cxnLst/>
              <a:rect l="l" t="t" r="r" b="b"/>
              <a:pathLst>
                <a:path w="2216" h="310" extrusionOk="0">
                  <a:moveTo>
                    <a:pt x="143" y="0"/>
                  </a:moveTo>
                  <a:cubicBezTo>
                    <a:pt x="72" y="0"/>
                    <a:pt x="0" y="72"/>
                    <a:pt x="0" y="167"/>
                  </a:cubicBezTo>
                  <a:cubicBezTo>
                    <a:pt x="0" y="239"/>
                    <a:pt x="72" y="310"/>
                    <a:pt x="143" y="310"/>
                  </a:cubicBezTo>
                  <a:lnTo>
                    <a:pt x="2025" y="310"/>
                  </a:lnTo>
                  <a:cubicBezTo>
                    <a:pt x="2120" y="310"/>
                    <a:pt x="2215" y="215"/>
                    <a:pt x="2167" y="167"/>
                  </a:cubicBezTo>
                  <a:cubicBezTo>
                    <a:pt x="2167" y="72"/>
                    <a:pt x="2120" y="0"/>
                    <a:pt x="2025"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0" name="Google Shape;23090;p145"/>
            <p:cNvSpPr/>
            <p:nvPr/>
          </p:nvSpPr>
          <p:spPr>
            <a:xfrm>
              <a:off x="7922501" y="2650071"/>
              <a:ext cx="72020" cy="9328"/>
            </a:xfrm>
            <a:custGeom>
              <a:avLst/>
              <a:gdLst/>
              <a:ahLst/>
              <a:cxnLst/>
              <a:rect l="l" t="t" r="r" b="b"/>
              <a:pathLst>
                <a:path w="2216" h="287" extrusionOk="0">
                  <a:moveTo>
                    <a:pt x="143" y="1"/>
                  </a:moveTo>
                  <a:cubicBezTo>
                    <a:pt x="72" y="1"/>
                    <a:pt x="0" y="49"/>
                    <a:pt x="0" y="144"/>
                  </a:cubicBezTo>
                  <a:cubicBezTo>
                    <a:pt x="0" y="239"/>
                    <a:pt x="72" y="287"/>
                    <a:pt x="143" y="287"/>
                  </a:cubicBezTo>
                  <a:lnTo>
                    <a:pt x="2025" y="287"/>
                  </a:lnTo>
                  <a:cubicBezTo>
                    <a:pt x="2120" y="287"/>
                    <a:pt x="2215" y="215"/>
                    <a:pt x="2167" y="144"/>
                  </a:cubicBezTo>
                  <a:cubicBezTo>
                    <a:pt x="2167" y="49"/>
                    <a:pt x="2120" y="1"/>
                    <a:pt x="202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1" name="Google Shape;23091;p145"/>
            <p:cNvSpPr/>
            <p:nvPr/>
          </p:nvSpPr>
          <p:spPr>
            <a:xfrm>
              <a:off x="7922501" y="2672528"/>
              <a:ext cx="72020" cy="9328"/>
            </a:xfrm>
            <a:custGeom>
              <a:avLst/>
              <a:gdLst/>
              <a:ahLst/>
              <a:cxnLst/>
              <a:rect l="l" t="t" r="r" b="b"/>
              <a:pathLst>
                <a:path w="2216" h="287" extrusionOk="0">
                  <a:moveTo>
                    <a:pt x="143" y="1"/>
                  </a:moveTo>
                  <a:cubicBezTo>
                    <a:pt x="72" y="1"/>
                    <a:pt x="0" y="48"/>
                    <a:pt x="0" y="143"/>
                  </a:cubicBezTo>
                  <a:cubicBezTo>
                    <a:pt x="0" y="239"/>
                    <a:pt x="72" y="286"/>
                    <a:pt x="143" y="286"/>
                  </a:cubicBezTo>
                  <a:lnTo>
                    <a:pt x="2025" y="286"/>
                  </a:lnTo>
                  <a:cubicBezTo>
                    <a:pt x="2120" y="286"/>
                    <a:pt x="2215" y="239"/>
                    <a:pt x="2167" y="143"/>
                  </a:cubicBezTo>
                  <a:cubicBezTo>
                    <a:pt x="2167" y="48"/>
                    <a:pt x="2120" y="1"/>
                    <a:pt x="202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92" name="Google Shape;23092;p145"/>
          <p:cNvGrpSpPr/>
          <p:nvPr/>
        </p:nvGrpSpPr>
        <p:grpSpPr>
          <a:xfrm>
            <a:off x="7029336" y="2359156"/>
            <a:ext cx="359157" cy="296465"/>
            <a:chOff x="7029336" y="2511556"/>
            <a:chExt cx="359157" cy="296465"/>
          </a:xfrm>
        </p:grpSpPr>
        <p:sp>
          <p:nvSpPr>
            <p:cNvPr id="23093" name="Google Shape;23093;p145"/>
            <p:cNvSpPr/>
            <p:nvPr/>
          </p:nvSpPr>
          <p:spPr>
            <a:xfrm>
              <a:off x="7163236" y="2743736"/>
              <a:ext cx="92138" cy="59638"/>
            </a:xfrm>
            <a:custGeom>
              <a:avLst/>
              <a:gdLst/>
              <a:ahLst/>
              <a:cxnLst/>
              <a:rect l="l" t="t" r="r" b="b"/>
              <a:pathLst>
                <a:path w="2835" h="1835" extrusionOk="0">
                  <a:moveTo>
                    <a:pt x="1405" y="1"/>
                  </a:moveTo>
                  <a:lnTo>
                    <a:pt x="215" y="215"/>
                  </a:lnTo>
                  <a:lnTo>
                    <a:pt x="0" y="1834"/>
                  </a:lnTo>
                  <a:lnTo>
                    <a:pt x="2834" y="1834"/>
                  </a:lnTo>
                  <a:lnTo>
                    <a:pt x="2596" y="215"/>
                  </a:lnTo>
                  <a:lnTo>
                    <a:pt x="1405" y="1"/>
                  </a:ln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4" name="Google Shape;23094;p145"/>
            <p:cNvSpPr/>
            <p:nvPr/>
          </p:nvSpPr>
          <p:spPr>
            <a:xfrm>
              <a:off x="7225928" y="2743736"/>
              <a:ext cx="27885" cy="59638"/>
            </a:xfrm>
            <a:custGeom>
              <a:avLst/>
              <a:gdLst/>
              <a:ahLst/>
              <a:cxnLst/>
              <a:rect l="l" t="t" r="r" b="b"/>
              <a:pathLst>
                <a:path w="858" h="1835" extrusionOk="0">
                  <a:moveTo>
                    <a:pt x="262" y="1"/>
                  </a:moveTo>
                  <a:lnTo>
                    <a:pt x="0" y="215"/>
                  </a:lnTo>
                  <a:lnTo>
                    <a:pt x="215" y="1834"/>
                  </a:lnTo>
                  <a:lnTo>
                    <a:pt x="858" y="1834"/>
                  </a:lnTo>
                  <a:lnTo>
                    <a:pt x="667" y="215"/>
                  </a:lnTo>
                  <a:lnTo>
                    <a:pt x="262" y="1"/>
                  </a:lnTo>
                  <a:close/>
                </a:path>
              </a:pathLst>
            </a:custGeom>
            <a:solidFill>
              <a:srgbClr val="9CA7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5" name="Google Shape;23095;p145"/>
            <p:cNvSpPr/>
            <p:nvPr/>
          </p:nvSpPr>
          <p:spPr>
            <a:xfrm>
              <a:off x="7029336" y="2618351"/>
              <a:ext cx="358377" cy="100653"/>
            </a:xfrm>
            <a:custGeom>
              <a:avLst/>
              <a:gdLst/>
              <a:ahLst/>
              <a:cxnLst/>
              <a:rect l="l" t="t" r="r" b="b"/>
              <a:pathLst>
                <a:path w="11027" h="3097" extrusionOk="0">
                  <a:moveTo>
                    <a:pt x="5764" y="1"/>
                  </a:moveTo>
                  <a:lnTo>
                    <a:pt x="0" y="334"/>
                  </a:lnTo>
                  <a:lnTo>
                    <a:pt x="0" y="2882"/>
                  </a:lnTo>
                  <a:lnTo>
                    <a:pt x="6025" y="3096"/>
                  </a:lnTo>
                  <a:lnTo>
                    <a:pt x="11027" y="2882"/>
                  </a:lnTo>
                  <a:lnTo>
                    <a:pt x="11027" y="334"/>
                  </a:lnTo>
                  <a:lnTo>
                    <a:pt x="5764" y="1"/>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6" name="Google Shape;23096;p145"/>
            <p:cNvSpPr/>
            <p:nvPr/>
          </p:nvSpPr>
          <p:spPr>
            <a:xfrm>
              <a:off x="7366003" y="2618351"/>
              <a:ext cx="21710" cy="101433"/>
            </a:xfrm>
            <a:custGeom>
              <a:avLst/>
              <a:gdLst/>
              <a:ahLst/>
              <a:cxnLst/>
              <a:rect l="l" t="t" r="r" b="b"/>
              <a:pathLst>
                <a:path w="668" h="3121" extrusionOk="0">
                  <a:moveTo>
                    <a:pt x="1" y="1"/>
                  </a:moveTo>
                  <a:lnTo>
                    <a:pt x="1" y="3120"/>
                  </a:lnTo>
                  <a:lnTo>
                    <a:pt x="668" y="2882"/>
                  </a:lnTo>
                  <a:lnTo>
                    <a:pt x="668" y="334"/>
                  </a:lnTo>
                  <a:lnTo>
                    <a:pt x="1" y="1"/>
                  </a:ln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7" name="Google Shape;23097;p145"/>
            <p:cNvSpPr/>
            <p:nvPr/>
          </p:nvSpPr>
          <p:spPr>
            <a:xfrm>
              <a:off x="7136131" y="2513083"/>
              <a:ext cx="251582" cy="116122"/>
            </a:xfrm>
            <a:custGeom>
              <a:avLst/>
              <a:gdLst/>
              <a:ahLst/>
              <a:cxnLst/>
              <a:rect l="l" t="t" r="r" b="b"/>
              <a:pathLst>
                <a:path w="7741" h="3573" extrusionOk="0">
                  <a:moveTo>
                    <a:pt x="1" y="1"/>
                  </a:moveTo>
                  <a:lnTo>
                    <a:pt x="144" y="3573"/>
                  </a:lnTo>
                  <a:lnTo>
                    <a:pt x="7741" y="3573"/>
                  </a:lnTo>
                  <a:lnTo>
                    <a:pt x="7741" y="406"/>
                  </a:lnTo>
                  <a:cubicBezTo>
                    <a:pt x="7741" y="168"/>
                    <a:pt x="7526" y="1"/>
                    <a:pt x="7288" y="1"/>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8" name="Google Shape;23098;p145"/>
            <p:cNvSpPr/>
            <p:nvPr/>
          </p:nvSpPr>
          <p:spPr>
            <a:xfrm>
              <a:off x="7352093" y="2511556"/>
              <a:ext cx="35620" cy="117650"/>
            </a:xfrm>
            <a:custGeom>
              <a:avLst/>
              <a:gdLst/>
              <a:ahLst/>
              <a:cxnLst/>
              <a:rect l="l" t="t" r="r" b="b"/>
              <a:pathLst>
                <a:path w="1096" h="3620" extrusionOk="0">
                  <a:moveTo>
                    <a:pt x="0" y="0"/>
                  </a:moveTo>
                  <a:cubicBezTo>
                    <a:pt x="214" y="0"/>
                    <a:pt x="429" y="215"/>
                    <a:pt x="429" y="453"/>
                  </a:cubicBezTo>
                  <a:lnTo>
                    <a:pt x="429" y="3620"/>
                  </a:lnTo>
                  <a:lnTo>
                    <a:pt x="1096" y="3620"/>
                  </a:lnTo>
                  <a:lnTo>
                    <a:pt x="1096" y="453"/>
                  </a:lnTo>
                  <a:cubicBezTo>
                    <a:pt x="1096" y="215"/>
                    <a:pt x="881" y="0"/>
                    <a:pt x="643" y="0"/>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9" name="Google Shape;23099;p145"/>
            <p:cNvSpPr/>
            <p:nvPr/>
          </p:nvSpPr>
          <p:spPr>
            <a:xfrm>
              <a:off x="7029336" y="2513083"/>
              <a:ext cx="111475" cy="116903"/>
            </a:xfrm>
            <a:custGeom>
              <a:avLst/>
              <a:gdLst/>
              <a:ahLst/>
              <a:cxnLst/>
              <a:rect l="l" t="t" r="r" b="b"/>
              <a:pathLst>
                <a:path w="3430" h="3597" extrusionOk="0">
                  <a:moveTo>
                    <a:pt x="453" y="1"/>
                  </a:moveTo>
                  <a:cubicBezTo>
                    <a:pt x="215" y="1"/>
                    <a:pt x="0" y="191"/>
                    <a:pt x="0" y="429"/>
                  </a:cubicBezTo>
                  <a:lnTo>
                    <a:pt x="0" y="3597"/>
                  </a:lnTo>
                  <a:lnTo>
                    <a:pt x="3430" y="3597"/>
                  </a:lnTo>
                  <a:lnTo>
                    <a:pt x="3430" y="1"/>
                  </a:lnTo>
                  <a:close/>
                </a:path>
              </a:pathLst>
            </a:custGeom>
            <a:solidFill>
              <a:srgbClr val="EF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0" name="Google Shape;23100;p145"/>
            <p:cNvSpPr/>
            <p:nvPr/>
          </p:nvSpPr>
          <p:spPr>
            <a:xfrm>
              <a:off x="7030896" y="2712016"/>
              <a:ext cx="357598" cy="38708"/>
            </a:xfrm>
            <a:custGeom>
              <a:avLst/>
              <a:gdLst/>
              <a:ahLst/>
              <a:cxnLst/>
              <a:rect l="l" t="t" r="r" b="b"/>
              <a:pathLst>
                <a:path w="11003" h="1191" extrusionOk="0">
                  <a:moveTo>
                    <a:pt x="0" y="0"/>
                  </a:moveTo>
                  <a:lnTo>
                    <a:pt x="0" y="738"/>
                  </a:lnTo>
                  <a:cubicBezTo>
                    <a:pt x="0" y="977"/>
                    <a:pt x="191" y="1191"/>
                    <a:pt x="429" y="1191"/>
                  </a:cubicBezTo>
                  <a:lnTo>
                    <a:pt x="10550" y="1191"/>
                  </a:lnTo>
                  <a:cubicBezTo>
                    <a:pt x="10788" y="1191"/>
                    <a:pt x="11002" y="977"/>
                    <a:pt x="11002" y="738"/>
                  </a:cubicBezTo>
                  <a:lnTo>
                    <a:pt x="1100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1" name="Google Shape;23101;p145"/>
            <p:cNvSpPr/>
            <p:nvPr/>
          </p:nvSpPr>
          <p:spPr>
            <a:xfrm>
              <a:off x="7352093" y="2712016"/>
              <a:ext cx="35620" cy="38708"/>
            </a:xfrm>
            <a:custGeom>
              <a:avLst/>
              <a:gdLst/>
              <a:ahLst/>
              <a:cxnLst/>
              <a:rect l="l" t="t" r="r" b="b"/>
              <a:pathLst>
                <a:path w="1096" h="1191" extrusionOk="0">
                  <a:moveTo>
                    <a:pt x="429" y="0"/>
                  </a:moveTo>
                  <a:lnTo>
                    <a:pt x="429" y="738"/>
                  </a:lnTo>
                  <a:cubicBezTo>
                    <a:pt x="429" y="977"/>
                    <a:pt x="214" y="1191"/>
                    <a:pt x="0" y="1191"/>
                  </a:cubicBezTo>
                  <a:lnTo>
                    <a:pt x="643" y="1191"/>
                  </a:lnTo>
                  <a:cubicBezTo>
                    <a:pt x="881" y="1191"/>
                    <a:pt x="1096" y="977"/>
                    <a:pt x="1096" y="738"/>
                  </a:cubicBezTo>
                  <a:lnTo>
                    <a:pt x="1096" y="0"/>
                  </a:ln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2" name="Google Shape;23102;p145"/>
            <p:cNvSpPr/>
            <p:nvPr/>
          </p:nvSpPr>
          <p:spPr>
            <a:xfrm>
              <a:off x="7070351" y="2657838"/>
              <a:ext cx="49563" cy="25545"/>
            </a:xfrm>
            <a:custGeom>
              <a:avLst/>
              <a:gdLst/>
              <a:ahLst/>
              <a:cxnLst/>
              <a:rect l="l" t="t" r="r" b="b"/>
              <a:pathLst>
                <a:path w="1525" h="786" extrusionOk="0">
                  <a:moveTo>
                    <a:pt x="382" y="0"/>
                  </a:moveTo>
                  <a:cubicBezTo>
                    <a:pt x="167" y="0"/>
                    <a:pt x="1" y="191"/>
                    <a:pt x="1" y="381"/>
                  </a:cubicBezTo>
                  <a:cubicBezTo>
                    <a:pt x="1" y="619"/>
                    <a:pt x="167" y="786"/>
                    <a:pt x="382" y="786"/>
                  </a:cubicBezTo>
                  <a:lnTo>
                    <a:pt x="1120" y="786"/>
                  </a:lnTo>
                  <a:cubicBezTo>
                    <a:pt x="1334" y="786"/>
                    <a:pt x="1525" y="595"/>
                    <a:pt x="1525" y="381"/>
                  </a:cubicBezTo>
                  <a:cubicBezTo>
                    <a:pt x="1525" y="143"/>
                    <a:pt x="1334" y="0"/>
                    <a:pt x="1120"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3" name="Google Shape;23103;p145"/>
            <p:cNvSpPr/>
            <p:nvPr/>
          </p:nvSpPr>
          <p:spPr>
            <a:xfrm>
              <a:off x="7145426" y="2657838"/>
              <a:ext cx="49563" cy="25545"/>
            </a:xfrm>
            <a:custGeom>
              <a:avLst/>
              <a:gdLst/>
              <a:ahLst/>
              <a:cxnLst/>
              <a:rect l="l" t="t" r="r" b="b"/>
              <a:pathLst>
                <a:path w="1525" h="786" extrusionOk="0">
                  <a:moveTo>
                    <a:pt x="405" y="0"/>
                  </a:moveTo>
                  <a:cubicBezTo>
                    <a:pt x="191" y="0"/>
                    <a:pt x="1" y="191"/>
                    <a:pt x="1" y="381"/>
                  </a:cubicBezTo>
                  <a:cubicBezTo>
                    <a:pt x="1" y="619"/>
                    <a:pt x="191" y="786"/>
                    <a:pt x="405" y="786"/>
                  </a:cubicBezTo>
                  <a:lnTo>
                    <a:pt x="1144" y="786"/>
                  </a:lnTo>
                  <a:cubicBezTo>
                    <a:pt x="1382" y="786"/>
                    <a:pt x="1525" y="595"/>
                    <a:pt x="1525" y="381"/>
                  </a:cubicBezTo>
                  <a:cubicBezTo>
                    <a:pt x="1525" y="191"/>
                    <a:pt x="1358" y="0"/>
                    <a:pt x="1144"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4" name="Google Shape;23104;p145"/>
            <p:cNvSpPr/>
            <p:nvPr/>
          </p:nvSpPr>
          <p:spPr>
            <a:xfrm>
              <a:off x="7222061" y="2657838"/>
              <a:ext cx="49563" cy="25545"/>
            </a:xfrm>
            <a:custGeom>
              <a:avLst/>
              <a:gdLst/>
              <a:ahLst/>
              <a:cxnLst/>
              <a:rect l="l" t="t" r="r" b="b"/>
              <a:pathLst>
                <a:path w="1525" h="786" extrusionOk="0">
                  <a:moveTo>
                    <a:pt x="381" y="0"/>
                  </a:moveTo>
                  <a:cubicBezTo>
                    <a:pt x="191" y="0"/>
                    <a:pt x="0" y="191"/>
                    <a:pt x="0" y="381"/>
                  </a:cubicBezTo>
                  <a:cubicBezTo>
                    <a:pt x="0" y="619"/>
                    <a:pt x="191" y="786"/>
                    <a:pt x="381" y="786"/>
                  </a:cubicBezTo>
                  <a:lnTo>
                    <a:pt x="1143" y="786"/>
                  </a:lnTo>
                  <a:cubicBezTo>
                    <a:pt x="1334" y="786"/>
                    <a:pt x="1524" y="595"/>
                    <a:pt x="1524" y="381"/>
                  </a:cubicBezTo>
                  <a:cubicBezTo>
                    <a:pt x="1524" y="191"/>
                    <a:pt x="1334" y="0"/>
                    <a:pt x="1143"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5" name="Google Shape;23105;p145"/>
            <p:cNvSpPr/>
            <p:nvPr/>
          </p:nvSpPr>
          <p:spPr>
            <a:xfrm>
              <a:off x="7297916" y="2657838"/>
              <a:ext cx="48782" cy="25545"/>
            </a:xfrm>
            <a:custGeom>
              <a:avLst/>
              <a:gdLst/>
              <a:ahLst/>
              <a:cxnLst/>
              <a:rect l="l" t="t" r="r" b="b"/>
              <a:pathLst>
                <a:path w="1501" h="786" extrusionOk="0">
                  <a:moveTo>
                    <a:pt x="381" y="0"/>
                  </a:moveTo>
                  <a:cubicBezTo>
                    <a:pt x="167" y="0"/>
                    <a:pt x="0" y="191"/>
                    <a:pt x="0" y="381"/>
                  </a:cubicBezTo>
                  <a:cubicBezTo>
                    <a:pt x="0" y="619"/>
                    <a:pt x="167" y="786"/>
                    <a:pt x="381" y="786"/>
                  </a:cubicBezTo>
                  <a:lnTo>
                    <a:pt x="1119" y="786"/>
                  </a:lnTo>
                  <a:cubicBezTo>
                    <a:pt x="1334" y="786"/>
                    <a:pt x="1500" y="595"/>
                    <a:pt x="1500" y="381"/>
                  </a:cubicBezTo>
                  <a:cubicBezTo>
                    <a:pt x="1500" y="143"/>
                    <a:pt x="1334" y="0"/>
                    <a:pt x="1119"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6" name="Google Shape;23106;p145"/>
            <p:cNvSpPr/>
            <p:nvPr/>
          </p:nvSpPr>
          <p:spPr>
            <a:xfrm>
              <a:off x="7318813" y="2676396"/>
              <a:ext cx="50310" cy="50147"/>
            </a:xfrm>
            <a:custGeom>
              <a:avLst/>
              <a:gdLst/>
              <a:ahLst/>
              <a:cxnLst/>
              <a:rect l="l" t="t" r="r" b="b"/>
              <a:pathLst>
                <a:path w="1548" h="1543" extrusionOk="0">
                  <a:moveTo>
                    <a:pt x="119" y="1"/>
                  </a:moveTo>
                  <a:cubicBezTo>
                    <a:pt x="48" y="1"/>
                    <a:pt x="0" y="24"/>
                    <a:pt x="24" y="72"/>
                  </a:cubicBezTo>
                  <a:lnTo>
                    <a:pt x="214" y="1120"/>
                  </a:lnTo>
                  <a:cubicBezTo>
                    <a:pt x="229" y="1194"/>
                    <a:pt x="281" y="1232"/>
                    <a:pt x="342" y="1232"/>
                  </a:cubicBezTo>
                  <a:cubicBezTo>
                    <a:pt x="378" y="1232"/>
                    <a:pt x="417" y="1218"/>
                    <a:pt x="453" y="1191"/>
                  </a:cubicBezTo>
                  <a:lnTo>
                    <a:pt x="595" y="1072"/>
                  </a:lnTo>
                  <a:lnTo>
                    <a:pt x="1048" y="1525"/>
                  </a:lnTo>
                  <a:cubicBezTo>
                    <a:pt x="1060" y="1537"/>
                    <a:pt x="1084" y="1543"/>
                    <a:pt x="1110" y="1543"/>
                  </a:cubicBezTo>
                  <a:cubicBezTo>
                    <a:pt x="1137" y="1543"/>
                    <a:pt x="1167" y="1537"/>
                    <a:pt x="1191" y="1525"/>
                  </a:cubicBezTo>
                  <a:lnTo>
                    <a:pt x="1524" y="1191"/>
                  </a:lnTo>
                  <a:cubicBezTo>
                    <a:pt x="1548" y="1144"/>
                    <a:pt x="1548" y="1096"/>
                    <a:pt x="1524" y="1025"/>
                  </a:cubicBezTo>
                  <a:lnTo>
                    <a:pt x="1072" y="596"/>
                  </a:lnTo>
                  <a:lnTo>
                    <a:pt x="1072" y="572"/>
                  </a:lnTo>
                  <a:lnTo>
                    <a:pt x="1215" y="406"/>
                  </a:lnTo>
                  <a:cubicBezTo>
                    <a:pt x="1310" y="334"/>
                    <a:pt x="1262" y="215"/>
                    <a:pt x="1167" y="167"/>
                  </a:cubicBezTo>
                  <a:lnTo>
                    <a:pt x="119" y="1"/>
                  </a:lnTo>
                  <a:close/>
                </a:path>
              </a:pathLst>
            </a:custGeom>
            <a:solidFill>
              <a:srgbClr val="9CA7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7" name="Google Shape;23107;p145"/>
            <p:cNvSpPr/>
            <p:nvPr/>
          </p:nvSpPr>
          <p:spPr>
            <a:xfrm>
              <a:off x="7135383" y="2797133"/>
              <a:ext cx="147063" cy="10888"/>
            </a:xfrm>
            <a:custGeom>
              <a:avLst/>
              <a:gdLst/>
              <a:ahLst/>
              <a:cxnLst/>
              <a:rect l="l" t="t" r="r" b="b"/>
              <a:pathLst>
                <a:path w="4525" h="335" extrusionOk="0">
                  <a:moveTo>
                    <a:pt x="167" y="1"/>
                  </a:moveTo>
                  <a:cubicBezTo>
                    <a:pt x="48" y="1"/>
                    <a:pt x="0" y="96"/>
                    <a:pt x="0" y="191"/>
                  </a:cubicBezTo>
                  <a:cubicBezTo>
                    <a:pt x="24" y="263"/>
                    <a:pt x="71" y="334"/>
                    <a:pt x="167" y="334"/>
                  </a:cubicBezTo>
                  <a:lnTo>
                    <a:pt x="4334" y="334"/>
                  </a:lnTo>
                  <a:cubicBezTo>
                    <a:pt x="4453" y="334"/>
                    <a:pt x="4525" y="263"/>
                    <a:pt x="4525" y="144"/>
                  </a:cubicBezTo>
                  <a:cubicBezTo>
                    <a:pt x="4477" y="48"/>
                    <a:pt x="4430" y="1"/>
                    <a:pt x="4334" y="1"/>
                  </a:cubicBez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8" name="Google Shape;23108;p145"/>
            <p:cNvSpPr/>
            <p:nvPr/>
          </p:nvSpPr>
          <p:spPr>
            <a:xfrm>
              <a:off x="7062616" y="2544836"/>
              <a:ext cx="51902" cy="51870"/>
            </a:xfrm>
            <a:custGeom>
              <a:avLst/>
              <a:gdLst/>
              <a:ahLst/>
              <a:cxnLst/>
              <a:rect l="l" t="t" r="r" b="b"/>
              <a:pathLst>
                <a:path w="1597" h="1596" extrusionOk="0">
                  <a:moveTo>
                    <a:pt x="763" y="334"/>
                  </a:moveTo>
                  <a:cubicBezTo>
                    <a:pt x="1001" y="334"/>
                    <a:pt x="1215" y="524"/>
                    <a:pt x="1215" y="762"/>
                  </a:cubicBezTo>
                  <a:cubicBezTo>
                    <a:pt x="1215" y="834"/>
                    <a:pt x="1215" y="858"/>
                    <a:pt x="1191" y="929"/>
                  </a:cubicBezTo>
                  <a:lnTo>
                    <a:pt x="977" y="715"/>
                  </a:lnTo>
                  <a:cubicBezTo>
                    <a:pt x="941" y="679"/>
                    <a:pt x="893" y="661"/>
                    <a:pt x="846" y="661"/>
                  </a:cubicBezTo>
                  <a:cubicBezTo>
                    <a:pt x="798" y="661"/>
                    <a:pt x="751" y="679"/>
                    <a:pt x="715" y="715"/>
                  </a:cubicBezTo>
                  <a:cubicBezTo>
                    <a:pt x="643" y="762"/>
                    <a:pt x="643" y="881"/>
                    <a:pt x="715" y="977"/>
                  </a:cubicBezTo>
                  <a:lnTo>
                    <a:pt x="929" y="1191"/>
                  </a:lnTo>
                  <a:cubicBezTo>
                    <a:pt x="882" y="1215"/>
                    <a:pt x="834" y="1215"/>
                    <a:pt x="763" y="1215"/>
                  </a:cubicBezTo>
                  <a:cubicBezTo>
                    <a:pt x="524" y="1215"/>
                    <a:pt x="334" y="1000"/>
                    <a:pt x="334" y="762"/>
                  </a:cubicBezTo>
                  <a:cubicBezTo>
                    <a:pt x="334" y="524"/>
                    <a:pt x="524" y="334"/>
                    <a:pt x="763" y="334"/>
                  </a:cubicBezTo>
                  <a:close/>
                  <a:moveTo>
                    <a:pt x="786" y="0"/>
                  </a:moveTo>
                  <a:cubicBezTo>
                    <a:pt x="358" y="0"/>
                    <a:pt x="0" y="357"/>
                    <a:pt x="0" y="810"/>
                  </a:cubicBezTo>
                  <a:cubicBezTo>
                    <a:pt x="0" y="1239"/>
                    <a:pt x="358" y="1596"/>
                    <a:pt x="786" y="1596"/>
                  </a:cubicBezTo>
                  <a:cubicBezTo>
                    <a:pt x="953" y="1596"/>
                    <a:pt x="1096" y="1548"/>
                    <a:pt x="1215" y="1477"/>
                  </a:cubicBezTo>
                  <a:lnTo>
                    <a:pt x="1286" y="1548"/>
                  </a:lnTo>
                  <a:cubicBezTo>
                    <a:pt x="1310" y="1572"/>
                    <a:pt x="1358" y="1596"/>
                    <a:pt x="1382" y="1596"/>
                  </a:cubicBezTo>
                  <a:cubicBezTo>
                    <a:pt x="1429" y="1596"/>
                    <a:pt x="1477" y="1572"/>
                    <a:pt x="1501" y="1548"/>
                  </a:cubicBezTo>
                  <a:cubicBezTo>
                    <a:pt x="1596" y="1453"/>
                    <a:pt x="1596" y="1334"/>
                    <a:pt x="1548" y="1286"/>
                  </a:cubicBezTo>
                  <a:lnTo>
                    <a:pt x="1477" y="1215"/>
                  </a:lnTo>
                  <a:cubicBezTo>
                    <a:pt x="1548" y="1096"/>
                    <a:pt x="1596" y="953"/>
                    <a:pt x="1596" y="810"/>
                  </a:cubicBezTo>
                  <a:cubicBezTo>
                    <a:pt x="1596" y="357"/>
                    <a:pt x="1239" y="0"/>
                    <a:pt x="786"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9" name="Google Shape;23109;p145"/>
            <p:cNvSpPr/>
            <p:nvPr/>
          </p:nvSpPr>
          <p:spPr>
            <a:xfrm>
              <a:off x="7178706" y="2541716"/>
              <a:ext cx="173420" cy="10888"/>
            </a:xfrm>
            <a:custGeom>
              <a:avLst/>
              <a:gdLst/>
              <a:ahLst/>
              <a:cxnLst/>
              <a:rect l="l" t="t" r="r" b="b"/>
              <a:pathLst>
                <a:path w="5336" h="335" extrusionOk="0">
                  <a:moveTo>
                    <a:pt x="167" y="1"/>
                  </a:moveTo>
                  <a:cubicBezTo>
                    <a:pt x="96" y="1"/>
                    <a:pt x="1" y="96"/>
                    <a:pt x="24" y="215"/>
                  </a:cubicBezTo>
                  <a:cubicBezTo>
                    <a:pt x="24" y="263"/>
                    <a:pt x="96" y="334"/>
                    <a:pt x="167" y="334"/>
                  </a:cubicBezTo>
                  <a:lnTo>
                    <a:pt x="5145" y="334"/>
                  </a:lnTo>
                  <a:cubicBezTo>
                    <a:pt x="5264" y="334"/>
                    <a:pt x="5335" y="239"/>
                    <a:pt x="5287" y="120"/>
                  </a:cubicBezTo>
                  <a:cubicBezTo>
                    <a:pt x="5287" y="72"/>
                    <a:pt x="5240" y="1"/>
                    <a:pt x="5145"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0" name="Google Shape;23110;p145"/>
            <p:cNvSpPr/>
            <p:nvPr/>
          </p:nvSpPr>
          <p:spPr>
            <a:xfrm>
              <a:off x="7178706" y="2565733"/>
              <a:ext cx="173420" cy="10855"/>
            </a:xfrm>
            <a:custGeom>
              <a:avLst/>
              <a:gdLst/>
              <a:ahLst/>
              <a:cxnLst/>
              <a:rect l="l" t="t" r="r" b="b"/>
              <a:pathLst>
                <a:path w="5336" h="334" extrusionOk="0">
                  <a:moveTo>
                    <a:pt x="167" y="0"/>
                  </a:moveTo>
                  <a:cubicBezTo>
                    <a:pt x="96" y="0"/>
                    <a:pt x="1" y="95"/>
                    <a:pt x="24" y="215"/>
                  </a:cubicBezTo>
                  <a:cubicBezTo>
                    <a:pt x="24" y="286"/>
                    <a:pt x="96" y="334"/>
                    <a:pt x="167" y="334"/>
                  </a:cubicBezTo>
                  <a:lnTo>
                    <a:pt x="5145" y="334"/>
                  </a:lnTo>
                  <a:cubicBezTo>
                    <a:pt x="5264" y="334"/>
                    <a:pt x="5335" y="238"/>
                    <a:pt x="5287" y="119"/>
                  </a:cubicBezTo>
                  <a:cubicBezTo>
                    <a:pt x="5287" y="72"/>
                    <a:pt x="5240" y="0"/>
                    <a:pt x="5145"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1" name="Google Shape;23111;p145"/>
            <p:cNvSpPr/>
            <p:nvPr/>
          </p:nvSpPr>
          <p:spPr>
            <a:xfrm>
              <a:off x="7178706" y="2588938"/>
              <a:ext cx="58857" cy="10888"/>
            </a:xfrm>
            <a:custGeom>
              <a:avLst/>
              <a:gdLst/>
              <a:ahLst/>
              <a:cxnLst/>
              <a:rect l="l" t="t" r="r" b="b"/>
              <a:pathLst>
                <a:path w="1811" h="335" extrusionOk="0">
                  <a:moveTo>
                    <a:pt x="167" y="1"/>
                  </a:moveTo>
                  <a:cubicBezTo>
                    <a:pt x="96" y="1"/>
                    <a:pt x="1" y="96"/>
                    <a:pt x="24" y="215"/>
                  </a:cubicBezTo>
                  <a:cubicBezTo>
                    <a:pt x="24" y="286"/>
                    <a:pt x="96" y="334"/>
                    <a:pt x="167" y="334"/>
                  </a:cubicBezTo>
                  <a:lnTo>
                    <a:pt x="1644" y="334"/>
                  </a:lnTo>
                  <a:cubicBezTo>
                    <a:pt x="1715" y="334"/>
                    <a:pt x="1811" y="239"/>
                    <a:pt x="1787" y="120"/>
                  </a:cubicBezTo>
                  <a:cubicBezTo>
                    <a:pt x="1787" y="72"/>
                    <a:pt x="1715" y="1"/>
                    <a:pt x="1644"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12" name="Google Shape;23112;p145"/>
          <p:cNvGrpSpPr/>
          <p:nvPr/>
        </p:nvGrpSpPr>
        <p:grpSpPr>
          <a:xfrm>
            <a:off x="6290188" y="2328963"/>
            <a:ext cx="335173" cy="357597"/>
            <a:chOff x="6290188" y="2481363"/>
            <a:chExt cx="335173" cy="357597"/>
          </a:xfrm>
        </p:grpSpPr>
        <p:sp>
          <p:nvSpPr>
            <p:cNvPr id="23113" name="Google Shape;23113;p145"/>
            <p:cNvSpPr/>
            <p:nvPr/>
          </p:nvSpPr>
          <p:spPr>
            <a:xfrm>
              <a:off x="6293276" y="2681043"/>
              <a:ext cx="332085" cy="157917"/>
            </a:xfrm>
            <a:custGeom>
              <a:avLst/>
              <a:gdLst/>
              <a:ahLst/>
              <a:cxnLst/>
              <a:rect l="l" t="t" r="r" b="b"/>
              <a:pathLst>
                <a:path w="10218" h="4859" extrusionOk="0">
                  <a:moveTo>
                    <a:pt x="9908" y="1"/>
                  </a:moveTo>
                  <a:lnTo>
                    <a:pt x="310" y="48"/>
                  </a:lnTo>
                  <a:cubicBezTo>
                    <a:pt x="144" y="48"/>
                    <a:pt x="1" y="167"/>
                    <a:pt x="1" y="358"/>
                  </a:cubicBezTo>
                  <a:lnTo>
                    <a:pt x="1" y="4549"/>
                  </a:lnTo>
                  <a:cubicBezTo>
                    <a:pt x="1" y="4692"/>
                    <a:pt x="120" y="4859"/>
                    <a:pt x="310" y="4859"/>
                  </a:cubicBezTo>
                  <a:lnTo>
                    <a:pt x="9908" y="4859"/>
                  </a:lnTo>
                  <a:cubicBezTo>
                    <a:pt x="10098" y="4859"/>
                    <a:pt x="10217" y="4740"/>
                    <a:pt x="10217" y="4525"/>
                  </a:cubicBezTo>
                  <a:lnTo>
                    <a:pt x="10217" y="286"/>
                  </a:lnTo>
                  <a:cubicBezTo>
                    <a:pt x="10217" y="143"/>
                    <a:pt x="10098" y="1"/>
                    <a:pt x="9908" y="1"/>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4" name="Google Shape;23114;p145"/>
            <p:cNvSpPr/>
            <p:nvPr/>
          </p:nvSpPr>
          <p:spPr>
            <a:xfrm>
              <a:off x="6594356" y="2681043"/>
              <a:ext cx="31005" cy="157138"/>
            </a:xfrm>
            <a:custGeom>
              <a:avLst/>
              <a:gdLst/>
              <a:ahLst/>
              <a:cxnLst/>
              <a:rect l="l" t="t" r="r" b="b"/>
              <a:pathLst>
                <a:path w="954" h="4835" extrusionOk="0">
                  <a:moveTo>
                    <a:pt x="25" y="1"/>
                  </a:moveTo>
                  <a:cubicBezTo>
                    <a:pt x="167" y="24"/>
                    <a:pt x="286" y="143"/>
                    <a:pt x="286" y="310"/>
                  </a:cubicBezTo>
                  <a:lnTo>
                    <a:pt x="286" y="4525"/>
                  </a:lnTo>
                  <a:cubicBezTo>
                    <a:pt x="286" y="4716"/>
                    <a:pt x="144" y="4835"/>
                    <a:pt x="1" y="4835"/>
                  </a:cubicBezTo>
                  <a:lnTo>
                    <a:pt x="644" y="4835"/>
                  </a:lnTo>
                  <a:cubicBezTo>
                    <a:pt x="834" y="4835"/>
                    <a:pt x="953" y="4668"/>
                    <a:pt x="953" y="4525"/>
                  </a:cubicBezTo>
                  <a:lnTo>
                    <a:pt x="953" y="310"/>
                  </a:lnTo>
                  <a:cubicBezTo>
                    <a:pt x="953" y="143"/>
                    <a:pt x="834" y="1"/>
                    <a:pt x="644" y="1"/>
                  </a:cubicBezTo>
                  <a:close/>
                </a:path>
              </a:pathLst>
            </a:custGeom>
            <a:solidFill>
              <a:srgbClr val="EF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115" name="Google Shape;23115;p145"/>
            <p:cNvGrpSpPr/>
            <p:nvPr/>
          </p:nvGrpSpPr>
          <p:grpSpPr>
            <a:xfrm>
              <a:off x="6290188" y="2481363"/>
              <a:ext cx="308847" cy="332052"/>
              <a:chOff x="6290188" y="2481363"/>
              <a:chExt cx="308847" cy="332052"/>
            </a:xfrm>
          </p:grpSpPr>
          <p:sp>
            <p:nvSpPr>
              <p:cNvPr id="23116" name="Google Shape;23116;p145"/>
              <p:cNvSpPr/>
              <p:nvPr/>
            </p:nvSpPr>
            <p:spPr>
              <a:xfrm>
                <a:off x="6404751" y="2571908"/>
                <a:ext cx="113035" cy="122817"/>
              </a:xfrm>
              <a:custGeom>
                <a:avLst/>
                <a:gdLst/>
                <a:ahLst/>
                <a:cxnLst/>
                <a:rect l="l" t="t" r="r" b="b"/>
                <a:pathLst>
                  <a:path w="3478" h="3779" extrusionOk="0">
                    <a:moveTo>
                      <a:pt x="524" y="1"/>
                    </a:moveTo>
                    <a:cubicBezTo>
                      <a:pt x="476" y="1"/>
                      <a:pt x="381" y="48"/>
                      <a:pt x="381" y="120"/>
                    </a:cubicBezTo>
                    <a:cubicBezTo>
                      <a:pt x="357" y="239"/>
                      <a:pt x="453" y="358"/>
                      <a:pt x="524" y="358"/>
                    </a:cubicBezTo>
                    <a:lnTo>
                      <a:pt x="2667" y="358"/>
                    </a:lnTo>
                    <a:cubicBezTo>
                      <a:pt x="2882" y="358"/>
                      <a:pt x="3072" y="501"/>
                      <a:pt x="3096" y="715"/>
                    </a:cubicBezTo>
                    <a:cubicBezTo>
                      <a:pt x="3120" y="953"/>
                      <a:pt x="2953" y="1191"/>
                      <a:pt x="2667" y="1191"/>
                    </a:cubicBezTo>
                    <a:lnTo>
                      <a:pt x="738" y="1191"/>
                    </a:lnTo>
                    <a:cubicBezTo>
                      <a:pt x="334" y="1191"/>
                      <a:pt x="0" y="1525"/>
                      <a:pt x="24" y="1930"/>
                    </a:cubicBezTo>
                    <a:cubicBezTo>
                      <a:pt x="48" y="2287"/>
                      <a:pt x="357" y="2596"/>
                      <a:pt x="738" y="2596"/>
                    </a:cubicBezTo>
                    <a:lnTo>
                      <a:pt x="1691" y="2596"/>
                    </a:lnTo>
                    <a:cubicBezTo>
                      <a:pt x="1786" y="2596"/>
                      <a:pt x="1881" y="2668"/>
                      <a:pt x="1881" y="2763"/>
                    </a:cubicBezTo>
                    <a:lnTo>
                      <a:pt x="1881" y="3621"/>
                    </a:lnTo>
                    <a:cubicBezTo>
                      <a:pt x="1881" y="3668"/>
                      <a:pt x="1905" y="3716"/>
                      <a:pt x="1929" y="3740"/>
                    </a:cubicBezTo>
                    <a:cubicBezTo>
                      <a:pt x="1970" y="3767"/>
                      <a:pt x="2013" y="3778"/>
                      <a:pt x="2053" y="3778"/>
                    </a:cubicBezTo>
                    <a:cubicBezTo>
                      <a:pt x="2154" y="3778"/>
                      <a:pt x="2239" y="3706"/>
                      <a:pt x="2239" y="3621"/>
                    </a:cubicBezTo>
                    <a:lnTo>
                      <a:pt x="2239" y="2668"/>
                    </a:lnTo>
                    <a:cubicBezTo>
                      <a:pt x="2239" y="2477"/>
                      <a:pt x="2048" y="2287"/>
                      <a:pt x="1834" y="2287"/>
                    </a:cubicBezTo>
                    <a:lnTo>
                      <a:pt x="691" y="2287"/>
                    </a:lnTo>
                    <a:cubicBezTo>
                      <a:pt x="596" y="2287"/>
                      <a:pt x="500" y="2239"/>
                      <a:pt x="453" y="2168"/>
                    </a:cubicBezTo>
                    <a:cubicBezTo>
                      <a:pt x="238" y="1882"/>
                      <a:pt x="453" y="1549"/>
                      <a:pt x="738" y="1549"/>
                    </a:cubicBezTo>
                    <a:lnTo>
                      <a:pt x="2715" y="1549"/>
                    </a:lnTo>
                    <a:cubicBezTo>
                      <a:pt x="3072" y="1549"/>
                      <a:pt x="3429" y="1239"/>
                      <a:pt x="3453" y="882"/>
                    </a:cubicBezTo>
                    <a:cubicBezTo>
                      <a:pt x="3477" y="358"/>
                      <a:pt x="3120" y="1"/>
                      <a:pt x="2667" y="1"/>
                    </a:cubicBezTo>
                    <a:close/>
                  </a:path>
                </a:pathLst>
              </a:custGeom>
              <a:solidFill>
                <a:srgbClr val="EF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7" name="Google Shape;23117;p145"/>
              <p:cNvSpPr/>
              <p:nvPr/>
            </p:nvSpPr>
            <p:spPr>
              <a:xfrm>
                <a:off x="6326556" y="2528586"/>
                <a:ext cx="106080" cy="72378"/>
              </a:xfrm>
              <a:custGeom>
                <a:avLst/>
                <a:gdLst/>
                <a:ahLst/>
                <a:cxnLst/>
                <a:rect l="l" t="t" r="r" b="b"/>
                <a:pathLst>
                  <a:path w="3264" h="2227" extrusionOk="0">
                    <a:moveTo>
                      <a:pt x="1" y="0"/>
                    </a:moveTo>
                    <a:lnTo>
                      <a:pt x="1" y="1786"/>
                    </a:lnTo>
                    <a:cubicBezTo>
                      <a:pt x="1" y="1834"/>
                      <a:pt x="25" y="1858"/>
                      <a:pt x="49" y="1858"/>
                    </a:cubicBezTo>
                    <a:lnTo>
                      <a:pt x="310" y="1977"/>
                    </a:lnTo>
                    <a:cubicBezTo>
                      <a:pt x="727" y="2143"/>
                      <a:pt x="1168" y="2227"/>
                      <a:pt x="1608" y="2227"/>
                    </a:cubicBezTo>
                    <a:cubicBezTo>
                      <a:pt x="2049" y="2227"/>
                      <a:pt x="2489" y="2143"/>
                      <a:pt x="2906" y="1977"/>
                    </a:cubicBezTo>
                    <a:lnTo>
                      <a:pt x="3168" y="1858"/>
                    </a:lnTo>
                    <a:cubicBezTo>
                      <a:pt x="3216" y="1834"/>
                      <a:pt x="3240" y="1810"/>
                      <a:pt x="3240" y="1786"/>
                    </a:cubicBezTo>
                    <a:lnTo>
                      <a:pt x="3263"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8" name="Google Shape;23118;p145"/>
              <p:cNvSpPr/>
              <p:nvPr/>
            </p:nvSpPr>
            <p:spPr>
              <a:xfrm>
                <a:off x="6290188" y="2481363"/>
                <a:ext cx="177288" cy="82258"/>
              </a:xfrm>
              <a:custGeom>
                <a:avLst/>
                <a:gdLst/>
                <a:ahLst/>
                <a:cxnLst/>
                <a:rect l="l" t="t" r="r" b="b"/>
                <a:pathLst>
                  <a:path w="5455" h="2531" extrusionOk="0">
                    <a:moveTo>
                      <a:pt x="2748" y="0"/>
                    </a:moveTo>
                    <a:cubicBezTo>
                      <a:pt x="2668" y="0"/>
                      <a:pt x="2584" y="24"/>
                      <a:pt x="2501" y="72"/>
                    </a:cubicBezTo>
                    <a:lnTo>
                      <a:pt x="120" y="1144"/>
                    </a:lnTo>
                    <a:cubicBezTo>
                      <a:pt x="1" y="1167"/>
                      <a:pt x="1" y="1334"/>
                      <a:pt x="120" y="1382"/>
                    </a:cubicBezTo>
                    <a:lnTo>
                      <a:pt x="2549" y="2477"/>
                    </a:lnTo>
                    <a:cubicBezTo>
                      <a:pt x="2620" y="2513"/>
                      <a:pt x="2692" y="2531"/>
                      <a:pt x="2760" y="2531"/>
                    </a:cubicBezTo>
                    <a:cubicBezTo>
                      <a:pt x="2829" y="2531"/>
                      <a:pt x="2894" y="2513"/>
                      <a:pt x="2954" y="2477"/>
                    </a:cubicBezTo>
                    <a:lnTo>
                      <a:pt x="5359" y="1382"/>
                    </a:lnTo>
                    <a:cubicBezTo>
                      <a:pt x="5454" y="1358"/>
                      <a:pt x="5454" y="1215"/>
                      <a:pt x="5359" y="1144"/>
                    </a:cubicBezTo>
                    <a:lnTo>
                      <a:pt x="2977" y="72"/>
                    </a:lnTo>
                    <a:cubicBezTo>
                      <a:pt x="2906" y="24"/>
                      <a:pt x="2829" y="0"/>
                      <a:pt x="2748"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9" name="Google Shape;23119;p145"/>
              <p:cNvSpPr/>
              <p:nvPr/>
            </p:nvSpPr>
            <p:spPr>
              <a:xfrm>
                <a:off x="6353661" y="2511556"/>
                <a:ext cx="113815" cy="52845"/>
              </a:xfrm>
              <a:custGeom>
                <a:avLst/>
                <a:gdLst/>
                <a:ahLst/>
                <a:cxnLst/>
                <a:rect l="l" t="t" r="r" b="b"/>
                <a:pathLst>
                  <a:path w="3502" h="1626" extrusionOk="0">
                    <a:moveTo>
                      <a:pt x="0" y="1310"/>
                    </a:moveTo>
                    <a:lnTo>
                      <a:pt x="0" y="1310"/>
                    </a:lnTo>
                    <a:cubicBezTo>
                      <a:pt x="16" y="1319"/>
                      <a:pt x="32" y="1326"/>
                      <a:pt x="48" y="1331"/>
                    </a:cubicBezTo>
                    <a:lnTo>
                      <a:pt x="48" y="1331"/>
                    </a:lnTo>
                    <a:lnTo>
                      <a:pt x="0" y="1310"/>
                    </a:lnTo>
                    <a:close/>
                    <a:moveTo>
                      <a:pt x="2906" y="0"/>
                    </a:moveTo>
                    <a:lnTo>
                      <a:pt x="405" y="1262"/>
                    </a:lnTo>
                    <a:cubicBezTo>
                      <a:pt x="306" y="1296"/>
                      <a:pt x="206" y="1340"/>
                      <a:pt x="115" y="1340"/>
                    </a:cubicBezTo>
                    <a:cubicBezTo>
                      <a:pt x="92" y="1340"/>
                      <a:pt x="70" y="1337"/>
                      <a:pt x="48" y="1331"/>
                    </a:cubicBezTo>
                    <a:lnTo>
                      <a:pt x="48" y="1331"/>
                    </a:lnTo>
                    <a:lnTo>
                      <a:pt x="596" y="1572"/>
                    </a:lnTo>
                    <a:cubicBezTo>
                      <a:pt x="655" y="1608"/>
                      <a:pt x="721" y="1626"/>
                      <a:pt x="789" y="1626"/>
                    </a:cubicBezTo>
                    <a:cubicBezTo>
                      <a:pt x="858" y="1626"/>
                      <a:pt x="929" y="1608"/>
                      <a:pt x="1001" y="1572"/>
                    </a:cubicBezTo>
                    <a:lnTo>
                      <a:pt x="3406" y="476"/>
                    </a:lnTo>
                    <a:cubicBezTo>
                      <a:pt x="3501" y="381"/>
                      <a:pt x="3501" y="238"/>
                      <a:pt x="3382" y="215"/>
                    </a:cubicBezTo>
                    <a:lnTo>
                      <a:pt x="2906" y="0"/>
                    </a:ln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0" name="Google Shape;23120;p145"/>
              <p:cNvSpPr/>
              <p:nvPr/>
            </p:nvSpPr>
            <p:spPr>
              <a:xfrm>
                <a:off x="6320381" y="2705028"/>
                <a:ext cx="22457" cy="22490"/>
              </a:xfrm>
              <a:custGeom>
                <a:avLst/>
                <a:gdLst/>
                <a:ahLst/>
                <a:cxnLst/>
                <a:rect l="l" t="t" r="r" b="b"/>
                <a:pathLst>
                  <a:path w="691" h="692" extrusionOk="0">
                    <a:moveTo>
                      <a:pt x="191" y="1"/>
                    </a:moveTo>
                    <a:cubicBezTo>
                      <a:pt x="96" y="1"/>
                      <a:pt x="0" y="96"/>
                      <a:pt x="0" y="191"/>
                    </a:cubicBezTo>
                    <a:lnTo>
                      <a:pt x="0" y="501"/>
                    </a:lnTo>
                    <a:cubicBezTo>
                      <a:pt x="0" y="596"/>
                      <a:pt x="96" y="691"/>
                      <a:pt x="191" y="691"/>
                    </a:cubicBezTo>
                    <a:lnTo>
                      <a:pt x="500" y="691"/>
                    </a:lnTo>
                    <a:cubicBezTo>
                      <a:pt x="596" y="691"/>
                      <a:pt x="667" y="644"/>
                      <a:pt x="691" y="501"/>
                    </a:cubicBezTo>
                    <a:lnTo>
                      <a:pt x="691" y="191"/>
                    </a:lnTo>
                    <a:cubicBezTo>
                      <a:pt x="691" y="96"/>
                      <a:pt x="596" y="1"/>
                      <a:pt x="500" y="1"/>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1" name="Google Shape;23121;p145"/>
              <p:cNvSpPr/>
              <p:nvPr/>
            </p:nvSpPr>
            <p:spPr>
              <a:xfrm>
                <a:off x="6362956" y="2705028"/>
                <a:ext cx="22457" cy="22490"/>
              </a:xfrm>
              <a:custGeom>
                <a:avLst/>
                <a:gdLst/>
                <a:ahLst/>
                <a:cxnLst/>
                <a:rect l="l" t="t" r="r" b="b"/>
                <a:pathLst>
                  <a:path w="691" h="692" extrusionOk="0">
                    <a:moveTo>
                      <a:pt x="191" y="1"/>
                    </a:moveTo>
                    <a:cubicBezTo>
                      <a:pt x="95" y="1"/>
                      <a:pt x="0" y="96"/>
                      <a:pt x="0" y="191"/>
                    </a:cubicBezTo>
                    <a:lnTo>
                      <a:pt x="0" y="501"/>
                    </a:lnTo>
                    <a:cubicBezTo>
                      <a:pt x="0" y="596"/>
                      <a:pt x="95" y="691"/>
                      <a:pt x="191" y="691"/>
                    </a:cubicBezTo>
                    <a:lnTo>
                      <a:pt x="500" y="691"/>
                    </a:lnTo>
                    <a:cubicBezTo>
                      <a:pt x="596" y="691"/>
                      <a:pt x="667" y="644"/>
                      <a:pt x="691" y="501"/>
                    </a:cubicBezTo>
                    <a:lnTo>
                      <a:pt x="691" y="191"/>
                    </a:lnTo>
                    <a:cubicBezTo>
                      <a:pt x="691" y="96"/>
                      <a:pt x="596" y="1"/>
                      <a:pt x="500" y="1"/>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2" name="Google Shape;23122;p145"/>
              <p:cNvSpPr/>
              <p:nvPr/>
            </p:nvSpPr>
            <p:spPr>
              <a:xfrm>
                <a:off x="6405498" y="2705028"/>
                <a:ext cx="22490" cy="22490"/>
              </a:xfrm>
              <a:custGeom>
                <a:avLst/>
                <a:gdLst/>
                <a:ahLst/>
                <a:cxnLst/>
                <a:rect l="l" t="t" r="r" b="b"/>
                <a:pathLst>
                  <a:path w="692" h="692" extrusionOk="0">
                    <a:moveTo>
                      <a:pt x="191" y="1"/>
                    </a:moveTo>
                    <a:cubicBezTo>
                      <a:pt x="96" y="1"/>
                      <a:pt x="1" y="96"/>
                      <a:pt x="1" y="191"/>
                    </a:cubicBezTo>
                    <a:lnTo>
                      <a:pt x="1" y="501"/>
                    </a:lnTo>
                    <a:cubicBezTo>
                      <a:pt x="1" y="596"/>
                      <a:pt x="96" y="691"/>
                      <a:pt x="191" y="691"/>
                    </a:cubicBezTo>
                    <a:lnTo>
                      <a:pt x="501" y="691"/>
                    </a:lnTo>
                    <a:cubicBezTo>
                      <a:pt x="620" y="691"/>
                      <a:pt x="692" y="644"/>
                      <a:pt x="692" y="501"/>
                    </a:cubicBezTo>
                    <a:lnTo>
                      <a:pt x="692" y="191"/>
                    </a:lnTo>
                    <a:cubicBezTo>
                      <a:pt x="692" y="96"/>
                      <a:pt x="596" y="1"/>
                      <a:pt x="501" y="1"/>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3" name="Google Shape;23123;p145"/>
              <p:cNvSpPr/>
              <p:nvPr/>
            </p:nvSpPr>
            <p:spPr>
              <a:xfrm>
                <a:off x="6448073" y="2705028"/>
                <a:ext cx="22490" cy="22490"/>
              </a:xfrm>
              <a:custGeom>
                <a:avLst/>
                <a:gdLst/>
                <a:ahLst/>
                <a:cxnLst/>
                <a:rect l="l" t="t" r="r" b="b"/>
                <a:pathLst>
                  <a:path w="692" h="692" extrusionOk="0">
                    <a:moveTo>
                      <a:pt x="191" y="1"/>
                    </a:moveTo>
                    <a:cubicBezTo>
                      <a:pt x="96" y="1"/>
                      <a:pt x="1" y="96"/>
                      <a:pt x="1" y="191"/>
                    </a:cubicBezTo>
                    <a:lnTo>
                      <a:pt x="1" y="501"/>
                    </a:lnTo>
                    <a:cubicBezTo>
                      <a:pt x="1" y="596"/>
                      <a:pt x="96" y="691"/>
                      <a:pt x="191" y="691"/>
                    </a:cubicBezTo>
                    <a:lnTo>
                      <a:pt x="501" y="691"/>
                    </a:lnTo>
                    <a:cubicBezTo>
                      <a:pt x="620" y="691"/>
                      <a:pt x="691" y="644"/>
                      <a:pt x="691" y="501"/>
                    </a:cubicBezTo>
                    <a:lnTo>
                      <a:pt x="691" y="191"/>
                    </a:lnTo>
                    <a:cubicBezTo>
                      <a:pt x="691" y="96"/>
                      <a:pt x="596" y="1"/>
                      <a:pt x="501" y="1"/>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4" name="Google Shape;23124;p145"/>
              <p:cNvSpPr/>
              <p:nvPr/>
            </p:nvSpPr>
            <p:spPr>
              <a:xfrm>
                <a:off x="6490648" y="2705028"/>
                <a:ext cx="22490" cy="22490"/>
              </a:xfrm>
              <a:custGeom>
                <a:avLst/>
                <a:gdLst/>
                <a:ahLst/>
                <a:cxnLst/>
                <a:rect l="l" t="t" r="r" b="b"/>
                <a:pathLst>
                  <a:path w="692" h="692" extrusionOk="0">
                    <a:moveTo>
                      <a:pt x="191" y="1"/>
                    </a:moveTo>
                    <a:cubicBezTo>
                      <a:pt x="96" y="1"/>
                      <a:pt x="1" y="96"/>
                      <a:pt x="1" y="191"/>
                    </a:cubicBezTo>
                    <a:lnTo>
                      <a:pt x="1" y="501"/>
                    </a:lnTo>
                    <a:cubicBezTo>
                      <a:pt x="1" y="596"/>
                      <a:pt x="96" y="691"/>
                      <a:pt x="191" y="691"/>
                    </a:cubicBezTo>
                    <a:lnTo>
                      <a:pt x="501" y="691"/>
                    </a:lnTo>
                    <a:cubicBezTo>
                      <a:pt x="620" y="691"/>
                      <a:pt x="691" y="644"/>
                      <a:pt x="691" y="501"/>
                    </a:cubicBezTo>
                    <a:lnTo>
                      <a:pt x="691" y="191"/>
                    </a:lnTo>
                    <a:cubicBezTo>
                      <a:pt x="691" y="96"/>
                      <a:pt x="596" y="1"/>
                      <a:pt x="501" y="1"/>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5" name="Google Shape;23125;p145"/>
              <p:cNvSpPr/>
              <p:nvPr/>
            </p:nvSpPr>
            <p:spPr>
              <a:xfrm>
                <a:off x="6533223" y="2705028"/>
                <a:ext cx="22458" cy="22490"/>
              </a:xfrm>
              <a:custGeom>
                <a:avLst/>
                <a:gdLst/>
                <a:ahLst/>
                <a:cxnLst/>
                <a:rect l="l" t="t" r="r" b="b"/>
                <a:pathLst>
                  <a:path w="691" h="692" extrusionOk="0">
                    <a:moveTo>
                      <a:pt x="191" y="1"/>
                    </a:moveTo>
                    <a:cubicBezTo>
                      <a:pt x="96" y="1"/>
                      <a:pt x="0" y="96"/>
                      <a:pt x="0" y="191"/>
                    </a:cubicBezTo>
                    <a:lnTo>
                      <a:pt x="0" y="501"/>
                    </a:lnTo>
                    <a:cubicBezTo>
                      <a:pt x="0" y="596"/>
                      <a:pt x="96" y="691"/>
                      <a:pt x="191" y="691"/>
                    </a:cubicBezTo>
                    <a:lnTo>
                      <a:pt x="500" y="691"/>
                    </a:lnTo>
                    <a:cubicBezTo>
                      <a:pt x="620" y="691"/>
                      <a:pt x="691" y="644"/>
                      <a:pt x="691" y="501"/>
                    </a:cubicBezTo>
                    <a:lnTo>
                      <a:pt x="691" y="191"/>
                    </a:lnTo>
                    <a:cubicBezTo>
                      <a:pt x="691" y="96"/>
                      <a:pt x="596" y="1"/>
                      <a:pt x="500" y="1"/>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6" name="Google Shape;23126;p145"/>
              <p:cNvSpPr/>
              <p:nvPr/>
            </p:nvSpPr>
            <p:spPr>
              <a:xfrm>
                <a:off x="6576546" y="2705028"/>
                <a:ext cx="22490" cy="22490"/>
              </a:xfrm>
              <a:custGeom>
                <a:avLst/>
                <a:gdLst/>
                <a:ahLst/>
                <a:cxnLst/>
                <a:rect l="l" t="t" r="r" b="b"/>
                <a:pathLst>
                  <a:path w="692" h="692" extrusionOk="0">
                    <a:moveTo>
                      <a:pt x="191" y="1"/>
                    </a:moveTo>
                    <a:cubicBezTo>
                      <a:pt x="96" y="1"/>
                      <a:pt x="1" y="96"/>
                      <a:pt x="1" y="191"/>
                    </a:cubicBezTo>
                    <a:lnTo>
                      <a:pt x="1" y="501"/>
                    </a:lnTo>
                    <a:cubicBezTo>
                      <a:pt x="1" y="596"/>
                      <a:pt x="96" y="691"/>
                      <a:pt x="191" y="691"/>
                    </a:cubicBezTo>
                    <a:lnTo>
                      <a:pt x="525" y="691"/>
                    </a:lnTo>
                    <a:cubicBezTo>
                      <a:pt x="596" y="691"/>
                      <a:pt x="692" y="644"/>
                      <a:pt x="692" y="501"/>
                    </a:cubicBezTo>
                    <a:lnTo>
                      <a:pt x="692" y="191"/>
                    </a:lnTo>
                    <a:cubicBezTo>
                      <a:pt x="692" y="96"/>
                      <a:pt x="596" y="1"/>
                      <a:pt x="525" y="1"/>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7" name="Google Shape;23127;p145"/>
              <p:cNvSpPr/>
              <p:nvPr/>
            </p:nvSpPr>
            <p:spPr>
              <a:xfrm>
                <a:off x="6320381" y="2747603"/>
                <a:ext cx="22457" cy="22490"/>
              </a:xfrm>
              <a:custGeom>
                <a:avLst/>
                <a:gdLst/>
                <a:ahLst/>
                <a:cxnLst/>
                <a:rect l="l" t="t" r="r" b="b"/>
                <a:pathLst>
                  <a:path w="691" h="692" extrusionOk="0">
                    <a:moveTo>
                      <a:pt x="191" y="1"/>
                    </a:moveTo>
                    <a:cubicBezTo>
                      <a:pt x="96" y="1"/>
                      <a:pt x="0" y="96"/>
                      <a:pt x="0" y="191"/>
                    </a:cubicBezTo>
                    <a:lnTo>
                      <a:pt x="0" y="525"/>
                    </a:lnTo>
                    <a:cubicBezTo>
                      <a:pt x="0" y="596"/>
                      <a:pt x="96" y="691"/>
                      <a:pt x="191" y="691"/>
                    </a:cubicBezTo>
                    <a:lnTo>
                      <a:pt x="500" y="691"/>
                    </a:lnTo>
                    <a:cubicBezTo>
                      <a:pt x="596" y="691"/>
                      <a:pt x="667" y="644"/>
                      <a:pt x="691" y="525"/>
                    </a:cubicBezTo>
                    <a:lnTo>
                      <a:pt x="691" y="191"/>
                    </a:lnTo>
                    <a:cubicBezTo>
                      <a:pt x="691" y="96"/>
                      <a:pt x="596" y="1"/>
                      <a:pt x="500" y="1"/>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8" name="Google Shape;23128;p145"/>
              <p:cNvSpPr/>
              <p:nvPr/>
            </p:nvSpPr>
            <p:spPr>
              <a:xfrm>
                <a:off x="6362956" y="2747603"/>
                <a:ext cx="22457" cy="22490"/>
              </a:xfrm>
              <a:custGeom>
                <a:avLst/>
                <a:gdLst/>
                <a:ahLst/>
                <a:cxnLst/>
                <a:rect l="l" t="t" r="r" b="b"/>
                <a:pathLst>
                  <a:path w="691" h="692" extrusionOk="0">
                    <a:moveTo>
                      <a:pt x="191" y="1"/>
                    </a:moveTo>
                    <a:cubicBezTo>
                      <a:pt x="95" y="1"/>
                      <a:pt x="0" y="96"/>
                      <a:pt x="0" y="191"/>
                    </a:cubicBezTo>
                    <a:lnTo>
                      <a:pt x="0" y="525"/>
                    </a:lnTo>
                    <a:cubicBezTo>
                      <a:pt x="0" y="596"/>
                      <a:pt x="95" y="691"/>
                      <a:pt x="191" y="691"/>
                    </a:cubicBezTo>
                    <a:lnTo>
                      <a:pt x="500" y="691"/>
                    </a:lnTo>
                    <a:cubicBezTo>
                      <a:pt x="596" y="691"/>
                      <a:pt x="667" y="644"/>
                      <a:pt x="691" y="525"/>
                    </a:cubicBezTo>
                    <a:lnTo>
                      <a:pt x="691" y="191"/>
                    </a:lnTo>
                    <a:cubicBezTo>
                      <a:pt x="691" y="96"/>
                      <a:pt x="596" y="1"/>
                      <a:pt x="500" y="1"/>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9" name="Google Shape;23129;p145"/>
              <p:cNvSpPr/>
              <p:nvPr/>
            </p:nvSpPr>
            <p:spPr>
              <a:xfrm>
                <a:off x="6405498" y="2747603"/>
                <a:ext cx="22490" cy="22490"/>
              </a:xfrm>
              <a:custGeom>
                <a:avLst/>
                <a:gdLst/>
                <a:ahLst/>
                <a:cxnLst/>
                <a:rect l="l" t="t" r="r" b="b"/>
                <a:pathLst>
                  <a:path w="692" h="692" extrusionOk="0">
                    <a:moveTo>
                      <a:pt x="191" y="1"/>
                    </a:moveTo>
                    <a:cubicBezTo>
                      <a:pt x="96" y="1"/>
                      <a:pt x="1" y="96"/>
                      <a:pt x="1" y="191"/>
                    </a:cubicBezTo>
                    <a:lnTo>
                      <a:pt x="1" y="525"/>
                    </a:lnTo>
                    <a:cubicBezTo>
                      <a:pt x="1" y="596"/>
                      <a:pt x="96" y="691"/>
                      <a:pt x="191" y="691"/>
                    </a:cubicBezTo>
                    <a:lnTo>
                      <a:pt x="501" y="691"/>
                    </a:lnTo>
                    <a:cubicBezTo>
                      <a:pt x="620" y="691"/>
                      <a:pt x="692" y="644"/>
                      <a:pt x="692" y="525"/>
                    </a:cubicBezTo>
                    <a:lnTo>
                      <a:pt x="692" y="191"/>
                    </a:lnTo>
                    <a:cubicBezTo>
                      <a:pt x="692" y="96"/>
                      <a:pt x="596" y="1"/>
                      <a:pt x="501" y="1"/>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0" name="Google Shape;23130;p145"/>
              <p:cNvSpPr/>
              <p:nvPr/>
            </p:nvSpPr>
            <p:spPr>
              <a:xfrm>
                <a:off x="6448073" y="2747603"/>
                <a:ext cx="22490" cy="22490"/>
              </a:xfrm>
              <a:custGeom>
                <a:avLst/>
                <a:gdLst/>
                <a:ahLst/>
                <a:cxnLst/>
                <a:rect l="l" t="t" r="r" b="b"/>
                <a:pathLst>
                  <a:path w="692" h="692" extrusionOk="0">
                    <a:moveTo>
                      <a:pt x="191" y="1"/>
                    </a:moveTo>
                    <a:cubicBezTo>
                      <a:pt x="96" y="1"/>
                      <a:pt x="1" y="96"/>
                      <a:pt x="1" y="191"/>
                    </a:cubicBezTo>
                    <a:lnTo>
                      <a:pt x="1" y="525"/>
                    </a:lnTo>
                    <a:cubicBezTo>
                      <a:pt x="1" y="596"/>
                      <a:pt x="96" y="691"/>
                      <a:pt x="191" y="691"/>
                    </a:cubicBezTo>
                    <a:lnTo>
                      <a:pt x="501" y="691"/>
                    </a:lnTo>
                    <a:cubicBezTo>
                      <a:pt x="620" y="691"/>
                      <a:pt x="691" y="644"/>
                      <a:pt x="691" y="525"/>
                    </a:cubicBezTo>
                    <a:lnTo>
                      <a:pt x="691" y="191"/>
                    </a:lnTo>
                    <a:cubicBezTo>
                      <a:pt x="691" y="96"/>
                      <a:pt x="596" y="1"/>
                      <a:pt x="501" y="1"/>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1" name="Google Shape;23131;p145"/>
              <p:cNvSpPr/>
              <p:nvPr/>
            </p:nvSpPr>
            <p:spPr>
              <a:xfrm>
                <a:off x="6490648" y="2747603"/>
                <a:ext cx="22490" cy="22490"/>
              </a:xfrm>
              <a:custGeom>
                <a:avLst/>
                <a:gdLst/>
                <a:ahLst/>
                <a:cxnLst/>
                <a:rect l="l" t="t" r="r" b="b"/>
                <a:pathLst>
                  <a:path w="692" h="692" extrusionOk="0">
                    <a:moveTo>
                      <a:pt x="191" y="1"/>
                    </a:moveTo>
                    <a:cubicBezTo>
                      <a:pt x="96" y="1"/>
                      <a:pt x="1" y="96"/>
                      <a:pt x="1" y="191"/>
                    </a:cubicBezTo>
                    <a:lnTo>
                      <a:pt x="1" y="525"/>
                    </a:lnTo>
                    <a:cubicBezTo>
                      <a:pt x="1" y="596"/>
                      <a:pt x="96" y="691"/>
                      <a:pt x="191" y="691"/>
                    </a:cubicBezTo>
                    <a:lnTo>
                      <a:pt x="501" y="691"/>
                    </a:lnTo>
                    <a:cubicBezTo>
                      <a:pt x="620" y="691"/>
                      <a:pt x="691" y="644"/>
                      <a:pt x="691" y="525"/>
                    </a:cubicBezTo>
                    <a:lnTo>
                      <a:pt x="691" y="191"/>
                    </a:lnTo>
                    <a:cubicBezTo>
                      <a:pt x="691" y="96"/>
                      <a:pt x="596" y="1"/>
                      <a:pt x="501" y="1"/>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2" name="Google Shape;23132;p145"/>
              <p:cNvSpPr/>
              <p:nvPr/>
            </p:nvSpPr>
            <p:spPr>
              <a:xfrm>
                <a:off x="6533223" y="2747603"/>
                <a:ext cx="22458" cy="22490"/>
              </a:xfrm>
              <a:custGeom>
                <a:avLst/>
                <a:gdLst/>
                <a:ahLst/>
                <a:cxnLst/>
                <a:rect l="l" t="t" r="r" b="b"/>
                <a:pathLst>
                  <a:path w="691" h="692" extrusionOk="0">
                    <a:moveTo>
                      <a:pt x="191" y="1"/>
                    </a:moveTo>
                    <a:cubicBezTo>
                      <a:pt x="96" y="1"/>
                      <a:pt x="0" y="96"/>
                      <a:pt x="0" y="191"/>
                    </a:cubicBezTo>
                    <a:lnTo>
                      <a:pt x="0" y="525"/>
                    </a:lnTo>
                    <a:cubicBezTo>
                      <a:pt x="0" y="596"/>
                      <a:pt x="96" y="691"/>
                      <a:pt x="191" y="691"/>
                    </a:cubicBezTo>
                    <a:lnTo>
                      <a:pt x="500" y="691"/>
                    </a:lnTo>
                    <a:cubicBezTo>
                      <a:pt x="620" y="691"/>
                      <a:pt x="691" y="644"/>
                      <a:pt x="691" y="525"/>
                    </a:cubicBezTo>
                    <a:lnTo>
                      <a:pt x="691" y="191"/>
                    </a:lnTo>
                    <a:cubicBezTo>
                      <a:pt x="691" y="96"/>
                      <a:pt x="596" y="1"/>
                      <a:pt x="500" y="1"/>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3" name="Google Shape;23133;p145"/>
              <p:cNvSpPr/>
              <p:nvPr/>
            </p:nvSpPr>
            <p:spPr>
              <a:xfrm>
                <a:off x="6576546" y="2747603"/>
                <a:ext cx="22490" cy="22490"/>
              </a:xfrm>
              <a:custGeom>
                <a:avLst/>
                <a:gdLst/>
                <a:ahLst/>
                <a:cxnLst/>
                <a:rect l="l" t="t" r="r" b="b"/>
                <a:pathLst>
                  <a:path w="692" h="692" extrusionOk="0">
                    <a:moveTo>
                      <a:pt x="191" y="1"/>
                    </a:moveTo>
                    <a:cubicBezTo>
                      <a:pt x="96" y="1"/>
                      <a:pt x="1" y="96"/>
                      <a:pt x="1" y="191"/>
                    </a:cubicBezTo>
                    <a:lnTo>
                      <a:pt x="1" y="525"/>
                    </a:lnTo>
                    <a:cubicBezTo>
                      <a:pt x="1" y="596"/>
                      <a:pt x="96" y="691"/>
                      <a:pt x="191" y="691"/>
                    </a:cubicBezTo>
                    <a:lnTo>
                      <a:pt x="525" y="691"/>
                    </a:lnTo>
                    <a:cubicBezTo>
                      <a:pt x="596" y="691"/>
                      <a:pt x="692" y="644"/>
                      <a:pt x="692" y="525"/>
                    </a:cubicBezTo>
                    <a:lnTo>
                      <a:pt x="692" y="191"/>
                    </a:lnTo>
                    <a:cubicBezTo>
                      <a:pt x="692" y="96"/>
                      <a:pt x="596" y="1"/>
                      <a:pt x="525" y="1"/>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4" name="Google Shape;23134;p145"/>
              <p:cNvSpPr/>
              <p:nvPr/>
            </p:nvSpPr>
            <p:spPr>
              <a:xfrm>
                <a:off x="6320381" y="2790958"/>
                <a:ext cx="22457" cy="22458"/>
              </a:xfrm>
              <a:custGeom>
                <a:avLst/>
                <a:gdLst/>
                <a:ahLst/>
                <a:cxnLst/>
                <a:rect l="l" t="t" r="r" b="b"/>
                <a:pathLst>
                  <a:path w="691" h="691" extrusionOk="0">
                    <a:moveTo>
                      <a:pt x="191" y="0"/>
                    </a:moveTo>
                    <a:cubicBezTo>
                      <a:pt x="96" y="0"/>
                      <a:pt x="0" y="95"/>
                      <a:pt x="0" y="191"/>
                    </a:cubicBezTo>
                    <a:lnTo>
                      <a:pt x="0" y="524"/>
                    </a:lnTo>
                    <a:cubicBezTo>
                      <a:pt x="0" y="619"/>
                      <a:pt x="96" y="691"/>
                      <a:pt x="191" y="691"/>
                    </a:cubicBezTo>
                    <a:lnTo>
                      <a:pt x="500" y="691"/>
                    </a:lnTo>
                    <a:cubicBezTo>
                      <a:pt x="596" y="691"/>
                      <a:pt x="667" y="643"/>
                      <a:pt x="691" y="524"/>
                    </a:cubicBezTo>
                    <a:lnTo>
                      <a:pt x="691" y="191"/>
                    </a:lnTo>
                    <a:cubicBezTo>
                      <a:pt x="691" y="95"/>
                      <a:pt x="596" y="0"/>
                      <a:pt x="500" y="0"/>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5" name="Google Shape;23135;p145"/>
              <p:cNvSpPr/>
              <p:nvPr/>
            </p:nvSpPr>
            <p:spPr>
              <a:xfrm>
                <a:off x="6362956" y="2790958"/>
                <a:ext cx="22457" cy="22458"/>
              </a:xfrm>
              <a:custGeom>
                <a:avLst/>
                <a:gdLst/>
                <a:ahLst/>
                <a:cxnLst/>
                <a:rect l="l" t="t" r="r" b="b"/>
                <a:pathLst>
                  <a:path w="691" h="691" extrusionOk="0">
                    <a:moveTo>
                      <a:pt x="191" y="0"/>
                    </a:moveTo>
                    <a:cubicBezTo>
                      <a:pt x="95" y="0"/>
                      <a:pt x="0" y="95"/>
                      <a:pt x="0" y="191"/>
                    </a:cubicBezTo>
                    <a:lnTo>
                      <a:pt x="0" y="524"/>
                    </a:lnTo>
                    <a:cubicBezTo>
                      <a:pt x="0" y="619"/>
                      <a:pt x="95" y="691"/>
                      <a:pt x="191" y="691"/>
                    </a:cubicBezTo>
                    <a:lnTo>
                      <a:pt x="500" y="691"/>
                    </a:lnTo>
                    <a:cubicBezTo>
                      <a:pt x="596" y="691"/>
                      <a:pt x="667" y="643"/>
                      <a:pt x="691" y="524"/>
                    </a:cubicBezTo>
                    <a:lnTo>
                      <a:pt x="691" y="191"/>
                    </a:lnTo>
                    <a:cubicBezTo>
                      <a:pt x="691" y="95"/>
                      <a:pt x="596" y="0"/>
                      <a:pt x="500" y="0"/>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6" name="Google Shape;23136;p145"/>
              <p:cNvSpPr/>
              <p:nvPr/>
            </p:nvSpPr>
            <p:spPr>
              <a:xfrm>
                <a:off x="6406278" y="2790958"/>
                <a:ext cx="106860" cy="22458"/>
              </a:xfrm>
              <a:custGeom>
                <a:avLst/>
                <a:gdLst/>
                <a:ahLst/>
                <a:cxnLst/>
                <a:rect l="l" t="t" r="r" b="b"/>
                <a:pathLst>
                  <a:path w="3288" h="691" extrusionOk="0">
                    <a:moveTo>
                      <a:pt x="191" y="0"/>
                    </a:moveTo>
                    <a:cubicBezTo>
                      <a:pt x="96" y="0"/>
                      <a:pt x="1" y="95"/>
                      <a:pt x="1" y="191"/>
                    </a:cubicBezTo>
                    <a:lnTo>
                      <a:pt x="1" y="524"/>
                    </a:lnTo>
                    <a:cubicBezTo>
                      <a:pt x="1" y="619"/>
                      <a:pt x="96" y="691"/>
                      <a:pt x="191" y="691"/>
                    </a:cubicBezTo>
                    <a:lnTo>
                      <a:pt x="3097" y="691"/>
                    </a:lnTo>
                    <a:cubicBezTo>
                      <a:pt x="3192" y="691"/>
                      <a:pt x="3263" y="643"/>
                      <a:pt x="3287" y="524"/>
                    </a:cubicBezTo>
                    <a:lnTo>
                      <a:pt x="3287" y="191"/>
                    </a:lnTo>
                    <a:cubicBezTo>
                      <a:pt x="3287" y="95"/>
                      <a:pt x="3192" y="0"/>
                      <a:pt x="3097"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7" name="Google Shape;23137;p145"/>
              <p:cNvSpPr/>
              <p:nvPr/>
            </p:nvSpPr>
            <p:spPr>
              <a:xfrm>
                <a:off x="6533223" y="2790958"/>
                <a:ext cx="22458" cy="22458"/>
              </a:xfrm>
              <a:custGeom>
                <a:avLst/>
                <a:gdLst/>
                <a:ahLst/>
                <a:cxnLst/>
                <a:rect l="l" t="t" r="r" b="b"/>
                <a:pathLst>
                  <a:path w="691" h="691" extrusionOk="0">
                    <a:moveTo>
                      <a:pt x="191" y="0"/>
                    </a:moveTo>
                    <a:cubicBezTo>
                      <a:pt x="96" y="0"/>
                      <a:pt x="0" y="95"/>
                      <a:pt x="0" y="191"/>
                    </a:cubicBezTo>
                    <a:lnTo>
                      <a:pt x="0" y="524"/>
                    </a:lnTo>
                    <a:cubicBezTo>
                      <a:pt x="0" y="619"/>
                      <a:pt x="96" y="691"/>
                      <a:pt x="191" y="691"/>
                    </a:cubicBezTo>
                    <a:lnTo>
                      <a:pt x="500" y="691"/>
                    </a:lnTo>
                    <a:cubicBezTo>
                      <a:pt x="620" y="691"/>
                      <a:pt x="691" y="643"/>
                      <a:pt x="691" y="524"/>
                    </a:cubicBezTo>
                    <a:lnTo>
                      <a:pt x="691" y="191"/>
                    </a:lnTo>
                    <a:cubicBezTo>
                      <a:pt x="691" y="95"/>
                      <a:pt x="596" y="0"/>
                      <a:pt x="500" y="0"/>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8" name="Google Shape;23138;p145"/>
              <p:cNvSpPr/>
              <p:nvPr/>
            </p:nvSpPr>
            <p:spPr>
              <a:xfrm>
                <a:off x="6576546" y="2790958"/>
                <a:ext cx="22490" cy="22458"/>
              </a:xfrm>
              <a:custGeom>
                <a:avLst/>
                <a:gdLst/>
                <a:ahLst/>
                <a:cxnLst/>
                <a:rect l="l" t="t" r="r" b="b"/>
                <a:pathLst>
                  <a:path w="692" h="691" extrusionOk="0">
                    <a:moveTo>
                      <a:pt x="191" y="0"/>
                    </a:moveTo>
                    <a:cubicBezTo>
                      <a:pt x="96" y="0"/>
                      <a:pt x="1" y="95"/>
                      <a:pt x="1" y="191"/>
                    </a:cubicBezTo>
                    <a:lnTo>
                      <a:pt x="1" y="524"/>
                    </a:lnTo>
                    <a:cubicBezTo>
                      <a:pt x="1" y="619"/>
                      <a:pt x="96" y="691"/>
                      <a:pt x="191" y="691"/>
                    </a:cubicBezTo>
                    <a:lnTo>
                      <a:pt x="525" y="691"/>
                    </a:lnTo>
                    <a:cubicBezTo>
                      <a:pt x="596" y="691"/>
                      <a:pt x="692" y="643"/>
                      <a:pt x="692" y="524"/>
                    </a:cubicBezTo>
                    <a:lnTo>
                      <a:pt x="692" y="191"/>
                    </a:lnTo>
                    <a:cubicBezTo>
                      <a:pt x="692" y="95"/>
                      <a:pt x="596" y="0"/>
                      <a:pt x="525" y="0"/>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139" name="Google Shape;23139;p145"/>
          <p:cNvGrpSpPr/>
          <p:nvPr/>
        </p:nvGrpSpPr>
        <p:grpSpPr>
          <a:xfrm>
            <a:off x="5578146" y="2328183"/>
            <a:ext cx="250803" cy="358378"/>
            <a:chOff x="5578146" y="2480583"/>
            <a:chExt cx="250803" cy="358378"/>
          </a:xfrm>
        </p:grpSpPr>
        <p:sp>
          <p:nvSpPr>
            <p:cNvPr id="23140" name="Google Shape;23140;p145"/>
            <p:cNvSpPr/>
            <p:nvPr/>
          </p:nvSpPr>
          <p:spPr>
            <a:xfrm>
              <a:off x="5697323" y="2625306"/>
              <a:ext cx="107607" cy="123890"/>
            </a:xfrm>
            <a:custGeom>
              <a:avLst/>
              <a:gdLst/>
              <a:ahLst/>
              <a:cxnLst/>
              <a:rect l="l" t="t" r="r" b="b"/>
              <a:pathLst>
                <a:path w="3311" h="3812" extrusionOk="0">
                  <a:moveTo>
                    <a:pt x="191" y="1"/>
                  </a:moveTo>
                  <a:cubicBezTo>
                    <a:pt x="96" y="1"/>
                    <a:pt x="1" y="168"/>
                    <a:pt x="1" y="168"/>
                  </a:cubicBezTo>
                  <a:lnTo>
                    <a:pt x="1" y="1596"/>
                  </a:lnTo>
                  <a:cubicBezTo>
                    <a:pt x="1" y="1739"/>
                    <a:pt x="120" y="1858"/>
                    <a:pt x="263" y="1858"/>
                  </a:cubicBezTo>
                  <a:lnTo>
                    <a:pt x="2668" y="1858"/>
                  </a:lnTo>
                  <a:cubicBezTo>
                    <a:pt x="2882" y="1858"/>
                    <a:pt x="3049" y="2097"/>
                    <a:pt x="2858" y="2311"/>
                  </a:cubicBezTo>
                  <a:cubicBezTo>
                    <a:pt x="2835" y="2335"/>
                    <a:pt x="2811" y="2382"/>
                    <a:pt x="2739" y="2382"/>
                  </a:cubicBezTo>
                  <a:lnTo>
                    <a:pt x="286" y="2382"/>
                  </a:lnTo>
                  <a:cubicBezTo>
                    <a:pt x="144" y="2382"/>
                    <a:pt x="25" y="2501"/>
                    <a:pt x="25" y="2644"/>
                  </a:cubicBezTo>
                  <a:lnTo>
                    <a:pt x="25" y="3621"/>
                  </a:lnTo>
                  <a:cubicBezTo>
                    <a:pt x="25" y="3621"/>
                    <a:pt x="120" y="3811"/>
                    <a:pt x="215" y="3811"/>
                  </a:cubicBezTo>
                  <a:cubicBezTo>
                    <a:pt x="286" y="3811"/>
                    <a:pt x="358" y="3740"/>
                    <a:pt x="334" y="3597"/>
                  </a:cubicBezTo>
                  <a:lnTo>
                    <a:pt x="334" y="2787"/>
                  </a:lnTo>
                  <a:cubicBezTo>
                    <a:pt x="358" y="2740"/>
                    <a:pt x="382" y="2692"/>
                    <a:pt x="453" y="2692"/>
                  </a:cubicBezTo>
                  <a:lnTo>
                    <a:pt x="2716" y="2692"/>
                  </a:lnTo>
                  <a:cubicBezTo>
                    <a:pt x="3049" y="2692"/>
                    <a:pt x="3311" y="2430"/>
                    <a:pt x="3311" y="2097"/>
                  </a:cubicBezTo>
                  <a:cubicBezTo>
                    <a:pt x="3311" y="1787"/>
                    <a:pt x="3049" y="1549"/>
                    <a:pt x="2716" y="1549"/>
                  </a:cubicBezTo>
                  <a:lnTo>
                    <a:pt x="453" y="1549"/>
                  </a:lnTo>
                  <a:cubicBezTo>
                    <a:pt x="382" y="1501"/>
                    <a:pt x="334" y="1477"/>
                    <a:pt x="334" y="1430"/>
                  </a:cubicBezTo>
                  <a:lnTo>
                    <a:pt x="334" y="168"/>
                  </a:lnTo>
                  <a:cubicBezTo>
                    <a:pt x="358" y="72"/>
                    <a:pt x="263" y="1"/>
                    <a:pt x="1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1" name="Google Shape;23141;p145"/>
            <p:cNvSpPr/>
            <p:nvPr/>
          </p:nvSpPr>
          <p:spPr>
            <a:xfrm>
              <a:off x="5578146" y="2495306"/>
              <a:ext cx="250803" cy="150183"/>
            </a:xfrm>
            <a:custGeom>
              <a:avLst/>
              <a:gdLst/>
              <a:ahLst/>
              <a:cxnLst/>
              <a:rect l="l" t="t" r="r" b="b"/>
              <a:pathLst>
                <a:path w="7717" h="4621" extrusionOk="0">
                  <a:moveTo>
                    <a:pt x="405" y="0"/>
                  </a:moveTo>
                  <a:cubicBezTo>
                    <a:pt x="191" y="0"/>
                    <a:pt x="0" y="191"/>
                    <a:pt x="0" y="381"/>
                  </a:cubicBezTo>
                  <a:lnTo>
                    <a:pt x="0" y="4215"/>
                  </a:lnTo>
                  <a:cubicBezTo>
                    <a:pt x="0" y="4430"/>
                    <a:pt x="191" y="4620"/>
                    <a:pt x="405" y="4620"/>
                  </a:cubicBezTo>
                  <a:lnTo>
                    <a:pt x="7335" y="4620"/>
                  </a:lnTo>
                  <a:cubicBezTo>
                    <a:pt x="7526" y="4620"/>
                    <a:pt x="7716" y="4430"/>
                    <a:pt x="7716" y="4215"/>
                  </a:cubicBezTo>
                  <a:lnTo>
                    <a:pt x="7716" y="381"/>
                  </a:lnTo>
                  <a:cubicBezTo>
                    <a:pt x="7716" y="191"/>
                    <a:pt x="7549" y="0"/>
                    <a:pt x="7335" y="0"/>
                  </a:cubicBezTo>
                  <a:close/>
                </a:path>
              </a:pathLst>
            </a:custGeom>
            <a:solidFill>
              <a:srgbClr val="DF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2" name="Google Shape;23142;p145"/>
            <p:cNvSpPr/>
            <p:nvPr/>
          </p:nvSpPr>
          <p:spPr>
            <a:xfrm>
              <a:off x="5804898" y="2495306"/>
              <a:ext cx="24050" cy="150183"/>
            </a:xfrm>
            <a:custGeom>
              <a:avLst/>
              <a:gdLst/>
              <a:ahLst/>
              <a:cxnLst/>
              <a:rect l="l" t="t" r="r" b="b"/>
              <a:pathLst>
                <a:path w="740" h="4621" extrusionOk="0">
                  <a:moveTo>
                    <a:pt x="1" y="0"/>
                  </a:moveTo>
                  <a:cubicBezTo>
                    <a:pt x="144" y="0"/>
                    <a:pt x="263" y="119"/>
                    <a:pt x="263" y="262"/>
                  </a:cubicBezTo>
                  <a:lnTo>
                    <a:pt x="263" y="4358"/>
                  </a:lnTo>
                  <a:cubicBezTo>
                    <a:pt x="263" y="4501"/>
                    <a:pt x="144" y="4620"/>
                    <a:pt x="1" y="4620"/>
                  </a:cubicBezTo>
                  <a:lnTo>
                    <a:pt x="477" y="4620"/>
                  </a:lnTo>
                  <a:cubicBezTo>
                    <a:pt x="620" y="4620"/>
                    <a:pt x="739" y="4501"/>
                    <a:pt x="739" y="4358"/>
                  </a:cubicBezTo>
                  <a:lnTo>
                    <a:pt x="739" y="262"/>
                  </a:lnTo>
                  <a:cubicBezTo>
                    <a:pt x="739" y="119"/>
                    <a:pt x="620" y="0"/>
                    <a:pt x="477" y="0"/>
                  </a:cubicBezTo>
                  <a:close/>
                </a:path>
              </a:pathLst>
            </a:custGeom>
            <a:solidFill>
              <a:srgbClr val="D5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3" name="Google Shape;23143;p145"/>
            <p:cNvSpPr/>
            <p:nvPr/>
          </p:nvSpPr>
          <p:spPr>
            <a:xfrm>
              <a:off x="5597483" y="2482143"/>
              <a:ext cx="212875" cy="148622"/>
            </a:xfrm>
            <a:custGeom>
              <a:avLst/>
              <a:gdLst/>
              <a:ahLst/>
              <a:cxnLst/>
              <a:rect l="l" t="t" r="r" b="b"/>
              <a:pathLst>
                <a:path w="6550" h="4573" extrusionOk="0">
                  <a:moveTo>
                    <a:pt x="334" y="0"/>
                  </a:moveTo>
                  <a:cubicBezTo>
                    <a:pt x="167" y="0"/>
                    <a:pt x="1" y="143"/>
                    <a:pt x="1" y="310"/>
                  </a:cubicBezTo>
                  <a:lnTo>
                    <a:pt x="1" y="4073"/>
                  </a:lnTo>
                  <a:cubicBezTo>
                    <a:pt x="1" y="4239"/>
                    <a:pt x="167" y="4406"/>
                    <a:pt x="334" y="4406"/>
                  </a:cubicBezTo>
                  <a:lnTo>
                    <a:pt x="2692" y="4406"/>
                  </a:lnTo>
                  <a:lnTo>
                    <a:pt x="2811" y="4239"/>
                  </a:lnTo>
                  <a:cubicBezTo>
                    <a:pt x="2930" y="4239"/>
                    <a:pt x="3025" y="4311"/>
                    <a:pt x="3097" y="4358"/>
                  </a:cubicBezTo>
                  <a:cubicBezTo>
                    <a:pt x="3144" y="4406"/>
                    <a:pt x="3168" y="4573"/>
                    <a:pt x="3192" y="4573"/>
                  </a:cubicBezTo>
                  <a:lnTo>
                    <a:pt x="3263" y="4573"/>
                  </a:lnTo>
                  <a:cubicBezTo>
                    <a:pt x="3287" y="4573"/>
                    <a:pt x="3311" y="4549"/>
                    <a:pt x="3335" y="4549"/>
                  </a:cubicBezTo>
                  <a:cubicBezTo>
                    <a:pt x="3406" y="4454"/>
                    <a:pt x="3525" y="4430"/>
                    <a:pt x="3644" y="4430"/>
                  </a:cubicBezTo>
                  <a:lnTo>
                    <a:pt x="6169" y="4430"/>
                  </a:lnTo>
                  <a:cubicBezTo>
                    <a:pt x="6335" y="4430"/>
                    <a:pt x="6502" y="4287"/>
                    <a:pt x="6502" y="4096"/>
                  </a:cubicBezTo>
                  <a:lnTo>
                    <a:pt x="6502" y="357"/>
                  </a:lnTo>
                  <a:cubicBezTo>
                    <a:pt x="6550" y="143"/>
                    <a:pt x="6407" y="0"/>
                    <a:pt x="6240" y="0"/>
                  </a:cubicBezTo>
                  <a:lnTo>
                    <a:pt x="3692" y="0"/>
                  </a:lnTo>
                  <a:cubicBezTo>
                    <a:pt x="3454" y="0"/>
                    <a:pt x="3287" y="167"/>
                    <a:pt x="3287" y="405"/>
                  </a:cubicBezTo>
                  <a:cubicBezTo>
                    <a:pt x="3287" y="167"/>
                    <a:pt x="3097" y="0"/>
                    <a:pt x="2858"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4" name="Google Shape;23144;p145"/>
            <p:cNvSpPr/>
            <p:nvPr/>
          </p:nvSpPr>
          <p:spPr>
            <a:xfrm>
              <a:off x="5782473" y="2482143"/>
              <a:ext cx="27885" cy="143195"/>
            </a:xfrm>
            <a:custGeom>
              <a:avLst/>
              <a:gdLst/>
              <a:ahLst/>
              <a:cxnLst/>
              <a:rect l="l" t="t" r="r" b="b"/>
              <a:pathLst>
                <a:path w="858" h="4406" extrusionOk="0">
                  <a:moveTo>
                    <a:pt x="0" y="0"/>
                  </a:moveTo>
                  <a:cubicBezTo>
                    <a:pt x="191" y="0"/>
                    <a:pt x="334" y="143"/>
                    <a:pt x="334" y="310"/>
                  </a:cubicBezTo>
                  <a:lnTo>
                    <a:pt x="334" y="4073"/>
                  </a:lnTo>
                  <a:cubicBezTo>
                    <a:pt x="334" y="4239"/>
                    <a:pt x="191" y="4406"/>
                    <a:pt x="0" y="4406"/>
                  </a:cubicBezTo>
                  <a:lnTo>
                    <a:pt x="548" y="4406"/>
                  </a:lnTo>
                  <a:cubicBezTo>
                    <a:pt x="715" y="4406"/>
                    <a:pt x="858" y="4239"/>
                    <a:pt x="858" y="4073"/>
                  </a:cubicBezTo>
                  <a:lnTo>
                    <a:pt x="858" y="310"/>
                  </a:lnTo>
                  <a:cubicBezTo>
                    <a:pt x="858" y="143"/>
                    <a:pt x="715" y="0"/>
                    <a:pt x="548"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5" name="Google Shape;23145;p145"/>
            <p:cNvSpPr/>
            <p:nvPr/>
          </p:nvSpPr>
          <p:spPr>
            <a:xfrm>
              <a:off x="5672558" y="2480583"/>
              <a:ext cx="31005" cy="150183"/>
            </a:xfrm>
            <a:custGeom>
              <a:avLst/>
              <a:gdLst/>
              <a:ahLst/>
              <a:cxnLst/>
              <a:rect l="l" t="t" r="r" b="b"/>
              <a:pathLst>
                <a:path w="954" h="4621" extrusionOk="0">
                  <a:moveTo>
                    <a:pt x="1" y="1"/>
                  </a:moveTo>
                  <a:cubicBezTo>
                    <a:pt x="191" y="1"/>
                    <a:pt x="405" y="191"/>
                    <a:pt x="405" y="429"/>
                  </a:cubicBezTo>
                  <a:lnTo>
                    <a:pt x="405" y="4430"/>
                  </a:lnTo>
                  <a:lnTo>
                    <a:pt x="525" y="4430"/>
                  </a:lnTo>
                  <a:cubicBezTo>
                    <a:pt x="644" y="4430"/>
                    <a:pt x="739" y="4502"/>
                    <a:pt x="834" y="4549"/>
                  </a:cubicBezTo>
                  <a:cubicBezTo>
                    <a:pt x="882" y="4621"/>
                    <a:pt x="906" y="4621"/>
                    <a:pt x="953" y="4621"/>
                  </a:cubicBezTo>
                  <a:lnTo>
                    <a:pt x="953" y="429"/>
                  </a:lnTo>
                  <a:cubicBezTo>
                    <a:pt x="953" y="191"/>
                    <a:pt x="763" y="1"/>
                    <a:pt x="525"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6" name="Google Shape;23146;p145"/>
            <p:cNvSpPr/>
            <p:nvPr/>
          </p:nvSpPr>
          <p:spPr>
            <a:xfrm>
              <a:off x="5721308" y="2533981"/>
              <a:ext cx="62725" cy="7767"/>
            </a:xfrm>
            <a:custGeom>
              <a:avLst/>
              <a:gdLst/>
              <a:ahLst/>
              <a:cxnLst/>
              <a:rect l="l" t="t" r="r" b="b"/>
              <a:pathLst>
                <a:path w="1930" h="239" extrusionOk="0">
                  <a:moveTo>
                    <a:pt x="144" y="1"/>
                  </a:moveTo>
                  <a:cubicBezTo>
                    <a:pt x="72" y="1"/>
                    <a:pt x="1" y="48"/>
                    <a:pt x="49" y="144"/>
                  </a:cubicBezTo>
                  <a:cubicBezTo>
                    <a:pt x="72" y="215"/>
                    <a:pt x="96" y="239"/>
                    <a:pt x="144" y="239"/>
                  </a:cubicBezTo>
                  <a:lnTo>
                    <a:pt x="1835" y="239"/>
                  </a:lnTo>
                  <a:cubicBezTo>
                    <a:pt x="1882" y="239"/>
                    <a:pt x="1930" y="144"/>
                    <a:pt x="1930" y="96"/>
                  </a:cubicBezTo>
                  <a:cubicBezTo>
                    <a:pt x="1906" y="25"/>
                    <a:pt x="1882" y="1"/>
                    <a:pt x="1835"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7" name="Google Shape;23147;p145"/>
            <p:cNvSpPr/>
            <p:nvPr/>
          </p:nvSpPr>
          <p:spPr>
            <a:xfrm>
              <a:off x="5721308" y="2511556"/>
              <a:ext cx="62725" cy="7767"/>
            </a:xfrm>
            <a:custGeom>
              <a:avLst/>
              <a:gdLst/>
              <a:ahLst/>
              <a:cxnLst/>
              <a:rect l="l" t="t" r="r" b="b"/>
              <a:pathLst>
                <a:path w="1930" h="239" extrusionOk="0">
                  <a:moveTo>
                    <a:pt x="144" y="0"/>
                  </a:moveTo>
                  <a:cubicBezTo>
                    <a:pt x="72" y="0"/>
                    <a:pt x="1" y="72"/>
                    <a:pt x="49" y="143"/>
                  </a:cubicBezTo>
                  <a:cubicBezTo>
                    <a:pt x="72" y="215"/>
                    <a:pt x="96" y="238"/>
                    <a:pt x="144" y="238"/>
                  </a:cubicBezTo>
                  <a:lnTo>
                    <a:pt x="1835" y="238"/>
                  </a:lnTo>
                  <a:cubicBezTo>
                    <a:pt x="1882" y="238"/>
                    <a:pt x="1930" y="191"/>
                    <a:pt x="1930" y="95"/>
                  </a:cubicBezTo>
                  <a:cubicBezTo>
                    <a:pt x="1906" y="48"/>
                    <a:pt x="1882" y="0"/>
                    <a:pt x="1835"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8" name="Google Shape;23148;p145"/>
            <p:cNvSpPr/>
            <p:nvPr/>
          </p:nvSpPr>
          <p:spPr>
            <a:xfrm>
              <a:off x="5721308" y="2554878"/>
              <a:ext cx="62725" cy="7767"/>
            </a:xfrm>
            <a:custGeom>
              <a:avLst/>
              <a:gdLst/>
              <a:ahLst/>
              <a:cxnLst/>
              <a:rect l="l" t="t" r="r" b="b"/>
              <a:pathLst>
                <a:path w="1930" h="239" extrusionOk="0">
                  <a:moveTo>
                    <a:pt x="144" y="1"/>
                  </a:moveTo>
                  <a:cubicBezTo>
                    <a:pt x="72" y="1"/>
                    <a:pt x="1" y="72"/>
                    <a:pt x="49" y="168"/>
                  </a:cubicBezTo>
                  <a:cubicBezTo>
                    <a:pt x="72" y="215"/>
                    <a:pt x="96" y="239"/>
                    <a:pt x="144" y="239"/>
                  </a:cubicBezTo>
                  <a:lnTo>
                    <a:pt x="1835" y="239"/>
                  </a:lnTo>
                  <a:cubicBezTo>
                    <a:pt x="1882" y="239"/>
                    <a:pt x="1930" y="191"/>
                    <a:pt x="1930" y="96"/>
                  </a:cubicBezTo>
                  <a:cubicBezTo>
                    <a:pt x="1906" y="48"/>
                    <a:pt x="1882" y="1"/>
                    <a:pt x="1835"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9" name="Google Shape;23149;p145"/>
            <p:cNvSpPr/>
            <p:nvPr/>
          </p:nvSpPr>
          <p:spPr>
            <a:xfrm>
              <a:off x="5721308" y="2577336"/>
              <a:ext cx="62725" cy="7767"/>
            </a:xfrm>
            <a:custGeom>
              <a:avLst/>
              <a:gdLst/>
              <a:ahLst/>
              <a:cxnLst/>
              <a:rect l="l" t="t" r="r" b="b"/>
              <a:pathLst>
                <a:path w="1930" h="239" extrusionOk="0">
                  <a:moveTo>
                    <a:pt x="144" y="0"/>
                  </a:moveTo>
                  <a:cubicBezTo>
                    <a:pt x="72" y="0"/>
                    <a:pt x="1" y="72"/>
                    <a:pt x="49" y="143"/>
                  </a:cubicBezTo>
                  <a:cubicBezTo>
                    <a:pt x="72" y="215"/>
                    <a:pt x="96" y="239"/>
                    <a:pt x="144" y="239"/>
                  </a:cubicBezTo>
                  <a:lnTo>
                    <a:pt x="1835" y="239"/>
                  </a:lnTo>
                  <a:cubicBezTo>
                    <a:pt x="1882" y="239"/>
                    <a:pt x="1930" y="143"/>
                    <a:pt x="1930" y="96"/>
                  </a:cubicBezTo>
                  <a:cubicBezTo>
                    <a:pt x="1906" y="48"/>
                    <a:pt x="1882" y="0"/>
                    <a:pt x="1835"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0" name="Google Shape;23150;p145"/>
            <p:cNvSpPr/>
            <p:nvPr/>
          </p:nvSpPr>
          <p:spPr>
            <a:xfrm>
              <a:off x="5613733" y="2533981"/>
              <a:ext cx="64285" cy="7767"/>
            </a:xfrm>
            <a:custGeom>
              <a:avLst/>
              <a:gdLst/>
              <a:ahLst/>
              <a:cxnLst/>
              <a:rect l="l" t="t" r="r" b="b"/>
              <a:pathLst>
                <a:path w="1978" h="239" extrusionOk="0">
                  <a:moveTo>
                    <a:pt x="167" y="1"/>
                  </a:moveTo>
                  <a:cubicBezTo>
                    <a:pt x="72" y="1"/>
                    <a:pt x="1" y="48"/>
                    <a:pt x="48" y="144"/>
                  </a:cubicBezTo>
                  <a:cubicBezTo>
                    <a:pt x="72" y="215"/>
                    <a:pt x="96" y="239"/>
                    <a:pt x="167" y="239"/>
                  </a:cubicBezTo>
                  <a:lnTo>
                    <a:pt x="1834" y="239"/>
                  </a:lnTo>
                  <a:cubicBezTo>
                    <a:pt x="1930" y="239"/>
                    <a:pt x="1977" y="144"/>
                    <a:pt x="1954" y="96"/>
                  </a:cubicBezTo>
                  <a:cubicBezTo>
                    <a:pt x="1906" y="25"/>
                    <a:pt x="1882" y="1"/>
                    <a:pt x="1834"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1" name="Google Shape;23151;p145"/>
            <p:cNvSpPr/>
            <p:nvPr/>
          </p:nvSpPr>
          <p:spPr>
            <a:xfrm>
              <a:off x="5613733" y="2511556"/>
              <a:ext cx="64285" cy="7767"/>
            </a:xfrm>
            <a:custGeom>
              <a:avLst/>
              <a:gdLst/>
              <a:ahLst/>
              <a:cxnLst/>
              <a:rect l="l" t="t" r="r" b="b"/>
              <a:pathLst>
                <a:path w="1978" h="239" extrusionOk="0">
                  <a:moveTo>
                    <a:pt x="167" y="0"/>
                  </a:moveTo>
                  <a:cubicBezTo>
                    <a:pt x="72" y="0"/>
                    <a:pt x="1" y="72"/>
                    <a:pt x="48" y="143"/>
                  </a:cubicBezTo>
                  <a:cubicBezTo>
                    <a:pt x="72" y="215"/>
                    <a:pt x="96" y="238"/>
                    <a:pt x="167" y="238"/>
                  </a:cubicBezTo>
                  <a:lnTo>
                    <a:pt x="1834" y="238"/>
                  </a:lnTo>
                  <a:cubicBezTo>
                    <a:pt x="1930" y="238"/>
                    <a:pt x="1977" y="191"/>
                    <a:pt x="1954" y="95"/>
                  </a:cubicBezTo>
                  <a:cubicBezTo>
                    <a:pt x="1906" y="48"/>
                    <a:pt x="1882" y="0"/>
                    <a:pt x="1834"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2" name="Google Shape;23152;p145"/>
            <p:cNvSpPr/>
            <p:nvPr/>
          </p:nvSpPr>
          <p:spPr>
            <a:xfrm>
              <a:off x="5613733" y="2554878"/>
              <a:ext cx="64285" cy="7767"/>
            </a:xfrm>
            <a:custGeom>
              <a:avLst/>
              <a:gdLst/>
              <a:ahLst/>
              <a:cxnLst/>
              <a:rect l="l" t="t" r="r" b="b"/>
              <a:pathLst>
                <a:path w="1978" h="239" extrusionOk="0">
                  <a:moveTo>
                    <a:pt x="167" y="1"/>
                  </a:moveTo>
                  <a:cubicBezTo>
                    <a:pt x="72" y="1"/>
                    <a:pt x="1" y="72"/>
                    <a:pt x="48" y="168"/>
                  </a:cubicBezTo>
                  <a:cubicBezTo>
                    <a:pt x="72" y="215"/>
                    <a:pt x="96" y="239"/>
                    <a:pt x="167" y="239"/>
                  </a:cubicBezTo>
                  <a:lnTo>
                    <a:pt x="1834" y="239"/>
                  </a:lnTo>
                  <a:cubicBezTo>
                    <a:pt x="1930" y="239"/>
                    <a:pt x="1977" y="191"/>
                    <a:pt x="1954" y="96"/>
                  </a:cubicBezTo>
                  <a:cubicBezTo>
                    <a:pt x="1906" y="48"/>
                    <a:pt x="1882" y="1"/>
                    <a:pt x="1834"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3" name="Google Shape;23153;p145"/>
            <p:cNvSpPr/>
            <p:nvPr/>
          </p:nvSpPr>
          <p:spPr>
            <a:xfrm>
              <a:off x="5613733" y="2577336"/>
              <a:ext cx="64285" cy="7767"/>
            </a:xfrm>
            <a:custGeom>
              <a:avLst/>
              <a:gdLst/>
              <a:ahLst/>
              <a:cxnLst/>
              <a:rect l="l" t="t" r="r" b="b"/>
              <a:pathLst>
                <a:path w="1978" h="239" extrusionOk="0">
                  <a:moveTo>
                    <a:pt x="167" y="0"/>
                  </a:moveTo>
                  <a:cubicBezTo>
                    <a:pt x="72" y="0"/>
                    <a:pt x="1" y="72"/>
                    <a:pt x="48" y="143"/>
                  </a:cubicBezTo>
                  <a:cubicBezTo>
                    <a:pt x="72" y="215"/>
                    <a:pt x="96" y="239"/>
                    <a:pt x="167" y="239"/>
                  </a:cubicBezTo>
                  <a:lnTo>
                    <a:pt x="1834" y="239"/>
                  </a:lnTo>
                  <a:cubicBezTo>
                    <a:pt x="1930" y="239"/>
                    <a:pt x="1977" y="143"/>
                    <a:pt x="1954" y="96"/>
                  </a:cubicBezTo>
                  <a:cubicBezTo>
                    <a:pt x="1906" y="48"/>
                    <a:pt x="1882" y="0"/>
                    <a:pt x="1834"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4" name="Google Shape;23154;p145"/>
            <p:cNvSpPr/>
            <p:nvPr/>
          </p:nvSpPr>
          <p:spPr>
            <a:xfrm>
              <a:off x="5674118" y="2742956"/>
              <a:ext cx="58857" cy="72410"/>
            </a:xfrm>
            <a:custGeom>
              <a:avLst/>
              <a:gdLst/>
              <a:ahLst/>
              <a:cxnLst/>
              <a:rect l="l" t="t" r="r" b="b"/>
              <a:pathLst>
                <a:path w="1811" h="2228" extrusionOk="0">
                  <a:moveTo>
                    <a:pt x="905" y="1"/>
                  </a:moveTo>
                  <a:cubicBezTo>
                    <a:pt x="548" y="1"/>
                    <a:pt x="238" y="263"/>
                    <a:pt x="191" y="620"/>
                  </a:cubicBezTo>
                  <a:lnTo>
                    <a:pt x="0" y="1930"/>
                  </a:lnTo>
                  <a:lnTo>
                    <a:pt x="0" y="2192"/>
                  </a:lnTo>
                  <a:cubicBezTo>
                    <a:pt x="36" y="2215"/>
                    <a:pt x="483" y="2227"/>
                    <a:pt x="920" y="2227"/>
                  </a:cubicBezTo>
                  <a:cubicBezTo>
                    <a:pt x="1358" y="2227"/>
                    <a:pt x="1786" y="2215"/>
                    <a:pt x="1786" y="2192"/>
                  </a:cubicBezTo>
                  <a:cubicBezTo>
                    <a:pt x="1786" y="2120"/>
                    <a:pt x="1810" y="2025"/>
                    <a:pt x="1786" y="1930"/>
                  </a:cubicBezTo>
                  <a:lnTo>
                    <a:pt x="1596" y="620"/>
                  </a:lnTo>
                  <a:cubicBezTo>
                    <a:pt x="1548" y="263"/>
                    <a:pt x="1239" y="1"/>
                    <a:pt x="90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5" name="Google Shape;23155;p145"/>
            <p:cNvSpPr/>
            <p:nvPr/>
          </p:nvSpPr>
          <p:spPr>
            <a:xfrm>
              <a:off x="5676426" y="2798693"/>
              <a:ext cx="55770" cy="40267"/>
            </a:xfrm>
            <a:custGeom>
              <a:avLst/>
              <a:gdLst/>
              <a:ahLst/>
              <a:cxnLst/>
              <a:rect l="l" t="t" r="r" b="b"/>
              <a:pathLst>
                <a:path w="1716" h="1239" extrusionOk="0">
                  <a:moveTo>
                    <a:pt x="858" y="0"/>
                  </a:moveTo>
                  <a:cubicBezTo>
                    <a:pt x="501" y="0"/>
                    <a:pt x="167" y="191"/>
                    <a:pt x="1" y="477"/>
                  </a:cubicBezTo>
                  <a:cubicBezTo>
                    <a:pt x="48" y="905"/>
                    <a:pt x="406" y="1239"/>
                    <a:pt x="858" y="1239"/>
                  </a:cubicBezTo>
                  <a:cubicBezTo>
                    <a:pt x="1311" y="1239"/>
                    <a:pt x="1668" y="905"/>
                    <a:pt x="1715" y="477"/>
                  </a:cubicBezTo>
                  <a:cubicBezTo>
                    <a:pt x="1525" y="191"/>
                    <a:pt x="1215" y="0"/>
                    <a:pt x="85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6" name="Google Shape;23156;p145"/>
            <p:cNvSpPr/>
            <p:nvPr/>
          </p:nvSpPr>
          <p:spPr>
            <a:xfrm>
              <a:off x="5698103" y="2758328"/>
              <a:ext cx="11635" cy="15340"/>
            </a:xfrm>
            <a:custGeom>
              <a:avLst/>
              <a:gdLst/>
              <a:ahLst/>
              <a:cxnLst/>
              <a:rect l="l" t="t" r="r" b="b"/>
              <a:pathLst>
                <a:path w="358" h="472" extrusionOk="0">
                  <a:moveTo>
                    <a:pt x="158" y="0"/>
                  </a:moveTo>
                  <a:cubicBezTo>
                    <a:pt x="145" y="0"/>
                    <a:pt x="132" y="1"/>
                    <a:pt x="120" y="4"/>
                  </a:cubicBezTo>
                  <a:cubicBezTo>
                    <a:pt x="72" y="4"/>
                    <a:pt x="1" y="99"/>
                    <a:pt x="1" y="147"/>
                  </a:cubicBezTo>
                  <a:lnTo>
                    <a:pt x="1" y="314"/>
                  </a:lnTo>
                  <a:cubicBezTo>
                    <a:pt x="1" y="361"/>
                    <a:pt x="48" y="456"/>
                    <a:pt x="120" y="456"/>
                  </a:cubicBezTo>
                  <a:cubicBezTo>
                    <a:pt x="145" y="467"/>
                    <a:pt x="170" y="471"/>
                    <a:pt x="195" y="471"/>
                  </a:cubicBezTo>
                  <a:cubicBezTo>
                    <a:pt x="284" y="471"/>
                    <a:pt x="358" y="407"/>
                    <a:pt x="358" y="314"/>
                  </a:cubicBezTo>
                  <a:lnTo>
                    <a:pt x="358" y="147"/>
                  </a:lnTo>
                  <a:cubicBezTo>
                    <a:pt x="358" y="83"/>
                    <a:pt x="263" y="0"/>
                    <a:pt x="15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57" name="Google Shape;23157;p145"/>
          <p:cNvGrpSpPr/>
          <p:nvPr/>
        </p:nvGrpSpPr>
        <p:grpSpPr>
          <a:xfrm>
            <a:off x="4767011" y="2360683"/>
            <a:ext cx="358378" cy="294938"/>
            <a:chOff x="4767011" y="2513083"/>
            <a:chExt cx="358378" cy="294938"/>
          </a:xfrm>
        </p:grpSpPr>
        <p:sp>
          <p:nvSpPr>
            <p:cNvPr id="23158" name="Google Shape;23158;p145"/>
            <p:cNvSpPr/>
            <p:nvPr/>
          </p:nvSpPr>
          <p:spPr>
            <a:xfrm>
              <a:off x="4900131" y="2743736"/>
              <a:ext cx="92138" cy="59638"/>
            </a:xfrm>
            <a:custGeom>
              <a:avLst/>
              <a:gdLst/>
              <a:ahLst/>
              <a:cxnLst/>
              <a:rect l="l" t="t" r="r" b="b"/>
              <a:pathLst>
                <a:path w="2835" h="1835" extrusionOk="0">
                  <a:moveTo>
                    <a:pt x="1406" y="1"/>
                  </a:moveTo>
                  <a:lnTo>
                    <a:pt x="215" y="215"/>
                  </a:lnTo>
                  <a:lnTo>
                    <a:pt x="1" y="1834"/>
                  </a:lnTo>
                  <a:lnTo>
                    <a:pt x="2835" y="1834"/>
                  </a:lnTo>
                  <a:lnTo>
                    <a:pt x="2597" y="215"/>
                  </a:lnTo>
                  <a:lnTo>
                    <a:pt x="140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9" name="Google Shape;23159;p145"/>
            <p:cNvSpPr/>
            <p:nvPr/>
          </p:nvSpPr>
          <p:spPr>
            <a:xfrm>
              <a:off x="4964383" y="2743736"/>
              <a:ext cx="27885" cy="59638"/>
            </a:xfrm>
            <a:custGeom>
              <a:avLst/>
              <a:gdLst/>
              <a:ahLst/>
              <a:cxnLst/>
              <a:rect l="l" t="t" r="r" b="b"/>
              <a:pathLst>
                <a:path w="858" h="1835" extrusionOk="0">
                  <a:moveTo>
                    <a:pt x="405" y="1"/>
                  </a:moveTo>
                  <a:lnTo>
                    <a:pt x="0" y="215"/>
                  </a:lnTo>
                  <a:lnTo>
                    <a:pt x="191" y="1834"/>
                  </a:lnTo>
                  <a:lnTo>
                    <a:pt x="858" y="1834"/>
                  </a:lnTo>
                  <a:lnTo>
                    <a:pt x="643" y="215"/>
                  </a:lnTo>
                  <a:lnTo>
                    <a:pt x="405" y="1"/>
                  </a:ln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0" name="Google Shape;23160;p145"/>
            <p:cNvSpPr/>
            <p:nvPr/>
          </p:nvSpPr>
          <p:spPr>
            <a:xfrm>
              <a:off x="4872278" y="2797133"/>
              <a:ext cx="147875" cy="10888"/>
            </a:xfrm>
            <a:custGeom>
              <a:avLst/>
              <a:gdLst/>
              <a:ahLst/>
              <a:cxnLst/>
              <a:rect l="l" t="t" r="r" b="b"/>
              <a:pathLst>
                <a:path w="4550" h="335" extrusionOk="0">
                  <a:moveTo>
                    <a:pt x="167" y="1"/>
                  </a:moveTo>
                  <a:cubicBezTo>
                    <a:pt x="48" y="1"/>
                    <a:pt x="0" y="96"/>
                    <a:pt x="0" y="191"/>
                  </a:cubicBezTo>
                  <a:cubicBezTo>
                    <a:pt x="24" y="263"/>
                    <a:pt x="96" y="334"/>
                    <a:pt x="167" y="334"/>
                  </a:cubicBezTo>
                  <a:lnTo>
                    <a:pt x="4382" y="334"/>
                  </a:lnTo>
                  <a:cubicBezTo>
                    <a:pt x="4454" y="334"/>
                    <a:pt x="4549" y="263"/>
                    <a:pt x="4549" y="144"/>
                  </a:cubicBezTo>
                  <a:cubicBezTo>
                    <a:pt x="4525" y="48"/>
                    <a:pt x="4454" y="1"/>
                    <a:pt x="4382" y="1"/>
                  </a:cubicBez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1" name="Google Shape;23161;p145"/>
            <p:cNvSpPr/>
            <p:nvPr/>
          </p:nvSpPr>
          <p:spPr>
            <a:xfrm>
              <a:off x="4767011" y="2513083"/>
              <a:ext cx="357597" cy="206700"/>
            </a:xfrm>
            <a:custGeom>
              <a:avLst/>
              <a:gdLst/>
              <a:ahLst/>
              <a:cxnLst/>
              <a:rect l="l" t="t" r="r" b="b"/>
              <a:pathLst>
                <a:path w="11003" h="6360" extrusionOk="0">
                  <a:moveTo>
                    <a:pt x="429" y="1"/>
                  </a:moveTo>
                  <a:cubicBezTo>
                    <a:pt x="191" y="1"/>
                    <a:pt x="1" y="191"/>
                    <a:pt x="1" y="429"/>
                  </a:cubicBezTo>
                  <a:lnTo>
                    <a:pt x="1" y="6121"/>
                  </a:lnTo>
                  <a:lnTo>
                    <a:pt x="5549" y="6359"/>
                  </a:lnTo>
                  <a:lnTo>
                    <a:pt x="11003" y="6121"/>
                  </a:lnTo>
                  <a:lnTo>
                    <a:pt x="11003" y="429"/>
                  </a:lnTo>
                  <a:cubicBezTo>
                    <a:pt x="11003" y="191"/>
                    <a:pt x="10789" y="1"/>
                    <a:pt x="10551"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2" name="Google Shape;23162;p145"/>
            <p:cNvSpPr/>
            <p:nvPr/>
          </p:nvSpPr>
          <p:spPr>
            <a:xfrm>
              <a:off x="5088988" y="2513083"/>
              <a:ext cx="35620" cy="206700"/>
            </a:xfrm>
            <a:custGeom>
              <a:avLst/>
              <a:gdLst/>
              <a:ahLst/>
              <a:cxnLst/>
              <a:rect l="l" t="t" r="r" b="b"/>
              <a:pathLst>
                <a:path w="1096" h="6360" extrusionOk="0">
                  <a:moveTo>
                    <a:pt x="1" y="1"/>
                  </a:moveTo>
                  <a:cubicBezTo>
                    <a:pt x="239" y="1"/>
                    <a:pt x="453" y="168"/>
                    <a:pt x="453" y="406"/>
                  </a:cubicBezTo>
                  <a:lnTo>
                    <a:pt x="453" y="6359"/>
                  </a:lnTo>
                  <a:lnTo>
                    <a:pt x="1096" y="6121"/>
                  </a:lnTo>
                  <a:lnTo>
                    <a:pt x="1096" y="429"/>
                  </a:lnTo>
                  <a:cubicBezTo>
                    <a:pt x="1096" y="191"/>
                    <a:pt x="882" y="1"/>
                    <a:pt x="644"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3" name="Google Shape;23163;p145"/>
            <p:cNvSpPr/>
            <p:nvPr/>
          </p:nvSpPr>
          <p:spPr>
            <a:xfrm>
              <a:off x="4803378" y="2565733"/>
              <a:ext cx="281775" cy="147063"/>
            </a:xfrm>
            <a:custGeom>
              <a:avLst/>
              <a:gdLst/>
              <a:ahLst/>
              <a:cxnLst/>
              <a:rect l="l" t="t" r="r" b="b"/>
              <a:pathLst>
                <a:path w="8670" h="4525" extrusionOk="0">
                  <a:moveTo>
                    <a:pt x="1" y="0"/>
                  </a:moveTo>
                  <a:lnTo>
                    <a:pt x="1" y="4525"/>
                  </a:lnTo>
                  <a:lnTo>
                    <a:pt x="8669" y="4525"/>
                  </a:lnTo>
                  <a:lnTo>
                    <a:pt x="8669" y="262"/>
                  </a:lnTo>
                  <a:cubicBezTo>
                    <a:pt x="8669" y="119"/>
                    <a:pt x="8550" y="0"/>
                    <a:pt x="8407"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4" name="Google Shape;23164;p145"/>
            <p:cNvSpPr/>
            <p:nvPr/>
          </p:nvSpPr>
          <p:spPr>
            <a:xfrm>
              <a:off x="5054148" y="2564953"/>
              <a:ext cx="31005" cy="147095"/>
            </a:xfrm>
            <a:custGeom>
              <a:avLst/>
              <a:gdLst/>
              <a:ahLst/>
              <a:cxnLst/>
              <a:rect l="l" t="t" r="r" b="b"/>
              <a:pathLst>
                <a:path w="954" h="4526" extrusionOk="0">
                  <a:moveTo>
                    <a:pt x="1" y="0"/>
                  </a:moveTo>
                  <a:cubicBezTo>
                    <a:pt x="144" y="0"/>
                    <a:pt x="263" y="119"/>
                    <a:pt x="263" y="262"/>
                  </a:cubicBezTo>
                  <a:lnTo>
                    <a:pt x="263" y="4525"/>
                  </a:lnTo>
                  <a:lnTo>
                    <a:pt x="930" y="4525"/>
                  </a:lnTo>
                  <a:lnTo>
                    <a:pt x="930" y="262"/>
                  </a:lnTo>
                  <a:cubicBezTo>
                    <a:pt x="953" y="119"/>
                    <a:pt x="811" y="0"/>
                    <a:pt x="644"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5" name="Google Shape;23165;p145"/>
            <p:cNvSpPr/>
            <p:nvPr/>
          </p:nvSpPr>
          <p:spPr>
            <a:xfrm>
              <a:off x="4802631" y="2541716"/>
              <a:ext cx="74328" cy="24050"/>
            </a:xfrm>
            <a:custGeom>
              <a:avLst/>
              <a:gdLst/>
              <a:ahLst/>
              <a:cxnLst/>
              <a:rect l="l" t="t" r="r" b="b"/>
              <a:pathLst>
                <a:path w="2287" h="740" extrusionOk="0">
                  <a:moveTo>
                    <a:pt x="286" y="1"/>
                  </a:moveTo>
                  <a:cubicBezTo>
                    <a:pt x="143" y="1"/>
                    <a:pt x="0" y="120"/>
                    <a:pt x="0" y="311"/>
                  </a:cubicBezTo>
                  <a:lnTo>
                    <a:pt x="0" y="739"/>
                  </a:lnTo>
                  <a:lnTo>
                    <a:pt x="2286" y="739"/>
                  </a:lnTo>
                  <a:lnTo>
                    <a:pt x="2286" y="311"/>
                  </a:lnTo>
                  <a:cubicBezTo>
                    <a:pt x="2286" y="120"/>
                    <a:pt x="2167" y="1"/>
                    <a:pt x="2024"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6" name="Google Shape;23166;p145"/>
            <p:cNvSpPr/>
            <p:nvPr/>
          </p:nvSpPr>
          <p:spPr>
            <a:xfrm>
              <a:off x="4803378" y="2604408"/>
              <a:ext cx="66625" cy="72020"/>
            </a:xfrm>
            <a:custGeom>
              <a:avLst/>
              <a:gdLst/>
              <a:ahLst/>
              <a:cxnLst/>
              <a:rect l="l" t="t" r="r" b="b"/>
              <a:pathLst>
                <a:path w="2050" h="2216" extrusionOk="0">
                  <a:moveTo>
                    <a:pt x="1" y="1"/>
                  </a:moveTo>
                  <a:lnTo>
                    <a:pt x="1" y="2216"/>
                  </a:lnTo>
                  <a:lnTo>
                    <a:pt x="1192" y="2216"/>
                  </a:lnTo>
                  <a:cubicBezTo>
                    <a:pt x="1668" y="2216"/>
                    <a:pt x="2049" y="1835"/>
                    <a:pt x="2049" y="1358"/>
                  </a:cubicBezTo>
                  <a:lnTo>
                    <a:pt x="2049" y="882"/>
                  </a:lnTo>
                  <a:cubicBezTo>
                    <a:pt x="2049" y="406"/>
                    <a:pt x="1668" y="1"/>
                    <a:pt x="1192"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7" name="Google Shape;23167;p145"/>
            <p:cNvSpPr/>
            <p:nvPr/>
          </p:nvSpPr>
          <p:spPr>
            <a:xfrm>
              <a:off x="4829703" y="2618351"/>
              <a:ext cx="11635" cy="11635"/>
            </a:xfrm>
            <a:custGeom>
              <a:avLst/>
              <a:gdLst/>
              <a:ahLst/>
              <a:cxnLst/>
              <a:rect l="l" t="t" r="r" b="b"/>
              <a:pathLst>
                <a:path w="358" h="358" extrusionOk="0">
                  <a:moveTo>
                    <a:pt x="167" y="1"/>
                  </a:moveTo>
                  <a:cubicBezTo>
                    <a:pt x="72" y="1"/>
                    <a:pt x="1" y="72"/>
                    <a:pt x="1" y="167"/>
                  </a:cubicBezTo>
                  <a:cubicBezTo>
                    <a:pt x="1" y="263"/>
                    <a:pt x="72" y="358"/>
                    <a:pt x="167" y="358"/>
                  </a:cubicBezTo>
                  <a:cubicBezTo>
                    <a:pt x="263" y="358"/>
                    <a:pt x="358" y="263"/>
                    <a:pt x="358" y="167"/>
                  </a:cubicBezTo>
                  <a:cubicBezTo>
                    <a:pt x="358" y="72"/>
                    <a:pt x="263" y="1"/>
                    <a:pt x="167"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8" name="Google Shape;23168;p145"/>
            <p:cNvSpPr/>
            <p:nvPr/>
          </p:nvSpPr>
          <p:spPr>
            <a:xfrm>
              <a:off x="4829703" y="2636941"/>
              <a:ext cx="10888" cy="21840"/>
            </a:xfrm>
            <a:custGeom>
              <a:avLst/>
              <a:gdLst/>
              <a:ahLst/>
              <a:cxnLst/>
              <a:rect l="l" t="t" r="r" b="b"/>
              <a:pathLst>
                <a:path w="335" h="672" extrusionOk="0">
                  <a:moveTo>
                    <a:pt x="144" y="0"/>
                  </a:moveTo>
                  <a:cubicBezTo>
                    <a:pt x="48" y="0"/>
                    <a:pt x="1" y="72"/>
                    <a:pt x="1" y="167"/>
                  </a:cubicBezTo>
                  <a:lnTo>
                    <a:pt x="1" y="524"/>
                  </a:lnTo>
                  <a:cubicBezTo>
                    <a:pt x="1" y="607"/>
                    <a:pt x="73" y="672"/>
                    <a:pt x="123" y="672"/>
                  </a:cubicBezTo>
                  <a:cubicBezTo>
                    <a:pt x="130" y="672"/>
                    <a:pt x="137" y="670"/>
                    <a:pt x="144" y="667"/>
                  </a:cubicBezTo>
                  <a:cubicBezTo>
                    <a:pt x="263" y="667"/>
                    <a:pt x="334" y="619"/>
                    <a:pt x="334" y="524"/>
                  </a:cubicBezTo>
                  <a:lnTo>
                    <a:pt x="334" y="143"/>
                  </a:lnTo>
                  <a:cubicBezTo>
                    <a:pt x="334" y="48"/>
                    <a:pt x="239" y="0"/>
                    <a:pt x="144"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9" name="Google Shape;23169;p145"/>
            <p:cNvSpPr/>
            <p:nvPr/>
          </p:nvSpPr>
          <p:spPr>
            <a:xfrm>
              <a:off x="4903251" y="2599793"/>
              <a:ext cx="50310" cy="10855"/>
            </a:xfrm>
            <a:custGeom>
              <a:avLst/>
              <a:gdLst/>
              <a:ahLst/>
              <a:cxnLst/>
              <a:rect l="l" t="t" r="r" b="b"/>
              <a:pathLst>
                <a:path w="1548" h="334" extrusionOk="0">
                  <a:moveTo>
                    <a:pt x="143" y="0"/>
                  </a:moveTo>
                  <a:cubicBezTo>
                    <a:pt x="48" y="0"/>
                    <a:pt x="0" y="95"/>
                    <a:pt x="0" y="191"/>
                  </a:cubicBezTo>
                  <a:cubicBezTo>
                    <a:pt x="0" y="262"/>
                    <a:pt x="95" y="333"/>
                    <a:pt x="167" y="333"/>
                  </a:cubicBezTo>
                  <a:lnTo>
                    <a:pt x="1405" y="333"/>
                  </a:lnTo>
                  <a:cubicBezTo>
                    <a:pt x="1477" y="333"/>
                    <a:pt x="1548" y="238"/>
                    <a:pt x="1548" y="143"/>
                  </a:cubicBezTo>
                  <a:cubicBezTo>
                    <a:pt x="1548" y="48"/>
                    <a:pt x="1453" y="0"/>
                    <a:pt x="1357"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0" name="Google Shape;23170;p145"/>
            <p:cNvSpPr/>
            <p:nvPr/>
          </p:nvSpPr>
          <p:spPr>
            <a:xfrm>
              <a:off x="4900911" y="2623778"/>
              <a:ext cx="146315" cy="10855"/>
            </a:xfrm>
            <a:custGeom>
              <a:avLst/>
              <a:gdLst/>
              <a:ahLst/>
              <a:cxnLst/>
              <a:rect l="l" t="t" r="r" b="b"/>
              <a:pathLst>
                <a:path w="4502" h="334" extrusionOk="0">
                  <a:moveTo>
                    <a:pt x="191" y="0"/>
                  </a:moveTo>
                  <a:cubicBezTo>
                    <a:pt x="72" y="0"/>
                    <a:pt x="1" y="96"/>
                    <a:pt x="1" y="191"/>
                  </a:cubicBezTo>
                  <a:cubicBezTo>
                    <a:pt x="48" y="286"/>
                    <a:pt x="96" y="334"/>
                    <a:pt x="191" y="334"/>
                  </a:cubicBezTo>
                  <a:lnTo>
                    <a:pt x="4335" y="334"/>
                  </a:lnTo>
                  <a:cubicBezTo>
                    <a:pt x="4454" y="334"/>
                    <a:pt x="4502" y="238"/>
                    <a:pt x="4502" y="167"/>
                  </a:cubicBezTo>
                  <a:cubicBezTo>
                    <a:pt x="4478" y="72"/>
                    <a:pt x="4406" y="0"/>
                    <a:pt x="4335"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1" name="Google Shape;23171;p145"/>
            <p:cNvSpPr/>
            <p:nvPr/>
          </p:nvSpPr>
          <p:spPr>
            <a:xfrm>
              <a:off x="4900911" y="2646983"/>
              <a:ext cx="146315" cy="10888"/>
            </a:xfrm>
            <a:custGeom>
              <a:avLst/>
              <a:gdLst/>
              <a:ahLst/>
              <a:cxnLst/>
              <a:rect l="l" t="t" r="r" b="b"/>
              <a:pathLst>
                <a:path w="4502" h="335" extrusionOk="0">
                  <a:moveTo>
                    <a:pt x="191" y="1"/>
                  </a:moveTo>
                  <a:cubicBezTo>
                    <a:pt x="72" y="1"/>
                    <a:pt x="1" y="96"/>
                    <a:pt x="1" y="191"/>
                  </a:cubicBezTo>
                  <a:cubicBezTo>
                    <a:pt x="48" y="286"/>
                    <a:pt x="96" y="334"/>
                    <a:pt x="191" y="334"/>
                  </a:cubicBezTo>
                  <a:lnTo>
                    <a:pt x="4335" y="334"/>
                  </a:lnTo>
                  <a:cubicBezTo>
                    <a:pt x="4454" y="334"/>
                    <a:pt x="4502" y="239"/>
                    <a:pt x="4502" y="144"/>
                  </a:cubicBezTo>
                  <a:cubicBezTo>
                    <a:pt x="4478" y="72"/>
                    <a:pt x="4406" y="1"/>
                    <a:pt x="4335"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2" name="Google Shape;23172;p145"/>
            <p:cNvSpPr/>
            <p:nvPr/>
          </p:nvSpPr>
          <p:spPr>
            <a:xfrm>
              <a:off x="4900911" y="2670221"/>
              <a:ext cx="146315" cy="10855"/>
            </a:xfrm>
            <a:custGeom>
              <a:avLst/>
              <a:gdLst/>
              <a:ahLst/>
              <a:cxnLst/>
              <a:rect l="l" t="t" r="r" b="b"/>
              <a:pathLst>
                <a:path w="4502" h="334" extrusionOk="0">
                  <a:moveTo>
                    <a:pt x="191" y="0"/>
                  </a:moveTo>
                  <a:cubicBezTo>
                    <a:pt x="72" y="0"/>
                    <a:pt x="1" y="95"/>
                    <a:pt x="1" y="191"/>
                  </a:cubicBezTo>
                  <a:cubicBezTo>
                    <a:pt x="48" y="286"/>
                    <a:pt x="96" y="334"/>
                    <a:pt x="191" y="334"/>
                  </a:cubicBezTo>
                  <a:lnTo>
                    <a:pt x="4335" y="334"/>
                  </a:lnTo>
                  <a:cubicBezTo>
                    <a:pt x="4454" y="334"/>
                    <a:pt x="4502" y="238"/>
                    <a:pt x="4502" y="167"/>
                  </a:cubicBezTo>
                  <a:cubicBezTo>
                    <a:pt x="4478" y="72"/>
                    <a:pt x="4406" y="0"/>
                    <a:pt x="4335"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3" name="Google Shape;23173;p145"/>
            <p:cNvSpPr/>
            <p:nvPr/>
          </p:nvSpPr>
          <p:spPr>
            <a:xfrm>
              <a:off x="4767791" y="2712016"/>
              <a:ext cx="357597" cy="38708"/>
            </a:xfrm>
            <a:custGeom>
              <a:avLst/>
              <a:gdLst/>
              <a:ahLst/>
              <a:cxnLst/>
              <a:rect l="l" t="t" r="r" b="b"/>
              <a:pathLst>
                <a:path w="11003" h="1191" extrusionOk="0">
                  <a:moveTo>
                    <a:pt x="1" y="0"/>
                  </a:moveTo>
                  <a:lnTo>
                    <a:pt x="1" y="738"/>
                  </a:lnTo>
                  <a:cubicBezTo>
                    <a:pt x="1" y="977"/>
                    <a:pt x="215" y="1191"/>
                    <a:pt x="453" y="1191"/>
                  </a:cubicBezTo>
                  <a:lnTo>
                    <a:pt x="10574" y="1191"/>
                  </a:lnTo>
                  <a:cubicBezTo>
                    <a:pt x="10812" y="1191"/>
                    <a:pt x="11003" y="977"/>
                    <a:pt x="11003" y="738"/>
                  </a:cubicBezTo>
                  <a:lnTo>
                    <a:pt x="11003" y="0"/>
                  </a:ln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4" name="Google Shape;23174;p145"/>
            <p:cNvSpPr/>
            <p:nvPr/>
          </p:nvSpPr>
          <p:spPr>
            <a:xfrm>
              <a:off x="5088988" y="2712016"/>
              <a:ext cx="35620" cy="38708"/>
            </a:xfrm>
            <a:custGeom>
              <a:avLst/>
              <a:gdLst/>
              <a:ahLst/>
              <a:cxnLst/>
              <a:rect l="l" t="t" r="r" b="b"/>
              <a:pathLst>
                <a:path w="1096" h="1191" extrusionOk="0">
                  <a:moveTo>
                    <a:pt x="453" y="0"/>
                  </a:moveTo>
                  <a:lnTo>
                    <a:pt x="453" y="738"/>
                  </a:lnTo>
                  <a:cubicBezTo>
                    <a:pt x="453" y="977"/>
                    <a:pt x="239" y="1191"/>
                    <a:pt x="1" y="1191"/>
                  </a:cubicBezTo>
                  <a:lnTo>
                    <a:pt x="644" y="1191"/>
                  </a:lnTo>
                  <a:cubicBezTo>
                    <a:pt x="882" y="1191"/>
                    <a:pt x="1096" y="977"/>
                    <a:pt x="1096" y="738"/>
                  </a:cubicBezTo>
                  <a:lnTo>
                    <a:pt x="1096" y="0"/>
                  </a:lnTo>
                  <a:close/>
                </a:path>
              </a:pathLst>
            </a:custGeom>
            <a:solidFill>
              <a:srgbClr val="9CA7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75" name="Google Shape;23175;p145"/>
          <p:cNvGrpSpPr/>
          <p:nvPr/>
        </p:nvGrpSpPr>
        <p:grpSpPr>
          <a:xfrm>
            <a:off x="4024776" y="2391656"/>
            <a:ext cx="361465" cy="232992"/>
            <a:chOff x="4024776" y="2544056"/>
            <a:chExt cx="361465" cy="232992"/>
          </a:xfrm>
        </p:grpSpPr>
        <p:sp>
          <p:nvSpPr>
            <p:cNvPr id="23176" name="Google Shape;23176;p145"/>
            <p:cNvSpPr/>
            <p:nvPr/>
          </p:nvSpPr>
          <p:spPr>
            <a:xfrm>
              <a:off x="4150161" y="2656278"/>
              <a:ext cx="110728" cy="86710"/>
            </a:xfrm>
            <a:custGeom>
              <a:avLst/>
              <a:gdLst/>
              <a:ahLst/>
              <a:cxnLst/>
              <a:rect l="l" t="t" r="r" b="b"/>
              <a:pathLst>
                <a:path w="3407" h="2668" extrusionOk="0">
                  <a:moveTo>
                    <a:pt x="453" y="0"/>
                  </a:moveTo>
                  <a:lnTo>
                    <a:pt x="1" y="2668"/>
                  </a:lnTo>
                  <a:lnTo>
                    <a:pt x="3406" y="2668"/>
                  </a:lnTo>
                  <a:lnTo>
                    <a:pt x="2977" y="0"/>
                  </a:lnTo>
                  <a:close/>
                </a:path>
              </a:pathLst>
            </a:custGeom>
            <a:solidFill>
              <a:srgbClr val="9CA7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7" name="Google Shape;23177;p145"/>
            <p:cNvSpPr/>
            <p:nvPr/>
          </p:nvSpPr>
          <p:spPr>
            <a:xfrm>
              <a:off x="4225236" y="2656278"/>
              <a:ext cx="35653" cy="86710"/>
            </a:xfrm>
            <a:custGeom>
              <a:avLst/>
              <a:gdLst/>
              <a:ahLst/>
              <a:cxnLst/>
              <a:rect l="l" t="t" r="r" b="b"/>
              <a:pathLst>
                <a:path w="1097" h="2668" extrusionOk="0">
                  <a:moveTo>
                    <a:pt x="1" y="0"/>
                  </a:moveTo>
                  <a:lnTo>
                    <a:pt x="429" y="2668"/>
                  </a:lnTo>
                  <a:lnTo>
                    <a:pt x="1096" y="2668"/>
                  </a:lnTo>
                  <a:lnTo>
                    <a:pt x="644" y="0"/>
                  </a:lnTo>
                  <a:close/>
                </a:path>
              </a:pathLst>
            </a:custGeom>
            <a:solidFill>
              <a:srgbClr val="8B98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8" name="Google Shape;23178;p145"/>
            <p:cNvSpPr/>
            <p:nvPr/>
          </p:nvSpPr>
          <p:spPr>
            <a:xfrm>
              <a:off x="4120748" y="2736781"/>
              <a:ext cx="170300" cy="40267"/>
            </a:xfrm>
            <a:custGeom>
              <a:avLst/>
              <a:gdLst/>
              <a:ahLst/>
              <a:cxnLst/>
              <a:rect l="l" t="t" r="r" b="b"/>
              <a:pathLst>
                <a:path w="5240" h="1239" extrusionOk="0">
                  <a:moveTo>
                    <a:pt x="167" y="0"/>
                  </a:moveTo>
                  <a:cubicBezTo>
                    <a:pt x="72" y="0"/>
                    <a:pt x="1" y="95"/>
                    <a:pt x="1" y="191"/>
                  </a:cubicBezTo>
                  <a:lnTo>
                    <a:pt x="1" y="381"/>
                  </a:lnTo>
                  <a:cubicBezTo>
                    <a:pt x="1" y="858"/>
                    <a:pt x="382" y="1239"/>
                    <a:pt x="858" y="1239"/>
                  </a:cubicBezTo>
                  <a:lnTo>
                    <a:pt x="4359" y="1239"/>
                  </a:lnTo>
                  <a:cubicBezTo>
                    <a:pt x="4835" y="1239"/>
                    <a:pt x="5240" y="858"/>
                    <a:pt x="5240" y="381"/>
                  </a:cubicBezTo>
                  <a:lnTo>
                    <a:pt x="5240" y="191"/>
                  </a:lnTo>
                  <a:cubicBezTo>
                    <a:pt x="5240" y="95"/>
                    <a:pt x="5145" y="0"/>
                    <a:pt x="5049" y="0"/>
                  </a:cubicBez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9" name="Google Shape;23179;p145"/>
            <p:cNvSpPr/>
            <p:nvPr/>
          </p:nvSpPr>
          <p:spPr>
            <a:xfrm>
              <a:off x="4024776" y="2544056"/>
              <a:ext cx="361465" cy="117683"/>
            </a:xfrm>
            <a:custGeom>
              <a:avLst/>
              <a:gdLst/>
              <a:ahLst/>
              <a:cxnLst/>
              <a:rect l="l" t="t" r="r" b="b"/>
              <a:pathLst>
                <a:path w="11122" h="3621" extrusionOk="0">
                  <a:moveTo>
                    <a:pt x="1882" y="0"/>
                  </a:moveTo>
                  <a:cubicBezTo>
                    <a:pt x="834" y="0"/>
                    <a:pt x="1" y="882"/>
                    <a:pt x="48" y="1929"/>
                  </a:cubicBezTo>
                  <a:cubicBezTo>
                    <a:pt x="120" y="2882"/>
                    <a:pt x="953" y="3620"/>
                    <a:pt x="1906" y="3620"/>
                  </a:cubicBezTo>
                  <a:lnTo>
                    <a:pt x="9264" y="3620"/>
                  </a:lnTo>
                  <a:cubicBezTo>
                    <a:pt x="10288" y="3620"/>
                    <a:pt x="11122" y="2763"/>
                    <a:pt x="11074" y="1691"/>
                  </a:cubicBezTo>
                  <a:cubicBezTo>
                    <a:pt x="11003" y="739"/>
                    <a:pt x="10169" y="0"/>
                    <a:pt x="9217" y="0"/>
                  </a:cubicBez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0" name="Google Shape;23180;p145"/>
            <p:cNvSpPr/>
            <p:nvPr/>
          </p:nvSpPr>
          <p:spPr>
            <a:xfrm>
              <a:off x="4241486" y="2736781"/>
              <a:ext cx="49563" cy="38708"/>
            </a:xfrm>
            <a:custGeom>
              <a:avLst/>
              <a:gdLst/>
              <a:ahLst/>
              <a:cxnLst/>
              <a:rect l="l" t="t" r="r" b="b"/>
              <a:pathLst>
                <a:path w="1525" h="1191" extrusionOk="0">
                  <a:moveTo>
                    <a:pt x="691" y="0"/>
                  </a:moveTo>
                  <a:cubicBezTo>
                    <a:pt x="763" y="0"/>
                    <a:pt x="858" y="95"/>
                    <a:pt x="858" y="191"/>
                  </a:cubicBezTo>
                  <a:lnTo>
                    <a:pt x="858" y="334"/>
                  </a:lnTo>
                  <a:cubicBezTo>
                    <a:pt x="858" y="810"/>
                    <a:pt x="477" y="1191"/>
                    <a:pt x="1" y="1191"/>
                  </a:cubicBezTo>
                  <a:lnTo>
                    <a:pt x="644" y="1191"/>
                  </a:lnTo>
                  <a:cubicBezTo>
                    <a:pt x="1120" y="1191"/>
                    <a:pt x="1525" y="810"/>
                    <a:pt x="1525" y="334"/>
                  </a:cubicBezTo>
                  <a:lnTo>
                    <a:pt x="1525" y="191"/>
                  </a:lnTo>
                  <a:cubicBezTo>
                    <a:pt x="1525" y="95"/>
                    <a:pt x="1430" y="0"/>
                    <a:pt x="1334" y="0"/>
                  </a:cubicBez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1" name="Google Shape;23181;p145"/>
            <p:cNvSpPr/>
            <p:nvPr/>
          </p:nvSpPr>
          <p:spPr>
            <a:xfrm>
              <a:off x="4303398" y="2544056"/>
              <a:ext cx="82843" cy="117683"/>
            </a:xfrm>
            <a:custGeom>
              <a:avLst/>
              <a:gdLst/>
              <a:ahLst/>
              <a:cxnLst/>
              <a:rect l="l" t="t" r="r" b="b"/>
              <a:pathLst>
                <a:path w="2549" h="3621" extrusionOk="0">
                  <a:moveTo>
                    <a:pt x="1" y="0"/>
                  </a:moveTo>
                  <a:cubicBezTo>
                    <a:pt x="1001" y="0"/>
                    <a:pt x="1811" y="786"/>
                    <a:pt x="1811" y="1810"/>
                  </a:cubicBezTo>
                  <a:cubicBezTo>
                    <a:pt x="1811" y="2811"/>
                    <a:pt x="1001" y="3620"/>
                    <a:pt x="1" y="3620"/>
                  </a:cubicBezTo>
                  <a:lnTo>
                    <a:pt x="644" y="3620"/>
                  </a:lnTo>
                  <a:cubicBezTo>
                    <a:pt x="1715" y="3620"/>
                    <a:pt x="2549" y="2763"/>
                    <a:pt x="2501" y="1691"/>
                  </a:cubicBezTo>
                  <a:cubicBezTo>
                    <a:pt x="2430" y="739"/>
                    <a:pt x="1644" y="0"/>
                    <a:pt x="644" y="0"/>
                  </a:cubicBez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2" name="Google Shape;23182;p145"/>
            <p:cNvSpPr/>
            <p:nvPr/>
          </p:nvSpPr>
          <p:spPr>
            <a:xfrm>
              <a:off x="4168751" y="2565733"/>
              <a:ext cx="73547" cy="73547"/>
            </a:xfrm>
            <a:custGeom>
              <a:avLst/>
              <a:gdLst/>
              <a:ahLst/>
              <a:cxnLst/>
              <a:rect l="l" t="t" r="r" b="b"/>
              <a:pathLst>
                <a:path w="2263" h="2263" extrusionOk="0">
                  <a:moveTo>
                    <a:pt x="1143" y="0"/>
                  </a:moveTo>
                  <a:cubicBezTo>
                    <a:pt x="500" y="0"/>
                    <a:pt x="0" y="524"/>
                    <a:pt x="0" y="1143"/>
                  </a:cubicBezTo>
                  <a:cubicBezTo>
                    <a:pt x="0" y="1762"/>
                    <a:pt x="500" y="2263"/>
                    <a:pt x="1143" y="2263"/>
                  </a:cubicBezTo>
                  <a:cubicBezTo>
                    <a:pt x="1762" y="2263"/>
                    <a:pt x="2262" y="1762"/>
                    <a:pt x="2262" y="1143"/>
                  </a:cubicBezTo>
                  <a:cubicBezTo>
                    <a:pt x="2262" y="524"/>
                    <a:pt x="1762" y="0"/>
                    <a:pt x="1143"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3" name="Google Shape;23183;p145"/>
            <p:cNvSpPr/>
            <p:nvPr/>
          </p:nvSpPr>
          <p:spPr>
            <a:xfrm>
              <a:off x="4191176" y="2588158"/>
              <a:ext cx="28665" cy="29445"/>
            </a:xfrm>
            <a:custGeom>
              <a:avLst/>
              <a:gdLst/>
              <a:ahLst/>
              <a:cxnLst/>
              <a:rect l="l" t="t" r="r" b="b"/>
              <a:pathLst>
                <a:path w="882" h="906" extrusionOk="0">
                  <a:moveTo>
                    <a:pt x="453" y="1"/>
                  </a:moveTo>
                  <a:cubicBezTo>
                    <a:pt x="191" y="1"/>
                    <a:pt x="1" y="191"/>
                    <a:pt x="1" y="453"/>
                  </a:cubicBezTo>
                  <a:cubicBezTo>
                    <a:pt x="1" y="691"/>
                    <a:pt x="191" y="906"/>
                    <a:pt x="453" y="906"/>
                  </a:cubicBezTo>
                  <a:cubicBezTo>
                    <a:pt x="691" y="906"/>
                    <a:pt x="882" y="691"/>
                    <a:pt x="882" y="453"/>
                  </a:cubicBezTo>
                  <a:cubicBezTo>
                    <a:pt x="882" y="191"/>
                    <a:pt x="691" y="1"/>
                    <a:pt x="453" y="1"/>
                  </a:cubicBezTo>
                  <a:close/>
                </a:path>
              </a:pathLst>
            </a:custGeom>
            <a:solidFill>
              <a:srgbClr val="8B98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4" name="Google Shape;23184;p145"/>
            <p:cNvSpPr/>
            <p:nvPr/>
          </p:nvSpPr>
          <p:spPr>
            <a:xfrm>
              <a:off x="4076646" y="2599013"/>
              <a:ext cx="41828" cy="10855"/>
            </a:xfrm>
            <a:custGeom>
              <a:avLst/>
              <a:gdLst/>
              <a:ahLst/>
              <a:cxnLst/>
              <a:rect l="l" t="t" r="r" b="b"/>
              <a:pathLst>
                <a:path w="1287" h="334" extrusionOk="0">
                  <a:moveTo>
                    <a:pt x="143" y="0"/>
                  </a:moveTo>
                  <a:cubicBezTo>
                    <a:pt x="72" y="0"/>
                    <a:pt x="0" y="72"/>
                    <a:pt x="0" y="167"/>
                  </a:cubicBezTo>
                  <a:cubicBezTo>
                    <a:pt x="0" y="262"/>
                    <a:pt x="95" y="334"/>
                    <a:pt x="191" y="334"/>
                  </a:cubicBezTo>
                  <a:lnTo>
                    <a:pt x="1119" y="334"/>
                  </a:lnTo>
                  <a:cubicBezTo>
                    <a:pt x="1239" y="334"/>
                    <a:pt x="1286" y="238"/>
                    <a:pt x="1262" y="143"/>
                  </a:cubicBezTo>
                  <a:cubicBezTo>
                    <a:pt x="1239" y="48"/>
                    <a:pt x="1167" y="0"/>
                    <a:pt x="1072"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5" name="Google Shape;23185;p145"/>
            <p:cNvSpPr/>
            <p:nvPr/>
          </p:nvSpPr>
          <p:spPr>
            <a:xfrm>
              <a:off x="4292576" y="2599013"/>
              <a:ext cx="41047" cy="10855"/>
            </a:xfrm>
            <a:custGeom>
              <a:avLst/>
              <a:gdLst/>
              <a:ahLst/>
              <a:cxnLst/>
              <a:rect l="l" t="t" r="r" b="b"/>
              <a:pathLst>
                <a:path w="1263" h="334" extrusionOk="0">
                  <a:moveTo>
                    <a:pt x="143" y="0"/>
                  </a:moveTo>
                  <a:cubicBezTo>
                    <a:pt x="48" y="0"/>
                    <a:pt x="0" y="72"/>
                    <a:pt x="0" y="167"/>
                  </a:cubicBezTo>
                  <a:cubicBezTo>
                    <a:pt x="0" y="262"/>
                    <a:pt x="96" y="334"/>
                    <a:pt x="191" y="334"/>
                  </a:cubicBezTo>
                  <a:lnTo>
                    <a:pt x="1096" y="334"/>
                  </a:lnTo>
                  <a:cubicBezTo>
                    <a:pt x="1191" y="334"/>
                    <a:pt x="1263" y="238"/>
                    <a:pt x="1263" y="143"/>
                  </a:cubicBezTo>
                  <a:cubicBezTo>
                    <a:pt x="1263" y="48"/>
                    <a:pt x="1167" y="0"/>
                    <a:pt x="1072"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86" name="Google Shape;23186;p145"/>
          <p:cNvGrpSpPr/>
          <p:nvPr/>
        </p:nvGrpSpPr>
        <p:grpSpPr>
          <a:xfrm>
            <a:off x="3270158" y="2360683"/>
            <a:ext cx="359158" cy="294938"/>
            <a:chOff x="3270158" y="2513083"/>
            <a:chExt cx="359158" cy="294938"/>
          </a:xfrm>
        </p:grpSpPr>
        <p:sp>
          <p:nvSpPr>
            <p:cNvPr id="23187" name="Google Shape;23187;p145"/>
            <p:cNvSpPr/>
            <p:nvPr/>
          </p:nvSpPr>
          <p:spPr>
            <a:xfrm>
              <a:off x="3403278" y="2743736"/>
              <a:ext cx="92138" cy="59638"/>
            </a:xfrm>
            <a:custGeom>
              <a:avLst/>
              <a:gdLst/>
              <a:ahLst/>
              <a:cxnLst/>
              <a:rect l="l" t="t" r="r" b="b"/>
              <a:pathLst>
                <a:path w="2835" h="1835" extrusionOk="0">
                  <a:moveTo>
                    <a:pt x="1406" y="1"/>
                  </a:moveTo>
                  <a:lnTo>
                    <a:pt x="215" y="215"/>
                  </a:lnTo>
                  <a:lnTo>
                    <a:pt x="1" y="1834"/>
                  </a:lnTo>
                  <a:lnTo>
                    <a:pt x="2834" y="1834"/>
                  </a:lnTo>
                  <a:lnTo>
                    <a:pt x="2596" y="215"/>
                  </a:lnTo>
                  <a:lnTo>
                    <a:pt x="140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8" name="Google Shape;23188;p145"/>
            <p:cNvSpPr/>
            <p:nvPr/>
          </p:nvSpPr>
          <p:spPr>
            <a:xfrm>
              <a:off x="3467531" y="2743736"/>
              <a:ext cx="27885" cy="59638"/>
            </a:xfrm>
            <a:custGeom>
              <a:avLst/>
              <a:gdLst/>
              <a:ahLst/>
              <a:cxnLst/>
              <a:rect l="l" t="t" r="r" b="b"/>
              <a:pathLst>
                <a:path w="858" h="1835" extrusionOk="0">
                  <a:moveTo>
                    <a:pt x="405" y="1"/>
                  </a:moveTo>
                  <a:lnTo>
                    <a:pt x="0" y="215"/>
                  </a:lnTo>
                  <a:lnTo>
                    <a:pt x="214" y="1834"/>
                  </a:lnTo>
                  <a:lnTo>
                    <a:pt x="857" y="1834"/>
                  </a:lnTo>
                  <a:lnTo>
                    <a:pt x="643" y="215"/>
                  </a:lnTo>
                  <a:lnTo>
                    <a:pt x="405" y="1"/>
                  </a:ln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9" name="Google Shape;23189;p145"/>
            <p:cNvSpPr/>
            <p:nvPr/>
          </p:nvSpPr>
          <p:spPr>
            <a:xfrm>
              <a:off x="3375426" y="2797133"/>
              <a:ext cx="147843" cy="10888"/>
            </a:xfrm>
            <a:custGeom>
              <a:avLst/>
              <a:gdLst/>
              <a:ahLst/>
              <a:cxnLst/>
              <a:rect l="l" t="t" r="r" b="b"/>
              <a:pathLst>
                <a:path w="4549" h="335" extrusionOk="0">
                  <a:moveTo>
                    <a:pt x="191" y="1"/>
                  </a:moveTo>
                  <a:cubicBezTo>
                    <a:pt x="48" y="1"/>
                    <a:pt x="0" y="96"/>
                    <a:pt x="0" y="191"/>
                  </a:cubicBezTo>
                  <a:cubicBezTo>
                    <a:pt x="24" y="263"/>
                    <a:pt x="96" y="334"/>
                    <a:pt x="191" y="334"/>
                  </a:cubicBezTo>
                  <a:lnTo>
                    <a:pt x="4382" y="334"/>
                  </a:lnTo>
                  <a:cubicBezTo>
                    <a:pt x="4477" y="334"/>
                    <a:pt x="4549" y="263"/>
                    <a:pt x="4549" y="144"/>
                  </a:cubicBezTo>
                  <a:cubicBezTo>
                    <a:pt x="4525" y="48"/>
                    <a:pt x="4477" y="1"/>
                    <a:pt x="4382" y="1"/>
                  </a:cubicBez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0" name="Google Shape;23190;p145"/>
            <p:cNvSpPr/>
            <p:nvPr/>
          </p:nvSpPr>
          <p:spPr>
            <a:xfrm>
              <a:off x="3270158" y="2513083"/>
              <a:ext cx="357598" cy="206700"/>
            </a:xfrm>
            <a:custGeom>
              <a:avLst/>
              <a:gdLst/>
              <a:ahLst/>
              <a:cxnLst/>
              <a:rect l="l" t="t" r="r" b="b"/>
              <a:pathLst>
                <a:path w="11003" h="6360" extrusionOk="0">
                  <a:moveTo>
                    <a:pt x="453" y="1"/>
                  </a:moveTo>
                  <a:cubicBezTo>
                    <a:pt x="215" y="1"/>
                    <a:pt x="0" y="191"/>
                    <a:pt x="0" y="429"/>
                  </a:cubicBezTo>
                  <a:lnTo>
                    <a:pt x="0" y="6121"/>
                  </a:lnTo>
                  <a:lnTo>
                    <a:pt x="5573" y="6359"/>
                  </a:lnTo>
                  <a:lnTo>
                    <a:pt x="11003" y="6121"/>
                  </a:lnTo>
                  <a:lnTo>
                    <a:pt x="11003" y="429"/>
                  </a:lnTo>
                  <a:cubicBezTo>
                    <a:pt x="11003" y="191"/>
                    <a:pt x="10812" y="1"/>
                    <a:pt x="10574"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1" name="Google Shape;23191;p145"/>
            <p:cNvSpPr/>
            <p:nvPr/>
          </p:nvSpPr>
          <p:spPr>
            <a:xfrm>
              <a:off x="3592136" y="2513083"/>
              <a:ext cx="35620" cy="206700"/>
            </a:xfrm>
            <a:custGeom>
              <a:avLst/>
              <a:gdLst/>
              <a:ahLst/>
              <a:cxnLst/>
              <a:rect l="l" t="t" r="r" b="b"/>
              <a:pathLst>
                <a:path w="1096" h="6360" extrusionOk="0">
                  <a:moveTo>
                    <a:pt x="0" y="1"/>
                  </a:moveTo>
                  <a:cubicBezTo>
                    <a:pt x="238" y="1"/>
                    <a:pt x="453" y="168"/>
                    <a:pt x="453" y="406"/>
                  </a:cubicBezTo>
                  <a:lnTo>
                    <a:pt x="453" y="6359"/>
                  </a:lnTo>
                  <a:lnTo>
                    <a:pt x="1096" y="6121"/>
                  </a:lnTo>
                  <a:lnTo>
                    <a:pt x="1096" y="429"/>
                  </a:lnTo>
                  <a:cubicBezTo>
                    <a:pt x="1096" y="191"/>
                    <a:pt x="905" y="1"/>
                    <a:pt x="667"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2" name="Google Shape;23192;p145"/>
            <p:cNvSpPr/>
            <p:nvPr/>
          </p:nvSpPr>
          <p:spPr>
            <a:xfrm>
              <a:off x="3312733" y="2656278"/>
              <a:ext cx="128505" cy="56517"/>
            </a:xfrm>
            <a:custGeom>
              <a:avLst/>
              <a:gdLst/>
              <a:ahLst/>
              <a:cxnLst/>
              <a:rect l="l" t="t" r="r" b="b"/>
              <a:pathLst>
                <a:path w="3954" h="1739" extrusionOk="0">
                  <a:moveTo>
                    <a:pt x="1453" y="0"/>
                  </a:moveTo>
                  <a:lnTo>
                    <a:pt x="1453" y="620"/>
                  </a:lnTo>
                  <a:cubicBezTo>
                    <a:pt x="1453" y="667"/>
                    <a:pt x="1429" y="739"/>
                    <a:pt x="1358" y="739"/>
                  </a:cubicBezTo>
                  <a:lnTo>
                    <a:pt x="405" y="1120"/>
                  </a:lnTo>
                  <a:cubicBezTo>
                    <a:pt x="286" y="1191"/>
                    <a:pt x="167" y="1263"/>
                    <a:pt x="119" y="1429"/>
                  </a:cubicBezTo>
                  <a:cubicBezTo>
                    <a:pt x="96" y="1501"/>
                    <a:pt x="24" y="1620"/>
                    <a:pt x="0" y="1739"/>
                  </a:cubicBezTo>
                  <a:lnTo>
                    <a:pt x="3953" y="1739"/>
                  </a:lnTo>
                  <a:cubicBezTo>
                    <a:pt x="3930" y="1620"/>
                    <a:pt x="3906" y="1548"/>
                    <a:pt x="3834" y="1406"/>
                  </a:cubicBezTo>
                  <a:cubicBezTo>
                    <a:pt x="3787" y="1286"/>
                    <a:pt x="3668" y="1167"/>
                    <a:pt x="3549" y="1120"/>
                  </a:cubicBezTo>
                  <a:lnTo>
                    <a:pt x="2596" y="739"/>
                  </a:lnTo>
                  <a:cubicBezTo>
                    <a:pt x="2525" y="691"/>
                    <a:pt x="2501" y="667"/>
                    <a:pt x="2501" y="620"/>
                  </a:cubicBezTo>
                  <a:lnTo>
                    <a:pt x="2501" y="0"/>
                  </a:lnTo>
                  <a:close/>
                </a:path>
              </a:pathLst>
            </a:custGeom>
            <a:solidFill>
              <a:srgbClr val="E1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3" name="Google Shape;23193;p145"/>
            <p:cNvSpPr/>
            <p:nvPr/>
          </p:nvSpPr>
          <p:spPr>
            <a:xfrm>
              <a:off x="3328983" y="2547923"/>
              <a:ext cx="100653" cy="99872"/>
            </a:xfrm>
            <a:custGeom>
              <a:avLst/>
              <a:gdLst/>
              <a:ahLst/>
              <a:cxnLst/>
              <a:rect l="l" t="t" r="r" b="b"/>
              <a:pathLst>
                <a:path w="3097" h="3073" extrusionOk="0">
                  <a:moveTo>
                    <a:pt x="1548" y="0"/>
                  </a:moveTo>
                  <a:cubicBezTo>
                    <a:pt x="691" y="0"/>
                    <a:pt x="0" y="691"/>
                    <a:pt x="0" y="1548"/>
                  </a:cubicBezTo>
                  <a:cubicBezTo>
                    <a:pt x="0" y="2382"/>
                    <a:pt x="691" y="3073"/>
                    <a:pt x="1548" y="3073"/>
                  </a:cubicBezTo>
                  <a:cubicBezTo>
                    <a:pt x="2406" y="3073"/>
                    <a:pt x="3096" y="2382"/>
                    <a:pt x="3096" y="1548"/>
                  </a:cubicBezTo>
                  <a:cubicBezTo>
                    <a:pt x="3096" y="691"/>
                    <a:pt x="2406" y="0"/>
                    <a:pt x="1548"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4" name="Google Shape;23194;p145"/>
            <p:cNvSpPr/>
            <p:nvPr/>
          </p:nvSpPr>
          <p:spPr>
            <a:xfrm>
              <a:off x="3328203" y="2579091"/>
              <a:ext cx="102213" cy="95615"/>
            </a:xfrm>
            <a:custGeom>
              <a:avLst/>
              <a:gdLst/>
              <a:ahLst/>
              <a:cxnLst/>
              <a:rect l="l" t="t" r="r" b="b"/>
              <a:pathLst>
                <a:path w="3145" h="2942" extrusionOk="0">
                  <a:moveTo>
                    <a:pt x="2253" y="1"/>
                  </a:moveTo>
                  <a:cubicBezTo>
                    <a:pt x="2110" y="1"/>
                    <a:pt x="1912" y="262"/>
                    <a:pt x="1787" y="304"/>
                  </a:cubicBezTo>
                  <a:cubicBezTo>
                    <a:pt x="1644" y="351"/>
                    <a:pt x="1572" y="351"/>
                    <a:pt x="1358" y="351"/>
                  </a:cubicBezTo>
                  <a:cubicBezTo>
                    <a:pt x="1211" y="309"/>
                    <a:pt x="1026" y="26"/>
                    <a:pt x="887" y="26"/>
                  </a:cubicBezTo>
                  <a:cubicBezTo>
                    <a:pt x="868" y="26"/>
                    <a:pt x="851" y="31"/>
                    <a:pt x="834" y="42"/>
                  </a:cubicBezTo>
                  <a:cubicBezTo>
                    <a:pt x="763" y="65"/>
                    <a:pt x="739" y="137"/>
                    <a:pt x="715" y="185"/>
                  </a:cubicBezTo>
                  <a:cubicBezTo>
                    <a:pt x="572" y="542"/>
                    <a:pt x="1" y="2090"/>
                    <a:pt x="1072" y="2780"/>
                  </a:cubicBezTo>
                  <a:cubicBezTo>
                    <a:pt x="1215" y="2887"/>
                    <a:pt x="1394" y="2941"/>
                    <a:pt x="1572" y="2941"/>
                  </a:cubicBezTo>
                  <a:cubicBezTo>
                    <a:pt x="1751" y="2941"/>
                    <a:pt x="1930" y="2887"/>
                    <a:pt x="2072" y="2780"/>
                  </a:cubicBezTo>
                  <a:cubicBezTo>
                    <a:pt x="3144" y="2090"/>
                    <a:pt x="2596" y="542"/>
                    <a:pt x="2430" y="185"/>
                  </a:cubicBezTo>
                  <a:cubicBezTo>
                    <a:pt x="2406" y="89"/>
                    <a:pt x="2382" y="42"/>
                    <a:pt x="2311" y="18"/>
                  </a:cubicBezTo>
                  <a:cubicBezTo>
                    <a:pt x="2293" y="6"/>
                    <a:pt x="2274" y="1"/>
                    <a:pt x="2253"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5" name="Google Shape;23195;p145"/>
            <p:cNvSpPr/>
            <p:nvPr/>
          </p:nvSpPr>
          <p:spPr>
            <a:xfrm>
              <a:off x="3373866" y="2664013"/>
              <a:ext cx="68153" cy="48783"/>
            </a:xfrm>
            <a:custGeom>
              <a:avLst/>
              <a:gdLst/>
              <a:ahLst/>
              <a:cxnLst/>
              <a:rect l="l" t="t" r="r" b="b"/>
              <a:pathLst>
                <a:path w="2097" h="1501" extrusionOk="0">
                  <a:moveTo>
                    <a:pt x="644" y="1"/>
                  </a:moveTo>
                  <a:lnTo>
                    <a:pt x="1" y="191"/>
                  </a:lnTo>
                  <a:lnTo>
                    <a:pt x="1" y="525"/>
                  </a:lnTo>
                  <a:cubicBezTo>
                    <a:pt x="1" y="596"/>
                    <a:pt x="24" y="644"/>
                    <a:pt x="72" y="644"/>
                  </a:cubicBezTo>
                  <a:lnTo>
                    <a:pt x="1025" y="1025"/>
                  </a:lnTo>
                  <a:cubicBezTo>
                    <a:pt x="1191" y="1096"/>
                    <a:pt x="1263" y="1191"/>
                    <a:pt x="1334" y="1334"/>
                  </a:cubicBezTo>
                  <a:cubicBezTo>
                    <a:pt x="1358" y="1382"/>
                    <a:pt x="1382" y="1453"/>
                    <a:pt x="1382" y="1501"/>
                  </a:cubicBezTo>
                  <a:lnTo>
                    <a:pt x="2096" y="1501"/>
                  </a:lnTo>
                  <a:cubicBezTo>
                    <a:pt x="2072" y="1429"/>
                    <a:pt x="2049" y="1310"/>
                    <a:pt x="1977" y="1215"/>
                  </a:cubicBezTo>
                  <a:cubicBezTo>
                    <a:pt x="1930" y="1096"/>
                    <a:pt x="1811" y="977"/>
                    <a:pt x="1691" y="906"/>
                  </a:cubicBezTo>
                  <a:lnTo>
                    <a:pt x="739" y="525"/>
                  </a:lnTo>
                  <a:cubicBezTo>
                    <a:pt x="667" y="501"/>
                    <a:pt x="644" y="453"/>
                    <a:pt x="644" y="405"/>
                  </a:cubicBezTo>
                  <a:lnTo>
                    <a:pt x="644" y="1"/>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6" name="Google Shape;23196;p145"/>
            <p:cNvSpPr/>
            <p:nvPr/>
          </p:nvSpPr>
          <p:spPr>
            <a:xfrm>
              <a:off x="3368438" y="2547923"/>
              <a:ext cx="61197" cy="92917"/>
            </a:xfrm>
            <a:custGeom>
              <a:avLst/>
              <a:gdLst/>
              <a:ahLst/>
              <a:cxnLst/>
              <a:rect l="l" t="t" r="r" b="b"/>
              <a:pathLst>
                <a:path w="1883" h="2859" extrusionOk="0">
                  <a:moveTo>
                    <a:pt x="334" y="0"/>
                  </a:moveTo>
                  <a:cubicBezTo>
                    <a:pt x="215" y="0"/>
                    <a:pt x="96" y="0"/>
                    <a:pt x="1" y="24"/>
                  </a:cubicBezTo>
                  <a:cubicBezTo>
                    <a:pt x="692" y="167"/>
                    <a:pt x="1239" y="786"/>
                    <a:pt x="1239" y="1548"/>
                  </a:cubicBezTo>
                  <a:cubicBezTo>
                    <a:pt x="1239" y="1691"/>
                    <a:pt x="1192" y="1810"/>
                    <a:pt x="1168" y="1929"/>
                  </a:cubicBezTo>
                  <a:lnTo>
                    <a:pt x="1168" y="2858"/>
                  </a:lnTo>
                  <a:cubicBezTo>
                    <a:pt x="1596" y="2572"/>
                    <a:pt x="1882" y="2096"/>
                    <a:pt x="1882" y="1548"/>
                  </a:cubicBezTo>
                  <a:cubicBezTo>
                    <a:pt x="1882" y="667"/>
                    <a:pt x="1192" y="0"/>
                    <a:pt x="334" y="0"/>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7" name="Google Shape;23197;p145"/>
            <p:cNvSpPr/>
            <p:nvPr/>
          </p:nvSpPr>
          <p:spPr>
            <a:xfrm>
              <a:off x="3367691" y="2578993"/>
              <a:ext cx="61945" cy="94055"/>
            </a:xfrm>
            <a:custGeom>
              <a:avLst/>
              <a:gdLst/>
              <a:ahLst/>
              <a:cxnLst/>
              <a:rect l="l" t="t" r="r" b="b"/>
              <a:pathLst>
                <a:path w="1906" h="2894" extrusionOk="0">
                  <a:moveTo>
                    <a:pt x="1037" y="0"/>
                  </a:moveTo>
                  <a:cubicBezTo>
                    <a:pt x="919" y="0"/>
                    <a:pt x="757" y="202"/>
                    <a:pt x="595" y="283"/>
                  </a:cubicBezTo>
                  <a:cubicBezTo>
                    <a:pt x="786" y="783"/>
                    <a:pt x="1167" y="2140"/>
                    <a:pt x="191" y="2760"/>
                  </a:cubicBezTo>
                  <a:lnTo>
                    <a:pt x="0" y="2855"/>
                  </a:lnTo>
                  <a:cubicBezTo>
                    <a:pt x="94" y="2880"/>
                    <a:pt x="197" y="2894"/>
                    <a:pt x="302" y="2894"/>
                  </a:cubicBezTo>
                  <a:cubicBezTo>
                    <a:pt x="489" y="2894"/>
                    <a:pt x="681" y="2851"/>
                    <a:pt x="834" y="2760"/>
                  </a:cubicBezTo>
                  <a:cubicBezTo>
                    <a:pt x="1905" y="2069"/>
                    <a:pt x="1381" y="521"/>
                    <a:pt x="1215" y="164"/>
                  </a:cubicBezTo>
                  <a:cubicBezTo>
                    <a:pt x="1191" y="116"/>
                    <a:pt x="1167" y="45"/>
                    <a:pt x="1096" y="21"/>
                  </a:cubicBezTo>
                  <a:cubicBezTo>
                    <a:pt x="1078" y="7"/>
                    <a:pt x="1058" y="0"/>
                    <a:pt x="1037"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8" name="Google Shape;23198;p145"/>
            <p:cNvSpPr/>
            <p:nvPr/>
          </p:nvSpPr>
          <p:spPr>
            <a:xfrm>
              <a:off x="3472926" y="2547143"/>
              <a:ext cx="11668" cy="11635"/>
            </a:xfrm>
            <a:custGeom>
              <a:avLst/>
              <a:gdLst/>
              <a:ahLst/>
              <a:cxnLst/>
              <a:rect l="l" t="t" r="r" b="b"/>
              <a:pathLst>
                <a:path w="359" h="358" extrusionOk="0">
                  <a:moveTo>
                    <a:pt x="191" y="1"/>
                  </a:moveTo>
                  <a:cubicBezTo>
                    <a:pt x="96" y="1"/>
                    <a:pt x="1" y="96"/>
                    <a:pt x="1" y="191"/>
                  </a:cubicBezTo>
                  <a:cubicBezTo>
                    <a:pt x="1" y="286"/>
                    <a:pt x="96" y="358"/>
                    <a:pt x="191" y="358"/>
                  </a:cubicBezTo>
                  <a:cubicBezTo>
                    <a:pt x="287" y="358"/>
                    <a:pt x="358" y="286"/>
                    <a:pt x="358" y="191"/>
                  </a:cubicBezTo>
                  <a:cubicBezTo>
                    <a:pt x="358" y="96"/>
                    <a:pt x="287" y="1"/>
                    <a:pt x="191" y="1"/>
                  </a:cubicBez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9" name="Google Shape;23199;p145"/>
            <p:cNvSpPr/>
            <p:nvPr/>
          </p:nvSpPr>
          <p:spPr>
            <a:xfrm>
              <a:off x="3472926" y="2596673"/>
              <a:ext cx="11668" cy="11635"/>
            </a:xfrm>
            <a:custGeom>
              <a:avLst/>
              <a:gdLst/>
              <a:ahLst/>
              <a:cxnLst/>
              <a:rect l="l" t="t" r="r" b="b"/>
              <a:pathLst>
                <a:path w="359" h="358" extrusionOk="0">
                  <a:moveTo>
                    <a:pt x="191" y="1"/>
                  </a:moveTo>
                  <a:cubicBezTo>
                    <a:pt x="96" y="1"/>
                    <a:pt x="1" y="96"/>
                    <a:pt x="1" y="191"/>
                  </a:cubicBezTo>
                  <a:cubicBezTo>
                    <a:pt x="1" y="287"/>
                    <a:pt x="96" y="358"/>
                    <a:pt x="191" y="358"/>
                  </a:cubicBezTo>
                  <a:cubicBezTo>
                    <a:pt x="287" y="358"/>
                    <a:pt x="358" y="287"/>
                    <a:pt x="358" y="191"/>
                  </a:cubicBezTo>
                  <a:cubicBezTo>
                    <a:pt x="358" y="96"/>
                    <a:pt x="287" y="1"/>
                    <a:pt x="191" y="1"/>
                  </a:cubicBez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0" name="Google Shape;23200;p145"/>
            <p:cNvSpPr/>
            <p:nvPr/>
          </p:nvSpPr>
          <p:spPr>
            <a:xfrm>
              <a:off x="3472926" y="2646983"/>
              <a:ext cx="11668" cy="11635"/>
            </a:xfrm>
            <a:custGeom>
              <a:avLst/>
              <a:gdLst/>
              <a:ahLst/>
              <a:cxnLst/>
              <a:rect l="l" t="t" r="r" b="b"/>
              <a:pathLst>
                <a:path w="359" h="358" extrusionOk="0">
                  <a:moveTo>
                    <a:pt x="191" y="1"/>
                  </a:moveTo>
                  <a:cubicBezTo>
                    <a:pt x="96" y="1"/>
                    <a:pt x="1" y="96"/>
                    <a:pt x="1" y="191"/>
                  </a:cubicBezTo>
                  <a:cubicBezTo>
                    <a:pt x="1" y="286"/>
                    <a:pt x="96" y="358"/>
                    <a:pt x="191" y="358"/>
                  </a:cubicBezTo>
                  <a:cubicBezTo>
                    <a:pt x="287" y="358"/>
                    <a:pt x="358" y="286"/>
                    <a:pt x="358" y="191"/>
                  </a:cubicBezTo>
                  <a:cubicBezTo>
                    <a:pt x="358" y="96"/>
                    <a:pt x="287" y="1"/>
                    <a:pt x="191" y="1"/>
                  </a:cubicBez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1" name="Google Shape;23201;p145"/>
            <p:cNvSpPr/>
            <p:nvPr/>
          </p:nvSpPr>
          <p:spPr>
            <a:xfrm>
              <a:off x="3494603" y="2548703"/>
              <a:ext cx="106080" cy="10855"/>
            </a:xfrm>
            <a:custGeom>
              <a:avLst/>
              <a:gdLst/>
              <a:ahLst/>
              <a:cxnLst/>
              <a:rect l="l" t="t" r="r" b="b"/>
              <a:pathLst>
                <a:path w="3264" h="334" extrusionOk="0">
                  <a:moveTo>
                    <a:pt x="167" y="0"/>
                  </a:moveTo>
                  <a:cubicBezTo>
                    <a:pt x="48" y="0"/>
                    <a:pt x="1" y="96"/>
                    <a:pt x="1" y="167"/>
                  </a:cubicBezTo>
                  <a:cubicBezTo>
                    <a:pt x="24" y="262"/>
                    <a:pt x="96" y="334"/>
                    <a:pt x="167" y="334"/>
                  </a:cubicBezTo>
                  <a:lnTo>
                    <a:pt x="3097" y="334"/>
                  </a:lnTo>
                  <a:cubicBezTo>
                    <a:pt x="3192" y="334"/>
                    <a:pt x="3263" y="238"/>
                    <a:pt x="3263" y="143"/>
                  </a:cubicBezTo>
                  <a:cubicBezTo>
                    <a:pt x="3239" y="48"/>
                    <a:pt x="3192" y="0"/>
                    <a:pt x="30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2" name="Google Shape;23202;p145"/>
            <p:cNvSpPr/>
            <p:nvPr/>
          </p:nvSpPr>
          <p:spPr>
            <a:xfrm>
              <a:off x="3495383" y="2569601"/>
              <a:ext cx="56518" cy="10855"/>
            </a:xfrm>
            <a:custGeom>
              <a:avLst/>
              <a:gdLst/>
              <a:ahLst/>
              <a:cxnLst/>
              <a:rect l="l" t="t" r="r" b="b"/>
              <a:pathLst>
                <a:path w="1739" h="334" extrusionOk="0">
                  <a:moveTo>
                    <a:pt x="143" y="0"/>
                  </a:moveTo>
                  <a:cubicBezTo>
                    <a:pt x="72" y="0"/>
                    <a:pt x="0" y="96"/>
                    <a:pt x="0" y="191"/>
                  </a:cubicBezTo>
                  <a:cubicBezTo>
                    <a:pt x="0" y="286"/>
                    <a:pt x="96" y="334"/>
                    <a:pt x="191" y="334"/>
                  </a:cubicBezTo>
                  <a:lnTo>
                    <a:pt x="1572" y="334"/>
                  </a:lnTo>
                  <a:cubicBezTo>
                    <a:pt x="1668" y="334"/>
                    <a:pt x="1739" y="238"/>
                    <a:pt x="1739" y="143"/>
                  </a:cubicBezTo>
                  <a:cubicBezTo>
                    <a:pt x="1739" y="72"/>
                    <a:pt x="1644" y="0"/>
                    <a:pt x="154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3" name="Google Shape;23203;p145"/>
            <p:cNvSpPr/>
            <p:nvPr/>
          </p:nvSpPr>
          <p:spPr>
            <a:xfrm>
              <a:off x="3494603" y="2596673"/>
              <a:ext cx="106080" cy="10888"/>
            </a:xfrm>
            <a:custGeom>
              <a:avLst/>
              <a:gdLst/>
              <a:ahLst/>
              <a:cxnLst/>
              <a:rect l="l" t="t" r="r" b="b"/>
              <a:pathLst>
                <a:path w="3264" h="335" extrusionOk="0">
                  <a:moveTo>
                    <a:pt x="167" y="1"/>
                  </a:moveTo>
                  <a:cubicBezTo>
                    <a:pt x="48" y="1"/>
                    <a:pt x="1" y="96"/>
                    <a:pt x="1" y="191"/>
                  </a:cubicBezTo>
                  <a:cubicBezTo>
                    <a:pt x="24" y="287"/>
                    <a:pt x="96" y="334"/>
                    <a:pt x="167" y="334"/>
                  </a:cubicBezTo>
                  <a:lnTo>
                    <a:pt x="3097" y="334"/>
                  </a:lnTo>
                  <a:cubicBezTo>
                    <a:pt x="3192" y="334"/>
                    <a:pt x="3263" y="287"/>
                    <a:pt x="3263" y="144"/>
                  </a:cubicBezTo>
                  <a:cubicBezTo>
                    <a:pt x="3239" y="72"/>
                    <a:pt x="3192"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4" name="Google Shape;23204;p145"/>
            <p:cNvSpPr/>
            <p:nvPr/>
          </p:nvSpPr>
          <p:spPr>
            <a:xfrm>
              <a:off x="3495383" y="2618351"/>
              <a:ext cx="56518" cy="10855"/>
            </a:xfrm>
            <a:custGeom>
              <a:avLst/>
              <a:gdLst/>
              <a:ahLst/>
              <a:cxnLst/>
              <a:rect l="l" t="t" r="r" b="b"/>
              <a:pathLst>
                <a:path w="1739" h="334" extrusionOk="0">
                  <a:moveTo>
                    <a:pt x="143" y="1"/>
                  </a:moveTo>
                  <a:cubicBezTo>
                    <a:pt x="72" y="1"/>
                    <a:pt x="0" y="72"/>
                    <a:pt x="0" y="167"/>
                  </a:cubicBezTo>
                  <a:cubicBezTo>
                    <a:pt x="0" y="263"/>
                    <a:pt x="96" y="334"/>
                    <a:pt x="191" y="334"/>
                  </a:cubicBezTo>
                  <a:lnTo>
                    <a:pt x="1572" y="334"/>
                  </a:lnTo>
                  <a:cubicBezTo>
                    <a:pt x="1668" y="334"/>
                    <a:pt x="1739" y="263"/>
                    <a:pt x="1739" y="143"/>
                  </a:cubicBezTo>
                  <a:cubicBezTo>
                    <a:pt x="1739" y="48"/>
                    <a:pt x="1644" y="1"/>
                    <a:pt x="154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5" name="Google Shape;23205;p145"/>
            <p:cNvSpPr/>
            <p:nvPr/>
          </p:nvSpPr>
          <p:spPr>
            <a:xfrm>
              <a:off x="3494603" y="2645456"/>
              <a:ext cx="106080" cy="10855"/>
            </a:xfrm>
            <a:custGeom>
              <a:avLst/>
              <a:gdLst/>
              <a:ahLst/>
              <a:cxnLst/>
              <a:rect l="l" t="t" r="r" b="b"/>
              <a:pathLst>
                <a:path w="3264" h="334" extrusionOk="0">
                  <a:moveTo>
                    <a:pt x="167" y="0"/>
                  </a:moveTo>
                  <a:cubicBezTo>
                    <a:pt x="48" y="0"/>
                    <a:pt x="1" y="95"/>
                    <a:pt x="1" y="167"/>
                  </a:cubicBezTo>
                  <a:cubicBezTo>
                    <a:pt x="24" y="262"/>
                    <a:pt x="96" y="333"/>
                    <a:pt x="167" y="333"/>
                  </a:cubicBezTo>
                  <a:lnTo>
                    <a:pt x="3097" y="333"/>
                  </a:lnTo>
                  <a:cubicBezTo>
                    <a:pt x="3192" y="333"/>
                    <a:pt x="3263" y="238"/>
                    <a:pt x="3263" y="143"/>
                  </a:cubicBezTo>
                  <a:cubicBezTo>
                    <a:pt x="3239" y="48"/>
                    <a:pt x="3192" y="0"/>
                    <a:pt x="30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6" name="Google Shape;23206;p145"/>
            <p:cNvSpPr/>
            <p:nvPr/>
          </p:nvSpPr>
          <p:spPr>
            <a:xfrm>
              <a:off x="3495383" y="2667881"/>
              <a:ext cx="56518" cy="10108"/>
            </a:xfrm>
            <a:custGeom>
              <a:avLst/>
              <a:gdLst/>
              <a:ahLst/>
              <a:cxnLst/>
              <a:rect l="l" t="t" r="r" b="b"/>
              <a:pathLst>
                <a:path w="1739" h="311" extrusionOk="0">
                  <a:moveTo>
                    <a:pt x="143" y="1"/>
                  </a:moveTo>
                  <a:cubicBezTo>
                    <a:pt x="72" y="1"/>
                    <a:pt x="0" y="72"/>
                    <a:pt x="0" y="167"/>
                  </a:cubicBezTo>
                  <a:cubicBezTo>
                    <a:pt x="0" y="263"/>
                    <a:pt x="96" y="310"/>
                    <a:pt x="191" y="310"/>
                  </a:cubicBezTo>
                  <a:lnTo>
                    <a:pt x="1572" y="310"/>
                  </a:lnTo>
                  <a:cubicBezTo>
                    <a:pt x="1668" y="310"/>
                    <a:pt x="1739" y="239"/>
                    <a:pt x="1739" y="144"/>
                  </a:cubicBezTo>
                  <a:cubicBezTo>
                    <a:pt x="1739" y="48"/>
                    <a:pt x="1644" y="1"/>
                    <a:pt x="154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7" name="Google Shape;23207;p145"/>
            <p:cNvSpPr/>
            <p:nvPr/>
          </p:nvSpPr>
          <p:spPr>
            <a:xfrm>
              <a:off x="3270938" y="2712016"/>
              <a:ext cx="358378" cy="38708"/>
            </a:xfrm>
            <a:custGeom>
              <a:avLst/>
              <a:gdLst/>
              <a:ahLst/>
              <a:cxnLst/>
              <a:rect l="l" t="t" r="r" b="b"/>
              <a:pathLst>
                <a:path w="11027" h="1191" extrusionOk="0">
                  <a:moveTo>
                    <a:pt x="0" y="0"/>
                  </a:moveTo>
                  <a:lnTo>
                    <a:pt x="0" y="738"/>
                  </a:lnTo>
                  <a:cubicBezTo>
                    <a:pt x="0" y="977"/>
                    <a:pt x="215" y="1191"/>
                    <a:pt x="453" y="1191"/>
                  </a:cubicBezTo>
                  <a:lnTo>
                    <a:pt x="10574" y="1191"/>
                  </a:lnTo>
                  <a:cubicBezTo>
                    <a:pt x="10812" y="1191"/>
                    <a:pt x="11026" y="977"/>
                    <a:pt x="11026" y="738"/>
                  </a:cubicBezTo>
                  <a:lnTo>
                    <a:pt x="11026" y="0"/>
                  </a:ln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8" name="Google Shape;23208;p145"/>
            <p:cNvSpPr/>
            <p:nvPr/>
          </p:nvSpPr>
          <p:spPr>
            <a:xfrm>
              <a:off x="3592136" y="2712016"/>
              <a:ext cx="35620" cy="38708"/>
            </a:xfrm>
            <a:custGeom>
              <a:avLst/>
              <a:gdLst/>
              <a:ahLst/>
              <a:cxnLst/>
              <a:rect l="l" t="t" r="r" b="b"/>
              <a:pathLst>
                <a:path w="1096" h="1191" extrusionOk="0">
                  <a:moveTo>
                    <a:pt x="453" y="0"/>
                  </a:moveTo>
                  <a:lnTo>
                    <a:pt x="453" y="738"/>
                  </a:lnTo>
                  <a:cubicBezTo>
                    <a:pt x="453" y="977"/>
                    <a:pt x="238" y="1191"/>
                    <a:pt x="0" y="1191"/>
                  </a:cubicBezTo>
                  <a:lnTo>
                    <a:pt x="667" y="1191"/>
                  </a:lnTo>
                  <a:cubicBezTo>
                    <a:pt x="905" y="1191"/>
                    <a:pt x="1096" y="977"/>
                    <a:pt x="1096" y="738"/>
                  </a:cubicBezTo>
                  <a:lnTo>
                    <a:pt x="1096" y="0"/>
                  </a:lnTo>
                  <a:close/>
                </a:path>
              </a:pathLst>
            </a:custGeom>
            <a:solidFill>
              <a:srgbClr val="9CA7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09" name="Google Shape;23209;p145"/>
          <p:cNvGrpSpPr/>
          <p:nvPr/>
        </p:nvGrpSpPr>
        <p:grpSpPr>
          <a:xfrm>
            <a:off x="2541086" y="2330523"/>
            <a:ext cx="358378" cy="355258"/>
            <a:chOff x="2541086" y="2482923"/>
            <a:chExt cx="358378" cy="355258"/>
          </a:xfrm>
        </p:grpSpPr>
        <p:sp>
          <p:nvSpPr>
            <p:cNvPr id="23210" name="Google Shape;23210;p145"/>
            <p:cNvSpPr/>
            <p:nvPr/>
          </p:nvSpPr>
          <p:spPr>
            <a:xfrm>
              <a:off x="2577453" y="2777016"/>
              <a:ext cx="285642" cy="61165"/>
            </a:xfrm>
            <a:custGeom>
              <a:avLst/>
              <a:gdLst/>
              <a:ahLst/>
              <a:cxnLst/>
              <a:rect l="l" t="t" r="r" b="b"/>
              <a:pathLst>
                <a:path w="8789" h="1882" extrusionOk="0">
                  <a:moveTo>
                    <a:pt x="382" y="1"/>
                  </a:moveTo>
                  <a:cubicBezTo>
                    <a:pt x="167" y="1"/>
                    <a:pt x="1" y="167"/>
                    <a:pt x="1" y="382"/>
                  </a:cubicBezTo>
                  <a:lnTo>
                    <a:pt x="1" y="1668"/>
                  </a:lnTo>
                  <a:cubicBezTo>
                    <a:pt x="1" y="1787"/>
                    <a:pt x="96" y="1882"/>
                    <a:pt x="215" y="1882"/>
                  </a:cubicBezTo>
                  <a:lnTo>
                    <a:pt x="8574" y="1882"/>
                  </a:lnTo>
                  <a:cubicBezTo>
                    <a:pt x="8693" y="1882"/>
                    <a:pt x="8788" y="1787"/>
                    <a:pt x="8788" y="1668"/>
                  </a:cubicBezTo>
                  <a:lnTo>
                    <a:pt x="8788" y="382"/>
                  </a:lnTo>
                  <a:cubicBezTo>
                    <a:pt x="8788" y="167"/>
                    <a:pt x="8598" y="1"/>
                    <a:pt x="8383"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1" name="Google Shape;23211;p145"/>
            <p:cNvSpPr/>
            <p:nvPr/>
          </p:nvSpPr>
          <p:spPr>
            <a:xfrm>
              <a:off x="2563511" y="2482923"/>
              <a:ext cx="312715" cy="209755"/>
            </a:xfrm>
            <a:custGeom>
              <a:avLst/>
              <a:gdLst/>
              <a:ahLst/>
              <a:cxnLst/>
              <a:rect l="l" t="t" r="r" b="b"/>
              <a:pathLst>
                <a:path w="9622" h="6454" extrusionOk="0">
                  <a:moveTo>
                    <a:pt x="430" y="0"/>
                  </a:moveTo>
                  <a:cubicBezTo>
                    <a:pt x="191" y="0"/>
                    <a:pt x="1" y="167"/>
                    <a:pt x="1" y="405"/>
                  </a:cubicBezTo>
                  <a:lnTo>
                    <a:pt x="1" y="6239"/>
                  </a:lnTo>
                  <a:lnTo>
                    <a:pt x="4811" y="6454"/>
                  </a:lnTo>
                  <a:lnTo>
                    <a:pt x="9598" y="6239"/>
                  </a:lnTo>
                  <a:lnTo>
                    <a:pt x="9598" y="405"/>
                  </a:lnTo>
                  <a:cubicBezTo>
                    <a:pt x="9622" y="167"/>
                    <a:pt x="9455" y="0"/>
                    <a:pt x="9217" y="0"/>
                  </a:cubicBezTo>
                  <a:close/>
                </a:path>
              </a:pathLst>
            </a:custGeom>
            <a:solidFill>
              <a:srgbClr val="E1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2" name="Google Shape;23212;p145"/>
            <p:cNvSpPr/>
            <p:nvPr/>
          </p:nvSpPr>
          <p:spPr>
            <a:xfrm>
              <a:off x="2586748" y="2504568"/>
              <a:ext cx="265492" cy="187330"/>
            </a:xfrm>
            <a:custGeom>
              <a:avLst/>
              <a:gdLst/>
              <a:ahLst/>
              <a:cxnLst/>
              <a:rect l="l" t="t" r="r" b="b"/>
              <a:pathLst>
                <a:path w="8169" h="5764" extrusionOk="0">
                  <a:moveTo>
                    <a:pt x="191" y="1"/>
                  </a:moveTo>
                  <a:cubicBezTo>
                    <a:pt x="96" y="1"/>
                    <a:pt x="0" y="96"/>
                    <a:pt x="0" y="191"/>
                  </a:cubicBezTo>
                  <a:lnTo>
                    <a:pt x="0" y="5550"/>
                  </a:lnTo>
                  <a:lnTo>
                    <a:pt x="4096" y="5764"/>
                  </a:lnTo>
                  <a:lnTo>
                    <a:pt x="8169" y="5550"/>
                  </a:lnTo>
                  <a:lnTo>
                    <a:pt x="8169" y="191"/>
                  </a:lnTo>
                  <a:cubicBezTo>
                    <a:pt x="8169" y="96"/>
                    <a:pt x="8073" y="1"/>
                    <a:pt x="7978"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3" name="Google Shape;23213;p145"/>
            <p:cNvSpPr/>
            <p:nvPr/>
          </p:nvSpPr>
          <p:spPr>
            <a:xfrm>
              <a:off x="2825883" y="2504568"/>
              <a:ext cx="27138" cy="180375"/>
            </a:xfrm>
            <a:custGeom>
              <a:avLst/>
              <a:gdLst/>
              <a:ahLst/>
              <a:cxnLst/>
              <a:rect l="l" t="t" r="r" b="b"/>
              <a:pathLst>
                <a:path w="835" h="5550" extrusionOk="0">
                  <a:moveTo>
                    <a:pt x="1" y="1"/>
                  </a:moveTo>
                  <a:cubicBezTo>
                    <a:pt x="96" y="1"/>
                    <a:pt x="191" y="96"/>
                    <a:pt x="191" y="191"/>
                  </a:cubicBezTo>
                  <a:lnTo>
                    <a:pt x="191" y="5550"/>
                  </a:lnTo>
                  <a:lnTo>
                    <a:pt x="834" y="5550"/>
                  </a:lnTo>
                  <a:lnTo>
                    <a:pt x="834" y="191"/>
                  </a:lnTo>
                  <a:cubicBezTo>
                    <a:pt x="834" y="96"/>
                    <a:pt x="739" y="1"/>
                    <a:pt x="668"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4" name="Google Shape;23214;p145"/>
            <p:cNvSpPr/>
            <p:nvPr/>
          </p:nvSpPr>
          <p:spPr>
            <a:xfrm>
              <a:off x="2841386" y="2482923"/>
              <a:ext cx="34840" cy="209755"/>
            </a:xfrm>
            <a:custGeom>
              <a:avLst/>
              <a:gdLst/>
              <a:ahLst/>
              <a:cxnLst/>
              <a:rect l="l" t="t" r="r" b="b"/>
              <a:pathLst>
                <a:path w="1072" h="6454" extrusionOk="0">
                  <a:moveTo>
                    <a:pt x="0" y="0"/>
                  </a:moveTo>
                  <a:cubicBezTo>
                    <a:pt x="238" y="0"/>
                    <a:pt x="429" y="167"/>
                    <a:pt x="429" y="405"/>
                  </a:cubicBezTo>
                  <a:lnTo>
                    <a:pt x="429" y="6239"/>
                  </a:lnTo>
                  <a:lnTo>
                    <a:pt x="786" y="6454"/>
                  </a:lnTo>
                  <a:lnTo>
                    <a:pt x="1072" y="6239"/>
                  </a:lnTo>
                  <a:lnTo>
                    <a:pt x="1072" y="405"/>
                  </a:lnTo>
                  <a:cubicBezTo>
                    <a:pt x="1072" y="167"/>
                    <a:pt x="881" y="0"/>
                    <a:pt x="667"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5" name="Google Shape;23215;p145"/>
            <p:cNvSpPr/>
            <p:nvPr/>
          </p:nvSpPr>
          <p:spPr>
            <a:xfrm>
              <a:off x="2659483" y="2631513"/>
              <a:ext cx="120022" cy="60385"/>
            </a:xfrm>
            <a:custGeom>
              <a:avLst/>
              <a:gdLst/>
              <a:ahLst/>
              <a:cxnLst/>
              <a:rect l="l" t="t" r="r" b="b"/>
              <a:pathLst>
                <a:path w="3693" h="1858" extrusionOk="0">
                  <a:moveTo>
                    <a:pt x="1382" y="0"/>
                  </a:moveTo>
                  <a:lnTo>
                    <a:pt x="1382" y="596"/>
                  </a:lnTo>
                  <a:cubicBezTo>
                    <a:pt x="1382" y="667"/>
                    <a:pt x="1334" y="691"/>
                    <a:pt x="1287" y="715"/>
                  </a:cubicBezTo>
                  <a:lnTo>
                    <a:pt x="382" y="1072"/>
                  </a:lnTo>
                  <a:cubicBezTo>
                    <a:pt x="263" y="1144"/>
                    <a:pt x="144" y="1239"/>
                    <a:pt x="120" y="1358"/>
                  </a:cubicBezTo>
                  <a:cubicBezTo>
                    <a:pt x="96" y="1429"/>
                    <a:pt x="25" y="1548"/>
                    <a:pt x="1" y="1644"/>
                  </a:cubicBezTo>
                  <a:lnTo>
                    <a:pt x="1811" y="1858"/>
                  </a:lnTo>
                  <a:lnTo>
                    <a:pt x="3692" y="1644"/>
                  </a:lnTo>
                  <a:cubicBezTo>
                    <a:pt x="3668" y="1548"/>
                    <a:pt x="3644" y="1429"/>
                    <a:pt x="3573" y="1358"/>
                  </a:cubicBezTo>
                  <a:cubicBezTo>
                    <a:pt x="3525" y="1239"/>
                    <a:pt x="3430" y="1144"/>
                    <a:pt x="3311" y="1072"/>
                  </a:cubicBezTo>
                  <a:lnTo>
                    <a:pt x="2406" y="715"/>
                  </a:lnTo>
                  <a:cubicBezTo>
                    <a:pt x="2358" y="691"/>
                    <a:pt x="2335" y="667"/>
                    <a:pt x="2335" y="596"/>
                  </a:cubicBezTo>
                  <a:lnTo>
                    <a:pt x="2335" y="0"/>
                  </a:ln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6" name="Google Shape;23216;p145"/>
            <p:cNvSpPr/>
            <p:nvPr/>
          </p:nvSpPr>
          <p:spPr>
            <a:xfrm>
              <a:off x="2673426" y="2530113"/>
              <a:ext cx="94445" cy="94478"/>
            </a:xfrm>
            <a:custGeom>
              <a:avLst/>
              <a:gdLst/>
              <a:ahLst/>
              <a:cxnLst/>
              <a:rect l="l" t="t" r="r" b="b"/>
              <a:pathLst>
                <a:path w="2906" h="2907" extrusionOk="0">
                  <a:moveTo>
                    <a:pt x="1453" y="1"/>
                  </a:moveTo>
                  <a:cubicBezTo>
                    <a:pt x="643" y="1"/>
                    <a:pt x="1" y="644"/>
                    <a:pt x="1" y="1453"/>
                  </a:cubicBezTo>
                  <a:cubicBezTo>
                    <a:pt x="1" y="2263"/>
                    <a:pt x="643" y="2906"/>
                    <a:pt x="1453" y="2906"/>
                  </a:cubicBezTo>
                  <a:cubicBezTo>
                    <a:pt x="2263" y="2906"/>
                    <a:pt x="2906" y="2263"/>
                    <a:pt x="2906" y="1453"/>
                  </a:cubicBezTo>
                  <a:cubicBezTo>
                    <a:pt x="2906" y="644"/>
                    <a:pt x="2263" y="1"/>
                    <a:pt x="1453"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7" name="Google Shape;23217;p145"/>
            <p:cNvSpPr/>
            <p:nvPr/>
          </p:nvSpPr>
          <p:spPr>
            <a:xfrm>
              <a:off x="2673426" y="2559201"/>
              <a:ext cx="96785" cy="86483"/>
            </a:xfrm>
            <a:custGeom>
              <a:avLst/>
              <a:gdLst/>
              <a:ahLst/>
              <a:cxnLst/>
              <a:rect l="l" t="t" r="r" b="b"/>
              <a:pathLst>
                <a:path w="2978" h="2661" extrusionOk="0">
                  <a:moveTo>
                    <a:pt x="800" y="1"/>
                  </a:moveTo>
                  <a:cubicBezTo>
                    <a:pt x="787" y="1"/>
                    <a:pt x="774" y="4"/>
                    <a:pt x="763" y="11"/>
                  </a:cubicBezTo>
                  <a:cubicBezTo>
                    <a:pt x="715" y="35"/>
                    <a:pt x="667" y="82"/>
                    <a:pt x="643" y="106"/>
                  </a:cubicBezTo>
                  <a:cubicBezTo>
                    <a:pt x="501" y="439"/>
                    <a:pt x="1" y="1892"/>
                    <a:pt x="1001" y="2535"/>
                  </a:cubicBezTo>
                  <a:cubicBezTo>
                    <a:pt x="1156" y="2618"/>
                    <a:pt x="1322" y="2660"/>
                    <a:pt x="1486" y="2660"/>
                  </a:cubicBezTo>
                  <a:cubicBezTo>
                    <a:pt x="1650" y="2660"/>
                    <a:pt x="1810" y="2618"/>
                    <a:pt x="1953" y="2535"/>
                  </a:cubicBezTo>
                  <a:cubicBezTo>
                    <a:pt x="2977" y="1892"/>
                    <a:pt x="2430" y="439"/>
                    <a:pt x="2311" y="106"/>
                  </a:cubicBezTo>
                  <a:cubicBezTo>
                    <a:pt x="2263" y="106"/>
                    <a:pt x="2215" y="58"/>
                    <a:pt x="2168" y="35"/>
                  </a:cubicBezTo>
                  <a:cubicBezTo>
                    <a:pt x="2150" y="23"/>
                    <a:pt x="2131" y="17"/>
                    <a:pt x="2111" y="17"/>
                  </a:cubicBezTo>
                  <a:cubicBezTo>
                    <a:pt x="1972" y="17"/>
                    <a:pt x="1793" y="276"/>
                    <a:pt x="1668" y="296"/>
                  </a:cubicBezTo>
                  <a:cubicBezTo>
                    <a:pt x="1584" y="308"/>
                    <a:pt x="1531" y="314"/>
                    <a:pt x="1474" y="314"/>
                  </a:cubicBezTo>
                  <a:cubicBezTo>
                    <a:pt x="1417" y="314"/>
                    <a:pt x="1358" y="308"/>
                    <a:pt x="1263" y="296"/>
                  </a:cubicBezTo>
                  <a:cubicBezTo>
                    <a:pt x="1134" y="275"/>
                    <a:pt x="927" y="1"/>
                    <a:pt x="800"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8" name="Google Shape;23218;p145"/>
            <p:cNvSpPr/>
            <p:nvPr/>
          </p:nvSpPr>
          <p:spPr>
            <a:xfrm>
              <a:off x="2709793" y="2560501"/>
              <a:ext cx="58858" cy="88238"/>
            </a:xfrm>
            <a:custGeom>
              <a:avLst/>
              <a:gdLst/>
              <a:ahLst/>
              <a:cxnLst/>
              <a:rect l="l" t="t" r="r" b="b"/>
              <a:pathLst>
                <a:path w="1811" h="2715" extrusionOk="0">
                  <a:moveTo>
                    <a:pt x="990" y="0"/>
                  </a:moveTo>
                  <a:cubicBezTo>
                    <a:pt x="856" y="0"/>
                    <a:pt x="693" y="239"/>
                    <a:pt x="549" y="280"/>
                  </a:cubicBezTo>
                  <a:cubicBezTo>
                    <a:pt x="715" y="757"/>
                    <a:pt x="1049" y="2019"/>
                    <a:pt x="144" y="2590"/>
                  </a:cubicBezTo>
                  <a:cubicBezTo>
                    <a:pt x="96" y="2614"/>
                    <a:pt x="72" y="2638"/>
                    <a:pt x="1" y="2638"/>
                  </a:cubicBezTo>
                  <a:cubicBezTo>
                    <a:pt x="114" y="2689"/>
                    <a:pt x="236" y="2714"/>
                    <a:pt x="358" y="2714"/>
                  </a:cubicBezTo>
                  <a:cubicBezTo>
                    <a:pt x="517" y="2714"/>
                    <a:pt x="675" y="2671"/>
                    <a:pt x="810" y="2590"/>
                  </a:cubicBezTo>
                  <a:cubicBezTo>
                    <a:pt x="1811" y="1923"/>
                    <a:pt x="1287" y="471"/>
                    <a:pt x="1168" y="137"/>
                  </a:cubicBezTo>
                  <a:cubicBezTo>
                    <a:pt x="1120" y="90"/>
                    <a:pt x="1096" y="42"/>
                    <a:pt x="1049" y="18"/>
                  </a:cubicBezTo>
                  <a:cubicBezTo>
                    <a:pt x="1030" y="6"/>
                    <a:pt x="1010" y="0"/>
                    <a:pt x="990"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9" name="Google Shape;23219;p145"/>
            <p:cNvSpPr/>
            <p:nvPr/>
          </p:nvSpPr>
          <p:spPr>
            <a:xfrm>
              <a:off x="2712913" y="2753811"/>
              <a:ext cx="123858" cy="84370"/>
            </a:xfrm>
            <a:custGeom>
              <a:avLst/>
              <a:gdLst/>
              <a:ahLst/>
              <a:cxnLst/>
              <a:rect l="l" t="t" r="r" b="b"/>
              <a:pathLst>
                <a:path w="3811" h="2596" extrusionOk="0">
                  <a:moveTo>
                    <a:pt x="691" y="0"/>
                  </a:moveTo>
                  <a:cubicBezTo>
                    <a:pt x="453" y="0"/>
                    <a:pt x="238" y="214"/>
                    <a:pt x="238" y="453"/>
                  </a:cubicBezTo>
                  <a:lnTo>
                    <a:pt x="0" y="2596"/>
                  </a:lnTo>
                  <a:lnTo>
                    <a:pt x="3810" y="2596"/>
                  </a:lnTo>
                  <a:lnTo>
                    <a:pt x="3810" y="453"/>
                  </a:lnTo>
                  <a:cubicBezTo>
                    <a:pt x="3810" y="214"/>
                    <a:pt x="3596" y="0"/>
                    <a:pt x="3358"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0" name="Google Shape;23220;p145"/>
            <p:cNvSpPr/>
            <p:nvPr/>
          </p:nvSpPr>
          <p:spPr>
            <a:xfrm>
              <a:off x="2740766" y="2779323"/>
              <a:ext cx="76635" cy="10888"/>
            </a:xfrm>
            <a:custGeom>
              <a:avLst/>
              <a:gdLst/>
              <a:ahLst/>
              <a:cxnLst/>
              <a:rect l="l" t="t" r="r" b="b"/>
              <a:pathLst>
                <a:path w="2358" h="335" extrusionOk="0">
                  <a:moveTo>
                    <a:pt x="191" y="1"/>
                  </a:moveTo>
                  <a:cubicBezTo>
                    <a:pt x="48" y="1"/>
                    <a:pt x="0" y="96"/>
                    <a:pt x="0" y="191"/>
                  </a:cubicBezTo>
                  <a:cubicBezTo>
                    <a:pt x="24" y="287"/>
                    <a:pt x="96" y="334"/>
                    <a:pt x="191" y="334"/>
                  </a:cubicBezTo>
                  <a:lnTo>
                    <a:pt x="2167" y="334"/>
                  </a:lnTo>
                  <a:cubicBezTo>
                    <a:pt x="2263" y="334"/>
                    <a:pt x="2358" y="263"/>
                    <a:pt x="2358" y="168"/>
                  </a:cubicBezTo>
                  <a:cubicBezTo>
                    <a:pt x="2334" y="72"/>
                    <a:pt x="2263" y="1"/>
                    <a:pt x="21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1" name="Google Shape;23221;p145"/>
            <p:cNvSpPr/>
            <p:nvPr/>
          </p:nvSpPr>
          <p:spPr>
            <a:xfrm>
              <a:off x="2740766" y="2804868"/>
              <a:ext cx="76635" cy="10888"/>
            </a:xfrm>
            <a:custGeom>
              <a:avLst/>
              <a:gdLst/>
              <a:ahLst/>
              <a:cxnLst/>
              <a:rect l="l" t="t" r="r" b="b"/>
              <a:pathLst>
                <a:path w="2358" h="335" extrusionOk="0">
                  <a:moveTo>
                    <a:pt x="191" y="1"/>
                  </a:moveTo>
                  <a:cubicBezTo>
                    <a:pt x="48" y="1"/>
                    <a:pt x="0" y="96"/>
                    <a:pt x="0" y="191"/>
                  </a:cubicBezTo>
                  <a:cubicBezTo>
                    <a:pt x="24" y="263"/>
                    <a:pt x="96" y="334"/>
                    <a:pt x="191" y="334"/>
                  </a:cubicBezTo>
                  <a:lnTo>
                    <a:pt x="2167" y="334"/>
                  </a:lnTo>
                  <a:cubicBezTo>
                    <a:pt x="2263" y="334"/>
                    <a:pt x="2358" y="263"/>
                    <a:pt x="2358" y="144"/>
                  </a:cubicBezTo>
                  <a:cubicBezTo>
                    <a:pt x="2334" y="48"/>
                    <a:pt x="2263" y="1"/>
                    <a:pt x="21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2" name="Google Shape;23222;p145"/>
            <p:cNvSpPr/>
            <p:nvPr/>
          </p:nvSpPr>
          <p:spPr>
            <a:xfrm>
              <a:off x="2603778" y="2753811"/>
              <a:ext cx="116122" cy="84370"/>
            </a:xfrm>
            <a:custGeom>
              <a:avLst/>
              <a:gdLst/>
              <a:ahLst/>
              <a:cxnLst/>
              <a:rect l="l" t="t" r="r" b="b"/>
              <a:pathLst>
                <a:path w="3573" h="2596" extrusionOk="0">
                  <a:moveTo>
                    <a:pt x="429" y="0"/>
                  </a:moveTo>
                  <a:cubicBezTo>
                    <a:pt x="191" y="0"/>
                    <a:pt x="0" y="214"/>
                    <a:pt x="0" y="453"/>
                  </a:cubicBezTo>
                  <a:lnTo>
                    <a:pt x="0" y="2596"/>
                  </a:lnTo>
                  <a:lnTo>
                    <a:pt x="3572" y="2596"/>
                  </a:lnTo>
                  <a:lnTo>
                    <a:pt x="3572" y="453"/>
                  </a:lnTo>
                  <a:cubicBezTo>
                    <a:pt x="3572" y="214"/>
                    <a:pt x="3358" y="0"/>
                    <a:pt x="3120"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3" name="Google Shape;23223;p145"/>
            <p:cNvSpPr/>
            <p:nvPr/>
          </p:nvSpPr>
          <p:spPr>
            <a:xfrm>
              <a:off x="2624676" y="2779323"/>
              <a:ext cx="76635" cy="10888"/>
            </a:xfrm>
            <a:custGeom>
              <a:avLst/>
              <a:gdLst/>
              <a:ahLst/>
              <a:cxnLst/>
              <a:rect l="l" t="t" r="r" b="b"/>
              <a:pathLst>
                <a:path w="2358" h="335" extrusionOk="0">
                  <a:moveTo>
                    <a:pt x="191" y="1"/>
                  </a:moveTo>
                  <a:cubicBezTo>
                    <a:pt x="48" y="1"/>
                    <a:pt x="0" y="96"/>
                    <a:pt x="0" y="191"/>
                  </a:cubicBezTo>
                  <a:cubicBezTo>
                    <a:pt x="24" y="287"/>
                    <a:pt x="95" y="334"/>
                    <a:pt x="191" y="334"/>
                  </a:cubicBezTo>
                  <a:lnTo>
                    <a:pt x="2167" y="334"/>
                  </a:lnTo>
                  <a:cubicBezTo>
                    <a:pt x="2263" y="334"/>
                    <a:pt x="2358" y="263"/>
                    <a:pt x="2358" y="168"/>
                  </a:cubicBezTo>
                  <a:cubicBezTo>
                    <a:pt x="2334" y="72"/>
                    <a:pt x="2263" y="1"/>
                    <a:pt x="21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4" name="Google Shape;23224;p145"/>
            <p:cNvSpPr/>
            <p:nvPr/>
          </p:nvSpPr>
          <p:spPr>
            <a:xfrm>
              <a:off x="2624676" y="2804868"/>
              <a:ext cx="76635" cy="10888"/>
            </a:xfrm>
            <a:custGeom>
              <a:avLst/>
              <a:gdLst/>
              <a:ahLst/>
              <a:cxnLst/>
              <a:rect l="l" t="t" r="r" b="b"/>
              <a:pathLst>
                <a:path w="2358" h="335" extrusionOk="0">
                  <a:moveTo>
                    <a:pt x="191" y="1"/>
                  </a:moveTo>
                  <a:cubicBezTo>
                    <a:pt x="48" y="1"/>
                    <a:pt x="0" y="96"/>
                    <a:pt x="0" y="191"/>
                  </a:cubicBezTo>
                  <a:cubicBezTo>
                    <a:pt x="24" y="263"/>
                    <a:pt x="95" y="334"/>
                    <a:pt x="191" y="334"/>
                  </a:cubicBezTo>
                  <a:lnTo>
                    <a:pt x="2167" y="334"/>
                  </a:lnTo>
                  <a:cubicBezTo>
                    <a:pt x="2263" y="334"/>
                    <a:pt x="2358" y="263"/>
                    <a:pt x="2358" y="144"/>
                  </a:cubicBezTo>
                  <a:cubicBezTo>
                    <a:pt x="2334" y="48"/>
                    <a:pt x="2263" y="1"/>
                    <a:pt x="21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5" name="Google Shape;23225;p145"/>
            <p:cNvSpPr/>
            <p:nvPr/>
          </p:nvSpPr>
          <p:spPr>
            <a:xfrm>
              <a:off x="2541086" y="2684911"/>
              <a:ext cx="358378" cy="25578"/>
            </a:xfrm>
            <a:custGeom>
              <a:avLst/>
              <a:gdLst/>
              <a:ahLst/>
              <a:cxnLst/>
              <a:rect l="l" t="t" r="r" b="b"/>
              <a:pathLst>
                <a:path w="11027" h="787" extrusionOk="0">
                  <a:moveTo>
                    <a:pt x="167" y="1"/>
                  </a:moveTo>
                  <a:cubicBezTo>
                    <a:pt x="72" y="1"/>
                    <a:pt x="0" y="72"/>
                    <a:pt x="0" y="144"/>
                  </a:cubicBezTo>
                  <a:lnTo>
                    <a:pt x="0" y="453"/>
                  </a:lnTo>
                  <a:cubicBezTo>
                    <a:pt x="0" y="620"/>
                    <a:pt x="167" y="786"/>
                    <a:pt x="334" y="786"/>
                  </a:cubicBezTo>
                  <a:lnTo>
                    <a:pt x="4525" y="786"/>
                  </a:lnTo>
                  <a:lnTo>
                    <a:pt x="5525" y="572"/>
                  </a:lnTo>
                  <a:lnTo>
                    <a:pt x="6502" y="786"/>
                  </a:lnTo>
                  <a:lnTo>
                    <a:pt x="10693" y="786"/>
                  </a:lnTo>
                  <a:cubicBezTo>
                    <a:pt x="10883" y="786"/>
                    <a:pt x="11003" y="620"/>
                    <a:pt x="11026" y="453"/>
                  </a:cubicBezTo>
                  <a:lnTo>
                    <a:pt x="11026" y="144"/>
                  </a:lnTo>
                  <a:cubicBezTo>
                    <a:pt x="11026" y="72"/>
                    <a:pt x="10955" y="1"/>
                    <a:pt x="10883" y="1"/>
                  </a:cubicBezTo>
                  <a:lnTo>
                    <a:pt x="6502" y="1"/>
                  </a:lnTo>
                  <a:lnTo>
                    <a:pt x="5525" y="215"/>
                  </a:lnTo>
                  <a:lnTo>
                    <a:pt x="4525" y="1"/>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6" name="Google Shape;23226;p145"/>
            <p:cNvSpPr/>
            <p:nvPr/>
          </p:nvSpPr>
          <p:spPr>
            <a:xfrm>
              <a:off x="2866931" y="2684911"/>
              <a:ext cx="31753" cy="25578"/>
            </a:xfrm>
            <a:custGeom>
              <a:avLst/>
              <a:gdLst/>
              <a:ahLst/>
              <a:cxnLst/>
              <a:rect l="l" t="t" r="r" b="b"/>
              <a:pathLst>
                <a:path w="977" h="787" extrusionOk="0">
                  <a:moveTo>
                    <a:pt x="167" y="1"/>
                  </a:moveTo>
                  <a:cubicBezTo>
                    <a:pt x="262" y="1"/>
                    <a:pt x="310" y="72"/>
                    <a:pt x="310" y="144"/>
                  </a:cubicBezTo>
                  <a:lnTo>
                    <a:pt x="310" y="453"/>
                  </a:lnTo>
                  <a:cubicBezTo>
                    <a:pt x="310" y="620"/>
                    <a:pt x="167" y="786"/>
                    <a:pt x="0" y="786"/>
                  </a:cubicBezTo>
                  <a:lnTo>
                    <a:pt x="643" y="786"/>
                  </a:lnTo>
                  <a:cubicBezTo>
                    <a:pt x="834" y="786"/>
                    <a:pt x="977" y="620"/>
                    <a:pt x="977" y="453"/>
                  </a:cubicBezTo>
                  <a:lnTo>
                    <a:pt x="977" y="144"/>
                  </a:lnTo>
                  <a:cubicBezTo>
                    <a:pt x="977" y="72"/>
                    <a:pt x="905" y="1"/>
                    <a:pt x="834" y="1"/>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7" name="Google Shape;23227;p145"/>
            <p:cNvSpPr/>
            <p:nvPr/>
          </p:nvSpPr>
          <p:spPr>
            <a:xfrm>
              <a:off x="2688896" y="2684911"/>
              <a:ext cx="62725" cy="24017"/>
            </a:xfrm>
            <a:custGeom>
              <a:avLst/>
              <a:gdLst/>
              <a:ahLst/>
              <a:cxnLst/>
              <a:rect l="l" t="t" r="r" b="b"/>
              <a:pathLst>
                <a:path w="1930" h="739" extrusionOk="0">
                  <a:moveTo>
                    <a:pt x="1" y="1"/>
                  </a:moveTo>
                  <a:lnTo>
                    <a:pt x="1" y="739"/>
                  </a:lnTo>
                  <a:lnTo>
                    <a:pt x="1930" y="739"/>
                  </a:lnTo>
                  <a:lnTo>
                    <a:pt x="1930" y="1"/>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8" name="Google Shape;23228;p145"/>
            <p:cNvSpPr/>
            <p:nvPr/>
          </p:nvSpPr>
          <p:spPr>
            <a:xfrm>
              <a:off x="2729911" y="2684911"/>
              <a:ext cx="21710" cy="24017"/>
            </a:xfrm>
            <a:custGeom>
              <a:avLst/>
              <a:gdLst/>
              <a:ahLst/>
              <a:cxnLst/>
              <a:rect l="l" t="t" r="r" b="b"/>
              <a:pathLst>
                <a:path w="668" h="739" extrusionOk="0">
                  <a:moveTo>
                    <a:pt x="1" y="1"/>
                  </a:moveTo>
                  <a:lnTo>
                    <a:pt x="1" y="739"/>
                  </a:lnTo>
                  <a:lnTo>
                    <a:pt x="668" y="739"/>
                  </a:lnTo>
                  <a:lnTo>
                    <a:pt x="668" y="1"/>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29" name="Google Shape;23229;p145"/>
          <p:cNvGrpSpPr/>
          <p:nvPr/>
        </p:nvGrpSpPr>
        <p:grpSpPr>
          <a:xfrm>
            <a:off x="1768658" y="2329353"/>
            <a:ext cx="341347" cy="357208"/>
            <a:chOff x="1768658" y="2481753"/>
            <a:chExt cx="341347" cy="357208"/>
          </a:xfrm>
        </p:grpSpPr>
        <p:sp>
          <p:nvSpPr>
            <p:cNvPr id="23230" name="Google Shape;23230;p145"/>
            <p:cNvSpPr/>
            <p:nvPr/>
          </p:nvSpPr>
          <p:spPr>
            <a:xfrm>
              <a:off x="1789556" y="2507688"/>
              <a:ext cx="301113" cy="315022"/>
            </a:xfrm>
            <a:custGeom>
              <a:avLst/>
              <a:gdLst/>
              <a:ahLst/>
              <a:cxnLst/>
              <a:rect l="l" t="t" r="r" b="b"/>
              <a:pathLst>
                <a:path w="9265" h="9693" extrusionOk="0">
                  <a:moveTo>
                    <a:pt x="4597" y="0"/>
                  </a:moveTo>
                  <a:lnTo>
                    <a:pt x="0" y="3739"/>
                  </a:lnTo>
                  <a:lnTo>
                    <a:pt x="0" y="9645"/>
                  </a:lnTo>
                  <a:lnTo>
                    <a:pt x="9264" y="9693"/>
                  </a:lnTo>
                  <a:lnTo>
                    <a:pt x="9264" y="3739"/>
                  </a:lnTo>
                  <a:lnTo>
                    <a:pt x="4597" y="0"/>
                  </a:lnTo>
                  <a:close/>
                </a:path>
              </a:pathLst>
            </a:custGeom>
            <a:solidFill>
              <a:srgbClr val="EF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1" name="Google Shape;23231;p145"/>
            <p:cNvSpPr/>
            <p:nvPr/>
          </p:nvSpPr>
          <p:spPr>
            <a:xfrm>
              <a:off x="2068178" y="2627646"/>
              <a:ext cx="21710" cy="193505"/>
            </a:xfrm>
            <a:custGeom>
              <a:avLst/>
              <a:gdLst/>
              <a:ahLst/>
              <a:cxnLst/>
              <a:rect l="l" t="t" r="r" b="b"/>
              <a:pathLst>
                <a:path w="668" h="5954" extrusionOk="0">
                  <a:moveTo>
                    <a:pt x="1" y="0"/>
                  </a:moveTo>
                  <a:lnTo>
                    <a:pt x="1" y="5954"/>
                  </a:lnTo>
                  <a:lnTo>
                    <a:pt x="667" y="5954"/>
                  </a:lnTo>
                  <a:lnTo>
                    <a:pt x="667" y="0"/>
                  </a:lnTo>
                  <a:close/>
                </a:path>
              </a:pathLst>
            </a:custGeom>
            <a:solidFill>
              <a:srgbClr val="E1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2" name="Google Shape;23232;p145"/>
            <p:cNvSpPr/>
            <p:nvPr/>
          </p:nvSpPr>
          <p:spPr>
            <a:xfrm>
              <a:off x="1768658" y="2481753"/>
              <a:ext cx="341347" cy="177840"/>
            </a:xfrm>
            <a:custGeom>
              <a:avLst/>
              <a:gdLst/>
              <a:ahLst/>
              <a:cxnLst/>
              <a:rect l="l" t="t" r="r" b="b"/>
              <a:pathLst>
                <a:path w="10503" h="5472" extrusionOk="0">
                  <a:moveTo>
                    <a:pt x="5251" y="0"/>
                  </a:moveTo>
                  <a:cubicBezTo>
                    <a:pt x="5222" y="0"/>
                    <a:pt x="5192" y="12"/>
                    <a:pt x="5168" y="36"/>
                  </a:cubicBezTo>
                  <a:lnTo>
                    <a:pt x="48" y="4132"/>
                  </a:lnTo>
                  <a:cubicBezTo>
                    <a:pt x="24" y="4180"/>
                    <a:pt x="0" y="4204"/>
                    <a:pt x="0" y="4227"/>
                  </a:cubicBezTo>
                  <a:lnTo>
                    <a:pt x="0" y="5370"/>
                  </a:lnTo>
                  <a:cubicBezTo>
                    <a:pt x="0" y="5421"/>
                    <a:pt x="60" y="5472"/>
                    <a:pt x="128" y="5472"/>
                  </a:cubicBezTo>
                  <a:cubicBezTo>
                    <a:pt x="157" y="5472"/>
                    <a:pt x="187" y="5463"/>
                    <a:pt x="215" y="5442"/>
                  </a:cubicBezTo>
                  <a:lnTo>
                    <a:pt x="5168" y="1465"/>
                  </a:lnTo>
                  <a:cubicBezTo>
                    <a:pt x="5192" y="1453"/>
                    <a:pt x="5222" y="1447"/>
                    <a:pt x="5251" y="1447"/>
                  </a:cubicBezTo>
                  <a:cubicBezTo>
                    <a:pt x="5281" y="1447"/>
                    <a:pt x="5311" y="1453"/>
                    <a:pt x="5335" y="1465"/>
                  </a:cubicBezTo>
                  <a:lnTo>
                    <a:pt x="10288" y="5442"/>
                  </a:lnTo>
                  <a:cubicBezTo>
                    <a:pt x="10316" y="5463"/>
                    <a:pt x="10346" y="5472"/>
                    <a:pt x="10374" y="5472"/>
                  </a:cubicBezTo>
                  <a:cubicBezTo>
                    <a:pt x="10443" y="5472"/>
                    <a:pt x="10503" y="5421"/>
                    <a:pt x="10503" y="5370"/>
                  </a:cubicBezTo>
                  <a:lnTo>
                    <a:pt x="10503" y="4227"/>
                  </a:lnTo>
                  <a:cubicBezTo>
                    <a:pt x="10479" y="4204"/>
                    <a:pt x="10479" y="4180"/>
                    <a:pt x="10455" y="4132"/>
                  </a:cubicBezTo>
                  <a:lnTo>
                    <a:pt x="5335" y="36"/>
                  </a:lnTo>
                  <a:cubicBezTo>
                    <a:pt x="5311" y="12"/>
                    <a:pt x="5281" y="0"/>
                    <a:pt x="5251" y="0"/>
                  </a:cubicBezTo>
                  <a:close/>
                </a:path>
              </a:pathLst>
            </a:custGeom>
            <a:solidFill>
              <a:srgbClr val="C4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3" name="Google Shape;23233;p145"/>
            <p:cNvSpPr/>
            <p:nvPr/>
          </p:nvSpPr>
          <p:spPr>
            <a:xfrm>
              <a:off x="1923456" y="2481753"/>
              <a:ext cx="186550" cy="179042"/>
            </a:xfrm>
            <a:custGeom>
              <a:avLst/>
              <a:gdLst/>
              <a:ahLst/>
              <a:cxnLst/>
              <a:rect l="l" t="t" r="r" b="b"/>
              <a:pathLst>
                <a:path w="5740" h="5509" extrusionOk="0">
                  <a:moveTo>
                    <a:pt x="488" y="0"/>
                  </a:moveTo>
                  <a:cubicBezTo>
                    <a:pt x="459" y="0"/>
                    <a:pt x="429" y="12"/>
                    <a:pt x="405" y="36"/>
                  </a:cubicBezTo>
                  <a:lnTo>
                    <a:pt x="0" y="369"/>
                  </a:lnTo>
                  <a:lnTo>
                    <a:pt x="4549" y="4013"/>
                  </a:lnTo>
                  <a:cubicBezTo>
                    <a:pt x="4882" y="4275"/>
                    <a:pt x="5049" y="4680"/>
                    <a:pt x="5049" y="5085"/>
                  </a:cubicBezTo>
                  <a:lnTo>
                    <a:pt x="5525" y="5490"/>
                  </a:lnTo>
                  <a:cubicBezTo>
                    <a:pt x="5551" y="5502"/>
                    <a:pt x="5578" y="5508"/>
                    <a:pt x="5604" y="5508"/>
                  </a:cubicBezTo>
                  <a:cubicBezTo>
                    <a:pt x="5676" y="5508"/>
                    <a:pt x="5740" y="5464"/>
                    <a:pt x="5740" y="5394"/>
                  </a:cubicBezTo>
                  <a:lnTo>
                    <a:pt x="5740" y="4251"/>
                  </a:lnTo>
                  <a:cubicBezTo>
                    <a:pt x="5716" y="4204"/>
                    <a:pt x="5716" y="4180"/>
                    <a:pt x="5692" y="4132"/>
                  </a:cubicBezTo>
                  <a:lnTo>
                    <a:pt x="572" y="36"/>
                  </a:lnTo>
                  <a:cubicBezTo>
                    <a:pt x="548" y="12"/>
                    <a:pt x="518" y="0"/>
                    <a:pt x="488" y="0"/>
                  </a:cubicBez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4" name="Google Shape;23234;p145"/>
            <p:cNvSpPr/>
            <p:nvPr/>
          </p:nvSpPr>
          <p:spPr>
            <a:xfrm>
              <a:off x="1770218" y="2809516"/>
              <a:ext cx="338228" cy="29445"/>
            </a:xfrm>
            <a:custGeom>
              <a:avLst/>
              <a:gdLst/>
              <a:ahLst/>
              <a:cxnLst/>
              <a:rect l="l" t="t" r="r" b="b"/>
              <a:pathLst>
                <a:path w="10407" h="906" extrusionOk="0">
                  <a:moveTo>
                    <a:pt x="119" y="1"/>
                  </a:moveTo>
                  <a:cubicBezTo>
                    <a:pt x="71" y="1"/>
                    <a:pt x="0" y="72"/>
                    <a:pt x="0" y="120"/>
                  </a:cubicBezTo>
                  <a:lnTo>
                    <a:pt x="0" y="858"/>
                  </a:lnTo>
                  <a:cubicBezTo>
                    <a:pt x="0" y="906"/>
                    <a:pt x="0" y="906"/>
                    <a:pt x="48" y="906"/>
                  </a:cubicBezTo>
                  <a:lnTo>
                    <a:pt x="10359" y="906"/>
                  </a:lnTo>
                  <a:cubicBezTo>
                    <a:pt x="10407" y="906"/>
                    <a:pt x="10407" y="906"/>
                    <a:pt x="10407" y="858"/>
                  </a:cubicBezTo>
                  <a:lnTo>
                    <a:pt x="10407" y="120"/>
                  </a:lnTo>
                  <a:cubicBezTo>
                    <a:pt x="10407" y="72"/>
                    <a:pt x="10335" y="1"/>
                    <a:pt x="10288" y="1"/>
                  </a:cubicBezTo>
                  <a:close/>
                </a:path>
              </a:pathLst>
            </a:custGeom>
            <a:solidFill>
              <a:srgbClr val="AD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5" name="Google Shape;23235;p145"/>
            <p:cNvSpPr/>
            <p:nvPr/>
          </p:nvSpPr>
          <p:spPr>
            <a:xfrm>
              <a:off x="2069738" y="2809516"/>
              <a:ext cx="38708" cy="29445"/>
            </a:xfrm>
            <a:custGeom>
              <a:avLst/>
              <a:gdLst/>
              <a:ahLst/>
              <a:cxnLst/>
              <a:rect l="l" t="t" r="r" b="b"/>
              <a:pathLst>
                <a:path w="1191" h="906" extrusionOk="0">
                  <a:moveTo>
                    <a:pt x="0" y="1"/>
                  </a:moveTo>
                  <a:cubicBezTo>
                    <a:pt x="286" y="1"/>
                    <a:pt x="524" y="239"/>
                    <a:pt x="524" y="548"/>
                  </a:cubicBezTo>
                  <a:lnTo>
                    <a:pt x="524" y="739"/>
                  </a:lnTo>
                  <a:cubicBezTo>
                    <a:pt x="524" y="810"/>
                    <a:pt x="476" y="906"/>
                    <a:pt x="405" y="906"/>
                  </a:cubicBezTo>
                  <a:lnTo>
                    <a:pt x="1072" y="906"/>
                  </a:lnTo>
                  <a:cubicBezTo>
                    <a:pt x="1119" y="906"/>
                    <a:pt x="1191" y="834"/>
                    <a:pt x="1191" y="787"/>
                  </a:cubicBezTo>
                  <a:lnTo>
                    <a:pt x="1191" y="548"/>
                  </a:lnTo>
                  <a:cubicBezTo>
                    <a:pt x="1191" y="239"/>
                    <a:pt x="953" y="1"/>
                    <a:pt x="643"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6" name="Google Shape;23236;p145"/>
            <p:cNvSpPr/>
            <p:nvPr/>
          </p:nvSpPr>
          <p:spPr>
            <a:xfrm>
              <a:off x="1918808" y="2623778"/>
              <a:ext cx="40267" cy="17842"/>
            </a:xfrm>
            <a:custGeom>
              <a:avLst/>
              <a:gdLst/>
              <a:ahLst/>
              <a:cxnLst/>
              <a:rect l="l" t="t" r="r" b="b"/>
              <a:pathLst>
                <a:path w="1239" h="549" extrusionOk="0">
                  <a:moveTo>
                    <a:pt x="620" y="0"/>
                  </a:moveTo>
                  <a:cubicBezTo>
                    <a:pt x="405" y="0"/>
                    <a:pt x="191" y="96"/>
                    <a:pt x="48" y="238"/>
                  </a:cubicBezTo>
                  <a:cubicBezTo>
                    <a:pt x="0" y="310"/>
                    <a:pt x="0" y="429"/>
                    <a:pt x="48" y="477"/>
                  </a:cubicBezTo>
                  <a:cubicBezTo>
                    <a:pt x="84" y="512"/>
                    <a:pt x="131" y="530"/>
                    <a:pt x="176" y="530"/>
                  </a:cubicBezTo>
                  <a:cubicBezTo>
                    <a:pt x="221" y="530"/>
                    <a:pt x="262" y="512"/>
                    <a:pt x="286" y="477"/>
                  </a:cubicBezTo>
                  <a:cubicBezTo>
                    <a:pt x="381" y="429"/>
                    <a:pt x="500" y="358"/>
                    <a:pt x="620" y="358"/>
                  </a:cubicBezTo>
                  <a:cubicBezTo>
                    <a:pt x="739" y="358"/>
                    <a:pt x="858" y="405"/>
                    <a:pt x="953" y="477"/>
                  </a:cubicBezTo>
                  <a:cubicBezTo>
                    <a:pt x="977" y="500"/>
                    <a:pt x="1024" y="548"/>
                    <a:pt x="1072" y="548"/>
                  </a:cubicBezTo>
                  <a:cubicBezTo>
                    <a:pt x="1096" y="548"/>
                    <a:pt x="1143" y="548"/>
                    <a:pt x="1191" y="477"/>
                  </a:cubicBezTo>
                  <a:cubicBezTo>
                    <a:pt x="1239" y="429"/>
                    <a:pt x="1239" y="310"/>
                    <a:pt x="1191" y="238"/>
                  </a:cubicBezTo>
                  <a:cubicBezTo>
                    <a:pt x="1024" y="96"/>
                    <a:pt x="834" y="0"/>
                    <a:pt x="620"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7" name="Google Shape;23237;p145"/>
            <p:cNvSpPr/>
            <p:nvPr/>
          </p:nvSpPr>
          <p:spPr>
            <a:xfrm>
              <a:off x="1904086" y="2603661"/>
              <a:ext cx="69713" cy="23238"/>
            </a:xfrm>
            <a:custGeom>
              <a:avLst/>
              <a:gdLst/>
              <a:ahLst/>
              <a:cxnLst/>
              <a:rect l="l" t="t" r="r" b="b"/>
              <a:pathLst>
                <a:path w="2145" h="715" extrusionOk="0">
                  <a:moveTo>
                    <a:pt x="1073" y="0"/>
                  </a:moveTo>
                  <a:cubicBezTo>
                    <a:pt x="692" y="0"/>
                    <a:pt x="334" y="143"/>
                    <a:pt x="49" y="429"/>
                  </a:cubicBezTo>
                  <a:cubicBezTo>
                    <a:pt x="1" y="476"/>
                    <a:pt x="1" y="595"/>
                    <a:pt x="49" y="667"/>
                  </a:cubicBezTo>
                  <a:cubicBezTo>
                    <a:pt x="84" y="691"/>
                    <a:pt x="132" y="703"/>
                    <a:pt x="177" y="703"/>
                  </a:cubicBezTo>
                  <a:cubicBezTo>
                    <a:pt x="221" y="703"/>
                    <a:pt x="263" y="691"/>
                    <a:pt x="287" y="667"/>
                  </a:cubicBezTo>
                  <a:cubicBezTo>
                    <a:pt x="501" y="453"/>
                    <a:pt x="763" y="334"/>
                    <a:pt x="1073" y="334"/>
                  </a:cubicBezTo>
                  <a:cubicBezTo>
                    <a:pt x="1358" y="334"/>
                    <a:pt x="1644" y="453"/>
                    <a:pt x="1835" y="667"/>
                  </a:cubicBezTo>
                  <a:cubicBezTo>
                    <a:pt x="1882" y="691"/>
                    <a:pt x="1930" y="715"/>
                    <a:pt x="1954" y="715"/>
                  </a:cubicBezTo>
                  <a:cubicBezTo>
                    <a:pt x="2025" y="715"/>
                    <a:pt x="2049" y="691"/>
                    <a:pt x="2073" y="667"/>
                  </a:cubicBezTo>
                  <a:cubicBezTo>
                    <a:pt x="2144" y="595"/>
                    <a:pt x="2144" y="476"/>
                    <a:pt x="2073" y="429"/>
                  </a:cubicBezTo>
                  <a:cubicBezTo>
                    <a:pt x="1811" y="143"/>
                    <a:pt x="1454" y="0"/>
                    <a:pt x="1073"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8" name="Google Shape;23238;p145"/>
            <p:cNvSpPr/>
            <p:nvPr/>
          </p:nvSpPr>
          <p:spPr>
            <a:xfrm>
              <a:off x="1888616" y="2581203"/>
              <a:ext cx="100653" cy="30225"/>
            </a:xfrm>
            <a:custGeom>
              <a:avLst/>
              <a:gdLst/>
              <a:ahLst/>
              <a:cxnLst/>
              <a:rect l="l" t="t" r="r" b="b"/>
              <a:pathLst>
                <a:path w="3097" h="930" extrusionOk="0">
                  <a:moveTo>
                    <a:pt x="1549" y="0"/>
                  </a:moveTo>
                  <a:cubicBezTo>
                    <a:pt x="977" y="0"/>
                    <a:pt x="453" y="239"/>
                    <a:pt x="48" y="620"/>
                  </a:cubicBezTo>
                  <a:cubicBezTo>
                    <a:pt x="1" y="691"/>
                    <a:pt x="1" y="810"/>
                    <a:pt x="48" y="882"/>
                  </a:cubicBezTo>
                  <a:cubicBezTo>
                    <a:pt x="84" y="905"/>
                    <a:pt x="132" y="917"/>
                    <a:pt x="176" y="917"/>
                  </a:cubicBezTo>
                  <a:cubicBezTo>
                    <a:pt x="221" y="917"/>
                    <a:pt x="263" y="905"/>
                    <a:pt x="286" y="882"/>
                  </a:cubicBezTo>
                  <a:cubicBezTo>
                    <a:pt x="620" y="548"/>
                    <a:pt x="1072" y="358"/>
                    <a:pt x="1549" y="358"/>
                  </a:cubicBezTo>
                  <a:cubicBezTo>
                    <a:pt x="2025" y="358"/>
                    <a:pt x="2477" y="548"/>
                    <a:pt x="2787" y="882"/>
                  </a:cubicBezTo>
                  <a:cubicBezTo>
                    <a:pt x="2835" y="905"/>
                    <a:pt x="2882" y="929"/>
                    <a:pt x="2906" y="929"/>
                  </a:cubicBezTo>
                  <a:cubicBezTo>
                    <a:pt x="2977" y="929"/>
                    <a:pt x="3001" y="905"/>
                    <a:pt x="3025" y="882"/>
                  </a:cubicBezTo>
                  <a:cubicBezTo>
                    <a:pt x="3097" y="810"/>
                    <a:pt x="3097" y="691"/>
                    <a:pt x="3025" y="620"/>
                  </a:cubicBezTo>
                  <a:cubicBezTo>
                    <a:pt x="2644" y="215"/>
                    <a:pt x="2120" y="0"/>
                    <a:pt x="1549"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9" name="Google Shape;23239;p145"/>
            <p:cNvSpPr/>
            <p:nvPr/>
          </p:nvSpPr>
          <p:spPr>
            <a:xfrm>
              <a:off x="1886308" y="2703501"/>
              <a:ext cx="106047" cy="72378"/>
            </a:xfrm>
            <a:custGeom>
              <a:avLst/>
              <a:gdLst/>
              <a:ahLst/>
              <a:cxnLst/>
              <a:rect l="l" t="t" r="r" b="b"/>
              <a:pathLst>
                <a:path w="3263" h="2227" extrusionOk="0">
                  <a:moveTo>
                    <a:pt x="0" y="0"/>
                  </a:moveTo>
                  <a:lnTo>
                    <a:pt x="0" y="1786"/>
                  </a:lnTo>
                  <a:cubicBezTo>
                    <a:pt x="0" y="1834"/>
                    <a:pt x="48" y="1882"/>
                    <a:pt x="72" y="1882"/>
                  </a:cubicBezTo>
                  <a:lnTo>
                    <a:pt x="334" y="1977"/>
                  </a:lnTo>
                  <a:cubicBezTo>
                    <a:pt x="750" y="2143"/>
                    <a:pt x="1191" y="2227"/>
                    <a:pt x="1631" y="2227"/>
                  </a:cubicBezTo>
                  <a:cubicBezTo>
                    <a:pt x="2072" y="2227"/>
                    <a:pt x="2513" y="2143"/>
                    <a:pt x="2929" y="1977"/>
                  </a:cubicBezTo>
                  <a:lnTo>
                    <a:pt x="3191" y="1882"/>
                  </a:lnTo>
                  <a:cubicBezTo>
                    <a:pt x="3215" y="1834"/>
                    <a:pt x="3263" y="1810"/>
                    <a:pt x="3263" y="1786"/>
                  </a:cubicBezTo>
                  <a:lnTo>
                    <a:pt x="3263"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0" name="Google Shape;23240;p145"/>
            <p:cNvSpPr/>
            <p:nvPr/>
          </p:nvSpPr>
          <p:spPr>
            <a:xfrm>
              <a:off x="1851468" y="2657448"/>
              <a:ext cx="175728" cy="81283"/>
            </a:xfrm>
            <a:custGeom>
              <a:avLst/>
              <a:gdLst/>
              <a:ahLst/>
              <a:cxnLst/>
              <a:rect l="l" t="t" r="r" b="b"/>
              <a:pathLst>
                <a:path w="5407" h="2501" extrusionOk="0">
                  <a:moveTo>
                    <a:pt x="2698" y="0"/>
                  </a:moveTo>
                  <a:cubicBezTo>
                    <a:pt x="2620" y="0"/>
                    <a:pt x="2549" y="12"/>
                    <a:pt x="2501" y="36"/>
                  </a:cubicBezTo>
                  <a:lnTo>
                    <a:pt x="120" y="1108"/>
                  </a:lnTo>
                  <a:cubicBezTo>
                    <a:pt x="1" y="1155"/>
                    <a:pt x="1" y="1298"/>
                    <a:pt x="120" y="1346"/>
                  </a:cubicBezTo>
                  <a:lnTo>
                    <a:pt x="2501" y="2465"/>
                  </a:lnTo>
                  <a:cubicBezTo>
                    <a:pt x="2584" y="2489"/>
                    <a:pt x="2662" y="2501"/>
                    <a:pt x="2733" y="2501"/>
                  </a:cubicBezTo>
                  <a:cubicBezTo>
                    <a:pt x="2805" y="2501"/>
                    <a:pt x="2870" y="2489"/>
                    <a:pt x="2930" y="2465"/>
                  </a:cubicBezTo>
                  <a:lnTo>
                    <a:pt x="5311" y="1346"/>
                  </a:lnTo>
                  <a:cubicBezTo>
                    <a:pt x="5406" y="1322"/>
                    <a:pt x="5406" y="1179"/>
                    <a:pt x="5311" y="1108"/>
                  </a:cubicBezTo>
                  <a:lnTo>
                    <a:pt x="2930" y="36"/>
                  </a:lnTo>
                  <a:cubicBezTo>
                    <a:pt x="2858" y="12"/>
                    <a:pt x="2775" y="0"/>
                    <a:pt x="2698"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1" name="Google Shape;23241;p145"/>
            <p:cNvSpPr/>
            <p:nvPr/>
          </p:nvSpPr>
          <p:spPr>
            <a:xfrm>
              <a:off x="1912601" y="2687251"/>
              <a:ext cx="114595" cy="52260"/>
            </a:xfrm>
            <a:custGeom>
              <a:avLst/>
              <a:gdLst/>
              <a:ahLst/>
              <a:cxnLst/>
              <a:rect l="l" t="t" r="r" b="b"/>
              <a:pathLst>
                <a:path w="3526" h="1608" extrusionOk="0">
                  <a:moveTo>
                    <a:pt x="1" y="1286"/>
                  </a:moveTo>
                  <a:lnTo>
                    <a:pt x="1" y="1286"/>
                  </a:lnTo>
                  <a:cubicBezTo>
                    <a:pt x="12" y="1293"/>
                    <a:pt x="24" y="1298"/>
                    <a:pt x="36" y="1303"/>
                  </a:cubicBezTo>
                  <a:lnTo>
                    <a:pt x="36" y="1303"/>
                  </a:lnTo>
                  <a:lnTo>
                    <a:pt x="1" y="1286"/>
                  </a:lnTo>
                  <a:close/>
                  <a:moveTo>
                    <a:pt x="2930" y="0"/>
                  </a:moveTo>
                  <a:lnTo>
                    <a:pt x="430" y="1238"/>
                  </a:lnTo>
                  <a:cubicBezTo>
                    <a:pt x="313" y="1272"/>
                    <a:pt x="209" y="1316"/>
                    <a:pt x="116" y="1316"/>
                  </a:cubicBezTo>
                  <a:cubicBezTo>
                    <a:pt x="88" y="1316"/>
                    <a:pt x="61" y="1312"/>
                    <a:pt x="36" y="1303"/>
                  </a:cubicBezTo>
                  <a:lnTo>
                    <a:pt x="36" y="1303"/>
                  </a:lnTo>
                  <a:lnTo>
                    <a:pt x="596" y="1572"/>
                  </a:lnTo>
                  <a:cubicBezTo>
                    <a:pt x="656" y="1596"/>
                    <a:pt x="721" y="1608"/>
                    <a:pt x="793" y="1608"/>
                  </a:cubicBezTo>
                  <a:cubicBezTo>
                    <a:pt x="864" y="1608"/>
                    <a:pt x="942" y="1596"/>
                    <a:pt x="1025" y="1572"/>
                  </a:cubicBezTo>
                  <a:lnTo>
                    <a:pt x="3406" y="453"/>
                  </a:lnTo>
                  <a:cubicBezTo>
                    <a:pt x="3525" y="405"/>
                    <a:pt x="3525" y="262"/>
                    <a:pt x="3406" y="191"/>
                  </a:cubicBezTo>
                  <a:lnTo>
                    <a:pt x="2930" y="0"/>
                  </a:ln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42" name="Google Shape;23242;p145"/>
          <p:cNvGrpSpPr/>
          <p:nvPr/>
        </p:nvGrpSpPr>
        <p:grpSpPr>
          <a:xfrm>
            <a:off x="1005526" y="2329743"/>
            <a:ext cx="358377" cy="356817"/>
            <a:chOff x="1005526" y="2482143"/>
            <a:chExt cx="358377" cy="356817"/>
          </a:xfrm>
        </p:grpSpPr>
        <p:sp>
          <p:nvSpPr>
            <p:cNvPr id="23243" name="Google Shape;23243;p145"/>
            <p:cNvSpPr/>
            <p:nvPr/>
          </p:nvSpPr>
          <p:spPr>
            <a:xfrm>
              <a:off x="1015568" y="2675616"/>
              <a:ext cx="339040" cy="163345"/>
            </a:xfrm>
            <a:custGeom>
              <a:avLst/>
              <a:gdLst/>
              <a:ahLst/>
              <a:cxnLst/>
              <a:rect l="l" t="t" r="r" b="b"/>
              <a:pathLst>
                <a:path w="10432" h="5026" extrusionOk="0">
                  <a:moveTo>
                    <a:pt x="5216" y="1"/>
                  </a:moveTo>
                  <a:lnTo>
                    <a:pt x="1" y="1334"/>
                  </a:lnTo>
                  <a:lnTo>
                    <a:pt x="1" y="2263"/>
                  </a:lnTo>
                  <a:lnTo>
                    <a:pt x="215" y="3049"/>
                  </a:lnTo>
                  <a:lnTo>
                    <a:pt x="1" y="3859"/>
                  </a:lnTo>
                  <a:lnTo>
                    <a:pt x="1" y="4764"/>
                  </a:lnTo>
                  <a:cubicBezTo>
                    <a:pt x="1" y="4907"/>
                    <a:pt x="120" y="5026"/>
                    <a:pt x="287" y="5026"/>
                  </a:cubicBezTo>
                  <a:lnTo>
                    <a:pt x="2692" y="5026"/>
                  </a:lnTo>
                  <a:lnTo>
                    <a:pt x="4930" y="4811"/>
                  </a:lnTo>
                  <a:lnTo>
                    <a:pt x="7098" y="5026"/>
                  </a:lnTo>
                  <a:lnTo>
                    <a:pt x="10170" y="5026"/>
                  </a:lnTo>
                  <a:cubicBezTo>
                    <a:pt x="10313" y="5026"/>
                    <a:pt x="10432" y="4907"/>
                    <a:pt x="10432" y="4764"/>
                  </a:cubicBezTo>
                  <a:lnTo>
                    <a:pt x="10432" y="3859"/>
                  </a:lnTo>
                  <a:lnTo>
                    <a:pt x="10217" y="3121"/>
                  </a:lnTo>
                  <a:lnTo>
                    <a:pt x="10432" y="2263"/>
                  </a:lnTo>
                  <a:lnTo>
                    <a:pt x="10432" y="1334"/>
                  </a:lnTo>
                  <a:lnTo>
                    <a:pt x="5216" y="1"/>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4" name="Google Shape;23244;p145"/>
            <p:cNvSpPr/>
            <p:nvPr/>
          </p:nvSpPr>
          <p:spPr>
            <a:xfrm>
              <a:off x="1324617" y="2712016"/>
              <a:ext cx="29413" cy="126945"/>
            </a:xfrm>
            <a:custGeom>
              <a:avLst/>
              <a:gdLst/>
              <a:ahLst/>
              <a:cxnLst/>
              <a:rect l="l" t="t" r="r" b="b"/>
              <a:pathLst>
                <a:path w="905" h="3906" extrusionOk="0">
                  <a:moveTo>
                    <a:pt x="595" y="0"/>
                  </a:moveTo>
                  <a:lnTo>
                    <a:pt x="262" y="214"/>
                  </a:lnTo>
                  <a:lnTo>
                    <a:pt x="262" y="3644"/>
                  </a:lnTo>
                  <a:cubicBezTo>
                    <a:pt x="262" y="3787"/>
                    <a:pt x="143" y="3906"/>
                    <a:pt x="0" y="3906"/>
                  </a:cubicBezTo>
                  <a:lnTo>
                    <a:pt x="643" y="3906"/>
                  </a:lnTo>
                  <a:cubicBezTo>
                    <a:pt x="786" y="3906"/>
                    <a:pt x="905" y="3787"/>
                    <a:pt x="905" y="3644"/>
                  </a:cubicBezTo>
                  <a:lnTo>
                    <a:pt x="905" y="2739"/>
                  </a:lnTo>
                  <a:lnTo>
                    <a:pt x="714" y="1929"/>
                  </a:lnTo>
                  <a:lnTo>
                    <a:pt x="905" y="1143"/>
                  </a:lnTo>
                  <a:lnTo>
                    <a:pt x="905" y="214"/>
                  </a:lnTo>
                  <a:lnTo>
                    <a:pt x="595"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5" name="Google Shape;23245;p145"/>
            <p:cNvSpPr/>
            <p:nvPr/>
          </p:nvSpPr>
          <p:spPr>
            <a:xfrm>
              <a:off x="1320516" y="2748383"/>
              <a:ext cx="34092" cy="51870"/>
            </a:xfrm>
            <a:custGeom>
              <a:avLst/>
              <a:gdLst/>
              <a:ahLst/>
              <a:cxnLst/>
              <a:rect l="l" t="t" r="r" b="b"/>
              <a:pathLst>
                <a:path w="1049" h="1596" extrusionOk="0">
                  <a:moveTo>
                    <a:pt x="263" y="0"/>
                  </a:moveTo>
                  <a:cubicBezTo>
                    <a:pt x="120" y="0"/>
                    <a:pt x="1" y="119"/>
                    <a:pt x="1" y="286"/>
                  </a:cubicBezTo>
                  <a:lnTo>
                    <a:pt x="1" y="1358"/>
                  </a:lnTo>
                  <a:cubicBezTo>
                    <a:pt x="1" y="1477"/>
                    <a:pt x="120" y="1596"/>
                    <a:pt x="263" y="1596"/>
                  </a:cubicBezTo>
                  <a:lnTo>
                    <a:pt x="1049" y="1596"/>
                  </a:lnTo>
                  <a:lnTo>
                    <a:pt x="1049"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6" name="Google Shape;23246;p145"/>
            <p:cNvSpPr/>
            <p:nvPr/>
          </p:nvSpPr>
          <p:spPr>
            <a:xfrm>
              <a:off x="1332151" y="2749163"/>
              <a:ext cx="20898" cy="51090"/>
            </a:xfrm>
            <a:custGeom>
              <a:avLst/>
              <a:gdLst/>
              <a:ahLst/>
              <a:cxnLst/>
              <a:rect l="l" t="t" r="r" b="b"/>
              <a:pathLst>
                <a:path w="643" h="1572" extrusionOk="0">
                  <a:moveTo>
                    <a:pt x="0" y="0"/>
                  </a:moveTo>
                  <a:lnTo>
                    <a:pt x="0" y="1572"/>
                  </a:lnTo>
                  <a:lnTo>
                    <a:pt x="643" y="1572"/>
                  </a:lnTo>
                  <a:lnTo>
                    <a:pt x="643"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7" name="Google Shape;23247;p145"/>
            <p:cNvSpPr/>
            <p:nvPr/>
          </p:nvSpPr>
          <p:spPr>
            <a:xfrm>
              <a:off x="1130131" y="2488318"/>
              <a:ext cx="52650" cy="31005"/>
            </a:xfrm>
            <a:custGeom>
              <a:avLst/>
              <a:gdLst/>
              <a:ahLst/>
              <a:cxnLst/>
              <a:rect l="l" t="t" r="r" b="b"/>
              <a:pathLst>
                <a:path w="1620" h="954" extrusionOk="0">
                  <a:moveTo>
                    <a:pt x="239" y="1"/>
                  </a:moveTo>
                  <a:cubicBezTo>
                    <a:pt x="119" y="1"/>
                    <a:pt x="0" y="120"/>
                    <a:pt x="0" y="239"/>
                  </a:cubicBezTo>
                  <a:lnTo>
                    <a:pt x="0" y="715"/>
                  </a:lnTo>
                  <a:cubicBezTo>
                    <a:pt x="0" y="834"/>
                    <a:pt x="96" y="953"/>
                    <a:pt x="239" y="953"/>
                  </a:cubicBezTo>
                  <a:lnTo>
                    <a:pt x="1620" y="953"/>
                  </a:lnTo>
                  <a:lnTo>
                    <a:pt x="1620" y="1"/>
                  </a:lnTo>
                  <a:close/>
                </a:path>
              </a:pathLst>
            </a:custGeom>
            <a:solidFill>
              <a:srgbClr val="C4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8" name="Google Shape;23248;p145"/>
            <p:cNvSpPr/>
            <p:nvPr/>
          </p:nvSpPr>
          <p:spPr>
            <a:xfrm>
              <a:off x="1178101" y="2482923"/>
              <a:ext cx="10888" cy="82063"/>
            </a:xfrm>
            <a:custGeom>
              <a:avLst/>
              <a:gdLst/>
              <a:ahLst/>
              <a:cxnLst/>
              <a:rect l="l" t="t" r="r" b="b"/>
              <a:pathLst>
                <a:path w="335" h="2525" extrusionOk="0">
                  <a:moveTo>
                    <a:pt x="144" y="0"/>
                  </a:moveTo>
                  <a:cubicBezTo>
                    <a:pt x="72" y="24"/>
                    <a:pt x="1" y="72"/>
                    <a:pt x="1" y="167"/>
                  </a:cubicBezTo>
                  <a:lnTo>
                    <a:pt x="1" y="2358"/>
                  </a:lnTo>
                  <a:cubicBezTo>
                    <a:pt x="1" y="2429"/>
                    <a:pt x="72" y="2501"/>
                    <a:pt x="144" y="2524"/>
                  </a:cubicBezTo>
                  <a:cubicBezTo>
                    <a:pt x="239" y="2524"/>
                    <a:pt x="334" y="2429"/>
                    <a:pt x="334" y="2358"/>
                  </a:cubicBezTo>
                  <a:lnTo>
                    <a:pt x="334" y="167"/>
                  </a:lnTo>
                  <a:cubicBezTo>
                    <a:pt x="334" y="48"/>
                    <a:pt x="239" y="0"/>
                    <a:pt x="14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9" name="Google Shape;23249;p145"/>
            <p:cNvSpPr/>
            <p:nvPr/>
          </p:nvSpPr>
          <p:spPr>
            <a:xfrm>
              <a:off x="1065131" y="2550426"/>
              <a:ext cx="239948" cy="143033"/>
            </a:xfrm>
            <a:custGeom>
              <a:avLst/>
              <a:gdLst/>
              <a:ahLst/>
              <a:cxnLst/>
              <a:rect l="l" t="t" r="r" b="b"/>
              <a:pathLst>
                <a:path w="7383" h="4401" extrusionOk="0">
                  <a:moveTo>
                    <a:pt x="3656" y="1"/>
                  </a:moveTo>
                  <a:cubicBezTo>
                    <a:pt x="3572" y="1"/>
                    <a:pt x="3489" y="31"/>
                    <a:pt x="3429" y="90"/>
                  </a:cubicBezTo>
                  <a:lnTo>
                    <a:pt x="0" y="3662"/>
                  </a:lnTo>
                  <a:lnTo>
                    <a:pt x="0" y="4401"/>
                  </a:lnTo>
                  <a:lnTo>
                    <a:pt x="7382" y="4401"/>
                  </a:lnTo>
                  <a:lnTo>
                    <a:pt x="7382" y="3662"/>
                  </a:lnTo>
                  <a:lnTo>
                    <a:pt x="3882" y="90"/>
                  </a:lnTo>
                  <a:cubicBezTo>
                    <a:pt x="3822" y="31"/>
                    <a:pt x="3739" y="1"/>
                    <a:pt x="3656" y="1"/>
                  </a:cubicBez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0" name="Google Shape;23250;p145"/>
            <p:cNvSpPr/>
            <p:nvPr/>
          </p:nvSpPr>
          <p:spPr>
            <a:xfrm>
              <a:off x="1005526" y="2664013"/>
              <a:ext cx="358377" cy="54990"/>
            </a:xfrm>
            <a:custGeom>
              <a:avLst/>
              <a:gdLst/>
              <a:ahLst/>
              <a:cxnLst/>
              <a:rect l="l" t="t" r="r" b="b"/>
              <a:pathLst>
                <a:path w="11027" h="1692" extrusionOk="0">
                  <a:moveTo>
                    <a:pt x="834" y="1"/>
                  </a:moveTo>
                  <a:cubicBezTo>
                    <a:pt x="739" y="1"/>
                    <a:pt x="643" y="48"/>
                    <a:pt x="596" y="144"/>
                  </a:cubicBezTo>
                  <a:lnTo>
                    <a:pt x="24" y="1501"/>
                  </a:lnTo>
                  <a:cubicBezTo>
                    <a:pt x="0" y="1596"/>
                    <a:pt x="48" y="1691"/>
                    <a:pt x="143" y="1691"/>
                  </a:cubicBezTo>
                  <a:lnTo>
                    <a:pt x="10884" y="1691"/>
                  </a:lnTo>
                  <a:cubicBezTo>
                    <a:pt x="10979" y="1691"/>
                    <a:pt x="11026" y="1596"/>
                    <a:pt x="11003" y="1501"/>
                  </a:cubicBezTo>
                  <a:lnTo>
                    <a:pt x="10431" y="144"/>
                  </a:lnTo>
                  <a:cubicBezTo>
                    <a:pt x="10407" y="48"/>
                    <a:pt x="10312" y="1"/>
                    <a:pt x="1021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1" name="Google Shape;23251;p145"/>
            <p:cNvSpPr/>
            <p:nvPr/>
          </p:nvSpPr>
          <p:spPr>
            <a:xfrm>
              <a:off x="1314341" y="2663233"/>
              <a:ext cx="49563" cy="55770"/>
            </a:xfrm>
            <a:custGeom>
              <a:avLst/>
              <a:gdLst/>
              <a:ahLst/>
              <a:cxnLst/>
              <a:rect l="l" t="t" r="r" b="b"/>
              <a:pathLst>
                <a:path w="1525" h="1716" extrusionOk="0">
                  <a:moveTo>
                    <a:pt x="0" y="1"/>
                  </a:moveTo>
                  <a:cubicBezTo>
                    <a:pt x="96" y="1"/>
                    <a:pt x="191" y="72"/>
                    <a:pt x="262" y="168"/>
                  </a:cubicBezTo>
                  <a:lnTo>
                    <a:pt x="810" y="1525"/>
                  </a:lnTo>
                  <a:cubicBezTo>
                    <a:pt x="858" y="1620"/>
                    <a:pt x="786" y="1715"/>
                    <a:pt x="691" y="1715"/>
                  </a:cubicBezTo>
                  <a:lnTo>
                    <a:pt x="1382" y="1715"/>
                  </a:lnTo>
                  <a:cubicBezTo>
                    <a:pt x="1477" y="1715"/>
                    <a:pt x="1524" y="1620"/>
                    <a:pt x="1501" y="1525"/>
                  </a:cubicBezTo>
                  <a:lnTo>
                    <a:pt x="929" y="168"/>
                  </a:lnTo>
                  <a:cubicBezTo>
                    <a:pt x="905" y="72"/>
                    <a:pt x="810" y="1"/>
                    <a:pt x="691" y="1"/>
                  </a:cubicBez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2" name="Google Shape;23252;p145"/>
            <p:cNvSpPr/>
            <p:nvPr/>
          </p:nvSpPr>
          <p:spPr>
            <a:xfrm>
              <a:off x="1104586" y="2578116"/>
              <a:ext cx="164905" cy="260845"/>
            </a:xfrm>
            <a:custGeom>
              <a:avLst/>
              <a:gdLst/>
              <a:ahLst/>
              <a:cxnLst/>
              <a:rect l="l" t="t" r="r" b="b"/>
              <a:pathLst>
                <a:path w="5074" h="8026" extrusionOk="0">
                  <a:moveTo>
                    <a:pt x="2501" y="0"/>
                  </a:moveTo>
                  <a:lnTo>
                    <a:pt x="1" y="2620"/>
                  </a:lnTo>
                  <a:lnTo>
                    <a:pt x="1" y="8026"/>
                  </a:lnTo>
                  <a:lnTo>
                    <a:pt x="1310" y="8026"/>
                  </a:lnTo>
                  <a:lnTo>
                    <a:pt x="2501" y="7811"/>
                  </a:lnTo>
                  <a:lnTo>
                    <a:pt x="3692" y="8026"/>
                  </a:lnTo>
                  <a:lnTo>
                    <a:pt x="5073" y="8026"/>
                  </a:lnTo>
                  <a:lnTo>
                    <a:pt x="5073" y="2620"/>
                  </a:lnTo>
                  <a:lnTo>
                    <a:pt x="2501" y="0"/>
                  </a:ln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3" name="Google Shape;23253;p145"/>
            <p:cNvSpPr/>
            <p:nvPr/>
          </p:nvSpPr>
          <p:spPr>
            <a:xfrm>
              <a:off x="1173475" y="2577175"/>
              <a:ext cx="95851" cy="261765"/>
            </a:xfrm>
            <a:custGeom>
              <a:avLst/>
              <a:gdLst/>
              <a:ahLst/>
              <a:cxnLst/>
              <a:rect l="l" t="t" r="r" b="b"/>
              <a:pathLst>
                <a:path w="2835" h="8002" extrusionOk="0">
                  <a:moveTo>
                    <a:pt x="334" y="0"/>
                  </a:moveTo>
                  <a:lnTo>
                    <a:pt x="1" y="357"/>
                  </a:lnTo>
                  <a:lnTo>
                    <a:pt x="1739" y="2143"/>
                  </a:lnTo>
                  <a:cubicBezTo>
                    <a:pt x="2025" y="2429"/>
                    <a:pt x="2192" y="2834"/>
                    <a:pt x="2192" y="3263"/>
                  </a:cubicBezTo>
                  <a:lnTo>
                    <a:pt x="2192" y="8002"/>
                  </a:lnTo>
                  <a:lnTo>
                    <a:pt x="2835" y="8002"/>
                  </a:lnTo>
                  <a:lnTo>
                    <a:pt x="2835" y="2596"/>
                  </a:lnTo>
                  <a:lnTo>
                    <a:pt x="334"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4" name="Google Shape;23254;p145"/>
            <p:cNvSpPr/>
            <p:nvPr/>
          </p:nvSpPr>
          <p:spPr>
            <a:xfrm>
              <a:off x="1153336" y="2637688"/>
              <a:ext cx="61977" cy="61978"/>
            </a:xfrm>
            <a:custGeom>
              <a:avLst/>
              <a:gdLst/>
              <a:ahLst/>
              <a:cxnLst/>
              <a:rect l="l" t="t" r="r" b="b"/>
              <a:pathLst>
                <a:path w="1907" h="1907" extrusionOk="0">
                  <a:moveTo>
                    <a:pt x="953" y="1"/>
                  </a:moveTo>
                  <a:cubicBezTo>
                    <a:pt x="430" y="1"/>
                    <a:pt x="1" y="430"/>
                    <a:pt x="1" y="954"/>
                  </a:cubicBezTo>
                  <a:cubicBezTo>
                    <a:pt x="1" y="1477"/>
                    <a:pt x="430" y="1906"/>
                    <a:pt x="953" y="1906"/>
                  </a:cubicBezTo>
                  <a:cubicBezTo>
                    <a:pt x="1477" y="1906"/>
                    <a:pt x="1906" y="1477"/>
                    <a:pt x="1906" y="954"/>
                  </a:cubicBezTo>
                  <a:cubicBezTo>
                    <a:pt x="1906" y="430"/>
                    <a:pt x="1477" y="1"/>
                    <a:pt x="953"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5" name="Google Shape;23255;p145"/>
            <p:cNvSpPr/>
            <p:nvPr/>
          </p:nvSpPr>
          <p:spPr>
            <a:xfrm>
              <a:off x="1173486" y="2638468"/>
              <a:ext cx="41827" cy="59638"/>
            </a:xfrm>
            <a:custGeom>
              <a:avLst/>
              <a:gdLst/>
              <a:ahLst/>
              <a:cxnLst/>
              <a:rect l="l" t="t" r="r" b="b"/>
              <a:pathLst>
                <a:path w="1287" h="1835" extrusionOk="0">
                  <a:moveTo>
                    <a:pt x="333" y="1"/>
                  </a:moveTo>
                  <a:cubicBezTo>
                    <a:pt x="214" y="1"/>
                    <a:pt x="95" y="25"/>
                    <a:pt x="0" y="48"/>
                  </a:cubicBezTo>
                  <a:cubicBezTo>
                    <a:pt x="357" y="215"/>
                    <a:pt x="595" y="548"/>
                    <a:pt x="595" y="930"/>
                  </a:cubicBezTo>
                  <a:cubicBezTo>
                    <a:pt x="595" y="1311"/>
                    <a:pt x="357" y="1668"/>
                    <a:pt x="0" y="1787"/>
                  </a:cubicBezTo>
                  <a:cubicBezTo>
                    <a:pt x="119" y="1811"/>
                    <a:pt x="214" y="1834"/>
                    <a:pt x="333" y="1834"/>
                  </a:cubicBezTo>
                  <a:cubicBezTo>
                    <a:pt x="834" y="1834"/>
                    <a:pt x="1286" y="1430"/>
                    <a:pt x="1286" y="882"/>
                  </a:cubicBezTo>
                  <a:cubicBezTo>
                    <a:pt x="1262" y="429"/>
                    <a:pt x="834" y="1"/>
                    <a:pt x="333"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6" name="Google Shape;23256;p145"/>
            <p:cNvSpPr/>
            <p:nvPr/>
          </p:nvSpPr>
          <p:spPr>
            <a:xfrm>
              <a:off x="1145601" y="2735221"/>
              <a:ext cx="78975" cy="103740"/>
            </a:xfrm>
            <a:custGeom>
              <a:avLst/>
              <a:gdLst/>
              <a:ahLst/>
              <a:cxnLst/>
              <a:rect l="l" t="t" r="r" b="b"/>
              <a:pathLst>
                <a:path w="2430" h="3192" extrusionOk="0">
                  <a:moveTo>
                    <a:pt x="286" y="1"/>
                  </a:moveTo>
                  <a:cubicBezTo>
                    <a:pt x="144" y="1"/>
                    <a:pt x="1" y="120"/>
                    <a:pt x="1" y="310"/>
                  </a:cubicBezTo>
                  <a:lnTo>
                    <a:pt x="1" y="3192"/>
                  </a:lnTo>
                  <a:lnTo>
                    <a:pt x="2406" y="3192"/>
                  </a:lnTo>
                  <a:lnTo>
                    <a:pt x="2430" y="310"/>
                  </a:lnTo>
                  <a:cubicBezTo>
                    <a:pt x="2430" y="143"/>
                    <a:pt x="2311" y="1"/>
                    <a:pt x="2144" y="1"/>
                  </a:cubicBezTo>
                  <a:lnTo>
                    <a:pt x="1406" y="1"/>
                  </a:lnTo>
                  <a:lnTo>
                    <a:pt x="1215" y="215"/>
                  </a:lnTo>
                  <a:lnTo>
                    <a:pt x="1049" y="1"/>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7" name="Google Shape;23257;p145"/>
            <p:cNvSpPr/>
            <p:nvPr/>
          </p:nvSpPr>
          <p:spPr>
            <a:xfrm>
              <a:off x="1192823" y="2735221"/>
              <a:ext cx="30973" cy="102960"/>
            </a:xfrm>
            <a:custGeom>
              <a:avLst/>
              <a:gdLst/>
              <a:ahLst/>
              <a:cxnLst/>
              <a:rect l="l" t="t" r="r" b="b"/>
              <a:pathLst>
                <a:path w="953" h="3168" extrusionOk="0">
                  <a:moveTo>
                    <a:pt x="0" y="1"/>
                  </a:moveTo>
                  <a:cubicBezTo>
                    <a:pt x="191" y="1"/>
                    <a:pt x="310" y="143"/>
                    <a:pt x="310" y="310"/>
                  </a:cubicBezTo>
                  <a:lnTo>
                    <a:pt x="310" y="3168"/>
                  </a:lnTo>
                  <a:lnTo>
                    <a:pt x="953" y="3168"/>
                  </a:lnTo>
                  <a:lnTo>
                    <a:pt x="953" y="263"/>
                  </a:lnTo>
                  <a:cubicBezTo>
                    <a:pt x="953" y="143"/>
                    <a:pt x="810" y="1"/>
                    <a:pt x="667"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8" name="Google Shape;23258;p145"/>
            <p:cNvSpPr/>
            <p:nvPr/>
          </p:nvSpPr>
          <p:spPr>
            <a:xfrm>
              <a:off x="1014821" y="2748383"/>
              <a:ext cx="34060" cy="51870"/>
            </a:xfrm>
            <a:custGeom>
              <a:avLst/>
              <a:gdLst/>
              <a:ahLst/>
              <a:cxnLst/>
              <a:rect l="l" t="t" r="r" b="b"/>
              <a:pathLst>
                <a:path w="1048" h="1596" extrusionOk="0">
                  <a:moveTo>
                    <a:pt x="0" y="0"/>
                  </a:moveTo>
                  <a:lnTo>
                    <a:pt x="0" y="1596"/>
                  </a:lnTo>
                  <a:lnTo>
                    <a:pt x="786" y="1596"/>
                  </a:lnTo>
                  <a:cubicBezTo>
                    <a:pt x="929" y="1596"/>
                    <a:pt x="1048" y="1477"/>
                    <a:pt x="1048" y="1358"/>
                  </a:cubicBezTo>
                  <a:lnTo>
                    <a:pt x="1048" y="286"/>
                  </a:lnTo>
                  <a:cubicBezTo>
                    <a:pt x="1048" y="119"/>
                    <a:pt x="929" y="0"/>
                    <a:pt x="786"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9" name="Google Shape;23259;p145"/>
            <p:cNvSpPr/>
            <p:nvPr/>
          </p:nvSpPr>
          <p:spPr>
            <a:xfrm>
              <a:off x="1282588" y="2554878"/>
              <a:ext cx="42608" cy="17842"/>
            </a:xfrm>
            <a:custGeom>
              <a:avLst/>
              <a:gdLst/>
              <a:ahLst/>
              <a:cxnLst/>
              <a:rect l="l" t="t" r="r" b="b"/>
              <a:pathLst>
                <a:path w="1311" h="549" extrusionOk="0">
                  <a:moveTo>
                    <a:pt x="668" y="1"/>
                  </a:moveTo>
                  <a:cubicBezTo>
                    <a:pt x="453" y="1"/>
                    <a:pt x="215" y="96"/>
                    <a:pt x="72" y="239"/>
                  </a:cubicBezTo>
                  <a:cubicBezTo>
                    <a:pt x="1" y="310"/>
                    <a:pt x="1" y="429"/>
                    <a:pt x="72" y="501"/>
                  </a:cubicBezTo>
                  <a:cubicBezTo>
                    <a:pt x="96" y="525"/>
                    <a:pt x="168" y="549"/>
                    <a:pt x="191" y="549"/>
                  </a:cubicBezTo>
                  <a:cubicBezTo>
                    <a:pt x="239" y="549"/>
                    <a:pt x="287" y="549"/>
                    <a:pt x="310" y="501"/>
                  </a:cubicBezTo>
                  <a:cubicBezTo>
                    <a:pt x="382" y="406"/>
                    <a:pt x="501" y="334"/>
                    <a:pt x="668" y="334"/>
                  </a:cubicBezTo>
                  <a:cubicBezTo>
                    <a:pt x="787" y="334"/>
                    <a:pt x="930" y="406"/>
                    <a:pt x="1025" y="501"/>
                  </a:cubicBezTo>
                  <a:cubicBezTo>
                    <a:pt x="1049" y="525"/>
                    <a:pt x="1090" y="537"/>
                    <a:pt x="1135" y="537"/>
                  </a:cubicBezTo>
                  <a:cubicBezTo>
                    <a:pt x="1180" y="537"/>
                    <a:pt x="1227" y="525"/>
                    <a:pt x="1263" y="501"/>
                  </a:cubicBezTo>
                  <a:cubicBezTo>
                    <a:pt x="1311" y="429"/>
                    <a:pt x="1311" y="310"/>
                    <a:pt x="1263" y="239"/>
                  </a:cubicBezTo>
                  <a:cubicBezTo>
                    <a:pt x="1096" y="96"/>
                    <a:pt x="858" y="1"/>
                    <a:pt x="66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0" name="Google Shape;23260;p145"/>
            <p:cNvSpPr/>
            <p:nvPr/>
          </p:nvSpPr>
          <p:spPr>
            <a:xfrm>
              <a:off x="1265558" y="2530893"/>
              <a:ext cx="77448" cy="25578"/>
            </a:xfrm>
            <a:custGeom>
              <a:avLst/>
              <a:gdLst/>
              <a:ahLst/>
              <a:cxnLst/>
              <a:rect l="l" t="t" r="r" b="b"/>
              <a:pathLst>
                <a:path w="2383" h="787" extrusionOk="0">
                  <a:moveTo>
                    <a:pt x="1192" y="1"/>
                  </a:moveTo>
                  <a:cubicBezTo>
                    <a:pt x="739" y="1"/>
                    <a:pt x="358" y="191"/>
                    <a:pt x="49" y="477"/>
                  </a:cubicBezTo>
                  <a:cubicBezTo>
                    <a:pt x="1" y="548"/>
                    <a:pt x="1" y="667"/>
                    <a:pt x="49" y="715"/>
                  </a:cubicBezTo>
                  <a:cubicBezTo>
                    <a:pt x="84" y="751"/>
                    <a:pt x="132" y="769"/>
                    <a:pt x="177" y="769"/>
                  </a:cubicBezTo>
                  <a:cubicBezTo>
                    <a:pt x="221" y="769"/>
                    <a:pt x="263" y="751"/>
                    <a:pt x="287" y="715"/>
                  </a:cubicBezTo>
                  <a:cubicBezTo>
                    <a:pt x="525" y="477"/>
                    <a:pt x="834" y="358"/>
                    <a:pt x="1192" y="358"/>
                  </a:cubicBezTo>
                  <a:cubicBezTo>
                    <a:pt x="1549" y="358"/>
                    <a:pt x="1835" y="477"/>
                    <a:pt x="2073" y="715"/>
                  </a:cubicBezTo>
                  <a:cubicBezTo>
                    <a:pt x="2097" y="739"/>
                    <a:pt x="2168" y="786"/>
                    <a:pt x="2192" y="786"/>
                  </a:cubicBezTo>
                  <a:cubicBezTo>
                    <a:pt x="2263" y="786"/>
                    <a:pt x="2287" y="763"/>
                    <a:pt x="2311" y="715"/>
                  </a:cubicBezTo>
                  <a:cubicBezTo>
                    <a:pt x="2382" y="667"/>
                    <a:pt x="2382" y="548"/>
                    <a:pt x="2311" y="477"/>
                  </a:cubicBezTo>
                  <a:cubicBezTo>
                    <a:pt x="2025" y="191"/>
                    <a:pt x="1597" y="1"/>
                    <a:pt x="11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1" name="Google Shape;23261;p145"/>
            <p:cNvSpPr/>
            <p:nvPr/>
          </p:nvSpPr>
          <p:spPr>
            <a:xfrm>
              <a:off x="1250088" y="2506908"/>
              <a:ext cx="109948" cy="31753"/>
            </a:xfrm>
            <a:custGeom>
              <a:avLst/>
              <a:gdLst/>
              <a:ahLst/>
              <a:cxnLst/>
              <a:rect l="l" t="t" r="r" b="b"/>
              <a:pathLst>
                <a:path w="3383" h="977" extrusionOk="0">
                  <a:moveTo>
                    <a:pt x="1691" y="0"/>
                  </a:moveTo>
                  <a:cubicBezTo>
                    <a:pt x="1072" y="0"/>
                    <a:pt x="501" y="238"/>
                    <a:pt x="48" y="691"/>
                  </a:cubicBezTo>
                  <a:cubicBezTo>
                    <a:pt x="1" y="739"/>
                    <a:pt x="1" y="858"/>
                    <a:pt x="48" y="929"/>
                  </a:cubicBezTo>
                  <a:cubicBezTo>
                    <a:pt x="84" y="953"/>
                    <a:pt x="132" y="965"/>
                    <a:pt x="176" y="965"/>
                  </a:cubicBezTo>
                  <a:cubicBezTo>
                    <a:pt x="221" y="965"/>
                    <a:pt x="263" y="953"/>
                    <a:pt x="286" y="929"/>
                  </a:cubicBezTo>
                  <a:cubicBezTo>
                    <a:pt x="644" y="524"/>
                    <a:pt x="1168" y="334"/>
                    <a:pt x="1691" y="334"/>
                  </a:cubicBezTo>
                  <a:cubicBezTo>
                    <a:pt x="2192" y="334"/>
                    <a:pt x="2692" y="524"/>
                    <a:pt x="3097" y="929"/>
                  </a:cubicBezTo>
                  <a:cubicBezTo>
                    <a:pt x="3120" y="953"/>
                    <a:pt x="3192" y="977"/>
                    <a:pt x="3216" y="977"/>
                  </a:cubicBezTo>
                  <a:cubicBezTo>
                    <a:pt x="3239" y="977"/>
                    <a:pt x="3287" y="953"/>
                    <a:pt x="3335" y="929"/>
                  </a:cubicBezTo>
                  <a:cubicBezTo>
                    <a:pt x="3382" y="858"/>
                    <a:pt x="3382" y="739"/>
                    <a:pt x="3335" y="691"/>
                  </a:cubicBezTo>
                  <a:cubicBezTo>
                    <a:pt x="2906" y="238"/>
                    <a:pt x="2311" y="0"/>
                    <a:pt x="16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2" name="Google Shape;23262;p145"/>
            <p:cNvSpPr/>
            <p:nvPr/>
          </p:nvSpPr>
          <p:spPr>
            <a:xfrm>
              <a:off x="1006306" y="2482143"/>
              <a:ext cx="33" cy="33"/>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3" name="Google Shape;23263;p145"/>
            <p:cNvSpPr/>
            <p:nvPr/>
          </p:nvSpPr>
          <p:spPr>
            <a:xfrm>
              <a:off x="1178101" y="2650851"/>
              <a:ext cx="15535" cy="27917"/>
            </a:xfrm>
            <a:custGeom>
              <a:avLst/>
              <a:gdLst/>
              <a:ahLst/>
              <a:cxnLst/>
              <a:rect l="l" t="t" r="r" b="b"/>
              <a:pathLst>
                <a:path w="478" h="859" extrusionOk="0">
                  <a:moveTo>
                    <a:pt x="191" y="1"/>
                  </a:moveTo>
                  <a:cubicBezTo>
                    <a:pt x="96" y="1"/>
                    <a:pt x="1" y="72"/>
                    <a:pt x="1" y="144"/>
                  </a:cubicBezTo>
                  <a:lnTo>
                    <a:pt x="1" y="549"/>
                  </a:lnTo>
                  <a:cubicBezTo>
                    <a:pt x="1" y="572"/>
                    <a:pt x="25" y="620"/>
                    <a:pt x="72" y="668"/>
                  </a:cubicBezTo>
                  <a:lnTo>
                    <a:pt x="191" y="810"/>
                  </a:lnTo>
                  <a:cubicBezTo>
                    <a:pt x="215" y="834"/>
                    <a:pt x="239" y="858"/>
                    <a:pt x="311" y="858"/>
                  </a:cubicBezTo>
                  <a:cubicBezTo>
                    <a:pt x="334" y="858"/>
                    <a:pt x="406" y="834"/>
                    <a:pt x="430" y="810"/>
                  </a:cubicBezTo>
                  <a:cubicBezTo>
                    <a:pt x="477" y="763"/>
                    <a:pt x="477" y="644"/>
                    <a:pt x="430" y="572"/>
                  </a:cubicBezTo>
                  <a:lnTo>
                    <a:pt x="334" y="477"/>
                  </a:lnTo>
                  <a:lnTo>
                    <a:pt x="334" y="191"/>
                  </a:lnTo>
                  <a:cubicBezTo>
                    <a:pt x="334" y="96"/>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4" name="Google Shape;23264;p145"/>
            <p:cNvSpPr/>
            <p:nvPr/>
          </p:nvSpPr>
          <p:spPr>
            <a:xfrm>
              <a:off x="1180441" y="2735221"/>
              <a:ext cx="10855" cy="103740"/>
            </a:xfrm>
            <a:custGeom>
              <a:avLst/>
              <a:gdLst/>
              <a:ahLst/>
              <a:cxnLst/>
              <a:rect l="l" t="t" r="r" b="b"/>
              <a:pathLst>
                <a:path w="334" h="3192" extrusionOk="0">
                  <a:moveTo>
                    <a:pt x="0" y="1"/>
                  </a:moveTo>
                  <a:lnTo>
                    <a:pt x="0" y="3192"/>
                  </a:lnTo>
                  <a:lnTo>
                    <a:pt x="334" y="3192"/>
                  </a:lnTo>
                  <a:lnTo>
                    <a:pt x="334" y="1"/>
                  </a:ln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65" name="Google Shape;23265;p145"/>
          <p:cNvGrpSpPr/>
          <p:nvPr/>
        </p:nvGrpSpPr>
        <p:grpSpPr>
          <a:xfrm>
            <a:off x="1005526" y="2907886"/>
            <a:ext cx="358377" cy="302640"/>
            <a:chOff x="1005526" y="3060286"/>
            <a:chExt cx="358377" cy="302640"/>
          </a:xfrm>
        </p:grpSpPr>
        <p:sp>
          <p:nvSpPr>
            <p:cNvPr id="23266" name="Google Shape;23266;p145"/>
            <p:cNvSpPr/>
            <p:nvPr/>
          </p:nvSpPr>
          <p:spPr>
            <a:xfrm>
              <a:off x="1006306" y="3060286"/>
              <a:ext cx="127725" cy="37960"/>
            </a:xfrm>
            <a:custGeom>
              <a:avLst/>
              <a:gdLst/>
              <a:ahLst/>
              <a:cxnLst/>
              <a:rect l="l" t="t" r="r" b="b"/>
              <a:pathLst>
                <a:path w="3930" h="1168" extrusionOk="0">
                  <a:moveTo>
                    <a:pt x="381" y="1"/>
                  </a:moveTo>
                  <a:cubicBezTo>
                    <a:pt x="167" y="1"/>
                    <a:pt x="0" y="191"/>
                    <a:pt x="0" y="382"/>
                  </a:cubicBezTo>
                  <a:lnTo>
                    <a:pt x="0" y="953"/>
                  </a:lnTo>
                  <a:lnTo>
                    <a:pt x="1953" y="1167"/>
                  </a:lnTo>
                  <a:lnTo>
                    <a:pt x="3929" y="953"/>
                  </a:lnTo>
                  <a:lnTo>
                    <a:pt x="3929" y="382"/>
                  </a:lnTo>
                  <a:cubicBezTo>
                    <a:pt x="3929" y="143"/>
                    <a:pt x="3739" y="1"/>
                    <a:pt x="3548"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7" name="Google Shape;23267;p145"/>
            <p:cNvSpPr/>
            <p:nvPr/>
          </p:nvSpPr>
          <p:spPr>
            <a:xfrm>
              <a:off x="1099938" y="3060286"/>
              <a:ext cx="34092" cy="37960"/>
            </a:xfrm>
            <a:custGeom>
              <a:avLst/>
              <a:gdLst/>
              <a:ahLst/>
              <a:cxnLst/>
              <a:rect l="l" t="t" r="r" b="b"/>
              <a:pathLst>
                <a:path w="1049" h="1168" extrusionOk="0">
                  <a:moveTo>
                    <a:pt x="1" y="1"/>
                  </a:moveTo>
                  <a:cubicBezTo>
                    <a:pt x="215" y="1"/>
                    <a:pt x="382" y="191"/>
                    <a:pt x="382" y="382"/>
                  </a:cubicBezTo>
                  <a:lnTo>
                    <a:pt x="382" y="953"/>
                  </a:lnTo>
                  <a:lnTo>
                    <a:pt x="691" y="1167"/>
                  </a:lnTo>
                  <a:lnTo>
                    <a:pt x="1048" y="953"/>
                  </a:lnTo>
                  <a:lnTo>
                    <a:pt x="1048" y="382"/>
                  </a:lnTo>
                  <a:cubicBezTo>
                    <a:pt x="1048" y="143"/>
                    <a:pt x="858" y="1"/>
                    <a:pt x="667"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8" name="Google Shape;23268;p145"/>
            <p:cNvSpPr/>
            <p:nvPr/>
          </p:nvSpPr>
          <p:spPr>
            <a:xfrm>
              <a:off x="1006306" y="3091258"/>
              <a:ext cx="357598" cy="271668"/>
            </a:xfrm>
            <a:custGeom>
              <a:avLst/>
              <a:gdLst/>
              <a:ahLst/>
              <a:cxnLst/>
              <a:rect l="l" t="t" r="r" b="b"/>
              <a:pathLst>
                <a:path w="11003" h="8359" extrusionOk="0">
                  <a:moveTo>
                    <a:pt x="119" y="0"/>
                  </a:moveTo>
                  <a:cubicBezTo>
                    <a:pt x="48" y="0"/>
                    <a:pt x="0" y="72"/>
                    <a:pt x="0" y="119"/>
                  </a:cubicBezTo>
                  <a:lnTo>
                    <a:pt x="0" y="8073"/>
                  </a:lnTo>
                  <a:cubicBezTo>
                    <a:pt x="0" y="8240"/>
                    <a:pt x="143" y="8359"/>
                    <a:pt x="286" y="8359"/>
                  </a:cubicBezTo>
                  <a:lnTo>
                    <a:pt x="1048" y="8359"/>
                  </a:lnTo>
                  <a:lnTo>
                    <a:pt x="3668" y="8168"/>
                  </a:lnTo>
                  <a:lnTo>
                    <a:pt x="6692" y="8359"/>
                  </a:lnTo>
                  <a:lnTo>
                    <a:pt x="10693" y="8359"/>
                  </a:lnTo>
                  <a:cubicBezTo>
                    <a:pt x="10860" y="8359"/>
                    <a:pt x="10979" y="8216"/>
                    <a:pt x="11002" y="8073"/>
                  </a:cubicBezTo>
                  <a:lnTo>
                    <a:pt x="11002" y="310"/>
                  </a:lnTo>
                  <a:cubicBezTo>
                    <a:pt x="11002" y="119"/>
                    <a:pt x="10860" y="0"/>
                    <a:pt x="10717"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9" name="Google Shape;23269;p145"/>
            <p:cNvSpPr/>
            <p:nvPr/>
          </p:nvSpPr>
          <p:spPr>
            <a:xfrm>
              <a:off x="1332151" y="3091258"/>
              <a:ext cx="30973" cy="271668"/>
            </a:xfrm>
            <a:custGeom>
              <a:avLst/>
              <a:gdLst/>
              <a:ahLst/>
              <a:cxnLst/>
              <a:rect l="l" t="t" r="r" b="b"/>
              <a:pathLst>
                <a:path w="953" h="8359" extrusionOk="0">
                  <a:moveTo>
                    <a:pt x="0" y="0"/>
                  </a:moveTo>
                  <a:cubicBezTo>
                    <a:pt x="143" y="0"/>
                    <a:pt x="310" y="119"/>
                    <a:pt x="310" y="310"/>
                  </a:cubicBezTo>
                  <a:lnTo>
                    <a:pt x="310" y="8073"/>
                  </a:lnTo>
                  <a:cubicBezTo>
                    <a:pt x="310" y="8216"/>
                    <a:pt x="191" y="8359"/>
                    <a:pt x="0" y="8359"/>
                  </a:cubicBezTo>
                  <a:lnTo>
                    <a:pt x="667" y="8359"/>
                  </a:lnTo>
                  <a:cubicBezTo>
                    <a:pt x="810" y="8359"/>
                    <a:pt x="953" y="8240"/>
                    <a:pt x="953" y="8073"/>
                  </a:cubicBezTo>
                  <a:lnTo>
                    <a:pt x="953" y="310"/>
                  </a:lnTo>
                  <a:cubicBezTo>
                    <a:pt x="953" y="143"/>
                    <a:pt x="834" y="0"/>
                    <a:pt x="667"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0" name="Google Shape;23270;p145"/>
            <p:cNvSpPr/>
            <p:nvPr/>
          </p:nvSpPr>
          <p:spPr>
            <a:xfrm>
              <a:off x="1005526" y="3091258"/>
              <a:ext cx="357598" cy="43355"/>
            </a:xfrm>
            <a:custGeom>
              <a:avLst/>
              <a:gdLst/>
              <a:ahLst/>
              <a:cxnLst/>
              <a:rect l="l" t="t" r="r" b="b"/>
              <a:pathLst>
                <a:path w="11003" h="1334" extrusionOk="0">
                  <a:moveTo>
                    <a:pt x="0" y="0"/>
                  </a:moveTo>
                  <a:lnTo>
                    <a:pt x="0" y="1334"/>
                  </a:lnTo>
                  <a:lnTo>
                    <a:pt x="11003" y="1334"/>
                  </a:lnTo>
                  <a:lnTo>
                    <a:pt x="11003" y="191"/>
                  </a:lnTo>
                  <a:cubicBezTo>
                    <a:pt x="11003" y="95"/>
                    <a:pt x="10907" y="0"/>
                    <a:pt x="10836"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1" name="Google Shape;23271;p145"/>
            <p:cNvSpPr/>
            <p:nvPr/>
          </p:nvSpPr>
          <p:spPr>
            <a:xfrm>
              <a:off x="1336018" y="3091258"/>
              <a:ext cx="27105" cy="44915"/>
            </a:xfrm>
            <a:custGeom>
              <a:avLst/>
              <a:gdLst/>
              <a:ahLst/>
              <a:cxnLst/>
              <a:rect l="l" t="t" r="r" b="b"/>
              <a:pathLst>
                <a:path w="834" h="1382" extrusionOk="0">
                  <a:moveTo>
                    <a:pt x="0" y="0"/>
                  </a:moveTo>
                  <a:cubicBezTo>
                    <a:pt x="95" y="0"/>
                    <a:pt x="191" y="95"/>
                    <a:pt x="191" y="191"/>
                  </a:cubicBezTo>
                  <a:lnTo>
                    <a:pt x="191" y="1381"/>
                  </a:lnTo>
                  <a:lnTo>
                    <a:pt x="834" y="1381"/>
                  </a:lnTo>
                  <a:lnTo>
                    <a:pt x="834" y="191"/>
                  </a:lnTo>
                  <a:cubicBezTo>
                    <a:pt x="834" y="95"/>
                    <a:pt x="738" y="0"/>
                    <a:pt x="66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2" name="Google Shape;23272;p145"/>
            <p:cNvSpPr/>
            <p:nvPr/>
          </p:nvSpPr>
          <p:spPr>
            <a:xfrm>
              <a:off x="1281061" y="3107508"/>
              <a:ext cx="11635" cy="11635"/>
            </a:xfrm>
            <a:custGeom>
              <a:avLst/>
              <a:gdLst/>
              <a:ahLst/>
              <a:cxnLst/>
              <a:rect l="l" t="t" r="r" b="b"/>
              <a:pathLst>
                <a:path w="358" h="358" extrusionOk="0">
                  <a:moveTo>
                    <a:pt x="167" y="0"/>
                  </a:moveTo>
                  <a:cubicBezTo>
                    <a:pt x="72" y="0"/>
                    <a:pt x="0" y="96"/>
                    <a:pt x="0" y="191"/>
                  </a:cubicBezTo>
                  <a:cubicBezTo>
                    <a:pt x="0" y="286"/>
                    <a:pt x="72" y="357"/>
                    <a:pt x="167" y="357"/>
                  </a:cubicBezTo>
                  <a:cubicBezTo>
                    <a:pt x="262" y="357"/>
                    <a:pt x="357" y="286"/>
                    <a:pt x="357" y="191"/>
                  </a:cubicBezTo>
                  <a:cubicBezTo>
                    <a:pt x="357" y="96"/>
                    <a:pt x="262" y="0"/>
                    <a:pt x="167"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3" name="Google Shape;23273;p145"/>
            <p:cNvSpPr/>
            <p:nvPr/>
          </p:nvSpPr>
          <p:spPr>
            <a:xfrm>
              <a:off x="1302738" y="3107508"/>
              <a:ext cx="11635" cy="11635"/>
            </a:xfrm>
            <a:custGeom>
              <a:avLst/>
              <a:gdLst/>
              <a:ahLst/>
              <a:cxnLst/>
              <a:rect l="l" t="t" r="r" b="b"/>
              <a:pathLst>
                <a:path w="358" h="358" extrusionOk="0">
                  <a:moveTo>
                    <a:pt x="191" y="0"/>
                  </a:moveTo>
                  <a:cubicBezTo>
                    <a:pt x="95" y="0"/>
                    <a:pt x="0" y="96"/>
                    <a:pt x="0" y="191"/>
                  </a:cubicBezTo>
                  <a:cubicBezTo>
                    <a:pt x="0" y="286"/>
                    <a:pt x="95" y="357"/>
                    <a:pt x="191" y="357"/>
                  </a:cubicBezTo>
                  <a:cubicBezTo>
                    <a:pt x="286" y="357"/>
                    <a:pt x="357" y="286"/>
                    <a:pt x="357" y="191"/>
                  </a:cubicBezTo>
                  <a:cubicBezTo>
                    <a:pt x="357" y="96"/>
                    <a:pt x="286" y="0"/>
                    <a:pt x="191"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4" name="Google Shape;23274;p145"/>
            <p:cNvSpPr/>
            <p:nvPr/>
          </p:nvSpPr>
          <p:spPr>
            <a:xfrm>
              <a:off x="1325163" y="3107508"/>
              <a:ext cx="11635" cy="11635"/>
            </a:xfrm>
            <a:custGeom>
              <a:avLst/>
              <a:gdLst/>
              <a:ahLst/>
              <a:cxnLst/>
              <a:rect l="l" t="t" r="r" b="b"/>
              <a:pathLst>
                <a:path w="358" h="358" extrusionOk="0">
                  <a:moveTo>
                    <a:pt x="191" y="0"/>
                  </a:moveTo>
                  <a:cubicBezTo>
                    <a:pt x="96" y="0"/>
                    <a:pt x="1" y="96"/>
                    <a:pt x="1" y="191"/>
                  </a:cubicBezTo>
                  <a:cubicBezTo>
                    <a:pt x="1" y="286"/>
                    <a:pt x="96" y="357"/>
                    <a:pt x="191" y="357"/>
                  </a:cubicBezTo>
                  <a:cubicBezTo>
                    <a:pt x="286" y="357"/>
                    <a:pt x="358" y="286"/>
                    <a:pt x="358" y="191"/>
                  </a:cubicBezTo>
                  <a:cubicBezTo>
                    <a:pt x="358" y="96"/>
                    <a:pt x="286" y="0"/>
                    <a:pt x="191"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5" name="Google Shape;23275;p145"/>
            <p:cNvSpPr/>
            <p:nvPr/>
          </p:nvSpPr>
          <p:spPr>
            <a:xfrm>
              <a:off x="1040333" y="3187978"/>
              <a:ext cx="183463" cy="174948"/>
            </a:xfrm>
            <a:custGeom>
              <a:avLst/>
              <a:gdLst/>
              <a:ahLst/>
              <a:cxnLst/>
              <a:rect l="l" t="t" r="r" b="b"/>
              <a:pathLst>
                <a:path w="5645" h="5383" extrusionOk="0">
                  <a:moveTo>
                    <a:pt x="263" y="1"/>
                  </a:moveTo>
                  <a:cubicBezTo>
                    <a:pt x="120" y="1"/>
                    <a:pt x="1" y="120"/>
                    <a:pt x="1" y="263"/>
                  </a:cubicBezTo>
                  <a:lnTo>
                    <a:pt x="1" y="5383"/>
                  </a:lnTo>
                  <a:lnTo>
                    <a:pt x="5645" y="5383"/>
                  </a:lnTo>
                  <a:lnTo>
                    <a:pt x="5645" y="263"/>
                  </a:lnTo>
                  <a:cubicBezTo>
                    <a:pt x="5645" y="120"/>
                    <a:pt x="5526" y="1"/>
                    <a:pt x="5383"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6" name="Google Shape;23276;p145"/>
            <p:cNvSpPr/>
            <p:nvPr/>
          </p:nvSpPr>
          <p:spPr>
            <a:xfrm>
              <a:off x="1193603" y="3187978"/>
              <a:ext cx="30192" cy="174948"/>
            </a:xfrm>
            <a:custGeom>
              <a:avLst/>
              <a:gdLst/>
              <a:ahLst/>
              <a:cxnLst/>
              <a:rect l="l" t="t" r="r" b="b"/>
              <a:pathLst>
                <a:path w="929" h="5383" extrusionOk="0">
                  <a:moveTo>
                    <a:pt x="0" y="1"/>
                  </a:moveTo>
                  <a:cubicBezTo>
                    <a:pt x="167" y="1"/>
                    <a:pt x="286" y="120"/>
                    <a:pt x="286" y="263"/>
                  </a:cubicBezTo>
                  <a:lnTo>
                    <a:pt x="286" y="5383"/>
                  </a:lnTo>
                  <a:lnTo>
                    <a:pt x="929" y="5383"/>
                  </a:lnTo>
                  <a:lnTo>
                    <a:pt x="929" y="263"/>
                  </a:lnTo>
                  <a:cubicBezTo>
                    <a:pt x="929" y="120"/>
                    <a:pt x="810" y="1"/>
                    <a:pt x="667"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7" name="Google Shape;23277;p145"/>
            <p:cNvSpPr/>
            <p:nvPr/>
          </p:nvSpPr>
          <p:spPr>
            <a:xfrm>
              <a:off x="1250868" y="3188758"/>
              <a:ext cx="27105" cy="52683"/>
            </a:xfrm>
            <a:custGeom>
              <a:avLst/>
              <a:gdLst/>
              <a:ahLst/>
              <a:cxnLst/>
              <a:rect l="l" t="t" r="r" b="b"/>
              <a:pathLst>
                <a:path w="834" h="1621" extrusionOk="0">
                  <a:moveTo>
                    <a:pt x="417" y="1"/>
                  </a:moveTo>
                  <a:cubicBezTo>
                    <a:pt x="382" y="1"/>
                    <a:pt x="346" y="25"/>
                    <a:pt x="334" y="72"/>
                  </a:cubicBezTo>
                  <a:lnTo>
                    <a:pt x="0" y="1263"/>
                  </a:lnTo>
                  <a:lnTo>
                    <a:pt x="0" y="1358"/>
                  </a:lnTo>
                  <a:lnTo>
                    <a:pt x="0" y="1525"/>
                  </a:lnTo>
                  <a:lnTo>
                    <a:pt x="429" y="1620"/>
                  </a:lnTo>
                  <a:lnTo>
                    <a:pt x="834" y="1525"/>
                  </a:lnTo>
                  <a:lnTo>
                    <a:pt x="834" y="1358"/>
                  </a:lnTo>
                  <a:lnTo>
                    <a:pt x="834" y="1263"/>
                  </a:lnTo>
                  <a:lnTo>
                    <a:pt x="501" y="72"/>
                  </a:lnTo>
                  <a:cubicBezTo>
                    <a:pt x="489" y="25"/>
                    <a:pt x="453" y="1"/>
                    <a:pt x="417" y="1"/>
                  </a:cubicBez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8" name="Google Shape;23278;p145"/>
            <p:cNvSpPr/>
            <p:nvPr/>
          </p:nvSpPr>
          <p:spPr>
            <a:xfrm>
              <a:off x="1250868" y="3238288"/>
              <a:ext cx="27105" cy="124638"/>
            </a:xfrm>
            <a:custGeom>
              <a:avLst/>
              <a:gdLst/>
              <a:ahLst/>
              <a:cxnLst/>
              <a:rect l="l" t="t" r="r" b="b"/>
              <a:pathLst>
                <a:path w="834" h="3835" extrusionOk="0">
                  <a:moveTo>
                    <a:pt x="0" y="1"/>
                  </a:moveTo>
                  <a:lnTo>
                    <a:pt x="0" y="3835"/>
                  </a:lnTo>
                  <a:lnTo>
                    <a:pt x="834" y="3835"/>
                  </a:lnTo>
                  <a:lnTo>
                    <a:pt x="834" y="1"/>
                  </a:ln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9" name="Google Shape;23279;p145"/>
            <p:cNvSpPr/>
            <p:nvPr/>
          </p:nvSpPr>
          <p:spPr>
            <a:xfrm>
              <a:off x="1304266" y="3253791"/>
              <a:ext cx="27138" cy="108388"/>
            </a:xfrm>
            <a:custGeom>
              <a:avLst/>
              <a:gdLst/>
              <a:ahLst/>
              <a:cxnLst/>
              <a:rect l="l" t="t" r="r" b="b"/>
              <a:pathLst>
                <a:path w="835" h="3335" extrusionOk="0">
                  <a:moveTo>
                    <a:pt x="406" y="0"/>
                  </a:moveTo>
                  <a:lnTo>
                    <a:pt x="1" y="24"/>
                  </a:lnTo>
                  <a:lnTo>
                    <a:pt x="1" y="3334"/>
                  </a:lnTo>
                  <a:lnTo>
                    <a:pt x="834" y="3334"/>
                  </a:lnTo>
                  <a:lnTo>
                    <a:pt x="834" y="24"/>
                  </a:lnTo>
                  <a:lnTo>
                    <a:pt x="429" y="0"/>
                  </a:ln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0" name="Google Shape;23280;p145"/>
            <p:cNvSpPr/>
            <p:nvPr/>
          </p:nvSpPr>
          <p:spPr>
            <a:xfrm>
              <a:off x="1304266" y="3188758"/>
              <a:ext cx="27138" cy="67372"/>
            </a:xfrm>
            <a:custGeom>
              <a:avLst/>
              <a:gdLst/>
              <a:ahLst/>
              <a:cxnLst/>
              <a:rect l="l" t="t" r="r" b="b"/>
              <a:pathLst>
                <a:path w="835" h="2073" extrusionOk="0">
                  <a:moveTo>
                    <a:pt x="406" y="1"/>
                  </a:moveTo>
                  <a:cubicBezTo>
                    <a:pt x="358" y="1"/>
                    <a:pt x="310" y="48"/>
                    <a:pt x="286" y="96"/>
                  </a:cubicBezTo>
                  <a:lnTo>
                    <a:pt x="1" y="1477"/>
                  </a:lnTo>
                  <a:lnTo>
                    <a:pt x="1" y="1549"/>
                  </a:lnTo>
                  <a:lnTo>
                    <a:pt x="1" y="2073"/>
                  </a:lnTo>
                  <a:lnTo>
                    <a:pt x="834" y="2073"/>
                  </a:lnTo>
                  <a:lnTo>
                    <a:pt x="834" y="1549"/>
                  </a:lnTo>
                  <a:lnTo>
                    <a:pt x="834" y="1477"/>
                  </a:lnTo>
                  <a:lnTo>
                    <a:pt x="525" y="96"/>
                  </a:lnTo>
                  <a:cubicBezTo>
                    <a:pt x="525" y="48"/>
                    <a:pt x="477" y="1"/>
                    <a:pt x="406" y="1"/>
                  </a:cubicBezTo>
                  <a:close/>
                </a:path>
              </a:pathLst>
            </a:custGeom>
            <a:solidFill>
              <a:srgbClr val="AD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1" name="Google Shape;23281;p145"/>
            <p:cNvSpPr/>
            <p:nvPr/>
          </p:nvSpPr>
          <p:spPr>
            <a:xfrm>
              <a:off x="1072086" y="3222038"/>
              <a:ext cx="63505" cy="10888"/>
            </a:xfrm>
            <a:custGeom>
              <a:avLst/>
              <a:gdLst/>
              <a:ahLst/>
              <a:cxnLst/>
              <a:rect l="l" t="t" r="r" b="b"/>
              <a:pathLst>
                <a:path w="1954" h="335" extrusionOk="0">
                  <a:moveTo>
                    <a:pt x="143" y="1"/>
                  </a:moveTo>
                  <a:cubicBezTo>
                    <a:pt x="48" y="1"/>
                    <a:pt x="0" y="96"/>
                    <a:pt x="0" y="167"/>
                  </a:cubicBezTo>
                  <a:cubicBezTo>
                    <a:pt x="0" y="263"/>
                    <a:pt x="96" y="334"/>
                    <a:pt x="167" y="334"/>
                  </a:cubicBezTo>
                  <a:lnTo>
                    <a:pt x="1786" y="334"/>
                  </a:lnTo>
                  <a:cubicBezTo>
                    <a:pt x="1882" y="334"/>
                    <a:pt x="1953" y="239"/>
                    <a:pt x="1929" y="144"/>
                  </a:cubicBezTo>
                  <a:cubicBezTo>
                    <a:pt x="1929" y="48"/>
                    <a:pt x="1834" y="1"/>
                    <a:pt x="1763"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2" name="Google Shape;23282;p145"/>
            <p:cNvSpPr/>
            <p:nvPr/>
          </p:nvSpPr>
          <p:spPr>
            <a:xfrm>
              <a:off x="1071306" y="3246803"/>
              <a:ext cx="124638" cy="10888"/>
            </a:xfrm>
            <a:custGeom>
              <a:avLst/>
              <a:gdLst/>
              <a:ahLst/>
              <a:cxnLst/>
              <a:rect l="l" t="t" r="r" b="b"/>
              <a:pathLst>
                <a:path w="3835" h="335" extrusionOk="0">
                  <a:moveTo>
                    <a:pt x="167" y="1"/>
                  </a:moveTo>
                  <a:cubicBezTo>
                    <a:pt x="48" y="1"/>
                    <a:pt x="1" y="96"/>
                    <a:pt x="1" y="191"/>
                  </a:cubicBezTo>
                  <a:cubicBezTo>
                    <a:pt x="24" y="287"/>
                    <a:pt x="72" y="334"/>
                    <a:pt x="167" y="334"/>
                  </a:cubicBezTo>
                  <a:lnTo>
                    <a:pt x="3644" y="334"/>
                  </a:lnTo>
                  <a:cubicBezTo>
                    <a:pt x="3763" y="334"/>
                    <a:pt x="3835" y="239"/>
                    <a:pt x="3835" y="168"/>
                  </a:cubicBezTo>
                  <a:cubicBezTo>
                    <a:pt x="3811" y="72"/>
                    <a:pt x="3739" y="1"/>
                    <a:pt x="3644"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3" name="Google Shape;23283;p145"/>
            <p:cNvSpPr/>
            <p:nvPr/>
          </p:nvSpPr>
          <p:spPr>
            <a:xfrm>
              <a:off x="1071306" y="3272348"/>
              <a:ext cx="124638" cy="10888"/>
            </a:xfrm>
            <a:custGeom>
              <a:avLst/>
              <a:gdLst/>
              <a:ahLst/>
              <a:cxnLst/>
              <a:rect l="l" t="t" r="r" b="b"/>
              <a:pathLst>
                <a:path w="3835" h="335" extrusionOk="0">
                  <a:moveTo>
                    <a:pt x="167" y="1"/>
                  </a:moveTo>
                  <a:cubicBezTo>
                    <a:pt x="48" y="1"/>
                    <a:pt x="1" y="96"/>
                    <a:pt x="1" y="167"/>
                  </a:cubicBezTo>
                  <a:cubicBezTo>
                    <a:pt x="24" y="263"/>
                    <a:pt x="72" y="334"/>
                    <a:pt x="167" y="334"/>
                  </a:cubicBezTo>
                  <a:lnTo>
                    <a:pt x="3644" y="334"/>
                  </a:lnTo>
                  <a:cubicBezTo>
                    <a:pt x="3763" y="334"/>
                    <a:pt x="3835" y="239"/>
                    <a:pt x="3835" y="144"/>
                  </a:cubicBezTo>
                  <a:cubicBezTo>
                    <a:pt x="3811" y="48"/>
                    <a:pt x="3739" y="1"/>
                    <a:pt x="3644"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4" name="Google Shape;23284;p145"/>
            <p:cNvSpPr/>
            <p:nvPr/>
          </p:nvSpPr>
          <p:spPr>
            <a:xfrm>
              <a:off x="1071306" y="3298673"/>
              <a:ext cx="124638" cy="10075"/>
            </a:xfrm>
            <a:custGeom>
              <a:avLst/>
              <a:gdLst/>
              <a:ahLst/>
              <a:cxnLst/>
              <a:rect l="l" t="t" r="r" b="b"/>
              <a:pathLst>
                <a:path w="3835" h="310" extrusionOk="0">
                  <a:moveTo>
                    <a:pt x="167" y="0"/>
                  </a:moveTo>
                  <a:cubicBezTo>
                    <a:pt x="48" y="0"/>
                    <a:pt x="1" y="72"/>
                    <a:pt x="1" y="167"/>
                  </a:cubicBezTo>
                  <a:cubicBezTo>
                    <a:pt x="24" y="262"/>
                    <a:pt x="72" y="310"/>
                    <a:pt x="167" y="310"/>
                  </a:cubicBezTo>
                  <a:lnTo>
                    <a:pt x="3644" y="310"/>
                  </a:lnTo>
                  <a:cubicBezTo>
                    <a:pt x="3763" y="310"/>
                    <a:pt x="3835" y="239"/>
                    <a:pt x="3835" y="143"/>
                  </a:cubicBezTo>
                  <a:cubicBezTo>
                    <a:pt x="3811" y="48"/>
                    <a:pt x="3739" y="0"/>
                    <a:pt x="3644"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5" name="Google Shape;23285;p145"/>
            <p:cNvSpPr/>
            <p:nvPr/>
          </p:nvSpPr>
          <p:spPr>
            <a:xfrm>
              <a:off x="1071306" y="3323438"/>
              <a:ext cx="124638" cy="10855"/>
            </a:xfrm>
            <a:custGeom>
              <a:avLst/>
              <a:gdLst/>
              <a:ahLst/>
              <a:cxnLst/>
              <a:rect l="l" t="t" r="r" b="b"/>
              <a:pathLst>
                <a:path w="3835" h="334" extrusionOk="0">
                  <a:moveTo>
                    <a:pt x="167" y="0"/>
                  </a:moveTo>
                  <a:cubicBezTo>
                    <a:pt x="48" y="0"/>
                    <a:pt x="1" y="96"/>
                    <a:pt x="1" y="191"/>
                  </a:cubicBezTo>
                  <a:cubicBezTo>
                    <a:pt x="24" y="262"/>
                    <a:pt x="72" y="334"/>
                    <a:pt x="167" y="334"/>
                  </a:cubicBezTo>
                  <a:lnTo>
                    <a:pt x="3644" y="334"/>
                  </a:lnTo>
                  <a:cubicBezTo>
                    <a:pt x="3763" y="334"/>
                    <a:pt x="3835" y="239"/>
                    <a:pt x="3835" y="143"/>
                  </a:cubicBezTo>
                  <a:cubicBezTo>
                    <a:pt x="3811" y="72"/>
                    <a:pt x="3739" y="0"/>
                    <a:pt x="3644"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86" name="Google Shape;23286;p145"/>
          <p:cNvGrpSpPr/>
          <p:nvPr/>
        </p:nvGrpSpPr>
        <p:grpSpPr>
          <a:xfrm>
            <a:off x="1846041" y="2880813"/>
            <a:ext cx="185803" cy="356818"/>
            <a:chOff x="1846041" y="3033213"/>
            <a:chExt cx="185803" cy="356818"/>
          </a:xfrm>
        </p:grpSpPr>
        <p:sp>
          <p:nvSpPr>
            <p:cNvPr id="23287" name="Google Shape;23287;p145"/>
            <p:cNvSpPr/>
            <p:nvPr/>
          </p:nvSpPr>
          <p:spPr>
            <a:xfrm>
              <a:off x="1846041" y="3069581"/>
              <a:ext cx="185803" cy="292598"/>
            </a:xfrm>
            <a:custGeom>
              <a:avLst/>
              <a:gdLst/>
              <a:ahLst/>
              <a:cxnLst/>
              <a:rect l="l" t="t" r="r" b="b"/>
              <a:pathLst>
                <a:path w="5717" h="9003" extrusionOk="0">
                  <a:moveTo>
                    <a:pt x="1" y="0"/>
                  </a:moveTo>
                  <a:lnTo>
                    <a:pt x="1" y="8716"/>
                  </a:lnTo>
                  <a:lnTo>
                    <a:pt x="2859" y="9002"/>
                  </a:lnTo>
                  <a:lnTo>
                    <a:pt x="5716" y="8716"/>
                  </a:lnTo>
                  <a:lnTo>
                    <a:pt x="5716" y="48"/>
                  </a:lnTo>
                  <a:lnTo>
                    <a:pt x="2859"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8" name="Google Shape;23288;p145"/>
            <p:cNvSpPr/>
            <p:nvPr/>
          </p:nvSpPr>
          <p:spPr>
            <a:xfrm>
              <a:off x="2010133" y="3062626"/>
              <a:ext cx="21710" cy="294125"/>
            </a:xfrm>
            <a:custGeom>
              <a:avLst/>
              <a:gdLst/>
              <a:ahLst/>
              <a:cxnLst/>
              <a:rect l="l" t="t" r="r" b="b"/>
              <a:pathLst>
                <a:path w="668" h="9050" extrusionOk="0">
                  <a:moveTo>
                    <a:pt x="0" y="0"/>
                  </a:moveTo>
                  <a:lnTo>
                    <a:pt x="0" y="9049"/>
                  </a:lnTo>
                  <a:lnTo>
                    <a:pt x="667" y="8930"/>
                  </a:lnTo>
                  <a:lnTo>
                    <a:pt x="667" y="238"/>
                  </a:lnTo>
                  <a:lnTo>
                    <a:pt x="0" y="0"/>
                  </a:ln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9" name="Google Shape;23289;p145"/>
            <p:cNvSpPr/>
            <p:nvPr/>
          </p:nvSpPr>
          <p:spPr>
            <a:xfrm>
              <a:off x="1846821" y="3033213"/>
              <a:ext cx="185022" cy="37928"/>
            </a:xfrm>
            <a:custGeom>
              <a:avLst/>
              <a:gdLst/>
              <a:ahLst/>
              <a:cxnLst/>
              <a:rect l="l" t="t" r="r" b="b"/>
              <a:pathLst>
                <a:path w="5693" h="1167" extrusionOk="0">
                  <a:moveTo>
                    <a:pt x="358" y="0"/>
                  </a:moveTo>
                  <a:cubicBezTo>
                    <a:pt x="144" y="0"/>
                    <a:pt x="1" y="143"/>
                    <a:pt x="1" y="357"/>
                  </a:cubicBezTo>
                  <a:lnTo>
                    <a:pt x="1" y="1167"/>
                  </a:lnTo>
                  <a:lnTo>
                    <a:pt x="5692" y="1167"/>
                  </a:lnTo>
                  <a:lnTo>
                    <a:pt x="5692" y="357"/>
                  </a:lnTo>
                  <a:cubicBezTo>
                    <a:pt x="5692" y="143"/>
                    <a:pt x="5549" y="0"/>
                    <a:pt x="533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0" name="Google Shape;23290;p145"/>
            <p:cNvSpPr/>
            <p:nvPr/>
          </p:nvSpPr>
          <p:spPr>
            <a:xfrm>
              <a:off x="1846041" y="3352851"/>
              <a:ext cx="185803" cy="37180"/>
            </a:xfrm>
            <a:custGeom>
              <a:avLst/>
              <a:gdLst/>
              <a:ahLst/>
              <a:cxnLst/>
              <a:rect l="l" t="t" r="r" b="b"/>
              <a:pathLst>
                <a:path w="5717" h="1144" extrusionOk="0">
                  <a:moveTo>
                    <a:pt x="1" y="0"/>
                  </a:moveTo>
                  <a:lnTo>
                    <a:pt x="1" y="786"/>
                  </a:lnTo>
                  <a:cubicBezTo>
                    <a:pt x="1" y="1001"/>
                    <a:pt x="144" y="1144"/>
                    <a:pt x="358" y="1144"/>
                  </a:cubicBezTo>
                  <a:lnTo>
                    <a:pt x="5359" y="1144"/>
                  </a:lnTo>
                  <a:cubicBezTo>
                    <a:pt x="5550" y="1144"/>
                    <a:pt x="5716" y="1001"/>
                    <a:pt x="5716" y="786"/>
                  </a:cubicBezTo>
                  <a:lnTo>
                    <a:pt x="571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1" name="Google Shape;23291;p145"/>
            <p:cNvSpPr/>
            <p:nvPr/>
          </p:nvSpPr>
          <p:spPr>
            <a:xfrm>
              <a:off x="1998531" y="3033213"/>
              <a:ext cx="33313" cy="37928"/>
            </a:xfrm>
            <a:custGeom>
              <a:avLst/>
              <a:gdLst/>
              <a:ahLst/>
              <a:cxnLst/>
              <a:rect l="l" t="t" r="r" b="b"/>
              <a:pathLst>
                <a:path w="1025" h="1167" extrusionOk="0">
                  <a:moveTo>
                    <a:pt x="0" y="0"/>
                  </a:moveTo>
                  <a:cubicBezTo>
                    <a:pt x="215" y="0"/>
                    <a:pt x="357" y="143"/>
                    <a:pt x="357" y="357"/>
                  </a:cubicBezTo>
                  <a:lnTo>
                    <a:pt x="357" y="1167"/>
                  </a:lnTo>
                  <a:lnTo>
                    <a:pt x="1024" y="1167"/>
                  </a:lnTo>
                  <a:lnTo>
                    <a:pt x="1024" y="357"/>
                  </a:lnTo>
                  <a:cubicBezTo>
                    <a:pt x="1024" y="143"/>
                    <a:pt x="881" y="0"/>
                    <a:pt x="667" y="0"/>
                  </a:cubicBez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2" name="Google Shape;23292;p145"/>
            <p:cNvSpPr/>
            <p:nvPr/>
          </p:nvSpPr>
          <p:spPr>
            <a:xfrm>
              <a:off x="1998531" y="3352851"/>
              <a:ext cx="33313" cy="37180"/>
            </a:xfrm>
            <a:custGeom>
              <a:avLst/>
              <a:gdLst/>
              <a:ahLst/>
              <a:cxnLst/>
              <a:rect l="l" t="t" r="r" b="b"/>
              <a:pathLst>
                <a:path w="1025" h="1144" extrusionOk="0">
                  <a:moveTo>
                    <a:pt x="357" y="0"/>
                  </a:moveTo>
                  <a:lnTo>
                    <a:pt x="357" y="786"/>
                  </a:lnTo>
                  <a:cubicBezTo>
                    <a:pt x="357" y="1001"/>
                    <a:pt x="215" y="1144"/>
                    <a:pt x="0" y="1144"/>
                  </a:cubicBezTo>
                  <a:lnTo>
                    <a:pt x="667" y="1144"/>
                  </a:lnTo>
                  <a:cubicBezTo>
                    <a:pt x="858" y="1144"/>
                    <a:pt x="1024" y="1001"/>
                    <a:pt x="1024" y="786"/>
                  </a:cubicBezTo>
                  <a:lnTo>
                    <a:pt x="1024" y="0"/>
                  </a:ln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3" name="Google Shape;23293;p145"/>
            <p:cNvSpPr/>
            <p:nvPr/>
          </p:nvSpPr>
          <p:spPr>
            <a:xfrm>
              <a:off x="1931191" y="3165521"/>
              <a:ext cx="72767" cy="96817"/>
            </a:xfrm>
            <a:custGeom>
              <a:avLst/>
              <a:gdLst/>
              <a:ahLst/>
              <a:cxnLst/>
              <a:rect l="l" t="t" r="r" b="b"/>
              <a:pathLst>
                <a:path w="2239" h="2979" extrusionOk="0">
                  <a:moveTo>
                    <a:pt x="1243" y="0"/>
                  </a:moveTo>
                  <a:cubicBezTo>
                    <a:pt x="690" y="0"/>
                    <a:pt x="215" y="445"/>
                    <a:pt x="215" y="1025"/>
                  </a:cubicBezTo>
                  <a:lnTo>
                    <a:pt x="0" y="1883"/>
                  </a:lnTo>
                  <a:lnTo>
                    <a:pt x="239" y="2978"/>
                  </a:lnTo>
                  <a:lnTo>
                    <a:pt x="2025" y="2978"/>
                  </a:lnTo>
                  <a:cubicBezTo>
                    <a:pt x="2144" y="2978"/>
                    <a:pt x="2239" y="2907"/>
                    <a:pt x="2239" y="2788"/>
                  </a:cubicBezTo>
                  <a:lnTo>
                    <a:pt x="2239" y="1025"/>
                  </a:lnTo>
                  <a:cubicBezTo>
                    <a:pt x="2239" y="478"/>
                    <a:pt x="1810" y="49"/>
                    <a:pt x="1286" y="1"/>
                  </a:cubicBezTo>
                  <a:cubicBezTo>
                    <a:pt x="1272" y="1"/>
                    <a:pt x="1258" y="0"/>
                    <a:pt x="1243"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4" name="Google Shape;23294;p145"/>
            <p:cNvSpPr/>
            <p:nvPr/>
          </p:nvSpPr>
          <p:spPr>
            <a:xfrm>
              <a:off x="1958263" y="3289963"/>
              <a:ext cx="19403" cy="29640"/>
            </a:xfrm>
            <a:custGeom>
              <a:avLst/>
              <a:gdLst/>
              <a:ahLst/>
              <a:cxnLst/>
              <a:rect l="l" t="t" r="r" b="b"/>
              <a:pathLst>
                <a:path w="597" h="912" extrusionOk="0">
                  <a:moveTo>
                    <a:pt x="165" y="1"/>
                  </a:moveTo>
                  <a:cubicBezTo>
                    <a:pt x="126" y="1"/>
                    <a:pt x="84" y="18"/>
                    <a:pt x="49" y="54"/>
                  </a:cubicBezTo>
                  <a:cubicBezTo>
                    <a:pt x="1" y="102"/>
                    <a:pt x="1" y="197"/>
                    <a:pt x="49" y="268"/>
                  </a:cubicBezTo>
                  <a:lnTo>
                    <a:pt x="263" y="459"/>
                  </a:lnTo>
                  <a:lnTo>
                    <a:pt x="49" y="673"/>
                  </a:lnTo>
                  <a:cubicBezTo>
                    <a:pt x="1" y="745"/>
                    <a:pt x="1" y="816"/>
                    <a:pt x="49" y="888"/>
                  </a:cubicBezTo>
                  <a:cubicBezTo>
                    <a:pt x="96" y="911"/>
                    <a:pt x="120" y="911"/>
                    <a:pt x="144" y="911"/>
                  </a:cubicBezTo>
                  <a:cubicBezTo>
                    <a:pt x="168" y="911"/>
                    <a:pt x="215" y="911"/>
                    <a:pt x="263" y="816"/>
                  </a:cubicBezTo>
                  <a:lnTo>
                    <a:pt x="572" y="530"/>
                  </a:lnTo>
                  <a:cubicBezTo>
                    <a:pt x="596" y="507"/>
                    <a:pt x="596" y="459"/>
                    <a:pt x="596" y="435"/>
                  </a:cubicBezTo>
                  <a:cubicBezTo>
                    <a:pt x="596" y="411"/>
                    <a:pt x="596" y="387"/>
                    <a:pt x="572" y="340"/>
                  </a:cubicBezTo>
                  <a:lnTo>
                    <a:pt x="263" y="54"/>
                  </a:lnTo>
                  <a:cubicBezTo>
                    <a:pt x="239" y="18"/>
                    <a:pt x="203" y="1"/>
                    <a:pt x="16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5" name="Google Shape;23295;p145"/>
            <p:cNvSpPr/>
            <p:nvPr/>
          </p:nvSpPr>
          <p:spPr>
            <a:xfrm>
              <a:off x="1901778" y="3292076"/>
              <a:ext cx="19370" cy="28307"/>
            </a:xfrm>
            <a:custGeom>
              <a:avLst/>
              <a:gdLst/>
              <a:ahLst/>
              <a:cxnLst/>
              <a:rect l="l" t="t" r="r" b="b"/>
              <a:pathLst>
                <a:path w="596" h="871" extrusionOk="0">
                  <a:moveTo>
                    <a:pt x="441" y="1"/>
                  </a:moveTo>
                  <a:cubicBezTo>
                    <a:pt x="405" y="1"/>
                    <a:pt x="370" y="13"/>
                    <a:pt x="334" y="37"/>
                  </a:cubicBezTo>
                  <a:lnTo>
                    <a:pt x="48" y="346"/>
                  </a:lnTo>
                  <a:cubicBezTo>
                    <a:pt x="0" y="370"/>
                    <a:pt x="0" y="394"/>
                    <a:pt x="0" y="442"/>
                  </a:cubicBezTo>
                  <a:cubicBezTo>
                    <a:pt x="0" y="465"/>
                    <a:pt x="0" y="489"/>
                    <a:pt x="48" y="513"/>
                  </a:cubicBezTo>
                  <a:lnTo>
                    <a:pt x="334" y="823"/>
                  </a:lnTo>
                  <a:cubicBezTo>
                    <a:pt x="358" y="846"/>
                    <a:pt x="405" y="846"/>
                    <a:pt x="429" y="846"/>
                  </a:cubicBezTo>
                  <a:cubicBezTo>
                    <a:pt x="453" y="846"/>
                    <a:pt x="477" y="846"/>
                    <a:pt x="548" y="870"/>
                  </a:cubicBezTo>
                  <a:cubicBezTo>
                    <a:pt x="596" y="823"/>
                    <a:pt x="596" y="727"/>
                    <a:pt x="548" y="656"/>
                  </a:cubicBezTo>
                  <a:lnTo>
                    <a:pt x="334" y="465"/>
                  </a:lnTo>
                  <a:lnTo>
                    <a:pt x="548" y="251"/>
                  </a:lnTo>
                  <a:cubicBezTo>
                    <a:pt x="596" y="203"/>
                    <a:pt x="596" y="108"/>
                    <a:pt x="548" y="37"/>
                  </a:cubicBezTo>
                  <a:cubicBezTo>
                    <a:pt x="512" y="13"/>
                    <a:pt x="477" y="1"/>
                    <a:pt x="44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6" name="Google Shape;23296;p145"/>
            <p:cNvSpPr/>
            <p:nvPr/>
          </p:nvSpPr>
          <p:spPr>
            <a:xfrm>
              <a:off x="1874673" y="3106728"/>
              <a:ext cx="37213" cy="10855"/>
            </a:xfrm>
            <a:custGeom>
              <a:avLst/>
              <a:gdLst/>
              <a:ahLst/>
              <a:cxnLst/>
              <a:rect l="l" t="t" r="r" b="b"/>
              <a:pathLst>
                <a:path w="1145" h="334" extrusionOk="0">
                  <a:moveTo>
                    <a:pt x="168" y="0"/>
                  </a:moveTo>
                  <a:cubicBezTo>
                    <a:pt x="72" y="0"/>
                    <a:pt x="1" y="96"/>
                    <a:pt x="1" y="191"/>
                  </a:cubicBezTo>
                  <a:cubicBezTo>
                    <a:pt x="1" y="262"/>
                    <a:pt x="96" y="334"/>
                    <a:pt x="191" y="334"/>
                  </a:cubicBezTo>
                  <a:lnTo>
                    <a:pt x="1001" y="334"/>
                  </a:lnTo>
                  <a:cubicBezTo>
                    <a:pt x="1073" y="334"/>
                    <a:pt x="1144" y="239"/>
                    <a:pt x="1144" y="143"/>
                  </a:cubicBezTo>
                  <a:cubicBezTo>
                    <a:pt x="1120" y="48"/>
                    <a:pt x="1049" y="0"/>
                    <a:pt x="9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7" name="Google Shape;23297;p145"/>
            <p:cNvSpPr/>
            <p:nvPr/>
          </p:nvSpPr>
          <p:spPr>
            <a:xfrm>
              <a:off x="1876233" y="3129186"/>
              <a:ext cx="120770" cy="10855"/>
            </a:xfrm>
            <a:custGeom>
              <a:avLst/>
              <a:gdLst/>
              <a:ahLst/>
              <a:cxnLst/>
              <a:rect l="l" t="t" r="r" b="b"/>
              <a:pathLst>
                <a:path w="3716" h="334" extrusionOk="0">
                  <a:moveTo>
                    <a:pt x="143" y="0"/>
                  </a:moveTo>
                  <a:cubicBezTo>
                    <a:pt x="48" y="0"/>
                    <a:pt x="1" y="95"/>
                    <a:pt x="1" y="167"/>
                  </a:cubicBezTo>
                  <a:cubicBezTo>
                    <a:pt x="1" y="262"/>
                    <a:pt x="72" y="333"/>
                    <a:pt x="167" y="333"/>
                  </a:cubicBezTo>
                  <a:lnTo>
                    <a:pt x="3573" y="333"/>
                  </a:lnTo>
                  <a:cubicBezTo>
                    <a:pt x="3644" y="333"/>
                    <a:pt x="3716" y="238"/>
                    <a:pt x="3716" y="143"/>
                  </a:cubicBezTo>
                  <a:cubicBezTo>
                    <a:pt x="3716" y="48"/>
                    <a:pt x="3620" y="0"/>
                    <a:pt x="35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8" name="Google Shape;23298;p145"/>
            <p:cNvSpPr/>
            <p:nvPr/>
          </p:nvSpPr>
          <p:spPr>
            <a:xfrm>
              <a:off x="1873926" y="3166691"/>
              <a:ext cx="65813" cy="95647"/>
            </a:xfrm>
            <a:custGeom>
              <a:avLst/>
              <a:gdLst/>
              <a:ahLst/>
              <a:cxnLst/>
              <a:rect l="l" t="t" r="r" b="b"/>
              <a:pathLst>
                <a:path w="2025" h="2943" extrusionOk="0">
                  <a:moveTo>
                    <a:pt x="1062" y="1"/>
                  </a:moveTo>
                  <a:cubicBezTo>
                    <a:pt x="1011" y="1"/>
                    <a:pt x="958" y="5"/>
                    <a:pt x="905" y="13"/>
                  </a:cubicBezTo>
                  <a:cubicBezTo>
                    <a:pt x="381" y="61"/>
                    <a:pt x="0" y="513"/>
                    <a:pt x="0" y="1013"/>
                  </a:cubicBezTo>
                  <a:lnTo>
                    <a:pt x="0" y="2752"/>
                  </a:lnTo>
                  <a:cubicBezTo>
                    <a:pt x="0" y="2871"/>
                    <a:pt x="95" y="2942"/>
                    <a:pt x="214" y="2942"/>
                  </a:cubicBezTo>
                  <a:lnTo>
                    <a:pt x="2001" y="2942"/>
                  </a:lnTo>
                  <a:lnTo>
                    <a:pt x="2024" y="1013"/>
                  </a:lnTo>
                  <a:cubicBezTo>
                    <a:pt x="2024" y="447"/>
                    <a:pt x="1607" y="1"/>
                    <a:pt x="1062"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9" name="Google Shape;23299;p145"/>
            <p:cNvSpPr/>
            <p:nvPr/>
          </p:nvSpPr>
          <p:spPr>
            <a:xfrm>
              <a:off x="1870806" y="3231333"/>
              <a:ext cx="67372" cy="31005"/>
            </a:xfrm>
            <a:custGeom>
              <a:avLst/>
              <a:gdLst/>
              <a:ahLst/>
              <a:cxnLst/>
              <a:rect l="l" t="t" r="r" b="b"/>
              <a:pathLst>
                <a:path w="2073" h="954" extrusionOk="0">
                  <a:moveTo>
                    <a:pt x="1049" y="1"/>
                  </a:moveTo>
                  <a:cubicBezTo>
                    <a:pt x="572" y="1"/>
                    <a:pt x="168" y="334"/>
                    <a:pt x="49" y="786"/>
                  </a:cubicBezTo>
                  <a:cubicBezTo>
                    <a:pt x="1" y="882"/>
                    <a:pt x="72" y="953"/>
                    <a:pt x="168" y="953"/>
                  </a:cubicBezTo>
                  <a:lnTo>
                    <a:pt x="2073" y="953"/>
                  </a:lnTo>
                  <a:cubicBezTo>
                    <a:pt x="2025" y="429"/>
                    <a:pt x="1596" y="1"/>
                    <a:pt x="1049"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0" name="Google Shape;23300;p145"/>
            <p:cNvSpPr/>
            <p:nvPr/>
          </p:nvSpPr>
          <p:spPr>
            <a:xfrm>
              <a:off x="1939706" y="3231333"/>
              <a:ext cx="66592" cy="31005"/>
            </a:xfrm>
            <a:custGeom>
              <a:avLst/>
              <a:gdLst/>
              <a:ahLst/>
              <a:cxnLst/>
              <a:rect l="l" t="t" r="r" b="b"/>
              <a:pathLst>
                <a:path w="2049" h="954" extrusionOk="0">
                  <a:moveTo>
                    <a:pt x="1024" y="1"/>
                  </a:moveTo>
                  <a:cubicBezTo>
                    <a:pt x="477" y="1"/>
                    <a:pt x="24" y="429"/>
                    <a:pt x="0" y="953"/>
                  </a:cubicBezTo>
                  <a:lnTo>
                    <a:pt x="1906" y="953"/>
                  </a:lnTo>
                  <a:cubicBezTo>
                    <a:pt x="2001" y="953"/>
                    <a:pt x="2048" y="882"/>
                    <a:pt x="2025" y="786"/>
                  </a:cubicBezTo>
                  <a:cubicBezTo>
                    <a:pt x="1906" y="334"/>
                    <a:pt x="1501" y="1"/>
                    <a:pt x="1024"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01" name="Google Shape;23301;p145"/>
          <p:cNvGrpSpPr/>
          <p:nvPr/>
        </p:nvGrpSpPr>
        <p:grpSpPr>
          <a:xfrm>
            <a:off x="2541086" y="2892091"/>
            <a:ext cx="373848" cy="333938"/>
            <a:chOff x="2541086" y="3044491"/>
            <a:chExt cx="373848" cy="333938"/>
          </a:xfrm>
        </p:grpSpPr>
        <p:sp>
          <p:nvSpPr>
            <p:cNvPr id="23302" name="Google Shape;23302;p145"/>
            <p:cNvSpPr/>
            <p:nvPr/>
          </p:nvSpPr>
          <p:spPr>
            <a:xfrm>
              <a:off x="2563511" y="3151611"/>
              <a:ext cx="312715" cy="209788"/>
            </a:xfrm>
            <a:custGeom>
              <a:avLst/>
              <a:gdLst/>
              <a:ahLst/>
              <a:cxnLst/>
              <a:rect l="l" t="t" r="r" b="b"/>
              <a:pathLst>
                <a:path w="9622" h="6455" extrusionOk="0">
                  <a:moveTo>
                    <a:pt x="430" y="1"/>
                  </a:moveTo>
                  <a:cubicBezTo>
                    <a:pt x="191" y="1"/>
                    <a:pt x="1" y="167"/>
                    <a:pt x="1" y="406"/>
                  </a:cubicBezTo>
                  <a:lnTo>
                    <a:pt x="1" y="6240"/>
                  </a:lnTo>
                  <a:lnTo>
                    <a:pt x="4740" y="6454"/>
                  </a:lnTo>
                  <a:lnTo>
                    <a:pt x="9622" y="6240"/>
                  </a:lnTo>
                  <a:lnTo>
                    <a:pt x="9622" y="406"/>
                  </a:lnTo>
                  <a:cubicBezTo>
                    <a:pt x="9622" y="167"/>
                    <a:pt x="9455" y="1"/>
                    <a:pt x="9217" y="1"/>
                  </a:cubicBez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3" name="Google Shape;23303;p145"/>
            <p:cNvSpPr/>
            <p:nvPr/>
          </p:nvSpPr>
          <p:spPr>
            <a:xfrm>
              <a:off x="2586748" y="3173288"/>
              <a:ext cx="265492" cy="187330"/>
            </a:xfrm>
            <a:custGeom>
              <a:avLst/>
              <a:gdLst/>
              <a:ahLst/>
              <a:cxnLst/>
              <a:rect l="l" t="t" r="r" b="b"/>
              <a:pathLst>
                <a:path w="8169" h="5764" extrusionOk="0">
                  <a:moveTo>
                    <a:pt x="191" y="0"/>
                  </a:moveTo>
                  <a:cubicBezTo>
                    <a:pt x="96" y="0"/>
                    <a:pt x="0" y="96"/>
                    <a:pt x="0" y="191"/>
                  </a:cubicBezTo>
                  <a:lnTo>
                    <a:pt x="0" y="5549"/>
                  </a:lnTo>
                  <a:lnTo>
                    <a:pt x="4096" y="5764"/>
                  </a:lnTo>
                  <a:lnTo>
                    <a:pt x="8169" y="5549"/>
                  </a:lnTo>
                  <a:lnTo>
                    <a:pt x="8169" y="191"/>
                  </a:lnTo>
                  <a:cubicBezTo>
                    <a:pt x="8169" y="96"/>
                    <a:pt x="8073" y="0"/>
                    <a:pt x="7978"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4" name="Google Shape;23304;p145"/>
            <p:cNvSpPr/>
            <p:nvPr/>
          </p:nvSpPr>
          <p:spPr>
            <a:xfrm>
              <a:off x="2825883" y="3173288"/>
              <a:ext cx="27917" cy="187330"/>
            </a:xfrm>
            <a:custGeom>
              <a:avLst/>
              <a:gdLst/>
              <a:ahLst/>
              <a:cxnLst/>
              <a:rect l="l" t="t" r="r" b="b"/>
              <a:pathLst>
                <a:path w="859" h="5764" extrusionOk="0">
                  <a:moveTo>
                    <a:pt x="1" y="0"/>
                  </a:moveTo>
                  <a:cubicBezTo>
                    <a:pt x="96" y="0"/>
                    <a:pt x="191" y="96"/>
                    <a:pt x="191" y="191"/>
                  </a:cubicBezTo>
                  <a:lnTo>
                    <a:pt x="191" y="5549"/>
                  </a:lnTo>
                  <a:lnTo>
                    <a:pt x="477" y="5764"/>
                  </a:lnTo>
                  <a:lnTo>
                    <a:pt x="834" y="5549"/>
                  </a:lnTo>
                  <a:lnTo>
                    <a:pt x="834" y="191"/>
                  </a:lnTo>
                  <a:cubicBezTo>
                    <a:pt x="858" y="96"/>
                    <a:pt x="787" y="0"/>
                    <a:pt x="668"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5" name="Google Shape;23305;p145"/>
            <p:cNvSpPr/>
            <p:nvPr/>
          </p:nvSpPr>
          <p:spPr>
            <a:xfrm>
              <a:off x="2841386" y="3150083"/>
              <a:ext cx="35620" cy="210535"/>
            </a:xfrm>
            <a:custGeom>
              <a:avLst/>
              <a:gdLst/>
              <a:ahLst/>
              <a:cxnLst/>
              <a:rect l="l" t="t" r="r" b="b"/>
              <a:pathLst>
                <a:path w="1096" h="6478" extrusionOk="0">
                  <a:moveTo>
                    <a:pt x="0" y="0"/>
                  </a:moveTo>
                  <a:cubicBezTo>
                    <a:pt x="238" y="0"/>
                    <a:pt x="429" y="191"/>
                    <a:pt x="429" y="429"/>
                  </a:cubicBezTo>
                  <a:lnTo>
                    <a:pt x="429" y="6263"/>
                  </a:lnTo>
                  <a:lnTo>
                    <a:pt x="786" y="6478"/>
                  </a:lnTo>
                  <a:lnTo>
                    <a:pt x="1096" y="6263"/>
                  </a:lnTo>
                  <a:lnTo>
                    <a:pt x="1096" y="429"/>
                  </a:lnTo>
                  <a:lnTo>
                    <a:pt x="1072" y="429"/>
                  </a:lnTo>
                  <a:cubicBezTo>
                    <a:pt x="1072" y="191"/>
                    <a:pt x="881" y="0"/>
                    <a:pt x="667" y="0"/>
                  </a:cubicBez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6" name="Google Shape;23306;p145"/>
            <p:cNvSpPr/>
            <p:nvPr/>
          </p:nvSpPr>
          <p:spPr>
            <a:xfrm>
              <a:off x="2647101" y="3044653"/>
              <a:ext cx="267833" cy="246902"/>
            </a:xfrm>
            <a:custGeom>
              <a:avLst/>
              <a:gdLst/>
              <a:ahLst/>
              <a:cxnLst/>
              <a:rect l="l" t="t" r="r" b="b"/>
              <a:pathLst>
                <a:path w="8241" h="7597" extrusionOk="0">
                  <a:moveTo>
                    <a:pt x="4079" y="0"/>
                  </a:moveTo>
                  <a:cubicBezTo>
                    <a:pt x="2672" y="0"/>
                    <a:pt x="1322" y="827"/>
                    <a:pt x="715" y="2196"/>
                  </a:cubicBezTo>
                  <a:cubicBezTo>
                    <a:pt x="1" y="3816"/>
                    <a:pt x="525" y="5697"/>
                    <a:pt x="1930" y="6673"/>
                  </a:cubicBezTo>
                  <a:cubicBezTo>
                    <a:pt x="2049" y="6769"/>
                    <a:pt x="2144" y="6911"/>
                    <a:pt x="2168" y="7054"/>
                  </a:cubicBezTo>
                  <a:lnTo>
                    <a:pt x="2192" y="7483"/>
                  </a:lnTo>
                  <a:cubicBezTo>
                    <a:pt x="2192" y="7553"/>
                    <a:pt x="2256" y="7597"/>
                    <a:pt x="2327" y="7597"/>
                  </a:cubicBezTo>
                  <a:cubicBezTo>
                    <a:pt x="2353" y="7597"/>
                    <a:pt x="2381" y="7591"/>
                    <a:pt x="2406" y="7578"/>
                  </a:cubicBezTo>
                  <a:lnTo>
                    <a:pt x="2763" y="7316"/>
                  </a:lnTo>
                  <a:cubicBezTo>
                    <a:pt x="2853" y="7263"/>
                    <a:pt x="2982" y="7236"/>
                    <a:pt x="3102" y="7236"/>
                  </a:cubicBezTo>
                  <a:cubicBezTo>
                    <a:pt x="3141" y="7236"/>
                    <a:pt x="3180" y="7239"/>
                    <a:pt x="3216" y="7245"/>
                  </a:cubicBezTo>
                  <a:cubicBezTo>
                    <a:pt x="3497" y="7313"/>
                    <a:pt x="3782" y="7346"/>
                    <a:pt x="4065" y="7346"/>
                  </a:cubicBezTo>
                  <a:cubicBezTo>
                    <a:pt x="5456" y="7346"/>
                    <a:pt x="6794" y="6547"/>
                    <a:pt x="7407" y="5221"/>
                  </a:cubicBezTo>
                  <a:cubicBezTo>
                    <a:pt x="8241" y="3411"/>
                    <a:pt x="7455" y="1220"/>
                    <a:pt x="5645" y="363"/>
                  </a:cubicBezTo>
                  <a:cubicBezTo>
                    <a:pt x="5139" y="116"/>
                    <a:pt x="4605" y="0"/>
                    <a:pt x="4079"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7" name="Google Shape;23307;p145"/>
            <p:cNvSpPr/>
            <p:nvPr/>
          </p:nvSpPr>
          <p:spPr>
            <a:xfrm>
              <a:off x="2768618" y="3044491"/>
              <a:ext cx="146315" cy="239233"/>
            </a:xfrm>
            <a:custGeom>
              <a:avLst/>
              <a:gdLst/>
              <a:ahLst/>
              <a:cxnLst/>
              <a:rect l="l" t="t" r="r" b="b"/>
              <a:pathLst>
                <a:path w="4502" h="7361" extrusionOk="0">
                  <a:moveTo>
                    <a:pt x="263" y="0"/>
                  </a:moveTo>
                  <a:cubicBezTo>
                    <a:pt x="174" y="0"/>
                    <a:pt x="87" y="3"/>
                    <a:pt x="1" y="10"/>
                  </a:cubicBezTo>
                  <a:cubicBezTo>
                    <a:pt x="429" y="34"/>
                    <a:pt x="810" y="153"/>
                    <a:pt x="1191" y="344"/>
                  </a:cubicBezTo>
                  <a:cubicBezTo>
                    <a:pt x="3049" y="1177"/>
                    <a:pt x="3859" y="3368"/>
                    <a:pt x="3025" y="5226"/>
                  </a:cubicBezTo>
                  <a:cubicBezTo>
                    <a:pt x="2454" y="6464"/>
                    <a:pt x="1263" y="7250"/>
                    <a:pt x="1" y="7345"/>
                  </a:cubicBezTo>
                  <a:cubicBezTo>
                    <a:pt x="114" y="7356"/>
                    <a:pt x="227" y="7361"/>
                    <a:pt x="339" y="7361"/>
                  </a:cubicBezTo>
                  <a:cubicBezTo>
                    <a:pt x="1743" y="7361"/>
                    <a:pt x="3073" y="6548"/>
                    <a:pt x="3668" y="5226"/>
                  </a:cubicBezTo>
                  <a:cubicBezTo>
                    <a:pt x="4502" y="3368"/>
                    <a:pt x="3692" y="1177"/>
                    <a:pt x="1858" y="344"/>
                  </a:cubicBezTo>
                  <a:cubicBezTo>
                    <a:pt x="1349" y="120"/>
                    <a:pt x="787" y="0"/>
                    <a:pt x="263"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8" name="Google Shape;23308;p145"/>
            <p:cNvSpPr/>
            <p:nvPr/>
          </p:nvSpPr>
          <p:spPr>
            <a:xfrm>
              <a:off x="2692763" y="3075756"/>
              <a:ext cx="174200" cy="174200"/>
            </a:xfrm>
            <a:custGeom>
              <a:avLst/>
              <a:gdLst/>
              <a:ahLst/>
              <a:cxnLst/>
              <a:rect l="l" t="t" r="r" b="b"/>
              <a:pathLst>
                <a:path w="5360" h="5360" extrusionOk="0">
                  <a:moveTo>
                    <a:pt x="2668" y="1"/>
                  </a:moveTo>
                  <a:cubicBezTo>
                    <a:pt x="1192" y="1"/>
                    <a:pt x="1" y="1192"/>
                    <a:pt x="1" y="2668"/>
                  </a:cubicBezTo>
                  <a:cubicBezTo>
                    <a:pt x="1" y="4168"/>
                    <a:pt x="1192" y="5359"/>
                    <a:pt x="2668" y="5359"/>
                  </a:cubicBezTo>
                  <a:cubicBezTo>
                    <a:pt x="4145" y="5359"/>
                    <a:pt x="5359" y="4168"/>
                    <a:pt x="5359" y="2668"/>
                  </a:cubicBezTo>
                  <a:cubicBezTo>
                    <a:pt x="5359" y="1192"/>
                    <a:pt x="4145" y="1"/>
                    <a:pt x="2668" y="1"/>
                  </a:cubicBezTo>
                  <a:close/>
                </a:path>
              </a:pathLst>
            </a:custGeom>
            <a:solidFill>
              <a:srgbClr val="E1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9" name="Google Shape;23309;p145"/>
            <p:cNvSpPr/>
            <p:nvPr/>
          </p:nvSpPr>
          <p:spPr>
            <a:xfrm>
              <a:off x="2697411" y="3191878"/>
              <a:ext cx="67372" cy="56517"/>
            </a:xfrm>
            <a:custGeom>
              <a:avLst/>
              <a:gdLst/>
              <a:ahLst/>
              <a:cxnLst/>
              <a:rect l="l" t="t" r="r" b="b"/>
              <a:pathLst>
                <a:path w="2073" h="1739" extrusionOk="0">
                  <a:moveTo>
                    <a:pt x="1" y="0"/>
                  </a:moveTo>
                  <a:cubicBezTo>
                    <a:pt x="287" y="857"/>
                    <a:pt x="1072" y="1548"/>
                    <a:pt x="1977" y="1738"/>
                  </a:cubicBezTo>
                  <a:cubicBezTo>
                    <a:pt x="2049" y="1572"/>
                    <a:pt x="2073" y="1429"/>
                    <a:pt x="2073" y="1262"/>
                  </a:cubicBezTo>
                  <a:lnTo>
                    <a:pt x="2073" y="619"/>
                  </a:lnTo>
                  <a:cubicBezTo>
                    <a:pt x="2049" y="310"/>
                    <a:pt x="1787" y="0"/>
                    <a:pt x="1430" y="0"/>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0" name="Google Shape;23310;p145"/>
            <p:cNvSpPr/>
            <p:nvPr/>
          </p:nvSpPr>
          <p:spPr>
            <a:xfrm>
              <a:off x="2692763" y="3080403"/>
              <a:ext cx="58858" cy="83622"/>
            </a:xfrm>
            <a:custGeom>
              <a:avLst/>
              <a:gdLst/>
              <a:ahLst/>
              <a:cxnLst/>
              <a:rect l="l" t="t" r="r" b="b"/>
              <a:pathLst>
                <a:path w="1811" h="2573" extrusionOk="0">
                  <a:moveTo>
                    <a:pt x="1811" y="1"/>
                  </a:moveTo>
                  <a:cubicBezTo>
                    <a:pt x="739" y="358"/>
                    <a:pt x="1" y="1382"/>
                    <a:pt x="1" y="2573"/>
                  </a:cubicBezTo>
                  <a:lnTo>
                    <a:pt x="430" y="2573"/>
                  </a:lnTo>
                  <a:cubicBezTo>
                    <a:pt x="1215" y="2573"/>
                    <a:pt x="1811" y="1954"/>
                    <a:pt x="1811" y="1191"/>
                  </a:cubicBezTo>
                  <a:lnTo>
                    <a:pt x="1811" y="1"/>
                  </a:ln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1" name="Google Shape;23311;p145"/>
            <p:cNvSpPr/>
            <p:nvPr/>
          </p:nvSpPr>
          <p:spPr>
            <a:xfrm>
              <a:off x="2791856" y="3187198"/>
              <a:ext cx="71240" cy="62758"/>
            </a:xfrm>
            <a:custGeom>
              <a:avLst/>
              <a:gdLst/>
              <a:ahLst/>
              <a:cxnLst/>
              <a:rect l="l" t="t" r="r" b="b"/>
              <a:pathLst>
                <a:path w="2192" h="1931" extrusionOk="0">
                  <a:moveTo>
                    <a:pt x="1195" y="0"/>
                  </a:moveTo>
                  <a:cubicBezTo>
                    <a:pt x="525" y="0"/>
                    <a:pt x="0" y="539"/>
                    <a:pt x="0" y="1192"/>
                  </a:cubicBezTo>
                  <a:lnTo>
                    <a:pt x="0" y="1930"/>
                  </a:lnTo>
                  <a:cubicBezTo>
                    <a:pt x="1048" y="1787"/>
                    <a:pt x="1881" y="1049"/>
                    <a:pt x="2191" y="49"/>
                  </a:cubicBezTo>
                  <a:lnTo>
                    <a:pt x="2191" y="1"/>
                  </a:lnTo>
                  <a:lnTo>
                    <a:pt x="1238" y="1"/>
                  </a:lnTo>
                  <a:cubicBezTo>
                    <a:pt x="1224" y="1"/>
                    <a:pt x="1210" y="0"/>
                    <a:pt x="1195" y="0"/>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2" name="Google Shape;23312;p145"/>
            <p:cNvSpPr/>
            <p:nvPr/>
          </p:nvSpPr>
          <p:spPr>
            <a:xfrm>
              <a:off x="2768618" y="3076536"/>
              <a:ext cx="98345" cy="174167"/>
            </a:xfrm>
            <a:custGeom>
              <a:avLst/>
              <a:gdLst/>
              <a:ahLst/>
              <a:cxnLst/>
              <a:rect l="l" t="t" r="r" b="b"/>
              <a:pathLst>
                <a:path w="3026" h="5359" extrusionOk="0">
                  <a:moveTo>
                    <a:pt x="334" y="1"/>
                  </a:moveTo>
                  <a:cubicBezTo>
                    <a:pt x="215" y="1"/>
                    <a:pt x="120" y="1"/>
                    <a:pt x="1" y="48"/>
                  </a:cubicBezTo>
                  <a:cubicBezTo>
                    <a:pt x="1310" y="191"/>
                    <a:pt x="2358" y="1310"/>
                    <a:pt x="2358" y="2692"/>
                  </a:cubicBezTo>
                  <a:cubicBezTo>
                    <a:pt x="2358" y="4049"/>
                    <a:pt x="1334" y="5192"/>
                    <a:pt x="1" y="5335"/>
                  </a:cubicBezTo>
                  <a:cubicBezTo>
                    <a:pt x="120" y="5335"/>
                    <a:pt x="215" y="5359"/>
                    <a:pt x="334" y="5359"/>
                  </a:cubicBezTo>
                  <a:cubicBezTo>
                    <a:pt x="1834" y="5359"/>
                    <a:pt x="3025" y="4168"/>
                    <a:pt x="3025" y="2692"/>
                  </a:cubicBezTo>
                  <a:cubicBezTo>
                    <a:pt x="3025" y="1191"/>
                    <a:pt x="1787" y="1"/>
                    <a:pt x="334" y="1"/>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3" name="Google Shape;23313;p145"/>
            <p:cNvSpPr/>
            <p:nvPr/>
          </p:nvSpPr>
          <p:spPr>
            <a:xfrm>
              <a:off x="2780221" y="3078096"/>
              <a:ext cx="84403" cy="78975"/>
            </a:xfrm>
            <a:custGeom>
              <a:avLst/>
              <a:gdLst/>
              <a:ahLst/>
              <a:cxnLst/>
              <a:rect l="l" t="t" r="r" b="b"/>
              <a:pathLst>
                <a:path w="2597" h="2430" extrusionOk="0">
                  <a:moveTo>
                    <a:pt x="477" y="0"/>
                  </a:moveTo>
                  <a:lnTo>
                    <a:pt x="477" y="1334"/>
                  </a:lnTo>
                  <a:cubicBezTo>
                    <a:pt x="477" y="1477"/>
                    <a:pt x="358" y="1572"/>
                    <a:pt x="239" y="1572"/>
                  </a:cubicBezTo>
                  <a:cubicBezTo>
                    <a:pt x="96" y="1572"/>
                    <a:pt x="1" y="1691"/>
                    <a:pt x="1" y="1810"/>
                  </a:cubicBezTo>
                  <a:lnTo>
                    <a:pt x="1" y="2191"/>
                  </a:lnTo>
                  <a:cubicBezTo>
                    <a:pt x="1" y="2334"/>
                    <a:pt x="120" y="2429"/>
                    <a:pt x="239" y="2429"/>
                  </a:cubicBezTo>
                  <a:lnTo>
                    <a:pt x="2597" y="2429"/>
                  </a:lnTo>
                  <a:cubicBezTo>
                    <a:pt x="2549" y="1239"/>
                    <a:pt x="1644" y="215"/>
                    <a:pt x="477" y="0"/>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4" name="Google Shape;23314;p145"/>
            <p:cNvSpPr/>
            <p:nvPr/>
          </p:nvSpPr>
          <p:spPr>
            <a:xfrm>
              <a:off x="2791076" y="3186451"/>
              <a:ext cx="72020" cy="62725"/>
            </a:xfrm>
            <a:custGeom>
              <a:avLst/>
              <a:gdLst/>
              <a:ahLst/>
              <a:cxnLst/>
              <a:rect l="l" t="t" r="r" b="b"/>
              <a:pathLst>
                <a:path w="2216" h="1930" extrusionOk="0">
                  <a:moveTo>
                    <a:pt x="1548" y="0"/>
                  </a:moveTo>
                  <a:lnTo>
                    <a:pt x="1524" y="48"/>
                  </a:lnTo>
                  <a:cubicBezTo>
                    <a:pt x="1286" y="834"/>
                    <a:pt x="715" y="1453"/>
                    <a:pt x="0" y="1739"/>
                  </a:cubicBezTo>
                  <a:lnTo>
                    <a:pt x="0" y="1929"/>
                  </a:lnTo>
                  <a:cubicBezTo>
                    <a:pt x="1048" y="1786"/>
                    <a:pt x="1882" y="1024"/>
                    <a:pt x="2167" y="48"/>
                  </a:cubicBezTo>
                  <a:lnTo>
                    <a:pt x="2215" y="0"/>
                  </a:lnTo>
                  <a:close/>
                </a:path>
              </a:pathLst>
            </a:custGeom>
            <a:solidFill>
              <a:srgbClr val="AD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5" name="Google Shape;23315;p145"/>
            <p:cNvSpPr/>
            <p:nvPr/>
          </p:nvSpPr>
          <p:spPr>
            <a:xfrm>
              <a:off x="2795723" y="3078096"/>
              <a:ext cx="69680" cy="79755"/>
            </a:xfrm>
            <a:custGeom>
              <a:avLst/>
              <a:gdLst/>
              <a:ahLst/>
              <a:cxnLst/>
              <a:rect l="l" t="t" r="r" b="b"/>
              <a:pathLst>
                <a:path w="2144" h="2454" extrusionOk="0">
                  <a:moveTo>
                    <a:pt x="0" y="0"/>
                  </a:moveTo>
                  <a:lnTo>
                    <a:pt x="0" y="238"/>
                  </a:lnTo>
                  <a:cubicBezTo>
                    <a:pt x="834" y="643"/>
                    <a:pt x="1429" y="1477"/>
                    <a:pt x="1501" y="2453"/>
                  </a:cubicBezTo>
                  <a:lnTo>
                    <a:pt x="2143" y="2453"/>
                  </a:lnTo>
                  <a:cubicBezTo>
                    <a:pt x="2096" y="1239"/>
                    <a:pt x="1191" y="215"/>
                    <a:pt x="0" y="0"/>
                  </a:cubicBezTo>
                  <a:close/>
                </a:path>
              </a:pathLst>
            </a:custGeom>
            <a:solidFill>
              <a:srgbClr val="AD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6" name="Google Shape;23316;p145"/>
            <p:cNvSpPr/>
            <p:nvPr/>
          </p:nvSpPr>
          <p:spPr>
            <a:xfrm>
              <a:off x="2541086" y="3353631"/>
              <a:ext cx="358378" cy="24797"/>
            </a:xfrm>
            <a:custGeom>
              <a:avLst/>
              <a:gdLst/>
              <a:ahLst/>
              <a:cxnLst/>
              <a:rect l="l" t="t" r="r" b="b"/>
              <a:pathLst>
                <a:path w="11027" h="763" extrusionOk="0">
                  <a:moveTo>
                    <a:pt x="167" y="0"/>
                  </a:moveTo>
                  <a:cubicBezTo>
                    <a:pt x="72" y="0"/>
                    <a:pt x="0" y="48"/>
                    <a:pt x="0" y="143"/>
                  </a:cubicBezTo>
                  <a:lnTo>
                    <a:pt x="0" y="453"/>
                  </a:lnTo>
                  <a:cubicBezTo>
                    <a:pt x="0" y="619"/>
                    <a:pt x="167" y="762"/>
                    <a:pt x="334" y="762"/>
                  </a:cubicBezTo>
                  <a:lnTo>
                    <a:pt x="4525" y="762"/>
                  </a:lnTo>
                  <a:lnTo>
                    <a:pt x="5525" y="572"/>
                  </a:lnTo>
                  <a:lnTo>
                    <a:pt x="6502" y="762"/>
                  </a:lnTo>
                  <a:lnTo>
                    <a:pt x="10693" y="762"/>
                  </a:lnTo>
                  <a:cubicBezTo>
                    <a:pt x="10883" y="762"/>
                    <a:pt x="11003" y="619"/>
                    <a:pt x="11026" y="453"/>
                  </a:cubicBezTo>
                  <a:lnTo>
                    <a:pt x="11026" y="143"/>
                  </a:lnTo>
                  <a:cubicBezTo>
                    <a:pt x="11026" y="48"/>
                    <a:pt x="10955" y="0"/>
                    <a:pt x="10883" y="0"/>
                  </a:cubicBezTo>
                  <a:lnTo>
                    <a:pt x="6502" y="0"/>
                  </a:lnTo>
                  <a:lnTo>
                    <a:pt x="5525" y="191"/>
                  </a:lnTo>
                  <a:lnTo>
                    <a:pt x="45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7" name="Google Shape;23317;p145"/>
            <p:cNvSpPr/>
            <p:nvPr/>
          </p:nvSpPr>
          <p:spPr>
            <a:xfrm>
              <a:off x="2866931" y="3353631"/>
              <a:ext cx="31753" cy="24797"/>
            </a:xfrm>
            <a:custGeom>
              <a:avLst/>
              <a:gdLst/>
              <a:ahLst/>
              <a:cxnLst/>
              <a:rect l="l" t="t" r="r" b="b"/>
              <a:pathLst>
                <a:path w="977" h="763" extrusionOk="0">
                  <a:moveTo>
                    <a:pt x="167" y="0"/>
                  </a:moveTo>
                  <a:cubicBezTo>
                    <a:pt x="262" y="0"/>
                    <a:pt x="310" y="48"/>
                    <a:pt x="310" y="143"/>
                  </a:cubicBezTo>
                  <a:lnTo>
                    <a:pt x="310" y="453"/>
                  </a:lnTo>
                  <a:cubicBezTo>
                    <a:pt x="310" y="619"/>
                    <a:pt x="167" y="762"/>
                    <a:pt x="0" y="762"/>
                  </a:cubicBezTo>
                  <a:lnTo>
                    <a:pt x="643" y="762"/>
                  </a:lnTo>
                  <a:cubicBezTo>
                    <a:pt x="834" y="762"/>
                    <a:pt x="977" y="619"/>
                    <a:pt x="977" y="453"/>
                  </a:cubicBezTo>
                  <a:lnTo>
                    <a:pt x="977" y="143"/>
                  </a:lnTo>
                  <a:cubicBezTo>
                    <a:pt x="977" y="48"/>
                    <a:pt x="905" y="0"/>
                    <a:pt x="834" y="0"/>
                  </a:cubicBez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8" name="Google Shape;23318;p145"/>
            <p:cNvSpPr/>
            <p:nvPr/>
          </p:nvSpPr>
          <p:spPr>
            <a:xfrm>
              <a:off x="2688896" y="3354411"/>
              <a:ext cx="62725" cy="24018"/>
            </a:xfrm>
            <a:custGeom>
              <a:avLst/>
              <a:gdLst/>
              <a:ahLst/>
              <a:cxnLst/>
              <a:rect l="l" t="t" r="r" b="b"/>
              <a:pathLst>
                <a:path w="1930" h="739" extrusionOk="0">
                  <a:moveTo>
                    <a:pt x="1" y="0"/>
                  </a:moveTo>
                  <a:lnTo>
                    <a:pt x="1" y="738"/>
                  </a:lnTo>
                  <a:lnTo>
                    <a:pt x="1930" y="738"/>
                  </a:lnTo>
                  <a:lnTo>
                    <a:pt x="1930" y="0"/>
                  </a:ln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9" name="Google Shape;23319;p145"/>
            <p:cNvSpPr/>
            <p:nvPr/>
          </p:nvSpPr>
          <p:spPr>
            <a:xfrm>
              <a:off x="2729911" y="3354411"/>
              <a:ext cx="21710" cy="24018"/>
            </a:xfrm>
            <a:custGeom>
              <a:avLst/>
              <a:gdLst/>
              <a:ahLst/>
              <a:cxnLst/>
              <a:rect l="l" t="t" r="r" b="b"/>
              <a:pathLst>
                <a:path w="668" h="739" extrusionOk="0">
                  <a:moveTo>
                    <a:pt x="1" y="0"/>
                  </a:moveTo>
                  <a:lnTo>
                    <a:pt x="1" y="738"/>
                  </a:lnTo>
                  <a:lnTo>
                    <a:pt x="668" y="738"/>
                  </a:lnTo>
                  <a:lnTo>
                    <a:pt x="668" y="0"/>
                  </a:ln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20" name="Google Shape;23320;p145"/>
          <p:cNvGrpSpPr/>
          <p:nvPr/>
        </p:nvGrpSpPr>
        <p:grpSpPr>
          <a:xfrm>
            <a:off x="3300351" y="2880813"/>
            <a:ext cx="298772" cy="356818"/>
            <a:chOff x="3300351" y="3033213"/>
            <a:chExt cx="298772" cy="356818"/>
          </a:xfrm>
        </p:grpSpPr>
        <p:sp>
          <p:nvSpPr>
            <p:cNvPr id="23321" name="Google Shape;23321;p145"/>
            <p:cNvSpPr/>
            <p:nvPr/>
          </p:nvSpPr>
          <p:spPr>
            <a:xfrm>
              <a:off x="3391676" y="3145436"/>
              <a:ext cx="115343" cy="51090"/>
            </a:xfrm>
            <a:custGeom>
              <a:avLst/>
              <a:gdLst/>
              <a:ahLst/>
              <a:cxnLst/>
              <a:rect l="l" t="t" r="r" b="b"/>
              <a:pathLst>
                <a:path w="3549" h="1572" extrusionOk="0">
                  <a:moveTo>
                    <a:pt x="3072" y="715"/>
                  </a:moveTo>
                  <a:lnTo>
                    <a:pt x="3191" y="1262"/>
                  </a:lnTo>
                  <a:lnTo>
                    <a:pt x="405" y="1262"/>
                  </a:lnTo>
                  <a:lnTo>
                    <a:pt x="524" y="715"/>
                  </a:lnTo>
                  <a:close/>
                  <a:moveTo>
                    <a:pt x="810" y="0"/>
                  </a:moveTo>
                  <a:cubicBezTo>
                    <a:pt x="548" y="0"/>
                    <a:pt x="310" y="191"/>
                    <a:pt x="238" y="453"/>
                  </a:cubicBezTo>
                  <a:lnTo>
                    <a:pt x="48" y="1381"/>
                  </a:lnTo>
                  <a:cubicBezTo>
                    <a:pt x="0" y="1429"/>
                    <a:pt x="48" y="1524"/>
                    <a:pt x="119" y="1548"/>
                  </a:cubicBezTo>
                  <a:cubicBezTo>
                    <a:pt x="167" y="1548"/>
                    <a:pt x="191" y="1572"/>
                    <a:pt x="215" y="1572"/>
                  </a:cubicBezTo>
                  <a:lnTo>
                    <a:pt x="3406" y="1572"/>
                  </a:lnTo>
                  <a:cubicBezTo>
                    <a:pt x="3430" y="1572"/>
                    <a:pt x="3453" y="1572"/>
                    <a:pt x="3501" y="1548"/>
                  </a:cubicBezTo>
                  <a:cubicBezTo>
                    <a:pt x="3525" y="1500"/>
                    <a:pt x="3549" y="1429"/>
                    <a:pt x="3549" y="1381"/>
                  </a:cubicBezTo>
                  <a:lnTo>
                    <a:pt x="3334" y="453"/>
                  </a:lnTo>
                  <a:cubicBezTo>
                    <a:pt x="3287" y="191"/>
                    <a:pt x="3049" y="0"/>
                    <a:pt x="2787"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2" name="Google Shape;23322;p145"/>
            <p:cNvSpPr/>
            <p:nvPr/>
          </p:nvSpPr>
          <p:spPr>
            <a:xfrm>
              <a:off x="3308866" y="3248363"/>
              <a:ext cx="282522" cy="141668"/>
            </a:xfrm>
            <a:custGeom>
              <a:avLst/>
              <a:gdLst/>
              <a:ahLst/>
              <a:cxnLst/>
              <a:rect l="l" t="t" r="r" b="b"/>
              <a:pathLst>
                <a:path w="8693" h="4359" extrusionOk="0">
                  <a:moveTo>
                    <a:pt x="0" y="0"/>
                  </a:moveTo>
                  <a:lnTo>
                    <a:pt x="0" y="3763"/>
                  </a:lnTo>
                  <a:cubicBezTo>
                    <a:pt x="0" y="4097"/>
                    <a:pt x="262" y="4359"/>
                    <a:pt x="596" y="4359"/>
                  </a:cubicBezTo>
                  <a:lnTo>
                    <a:pt x="8097" y="4359"/>
                  </a:lnTo>
                  <a:cubicBezTo>
                    <a:pt x="8431" y="4359"/>
                    <a:pt x="8692" y="4097"/>
                    <a:pt x="8692" y="3763"/>
                  </a:cubicBezTo>
                  <a:lnTo>
                    <a:pt x="8692" y="0"/>
                  </a:lnTo>
                  <a:close/>
                </a:path>
              </a:pathLst>
            </a:custGeom>
            <a:solidFill>
              <a:srgbClr val="AD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3" name="Google Shape;23323;p145"/>
            <p:cNvSpPr/>
            <p:nvPr/>
          </p:nvSpPr>
          <p:spPr>
            <a:xfrm>
              <a:off x="3551868" y="3248363"/>
              <a:ext cx="39520" cy="141668"/>
            </a:xfrm>
            <a:custGeom>
              <a:avLst/>
              <a:gdLst/>
              <a:ahLst/>
              <a:cxnLst/>
              <a:rect l="l" t="t" r="r" b="b"/>
              <a:pathLst>
                <a:path w="1216" h="4359" extrusionOk="0">
                  <a:moveTo>
                    <a:pt x="549" y="0"/>
                  </a:moveTo>
                  <a:lnTo>
                    <a:pt x="549" y="3763"/>
                  </a:lnTo>
                  <a:cubicBezTo>
                    <a:pt x="549" y="4097"/>
                    <a:pt x="287" y="4359"/>
                    <a:pt x="1" y="4359"/>
                  </a:cubicBezTo>
                  <a:lnTo>
                    <a:pt x="620" y="4359"/>
                  </a:lnTo>
                  <a:cubicBezTo>
                    <a:pt x="954" y="4359"/>
                    <a:pt x="1215" y="4097"/>
                    <a:pt x="1215" y="3763"/>
                  </a:cubicBezTo>
                  <a:lnTo>
                    <a:pt x="1215"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4" name="Google Shape;23324;p145"/>
            <p:cNvSpPr/>
            <p:nvPr/>
          </p:nvSpPr>
          <p:spPr>
            <a:xfrm>
              <a:off x="3300351" y="3184891"/>
              <a:ext cx="294905" cy="123858"/>
            </a:xfrm>
            <a:custGeom>
              <a:avLst/>
              <a:gdLst/>
              <a:ahLst/>
              <a:cxnLst/>
              <a:rect l="l" t="t" r="r" b="b"/>
              <a:pathLst>
                <a:path w="9074" h="3811" extrusionOk="0">
                  <a:moveTo>
                    <a:pt x="524" y="1"/>
                  </a:moveTo>
                  <a:cubicBezTo>
                    <a:pt x="238" y="1"/>
                    <a:pt x="0" y="239"/>
                    <a:pt x="0" y="548"/>
                  </a:cubicBezTo>
                  <a:lnTo>
                    <a:pt x="0" y="1977"/>
                  </a:lnTo>
                  <a:cubicBezTo>
                    <a:pt x="0" y="2977"/>
                    <a:pt x="834" y="3811"/>
                    <a:pt x="1834" y="3811"/>
                  </a:cubicBezTo>
                  <a:lnTo>
                    <a:pt x="6930" y="3811"/>
                  </a:lnTo>
                  <a:cubicBezTo>
                    <a:pt x="7930" y="3811"/>
                    <a:pt x="9074" y="2977"/>
                    <a:pt x="9050" y="1977"/>
                  </a:cubicBezTo>
                  <a:lnTo>
                    <a:pt x="9050" y="548"/>
                  </a:lnTo>
                  <a:cubicBezTo>
                    <a:pt x="9050" y="239"/>
                    <a:pt x="8812" y="1"/>
                    <a:pt x="8502" y="1"/>
                  </a:cubicBezTo>
                  <a:close/>
                </a:path>
              </a:pathLst>
            </a:custGeom>
            <a:solidFill>
              <a:srgbClr val="E1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5" name="Google Shape;23325;p145"/>
            <p:cNvSpPr/>
            <p:nvPr/>
          </p:nvSpPr>
          <p:spPr>
            <a:xfrm>
              <a:off x="3409486" y="3225906"/>
              <a:ext cx="80503" cy="28665"/>
            </a:xfrm>
            <a:custGeom>
              <a:avLst/>
              <a:gdLst/>
              <a:ahLst/>
              <a:cxnLst/>
              <a:rect l="l" t="t" r="r" b="b"/>
              <a:pathLst>
                <a:path w="2477" h="882" extrusionOk="0">
                  <a:moveTo>
                    <a:pt x="214" y="1"/>
                  </a:moveTo>
                  <a:cubicBezTo>
                    <a:pt x="95" y="1"/>
                    <a:pt x="0" y="96"/>
                    <a:pt x="0" y="215"/>
                  </a:cubicBezTo>
                  <a:lnTo>
                    <a:pt x="0" y="691"/>
                  </a:lnTo>
                  <a:cubicBezTo>
                    <a:pt x="0" y="811"/>
                    <a:pt x="95" y="882"/>
                    <a:pt x="214" y="882"/>
                  </a:cubicBezTo>
                  <a:lnTo>
                    <a:pt x="2286" y="882"/>
                  </a:lnTo>
                  <a:cubicBezTo>
                    <a:pt x="2382" y="882"/>
                    <a:pt x="2477" y="811"/>
                    <a:pt x="2477" y="691"/>
                  </a:cubicBezTo>
                  <a:lnTo>
                    <a:pt x="2477" y="215"/>
                  </a:lnTo>
                  <a:cubicBezTo>
                    <a:pt x="2477" y="96"/>
                    <a:pt x="2382" y="1"/>
                    <a:pt x="2262"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6" name="Google Shape;23326;p145"/>
            <p:cNvSpPr/>
            <p:nvPr/>
          </p:nvSpPr>
          <p:spPr>
            <a:xfrm>
              <a:off x="3518588" y="3184111"/>
              <a:ext cx="80535" cy="123890"/>
            </a:xfrm>
            <a:custGeom>
              <a:avLst/>
              <a:gdLst/>
              <a:ahLst/>
              <a:cxnLst/>
              <a:rect l="l" t="t" r="r" b="b"/>
              <a:pathLst>
                <a:path w="2478" h="3812" extrusionOk="0">
                  <a:moveTo>
                    <a:pt x="1287" y="1"/>
                  </a:moveTo>
                  <a:cubicBezTo>
                    <a:pt x="1573" y="1"/>
                    <a:pt x="1811" y="239"/>
                    <a:pt x="1811" y="549"/>
                  </a:cubicBezTo>
                  <a:lnTo>
                    <a:pt x="1811" y="1977"/>
                  </a:lnTo>
                  <a:cubicBezTo>
                    <a:pt x="1811" y="2978"/>
                    <a:pt x="1025" y="3811"/>
                    <a:pt x="1" y="3811"/>
                  </a:cubicBezTo>
                  <a:lnTo>
                    <a:pt x="620" y="3811"/>
                  </a:lnTo>
                  <a:cubicBezTo>
                    <a:pt x="1644" y="3811"/>
                    <a:pt x="2478" y="2978"/>
                    <a:pt x="2478" y="1977"/>
                  </a:cubicBezTo>
                  <a:lnTo>
                    <a:pt x="2478" y="549"/>
                  </a:lnTo>
                  <a:cubicBezTo>
                    <a:pt x="2478" y="239"/>
                    <a:pt x="2239" y="1"/>
                    <a:pt x="1930" y="1"/>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7" name="Google Shape;23327;p145"/>
            <p:cNvSpPr/>
            <p:nvPr/>
          </p:nvSpPr>
          <p:spPr>
            <a:xfrm>
              <a:off x="3461323" y="3225906"/>
              <a:ext cx="28665" cy="28665"/>
            </a:xfrm>
            <a:custGeom>
              <a:avLst/>
              <a:gdLst/>
              <a:ahLst/>
              <a:cxnLst/>
              <a:rect l="l" t="t" r="r" b="b"/>
              <a:pathLst>
                <a:path w="882" h="882" extrusionOk="0">
                  <a:moveTo>
                    <a:pt x="1" y="1"/>
                  </a:moveTo>
                  <a:cubicBezTo>
                    <a:pt x="120" y="1"/>
                    <a:pt x="215" y="96"/>
                    <a:pt x="215" y="215"/>
                  </a:cubicBezTo>
                  <a:lnTo>
                    <a:pt x="215" y="691"/>
                  </a:lnTo>
                  <a:cubicBezTo>
                    <a:pt x="215" y="811"/>
                    <a:pt x="120" y="882"/>
                    <a:pt x="1" y="882"/>
                  </a:cubicBezTo>
                  <a:lnTo>
                    <a:pt x="667" y="882"/>
                  </a:lnTo>
                  <a:cubicBezTo>
                    <a:pt x="787" y="882"/>
                    <a:pt x="882" y="811"/>
                    <a:pt x="882" y="691"/>
                  </a:cubicBezTo>
                  <a:lnTo>
                    <a:pt x="882" y="215"/>
                  </a:lnTo>
                  <a:cubicBezTo>
                    <a:pt x="882" y="96"/>
                    <a:pt x="787" y="1"/>
                    <a:pt x="667"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8" name="Google Shape;23328;p145"/>
            <p:cNvSpPr/>
            <p:nvPr/>
          </p:nvSpPr>
          <p:spPr>
            <a:xfrm>
              <a:off x="3370778" y="3273908"/>
              <a:ext cx="31753" cy="116122"/>
            </a:xfrm>
            <a:custGeom>
              <a:avLst/>
              <a:gdLst/>
              <a:ahLst/>
              <a:cxnLst/>
              <a:rect l="l" t="t" r="r" b="b"/>
              <a:pathLst>
                <a:path w="977" h="3573" extrusionOk="0">
                  <a:moveTo>
                    <a:pt x="477" y="0"/>
                  </a:moveTo>
                  <a:cubicBezTo>
                    <a:pt x="215" y="0"/>
                    <a:pt x="0" y="215"/>
                    <a:pt x="0" y="477"/>
                  </a:cubicBezTo>
                  <a:lnTo>
                    <a:pt x="0" y="3573"/>
                  </a:lnTo>
                  <a:lnTo>
                    <a:pt x="977" y="3573"/>
                  </a:lnTo>
                  <a:lnTo>
                    <a:pt x="953" y="477"/>
                  </a:lnTo>
                  <a:cubicBezTo>
                    <a:pt x="953" y="215"/>
                    <a:pt x="739" y="0"/>
                    <a:pt x="477"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9" name="Google Shape;23329;p145"/>
            <p:cNvSpPr/>
            <p:nvPr/>
          </p:nvSpPr>
          <p:spPr>
            <a:xfrm>
              <a:off x="3362263" y="3327306"/>
              <a:ext cx="50343" cy="21710"/>
            </a:xfrm>
            <a:custGeom>
              <a:avLst/>
              <a:gdLst/>
              <a:ahLst/>
              <a:cxnLst/>
              <a:rect l="l" t="t" r="r" b="b"/>
              <a:pathLst>
                <a:path w="1549" h="668" extrusionOk="0">
                  <a:moveTo>
                    <a:pt x="167" y="1"/>
                  </a:moveTo>
                  <a:cubicBezTo>
                    <a:pt x="72" y="1"/>
                    <a:pt x="0" y="96"/>
                    <a:pt x="0" y="191"/>
                  </a:cubicBezTo>
                  <a:lnTo>
                    <a:pt x="0" y="477"/>
                  </a:lnTo>
                  <a:cubicBezTo>
                    <a:pt x="0" y="572"/>
                    <a:pt x="72" y="667"/>
                    <a:pt x="167" y="667"/>
                  </a:cubicBezTo>
                  <a:lnTo>
                    <a:pt x="1358" y="667"/>
                  </a:lnTo>
                  <a:cubicBezTo>
                    <a:pt x="1453" y="667"/>
                    <a:pt x="1548" y="572"/>
                    <a:pt x="1548" y="477"/>
                  </a:cubicBezTo>
                  <a:lnTo>
                    <a:pt x="1548" y="191"/>
                  </a:lnTo>
                  <a:cubicBezTo>
                    <a:pt x="1548" y="96"/>
                    <a:pt x="1453" y="1"/>
                    <a:pt x="1358"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0" name="Google Shape;23330;p145"/>
            <p:cNvSpPr/>
            <p:nvPr/>
          </p:nvSpPr>
          <p:spPr>
            <a:xfrm>
              <a:off x="3496163" y="3273908"/>
              <a:ext cx="32532" cy="116122"/>
            </a:xfrm>
            <a:custGeom>
              <a:avLst/>
              <a:gdLst/>
              <a:ahLst/>
              <a:cxnLst/>
              <a:rect l="l" t="t" r="r" b="b"/>
              <a:pathLst>
                <a:path w="1001" h="3573" extrusionOk="0">
                  <a:moveTo>
                    <a:pt x="477" y="0"/>
                  </a:moveTo>
                  <a:cubicBezTo>
                    <a:pt x="215" y="0"/>
                    <a:pt x="0" y="215"/>
                    <a:pt x="0" y="477"/>
                  </a:cubicBezTo>
                  <a:lnTo>
                    <a:pt x="0" y="3573"/>
                  </a:lnTo>
                  <a:lnTo>
                    <a:pt x="1001" y="3573"/>
                  </a:lnTo>
                  <a:lnTo>
                    <a:pt x="953" y="477"/>
                  </a:lnTo>
                  <a:cubicBezTo>
                    <a:pt x="953" y="215"/>
                    <a:pt x="762" y="0"/>
                    <a:pt x="477"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1" name="Google Shape;23331;p145"/>
            <p:cNvSpPr/>
            <p:nvPr/>
          </p:nvSpPr>
          <p:spPr>
            <a:xfrm>
              <a:off x="3486868" y="3327306"/>
              <a:ext cx="50343" cy="21710"/>
            </a:xfrm>
            <a:custGeom>
              <a:avLst/>
              <a:gdLst/>
              <a:ahLst/>
              <a:cxnLst/>
              <a:rect l="l" t="t" r="r" b="b"/>
              <a:pathLst>
                <a:path w="1549" h="668" extrusionOk="0">
                  <a:moveTo>
                    <a:pt x="167" y="1"/>
                  </a:moveTo>
                  <a:cubicBezTo>
                    <a:pt x="96" y="1"/>
                    <a:pt x="1" y="96"/>
                    <a:pt x="1" y="191"/>
                  </a:cubicBezTo>
                  <a:lnTo>
                    <a:pt x="1" y="477"/>
                  </a:lnTo>
                  <a:cubicBezTo>
                    <a:pt x="1" y="572"/>
                    <a:pt x="96" y="667"/>
                    <a:pt x="167" y="667"/>
                  </a:cubicBezTo>
                  <a:lnTo>
                    <a:pt x="1358" y="667"/>
                  </a:lnTo>
                  <a:cubicBezTo>
                    <a:pt x="1477" y="667"/>
                    <a:pt x="1548" y="572"/>
                    <a:pt x="1548" y="477"/>
                  </a:cubicBezTo>
                  <a:lnTo>
                    <a:pt x="1548" y="191"/>
                  </a:lnTo>
                  <a:cubicBezTo>
                    <a:pt x="1548" y="96"/>
                    <a:pt x="1453" y="1"/>
                    <a:pt x="1358"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2" name="Google Shape;23332;p145"/>
            <p:cNvSpPr/>
            <p:nvPr/>
          </p:nvSpPr>
          <p:spPr>
            <a:xfrm>
              <a:off x="3430383" y="3084271"/>
              <a:ext cx="42575" cy="15925"/>
            </a:xfrm>
            <a:custGeom>
              <a:avLst/>
              <a:gdLst/>
              <a:ahLst/>
              <a:cxnLst/>
              <a:rect l="l" t="t" r="r" b="b"/>
              <a:pathLst>
                <a:path w="1310" h="490" extrusionOk="0">
                  <a:moveTo>
                    <a:pt x="667" y="1"/>
                  </a:moveTo>
                  <a:cubicBezTo>
                    <a:pt x="453" y="1"/>
                    <a:pt x="214" y="96"/>
                    <a:pt x="72" y="239"/>
                  </a:cubicBezTo>
                  <a:cubicBezTo>
                    <a:pt x="0" y="310"/>
                    <a:pt x="0" y="382"/>
                    <a:pt x="72" y="453"/>
                  </a:cubicBezTo>
                  <a:cubicBezTo>
                    <a:pt x="72" y="477"/>
                    <a:pt x="119" y="477"/>
                    <a:pt x="167" y="477"/>
                  </a:cubicBezTo>
                  <a:cubicBezTo>
                    <a:pt x="214" y="477"/>
                    <a:pt x="238" y="453"/>
                    <a:pt x="286" y="453"/>
                  </a:cubicBezTo>
                  <a:cubicBezTo>
                    <a:pt x="357" y="334"/>
                    <a:pt x="524" y="263"/>
                    <a:pt x="667" y="263"/>
                  </a:cubicBezTo>
                  <a:cubicBezTo>
                    <a:pt x="810" y="263"/>
                    <a:pt x="929" y="334"/>
                    <a:pt x="1048" y="453"/>
                  </a:cubicBezTo>
                  <a:cubicBezTo>
                    <a:pt x="1084" y="477"/>
                    <a:pt x="1119" y="489"/>
                    <a:pt x="1155" y="489"/>
                  </a:cubicBezTo>
                  <a:cubicBezTo>
                    <a:pt x="1191" y="489"/>
                    <a:pt x="1227" y="477"/>
                    <a:pt x="1262" y="453"/>
                  </a:cubicBezTo>
                  <a:cubicBezTo>
                    <a:pt x="1310" y="382"/>
                    <a:pt x="1310" y="310"/>
                    <a:pt x="1262" y="239"/>
                  </a:cubicBezTo>
                  <a:cubicBezTo>
                    <a:pt x="1119" y="96"/>
                    <a:pt x="881"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3" name="Google Shape;23333;p145"/>
            <p:cNvSpPr/>
            <p:nvPr/>
          </p:nvSpPr>
          <p:spPr>
            <a:xfrm>
              <a:off x="3412573" y="3057978"/>
              <a:ext cx="78975" cy="24213"/>
            </a:xfrm>
            <a:custGeom>
              <a:avLst/>
              <a:gdLst/>
              <a:ahLst/>
              <a:cxnLst/>
              <a:rect l="l" t="t" r="r" b="b"/>
              <a:pathLst>
                <a:path w="2430" h="745" extrusionOk="0">
                  <a:moveTo>
                    <a:pt x="1215" y="0"/>
                  </a:moveTo>
                  <a:cubicBezTo>
                    <a:pt x="762" y="0"/>
                    <a:pt x="358" y="191"/>
                    <a:pt x="48" y="500"/>
                  </a:cubicBezTo>
                  <a:cubicBezTo>
                    <a:pt x="0" y="548"/>
                    <a:pt x="0" y="643"/>
                    <a:pt x="48" y="691"/>
                  </a:cubicBezTo>
                  <a:cubicBezTo>
                    <a:pt x="84" y="726"/>
                    <a:pt x="119" y="744"/>
                    <a:pt x="155" y="744"/>
                  </a:cubicBezTo>
                  <a:cubicBezTo>
                    <a:pt x="191" y="744"/>
                    <a:pt x="227" y="726"/>
                    <a:pt x="262" y="691"/>
                  </a:cubicBezTo>
                  <a:cubicBezTo>
                    <a:pt x="524" y="453"/>
                    <a:pt x="858" y="310"/>
                    <a:pt x="1215" y="310"/>
                  </a:cubicBezTo>
                  <a:cubicBezTo>
                    <a:pt x="1572" y="310"/>
                    <a:pt x="1929" y="453"/>
                    <a:pt x="2167" y="691"/>
                  </a:cubicBezTo>
                  <a:cubicBezTo>
                    <a:pt x="2167" y="738"/>
                    <a:pt x="2215" y="738"/>
                    <a:pt x="2263" y="738"/>
                  </a:cubicBezTo>
                  <a:cubicBezTo>
                    <a:pt x="2310" y="738"/>
                    <a:pt x="2334" y="738"/>
                    <a:pt x="2382" y="691"/>
                  </a:cubicBezTo>
                  <a:cubicBezTo>
                    <a:pt x="2429" y="643"/>
                    <a:pt x="2429" y="548"/>
                    <a:pt x="2382" y="500"/>
                  </a:cubicBezTo>
                  <a:cubicBezTo>
                    <a:pt x="2048" y="191"/>
                    <a:pt x="1667"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4" name="Google Shape;23334;p145"/>
            <p:cNvSpPr/>
            <p:nvPr/>
          </p:nvSpPr>
          <p:spPr>
            <a:xfrm>
              <a:off x="3395543" y="3033213"/>
              <a:ext cx="114563" cy="31363"/>
            </a:xfrm>
            <a:custGeom>
              <a:avLst/>
              <a:gdLst/>
              <a:ahLst/>
              <a:cxnLst/>
              <a:rect l="l" t="t" r="r" b="b"/>
              <a:pathLst>
                <a:path w="3525" h="965" extrusionOk="0">
                  <a:moveTo>
                    <a:pt x="1763" y="0"/>
                  </a:moveTo>
                  <a:cubicBezTo>
                    <a:pt x="1144" y="0"/>
                    <a:pt x="524" y="262"/>
                    <a:pt x="72" y="715"/>
                  </a:cubicBezTo>
                  <a:cubicBezTo>
                    <a:pt x="0" y="762"/>
                    <a:pt x="0" y="857"/>
                    <a:pt x="72" y="929"/>
                  </a:cubicBezTo>
                  <a:cubicBezTo>
                    <a:pt x="96" y="953"/>
                    <a:pt x="131" y="965"/>
                    <a:pt x="170" y="965"/>
                  </a:cubicBezTo>
                  <a:cubicBezTo>
                    <a:pt x="209" y="965"/>
                    <a:pt x="250" y="953"/>
                    <a:pt x="286" y="929"/>
                  </a:cubicBezTo>
                  <a:cubicBezTo>
                    <a:pt x="667" y="500"/>
                    <a:pt x="1191" y="286"/>
                    <a:pt x="1763" y="286"/>
                  </a:cubicBezTo>
                  <a:cubicBezTo>
                    <a:pt x="2334" y="286"/>
                    <a:pt x="2858" y="524"/>
                    <a:pt x="3263" y="929"/>
                  </a:cubicBezTo>
                  <a:cubicBezTo>
                    <a:pt x="3263" y="953"/>
                    <a:pt x="3311" y="953"/>
                    <a:pt x="3334" y="953"/>
                  </a:cubicBezTo>
                  <a:cubicBezTo>
                    <a:pt x="3382" y="953"/>
                    <a:pt x="3430" y="929"/>
                    <a:pt x="3454" y="929"/>
                  </a:cubicBezTo>
                  <a:cubicBezTo>
                    <a:pt x="3525" y="857"/>
                    <a:pt x="3525" y="762"/>
                    <a:pt x="3454" y="715"/>
                  </a:cubicBezTo>
                  <a:cubicBezTo>
                    <a:pt x="3025" y="238"/>
                    <a:pt x="2429" y="0"/>
                    <a:pt x="1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35" name="Google Shape;23335;p145"/>
          <p:cNvGrpSpPr/>
          <p:nvPr/>
        </p:nvGrpSpPr>
        <p:grpSpPr>
          <a:xfrm>
            <a:off x="4026336" y="2886988"/>
            <a:ext cx="358378" cy="345215"/>
            <a:chOff x="4026336" y="3039388"/>
            <a:chExt cx="358378" cy="345215"/>
          </a:xfrm>
        </p:grpSpPr>
        <p:sp>
          <p:nvSpPr>
            <p:cNvPr id="23336" name="Google Shape;23336;p145"/>
            <p:cNvSpPr/>
            <p:nvPr/>
          </p:nvSpPr>
          <p:spPr>
            <a:xfrm>
              <a:off x="4199691" y="3299453"/>
              <a:ext cx="10888" cy="61230"/>
            </a:xfrm>
            <a:custGeom>
              <a:avLst/>
              <a:gdLst/>
              <a:ahLst/>
              <a:cxnLst/>
              <a:rect l="l" t="t" r="r" b="b"/>
              <a:pathLst>
                <a:path w="335" h="1884" extrusionOk="0">
                  <a:moveTo>
                    <a:pt x="144" y="0"/>
                  </a:moveTo>
                  <a:cubicBezTo>
                    <a:pt x="72" y="0"/>
                    <a:pt x="1" y="72"/>
                    <a:pt x="1" y="167"/>
                  </a:cubicBezTo>
                  <a:lnTo>
                    <a:pt x="1" y="1762"/>
                  </a:lnTo>
                  <a:cubicBezTo>
                    <a:pt x="1" y="1816"/>
                    <a:pt x="54" y="1883"/>
                    <a:pt x="101" y="1883"/>
                  </a:cubicBezTo>
                  <a:cubicBezTo>
                    <a:pt x="117" y="1883"/>
                    <a:pt x="132" y="1876"/>
                    <a:pt x="144" y="1858"/>
                  </a:cubicBezTo>
                  <a:cubicBezTo>
                    <a:pt x="239" y="1858"/>
                    <a:pt x="334" y="1810"/>
                    <a:pt x="334" y="1715"/>
                  </a:cubicBezTo>
                  <a:lnTo>
                    <a:pt x="334" y="143"/>
                  </a:lnTo>
                  <a:cubicBezTo>
                    <a:pt x="334" y="48"/>
                    <a:pt x="239" y="0"/>
                    <a:pt x="144"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7" name="Google Shape;23337;p145"/>
            <p:cNvSpPr/>
            <p:nvPr/>
          </p:nvSpPr>
          <p:spPr>
            <a:xfrm>
              <a:off x="4043366" y="3062626"/>
              <a:ext cx="325097" cy="242255"/>
            </a:xfrm>
            <a:custGeom>
              <a:avLst/>
              <a:gdLst/>
              <a:ahLst/>
              <a:cxnLst/>
              <a:rect l="l" t="t" r="r" b="b"/>
              <a:pathLst>
                <a:path w="10003" h="7454" extrusionOk="0">
                  <a:moveTo>
                    <a:pt x="5025" y="0"/>
                  </a:moveTo>
                  <a:lnTo>
                    <a:pt x="0" y="191"/>
                  </a:lnTo>
                  <a:lnTo>
                    <a:pt x="0" y="7025"/>
                  </a:lnTo>
                  <a:cubicBezTo>
                    <a:pt x="0" y="7263"/>
                    <a:pt x="167" y="7454"/>
                    <a:pt x="429" y="7454"/>
                  </a:cubicBezTo>
                  <a:lnTo>
                    <a:pt x="9550" y="7454"/>
                  </a:lnTo>
                  <a:cubicBezTo>
                    <a:pt x="9788" y="7454"/>
                    <a:pt x="10002" y="7287"/>
                    <a:pt x="10002" y="7025"/>
                  </a:cubicBezTo>
                  <a:lnTo>
                    <a:pt x="10002" y="191"/>
                  </a:lnTo>
                  <a:lnTo>
                    <a:pt x="9955" y="191"/>
                  </a:lnTo>
                  <a:lnTo>
                    <a:pt x="5025"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8" name="Google Shape;23338;p145"/>
            <p:cNvSpPr/>
            <p:nvPr/>
          </p:nvSpPr>
          <p:spPr>
            <a:xfrm>
              <a:off x="4079733" y="3102861"/>
              <a:ext cx="106828" cy="25578"/>
            </a:xfrm>
            <a:custGeom>
              <a:avLst/>
              <a:gdLst/>
              <a:ahLst/>
              <a:cxnLst/>
              <a:rect l="l" t="t" r="r" b="b"/>
              <a:pathLst>
                <a:path w="3287" h="787" extrusionOk="0">
                  <a:moveTo>
                    <a:pt x="120" y="0"/>
                  </a:moveTo>
                  <a:cubicBezTo>
                    <a:pt x="72" y="0"/>
                    <a:pt x="0" y="72"/>
                    <a:pt x="0" y="119"/>
                  </a:cubicBezTo>
                  <a:lnTo>
                    <a:pt x="0" y="667"/>
                  </a:lnTo>
                  <a:cubicBezTo>
                    <a:pt x="0" y="715"/>
                    <a:pt x="72" y="786"/>
                    <a:pt x="120" y="786"/>
                  </a:cubicBezTo>
                  <a:lnTo>
                    <a:pt x="3168" y="786"/>
                  </a:lnTo>
                  <a:cubicBezTo>
                    <a:pt x="3215" y="786"/>
                    <a:pt x="3287" y="715"/>
                    <a:pt x="3287" y="667"/>
                  </a:cubicBezTo>
                  <a:lnTo>
                    <a:pt x="3287" y="119"/>
                  </a:lnTo>
                  <a:cubicBezTo>
                    <a:pt x="3287" y="72"/>
                    <a:pt x="3215" y="0"/>
                    <a:pt x="3168" y="0"/>
                  </a:cubicBezTo>
                  <a:close/>
                </a:path>
              </a:pathLst>
            </a:custGeom>
            <a:solidFill>
              <a:srgbClr val="E1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9" name="Google Shape;23339;p145"/>
            <p:cNvSpPr/>
            <p:nvPr/>
          </p:nvSpPr>
          <p:spPr>
            <a:xfrm>
              <a:off x="4240706" y="3105168"/>
              <a:ext cx="86743" cy="78975"/>
            </a:xfrm>
            <a:custGeom>
              <a:avLst/>
              <a:gdLst/>
              <a:ahLst/>
              <a:cxnLst/>
              <a:rect l="l" t="t" r="r" b="b"/>
              <a:pathLst>
                <a:path w="2669" h="2430" extrusionOk="0">
                  <a:moveTo>
                    <a:pt x="120" y="1"/>
                  </a:moveTo>
                  <a:cubicBezTo>
                    <a:pt x="48" y="1"/>
                    <a:pt x="1" y="48"/>
                    <a:pt x="1" y="120"/>
                  </a:cubicBezTo>
                  <a:lnTo>
                    <a:pt x="1" y="2311"/>
                  </a:lnTo>
                  <a:cubicBezTo>
                    <a:pt x="1" y="2382"/>
                    <a:pt x="48" y="2430"/>
                    <a:pt x="120" y="2430"/>
                  </a:cubicBezTo>
                  <a:lnTo>
                    <a:pt x="2549" y="2430"/>
                  </a:lnTo>
                  <a:cubicBezTo>
                    <a:pt x="2620" y="2430"/>
                    <a:pt x="2668" y="2382"/>
                    <a:pt x="2668" y="2311"/>
                  </a:cubicBezTo>
                  <a:lnTo>
                    <a:pt x="2668" y="120"/>
                  </a:lnTo>
                  <a:cubicBezTo>
                    <a:pt x="2668" y="48"/>
                    <a:pt x="2620" y="1"/>
                    <a:pt x="2549"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0" name="Google Shape;23340;p145"/>
            <p:cNvSpPr/>
            <p:nvPr/>
          </p:nvSpPr>
          <p:spPr>
            <a:xfrm>
              <a:off x="4332031" y="3062626"/>
              <a:ext cx="36432" cy="242255"/>
            </a:xfrm>
            <a:custGeom>
              <a:avLst/>
              <a:gdLst/>
              <a:ahLst/>
              <a:cxnLst/>
              <a:rect l="l" t="t" r="r" b="b"/>
              <a:pathLst>
                <a:path w="1121" h="7454" extrusionOk="0">
                  <a:moveTo>
                    <a:pt x="811" y="0"/>
                  </a:moveTo>
                  <a:lnTo>
                    <a:pt x="453" y="191"/>
                  </a:lnTo>
                  <a:lnTo>
                    <a:pt x="453" y="7025"/>
                  </a:lnTo>
                  <a:cubicBezTo>
                    <a:pt x="453" y="7263"/>
                    <a:pt x="239" y="7454"/>
                    <a:pt x="1" y="7454"/>
                  </a:cubicBezTo>
                  <a:lnTo>
                    <a:pt x="668" y="7454"/>
                  </a:lnTo>
                  <a:cubicBezTo>
                    <a:pt x="906" y="7454"/>
                    <a:pt x="1120" y="7287"/>
                    <a:pt x="1120" y="7025"/>
                  </a:cubicBezTo>
                  <a:lnTo>
                    <a:pt x="1120" y="191"/>
                  </a:lnTo>
                  <a:lnTo>
                    <a:pt x="811"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1" name="Google Shape;23341;p145"/>
            <p:cNvSpPr/>
            <p:nvPr/>
          </p:nvSpPr>
          <p:spPr>
            <a:xfrm>
              <a:off x="4160983" y="3102861"/>
              <a:ext cx="25578" cy="25578"/>
            </a:xfrm>
            <a:custGeom>
              <a:avLst/>
              <a:gdLst/>
              <a:ahLst/>
              <a:cxnLst/>
              <a:rect l="l" t="t" r="r" b="b"/>
              <a:pathLst>
                <a:path w="787" h="787" extrusionOk="0">
                  <a:moveTo>
                    <a:pt x="1" y="0"/>
                  </a:moveTo>
                  <a:cubicBezTo>
                    <a:pt x="72" y="0"/>
                    <a:pt x="120" y="72"/>
                    <a:pt x="120" y="119"/>
                  </a:cubicBezTo>
                  <a:lnTo>
                    <a:pt x="120" y="667"/>
                  </a:lnTo>
                  <a:cubicBezTo>
                    <a:pt x="120" y="715"/>
                    <a:pt x="72" y="786"/>
                    <a:pt x="1" y="786"/>
                  </a:cubicBezTo>
                  <a:lnTo>
                    <a:pt x="668" y="786"/>
                  </a:lnTo>
                  <a:cubicBezTo>
                    <a:pt x="715" y="786"/>
                    <a:pt x="787" y="715"/>
                    <a:pt x="787" y="667"/>
                  </a:cubicBezTo>
                  <a:lnTo>
                    <a:pt x="787" y="119"/>
                  </a:lnTo>
                  <a:cubicBezTo>
                    <a:pt x="787" y="72"/>
                    <a:pt x="715" y="0"/>
                    <a:pt x="668" y="0"/>
                  </a:cubicBezTo>
                  <a:close/>
                </a:path>
              </a:pathLst>
            </a:custGeom>
            <a:solidFill>
              <a:srgbClr val="CFD7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2" name="Google Shape;23342;p145"/>
            <p:cNvSpPr/>
            <p:nvPr/>
          </p:nvSpPr>
          <p:spPr>
            <a:xfrm>
              <a:off x="4302618" y="3105168"/>
              <a:ext cx="24830" cy="78975"/>
            </a:xfrm>
            <a:custGeom>
              <a:avLst/>
              <a:gdLst/>
              <a:ahLst/>
              <a:cxnLst/>
              <a:rect l="l" t="t" r="r" b="b"/>
              <a:pathLst>
                <a:path w="764" h="2430" extrusionOk="0">
                  <a:moveTo>
                    <a:pt x="1" y="1"/>
                  </a:moveTo>
                  <a:cubicBezTo>
                    <a:pt x="49" y="1"/>
                    <a:pt x="120" y="48"/>
                    <a:pt x="120" y="120"/>
                  </a:cubicBezTo>
                  <a:lnTo>
                    <a:pt x="120" y="2311"/>
                  </a:lnTo>
                  <a:cubicBezTo>
                    <a:pt x="120" y="2382"/>
                    <a:pt x="49" y="2430"/>
                    <a:pt x="1" y="2430"/>
                  </a:cubicBezTo>
                  <a:lnTo>
                    <a:pt x="644" y="2430"/>
                  </a:lnTo>
                  <a:cubicBezTo>
                    <a:pt x="715" y="2430"/>
                    <a:pt x="763" y="2382"/>
                    <a:pt x="763" y="2311"/>
                  </a:cubicBezTo>
                  <a:lnTo>
                    <a:pt x="763" y="120"/>
                  </a:lnTo>
                  <a:cubicBezTo>
                    <a:pt x="763" y="48"/>
                    <a:pt x="715" y="1"/>
                    <a:pt x="644"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3" name="Google Shape;23343;p145"/>
            <p:cNvSpPr/>
            <p:nvPr/>
          </p:nvSpPr>
          <p:spPr>
            <a:xfrm>
              <a:off x="4190396" y="3353631"/>
              <a:ext cx="31005" cy="30972"/>
            </a:xfrm>
            <a:custGeom>
              <a:avLst/>
              <a:gdLst/>
              <a:ahLst/>
              <a:cxnLst/>
              <a:rect l="l" t="t" r="r" b="b"/>
              <a:pathLst>
                <a:path w="954" h="953" extrusionOk="0">
                  <a:moveTo>
                    <a:pt x="477" y="0"/>
                  </a:moveTo>
                  <a:cubicBezTo>
                    <a:pt x="191" y="0"/>
                    <a:pt x="1" y="215"/>
                    <a:pt x="1" y="477"/>
                  </a:cubicBezTo>
                  <a:cubicBezTo>
                    <a:pt x="1" y="738"/>
                    <a:pt x="191" y="953"/>
                    <a:pt x="477" y="953"/>
                  </a:cubicBezTo>
                  <a:cubicBezTo>
                    <a:pt x="739" y="953"/>
                    <a:pt x="953" y="738"/>
                    <a:pt x="953" y="477"/>
                  </a:cubicBezTo>
                  <a:cubicBezTo>
                    <a:pt x="953" y="215"/>
                    <a:pt x="739" y="0"/>
                    <a:pt x="477" y="0"/>
                  </a:cubicBez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4" name="Google Shape;23344;p145"/>
            <p:cNvSpPr/>
            <p:nvPr/>
          </p:nvSpPr>
          <p:spPr>
            <a:xfrm>
              <a:off x="4270118" y="3253791"/>
              <a:ext cx="33313" cy="14138"/>
            </a:xfrm>
            <a:custGeom>
              <a:avLst/>
              <a:gdLst/>
              <a:ahLst/>
              <a:cxnLst/>
              <a:rect l="l" t="t" r="r" b="b"/>
              <a:pathLst>
                <a:path w="1025" h="435" extrusionOk="0">
                  <a:moveTo>
                    <a:pt x="525" y="0"/>
                  </a:moveTo>
                  <a:cubicBezTo>
                    <a:pt x="358" y="0"/>
                    <a:pt x="191" y="72"/>
                    <a:pt x="72" y="191"/>
                  </a:cubicBezTo>
                  <a:cubicBezTo>
                    <a:pt x="1" y="238"/>
                    <a:pt x="1" y="334"/>
                    <a:pt x="72" y="381"/>
                  </a:cubicBezTo>
                  <a:cubicBezTo>
                    <a:pt x="96" y="417"/>
                    <a:pt x="132" y="435"/>
                    <a:pt x="170" y="435"/>
                  </a:cubicBezTo>
                  <a:cubicBezTo>
                    <a:pt x="209" y="435"/>
                    <a:pt x="251" y="417"/>
                    <a:pt x="287" y="381"/>
                  </a:cubicBezTo>
                  <a:cubicBezTo>
                    <a:pt x="358" y="310"/>
                    <a:pt x="429" y="262"/>
                    <a:pt x="549" y="262"/>
                  </a:cubicBezTo>
                  <a:cubicBezTo>
                    <a:pt x="668" y="262"/>
                    <a:pt x="763" y="334"/>
                    <a:pt x="810" y="381"/>
                  </a:cubicBezTo>
                  <a:cubicBezTo>
                    <a:pt x="834" y="429"/>
                    <a:pt x="882" y="429"/>
                    <a:pt x="906" y="429"/>
                  </a:cubicBezTo>
                  <a:cubicBezTo>
                    <a:pt x="930" y="429"/>
                    <a:pt x="953" y="429"/>
                    <a:pt x="953" y="381"/>
                  </a:cubicBezTo>
                  <a:cubicBezTo>
                    <a:pt x="1025" y="334"/>
                    <a:pt x="1025" y="238"/>
                    <a:pt x="953" y="191"/>
                  </a:cubicBezTo>
                  <a:cubicBezTo>
                    <a:pt x="834" y="48"/>
                    <a:pt x="668" y="0"/>
                    <a:pt x="5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5" name="Google Shape;23345;p145"/>
            <p:cNvSpPr/>
            <p:nvPr/>
          </p:nvSpPr>
          <p:spPr>
            <a:xfrm>
              <a:off x="4257736" y="3235201"/>
              <a:ext cx="58078" cy="19760"/>
            </a:xfrm>
            <a:custGeom>
              <a:avLst/>
              <a:gdLst/>
              <a:ahLst/>
              <a:cxnLst/>
              <a:rect l="l" t="t" r="r" b="b"/>
              <a:pathLst>
                <a:path w="1787" h="608" extrusionOk="0">
                  <a:moveTo>
                    <a:pt x="906" y="1"/>
                  </a:moveTo>
                  <a:cubicBezTo>
                    <a:pt x="596" y="1"/>
                    <a:pt x="310" y="120"/>
                    <a:pt x="72" y="358"/>
                  </a:cubicBezTo>
                  <a:cubicBezTo>
                    <a:pt x="1" y="429"/>
                    <a:pt x="1" y="525"/>
                    <a:pt x="72" y="572"/>
                  </a:cubicBezTo>
                  <a:cubicBezTo>
                    <a:pt x="96" y="596"/>
                    <a:pt x="132" y="608"/>
                    <a:pt x="167" y="608"/>
                  </a:cubicBezTo>
                  <a:cubicBezTo>
                    <a:pt x="203" y="608"/>
                    <a:pt x="239" y="596"/>
                    <a:pt x="263" y="572"/>
                  </a:cubicBezTo>
                  <a:cubicBezTo>
                    <a:pt x="453" y="405"/>
                    <a:pt x="668" y="310"/>
                    <a:pt x="930" y="310"/>
                  </a:cubicBezTo>
                  <a:cubicBezTo>
                    <a:pt x="1191" y="310"/>
                    <a:pt x="1406" y="382"/>
                    <a:pt x="1573" y="572"/>
                  </a:cubicBezTo>
                  <a:cubicBezTo>
                    <a:pt x="1620" y="596"/>
                    <a:pt x="1644" y="596"/>
                    <a:pt x="1668" y="596"/>
                  </a:cubicBezTo>
                  <a:cubicBezTo>
                    <a:pt x="1692" y="596"/>
                    <a:pt x="1739" y="596"/>
                    <a:pt x="1739" y="572"/>
                  </a:cubicBezTo>
                  <a:cubicBezTo>
                    <a:pt x="1787" y="525"/>
                    <a:pt x="1787" y="429"/>
                    <a:pt x="1739" y="358"/>
                  </a:cubicBezTo>
                  <a:cubicBezTo>
                    <a:pt x="1525" y="120"/>
                    <a:pt x="1191" y="1"/>
                    <a:pt x="90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6" name="Google Shape;23346;p145"/>
            <p:cNvSpPr/>
            <p:nvPr/>
          </p:nvSpPr>
          <p:spPr>
            <a:xfrm>
              <a:off x="4245353" y="3218171"/>
              <a:ext cx="85182" cy="24408"/>
            </a:xfrm>
            <a:custGeom>
              <a:avLst/>
              <a:gdLst/>
              <a:ahLst/>
              <a:cxnLst/>
              <a:rect l="l" t="t" r="r" b="b"/>
              <a:pathLst>
                <a:path w="2621" h="751" extrusionOk="0">
                  <a:moveTo>
                    <a:pt x="1311" y="1"/>
                  </a:moveTo>
                  <a:cubicBezTo>
                    <a:pt x="834" y="1"/>
                    <a:pt x="382" y="167"/>
                    <a:pt x="48" y="501"/>
                  </a:cubicBezTo>
                  <a:cubicBezTo>
                    <a:pt x="1" y="572"/>
                    <a:pt x="1" y="644"/>
                    <a:pt x="48" y="715"/>
                  </a:cubicBezTo>
                  <a:cubicBezTo>
                    <a:pt x="84" y="739"/>
                    <a:pt x="126" y="751"/>
                    <a:pt x="164" y="751"/>
                  </a:cubicBezTo>
                  <a:cubicBezTo>
                    <a:pt x="203" y="751"/>
                    <a:pt x="239" y="739"/>
                    <a:pt x="263" y="715"/>
                  </a:cubicBezTo>
                  <a:cubicBezTo>
                    <a:pt x="525" y="453"/>
                    <a:pt x="906" y="286"/>
                    <a:pt x="1311" y="286"/>
                  </a:cubicBezTo>
                  <a:cubicBezTo>
                    <a:pt x="1692" y="286"/>
                    <a:pt x="2073" y="453"/>
                    <a:pt x="2358" y="715"/>
                  </a:cubicBezTo>
                  <a:cubicBezTo>
                    <a:pt x="2382" y="739"/>
                    <a:pt x="2406" y="739"/>
                    <a:pt x="2430" y="739"/>
                  </a:cubicBezTo>
                  <a:cubicBezTo>
                    <a:pt x="2477" y="739"/>
                    <a:pt x="2501" y="739"/>
                    <a:pt x="2549" y="715"/>
                  </a:cubicBezTo>
                  <a:cubicBezTo>
                    <a:pt x="2620" y="644"/>
                    <a:pt x="2620" y="572"/>
                    <a:pt x="2549" y="501"/>
                  </a:cubicBezTo>
                  <a:cubicBezTo>
                    <a:pt x="2239" y="167"/>
                    <a:pt x="1787" y="1"/>
                    <a:pt x="131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7" name="Google Shape;23347;p145"/>
            <p:cNvSpPr/>
            <p:nvPr/>
          </p:nvSpPr>
          <p:spPr>
            <a:xfrm>
              <a:off x="4080513" y="3157038"/>
              <a:ext cx="104520" cy="10855"/>
            </a:xfrm>
            <a:custGeom>
              <a:avLst/>
              <a:gdLst/>
              <a:ahLst/>
              <a:cxnLst/>
              <a:rect l="l" t="t" r="r" b="b"/>
              <a:pathLst>
                <a:path w="3216" h="334" extrusionOk="0">
                  <a:moveTo>
                    <a:pt x="191" y="0"/>
                  </a:moveTo>
                  <a:cubicBezTo>
                    <a:pt x="96" y="0"/>
                    <a:pt x="0" y="96"/>
                    <a:pt x="24" y="215"/>
                  </a:cubicBezTo>
                  <a:cubicBezTo>
                    <a:pt x="24" y="262"/>
                    <a:pt x="96" y="334"/>
                    <a:pt x="191" y="334"/>
                  </a:cubicBezTo>
                  <a:lnTo>
                    <a:pt x="3048" y="334"/>
                  </a:lnTo>
                  <a:cubicBezTo>
                    <a:pt x="3144" y="334"/>
                    <a:pt x="3215" y="239"/>
                    <a:pt x="3191" y="119"/>
                  </a:cubicBezTo>
                  <a:cubicBezTo>
                    <a:pt x="3191" y="72"/>
                    <a:pt x="3144" y="0"/>
                    <a:pt x="304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8" name="Google Shape;23348;p145"/>
            <p:cNvSpPr/>
            <p:nvPr/>
          </p:nvSpPr>
          <p:spPr>
            <a:xfrm>
              <a:off x="4080513" y="3184891"/>
              <a:ext cx="104520" cy="10888"/>
            </a:xfrm>
            <a:custGeom>
              <a:avLst/>
              <a:gdLst/>
              <a:ahLst/>
              <a:cxnLst/>
              <a:rect l="l" t="t" r="r" b="b"/>
              <a:pathLst>
                <a:path w="3216" h="335" extrusionOk="0">
                  <a:moveTo>
                    <a:pt x="191" y="1"/>
                  </a:moveTo>
                  <a:cubicBezTo>
                    <a:pt x="96" y="1"/>
                    <a:pt x="0" y="96"/>
                    <a:pt x="24" y="215"/>
                  </a:cubicBezTo>
                  <a:cubicBezTo>
                    <a:pt x="24" y="286"/>
                    <a:pt x="96" y="334"/>
                    <a:pt x="191" y="334"/>
                  </a:cubicBezTo>
                  <a:lnTo>
                    <a:pt x="3048" y="334"/>
                  </a:lnTo>
                  <a:cubicBezTo>
                    <a:pt x="3144" y="334"/>
                    <a:pt x="3215" y="239"/>
                    <a:pt x="3191" y="120"/>
                  </a:cubicBezTo>
                  <a:cubicBezTo>
                    <a:pt x="3191" y="72"/>
                    <a:pt x="3144" y="1"/>
                    <a:pt x="304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9" name="Google Shape;23349;p145"/>
            <p:cNvSpPr/>
            <p:nvPr/>
          </p:nvSpPr>
          <p:spPr>
            <a:xfrm>
              <a:off x="4080513" y="3211996"/>
              <a:ext cx="104520" cy="10855"/>
            </a:xfrm>
            <a:custGeom>
              <a:avLst/>
              <a:gdLst/>
              <a:ahLst/>
              <a:cxnLst/>
              <a:rect l="l" t="t" r="r" b="b"/>
              <a:pathLst>
                <a:path w="3216" h="334" extrusionOk="0">
                  <a:moveTo>
                    <a:pt x="191" y="0"/>
                  </a:moveTo>
                  <a:cubicBezTo>
                    <a:pt x="96" y="0"/>
                    <a:pt x="0" y="95"/>
                    <a:pt x="24" y="215"/>
                  </a:cubicBezTo>
                  <a:cubicBezTo>
                    <a:pt x="24" y="286"/>
                    <a:pt x="96" y="334"/>
                    <a:pt x="191" y="334"/>
                  </a:cubicBezTo>
                  <a:lnTo>
                    <a:pt x="3048" y="334"/>
                  </a:lnTo>
                  <a:cubicBezTo>
                    <a:pt x="3144" y="334"/>
                    <a:pt x="3215" y="238"/>
                    <a:pt x="3191" y="119"/>
                  </a:cubicBezTo>
                  <a:cubicBezTo>
                    <a:pt x="3191" y="72"/>
                    <a:pt x="3144" y="0"/>
                    <a:pt x="304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0" name="Google Shape;23350;p145"/>
            <p:cNvSpPr/>
            <p:nvPr/>
          </p:nvSpPr>
          <p:spPr>
            <a:xfrm>
              <a:off x="4080513" y="3240628"/>
              <a:ext cx="104520" cy="10075"/>
            </a:xfrm>
            <a:custGeom>
              <a:avLst/>
              <a:gdLst/>
              <a:ahLst/>
              <a:cxnLst/>
              <a:rect l="l" t="t" r="r" b="b"/>
              <a:pathLst>
                <a:path w="3216" h="310" extrusionOk="0">
                  <a:moveTo>
                    <a:pt x="191" y="0"/>
                  </a:moveTo>
                  <a:cubicBezTo>
                    <a:pt x="96" y="0"/>
                    <a:pt x="0" y="72"/>
                    <a:pt x="24" y="191"/>
                  </a:cubicBezTo>
                  <a:cubicBezTo>
                    <a:pt x="24" y="262"/>
                    <a:pt x="96" y="310"/>
                    <a:pt x="191" y="310"/>
                  </a:cubicBezTo>
                  <a:lnTo>
                    <a:pt x="3048" y="310"/>
                  </a:lnTo>
                  <a:cubicBezTo>
                    <a:pt x="3144" y="310"/>
                    <a:pt x="3215" y="238"/>
                    <a:pt x="3191" y="119"/>
                  </a:cubicBezTo>
                  <a:cubicBezTo>
                    <a:pt x="3191" y="48"/>
                    <a:pt x="3144" y="0"/>
                    <a:pt x="304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1" name="Google Shape;23351;p145"/>
            <p:cNvSpPr/>
            <p:nvPr/>
          </p:nvSpPr>
          <p:spPr>
            <a:xfrm>
              <a:off x="4080513" y="3268481"/>
              <a:ext cx="104520" cy="10887"/>
            </a:xfrm>
            <a:custGeom>
              <a:avLst/>
              <a:gdLst/>
              <a:ahLst/>
              <a:cxnLst/>
              <a:rect l="l" t="t" r="r" b="b"/>
              <a:pathLst>
                <a:path w="3216" h="335" extrusionOk="0">
                  <a:moveTo>
                    <a:pt x="191" y="1"/>
                  </a:moveTo>
                  <a:cubicBezTo>
                    <a:pt x="96" y="1"/>
                    <a:pt x="0" y="96"/>
                    <a:pt x="24" y="215"/>
                  </a:cubicBezTo>
                  <a:cubicBezTo>
                    <a:pt x="24" y="263"/>
                    <a:pt x="96" y="334"/>
                    <a:pt x="191" y="334"/>
                  </a:cubicBezTo>
                  <a:lnTo>
                    <a:pt x="3048" y="334"/>
                  </a:lnTo>
                  <a:cubicBezTo>
                    <a:pt x="3144" y="334"/>
                    <a:pt x="3215" y="239"/>
                    <a:pt x="3191" y="120"/>
                  </a:cubicBezTo>
                  <a:cubicBezTo>
                    <a:pt x="3191" y="48"/>
                    <a:pt x="3144" y="1"/>
                    <a:pt x="304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2" name="Google Shape;23352;p145"/>
            <p:cNvSpPr/>
            <p:nvPr/>
          </p:nvSpPr>
          <p:spPr>
            <a:xfrm>
              <a:off x="4026336" y="3039388"/>
              <a:ext cx="358378" cy="29445"/>
            </a:xfrm>
            <a:custGeom>
              <a:avLst/>
              <a:gdLst/>
              <a:ahLst/>
              <a:cxnLst/>
              <a:rect l="l" t="t" r="r" b="b"/>
              <a:pathLst>
                <a:path w="11027" h="906" extrusionOk="0">
                  <a:moveTo>
                    <a:pt x="119" y="1"/>
                  </a:moveTo>
                  <a:cubicBezTo>
                    <a:pt x="72" y="1"/>
                    <a:pt x="0" y="48"/>
                    <a:pt x="0" y="120"/>
                  </a:cubicBezTo>
                  <a:lnTo>
                    <a:pt x="0" y="786"/>
                  </a:lnTo>
                  <a:cubicBezTo>
                    <a:pt x="0" y="858"/>
                    <a:pt x="72" y="906"/>
                    <a:pt x="119" y="906"/>
                  </a:cubicBezTo>
                  <a:lnTo>
                    <a:pt x="10883" y="906"/>
                  </a:lnTo>
                  <a:cubicBezTo>
                    <a:pt x="10955" y="906"/>
                    <a:pt x="11026" y="858"/>
                    <a:pt x="11003" y="786"/>
                  </a:cubicBezTo>
                  <a:lnTo>
                    <a:pt x="11003" y="120"/>
                  </a:lnTo>
                  <a:cubicBezTo>
                    <a:pt x="11003" y="48"/>
                    <a:pt x="10931" y="1"/>
                    <a:pt x="10883" y="1"/>
                  </a:cubicBez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3" name="Google Shape;23353;p145"/>
            <p:cNvSpPr/>
            <p:nvPr/>
          </p:nvSpPr>
          <p:spPr>
            <a:xfrm>
              <a:off x="4359136" y="3039388"/>
              <a:ext cx="25578" cy="29445"/>
            </a:xfrm>
            <a:custGeom>
              <a:avLst/>
              <a:gdLst/>
              <a:ahLst/>
              <a:cxnLst/>
              <a:rect l="l" t="t" r="r" b="b"/>
              <a:pathLst>
                <a:path w="787" h="906" extrusionOk="0">
                  <a:moveTo>
                    <a:pt x="0" y="1"/>
                  </a:moveTo>
                  <a:cubicBezTo>
                    <a:pt x="72" y="1"/>
                    <a:pt x="120" y="48"/>
                    <a:pt x="120" y="120"/>
                  </a:cubicBezTo>
                  <a:lnTo>
                    <a:pt x="120" y="786"/>
                  </a:lnTo>
                  <a:cubicBezTo>
                    <a:pt x="120" y="858"/>
                    <a:pt x="72" y="906"/>
                    <a:pt x="0" y="906"/>
                  </a:cubicBezTo>
                  <a:lnTo>
                    <a:pt x="667" y="906"/>
                  </a:lnTo>
                  <a:cubicBezTo>
                    <a:pt x="715" y="906"/>
                    <a:pt x="786" y="858"/>
                    <a:pt x="786" y="786"/>
                  </a:cubicBezTo>
                  <a:lnTo>
                    <a:pt x="786" y="120"/>
                  </a:lnTo>
                  <a:cubicBezTo>
                    <a:pt x="786" y="48"/>
                    <a:pt x="715" y="1"/>
                    <a:pt x="667"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54" name="Google Shape;23354;p145"/>
          <p:cNvGrpSpPr/>
          <p:nvPr/>
        </p:nvGrpSpPr>
        <p:grpSpPr>
          <a:xfrm>
            <a:off x="4767791" y="2883901"/>
            <a:ext cx="356818" cy="352170"/>
            <a:chOff x="4767791" y="3036301"/>
            <a:chExt cx="356818" cy="352170"/>
          </a:xfrm>
        </p:grpSpPr>
        <p:sp>
          <p:nvSpPr>
            <p:cNvPr id="23355" name="Google Shape;23355;p145"/>
            <p:cNvSpPr/>
            <p:nvPr/>
          </p:nvSpPr>
          <p:spPr>
            <a:xfrm>
              <a:off x="5013133" y="3215863"/>
              <a:ext cx="111475" cy="61165"/>
            </a:xfrm>
            <a:custGeom>
              <a:avLst/>
              <a:gdLst/>
              <a:ahLst/>
              <a:cxnLst/>
              <a:rect l="l" t="t" r="r" b="b"/>
              <a:pathLst>
                <a:path w="3430" h="1882" extrusionOk="0">
                  <a:moveTo>
                    <a:pt x="1644" y="0"/>
                  </a:moveTo>
                  <a:lnTo>
                    <a:pt x="1" y="215"/>
                  </a:lnTo>
                  <a:lnTo>
                    <a:pt x="1" y="1882"/>
                  </a:lnTo>
                  <a:lnTo>
                    <a:pt x="3430" y="1882"/>
                  </a:lnTo>
                  <a:lnTo>
                    <a:pt x="3430" y="215"/>
                  </a:lnTo>
                  <a:lnTo>
                    <a:pt x="1644" y="0"/>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6" name="Google Shape;23356;p145"/>
            <p:cNvSpPr/>
            <p:nvPr/>
          </p:nvSpPr>
          <p:spPr>
            <a:xfrm>
              <a:off x="5013133" y="3324218"/>
              <a:ext cx="111475" cy="57297"/>
            </a:xfrm>
            <a:custGeom>
              <a:avLst/>
              <a:gdLst/>
              <a:ahLst/>
              <a:cxnLst/>
              <a:rect l="l" t="t" r="r" b="b"/>
              <a:pathLst>
                <a:path w="3430" h="1763" extrusionOk="0">
                  <a:moveTo>
                    <a:pt x="1763" y="0"/>
                  </a:moveTo>
                  <a:lnTo>
                    <a:pt x="1" y="215"/>
                  </a:lnTo>
                  <a:lnTo>
                    <a:pt x="1" y="1501"/>
                  </a:lnTo>
                  <a:cubicBezTo>
                    <a:pt x="1" y="1643"/>
                    <a:pt x="120" y="1763"/>
                    <a:pt x="286" y="1763"/>
                  </a:cubicBezTo>
                  <a:lnTo>
                    <a:pt x="3168" y="1763"/>
                  </a:lnTo>
                  <a:cubicBezTo>
                    <a:pt x="3311" y="1763"/>
                    <a:pt x="3430" y="1643"/>
                    <a:pt x="3430" y="1501"/>
                  </a:cubicBezTo>
                  <a:lnTo>
                    <a:pt x="3430" y="215"/>
                  </a:lnTo>
                  <a:lnTo>
                    <a:pt x="1763" y="0"/>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7" name="Google Shape;23357;p145"/>
            <p:cNvSpPr/>
            <p:nvPr/>
          </p:nvSpPr>
          <p:spPr>
            <a:xfrm>
              <a:off x="5103678" y="3215083"/>
              <a:ext cx="20930" cy="61165"/>
            </a:xfrm>
            <a:custGeom>
              <a:avLst/>
              <a:gdLst/>
              <a:ahLst/>
              <a:cxnLst/>
              <a:rect l="l" t="t" r="r" b="b"/>
              <a:pathLst>
                <a:path w="644" h="1882" extrusionOk="0">
                  <a:moveTo>
                    <a:pt x="311" y="0"/>
                  </a:moveTo>
                  <a:lnTo>
                    <a:pt x="1" y="215"/>
                  </a:lnTo>
                  <a:lnTo>
                    <a:pt x="1" y="1882"/>
                  </a:lnTo>
                  <a:lnTo>
                    <a:pt x="644" y="1882"/>
                  </a:lnTo>
                  <a:lnTo>
                    <a:pt x="644" y="215"/>
                  </a:lnTo>
                  <a:lnTo>
                    <a:pt x="311"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8" name="Google Shape;23358;p145"/>
            <p:cNvSpPr/>
            <p:nvPr/>
          </p:nvSpPr>
          <p:spPr>
            <a:xfrm>
              <a:off x="5094416" y="3324218"/>
              <a:ext cx="30193" cy="57297"/>
            </a:xfrm>
            <a:custGeom>
              <a:avLst/>
              <a:gdLst/>
              <a:ahLst/>
              <a:cxnLst/>
              <a:rect l="l" t="t" r="r" b="b"/>
              <a:pathLst>
                <a:path w="929" h="1763" extrusionOk="0">
                  <a:moveTo>
                    <a:pt x="596" y="0"/>
                  </a:moveTo>
                  <a:lnTo>
                    <a:pt x="286" y="215"/>
                  </a:lnTo>
                  <a:lnTo>
                    <a:pt x="286" y="1501"/>
                  </a:lnTo>
                  <a:cubicBezTo>
                    <a:pt x="286" y="1643"/>
                    <a:pt x="167" y="1763"/>
                    <a:pt x="0" y="1763"/>
                  </a:cubicBezTo>
                  <a:lnTo>
                    <a:pt x="667" y="1763"/>
                  </a:lnTo>
                  <a:cubicBezTo>
                    <a:pt x="810" y="1763"/>
                    <a:pt x="929" y="1643"/>
                    <a:pt x="929" y="1501"/>
                  </a:cubicBezTo>
                  <a:lnTo>
                    <a:pt x="929" y="215"/>
                  </a:lnTo>
                  <a:lnTo>
                    <a:pt x="596"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9" name="Google Shape;23359;p145"/>
            <p:cNvSpPr/>
            <p:nvPr/>
          </p:nvSpPr>
          <p:spPr>
            <a:xfrm>
              <a:off x="5058796" y="3243716"/>
              <a:ext cx="19403" cy="10855"/>
            </a:xfrm>
            <a:custGeom>
              <a:avLst/>
              <a:gdLst/>
              <a:ahLst/>
              <a:cxnLst/>
              <a:rect l="l" t="t" r="r" b="b"/>
              <a:pathLst>
                <a:path w="597" h="334" extrusionOk="0">
                  <a:moveTo>
                    <a:pt x="144" y="1"/>
                  </a:moveTo>
                  <a:cubicBezTo>
                    <a:pt x="72" y="1"/>
                    <a:pt x="1" y="96"/>
                    <a:pt x="1" y="191"/>
                  </a:cubicBezTo>
                  <a:cubicBezTo>
                    <a:pt x="1" y="286"/>
                    <a:pt x="96" y="334"/>
                    <a:pt x="191" y="334"/>
                  </a:cubicBezTo>
                  <a:lnTo>
                    <a:pt x="453" y="334"/>
                  </a:lnTo>
                  <a:cubicBezTo>
                    <a:pt x="548" y="334"/>
                    <a:pt x="596" y="263"/>
                    <a:pt x="596" y="167"/>
                  </a:cubicBezTo>
                  <a:cubicBezTo>
                    <a:pt x="596" y="72"/>
                    <a:pt x="501" y="1"/>
                    <a:pt x="40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0" name="Google Shape;23360;p145"/>
            <p:cNvSpPr/>
            <p:nvPr/>
          </p:nvSpPr>
          <p:spPr>
            <a:xfrm>
              <a:off x="5058796" y="3351291"/>
              <a:ext cx="19403" cy="10888"/>
            </a:xfrm>
            <a:custGeom>
              <a:avLst/>
              <a:gdLst/>
              <a:ahLst/>
              <a:cxnLst/>
              <a:rect l="l" t="t" r="r" b="b"/>
              <a:pathLst>
                <a:path w="597" h="335" extrusionOk="0">
                  <a:moveTo>
                    <a:pt x="144" y="1"/>
                  </a:moveTo>
                  <a:cubicBezTo>
                    <a:pt x="72" y="1"/>
                    <a:pt x="1" y="96"/>
                    <a:pt x="1" y="191"/>
                  </a:cubicBezTo>
                  <a:cubicBezTo>
                    <a:pt x="1" y="287"/>
                    <a:pt x="96" y="334"/>
                    <a:pt x="191" y="334"/>
                  </a:cubicBezTo>
                  <a:lnTo>
                    <a:pt x="453" y="334"/>
                  </a:lnTo>
                  <a:cubicBezTo>
                    <a:pt x="548" y="334"/>
                    <a:pt x="596" y="239"/>
                    <a:pt x="596" y="167"/>
                  </a:cubicBezTo>
                  <a:cubicBezTo>
                    <a:pt x="596" y="72"/>
                    <a:pt x="501" y="1"/>
                    <a:pt x="40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1" name="Google Shape;23361;p145"/>
            <p:cNvSpPr/>
            <p:nvPr/>
          </p:nvSpPr>
          <p:spPr>
            <a:xfrm>
              <a:off x="5013133" y="3276996"/>
              <a:ext cx="111475" cy="54210"/>
            </a:xfrm>
            <a:custGeom>
              <a:avLst/>
              <a:gdLst/>
              <a:ahLst/>
              <a:cxnLst/>
              <a:rect l="l" t="t" r="r" b="b"/>
              <a:pathLst>
                <a:path w="3430" h="1668" extrusionOk="0">
                  <a:moveTo>
                    <a:pt x="1" y="1"/>
                  </a:moveTo>
                  <a:lnTo>
                    <a:pt x="1" y="1668"/>
                  </a:lnTo>
                  <a:lnTo>
                    <a:pt x="3430" y="1668"/>
                  </a:lnTo>
                  <a:lnTo>
                    <a:pt x="3430"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2" name="Google Shape;23362;p145"/>
            <p:cNvSpPr/>
            <p:nvPr/>
          </p:nvSpPr>
          <p:spPr>
            <a:xfrm>
              <a:off x="5103678" y="3276996"/>
              <a:ext cx="20930" cy="54210"/>
            </a:xfrm>
            <a:custGeom>
              <a:avLst/>
              <a:gdLst/>
              <a:ahLst/>
              <a:cxnLst/>
              <a:rect l="l" t="t" r="r" b="b"/>
              <a:pathLst>
                <a:path w="644" h="1668" extrusionOk="0">
                  <a:moveTo>
                    <a:pt x="1" y="1"/>
                  </a:moveTo>
                  <a:lnTo>
                    <a:pt x="1" y="1668"/>
                  </a:lnTo>
                  <a:lnTo>
                    <a:pt x="644" y="1668"/>
                  </a:lnTo>
                  <a:lnTo>
                    <a:pt x="644" y="1"/>
                  </a:ln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3" name="Google Shape;23363;p145"/>
            <p:cNvSpPr/>
            <p:nvPr/>
          </p:nvSpPr>
          <p:spPr>
            <a:xfrm>
              <a:off x="5058796" y="3299453"/>
              <a:ext cx="19403" cy="10855"/>
            </a:xfrm>
            <a:custGeom>
              <a:avLst/>
              <a:gdLst/>
              <a:ahLst/>
              <a:cxnLst/>
              <a:rect l="l" t="t" r="r" b="b"/>
              <a:pathLst>
                <a:path w="597" h="334" extrusionOk="0">
                  <a:moveTo>
                    <a:pt x="144" y="0"/>
                  </a:moveTo>
                  <a:cubicBezTo>
                    <a:pt x="72" y="0"/>
                    <a:pt x="1" y="95"/>
                    <a:pt x="1" y="167"/>
                  </a:cubicBezTo>
                  <a:cubicBezTo>
                    <a:pt x="1" y="262"/>
                    <a:pt x="96" y="334"/>
                    <a:pt x="191" y="334"/>
                  </a:cubicBezTo>
                  <a:lnTo>
                    <a:pt x="453" y="334"/>
                  </a:lnTo>
                  <a:cubicBezTo>
                    <a:pt x="548" y="334"/>
                    <a:pt x="596" y="262"/>
                    <a:pt x="596" y="143"/>
                  </a:cubicBezTo>
                  <a:cubicBezTo>
                    <a:pt x="596" y="48"/>
                    <a:pt x="501" y="0"/>
                    <a:pt x="406" y="0"/>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4" name="Google Shape;23364;p145"/>
            <p:cNvSpPr/>
            <p:nvPr/>
          </p:nvSpPr>
          <p:spPr>
            <a:xfrm>
              <a:off x="4826616" y="3307968"/>
              <a:ext cx="118463" cy="80503"/>
            </a:xfrm>
            <a:custGeom>
              <a:avLst/>
              <a:gdLst/>
              <a:ahLst/>
              <a:cxnLst/>
              <a:rect l="l" t="t" r="r" b="b"/>
              <a:pathLst>
                <a:path w="3645" h="2477" extrusionOk="0">
                  <a:moveTo>
                    <a:pt x="1810" y="0"/>
                  </a:moveTo>
                  <a:cubicBezTo>
                    <a:pt x="1739" y="0"/>
                    <a:pt x="1644" y="72"/>
                    <a:pt x="1644" y="191"/>
                  </a:cubicBezTo>
                  <a:lnTo>
                    <a:pt x="1644" y="1405"/>
                  </a:lnTo>
                  <a:lnTo>
                    <a:pt x="715" y="1405"/>
                  </a:lnTo>
                  <a:cubicBezTo>
                    <a:pt x="286" y="1405"/>
                    <a:pt x="0" y="1691"/>
                    <a:pt x="0" y="2120"/>
                  </a:cubicBezTo>
                  <a:lnTo>
                    <a:pt x="0" y="2263"/>
                  </a:lnTo>
                  <a:cubicBezTo>
                    <a:pt x="0" y="2358"/>
                    <a:pt x="48" y="2453"/>
                    <a:pt x="143" y="2453"/>
                  </a:cubicBezTo>
                  <a:cubicBezTo>
                    <a:pt x="239" y="2453"/>
                    <a:pt x="334" y="2382"/>
                    <a:pt x="334" y="2286"/>
                  </a:cubicBezTo>
                  <a:lnTo>
                    <a:pt x="334" y="2143"/>
                  </a:lnTo>
                  <a:cubicBezTo>
                    <a:pt x="334" y="1929"/>
                    <a:pt x="501" y="1762"/>
                    <a:pt x="739" y="1762"/>
                  </a:cubicBezTo>
                  <a:lnTo>
                    <a:pt x="1667" y="1762"/>
                  </a:lnTo>
                  <a:lnTo>
                    <a:pt x="1667" y="2286"/>
                  </a:lnTo>
                  <a:cubicBezTo>
                    <a:pt x="1667" y="2382"/>
                    <a:pt x="1739" y="2453"/>
                    <a:pt x="1810" y="2477"/>
                  </a:cubicBezTo>
                  <a:cubicBezTo>
                    <a:pt x="1906" y="2477"/>
                    <a:pt x="2001" y="2405"/>
                    <a:pt x="2001" y="2286"/>
                  </a:cubicBezTo>
                  <a:lnTo>
                    <a:pt x="2001" y="1762"/>
                  </a:lnTo>
                  <a:lnTo>
                    <a:pt x="2882" y="1762"/>
                  </a:lnTo>
                  <a:cubicBezTo>
                    <a:pt x="3120" y="1762"/>
                    <a:pt x="3311" y="1929"/>
                    <a:pt x="3311" y="2143"/>
                  </a:cubicBezTo>
                  <a:lnTo>
                    <a:pt x="3311" y="2286"/>
                  </a:lnTo>
                  <a:cubicBezTo>
                    <a:pt x="3311" y="2382"/>
                    <a:pt x="3358" y="2477"/>
                    <a:pt x="3454" y="2477"/>
                  </a:cubicBezTo>
                  <a:cubicBezTo>
                    <a:pt x="3549" y="2477"/>
                    <a:pt x="3644" y="2405"/>
                    <a:pt x="3644" y="2334"/>
                  </a:cubicBezTo>
                  <a:lnTo>
                    <a:pt x="3644" y="2167"/>
                  </a:lnTo>
                  <a:cubicBezTo>
                    <a:pt x="3596" y="1691"/>
                    <a:pt x="3263" y="1381"/>
                    <a:pt x="2858" y="1381"/>
                  </a:cubicBezTo>
                  <a:lnTo>
                    <a:pt x="1977" y="1381"/>
                  </a:lnTo>
                  <a:lnTo>
                    <a:pt x="1977" y="191"/>
                  </a:lnTo>
                  <a:cubicBezTo>
                    <a:pt x="1977" y="95"/>
                    <a:pt x="1906" y="24"/>
                    <a:pt x="18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5" name="Google Shape;23365;p145"/>
            <p:cNvSpPr/>
            <p:nvPr/>
          </p:nvSpPr>
          <p:spPr>
            <a:xfrm>
              <a:off x="4787908" y="3208128"/>
              <a:ext cx="10888" cy="178035"/>
            </a:xfrm>
            <a:custGeom>
              <a:avLst/>
              <a:gdLst/>
              <a:ahLst/>
              <a:cxnLst/>
              <a:rect l="l" t="t" r="r" b="b"/>
              <a:pathLst>
                <a:path w="335" h="5478" extrusionOk="0">
                  <a:moveTo>
                    <a:pt x="144" y="0"/>
                  </a:moveTo>
                  <a:cubicBezTo>
                    <a:pt x="72" y="48"/>
                    <a:pt x="1" y="95"/>
                    <a:pt x="1" y="191"/>
                  </a:cubicBezTo>
                  <a:lnTo>
                    <a:pt x="1" y="5311"/>
                  </a:lnTo>
                  <a:cubicBezTo>
                    <a:pt x="1" y="5406"/>
                    <a:pt x="72" y="5454"/>
                    <a:pt x="144" y="5477"/>
                  </a:cubicBezTo>
                  <a:cubicBezTo>
                    <a:pt x="239" y="5477"/>
                    <a:pt x="334" y="5406"/>
                    <a:pt x="334" y="5311"/>
                  </a:cubicBezTo>
                  <a:lnTo>
                    <a:pt x="334" y="191"/>
                  </a:lnTo>
                  <a:cubicBezTo>
                    <a:pt x="334" y="72"/>
                    <a:pt x="239" y="0"/>
                    <a:pt x="144"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6" name="Google Shape;23366;p145"/>
            <p:cNvSpPr/>
            <p:nvPr/>
          </p:nvSpPr>
          <p:spPr>
            <a:xfrm>
              <a:off x="4884661" y="3036301"/>
              <a:ext cx="222170" cy="113035"/>
            </a:xfrm>
            <a:custGeom>
              <a:avLst/>
              <a:gdLst/>
              <a:ahLst/>
              <a:cxnLst/>
              <a:rect l="l" t="t" r="r" b="b"/>
              <a:pathLst>
                <a:path w="6836" h="3478" extrusionOk="0">
                  <a:moveTo>
                    <a:pt x="358" y="0"/>
                  </a:moveTo>
                  <a:cubicBezTo>
                    <a:pt x="191" y="0"/>
                    <a:pt x="0" y="143"/>
                    <a:pt x="0" y="358"/>
                  </a:cubicBezTo>
                  <a:lnTo>
                    <a:pt x="0" y="3477"/>
                  </a:lnTo>
                  <a:lnTo>
                    <a:pt x="6835" y="3239"/>
                  </a:lnTo>
                  <a:lnTo>
                    <a:pt x="6835" y="358"/>
                  </a:lnTo>
                  <a:cubicBezTo>
                    <a:pt x="6835" y="167"/>
                    <a:pt x="6692" y="0"/>
                    <a:pt x="6478"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7" name="Google Shape;23367;p145"/>
            <p:cNvSpPr/>
            <p:nvPr/>
          </p:nvSpPr>
          <p:spPr>
            <a:xfrm>
              <a:off x="5073518" y="3036983"/>
              <a:ext cx="32532" cy="112353"/>
            </a:xfrm>
            <a:custGeom>
              <a:avLst/>
              <a:gdLst/>
              <a:ahLst/>
              <a:cxnLst/>
              <a:rect l="l" t="t" r="r" b="b"/>
              <a:pathLst>
                <a:path w="1001" h="3457" extrusionOk="0">
                  <a:moveTo>
                    <a:pt x="41" y="1"/>
                  </a:moveTo>
                  <a:cubicBezTo>
                    <a:pt x="27" y="1"/>
                    <a:pt x="14" y="2"/>
                    <a:pt x="0" y="3"/>
                  </a:cubicBezTo>
                  <a:lnTo>
                    <a:pt x="80" y="3"/>
                  </a:lnTo>
                  <a:cubicBezTo>
                    <a:pt x="67" y="2"/>
                    <a:pt x="54" y="1"/>
                    <a:pt x="41" y="1"/>
                  </a:cubicBezTo>
                  <a:close/>
                  <a:moveTo>
                    <a:pt x="80" y="3"/>
                  </a:moveTo>
                  <a:lnTo>
                    <a:pt x="80" y="3"/>
                  </a:lnTo>
                  <a:cubicBezTo>
                    <a:pt x="249" y="23"/>
                    <a:pt x="357" y="171"/>
                    <a:pt x="357" y="337"/>
                  </a:cubicBezTo>
                  <a:lnTo>
                    <a:pt x="357" y="3456"/>
                  </a:lnTo>
                  <a:lnTo>
                    <a:pt x="1000" y="3242"/>
                  </a:lnTo>
                  <a:lnTo>
                    <a:pt x="1000" y="360"/>
                  </a:lnTo>
                  <a:cubicBezTo>
                    <a:pt x="1000" y="194"/>
                    <a:pt x="858" y="3"/>
                    <a:pt x="643" y="3"/>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8" name="Google Shape;23368;p145"/>
            <p:cNvSpPr/>
            <p:nvPr/>
          </p:nvSpPr>
          <p:spPr>
            <a:xfrm>
              <a:off x="4969811" y="3169421"/>
              <a:ext cx="51090" cy="32533"/>
            </a:xfrm>
            <a:custGeom>
              <a:avLst/>
              <a:gdLst/>
              <a:ahLst/>
              <a:cxnLst/>
              <a:rect l="l" t="t" r="r" b="b"/>
              <a:pathLst>
                <a:path w="1572" h="1001" extrusionOk="0">
                  <a:moveTo>
                    <a:pt x="119" y="0"/>
                  </a:moveTo>
                  <a:lnTo>
                    <a:pt x="0" y="1001"/>
                  </a:lnTo>
                  <a:lnTo>
                    <a:pt x="1572" y="1001"/>
                  </a:lnTo>
                  <a:lnTo>
                    <a:pt x="1500"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9" name="Google Shape;23369;p145"/>
            <p:cNvSpPr/>
            <p:nvPr/>
          </p:nvSpPr>
          <p:spPr>
            <a:xfrm>
              <a:off x="4767791" y="3199613"/>
              <a:ext cx="356818" cy="22458"/>
            </a:xfrm>
            <a:custGeom>
              <a:avLst/>
              <a:gdLst/>
              <a:ahLst/>
              <a:cxnLst/>
              <a:rect l="l" t="t" r="r" b="b"/>
              <a:pathLst>
                <a:path w="10979" h="691" extrusionOk="0">
                  <a:moveTo>
                    <a:pt x="167" y="0"/>
                  </a:moveTo>
                  <a:cubicBezTo>
                    <a:pt x="96" y="0"/>
                    <a:pt x="1" y="72"/>
                    <a:pt x="1" y="167"/>
                  </a:cubicBezTo>
                  <a:lnTo>
                    <a:pt x="1" y="500"/>
                  </a:lnTo>
                  <a:cubicBezTo>
                    <a:pt x="1" y="596"/>
                    <a:pt x="48" y="691"/>
                    <a:pt x="167" y="691"/>
                  </a:cubicBezTo>
                  <a:lnTo>
                    <a:pt x="10979" y="691"/>
                  </a:lnTo>
                  <a:lnTo>
                    <a:pt x="10979" y="167"/>
                  </a:lnTo>
                  <a:cubicBezTo>
                    <a:pt x="10979" y="95"/>
                    <a:pt x="10931" y="0"/>
                    <a:pt x="10812"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0" name="Google Shape;23370;p145"/>
            <p:cNvSpPr/>
            <p:nvPr/>
          </p:nvSpPr>
          <p:spPr>
            <a:xfrm>
              <a:off x="4884661" y="3141568"/>
              <a:ext cx="221390" cy="30972"/>
            </a:xfrm>
            <a:custGeom>
              <a:avLst/>
              <a:gdLst/>
              <a:ahLst/>
              <a:cxnLst/>
              <a:rect l="l" t="t" r="r" b="b"/>
              <a:pathLst>
                <a:path w="6812" h="953" extrusionOk="0">
                  <a:moveTo>
                    <a:pt x="0" y="0"/>
                  </a:moveTo>
                  <a:lnTo>
                    <a:pt x="0" y="572"/>
                  </a:lnTo>
                  <a:cubicBezTo>
                    <a:pt x="0" y="762"/>
                    <a:pt x="191" y="953"/>
                    <a:pt x="382" y="953"/>
                  </a:cubicBezTo>
                  <a:lnTo>
                    <a:pt x="6430" y="953"/>
                  </a:lnTo>
                  <a:cubicBezTo>
                    <a:pt x="6645" y="953"/>
                    <a:pt x="6811" y="762"/>
                    <a:pt x="6811" y="572"/>
                  </a:cubicBezTo>
                  <a:lnTo>
                    <a:pt x="6811" y="0"/>
                  </a:ln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1" name="Google Shape;23371;p145"/>
            <p:cNvSpPr/>
            <p:nvPr/>
          </p:nvSpPr>
          <p:spPr>
            <a:xfrm>
              <a:off x="4834351" y="3117551"/>
              <a:ext cx="101432" cy="150183"/>
            </a:xfrm>
            <a:custGeom>
              <a:avLst/>
              <a:gdLst/>
              <a:ahLst/>
              <a:cxnLst/>
              <a:rect l="l" t="t" r="r" b="b"/>
              <a:pathLst>
                <a:path w="3121" h="4621" extrusionOk="0">
                  <a:moveTo>
                    <a:pt x="191" y="1"/>
                  </a:moveTo>
                  <a:cubicBezTo>
                    <a:pt x="96" y="1"/>
                    <a:pt x="1" y="72"/>
                    <a:pt x="1" y="168"/>
                  </a:cubicBezTo>
                  <a:lnTo>
                    <a:pt x="1" y="4573"/>
                  </a:lnTo>
                  <a:cubicBezTo>
                    <a:pt x="1" y="4621"/>
                    <a:pt x="24" y="4621"/>
                    <a:pt x="24" y="4621"/>
                  </a:cubicBezTo>
                  <a:lnTo>
                    <a:pt x="3096" y="4621"/>
                  </a:lnTo>
                  <a:cubicBezTo>
                    <a:pt x="3120" y="4621"/>
                    <a:pt x="3120" y="4573"/>
                    <a:pt x="3120" y="4573"/>
                  </a:cubicBezTo>
                  <a:lnTo>
                    <a:pt x="3120" y="168"/>
                  </a:lnTo>
                  <a:cubicBezTo>
                    <a:pt x="3120" y="72"/>
                    <a:pt x="3025" y="1"/>
                    <a:pt x="2954" y="1"/>
                  </a:cubicBezTo>
                  <a:close/>
                </a:path>
              </a:pathLst>
            </a:custGeom>
            <a:solidFill>
              <a:srgbClr val="C4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2" name="Google Shape;23372;p145"/>
            <p:cNvSpPr/>
            <p:nvPr/>
          </p:nvSpPr>
          <p:spPr>
            <a:xfrm>
              <a:off x="5072738" y="3141568"/>
              <a:ext cx="33313" cy="30972"/>
            </a:xfrm>
            <a:custGeom>
              <a:avLst/>
              <a:gdLst/>
              <a:ahLst/>
              <a:cxnLst/>
              <a:rect l="l" t="t" r="r" b="b"/>
              <a:pathLst>
                <a:path w="1025" h="953" extrusionOk="0">
                  <a:moveTo>
                    <a:pt x="381" y="0"/>
                  </a:moveTo>
                  <a:lnTo>
                    <a:pt x="381" y="572"/>
                  </a:lnTo>
                  <a:cubicBezTo>
                    <a:pt x="381" y="762"/>
                    <a:pt x="191" y="953"/>
                    <a:pt x="0" y="953"/>
                  </a:cubicBezTo>
                  <a:lnTo>
                    <a:pt x="643" y="953"/>
                  </a:lnTo>
                  <a:cubicBezTo>
                    <a:pt x="858" y="953"/>
                    <a:pt x="1024" y="762"/>
                    <a:pt x="1024" y="572"/>
                  </a:cubicBezTo>
                  <a:lnTo>
                    <a:pt x="1024" y="0"/>
                  </a:lnTo>
                  <a:close/>
                </a:path>
              </a:pathLst>
            </a:custGeom>
            <a:solidFill>
              <a:srgbClr val="AD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3" name="Google Shape;23373;p145"/>
            <p:cNvSpPr/>
            <p:nvPr/>
          </p:nvSpPr>
          <p:spPr>
            <a:xfrm>
              <a:off x="4873058" y="3116803"/>
              <a:ext cx="62725" cy="149403"/>
            </a:xfrm>
            <a:custGeom>
              <a:avLst/>
              <a:gdLst/>
              <a:ahLst/>
              <a:cxnLst/>
              <a:rect l="l" t="t" r="r" b="b"/>
              <a:pathLst>
                <a:path w="1930" h="4597" extrusionOk="0">
                  <a:moveTo>
                    <a:pt x="238" y="0"/>
                  </a:moveTo>
                  <a:cubicBezTo>
                    <a:pt x="143" y="0"/>
                    <a:pt x="96" y="0"/>
                    <a:pt x="0" y="24"/>
                  </a:cubicBezTo>
                  <a:cubicBezTo>
                    <a:pt x="715" y="143"/>
                    <a:pt x="1262" y="738"/>
                    <a:pt x="1262" y="1477"/>
                  </a:cubicBezTo>
                  <a:lnTo>
                    <a:pt x="1262" y="4430"/>
                  </a:lnTo>
                  <a:cubicBezTo>
                    <a:pt x="1262" y="4525"/>
                    <a:pt x="1167" y="4596"/>
                    <a:pt x="1072" y="4596"/>
                  </a:cubicBezTo>
                  <a:lnTo>
                    <a:pt x="1739" y="4596"/>
                  </a:lnTo>
                  <a:cubicBezTo>
                    <a:pt x="1810" y="4596"/>
                    <a:pt x="1905" y="4525"/>
                    <a:pt x="1905" y="4430"/>
                  </a:cubicBezTo>
                  <a:lnTo>
                    <a:pt x="1905" y="1477"/>
                  </a:lnTo>
                  <a:cubicBezTo>
                    <a:pt x="1929" y="667"/>
                    <a:pt x="1286" y="0"/>
                    <a:pt x="453" y="0"/>
                  </a:cubicBez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4" name="Google Shape;23374;p145"/>
            <p:cNvSpPr/>
            <p:nvPr/>
          </p:nvSpPr>
          <p:spPr>
            <a:xfrm>
              <a:off x="4871498" y="3198833"/>
              <a:ext cx="27138" cy="108388"/>
            </a:xfrm>
            <a:custGeom>
              <a:avLst/>
              <a:gdLst/>
              <a:ahLst/>
              <a:cxnLst/>
              <a:rect l="l" t="t" r="r" b="b"/>
              <a:pathLst>
                <a:path w="835" h="3335" extrusionOk="0">
                  <a:moveTo>
                    <a:pt x="382" y="0"/>
                  </a:moveTo>
                  <a:cubicBezTo>
                    <a:pt x="167" y="0"/>
                    <a:pt x="1" y="167"/>
                    <a:pt x="1" y="381"/>
                  </a:cubicBezTo>
                  <a:lnTo>
                    <a:pt x="1" y="2882"/>
                  </a:lnTo>
                  <a:lnTo>
                    <a:pt x="405" y="3334"/>
                  </a:lnTo>
                  <a:lnTo>
                    <a:pt x="834" y="2882"/>
                  </a:lnTo>
                  <a:lnTo>
                    <a:pt x="834" y="381"/>
                  </a:lnTo>
                  <a:cubicBezTo>
                    <a:pt x="834" y="167"/>
                    <a:pt x="644" y="0"/>
                    <a:pt x="429" y="0"/>
                  </a:cubicBez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5" name="Google Shape;23375;p145"/>
            <p:cNvSpPr/>
            <p:nvPr/>
          </p:nvSpPr>
          <p:spPr>
            <a:xfrm>
              <a:off x="4830483" y="3292466"/>
              <a:ext cx="109168" cy="30225"/>
            </a:xfrm>
            <a:custGeom>
              <a:avLst/>
              <a:gdLst/>
              <a:ahLst/>
              <a:cxnLst/>
              <a:rect l="l" t="t" r="r" b="b"/>
              <a:pathLst>
                <a:path w="3359" h="930" extrusionOk="0">
                  <a:moveTo>
                    <a:pt x="310" y="1"/>
                  </a:moveTo>
                  <a:cubicBezTo>
                    <a:pt x="143" y="1"/>
                    <a:pt x="0" y="120"/>
                    <a:pt x="0" y="287"/>
                  </a:cubicBezTo>
                  <a:lnTo>
                    <a:pt x="0" y="620"/>
                  </a:lnTo>
                  <a:cubicBezTo>
                    <a:pt x="0" y="787"/>
                    <a:pt x="120" y="930"/>
                    <a:pt x="310" y="930"/>
                  </a:cubicBezTo>
                  <a:lnTo>
                    <a:pt x="3073" y="930"/>
                  </a:lnTo>
                  <a:cubicBezTo>
                    <a:pt x="3239" y="930"/>
                    <a:pt x="3358" y="787"/>
                    <a:pt x="3358" y="620"/>
                  </a:cubicBezTo>
                  <a:lnTo>
                    <a:pt x="3358" y="287"/>
                  </a:lnTo>
                  <a:cubicBezTo>
                    <a:pt x="3358" y="144"/>
                    <a:pt x="3239" y="1"/>
                    <a:pt x="3073" y="1"/>
                  </a:cubicBezTo>
                  <a:close/>
                </a:path>
              </a:pathLst>
            </a:custGeom>
            <a:solidFill>
              <a:srgbClr val="C4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6" name="Google Shape;23376;p145"/>
            <p:cNvSpPr/>
            <p:nvPr/>
          </p:nvSpPr>
          <p:spPr>
            <a:xfrm>
              <a:off x="4908646" y="3291718"/>
              <a:ext cx="31005" cy="30193"/>
            </a:xfrm>
            <a:custGeom>
              <a:avLst/>
              <a:gdLst/>
              <a:ahLst/>
              <a:cxnLst/>
              <a:rect l="l" t="t" r="r" b="b"/>
              <a:pathLst>
                <a:path w="954" h="929" extrusionOk="0">
                  <a:moveTo>
                    <a:pt x="1" y="0"/>
                  </a:moveTo>
                  <a:cubicBezTo>
                    <a:pt x="191" y="0"/>
                    <a:pt x="310" y="143"/>
                    <a:pt x="310" y="286"/>
                  </a:cubicBezTo>
                  <a:lnTo>
                    <a:pt x="310" y="619"/>
                  </a:lnTo>
                  <a:cubicBezTo>
                    <a:pt x="310" y="810"/>
                    <a:pt x="144" y="929"/>
                    <a:pt x="1" y="929"/>
                  </a:cubicBezTo>
                  <a:lnTo>
                    <a:pt x="668" y="929"/>
                  </a:lnTo>
                  <a:cubicBezTo>
                    <a:pt x="834" y="929"/>
                    <a:pt x="953" y="762"/>
                    <a:pt x="953" y="619"/>
                  </a:cubicBezTo>
                  <a:lnTo>
                    <a:pt x="953" y="286"/>
                  </a:lnTo>
                  <a:cubicBezTo>
                    <a:pt x="953" y="119"/>
                    <a:pt x="810" y="0"/>
                    <a:pt x="668" y="0"/>
                  </a:cubicBez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77" name="Google Shape;23377;p145"/>
          <p:cNvGrpSpPr/>
          <p:nvPr/>
        </p:nvGrpSpPr>
        <p:grpSpPr>
          <a:xfrm>
            <a:off x="5525496" y="2893943"/>
            <a:ext cx="357630" cy="330525"/>
            <a:chOff x="5525496" y="3046343"/>
            <a:chExt cx="357630" cy="330525"/>
          </a:xfrm>
        </p:grpSpPr>
        <p:sp>
          <p:nvSpPr>
            <p:cNvPr id="23378" name="Google Shape;23378;p145"/>
            <p:cNvSpPr/>
            <p:nvPr/>
          </p:nvSpPr>
          <p:spPr>
            <a:xfrm>
              <a:off x="5525496" y="3046343"/>
              <a:ext cx="127757" cy="37960"/>
            </a:xfrm>
            <a:custGeom>
              <a:avLst/>
              <a:gdLst/>
              <a:ahLst/>
              <a:cxnLst/>
              <a:rect l="l" t="t" r="r" b="b"/>
              <a:pathLst>
                <a:path w="3931" h="1168" extrusionOk="0">
                  <a:moveTo>
                    <a:pt x="382" y="1"/>
                  </a:moveTo>
                  <a:cubicBezTo>
                    <a:pt x="168" y="1"/>
                    <a:pt x="1" y="191"/>
                    <a:pt x="1" y="406"/>
                  </a:cubicBezTo>
                  <a:lnTo>
                    <a:pt x="1" y="954"/>
                  </a:lnTo>
                  <a:lnTo>
                    <a:pt x="2001" y="1168"/>
                  </a:lnTo>
                  <a:lnTo>
                    <a:pt x="3906" y="954"/>
                  </a:lnTo>
                  <a:lnTo>
                    <a:pt x="3906" y="406"/>
                  </a:lnTo>
                  <a:cubicBezTo>
                    <a:pt x="3930" y="191"/>
                    <a:pt x="3740" y="1"/>
                    <a:pt x="3525" y="1"/>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9" name="Google Shape;23379;p145"/>
            <p:cNvSpPr/>
            <p:nvPr/>
          </p:nvSpPr>
          <p:spPr>
            <a:xfrm>
              <a:off x="5619161" y="3046343"/>
              <a:ext cx="34872" cy="37960"/>
            </a:xfrm>
            <a:custGeom>
              <a:avLst/>
              <a:gdLst/>
              <a:ahLst/>
              <a:cxnLst/>
              <a:rect l="l" t="t" r="r" b="b"/>
              <a:pathLst>
                <a:path w="1073" h="1168" extrusionOk="0">
                  <a:moveTo>
                    <a:pt x="0" y="1"/>
                  </a:moveTo>
                  <a:cubicBezTo>
                    <a:pt x="215" y="1"/>
                    <a:pt x="381" y="191"/>
                    <a:pt x="381" y="406"/>
                  </a:cubicBezTo>
                  <a:lnTo>
                    <a:pt x="381" y="954"/>
                  </a:lnTo>
                  <a:lnTo>
                    <a:pt x="786" y="1168"/>
                  </a:lnTo>
                  <a:lnTo>
                    <a:pt x="1072" y="954"/>
                  </a:lnTo>
                  <a:lnTo>
                    <a:pt x="1072" y="406"/>
                  </a:lnTo>
                  <a:cubicBezTo>
                    <a:pt x="1048" y="191"/>
                    <a:pt x="858" y="1"/>
                    <a:pt x="643" y="1"/>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0" name="Google Shape;23380;p145"/>
            <p:cNvSpPr/>
            <p:nvPr/>
          </p:nvSpPr>
          <p:spPr>
            <a:xfrm>
              <a:off x="5525496" y="3077316"/>
              <a:ext cx="357630" cy="299552"/>
            </a:xfrm>
            <a:custGeom>
              <a:avLst/>
              <a:gdLst/>
              <a:ahLst/>
              <a:cxnLst/>
              <a:rect l="l" t="t" r="r" b="b"/>
              <a:pathLst>
                <a:path w="11004" h="9217" extrusionOk="0">
                  <a:moveTo>
                    <a:pt x="1" y="1"/>
                  </a:moveTo>
                  <a:lnTo>
                    <a:pt x="1" y="9026"/>
                  </a:lnTo>
                  <a:cubicBezTo>
                    <a:pt x="1" y="9121"/>
                    <a:pt x="72" y="9217"/>
                    <a:pt x="168" y="9217"/>
                  </a:cubicBezTo>
                  <a:lnTo>
                    <a:pt x="10836" y="9217"/>
                  </a:lnTo>
                  <a:cubicBezTo>
                    <a:pt x="10908" y="9217"/>
                    <a:pt x="11003" y="9121"/>
                    <a:pt x="11003" y="9026"/>
                  </a:cubicBezTo>
                  <a:lnTo>
                    <a:pt x="11003" y="191"/>
                  </a:lnTo>
                  <a:cubicBezTo>
                    <a:pt x="11003" y="96"/>
                    <a:pt x="10908" y="1"/>
                    <a:pt x="10836"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1" name="Google Shape;23381;p145"/>
            <p:cNvSpPr/>
            <p:nvPr/>
          </p:nvSpPr>
          <p:spPr>
            <a:xfrm>
              <a:off x="5855988" y="3077316"/>
              <a:ext cx="27138" cy="299552"/>
            </a:xfrm>
            <a:custGeom>
              <a:avLst/>
              <a:gdLst/>
              <a:ahLst/>
              <a:cxnLst/>
              <a:rect l="l" t="t" r="r" b="b"/>
              <a:pathLst>
                <a:path w="835" h="9217" extrusionOk="0">
                  <a:moveTo>
                    <a:pt x="1" y="1"/>
                  </a:moveTo>
                  <a:cubicBezTo>
                    <a:pt x="96" y="1"/>
                    <a:pt x="167" y="96"/>
                    <a:pt x="167" y="191"/>
                  </a:cubicBezTo>
                  <a:lnTo>
                    <a:pt x="167" y="9026"/>
                  </a:lnTo>
                  <a:cubicBezTo>
                    <a:pt x="167" y="9121"/>
                    <a:pt x="96" y="9217"/>
                    <a:pt x="1" y="9217"/>
                  </a:cubicBezTo>
                  <a:lnTo>
                    <a:pt x="667" y="9217"/>
                  </a:lnTo>
                  <a:cubicBezTo>
                    <a:pt x="739" y="9217"/>
                    <a:pt x="834" y="9121"/>
                    <a:pt x="834" y="9026"/>
                  </a:cubicBezTo>
                  <a:lnTo>
                    <a:pt x="834" y="191"/>
                  </a:lnTo>
                  <a:cubicBezTo>
                    <a:pt x="834" y="96"/>
                    <a:pt x="739" y="1"/>
                    <a:pt x="667"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2" name="Google Shape;23382;p145"/>
            <p:cNvSpPr/>
            <p:nvPr/>
          </p:nvSpPr>
          <p:spPr>
            <a:xfrm>
              <a:off x="5525496" y="3077316"/>
              <a:ext cx="357630" cy="44135"/>
            </a:xfrm>
            <a:custGeom>
              <a:avLst/>
              <a:gdLst/>
              <a:ahLst/>
              <a:cxnLst/>
              <a:rect l="l" t="t" r="r" b="b"/>
              <a:pathLst>
                <a:path w="11004" h="1358" extrusionOk="0">
                  <a:moveTo>
                    <a:pt x="1" y="1"/>
                  </a:moveTo>
                  <a:lnTo>
                    <a:pt x="1" y="1358"/>
                  </a:lnTo>
                  <a:lnTo>
                    <a:pt x="11003" y="1358"/>
                  </a:lnTo>
                  <a:lnTo>
                    <a:pt x="11003" y="191"/>
                  </a:lnTo>
                  <a:cubicBezTo>
                    <a:pt x="11003" y="96"/>
                    <a:pt x="10908" y="1"/>
                    <a:pt x="10836" y="1"/>
                  </a:cubicBezTo>
                  <a:close/>
                </a:path>
              </a:pathLst>
            </a:custGeom>
            <a:solidFill>
              <a:srgbClr val="E1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3" name="Google Shape;23383;p145"/>
            <p:cNvSpPr/>
            <p:nvPr/>
          </p:nvSpPr>
          <p:spPr>
            <a:xfrm>
              <a:off x="5855988" y="3077316"/>
              <a:ext cx="27138" cy="44915"/>
            </a:xfrm>
            <a:custGeom>
              <a:avLst/>
              <a:gdLst/>
              <a:ahLst/>
              <a:cxnLst/>
              <a:rect l="l" t="t" r="r" b="b"/>
              <a:pathLst>
                <a:path w="835" h="1382" extrusionOk="0">
                  <a:moveTo>
                    <a:pt x="1" y="1"/>
                  </a:moveTo>
                  <a:cubicBezTo>
                    <a:pt x="96" y="1"/>
                    <a:pt x="167" y="96"/>
                    <a:pt x="167" y="191"/>
                  </a:cubicBezTo>
                  <a:lnTo>
                    <a:pt x="167" y="1382"/>
                  </a:lnTo>
                  <a:lnTo>
                    <a:pt x="834" y="1382"/>
                  </a:lnTo>
                  <a:lnTo>
                    <a:pt x="834" y="191"/>
                  </a:lnTo>
                  <a:cubicBezTo>
                    <a:pt x="834" y="96"/>
                    <a:pt x="739" y="1"/>
                    <a:pt x="667" y="1"/>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4" name="Google Shape;23384;p145"/>
            <p:cNvSpPr/>
            <p:nvPr/>
          </p:nvSpPr>
          <p:spPr>
            <a:xfrm>
              <a:off x="5799503" y="3094346"/>
              <a:ext cx="12415" cy="11635"/>
            </a:xfrm>
            <a:custGeom>
              <a:avLst/>
              <a:gdLst/>
              <a:ahLst/>
              <a:cxnLst/>
              <a:rect l="l" t="t" r="r" b="b"/>
              <a:pathLst>
                <a:path w="382" h="358" extrusionOk="0">
                  <a:moveTo>
                    <a:pt x="191" y="0"/>
                  </a:moveTo>
                  <a:cubicBezTo>
                    <a:pt x="95" y="0"/>
                    <a:pt x="0" y="72"/>
                    <a:pt x="0" y="167"/>
                  </a:cubicBezTo>
                  <a:cubicBezTo>
                    <a:pt x="0" y="262"/>
                    <a:pt x="95" y="358"/>
                    <a:pt x="191" y="358"/>
                  </a:cubicBezTo>
                  <a:cubicBezTo>
                    <a:pt x="286" y="358"/>
                    <a:pt x="381" y="262"/>
                    <a:pt x="381" y="167"/>
                  </a:cubicBezTo>
                  <a:cubicBezTo>
                    <a:pt x="381" y="72"/>
                    <a:pt x="286" y="0"/>
                    <a:pt x="191"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5" name="Google Shape;23385;p145"/>
            <p:cNvSpPr/>
            <p:nvPr/>
          </p:nvSpPr>
          <p:spPr>
            <a:xfrm>
              <a:off x="5821928" y="3094346"/>
              <a:ext cx="11668" cy="11635"/>
            </a:xfrm>
            <a:custGeom>
              <a:avLst/>
              <a:gdLst/>
              <a:ahLst/>
              <a:cxnLst/>
              <a:rect l="l" t="t" r="r" b="b"/>
              <a:pathLst>
                <a:path w="359" h="358" extrusionOk="0">
                  <a:moveTo>
                    <a:pt x="191" y="0"/>
                  </a:moveTo>
                  <a:cubicBezTo>
                    <a:pt x="96" y="0"/>
                    <a:pt x="1" y="72"/>
                    <a:pt x="1" y="167"/>
                  </a:cubicBezTo>
                  <a:cubicBezTo>
                    <a:pt x="1" y="262"/>
                    <a:pt x="96" y="358"/>
                    <a:pt x="191" y="358"/>
                  </a:cubicBezTo>
                  <a:cubicBezTo>
                    <a:pt x="287" y="358"/>
                    <a:pt x="358" y="262"/>
                    <a:pt x="358" y="167"/>
                  </a:cubicBezTo>
                  <a:cubicBezTo>
                    <a:pt x="358" y="72"/>
                    <a:pt x="287" y="0"/>
                    <a:pt x="191"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6" name="Google Shape;23386;p145"/>
            <p:cNvSpPr/>
            <p:nvPr/>
          </p:nvSpPr>
          <p:spPr>
            <a:xfrm>
              <a:off x="5845166" y="3094346"/>
              <a:ext cx="11635" cy="11635"/>
            </a:xfrm>
            <a:custGeom>
              <a:avLst/>
              <a:gdLst/>
              <a:ahLst/>
              <a:cxnLst/>
              <a:rect l="l" t="t" r="r" b="b"/>
              <a:pathLst>
                <a:path w="358" h="358" extrusionOk="0">
                  <a:moveTo>
                    <a:pt x="191" y="0"/>
                  </a:moveTo>
                  <a:cubicBezTo>
                    <a:pt x="96" y="0"/>
                    <a:pt x="0" y="72"/>
                    <a:pt x="0" y="167"/>
                  </a:cubicBezTo>
                  <a:cubicBezTo>
                    <a:pt x="0" y="262"/>
                    <a:pt x="96" y="358"/>
                    <a:pt x="191" y="358"/>
                  </a:cubicBezTo>
                  <a:cubicBezTo>
                    <a:pt x="286" y="358"/>
                    <a:pt x="357" y="262"/>
                    <a:pt x="357" y="167"/>
                  </a:cubicBezTo>
                  <a:cubicBezTo>
                    <a:pt x="357" y="72"/>
                    <a:pt x="286" y="0"/>
                    <a:pt x="191"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7" name="Google Shape;23387;p145"/>
            <p:cNvSpPr/>
            <p:nvPr/>
          </p:nvSpPr>
          <p:spPr>
            <a:xfrm>
              <a:off x="5558028" y="3145436"/>
              <a:ext cx="147063" cy="62140"/>
            </a:xfrm>
            <a:custGeom>
              <a:avLst/>
              <a:gdLst/>
              <a:ahLst/>
              <a:cxnLst/>
              <a:rect l="l" t="t" r="r" b="b"/>
              <a:pathLst>
                <a:path w="4525" h="1912" extrusionOk="0">
                  <a:moveTo>
                    <a:pt x="143" y="0"/>
                  </a:moveTo>
                  <a:cubicBezTo>
                    <a:pt x="72" y="0"/>
                    <a:pt x="0" y="72"/>
                    <a:pt x="0" y="143"/>
                  </a:cubicBezTo>
                  <a:lnTo>
                    <a:pt x="0" y="1429"/>
                  </a:lnTo>
                  <a:cubicBezTo>
                    <a:pt x="0" y="1524"/>
                    <a:pt x="72" y="1572"/>
                    <a:pt x="143" y="1572"/>
                  </a:cubicBezTo>
                  <a:lnTo>
                    <a:pt x="1262" y="1572"/>
                  </a:lnTo>
                  <a:cubicBezTo>
                    <a:pt x="1310" y="1572"/>
                    <a:pt x="1334" y="1620"/>
                    <a:pt x="1381" y="1643"/>
                  </a:cubicBezTo>
                  <a:lnTo>
                    <a:pt x="1500" y="1858"/>
                  </a:lnTo>
                  <a:cubicBezTo>
                    <a:pt x="1524" y="1893"/>
                    <a:pt x="1566" y="1911"/>
                    <a:pt x="1608" y="1911"/>
                  </a:cubicBezTo>
                  <a:cubicBezTo>
                    <a:pt x="1649" y="1911"/>
                    <a:pt x="1691" y="1893"/>
                    <a:pt x="1715" y="1858"/>
                  </a:cubicBezTo>
                  <a:lnTo>
                    <a:pt x="1834" y="1643"/>
                  </a:lnTo>
                  <a:cubicBezTo>
                    <a:pt x="1881" y="1620"/>
                    <a:pt x="1905" y="1572"/>
                    <a:pt x="1953" y="1572"/>
                  </a:cubicBezTo>
                  <a:lnTo>
                    <a:pt x="4382" y="1572"/>
                  </a:lnTo>
                  <a:cubicBezTo>
                    <a:pt x="4453" y="1572"/>
                    <a:pt x="4525" y="1524"/>
                    <a:pt x="4525" y="1429"/>
                  </a:cubicBezTo>
                  <a:lnTo>
                    <a:pt x="4525" y="119"/>
                  </a:lnTo>
                  <a:cubicBezTo>
                    <a:pt x="4525" y="72"/>
                    <a:pt x="4477" y="0"/>
                    <a:pt x="4382" y="0"/>
                  </a:cubicBezTo>
                  <a:close/>
                </a:path>
              </a:pathLst>
            </a:custGeom>
            <a:solidFill>
              <a:srgbClr val="E8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8" name="Google Shape;23388;p145"/>
            <p:cNvSpPr/>
            <p:nvPr/>
          </p:nvSpPr>
          <p:spPr>
            <a:xfrm>
              <a:off x="5678766" y="3144656"/>
              <a:ext cx="26325" cy="51122"/>
            </a:xfrm>
            <a:custGeom>
              <a:avLst/>
              <a:gdLst/>
              <a:ahLst/>
              <a:cxnLst/>
              <a:rect l="l" t="t" r="r" b="b"/>
              <a:pathLst>
                <a:path w="810" h="1573" extrusionOk="0">
                  <a:moveTo>
                    <a:pt x="0" y="0"/>
                  </a:moveTo>
                  <a:cubicBezTo>
                    <a:pt x="95" y="0"/>
                    <a:pt x="167" y="48"/>
                    <a:pt x="167" y="143"/>
                  </a:cubicBezTo>
                  <a:lnTo>
                    <a:pt x="167" y="1429"/>
                  </a:lnTo>
                  <a:cubicBezTo>
                    <a:pt x="167" y="1524"/>
                    <a:pt x="95" y="1572"/>
                    <a:pt x="0" y="1572"/>
                  </a:cubicBezTo>
                  <a:lnTo>
                    <a:pt x="667" y="1572"/>
                  </a:lnTo>
                  <a:cubicBezTo>
                    <a:pt x="762" y="1572"/>
                    <a:pt x="810" y="1524"/>
                    <a:pt x="810" y="1429"/>
                  </a:cubicBezTo>
                  <a:lnTo>
                    <a:pt x="810" y="143"/>
                  </a:lnTo>
                  <a:cubicBezTo>
                    <a:pt x="810" y="48"/>
                    <a:pt x="762" y="0"/>
                    <a:pt x="667" y="0"/>
                  </a:cubicBezTo>
                  <a:close/>
                </a:path>
              </a:pathLst>
            </a:custGeom>
            <a:solidFill>
              <a:srgbClr val="DF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9" name="Google Shape;23389;p145"/>
            <p:cNvSpPr/>
            <p:nvPr/>
          </p:nvSpPr>
          <p:spPr>
            <a:xfrm>
              <a:off x="5704311" y="3266953"/>
              <a:ext cx="147063" cy="78975"/>
            </a:xfrm>
            <a:custGeom>
              <a:avLst/>
              <a:gdLst/>
              <a:ahLst/>
              <a:cxnLst/>
              <a:rect l="l" t="t" r="r" b="b"/>
              <a:pathLst>
                <a:path w="4525" h="2430" extrusionOk="0">
                  <a:moveTo>
                    <a:pt x="3367" y="0"/>
                  </a:moveTo>
                  <a:cubicBezTo>
                    <a:pt x="3322" y="0"/>
                    <a:pt x="3275" y="24"/>
                    <a:pt x="3239" y="71"/>
                  </a:cubicBezTo>
                  <a:lnTo>
                    <a:pt x="3120" y="286"/>
                  </a:lnTo>
                  <a:cubicBezTo>
                    <a:pt x="3096" y="310"/>
                    <a:pt x="3072" y="333"/>
                    <a:pt x="3001" y="333"/>
                  </a:cubicBezTo>
                  <a:lnTo>
                    <a:pt x="143" y="333"/>
                  </a:lnTo>
                  <a:cubicBezTo>
                    <a:pt x="48" y="333"/>
                    <a:pt x="0" y="405"/>
                    <a:pt x="0" y="500"/>
                  </a:cubicBezTo>
                  <a:lnTo>
                    <a:pt x="0" y="2286"/>
                  </a:lnTo>
                  <a:cubicBezTo>
                    <a:pt x="24" y="2358"/>
                    <a:pt x="71" y="2429"/>
                    <a:pt x="143" y="2429"/>
                  </a:cubicBezTo>
                  <a:lnTo>
                    <a:pt x="4382" y="2429"/>
                  </a:lnTo>
                  <a:cubicBezTo>
                    <a:pt x="4453" y="2429"/>
                    <a:pt x="4525" y="2358"/>
                    <a:pt x="4525" y="2286"/>
                  </a:cubicBezTo>
                  <a:lnTo>
                    <a:pt x="4525" y="500"/>
                  </a:lnTo>
                  <a:cubicBezTo>
                    <a:pt x="4525" y="405"/>
                    <a:pt x="4453" y="333"/>
                    <a:pt x="4382" y="333"/>
                  </a:cubicBezTo>
                  <a:lnTo>
                    <a:pt x="3715" y="333"/>
                  </a:lnTo>
                  <a:cubicBezTo>
                    <a:pt x="3644" y="333"/>
                    <a:pt x="3620" y="310"/>
                    <a:pt x="3596" y="286"/>
                  </a:cubicBezTo>
                  <a:lnTo>
                    <a:pt x="3477" y="71"/>
                  </a:lnTo>
                  <a:cubicBezTo>
                    <a:pt x="3453" y="24"/>
                    <a:pt x="3411" y="0"/>
                    <a:pt x="3367" y="0"/>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0" name="Google Shape;23390;p145"/>
            <p:cNvSpPr/>
            <p:nvPr/>
          </p:nvSpPr>
          <p:spPr>
            <a:xfrm>
              <a:off x="5824268" y="3279336"/>
              <a:ext cx="26325" cy="67340"/>
            </a:xfrm>
            <a:custGeom>
              <a:avLst/>
              <a:gdLst/>
              <a:ahLst/>
              <a:cxnLst/>
              <a:rect l="l" t="t" r="r" b="b"/>
              <a:pathLst>
                <a:path w="810" h="2072" extrusionOk="0">
                  <a:moveTo>
                    <a:pt x="24" y="0"/>
                  </a:moveTo>
                  <a:cubicBezTo>
                    <a:pt x="96" y="0"/>
                    <a:pt x="143" y="48"/>
                    <a:pt x="143" y="143"/>
                  </a:cubicBezTo>
                  <a:lnTo>
                    <a:pt x="143" y="1929"/>
                  </a:lnTo>
                  <a:cubicBezTo>
                    <a:pt x="143" y="2024"/>
                    <a:pt x="72" y="2072"/>
                    <a:pt x="0" y="2072"/>
                  </a:cubicBezTo>
                  <a:lnTo>
                    <a:pt x="643" y="2072"/>
                  </a:lnTo>
                  <a:cubicBezTo>
                    <a:pt x="739" y="2072"/>
                    <a:pt x="810" y="2024"/>
                    <a:pt x="810" y="1929"/>
                  </a:cubicBezTo>
                  <a:lnTo>
                    <a:pt x="810" y="143"/>
                  </a:lnTo>
                  <a:cubicBezTo>
                    <a:pt x="810" y="48"/>
                    <a:pt x="739" y="0"/>
                    <a:pt x="69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1" name="Google Shape;23391;p145"/>
            <p:cNvSpPr/>
            <p:nvPr/>
          </p:nvSpPr>
          <p:spPr>
            <a:xfrm>
              <a:off x="5721308" y="3296333"/>
              <a:ext cx="48815" cy="10888"/>
            </a:xfrm>
            <a:custGeom>
              <a:avLst/>
              <a:gdLst/>
              <a:ahLst/>
              <a:cxnLst/>
              <a:rect l="l" t="t" r="r" b="b"/>
              <a:pathLst>
                <a:path w="1502" h="335" extrusionOk="0">
                  <a:moveTo>
                    <a:pt x="144" y="1"/>
                  </a:moveTo>
                  <a:cubicBezTo>
                    <a:pt x="72" y="1"/>
                    <a:pt x="1" y="96"/>
                    <a:pt x="1" y="191"/>
                  </a:cubicBezTo>
                  <a:cubicBezTo>
                    <a:pt x="1" y="263"/>
                    <a:pt x="96" y="334"/>
                    <a:pt x="191" y="334"/>
                  </a:cubicBezTo>
                  <a:lnTo>
                    <a:pt x="1335" y="334"/>
                  </a:lnTo>
                  <a:cubicBezTo>
                    <a:pt x="1430" y="334"/>
                    <a:pt x="1501" y="263"/>
                    <a:pt x="1501" y="144"/>
                  </a:cubicBezTo>
                  <a:cubicBezTo>
                    <a:pt x="1501" y="72"/>
                    <a:pt x="1406" y="1"/>
                    <a:pt x="1311"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2" name="Google Shape;23392;p145"/>
            <p:cNvSpPr/>
            <p:nvPr/>
          </p:nvSpPr>
          <p:spPr>
            <a:xfrm>
              <a:off x="5721308" y="3316483"/>
              <a:ext cx="100653" cy="10855"/>
            </a:xfrm>
            <a:custGeom>
              <a:avLst/>
              <a:gdLst/>
              <a:ahLst/>
              <a:cxnLst/>
              <a:rect l="l" t="t" r="r" b="b"/>
              <a:pathLst>
                <a:path w="3097" h="334" extrusionOk="0">
                  <a:moveTo>
                    <a:pt x="191" y="0"/>
                  </a:moveTo>
                  <a:cubicBezTo>
                    <a:pt x="72" y="0"/>
                    <a:pt x="1" y="95"/>
                    <a:pt x="1" y="191"/>
                  </a:cubicBezTo>
                  <a:cubicBezTo>
                    <a:pt x="49" y="286"/>
                    <a:pt x="96" y="334"/>
                    <a:pt x="191" y="334"/>
                  </a:cubicBezTo>
                  <a:lnTo>
                    <a:pt x="2930" y="334"/>
                  </a:lnTo>
                  <a:cubicBezTo>
                    <a:pt x="3025" y="334"/>
                    <a:pt x="3097" y="238"/>
                    <a:pt x="3097" y="143"/>
                  </a:cubicBezTo>
                  <a:cubicBezTo>
                    <a:pt x="3073" y="72"/>
                    <a:pt x="3025" y="0"/>
                    <a:pt x="2930"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3" name="Google Shape;23393;p145"/>
            <p:cNvSpPr/>
            <p:nvPr/>
          </p:nvSpPr>
          <p:spPr>
            <a:xfrm>
              <a:off x="5578146" y="3163213"/>
              <a:ext cx="99093" cy="10108"/>
            </a:xfrm>
            <a:custGeom>
              <a:avLst/>
              <a:gdLst/>
              <a:ahLst/>
              <a:cxnLst/>
              <a:rect l="l" t="t" r="r" b="b"/>
              <a:pathLst>
                <a:path w="3049" h="311" extrusionOk="0">
                  <a:moveTo>
                    <a:pt x="191" y="1"/>
                  </a:moveTo>
                  <a:cubicBezTo>
                    <a:pt x="72" y="1"/>
                    <a:pt x="0" y="72"/>
                    <a:pt x="0" y="168"/>
                  </a:cubicBezTo>
                  <a:cubicBezTo>
                    <a:pt x="48" y="263"/>
                    <a:pt x="96" y="310"/>
                    <a:pt x="191" y="310"/>
                  </a:cubicBezTo>
                  <a:lnTo>
                    <a:pt x="2858" y="310"/>
                  </a:lnTo>
                  <a:cubicBezTo>
                    <a:pt x="2953" y="310"/>
                    <a:pt x="3049" y="263"/>
                    <a:pt x="3049" y="144"/>
                  </a:cubicBezTo>
                  <a:cubicBezTo>
                    <a:pt x="3025" y="49"/>
                    <a:pt x="2953" y="1"/>
                    <a:pt x="2858"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4" name="Google Shape;23394;p145"/>
            <p:cNvSpPr/>
            <p:nvPr/>
          </p:nvSpPr>
          <p:spPr>
            <a:xfrm>
              <a:off x="5550261" y="3231333"/>
              <a:ext cx="123110" cy="114725"/>
            </a:xfrm>
            <a:custGeom>
              <a:avLst/>
              <a:gdLst/>
              <a:ahLst/>
              <a:cxnLst/>
              <a:rect l="l" t="t" r="r" b="b"/>
              <a:pathLst>
                <a:path w="3788" h="3530" extrusionOk="0">
                  <a:moveTo>
                    <a:pt x="1882" y="1"/>
                  </a:moveTo>
                  <a:cubicBezTo>
                    <a:pt x="834" y="1"/>
                    <a:pt x="1" y="882"/>
                    <a:pt x="25" y="1906"/>
                  </a:cubicBezTo>
                  <a:cubicBezTo>
                    <a:pt x="72" y="2573"/>
                    <a:pt x="382" y="3144"/>
                    <a:pt x="930" y="3454"/>
                  </a:cubicBezTo>
                  <a:cubicBezTo>
                    <a:pt x="967" y="3481"/>
                    <a:pt x="1007" y="3493"/>
                    <a:pt x="1048" y="3493"/>
                  </a:cubicBezTo>
                  <a:cubicBezTo>
                    <a:pt x="1294" y="3493"/>
                    <a:pt x="1600" y="3073"/>
                    <a:pt x="1906" y="3073"/>
                  </a:cubicBezTo>
                  <a:lnTo>
                    <a:pt x="1906" y="3049"/>
                  </a:lnTo>
                  <a:cubicBezTo>
                    <a:pt x="2242" y="3049"/>
                    <a:pt x="2541" y="3530"/>
                    <a:pt x="2786" y="3530"/>
                  </a:cubicBezTo>
                  <a:cubicBezTo>
                    <a:pt x="2819" y="3530"/>
                    <a:pt x="2851" y="3521"/>
                    <a:pt x="2883" y="3501"/>
                  </a:cubicBezTo>
                  <a:cubicBezTo>
                    <a:pt x="3430" y="3168"/>
                    <a:pt x="3787" y="2573"/>
                    <a:pt x="3787" y="1882"/>
                  </a:cubicBezTo>
                  <a:cubicBezTo>
                    <a:pt x="3787" y="834"/>
                    <a:pt x="2930" y="1"/>
                    <a:pt x="1882" y="1"/>
                  </a:cubicBezTo>
                  <a:close/>
                </a:path>
              </a:pathLst>
            </a:custGeom>
            <a:solidFill>
              <a:srgbClr val="DF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5" name="Google Shape;23395;p145"/>
            <p:cNvSpPr/>
            <p:nvPr/>
          </p:nvSpPr>
          <p:spPr>
            <a:xfrm>
              <a:off x="5602911" y="3231333"/>
              <a:ext cx="72020" cy="113945"/>
            </a:xfrm>
            <a:custGeom>
              <a:avLst/>
              <a:gdLst/>
              <a:ahLst/>
              <a:cxnLst/>
              <a:rect l="l" t="t" r="r" b="b"/>
              <a:pathLst>
                <a:path w="2216" h="3506" extrusionOk="0">
                  <a:moveTo>
                    <a:pt x="310" y="1"/>
                  </a:moveTo>
                  <a:cubicBezTo>
                    <a:pt x="191" y="1"/>
                    <a:pt x="72" y="1"/>
                    <a:pt x="0" y="48"/>
                  </a:cubicBezTo>
                  <a:cubicBezTo>
                    <a:pt x="881" y="191"/>
                    <a:pt x="1548" y="953"/>
                    <a:pt x="1548" y="1882"/>
                  </a:cubicBezTo>
                  <a:cubicBezTo>
                    <a:pt x="1548" y="2358"/>
                    <a:pt x="1358" y="2787"/>
                    <a:pt x="1096" y="3096"/>
                  </a:cubicBezTo>
                  <a:cubicBezTo>
                    <a:pt x="1073" y="3141"/>
                    <a:pt x="1200" y="3505"/>
                    <a:pt x="1314" y="3505"/>
                  </a:cubicBezTo>
                  <a:cubicBezTo>
                    <a:pt x="1321" y="3505"/>
                    <a:pt x="1327" y="3504"/>
                    <a:pt x="1334" y="3501"/>
                  </a:cubicBezTo>
                  <a:cubicBezTo>
                    <a:pt x="1858" y="3168"/>
                    <a:pt x="2215" y="2573"/>
                    <a:pt x="2215" y="1882"/>
                  </a:cubicBezTo>
                  <a:cubicBezTo>
                    <a:pt x="2191" y="834"/>
                    <a:pt x="1334" y="1"/>
                    <a:pt x="31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6" name="Google Shape;23396;p145"/>
            <p:cNvSpPr/>
            <p:nvPr/>
          </p:nvSpPr>
          <p:spPr>
            <a:xfrm>
              <a:off x="5580453" y="3325746"/>
              <a:ext cx="63505" cy="26357"/>
            </a:xfrm>
            <a:custGeom>
              <a:avLst/>
              <a:gdLst/>
              <a:ahLst/>
              <a:cxnLst/>
              <a:rect l="l" t="t" r="r" b="b"/>
              <a:pathLst>
                <a:path w="1954" h="811" extrusionOk="0">
                  <a:moveTo>
                    <a:pt x="739" y="1"/>
                  </a:moveTo>
                  <a:cubicBezTo>
                    <a:pt x="382" y="1"/>
                    <a:pt x="72" y="239"/>
                    <a:pt x="1" y="549"/>
                  </a:cubicBezTo>
                  <a:cubicBezTo>
                    <a:pt x="286" y="739"/>
                    <a:pt x="620" y="811"/>
                    <a:pt x="977" y="811"/>
                  </a:cubicBezTo>
                  <a:cubicBezTo>
                    <a:pt x="1334" y="811"/>
                    <a:pt x="1692" y="739"/>
                    <a:pt x="1954" y="549"/>
                  </a:cubicBezTo>
                  <a:cubicBezTo>
                    <a:pt x="1906" y="239"/>
                    <a:pt x="1596" y="1"/>
                    <a:pt x="123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7" name="Google Shape;23397;p145"/>
            <p:cNvSpPr/>
            <p:nvPr/>
          </p:nvSpPr>
          <p:spPr>
            <a:xfrm>
              <a:off x="5597483" y="3259966"/>
              <a:ext cx="31005" cy="40300"/>
            </a:xfrm>
            <a:custGeom>
              <a:avLst/>
              <a:gdLst/>
              <a:ahLst/>
              <a:cxnLst/>
              <a:rect l="l" t="t" r="r" b="b"/>
              <a:pathLst>
                <a:path w="954" h="1240" extrusionOk="0">
                  <a:moveTo>
                    <a:pt x="477" y="1"/>
                  </a:moveTo>
                  <a:cubicBezTo>
                    <a:pt x="215" y="1"/>
                    <a:pt x="1" y="263"/>
                    <a:pt x="1" y="620"/>
                  </a:cubicBezTo>
                  <a:cubicBezTo>
                    <a:pt x="1" y="953"/>
                    <a:pt x="215" y="1239"/>
                    <a:pt x="477" y="1239"/>
                  </a:cubicBezTo>
                  <a:cubicBezTo>
                    <a:pt x="739" y="1239"/>
                    <a:pt x="953" y="953"/>
                    <a:pt x="953" y="620"/>
                  </a:cubicBezTo>
                  <a:cubicBezTo>
                    <a:pt x="953" y="263"/>
                    <a:pt x="739" y="1"/>
                    <a:pt x="477"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8" name="Google Shape;23398;p145"/>
            <p:cNvSpPr/>
            <p:nvPr/>
          </p:nvSpPr>
          <p:spPr>
            <a:xfrm>
              <a:off x="5601351" y="3331953"/>
              <a:ext cx="44168" cy="21710"/>
            </a:xfrm>
            <a:custGeom>
              <a:avLst/>
              <a:gdLst/>
              <a:ahLst/>
              <a:cxnLst/>
              <a:rect l="l" t="t" r="r" b="b"/>
              <a:pathLst>
                <a:path w="1359" h="668" extrusionOk="0">
                  <a:moveTo>
                    <a:pt x="1120" y="0"/>
                  </a:moveTo>
                  <a:cubicBezTo>
                    <a:pt x="834" y="334"/>
                    <a:pt x="453" y="572"/>
                    <a:pt x="1" y="643"/>
                  </a:cubicBezTo>
                  <a:cubicBezTo>
                    <a:pt x="120" y="667"/>
                    <a:pt x="215" y="667"/>
                    <a:pt x="334" y="667"/>
                  </a:cubicBezTo>
                  <a:cubicBezTo>
                    <a:pt x="715" y="667"/>
                    <a:pt x="1072" y="548"/>
                    <a:pt x="1358" y="358"/>
                  </a:cubicBezTo>
                  <a:cubicBezTo>
                    <a:pt x="1287" y="191"/>
                    <a:pt x="1191" y="72"/>
                    <a:pt x="1120"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9" name="Google Shape;23399;p145"/>
            <p:cNvSpPr/>
            <p:nvPr/>
          </p:nvSpPr>
          <p:spPr>
            <a:xfrm>
              <a:off x="5766223" y="3144656"/>
              <a:ext cx="93665" cy="87425"/>
            </a:xfrm>
            <a:custGeom>
              <a:avLst/>
              <a:gdLst/>
              <a:ahLst/>
              <a:cxnLst/>
              <a:rect l="l" t="t" r="r" b="b"/>
              <a:pathLst>
                <a:path w="2882" h="2690" extrusionOk="0">
                  <a:moveTo>
                    <a:pt x="1429" y="0"/>
                  </a:moveTo>
                  <a:cubicBezTo>
                    <a:pt x="643" y="24"/>
                    <a:pt x="24" y="620"/>
                    <a:pt x="0" y="1405"/>
                  </a:cubicBezTo>
                  <a:cubicBezTo>
                    <a:pt x="0" y="1929"/>
                    <a:pt x="262" y="2406"/>
                    <a:pt x="691" y="2668"/>
                  </a:cubicBezTo>
                  <a:cubicBezTo>
                    <a:pt x="715" y="2683"/>
                    <a:pt x="741" y="2689"/>
                    <a:pt x="769" y="2689"/>
                  </a:cubicBezTo>
                  <a:cubicBezTo>
                    <a:pt x="954" y="2689"/>
                    <a:pt x="1201" y="2382"/>
                    <a:pt x="1429" y="2382"/>
                  </a:cubicBezTo>
                  <a:lnTo>
                    <a:pt x="1429" y="2358"/>
                  </a:lnTo>
                  <a:cubicBezTo>
                    <a:pt x="1647" y="2358"/>
                    <a:pt x="1866" y="2689"/>
                    <a:pt x="2070" y="2689"/>
                  </a:cubicBezTo>
                  <a:cubicBezTo>
                    <a:pt x="2111" y="2689"/>
                    <a:pt x="2151" y="2676"/>
                    <a:pt x="2191" y="2644"/>
                  </a:cubicBezTo>
                  <a:cubicBezTo>
                    <a:pt x="2620" y="2406"/>
                    <a:pt x="2882" y="1929"/>
                    <a:pt x="2882" y="1429"/>
                  </a:cubicBezTo>
                  <a:cubicBezTo>
                    <a:pt x="2882" y="620"/>
                    <a:pt x="2239" y="0"/>
                    <a:pt x="1429"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0" name="Google Shape;23400;p145"/>
            <p:cNvSpPr/>
            <p:nvPr/>
          </p:nvSpPr>
          <p:spPr>
            <a:xfrm>
              <a:off x="5804151" y="3145436"/>
              <a:ext cx="54957" cy="87522"/>
            </a:xfrm>
            <a:custGeom>
              <a:avLst/>
              <a:gdLst/>
              <a:ahLst/>
              <a:cxnLst/>
              <a:rect l="l" t="t" r="r" b="b"/>
              <a:pathLst>
                <a:path w="1691" h="2693" extrusionOk="0">
                  <a:moveTo>
                    <a:pt x="262" y="0"/>
                  </a:moveTo>
                  <a:cubicBezTo>
                    <a:pt x="167" y="0"/>
                    <a:pt x="72" y="0"/>
                    <a:pt x="0" y="24"/>
                  </a:cubicBezTo>
                  <a:cubicBezTo>
                    <a:pt x="667" y="143"/>
                    <a:pt x="1191" y="738"/>
                    <a:pt x="1191" y="1453"/>
                  </a:cubicBezTo>
                  <a:cubicBezTo>
                    <a:pt x="1191" y="1810"/>
                    <a:pt x="1072" y="2143"/>
                    <a:pt x="834" y="2382"/>
                  </a:cubicBezTo>
                  <a:cubicBezTo>
                    <a:pt x="788" y="2405"/>
                    <a:pt x="896" y="2692"/>
                    <a:pt x="990" y="2692"/>
                  </a:cubicBezTo>
                  <a:cubicBezTo>
                    <a:pt x="993" y="2692"/>
                    <a:pt x="997" y="2692"/>
                    <a:pt x="1000" y="2691"/>
                  </a:cubicBezTo>
                  <a:cubicBezTo>
                    <a:pt x="1429" y="2405"/>
                    <a:pt x="1691" y="1977"/>
                    <a:pt x="1691" y="1453"/>
                  </a:cubicBezTo>
                  <a:cubicBezTo>
                    <a:pt x="1691" y="667"/>
                    <a:pt x="1072" y="0"/>
                    <a:pt x="262"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1" name="Google Shape;23401;p145"/>
            <p:cNvSpPr/>
            <p:nvPr/>
          </p:nvSpPr>
          <p:spPr>
            <a:xfrm>
              <a:off x="5787121" y="3217391"/>
              <a:ext cx="48782" cy="20930"/>
            </a:xfrm>
            <a:custGeom>
              <a:avLst/>
              <a:gdLst/>
              <a:ahLst/>
              <a:cxnLst/>
              <a:rect l="l" t="t" r="r" b="b"/>
              <a:pathLst>
                <a:path w="1501" h="644" extrusionOk="0">
                  <a:moveTo>
                    <a:pt x="572" y="1"/>
                  </a:moveTo>
                  <a:cubicBezTo>
                    <a:pt x="310" y="1"/>
                    <a:pt x="72" y="168"/>
                    <a:pt x="0" y="430"/>
                  </a:cubicBezTo>
                  <a:cubicBezTo>
                    <a:pt x="215" y="596"/>
                    <a:pt x="476" y="644"/>
                    <a:pt x="762" y="644"/>
                  </a:cubicBezTo>
                  <a:cubicBezTo>
                    <a:pt x="1024" y="644"/>
                    <a:pt x="1286" y="549"/>
                    <a:pt x="1500" y="430"/>
                  </a:cubicBezTo>
                  <a:cubicBezTo>
                    <a:pt x="1477" y="168"/>
                    <a:pt x="1262" y="1"/>
                    <a:pt x="953"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2" name="Google Shape;23402;p145"/>
            <p:cNvSpPr/>
            <p:nvPr/>
          </p:nvSpPr>
          <p:spPr>
            <a:xfrm>
              <a:off x="5801031" y="3166333"/>
              <a:ext cx="23270" cy="30972"/>
            </a:xfrm>
            <a:custGeom>
              <a:avLst/>
              <a:gdLst/>
              <a:ahLst/>
              <a:cxnLst/>
              <a:rect l="l" t="t" r="r" b="b"/>
              <a:pathLst>
                <a:path w="716" h="953" extrusionOk="0">
                  <a:moveTo>
                    <a:pt x="358" y="0"/>
                  </a:moveTo>
                  <a:cubicBezTo>
                    <a:pt x="144" y="0"/>
                    <a:pt x="1" y="214"/>
                    <a:pt x="1" y="476"/>
                  </a:cubicBezTo>
                  <a:cubicBezTo>
                    <a:pt x="1" y="762"/>
                    <a:pt x="144" y="953"/>
                    <a:pt x="358" y="953"/>
                  </a:cubicBezTo>
                  <a:cubicBezTo>
                    <a:pt x="549" y="953"/>
                    <a:pt x="715" y="762"/>
                    <a:pt x="715" y="476"/>
                  </a:cubicBezTo>
                  <a:cubicBezTo>
                    <a:pt x="715" y="214"/>
                    <a:pt x="549" y="0"/>
                    <a:pt x="358"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3" name="Google Shape;23403;p145"/>
            <p:cNvSpPr/>
            <p:nvPr/>
          </p:nvSpPr>
          <p:spPr>
            <a:xfrm>
              <a:off x="5804898" y="3222818"/>
              <a:ext cx="32565" cy="16283"/>
            </a:xfrm>
            <a:custGeom>
              <a:avLst/>
              <a:gdLst/>
              <a:ahLst/>
              <a:cxnLst/>
              <a:rect l="l" t="t" r="r" b="b"/>
              <a:pathLst>
                <a:path w="1002" h="501" extrusionOk="0">
                  <a:moveTo>
                    <a:pt x="834" y="1"/>
                  </a:moveTo>
                  <a:cubicBezTo>
                    <a:pt x="620" y="239"/>
                    <a:pt x="334" y="429"/>
                    <a:pt x="1" y="477"/>
                  </a:cubicBezTo>
                  <a:cubicBezTo>
                    <a:pt x="96" y="477"/>
                    <a:pt x="168" y="501"/>
                    <a:pt x="239" y="501"/>
                  </a:cubicBezTo>
                  <a:cubicBezTo>
                    <a:pt x="525" y="501"/>
                    <a:pt x="811" y="429"/>
                    <a:pt x="1001" y="263"/>
                  </a:cubicBezTo>
                  <a:cubicBezTo>
                    <a:pt x="953" y="120"/>
                    <a:pt x="858" y="24"/>
                    <a:pt x="834"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04" name="Google Shape;23404;p145"/>
          <p:cNvGrpSpPr/>
          <p:nvPr/>
        </p:nvGrpSpPr>
        <p:grpSpPr>
          <a:xfrm>
            <a:off x="6284013" y="2879838"/>
            <a:ext cx="349082" cy="357792"/>
            <a:chOff x="6284013" y="3032238"/>
            <a:chExt cx="349082" cy="357792"/>
          </a:xfrm>
        </p:grpSpPr>
        <p:sp>
          <p:nvSpPr>
            <p:cNvPr id="23405" name="Google Shape;23405;p145"/>
            <p:cNvSpPr/>
            <p:nvPr/>
          </p:nvSpPr>
          <p:spPr>
            <a:xfrm>
              <a:off x="6284761" y="3032238"/>
              <a:ext cx="314275" cy="281938"/>
            </a:xfrm>
            <a:custGeom>
              <a:avLst/>
              <a:gdLst/>
              <a:ahLst/>
              <a:cxnLst/>
              <a:rect l="l" t="t" r="r" b="b"/>
              <a:pathLst>
                <a:path w="9670" h="8675" extrusionOk="0">
                  <a:moveTo>
                    <a:pt x="4835" y="0"/>
                  </a:moveTo>
                  <a:cubicBezTo>
                    <a:pt x="4722" y="0"/>
                    <a:pt x="4609" y="42"/>
                    <a:pt x="4526" y="125"/>
                  </a:cubicBezTo>
                  <a:lnTo>
                    <a:pt x="1" y="3721"/>
                  </a:lnTo>
                  <a:lnTo>
                    <a:pt x="4907" y="8675"/>
                  </a:lnTo>
                  <a:lnTo>
                    <a:pt x="9670" y="3721"/>
                  </a:lnTo>
                  <a:lnTo>
                    <a:pt x="5145" y="125"/>
                  </a:lnTo>
                  <a:cubicBezTo>
                    <a:pt x="5061" y="42"/>
                    <a:pt x="4948" y="0"/>
                    <a:pt x="4835"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6" name="Google Shape;23406;p145"/>
            <p:cNvSpPr/>
            <p:nvPr/>
          </p:nvSpPr>
          <p:spPr>
            <a:xfrm>
              <a:off x="6321161" y="3061066"/>
              <a:ext cx="246155" cy="255450"/>
            </a:xfrm>
            <a:custGeom>
              <a:avLst/>
              <a:gdLst/>
              <a:ahLst/>
              <a:cxnLst/>
              <a:rect l="l" t="t" r="r" b="b"/>
              <a:pathLst>
                <a:path w="7574" h="7860" extrusionOk="0">
                  <a:moveTo>
                    <a:pt x="334" y="0"/>
                  </a:moveTo>
                  <a:cubicBezTo>
                    <a:pt x="167" y="0"/>
                    <a:pt x="0" y="143"/>
                    <a:pt x="0" y="334"/>
                  </a:cubicBezTo>
                  <a:lnTo>
                    <a:pt x="0" y="7859"/>
                  </a:lnTo>
                  <a:lnTo>
                    <a:pt x="7573" y="7859"/>
                  </a:lnTo>
                  <a:lnTo>
                    <a:pt x="7573" y="334"/>
                  </a:lnTo>
                  <a:cubicBezTo>
                    <a:pt x="7573" y="143"/>
                    <a:pt x="7430" y="0"/>
                    <a:pt x="7240"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7" name="Google Shape;23407;p145"/>
            <p:cNvSpPr/>
            <p:nvPr/>
          </p:nvSpPr>
          <p:spPr>
            <a:xfrm>
              <a:off x="6534003" y="3061066"/>
              <a:ext cx="33313" cy="255450"/>
            </a:xfrm>
            <a:custGeom>
              <a:avLst/>
              <a:gdLst/>
              <a:ahLst/>
              <a:cxnLst/>
              <a:rect l="l" t="t" r="r" b="b"/>
              <a:pathLst>
                <a:path w="1025" h="7860" extrusionOk="0">
                  <a:moveTo>
                    <a:pt x="0" y="0"/>
                  </a:moveTo>
                  <a:cubicBezTo>
                    <a:pt x="191" y="0"/>
                    <a:pt x="334" y="143"/>
                    <a:pt x="334" y="334"/>
                  </a:cubicBezTo>
                  <a:lnTo>
                    <a:pt x="334" y="7859"/>
                  </a:lnTo>
                  <a:lnTo>
                    <a:pt x="1000" y="7859"/>
                  </a:lnTo>
                  <a:lnTo>
                    <a:pt x="1000" y="334"/>
                  </a:lnTo>
                  <a:cubicBezTo>
                    <a:pt x="1024" y="143"/>
                    <a:pt x="881" y="0"/>
                    <a:pt x="667"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8" name="Google Shape;23408;p145"/>
            <p:cNvSpPr/>
            <p:nvPr/>
          </p:nvSpPr>
          <p:spPr>
            <a:xfrm>
              <a:off x="6284013" y="3153171"/>
              <a:ext cx="315802" cy="201272"/>
            </a:xfrm>
            <a:custGeom>
              <a:avLst/>
              <a:gdLst/>
              <a:ahLst/>
              <a:cxnLst/>
              <a:rect l="l" t="t" r="r" b="b"/>
              <a:pathLst>
                <a:path w="9717" h="6193" extrusionOk="0">
                  <a:moveTo>
                    <a:pt x="0" y="0"/>
                  </a:moveTo>
                  <a:lnTo>
                    <a:pt x="0" y="5573"/>
                  </a:lnTo>
                  <a:cubicBezTo>
                    <a:pt x="0" y="5930"/>
                    <a:pt x="262" y="6192"/>
                    <a:pt x="619" y="6192"/>
                  </a:cubicBezTo>
                  <a:lnTo>
                    <a:pt x="9073" y="6192"/>
                  </a:lnTo>
                  <a:cubicBezTo>
                    <a:pt x="9431" y="6192"/>
                    <a:pt x="9716" y="5930"/>
                    <a:pt x="9693" y="5573"/>
                  </a:cubicBezTo>
                  <a:lnTo>
                    <a:pt x="9693" y="0"/>
                  </a:lnTo>
                  <a:lnTo>
                    <a:pt x="4834" y="4144"/>
                  </a:lnTo>
                  <a:lnTo>
                    <a:pt x="0" y="0"/>
                  </a:lnTo>
                  <a:close/>
                </a:path>
              </a:pathLst>
            </a:custGeom>
            <a:solidFill>
              <a:srgbClr val="DF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9" name="Google Shape;23409;p145"/>
            <p:cNvSpPr/>
            <p:nvPr/>
          </p:nvSpPr>
          <p:spPr>
            <a:xfrm>
              <a:off x="6557208" y="3153171"/>
              <a:ext cx="41827" cy="201272"/>
            </a:xfrm>
            <a:custGeom>
              <a:avLst/>
              <a:gdLst/>
              <a:ahLst/>
              <a:cxnLst/>
              <a:rect l="l" t="t" r="r" b="b"/>
              <a:pathLst>
                <a:path w="1287" h="6193" extrusionOk="0">
                  <a:moveTo>
                    <a:pt x="1287" y="0"/>
                  </a:moveTo>
                  <a:lnTo>
                    <a:pt x="644" y="572"/>
                  </a:lnTo>
                  <a:lnTo>
                    <a:pt x="644" y="5573"/>
                  </a:lnTo>
                  <a:cubicBezTo>
                    <a:pt x="644" y="5930"/>
                    <a:pt x="334" y="6192"/>
                    <a:pt x="1" y="6192"/>
                  </a:cubicBezTo>
                  <a:lnTo>
                    <a:pt x="667" y="6192"/>
                  </a:lnTo>
                  <a:cubicBezTo>
                    <a:pt x="1025" y="6192"/>
                    <a:pt x="1287" y="5930"/>
                    <a:pt x="1287" y="5573"/>
                  </a:cubicBezTo>
                  <a:lnTo>
                    <a:pt x="1287" y="0"/>
                  </a:lnTo>
                  <a:close/>
                </a:path>
              </a:pathLst>
            </a:custGeom>
            <a:solidFill>
              <a:srgbClr val="D5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0" name="Google Shape;23410;p145"/>
            <p:cNvSpPr/>
            <p:nvPr/>
          </p:nvSpPr>
          <p:spPr>
            <a:xfrm>
              <a:off x="6284761" y="3241018"/>
              <a:ext cx="315055" cy="113425"/>
            </a:xfrm>
            <a:custGeom>
              <a:avLst/>
              <a:gdLst/>
              <a:ahLst/>
              <a:cxnLst/>
              <a:rect l="l" t="t" r="r" b="b"/>
              <a:pathLst>
                <a:path w="9694" h="3490" extrusionOk="0">
                  <a:moveTo>
                    <a:pt x="4862" y="0"/>
                  </a:moveTo>
                  <a:cubicBezTo>
                    <a:pt x="4817" y="0"/>
                    <a:pt x="4776" y="12"/>
                    <a:pt x="4740" y="36"/>
                  </a:cubicBezTo>
                  <a:lnTo>
                    <a:pt x="1" y="2846"/>
                  </a:lnTo>
                  <a:cubicBezTo>
                    <a:pt x="1" y="3203"/>
                    <a:pt x="263" y="3489"/>
                    <a:pt x="620" y="3489"/>
                  </a:cubicBezTo>
                  <a:lnTo>
                    <a:pt x="9074" y="3489"/>
                  </a:lnTo>
                  <a:cubicBezTo>
                    <a:pt x="9431" y="3489"/>
                    <a:pt x="9693" y="3227"/>
                    <a:pt x="9693" y="2870"/>
                  </a:cubicBezTo>
                  <a:lnTo>
                    <a:pt x="9693" y="2846"/>
                  </a:lnTo>
                  <a:lnTo>
                    <a:pt x="5002" y="36"/>
                  </a:lnTo>
                  <a:cubicBezTo>
                    <a:pt x="4954" y="12"/>
                    <a:pt x="4907" y="0"/>
                    <a:pt x="4862" y="0"/>
                  </a:cubicBezTo>
                  <a:close/>
                </a:path>
              </a:pathLst>
            </a:custGeom>
            <a:solidFill>
              <a:srgbClr val="D5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1" name="Google Shape;23411;p145"/>
            <p:cNvSpPr/>
            <p:nvPr/>
          </p:nvSpPr>
          <p:spPr>
            <a:xfrm>
              <a:off x="6424868" y="3241798"/>
              <a:ext cx="174948" cy="114953"/>
            </a:xfrm>
            <a:custGeom>
              <a:avLst/>
              <a:gdLst/>
              <a:ahLst/>
              <a:cxnLst/>
              <a:rect l="l" t="t" r="r" b="b"/>
              <a:pathLst>
                <a:path w="5383" h="3537" extrusionOk="0">
                  <a:moveTo>
                    <a:pt x="524" y="0"/>
                  </a:moveTo>
                  <a:cubicBezTo>
                    <a:pt x="477" y="0"/>
                    <a:pt x="429" y="12"/>
                    <a:pt x="381" y="36"/>
                  </a:cubicBezTo>
                  <a:lnTo>
                    <a:pt x="0" y="274"/>
                  </a:lnTo>
                  <a:lnTo>
                    <a:pt x="4739" y="3084"/>
                  </a:lnTo>
                  <a:lnTo>
                    <a:pt x="4739" y="3108"/>
                  </a:lnTo>
                  <a:cubicBezTo>
                    <a:pt x="4739" y="3251"/>
                    <a:pt x="4668" y="3417"/>
                    <a:pt x="4597" y="3536"/>
                  </a:cubicBezTo>
                  <a:lnTo>
                    <a:pt x="4763" y="3536"/>
                  </a:lnTo>
                  <a:cubicBezTo>
                    <a:pt x="5120" y="3536"/>
                    <a:pt x="5382" y="3251"/>
                    <a:pt x="5382" y="2894"/>
                  </a:cubicBezTo>
                  <a:lnTo>
                    <a:pt x="5382" y="2822"/>
                  </a:lnTo>
                  <a:lnTo>
                    <a:pt x="667" y="36"/>
                  </a:lnTo>
                  <a:cubicBezTo>
                    <a:pt x="619" y="12"/>
                    <a:pt x="572" y="0"/>
                    <a:pt x="524"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2" name="Google Shape;23412;p145"/>
            <p:cNvSpPr/>
            <p:nvPr/>
          </p:nvSpPr>
          <p:spPr>
            <a:xfrm>
              <a:off x="6537871" y="3295586"/>
              <a:ext cx="95225" cy="94445"/>
            </a:xfrm>
            <a:custGeom>
              <a:avLst/>
              <a:gdLst/>
              <a:ahLst/>
              <a:cxnLst/>
              <a:rect l="l" t="t" r="r" b="b"/>
              <a:pathLst>
                <a:path w="2930" h="2906" extrusionOk="0">
                  <a:moveTo>
                    <a:pt x="1453" y="0"/>
                  </a:moveTo>
                  <a:cubicBezTo>
                    <a:pt x="667" y="0"/>
                    <a:pt x="0" y="643"/>
                    <a:pt x="0" y="1453"/>
                  </a:cubicBezTo>
                  <a:cubicBezTo>
                    <a:pt x="0" y="2263"/>
                    <a:pt x="667" y="2906"/>
                    <a:pt x="1453" y="2906"/>
                  </a:cubicBezTo>
                  <a:cubicBezTo>
                    <a:pt x="2263" y="2906"/>
                    <a:pt x="2929" y="2263"/>
                    <a:pt x="2929" y="1453"/>
                  </a:cubicBezTo>
                  <a:cubicBezTo>
                    <a:pt x="2929" y="643"/>
                    <a:pt x="2263" y="0"/>
                    <a:pt x="1453" y="0"/>
                  </a:cubicBezTo>
                  <a:close/>
                </a:path>
              </a:pathLst>
            </a:custGeom>
            <a:solidFill>
              <a:srgbClr val="C4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3" name="Google Shape;23413;p145"/>
            <p:cNvSpPr/>
            <p:nvPr/>
          </p:nvSpPr>
          <p:spPr>
            <a:xfrm>
              <a:off x="6575018" y="3295586"/>
              <a:ext cx="58077" cy="94445"/>
            </a:xfrm>
            <a:custGeom>
              <a:avLst/>
              <a:gdLst/>
              <a:ahLst/>
              <a:cxnLst/>
              <a:rect l="l" t="t" r="r" b="b"/>
              <a:pathLst>
                <a:path w="1787" h="2906" extrusionOk="0">
                  <a:moveTo>
                    <a:pt x="334" y="0"/>
                  </a:moveTo>
                  <a:cubicBezTo>
                    <a:pt x="215" y="0"/>
                    <a:pt x="96" y="0"/>
                    <a:pt x="0" y="24"/>
                  </a:cubicBezTo>
                  <a:cubicBezTo>
                    <a:pt x="643" y="167"/>
                    <a:pt x="1120" y="762"/>
                    <a:pt x="1120" y="1453"/>
                  </a:cubicBezTo>
                  <a:cubicBezTo>
                    <a:pt x="1120" y="2143"/>
                    <a:pt x="643" y="2739"/>
                    <a:pt x="0" y="2882"/>
                  </a:cubicBezTo>
                  <a:cubicBezTo>
                    <a:pt x="119" y="2906"/>
                    <a:pt x="215" y="2906"/>
                    <a:pt x="334" y="2906"/>
                  </a:cubicBezTo>
                  <a:cubicBezTo>
                    <a:pt x="1120" y="2906"/>
                    <a:pt x="1786" y="2263"/>
                    <a:pt x="1786" y="1453"/>
                  </a:cubicBezTo>
                  <a:cubicBezTo>
                    <a:pt x="1786" y="643"/>
                    <a:pt x="1120" y="0"/>
                    <a:pt x="334" y="0"/>
                  </a:cubicBez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4" name="Google Shape;23414;p145"/>
            <p:cNvSpPr/>
            <p:nvPr/>
          </p:nvSpPr>
          <p:spPr>
            <a:xfrm>
              <a:off x="6393116" y="3099773"/>
              <a:ext cx="107640" cy="10075"/>
            </a:xfrm>
            <a:custGeom>
              <a:avLst/>
              <a:gdLst/>
              <a:ahLst/>
              <a:cxnLst/>
              <a:rect l="l" t="t" r="r" b="b"/>
              <a:pathLst>
                <a:path w="3312" h="310" extrusionOk="0">
                  <a:moveTo>
                    <a:pt x="144" y="0"/>
                  </a:moveTo>
                  <a:cubicBezTo>
                    <a:pt x="49" y="0"/>
                    <a:pt x="1" y="72"/>
                    <a:pt x="1" y="143"/>
                  </a:cubicBezTo>
                  <a:cubicBezTo>
                    <a:pt x="1" y="238"/>
                    <a:pt x="49" y="310"/>
                    <a:pt x="144" y="310"/>
                  </a:cubicBezTo>
                  <a:lnTo>
                    <a:pt x="3144" y="310"/>
                  </a:lnTo>
                  <a:cubicBezTo>
                    <a:pt x="3240" y="310"/>
                    <a:pt x="3311" y="238"/>
                    <a:pt x="3311" y="143"/>
                  </a:cubicBezTo>
                  <a:cubicBezTo>
                    <a:pt x="3311" y="72"/>
                    <a:pt x="3240" y="0"/>
                    <a:pt x="314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5" name="Google Shape;23415;p145"/>
            <p:cNvSpPr/>
            <p:nvPr/>
          </p:nvSpPr>
          <p:spPr>
            <a:xfrm>
              <a:off x="6375338" y="3129186"/>
              <a:ext cx="142447" cy="9295"/>
            </a:xfrm>
            <a:custGeom>
              <a:avLst/>
              <a:gdLst/>
              <a:ahLst/>
              <a:cxnLst/>
              <a:rect l="l" t="t" r="r" b="b"/>
              <a:pathLst>
                <a:path w="4383" h="286" extrusionOk="0">
                  <a:moveTo>
                    <a:pt x="167" y="0"/>
                  </a:moveTo>
                  <a:cubicBezTo>
                    <a:pt x="72" y="0"/>
                    <a:pt x="0" y="48"/>
                    <a:pt x="0" y="143"/>
                  </a:cubicBezTo>
                  <a:cubicBezTo>
                    <a:pt x="0" y="238"/>
                    <a:pt x="72" y="286"/>
                    <a:pt x="167" y="286"/>
                  </a:cubicBezTo>
                  <a:lnTo>
                    <a:pt x="4215" y="286"/>
                  </a:lnTo>
                  <a:cubicBezTo>
                    <a:pt x="4287" y="286"/>
                    <a:pt x="4382" y="238"/>
                    <a:pt x="4358" y="143"/>
                  </a:cubicBezTo>
                  <a:cubicBezTo>
                    <a:pt x="4358" y="48"/>
                    <a:pt x="4287" y="0"/>
                    <a:pt x="42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6" name="Google Shape;23416;p145"/>
            <p:cNvSpPr/>
            <p:nvPr/>
          </p:nvSpPr>
          <p:spPr>
            <a:xfrm>
              <a:off x="6375338" y="3155478"/>
              <a:ext cx="142447" cy="9328"/>
            </a:xfrm>
            <a:custGeom>
              <a:avLst/>
              <a:gdLst/>
              <a:ahLst/>
              <a:cxnLst/>
              <a:rect l="l" t="t" r="r" b="b"/>
              <a:pathLst>
                <a:path w="4383" h="287" extrusionOk="0">
                  <a:moveTo>
                    <a:pt x="167" y="1"/>
                  </a:moveTo>
                  <a:cubicBezTo>
                    <a:pt x="72" y="1"/>
                    <a:pt x="0" y="48"/>
                    <a:pt x="0" y="144"/>
                  </a:cubicBezTo>
                  <a:cubicBezTo>
                    <a:pt x="0" y="239"/>
                    <a:pt x="72" y="287"/>
                    <a:pt x="167" y="287"/>
                  </a:cubicBezTo>
                  <a:lnTo>
                    <a:pt x="4215" y="287"/>
                  </a:lnTo>
                  <a:cubicBezTo>
                    <a:pt x="4287" y="287"/>
                    <a:pt x="4382" y="239"/>
                    <a:pt x="4358" y="144"/>
                  </a:cubicBezTo>
                  <a:cubicBezTo>
                    <a:pt x="4358" y="48"/>
                    <a:pt x="4287" y="1"/>
                    <a:pt x="42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7" name="Google Shape;23417;p145"/>
            <p:cNvSpPr/>
            <p:nvPr/>
          </p:nvSpPr>
          <p:spPr>
            <a:xfrm>
              <a:off x="6375338" y="3181023"/>
              <a:ext cx="142447" cy="10108"/>
            </a:xfrm>
            <a:custGeom>
              <a:avLst/>
              <a:gdLst/>
              <a:ahLst/>
              <a:cxnLst/>
              <a:rect l="l" t="t" r="r" b="b"/>
              <a:pathLst>
                <a:path w="4383" h="311" extrusionOk="0">
                  <a:moveTo>
                    <a:pt x="167" y="1"/>
                  </a:moveTo>
                  <a:cubicBezTo>
                    <a:pt x="72" y="1"/>
                    <a:pt x="0" y="72"/>
                    <a:pt x="0" y="167"/>
                  </a:cubicBezTo>
                  <a:cubicBezTo>
                    <a:pt x="0" y="239"/>
                    <a:pt x="72" y="310"/>
                    <a:pt x="167" y="310"/>
                  </a:cubicBezTo>
                  <a:lnTo>
                    <a:pt x="4215" y="310"/>
                  </a:lnTo>
                  <a:cubicBezTo>
                    <a:pt x="4287" y="310"/>
                    <a:pt x="4382" y="239"/>
                    <a:pt x="4358" y="167"/>
                  </a:cubicBezTo>
                  <a:cubicBezTo>
                    <a:pt x="4358" y="72"/>
                    <a:pt x="4287" y="1"/>
                    <a:pt x="42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8" name="Google Shape;23418;p145"/>
            <p:cNvSpPr/>
            <p:nvPr/>
          </p:nvSpPr>
          <p:spPr>
            <a:xfrm>
              <a:off x="6572678" y="3323438"/>
              <a:ext cx="22490" cy="39520"/>
            </a:xfrm>
            <a:custGeom>
              <a:avLst/>
              <a:gdLst/>
              <a:ahLst/>
              <a:cxnLst/>
              <a:rect l="l" t="t" r="r" b="b"/>
              <a:pathLst>
                <a:path w="692" h="1216" extrusionOk="0">
                  <a:moveTo>
                    <a:pt x="215" y="0"/>
                  </a:moveTo>
                  <a:cubicBezTo>
                    <a:pt x="96" y="0"/>
                    <a:pt x="1" y="120"/>
                    <a:pt x="72" y="239"/>
                  </a:cubicBezTo>
                  <a:cubicBezTo>
                    <a:pt x="96" y="310"/>
                    <a:pt x="168" y="334"/>
                    <a:pt x="215" y="334"/>
                  </a:cubicBezTo>
                  <a:lnTo>
                    <a:pt x="358" y="334"/>
                  </a:lnTo>
                  <a:lnTo>
                    <a:pt x="358" y="1048"/>
                  </a:lnTo>
                  <a:cubicBezTo>
                    <a:pt x="358" y="1096"/>
                    <a:pt x="406" y="1144"/>
                    <a:pt x="453" y="1191"/>
                  </a:cubicBezTo>
                  <a:cubicBezTo>
                    <a:pt x="482" y="1208"/>
                    <a:pt x="510" y="1216"/>
                    <a:pt x="537" y="1216"/>
                  </a:cubicBezTo>
                  <a:cubicBezTo>
                    <a:pt x="622" y="1216"/>
                    <a:pt x="692" y="1139"/>
                    <a:pt x="692" y="1048"/>
                  </a:cubicBezTo>
                  <a:lnTo>
                    <a:pt x="692" y="143"/>
                  </a:lnTo>
                  <a:cubicBezTo>
                    <a:pt x="692" y="72"/>
                    <a:pt x="644" y="0"/>
                    <a:pt x="549"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19" name="Google Shape;23419;p145"/>
          <p:cNvGrpSpPr/>
          <p:nvPr/>
        </p:nvGrpSpPr>
        <p:grpSpPr>
          <a:xfrm>
            <a:off x="7116013" y="2880813"/>
            <a:ext cx="185803" cy="356818"/>
            <a:chOff x="7116013" y="3033213"/>
            <a:chExt cx="185803" cy="356818"/>
          </a:xfrm>
        </p:grpSpPr>
        <p:sp>
          <p:nvSpPr>
            <p:cNvPr id="23420" name="Google Shape;23420;p145"/>
            <p:cNvSpPr/>
            <p:nvPr/>
          </p:nvSpPr>
          <p:spPr>
            <a:xfrm>
              <a:off x="7116013" y="3064153"/>
              <a:ext cx="185802" cy="294158"/>
            </a:xfrm>
            <a:custGeom>
              <a:avLst/>
              <a:gdLst/>
              <a:ahLst/>
              <a:cxnLst/>
              <a:rect l="l" t="t" r="r" b="b"/>
              <a:pathLst>
                <a:path w="5717" h="9051" extrusionOk="0">
                  <a:moveTo>
                    <a:pt x="2692" y="1"/>
                  </a:moveTo>
                  <a:lnTo>
                    <a:pt x="1" y="215"/>
                  </a:lnTo>
                  <a:lnTo>
                    <a:pt x="1" y="8883"/>
                  </a:lnTo>
                  <a:lnTo>
                    <a:pt x="2882" y="9050"/>
                  </a:lnTo>
                  <a:lnTo>
                    <a:pt x="5716" y="8883"/>
                  </a:lnTo>
                  <a:lnTo>
                    <a:pt x="5716" y="215"/>
                  </a:lnTo>
                  <a:lnTo>
                    <a:pt x="2692" y="1"/>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1" name="Google Shape;23421;p145"/>
            <p:cNvSpPr/>
            <p:nvPr/>
          </p:nvSpPr>
          <p:spPr>
            <a:xfrm>
              <a:off x="7280106" y="3063373"/>
              <a:ext cx="21710" cy="294938"/>
            </a:xfrm>
            <a:custGeom>
              <a:avLst/>
              <a:gdLst/>
              <a:ahLst/>
              <a:cxnLst/>
              <a:rect l="l" t="t" r="r" b="b"/>
              <a:pathLst>
                <a:path w="668" h="9075" extrusionOk="0">
                  <a:moveTo>
                    <a:pt x="0" y="1"/>
                  </a:moveTo>
                  <a:lnTo>
                    <a:pt x="0" y="9074"/>
                  </a:lnTo>
                  <a:lnTo>
                    <a:pt x="667" y="8907"/>
                  </a:lnTo>
                  <a:lnTo>
                    <a:pt x="667" y="215"/>
                  </a:lnTo>
                  <a:lnTo>
                    <a:pt x="0" y="1"/>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2" name="Google Shape;23422;p145"/>
            <p:cNvSpPr/>
            <p:nvPr/>
          </p:nvSpPr>
          <p:spPr>
            <a:xfrm>
              <a:off x="7116013" y="3033213"/>
              <a:ext cx="185802" cy="37928"/>
            </a:xfrm>
            <a:custGeom>
              <a:avLst/>
              <a:gdLst/>
              <a:ahLst/>
              <a:cxnLst/>
              <a:rect l="l" t="t" r="r" b="b"/>
              <a:pathLst>
                <a:path w="5717" h="1167" extrusionOk="0">
                  <a:moveTo>
                    <a:pt x="358" y="0"/>
                  </a:moveTo>
                  <a:cubicBezTo>
                    <a:pt x="144" y="0"/>
                    <a:pt x="1" y="143"/>
                    <a:pt x="1" y="357"/>
                  </a:cubicBezTo>
                  <a:lnTo>
                    <a:pt x="1" y="1167"/>
                  </a:lnTo>
                  <a:lnTo>
                    <a:pt x="5716" y="1167"/>
                  </a:lnTo>
                  <a:lnTo>
                    <a:pt x="5716" y="357"/>
                  </a:lnTo>
                  <a:cubicBezTo>
                    <a:pt x="5716" y="143"/>
                    <a:pt x="5549" y="0"/>
                    <a:pt x="53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3" name="Google Shape;23423;p145"/>
            <p:cNvSpPr/>
            <p:nvPr/>
          </p:nvSpPr>
          <p:spPr>
            <a:xfrm>
              <a:off x="7116013" y="3352851"/>
              <a:ext cx="185802" cy="37180"/>
            </a:xfrm>
            <a:custGeom>
              <a:avLst/>
              <a:gdLst/>
              <a:ahLst/>
              <a:cxnLst/>
              <a:rect l="l" t="t" r="r" b="b"/>
              <a:pathLst>
                <a:path w="5717" h="1144" extrusionOk="0">
                  <a:moveTo>
                    <a:pt x="1" y="0"/>
                  </a:moveTo>
                  <a:lnTo>
                    <a:pt x="1" y="786"/>
                  </a:lnTo>
                  <a:cubicBezTo>
                    <a:pt x="1" y="1001"/>
                    <a:pt x="144" y="1144"/>
                    <a:pt x="358" y="1144"/>
                  </a:cubicBezTo>
                  <a:lnTo>
                    <a:pt x="5359" y="1144"/>
                  </a:lnTo>
                  <a:cubicBezTo>
                    <a:pt x="5549" y="1144"/>
                    <a:pt x="5716" y="1001"/>
                    <a:pt x="5716" y="786"/>
                  </a:cubicBezTo>
                  <a:lnTo>
                    <a:pt x="571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4" name="Google Shape;23424;p145"/>
            <p:cNvSpPr/>
            <p:nvPr/>
          </p:nvSpPr>
          <p:spPr>
            <a:xfrm>
              <a:off x="7268503" y="3033213"/>
              <a:ext cx="33313" cy="37928"/>
            </a:xfrm>
            <a:custGeom>
              <a:avLst/>
              <a:gdLst/>
              <a:ahLst/>
              <a:cxnLst/>
              <a:rect l="l" t="t" r="r" b="b"/>
              <a:pathLst>
                <a:path w="1025" h="1167" extrusionOk="0">
                  <a:moveTo>
                    <a:pt x="0" y="0"/>
                  </a:moveTo>
                  <a:cubicBezTo>
                    <a:pt x="214" y="0"/>
                    <a:pt x="357" y="143"/>
                    <a:pt x="357" y="357"/>
                  </a:cubicBezTo>
                  <a:lnTo>
                    <a:pt x="357" y="1167"/>
                  </a:lnTo>
                  <a:lnTo>
                    <a:pt x="1024" y="1167"/>
                  </a:lnTo>
                  <a:lnTo>
                    <a:pt x="1024" y="357"/>
                  </a:lnTo>
                  <a:cubicBezTo>
                    <a:pt x="1024" y="143"/>
                    <a:pt x="857" y="0"/>
                    <a:pt x="667" y="0"/>
                  </a:cubicBez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5" name="Google Shape;23425;p145"/>
            <p:cNvSpPr/>
            <p:nvPr/>
          </p:nvSpPr>
          <p:spPr>
            <a:xfrm>
              <a:off x="7268503" y="3352851"/>
              <a:ext cx="33313" cy="37180"/>
            </a:xfrm>
            <a:custGeom>
              <a:avLst/>
              <a:gdLst/>
              <a:ahLst/>
              <a:cxnLst/>
              <a:rect l="l" t="t" r="r" b="b"/>
              <a:pathLst>
                <a:path w="1025" h="1144" extrusionOk="0">
                  <a:moveTo>
                    <a:pt x="357" y="0"/>
                  </a:moveTo>
                  <a:lnTo>
                    <a:pt x="357" y="786"/>
                  </a:lnTo>
                  <a:cubicBezTo>
                    <a:pt x="357" y="1001"/>
                    <a:pt x="214" y="1144"/>
                    <a:pt x="0" y="1144"/>
                  </a:cubicBezTo>
                  <a:lnTo>
                    <a:pt x="667" y="1144"/>
                  </a:lnTo>
                  <a:cubicBezTo>
                    <a:pt x="857" y="1144"/>
                    <a:pt x="1024" y="1001"/>
                    <a:pt x="1024" y="786"/>
                  </a:cubicBezTo>
                  <a:lnTo>
                    <a:pt x="1024" y="0"/>
                  </a:ln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6" name="Google Shape;23426;p145"/>
            <p:cNvSpPr/>
            <p:nvPr/>
          </p:nvSpPr>
          <p:spPr>
            <a:xfrm>
              <a:off x="7147766" y="3096653"/>
              <a:ext cx="123077" cy="157170"/>
            </a:xfrm>
            <a:custGeom>
              <a:avLst/>
              <a:gdLst/>
              <a:ahLst/>
              <a:cxnLst/>
              <a:rect l="l" t="t" r="r" b="b"/>
              <a:pathLst>
                <a:path w="3787" h="4836" extrusionOk="0">
                  <a:moveTo>
                    <a:pt x="167" y="1"/>
                  </a:moveTo>
                  <a:cubicBezTo>
                    <a:pt x="71" y="1"/>
                    <a:pt x="0" y="96"/>
                    <a:pt x="0" y="191"/>
                  </a:cubicBezTo>
                  <a:lnTo>
                    <a:pt x="0" y="4668"/>
                  </a:lnTo>
                  <a:cubicBezTo>
                    <a:pt x="0" y="4740"/>
                    <a:pt x="95" y="4835"/>
                    <a:pt x="167" y="4835"/>
                  </a:cubicBezTo>
                  <a:lnTo>
                    <a:pt x="3596" y="4835"/>
                  </a:lnTo>
                  <a:cubicBezTo>
                    <a:pt x="3691" y="4835"/>
                    <a:pt x="3787" y="4740"/>
                    <a:pt x="3787" y="4668"/>
                  </a:cubicBezTo>
                  <a:lnTo>
                    <a:pt x="3787" y="191"/>
                  </a:lnTo>
                  <a:cubicBezTo>
                    <a:pt x="3787" y="96"/>
                    <a:pt x="3691" y="1"/>
                    <a:pt x="3596" y="1"/>
                  </a:cubicBezTo>
                  <a:close/>
                </a:path>
              </a:pathLst>
            </a:custGeom>
            <a:solidFill>
              <a:srgbClr val="EF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7" name="Google Shape;23427;p145"/>
            <p:cNvSpPr/>
            <p:nvPr/>
          </p:nvSpPr>
          <p:spPr>
            <a:xfrm>
              <a:off x="7242958" y="3096653"/>
              <a:ext cx="27885" cy="157170"/>
            </a:xfrm>
            <a:custGeom>
              <a:avLst/>
              <a:gdLst/>
              <a:ahLst/>
              <a:cxnLst/>
              <a:rect l="l" t="t" r="r" b="b"/>
              <a:pathLst>
                <a:path w="858" h="4836" extrusionOk="0">
                  <a:moveTo>
                    <a:pt x="0" y="1"/>
                  </a:moveTo>
                  <a:cubicBezTo>
                    <a:pt x="95" y="1"/>
                    <a:pt x="191" y="96"/>
                    <a:pt x="191" y="191"/>
                  </a:cubicBezTo>
                  <a:lnTo>
                    <a:pt x="191" y="4668"/>
                  </a:lnTo>
                  <a:cubicBezTo>
                    <a:pt x="191" y="4740"/>
                    <a:pt x="95" y="4835"/>
                    <a:pt x="0" y="4835"/>
                  </a:cubicBezTo>
                  <a:lnTo>
                    <a:pt x="667" y="4835"/>
                  </a:lnTo>
                  <a:cubicBezTo>
                    <a:pt x="762" y="4835"/>
                    <a:pt x="858" y="4740"/>
                    <a:pt x="858" y="4668"/>
                  </a:cubicBezTo>
                  <a:lnTo>
                    <a:pt x="858" y="191"/>
                  </a:lnTo>
                  <a:cubicBezTo>
                    <a:pt x="858" y="96"/>
                    <a:pt x="762" y="1"/>
                    <a:pt x="667"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8" name="Google Shape;23428;p145"/>
            <p:cNvSpPr/>
            <p:nvPr/>
          </p:nvSpPr>
          <p:spPr>
            <a:xfrm>
              <a:off x="7147766" y="3276996"/>
              <a:ext cx="50310" cy="50343"/>
            </a:xfrm>
            <a:custGeom>
              <a:avLst/>
              <a:gdLst/>
              <a:ahLst/>
              <a:cxnLst/>
              <a:rect l="l" t="t" r="r" b="b"/>
              <a:pathLst>
                <a:path w="1548" h="1549" extrusionOk="0">
                  <a:moveTo>
                    <a:pt x="762" y="1"/>
                  </a:moveTo>
                  <a:cubicBezTo>
                    <a:pt x="333" y="1"/>
                    <a:pt x="0" y="358"/>
                    <a:pt x="0" y="763"/>
                  </a:cubicBezTo>
                  <a:cubicBezTo>
                    <a:pt x="0" y="1191"/>
                    <a:pt x="333" y="1549"/>
                    <a:pt x="762" y="1549"/>
                  </a:cubicBezTo>
                  <a:cubicBezTo>
                    <a:pt x="1191" y="1549"/>
                    <a:pt x="1548" y="1191"/>
                    <a:pt x="1548" y="763"/>
                  </a:cubicBezTo>
                  <a:cubicBezTo>
                    <a:pt x="1548" y="358"/>
                    <a:pt x="1191" y="1"/>
                    <a:pt x="762" y="1"/>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9" name="Google Shape;23429;p145"/>
            <p:cNvSpPr/>
            <p:nvPr/>
          </p:nvSpPr>
          <p:spPr>
            <a:xfrm>
              <a:off x="7218941" y="3276996"/>
              <a:ext cx="50343" cy="50343"/>
            </a:xfrm>
            <a:custGeom>
              <a:avLst/>
              <a:gdLst/>
              <a:ahLst/>
              <a:cxnLst/>
              <a:rect l="l" t="t" r="r" b="b"/>
              <a:pathLst>
                <a:path w="1549" h="1549" extrusionOk="0">
                  <a:moveTo>
                    <a:pt x="787" y="1"/>
                  </a:moveTo>
                  <a:cubicBezTo>
                    <a:pt x="358" y="1"/>
                    <a:pt x="1" y="358"/>
                    <a:pt x="1" y="763"/>
                  </a:cubicBezTo>
                  <a:cubicBezTo>
                    <a:pt x="1" y="1191"/>
                    <a:pt x="358" y="1549"/>
                    <a:pt x="787" y="1549"/>
                  </a:cubicBezTo>
                  <a:cubicBezTo>
                    <a:pt x="1216" y="1549"/>
                    <a:pt x="1549" y="1191"/>
                    <a:pt x="1549" y="763"/>
                  </a:cubicBezTo>
                  <a:cubicBezTo>
                    <a:pt x="1549" y="358"/>
                    <a:pt x="1216" y="1"/>
                    <a:pt x="787" y="1"/>
                  </a:cubicBezTo>
                  <a:close/>
                </a:path>
              </a:pathLst>
            </a:custGeom>
            <a:solidFill>
              <a:srgbClr val="F7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0" name="Google Shape;23430;p145"/>
            <p:cNvSpPr/>
            <p:nvPr/>
          </p:nvSpPr>
          <p:spPr>
            <a:xfrm>
              <a:off x="7171751" y="3124538"/>
              <a:ext cx="38740" cy="10075"/>
            </a:xfrm>
            <a:custGeom>
              <a:avLst/>
              <a:gdLst/>
              <a:ahLst/>
              <a:cxnLst/>
              <a:rect l="l" t="t" r="r" b="b"/>
              <a:pathLst>
                <a:path w="1192" h="310" extrusionOk="0">
                  <a:moveTo>
                    <a:pt x="191" y="0"/>
                  </a:moveTo>
                  <a:cubicBezTo>
                    <a:pt x="96" y="0"/>
                    <a:pt x="0" y="72"/>
                    <a:pt x="24" y="191"/>
                  </a:cubicBezTo>
                  <a:cubicBezTo>
                    <a:pt x="72" y="286"/>
                    <a:pt x="119" y="310"/>
                    <a:pt x="191" y="310"/>
                  </a:cubicBezTo>
                  <a:lnTo>
                    <a:pt x="977" y="310"/>
                  </a:lnTo>
                  <a:cubicBezTo>
                    <a:pt x="1096" y="310"/>
                    <a:pt x="1191" y="191"/>
                    <a:pt x="1143" y="119"/>
                  </a:cubicBezTo>
                  <a:cubicBezTo>
                    <a:pt x="1096" y="24"/>
                    <a:pt x="1048" y="0"/>
                    <a:pt x="977"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1" name="Google Shape;23431;p145"/>
            <p:cNvSpPr/>
            <p:nvPr/>
          </p:nvSpPr>
          <p:spPr>
            <a:xfrm>
              <a:off x="7171751" y="3147743"/>
              <a:ext cx="74327" cy="10108"/>
            </a:xfrm>
            <a:custGeom>
              <a:avLst/>
              <a:gdLst/>
              <a:ahLst/>
              <a:cxnLst/>
              <a:rect l="l" t="t" r="r" b="b"/>
              <a:pathLst>
                <a:path w="2287" h="311" extrusionOk="0">
                  <a:moveTo>
                    <a:pt x="191" y="1"/>
                  </a:moveTo>
                  <a:cubicBezTo>
                    <a:pt x="96" y="1"/>
                    <a:pt x="0" y="72"/>
                    <a:pt x="24" y="191"/>
                  </a:cubicBezTo>
                  <a:cubicBezTo>
                    <a:pt x="24" y="263"/>
                    <a:pt x="96" y="310"/>
                    <a:pt x="191" y="310"/>
                  </a:cubicBezTo>
                  <a:lnTo>
                    <a:pt x="2120" y="310"/>
                  </a:lnTo>
                  <a:cubicBezTo>
                    <a:pt x="2239" y="310"/>
                    <a:pt x="2286" y="239"/>
                    <a:pt x="2263" y="120"/>
                  </a:cubicBezTo>
                  <a:cubicBezTo>
                    <a:pt x="2263" y="48"/>
                    <a:pt x="2191" y="1"/>
                    <a:pt x="2120"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2" name="Google Shape;23432;p145"/>
            <p:cNvSpPr/>
            <p:nvPr/>
          </p:nvSpPr>
          <p:spPr>
            <a:xfrm>
              <a:off x="7171751" y="3169421"/>
              <a:ext cx="74327" cy="10855"/>
            </a:xfrm>
            <a:custGeom>
              <a:avLst/>
              <a:gdLst/>
              <a:ahLst/>
              <a:cxnLst/>
              <a:rect l="l" t="t" r="r" b="b"/>
              <a:pathLst>
                <a:path w="2287" h="334" extrusionOk="0">
                  <a:moveTo>
                    <a:pt x="191" y="0"/>
                  </a:moveTo>
                  <a:cubicBezTo>
                    <a:pt x="96" y="0"/>
                    <a:pt x="0" y="96"/>
                    <a:pt x="24" y="215"/>
                  </a:cubicBezTo>
                  <a:cubicBezTo>
                    <a:pt x="24" y="286"/>
                    <a:pt x="96" y="334"/>
                    <a:pt x="191" y="334"/>
                  </a:cubicBezTo>
                  <a:lnTo>
                    <a:pt x="2120" y="334"/>
                  </a:lnTo>
                  <a:cubicBezTo>
                    <a:pt x="2239" y="334"/>
                    <a:pt x="2286" y="239"/>
                    <a:pt x="2263" y="119"/>
                  </a:cubicBezTo>
                  <a:cubicBezTo>
                    <a:pt x="2263" y="72"/>
                    <a:pt x="2191" y="0"/>
                    <a:pt x="2120"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3" name="Google Shape;23433;p145"/>
            <p:cNvSpPr/>
            <p:nvPr/>
          </p:nvSpPr>
          <p:spPr>
            <a:xfrm>
              <a:off x="7171751" y="3191878"/>
              <a:ext cx="74327" cy="10855"/>
            </a:xfrm>
            <a:custGeom>
              <a:avLst/>
              <a:gdLst/>
              <a:ahLst/>
              <a:cxnLst/>
              <a:rect l="l" t="t" r="r" b="b"/>
              <a:pathLst>
                <a:path w="2287" h="334" extrusionOk="0">
                  <a:moveTo>
                    <a:pt x="191" y="0"/>
                  </a:moveTo>
                  <a:cubicBezTo>
                    <a:pt x="96" y="0"/>
                    <a:pt x="0" y="95"/>
                    <a:pt x="24" y="214"/>
                  </a:cubicBezTo>
                  <a:cubicBezTo>
                    <a:pt x="24" y="262"/>
                    <a:pt x="96" y="333"/>
                    <a:pt x="191" y="333"/>
                  </a:cubicBezTo>
                  <a:lnTo>
                    <a:pt x="2120" y="333"/>
                  </a:lnTo>
                  <a:cubicBezTo>
                    <a:pt x="2239" y="333"/>
                    <a:pt x="2286" y="238"/>
                    <a:pt x="2263" y="119"/>
                  </a:cubicBezTo>
                  <a:cubicBezTo>
                    <a:pt x="2263" y="71"/>
                    <a:pt x="2191" y="0"/>
                    <a:pt x="2120"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4" name="Google Shape;23434;p145"/>
            <p:cNvSpPr/>
            <p:nvPr/>
          </p:nvSpPr>
          <p:spPr>
            <a:xfrm>
              <a:off x="7171751" y="3215083"/>
              <a:ext cx="74327" cy="10855"/>
            </a:xfrm>
            <a:custGeom>
              <a:avLst/>
              <a:gdLst/>
              <a:ahLst/>
              <a:cxnLst/>
              <a:rect l="l" t="t" r="r" b="b"/>
              <a:pathLst>
                <a:path w="2287" h="334" extrusionOk="0">
                  <a:moveTo>
                    <a:pt x="191" y="0"/>
                  </a:moveTo>
                  <a:cubicBezTo>
                    <a:pt x="96" y="0"/>
                    <a:pt x="0" y="96"/>
                    <a:pt x="24" y="215"/>
                  </a:cubicBezTo>
                  <a:cubicBezTo>
                    <a:pt x="24" y="262"/>
                    <a:pt x="96" y="334"/>
                    <a:pt x="191" y="334"/>
                  </a:cubicBezTo>
                  <a:lnTo>
                    <a:pt x="2120" y="334"/>
                  </a:lnTo>
                  <a:cubicBezTo>
                    <a:pt x="2239" y="334"/>
                    <a:pt x="2286" y="239"/>
                    <a:pt x="2263" y="120"/>
                  </a:cubicBezTo>
                  <a:cubicBezTo>
                    <a:pt x="2263" y="72"/>
                    <a:pt x="2191" y="0"/>
                    <a:pt x="2120"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5" name="Google Shape;23435;p145"/>
            <p:cNvSpPr/>
            <p:nvPr/>
          </p:nvSpPr>
          <p:spPr>
            <a:xfrm>
              <a:off x="7132263" y="3272348"/>
              <a:ext cx="150963" cy="59280"/>
            </a:xfrm>
            <a:custGeom>
              <a:avLst/>
              <a:gdLst/>
              <a:ahLst/>
              <a:cxnLst/>
              <a:rect l="l" t="t" r="r" b="b"/>
              <a:pathLst>
                <a:path w="4645" h="1824" extrusionOk="0">
                  <a:moveTo>
                    <a:pt x="1239" y="358"/>
                  </a:moveTo>
                  <a:cubicBezTo>
                    <a:pt x="1573" y="358"/>
                    <a:pt x="1834" y="620"/>
                    <a:pt x="1834" y="953"/>
                  </a:cubicBezTo>
                  <a:cubicBezTo>
                    <a:pt x="1882" y="1287"/>
                    <a:pt x="1596" y="1549"/>
                    <a:pt x="1239" y="1549"/>
                  </a:cubicBezTo>
                  <a:cubicBezTo>
                    <a:pt x="930" y="1549"/>
                    <a:pt x="644" y="1287"/>
                    <a:pt x="644" y="953"/>
                  </a:cubicBezTo>
                  <a:cubicBezTo>
                    <a:pt x="644" y="620"/>
                    <a:pt x="930" y="358"/>
                    <a:pt x="1239" y="358"/>
                  </a:cubicBezTo>
                  <a:close/>
                  <a:moveTo>
                    <a:pt x="3454" y="358"/>
                  </a:moveTo>
                  <a:cubicBezTo>
                    <a:pt x="3787" y="358"/>
                    <a:pt x="4049" y="620"/>
                    <a:pt x="4049" y="953"/>
                  </a:cubicBezTo>
                  <a:cubicBezTo>
                    <a:pt x="4049" y="1287"/>
                    <a:pt x="3787" y="1549"/>
                    <a:pt x="3454" y="1549"/>
                  </a:cubicBezTo>
                  <a:cubicBezTo>
                    <a:pt x="3120" y="1549"/>
                    <a:pt x="2858" y="1287"/>
                    <a:pt x="2858" y="953"/>
                  </a:cubicBezTo>
                  <a:cubicBezTo>
                    <a:pt x="2858" y="620"/>
                    <a:pt x="3120" y="358"/>
                    <a:pt x="3454" y="358"/>
                  </a:cubicBezTo>
                  <a:close/>
                  <a:moveTo>
                    <a:pt x="1215" y="1"/>
                  </a:moveTo>
                  <a:cubicBezTo>
                    <a:pt x="882" y="1"/>
                    <a:pt x="620" y="144"/>
                    <a:pt x="429" y="382"/>
                  </a:cubicBezTo>
                  <a:lnTo>
                    <a:pt x="167" y="382"/>
                  </a:lnTo>
                  <a:cubicBezTo>
                    <a:pt x="96" y="382"/>
                    <a:pt x="25" y="453"/>
                    <a:pt x="1" y="525"/>
                  </a:cubicBezTo>
                  <a:cubicBezTo>
                    <a:pt x="1" y="620"/>
                    <a:pt x="48" y="715"/>
                    <a:pt x="167" y="715"/>
                  </a:cubicBezTo>
                  <a:lnTo>
                    <a:pt x="287" y="715"/>
                  </a:lnTo>
                  <a:cubicBezTo>
                    <a:pt x="263" y="763"/>
                    <a:pt x="263" y="858"/>
                    <a:pt x="263" y="929"/>
                  </a:cubicBezTo>
                  <a:cubicBezTo>
                    <a:pt x="263" y="1406"/>
                    <a:pt x="676" y="1823"/>
                    <a:pt x="1181" y="1823"/>
                  </a:cubicBezTo>
                  <a:cubicBezTo>
                    <a:pt x="1231" y="1823"/>
                    <a:pt x="1283" y="1819"/>
                    <a:pt x="1334" y="1811"/>
                  </a:cubicBezTo>
                  <a:cubicBezTo>
                    <a:pt x="1739" y="1763"/>
                    <a:pt x="2073" y="1430"/>
                    <a:pt x="2144" y="1049"/>
                  </a:cubicBezTo>
                  <a:cubicBezTo>
                    <a:pt x="2168" y="858"/>
                    <a:pt x="2144" y="691"/>
                    <a:pt x="2049" y="525"/>
                  </a:cubicBezTo>
                  <a:cubicBezTo>
                    <a:pt x="2144" y="501"/>
                    <a:pt x="2192" y="477"/>
                    <a:pt x="2287" y="477"/>
                  </a:cubicBezTo>
                  <a:cubicBezTo>
                    <a:pt x="2382" y="477"/>
                    <a:pt x="2477" y="501"/>
                    <a:pt x="2525" y="525"/>
                  </a:cubicBezTo>
                  <a:cubicBezTo>
                    <a:pt x="2454" y="691"/>
                    <a:pt x="2430" y="858"/>
                    <a:pt x="2430" y="1049"/>
                  </a:cubicBezTo>
                  <a:cubicBezTo>
                    <a:pt x="2501" y="1453"/>
                    <a:pt x="2811" y="1787"/>
                    <a:pt x="3240" y="1811"/>
                  </a:cubicBezTo>
                  <a:cubicBezTo>
                    <a:pt x="3282" y="1816"/>
                    <a:pt x="3323" y="1818"/>
                    <a:pt x="3364" y="1818"/>
                  </a:cubicBezTo>
                  <a:cubicBezTo>
                    <a:pt x="3882" y="1818"/>
                    <a:pt x="4311" y="1415"/>
                    <a:pt x="4311" y="929"/>
                  </a:cubicBezTo>
                  <a:cubicBezTo>
                    <a:pt x="4311" y="858"/>
                    <a:pt x="4311" y="763"/>
                    <a:pt x="4287" y="715"/>
                  </a:cubicBezTo>
                  <a:lnTo>
                    <a:pt x="4383" y="715"/>
                  </a:lnTo>
                  <a:cubicBezTo>
                    <a:pt x="4454" y="715"/>
                    <a:pt x="4526" y="644"/>
                    <a:pt x="4549" y="572"/>
                  </a:cubicBezTo>
                  <a:cubicBezTo>
                    <a:pt x="4645" y="477"/>
                    <a:pt x="4573" y="382"/>
                    <a:pt x="4454" y="382"/>
                  </a:cubicBezTo>
                  <a:lnTo>
                    <a:pt x="4192" y="382"/>
                  </a:lnTo>
                  <a:cubicBezTo>
                    <a:pt x="4025" y="144"/>
                    <a:pt x="3740" y="1"/>
                    <a:pt x="3430" y="1"/>
                  </a:cubicBezTo>
                  <a:cubicBezTo>
                    <a:pt x="3144" y="1"/>
                    <a:pt x="2906" y="96"/>
                    <a:pt x="2763" y="263"/>
                  </a:cubicBezTo>
                  <a:cubicBezTo>
                    <a:pt x="2644" y="215"/>
                    <a:pt x="2501" y="144"/>
                    <a:pt x="2311" y="144"/>
                  </a:cubicBezTo>
                  <a:cubicBezTo>
                    <a:pt x="2168" y="144"/>
                    <a:pt x="2025" y="167"/>
                    <a:pt x="1882" y="263"/>
                  </a:cubicBezTo>
                  <a:cubicBezTo>
                    <a:pt x="1692" y="120"/>
                    <a:pt x="1453" y="1"/>
                    <a:pt x="1215"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36" name="Google Shape;23436;p145"/>
          <p:cNvGrpSpPr/>
          <p:nvPr/>
        </p:nvGrpSpPr>
        <p:grpSpPr>
          <a:xfrm>
            <a:off x="7780086" y="2944188"/>
            <a:ext cx="357598" cy="229970"/>
            <a:chOff x="7780086" y="3096588"/>
            <a:chExt cx="357598" cy="229970"/>
          </a:xfrm>
        </p:grpSpPr>
        <p:sp>
          <p:nvSpPr>
            <p:cNvPr id="23437" name="Google Shape;23437;p145"/>
            <p:cNvSpPr/>
            <p:nvPr/>
          </p:nvSpPr>
          <p:spPr>
            <a:xfrm>
              <a:off x="7810278" y="3096588"/>
              <a:ext cx="25577" cy="72085"/>
            </a:xfrm>
            <a:custGeom>
              <a:avLst/>
              <a:gdLst/>
              <a:ahLst/>
              <a:cxnLst/>
              <a:rect l="l" t="t" r="r" b="b"/>
              <a:pathLst>
                <a:path w="787" h="2218" extrusionOk="0">
                  <a:moveTo>
                    <a:pt x="374" y="1"/>
                  </a:moveTo>
                  <a:cubicBezTo>
                    <a:pt x="361" y="1"/>
                    <a:pt x="347" y="2"/>
                    <a:pt x="334" y="3"/>
                  </a:cubicBezTo>
                  <a:cubicBezTo>
                    <a:pt x="143" y="50"/>
                    <a:pt x="0" y="193"/>
                    <a:pt x="0" y="408"/>
                  </a:cubicBezTo>
                  <a:lnTo>
                    <a:pt x="0" y="2003"/>
                  </a:lnTo>
                  <a:lnTo>
                    <a:pt x="381" y="2218"/>
                  </a:lnTo>
                  <a:lnTo>
                    <a:pt x="786" y="2003"/>
                  </a:lnTo>
                  <a:lnTo>
                    <a:pt x="786" y="408"/>
                  </a:lnTo>
                  <a:cubicBezTo>
                    <a:pt x="786" y="183"/>
                    <a:pt x="595" y="1"/>
                    <a:pt x="374" y="1"/>
                  </a:cubicBez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8" name="Google Shape;23438;p145"/>
            <p:cNvSpPr/>
            <p:nvPr/>
          </p:nvSpPr>
          <p:spPr>
            <a:xfrm>
              <a:off x="7865236" y="3096588"/>
              <a:ext cx="25545" cy="72085"/>
            </a:xfrm>
            <a:custGeom>
              <a:avLst/>
              <a:gdLst/>
              <a:ahLst/>
              <a:cxnLst/>
              <a:rect l="l" t="t" r="r" b="b"/>
              <a:pathLst>
                <a:path w="786" h="2218" extrusionOk="0">
                  <a:moveTo>
                    <a:pt x="374" y="1"/>
                  </a:moveTo>
                  <a:cubicBezTo>
                    <a:pt x="360" y="1"/>
                    <a:pt x="347" y="2"/>
                    <a:pt x="333" y="3"/>
                  </a:cubicBezTo>
                  <a:cubicBezTo>
                    <a:pt x="119" y="50"/>
                    <a:pt x="0" y="193"/>
                    <a:pt x="0" y="408"/>
                  </a:cubicBezTo>
                  <a:lnTo>
                    <a:pt x="0" y="2003"/>
                  </a:lnTo>
                  <a:lnTo>
                    <a:pt x="405" y="2218"/>
                  </a:lnTo>
                  <a:lnTo>
                    <a:pt x="786" y="2003"/>
                  </a:lnTo>
                  <a:lnTo>
                    <a:pt x="786" y="408"/>
                  </a:lnTo>
                  <a:cubicBezTo>
                    <a:pt x="786" y="183"/>
                    <a:pt x="595" y="1"/>
                    <a:pt x="374" y="1"/>
                  </a:cubicBezTo>
                  <a:close/>
                </a:path>
              </a:pathLst>
            </a:custGeom>
            <a:solidFill>
              <a:srgbClr val="9CA7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9" name="Google Shape;23439;p145"/>
            <p:cNvSpPr/>
            <p:nvPr/>
          </p:nvSpPr>
          <p:spPr>
            <a:xfrm>
              <a:off x="7799423" y="3229773"/>
              <a:ext cx="322790" cy="38740"/>
            </a:xfrm>
            <a:custGeom>
              <a:avLst/>
              <a:gdLst/>
              <a:ahLst/>
              <a:cxnLst/>
              <a:rect l="l" t="t" r="r" b="b"/>
              <a:pathLst>
                <a:path w="9932" h="1192" extrusionOk="0">
                  <a:moveTo>
                    <a:pt x="1" y="1"/>
                  </a:moveTo>
                  <a:lnTo>
                    <a:pt x="1" y="1192"/>
                  </a:lnTo>
                  <a:lnTo>
                    <a:pt x="9931" y="1192"/>
                  </a:lnTo>
                  <a:lnTo>
                    <a:pt x="9931"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0" name="Google Shape;23440;p145"/>
            <p:cNvSpPr/>
            <p:nvPr/>
          </p:nvSpPr>
          <p:spPr>
            <a:xfrm>
              <a:off x="8099723" y="3229773"/>
              <a:ext cx="20930" cy="38740"/>
            </a:xfrm>
            <a:custGeom>
              <a:avLst/>
              <a:gdLst/>
              <a:ahLst/>
              <a:cxnLst/>
              <a:rect l="l" t="t" r="r" b="b"/>
              <a:pathLst>
                <a:path w="644" h="1192" extrusionOk="0">
                  <a:moveTo>
                    <a:pt x="1" y="1"/>
                  </a:moveTo>
                  <a:lnTo>
                    <a:pt x="1" y="1192"/>
                  </a:lnTo>
                  <a:lnTo>
                    <a:pt x="644" y="1192"/>
                  </a:lnTo>
                  <a:lnTo>
                    <a:pt x="644" y="1"/>
                  </a:ln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1" name="Google Shape;23441;p145"/>
            <p:cNvSpPr/>
            <p:nvPr/>
          </p:nvSpPr>
          <p:spPr>
            <a:xfrm>
              <a:off x="7780086" y="3161686"/>
              <a:ext cx="357598" cy="73547"/>
            </a:xfrm>
            <a:custGeom>
              <a:avLst/>
              <a:gdLst/>
              <a:ahLst/>
              <a:cxnLst/>
              <a:rect l="l" t="t" r="r" b="b"/>
              <a:pathLst>
                <a:path w="11003" h="2263" extrusionOk="0">
                  <a:moveTo>
                    <a:pt x="239" y="0"/>
                  </a:moveTo>
                  <a:cubicBezTo>
                    <a:pt x="120" y="0"/>
                    <a:pt x="0" y="96"/>
                    <a:pt x="0" y="238"/>
                  </a:cubicBezTo>
                  <a:lnTo>
                    <a:pt x="0" y="2024"/>
                  </a:lnTo>
                  <a:cubicBezTo>
                    <a:pt x="0" y="2144"/>
                    <a:pt x="96" y="2263"/>
                    <a:pt x="239" y="2263"/>
                  </a:cubicBezTo>
                  <a:lnTo>
                    <a:pt x="10765" y="2263"/>
                  </a:lnTo>
                  <a:cubicBezTo>
                    <a:pt x="10884" y="2263"/>
                    <a:pt x="11003" y="2191"/>
                    <a:pt x="11003" y="2024"/>
                  </a:cubicBezTo>
                  <a:lnTo>
                    <a:pt x="11003" y="238"/>
                  </a:lnTo>
                  <a:cubicBezTo>
                    <a:pt x="11003" y="119"/>
                    <a:pt x="10908" y="0"/>
                    <a:pt x="10765"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2" name="Google Shape;23442;p145"/>
            <p:cNvSpPr/>
            <p:nvPr/>
          </p:nvSpPr>
          <p:spPr>
            <a:xfrm>
              <a:off x="7780086" y="3264613"/>
              <a:ext cx="357598" cy="61945"/>
            </a:xfrm>
            <a:custGeom>
              <a:avLst/>
              <a:gdLst/>
              <a:ahLst/>
              <a:cxnLst/>
              <a:rect l="l" t="t" r="r" b="b"/>
              <a:pathLst>
                <a:path w="11003" h="1906" extrusionOk="0">
                  <a:moveTo>
                    <a:pt x="239" y="1"/>
                  </a:moveTo>
                  <a:cubicBezTo>
                    <a:pt x="120" y="1"/>
                    <a:pt x="0" y="96"/>
                    <a:pt x="0" y="239"/>
                  </a:cubicBezTo>
                  <a:lnTo>
                    <a:pt x="0" y="1668"/>
                  </a:lnTo>
                  <a:cubicBezTo>
                    <a:pt x="0" y="1787"/>
                    <a:pt x="96" y="1906"/>
                    <a:pt x="239" y="1906"/>
                  </a:cubicBezTo>
                  <a:lnTo>
                    <a:pt x="10765" y="1906"/>
                  </a:lnTo>
                  <a:cubicBezTo>
                    <a:pt x="10884" y="1906"/>
                    <a:pt x="11003" y="1787"/>
                    <a:pt x="11003" y="1668"/>
                  </a:cubicBezTo>
                  <a:lnTo>
                    <a:pt x="11003" y="239"/>
                  </a:lnTo>
                  <a:cubicBezTo>
                    <a:pt x="11003" y="120"/>
                    <a:pt x="10908" y="1"/>
                    <a:pt x="10765"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3" name="Google Shape;23443;p145"/>
            <p:cNvSpPr/>
            <p:nvPr/>
          </p:nvSpPr>
          <p:spPr>
            <a:xfrm>
              <a:off x="8109018" y="3161686"/>
              <a:ext cx="28665" cy="73547"/>
            </a:xfrm>
            <a:custGeom>
              <a:avLst/>
              <a:gdLst/>
              <a:ahLst/>
              <a:cxnLst/>
              <a:rect l="l" t="t" r="r" b="b"/>
              <a:pathLst>
                <a:path w="882" h="2263" extrusionOk="0">
                  <a:moveTo>
                    <a:pt x="1" y="0"/>
                  </a:moveTo>
                  <a:cubicBezTo>
                    <a:pt x="167" y="0"/>
                    <a:pt x="239" y="119"/>
                    <a:pt x="239" y="238"/>
                  </a:cubicBezTo>
                  <a:lnTo>
                    <a:pt x="239" y="2024"/>
                  </a:lnTo>
                  <a:cubicBezTo>
                    <a:pt x="239" y="2191"/>
                    <a:pt x="120" y="2263"/>
                    <a:pt x="1" y="2263"/>
                  </a:cubicBezTo>
                  <a:lnTo>
                    <a:pt x="644" y="2263"/>
                  </a:lnTo>
                  <a:cubicBezTo>
                    <a:pt x="787" y="2263"/>
                    <a:pt x="882" y="2144"/>
                    <a:pt x="882" y="2024"/>
                  </a:cubicBezTo>
                  <a:lnTo>
                    <a:pt x="882" y="238"/>
                  </a:lnTo>
                  <a:cubicBezTo>
                    <a:pt x="882" y="96"/>
                    <a:pt x="763" y="0"/>
                    <a:pt x="644"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4" name="Google Shape;23444;p145"/>
            <p:cNvSpPr/>
            <p:nvPr/>
          </p:nvSpPr>
          <p:spPr>
            <a:xfrm>
              <a:off x="8108238" y="3263833"/>
              <a:ext cx="29445" cy="61945"/>
            </a:xfrm>
            <a:custGeom>
              <a:avLst/>
              <a:gdLst/>
              <a:ahLst/>
              <a:cxnLst/>
              <a:rect l="l" t="t" r="r" b="b"/>
              <a:pathLst>
                <a:path w="906" h="1906" extrusionOk="0">
                  <a:moveTo>
                    <a:pt x="1" y="1"/>
                  </a:moveTo>
                  <a:cubicBezTo>
                    <a:pt x="144" y="1"/>
                    <a:pt x="239" y="120"/>
                    <a:pt x="239" y="239"/>
                  </a:cubicBezTo>
                  <a:lnTo>
                    <a:pt x="239" y="1668"/>
                  </a:lnTo>
                  <a:cubicBezTo>
                    <a:pt x="239" y="1811"/>
                    <a:pt x="120" y="1906"/>
                    <a:pt x="1" y="1906"/>
                  </a:cubicBezTo>
                  <a:lnTo>
                    <a:pt x="668" y="1906"/>
                  </a:lnTo>
                  <a:cubicBezTo>
                    <a:pt x="811" y="1906"/>
                    <a:pt x="906" y="1787"/>
                    <a:pt x="906" y="1668"/>
                  </a:cubicBezTo>
                  <a:lnTo>
                    <a:pt x="906" y="239"/>
                  </a:lnTo>
                  <a:cubicBezTo>
                    <a:pt x="906" y="72"/>
                    <a:pt x="787" y="1"/>
                    <a:pt x="668"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5" name="Google Shape;23445;p145"/>
            <p:cNvSpPr/>
            <p:nvPr/>
          </p:nvSpPr>
          <p:spPr>
            <a:xfrm>
              <a:off x="7816453" y="3194966"/>
              <a:ext cx="11635" cy="11635"/>
            </a:xfrm>
            <a:custGeom>
              <a:avLst/>
              <a:gdLst/>
              <a:ahLst/>
              <a:cxnLst/>
              <a:rect l="l" t="t" r="r" b="b"/>
              <a:pathLst>
                <a:path w="358" h="358" extrusionOk="0">
                  <a:moveTo>
                    <a:pt x="167" y="0"/>
                  </a:moveTo>
                  <a:cubicBezTo>
                    <a:pt x="72" y="0"/>
                    <a:pt x="1" y="72"/>
                    <a:pt x="1" y="167"/>
                  </a:cubicBezTo>
                  <a:cubicBezTo>
                    <a:pt x="1" y="262"/>
                    <a:pt x="72" y="358"/>
                    <a:pt x="167" y="358"/>
                  </a:cubicBezTo>
                  <a:cubicBezTo>
                    <a:pt x="263" y="358"/>
                    <a:pt x="358" y="262"/>
                    <a:pt x="358" y="167"/>
                  </a:cubicBezTo>
                  <a:cubicBezTo>
                    <a:pt x="358" y="72"/>
                    <a:pt x="263" y="0"/>
                    <a:pt x="167" y="0"/>
                  </a:cubicBez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6" name="Google Shape;23446;p145"/>
            <p:cNvSpPr/>
            <p:nvPr/>
          </p:nvSpPr>
          <p:spPr>
            <a:xfrm>
              <a:off x="7852853" y="3194966"/>
              <a:ext cx="11635" cy="11635"/>
            </a:xfrm>
            <a:custGeom>
              <a:avLst/>
              <a:gdLst/>
              <a:ahLst/>
              <a:cxnLst/>
              <a:rect l="l" t="t" r="r" b="b"/>
              <a:pathLst>
                <a:path w="358" h="358" extrusionOk="0">
                  <a:moveTo>
                    <a:pt x="191" y="0"/>
                  </a:moveTo>
                  <a:cubicBezTo>
                    <a:pt x="71" y="0"/>
                    <a:pt x="0" y="72"/>
                    <a:pt x="0" y="167"/>
                  </a:cubicBezTo>
                  <a:cubicBezTo>
                    <a:pt x="0" y="262"/>
                    <a:pt x="71" y="358"/>
                    <a:pt x="191" y="358"/>
                  </a:cubicBezTo>
                  <a:cubicBezTo>
                    <a:pt x="286" y="358"/>
                    <a:pt x="357" y="262"/>
                    <a:pt x="357" y="167"/>
                  </a:cubicBezTo>
                  <a:cubicBezTo>
                    <a:pt x="357" y="72"/>
                    <a:pt x="286" y="0"/>
                    <a:pt x="191" y="0"/>
                  </a:cubicBez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7" name="Google Shape;23447;p145"/>
            <p:cNvSpPr/>
            <p:nvPr/>
          </p:nvSpPr>
          <p:spPr>
            <a:xfrm>
              <a:off x="7889221" y="3194966"/>
              <a:ext cx="12415" cy="11635"/>
            </a:xfrm>
            <a:custGeom>
              <a:avLst/>
              <a:gdLst/>
              <a:ahLst/>
              <a:cxnLst/>
              <a:rect l="l" t="t" r="r" b="b"/>
              <a:pathLst>
                <a:path w="382" h="358" extrusionOk="0">
                  <a:moveTo>
                    <a:pt x="191" y="0"/>
                  </a:moveTo>
                  <a:cubicBezTo>
                    <a:pt x="96" y="0"/>
                    <a:pt x="0" y="72"/>
                    <a:pt x="0" y="167"/>
                  </a:cubicBezTo>
                  <a:cubicBezTo>
                    <a:pt x="0" y="262"/>
                    <a:pt x="96" y="358"/>
                    <a:pt x="191" y="358"/>
                  </a:cubicBezTo>
                  <a:cubicBezTo>
                    <a:pt x="286" y="358"/>
                    <a:pt x="381" y="262"/>
                    <a:pt x="381" y="167"/>
                  </a:cubicBezTo>
                  <a:cubicBezTo>
                    <a:pt x="381" y="72"/>
                    <a:pt x="286" y="0"/>
                    <a:pt x="191" y="0"/>
                  </a:cubicBez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8" name="Google Shape;23448;p145"/>
            <p:cNvSpPr/>
            <p:nvPr/>
          </p:nvSpPr>
          <p:spPr>
            <a:xfrm>
              <a:off x="7780086" y="3290938"/>
              <a:ext cx="357598" cy="10075"/>
            </a:xfrm>
            <a:custGeom>
              <a:avLst/>
              <a:gdLst/>
              <a:ahLst/>
              <a:cxnLst/>
              <a:rect l="l" t="t" r="r" b="b"/>
              <a:pathLst>
                <a:path w="11003" h="310" extrusionOk="0">
                  <a:moveTo>
                    <a:pt x="0" y="0"/>
                  </a:moveTo>
                  <a:lnTo>
                    <a:pt x="0" y="310"/>
                  </a:lnTo>
                  <a:lnTo>
                    <a:pt x="11003" y="310"/>
                  </a:lnTo>
                  <a:lnTo>
                    <a:pt x="1100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9" name="Google Shape;23449;p145"/>
            <p:cNvSpPr/>
            <p:nvPr/>
          </p:nvSpPr>
          <p:spPr>
            <a:xfrm>
              <a:off x="8115973" y="3290938"/>
              <a:ext cx="21710" cy="10075"/>
            </a:xfrm>
            <a:custGeom>
              <a:avLst/>
              <a:gdLst/>
              <a:ahLst/>
              <a:cxnLst/>
              <a:rect l="l" t="t" r="r" b="b"/>
              <a:pathLst>
                <a:path w="668" h="310" extrusionOk="0">
                  <a:moveTo>
                    <a:pt x="1" y="0"/>
                  </a:moveTo>
                  <a:lnTo>
                    <a:pt x="1" y="310"/>
                  </a:lnTo>
                  <a:lnTo>
                    <a:pt x="668" y="310"/>
                  </a:lnTo>
                  <a:lnTo>
                    <a:pt x="668" y="0"/>
                  </a:ln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0" name="Google Shape;23450;p145"/>
            <p:cNvSpPr/>
            <p:nvPr/>
          </p:nvSpPr>
          <p:spPr>
            <a:xfrm>
              <a:off x="7971251" y="3194966"/>
              <a:ext cx="166432" cy="10855"/>
            </a:xfrm>
            <a:custGeom>
              <a:avLst/>
              <a:gdLst/>
              <a:ahLst/>
              <a:cxnLst/>
              <a:rect l="l" t="t" r="r" b="b"/>
              <a:pathLst>
                <a:path w="5121" h="334" extrusionOk="0">
                  <a:moveTo>
                    <a:pt x="167" y="0"/>
                  </a:moveTo>
                  <a:cubicBezTo>
                    <a:pt x="72" y="0"/>
                    <a:pt x="24" y="48"/>
                    <a:pt x="1" y="143"/>
                  </a:cubicBezTo>
                  <a:cubicBezTo>
                    <a:pt x="1" y="238"/>
                    <a:pt x="48" y="334"/>
                    <a:pt x="167" y="334"/>
                  </a:cubicBezTo>
                  <a:lnTo>
                    <a:pt x="5121" y="334"/>
                  </a:lnTo>
                  <a:lnTo>
                    <a:pt x="512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1" name="Google Shape;23451;p145"/>
            <p:cNvSpPr/>
            <p:nvPr/>
          </p:nvSpPr>
          <p:spPr>
            <a:xfrm>
              <a:off x="8116753" y="3194966"/>
              <a:ext cx="20930" cy="10855"/>
            </a:xfrm>
            <a:custGeom>
              <a:avLst/>
              <a:gdLst/>
              <a:ahLst/>
              <a:cxnLst/>
              <a:rect l="l" t="t" r="r" b="b"/>
              <a:pathLst>
                <a:path w="644" h="334" extrusionOk="0">
                  <a:moveTo>
                    <a:pt x="1" y="0"/>
                  </a:moveTo>
                  <a:lnTo>
                    <a:pt x="1" y="334"/>
                  </a:lnTo>
                  <a:lnTo>
                    <a:pt x="644" y="334"/>
                  </a:lnTo>
                  <a:lnTo>
                    <a:pt x="644" y="0"/>
                  </a:ln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52" name="Google Shape;23452;p145"/>
          <p:cNvGrpSpPr/>
          <p:nvPr/>
        </p:nvGrpSpPr>
        <p:grpSpPr>
          <a:xfrm>
            <a:off x="7817233" y="3442706"/>
            <a:ext cx="284082" cy="357793"/>
            <a:chOff x="7817233" y="3595106"/>
            <a:chExt cx="284082" cy="357793"/>
          </a:xfrm>
        </p:grpSpPr>
        <p:sp>
          <p:nvSpPr>
            <p:cNvPr id="23453" name="Google Shape;23453;p145"/>
            <p:cNvSpPr/>
            <p:nvPr/>
          </p:nvSpPr>
          <p:spPr>
            <a:xfrm>
              <a:off x="7849733" y="3595106"/>
              <a:ext cx="185802" cy="145535"/>
            </a:xfrm>
            <a:custGeom>
              <a:avLst/>
              <a:gdLst/>
              <a:ahLst/>
              <a:cxnLst/>
              <a:rect l="l" t="t" r="r" b="b"/>
              <a:pathLst>
                <a:path w="5717" h="4478" extrusionOk="0">
                  <a:moveTo>
                    <a:pt x="334" y="0"/>
                  </a:moveTo>
                  <a:cubicBezTo>
                    <a:pt x="167" y="0"/>
                    <a:pt x="1" y="167"/>
                    <a:pt x="1" y="334"/>
                  </a:cubicBezTo>
                  <a:lnTo>
                    <a:pt x="1" y="4477"/>
                  </a:lnTo>
                  <a:lnTo>
                    <a:pt x="5716" y="4477"/>
                  </a:lnTo>
                  <a:lnTo>
                    <a:pt x="5716" y="334"/>
                  </a:lnTo>
                  <a:cubicBezTo>
                    <a:pt x="5716" y="167"/>
                    <a:pt x="5573" y="0"/>
                    <a:pt x="5407"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4" name="Google Shape;23454;p145"/>
            <p:cNvSpPr/>
            <p:nvPr/>
          </p:nvSpPr>
          <p:spPr>
            <a:xfrm>
              <a:off x="8003751" y="3595106"/>
              <a:ext cx="31785" cy="145535"/>
            </a:xfrm>
            <a:custGeom>
              <a:avLst/>
              <a:gdLst/>
              <a:ahLst/>
              <a:cxnLst/>
              <a:rect l="l" t="t" r="r" b="b"/>
              <a:pathLst>
                <a:path w="978" h="4478" extrusionOk="0">
                  <a:moveTo>
                    <a:pt x="1" y="0"/>
                  </a:moveTo>
                  <a:cubicBezTo>
                    <a:pt x="191" y="0"/>
                    <a:pt x="334" y="167"/>
                    <a:pt x="334" y="334"/>
                  </a:cubicBezTo>
                  <a:lnTo>
                    <a:pt x="334" y="4477"/>
                  </a:lnTo>
                  <a:lnTo>
                    <a:pt x="977" y="4477"/>
                  </a:lnTo>
                  <a:lnTo>
                    <a:pt x="977" y="334"/>
                  </a:lnTo>
                  <a:cubicBezTo>
                    <a:pt x="977" y="167"/>
                    <a:pt x="834" y="0"/>
                    <a:pt x="668"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5" name="Google Shape;23455;p145"/>
            <p:cNvSpPr/>
            <p:nvPr/>
          </p:nvSpPr>
          <p:spPr>
            <a:xfrm>
              <a:off x="7817233" y="3705768"/>
              <a:ext cx="116902" cy="34093"/>
            </a:xfrm>
            <a:custGeom>
              <a:avLst/>
              <a:gdLst/>
              <a:ahLst/>
              <a:cxnLst/>
              <a:rect l="l" t="t" r="r" b="b"/>
              <a:pathLst>
                <a:path w="3597" h="1049" extrusionOk="0">
                  <a:moveTo>
                    <a:pt x="453" y="1"/>
                  </a:moveTo>
                  <a:cubicBezTo>
                    <a:pt x="215" y="1"/>
                    <a:pt x="1" y="215"/>
                    <a:pt x="1" y="453"/>
                  </a:cubicBezTo>
                  <a:lnTo>
                    <a:pt x="1" y="834"/>
                  </a:lnTo>
                  <a:lnTo>
                    <a:pt x="1787" y="1049"/>
                  </a:lnTo>
                  <a:lnTo>
                    <a:pt x="3573" y="834"/>
                  </a:lnTo>
                  <a:lnTo>
                    <a:pt x="3573" y="453"/>
                  </a:lnTo>
                  <a:cubicBezTo>
                    <a:pt x="3597" y="215"/>
                    <a:pt x="3382" y="1"/>
                    <a:pt x="314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6" name="Google Shape;23456;p145"/>
            <p:cNvSpPr/>
            <p:nvPr/>
          </p:nvSpPr>
          <p:spPr>
            <a:xfrm>
              <a:off x="7898516" y="3705768"/>
              <a:ext cx="35620" cy="34093"/>
            </a:xfrm>
            <a:custGeom>
              <a:avLst/>
              <a:gdLst/>
              <a:ahLst/>
              <a:cxnLst/>
              <a:rect l="l" t="t" r="r" b="b"/>
              <a:pathLst>
                <a:path w="1096" h="1049" extrusionOk="0">
                  <a:moveTo>
                    <a:pt x="0" y="1"/>
                  </a:moveTo>
                  <a:cubicBezTo>
                    <a:pt x="238" y="1"/>
                    <a:pt x="453" y="215"/>
                    <a:pt x="453" y="453"/>
                  </a:cubicBezTo>
                  <a:lnTo>
                    <a:pt x="453" y="834"/>
                  </a:lnTo>
                  <a:lnTo>
                    <a:pt x="810" y="1049"/>
                  </a:lnTo>
                  <a:lnTo>
                    <a:pt x="1096" y="834"/>
                  </a:lnTo>
                  <a:lnTo>
                    <a:pt x="1096" y="453"/>
                  </a:lnTo>
                  <a:cubicBezTo>
                    <a:pt x="1096" y="215"/>
                    <a:pt x="881" y="1"/>
                    <a:pt x="64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7" name="Google Shape;23457;p145"/>
            <p:cNvSpPr/>
            <p:nvPr/>
          </p:nvSpPr>
          <p:spPr>
            <a:xfrm>
              <a:off x="7884573" y="3626046"/>
              <a:ext cx="46475" cy="10107"/>
            </a:xfrm>
            <a:custGeom>
              <a:avLst/>
              <a:gdLst/>
              <a:ahLst/>
              <a:cxnLst/>
              <a:rect l="l" t="t" r="r" b="b"/>
              <a:pathLst>
                <a:path w="1430" h="311" extrusionOk="0">
                  <a:moveTo>
                    <a:pt x="167" y="1"/>
                  </a:moveTo>
                  <a:cubicBezTo>
                    <a:pt x="72" y="1"/>
                    <a:pt x="0" y="72"/>
                    <a:pt x="0" y="168"/>
                  </a:cubicBezTo>
                  <a:cubicBezTo>
                    <a:pt x="0" y="239"/>
                    <a:pt x="72" y="310"/>
                    <a:pt x="167" y="310"/>
                  </a:cubicBezTo>
                  <a:lnTo>
                    <a:pt x="1286" y="310"/>
                  </a:lnTo>
                  <a:cubicBezTo>
                    <a:pt x="1358" y="310"/>
                    <a:pt x="1429" y="239"/>
                    <a:pt x="1429" y="168"/>
                  </a:cubicBezTo>
                  <a:cubicBezTo>
                    <a:pt x="1429" y="72"/>
                    <a:pt x="1382" y="1"/>
                    <a:pt x="1286"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8" name="Google Shape;23458;p145"/>
            <p:cNvSpPr/>
            <p:nvPr/>
          </p:nvSpPr>
          <p:spPr>
            <a:xfrm>
              <a:off x="7958088" y="3698033"/>
              <a:ext cx="46475" cy="9328"/>
            </a:xfrm>
            <a:custGeom>
              <a:avLst/>
              <a:gdLst/>
              <a:ahLst/>
              <a:cxnLst/>
              <a:rect l="l" t="t" r="r" b="b"/>
              <a:pathLst>
                <a:path w="1430" h="287" extrusionOk="0">
                  <a:moveTo>
                    <a:pt x="168" y="1"/>
                  </a:moveTo>
                  <a:cubicBezTo>
                    <a:pt x="72" y="1"/>
                    <a:pt x="1" y="48"/>
                    <a:pt x="1" y="144"/>
                  </a:cubicBezTo>
                  <a:cubicBezTo>
                    <a:pt x="1" y="239"/>
                    <a:pt x="72" y="286"/>
                    <a:pt x="168" y="286"/>
                  </a:cubicBezTo>
                  <a:lnTo>
                    <a:pt x="1287" y="286"/>
                  </a:lnTo>
                  <a:cubicBezTo>
                    <a:pt x="1358" y="286"/>
                    <a:pt x="1430" y="215"/>
                    <a:pt x="1430" y="144"/>
                  </a:cubicBezTo>
                  <a:cubicBezTo>
                    <a:pt x="1430" y="48"/>
                    <a:pt x="1382" y="1"/>
                    <a:pt x="1287"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9" name="Google Shape;23459;p145"/>
            <p:cNvSpPr/>
            <p:nvPr/>
          </p:nvSpPr>
          <p:spPr>
            <a:xfrm>
              <a:off x="7884573" y="3649283"/>
              <a:ext cx="118463" cy="10075"/>
            </a:xfrm>
            <a:custGeom>
              <a:avLst/>
              <a:gdLst/>
              <a:ahLst/>
              <a:cxnLst/>
              <a:rect l="l" t="t" r="r" b="b"/>
              <a:pathLst>
                <a:path w="3645" h="310" extrusionOk="0">
                  <a:moveTo>
                    <a:pt x="167" y="0"/>
                  </a:moveTo>
                  <a:cubicBezTo>
                    <a:pt x="72" y="0"/>
                    <a:pt x="0" y="72"/>
                    <a:pt x="0" y="167"/>
                  </a:cubicBezTo>
                  <a:cubicBezTo>
                    <a:pt x="0" y="238"/>
                    <a:pt x="72" y="310"/>
                    <a:pt x="167" y="310"/>
                  </a:cubicBezTo>
                  <a:lnTo>
                    <a:pt x="3501" y="310"/>
                  </a:lnTo>
                  <a:cubicBezTo>
                    <a:pt x="3573" y="310"/>
                    <a:pt x="3644" y="238"/>
                    <a:pt x="3644" y="167"/>
                  </a:cubicBezTo>
                  <a:cubicBezTo>
                    <a:pt x="3644" y="72"/>
                    <a:pt x="3573" y="0"/>
                    <a:pt x="3501"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0" name="Google Shape;23460;p145"/>
            <p:cNvSpPr/>
            <p:nvPr/>
          </p:nvSpPr>
          <p:spPr>
            <a:xfrm>
              <a:off x="7884573" y="3672488"/>
              <a:ext cx="118463" cy="10107"/>
            </a:xfrm>
            <a:custGeom>
              <a:avLst/>
              <a:gdLst/>
              <a:ahLst/>
              <a:cxnLst/>
              <a:rect l="l" t="t" r="r" b="b"/>
              <a:pathLst>
                <a:path w="3645" h="311" extrusionOk="0">
                  <a:moveTo>
                    <a:pt x="167" y="1"/>
                  </a:moveTo>
                  <a:cubicBezTo>
                    <a:pt x="72" y="1"/>
                    <a:pt x="0" y="72"/>
                    <a:pt x="0" y="167"/>
                  </a:cubicBezTo>
                  <a:cubicBezTo>
                    <a:pt x="0" y="239"/>
                    <a:pt x="72" y="310"/>
                    <a:pt x="167" y="310"/>
                  </a:cubicBezTo>
                  <a:lnTo>
                    <a:pt x="3501" y="310"/>
                  </a:lnTo>
                  <a:cubicBezTo>
                    <a:pt x="3573" y="310"/>
                    <a:pt x="3644" y="215"/>
                    <a:pt x="3644" y="167"/>
                  </a:cubicBezTo>
                  <a:cubicBezTo>
                    <a:pt x="3644" y="72"/>
                    <a:pt x="3573" y="1"/>
                    <a:pt x="3501"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1" name="Google Shape;23461;p145"/>
            <p:cNvSpPr/>
            <p:nvPr/>
          </p:nvSpPr>
          <p:spPr>
            <a:xfrm>
              <a:off x="7817233" y="3732873"/>
              <a:ext cx="253110" cy="169520"/>
            </a:xfrm>
            <a:custGeom>
              <a:avLst/>
              <a:gdLst/>
              <a:ahLst/>
              <a:cxnLst/>
              <a:rect l="l" t="t" r="r" b="b"/>
              <a:pathLst>
                <a:path w="7788" h="5216" extrusionOk="0">
                  <a:moveTo>
                    <a:pt x="1" y="0"/>
                  </a:moveTo>
                  <a:lnTo>
                    <a:pt x="1" y="4787"/>
                  </a:lnTo>
                  <a:cubicBezTo>
                    <a:pt x="1" y="5025"/>
                    <a:pt x="167" y="5216"/>
                    <a:pt x="405" y="5216"/>
                  </a:cubicBezTo>
                  <a:lnTo>
                    <a:pt x="7407" y="5216"/>
                  </a:lnTo>
                  <a:cubicBezTo>
                    <a:pt x="7621" y="5216"/>
                    <a:pt x="7788" y="5025"/>
                    <a:pt x="7788" y="4787"/>
                  </a:cubicBezTo>
                  <a:lnTo>
                    <a:pt x="7788" y="405"/>
                  </a:lnTo>
                  <a:cubicBezTo>
                    <a:pt x="7788" y="167"/>
                    <a:pt x="7621" y="0"/>
                    <a:pt x="7383"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2" name="Google Shape;23462;p145"/>
            <p:cNvSpPr/>
            <p:nvPr/>
          </p:nvSpPr>
          <p:spPr>
            <a:xfrm>
              <a:off x="7872191" y="3778536"/>
              <a:ext cx="61945" cy="28665"/>
            </a:xfrm>
            <a:custGeom>
              <a:avLst/>
              <a:gdLst/>
              <a:ahLst/>
              <a:cxnLst/>
              <a:rect l="l" t="t" r="r" b="b"/>
              <a:pathLst>
                <a:path w="1906" h="882" extrusionOk="0">
                  <a:moveTo>
                    <a:pt x="96" y="0"/>
                  </a:moveTo>
                  <a:cubicBezTo>
                    <a:pt x="72" y="0"/>
                    <a:pt x="0" y="24"/>
                    <a:pt x="0" y="72"/>
                  </a:cubicBezTo>
                  <a:lnTo>
                    <a:pt x="0" y="786"/>
                  </a:lnTo>
                  <a:cubicBezTo>
                    <a:pt x="0" y="834"/>
                    <a:pt x="24" y="881"/>
                    <a:pt x="96" y="881"/>
                  </a:cubicBezTo>
                  <a:lnTo>
                    <a:pt x="1810" y="881"/>
                  </a:lnTo>
                  <a:cubicBezTo>
                    <a:pt x="1882" y="881"/>
                    <a:pt x="1906" y="834"/>
                    <a:pt x="1906" y="786"/>
                  </a:cubicBezTo>
                  <a:lnTo>
                    <a:pt x="1906" y="72"/>
                  </a:lnTo>
                  <a:cubicBezTo>
                    <a:pt x="1906" y="48"/>
                    <a:pt x="1882" y="0"/>
                    <a:pt x="1810"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3" name="Google Shape;23463;p145"/>
            <p:cNvSpPr/>
            <p:nvPr/>
          </p:nvSpPr>
          <p:spPr>
            <a:xfrm>
              <a:off x="7910118" y="3776976"/>
              <a:ext cx="24798" cy="29445"/>
            </a:xfrm>
            <a:custGeom>
              <a:avLst/>
              <a:gdLst/>
              <a:ahLst/>
              <a:cxnLst/>
              <a:rect l="l" t="t" r="r" b="b"/>
              <a:pathLst>
                <a:path w="763" h="906" extrusionOk="0">
                  <a:moveTo>
                    <a:pt x="0" y="1"/>
                  </a:moveTo>
                  <a:cubicBezTo>
                    <a:pt x="48" y="1"/>
                    <a:pt x="96" y="48"/>
                    <a:pt x="96" y="96"/>
                  </a:cubicBezTo>
                  <a:lnTo>
                    <a:pt x="96" y="810"/>
                  </a:lnTo>
                  <a:cubicBezTo>
                    <a:pt x="96" y="858"/>
                    <a:pt x="24" y="906"/>
                    <a:pt x="0" y="906"/>
                  </a:cubicBezTo>
                  <a:lnTo>
                    <a:pt x="643" y="906"/>
                  </a:lnTo>
                  <a:cubicBezTo>
                    <a:pt x="715" y="906"/>
                    <a:pt x="739" y="834"/>
                    <a:pt x="739" y="810"/>
                  </a:cubicBezTo>
                  <a:lnTo>
                    <a:pt x="739" y="96"/>
                  </a:lnTo>
                  <a:cubicBezTo>
                    <a:pt x="762" y="48"/>
                    <a:pt x="715" y="1"/>
                    <a:pt x="643"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4" name="Google Shape;23464;p145"/>
            <p:cNvSpPr/>
            <p:nvPr/>
          </p:nvSpPr>
          <p:spPr>
            <a:xfrm>
              <a:off x="8035503" y="3732873"/>
              <a:ext cx="34840" cy="123078"/>
            </a:xfrm>
            <a:custGeom>
              <a:avLst/>
              <a:gdLst/>
              <a:ahLst/>
              <a:cxnLst/>
              <a:rect l="l" t="t" r="r" b="b"/>
              <a:pathLst>
                <a:path w="1072" h="3787" extrusionOk="0">
                  <a:moveTo>
                    <a:pt x="0" y="0"/>
                  </a:moveTo>
                  <a:cubicBezTo>
                    <a:pt x="238" y="0"/>
                    <a:pt x="429" y="167"/>
                    <a:pt x="429" y="405"/>
                  </a:cubicBezTo>
                  <a:lnTo>
                    <a:pt x="429" y="3787"/>
                  </a:lnTo>
                  <a:lnTo>
                    <a:pt x="1072" y="3787"/>
                  </a:lnTo>
                  <a:lnTo>
                    <a:pt x="1072" y="405"/>
                  </a:lnTo>
                  <a:cubicBezTo>
                    <a:pt x="1072" y="167"/>
                    <a:pt x="905" y="0"/>
                    <a:pt x="667"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5" name="Google Shape;23465;p145"/>
            <p:cNvSpPr/>
            <p:nvPr/>
          </p:nvSpPr>
          <p:spPr>
            <a:xfrm>
              <a:off x="8026988" y="3848183"/>
              <a:ext cx="74327" cy="104715"/>
            </a:xfrm>
            <a:custGeom>
              <a:avLst/>
              <a:gdLst/>
              <a:ahLst/>
              <a:cxnLst/>
              <a:rect l="l" t="t" r="r" b="b"/>
              <a:pathLst>
                <a:path w="2287" h="3222" extrusionOk="0">
                  <a:moveTo>
                    <a:pt x="596" y="1"/>
                  </a:moveTo>
                  <a:cubicBezTo>
                    <a:pt x="572" y="1"/>
                    <a:pt x="500" y="24"/>
                    <a:pt x="500" y="72"/>
                  </a:cubicBezTo>
                  <a:lnTo>
                    <a:pt x="500" y="1549"/>
                  </a:lnTo>
                  <a:cubicBezTo>
                    <a:pt x="500" y="1596"/>
                    <a:pt x="453" y="1620"/>
                    <a:pt x="429" y="1620"/>
                  </a:cubicBezTo>
                  <a:lnTo>
                    <a:pt x="119" y="1620"/>
                  </a:lnTo>
                  <a:cubicBezTo>
                    <a:pt x="24" y="1620"/>
                    <a:pt x="0" y="1715"/>
                    <a:pt x="24" y="1810"/>
                  </a:cubicBezTo>
                  <a:lnTo>
                    <a:pt x="1048" y="3168"/>
                  </a:lnTo>
                  <a:cubicBezTo>
                    <a:pt x="1060" y="3204"/>
                    <a:pt x="1090" y="3222"/>
                    <a:pt x="1123" y="3222"/>
                  </a:cubicBezTo>
                  <a:cubicBezTo>
                    <a:pt x="1155" y="3222"/>
                    <a:pt x="1191" y="3204"/>
                    <a:pt x="1215" y="3168"/>
                  </a:cubicBezTo>
                  <a:lnTo>
                    <a:pt x="2239" y="1810"/>
                  </a:lnTo>
                  <a:cubicBezTo>
                    <a:pt x="2286" y="1739"/>
                    <a:pt x="2239" y="1620"/>
                    <a:pt x="2144" y="1620"/>
                  </a:cubicBezTo>
                  <a:lnTo>
                    <a:pt x="1882" y="1620"/>
                  </a:lnTo>
                  <a:cubicBezTo>
                    <a:pt x="1810" y="1620"/>
                    <a:pt x="1786" y="1572"/>
                    <a:pt x="1786" y="1549"/>
                  </a:cubicBezTo>
                  <a:lnTo>
                    <a:pt x="1786" y="72"/>
                  </a:lnTo>
                  <a:cubicBezTo>
                    <a:pt x="1786" y="48"/>
                    <a:pt x="1763" y="1"/>
                    <a:pt x="1691" y="1"/>
                  </a:cubicBezTo>
                  <a:close/>
                </a:path>
              </a:pathLst>
            </a:custGeom>
            <a:solidFill>
              <a:srgbClr val="E8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6" name="Google Shape;23466;p145"/>
            <p:cNvSpPr/>
            <p:nvPr/>
          </p:nvSpPr>
          <p:spPr>
            <a:xfrm>
              <a:off x="8050973" y="3848183"/>
              <a:ext cx="49563" cy="104715"/>
            </a:xfrm>
            <a:custGeom>
              <a:avLst/>
              <a:gdLst/>
              <a:ahLst/>
              <a:cxnLst/>
              <a:rect l="l" t="t" r="r" b="b"/>
              <a:pathLst>
                <a:path w="1525" h="3222" extrusionOk="0">
                  <a:moveTo>
                    <a:pt x="120" y="1"/>
                  </a:moveTo>
                  <a:cubicBezTo>
                    <a:pt x="167" y="1"/>
                    <a:pt x="215" y="24"/>
                    <a:pt x="215" y="72"/>
                  </a:cubicBezTo>
                  <a:lnTo>
                    <a:pt x="215" y="1453"/>
                  </a:lnTo>
                  <a:cubicBezTo>
                    <a:pt x="215" y="1572"/>
                    <a:pt x="310" y="1620"/>
                    <a:pt x="429" y="1620"/>
                  </a:cubicBezTo>
                  <a:cubicBezTo>
                    <a:pt x="572" y="1620"/>
                    <a:pt x="667" y="1810"/>
                    <a:pt x="572" y="1930"/>
                  </a:cubicBezTo>
                  <a:lnTo>
                    <a:pt x="1" y="2739"/>
                  </a:lnTo>
                  <a:lnTo>
                    <a:pt x="334" y="3168"/>
                  </a:lnTo>
                  <a:cubicBezTo>
                    <a:pt x="346" y="3204"/>
                    <a:pt x="376" y="3222"/>
                    <a:pt x="411" y="3222"/>
                  </a:cubicBezTo>
                  <a:cubicBezTo>
                    <a:pt x="447" y="3222"/>
                    <a:pt x="489" y="3204"/>
                    <a:pt x="524" y="3168"/>
                  </a:cubicBezTo>
                  <a:lnTo>
                    <a:pt x="1501" y="1810"/>
                  </a:lnTo>
                  <a:cubicBezTo>
                    <a:pt x="1525" y="1715"/>
                    <a:pt x="1477" y="1620"/>
                    <a:pt x="1382" y="1620"/>
                  </a:cubicBezTo>
                  <a:lnTo>
                    <a:pt x="1120" y="1620"/>
                  </a:lnTo>
                  <a:cubicBezTo>
                    <a:pt x="1048" y="1620"/>
                    <a:pt x="1025" y="1572"/>
                    <a:pt x="1025" y="1549"/>
                  </a:cubicBezTo>
                  <a:lnTo>
                    <a:pt x="1025" y="72"/>
                  </a:lnTo>
                  <a:cubicBezTo>
                    <a:pt x="1025" y="48"/>
                    <a:pt x="1001" y="1"/>
                    <a:pt x="929" y="1"/>
                  </a:cubicBezTo>
                  <a:close/>
                </a:path>
              </a:pathLst>
            </a:custGeom>
            <a:solidFill>
              <a:srgbClr val="D5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7" name="Google Shape;23467;p145"/>
            <p:cNvSpPr/>
            <p:nvPr/>
          </p:nvSpPr>
          <p:spPr>
            <a:xfrm>
              <a:off x="7868323" y="3827286"/>
              <a:ext cx="134713" cy="10888"/>
            </a:xfrm>
            <a:custGeom>
              <a:avLst/>
              <a:gdLst/>
              <a:ahLst/>
              <a:cxnLst/>
              <a:rect l="l" t="t" r="r" b="b"/>
              <a:pathLst>
                <a:path w="4145" h="335" extrusionOk="0">
                  <a:moveTo>
                    <a:pt x="143" y="1"/>
                  </a:moveTo>
                  <a:cubicBezTo>
                    <a:pt x="72" y="1"/>
                    <a:pt x="0" y="96"/>
                    <a:pt x="0" y="191"/>
                  </a:cubicBezTo>
                  <a:cubicBezTo>
                    <a:pt x="0" y="286"/>
                    <a:pt x="96" y="334"/>
                    <a:pt x="191" y="334"/>
                  </a:cubicBezTo>
                  <a:lnTo>
                    <a:pt x="3954" y="334"/>
                  </a:lnTo>
                  <a:cubicBezTo>
                    <a:pt x="4049" y="334"/>
                    <a:pt x="4144" y="286"/>
                    <a:pt x="4120" y="167"/>
                  </a:cubicBezTo>
                  <a:cubicBezTo>
                    <a:pt x="4120" y="72"/>
                    <a:pt x="4025" y="1"/>
                    <a:pt x="3930"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8" name="Google Shape;23468;p145"/>
            <p:cNvSpPr/>
            <p:nvPr/>
          </p:nvSpPr>
          <p:spPr>
            <a:xfrm>
              <a:off x="7868323" y="3852831"/>
              <a:ext cx="134713" cy="10855"/>
            </a:xfrm>
            <a:custGeom>
              <a:avLst/>
              <a:gdLst/>
              <a:ahLst/>
              <a:cxnLst/>
              <a:rect l="l" t="t" r="r" b="b"/>
              <a:pathLst>
                <a:path w="4145" h="334" extrusionOk="0">
                  <a:moveTo>
                    <a:pt x="143" y="0"/>
                  </a:moveTo>
                  <a:cubicBezTo>
                    <a:pt x="72" y="0"/>
                    <a:pt x="0" y="96"/>
                    <a:pt x="0" y="167"/>
                  </a:cubicBezTo>
                  <a:cubicBezTo>
                    <a:pt x="0" y="262"/>
                    <a:pt x="96" y="334"/>
                    <a:pt x="191" y="334"/>
                  </a:cubicBezTo>
                  <a:lnTo>
                    <a:pt x="3954" y="334"/>
                  </a:lnTo>
                  <a:cubicBezTo>
                    <a:pt x="4049" y="334"/>
                    <a:pt x="4144" y="239"/>
                    <a:pt x="4120" y="143"/>
                  </a:cubicBezTo>
                  <a:cubicBezTo>
                    <a:pt x="4120" y="48"/>
                    <a:pt x="4025" y="0"/>
                    <a:pt x="3930"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69" name="Google Shape;23469;p145"/>
          <p:cNvGrpSpPr/>
          <p:nvPr/>
        </p:nvGrpSpPr>
        <p:grpSpPr>
          <a:xfrm>
            <a:off x="7030896" y="3449661"/>
            <a:ext cx="356818" cy="345215"/>
            <a:chOff x="7030896" y="3602061"/>
            <a:chExt cx="356818" cy="345215"/>
          </a:xfrm>
        </p:grpSpPr>
        <p:sp>
          <p:nvSpPr>
            <p:cNvPr id="23470" name="Google Shape;23470;p145"/>
            <p:cNvSpPr/>
            <p:nvPr/>
          </p:nvSpPr>
          <p:spPr>
            <a:xfrm>
              <a:off x="7030896" y="3620651"/>
              <a:ext cx="356818" cy="214403"/>
            </a:xfrm>
            <a:custGeom>
              <a:avLst/>
              <a:gdLst/>
              <a:ahLst/>
              <a:cxnLst/>
              <a:rect l="l" t="t" r="r" b="b"/>
              <a:pathLst>
                <a:path w="10979" h="6597" extrusionOk="0">
                  <a:moveTo>
                    <a:pt x="381" y="0"/>
                  </a:moveTo>
                  <a:cubicBezTo>
                    <a:pt x="167" y="0"/>
                    <a:pt x="0" y="167"/>
                    <a:pt x="0" y="381"/>
                  </a:cubicBezTo>
                  <a:lnTo>
                    <a:pt x="0" y="6216"/>
                  </a:lnTo>
                  <a:cubicBezTo>
                    <a:pt x="0" y="6430"/>
                    <a:pt x="167" y="6597"/>
                    <a:pt x="381" y="6597"/>
                  </a:cubicBezTo>
                  <a:lnTo>
                    <a:pt x="10598" y="6597"/>
                  </a:lnTo>
                  <a:cubicBezTo>
                    <a:pt x="10788" y="6597"/>
                    <a:pt x="10979" y="6430"/>
                    <a:pt x="10979" y="6192"/>
                  </a:cubicBezTo>
                  <a:lnTo>
                    <a:pt x="10979" y="381"/>
                  </a:lnTo>
                  <a:cubicBezTo>
                    <a:pt x="10979" y="167"/>
                    <a:pt x="10788" y="0"/>
                    <a:pt x="10598" y="0"/>
                  </a:cubicBez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1" name="Google Shape;23471;p145"/>
            <p:cNvSpPr/>
            <p:nvPr/>
          </p:nvSpPr>
          <p:spPr>
            <a:xfrm>
              <a:off x="7061836" y="3602061"/>
              <a:ext cx="294905" cy="205920"/>
            </a:xfrm>
            <a:custGeom>
              <a:avLst/>
              <a:gdLst/>
              <a:ahLst/>
              <a:cxnLst/>
              <a:rect l="l" t="t" r="r" b="b"/>
              <a:pathLst>
                <a:path w="9074" h="6336" extrusionOk="0">
                  <a:moveTo>
                    <a:pt x="477" y="1"/>
                  </a:moveTo>
                  <a:cubicBezTo>
                    <a:pt x="191" y="1"/>
                    <a:pt x="1" y="215"/>
                    <a:pt x="1" y="477"/>
                  </a:cubicBezTo>
                  <a:lnTo>
                    <a:pt x="1" y="5621"/>
                  </a:lnTo>
                  <a:cubicBezTo>
                    <a:pt x="1" y="5907"/>
                    <a:pt x="191" y="6097"/>
                    <a:pt x="477" y="6097"/>
                  </a:cubicBezTo>
                  <a:lnTo>
                    <a:pt x="3763" y="6097"/>
                  </a:lnTo>
                  <a:lnTo>
                    <a:pt x="3954" y="5907"/>
                  </a:lnTo>
                  <a:cubicBezTo>
                    <a:pt x="4097" y="5907"/>
                    <a:pt x="4240" y="5954"/>
                    <a:pt x="4359" y="6073"/>
                  </a:cubicBezTo>
                  <a:cubicBezTo>
                    <a:pt x="4406" y="6097"/>
                    <a:pt x="4454" y="6335"/>
                    <a:pt x="4525" y="6335"/>
                  </a:cubicBezTo>
                  <a:lnTo>
                    <a:pt x="4549" y="6335"/>
                  </a:lnTo>
                  <a:cubicBezTo>
                    <a:pt x="4597" y="6335"/>
                    <a:pt x="4644" y="6311"/>
                    <a:pt x="4692" y="6288"/>
                  </a:cubicBezTo>
                  <a:cubicBezTo>
                    <a:pt x="4787" y="6169"/>
                    <a:pt x="4930" y="6097"/>
                    <a:pt x="5121" y="6097"/>
                  </a:cubicBezTo>
                  <a:lnTo>
                    <a:pt x="8598" y="6097"/>
                  </a:lnTo>
                  <a:cubicBezTo>
                    <a:pt x="8860" y="6097"/>
                    <a:pt x="9074" y="5907"/>
                    <a:pt x="9074" y="5621"/>
                  </a:cubicBezTo>
                  <a:lnTo>
                    <a:pt x="9074" y="477"/>
                  </a:lnTo>
                  <a:cubicBezTo>
                    <a:pt x="9050" y="215"/>
                    <a:pt x="8836" y="1"/>
                    <a:pt x="8574" y="1"/>
                  </a:cubicBezTo>
                  <a:lnTo>
                    <a:pt x="5073" y="1"/>
                  </a:lnTo>
                  <a:cubicBezTo>
                    <a:pt x="4787" y="1"/>
                    <a:pt x="4525" y="239"/>
                    <a:pt x="4525" y="572"/>
                  </a:cubicBezTo>
                  <a:cubicBezTo>
                    <a:pt x="4525" y="263"/>
                    <a:pt x="4287" y="1"/>
                    <a:pt x="3954"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2" name="Google Shape;23472;p145"/>
            <p:cNvSpPr/>
            <p:nvPr/>
          </p:nvSpPr>
          <p:spPr>
            <a:xfrm>
              <a:off x="7317253" y="3602061"/>
              <a:ext cx="38740" cy="198185"/>
            </a:xfrm>
            <a:custGeom>
              <a:avLst/>
              <a:gdLst/>
              <a:ahLst/>
              <a:cxnLst/>
              <a:rect l="l" t="t" r="r" b="b"/>
              <a:pathLst>
                <a:path w="1192" h="6098" extrusionOk="0">
                  <a:moveTo>
                    <a:pt x="0" y="1"/>
                  </a:moveTo>
                  <a:cubicBezTo>
                    <a:pt x="262" y="1"/>
                    <a:pt x="429" y="215"/>
                    <a:pt x="429" y="477"/>
                  </a:cubicBezTo>
                  <a:lnTo>
                    <a:pt x="429" y="5621"/>
                  </a:lnTo>
                  <a:cubicBezTo>
                    <a:pt x="429" y="5907"/>
                    <a:pt x="239" y="6097"/>
                    <a:pt x="0" y="6097"/>
                  </a:cubicBezTo>
                  <a:lnTo>
                    <a:pt x="715" y="6097"/>
                  </a:lnTo>
                  <a:cubicBezTo>
                    <a:pt x="977" y="6097"/>
                    <a:pt x="1191" y="5907"/>
                    <a:pt x="1191" y="5621"/>
                  </a:cubicBezTo>
                  <a:lnTo>
                    <a:pt x="1191" y="477"/>
                  </a:lnTo>
                  <a:cubicBezTo>
                    <a:pt x="1191" y="215"/>
                    <a:pt x="977" y="1"/>
                    <a:pt x="715"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3" name="Google Shape;23473;p145"/>
            <p:cNvSpPr/>
            <p:nvPr/>
          </p:nvSpPr>
          <p:spPr>
            <a:xfrm>
              <a:off x="7167103" y="3602061"/>
              <a:ext cx="41827" cy="205140"/>
            </a:xfrm>
            <a:custGeom>
              <a:avLst/>
              <a:gdLst/>
              <a:ahLst/>
              <a:cxnLst/>
              <a:rect l="l" t="t" r="r" b="b"/>
              <a:pathLst>
                <a:path w="1287" h="6312" extrusionOk="0">
                  <a:moveTo>
                    <a:pt x="0" y="1"/>
                  </a:moveTo>
                  <a:cubicBezTo>
                    <a:pt x="286" y="1"/>
                    <a:pt x="524" y="239"/>
                    <a:pt x="524" y="572"/>
                  </a:cubicBezTo>
                  <a:lnTo>
                    <a:pt x="524" y="6073"/>
                  </a:lnTo>
                  <a:lnTo>
                    <a:pt x="715" y="6073"/>
                  </a:lnTo>
                  <a:cubicBezTo>
                    <a:pt x="858" y="6073"/>
                    <a:pt x="1001" y="6145"/>
                    <a:pt x="1096" y="6264"/>
                  </a:cubicBezTo>
                  <a:cubicBezTo>
                    <a:pt x="1167" y="6288"/>
                    <a:pt x="1215" y="6311"/>
                    <a:pt x="1286" y="6311"/>
                  </a:cubicBezTo>
                  <a:lnTo>
                    <a:pt x="1286" y="572"/>
                  </a:lnTo>
                  <a:cubicBezTo>
                    <a:pt x="1286" y="263"/>
                    <a:pt x="1048" y="1"/>
                    <a:pt x="715"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4" name="Google Shape;23474;p145"/>
            <p:cNvSpPr/>
            <p:nvPr/>
          </p:nvSpPr>
          <p:spPr>
            <a:xfrm>
              <a:off x="7239838" y="3629166"/>
              <a:ext cx="83623" cy="56518"/>
            </a:xfrm>
            <a:custGeom>
              <a:avLst/>
              <a:gdLst/>
              <a:ahLst/>
              <a:cxnLst/>
              <a:rect l="l" t="t" r="r" b="b"/>
              <a:pathLst>
                <a:path w="2573" h="1739" extrusionOk="0">
                  <a:moveTo>
                    <a:pt x="191" y="0"/>
                  </a:moveTo>
                  <a:cubicBezTo>
                    <a:pt x="72" y="0"/>
                    <a:pt x="1" y="95"/>
                    <a:pt x="1" y="214"/>
                  </a:cubicBezTo>
                  <a:lnTo>
                    <a:pt x="1" y="1524"/>
                  </a:lnTo>
                  <a:cubicBezTo>
                    <a:pt x="1" y="1643"/>
                    <a:pt x="72" y="1739"/>
                    <a:pt x="191" y="1739"/>
                  </a:cubicBezTo>
                  <a:lnTo>
                    <a:pt x="2382" y="1739"/>
                  </a:lnTo>
                  <a:cubicBezTo>
                    <a:pt x="2501" y="1739"/>
                    <a:pt x="2573" y="1643"/>
                    <a:pt x="2573" y="1524"/>
                  </a:cubicBezTo>
                  <a:lnTo>
                    <a:pt x="2573" y="214"/>
                  </a:lnTo>
                  <a:cubicBezTo>
                    <a:pt x="2573" y="95"/>
                    <a:pt x="2501" y="0"/>
                    <a:pt x="2382" y="0"/>
                  </a:cubicBezTo>
                  <a:close/>
                </a:path>
              </a:pathLst>
            </a:custGeom>
            <a:solidFill>
              <a:srgbClr val="E1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5" name="Google Shape;23475;p145"/>
            <p:cNvSpPr/>
            <p:nvPr/>
          </p:nvSpPr>
          <p:spPr>
            <a:xfrm>
              <a:off x="7295576" y="3629166"/>
              <a:ext cx="27885" cy="56518"/>
            </a:xfrm>
            <a:custGeom>
              <a:avLst/>
              <a:gdLst/>
              <a:ahLst/>
              <a:cxnLst/>
              <a:rect l="l" t="t" r="r" b="b"/>
              <a:pathLst>
                <a:path w="858" h="1739" extrusionOk="0">
                  <a:moveTo>
                    <a:pt x="1" y="0"/>
                  </a:moveTo>
                  <a:cubicBezTo>
                    <a:pt x="120" y="0"/>
                    <a:pt x="215" y="95"/>
                    <a:pt x="215" y="214"/>
                  </a:cubicBezTo>
                  <a:lnTo>
                    <a:pt x="215" y="1524"/>
                  </a:lnTo>
                  <a:cubicBezTo>
                    <a:pt x="215" y="1643"/>
                    <a:pt x="120" y="1739"/>
                    <a:pt x="1" y="1739"/>
                  </a:cubicBezTo>
                  <a:lnTo>
                    <a:pt x="667" y="1739"/>
                  </a:lnTo>
                  <a:cubicBezTo>
                    <a:pt x="786" y="1739"/>
                    <a:pt x="858" y="1643"/>
                    <a:pt x="858" y="1524"/>
                  </a:cubicBezTo>
                  <a:lnTo>
                    <a:pt x="858" y="214"/>
                  </a:lnTo>
                  <a:cubicBezTo>
                    <a:pt x="858" y="95"/>
                    <a:pt x="786" y="0"/>
                    <a:pt x="667" y="0"/>
                  </a:cubicBezTo>
                  <a:close/>
                </a:path>
              </a:pathLst>
            </a:custGeom>
            <a:solidFill>
              <a:srgbClr val="D0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6" name="Google Shape;23476;p145"/>
            <p:cNvSpPr/>
            <p:nvPr/>
          </p:nvSpPr>
          <p:spPr>
            <a:xfrm>
              <a:off x="7086601" y="3644636"/>
              <a:ext cx="85182" cy="10855"/>
            </a:xfrm>
            <a:custGeom>
              <a:avLst/>
              <a:gdLst/>
              <a:ahLst/>
              <a:cxnLst/>
              <a:rect l="l" t="t" r="r" b="b"/>
              <a:pathLst>
                <a:path w="2621" h="334" extrusionOk="0">
                  <a:moveTo>
                    <a:pt x="191" y="0"/>
                  </a:moveTo>
                  <a:cubicBezTo>
                    <a:pt x="96" y="0"/>
                    <a:pt x="1" y="96"/>
                    <a:pt x="25" y="215"/>
                  </a:cubicBezTo>
                  <a:cubicBezTo>
                    <a:pt x="25" y="262"/>
                    <a:pt x="96" y="334"/>
                    <a:pt x="191" y="334"/>
                  </a:cubicBezTo>
                  <a:lnTo>
                    <a:pt x="2454" y="334"/>
                  </a:lnTo>
                  <a:cubicBezTo>
                    <a:pt x="2525" y="334"/>
                    <a:pt x="2620" y="239"/>
                    <a:pt x="2596" y="120"/>
                  </a:cubicBezTo>
                  <a:cubicBezTo>
                    <a:pt x="2596" y="72"/>
                    <a:pt x="2525" y="0"/>
                    <a:pt x="2454"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7" name="Google Shape;23477;p145"/>
            <p:cNvSpPr/>
            <p:nvPr/>
          </p:nvSpPr>
          <p:spPr>
            <a:xfrm>
              <a:off x="7086601" y="3664753"/>
              <a:ext cx="85182" cy="10855"/>
            </a:xfrm>
            <a:custGeom>
              <a:avLst/>
              <a:gdLst/>
              <a:ahLst/>
              <a:cxnLst/>
              <a:rect l="l" t="t" r="r" b="b"/>
              <a:pathLst>
                <a:path w="2621" h="334" extrusionOk="0">
                  <a:moveTo>
                    <a:pt x="191" y="1"/>
                  </a:moveTo>
                  <a:cubicBezTo>
                    <a:pt x="96" y="1"/>
                    <a:pt x="1" y="96"/>
                    <a:pt x="25" y="215"/>
                  </a:cubicBezTo>
                  <a:cubicBezTo>
                    <a:pt x="25" y="286"/>
                    <a:pt x="96" y="334"/>
                    <a:pt x="191" y="334"/>
                  </a:cubicBezTo>
                  <a:lnTo>
                    <a:pt x="2454" y="334"/>
                  </a:lnTo>
                  <a:cubicBezTo>
                    <a:pt x="2525" y="334"/>
                    <a:pt x="2620" y="239"/>
                    <a:pt x="2596" y="120"/>
                  </a:cubicBezTo>
                  <a:cubicBezTo>
                    <a:pt x="2596" y="72"/>
                    <a:pt x="2525" y="1"/>
                    <a:pt x="2454"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8" name="Google Shape;23478;p145"/>
            <p:cNvSpPr/>
            <p:nvPr/>
          </p:nvSpPr>
          <p:spPr>
            <a:xfrm>
              <a:off x="7086601" y="3686431"/>
              <a:ext cx="85182" cy="10855"/>
            </a:xfrm>
            <a:custGeom>
              <a:avLst/>
              <a:gdLst/>
              <a:ahLst/>
              <a:cxnLst/>
              <a:rect l="l" t="t" r="r" b="b"/>
              <a:pathLst>
                <a:path w="2621" h="334" extrusionOk="0">
                  <a:moveTo>
                    <a:pt x="191" y="0"/>
                  </a:moveTo>
                  <a:cubicBezTo>
                    <a:pt x="96" y="0"/>
                    <a:pt x="1" y="96"/>
                    <a:pt x="25" y="215"/>
                  </a:cubicBezTo>
                  <a:cubicBezTo>
                    <a:pt x="25" y="262"/>
                    <a:pt x="96" y="334"/>
                    <a:pt x="191" y="334"/>
                  </a:cubicBezTo>
                  <a:lnTo>
                    <a:pt x="2454" y="334"/>
                  </a:lnTo>
                  <a:cubicBezTo>
                    <a:pt x="2525" y="334"/>
                    <a:pt x="2620" y="239"/>
                    <a:pt x="2596" y="119"/>
                  </a:cubicBezTo>
                  <a:cubicBezTo>
                    <a:pt x="2596" y="48"/>
                    <a:pt x="2525" y="0"/>
                    <a:pt x="2454"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9" name="Google Shape;23479;p145"/>
            <p:cNvSpPr/>
            <p:nvPr/>
          </p:nvSpPr>
          <p:spPr>
            <a:xfrm>
              <a:off x="7086601" y="3707328"/>
              <a:ext cx="85963" cy="10855"/>
            </a:xfrm>
            <a:custGeom>
              <a:avLst/>
              <a:gdLst/>
              <a:ahLst/>
              <a:cxnLst/>
              <a:rect l="l" t="t" r="r" b="b"/>
              <a:pathLst>
                <a:path w="2645" h="334" extrusionOk="0">
                  <a:moveTo>
                    <a:pt x="191" y="0"/>
                  </a:moveTo>
                  <a:cubicBezTo>
                    <a:pt x="96" y="0"/>
                    <a:pt x="1" y="96"/>
                    <a:pt x="25" y="215"/>
                  </a:cubicBezTo>
                  <a:cubicBezTo>
                    <a:pt x="25" y="286"/>
                    <a:pt x="96" y="334"/>
                    <a:pt x="191" y="334"/>
                  </a:cubicBezTo>
                  <a:lnTo>
                    <a:pt x="2477" y="334"/>
                  </a:lnTo>
                  <a:cubicBezTo>
                    <a:pt x="2596" y="334"/>
                    <a:pt x="2644" y="215"/>
                    <a:pt x="2644" y="119"/>
                  </a:cubicBezTo>
                  <a:cubicBezTo>
                    <a:pt x="2644" y="72"/>
                    <a:pt x="2596" y="0"/>
                    <a:pt x="2501"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0" name="Google Shape;23480;p145"/>
            <p:cNvSpPr/>
            <p:nvPr/>
          </p:nvSpPr>
          <p:spPr>
            <a:xfrm>
              <a:off x="7086601" y="3729786"/>
              <a:ext cx="85963" cy="10855"/>
            </a:xfrm>
            <a:custGeom>
              <a:avLst/>
              <a:gdLst/>
              <a:ahLst/>
              <a:cxnLst/>
              <a:rect l="l" t="t" r="r" b="b"/>
              <a:pathLst>
                <a:path w="2645" h="334" extrusionOk="0">
                  <a:moveTo>
                    <a:pt x="191" y="0"/>
                  </a:moveTo>
                  <a:cubicBezTo>
                    <a:pt x="96" y="0"/>
                    <a:pt x="1" y="95"/>
                    <a:pt x="25" y="214"/>
                  </a:cubicBezTo>
                  <a:cubicBezTo>
                    <a:pt x="25" y="262"/>
                    <a:pt x="96" y="333"/>
                    <a:pt x="191" y="333"/>
                  </a:cubicBezTo>
                  <a:lnTo>
                    <a:pt x="2477" y="333"/>
                  </a:lnTo>
                  <a:cubicBezTo>
                    <a:pt x="2596" y="333"/>
                    <a:pt x="2644" y="238"/>
                    <a:pt x="2644" y="119"/>
                  </a:cubicBezTo>
                  <a:cubicBezTo>
                    <a:pt x="2644" y="71"/>
                    <a:pt x="2596" y="0"/>
                    <a:pt x="2501"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1" name="Google Shape;23481;p145"/>
            <p:cNvSpPr/>
            <p:nvPr/>
          </p:nvSpPr>
          <p:spPr>
            <a:xfrm>
              <a:off x="7086601" y="3752211"/>
              <a:ext cx="85963" cy="10888"/>
            </a:xfrm>
            <a:custGeom>
              <a:avLst/>
              <a:gdLst/>
              <a:ahLst/>
              <a:cxnLst/>
              <a:rect l="l" t="t" r="r" b="b"/>
              <a:pathLst>
                <a:path w="2645" h="335" extrusionOk="0">
                  <a:moveTo>
                    <a:pt x="191" y="1"/>
                  </a:moveTo>
                  <a:cubicBezTo>
                    <a:pt x="96" y="1"/>
                    <a:pt x="1" y="96"/>
                    <a:pt x="25" y="215"/>
                  </a:cubicBezTo>
                  <a:cubicBezTo>
                    <a:pt x="25" y="263"/>
                    <a:pt x="96" y="334"/>
                    <a:pt x="191" y="334"/>
                  </a:cubicBezTo>
                  <a:lnTo>
                    <a:pt x="2477" y="334"/>
                  </a:lnTo>
                  <a:cubicBezTo>
                    <a:pt x="2596" y="334"/>
                    <a:pt x="2644" y="239"/>
                    <a:pt x="2644" y="120"/>
                  </a:cubicBezTo>
                  <a:cubicBezTo>
                    <a:pt x="2644" y="48"/>
                    <a:pt x="2596" y="1"/>
                    <a:pt x="2501"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2" name="Google Shape;23482;p145"/>
            <p:cNvSpPr/>
            <p:nvPr/>
          </p:nvSpPr>
          <p:spPr>
            <a:xfrm>
              <a:off x="7232103" y="3707328"/>
              <a:ext cx="85963" cy="10855"/>
            </a:xfrm>
            <a:custGeom>
              <a:avLst/>
              <a:gdLst/>
              <a:ahLst/>
              <a:cxnLst/>
              <a:rect l="l" t="t" r="r" b="b"/>
              <a:pathLst>
                <a:path w="2645" h="334" extrusionOk="0">
                  <a:moveTo>
                    <a:pt x="168" y="0"/>
                  </a:moveTo>
                  <a:cubicBezTo>
                    <a:pt x="72" y="0"/>
                    <a:pt x="1" y="96"/>
                    <a:pt x="25" y="215"/>
                  </a:cubicBezTo>
                  <a:cubicBezTo>
                    <a:pt x="25" y="286"/>
                    <a:pt x="72" y="334"/>
                    <a:pt x="168" y="334"/>
                  </a:cubicBezTo>
                  <a:lnTo>
                    <a:pt x="2454" y="334"/>
                  </a:lnTo>
                  <a:cubicBezTo>
                    <a:pt x="2573" y="334"/>
                    <a:pt x="2644" y="215"/>
                    <a:pt x="2644" y="119"/>
                  </a:cubicBezTo>
                  <a:cubicBezTo>
                    <a:pt x="2644" y="72"/>
                    <a:pt x="2573" y="0"/>
                    <a:pt x="2501"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3" name="Google Shape;23483;p145"/>
            <p:cNvSpPr/>
            <p:nvPr/>
          </p:nvSpPr>
          <p:spPr>
            <a:xfrm>
              <a:off x="7232103" y="3729786"/>
              <a:ext cx="85963" cy="10855"/>
            </a:xfrm>
            <a:custGeom>
              <a:avLst/>
              <a:gdLst/>
              <a:ahLst/>
              <a:cxnLst/>
              <a:rect l="l" t="t" r="r" b="b"/>
              <a:pathLst>
                <a:path w="2645" h="334" extrusionOk="0">
                  <a:moveTo>
                    <a:pt x="168" y="0"/>
                  </a:moveTo>
                  <a:cubicBezTo>
                    <a:pt x="72" y="0"/>
                    <a:pt x="1" y="95"/>
                    <a:pt x="25" y="214"/>
                  </a:cubicBezTo>
                  <a:cubicBezTo>
                    <a:pt x="25" y="262"/>
                    <a:pt x="72" y="333"/>
                    <a:pt x="168" y="333"/>
                  </a:cubicBezTo>
                  <a:lnTo>
                    <a:pt x="2454" y="333"/>
                  </a:lnTo>
                  <a:cubicBezTo>
                    <a:pt x="2573" y="333"/>
                    <a:pt x="2644" y="238"/>
                    <a:pt x="2644" y="119"/>
                  </a:cubicBezTo>
                  <a:cubicBezTo>
                    <a:pt x="2644" y="71"/>
                    <a:pt x="2573" y="0"/>
                    <a:pt x="2501"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4" name="Google Shape;23484;p145"/>
            <p:cNvSpPr/>
            <p:nvPr/>
          </p:nvSpPr>
          <p:spPr>
            <a:xfrm>
              <a:off x="7232103" y="3752211"/>
              <a:ext cx="85963" cy="10888"/>
            </a:xfrm>
            <a:custGeom>
              <a:avLst/>
              <a:gdLst/>
              <a:ahLst/>
              <a:cxnLst/>
              <a:rect l="l" t="t" r="r" b="b"/>
              <a:pathLst>
                <a:path w="2645" h="335" extrusionOk="0">
                  <a:moveTo>
                    <a:pt x="168" y="1"/>
                  </a:moveTo>
                  <a:cubicBezTo>
                    <a:pt x="72" y="1"/>
                    <a:pt x="1" y="96"/>
                    <a:pt x="25" y="215"/>
                  </a:cubicBezTo>
                  <a:cubicBezTo>
                    <a:pt x="25" y="263"/>
                    <a:pt x="72" y="334"/>
                    <a:pt x="168" y="334"/>
                  </a:cubicBezTo>
                  <a:lnTo>
                    <a:pt x="2454" y="334"/>
                  </a:lnTo>
                  <a:cubicBezTo>
                    <a:pt x="2573" y="334"/>
                    <a:pt x="2644" y="239"/>
                    <a:pt x="2644" y="120"/>
                  </a:cubicBezTo>
                  <a:cubicBezTo>
                    <a:pt x="2644" y="48"/>
                    <a:pt x="2573" y="1"/>
                    <a:pt x="2501"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5" name="Google Shape;23485;p145"/>
            <p:cNvSpPr/>
            <p:nvPr/>
          </p:nvSpPr>
          <p:spPr>
            <a:xfrm>
              <a:off x="7230576" y="3815683"/>
              <a:ext cx="59605" cy="131593"/>
            </a:xfrm>
            <a:custGeom>
              <a:avLst/>
              <a:gdLst/>
              <a:ahLst/>
              <a:cxnLst/>
              <a:rect l="l" t="t" r="r" b="b"/>
              <a:pathLst>
                <a:path w="1834" h="4049" extrusionOk="0">
                  <a:moveTo>
                    <a:pt x="881" y="0"/>
                  </a:moveTo>
                  <a:cubicBezTo>
                    <a:pt x="524" y="0"/>
                    <a:pt x="215" y="215"/>
                    <a:pt x="48" y="524"/>
                  </a:cubicBezTo>
                  <a:cubicBezTo>
                    <a:pt x="0" y="548"/>
                    <a:pt x="0" y="596"/>
                    <a:pt x="0" y="620"/>
                  </a:cubicBezTo>
                  <a:lnTo>
                    <a:pt x="0" y="1310"/>
                  </a:lnTo>
                  <a:cubicBezTo>
                    <a:pt x="0" y="1358"/>
                    <a:pt x="0" y="1405"/>
                    <a:pt x="48" y="1429"/>
                  </a:cubicBezTo>
                  <a:cubicBezTo>
                    <a:pt x="191" y="1739"/>
                    <a:pt x="524" y="1929"/>
                    <a:pt x="881" y="1929"/>
                  </a:cubicBezTo>
                  <a:cubicBezTo>
                    <a:pt x="953" y="1929"/>
                    <a:pt x="1048" y="1929"/>
                    <a:pt x="1143" y="1906"/>
                  </a:cubicBezTo>
                  <a:lnTo>
                    <a:pt x="1143" y="3882"/>
                  </a:lnTo>
                  <a:cubicBezTo>
                    <a:pt x="1143" y="3954"/>
                    <a:pt x="1239" y="4049"/>
                    <a:pt x="1310" y="4049"/>
                  </a:cubicBezTo>
                  <a:lnTo>
                    <a:pt x="1620" y="4049"/>
                  </a:lnTo>
                  <a:cubicBezTo>
                    <a:pt x="1715" y="4049"/>
                    <a:pt x="1786" y="3954"/>
                    <a:pt x="1786" y="3882"/>
                  </a:cubicBezTo>
                  <a:lnTo>
                    <a:pt x="1786" y="1024"/>
                  </a:lnTo>
                  <a:cubicBezTo>
                    <a:pt x="1834" y="453"/>
                    <a:pt x="1381" y="0"/>
                    <a:pt x="881"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6" name="Google Shape;23486;p145"/>
            <p:cNvSpPr/>
            <p:nvPr/>
          </p:nvSpPr>
          <p:spPr>
            <a:xfrm>
              <a:off x="7315693" y="3815683"/>
              <a:ext cx="59638" cy="131593"/>
            </a:xfrm>
            <a:custGeom>
              <a:avLst/>
              <a:gdLst/>
              <a:ahLst/>
              <a:cxnLst/>
              <a:rect l="l" t="t" r="r" b="b"/>
              <a:pathLst>
                <a:path w="1835" h="4049" extrusionOk="0">
                  <a:moveTo>
                    <a:pt x="953" y="0"/>
                  </a:moveTo>
                  <a:cubicBezTo>
                    <a:pt x="453" y="0"/>
                    <a:pt x="1" y="453"/>
                    <a:pt x="48" y="1024"/>
                  </a:cubicBezTo>
                  <a:lnTo>
                    <a:pt x="48" y="3882"/>
                  </a:lnTo>
                  <a:cubicBezTo>
                    <a:pt x="48" y="3954"/>
                    <a:pt x="120" y="4049"/>
                    <a:pt x="215" y="4049"/>
                  </a:cubicBezTo>
                  <a:lnTo>
                    <a:pt x="525" y="4049"/>
                  </a:lnTo>
                  <a:cubicBezTo>
                    <a:pt x="596" y="4049"/>
                    <a:pt x="691" y="3954"/>
                    <a:pt x="691" y="3882"/>
                  </a:cubicBezTo>
                  <a:lnTo>
                    <a:pt x="691" y="1906"/>
                  </a:lnTo>
                  <a:cubicBezTo>
                    <a:pt x="787" y="1929"/>
                    <a:pt x="882" y="1929"/>
                    <a:pt x="953" y="1929"/>
                  </a:cubicBezTo>
                  <a:cubicBezTo>
                    <a:pt x="1311" y="1929"/>
                    <a:pt x="1644" y="1739"/>
                    <a:pt x="1787" y="1429"/>
                  </a:cubicBezTo>
                  <a:cubicBezTo>
                    <a:pt x="1835" y="1405"/>
                    <a:pt x="1835" y="1358"/>
                    <a:pt x="1835" y="1310"/>
                  </a:cubicBezTo>
                  <a:lnTo>
                    <a:pt x="1835" y="620"/>
                  </a:lnTo>
                  <a:cubicBezTo>
                    <a:pt x="1835" y="596"/>
                    <a:pt x="1835" y="548"/>
                    <a:pt x="1787" y="524"/>
                  </a:cubicBezTo>
                  <a:cubicBezTo>
                    <a:pt x="1620" y="215"/>
                    <a:pt x="1311" y="0"/>
                    <a:pt x="953"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7" name="Google Shape;23487;p145"/>
            <p:cNvSpPr/>
            <p:nvPr/>
          </p:nvSpPr>
          <p:spPr>
            <a:xfrm>
              <a:off x="7065703" y="3864433"/>
              <a:ext cx="161785" cy="49563"/>
            </a:xfrm>
            <a:custGeom>
              <a:avLst/>
              <a:gdLst/>
              <a:ahLst/>
              <a:cxnLst/>
              <a:rect l="l" t="t" r="r" b="b"/>
              <a:pathLst>
                <a:path w="4978" h="1525" extrusionOk="0">
                  <a:moveTo>
                    <a:pt x="1642" y="1476"/>
                  </a:moveTo>
                  <a:cubicBezTo>
                    <a:pt x="1635" y="1477"/>
                    <a:pt x="1627" y="1477"/>
                    <a:pt x="1620" y="1477"/>
                  </a:cubicBezTo>
                  <a:lnTo>
                    <a:pt x="1668" y="1477"/>
                  </a:lnTo>
                  <a:cubicBezTo>
                    <a:pt x="1659" y="1477"/>
                    <a:pt x="1650" y="1477"/>
                    <a:pt x="1642" y="1476"/>
                  </a:cubicBezTo>
                  <a:close/>
                  <a:moveTo>
                    <a:pt x="2906" y="1"/>
                  </a:moveTo>
                  <a:cubicBezTo>
                    <a:pt x="2811" y="1"/>
                    <a:pt x="2692" y="48"/>
                    <a:pt x="2668" y="144"/>
                  </a:cubicBezTo>
                  <a:lnTo>
                    <a:pt x="2501" y="596"/>
                  </a:lnTo>
                  <a:lnTo>
                    <a:pt x="2382" y="310"/>
                  </a:lnTo>
                  <a:cubicBezTo>
                    <a:pt x="2335" y="239"/>
                    <a:pt x="2215" y="167"/>
                    <a:pt x="2144" y="167"/>
                  </a:cubicBezTo>
                  <a:cubicBezTo>
                    <a:pt x="2025" y="215"/>
                    <a:pt x="1930" y="263"/>
                    <a:pt x="1906" y="358"/>
                  </a:cubicBezTo>
                  <a:lnTo>
                    <a:pt x="1668" y="977"/>
                  </a:lnTo>
                  <a:lnTo>
                    <a:pt x="1382" y="263"/>
                  </a:lnTo>
                  <a:cubicBezTo>
                    <a:pt x="1358" y="144"/>
                    <a:pt x="1263" y="96"/>
                    <a:pt x="1191" y="96"/>
                  </a:cubicBezTo>
                  <a:cubicBezTo>
                    <a:pt x="1096" y="96"/>
                    <a:pt x="1001" y="120"/>
                    <a:pt x="953" y="215"/>
                  </a:cubicBezTo>
                  <a:lnTo>
                    <a:pt x="715" y="596"/>
                  </a:lnTo>
                  <a:lnTo>
                    <a:pt x="144" y="596"/>
                  </a:lnTo>
                  <a:cubicBezTo>
                    <a:pt x="48" y="596"/>
                    <a:pt x="1" y="691"/>
                    <a:pt x="1" y="763"/>
                  </a:cubicBezTo>
                  <a:cubicBezTo>
                    <a:pt x="1" y="858"/>
                    <a:pt x="72" y="929"/>
                    <a:pt x="167" y="929"/>
                  </a:cubicBezTo>
                  <a:lnTo>
                    <a:pt x="763" y="929"/>
                  </a:lnTo>
                  <a:cubicBezTo>
                    <a:pt x="858" y="929"/>
                    <a:pt x="906" y="858"/>
                    <a:pt x="977" y="810"/>
                  </a:cubicBezTo>
                  <a:lnTo>
                    <a:pt x="1144" y="501"/>
                  </a:lnTo>
                  <a:lnTo>
                    <a:pt x="1430" y="1310"/>
                  </a:lnTo>
                  <a:cubicBezTo>
                    <a:pt x="1452" y="1421"/>
                    <a:pt x="1535" y="1470"/>
                    <a:pt x="1642" y="1476"/>
                  </a:cubicBezTo>
                  <a:lnTo>
                    <a:pt x="1642" y="1476"/>
                  </a:lnTo>
                  <a:cubicBezTo>
                    <a:pt x="1751" y="1468"/>
                    <a:pt x="1836" y="1400"/>
                    <a:pt x="1858" y="1310"/>
                  </a:cubicBezTo>
                  <a:lnTo>
                    <a:pt x="2096" y="644"/>
                  </a:lnTo>
                  <a:lnTo>
                    <a:pt x="2215" y="929"/>
                  </a:lnTo>
                  <a:cubicBezTo>
                    <a:pt x="2287" y="1001"/>
                    <a:pt x="2382" y="1072"/>
                    <a:pt x="2454" y="1072"/>
                  </a:cubicBezTo>
                  <a:cubicBezTo>
                    <a:pt x="2573" y="1072"/>
                    <a:pt x="2668" y="1001"/>
                    <a:pt x="2692" y="929"/>
                  </a:cubicBezTo>
                  <a:lnTo>
                    <a:pt x="2882" y="477"/>
                  </a:lnTo>
                  <a:lnTo>
                    <a:pt x="3168" y="1334"/>
                  </a:lnTo>
                  <a:cubicBezTo>
                    <a:pt x="3216" y="1453"/>
                    <a:pt x="3287" y="1525"/>
                    <a:pt x="3406" y="1525"/>
                  </a:cubicBezTo>
                  <a:cubicBezTo>
                    <a:pt x="3525" y="1525"/>
                    <a:pt x="3621" y="1453"/>
                    <a:pt x="3644" y="1334"/>
                  </a:cubicBezTo>
                  <a:lnTo>
                    <a:pt x="3835" y="929"/>
                  </a:lnTo>
                  <a:lnTo>
                    <a:pt x="4835" y="929"/>
                  </a:lnTo>
                  <a:cubicBezTo>
                    <a:pt x="4930" y="929"/>
                    <a:pt x="4978" y="834"/>
                    <a:pt x="4978" y="739"/>
                  </a:cubicBezTo>
                  <a:cubicBezTo>
                    <a:pt x="4978" y="644"/>
                    <a:pt x="4906" y="596"/>
                    <a:pt x="4811" y="596"/>
                  </a:cubicBezTo>
                  <a:lnTo>
                    <a:pt x="3740" y="596"/>
                  </a:lnTo>
                  <a:cubicBezTo>
                    <a:pt x="3740" y="596"/>
                    <a:pt x="3525" y="644"/>
                    <a:pt x="3501" y="739"/>
                  </a:cubicBezTo>
                  <a:lnTo>
                    <a:pt x="3406" y="1001"/>
                  </a:lnTo>
                  <a:lnTo>
                    <a:pt x="3144" y="167"/>
                  </a:lnTo>
                  <a:cubicBezTo>
                    <a:pt x="3120" y="48"/>
                    <a:pt x="3025" y="1"/>
                    <a:pt x="2906"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8" name="Google Shape;23488;p145"/>
            <p:cNvSpPr/>
            <p:nvPr/>
          </p:nvSpPr>
          <p:spPr>
            <a:xfrm>
              <a:off x="7249913" y="3838141"/>
              <a:ext cx="17843" cy="10855"/>
            </a:xfrm>
            <a:custGeom>
              <a:avLst/>
              <a:gdLst/>
              <a:ahLst/>
              <a:cxnLst/>
              <a:rect l="l" t="t" r="r" b="b"/>
              <a:pathLst>
                <a:path w="549" h="334" extrusionOk="0">
                  <a:moveTo>
                    <a:pt x="167" y="0"/>
                  </a:moveTo>
                  <a:cubicBezTo>
                    <a:pt x="72" y="0"/>
                    <a:pt x="1" y="95"/>
                    <a:pt x="1" y="191"/>
                  </a:cubicBezTo>
                  <a:cubicBezTo>
                    <a:pt x="1" y="262"/>
                    <a:pt x="96" y="333"/>
                    <a:pt x="191" y="333"/>
                  </a:cubicBezTo>
                  <a:lnTo>
                    <a:pt x="405" y="333"/>
                  </a:lnTo>
                  <a:cubicBezTo>
                    <a:pt x="477" y="333"/>
                    <a:pt x="548" y="262"/>
                    <a:pt x="548" y="143"/>
                  </a:cubicBezTo>
                  <a:cubicBezTo>
                    <a:pt x="548" y="71"/>
                    <a:pt x="453" y="0"/>
                    <a:pt x="35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9" name="Google Shape;23489;p145"/>
            <p:cNvSpPr/>
            <p:nvPr/>
          </p:nvSpPr>
          <p:spPr>
            <a:xfrm>
              <a:off x="7337371" y="3838141"/>
              <a:ext cx="18623" cy="10855"/>
            </a:xfrm>
            <a:custGeom>
              <a:avLst/>
              <a:gdLst/>
              <a:ahLst/>
              <a:cxnLst/>
              <a:rect l="l" t="t" r="r" b="b"/>
              <a:pathLst>
                <a:path w="573" h="334" extrusionOk="0">
                  <a:moveTo>
                    <a:pt x="143" y="0"/>
                  </a:moveTo>
                  <a:cubicBezTo>
                    <a:pt x="48" y="0"/>
                    <a:pt x="1" y="95"/>
                    <a:pt x="1" y="191"/>
                  </a:cubicBezTo>
                  <a:cubicBezTo>
                    <a:pt x="1" y="262"/>
                    <a:pt x="96" y="333"/>
                    <a:pt x="167" y="333"/>
                  </a:cubicBezTo>
                  <a:lnTo>
                    <a:pt x="382" y="333"/>
                  </a:lnTo>
                  <a:cubicBezTo>
                    <a:pt x="477" y="333"/>
                    <a:pt x="572" y="262"/>
                    <a:pt x="525" y="143"/>
                  </a:cubicBezTo>
                  <a:cubicBezTo>
                    <a:pt x="525" y="71"/>
                    <a:pt x="453" y="0"/>
                    <a:pt x="35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90" name="Google Shape;23490;p145"/>
          <p:cNvGrpSpPr/>
          <p:nvPr/>
        </p:nvGrpSpPr>
        <p:grpSpPr>
          <a:xfrm>
            <a:off x="6280146" y="3455088"/>
            <a:ext cx="357598" cy="331272"/>
            <a:chOff x="6280146" y="3607488"/>
            <a:chExt cx="357598" cy="331272"/>
          </a:xfrm>
        </p:grpSpPr>
        <p:sp>
          <p:nvSpPr>
            <p:cNvPr id="23491" name="Google Shape;23491;p145"/>
            <p:cNvSpPr/>
            <p:nvPr/>
          </p:nvSpPr>
          <p:spPr>
            <a:xfrm>
              <a:off x="6412486" y="3875288"/>
              <a:ext cx="92138" cy="58825"/>
            </a:xfrm>
            <a:custGeom>
              <a:avLst/>
              <a:gdLst/>
              <a:ahLst/>
              <a:cxnLst/>
              <a:rect l="l" t="t" r="r" b="b"/>
              <a:pathLst>
                <a:path w="2835" h="1810" extrusionOk="0">
                  <a:moveTo>
                    <a:pt x="1405" y="0"/>
                  </a:moveTo>
                  <a:lnTo>
                    <a:pt x="215" y="191"/>
                  </a:lnTo>
                  <a:lnTo>
                    <a:pt x="0" y="1810"/>
                  </a:lnTo>
                  <a:lnTo>
                    <a:pt x="2834" y="1810"/>
                  </a:lnTo>
                  <a:lnTo>
                    <a:pt x="2596" y="191"/>
                  </a:lnTo>
                  <a:lnTo>
                    <a:pt x="140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2" name="Google Shape;23492;p145"/>
            <p:cNvSpPr/>
            <p:nvPr/>
          </p:nvSpPr>
          <p:spPr>
            <a:xfrm>
              <a:off x="6475958" y="3875288"/>
              <a:ext cx="28665" cy="58825"/>
            </a:xfrm>
            <a:custGeom>
              <a:avLst/>
              <a:gdLst/>
              <a:ahLst/>
              <a:cxnLst/>
              <a:rect l="l" t="t" r="r" b="b"/>
              <a:pathLst>
                <a:path w="882" h="1810" extrusionOk="0">
                  <a:moveTo>
                    <a:pt x="429" y="0"/>
                  </a:moveTo>
                  <a:lnTo>
                    <a:pt x="0" y="191"/>
                  </a:lnTo>
                  <a:lnTo>
                    <a:pt x="214" y="1810"/>
                  </a:lnTo>
                  <a:lnTo>
                    <a:pt x="881" y="1810"/>
                  </a:lnTo>
                  <a:lnTo>
                    <a:pt x="667" y="191"/>
                  </a:lnTo>
                  <a:lnTo>
                    <a:pt x="429" y="0"/>
                  </a:ln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3" name="Google Shape;23493;p145"/>
            <p:cNvSpPr/>
            <p:nvPr/>
          </p:nvSpPr>
          <p:spPr>
            <a:xfrm>
              <a:off x="6384601" y="3927906"/>
              <a:ext cx="147875" cy="10855"/>
            </a:xfrm>
            <a:custGeom>
              <a:avLst/>
              <a:gdLst/>
              <a:ahLst/>
              <a:cxnLst/>
              <a:rect l="l" t="t" r="r" b="b"/>
              <a:pathLst>
                <a:path w="4550" h="334" extrusionOk="0">
                  <a:moveTo>
                    <a:pt x="168" y="0"/>
                  </a:moveTo>
                  <a:cubicBezTo>
                    <a:pt x="49" y="0"/>
                    <a:pt x="1" y="96"/>
                    <a:pt x="1" y="191"/>
                  </a:cubicBezTo>
                  <a:cubicBezTo>
                    <a:pt x="25" y="286"/>
                    <a:pt x="72" y="334"/>
                    <a:pt x="168" y="334"/>
                  </a:cubicBezTo>
                  <a:lnTo>
                    <a:pt x="4359" y="334"/>
                  </a:lnTo>
                  <a:cubicBezTo>
                    <a:pt x="4478" y="334"/>
                    <a:pt x="4550" y="286"/>
                    <a:pt x="4550" y="167"/>
                  </a:cubicBezTo>
                  <a:cubicBezTo>
                    <a:pt x="4526" y="72"/>
                    <a:pt x="4454" y="0"/>
                    <a:pt x="4359" y="0"/>
                  </a:cubicBez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4" name="Google Shape;23494;p145"/>
            <p:cNvSpPr/>
            <p:nvPr/>
          </p:nvSpPr>
          <p:spPr>
            <a:xfrm>
              <a:off x="6280146" y="3657018"/>
              <a:ext cx="357598" cy="193538"/>
            </a:xfrm>
            <a:custGeom>
              <a:avLst/>
              <a:gdLst/>
              <a:ahLst/>
              <a:cxnLst/>
              <a:rect l="l" t="t" r="r" b="b"/>
              <a:pathLst>
                <a:path w="11003" h="5955" extrusionOk="0">
                  <a:moveTo>
                    <a:pt x="429" y="0"/>
                  </a:moveTo>
                  <a:cubicBezTo>
                    <a:pt x="191" y="0"/>
                    <a:pt x="0" y="215"/>
                    <a:pt x="0" y="453"/>
                  </a:cubicBezTo>
                  <a:lnTo>
                    <a:pt x="0" y="5716"/>
                  </a:lnTo>
                  <a:lnTo>
                    <a:pt x="5549" y="5954"/>
                  </a:lnTo>
                  <a:lnTo>
                    <a:pt x="11002" y="5716"/>
                  </a:lnTo>
                  <a:lnTo>
                    <a:pt x="11002" y="453"/>
                  </a:lnTo>
                  <a:cubicBezTo>
                    <a:pt x="11002" y="215"/>
                    <a:pt x="10788" y="0"/>
                    <a:pt x="10550"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5" name="Google Shape;23495;p145"/>
            <p:cNvSpPr/>
            <p:nvPr/>
          </p:nvSpPr>
          <p:spPr>
            <a:xfrm>
              <a:off x="6601343" y="3657018"/>
              <a:ext cx="35620" cy="193538"/>
            </a:xfrm>
            <a:custGeom>
              <a:avLst/>
              <a:gdLst/>
              <a:ahLst/>
              <a:cxnLst/>
              <a:rect l="l" t="t" r="r" b="b"/>
              <a:pathLst>
                <a:path w="1096" h="5955" extrusionOk="0">
                  <a:moveTo>
                    <a:pt x="0" y="0"/>
                  </a:moveTo>
                  <a:cubicBezTo>
                    <a:pt x="262" y="48"/>
                    <a:pt x="429" y="215"/>
                    <a:pt x="429" y="453"/>
                  </a:cubicBezTo>
                  <a:lnTo>
                    <a:pt x="429" y="5954"/>
                  </a:lnTo>
                  <a:lnTo>
                    <a:pt x="1095" y="5716"/>
                  </a:lnTo>
                  <a:lnTo>
                    <a:pt x="1095" y="453"/>
                  </a:lnTo>
                  <a:cubicBezTo>
                    <a:pt x="1095" y="215"/>
                    <a:pt x="881" y="0"/>
                    <a:pt x="643"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6" name="Google Shape;23496;p145"/>
            <p:cNvSpPr/>
            <p:nvPr/>
          </p:nvSpPr>
          <p:spPr>
            <a:xfrm>
              <a:off x="6280146" y="3842756"/>
              <a:ext cx="357598" cy="38740"/>
            </a:xfrm>
            <a:custGeom>
              <a:avLst/>
              <a:gdLst/>
              <a:ahLst/>
              <a:cxnLst/>
              <a:rect l="l" t="t" r="r" b="b"/>
              <a:pathLst>
                <a:path w="11003" h="1192" extrusionOk="0">
                  <a:moveTo>
                    <a:pt x="0" y="1"/>
                  </a:moveTo>
                  <a:lnTo>
                    <a:pt x="0" y="763"/>
                  </a:lnTo>
                  <a:cubicBezTo>
                    <a:pt x="0" y="1001"/>
                    <a:pt x="191" y="1192"/>
                    <a:pt x="429" y="1192"/>
                  </a:cubicBezTo>
                  <a:lnTo>
                    <a:pt x="10550" y="1192"/>
                  </a:lnTo>
                  <a:cubicBezTo>
                    <a:pt x="10788" y="1192"/>
                    <a:pt x="11002" y="1001"/>
                    <a:pt x="11002" y="763"/>
                  </a:cubicBezTo>
                  <a:lnTo>
                    <a:pt x="11002" y="1"/>
                  </a:ln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7" name="Google Shape;23497;p145"/>
            <p:cNvSpPr/>
            <p:nvPr/>
          </p:nvSpPr>
          <p:spPr>
            <a:xfrm>
              <a:off x="6601343" y="3842756"/>
              <a:ext cx="35620" cy="38740"/>
            </a:xfrm>
            <a:custGeom>
              <a:avLst/>
              <a:gdLst/>
              <a:ahLst/>
              <a:cxnLst/>
              <a:rect l="l" t="t" r="r" b="b"/>
              <a:pathLst>
                <a:path w="1096" h="1192" extrusionOk="0">
                  <a:moveTo>
                    <a:pt x="429" y="1"/>
                  </a:moveTo>
                  <a:lnTo>
                    <a:pt x="429" y="763"/>
                  </a:lnTo>
                  <a:cubicBezTo>
                    <a:pt x="429" y="1001"/>
                    <a:pt x="238" y="1192"/>
                    <a:pt x="0" y="1192"/>
                  </a:cubicBezTo>
                  <a:lnTo>
                    <a:pt x="643" y="1192"/>
                  </a:lnTo>
                  <a:cubicBezTo>
                    <a:pt x="881" y="1192"/>
                    <a:pt x="1095" y="1001"/>
                    <a:pt x="1095" y="763"/>
                  </a:cubicBezTo>
                  <a:lnTo>
                    <a:pt x="1095" y="1"/>
                  </a:lnTo>
                  <a:close/>
                </a:path>
              </a:pathLst>
            </a:custGeom>
            <a:solidFill>
              <a:srgbClr val="9CA7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8" name="Google Shape;23498;p145"/>
            <p:cNvSpPr/>
            <p:nvPr/>
          </p:nvSpPr>
          <p:spPr>
            <a:xfrm>
              <a:off x="6327336" y="3626046"/>
              <a:ext cx="263185" cy="182715"/>
            </a:xfrm>
            <a:custGeom>
              <a:avLst/>
              <a:gdLst/>
              <a:ahLst/>
              <a:cxnLst/>
              <a:rect l="l" t="t" r="r" b="b"/>
              <a:pathLst>
                <a:path w="8098" h="5622" extrusionOk="0">
                  <a:moveTo>
                    <a:pt x="406" y="1"/>
                  </a:moveTo>
                  <a:cubicBezTo>
                    <a:pt x="167" y="1"/>
                    <a:pt x="1" y="191"/>
                    <a:pt x="1" y="430"/>
                  </a:cubicBezTo>
                  <a:lnTo>
                    <a:pt x="1" y="5002"/>
                  </a:lnTo>
                  <a:cubicBezTo>
                    <a:pt x="1" y="5240"/>
                    <a:pt x="167" y="5431"/>
                    <a:pt x="406" y="5431"/>
                  </a:cubicBezTo>
                  <a:lnTo>
                    <a:pt x="3549" y="5431"/>
                  </a:lnTo>
                  <a:cubicBezTo>
                    <a:pt x="3692" y="5431"/>
                    <a:pt x="3811" y="5478"/>
                    <a:pt x="3906" y="5573"/>
                  </a:cubicBezTo>
                  <a:cubicBezTo>
                    <a:pt x="3930" y="5597"/>
                    <a:pt x="3978" y="5621"/>
                    <a:pt x="4025" y="5621"/>
                  </a:cubicBezTo>
                  <a:lnTo>
                    <a:pt x="4049" y="5621"/>
                  </a:lnTo>
                  <a:cubicBezTo>
                    <a:pt x="4097" y="5621"/>
                    <a:pt x="4144" y="5597"/>
                    <a:pt x="4168" y="5573"/>
                  </a:cubicBezTo>
                  <a:cubicBezTo>
                    <a:pt x="4263" y="5478"/>
                    <a:pt x="4383" y="5431"/>
                    <a:pt x="4525" y="5431"/>
                  </a:cubicBezTo>
                  <a:lnTo>
                    <a:pt x="7645" y="5431"/>
                  </a:lnTo>
                  <a:cubicBezTo>
                    <a:pt x="7883" y="5431"/>
                    <a:pt x="8074" y="5240"/>
                    <a:pt x="8074" y="5002"/>
                  </a:cubicBezTo>
                  <a:lnTo>
                    <a:pt x="8074" y="406"/>
                  </a:lnTo>
                  <a:cubicBezTo>
                    <a:pt x="8098" y="191"/>
                    <a:pt x="7883" y="1"/>
                    <a:pt x="7669" y="1"/>
                  </a:cubicBezTo>
                  <a:lnTo>
                    <a:pt x="4549" y="1"/>
                  </a:lnTo>
                  <a:cubicBezTo>
                    <a:pt x="4287" y="1"/>
                    <a:pt x="4049" y="215"/>
                    <a:pt x="4049" y="525"/>
                  </a:cubicBezTo>
                  <a:cubicBezTo>
                    <a:pt x="4049" y="239"/>
                    <a:pt x="3811" y="1"/>
                    <a:pt x="3549"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9" name="Google Shape;23499;p145"/>
            <p:cNvSpPr/>
            <p:nvPr/>
          </p:nvSpPr>
          <p:spPr>
            <a:xfrm>
              <a:off x="6555648" y="3626046"/>
              <a:ext cx="34873" cy="177288"/>
            </a:xfrm>
            <a:custGeom>
              <a:avLst/>
              <a:gdLst/>
              <a:ahLst/>
              <a:cxnLst/>
              <a:rect l="l" t="t" r="r" b="b"/>
              <a:pathLst>
                <a:path w="1073" h="5455" extrusionOk="0">
                  <a:moveTo>
                    <a:pt x="1" y="1"/>
                  </a:moveTo>
                  <a:cubicBezTo>
                    <a:pt x="239" y="1"/>
                    <a:pt x="406" y="191"/>
                    <a:pt x="406" y="430"/>
                  </a:cubicBezTo>
                  <a:lnTo>
                    <a:pt x="406" y="5050"/>
                  </a:lnTo>
                  <a:cubicBezTo>
                    <a:pt x="406" y="5288"/>
                    <a:pt x="239" y="5454"/>
                    <a:pt x="1" y="5454"/>
                  </a:cubicBezTo>
                  <a:lnTo>
                    <a:pt x="644" y="5454"/>
                  </a:lnTo>
                  <a:cubicBezTo>
                    <a:pt x="882" y="5454"/>
                    <a:pt x="1073" y="5264"/>
                    <a:pt x="1073" y="5050"/>
                  </a:cubicBezTo>
                  <a:lnTo>
                    <a:pt x="1073" y="430"/>
                  </a:lnTo>
                  <a:cubicBezTo>
                    <a:pt x="1073" y="191"/>
                    <a:pt x="858" y="1"/>
                    <a:pt x="644"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0" name="Google Shape;23500;p145"/>
            <p:cNvSpPr/>
            <p:nvPr/>
          </p:nvSpPr>
          <p:spPr>
            <a:xfrm>
              <a:off x="6421001" y="3626046"/>
              <a:ext cx="37960" cy="184243"/>
            </a:xfrm>
            <a:custGeom>
              <a:avLst/>
              <a:gdLst/>
              <a:ahLst/>
              <a:cxnLst/>
              <a:rect l="l" t="t" r="r" b="b"/>
              <a:pathLst>
                <a:path w="1168" h="5669" extrusionOk="0">
                  <a:moveTo>
                    <a:pt x="0" y="1"/>
                  </a:moveTo>
                  <a:cubicBezTo>
                    <a:pt x="262" y="1"/>
                    <a:pt x="500" y="215"/>
                    <a:pt x="500" y="525"/>
                  </a:cubicBezTo>
                  <a:lnTo>
                    <a:pt x="500" y="5454"/>
                  </a:lnTo>
                  <a:lnTo>
                    <a:pt x="691" y="5454"/>
                  </a:lnTo>
                  <a:cubicBezTo>
                    <a:pt x="834" y="5454"/>
                    <a:pt x="953" y="5526"/>
                    <a:pt x="1048" y="5597"/>
                  </a:cubicBezTo>
                  <a:cubicBezTo>
                    <a:pt x="1048" y="5645"/>
                    <a:pt x="1096" y="5669"/>
                    <a:pt x="1167" y="5669"/>
                  </a:cubicBezTo>
                  <a:lnTo>
                    <a:pt x="1167" y="525"/>
                  </a:lnTo>
                  <a:cubicBezTo>
                    <a:pt x="1167" y="239"/>
                    <a:pt x="929" y="1"/>
                    <a:pt x="667"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1" name="Google Shape;23501;p145"/>
            <p:cNvSpPr/>
            <p:nvPr/>
          </p:nvSpPr>
          <p:spPr>
            <a:xfrm>
              <a:off x="6402411" y="3607488"/>
              <a:ext cx="28665" cy="99678"/>
            </a:xfrm>
            <a:custGeom>
              <a:avLst/>
              <a:gdLst/>
              <a:ahLst/>
              <a:cxnLst/>
              <a:rect l="l" t="t" r="r" b="b"/>
              <a:pathLst>
                <a:path w="882" h="3067" extrusionOk="0">
                  <a:moveTo>
                    <a:pt x="72" y="0"/>
                  </a:moveTo>
                  <a:cubicBezTo>
                    <a:pt x="48" y="0"/>
                    <a:pt x="1" y="48"/>
                    <a:pt x="1" y="72"/>
                  </a:cubicBezTo>
                  <a:lnTo>
                    <a:pt x="1" y="2930"/>
                  </a:lnTo>
                  <a:cubicBezTo>
                    <a:pt x="1" y="2953"/>
                    <a:pt x="48" y="2953"/>
                    <a:pt x="48" y="2953"/>
                  </a:cubicBezTo>
                  <a:lnTo>
                    <a:pt x="453" y="2763"/>
                  </a:lnTo>
                  <a:lnTo>
                    <a:pt x="477" y="2763"/>
                  </a:lnTo>
                  <a:lnTo>
                    <a:pt x="787" y="2930"/>
                  </a:lnTo>
                  <a:lnTo>
                    <a:pt x="834" y="3049"/>
                  </a:lnTo>
                  <a:cubicBezTo>
                    <a:pt x="834" y="3060"/>
                    <a:pt x="846" y="3066"/>
                    <a:pt x="858" y="3066"/>
                  </a:cubicBezTo>
                  <a:cubicBezTo>
                    <a:pt x="870" y="3066"/>
                    <a:pt x="882" y="3060"/>
                    <a:pt x="882" y="3049"/>
                  </a:cubicBezTo>
                  <a:lnTo>
                    <a:pt x="882" y="72"/>
                  </a:lnTo>
                  <a:cubicBezTo>
                    <a:pt x="882" y="48"/>
                    <a:pt x="834" y="0"/>
                    <a:pt x="810" y="0"/>
                  </a:cubicBezTo>
                  <a:close/>
                </a:path>
              </a:pathLst>
            </a:custGeom>
            <a:solidFill>
              <a:srgbClr val="C4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2" name="Google Shape;23502;p145"/>
            <p:cNvSpPr/>
            <p:nvPr/>
          </p:nvSpPr>
          <p:spPr>
            <a:xfrm>
              <a:off x="6409398" y="3609016"/>
              <a:ext cx="22457" cy="93210"/>
            </a:xfrm>
            <a:custGeom>
              <a:avLst/>
              <a:gdLst/>
              <a:ahLst/>
              <a:cxnLst/>
              <a:rect l="l" t="t" r="r" b="b"/>
              <a:pathLst>
                <a:path w="691" h="2868" extrusionOk="0">
                  <a:moveTo>
                    <a:pt x="0" y="1"/>
                  </a:moveTo>
                  <a:cubicBezTo>
                    <a:pt x="95" y="1"/>
                    <a:pt x="191" y="96"/>
                    <a:pt x="191" y="168"/>
                  </a:cubicBezTo>
                  <a:lnTo>
                    <a:pt x="191" y="2740"/>
                  </a:lnTo>
                  <a:lnTo>
                    <a:pt x="238" y="2716"/>
                  </a:lnTo>
                  <a:lnTo>
                    <a:pt x="310" y="2716"/>
                  </a:lnTo>
                  <a:lnTo>
                    <a:pt x="572" y="2859"/>
                  </a:lnTo>
                  <a:cubicBezTo>
                    <a:pt x="578" y="2865"/>
                    <a:pt x="586" y="2868"/>
                    <a:pt x="597" y="2868"/>
                  </a:cubicBezTo>
                  <a:cubicBezTo>
                    <a:pt x="627" y="2868"/>
                    <a:pt x="667" y="2841"/>
                    <a:pt x="667" y="2787"/>
                  </a:cubicBezTo>
                  <a:lnTo>
                    <a:pt x="667" y="168"/>
                  </a:lnTo>
                  <a:cubicBezTo>
                    <a:pt x="691" y="96"/>
                    <a:pt x="595" y="1"/>
                    <a:pt x="476" y="1"/>
                  </a:cubicBez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3" name="Google Shape;23503;p145"/>
            <p:cNvSpPr/>
            <p:nvPr/>
          </p:nvSpPr>
          <p:spPr>
            <a:xfrm>
              <a:off x="6486781" y="3649283"/>
              <a:ext cx="75888" cy="51870"/>
            </a:xfrm>
            <a:custGeom>
              <a:avLst/>
              <a:gdLst/>
              <a:ahLst/>
              <a:cxnLst/>
              <a:rect l="l" t="t" r="r" b="b"/>
              <a:pathLst>
                <a:path w="2335" h="1596" extrusionOk="0">
                  <a:moveTo>
                    <a:pt x="215" y="0"/>
                  </a:moveTo>
                  <a:cubicBezTo>
                    <a:pt x="96" y="0"/>
                    <a:pt x="0" y="96"/>
                    <a:pt x="0" y="215"/>
                  </a:cubicBezTo>
                  <a:lnTo>
                    <a:pt x="0" y="1382"/>
                  </a:lnTo>
                  <a:cubicBezTo>
                    <a:pt x="0" y="1501"/>
                    <a:pt x="96" y="1596"/>
                    <a:pt x="215" y="1596"/>
                  </a:cubicBezTo>
                  <a:lnTo>
                    <a:pt x="2120" y="1596"/>
                  </a:lnTo>
                  <a:cubicBezTo>
                    <a:pt x="2239" y="1596"/>
                    <a:pt x="2334" y="1501"/>
                    <a:pt x="2334" y="1382"/>
                  </a:cubicBezTo>
                  <a:lnTo>
                    <a:pt x="2334" y="215"/>
                  </a:lnTo>
                  <a:cubicBezTo>
                    <a:pt x="2334" y="96"/>
                    <a:pt x="2239" y="0"/>
                    <a:pt x="2120"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4" name="Google Shape;23504;p145"/>
            <p:cNvSpPr/>
            <p:nvPr/>
          </p:nvSpPr>
          <p:spPr>
            <a:xfrm>
              <a:off x="6534003" y="3650811"/>
              <a:ext cx="28665" cy="51122"/>
            </a:xfrm>
            <a:custGeom>
              <a:avLst/>
              <a:gdLst/>
              <a:ahLst/>
              <a:cxnLst/>
              <a:rect l="l" t="t" r="r" b="b"/>
              <a:pathLst>
                <a:path w="882" h="1573" extrusionOk="0">
                  <a:moveTo>
                    <a:pt x="0" y="1"/>
                  </a:moveTo>
                  <a:cubicBezTo>
                    <a:pt x="119" y="1"/>
                    <a:pt x="214" y="72"/>
                    <a:pt x="214" y="191"/>
                  </a:cubicBezTo>
                  <a:lnTo>
                    <a:pt x="214" y="1358"/>
                  </a:lnTo>
                  <a:cubicBezTo>
                    <a:pt x="214" y="1477"/>
                    <a:pt x="119" y="1573"/>
                    <a:pt x="0" y="1573"/>
                  </a:cubicBezTo>
                  <a:lnTo>
                    <a:pt x="667" y="1573"/>
                  </a:lnTo>
                  <a:cubicBezTo>
                    <a:pt x="786" y="1573"/>
                    <a:pt x="881" y="1477"/>
                    <a:pt x="881" y="1358"/>
                  </a:cubicBezTo>
                  <a:lnTo>
                    <a:pt x="881" y="191"/>
                  </a:lnTo>
                  <a:cubicBezTo>
                    <a:pt x="881" y="72"/>
                    <a:pt x="786" y="1"/>
                    <a:pt x="667"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5" name="Google Shape;23505;p145"/>
            <p:cNvSpPr/>
            <p:nvPr/>
          </p:nvSpPr>
          <p:spPr>
            <a:xfrm>
              <a:off x="6350573" y="3658578"/>
              <a:ext cx="32532" cy="9295"/>
            </a:xfrm>
            <a:custGeom>
              <a:avLst/>
              <a:gdLst/>
              <a:ahLst/>
              <a:cxnLst/>
              <a:rect l="l" t="t" r="r" b="b"/>
              <a:pathLst>
                <a:path w="1001" h="286" extrusionOk="0">
                  <a:moveTo>
                    <a:pt x="143" y="0"/>
                  </a:moveTo>
                  <a:cubicBezTo>
                    <a:pt x="48" y="0"/>
                    <a:pt x="0" y="48"/>
                    <a:pt x="0" y="143"/>
                  </a:cubicBezTo>
                  <a:cubicBezTo>
                    <a:pt x="0" y="238"/>
                    <a:pt x="48" y="286"/>
                    <a:pt x="143" y="286"/>
                  </a:cubicBezTo>
                  <a:lnTo>
                    <a:pt x="857" y="286"/>
                  </a:lnTo>
                  <a:cubicBezTo>
                    <a:pt x="929" y="286"/>
                    <a:pt x="1000" y="191"/>
                    <a:pt x="1000" y="143"/>
                  </a:cubicBezTo>
                  <a:cubicBezTo>
                    <a:pt x="1000" y="48"/>
                    <a:pt x="953" y="0"/>
                    <a:pt x="857"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6" name="Google Shape;23506;p145"/>
            <p:cNvSpPr/>
            <p:nvPr/>
          </p:nvSpPr>
          <p:spPr>
            <a:xfrm>
              <a:off x="6350573" y="3678696"/>
              <a:ext cx="32532" cy="9328"/>
            </a:xfrm>
            <a:custGeom>
              <a:avLst/>
              <a:gdLst/>
              <a:ahLst/>
              <a:cxnLst/>
              <a:rect l="l" t="t" r="r" b="b"/>
              <a:pathLst>
                <a:path w="1001" h="287" extrusionOk="0">
                  <a:moveTo>
                    <a:pt x="143" y="0"/>
                  </a:moveTo>
                  <a:cubicBezTo>
                    <a:pt x="48" y="0"/>
                    <a:pt x="0" y="48"/>
                    <a:pt x="0" y="143"/>
                  </a:cubicBezTo>
                  <a:cubicBezTo>
                    <a:pt x="0" y="238"/>
                    <a:pt x="48" y="286"/>
                    <a:pt x="143" y="286"/>
                  </a:cubicBezTo>
                  <a:lnTo>
                    <a:pt x="857" y="286"/>
                  </a:lnTo>
                  <a:cubicBezTo>
                    <a:pt x="929" y="286"/>
                    <a:pt x="1000" y="215"/>
                    <a:pt x="1000" y="143"/>
                  </a:cubicBezTo>
                  <a:cubicBezTo>
                    <a:pt x="1000" y="48"/>
                    <a:pt x="953" y="0"/>
                    <a:pt x="857"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7" name="Google Shape;23507;p145"/>
            <p:cNvSpPr/>
            <p:nvPr/>
          </p:nvSpPr>
          <p:spPr>
            <a:xfrm>
              <a:off x="6350573" y="3698813"/>
              <a:ext cx="32532" cy="10107"/>
            </a:xfrm>
            <a:custGeom>
              <a:avLst/>
              <a:gdLst/>
              <a:ahLst/>
              <a:cxnLst/>
              <a:rect l="l" t="t" r="r" b="b"/>
              <a:pathLst>
                <a:path w="1001" h="311" extrusionOk="0">
                  <a:moveTo>
                    <a:pt x="143" y="0"/>
                  </a:moveTo>
                  <a:cubicBezTo>
                    <a:pt x="48" y="0"/>
                    <a:pt x="0" y="72"/>
                    <a:pt x="0" y="143"/>
                  </a:cubicBezTo>
                  <a:cubicBezTo>
                    <a:pt x="0" y="239"/>
                    <a:pt x="48" y="310"/>
                    <a:pt x="143" y="310"/>
                  </a:cubicBezTo>
                  <a:lnTo>
                    <a:pt x="857" y="310"/>
                  </a:lnTo>
                  <a:cubicBezTo>
                    <a:pt x="929" y="310"/>
                    <a:pt x="1000" y="215"/>
                    <a:pt x="1000" y="143"/>
                  </a:cubicBezTo>
                  <a:cubicBezTo>
                    <a:pt x="1000" y="72"/>
                    <a:pt x="953" y="0"/>
                    <a:pt x="857"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8" name="Google Shape;23508;p145"/>
            <p:cNvSpPr/>
            <p:nvPr/>
          </p:nvSpPr>
          <p:spPr>
            <a:xfrm>
              <a:off x="6350573" y="3718151"/>
              <a:ext cx="82063" cy="10107"/>
            </a:xfrm>
            <a:custGeom>
              <a:avLst/>
              <a:gdLst/>
              <a:ahLst/>
              <a:cxnLst/>
              <a:rect l="l" t="t" r="r" b="b"/>
              <a:pathLst>
                <a:path w="2525" h="311" extrusionOk="0">
                  <a:moveTo>
                    <a:pt x="143" y="1"/>
                  </a:moveTo>
                  <a:cubicBezTo>
                    <a:pt x="48" y="1"/>
                    <a:pt x="0" y="72"/>
                    <a:pt x="0" y="144"/>
                  </a:cubicBezTo>
                  <a:cubicBezTo>
                    <a:pt x="0" y="239"/>
                    <a:pt x="48" y="310"/>
                    <a:pt x="143" y="310"/>
                  </a:cubicBezTo>
                  <a:lnTo>
                    <a:pt x="2358" y="310"/>
                  </a:lnTo>
                  <a:cubicBezTo>
                    <a:pt x="2429" y="310"/>
                    <a:pt x="2524" y="239"/>
                    <a:pt x="2501" y="120"/>
                  </a:cubicBezTo>
                  <a:cubicBezTo>
                    <a:pt x="2501" y="72"/>
                    <a:pt x="2429" y="1"/>
                    <a:pt x="2358"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9" name="Google Shape;23509;p145"/>
            <p:cNvSpPr/>
            <p:nvPr/>
          </p:nvSpPr>
          <p:spPr>
            <a:xfrm>
              <a:off x="6350573" y="3740608"/>
              <a:ext cx="82063" cy="9328"/>
            </a:xfrm>
            <a:custGeom>
              <a:avLst/>
              <a:gdLst/>
              <a:ahLst/>
              <a:cxnLst/>
              <a:rect l="l" t="t" r="r" b="b"/>
              <a:pathLst>
                <a:path w="2525" h="287" extrusionOk="0">
                  <a:moveTo>
                    <a:pt x="143" y="0"/>
                  </a:moveTo>
                  <a:cubicBezTo>
                    <a:pt x="48" y="0"/>
                    <a:pt x="0" y="48"/>
                    <a:pt x="0" y="143"/>
                  </a:cubicBezTo>
                  <a:cubicBezTo>
                    <a:pt x="0" y="239"/>
                    <a:pt x="48" y="286"/>
                    <a:pt x="143" y="286"/>
                  </a:cubicBezTo>
                  <a:lnTo>
                    <a:pt x="2358" y="286"/>
                  </a:lnTo>
                  <a:cubicBezTo>
                    <a:pt x="2429" y="286"/>
                    <a:pt x="2524" y="215"/>
                    <a:pt x="2501" y="119"/>
                  </a:cubicBezTo>
                  <a:cubicBezTo>
                    <a:pt x="2501" y="48"/>
                    <a:pt x="2429" y="0"/>
                    <a:pt x="2358"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0" name="Google Shape;23510;p145"/>
            <p:cNvSpPr/>
            <p:nvPr/>
          </p:nvSpPr>
          <p:spPr>
            <a:xfrm>
              <a:off x="6350573" y="3761506"/>
              <a:ext cx="82063" cy="10075"/>
            </a:xfrm>
            <a:custGeom>
              <a:avLst/>
              <a:gdLst/>
              <a:ahLst/>
              <a:cxnLst/>
              <a:rect l="l" t="t" r="r" b="b"/>
              <a:pathLst>
                <a:path w="2525" h="310" extrusionOk="0">
                  <a:moveTo>
                    <a:pt x="143" y="0"/>
                  </a:moveTo>
                  <a:cubicBezTo>
                    <a:pt x="48" y="0"/>
                    <a:pt x="0" y="72"/>
                    <a:pt x="0" y="167"/>
                  </a:cubicBezTo>
                  <a:cubicBezTo>
                    <a:pt x="0" y="239"/>
                    <a:pt x="48" y="310"/>
                    <a:pt x="143" y="310"/>
                  </a:cubicBezTo>
                  <a:lnTo>
                    <a:pt x="2358" y="310"/>
                  </a:lnTo>
                  <a:cubicBezTo>
                    <a:pt x="2429" y="310"/>
                    <a:pt x="2524" y="239"/>
                    <a:pt x="2501" y="119"/>
                  </a:cubicBezTo>
                  <a:cubicBezTo>
                    <a:pt x="2501" y="72"/>
                    <a:pt x="2429" y="0"/>
                    <a:pt x="2358"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1" name="Google Shape;23511;p145"/>
            <p:cNvSpPr/>
            <p:nvPr/>
          </p:nvSpPr>
          <p:spPr>
            <a:xfrm>
              <a:off x="6483693" y="3718151"/>
              <a:ext cx="82843" cy="10107"/>
            </a:xfrm>
            <a:custGeom>
              <a:avLst/>
              <a:gdLst/>
              <a:ahLst/>
              <a:cxnLst/>
              <a:rect l="l" t="t" r="r" b="b"/>
              <a:pathLst>
                <a:path w="2549" h="311" extrusionOk="0">
                  <a:moveTo>
                    <a:pt x="167" y="1"/>
                  </a:moveTo>
                  <a:cubicBezTo>
                    <a:pt x="72" y="1"/>
                    <a:pt x="0" y="72"/>
                    <a:pt x="0" y="144"/>
                  </a:cubicBezTo>
                  <a:cubicBezTo>
                    <a:pt x="0" y="239"/>
                    <a:pt x="72" y="310"/>
                    <a:pt x="167" y="310"/>
                  </a:cubicBezTo>
                  <a:lnTo>
                    <a:pt x="2358" y="310"/>
                  </a:lnTo>
                  <a:cubicBezTo>
                    <a:pt x="2453" y="310"/>
                    <a:pt x="2548" y="239"/>
                    <a:pt x="2501" y="120"/>
                  </a:cubicBezTo>
                  <a:cubicBezTo>
                    <a:pt x="2501" y="72"/>
                    <a:pt x="2453" y="1"/>
                    <a:pt x="2358"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2" name="Google Shape;23512;p145"/>
            <p:cNvSpPr/>
            <p:nvPr/>
          </p:nvSpPr>
          <p:spPr>
            <a:xfrm>
              <a:off x="6483693" y="3740608"/>
              <a:ext cx="82843" cy="9328"/>
            </a:xfrm>
            <a:custGeom>
              <a:avLst/>
              <a:gdLst/>
              <a:ahLst/>
              <a:cxnLst/>
              <a:rect l="l" t="t" r="r" b="b"/>
              <a:pathLst>
                <a:path w="2549" h="287" extrusionOk="0">
                  <a:moveTo>
                    <a:pt x="167" y="0"/>
                  </a:moveTo>
                  <a:cubicBezTo>
                    <a:pt x="72" y="0"/>
                    <a:pt x="0" y="48"/>
                    <a:pt x="0" y="143"/>
                  </a:cubicBezTo>
                  <a:cubicBezTo>
                    <a:pt x="0" y="239"/>
                    <a:pt x="72" y="286"/>
                    <a:pt x="167" y="286"/>
                  </a:cubicBezTo>
                  <a:lnTo>
                    <a:pt x="2358" y="286"/>
                  </a:lnTo>
                  <a:cubicBezTo>
                    <a:pt x="2453" y="286"/>
                    <a:pt x="2548" y="215"/>
                    <a:pt x="2501" y="119"/>
                  </a:cubicBezTo>
                  <a:cubicBezTo>
                    <a:pt x="2501" y="48"/>
                    <a:pt x="2453" y="0"/>
                    <a:pt x="2358"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3" name="Google Shape;23513;p145"/>
            <p:cNvSpPr/>
            <p:nvPr/>
          </p:nvSpPr>
          <p:spPr>
            <a:xfrm>
              <a:off x="6483693" y="3761506"/>
              <a:ext cx="82843" cy="10075"/>
            </a:xfrm>
            <a:custGeom>
              <a:avLst/>
              <a:gdLst/>
              <a:ahLst/>
              <a:cxnLst/>
              <a:rect l="l" t="t" r="r" b="b"/>
              <a:pathLst>
                <a:path w="2549" h="310" extrusionOk="0">
                  <a:moveTo>
                    <a:pt x="167" y="0"/>
                  </a:moveTo>
                  <a:cubicBezTo>
                    <a:pt x="72" y="0"/>
                    <a:pt x="0" y="72"/>
                    <a:pt x="0" y="167"/>
                  </a:cubicBezTo>
                  <a:cubicBezTo>
                    <a:pt x="0" y="239"/>
                    <a:pt x="72" y="310"/>
                    <a:pt x="167" y="310"/>
                  </a:cubicBezTo>
                  <a:lnTo>
                    <a:pt x="2358" y="310"/>
                  </a:lnTo>
                  <a:cubicBezTo>
                    <a:pt x="2453" y="310"/>
                    <a:pt x="2548" y="239"/>
                    <a:pt x="2501" y="119"/>
                  </a:cubicBezTo>
                  <a:cubicBezTo>
                    <a:pt x="2501" y="72"/>
                    <a:pt x="2453" y="0"/>
                    <a:pt x="2358"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14" name="Google Shape;23514;p145"/>
          <p:cNvGrpSpPr/>
          <p:nvPr/>
        </p:nvGrpSpPr>
        <p:grpSpPr>
          <a:xfrm>
            <a:off x="5571158" y="3442706"/>
            <a:ext cx="265525" cy="357597"/>
            <a:chOff x="5571158" y="3595106"/>
            <a:chExt cx="265525" cy="357597"/>
          </a:xfrm>
        </p:grpSpPr>
        <p:sp>
          <p:nvSpPr>
            <p:cNvPr id="23515" name="Google Shape;23515;p145"/>
            <p:cNvSpPr/>
            <p:nvPr/>
          </p:nvSpPr>
          <p:spPr>
            <a:xfrm>
              <a:off x="5571158" y="3595106"/>
              <a:ext cx="265525" cy="357597"/>
            </a:xfrm>
            <a:custGeom>
              <a:avLst/>
              <a:gdLst/>
              <a:ahLst/>
              <a:cxnLst/>
              <a:rect l="l" t="t" r="r" b="b"/>
              <a:pathLst>
                <a:path w="8170" h="11003" extrusionOk="0">
                  <a:moveTo>
                    <a:pt x="382" y="0"/>
                  </a:moveTo>
                  <a:cubicBezTo>
                    <a:pt x="168" y="0"/>
                    <a:pt x="1" y="167"/>
                    <a:pt x="1" y="358"/>
                  </a:cubicBezTo>
                  <a:lnTo>
                    <a:pt x="1" y="10645"/>
                  </a:lnTo>
                  <a:cubicBezTo>
                    <a:pt x="1" y="10836"/>
                    <a:pt x="168" y="11003"/>
                    <a:pt x="382" y="11003"/>
                  </a:cubicBezTo>
                  <a:lnTo>
                    <a:pt x="7812" y="11003"/>
                  </a:lnTo>
                  <a:cubicBezTo>
                    <a:pt x="8026" y="11003"/>
                    <a:pt x="8169" y="10836"/>
                    <a:pt x="8169" y="10645"/>
                  </a:cubicBezTo>
                  <a:lnTo>
                    <a:pt x="8169" y="358"/>
                  </a:lnTo>
                  <a:cubicBezTo>
                    <a:pt x="8169" y="167"/>
                    <a:pt x="8026" y="0"/>
                    <a:pt x="7812"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6" name="Google Shape;23516;p145"/>
            <p:cNvSpPr/>
            <p:nvPr/>
          </p:nvSpPr>
          <p:spPr>
            <a:xfrm>
              <a:off x="5803371" y="3595106"/>
              <a:ext cx="33313" cy="357597"/>
            </a:xfrm>
            <a:custGeom>
              <a:avLst/>
              <a:gdLst/>
              <a:ahLst/>
              <a:cxnLst/>
              <a:rect l="l" t="t" r="r" b="b"/>
              <a:pathLst>
                <a:path w="1025" h="11003" extrusionOk="0">
                  <a:moveTo>
                    <a:pt x="0" y="0"/>
                  </a:moveTo>
                  <a:cubicBezTo>
                    <a:pt x="215" y="0"/>
                    <a:pt x="381" y="167"/>
                    <a:pt x="381" y="358"/>
                  </a:cubicBezTo>
                  <a:lnTo>
                    <a:pt x="381" y="10645"/>
                  </a:lnTo>
                  <a:cubicBezTo>
                    <a:pt x="381" y="10836"/>
                    <a:pt x="215" y="11003"/>
                    <a:pt x="0" y="11003"/>
                  </a:cubicBezTo>
                  <a:lnTo>
                    <a:pt x="667" y="11003"/>
                  </a:lnTo>
                  <a:cubicBezTo>
                    <a:pt x="881" y="11003"/>
                    <a:pt x="1024" y="10836"/>
                    <a:pt x="1024" y="10645"/>
                  </a:cubicBezTo>
                  <a:lnTo>
                    <a:pt x="1024" y="358"/>
                  </a:lnTo>
                  <a:cubicBezTo>
                    <a:pt x="1024" y="167"/>
                    <a:pt x="881" y="0"/>
                    <a:pt x="667"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7" name="Google Shape;23517;p145"/>
            <p:cNvSpPr/>
            <p:nvPr/>
          </p:nvSpPr>
          <p:spPr>
            <a:xfrm>
              <a:off x="5571158" y="3595106"/>
              <a:ext cx="265525" cy="37960"/>
            </a:xfrm>
            <a:custGeom>
              <a:avLst/>
              <a:gdLst/>
              <a:ahLst/>
              <a:cxnLst/>
              <a:rect l="l" t="t" r="r" b="b"/>
              <a:pathLst>
                <a:path w="8170" h="1168" extrusionOk="0">
                  <a:moveTo>
                    <a:pt x="382" y="0"/>
                  </a:moveTo>
                  <a:cubicBezTo>
                    <a:pt x="168" y="0"/>
                    <a:pt x="1" y="167"/>
                    <a:pt x="1" y="358"/>
                  </a:cubicBezTo>
                  <a:lnTo>
                    <a:pt x="1" y="1167"/>
                  </a:lnTo>
                  <a:lnTo>
                    <a:pt x="8169" y="1167"/>
                  </a:lnTo>
                  <a:lnTo>
                    <a:pt x="8169" y="358"/>
                  </a:lnTo>
                  <a:cubicBezTo>
                    <a:pt x="8169" y="167"/>
                    <a:pt x="8026" y="0"/>
                    <a:pt x="7812" y="0"/>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8" name="Google Shape;23518;p145"/>
            <p:cNvSpPr/>
            <p:nvPr/>
          </p:nvSpPr>
          <p:spPr>
            <a:xfrm>
              <a:off x="5803371" y="3595106"/>
              <a:ext cx="33313" cy="37960"/>
            </a:xfrm>
            <a:custGeom>
              <a:avLst/>
              <a:gdLst/>
              <a:ahLst/>
              <a:cxnLst/>
              <a:rect l="l" t="t" r="r" b="b"/>
              <a:pathLst>
                <a:path w="1025" h="1168" extrusionOk="0">
                  <a:moveTo>
                    <a:pt x="0" y="0"/>
                  </a:moveTo>
                  <a:cubicBezTo>
                    <a:pt x="215" y="0"/>
                    <a:pt x="381" y="167"/>
                    <a:pt x="381" y="358"/>
                  </a:cubicBezTo>
                  <a:lnTo>
                    <a:pt x="381" y="1167"/>
                  </a:lnTo>
                  <a:lnTo>
                    <a:pt x="1024" y="1167"/>
                  </a:lnTo>
                  <a:lnTo>
                    <a:pt x="1024" y="358"/>
                  </a:lnTo>
                  <a:cubicBezTo>
                    <a:pt x="1024" y="167"/>
                    <a:pt x="881" y="0"/>
                    <a:pt x="667" y="0"/>
                  </a:cubicBezTo>
                  <a:close/>
                </a:path>
              </a:pathLst>
            </a:custGeom>
            <a:solidFill>
              <a:srgbClr val="AD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9" name="Google Shape;23519;p145"/>
            <p:cNvSpPr/>
            <p:nvPr/>
          </p:nvSpPr>
          <p:spPr>
            <a:xfrm>
              <a:off x="5599823" y="3666313"/>
              <a:ext cx="212875" cy="255418"/>
            </a:xfrm>
            <a:custGeom>
              <a:avLst/>
              <a:gdLst/>
              <a:ahLst/>
              <a:cxnLst/>
              <a:rect l="l" t="t" r="r" b="b"/>
              <a:pathLst>
                <a:path w="6550" h="7859" extrusionOk="0">
                  <a:moveTo>
                    <a:pt x="214" y="0"/>
                  </a:moveTo>
                  <a:cubicBezTo>
                    <a:pt x="95" y="0"/>
                    <a:pt x="0" y="72"/>
                    <a:pt x="0" y="191"/>
                  </a:cubicBezTo>
                  <a:lnTo>
                    <a:pt x="0" y="7645"/>
                  </a:lnTo>
                  <a:lnTo>
                    <a:pt x="3263" y="7859"/>
                  </a:lnTo>
                  <a:lnTo>
                    <a:pt x="6549" y="7645"/>
                  </a:lnTo>
                  <a:lnTo>
                    <a:pt x="6549" y="191"/>
                  </a:lnTo>
                  <a:cubicBezTo>
                    <a:pt x="6549" y="72"/>
                    <a:pt x="6454" y="0"/>
                    <a:pt x="6335"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0" name="Google Shape;23520;p145"/>
            <p:cNvSpPr/>
            <p:nvPr/>
          </p:nvSpPr>
          <p:spPr>
            <a:xfrm>
              <a:off x="5655528" y="3847403"/>
              <a:ext cx="44168" cy="68153"/>
            </a:xfrm>
            <a:custGeom>
              <a:avLst/>
              <a:gdLst/>
              <a:ahLst/>
              <a:cxnLst/>
              <a:rect l="l" t="t" r="r" b="b"/>
              <a:pathLst>
                <a:path w="1359" h="2097" extrusionOk="0">
                  <a:moveTo>
                    <a:pt x="406" y="1"/>
                  </a:moveTo>
                  <a:cubicBezTo>
                    <a:pt x="310" y="1"/>
                    <a:pt x="215" y="96"/>
                    <a:pt x="215" y="191"/>
                  </a:cubicBezTo>
                  <a:lnTo>
                    <a:pt x="1" y="406"/>
                  </a:lnTo>
                  <a:lnTo>
                    <a:pt x="215" y="549"/>
                  </a:lnTo>
                  <a:lnTo>
                    <a:pt x="48" y="691"/>
                  </a:lnTo>
                  <a:lnTo>
                    <a:pt x="215" y="882"/>
                  </a:lnTo>
                  <a:lnTo>
                    <a:pt x="1" y="2096"/>
                  </a:lnTo>
                  <a:lnTo>
                    <a:pt x="1358" y="2096"/>
                  </a:lnTo>
                  <a:lnTo>
                    <a:pt x="1144" y="882"/>
                  </a:lnTo>
                  <a:lnTo>
                    <a:pt x="1263" y="787"/>
                  </a:lnTo>
                  <a:lnTo>
                    <a:pt x="1144" y="549"/>
                  </a:lnTo>
                  <a:lnTo>
                    <a:pt x="1358" y="406"/>
                  </a:lnTo>
                  <a:lnTo>
                    <a:pt x="1144" y="191"/>
                  </a:lnTo>
                  <a:cubicBezTo>
                    <a:pt x="1144" y="96"/>
                    <a:pt x="1049" y="1"/>
                    <a:pt x="953" y="1"/>
                  </a:cubicBezTo>
                  <a:close/>
                </a:path>
              </a:pathLst>
            </a:custGeom>
            <a:solidFill>
              <a:srgbClr val="E1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1" name="Google Shape;23521;p145"/>
            <p:cNvSpPr/>
            <p:nvPr/>
          </p:nvSpPr>
          <p:spPr>
            <a:xfrm>
              <a:off x="5715913" y="3845876"/>
              <a:ext cx="42607" cy="69680"/>
            </a:xfrm>
            <a:custGeom>
              <a:avLst/>
              <a:gdLst/>
              <a:ahLst/>
              <a:cxnLst/>
              <a:rect l="l" t="t" r="r" b="b"/>
              <a:pathLst>
                <a:path w="1311" h="2144" extrusionOk="0">
                  <a:moveTo>
                    <a:pt x="381" y="0"/>
                  </a:moveTo>
                  <a:cubicBezTo>
                    <a:pt x="286" y="0"/>
                    <a:pt x="215" y="95"/>
                    <a:pt x="215" y="191"/>
                  </a:cubicBezTo>
                  <a:lnTo>
                    <a:pt x="0" y="334"/>
                  </a:lnTo>
                  <a:lnTo>
                    <a:pt x="215" y="476"/>
                  </a:lnTo>
                  <a:lnTo>
                    <a:pt x="48" y="596"/>
                  </a:lnTo>
                  <a:lnTo>
                    <a:pt x="215" y="810"/>
                  </a:lnTo>
                  <a:lnTo>
                    <a:pt x="0" y="1500"/>
                  </a:lnTo>
                  <a:lnTo>
                    <a:pt x="215" y="2143"/>
                  </a:lnTo>
                  <a:lnTo>
                    <a:pt x="1096" y="2143"/>
                  </a:lnTo>
                  <a:lnTo>
                    <a:pt x="1310" y="1691"/>
                  </a:lnTo>
                  <a:lnTo>
                    <a:pt x="1096" y="810"/>
                  </a:lnTo>
                  <a:lnTo>
                    <a:pt x="881" y="619"/>
                  </a:lnTo>
                  <a:lnTo>
                    <a:pt x="1096" y="476"/>
                  </a:lnTo>
                  <a:lnTo>
                    <a:pt x="1096" y="191"/>
                  </a:lnTo>
                  <a:cubicBezTo>
                    <a:pt x="1096" y="95"/>
                    <a:pt x="1000" y="0"/>
                    <a:pt x="905" y="0"/>
                  </a:cubicBezTo>
                  <a:close/>
                </a:path>
              </a:pathLst>
            </a:custGeom>
            <a:solidFill>
              <a:srgbClr val="E8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2" name="Google Shape;23522;p145"/>
            <p:cNvSpPr/>
            <p:nvPr/>
          </p:nvSpPr>
          <p:spPr>
            <a:xfrm>
              <a:off x="5662516" y="3865213"/>
              <a:ext cx="29413" cy="10855"/>
            </a:xfrm>
            <a:custGeom>
              <a:avLst/>
              <a:gdLst/>
              <a:ahLst/>
              <a:cxnLst/>
              <a:rect l="l" t="t" r="r" b="b"/>
              <a:pathLst>
                <a:path w="905" h="334" extrusionOk="0">
                  <a:moveTo>
                    <a:pt x="0" y="1"/>
                  </a:moveTo>
                  <a:lnTo>
                    <a:pt x="0" y="334"/>
                  </a:lnTo>
                  <a:lnTo>
                    <a:pt x="905" y="334"/>
                  </a:lnTo>
                  <a:lnTo>
                    <a:pt x="905" y="1"/>
                  </a:lnTo>
                  <a:close/>
                </a:path>
              </a:pathLst>
            </a:custGeom>
            <a:solidFill>
              <a:srgbClr val="BFC9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3" name="Google Shape;23523;p145"/>
            <p:cNvSpPr/>
            <p:nvPr/>
          </p:nvSpPr>
          <p:spPr>
            <a:xfrm>
              <a:off x="5722868" y="3861346"/>
              <a:ext cx="28665" cy="10855"/>
            </a:xfrm>
            <a:custGeom>
              <a:avLst/>
              <a:gdLst/>
              <a:ahLst/>
              <a:cxnLst/>
              <a:rect l="l" t="t" r="r" b="b"/>
              <a:pathLst>
                <a:path w="882" h="334" extrusionOk="0">
                  <a:moveTo>
                    <a:pt x="1" y="0"/>
                  </a:moveTo>
                  <a:lnTo>
                    <a:pt x="1" y="334"/>
                  </a:lnTo>
                  <a:lnTo>
                    <a:pt x="882" y="334"/>
                  </a:lnTo>
                  <a:lnTo>
                    <a:pt x="882" y="0"/>
                  </a:lnTo>
                  <a:close/>
                </a:path>
              </a:pathLst>
            </a:custGeom>
            <a:solidFill>
              <a:srgbClr val="D5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4" name="Google Shape;23524;p145"/>
            <p:cNvSpPr/>
            <p:nvPr/>
          </p:nvSpPr>
          <p:spPr>
            <a:xfrm>
              <a:off x="5633851" y="3833493"/>
              <a:ext cx="28697" cy="82063"/>
            </a:xfrm>
            <a:custGeom>
              <a:avLst/>
              <a:gdLst/>
              <a:ahLst/>
              <a:cxnLst/>
              <a:rect l="l" t="t" r="r" b="b"/>
              <a:pathLst>
                <a:path w="883" h="2525" extrusionOk="0">
                  <a:moveTo>
                    <a:pt x="168" y="0"/>
                  </a:moveTo>
                  <a:cubicBezTo>
                    <a:pt x="72" y="0"/>
                    <a:pt x="1" y="72"/>
                    <a:pt x="1" y="167"/>
                  </a:cubicBezTo>
                  <a:lnTo>
                    <a:pt x="1" y="476"/>
                  </a:lnTo>
                  <a:lnTo>
                    <a:pt x="191" y="643"/>
                  </a:lnTo>
                  <a:lnTo>
                    <a:pt x="1" y="810"/>
                  </a:lnTo>
                  <a:lnTo>
                    <a:pt x="1" y="2524"/>
                  </a:lnTo>
                  <a:lnTo>
                    <a:pt x="882" y="2524"/>
                  </a:lnTo>
                  <a:lnTo>
                    <a:pt x="882" y="810"/>
                  </a:lnTo>
                  <a:lnTo>
                    <a:pt x="668" y="643"/>
                  </a:lnTo>
                  <a:lnTo>
                    <a:pt x="882" y="476"/>
                  </a:lnTo>
                  <a:lnTo>
                    <a:pt x="882" y="167"/>
                  </a:lnTo>
                  <a:cubicBezTo>
                    <a:pt x="882" y="72"/>
                    <a:pt x="787" y="0"/>
                    <a:pt x="71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5" name="Google Shape;23525;p145"/>
            <p:cNvSpPr/>
            <p:nvPr/>
          </p:nvSpPr>
          <p:spPr>
            <a:xfrm>
              <a:off x="5633851" y="3848963"/>
              <a:ext cx="28697" cy="10855"/>
            </a:xfrm>
            <a:custGeom>
              <a:avLst/>
              <a:gdLst/>
              <a:ahLst/>
              <a:cxnLst/>
              <a:rect l="l" t="t" r="r" b="b"/>
              <a:pathLst>
                <a:path w="883" h="334" extrusionOk="0">
                  <a:moveTo>
                    <a:pt x="1" y="0"/>
                  </a:moveTo>
                  <a:lnTo>
                    <a:pt x="1" y="334"/>
                  </a:lnTo>
                  <a:lnTo>
                    <a:pt x="882" y="334"/>
                  </a:lnTo>
                  <a:lnTo>
                    <a:pt x="882" y="0"/>
                  </a:ln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6" name="Google Shape;23526;p145"/>
            <p:cNvSpPr/>
            <p:nvPr/>
          </p:nvSpPr>
          <p:spPr>
            <a:xfrm>
              <a:off x="5692676" y="3832713"/>
              <a:ext cx="30225" cy="82843"/>
            </a:xfrm>
            <a:custGeom>
              <a:avLst/>
              <a:gdLst/>
              <a:ahLst/>
              <a:cxnLst/>
              <a:rect l="l" t="t" r="r" b="b"/>
              <a:pathLst>
                <a:path w="930" h="2549" extrusionOk="0">
                  <a:moveTo>
                    <a:pt x="168" y="0"/>
                  </a:moveTo>
                  <a:cubicBezTo>
                    <a:pt x="72" y="0"/>
                    <a:pt x="1" y="72"/>
                    <a:pt x="1" y="167"/>
                  </a:cubicBezTo>
                  <a:lnTo>
                    <a:pt x="1" y="500"/>
                  </a:lnTo>
                  <a:lnTo>
                    <a:pt x="25" y="643"/>
                  </a:lnTo>
                  <a:lnTo>
                    <a:pt x="1" y="858"/>
                  </a:lnTo>
                  <a:lnTo>
                    <a:pt x="1" y="2548"/>
                  </a:lnTo>
                  <a:lnTo>
                    <a:pt x="930" y="2548"/>
                  </a:lnTo>
                  <a:lnTo>
                    <a:pt x="930" y="834"/>
                  </a:lnTo>
                  <a:lnTo>
                    <a:pt x="691" y="667"/>
                  </a:lnTo>
                  <a:lnTo>
                    <a:pt x="930" y="500"/>
                  </a:lnTo>
                  <a:lnTo>
                    <a:pt x="930" y="167"/>
                  </a:lnTo>
                  <a:cubicBezTo>
                    <a:pt x="930" y="72"/>
                    <a:pt x="834" y="0"/>
                    <a:pt x="739" y="0"/>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7" name="Google Shape;23527;p145"/>
            <p:cNvSpPr/>
            <p:nvPr/>
          </p:nvSpPr>
          <p:spPr>
            <a:xfrm>
              <a:off x="5692676" y="3849743"/>
              <a:ext cx="28665" cy="10855"/>
            </a:xfrm>
            <a:custGeom>
              <a:avLst/>
              <a:gdLst/>
              <a:ahLst/>
              <a:cxnLst/>
              <a:rect l="l" t="t" r="r" b="b"/>
              <a:pathLst>
                <a:path w="882" h="334" extrusionOk="0">
                  <a:moveTo>
                    <a:pt x="1" y="0"/>
                  </a:moveTo>
                  <a:lnTo>
                    <a:pt x="1" y="334"/>
                  </a:lnTo>
                  <a:lnTo>
                    <a:pt x="882" y="334"/>
                  </a:lnTo>
                  <a:lnTo>
                    <a:pt x="882"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8" name="Google Shape;23528;p145"/>
            <p:cNvSpPr/>
            <p:nvPr/>
          </p:nvSpPr>
          <p:spPr>
            <a:xfrm>
              <a:off x="5751501" y="3861346"/>
              <a:ext cx="29445" cy="54210"/>
            </a:xfrm>
            <a:custGeom>
              <a:avLst/>
              <a:gdLst/>
              <a:ahLst/>
              <a:cxnLst/>
              <a:rect l="l" t="t" r="r" b="b"/>
              <a:pathLst>
                <a:path w="906" h="1668" extrusionOk="0">
                  <a:moveTo>
                    <a:pt x="191" y="0"/>
                  </a:moveTo>
                  <a:cubicBezTo>
                    <a:pt x="96" y="0"/>
                    <a:pt x="1" y="96"/>
                    <a:pt x="1" y="167"/>
                  </a:cubicBezTo>
                  <a:lnTo>
                    <a:pt x="1" y="501"/>
                  </a:lnTo>
                  <a:lnTo>
                    <a:pt x="215" y="691"/>
                  </a:lnTo>
                  <a:lnTo>
                    <a:pt x="1" y="834"/>
                  </a:lnTo>
                  <a:lnTo>
                    <a:pt x="1" y="1667"/>
                  </a:lnTo>
                  <a:lnTo>
                    <a:pt x="906" y="1667"/>
                  </a:lnTo>
                  <a:lnTo>
                    <a:pt x="906" y="834"/>
                  </a:lnTo>
                  <a:lnTo>
                    <a:pt x="691" y="691"/>
                  </a:lnTo>
                  <a:lnTo>
                    <a:pt x="906" y="501"/>
                  </a:lnTo>
                  <a:lnTo>
                    <a:pt x="906" y="167"/>
                  </a:lnTo>
                  <a:cubicBezTo>
                    <a:pt x="906" y="96"/>
                    <a:pt x="810" y="0"/>
                    <a:pt x="715" y="0"/>
                  </a:cubicBezTo>
                  <a:close/>
                </a:path>
              </a:pathLst>
            </a:custGeom>
            <a:solidFill>
              <a:srgbClr val="C4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9" name="Google Shape;23529;p145"/>
            <p:cNvSpPr/>
            <p:nvPr/>
          </p:nvSpPr>
          <p:spPr>
            <a:xfrm>
              <a:off x="5751501" y="3879156"/>
              <a:ext cx="29445" cy="10075"/>
            </a:xfrm>
            <a:custGeom>
              <a:avLst/>
              <a:gdLst/>
              <a:ahLst/>
              <a:cxnLst/>
              <a:rect l="l" t="t" r="r" b="b"/>
              <a:pathLst>
                <a:path w="906" h="310" extrusionOk="0">
                  <a:moveTo>
                    <a:pt x="1" y="0"/>
                  </a:moveTo>
                  <a:lnTo>
                    <a:pt x="1" y="310"/>
                  </a:lnTo>
                  <a:lnTo>
                    <a:pt x="906" y="310"/>
                  </a:lnTo>
                  <a:lnTo>
                    <a:pt x="906" y="0"/>
                  </a:ln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0" name="Google Shape;23530;p145"/>
            <p:cNvSpPr/>
            <p:nvPr/>
          </p:nvSpPr>
          <p:spPr>
            <a:xfrm>
              <a:off x="5571158" y="3914743"/>
              <a:ext cx="265525" cy="37960"/>
            </a:xfrm>
            <a:custGeom>
              <a:avLst/>
              <a:gdLst/>
              <a:ahLst/>
              <a:cxnLst/>
              <a:rect l="l" t="t" r="r" b="b"/>
              <a:pathLst>
                <a:path w="8170" h="1168" extrusionOk="0">
                  <a:moveTo>
                    <a:pt x="1" y="1"/>
                  </a:moveTo>
                  <a:lnTo>
                    <a:pt x="1" y="810"/>
                  </a:lnTo>
                  <a:cubicBezTo>
                    <a:pt x="1" y="1001"/>
                    <a:pt x="168" y="1168"/>
                    <a:pt x="382" y="1168"/>
                  </a:cubicBezTo>
                  <a:lnTo>
                    <a:pt x="7812" y="1168"/>
                  </a:lnTo>
                  <a:cubicBezTo>
                    <a:pt x="8026" y="1168"/>
                    <a:pt x="8169" y="1001"/>
                    <a:pt x="8169" y="810"/>
                  </a:cubicBezTo>
                  <a:lnTo>
                    <a:pt x="8169" y="1"/>
                  </a:ln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1" name="Google Shape;23531;p145"/>
            <p:cNvSpPr/>
            <p:nvPr/>
          </p:nvSpPr>
          <p:spPr>
            <a:xfrm>
              <a:off x="5803371" y="3914743"/>
              <a:ext cx="33313" cy="37960"/>
            </a:xfrm>
            <a:custGeom>
              <a:avLst/>
              <a:gdLst/>
              <a:ahLst/>
              <a:cxnLst/>
              <a:rect l="l" t="t" r="r" b="b"/>
              <a:pathLst>
                <a:path w="1025" h="1168" extrusionOk="0">
                  <a:moveTo>
                    <a:pt x="381" y="1"/>
                  </a:moveTo>
                  <a:lnTo>
                    <a:pt x="381" y="810"/>
                  </a:lnTo>
                  <a:cubicBezTo>
                    <a:pt x="381" y="1001"/>
                    <a:pt x="215" y="1168"/>
                    <a:pt x="0" y="1168"/>
                  </a:cubicBezTo>
                  <a:lnTo>
                    <a:pt x="667" y="1168"/>
                  </a:lnTo>
                  <a:cubicBezTo>
                    <a:pt x="881" y="1168"/>
                    <a:pt x="1024" y="1001"/>
                    <a:pt x="1024" y="810"/>
                  </a:cubicBezTo>
                  <a:lnTo>
                    <a:pt x="1024" y="1"/>
                  </a:lnTo>
                  <a:close/>
                </a:path>
              </a:pathLst>
            </a:custGeom>
            <a:solidFill>
              <a:srgbClr val="AD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2" name="Google Shape;23532;p145"/>
            <p:cNvSpPr/>
            <p:nvPr/>
          </p:nvSpPr>
          <p:spPr>
            <a:xfrm>
              <a:off x="5655528" y="3709636"/>
              <a:ext cx="44168" cy="67372"/>
            </a:xfrm>
            <a:custGeom>
              <a:avLst/>
              <a:gdLst/>
              <a:ahLst/>
              <a:cxnLst/>
              <a:rect l="l" t="t" r="r" b="b"/>
              <a:pathLst>
                <a:path w="1359" h="2073" extrusionOk="0">
                  <a:moveTo>
                    <a:pt x="406" y="1"/>
                  </a:moveTo>
                  <a:cubicBezTo>
                    <a:pt x="310" y="1"/>
                    <a:pt x="215" y="72"/>
                    <a:pt x="215" y="168"/>
                  </a:cubicBezTo>
                  <a:lnTo>
                    <a:pt x="215" y="525"/>
                  </a:lnTo>
                  <a:lnTo>
                    <a:pt x="429" y="715"/>
                  </a:lnTo>
                  <a:lnTo>
                    <a:pt x="215" y="858"/>
                  </a:lnTo>
                  <a:lnTo>
                    <a:pt x="1" y="2073"/>
                  </a:lnTo>
                  <a:lnTo>
                    <a:pt x="1358" y="2073"/>
                  </a:lnTo>
                  <a:lnTo>
                    <a:pt x="1120" y="858"/>
                  </a:lnTo>
                  <a:lnTo>
                    <a:pt x="906" y="715"/>
                  </a:lnTo>
                  <a:lnTo>
                    <a:pt x="1120" y="525"/>
                  </a:lnTo>
                  <a:lnTo>
                    <a:pt x="1311" y="382"/>
                  </a:lnTo>
                  <a:lnTo>
                    <a:pt x="1120" y="168"/>
                  </a:lnTo>
                  <a:cubicBezTo>
                    <a:pt x="1120" y="72"/>
                    <a:pt x="1025" y="1"/>
                    <a:pt x="929" y="1"/>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3" name="Google Shape;23533;p145"/>
            <p:cNvSpPr/>
            <p:nvPr/>
          </p:nvSpPr>
          <p:spPr>
            <a:xfrm>
              <a:off x="5662516" y="3726666"/>
              <a:ext cx="29413" cy="10888"/>
            </a:xfrm>
            <a:custGeom>
              <a:avLst/>
              <a:gdLst/>
              <a:ahLst/>
              <a:cxnLst/>
              <a:rect l="l" t="t" r="r" b="b"/>
              <a:pathLst>
                <a:path w="905" h="335" extrusionOk="0">
                  <a:moveTo>
                    <a:pt x="0" y="1"/>
                  </a:moveTo>
                  <a:lnTo>
                    <a:pt x="0" y="334"/>
                  </a:lnTo>
                  <a:lnTo>
                    <a:pt x="905" y="334"/>
                  </a:lnTo>
                  <a:lnTo>
                    <a:pt x="905" y="1"/>
                  </a:ln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4" name="Google Shape;23534;p145"/>
            <p:cNvSpPr/>
            <p:nvPr/>
          </p:nvSpPr>
          <p:spPr>
            <a:xfrm>
              <a:off x="5715913" y="3695726"/>
              <a:ext cx="42607" cy="81282"/>
            </a:xfrm>
            <a:custGeom>
              <a:avLst/>
              <a:gdLst/>
              <a:ahLst/>
              <a:cxnLst/>
              <a:rect l="l" t="t" r="r" b="b"/>
              <a:pathLst>
                <a:path w="1311" h="2501" extrusionOk="0">
                  <a:moveTo>
                    <a:pt x="381" y="0"/>
                  </a:moveTo>
                  <a:cubicBezTo>
                    <a:pt x="286" y="0"/>
                    <a:pt x="215" y="95"/>
                    <a:pt x="215" y="191"/>
                  </a:cubicBezTo>
                  <a:lnTo>
                    <a:pt x="215" y="476"/>
                  </a:lnTo>
                  <a:lnTo>
                    <a:pt x="405" y="667"/>
                  </a:lnTo>
                  <a:lnTo>
                    <a:pt x="215" y="810"/>
                  </a:lnTo>
                  <a:lnTo>
                    <a:pt x="0" y="1858"/>
                  </a:lnTo>
                  <a:lnTo>
                    <a:pt x="215" y="2501"/>
                  </a:lnTo>
                  <a:lnTo>
                    <a:pt x="1096" y="2501"/>
                  </a:lnTo>
                  <a:lnTo>
                    <a:pt x="1310" y="2072"/>
                  </a:lnTo>
                  <a:lnTo>
                    <a:pt x="1096" y="810"/>
                  </a:lnTo>
                  <a:lnTo>
                    <a:pt x="881" y="643"/>
                  </a:lnTo>
                  <a:lnTo>
                    <a:pt x="1096" y="476"/>
                  </a:lnTo>
                  <a:lnTo>
                    <a:pt x="1096" y="191"/>
                  </a:lnTo>
                  <a:cubicBezTo>
                    <a:pt x="1096" y="95"/>
                    <a:pt x="1000" y="0"/>
                    <a:pt x="905" y="0"/>
                  </a:cubicBezTo>
                  <a:close/>
                </a:path>
              </a:pathLst>
            </a:custGeom>
            <a:solidFill>
              <a:srgbClr val="E8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5" name="Google Shape;23535;p145"/>
            <p:cNvSpPr/>
            <p:nvPr/>
          </p:nvSpPr>
          <p:spPr>
            <a:xfrm>
              <a:off x="5722868" y="3711196"/>
              <a:ext cx="28665" cy="10855"/>
            </a:xfrm>
            <a:custGeom>
              <a:avLst/>
              <a:gdLst/>
              <a:ahLst/>
              <a:cxnLst/>
              <a:rect l="l" t="t" r="r" b="b"/>
              <a:pathLst>
                <a:path w="882" h="334" extrusionOk="0">
                  <a:moveTo>
                    <a:pt x="1" y="0"/>
                  </a:moveTo>
                  <a:lnTo>
                    <a:pt x="1" y="334"/>
                  </a:lnTo>
                  <a:lnTo>
                    <a:pt x="882" y="334"/>
                  </a:lnTo>
                  <a:lnTo>
                    <a:pt x="882" y="0"/>
                  </a:lnTo>
                  <a:close/>
                </a:path>
              </a:pathLst>
            </a:custGeom>
            <a:solidFill>
              <a:srgbClr val="D5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6" name="Google Shape;23536;p145"/>
            <p:cNvSpPr/>
            <p:nvPr/>
          </p:nvSpPr>
          <p:spPr>
            <a:xfrm>
              <a:off x="5633851" y="3722018"/>
              <a:ext cx="28697" cy="56550"/>
            </a:xfrm>
            <a:custGeom>
              <a:avLst/>
              <a:gdLst/>
              <a:ahLst/>
              <a:cxnLst/>
              <a:rect l="l" t="t" r="r" b="b"/>
              <a:pathLst>
                <a:path w="883" h="1740" extrusionOk="0">
                  <a:moveTo>
                    <a:pt x="168" y="1"/>
                  </a:moveTo>
                  <a:cubicBezTo>
                    <a:pt x="72" y="1"/>
                    <a:pt x="1" y="96"/>
                    <a:pt x="1" y="168"/>
                  </a:cubicBezTo>
                  <a:lnTo>
                    <a:pt x="1" y="477"/>
                  </a:lnTo>
                  <a:lnTo>
                    <a:pt x="191" y="668"/>
                  </a:lnTo>
                  <a:lnTo>
                    <a:pt x="1" y="811"/>
                  </a:lnTo>
                  <a:lnTo>
                    <a:pt x="1" y="1739"/>
                  </a:lnTo>
                  <a:lnTo>
                    <a:pt x="882" y="1739"/>
                  </a:lnTo>
                  <a:lnTo>
                    <a:pt x="882" y="811"/>
                  </a:lnTo>
                  <a:lnTo>
                    <a:pt x="668" y="668"/>
                  </a:lnTo>
                  <a:lnTo>
                    <a:pt x="882" y="477"/>
                  </a:lnTo>
                  <a:lnTo>
                    <a:pt x="882" y="168"/>
                  </a:lnTo>
                  <a:cubicBezTo>
                    <a:pt x="882" y="96"/>
                    <a:pt x="787" y="1"/>
                    <a:pt x="715"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7" name="Google Shape;23537;p145"/>
            <p:cNvSpPr/>
            <p:nvPr/>
          </p:nvSpPr>
          <p:spPr>
            <a:xfrm>
              <a:off x="5633851" y="3737521"/>
              <a:ext cx="28697" cy="10855"/>
            </a:xfrm>
            <a:custGeom>
              <a:avLst/>
              <a:gdLst/>
              <a:ahLst/>
              <a:cxnLst/>
              <a:rect l="l" t="t" r="r" b="b"/>
              <a:pathLst>
                <a:path w="883" h="334" extrusionOk="0">
                  <a:moveTo>
                    <a:pt x="1" y="0"/>
                  </a:moveTo>
                  <a:lnTo>
                    <a:pt x="1" y="334"/>
                  </a:lnTo>
                  <a:lnTo>
                    <a:pt x="882" y="334"/>
                  </a:lnTo>
                  <a:lnTo>
                    <a:pt x="882"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8" name="Google Shape;23538;p145"/>
            <p:cNvSpPr/>
            <p:nvPr/>
          </p:nvSpPr>
          <p:spPr>
            <a:xfrm>
              <a:off x="5693456" y="3694946"/>
              <a:ext cx="29445" cy="82063"/>
            </a:xfrm>
            <a:custGeom>
              <a:avLst/>
              <a:gdLst/>
              <a:ahLst/>
              <a:cxnLst/>
              <a:rect l="l" t="t" r="r" b="b"/>
              <a:pathLst>
                <a:path w="906" h="2525" extrusionOk="0">
                  <a:moveTo>
                    <a:pt x="191" y="0"/>
                  </a:moveTo>
                  <a:cubicBezTo>
                    <a:pt x="96" y="0"/>
                    <a:pt x="1" y="96"/>
                    <a:pt x="1" y="191"/>
                  </a:cubicBezTo>
                  <a:lnTo>
                    <a:pt x="1" y="500"/>
                  </a:lnTo>
                  <a:lnTo>
                    <a:pt x="215" y="691"/>
                  </a:lnTo>
                  <a:lnTo>
                    <a:pt x="1" y="834"/>
                  </a:lnTo>
                  <a:lnTo>
                    <a:pt x="1" y="2525"/>
                  </a:lnTo>
                  <a:lnTo>
                    <a:pt x="906" y="2525"/>
                  </a:lnTo>
                  <a:lnTo>
                    <a:pt x="906" y="834"/>
                  </a:lnTo>
                  <a:lnTo>
                    <a:pt x="691" y="691"/>
                  </a:lnTo>
                  <a:lnTo>
                    <a:pt x="906" y="500"/>
                  </a:lnTo>
                  <a:lnTo>
                    <a:pt x="906" y="191"/>
                  </a:lnTo>
                  <a:cubicBezTo>
                    <a:pt x="906" y="96"/>
                    <a:pt x="810" y="0"/>
                    <a:pt x="715" y="0"/>
                  </a:cubicBezTo>
                  <a:close/>
                </a:path>
              </a:pathLst>
            </a:custGeom>
            <a:solidFill>
              <a:srgbClr val="C4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9" name="Google Shape;23539;p145"/>
            <p:cNvSpPr/>
            <p:nvPr/>
          </p:nvSpPr>
          <p:spPr>
            <a:xfrm>
              <a:off x="5692676" y="3711196"/>
              <a:ext cx="28665" cy="10855"/>
            </a:xfrm>
            <a:custGeom>
              <a:avLst/>
              <a:gdLst/>
              <a:ahLst/>
              <a:cxnLst/>
              <a:rect l="l" t="t" r="r" b="b"/>
              <a:pathLst>
                <a:path w="882" h="334" extrusionOk="0">
                  <a:moveTo>
                    <a:pt x="1" y="0"/>
                  </a:moveTo>
                  <a:lnTo>
                    <a:pt x="1" y="334"/>
                  </a:lnTo>
                  <a:lnTo>
                    <a:pt x="882" y="334"/>
                  </a:lnTo>
                  <a:lnTo>
                    <a:pt x="882" y="0"/>
                  </a:ln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0" name="Google Shape;23540;p145"/>
            <p:cNvSpPr/>
            <p:nvPr/>
          </p:nvSpPr>
          <p:spPr>
            <a:xfrm>
              <a:off x="5751501" y="3711196"/>
              <a:ext cx="29445" cy="65813"/>
            </a:xfrm>
            <a:custGeom>
              <a:avLst/>
              <a:gdLst/>
              <a:ahLst/>
              <a:cxnLst/>
              <a:rect l="l" t="t" r="r" b="b"/>
              <a:pathLst>
                <a:path w="906" h="2025" extrusionOk="0">
                  <a:moveTo>
                    <a:pt x="191" y="0"/>
                  </a:moveTo>
                  <a:cubicBezTo>
                    <a:pt x="96" y="0"/>
                    <a:pt x="1" y="96"/>
                    <a:pt x="1" y="191"/>
                  </a:cubicBezTo>
                  <a:lnTo>
                    <a:pt x="1" y="501"/>
                  </a:lnTo>
                  <a:lnTo>
                    <a:pt x="215" y="691"/>
                  </a:lnTo>
                  <a:lnTo>
                    <a:pt x="1" y="834"/>
                  </a:lnTo>
                  <a:lnTo>
                    <a:pt x="1" y="2025"/>
                  </a:lnTo>
                  <a:lnTo>
                    <a:pt x="906" y="2025"/>
                  </a:lnTo>
                  <a:lnTo>
                    <a:pt x="906" y="834"/>
                  </a:lnTo>
                  <a:lnTo>
                    <a:pt x="691" y="691"/>
                  </a:lnTo>
                  <a:lnTo>
                    <a:pt x="906" y="501"/>
                  </a:lnTo>
                  <a:lnTo>
                    <a:pt x="906" y="191"/>
                  </a:lnTo>
                  <a:cubicBezTo>
                    <a:pt x="906" y="96"/>
                    <a:pt x="810" y="0"/>
                    <a:pt x="715" y="0"/>
                  </a:cubicBezTo>
                  <a:close/>
                </a:path>
              </a:pathLst>
            </a:custGeom>
            <a:solidFill>
              <a:srgbClr val="E1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1" name="Google Shape;23541;p145"/>
            <p:cNvSpPr/>
            <p:nvPr/>
          </p:nvSpPr>
          <p:spPr>
            <a:xfrm>
              <a:off x="5751501" y="3728226"/>
              <a:ext cx="29445" cy="10075"/>
            </a:xfrm>
            <a:custGeom>
              <a:avLst/>
              <a:gdLst/>
              <a:ahLst/>
              <a:cxnLst/>
              <a:rect l="l" t="t" r="r" b="b"/>
              <a:pathLst>
                <a:path w="906" h="310" extrusionOk="0">
                  <a:moveTo>
                    <a:pt x="1" y="0"/>
                  </a:moveTo>
                  <a:lnTo>
                    <a:pt x="1" y="310"/>
                  </a:lnTo>
                  <a:lnTo>
                    <a:pt x="906" y="310"/>
                  </a:lnTo>
                  <a:lnTo>
                    <a:pt x="906" y="0"/>
                  </a:lnTo>
                  <a:close/>
                </a:path>
              </a:pathLst>
            </a:custGeom>
            <a:solidFill>
              <a:srgbClr val="BFC9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2" name="Google Shape;23542;p145"/>
            <p:cNvSpPr/>
            <p:nvPr/>
          </p:nvSpPr>
          <p:spPr>
            <a:xfrm>
              <a:off x="5599823" y="3776976"/>
              <a:ext cx="212875" cy="21710"/>
            </a:xfrm>
            <a:custGeom>
              <a:avLst/>
              <a:gdLst/>
              <a:ahLst/>
              <a:cxnLst/>
              <a:rect l="l" t="t" r="r" b="b"/>
              <a:pathLst>
                <a:path w="6550" h="668" extrusionOk="0">
                  <a:moveTo>
                    <a:pt x="0" y="1"/>
                  </a:moveTo>
                  <a:lnTo>
                    <a:pt x="0" y="667"/>
                  </a:lnTo>
                  <a:lnTo>
                    <a:pt x="6549" y="667"/>
                  </a:lnTo>
                  <a:lnTo>
                    <a:pt x="6549" y="1"/>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3" name="Google Shape;23543;p145"/>
            <p:cNvSpPr/>
            <p:nvPr/>
          </p:nvSpPr>
          <p:spPr>
            <a:xfrm>
              <a:off x="5790988" y="3776976"/>
              <a:ext cx="21710" cy="21710"/>
            </a:xfrm>
            <a:custGeom>
              <a:avLst/>
              <a:gdLst/>
              <a:ahLst/>
              <a:cxnLst/>
              <a:rect l="l" t="t" r="r" b="b"/>
              <a:pathLst>
                <a:path w="668" h="668" extrusionOk="0">
                  <a:moveTo>
                    <a:pt x="0" y="1"/>
                  </a:moveTo>
                  <a:lnTo>
                    <a:pt x="0" y="667"/>
                  </a:lnTo>
                  <a:lnTo>
                    <a:pt x="667" y="667"/>
                  </a:lnTo>
                  <a:lnTo>
                    <a:pt x="66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44" name="Google Shape;23544;p145"/>
          <p:cNvGrpSpPr/>
          <p:nvPr/>
        </p:nvGrpSpPr>
        <p:grpSpPr>
          <a:xfrm>
            <a:off x="4767791" y="3473646"/>
            <a:ext cx="357597" cy="296465"/>
            <a:chOff x="4767791" y="3626046"/>
            <a:chExt cx="357597" cy="296465"/>
          </a:xfrm>
        </p:grpSpPr>
        <p:sp>
          <p:nvSpPr>
            <p:cNvPr id="23545" name="Google Shape;23545;p145"/>
            <p:cNvSpPr/>
            <p:nvPr/>
          </p:nvSpPr>
          <p:spPr>
            <a:xfrm>
              <a:off x="4900131" y="3857478"/>
              <a:ext cx="92138" cy="58857"/>
            </a:xfrm>
            <a:custGeom>
              <a:avLst/>
              <a:gdLst/>
              <a:ahLst/>
              <a:cxnLst/>
              <a:rect l="l" t="t" r="r" b="b"/>
              <a:pathLst>
                <a:path w="2835" h="1811" extrusionOk="0">
                  <a:moveTo>
                    <a:pt x="1406" y="0"/>
                  </a:moveTo>
                  <a:lnTo>
                    <a:pt x="215" y="215"/>
                  </a:lnTo>
                  <a:lnTo>
                    <a:pt x="1" y="1810"/>
                  </a:lnTo>
                  <a:lnTo>
                    <a:pt x="2835" y="1810"/>
                  </a:lnTo>
                  <a:lnTo>
                    <a:pt x="2597" y="215"/>
                  </a:lnTo>
                  <a:lnTo>
                    <a:pt x="140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6" name="Google Shape;23546;p145"/>
            <p:cNvSpPr/>
            <p:nvPr/>
          </p:nvSpPr>
          <p:spPr>
            <a:xfrm>
              <a:off x="4964383" y="3857478"/>
              <a:ext cx="27885" cy="58857"/>
            </a:xfrm>
            <a:custGeom>
              <a:avLst/>
              <a:gdLst/>
              <a:ahLst/>
              <a:cxnLst/>
              <a:rect l="l" t="t" r="r" b="b"/>
              <a:pathLst>
                <a:path w="858" h="1811" extrusionOk="0">
                  <a:moveTo>
                    <a:pt x="405" y="0"/>
                  </a:moveTo>
                  <a:lnTo>
                    <a:pt x="0" y="215"/>
                  </a:lnTo>
                  <a:lnTo>
                    <a:pt x="191" y="1810"/>
                  </a:lnTo>
                  <a:lnTo>
                    <a:pt x="858" y="1810"/>
                  </a:lnTo>
                  <a:lnTo>
                    <a:pt x="643" y="215"/>
                  </a:lnTo>
                  <a:lnTo>
                    <a:pt x="405" y="0"/>
                  </a:ln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7" name="Google Shape;23547;p145"/>
            <p:cNvSpPr/>
            <p:nvPr/>
          </p:nvSpPr>
          <p:spPr>
            <a:xfrm>
              <a:off x="4872278" y="3911656"/>
              <a:ext cx="147875" cy="10855"/>
            </a:xfrm>
            <a:custGeom>
              <a:avLst/>
              <a:gdLst/>
              <a:ahLst/>
              <a:cxnLst/>
              <a:rect l="l" t="t" r="r" b="b"/>
              <a:pathLst>
                <a:path w="4550" h="334" extrusionOk="0">
                  <a:moveTo>
                    <a:pt x="167" y="0"/>
                  </a:moveTo>
                  <a:cubicBezTo>
                    <a:pt x="48" y="0"/>
                    <a:pt x="0" y="96"/>
                    <a:pt x="0" y="191"/>
                  </a:cubicBezTo>
                  <a:cubicBezTo>
                    <a:pt x="24" y="262"/>
                    <a:pt x="96" y="334"/>
                    <a:pt x="167" y="334"/>
                  </a:cubicBezTo>
                  <a:lnTo>
                    <a:pt x="4382" y="334"/>
                  </a:lnTo>
                  <a:cubicBezTo>
                    <a:pt x="4454" y="334"/>
                    <a:pt x="4549" y="239"/>
                    <a:pt x="4549" y="143"/>
                  </a:cubicBezTo>
                  <a:cubicBezTo>
                    <a:pt x="4525" y="48"/>
                    <a:pt x="4454" y="0"/>
                    <a:pt x="4382" y="0"/>
                  </a:cubicBez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8" name="Google Shape;23548;p145"/>
            <p:cNvSpPr/>
            <p:nvPr/>
          </p:nvSpPr>
          <p:spPr>
            <a:xfrm>
              <a:off x="4767791" y="3626046"/>
              <a:ext cx="357597" cy="207480"/>
            </a:xfrm>
            <a:custGeom>
              <a:avLst/>
              <a:gdLst/>
              <a:ahLst/>
              <a:cxnLst/>
              <a:rect l="l" t="t" r="r" b="b"/>
              <a:pathLst>
                <a:path w="11003" h="6384" extrusionOk="0">
                  <a:moveTo>
                    <a:pt x="453" y="1"/>
                  </a:moveTo>
                  <a:cubicBezTo>
                    <a:pt x="215" y="1"/>
                    <a:pt x="1" y="215"/>
                    <a:pt x="1" y="453"/>
                  </a:cubicBezTo>
                  <a:lnTo>
                    <a:pt x="1" y="6145"/>
                  </a:lnTo>
                  <a:lnTo>
                    <a:pt x="5573" y="6383"/>
                  </a:lnTo>
                  <a:lnTo>
                    <a:pt x="11003" y="6145"/>
                  </a:lnTo>
                  <a:lnTo>
                    <a:pt x="11003" y="453"/>
                  </a:lnTo>
                  <a:cubicBezTo>
                    <a:pt x="11003" y="215"/>
                    <a:pt x="10812" y="1"/>
                    <a:pt x="10574"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9" name="Google Shape;23549;p145"/>
            <p:cNvSpPr/>
            <p:nvPr/>
          </p:nvSpPr>
          <p:spPr>
            <a:xfrm>
              <a:off x="5089768" y="3627378"/>
              <a:ext cx="34840" cy="206895"/>
            </a:xfrm>
            <a:custGeom>
              <a:avLst/>
              <a:gdLst/>
              <a:ahLst/>
              <a:cxnLst/>
              <a:rect l="l" t="t" r="r" b="b"/>
              <a:pathLst>
                <a:path w="1072" h="6366" extrusionOk="0">
                  <a:moveTo>
                    <a:pt x="73" y="0"/>
                  </a:moveTo>
                  <a:cubicBezTo>
                    <a:pt x="49" y="0"/>
                    <a:pt x="25" y="3"/>
                    <a:pt x="0" y="8"/>
                  </a:cubicBezTo>
                  <a:lnTo>
                    <a:pt x="143" y="8"/>
                  </a:lnTo>
                  <a:cubicBezTo>
                    <a:pt x="120" y="3"/>
                    <a:pt x="97" y="0"/>
                    <a:pt x="73" y="0"/>
                  </a:cubicBezTo>
                  <a:close/>
                  <a:moveTo>
                    <a:pt x="143" y="8"/>
                  </a:moveTo>
                  <a:cubicBezTo>
                    <a:pt x="310" y="43"/>
                    <a:pt x="429" y="205"/>
                    <a:pt x="429" y="412"/>
                  </a:cubicBezTo>
                  <a:lnTo>
                    <a:pt x="429" y="6366"/>
                  </a:lnTo>
                  <a:lnTo>
                    <a:pt x="1072" y="6128"/>
                  </a:lnTo>
                  <a:lnTo>
                    <a:pt x="1072" y="436"/>
                  </a:lnTo>
                  <a:cubicBezTo>
                    <a:pt x="1072" y="198"/>
                    <a:pt x="858" y="8"/>
                    <a:pt x="620" y="8"/>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0" name="Google Shape;23550;p145"/>
            <p:cNvSpPr/>
            <p:nvPr/>
          </p:nvSpPr>
          <p:spPr>
            <a:xfrm>
              <a:off x="4860676" y="3659326"/>
              <a:ext cx="171080" cy="171080"/>
            </a:xfrm>
            <a:custGeom>
              <a:avLst/>
              <a:gdLst/>
              <a:ahLst/>
              <a:cxnLst/>
              <a:rect l="l" t="t" r="r" b="b"/>
              <a:pathLst>
                <a:path w="5264" h="5264" extrusionOk="0">
                  <a:moveTo>
                    <a:pt x="167" y="1"/>
                  </a:moveTo>
                  <a:cubicBezTo>
                    <a:pt x="96" y="1"/>
                    <a:pt x="0" y="72"/>
                    <a:pt x="0" y="168"/>
                  </a:cubicBezTo>
                  <a:lnTo>
                    <a:pt x="0" y="5264"/>
                  </a:lnTo>
                  <a:lnTo>
                    <a:pt x="5263" y="5264"/>
                  </a:lnTo>
                  <a:lnTo>
                    <a:pt x="5263" y="168"/>
                  </a:lnTo>
                  <a:cubicBezTo>
                    <a:pt x="5263" y="72"/>
                    <a:pt x="5168" y="1"/>
                    <a:pt x="5097"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1" name="Google Shape;23551;p145"/>
            <p:cNvSpPr/>
            <p:nvPr/>
          </p:nvSpPr>
          <p:spPr>
            <a:xfrm>
              <a:off x="5004618" y="3659326"/>
              <a:ext cx="27138" cy="171080"/>
            </a:xfrm>
            <a:custGeom>
              <a:avLst/>
              <a:gdLst/>
              <a:ahLst/>
              <a:cxnLst/>
              <a:rect l="l" t="t" r="r" b="b"/>
              <a:pathLst>
                <a:path w="835" h="5264" extrusionOk="0">
                  <a:moveTo>
                    <a:pt x="1" y="1"/>
                  </a:moveTo>
                  <a:cubicBezTo>
                    <a:pt x="96" y="1"/>
                    <a:pt x="167" y="96"/>
                    <a:pt x="167" y="168"/>
                  </a:cubicBezTo>
                  <a:lnTo>
                    <a:pt x="167" y="5264"/>
                  </a:lnTo>
                  <a:lnTo>
                    <a:pt x="834" y="5264"/>
                  </a:lnTo>
                  <a:lnTo>
                    <a:pt x="834" y="168"/>
                  </a:lnTo>
                  <a:cubicBezTo>
                    <a:pt x="834" y="96"/>
                    <a:pt x="739" y="1"/>
                    <a:pt x="668"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2" name="Google Shape;23552;p145"/>
            <p:cNvSpPr/>
            <p:nvPr/>
          </p:nvSpPr>
          <p:spPr>
            <a:xfrm>
              <a:off x="4860676" y="3659326"/>
              <a:ext cx="27105" cy="171080"/>
            </a:xfrm>
            <a:custGeom>
              <a:avLst/>
              <a:gdLst/>
              <a:ahLst/>
              <a:cxnLst/>
              <a:rect l="l" t="t" r="r" b="b"/>
              <a:pathLst>
                <a:path w="834" h="5264" extrusionOk="0">
                  <a:moveTo>
                    <a:pt x="167" y="1"/>
                  </a:moveTo>
                  <a:cubicBezTo>
                    <a:pt x="96" y="1"/>
                    <a:pt x="0" y="96"/>
                    <a:pt x="0" y="168"/>
                  </a:cubicBezTo>
                  <a:lnTo>
                    <a:pt x="0" y="5264"/>
                  </a:lnTo>
                  <a:lnTo>
                    <a:pt x="834" y="5264"/>
                  </a:lnTo>
                  <a:lnTo>
                    <a:pt x="834" y="1"/>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3" name="Google Shape;23553;p145"/>
            <p:cNvSpPr/>
            <p:nvPr/>
          </p:nvSpPr>
          <p:spPr>
            <a:xfrm>
              <a:off x="4924148" y="3718931"/>
              <a:ext cx="53430" cy="62432"/>
            </a:xfrm>
            <a:custGeom>
              <a:avLst/>
              <a:gdLst/>
              <a:ahLst/>
              <a:cxnLst/>
              <a:rect l="l" t="t" r="r" b="b"/>
              <a:pathLst>
                <a:path w="1644" h="1921" extrusionOk="0">
                  <a:moveTo>
                    <a:pt x="786" y="572"/>
                  </a:moveTo>
                  <a:lnTo>
                    <a:pt x="1024" y="1239"/>
                  </a:lnTo>
                  <a:lnTo>
                    <a:pt x="548" y="1239"/>
                  </a:lnTo>
                  <a:lnTo>
                    <a:pt x="786" y="572"/>
                  </a:lnTo>
                  <a:close/>
                  <a:moveTo>
                    <a:pt x="810" y="1"/>
                  </a:moveTo>
                  <a:cubicBezTo>
                    <a:pt x="714" y="1"/>
                    <a:pt x="667" y="72"/>
                    <a:pt x="643" y="120"/>
                  </a:cubicBezTo>
                  <a:lnTo>
                    <a:pt x="48" y="1715"/>
                  </a:lnTo>
                  <a:cubicBezTo>
                    <a:pt x="0" y="1787"/>
                    <a:pt x="71" y="1906"/>
                    <a:pt x="167" y="1906"/>
                  </a:cubicBezTo>
                  <a:cubicBezTo>
                    <a:pt x="182" y="1916"/>
                    <a:pt x="198" y="1921"/>
                    <a:pt x="213" y="1921"/>
                  </a:cubicBezTo>
                  <a:cubicBezTo>
                    <a:pt x="267" y="1921"/>
                    <a:pt x="315" y="1861"/>
                    <a:pt x="333" y="1787"/>
                  </a:cubicBezTo>
                  <a:lnTo>
                    <a:pt x="453" y="1501"/>
                  </a:lnTo>
                  <a:lnTo>
                    <a:pt x="1191" y="1501"/>
                  </a:lnTo>
                  <a:lnTo>
                    <a:pt x="1310" y="1787"/>
                  </a:lnTo>
                  <a:cubicBezTo>
                    <a:pt x="1357" y="1858"/>
                    <a:pt x="1405" y="1906"/>
                    <a:pt x="1453" y="1906"/>
                  </a:cubicBezTo>
                  <a:lnTo>
                    <a:pt x="1524" y="1906"/>
                  </a:lnTo>
                  <a:cubicBezTo>
                    <a:pt x="1619" y="1882"/>
                    <a:pt x="1643" y="1787"/>
                    <a:pt x="1619" y="1715"/>
                  </a:cubicBezTo>
                  <a:lnTo>
                    <a:pt x="1000" y="120"/>
                  </a:lnTo>
                  <a:cubicBezTo>
                    <a:pt x="953" y="48"/>
                    <a:pt x="881" y="1"/>
                    <a:pt x="810" y="1"/>
                  </a:cubicBezTo>
                  <a:close/>
                </a:path>
              </a:pathLst>
            </a:custGeom>
            <a:solidFill>
              <a:srgbClr val="F0F2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4" name="Google Shape;23554;p145"/>
            <p:cNvSpPr/>
            <p:nvPr/>
          </p:nvSpPr>
          <p:spPr>
            <a:xfrm>
              <a:off x="4972898" y="3707328"/>
              <a:ext cx="32532" cy="33313"/>
            </a:xfrm>
            <a:custGeom>
              <a:avLst/>
              <a:gdLst/>
              <a:ahLst/>
              <a:cxnLst/>
              <a:rect l="l" t="t" r="r" b="b"/>
              <a:pathLst>
                <a:path w="1001" h="1025" extrusionOk="0">
                  <a:moveTo>
                    <a:pt x="524" y="0"/>
                  </a:moveTo>
                  <a:cubicBezTo>
                    <a:pt x="453" y="0"/>
                    <a:pt x="358" y="72"/>
                    <a:pt x="358" y="143"/>
                  </a:cubicBezTo>
                  <a:lnTo>
                    <a:pt x="358" y="334"/>
                  </a:lnTo>
                  <a:lnTo>
                    <a:pt x="167" y="334"/>
                  </a:lnTo>
                  <a:cubicBezTo>
                    <a:pt x="72" y="334"/>
                    <a:pt x="0" y="381"/>
                    <a:pt x="0" y="477"/>
                  </a:cubicBezTo>
                  <a:cubicBezTo>
                    <a:pt x="0" y="572"/>
                    <a:pt x="48" y="667"/>
                    <a:pt x="143" y="667"/>
                  </a:cubicBezTo>
                  <a:lnTo>
                    <a:pt x="310" y="667"/>
                  </a:lnTo>
                  <a:lnTo>
                    <a:pt x="310" y="834"/>
                  </a:lnTo>
                  <a:cubicBezTo>
                    <a:pt x="310" y="929"/>
                    <a:pt x="381" y="1024"/>
                    <a:pt x="477" y="1024"/>
                  </a:cubicBezTo>
                  <a:cubicBezTo>
                    <a:pt x="548" y="1024"/>
                    <a:pt x="643" y="953"/>
                    <a:pt x="643" y="882"/>
                  </a:cubicBezTo>
                  <a:lnTo>
                    <a:pt x="643" y="691"/>
                  </a:lnTo>
                  <a:lnTo>
                    <a:pt x="834" y="691"/>
                  </a:lnTo>
                  <a:cubicBezTo>
                    <a:pt x="905" y="691"/>
                    <a:pt x="1001" y="643"/>
                    <a:pt x="1001" y="548"/>
                  </a:cubicBezTo>
                  <a:cubicBezTo>
                    <a:pt x="1001" y="429"/>
                    <a:pt x="953" y="358"/>
                    <a:pt x="858" y="358"/>
                  </a:cubicBezTo>
                  <a:lnTo>
                    <a:pt x="667" y="358"/>
                  </a:lnTo>
                  <a:lnTo>
                    <a:pt x="667" y="191"/>
                  </a:lnTo>
                  <a:cubicBezTo>
                    <a:pt x="667" y="96"/>
                    <a:pt x="620" y="0"/>
                    <a:pt x="524" y="0"/>
                  </a:cubicBezTo>
                  <a:close/>
                </a:path>
              </a:pathLst>
            </a:custGeom>
            <a:solidFill>
              <a:srgbClr val="F0F2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5" name="Google Shape;23555;p145"/>
            <p:cNvSpPr/>
            <p:nvPr/>
          </p:nvSpPr>
          <p:spPr>
            <a:xfrm>
              <a:off x="4767791" y="3825726"/>
              <a:ext cx="357597" cy="38740"/>
            </a:xfrm>
            <a:custGeom>
              <a:avLst/>
              <a:gdLst/>
              <a:ahLst/>
              <a:cxnLst/>
              <a:rect l="l" t="t" r="r" b="b"/>
              <a:pathLst>
                <a:path w="11003" h="1192" extrusionOk="0">
                  <a:moveTo>
                    <a:pt x="1" y="1"/>
                  </a:moveTo>
                  <a:lnTo>
                    <a:pt x="1" y="739"/>
                  </a:lnTo>
                  <a:cubicBezTo>
                    <a:pt x="1" y="977"/>
                    <a:pt x="215" y="1192"/>
                    <a:pt x="453" y="1192"/>
                  </a:cubicBezTo>
                  <a:lnTo>
                    <a:pt x="10574" y="1192"/>
                  </a:lnTo>
                  <a:cubicBezTo>
                    <a:pt x="10812" y="1192"/>
                    <a:pt x="11003" y="977"/>
                    <a:pt x="11003" y="739"/>
                  </a:cubicBezTo>
                  <a:lnTo>
                    <a:pt x="11003" y="1"/>
                  </a:ln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6" name="Google Shape;23556;p145"/>
            <p:cNvSpPr/>
            <p:nvPr/>
          </p:nvSpPr>
          <p:spPr>
            <a:xfrm>
              <a:off x="5088988" y="3825726"/>
              <a:ext cx="35620" cy="38740"/>
            </a:xfrm>
            <a:custGeom>
              <a:avLst/>
              <a:gdLst/>
              <a:ahLst/>
              <a:cxnLst/>
              <a:rect l="l" t="t" r="r" b="b"/>
              <a:pathLst>
                <a:path w="1096" h="1192" extrusionOk="0">
                  <a:moveTo>
                    <a:pt x="453" y="1"/>
                  </a:moveTo>
                  <a:lnTo>
                    <a:pt x="453" y="739"/>
                  </a:lnTo>
                  <a:cubicBezTo>
                    <a:pt x="453" y="977"/>
                    <a:pt x="239" y="1192"/>
                    <a:pt x="1" y="1192"/>
                  </a:cubicBezTo>
                  <a:lnTo>
                    <a:pt x="644" y="1192"/>
                  </a:lnTo>
                  <a:cubicBezTo>
                    <a:pt x="882" y="1192"/>
                    <a:pt x="1096" y="977"/>
                    <a:pt x="1096" y="739"/>
                  </a:cubicBezTo>
                  <a:lnTo>
                    <a:pt x="1096" y="1"/>
                  </a:lnTo>
                  <a:close/>
                </a:path>
              </a:pathLst>
            </a:custGeom>
            <a:solidFill>
              <a:srgbClr val="9CA7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57" name="Google Shape;23557;p145"/>
          <p:cNvGrpSpPr/>
          <p:nvPr/>
        </p:nvGrpSpPr>
        <p:grpSpPr>
          <a:xfrm>
            <a:off x="4042586" y="3442706"/>
            <a:ext cx="327405" cy="357598"/>
            <a:chOff x="4042586" y="3595106"/>
            <a:chExt cx="327405" cy="357598"/>
          </a:xfrm>
        </p:grpSpPr>
        <p:sp>
          <p:nvSpPr>
            <p:cNvPr id="23558" name="Google Shape;23558;p145"/>
            <p:cNvSpPr/>
            <p:nvPr/>
          </p:nvSpPr>
          <p:spPr>
            <a:xfrm>
              <a:off x="4042586" y="3627606"/>
              <a:ext cx="265493" cy="267832"/>
            </a:xfrm>
            <a:custGeom>
              <a:avLst/>
              <a:gdLst/>
              <a:ahLst/>
              <a:cxnLst/>
              <a:rect l="l" t="t" r="r" b="b"/>
              <a:pathLst>
                <a:path w="8169" h="8241" extrusionOk="0">
                  <a:moveTo>
                    <a:pt x="3834" y="1"/>
                  </a:moveTo>
                  <a:lnTo>
                    <a:pt x="0" y="143"/>
                  </a:lnTo>
                  <a:lnTo>
                    <a:pt x="0" y="7907"/>
                  </a:lnTo>
                  <a:lnTo>
                    <a:pt x="4263" y="8240"/>
                  </a:lnTo>
                  <a:lnTo>
                    <a:pt x="8169" y="7907"/>
                  </a:lnTo>
                  <a:lnTo>
                    <a:pt x="8169" y="143"/>
                  </a:lnTo>
                  <a:lnTo>
                    <a:pt x="3834" y="1"/>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9" name="Google Shape;23559;p145"/>
            <p:cNvSpPr/>
            <p:nvPr/>
          </p:nvSpPr>
          <p:spPr>
            <a:xfrm>
              <a:off x="4287148" y="3628386"/>
              <a:ext cx="20930" cy="267053"/>
            </a:xfrm>
            <a:custGeom>
              <a:avLst/>
              <a:gdLst/>
              <a:ahLst/>
              <a:cxnLst/>
              <a:rect l="l" t="t" r="r" b="b"/>
              <a:pathLst>
                <a:path w="644" h="8217" extrusionOk="0">
                  <a:moveTo>
                    <a:pt x="1" y="0"/>
                  </a:moveTo>
                  <a:lnTo>
                    <a:pt x="1" y="8216"/>
                  </a:lnTo>
                  <a:lnTo>
                    <a:pt x="644" y="8216"/>
                  </a:lnTo>
                  <a:lnTo>
                    <a:pt x="644" y="0"/>
                  </a:ln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0" name="Google Shape;23560;p145"/>
            <p:cNvSpPr/>
            <p:nvPr/>
          </p:nvSpPr>
          <p:spPr>
            <a:xfrm>
              <a:off x="4043366" y="3595106"/>
              <a:ext cx="264713" cy="37960"/>
            </a:xfrm>
            <a:custGeom>
              <a:avLst/>
              <a:gdLst/>
              <a:ahLst/>
              <a:cxnLst/>
              <a:rect l="l" t="t" r="r" b="b"/>
              <a:pathLst>
                <a:path w="8145" h="1168" extrusionOk="0">
                  <a:moveTo>
                    <a:pt x="357" y="0"/>
                  </a:moveTo>
                  <a:cubicBezTo>
                    <a:pt x="143" y="0"/>
                    <a:pt x="0" y="167"/>
                    <a:pt x="0" y="358"/>
                  </a:cubicBezTo>
                  <a:lnTo>
                    <a:pt x="0" y="1167"/>
                  </a:lnTo>
                  <a:lnTo>
                    <a:pt x="8145" y="1167"/>
                  </a:lnTo>
                  <a:lnTo>
                    <a:pt x="8145" y="358"/>
                  </a:lnTo>
                  <a:cubicBezTo>
                    <a:pt x="8145" y="167"/>
                    <a:pt x="8002" y="0"/>
                    <a:pt x="7787" y="0"/>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1" name="Google Shape;23561;p145"/>
            <p:cNvSpPr/>
            <p:nvPr/>
          </p:nvSpPr>
          <p:spPr>
            <a:xfrm>
              <a:off x="4275546" y="3595106"/>
              <a:ext cx="32532" cy="37960"/>
            </a:xfrm>
            <a:custGeom>
              <a:avLst/>
              <a:gdLst/>
              <a:ahLst/>
              <a:cxnLst/>
              <a:rect l="l" t="t" r="r" b="b"/>
              <a:pathLst>
                <a:path w="1001" h="1168" extrusionOk="0">
                  <a:moveTo>
                    <a:pt x="0" y="0"/>
                  </a:moveTo>
                  <a:cubicBezTo>
                    <a:pt x="191" y="0"/>
                    <a:pt x="358" y="167"/>
                    <a:pt x="358" y="358"/>
                  </a:cubicBezTo>
                  <a:lnTo>
                    <a:pt x="358" y="1167"/>
                  </a:lnTo>
                  <a:lnTo>
                    <a:pt x="1001" y="1167"/>
                  </a:lnTo>
                  <a:lnTo>
                    <a:pt x="1001" y="358"/>
                  </a:lnTo>
                  <a:cubicBezTo>
                    <a:pt x="1001" y="167"/>
                    <a:pt x="858" y="0"/>
                    <a:pt x="643" y="0"/>
                  </a:cubicBezTo>
                  <a:close/>
                </a:path>
              </a:pathLst>
            </a:custGeom>
            <a:solidFill>
              <a:srgbClr val="AD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2" name="Google Shape;23562;p145"/>
            <p:cNvSpPr/>
            <p:nvPr/>
          </p:nvSpPr>
          <p:spPr>
            <a:xfrm>
              <a:off x="4083601" y="3664753"/>
              <a:ext cx="189670" cy="220610"/>
            </a:xfrm>
            <a:custGeom>
              <a:avLst/>
              <a:gdLst/>
              <a:ahLst/>
              <a:cxnLst/>
              <a:rect l="l" t="t" r="r" b="b"/>
              <a:pathLst>
                <a:path w="5836" h="6788" extrusionOk="0">
                  <a:moveTo>
                    <a:pt x="215" y="1"/>
                  </a:moveTo>
                  <a:cubicBezTo>
                    <a:pt x="96" y="1"/>
                    <a:pt x="1" y="96"/>
                    <a:pt x="1" y="215"/>
                  </a:cubicBezTo>
                  <a:lnTo>
                    <a:pt x="1" y="6788"/>
                  </a:lnTo>
                  <a:lnTo>
                    <a:pt x="5835" y="6788"/>
                  </a:lnTo>
                  <a:lnTo>
                    <a:pt x="5835" y="215"/>
                  </a:lnTo>
                  <a:cubicBezTo>
                    <a:pt x="5835" y="96"/>
                    <a:pt x="5740" y="1"/>
                    <a:pt x="5621"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3" name="Google Shape;23563;p145"/>
            <p:cNvSpPr/>
            <p:nvPr/>
          </p:nvSpPr>
          <p:spPr>
            <a:xfrm>
              <a:off x="4245353" y="3664753"/>
              <a:ext cx="27918" cy="220610"/>
            </a:xfrm>
            <a:custGeom>
              <a:avLst/>
              <a:gdLst/>
              <a:ahLst/>
              <a:cxnLst/>
              <a:rect l="l" t="t" r="r" b="b"/>
              <a:pathLst>
                <a:path w="859" h="6788" extrusionOk="0">
                  <a:moveTo>
                    <a:pt x="1" y="1"/>
                  </a:moveTo>
                  <a:cubicBezTo>
                    <a:pt x="120" y="1"/>
                    <a:pt x="215" y="96"/>
                    <a:pt x="215" y="215"/>
                  </a:cubicBezTo>
                  <a:lnTo>
                    <a:pt x="215" y="6788"/>
                  </a:lnTo>
                  <a:lnTo>
                    <a:pt x="858" y="6788"/>
                  </a:lnTo>
                  <a:lnTo>
                    <a:pt x="858" y="215"/>
                  </a:lnTo>
                  <a:cubicBezTo>
                    <a:pt x="858" y="96"/>
                    <a:pt x="739" y="1"/>
                    <a:pt x="644"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4" name="Google Shape;23564;p145"/>
            <p:cNvSpPr/>
            <p:nvPr/>
          </p:nvSpPr>
          <p:spPr>
            <a:xfrm>
              <a:off x="4113013" y="3694166"/>
              <a:ext cx="56518" cy="10855"/>
            </a:xfrm>
            <a:custGeom>
              <a:avLst/>
              <a:gdLst/>
              <a:ahLst/>
              <a:cxnLst/>
              <a:rect l="l" t="t" r="r" b="b"/>
              <a:pathLst>
                <a:path w="1739" h="334" extrusionOk="0">
                  <a:moveTo>
                    <a:pt x="143" y="1"/>
                  </a:moveTo>
                  <a:cubicBezTo>
                    <a:pt x="48" y="1"/>
                    <a:pt x="0" y="96"/>
                    <a:pt x="0" y="167"/>
                  </a:cubicBezTo>
                  <a:cubicBezTo>
                    <a:pt x="0" y="263"/>
                    <a:pt x="72" y="334"/>
                    <a:pt x="167" y="334"/>
                  </a:cubicBezTo>
                  <a:lnTo>
                    <a:pt x="1572" y="334"/>
                  </a:lnTo>
                  <a:cubicBezTo>
                    <a:pt x="1667" y="334"/>
                    <a:pt x="1739" y="239"/>
                    <a:pt x="1715" y="143"/>
                  </a:cubicBezTo>
                  <a:cubicBezTo>
                    <a:pt x="1715" y="48"/>
                    <a:pt x="1620" y="1"/>
                    <a:pt x="154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5" name="Google Shape;23565;p145"/>
            <p:cNvSpPr/>
            <p:nvPr/>
          </p:nvSpPr>
          <p:spPr>
            <a:xfrm>
              <a:off x="4112233" y="3718931"/>
              <a:ext cx="51903" cy="10855"/>
            </a:xfrm>
            <a:custGeom>
              <a:avLst/>
              <a:gdLst/>
              <a:ahLst/>
              <a:cxnLst/>
              <a:rect l="l" t="t" r="r" b="b"/>
              <a:pathLst>
                <a:path w="1597" h="334" extrusionOk="0">
                  <a:moveTo>
                    <a:pt x="167" y="1"/>
                  </a:moveTo>
                  <a:cubicBezTo>
                    <a:pt x="72" y="1"/>
                    <a:pt x="1" y="96"/>
                    <a:pt x="1" y="191"/>
                  </a:cubicBezTo>
                  <a:cubicBezTo>
                    <a:pt x="1" y="286"/>
                    <a:pt x="96" y="334"/>
                    <a:pt x="191" y="334"/>
                  </a:cubicBezTo>
                  <a:lnTo>
                    <a:pt x="1406" y="334"/>
                  </a:lnTo>
                  <a:cubicBezTo>
                    <a:pt x="1501" y="334"/>
                    <a:pt x="1596" y="239"/>
                    <a:pt x="1572" y="167"/>
                  </a:cubicBezTo>
                  <a:cubicBezTo>
                    <a:pt x="1572" y="72"/>
                    <a:pt x="1477" y="1"/>
                    <a:pt x="13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6" name="Google Shape;23566;p145"/>
            <p:cNvSpPr/>
            <p:nvPr/>
          </p:nvSpPr>
          <p:spPr>
            <a:xfrm>
              <a:off x="4113013" y="3744476"/>
              <a:ext cx="44915" cy="10855"/>
            </a:xfrm>
            <a:custGeom>
              <a:avLst/>
              <a:gdLst/>
              <a:ahLst/>
              <a:cxnLst/>
              <a:rect l="l" t="t" r="r" b="b"/>
              <a:pathLst>
                <a:path w="1382" h="334" extrusionOk="0">
                  <a:moveTo>
                    <a:pt x="143" y="0"/>
                  </a:moveTo>
                  <a:cubicBezTo>
                    <a:pt x="48" y="0"/>
                    <a:pt x="0" y="96"/>
                    <a:pt x="0" y="167"/>
                  </a:cubicBezTo>
                  <a:cubicBezTo>
                    <a:pt x="0" y="262"/>
                    <a:pt x="72" y="334"/>
                    <a:pt x="167" y="334"/>
                  </a:cubicBezTo>
                  <a:lnTo>
                    <a:pt x="1215" y="334"/>
                  </a:lnTo>
                  <a:cubicBezTo>
                    <a:pt x="1310" y="334"/>
                    <a:pt x="1382" y="262"/>
                    <a:pt x="1358" y="143"/>
                  </a:cubicBezTo>
                  <a:cubicBezTo>
                    <a:pt x="1358" y="48"/>
                    <a:pt x="1263" y="0"/>
                    <a:pt x="11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7" name="Google Shape;23567;p145"/>
            <p:cNvSpPr/>
            <p:nvPr/>
          </p:nvSpPr>
          <p:spPr>
            <a:xfrm>
              <a:off x="4113013" y="3770801"/>
              <a:ext cx="44915" cy="10075"/>
            </a:xfrm>
            <a:custGeom>
              <a:avLst/>
              <a:gdLst/>
              <a:ahLst/>
              <a:cxnLst/>
              <a:rect l="l" t="t" r="r" b="b"/>
              <a:pathLst>
                <a:path w="1382" h="310" extrusionOk="0">
                  <a:moveTo>
                    <a:pt x="143" y="0"/>
                  </a:moveTo>
                  <a:cubicBezTo>
                    <a:pt x="48" y="0"/>
                    <a:pt x="0" y="72"/>
                    <a:pt x="0" y="167"/>
                  </a:cubicBezTo>
                  <a:cubicBezTo>
                    <a:pt x="0" y="262"/>
                    <a:pt x="72" y="310"/>
                    <a:pt x="167" y="310"/>
                  </a:cubicBezTo>
                  <a:lnTo>
                    <a:pt x="1215" y="310"/>
                  </a:lnTo>
                  <a:cubicBezTo>
                    <a:pt x="1310" y="310"/>
                    <a:pt x="1382" y="238"/>
                    <a:pt x="1358" y="143"/>
                  </a:cubicBezTo>
                  <a:cubicBezTo>
                    <a:pt x="1358" y="48"/>
                    <a:pt x="1263" y="0"/>
                    <a:pt x="11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8" name="Google Shape;23568;p145"/>
            <p:cNvSpPr/>
            <p:nvPr/>
          </p:nvSpPr>
          <p:spPr>
            <a:xfrm>
              <a:off x="4113013" y="3796346"/>
              <a:ext cx="54210" cy="10855"/>
            </a:xfrm>
            <a:custGeom>
              <a:avLst/>
              <a:gdLst/>
              <a:ahLst/>
              <a:cxnLst/>
              <a:rect l="l" t="t" r="r" b="b"/>
              <a:pathLst>
                <a:path w="1668" h="334" extrusionOk="0">
                  <a:moveTo>
                    <a:pt x="143" y="0"/>
                  </a:moveTo>
                  <a:cubicBezTo>
                    <a:pt x="48" y="0"/>
                    <a:pt x="0" y="95"/>
                    <a:pt x="0" y="191"/>
                  </a:cubicBezTo>
                  <a:cubicBezTo>
                    <a:pt x="0" y="286"/>
                    <a:pt x="72" y="333"/>
                    <a:pt x="167" y="333"/>
                  </a:cubicBezTo>
                  <a:lnTo>
                    <a:pt x="1477" y="333"/>
                  </a:lnTo>
                  <a:cubicBezTo>
                    <a:pt x="1572" y="333"/>
                    <a:pt x="1667" y="238"/>
                    <a:pt x="1620" y="167"/>
                  </a:cubicBezTo>
                  <a:cubicBezTo>
                    <a:pt x="1620" y="71"/>
                    <a:pt x="1548" y="0"/>
                    <a:pt x="145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9" name="Google Shape;23569;p145"/>
            <p:cNvSpPr/>
            <p:nvPr/>
          </p:nvSpPr>
          <p:spPr>
            <a:xfrm>
              <a:off x="4112233" y="3821858"/>
              <a:ext cx="68153" cy="10888"/>
            </a:xfrm>
            <a:custGeom>
              <a:avLst/>
              <a:gdLst/>
              <a:ahLst/>
              <a:cxnLst/>
              <a:rect l="l" t="t" r="r" b="b"/>
              <a:pathLst>
                <a:path w="2097" h="335" extrusionOk="0">
                  <a:moveTo>
                    <a:pt x="167" y="1"/>
                  </a:moveTo>
                  <a:cubicBezTo>
                    <a:pt x="72" y="1"/>
                    <a:pt x="1" y="96"/>
                    <a:pt x="1" y="168"/>
                  </a:cubicBezTo>
                  <a:cubicBezTo>
                    <a:pt x="1" y="263"/>
                    <a:pt x="96" y="334"/>
                    <a:pt x="191" y="334"/>
                  </a:cubicBezTo>
                  <a:lnTo>
                    <a:pt x="1930" y="334"/>
                  </a:lnTo>
                  <a:cubicBezTo>
                    <a:pt x="2001" y="334"/>
                    <a:pt x="2096" y="263"/>
                    <a:pt x="2072" y="144"/>
                  </a:cubicBezTo>
                  <a:cubicBezTo>
                    <a:pt x="2072" y="49"/>
                    <a:pt x="1977" y="1"/>
                    <a:pt x="18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0" name="Google Shape;23570;p145"/>
            <p:cNvSpPr/>
            <p:nvPr/>
          </p:nvSpPr>
          <p:spPr>
            <a:xfrm>
              <a:off x="4111453" y="3848183"/>
              <a:ext cx="116122" cy="10107"/>
            </a:xfrm>
            <a:custGeom>
              <a:avLst/>
              <a:gdLst/>
              <a:ahLst/>
              <a:cxnLst/>
              <a:rect l="l" t="t" r="r" b="b"/>
              <a:pathLst>
                <a:path w="3573" h="311" extrusionOk="0">
                  <a:moveTo>
                    <a:pt x="191" y="1"/>
                  </a:moveTo>
                  <a:cubicBezTo>
                    <a:pt x="72" y="1"/>
                    <a:pt x="1" y="72"/>
                    <a:pt x="1" y="167"/>
                  </a:cubicBezTo>
                  <a:cubicBezTo>
                    <a:pt x="48" y="263"/>
                    <a:pt x="96" y="310"/>
                    <a:pt x="191" y="310"/>
                  </a:cubicBezTo>
                  <a:lnTo>
                    <a:pt x="3406" y="310"/>
                  </a:lnTo>
                  <a:cubicBezTo>
                    <a:pt x="3525" y="310"/>
                    <a:pt x="3573" y="239"/>
                    <a:pt x="3573" y="143"/>
                  </a:cubicBezTo>
                  <a:cubicBezTo>
                    <a:pt x="3549" y="48"/>
                    <a:pt x="3502" y="1"/>
                    <a:pt x="340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1" name="Google Shape;23571;p145"/>
            <p:cNvSpPr/>
            <p:nvPr/>
          </p:nvSpPr>
          <p:spPr>
            <a:xfrm>
              <a:off x="4260076" y="3780843"/>
              <a:ext cx="51090" cy="48815"/>
            </a:xfrm>
            <a:custGeom>
              <a:avLst/>
              <a:gdLst/>
              <a:ahLst/>
              <a:cxnLst/>
              <a:rect l="l" t="t" r="r" b="b"/>
              <a:pathLst>
                <a:path w="1572" h="1502" extrusionOk="0">
                  <a:moveTo>
                    <a:pt x="405" y="1"/>
                  </a:moveTo>
                  <a:lnTo>
                    <a:pt x="0" y="453"/>
                  </a:lnTo>
                  <a:lnTo>
                    <a:pt x="1143" y="1501"/>
                  </a:lnTo>
                  <a:lnTo>
                    <a:pt x="1572" y="1049"/>
                  </a:lnTo>
                  <a:lnTo>
                    <a:pt x="405" y="1"/>
                  </a:ln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2" name="Google Shape;23572;p145"/>
            <p:cNvSpPr/>
            <p:nvPr/>
          </p:nvSpPr>
          <p:spPr>
            <a:xfrm>
              <a:off x="4177266" y="3701901"/>
              <a:ext cx="112255" cy="112255"/>
            </a:xfrm>
            <a:custGeom>
              <a:avLst/>
              <a:gdLst/>
              <a:ahLst/>
              <a:cxnLst/>
              <a:rect l="l" t="t" r="r" b="b"/>
              <a:pathLst>
                <a:path w="3454" h="3454" extrusionOk="0">
                  <a:moveTo>
                    <a:pt x="1739" y="1"/>
                  </a:moveTo>
                  <a:cubicBezTo>
                    <a:pt x="786" y="1"/>
                    <a:pt x="0" y="763"/>
                    <a:pt x="0" y="1715"/>
                  </a:cubicBezTo>
                  <a:cubicBezTo>
                    <a:pt x="0" y="2668"/>
                    <a:pt x="786" y="3454"/>
                    <a:pt x="1739" y="3454"/>
                  </a:cubicBezTo>
                  <a:cubicBezTo>
                    <a:pt x="2691" y="3454"/>
                    <a:pt x="3453" y="2668"/>
                    <a:pt x="3453" y="1715"/>
                  </a:cubicBezTo>
                  <a:cubicBezTo>
                    <a:pt x="3453" y="763"/>
                    <a:pt x="2691" y="1"/>
                    <a:pt x="1739" y="1"/>
                  </a:cubicBez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3" name="Google Shape;23573;p145"/>
            <p:cNvSpPr/>
            <p:nvPr/>
          </p:nvSpPr>
          <p:spPr>
            <a:xfrm>
              <a:off x="4197383" y="3722018"/>
              <a:ext cx="71988" cy="71240"/>
            </a:xfrm>
            <a:custGeom>
              <a:avLst/>
              <a:gdLst/>
              <a:ahLst/>
              <a:cxnLst/>
              <a:rect l="l" t="t" r="r" b="b"/>
              <a:pathLst>
                <a:path w="2215" h="2192" extrusionOk="0">
                  <a:moveTo>
                    <a:pt x="1120" y="1"/>
                  </a:moveTo>
                  <a:cubicBezTo>
                    <a:pt x="500" y="1"/>
                    <a:pt x="0" y="501"/>
                    <a:pt x="0" y="1096"/>
                  </a:cubicBezTo>
                  <a:cubicBezTo>
                    <a:pt x="0" y="1716"/>
                    <a:pt x="500" y="2192"/>
                    <a:pt x="1120" y="2192"/>
                  </a:cubicBezTo>
                  <a:cubicBezTo>
                    <a:pt x="1715" y="2192"/>
                    <a:pt x="2215" y="1716"/>
                    <a:pt x="2215" y="1096"/>
                  </a:cubicBezTo>
                  <a:cubicBezTo>
                    <a:pt x="2215" y="501"/>
                    <a:pt x="1715" y="1"/>
                    <a:pt x="1120"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4" name="Google Shape;23574;p145"/>
            <p:cNvSpPr/>
            <p:nvPr/>
          </p:nvSpPr>
          <p:spPr>
            <a:xfrm>
              <a:off x="4222928" y="3722571"/>
              <a:ext cx="50343" cy="70753"/>
            </a:xfrm>
            <a:custGeom>
              <a:avLst/>
              <a:gdLst/>
              <a:ahLst/>
              <a:cxnLst/>
              <a:rect l="l" t="t" r="r" b="b"/>
              <a:pathLst>
                <a:path w="1549" h="2177" extrusionOk="0">
                  <a:moveTo>
                    <a:pt x="343" y="0"/>
                  </a:moveTo>
                  <a:cubicBezTo>
                    <a:pt x="226" y="0"/>
                    <a:pt x="110" y="19"/>
                    <a:pt x="0" y="55"/>
                  </a:cubicBezTo>
                  <a:cubicBezTo>
                    <a:pt x="143" y="103"/>
                    <a:pt x="262" y="151"/>
                    <a:pt x="405" y="293"/>
                  </a:cubicBezTo>
                  <a:cubicBezTo>
                    <a:pt x="857" y="698"/>
                    <a:pt x="905" y="1389"/>
                    <a:pt x="476" y="1841"/>
                  </a:cubicBezTo>
                  <a:cubicBezTo>
                    <a:pt x="357" y="1984"/>
                    <a:pt x="167" y="2080"/>
                    <a:pt x="0" y="2127"/>
                  </a:cubicBezTo>
                  <a:cubicBezTo>
                    <a:pt x="106" y="2160"/>
                    <a:pt x="217" y="2177"/>
                    <a:pt x="329" y="2177"/>
                  </a:cubicBezTo>
                  <a:cubicBezTo>
                    <a:pt x="620" y="2177"/>
                    <a:pt x="913" y="2065"/>
                    <a:pt x="1119" y="1841"/>
                  </a:cubicBezTo>
                  <a:cubicBezTo>
                    <a:pt x="1548" y="1389"/>
                    <a:pt x="1524" y="698"/>
                    <a:pt x="1072" y="293"/>
                  </a:cubicBezTo>
                  <a:cubicBezTo>
                    <a:pt x="874" y="95"/>
                    <a:pt x="607" y="0"/>
                    <a:pt x="343"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5" name="Google Shape;23575;p145"/>
            <p:cNvSpPr/>
            <p:nvPr/>
          </p:nvSpPr>
          <p:spPr>
            <a:xfrm>
              <a:off x="4291016" y="3807948"/>
              <a:ext cx="78975" cy="74555"/>
            </a:xfrm>
            <a:custGeom>
              <a:avLst/>
              <a:gdLst/>
              <a:ahLst/>
              <a:cxnLst/>
              <a:rect l="l" t="t" r="r" b="b"/>
              <a:pathLst>
                <a:path w="2430" h="2294" extrusionOk="0">
                  <a:moveTo>
                    <a:pt x="549" y="0"/>
                  </a:moveTo>
                  <a:lnTo>
                    <a:pt x="1" y="643"/>
                  </a:lnTo>
                  <a:lnTo>
                    <a:pt x="1692" y="2191"/>
                  </a:lnTo>
                  <a:cubicBezTo>
                    <a:pt x="1769" y="2257"/>
                    <a:pt x="1862" y="2293"/>
                    <a:pt x="1958" y="2293"/>
                  </a:cubicBezTo>
                  <a:cubicBezTo>
                    <a:pt x="2069" y="2293"/>
                    <a:pt x="2185" y="2246"/>
                    <a:pt x="2287" y="2144"/>
                  </a:cubicBezTo>
                  <a:cubicBezTo>
                    <a:pt x="2430" y="1977"/>
                    <a:pt x="2430" y="1739"/>
                    <a:pt x="2239" y="1548"/>
                  </a:cubicBezTo>
                  <a:lnTo>
                    <a:pt x="549" y="0"/>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6" name="Google Shape;23576;p145"/>
            <p:cNvSpPr/>
            <p:nvPr/>
          </p:nvSpPr>
          <p:spPr>
            <a:xfrm>
              <a:off x="4043366" y="3884551"/>
              <a:ext cx="264713" cy="68153"/>
            </a:xfrm>
            <a:custGeom>
              <a:avLst/>
              <a:gdLst/>
              <a:ahLst/>
              <a:cxnLst/>
              <a:rect l="l" t="t" r="r" b="b"/>
              <a:pathLst>
                <a:path w="8145" h="2097" extrusionOk="0">
                  <a:moveTo>
                    <a:pt x="0" y="1"/>
                  </a:moveTo>
                  <a:lnTo>
                    <a:pt x="0" y="1739"/>
                  </a:lnTo>
                  <a:cubicBezTo>
                    <a:pt x="0" y="1930"/>
                    <a:pt x="143" y="2097"/>
                    <a:pt x="357" y="2097"/>
                  </a:cubicBezTo>
                  <a:lnTo>
                    <a:pt x="7787" y="2097"/>
                  </a:lnTo>
                  <a:cubicBezTo>
                    <a:pt x="8002" y="2097"/>
                    <a:pt x="8145" y="1930"/>
                    <a:pt x="8145" y="1739"/>
                  </a:cubicBezTo>
                  <a:lnTo>
                    <a:pt x="8145" y="1"/>
                  </a:ln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7" name="Google Shape;23577;p145"/>
            <p:cNvSpPr/>
            <p:nvPr/>
          </p:nvSpPr>
          <p:spPr>
            <a:xfrm>
              <a:off x="4275546" y="3884551"/>
              <a:ext cx="32532" cy="68153"/>
            </a:xfrm>
            <a:custGeom>
              <a:avLst/>
              <a:gdLst/>
              <a:ahLst/>
              <a:cxnLst/>
              <a:rect l="l" t="t" r="r" b="b"/>
              <a:pathLst>
                <a:path w="1001" h="2097" extrusionOk="0">
                  <a:moveTo>
                    <a:pt x="358" y="1"/>
                  </a:moveTo>
                  <a:lnTo>
                    <a:pt x="358" y="1739"/>
                  </a:lnTo>
                  <a:cubicBezTo>
                    <a:pt x="358" y="1930"/>
                    <a:pt x="191" y="2097"/>
                    <a:pt x="0" y="2097"/>
                  </a:cubicBezTo>
                  <a:lnTo>
                    <a:pt x="643" y="2097"/>
                  </a:lnTo>
                  <a:cubicBezTo>
                    <a:pt x="858" y="2097"/>
                    <a:pt x="1001" y="1930"/>
                    <a:pt x="1001" y="1739"/>
                  </a:cubicBezTo>
                  <a:lnTo>
                    <a:pt x="1001" y="1"/>
                  </a:lnTo>
                  <a:close/>
                </a:path>
              </a:pathLst>
            </a:custGeom>
            <a:solidFill>
              <a:srgbClr val="AD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8" name="Google Shape;23578;p145"/>
            <p:cNvSpPr/>
            <p:nvPr/>
          </p:nvSpPr>
          <p:spPr>
            <a:xfrm>
              <a:off x="4164103" y="3905448"/>
              <a:ext cx="23238" cy="23270"/>
            </a:xfrm>
            <a:custGeom>
              <a:avLst/>
              <a:gdLst/>
              <a:ahLst/>
              <a:cxnLst/>
              <a:rect l="l" t="t" r="r" b="b"/>
              <a:pathLst>
                <a:path w="715" h="716" extrusionOk="0">
                  <a:moveTo>
                    <a:pt x="357" y="1"/>
                  </a:moveTo>
                  <a:cubicBezTo>
                    <a:pt x="143" y="1"/>
                    <a:pt x="0" y="168"/>
                    <a:pt x="0" y="358"/>
                  </a:cubicBezTo>
                  <a:cubicBezTo>
                    <a:pt x="0" y="572"/>
                    <a:pt x="143" y="715"/>
                    <a:pt x="357" y="715"/>
                  </a:cubicBezTo>
                  <a:cubicBezTo>
                    <a:pt x="548" y="715"/>
                    <a:pt x="715" y="572"/>
                    <a:pt x="715" y="358"/>
                  </a:cubicBezTo>
                  <a:cubicBezTo>
                    <a:pt x="715" y="168"/>
                    <a:pt x="548" y="1"/>
                    <a:pt x="357"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79" name="Google Shape;23579;p145"/>
          <p:cNvGrpSpPr/>
          <p:nvPr/>
        </p:nvGrpSpPr>
        <p:grpSpPr>
          <a:xfrm>
            <a:off x="3270938" y="3472898"/>
            <a:ext cx="357597" cy="297993"/>
            <a:chOff x="3270938" y="3625298"/>
            <a:chExt cx="357597" cy="297993"/>
          </a:xfrm>
        </p:grpSpPr>
        <p:sp>
          <p:nvSpPr>
            <p:cNvPr id="23580" name="Google Shape;23580;p145"/>
            <p:cNvSpPr/>
            <p:nvPr/>
          </p:nvSpPr>
          <p:spPr>
            <a:xfrm>
              <a:off x="3270938" y="3660886"/>
              <a:ext cx="357597" cy="262405"/>
            </a:xfrm>
            <a:custGeom>
              <a:avLst/>
              <a:gdLst/>
              <a:ahLst/>
              <a:cxnLst/>
              <a:rect l="l" t="t" r="r" b="b"/>
              <a:pathLst>
                <a:path w="11003" h="8074" extrusionOk="0">
                  <a:moveTo>
                    <a:pt x="5501" y="1"/>
                  </a:moveTo>
                  <a:lnTo>
                    <a:pt x="0" y="239"/>
                  </a:lnTo>
                  <a:lnTo>
                    <a:pt x="0" y="7669"/>
                  </a:lnTo>
                  <a:cubicBezTo>
                    <a:pt x="0" y="7907"/>
                    <a:pt x="191" y="8074"/>
                    <a:pt x="429" y="8074"/>
                  </a:cubicBezTo>
                  <a:lnTo>
                    <a:pt x="10598" y="8074"/>
                  </a:lnTo>
                  <a:cubicBezTo>
                    <a:pt x="10836" y="8074"/>
                    <a:pt x="11003" y="7883"/>
                    <a:pt x="11003" y="7669"/>
                  </a:cubicBezTo>
                  <a:lnTo>
                    <a:pt x="11003" y="239"/>
                  </a:lnTo>
                  <a:lnTo>
                    <a:pt x="5501" y="1"/>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1" name="Google Shape;23581;p145"/>
            <p:cNvSpPr/>
            <p:nvPr/>
          </p:nvSpPr>
          <p:spPr>
            <a:xfrm>
              <a:off x="3270938" y="3625298"/>
              <a:ext cx="356818" cy="43355"/>
            </a:xfrm>
            <a:custGeom>
              <a:avLst/>
              <a:gdLst/>
              <a:ahLst/>
              <a:cxnLst/>
              <a:rect l="l" t="t" r="r" b="b"/>
              <a:pathLst>
                <a:path w="10979" h="1334" extrusionOk="0">
                  <a:moveTo>
                    <a:pt x="358" y="0"/>
                  </a:moveTo>
                  <a:cubicBezTo>
                    <a:pt x="143" y="0"/>
                    <a:pt x="0" y="191"/>
                    <a:pt x="0" y="357"/>
                  </a:cubicBezTo>
                  <a:lnTo>
                    <a:pt x="0" y="1334"/>
                  </a:lnTo>
                  <a:lnTo>
                    <a:pt x="10979" y="1334"/>
                  </a:lnTo>
                  <a:lnTo>
                    <a:pt x="10979" y="357"/>
                  </a:lnTo>
                  <a:cubicBezTo>
                    <a:pt x="10979" y="143"/>
                    <a:pt x="10812" y="0"/>
                    <a:pt x="10622"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2" name="Google Shape;23582;p145"/>
            <p:cNvSpPr/>
            <p:nvPr/>
          </p:nvSpPr>
          <p:spPr>
            <a:xfrm>
              <a:off x="3592916" y="3660106"/>
              <a:ext cx="34840" cy="262405"/>
            </a:xfrm>
            <a:custGeom>
              <a:avLst/>
              <a:gdLst/>
              <a:ahLst/>
              <a:cxnLst/>
              <a:rect l="l" t="t" r="r" b="b"/>
              <a:pathLst>
                <a:path w="1072" h="8074" extrusionOk="0">
                  <a:moveTo>
                    <a:pt x="429" y="1"/>
                  </a:moveTo>
                  <a:lnTo>
                    <a:pt x="429" y="7645"/>
                  </a:lnTo>
                  <a:cubicBezTo>
                    <a:pt x="429" y="7883"/>
                    <a:pt x="238" y="8074"/>
                    <a:pt x="0" y="8074"/>
                  </a:cubicBezTo>
                  <a:lnTo>
                    <a:pt x="667" y="8074"/>
                  </a:lnTo>
                  <a:cubicBezTo>
                    <a:pt x="905" y="8074"/>
                    <a:pt x="1072" y="7883"/>
                    <a:pt x="1072" y="7645"/>
                  </a:cubicBezTo>
                  <a:lnTo>
                    <a:pt x="1072" y="239"/>
                  </a:lnTo>
                  <a:lnTo>
                    <a:pt x="429"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3" name="Google Shape;23583;p145"/>
            <p:cNvSpPr/>
            <p:nvPr/>
          </p:nvSpPr>
          <p:spPr>
            <a:xfrm>
              <a:off x="3595223" y="3625298"/>
              <a:ext cx="32532" cy="43355"/>
            </a:xfrm>
            <a:custGeom>
              <a:avLst/>
              <a:gdLst/>
              <a:ahLst/>
              <a:cxnLst/>
              <a:rect l="l" t="t" r="r" b="b"/>
              <a:pathLst>
                <a:path w="1001" h="1334" extrusionOk="0">
                  <a:moveTo>
                    <a:pt x="1" y="0"/>
                  </a:moveTo>
                  <a:cubicBezTo>
                    <a:pt x="215" y="0"/>
                    <a:pt x="358" y="191"/>
                    <a:pt x="358" y="357"/>
                  </a:cubicBezTo>
                  <a:lnTo>
                    <a:pt x="358" y="1334"/>
                  </a:lnTo>
                  <a:lnTo>
                    <a:pt x="1001" y="1334"/>
                  </a:lnTo>
                  <a:lnTo>
                    <a:pt x="1001" y="357"/>
                  </a:lnTo>
                  <a:cubicBezTo>
                    <a:pt x="1001" y="143"/>
                    <a:pt x="834" y="0"/>
                    <a:pt x="644"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4" name="Google Shape;23584;p145"/>
            <p:cNvSpPr/>
            <p:nvPr/>
          </p:nvSpPr>
          <p:spPr>
            <a:xfrm>
              <a:off x="3545693" y="3640768"/>
              <a:ext cx="11635" cy="11635"/>
            </a:xfrm>
            <a:custGeom>
              <a:avLst/>
              <a:gdLst/>
              <a:ahLst/>
              <a:cxnLst/>
              <a:rect l="l" t="t" r="r" b="b"/>
              <a:pathLst>
                <a:path w="358" h="358" extrusionOk="0">
                  <a:moveTo>
                    <a:pt x="191" y="0"/>
                  </a:moveTo>
                  <a:cubicBezTo>
                    <a:pt x="72" y="0"/>
                    <a:pt x="0" y="72"/>
                    <a:pt x="0" y="167"/>
                  </a:cubicBezTo>
                  <a:cubicBezTo>
                    <a:pt x="0" y="286"/>
                    <a:pt x="72" y="358"/>
                    <a:pt x="191" y="358"/>
                  </a:cubicBezTo>
                  <a:cubicBezTo>
                    <a:pt x="286" y="358"/>
                    <a:pt x="358" y="286"/>
                    <a:pt x="358" y="167"/>
                  </a:cubicBezTo>
                  <a:cubicBezTo>
                    <a:pt x="358" y="72"/>
                    <a:pt x="286" y="0"/>
                    <a:pt x="191"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5" name="Google Shape;23585;p145"/>
            <p:cNvSpPr/>
            <p:nvPr/>
          </p:nvSpPr>
          <p:spPr>
            <a:xfrm>
              <a:off x="3568151" y="3640768"/>
              <a:ext cx="11635" cy="11635"/>
            </a:xfrm>
            <a:custGeom>
              <a:avLst/>
              <a:gdLst/>
              <a:ahLst/>
              <a:cxnLst/>
              <a:rect l="l" t="t" r="r" b="b"/>
              <a:pathLst>
                <a:path w="358" h="358" extrusionOk="0">
                  <a:moveTo>
                    <a:pt x="167" y="0"/>
                  </a:moveTo>
                  <a:cubicBezTo>
                    <a:pt x="71" y="0"/>
                    <a:pt x="0" y="72"/>
                    <a:pt x="0" y="167"/>
                  </a:cubicBezTo>
                  <a:cubicBezTo>
                    <a:pt x="0" y="286"/>
                    <a:pt x="71" y="358"/>
                    <a:pt x="167" y="358"/>
                  </a:cubicBezTo>
                  <a:cubicBezTo>
                    <a:pt x="262" y="358"/>
                    <a:pt x="357" y="286"/>
                    <a:pt x="357" y="167"/>
                  </a:cubicBezTo>
                  <a:cubicBezTo>
                    <a:pt x="357" y="72"/>
                    <a:pt x="262" y="0"/>
                    <a:pt x="167"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6" name="Google Shape;23586;p145"/>
            <p:cNvSpPr/>
            <p:nvPr/>
          </p:nvSpPr>
          <p:spPr>
            <a:xfrm>
              <a:off x="3590576" y="3640768"/>
              <a:ext cx="11635" cy="11635"/>
            </a:xfrm>
            <a:custGeom>
              <a:avLst/>
              <a:gdLst/>
              <a:ahLst/>
              <a:cxnLst/>
              <a:rect l="l" t="t" r="r" b="b"/>
              <a:pathLst>
                <a:path w="358" h="358" extrusionOk="0">
                  <a:moveTo>
                    <a:pt x="167" y="0"/>
                  </a:moveTo>
                  <a:cubicBezTo>
                    <a:pt x="72" y="0"/>
                    <a:pt x="1" y="72"/>
                    <a:pt x="1" y="167"/>
                  </a:cubicBezTo>
                  <a:cubicBezTo>
                    <a:pt x="1" y="286"/>
                    <a:pt x="72" y="358"/>
                    <a:pt x="167" y="358"/>
                  </a:cubicBezTo>
                  <a:cubicBezTo>
                    <a:pt x="263" y="358"/>
                    <a:pt x="358" y="286"/>
                    <a:pt x="358" y="167"/>
                  </a:cubicBezTo>
                  <a:cubicBezTo>
                    <a:pt x="358" y="72"/>
                    <a:pt x="263" y="0"/>
                    <a:pt x="167"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7" name="Google Shape;23587;p145"/>
            <p:cNvSpPr/>
            <p:nvPr/>
          </p:nvSpPr>
          <p:spPr>
            <a:xfrm>
              <a:off x="3302658" y="3699593"/>
              <a:ext cx="94478" cy="75432"/>
            </a:xfrm>
            <a:custGeom>
              <a:avLst/>
              <a:gdLst/>
              <a:ahLst/>
              <a:cxnLst/>
              <a:rect l="l" t="t" r="r" b="b"/>
              <a:pathLst>
                <a:path w="2907" h="2321" extrusionOk="0">
                  <a:moveTo>
                    <a:pt x="1430" y="0"/>
                  </a:moveTo>
                  <a:cubicBezTo>
                    <a:pt x="763" y="0"/>
                    <a:pt x="120" y="548"/>
                    <a:pt x="72" y="1191"/>
                  </a:cubicBezTo>
                  <a:cubicBezTo>
                    <a:pt x="1" y="1620"/>
                    <a:pt x="120" y="1977"/>
                    <a:pt x="358" y="2239"/>
                  </a:cubicBezTo>
                  <a:cubicBezTo>
                    <a:pt x="412" y="2297"/>
                    <a:pt x="468" y="2321"/>
                    <a:pt x="527" y="2321"/>
                  </a:cubicBezTo>
                  <a:cubicBezTo>
                    <a:pt x="780" y="2321"/>
                    <a:pt x="1077" y="1882"/>
                    <a:pt x="1406" y="1882"/>
                  </a:cubicBezTo>
                  <a:lnTo>
                    <a:pt x="1501" y="1882"/>
                  </a:lnTo>
                  <a:cubicBezTo>
                    <a:pt x="1830" y="1882"/>
                    <a:pt x="2158" y="2321"/>
                    <a:pt x="2410" y="2321"/>
                  </a:cubicBezTo>
                  <a:cubicBezTo>
                    <a:pt x="2469" y="2321"/>
                    <a:pt x="2523" y="2297"/>
                    <a:pt x="2573" y="2239"/>
                  </a:cubicBezTo>
                  <a:cubicBezTo>
                    <a:pt x="2787" y="1953"/>
                    <a:pt x="2906" y="1596"/>
                    <a:pt x="2858" y="1191"/>
                  </a:cubicBezTo>
                  <a:cubicBezTo>
                    <a:pt x="2787" y="548"/>
                    <a:pt x="2144" y="0"/>
                    <a:pt x="1501"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8" name="Google Shape;23588;p145"/>
            <p:cNvSpPr/>
            <p:nvPr/>
          </p:nvSpPr>
          <p:spPr>
            <a:xfrm>
              <a:off x="3314261" y="3756078"/>
              <a:ext cx="71240" cy="31005"/>
            </a:xfrm>
            <a:custGeom>
              <a:avLst/>
              <a:gdLst/>
              <a:ahLst/>
              <a:cxnLst/>
              <a:rect l="l" t="t" r="r" b="b"/>
              <a:pathLst>
                <a:path w="2192" h="954" extrusionOk="0">
                  <a:moveTo>
                    <a:pt x="1049" y="1"/>
                  </a:moveTo>
                  <a:cubicBezTo>
                    <a:pt x="644" y="1"/>
                    <a:pt x="239" y="167"/>
                    <a:pt x="1" y="477"/>
                  </a:cubicBezTo>
                  <a:cubicBezTo>
                    <a:pt x="239" y="763"/>
                    <a:pt x="644" y="953"/>
                    <a:pt x="1049" y="953"/>
                  </a:cubicBezTo>
                  <a:lnTo>
                    <a:pt x="1144" y="953"/>
                  </a:lnTo>
                  <a:cubicBezTo>
                    <a:pt x="1549" y="953"/>
                    <a:pt x="1954" y="763"/>
                    <a:pt x="2192" y="477"/>
                  </a:cubicBezTo>
                  <a:cubicBezTo>
                    <a:pt x="1954" y="167"/>
                    <a:pt x="1549" y="1"/>
                    <a:pt x="1144"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9" name="Google Shape;23589;p145"/>
            <p:cNvSpPr/>
            <p:nvPr/>
          </p:nvSpPr>
          <p:spPr>
            <a:xfrm>
              <a:off x="3333631" y="3722798"/>
              <a:ext cx="33313" cy="33313"/>
            </a:xfrm>
            <a:custGeom>
              <a:avLst/>
              <a:gdLst/>
              <a:ahLst/>
              <a:cxnLst/>
              <a:rect l="l" t="t" r="r" b="b"/>
              <a:pathLst>
                <a:path w="1025" h="1025" extrusionOk="0">
                  <a:moveTo>
                    <a:pt x="524" y="1"/>
                  </a:moveTo>
                  <a:cubicBezTo>
                    <a:pt x="238" y="1"/>
                    <a:pt x="0" y="239"/>
                    <a:pt x="0" y="525"/>
                  </a:cubicBezTo>
                  <a:cubicBezTo>
                    <a:pt x="0" y="787"/>
                    <a:pt x="238" y="1025"/>
                    <a:pt x="524" y="1025"/>
                  </a:cubicBezTo>
                  <a:cubicBezTo>
                    <a:pt x="786" y="1025"/>
                    <a:pt x="1024" y="787"/>
                    <a:pt x="1024" y="525"/>
                  </a:cubicBezTo>
                  <a:cubicBezTo>
                    <a:pt x="1024" y="239"/>
                    <a:pt x="786" y="1"/>
                    <a:pt x="524" y="1"/>
                  </a:cubicBezTo>
                  <a:close/>
                </a:path>
              </a:pathLst>
            </a:custGeom>
            <a:solidFill>
              <a:srgbClr val="C4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0" name="Google Shape;23590;p145"/>
            <p:cNvSpPr/>
            <p:nvPr/>
          </p:nvSpPr>
          <p:spPr>
            <a:xfrm>
              <a:off x="3429603" y="3712756"/>
              <a:ext cx="174168" cy="27105"/>
            </a:xfrm>
            <a:custGeom>
              <a:avLst/>
              <a:gdLst/>
              <a:ahLst/>
              <a:cxnLst/>
              <a:rect l="l" t="t" r="r" b="b"/>
              <a:pathLst>
                <a:path w="5359" h="834" extrusionOk="0">
                  <a:moveTo>
                    <a:pt x="238" y="0"/>
                  </a:moveTo>
                  <a:cubicBezTo>
                    <a:pt x="96" y="0"/>
                    <a:pt x="0" y="119"/>
                    <a:pt x="0" y="238"/>
                  </a:cubicBezTo>
                  <a:lnTo>
                    <a:pt x="0" y="595"/>
                  </a:lnTo>
                  <a:cubicBezTo>
                    <a:pt x="0" y="738"/>
                    <a:pt x="119" y="834"/>
                    <a:pt x="238" y="834"/>
                  </a:cubicBezTo>
                  <a:lnTo>
                    <a:pt x="5120" y="834"/>
                  </a:lnTo>
                  <a:cubicBezTo>
                    <a:pt x="5263" y="834"/>
                    <a:pt x="5359" y="738"/>
                    <a:pt x="5359" y="619"/>
                  </a:cubicBezTo>
                  <a:lnTo>
                    <a:pt x="5359" y="238"/>
                  </a:lnTo>
                  <a:cubicBezTo>
                    <a:pt x="5359" y="72"/>
                    <a:pt x="5239" y="0"/>
                    <a:pt x="5120"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1" name="Google Shape;23591;p145"/>
            <p:cNvSpPr/>
            <p:nvPr/>
          </p:nvSpPr>
          <p:spPr>
            <a:xfrm>
              <a:off x="3429603" y="3850523"/>
              <a:ext cx="174168" cy="28665"/>
            </a:xfrm>
            <a:custGeom>
              <a:avLst/>
              <a:gdLst/>
              <a:ahLst/>
              <a:cxnLst/>
              <a:rect l="l" t="t" r="r" b="b"/>
              <a:pathLst>
                <a:path w="5359" h="882" extrusionOk="0">
                  <a:moveTo>
                    <a:pt x="238" y="0"/>
                  </a:moveTo>
                  <a:cubicBezTo>
                    <a:pt x="96" y="0"/>
                    <a:pt x="0" y="119"/>
                    <a:pt x="0" y="238"/>
                  </a:cubicBezTo>
                  <a:lnTo>
                    <a:pt x="0" y="643"/>
                  </a:lnTo>
                  <a:cubicBezTo>
                    <a:pt x="0" y="786"/>
                    <a:pt x="119" y="881"/>
                    <a:pt x="238" y="881"/>
                  </a:cubicBezTo>
                  <a:lnTo>
                    <a:pt x="5120" y="881"/>
                  </a:lnTo>
                  <a:cubicBezTo>
                    <a:pt x="5263" y="881"/>
                    <a:pt x="5359" y="762"/>
                    <a:pt x="5359" y="643"/>
                  </a:cubicBezTo>
                  <a:lnTo>
                    <a:pt x="5359" y="238"/>
                  </a:lnTo>
                  <a:cubicBezTo>
                    <a:pt x="5359" y="95"/>
                    <a:pt x="5239" y="0"/>
                    <a:pt x="5120"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2" name="Google Shape;23592;p145"/>
            <p:cNvSpPr/>
            <p:nvPr/>
          </p:nvSpPr>
          <p:spPr>
            <a:xfrm>
              <a:off x="3575106" y="3712756"/>
              <a:ext cx="28665" cy="27885"/>
            </a:xfrm>
            <a:custGeom>
              <a:avLst/>
              <a:gdLst/>
              <a:ahLst/>
              <a:cxnLst/>
              <a:rect l="l" t="t" r="r" b="b"/>
              <a:pathLst>
                <a:path w="882" h="858" extrusionOk="0">
                  <a:moveTo>
                    <a:pt x="0" y="0"/>
                  </a:moveTo>
                  <a:cubicBezTo>
                    <a:pt x="96" y="0"/>
                    <a:pt x="239" y="72"/>
                    <a:pt x="239" y="238"/>
                  </a:cubicBezTo>
                  <a:lnTo>
                    <a:pt x="239" y="619"/>
                  </a:lnTo>
                  <a:cubicBezTo>
                    <a:pt x="239" y="738"/>
                    <a:pt x="143" y="857"/>
                    <a:pt x="0" y="857"/>
                  </a:cubicBezTo>
                  <a:lnTo>
                    <a:pt x="643" y="857"/>
                  </a:lnTo>
                  <a:cubicBezTo>
                    <a:pt x="762" y="857"/>
                    <a:pt x="882" y="762"/>
                    <a:pt x="882" y="619"/>
                  </a:cubicBezTo>
                  <a:lnTo>
                    <a:pt x="882" y="238"/>
                  </a:lnTo>
                  <a:cubicBezTo>
                    <a:pt x="882" y="119"/>
                    <a:pt x="786" y="0"/>
                    <a:pt x="643"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3" name="Google Shape;23593;p145"/>
            <p:cNvSpPr/>
            <p:nvPr/>
          </p:nvSpPr>
          <p:spPr>
            <a:xfrm>
              <a:off x="3575106" y="3850523"/>
              <a:ext cx="28665" cy="28665"/>
            </a:xfrm>
            <a:custGeom>
              <a:avLst/>
              <a:gdLst/>
              <a:ahLst/>
              <a:cxnLst/>
              <a:rect l="l" t="t" r="r" b="b"/>
              <a:pathLst>
                <a:path w="882" h="882" extrusionOk="0">
                  <a:moveTo>
                    <a:pt x="0" y="0"/>
                  </a:moveTo>
                  <a:cubicBezTo>
                    <a:pt x="96" y="0"/>
                    <a:pt x="239" y="95"/>
                    <a:pt x="239" y="238"/>
                  </a:cubicBezTo>
                  <a:lnTo>
                    <a:pt x="239" y="643"/>
                  </a:lnTo>
                  <a:cubicBezTo>
                    <a:pt x="239" y="762"/>
                    <a:pt x="143" y="881"/>
                    <a:pt x="0" y="881"/>
                  </a:cubicBezTo>
                  <a:lnTo>
                    <a:pt x="643" y="881"/>
                  </a:lnTo>
                  <a:cubicBezTo>
                    <a:pt x="762" y="881"/>
                    <a:pt x="882" y="786"/>
                    <a:pt x="882" y="643"/>
                  </a:cubicBezTo>
                  <a:lnTo>
                    <a:pt x="882" y="238"/>
                  </a:lnTo>
                  <a:cubicBezTo>
                    <a:pt x="882" y="119"/>
                    <a:pt x="786" y="0"/>
                    <a:pt x="643"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4" name="Google Shape;23594;p145"/>
            <p:cNvSpPr/>
            <p:nvPr/>
          </p:nvSpPr>
          <p:spPr>
            <a:xfrm>
              <a:off x="3298791" y="3813343"/>
              <a:ext cx="102960" cy="10107"/>
            </a:xfrm>
            <a:custGeom>
              <a:avLst/>
              <a:gdLst/>
              <a:ahLst/>
              <a:cxnLst/>
              <a:rect l="l" t="t" r="r" b="b"/>
              <a:pathLst>
                <a:path w="3168" h="311" extrusionOk="0">
                  <a:moveTo>
                    <a:pt x="191" y="1"/>
                  </a:moveTo>
                  <a:cubicBezTo>
                    <a:pt x="72" y="1"/>
                    <a:pt x="1" y="72"/>
                    <a:pt x="1" y="168"/>
                  </a:cubicBezTo>
                  <a:cubicBezTo>
                    <a:pt x="48" y="263"/>
                    <a:pt x="96" y="311"/>
                    <a:pt x="191" y="311"/>
                  </a:cubicBezTo>
                  <a:lnTo>
                    <a:pt x="2977" y="311"/>
                  </a:lnTo>
                  <a:cubicBezTo>
                    <a:pt x="3073" y="311"/>
                    <a:pt x="3168" y="239"/>
                    <a:pt x="3168" y="144"/>
                  </a:cubicBezTo>
                  <a:cubicBezTo>
                    <a:pt x="3144" y="49"/>
                    <a:pt x="3073" y="1"/>
                    <a:pt x="2977"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5" name="Google Shape;23595;p145"/>
            <p:cNvSpPr/>
            <p:nvPr/>
          </p:nvSpPr>
          <p:spPr>
            <a:xfrm>
              <a:off x="3298791" y="3840448"/>
              <a:ext cx="102960" cy="10107"/>
            </a:xfrm>
            <a:custGeom>
              <a:avLst/>
              <a:gdLst/>
              <a:ahLst/>
              <a:cxnLst/>
              <a:rect l="l" t="t" r="r" b="b"/>
              <a:pathLst>
                <a:path w="3168" h="311" extrusionOk="0">
                  <a:moveTo>
                    <a:pt x="191" y="0"/>
                  </a:moveTo>
                  <a:cubicBezTo>
                    <a:pt x="72" y="0"/>
                    <a:pt x="1" y="72"/>
                    <a:pt x="1" y="167"/>
                  </a:cubicBezTo>
                  <a:cubicBezTo>
                    <a:pt x="48" y="262"/>
                    <a:pt x="96" y="310"/>
                    <a:pt x="191" y="310"/>
                  </a:cubicBezTo>
                  <a:lnTo>
                    <a:pt x="2977" y="310"/>
                  </a:lnTo>
                  <a:cubicBezTo>
                    <a:pt x="3073" y="310"/>
                    <a:pt x="3168" y="239"/>
                    <a:pt x="3168" y="143"/>
                  </a:cubicBezTo>
                  <a:cubicBezTo>
                    <a:pt x="3144" y="48"/>
                    <a:pt x="3073" y="0"/>
                    <a:pt x="2977"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6" name="Google Shape;23596;p145"/>
            <p:cNvSpPr/>
            <p:nvPr/>
          </p:nvSpPr>
          <p:spPr>
            <a:xfrm>
              <a:off x="3298791" y="3867521"/>
              <a:ext cx="102960" cy="10107"/>
            </a:xfrm>
            <a:custGeom>
              <a:avLst/>
              <a:gdLst/>
              <a:ahLst/>
              <a:cxnLst/>
              <a:rect l="l" t="t" r="r" b="b"/>
              <a:pathLst>
                <a:path w="3168" h="311" extrusionOk="0">
                  <a:moveTo>
                    <a:pt x="191" y="1"/>
                  </a:moveTo>
                  <a:cubicBezTo>
                    <a:pt x="72" y="1"/>
                    <a:pt x="1" y="72"/>
                    <a:pt x="1" y="168"/>
                  </a:cubicBezTo>
                  <a:cubicBezTo>
                    <a:pt x="48" y="263"/>
                    <a:pt x="96" y="311"/>
                    <a:pt x="191" y="311"/>
                  </a:cubicBezTo>
                  <a:lnTo>
                    <a:pt x="2977" y="311"/>
                  </a:lnTo>
                  <a:cubicBezTo>
                    <a:pt x="3073" y="311"/>
                    <a:pt x="3168" y="239"/>
                    <a:pt x="3168" y="144"/>
                  </a:cubicBezTo>
                  <a:cubicBezTo>
                    <a:pt x="3144" y="49"/>
                    <a:pt x="3073" y="1"/>
                    <a:pt x="2977"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7" name="Google Shape;23597;p145"/>
            <p:cNvSpPr/>
            <p:nvPr/>
          </p:nvSpPr>
          <p:spPr>
            <a:xfrm>
              <a:off x="3424956" y="3764593"/>
              <a:ext cx="185022" cy="10888"/>
            </a:xfrm>
            <a:custGeom>
              <a:avLst/>
              <a:gdLst/>
              <a:ahLst/>
              <a:cxnLst/>
              <a:rect l="l" t="t" r="r" b="b"/>
              <a:pathLst>
                <a:path w="5693" h="335" extrusionOk="0">
                  <a:moveTo>
                    <a:pt x="167" y="1"/>
                  </a:moveTo>
                  <a:cubicBezTo>
                    <a:pt x="48" y="1"/>
                    <a:pt x="0" y="96"/>
                    <a:pt x="0" y="191"/>
                  </a:cubicBezTo>
                  <a:cubicBezTo>
                    <a:pt x="24" y="263"/>
                    <a:pt x="96" y="334"/>
                    <a:pt x="167" y="334"/>
                  </a:cubicBezTo>
                  <a:lnTo>
                    <a:pt x="5502" y="334"/>
                  </a:lnTo>
                  <a:cubicBezTo>
                    <a:pt x="5597" y="334"/>
                    <a:pt x="5692" y="239"/>
                    <a:pt x="5692" y="144"/>
                  </a:cubicBezTo>
                  <a:cubicBezTo>
                    <a:pt x="5644" y="48"/>
                    <a:pt x="5597" y="1"/>
                    <a:pt x="5502"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8" name="Google Shape;23598;p145"/>
            <p:cNvSpPr/>
            <p:nvPr/>
          </p:nvSpPr>
          <p:spPr>
            <a:xfrm>
              <a:off x="3424956" y="3790138"/>
              <a:ext cx="185022" cy="10107"/>
            </a:xfrm>
            <a:custGeom>
              <a:avLst/>
              <a:gdLst/>
              <a:ahLst/>
              <a:cxnLst/>
              <a:rect l="l" t="t" r="r" b="b"/>
              <a:pathLst>
                <a:path w="5693" h="311" extrusionOk="0">
                  <a:moveTo>
                    <a:pt x="167" y="1"/>
                  </a:moveTo>
                  <a:cubicBezTo>
                    <a:pt x="48" y="1"/>
                    <a:pt x="0" y="72"/>
                    <a:pt x="0" y="167"/>
                  </a:cubicBezTo>
                  <a:cubicBezTo>
                    <a:pt x="24" y="262"/>
                    <a:pt x="96" y="310"/>
                    <a:pt x="167" y="310"/>
                  </a:cubicBezTo>
                  <a:lnTo>
                    <a:pt x="5502" y="310"/>
                  </a:lnTo>
                  <a:cubicBezTo>
                    <a:pt x="5597" y="310"/>
                    <a:pt x="5692" y="239"/>
                    <a:pt x="5692" y="143"/>
                  </a:cubicBezTo>
                  <a:cubicBezTo>
                    <a:pt x="5644" y="48"/>
                    <a:pt x="5597" y="1"/>
                    <a:pt x="5502"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9" name="Google Shape;23599;p145"/>
            <p:cNvSpPr/>
            <p:nvPr/>
          </p:nvSpPr>
          <p:spPr>
            <a:xfrm>
              <a:off x="3424956" y="3814903"/>
              <a:ext cx="185022" cy="10855"/>
            </a:xfrm>
            <a:custGeom>
              <a:avLst/>
              <a:gdLst/>
              <a:ahLst/>
              <a:cxnLst/>
              <a:rect l="l" t="t" r="r" b="b"/>
              <a:pathLst>
                <a:path w="5693" h="334" extrusionOk="0">
                  <a:moveTo>
                    <a:pt x="167" y="1"/>
                  </a:moveTo>
                  <a:cubicBezTo>
                    <a:pt x="48" y="1"/>
                    <a:pt x="0" y="96"/>
                    <a:pt x="0" y="191"/>
                  </a:cubicBezTo>
                  <a:cubicBezTo>
                    <a:pt x="24" y="263"/>
                    <a:pt x="96" y="334"/>
                    <a:pt x="167" y="334"/>
                  </a:cubicBezTo>
                  <a:lnTo>
                    <a:pt x="5502" y="334"/>
                  </a:lnTo>
                  <a:cubicBezTo>
                    <a:pt x="5597" y="334"/>
                    <a:pt x="5692" y="239"/>
                    <a:pt x="5692" y="143"/>
                  </a:cubicBezTo>
                  <a:cubicBezTo>
                    <a:pt x="5644" y="48"/>
                    <a:pt x="5597" y="1"/>
                    <a:pt x="5502"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00" name="Google Shape;23600;p145"/>
          <p:cNvGrpSpPr/>
          <p:nvPr/>
        </p:nvGrpSpPr>
        <p:grpSpPr>
          <a:xfrm>
            <a:off x="2540306" y="3473646"/>
            <a:ext cx="359157" cy="296465"/>
            <a:chOff x="2540306" y="3626046"/>
            <a:chExt cx="359157" cy="296465"/>
          </a:xfrm>
        </p:grpSpPr>
        <p:sp>
          <p:nvSpPr>
            <p:cNvPr id="23601" name="Google Shape;23601;p145"/>
            <p:cNvSpPr/>
            <p:nvPr/>
          </p:nvSpPr>
          <p:spPr>
            <a:xfrm>
              <a:off x="2674206" y="3857478"/>
              <a:ext cx="92138" cy="58857"/>
            </a:xfrm>
            <a:custGeom>
              <a:avLst/>
              <a:gdLst/>
              <a:ahLst/>
              <a:cxnLst/>
              <a:rect l="l" t="t" r="r" b="b"/>
              <a:pathLst>
                <a:path w="2835" h="1811" extrusionOk="0">
                  <a:moveTo>
                    <a:pt x="1405" y="0"/>
                  </a:moveTo>
                  <a:lnTo>
                    <a:pt x="215" y="215"/>
                  </a:lnTo>
                  <a:lnTo>
                    <a:pt x="0" y="1810"/>
                  </a:lnTo>
                  <a:lnTo>
                    <a:pt x="2834" y="1810"/>
                  </a:lnTo>
                  <a:lnTo>
                    <a:pt x="2596" y="215"/>
                  </a:lnTo>
                  <a:lnTo>
                    <a:pt x="140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2" name="Google Shape;23602;p145"/>
            <p:cNvSpPr/>
            <p:nvPr/>
          </p:nvSpPr>
          <p:spPr>
            <a:xfrm>
              <a:off x="2737678" y="3857478"/>
              <a:ext cx="28665" cy="58857"/>
            </a:xfrm>
            <a:custGeom>
              <a:avLst/>
              <a:gdLst/>
              <a:ahLst/>
              <a:cxnLst/>
              <a:rect l="l" t="t" r="r" b="b"/>
              <a:pathLst>
                <a:path w="882" h="1811" extrusionOk="0">
                  <a:moveTo>
                    <a:pt x="429" y="0"/>
                  </a:moveTo>
                  <a:lnTo>
                    <a:pt x="0" y="215"/>
                  </a:lnTo>
                  <a:lnTo>
                    <a:pt x="214" y="1810"/>
                  </a:lnTo>
                  <a:lnTo>
                    <a:pt x="881" y="1810"/>
                  </a:lnTo>
                  <a:lnTo>
                    <a:pt x="667" y="215"/>
                  </a:lnTo>
                  <a:lnTo>
                    <a:pt x="429" y="0"/>
                  </a:ln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3" name="Google Shape;23603;p145"/>
            <p:cNvSpPr/>
            <p:nvPr/>
          </p:nvSpPr>
          <p:spPr>
            <a:xfrm>
              <a:off x="2645573" y="3911656"/>
              <a:ext cx="148622" cy="10855"/>
            </a:xfrm>
            <a:custGeom>
              <a:avLst/>
              <a:gdLst/>
              <a:ahLst/>
              <a:cxnLst/>
              <a:rect l="l" t="t" r="r" b="b"/>
              <a:pathLst>
                <a:path w="4573" h="334" extrusionOk="0">
                  <a:moveTo>
                    <a:pt x="191" y="0"/>
                  </a:moveTo>
                  <a:cubicBezTo>
                    <a:pt x="72" y="0"/>
                    <a:pt x="0" y="96"/>
                    <a:pt x="0" y="191"/>
                  </a:cubicBezTo>
                  <a:cubicBezTo>
                    <a:pt x="48" y="262"/>
                    <a:pt x="95" y="334"/>
                    <a:pt x="191" y="334"/>
                  </a:cubicBezTo>
                  <a:lnTo>
                    <a:pt x="4382" y="334"/>
                  </a:lnTo>
                  <a:cubicBezTo>
                    <a:pt x="4477" y="334"/>
                    <a:pt x="4573" y="239"/>
                    <a:pt x="4573" y="143"/>
                  </a:cubicBezTo>
                  <a:cubicBezTo>
                    <a:pt x="4549" y="48"/>
                    <a:pt x="4477" y="0"/>
                    <a:pt x="4382" y="0"/>
                  </a:cubicBez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4" name="Google Shape;23604;p145"/>
            <p:cNvSpPr/>
            <p:nvPr/>
          </p:nvSpPr>
          <p:spPr>
            <a:xfrm>
              <a:off x="2540306" y="3626046"/>
              <a:ext cx="358378" cy="207480"/>
            </a:xfrm>
            <a:custGeom>
              <a:avLst/>
              <a:gdLst/>
              <a:ahLst/>
              <a:cxnLst/>
              <a:rect l="l" t="t" r="r" b="b"/>
              <a:pathLst>
                <a:path w="11027" h="6384" extrusionOk="0">
                  <a:moveTo>
                    <a:pt x="453" y="1"/>
                  </a:moveTo>
                  <a:cubicBezTo>
                    <a:pt x="215" y="1"/>
                    <a:pt x="0" y="215"/>
                    <a:pt x="0" y="453"/>
                  </a:cubicBezTo>
                  <a:lnTo>
                    <a:pt x="0" y="6145"/>
                  </a:lnTo>
                  <a:lnTo>
                    <a:pt x="5573" y="6383"/>
                  </a:lnTo>
                  <a:lnTo>
                    <a:pt x="11027" y="6145"/>
                  </a:lnTo>
                  <a:lnTo>
                    <a:pt x="11027" y="453"/>
                  </a:lnTo>
                  <a:cubicBezTo>
                    <a:pt x="11027" y="215"/>
                    <a:pt x="10812" y="1"/>
                    <a:pt x="10574"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5" name="Google Shape;23605;p145"/>
            <p:cNvSpPr/>
            <p:nvPr/>
          </p:nvSpPr>
          <p:spPr>
            <a:xfrm>
              <a:off x="2863063" y="3627378"/>
              <a:ext cx="35620" cy="206895"/>
            </a:xfrm>
            <a:custGeom>
              <a:avLst/>
              <a:gdLst/>
              <a:ahLst/>
              <a:cxnLst/>
              <a:rect l="l" t="t" r="r" b="b"/>
              <a:pathLst>
                <a:path w="1096" h="6366" extrusionOk="0">
                  <a:moveTo>
                    <a:pt x="72" y="0"/>
                  </a:moveTo>
                  <a:cubicBezTo>
                    <a:pt x="49" y="0"/>
                    <a:pt x="25" y="3"/>
                    <a:pt x="0" y="8"/>
                  </a:cubicBezTo>
                  <a:lnTo>
                    <a:pt x="143" y="8"/>
                  </a:lnTo>
                  <a:cubicBezTo>
                    <a:pt x="120" y="3"/>
                    <a:pt x="97" y="0"/>
                    <a:pt x="72" y="0"/>
                  </a:cubicBezTo>
                  <a:close/>
                  <a:moveTo>
                    <a:pt x="143" y="8"/>
                  </a:moveTo>
                  <a:lnTo>
                    <a:pt x="143" y="8"/>
                  </a:lnTo>
                  <a:cubicBezTo>
                    <a:pt x="310" y="43"/>
                    <a:pt x="429" y="205"/>
                    <a:pt x="429" y="412"/>
                  </a:cubicBezTo>
                  <a:lnTo>
                    <a:pt x="429" y="6366"/>
                  </a:lnTo>
                  <a:lnTo>
                    <a:pt x="1096" y="6128"/>
                  </a:lnTo>
                  <a:lnTo>
                    <a:pt x="1096" y="436"/>
                  </a:lnTo>
                  <a:cubicBezTo>
                    <a:pt x="1096" y="198"/>
                    <a:pt x="881" y="8"/>
                    <a:pt x="643" y="8"/>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6" name="Google Shape;23606;p145"/>
            <p:cNvSpPr/>
            <p:nvPr/>
          </p:nvSpPr>
          <p:spPr>
            <a:xfrm>
              <a:off x="2623116" y="3672488"/>
              <a:ext cx="202053" cy="160257"/>
            </a:xfrm>
            <a:custGeom>
              <a:avLst/>
              <a:gdLst/>
              <a:ahLst/>
              <a:cxnLst/>
              <a:rect l="l" t="t" r="r" b="b"/>
              <a:pathLst>
                <a:path w="6217" h="4931" extrusionOk="0">
                  <a:moveTo>
                    <a:pt x="477" y="1"/>
                  </a:moveTo>
                  <a:cubicBezTo>
                    <a:pt x="191" y="1"/>
                    <a:pt x="1" y="215"/>
                    <a:pt x="1" y="477"/>
                  </a:cubicBezTo>
                  <a:lnTo>
                    <a:pt x="1" y="4716"/>
                  </a:lnTo>
                  <a:lnTo>
                    <a:pt x="3096" y="4930"/>
                  </a:lnTo>
                  <a:lnTo>
                    <a:pt x="6192" y="4716"/>
                  </a:lnTo>
                  <a:lnTo>
                    <a:pt x="6216" y="477"/>
                  </a:lnTo>
                  <a:cubicBezTo>
                    <a:pt x="6216" y="215"/>
                    <a:pt x="6002" y="1"/>
                    <a:pt x="5740"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7" name="Google Shape;23607;p145"/>
            <p:cNvSpPr/>
            <p:nvPr/>
          </p:nvSpPr>
          <p:spPr>
            <a:xfrm>
              <a:off x="2787208" y="3674048"/>
              <a:ext cx="37180" cy="158697"/>
            </a:xfrm>
            <a:custGeom>
              <a:avLst/>
              <a:gdLst/>
              <a:ahLst/>
              <a:cxnLst/>
              <a:rect l="l" t="t" r="r" b="b"/>
              <a:pathLst>
                <a:path w="1144" h="4883" extrusionOk="0">
                  <a:moveTo>
                    <a:pt x="0" y="0"/>
                  </a:moveTo>
                  <a:cubicBezTo>
                    <a:pt x="262" y="0"/>
                    <a:pt x="477" y="191"/>
                    <a:pt x="477" y="477"/>
                  </a:cubicBezTo>
                  <a:lnTo>
                    <a:pt x="477" y="4668"/>
                  </a:lnTo>
                  <a:lnTo>
                    <a:pt x="786" y="4882"/>
                  </a:lnTo>
                  <a:lnTo>
                    <a:pt x="1143" y="4668"/>
                  </a:lnTo>
                  <a:lnTo>
                    <a:pt x="1143" y="477"/>
                  </a:lnTo>
                  <a:cubicBezTo>
                    <a:pt x="1143" y="191"/>
                    <a:pt x="929" y="0"/>
                    <a:pt x="691"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8" name="Google Shape;23608;p145"/>
            <p:cNvSpPr/>
            <p:nvPr/>
          </p:nvSpPr>
          <p:spPr>
            <a:xfrm>
              <a:off x="2791856" y="3692411"/>
              <a:ext cx="63472" cy="92332"/>
            </a:xfrm>
            <a:custGeom>
              <a:avLst/>
              <a:gdLst/>
              <a:ahLst/>
              <a:cxnLst/>
              <a:rect l="l" t="t" r="r" b="b"/>
              <a:pathLst>
                <a:path w="1953" h="2841" extrusionOk="0">
                  <a:moveTo>
                    <a:pt x="977" y="1"/>
                  </a:moveTo>
                  <a:cubicBezTo>
                    <a:pt x="947" y="1"/>
                    <a:pt x="917" y="19"/>
                    <a:pt x="905" y="55"/>
                  </a:cubicBezTo>
                  <a:lnTo>
                    <a:pt x="48" y="1269"/>
                  </a:lnTo>
                  <a:cubicBezTo>
                    <a:pt x="0" y="1341"/>
                    <a:pt x="48" y="1412"/>
                    <a:pt x="95" y="1412"/>
                  </a:cubicBezTo>
                  <a:lnTo>
                    <a:pt x="334" y="1412"/>
                  </a:lnTo>
                  <a:cubicBezTo>
                    <a:pt x="405" y="1412"/>
                    <a:pt x="429" y="1460"/>
                    <a:pt x="429" y="1507"/>
                  </a:cubicBezTo>
                  <a:lnTo>
                    <a:pt x="429" y="2793"/>
                  </a:lnTo>
                  <a:cubicBezTo>
                    <a:pt x="429" y="2817"/>
                    <a:pt x="453" y="2841"/>
                    <a:pt x="476" y="2841"/>
                  </a:cubicBezTo>
                  <a:lnTo>
                    <a:pt x="1429" y="2841"/>
                  </a:lnTo>
                  <a:cubicBezTo>
                    <a:pt x="1477" y="2841"/>
                    <a:pt x="1500" y="2817"/>
                    <a:pt x="1500" y="2793"/>
                  </a:cubicBezTo>
                  <a:lnTo>
                    <a:pt x="1500" y="1507"/>
                  </a:lnTo>
                  <a:cubicBezTo>
                    <a:pt x="1500" y="1460"/>
                    <a:pt x="1524" y="1412"/>
                    <a:pt x="1596" y="1412"/>
                  </a:cubicBezTo>
                  <a:lnTo>
                    <a:pt x="1834" y="1412"/>
                  </a:lnTo>
                  <a:cubicBezTo>
                    <a:pt x="1905" y="1412"/>
                    <a:pt x="1953" y="1341"/>
                    <a:pt x="1905" y="1269"/>
                  </a:cubicBezTo>
                  <a:lnTo>
                    <a:pt x="1048" y="55"/>
                  </a:lnTo>
                  <a:cubicBezTo>
                    <a:pt x="1036" y="19"/>
                    <a:pt x="1006" y="1"/>
                    <a:pt x="977" y="1"/>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9" name="Google Shape;23609;p145"/>
            <p:cNvSpPr/>
            <p:nvPr/>
          </p:nvSpPr>
          <p:spPr>
            <a:xfrm>
              <a:off x="2813501" y="3692411"/>
              <a:ext cx="42510" cy="91585"/>
            </a:xfrm>
            <a:custGeom>
              <a:avLst/>
              <a:gdLst/>
              <a:ahLst/>
              <a:cxnLst/>
              <a:rect l="l" t="t" r="r" b="b"/>
              <a:pathLst>
                <a:path w="1308" h="2818" extrusionOk="0">
                  <a:moveTo>
                    <a:pt x="334" y="1"/>
                  </a:moveTo>
                  <a:cubicBezTo>
                    <a:pt x="305" y="1"/>
                    <a:pt x="275" y="19"/>
                    <a:pt x="263" y="55"/>
                  </a:cubicBezTo>
                  <a:lnTo>
                    <a:pt x="1" y="412"/>
                  </a:lnTo>
                  <a:lnTo>
                    <a:pt x="620" y="1245"/>
                  </a:lnTo>
                  <a:cubicBezTo>
                    <a:pt x="644" y="1293"/>
                    <a:pt x="620" y="1388"/>
                    <a:pt x="572" y="1388"/>
                  </a:cubicBezTo>
                  <a:lnTo>
                    <a:pt x="334" y="1388"/>
                  </a:lnTo>
                  <a:cubicBezTo>
                    <a:pt x="263" y="1388"/>
                    <a:pt x="239" y="1412"/>
                    <a:pt x="239" y="1483"/>
                  </a:cubicBezTo>
                  <a:lnTo>
                    <a:pt x="239" y="2769"/>
                  </a:lnTo>
                  <a:cubicBezTo>
                    <a:pt x="239" y="2793"/>
                    <a:pt x="215" y="2817"/>
                    <a:pt x="168" y="2817"/>
                  </a:cubicBezTo>
                  <a:lnTo>
                    <a:pt x="834" y="2817"/>
                  </a:lnTo>
                  <a:cubicBezTo>
                    <a:pt x="858" y="2817"/>
                    <a:pt x="882" y="2793"/>
                    <a:pt x="882" y="2769"/>
                  </a:cubicBezTo>
                  <a:lnTo>
                    <a:pt x="882" y="1483"/>
                  </a:lnTo>
                  <a:cubicBezTo>
                    <a:pt x="882" y="1412"/>
                    <a:pt x="930" y="1388"/>
                    <a:pt x="977" y="1388"/>
                  </a:cubicBezTo>
                  <a:lnTo>
                    <a:pt x="1215" y="1388"/>
                  </a:lnTo>
                  <a:cubicBezTo>
                    <a:pt x="1225" y="1391"/>
                    <a:pt x="1234" y="1393"/>
                    <a:pt x="1242" y="1393"/>
                  </a:cubicBezTo>
                  <a:cubicBezTo>
                    <a:pt x="1292" y="1393"/>
                    <a:pt x="1308" y="1331"/>
                    <a:pt x="1287" y="1269"/>
                  </a:cubicBezTo>
                  <a:lnTo>
                    <a:pt x="406" y="55"/>
                  </a:lnTo>
                  <a:cubicBezTo>
                    <a:pt x="394" y="19"/>
                    <a:pt x="364" y="1"/>
                    <a:pt x="334" y="1"/>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0" name="Google Shape;23610;p145"/>
            <p:cNvSpPr/>
            <p:nvPr/>
          </p:nvSpPr>
          <p:spPr>
            <a:xfrm>
              <a:off x="2678073" y="3704988"/>
              <a:ext cx="90578" cy="90610"/>
            </a:xfrm>
            <a:custGeom>
              <a:avLst/>
              <a:gdLst/>
              <a:ahLst/>
              <a:cxnLst/>
              <a:rect l="l" t="t" r="r" b="b"/>
              <a:pathLst>
                <a:path w="2787" h="2788" extrusionOk="0">
                  <a:moveTo>
                    <a:pt x="1382" y="1"/>
                  </a:moveTo>
                  <a:cubicBezTo>
                    <a:pt x="620" y="1"/>
                    <a:pt x="0" y="620"/>
                    <a:pt x="0" y="1382"/>
                  </a:cubicBezTo>
                  <a:cubicBezTo>
                    <a:pt x="0" y="2168"/>
                    <a:pt x="620" y="2787"/>
                    <a:pt x="1382" y="2787"/>
                  </a:cubicBezTo>
                  <a:cubicBezTo>
                    <a:pt x="2168" y="2787"/>
                    <a:pt x="2787" y="2168"/>
                    <a:pt x="2787" y="1382"/>
                  </a:cubicBezTo>
                  <a:cubicBezTo>
                    <a:pt x="2787" y="620"/>
                    <a:pt x="2168" y="1"/>
                    <a:pt x="13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1" name="Google Shape;23611;p145"/>
            <p:cNvSpPr/>
            <p:nvPr/>
          </p:nvSpPr>
          <p:spPr>
            <a:xfrm>
              <a:off x="2678073" y="3704988"/>
              <a:ext cx="90578" cy="89830"/>
            </a:xfrm>
            <a:custGeom>
              <a:avLst/>
              <a:gdLst/>
              <a:ahLst/>
              <a:cxnLst/>
              <a:rect l="l" t="t" r="r" b="b"/>
              <a:pathLst>
                <a:path w="2787" h="2764" extrusionOk="0">
                  <a:moveTo>
                    <a:pt x="1429" y="1"/>
                  </a:moveTo>
                  <a:lnTo>
                    <a:pt x="1429" y="1382"/>
                  </a:lnTo>
                  <a:lnTo>
                    <a:pt x="0" y="1382"/>
                  </a:lnTo>
                  <a:cubicBezTo>
                    <a:pt x="0" y="2168"/>
                    <a:pt x="620" y="2763"/>
                    <a:pt x="1382" y="2763"/>
                  </a:cubicBezTo>
                  <a:cubicBezTo>
                    <a:pt x="2168" y="2763"/>
                    <a:pt x="2787" y="2144"/>
                    <a:pt x="2787" y="1358"/>
                  </a:cubicBezTo>
                  <a:cubicBezTo>
                    <a:pt x="2787" y="620"/>
                    <a:pt x="2191" y="1"/>
                    <a:pt x="1429"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2" name="Google Shape;23612;p145"/>
            <p:cNvSpPr/>
            <p:nvPr/>
          </p:nvSpPr>
          <p:spPr>
            <a:xfrm>
              <a:off x="2700531" y="3725886"/>
              <a:ext cx="48003" cy="48815"/>
            </a:xfrm>
            <a:custGeom>
              <a:avLst/>
              <a:gdLst/>
              <a:ahLst/>
              <a:cxnLst/>
              <a:rect l="l" t="t" r="r" b="b"/>
              <a:pathLst>
                <a:path w="1477" h="1502" extrusionOk="0">
                  <a:moveTo>
                    <a:pt x="738" y="1"/>
                  </a:moveTo>
                  <a:cubicBezTo>
                    <a:pt x="310" y="1"/>
                    <a:pt x="0" y="334"/>
                    <a:pt x="0" y="739"/>
                  </a:cubicBezTo>
                  <a:cubicBezTo>
                    <a:pt x="0" y="1168"/>
                    <a:pt x="310" y="1501"/>
                    <a:pt x="738" y="1501"/>
                  </a:cubicBezTo>
                  <a:cubicBezTo>
                    <a:pt x="1143" y="1501"/>
                    <a:pt x="1477" y="1168"/>
                    <a:pt x="1477" y="739"/>
                  </a:cubicBezTo>
                  <a:cubicBezTo>
                    <a:pt x="1477" y="334"/>
                    <a:pt x="1143" y="1"/>
                    <a:pt x="738"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3" name="Google Shape;23613;p145"/>
            <p:cNvSpPr/>
            <p:nvPr/>
          </p:nvSpPr>
          <p:spPr>
            <a:xfrm>
              <a:off x="2541866" y="3825726"/>
              <a:ext cx="357597" cy="38740"/>
            </a:xfrm>
            <a:custGeom>
              <a:avLst/>
              <a:gdLst/>
              <a:ahLst/>
              <a:cxnLst/>
              <a:rect l="l" t="t" r="r" b="b"/>
              <a:pathLst>
                <a:path w="11003" h="1192" extrusionOk="0">
                  <a:moveTo>
                    <a:pt x="0" y="1"/>
                  </a:moveTo>
                  <a:lnTo>
                    <a:pt x="0" y="739"/>
                  </a:lnTo>
                  <a:cubicBezTo>
                    <a:pt x="0" y="977"/>
                    <a:pt x="191" y="1192"/>
                    <a:pt x="429" y="1192"/>
                  </a:cubicBezTo>
                  <a:lnTo>
                    <a:pt x="10550" y="1192"/>
                  </a:lnTo>
                  <a:cubicBezTo>
                    <a:pt x="10788" y="1192"/>
                    <a:pt x="11002" y="977"/>
                    <a:pt x="11002" y="739"/>
                  </a:cubicBezTo>
                  <a:lnTo>
                    <a:pt x="11002" y="1"/>
                  </a:ln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4" name="Google Shape;23614;p145"/>
            <p:cNvSpPr/>
            <p:nvPr/>
          </p:nvSpPr>
          <p:spPr>
            <a:xfrm>
              <a:off x="2863063" y="3825726"/>
              <a:ext cx="35620" cy="38740"/>
            </a:xfrm>
            <a:custGeom>
              <a:avLst/>
              <a:gdLst/>
              <a:ahLst/>
              <a:cxnLst/>
              <a:rect l="l" t="t" r="r" b="b"/>
              <a:pathLst>
                <a:path w="1096" h="1192" extrusionOk="0">
                  <a:moveTo>
                    <a:pt x="429" y="1"/>
                  </a:moveTo>
                  <a:lnTo>
                    <a:pt x="429" y="739"/>
                  </a:lnTo>
                  <a:cubicBezTo>
                    <a:pt x="429" y="977"/>
                    <a:pt x="238" y="1192"/>
                    <a:pt x="0" y="1192"/>
                  </a:cubicBezTo>
                  <a:lnTo>
                    <a:pt x="643" y="1192"/>
                  </a:lnTo>
                  <a:cubicBezTo>
                    <a:pt x="881" y="1192"/>
                    <a:pt x="1096" y="977"/>
                    <a:pt x="1096" y="739"/>
                  </a:cubicBezTo>
                  <a:lnTo>
                    <a:pt x="1096" y="1"/>
                  </a:lnTo>
                  <a:close/>
                </a:path>
              </a:pathLst>
            </a:custGeom>
            <a:solidFill>
              <a:srgbClr val="9CA7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15" name="Google Shape;23615;p145"/>
          <p:cNvGrpSpPr/>
          <p:nvPr/>
        </p:nvGrpSpPr>
        <p:grpSpPr>
          <a:xfrm>
            <a:off x="1760923" y="3472898"/>
            <a:ext cx="357597" cy="298772"/>
            <a:chOff x="1760923" y="3625298"/>
            <a:chExt cx="357597" cy="298772"/>
          </a:xfrm>
        </p:grpSpPr>
        <p:sp>
          <p:nvSpPr>
            <p:cNvPr id="23616" name="Google Shape;23616;p145"/>
            <p:cNvSpPr/>
            <p:nvPr/>
          </p:nvSpPr>
          <p:spPr>
            <a:xfrm>
              <a:off x="2042633" y="3640768"/>
              <a:ext cx="11635" cy="11635"/>
            </a:xfrm>
            <a:custGeom>
              <a:avLst/>
              <a:gdLst/>
              <a:ahLst/>
              <a:cxnLst/>
              <a:rect l="l" t="t" r="r" b="b"/>
              <a:pathLst>
                <a:path w="358" h="358" extrusionOk="0">
                  <a:moveTo>
                    <a:pt x="167" y="0"/>
                  </a:moveTo>
                  <a:cubicBezTo>
                    <a:pt x="72" y="0"/>
                    <a:pt x="1" y="72"/>
                    <a:pt x="1" y="167"/>
                  </a:cubicBezTo>
                  <a:cubicBezTo>
                    <a:pt x="1" y="286"/>
                    <a:pt x="72" y="358"/>
                    <a:pt x="167" y="358"/>
                  </a:cubicBezTo>
                  <a:cubicBezTo>
                    <a:pt x="263" y="358"/>
                    <a:pt x="358" y="286"/>
                    <a:pt x="358" y="167"/>
                  </a:cubicBezTo>
                  <a:cubicBezTo>
                    <a:pt x="358" y="72"/>
                    <a:pt x="263" y="0"/>
                    <a:pt x="1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7" name="Google Shape;23617;p145"/>
            <p:cNvSpPr/>
            <p:nvPr/>
          </p:nvSpPr>
          <p:spPr>
            <a:xfrm>
              <a:off x="2064311" y="3640768"/>
              <a:ext cx="11635" cy="11635"/>
            </a:xfrm>
            <a:custGeom>
              <a:avLst/>
              <a:gdLst/>
              <a:ahLst/>
              <a:cxnLst/>
              <a:rect l="l" t="t" r="r" b="b"/>
              <a:pathLst>
                <a:path w="358" h="358" extrusionOk="0">
                  <a:moveTo>
                    <a:pt x="191" y="0"/>
                  </a:moveTo>
                  <a:cubicBezTo>
                    <a:pt x="96" y="0"/>
                    <a:pt x="1" y="72"/>
                    <a:pt x="1" y="167"/>
                  </a:cubicBezTo>
                  <a:cubicBezTo>
                    <a:pt x="1" y="286"/>
                    <a:pt x="96" y="358"/>
                    <a:pt x="191" y="358"/>
                  </a:cubicBezTo>
                  <a:cubicBezTo>
                    <a:pt x="286" y="358"/>
                    <a:pt x="358" y="286"/>
                    <a:pt x="358" y="167"/>
                  </a:cubicBezTo>
                  <a:cubicBezTo>
                    <a:pt x="358" y="72"/>
                    <a:pt x="286" y="0"/>
                    <a:pt x="19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8" name="Google Shape;23618;p145"/>
            <p:cNvSpPr/>
            <p:nvPr/>
          </p:nvSpPr>
          <p:spPr>
            <a:xfrm>
              <a:off x="2087516" y="3640768"/>
              <a:ext cx="11667" cy="11635"/>
            </a:xfrm>
            <a:custGeom>
              <a:avLst/>
              <a:gdLst/>
              <a:ahLst/>
              <a:cxnLst/>
              <a:rect l="l" t="t" r="r" b="b"/>
              <a:pathLst>
                <a:path w="359" h="358" extrusionOk="0">
                  <a:moveTo>
                    <a:pt x="191" y="0"/>
                  </a:moveTo>
                  <a:cubicBezTo>
                    <a:pt x="96" y="0"/>
                    <a:pt x="1" y="72"/>
                    <a:pt x="1" y="167"/>
                  </a:cubicBezTo>
                  <a:cubicBezTo>
                    <a:pt x="1" y="286"/>
                    <a:pt x="96" y="358"/>
                    <a:pt x="191" y="358"/>
                  </a:cubicBezTo>
                  <a:cubicBezTo>
                    <a:pt x="287" y="358"/>
                    <a:pt x="358" y="286"/>
                    <a:pt x="358" y="167"/>
                  </a:cubicBezTo>
                  <a:cubicBezTo>
                    <a:pt x="358" y="72"/>
                    <a:pt x="287" y="0"/>
                    <a:pt x="19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9" name="Google Shape;23619;p145"/>
            <p:cNvSpPr/>
            <p:nvPr/>
          </p:nvSpPr>
          <p:spPr>
            <a:xfrm>
              <a:off x="1760923" y="3662446"/>
              <a:ext cx="357597" cy="260845"/>
            </a:xfrm>
            <a:custGeom>
              <a:avLst/>
              <a:gdLst/>
              <a:ahLst/>
              <a:cxnLst/>
              <a:rect l="l" t="t" r="r" b="b"/>
              <a:pathLst>
                <a:path w="11003" h="8026" extrusionOk="0">
                  <a:moveTo>
                    <a:pt x="5478" y="0"/>
                  </a:moveTo>
                  <a:lnTo>
                    <a:pt x="0" y="191"/>
                  </a:lnTo>
                  <a:lnTo>
                    <a:pt x="0" y="7859"/>
                  </a:lnTo>
                  <a:cubicBezTo>
                    <a:pt x="0" y="7930"/>
                    <a:pt x="95" y="8026"/>
                    <a:pt x="167" y="8026"/>
                  </a:cubicBezTo>
                  <a:lnTo>
                    <a:pt x="10836" y="8026"/>
                  </a:lnTo>
                  <a:cubicBezTo>
                    <a:pt x="10931" y="8026"/>
                    <a:pt x="11003" y="7930"/>
                    <a:pt x="11003" y="7859"/>
                  </a:cubicBezTo>
                  <a:lnTo>
                    <a:pt x="11003" y="191"/>
                  </a:lnTo>
                  <a:lnTo>
                    <a:pt x="5478"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0" name="Google Shape;23620;p145"/>
            <p:cNvSpPr/>
            <p:nvPr/>
          </p:nvSpPr>
          <p:spPr>
            <a:xfrm>
              <a:off x="1760923" y="3625298"/>
              <a:ext cx="356817" cy="43355"/>
            </a:xfrm>
            <a:custGeom>
              <a:avLst/>
              <a:gdLst/>
              <a:ahLst/>
              <a:cxnLst/>
              <a:rect l="l" t="t" r="r" b="b"/>
              <a:pathLst>
                <a:path w="10979" h="1334" extrusionOk="0">
                  <a:moveTo>
                    <a:pt x="453" y="0"/>
                  </a:moveTo>
                  <a:cubicBezTo>
                    <a:pt x="215" y="0"/>
                    <a:pt x="0" y="214"/>
                    <a:pt x="0" y="453"/>
                  </a:cubicBezTo>
                  <a:lnTo>
                    <a:pt x="0" y="1334"/>
                  </a:lnTo>
                  <a:lnTo>
                    <a:pt x="10979" y="1334"/>
                  </a:lnTo>
                  <a:lnTo>
                    <a:pt x="10979" y="453"/>
                  </a:lnTo>
                  <a:cubicBezTo>
                    <a:pt x="10979" y="214"/>
                    <a:pt x="10764" y="0"/>
                    <a:pt x="10526"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1" name="Google Shape;23621;p145"/>
            <p:cNvSpPr/>
            <p:nvPr/>
          </p:nvSpPr>
          <p:spPr>
            <a:xfrm>
              <a:off x="2090636" y="3662446"/>
              <a:ext cx="27105" cy="260845"/>
            </a:xfrm>
            <a:custGeom>
              <a:avLst/>
              <a:gdLst/>
              <a:ahLst/>
              <a:cxnLst/>
              <a:rect l="l" t="t" r="r" b="b"/>
              <a:pathLst>
                <a:path w="834" h="8026" extrusionOk="0">
                  <a:moveTo>
                    <a:pt x="191" y="0"/>
                  </a:moveTo>
                  <a:lnTo>
                    <a:pt x="191" y="7859"/>
                  </a:lnTo>
                  <a:cubicBezTo>
                    <a:pt x="191" y="7930"/>
                    <a:pt x="95" y="8026"/>
                    <a:pt x="0" y="8026"/>
                  </a:cubicBezTo>
                  <a:lnTo>
                    <a:pt x="667" y="8026"/>
                  </a:lnTo>
                  <a:cubicBezTo>
                    <a:pt x="738" y="8026"/>
                    <a:pt x="834" y="7930"/>
                    <a:pt x="834" y="7859"/>
                  </a:cubicBezTo>
                  <a:lnTo>
                    <a:pt x="834" y="191"/>
                  </a:lnTo>
                  <a:lnTo>
                    <a:pt x="191" y="0"/>
                  </a:ln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2" name="Google Shape;23622;p145"/>
            <p:cNvSpPr/>
            <p:nvPr/>
          </p:nvSpPr>
          <p:spPr>
            <a:xfrm>
              <a:off x="2081341" y="3625298"/>
              <a:ext cx="36400" cy="43355"/>
            </a:xfrm>
            <a:custGeom>
              <a:avLst/>
              <a:gdLst/>
              <a:ahLst/>
              <a:cxnLst/>
              <a:rect l="l" t="t" r="r" b="b"/>
              <a:pathLst>
                <a:path w="1120" h="1334" extrusionOk="0">
                  <a:moveTo>
                    <a:pt x="0" y="0"/>
                  </a:moveTo>
                  <a:cubicBezTo>
                    <a:pt x="239" y="0"/>
                    <a:pt x="429" y="214"/>
                    <a:pt x="429" y="453"/>
                  </a:cubicBezTo>
                  <a:lnTo>
                    <a:pt x="429" y="1334"/>
                  </a:lnTo>
                  <a:lnTo>
                    <a:pt x="1096" y="1334"/>
                  </a:lnTo>
                  <a:lnTo>
                    <a:pt x="1096" y="453"/>
                  </a:lnTo>
                  <a:lnTo>
                    <a:pt x="1120" y="453"/>
                  </a:lnTo>
                  <a:cubicBezTo>
                    <a:pt x="1120" y="214"/>
                    <a:pt x="905" y="0"/>
                    <a:pt x="667"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3" name="Google Shape;23623;p145"/>
            <p:cNvSpPr/>
            <p:nvPr/>
          </p:nvSpPr>
          <p:spPr>
            <a:xfrm>
              <a:off x="1955956" y="3691078"/>
              <a:ext cx="127725" cy="56518"/>
            </a:xfrm>
            <a:custGeom>
              <a:avLst/>
              <a:gdLst/>
              <a:ahLst/>
              <a:cxnLst/>
              <a:rect l="l" t="t" r="r" b="b"/>
              <a:pathLst>
                <a:path w="3930" h="1739" extrusionOk="0">
                  <a:moveTo>
                    <a:pt x="167" y="0"/>
                  </a:moveTo>
                  <a:cubicBezTo>
                    <a:pt x="72" y="0"/>
                    <a:pt x="0" y="72"/>
                    <a:pt x="24" y="119"/>
                  </a:cubicBezTo>
                  <a:lnTo>
                    <a:pt x="24" y="1310"/>
                  </a:lnTo>
                  <a:cubicBezTo>
                    <a:pt x="24" y="1382"/>
                    <a:pt x="96" y="1429"/>
                    <a:pt x="143" y="1429"/>
                  </a:cubicBezTo>
                  <a:lnTo>
                    <a:pt x="2620" y="1429"/>
                  </a:lnTo>
                  <a:cubicBezTo>
                    <a:pt x="2668" y="1429"/>
                    <a:pt x="2692" y="1453"/>
                    <a:pt x="2715" y="1477"/>
                  </a:cubicBezTo>
                  <a:lnTo>
                    <a:pt x="2834" y="1667"/>
                  </a:lnTo>
                  <a:cubicBezTo>
                    <a:pt x="2870" y="1715"/>
                    <a:pt x="2906" y="1739"/>
                    <a:pt x="2942" y="1739"/>
                  </a:cubicBezTo>
                  <a:cubicBezTo>
                    <a:pt x="2977" y="1739"/>
                    <a:pt x="3013" y="1715"/>
                    <a:pt x="3049" y="1667"/>
                  </a:cubicBezTo>
                  <a:lnTo>
                    <a:pt x="3168" y="1477"/>
                  </a:lnTo>
                  <a:cubicBezTo>
                    <a:pt x="3168" y="1453"/>
                    <a:pt x="3215" y="1429"/>
                    <a:pt x="3263" y="1429"/>
                  </a:cubicBezTo>
                  <a:lnTo>
                    <a:pt x="3811" y="1429"/>
                  </a:lnTo>
                  <a:cubicBezTo>
                    <a:pt x="3882" y="1429"/>
                    <a:pt x="3930" y="1382"/>
                    <a:pt x="3930" y="1310"/>
                  </a:cubicBezTo>
                  <a:lnTo>
                    <a:pt x="3930" y="119"/>
                  </a:lnTo>
                  <a:cubicBezTo>
                    <a:pt x="3930" y="72"/>
                    <a:pt x="3882" y="0"/>
                    <a:pt x="3811" y="0"/>
                  </a:cubicBezTo>
                  <a:close/>
                </a:path>
              </a:pathLst>
            </a:custGeom>
            <a:solidFill>
              <a:srgbClr val="C4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4" name="Google Shape;23624;p145"/>
            <p:cNvSpPr/>
            <p:nvPr/>
          </p:nvSpPr>
          <p:spPr>
            <a:xfrm>
              <a:off x="1955956" y="3768461"/>
              <a:ext cx="127725" cy="56550"/>
            </a:xfrm>
            <a:custGeom>
              <a:avLst/>
              <a:gdLst/>
              <a:ahLst/>
              <a:cxnLst/>
              <a:rect l="l" t="t" r="r" b="b"/>
              <a:pathLst>
                <a:path w="3930" h="1740" extrusionOk="0">
                  <a:moveTo>
                    <a:pt x="167" y="1"/>
                  </a:moveTo>
                  <a:cubicBezTo>
                    <a:pt x="72" y="1"/>
                    <a:pt x="0" y="72"/>
                    <a:pt x="24" y="120"/>
                  </a:cubicBezTo>
                  <a:lnTo>
                    <a:pt x="24" y="1311"/>
                  </a:lnTo>
                  <a:cubicBezTo>
                    <a:pt x="24" y="1382"/>
                    <a:pt x="96" y="1430"/>
                    <a:pt x="143" y="1430"/>
                  </a:cubicBezTo>
                  <a:lnTo>
                    <a:pt x="2620" y="1430"/>
                  </a:lnTo>
                  <a:cubicBezTo>
                    <a:pt x="2668" y="1430"/>
                    <a:pt x="2692" y="1453"/>
                    <a:pt x="2715" y="1477"/>
                  </a:cubicBezTo>
                  <a:lnTo>
                    <a:pt x="2834" y="1668"/>
                  </a:lnTo>
                  <a:cubicBezTo>
                    <a:pt x="2870" y="1715"/>
                    <a:pt x="2906" y="1739"/>
                    <a:pt x="2942" y="1739"/>
                  </a:cubicBezTo>
                  <a:cubicBezTo>
                    <a:pt x="2977" y="1739"/>
                    <a:pt x="3013" y="1715"/>
                    <a:pt x="3049" y="1668"/>
                  </a:cubicBezTo>
                  <a:lnTo>
                    <a:pt x="3168" y="1477"/>
                  </a:lnTo>
                  <a:cubicBezTo>
                    <a:pt x="3168" y="1453"/>
                    <a:pt x="3215" y="1430"/>
                    <a:pt x="3263" y="1430"/>
                  </a:cubicBezTo>
                  <a:lnTo>
                    <a:pt x="3811" y="1430"/>
                  </a:lnTo>
                  <a:cubicBezTo>
                    <a:pt x="3882" y="1430"/>
                    <a:pt x="3930" y="1382"/>
                    <a:pt x="3930" y="1311"/>
                  </a:cubicBezTo>
                  <a:lnTo>
                    <a:pt x="3930" y="120"/>
                  </a:lnTo>
                  <a:cubicBezTo>
                    <a:pt x="3930" y="72"/>
                    <a:pt x="3882" y="1"/>
                    <a:pt x="3811"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5" name="Google Shape;23625;p145"/>
            <p:cNvSpPr/>
            <p:nvPr/>
          </p:nvSpPr>
          <p:spPr>
            <a:xfrm>
              <a:off x="1955956" y="3846623"/>
              <a:ext cx="127725" cy="56550"/>
            </a:xfrm>
            <a:custGeom>
              <a:avLst/>
              <a:gdLst/>
              <a:ahLst/>
              <a:cxnLst/>
              <a:rect l="l" t="t" r="r" b="b"/>
              <a:pathLst>
                <a:path w="3930" h="1740" extrusionOk="0">
                  <a:moveTo>
                    <a:pt x="167" y="1"/>
                  </a:moveTo>
                  <a:cubicBezTo>
                    <a:pt x="72" y="1"/>
                    <a:pt x="0" y="72"/>
                    <a:pt x="24" y="120"/>
                  </a:cubicBezTo>
                  <a:lnTo>
                    <a:pt x="24" y="1311"/>
                  </a:lnTo>
                  <a:cubicBezTo>
                    <a:pt x="24" y="1382"/>
                    <a:pt x="96" y="1430"/>
                    <a:pt x="143" y="1430"/>
                  </a:cubicBezTo>
                  <a:lnTo>
                    <a:pt x="2620" y="1430"/>
                  </a:lnTo>
                  <a:cubicBezTo>
                    <a:pt x="2668" y="1430"/>
                    <a:pt x="2692" y="1454"/>
                    <a:pt x="2715" y="1501"/>
                  </a:cubicBezTo>
                  <a:lnTo>
                    <a:pt x="2834" y="1668"/>
                  </a:lnTo>
                  <a:cubicBezTo>
                    <a:pt x="2870" y="1716"/>
                    <a:pt x="2906" y="1739"/>
                    <a:pt x="2942" y="1739"/>
                  </a:cubicBezTo>
                  <a:cubicBezTo>
                    <a:pt x="2977" y="1739"/>
                    <a:pt x="3013" y="1716"/>
                    <a:pt x="3049" y="1668"/>
                  </a:cubicBezTo>
                  <a:lnTo>
                    <a:pt x="3168" y="1501"/>
                  </a:lnTo>
                  <a:cubicBezTo>
                    <a:pt x="3168" y="1477"/>
                    <a:pt x="3215" y="1430"/>
                    <a:pt x="3263" y="1430"/>
                  </a:cubicBezTo>
                  <a:lnTo>
                    <a:pt x="3811" y="1430"/>
                  </a:lnTo>
                  <a:cubicBezTo>
                    <a:pt x="3882" y="1430"/>
                    <a:pt x="3930" y="1382"/>
                    <a:pt x="3930" y="1311"/>
                  </a:cubicBezTo>
                  <a:lnTo>
                    <a:pt x="3930" y="120"/>
                  </a:lnTo>
                  <a:cubicBezTo>
                    <a:pt x="3930" y="72"/>
                    <a:pt x="3882" y="1"/>
                    <a:pt x="3811" y="1"/>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6" name="Google Shape;23626;p145"/>
            <p:cNvSpPr/>
            <p:nvPr/>
          </p:nvSpPr>
          <p:spPr>
            <a:xfrm>
              <a:off x="2058883" y="3691078"/>
              <a:ext cx="24797" cy="46475"/>
            </a:xfrm>
            <a:custGeom>
              <a:avLst/>
              <a:gdLst/>
              <a:ahLst/>
              <a:cxnLst/>
              <a:rect l="l" t="t" r="r" b="b"/>
              <a:pathLst>
                <a:path w="763" h="1430" extrusionOk="0">
                  <a:moveTo>
                    <a:pt x="1" y="0"/>
                  </a:moveTo>
                  <a:cubicBezTo>
                    <a:pt x="1" y="0"/>
                    <a:pt x="120" y="72"/>
                    <a:pt x="120" y="119"/>
                  </a:cubicBezTo>
                  <a:lnTo>
                    <a:pt x="120" y="1286"/>
                  </a:lnTo>
                  <a:cubicBezTo>
                    <a:pt x="120" y="1310"/>
                    <a:pt x="96" y="1382"/>
                    <a:pt x="96" y="1382"/>
                  </a:cubicBezTo>
                  <a:lnTo>
                    <a:pt x="96" y="1429"/>
                  </a:lnTo>
                  <a:lnTo>
                    <a:pt x="644" y="1429"/>
                  </a:lnTo>
                  <a:cubicBezTo>
                    <a:pt x="715" y="1429"/>
                    <a:pt x="763" y="1382"/>
                    <a:pt x="763" y="1310"/>
                  </a:cubicBezTo>
                  <a:lnTo>
                    <a:pt x="763" y="119"/>
                  </a:lnTo>
                  <a:cubicBezTo>
                    <a:pt x="763" y="72"/>
                    <a:pt x="715" y="0"/>
                    <a:pt x="644" y="0"/>
                  </a:cubicBez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7" name="Google Shape;23627;p145"/>
            <p:cNvSpPr/>
            <p:nvPr/>
          </p:nvSpPr>
          <p:spPr>
            <a:xfrm>
              <a:off x="2062003" y="3768461"/>
              <a:ext cx="21678" cy="46475"/>
            </a:xfrm>
            <a:custGeom>
              <a:avLst/>
              <a:gdLst/>
              <a:ahLst/>
              <a:cxnLst/>
              <a:rect l="l" t="t" r="r" b="b"/>
              <a:pathLst>
                <a:path w="667" h="1430" extrusionOk="0">
                  <a:moveTo>
                    <a:pt x="0" y="1"/>
                  </a:moveTo>
                  <a:lnTo>
                    <a:pt x="0" y="72"/>
                  </a:lnTo>
                  <a:cubicBezTo>
                    <a:pt x="24" y="96"/>
                    <a:pt x="24" y="120"/>
                    <a:pt x="24" y="144"/>
                  </a:cubicBezTo>
                  <a:lnTo>
                    <a:pt x="24" y="1311"/>
                  </a:lnTo>
                  <a:cubicBezTo>
                    <a:pt x="24" y="1334"/>
                    <a:pt x="0" y="1406"/>
                    <a:pt x="0" y="1406"/>
                  </a:cubicBezTo>
                  <a:lnTo>
                    <a:pt x="0" y="1430"/>
                  </a:lnTo>
                  <a:lnTo>
                    <a:pt x="548" y="1430"/>
                  </a:lnTo>
                  <a:cubicBezTo>
                    <a:pt x="619" y="1430"/>
                    <a:pt x="667" y="1382"/>
                    <a:pt x="667" y="1311"/>
                  </a:cubicBezTo>
                  <a:lnTo>
                    <a:pt x="667" y="120"/>
                  </a:lnTo>
                  <a:cubicBezTo>
                    <a:pt x="667" y="72"/>
                    <a:pt x="619" y="1"/>
                    <a:pt x="548"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8" name="Google Shape;23628;p145"/>
            <p:cNvSpPr/>
            <p:nvPr/>
          </p:nvSpPr>
          <p:spPr>
            <a:xfrm>
              <a:off x="2062003" y="3846623"/>
              <a:ext cx="21678" cy="46475"/>
            </a:xfrm>
            <a:custGeom>
              <a:avLst/>
              <a:gdLst/>
              <a:ahLst/>
              <a:cxnLst/>
              <a:rect l="l" t="t" r="r" b="b"/>
              <a:pathLst>
                <a:path w="667" h="1430" extrusionOk="0">
                  <a:moveTo>
                    <a:pt x="0" y="1"/>
                  </a:moveTo>
                  <a:lnTo>
                    <a:pt x="0" y="49"/>
                  </a:lnTo>
                  <a:cubicBezTo>
                    <a:pt x="24" y="72"/>
                    <a:pt x="24" y="96"/>
                    <a:pt x="24" y="120"/>
                  </a:cubicBezTo>
                  <a:lnTo>
                    <a:pt x="24" y="1287"/>
                  </a:lnTo>
                  <a:cubicBezTo>
                    <a:pt x="24" y="1311"/>
                    <a:pt x="0" y="1382"/>
                    <a:pt x="0" y="1382"/>
                  </a:cubicBezTo>
                  <a:lnTo>
                    <a:pt x="0" y="1430"/>
                  </a:lnTo>
                  <a:lnTo>
                    <a:pt x="548" y="1430"/>
                  </a:lnTo>
                  <a:cubicBezTo>
                    <a:pt x="619" y="1430"/>
                    <a:pt x="667" y="1382"/>
                    <a:pt x="667" y="1311"/>
                  </a:cubicBezTo>
                  <a:lnTo>
                    <a:pt x="667" y="120"/>
                  </a:lnTo>
                  <a:cubicBezTo>
                    <a:pt x="667" y="72"/>
                    <a:pt x="619" y="1"/>
                    <a:pt x="548" y="1"/>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9" name="Google Shape;23629;p145"/>
            <p:cNvSpPr/>
            <p:nvPr/>
          </p:nvSpPr>
          <p:spPr>
            <a:xfrm>
              <a:off x="1785688" y="3865993"/>
              <a:ext cx="129285" cy="57297"/>
            </a:xfrm>
            <a:custGeom>
              <a:avLst/>
              <a:gdLst/>
              <a:ahLst/>
              <a:cxnLst/>
              <a:rect l="l" t="t" r="r" b="b"/>
              <a:pathLst>
                <a:path w="3978" h="1763" extrusionOk="0">
                  <a:moveTo>
                    <a:pt x="1477" y="0"/>
                  </a:moveTo>
                  <a:lnTo>
                    <a:pt x="1477" y="643"/>
                  </a:lnTo>
                  <a:cubicBezTo>
                    <a:pt x="1477" y="691"/>
                    <a:pt x="1429" y="762"/>
                    <a:pt x="1382" y="762"/>
                  </a:cubicBezTo>
                  <a:lnTo>
                    <a:pt x="429" y="1143"/>
                  </a:lnTo>
                  <a:cubicBezTo>
                    <a:pt x="310" y="1191"/>
                    <a:pt x="191" y="1286"/>
                    <a:pt x="119" y="1429"/>
                  </a:cubicBezTo>
                  <a:cubicBezTo>
                    <a:pt x="96" y="1524"/>
                    <a:pt x="48" y="1644"/>
                    <a:pt x="0" y="1763"/>
                  </a:cubicBezTo>
                  <a:lnTo>
                    <a:pt x="3977" y="1763"/>
                  </a:lnTo>
                  <a:cubicBezTo>
                    <a:pt x="3930" y="1644"/>
                    <a:pt x="3906" y="1548"/>
                    <a:pt x="3858" y="1429"/>
                  </a:cubicBezTo>
                  <a:cubicBezTo>
                    <a:pt x="3787" y="1310"/>
                    <a:pt x="3668" y="1191"/>
                    <a:pt x="3549" y="1143"/>
                  </a:cubicBezTo>
                  <a:lnTo>
                    <a:pt x="2596" y="762"/>
                  </a:lnTo>
                  <a:cubicBezTo>
                    <a:pt x="2548" y="715"/>
                    <a:pt x="2501" y="691"/>
                    <a:pt x="2501" y="643"/>
                  </a:cubicBezTo>
                  <a:lnTo>
                    <a:pt x="2501"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0" name="Google Shape;23630;p145"/>
            <p:cNvSpPr/>
            <p:nvPr/>
          </p:nvSpPr>
          <p:spPr>
            <a:xfrm>
              <a:off x="1851468" y="3881463"/>
              <a:ext cx="63505" cy="42607"/>
            </a:xfrm>
            <a:custGeom>
              <a:avLst/>
              <a:gdLst/>
              <a:ahLst/>
              <a:cxnLst/>
              <a:rect l="l" t="t" r="r" b="b"/>
              <a:pathLst>
                <a:path w="1954" h="1311" extrusionOk="0">
                  <a:moveTo>
                    <a:pt x="1" y="1"/>
                  </a:moveTo>
                  <a:lnTo>
                    <a:pt x="1" y="429"/>
                  </a:lnTo>
                  <a:cubicBezTo>
                    <a:pt x="1" y="477"/>
                    <a:pt x="48" y="548"/>
                    <a:pt x="96" y="548"/>
                  </a:cubicBezTo>
                  <a:lnTo>
                    <a:pt x="1048" y="929"/>
                  </a:lnTo>
                  <a:cubicBezTo>
                    <a:pt x="1191" y="977"/>
                    <a:pt x="1287" y="1072"/>
                    <a:pt x="1358" y="1215"/>
                  </a:cubicBezTo>
                  <a:cubicBezTo>
                    <a:pt x="1358" y="1263"/>
                    <a:pt x="1382" y="1287"/>
                    <a:pt x="1382" y="1310"/>
                  </a:cubicBezTo>
                  <a:lnTo>
                    <a:pt x="1953" y="1310"/>
                  </a:lnTo>
                  <a:cubicBezTo>
                    <a:pt x="1953" y="1191"/>
                    <a:pt x="1906" y="1072"/>
                    <a:pt x="1858" y="1001"/>
                  </a:cubicBezTo>
                  <a:cubicBezTo>
                    <a:pt x="1787" y="882"/>
                    <a:pt x="1668" y="763"/>
                    <a:pt x="1548" y="691"/>
                  </a:cubicBezTo>
                  <a:lnTo>
                    <a:pt x="596" y="310"/>
                  </a:lnTo>
                  <a:cubicBezTo>
                    <a:pt x="548" y="286"/>
                    <a:pt x="524" y="239"/>
                    <a:pt x="524" y="191"/>
                  </a:cubicBezTo>
                  <a:lnTo>
                    <a:pt x="524"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1" name="Google Shape;23631;p145"/>
            <p:cNvSpPr/>
            <p:nvPr/>
          </p:nvSpPr>
          <p:spPr>
            <a:xfrm>
              <a:off x="1801158" y="3757638"/>
              <a:ext cx="100653" cy="100653"/>
            </a:xfrm>
            <a:custGeom>
              <a:avLst/>
              <a:gdLst/>
              <a:ahLst/>
              <a:cxnLst/>
              <a:rect l="l" t="t" r="r" b="b"/>
              <a:pathLst>
                <a:path w="3097" h="3097" extrusionOk="0">
                  <a:moveTo>
                    <a:pt x="1549" y="0"/>
                  </a:moveTo>
                  <a:cubicBezTo>
                    <a:pt x="691" y="0"/>
                    <a:pt x="1" y="691"/>
                    <a:pt x="1" y="1548"/>
                  </a:cubicBezTo>
                  <a:cubicBezTo>
                    <a:pt x="1" y="2406"/>
                    <a:pt x="691" y="3096"/>
                    <a:pt x="1549" y="3096"/>
                  </a:cubicBezTo>
                  <a:cubicBezTo>
                    <a:pt x="2406" y="3096"/>
                    <a:pt x="3096" y="2406"/>
                    <a:pt x="3096" y="1548"/>
                  </a:cubicBezTo>
                  <a:cubicBezTo>
                    <a:pt x="3096" y="691"/>
                    <a:pt x="2406" y="0"/>
                    <a:pt x="1549"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2" name="Google Shape;23632;p145"/>
            <p:cNvSpPr/>
            <p:nvPr/>
          </p:nvSpPr>
          <p:spPr>
            <a:xfrm>
              <a:off x="1800378" y="3789586"/>
              <a:ext cx="102213" cy="95582"/>
            </a:xfrm>
            <a:custGeom>
              <a:avLst/>
              <a:gdLst/>
              <a:ahLst/>
              <a:cxnLst/>
              <a:rect l="l" t="t" r="r" b="b"/>
              <a:pathLst>
                <a:path w="3145" h="2941" extrusionOk="0">
                  <a:moveTo>
                    <a:pt x="2270" y="1"/>
                  </a:moveTo>
                  <a:cubicBezTo>
                    <a:pt x="2110" y="1"/>
                    <a:pt x="1912" y="262"/>
                    <a:pt x="1787" y="303"/>
                  </a:cubicBezTo>
                  <a:cubicBezTo>
                    <a:pt x="1644" y="327"/>
                    <a:pt x="1573" y="327"/>
                    <a:pt x="1382" y="327"/>
                  </a:cubicBezTo>
                  <a:cubicBezTo>
                    <a:pt x="1214" y="306"/>
                    <a:pt x="1027" y="25"/>
                    <a:pt x="887" y="25"/>
                  </a:cubicBezTo>
                  <a:cubicBezTo>
                    <a:pt x="869" y="25"/>
                    <a:pt x="851" y="30"/>
                    <a:pt x="834" y="41"/>
                  </a:cubicBezTo>
                  <a:cubicBezTo>
                    <a:pt x="787" y="65"/>
                    <a:pt x="739" y="137"/>
                    <a:pt x="715" y="184"/>
                  </a:cubicBezTo>
                  <a:cubicBezTo>
                    <a:pt x="572" y="541"/>
                    <a:pt x="1" y="2089"/>
                    <a:pt x="1072" y="2780"/>
                  </a:cubicBezTo>
                  <a:cubicBezTo>
                    <a:pt x="1215" y="2887"/>
                    <a:pt x="1394" y="2941"/>
                    <a:pt x="1573" y="2941"/>
                  </a:cubicBezTo>
                  <a:cubicBezTo>
                    <a:pt x="1751" y="2941"/>
                    <a:pt x="1930" y="2887"/>
                    <a:pt x="2073" y="2780"/>
                  </a:cubicBezTo>
                  <a:cubicBezTo>
                    <a:pt x="3144" y="2089"/>
                    <a:pt x="2597" y="541"/>
                    <a:pt x="2430" y="184"/>
                  </a:cubicBezTo>
                  <a:cubicBezTo>
                    <a:pt x="2406" y="89"/>
                    <a:pt x="2382" y="41"/>
                    <a:pt x="2335" y="18"/>
                  </a:cubicBezTo>
                  <a:cubicBezTo>
                    <a:pt x="2314" y="6"/>
                    <a:pt x="2292" y="1"/>
                    <a:pt x="2270"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3" name="Google Shape;23633;p145"/>
            <p:cNvSpPr/>
            <p:nvPr/>
          </p:nvSpPr>
          <p:spPr>
            <a:xfrm>
              <a:off x="1839866" y="3789488"/>
              <a:ext cx="63505" cy="93860"/>
            </a:xfrm>
            <a:custGeom>
              <a:avLst/>
              <a:gdLst/>
              <a:ahLst/>
              <a:cxnLst/>
              <a:rect l="l" t="t" r="r" b="b"/>
              <a:pathLst>
                <a:path w="1954" h="2888" extrusionOk="0">
                  <a:moveTo>
                    <a:pt x="1052" y="0"/>
                  </a:moveTo>
                  <a:cubicBezTo>
                    <a:pt x="920" y="0"/>
                    <a:pt x="758" y="202"/>
                    <a:pt x="596" y="282"/>
                  </a:cubicBezTo>
                  <a:cubicBezTo>
                    <a:pt x="786" y="783"/>
                    <a:pt x="1167" y="2116"/>
                    <a:pt x="191" y="2759"/>
                  </a:cubicBezTo>
                  <a:lnTo>
                    <a:pt x="0" y="2831"/>
                  </a:lnTo>
                  <a:cubicBezTo>
                    <a:pt x="115" y="2869"/>
                    <a:pt x="233" y="2888"/>
                    <a:pt x="349" y="2888"/>
                  </a:cubicBezTo>
                  <a:cubicBezTo>
                    <a:pt x="522" y="2888"/>
                    <a:pt x="691" y="2845"/>
                    <a:pt x="834" y="2759"/>
                  </a:cubicBezTo>
                  <a:cubicBezTo>
                    <a:pt x="1953" y="2069"/>
                    <a:pt x="1382" y="521"/>
                    <a:pt x="1239" y="163"/>
                  </a:cubicBezTo>
                  <a:cubicBezTo>
                    <a:pt x="1191" y="92"/>
                    <a:pt x="1167" y="44"/>
                    <a:pt x="1120" y="21"/>
                  </a:cubicBezTo>
                  <a:cubicBezTo>
                    <a:pt x="1098" y="6"/>
                    <a:pt x="1076" y="0"/>
                    <a:pt x="1052"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4" name="Google Shape;23634;p145"/>
            <p:cNvSpPr/>
            <p:nvPr/>
          </p:nvSpPr>
          <p:spPr>
            <a:xfrm>
              <a:off x="1760923" y="3691078"/>
              <a:ext cx="106047" cy="34840"/>
            </a:xfrm>
            <a:custGeom>
              <a:avLst/>
              <a:gdLst/>
              <a:ahLst/>
              <a:cxnLst/>
              <a:rect l="l" t="t" r="r" b="b"/>
              <a:pathLst>
                <a:path w="3263" h="1072" extrusionOk="0">
                  <a:moveTo>
                    <a:pt x="0" y="0"/>
                  </a:moveTo>
                  <a:lnTo>
                    <a:pt x="0" y="1072"/>
                  </a:lnTo>
                  <a:lnTo>
                    <a:pt x="2739" y="1072"/>
                  </a:lnTo>
                  <a:cubicBezTo>
                    <a:pt x="3025" y="1072"/>
                    <a:pt x="3263" y="834"/>
                    <a:pt x="3263" y="548"/>
                  </a:cubicBezTo>
                  <a:cubicBezTo>
                    <a:pt x="3263" y="238"/>
                    <a:pt x="3025" y="0"/>
                    <a:pt x="2739" y="0"/>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5" name="Google Shape;23635;p145"/>
            <p:cNvSpPr/>
            <p:nvPr/>
          </p:nvSpPr>
          <p:spPr>
            <a:xfrm>
              <a:off x="1828263" y="3691078"/>
              <a:ext cx="38708" cy="34840"/>
            </a:xfrm>
            <a:custGeom>
              <a:avLst/>
              <a:gdLst/>
              <a:ahLst/>
              <a:cxnLst/>
              <a:rect l="l" t="t" r="r" b="b"/>
              <a:pathLst>
                <a:path w="1191" h="1072" extrusionOk="0">
                  <a:moveTo>
                    <a:pt x="0" y="0"/>
                  </a:moveTo>
                  <a:cubicBezTo>
                    <a:pt x="310" y="0"/>
                    <a:pt x="548" y="238"/>
                    <a:pt x="548" y="548"/>
                  </a:cubicBezTo>
                  <a:cubicBezTo>
                    <a:pt x="548" y="834"/>
                    <a:pt x="310" y="1072"/>
                    <a:pt x="0" y="1072"/>
                  </a:cubicBezTo>
                  <a:lnTo>
                    <a:pt x="667" y="1072"/>
                  </a:lnTo>
                  <a:cubicBezTo>
                    <a:pt x="953" y="1072"/>
                    <a:pt x="1191" y="834"/>
                    <a:pt x="1191" y="548"/>
                  </a:cubicBezTo>
                  <a:cubicBezTo>
                    <a:pt x="1191" y="238"/>
                    <a:pt x="953" y="0"/>
                    <a:pt x="667" y="0"/>
                  </a:cubicBezTo>
                  <a:close/>
                </a:path>
              </a:pathLst>
            </a:custGeom>
            <a:solidFill>
              <a:srgbClr val="AD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6" name="Google Shape;23636;p145"/>
            <p:cNvSpPr/>
            <p:nvPr/>
          </p:nvSpPr>
          <p:spPr>
            <a:xfrm>
              <a:off x="1986148" y="3708108"/>
              <a:ext cx="66592" cy="10855"/>
            </a:xfrm>
            <a:custGeom>
              <a:avLst/>
              <a:gdLst/>
              <a:ahLst/>
              <a:cxnLst/>
              <a:rect l="l" t="t" r="r" b="b"/>
              <a:pathLst>
                <a:path w="2049" h="334" extrusionOk="0">
                  <a:moveTo>
                    <a:pt x="143" y="0"/>
                  </a:moveTo>
                  <a:cubicBezTo>
                    <a:pt x="72" y="0"/>
                    <a:pt x="0" y="95"/>
                    <a:pt x="0" y="191"/>
                  </a:cubicBezTo>
                  <a:cubicBezTo>
                    <a:pt x="0" y="286"/>
                    <a:pt x="96" y="334"/>
                    <a:pt x="191" y="334"/>
                  </a:cubicBezTo>
                  <a:lnTo>
                    <a:pt x="1882" y="334"/>
                  </a:lnTo>
                  <a:cubicBezTo>
                    <a:pt x="1977" y="334"/>
                    <a:pt x="2048" y="262"/>
                    <a:pt x="2024" y="167"/>
                  </a:cubicBezTo>
                  <a:cubicBezTo>
                    <a:pt x="2024" y="72"/>
                    <a:pt x="1929" y="0"/>
                    <a:pt x="1858" y="0"/>
                  </a:cubicBez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7" name="Google Shape;23637;p145"/>
            <p:cNvSpPr/>
            <p:nvPr/>
          </p:nvSpPr>
          <p:spPr>
            <a:xfrm>
              <a:off x="1986148" y="3785491"/>
              <a:ext cx="66592" cy="10888"/>
            </a:xfrm>
            <a:custGeom>
              <a:avLst/>
              <a:gdLst/>
              <a:ahLst/>
              <a:cxnLst/>
              <a:rect l="l" t="t" r="r" b="b"/>
              <a:pathLst>
                <a:path w="2049" h="335" extrusionOk="0">
                  <a:moveTo>
                    <a:pt x="143" y="1"/>
                  </a:moveTo>
                  <a:cubicBezTo>
                    <a:pt x="72" y="1"/>
                    <a:pt x="0" y="96"/>
                    <a:pt x="0" y="191"/>
                  </a:cubicBezTo>
                  <a:cubicBezTo>
                    <a:pt x="0" y="286"/>
                    <a:pt x="96" y="334"/>
                    <a:pt x="191" y="334"/>
                  </a:cubicBezTo>
                  <a:lnTo>
                    <a:pt x="1882" y="334"/>
                  </a:lnTo>
                  <a:cubicBezTo>
                    <a:pt x="1977" y="334"/>
                    <a:pt x="2048" y="263"/>
                    <a:pt x="2024" y="167"/>
                  </a:cubicBezTo>
                  <a:cubicBezTo>
                    <a:pt x="2024" y="72"/>
                    <a:pt x="1929" y="1"/>
                    <a:pt x="1858"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8" name="Google Shape;23638;p145"/>
            <p:cNvSpPr/>
            <p:nvPr/>
          </p:nvSpPr>
          <p:spPr>
            <a:xfrm>
              <a:off x="1986148" y="3864433"/>
              <a:ext cx="66592" cy="10888"/>
            </a:xfrm>
            <a:custGeom>
              <a:avLst/>
              <a:gdLst/>
              <a:ahLst/>
              <a:cxnLst/>
              <a:rect l="l" t="t" r="r" b="b"/>
              <a:pathLst>
                <a:path w="2049" h="335" extrusionOk="0">
                  <a:moveTo>
                    <a:pt x="143" y="1"/>
                  </a:moveTo>
                  <a:cubicBezTo>
                    <a:pt x="72" y="1"/>
                    <a:pt x="0" y="96"/>
                    <a:pt x="0" y="167"/>
                  </a:cubicBezTo>
                  <a:cubicBezTo>
                    <a:pt x="0" y="263"/>
                    <a:pt x="96" y="334"/>
                    <a:pt x="191" y="334"/>
                  </a:cubicBezTo>
                  <a:lnTo>
                    <a:pt x="1882" y="334"/>
                  </a:lnTo>
                  <a:cubicBezTo>
                    <a:pt x="1977" y="334"/>
                    <a:pt x="2048" y="239"/>
                    <a:pt x="2024" y="144"/>
                  </a:cubicBezTo>
                  <a:cubicBezTo>
                    <a:pt x="2024" y="48"/>
                    <a:pt x="1929" y="1"/>
                    <a:pt x="1858" y="1"/>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39" name="Google Shape;23639;p145"/>
          <p:cNvGrpSpPr/>
          <p:nvPr/>
        </p:nvGrpSpPr>
        <p:grpSpPr>
          <a:xfrm>
            <a:off x="1006306" y="3453983"/>
            <a:ext cx="373068" cy="335498"/>
            <a:chOff x="1006306" y="3606383"/>
            <a:chExt cx="373068" cy="335498"/>
          </a:xfrm>
        </p:grpSpPr>
        <p:sp>
          <p:nvSpPr>
            <p:cNvPr id="23640" name="Google Shape;23640;p145"/>
            <p:cNvSpPr/>
            <p:nvPr/>
          </p:nvSpPr>
          <p:spPr>
            <a:xfrm>
              <a:off x="1027951" y="3713503"/>
              <a:ext cx="312715" cy="217522"/>
            </a:xfrm>
            <a:custGeom>
              <a:avLst/>
              <a:gdLst/>
              <a:ahLst/>
              <a:cxnLst/>
              <a:rect l="l" t="t" r="r" b="b"/>
              <a:pathLst>
                <a:path w="9622" h="6693" extrusionOk="0">
                  <a:moveTo>
                    <a:pt x="430" y="1"/>
                  </a:moveTo>
                  <a:cubicBezTo>
                    <a:pt x="191" y="1"/>
                    <a:pt x="1" y="168"/>
                    <a:pt x="1" y="406"/>
                  </a:cubicBezTo>
                  <a:lnTo>
                    <a:pt x="1" y="6240"/>
                  </a:lnTo>
                  <a:lnTo>
                    <a:pt x="4740" y="6693"/>
                  </a:lnTo>
                  <a:lnTo>
                    <a:pt x="9622" y="6240"/>
                  </a:lnTo>
                  <a:lnTo>
                    <a:pt x="9622" y="406"/>
                  </a:lnTo>
                  <a:cubicBezTo>
                    <a:pt x="9598" y="168"/>
                    <a:pt x="9431" y="1"/>
                    <a:pt x="9217"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1" name="Google Shape;23641;p145"/>
            <p:cNvSpPr/>
            <p:nvPr/>
          </p:nvSpPr>
          <p:spPr>
            <a:xfrm>
              <a:off x="1051968" y="3736741"/>
              <a:ext cx="264713" cy="194285"/>
            </a:xfrm>
            <a:custGeom>
              <a:avLst/>
              <a:gdLst/>
              <a:ahLst/>
              <a:cxnLst/>
              <a:rect l="l" t="t" r="r" b="b"/>
              <a:pathLst>
                <a:path w="8145" h="5978" extrusionOk="0">
                  <a:moveTo>
                    <a:pt x="167" y="0"/>
                  </a:moveTo>
                  <a:cubicBezTo>
                    <a:pt x="72" y="0"/>
                    <a:pt x="0" y="96"/>
                    <a:pt x="0" y="167"/>
                  </a:cubicBezTo>
                  <a:lnTo>
                    <a:pt x="0" y="5525"/>
                  </a:lnTo>
                  <a:lnTo>
                    <a:pt x="3977" y="5978"/>
                  </a:lnTo>
                  <a:lnTo>
                    <a:pt x="8145" y="5525"/>
                  </a:lnTo>
                  <a:lnTo>
                    <a:pt x="8145" y="167"/>
                  </a:lnTo>
                  <a:cubicBezTo>
                    <a:pt x="8145" y="96"/>
                    <a:pt x="8049" y="0"/>
                    <a:pt x="7954" y="0"/>
                  </a:cubicBezTo>
                  <a:close/>
                </a:path>
              </a:pathLst>
            </a:custGeom>
            <a:solidFill>
              <a:srgbClr val="9CA7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2" name="Google Shape;23642;p145"/>
            <p:cNvSpPr/>
            <p:nvPr/>
          </p:nvSpPr>
          <p:spPr>
            <a:xfrm>
              <a:off x="1290356" y="3736741"/>
              <a:ext cx="27105" cy="179595"/>
            </a:xfrm>
            <a:custGeom>
              <a:avLst/>
              <a:gdLst/>
              <a:ahLst/>
              <a:cxnLst/>
              <a:rect l="l" t="t" r="r" b="b"/>
              <a:pathLst>
                <a:path w="834" h="5526" extrusionOk="0">
                  <a:moveTo>
                    <a:pt x="0" y="0"/>
                  </a:moveTo>
                  <a:cubicBezTo>
                    <a:pt x="95" y="0"/>
                    <a:pt x="191" y="96"/>
                    <a:pt x="191" y="167"/>
                  </a:cubicBezTo>
                  <a:lnTo>
                    <a:pt x="191" y="5525"/>
                  </a:lnTo>
                  <a:lnTo>
                    <a:pt x="834" y="5525"/>
                  </a:lnTo>
                  <a:lnTo>
                    <a:pt x="834" y="167"/>
                  </a:lnTo>
                  <a:cubicBezTo>
                    <a:pt x="834" y="96"/>
                    <a:pt x="786" y="0"/>
                    <a:pt x="667" y="0"/>
                  </a:cubicBezTo>
                  <a:close/>
                </a:path>
              </a:pathLst>
            </a:custGeom>
            <a:solidFill>
              <a:srgbClr val="8B98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3" name="Google Shape;23643;p145"/>
            <p:cNvSpPr/>
            <p:nvPr/>
          </p:nvSpPr>
          <p:spPr>
            <a:xfrm>
              <a:off x="1307353" y="3713503"/>
              <a:ext cx="34873" cy="209788"/>
            </a:xfrm>
            <a:custGeom>
              <a:avLst/>
              <a:gdLst/>
              <a:ahLst/>
              <a:cxnLst/>
              <a:rect l="l" t="t" r="r" b="b"/>
              <a:pathLst>
                <a:path w="1073" h="6455" extrusionOk="0">
                  <a:moveTo>
                    <a:pt x="1" y="1"/>
                  </a:moveTo>
                  <a:cubicBezTo>
                    <a:pt x="239" y="1"/>
                    <a:pt x="406" y="168"/>
                    <a:pt x="406" y="406"/>
                  </a:cubicBezTo>
                  <a:lnTo>
                    <a:pt x="406" y="6240"/>
                  </a:lnTo>
                  <a:lnTo>
                    <a:pt x="763" y="6455"/>
                  </a:lnTo>
                  <a:lnTo>
                    <a:pt x="1073" y="6240"/>
                  </a:lnTo>
                  <a:lnTo>
                    <a:pt x="1073" y="406"/>
                  </a:lnTo>
                  <a:cubicBezTo>
                    <a:pt x="1025" y="168"/>
                    <a:pt x="858" y="1"/>
                    <a:pt x="644"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4" name="Google Shape;23644;p145"/>
            <p:cNvSpPr/>
            <p:nvPr/>
          </p:nvSpPr>
          <p:spPr>
            <a:xfrm>
              <a:off x="1110793" y="3606871"/>
              <a:ext cx="268580" cy="249372"/>
            </a:xfrm>
            <a:custGeom>
              <a:avLst/>
              <a:gdLst/>
              <a:ahLst/>
              <a:cxnLst/>
              <a:rect l="l" t="t" r="r" b="b"/>
              <a:pathLst>
                <a:path w="8264" h="7673" extrusionOk="0">
                  <a:moveTo>
                    <a:pt x="4107" y="1"/>
                  </a:moveTo>
                  <a:cubicBezTo>
                    <a:pt x="2713" y="1"/>
                    <a:pt x="1373" y="795"/>
                    <a:pt x="762" y="2139"/>
                  </a:cubicBezTo>
                  <a:cubicBezTo>
                    <a:pt x="0" y="3853"/>
                    <a:pt x="619" y="5830"/>
                    <a:pt x="2167" y="6783"/>
                  </a:cubicBezTo>
                  <a:lnTo>
                    <a:pt x="2262" y="7592"/>
                  </a:lnTo>
                  <a:cubicBezTo>
                    <a:pt x="2262" y="7646"/>
                    <a:pt x="2289" y="7673"/>
                    <a:pt x="2323" y="7673"/>
                  </a:cubicBezTo>
                  <a:cubicBezTo>
                    <a:pt x="2334" y="7673"/>
                    <a:pt x="2346" y="7670"/>
                    <a:pt x="2358" y="7664"/>
                  </a:cubicBezTo>
                  <a:lnTo>
                    <a:pt x="3001" y="7187"/>
                  </a:lnTo>
                  <a:cubicBezTo>
                    <a:pt x="3359" y="7300"/>
                    <a:pt x="3725" y="7355"/>
                    <a:pt x="4087" y="7355"/>
                  </a:cubicBezTo>
                  <a:cubicBezTo>
                    <a:pt x="5478" y="7355"/>
                    <a:pt x="6806" y="6553"/>
                    <a:pt x="7430" y="5211"/>
                  </a:cubicBezTo>
                  <a:cubicBezTo>
                    <a:pt x="8264" y="3377"/>
                    <a:pt x="7454" y="1186"/>
                    <a:pt x="5620" y="329"/>
                  </a:cubicBezTo>
                  <a:cubicBezTo>
                    <a:pt x="5131" y="106"/>
                    <a:pt x="4615" y="1"/>
                    <a:pt x="4107"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5" name="Google Shape;23645;p145"/>
            <p:cNvSpPr/>
            <p:nvPr/>
          </p:nvSpPr>
          <p:spPr>
            <a:xfrm>
              <a:off x="1233838" y="3606383"/>
              <a:ext cx="145535" cy="239265"/>
            </a:xfrm>
            <a:custGeom>
              <a:avLst/>
              <a:gdLst/>
              <a:ahLst/>
              <a:cxnLst/>
              <a:rect l="l" t="t" r="r" b="b"/>
              <a:pathLst>
                <a:path w="4478" h="7362" extrusionOk="0">
                  <a:moveTo>
                    <a:pt x="261" y="0"/>
                  </a:moveTo>
                  <a:cubicBezTo>
                    <a:pt x="173" y="0"/>
                    <a:pt x="86" y="4"/>
                    <a:pt x="1" y="11"/>
                  </a:cubicBezTo>
                  <a:cubicBezTo>
                    <a:pt x="405" y="58"/>
                    <a:pt x="786" y="153"/>
                    <a:pt x="1191" y="344"/>
                  </a:cubicBezTo>
                  <a:cubicBezTo>
                    <a:pt x="3025" y="1177"/>
                    <a:pt x="3835" y="3392"/>
                    <a:pt x="3001" y="5226"/>
                  </a:cubicBezTo>
                  <a:cubicBezTo>
                    <a:pt x="2430" y="6464"/>
                    <a:pt x="1239" y="7250"/>
                    <a:pt x="1" y="7345"/>
                  </a:cubicBezTo>
                  <a:cubicBezTo>
                    <a:pt x="112" y="7356"/>
                    <a:pt x="223" y="7361"/>
                    <a:pt x="334" y="7361"/>
                  </a:cubicBezTo>
                  <a:cubicBezTo>
                    <a:pt x="1719" y="7361"/>
                    <a:pt x="3049" y="6549"/>
                    <a:pt x="3644" y="5226"/>
                  </a:cubicBezTo>
                  <a:cubicBezTo>
                    <a:pt x="4478" y="3392"/>
                    <a:pt x="3692" y="1177"/>
                    <a:pt x="1834" y="344"/>
                  </a:cubicBezTo>
                  <a:cubicBezTo>
                    <a:pt x="1325" y="120"/>
                    <a:pt x="781" y="0"/>
                    <a:pt x="261"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6" name="Google Shape;23646;p145"/>
            <p:cNvSpPr/>
            <p:nvPr/>
          </p:nvSpPr>
          <p:spPr>
            <a:xfrm>
              <a:off x="1192043" y="3694621"/>
              <a:ext cx="137020" cy="99418"/>
            </a:xfrm>
            <a:custGeom>
              <a:avLst/>
              <a:gdLst/>
              <a:ahLst/>
              <a:cxnLst/>
              <a:rect l="l" t="t" r="r" b="b"/>
              <a:pathLst>
                <a:path w="4216" h="3059" extrusionOk="0">
                  <a:moveTo>
                    <a:pt x="3835" y="487"/>
                  </a:moveTo>
                  <a:lnTo>
                    <a:pt x="3144" y="2582"/>
                  </a:lnTo>
                  <a:lnTo>
                    <a:pt x="2358" y="1511"/>
                  </a:lnTo>
                  <a:lnTo>
                    <a:pt x="3835" y="487"/>
                  </a:lnTo>
                  <a:close/>
                  <a:moveTo>
                    <a:pt x="2072" y="1677"/>
                  </a:moveTo>
                  <a:lnTo>
                    <a:pt x="2882" y="2749"/>
                  </a:lnTo>
                  <a:lnTo>
                    <a:pt x="501" y="2749"/>
                  </a:lnTo>
                  <a:lnTo>
                    <a:pt x="2072" y="1677"/>
                  </a:lnTo>
                  <a:close/>
                  <a:moveTo>
                    <a:pt x="3982" y="1"/>
                  </a:moveTo>
                  <a:cubicBezTo>
                    <a:pt x="3926" y="1"/>
                    <a:pt x="3868" y="17"/>
                    <a:pt x="3835" y="34"/>
                  </a:cubicBezTo>
                  <a:lnTo>
                    <a:pt x="120" y="2582"/>
                  </a:lnTo>
                  <a:cubicBezTo>
                    <a:pt x="48" y="2630"/>
                    <a:pt x="1" y="2701"/>
                    <a:pt x="1" y="2773"/>
                  </a:cubicBezTo>
                  <a:cubicBezTo>
                    <a:pt x="1" y="2820"/>
                    <a:pt x="1" y="2844"/>
                    <a:pt x="24" y="2892"/>
                  </a:cubicBezTo>
                  <a:cubicBezTo>
                    <a:pt x="48" y="2987"/>
                    <a:pt x="167" y="3059"/>
                    <a:pt x="263" y="3059"/>
                  </a:cubicBezTo>
                  <a:lnTo>
                    <a:pt x="3216" y="3059"/>
                  </a:lnTo>
                  <a:cubicBezTo>
                    <a:pt x="3311" y="3059"/>
                    <a:pt x="3358" y="2987"/>
                    <a:pt x="3382" y="2892"/>
                  </a:cubicBezTo>
                  <a:lnTo>
                    <a:pt x="4216" y="344"/>
                  </a:lnTo>
                  <a:lnTo>
                    <a:pt x="4216" y="249"/>
                  </a:lnTo>
                  <a:cubicBezTo>
                    <a:pt x="4216" y="201"/>
                    <a:pt x="4192" y="129"/>
                    <a:pt x="4144" y="82"/>
                  </a:cubicBezTo>
                  <a:cubicBezTo>
                    <a:pt x="4097" y="34"/>
                    <a:pt x="4073" y="34"/>
                    <a:pt x="4049" y="10"/>
                  </a:cubicBezTo>
                  <a:cubicBezTo>
                    <a:pt x="4028" y="3"/>
                    <a:pt x="4005" y="1"/>
                    <a:pt x="39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7" name="Google Shape;23647;p145"/>
            <p:cNvSpPr/>
            <p:nvPr/>
          </p:nvSpPr>
          <p:spPr>
            <a:xfrm>
              <a:off x="1188176" y="3643856"/>
              <a:ext cx="96005" cy="59638"/>
            </a:xfrm>
            <a:custGeom>
              <a:avLst/>
              <a:gdLst/>
              <a:ahLst/>
              <a:cxnLst/>
              <a:rect l="l" t="t" r="r" b="b"/>
              <a:pathLst>
                <a:path w="2954" h="1835" extrusionOk="0">
                  <a:moveTo>
                    <a:pt x="1548" y="1"/>
                  </a:moveTo>
                  <a:cubicBezTo>
                    <a:pt x="1477" y="1"/>
                    <a:pt x="1429" y="24"/>
                    <a:pt x="1406" y="120"/>
                  </a:cubicBezTo>
                  <a:lnTo>
                    <a:pt x="953" y="1310"/>
                  </a:lnTo>
                  <a:lnTo>
                    <a:pt x="763" y="1048"/>
                  </a:lnTo>
                  <a:cubicBezTo>
                    <a:pt x="739" y="977"/>
                    <a:pt x="691" y="953"/>
                    <a:pt x="620" y="953"/>
                  </a:cubicBezTo>
                  <a:lnTo>
                    <a:pt x="215" y="953"/>
                  </a:lnTo>
                  <a:cubicBezTo>
                    <a:pt x="120" y="953"/>
                    <a:pt x="48" y="1001"/>
                    <a:pt x="24" y="1096"/>
                  </a:cubicBezTo>
                  <a:cubicBezTo>
                    <a:pt x="1" y="1191"/>
                    <a:pt x="96" y="1287"/>
                    <a:pt x="167" y="1287"/>
                  </a:cubicBezTo>
                  <a:lnTo>
                    <a:pt x="501" y="1287"/>
                  </a:lnTo>
                  <a:lnTo>
                    <a:pt x="810" y="1763"/>
                  </a:lnTo>
                  <a:cubicBezTo>
                    <a:pt x="834" y="1811"/>
                    <a:pt x="882" y="1834"/>
                    <a:pt x="953" y="1834"/>
                  </a:cubicBezTo>
                  <a:lnTo>
                    <a:pt x="977" y="1834"/>
                  </a:lnTo>
                  <a:cubicBezTo>
                    <a:pt x="1025" y="1834"/>
                    <a:pt x="1096" y="1787"/>
                    <a:pt x="1120" y="1715"/>
                  </a:cubicBezTo>
                  <a:lnTo>
                    <a:pt x="1620" y="334"/>
                  </a:lnTo>
                  <a:lnTo>
                    <a:pt x="2763" y="334"/>
                  </a:lnTo>
                  <a:cubicBezTo>
                    <a:pt x="2858" y="334"/>
                    <a:pt x="2954" y="263"/>
                    <a:pt x="2954" y="167"/>
                  </a:cubicBezTo>
                  <a:cubicBezTo>
                    <a:pt x="2954" y="96"/>
                    <a:pt x="2882" y="1"/>
                    <a:pt x="27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8" name="Google Shape;23648;p145"/>
            <p:cNvSpPr/>
            <p:nvPr/>
          </p:nvSpPr>
          <p:spPr>
            <a:xfrm>
              <a:off x="1242353" y="3671351"/>
              <a:ext cx="32533" cy="32143"/>
            </a:xfrm>
            <a:custGeom>
              <a:avLst/>
              <a:gdLst/>
              <a:ahLst/>
              <a:cxnLst/>
              <a:rect l="l" t="t" r="r" b="b"/>
              <a:pathLst>
                <a:path w="1001" h="989" extrusionOk="0">
                  <a:moveTo>
                    <a:pt x="176" y="0"/>
                  </a:moveTo>
                  <a:cubicBezTo>
                    <a:pt x="132" y="0"/>
                    <a:pt x="84" y="12"/>
                    <a:pt x="48" y="36"/>
                  </a:cubicBezTo>
                  <a:cubicBezTo>
                    <a:pt x="1" y="107"/>
                    <a:pt x="1" y="226"/>
                    <a:pt x="48" y="274"/>
                  </a:cubicBezTo>
                  <a:lnTo>
                    <a:pt x="262" y="488"/>
                  </a:lnTo>
                  <a:lnTo>
                    <a:pt x="48" y="703"/>
                  </a:lnTo>
                  <a:cubicBezTo>
                    <a:pt x="1" y="750"/>
                    <a:pt x="1" y="869"/>
                    <a:pt x="48" y="941"/>
                  </a:cubicBezTo>
                  <a:cubicBezTo>
                    <a:pt x="96" y="965"/>
                    <a:pt x="143" y="988"/>
                    <a:pt x="167" y="988"/>
                  </a:cubicBezTo>
                  <a:cubicBezTo>
                    <a:pt x="215" y="988"/>
                    <a:pt x="262" y="965"/>
                    <a:pt x="286" y="941"/>
                  </a:cubicBezTo>
                  <a:lnTo>
                    <a:pt x="501" y="726"/>
                  </a:lnTo>
                  <a:lnTo>
                    <a:pt x="715" y="941"/>
                  </a:lnTo>
                  <a:cubicBezTo>
                    <a:pt x="739" y="965"/>
                    <a:pt x="810" y="988"/>
                    <a:pt x="834" y="988"/>
                  </a:cubicBezTo>
                  <a:cubicBezTo>
                    <a:pt x="858" y="988"/>
                    <a:pt x="929" y="965"/>
                    <a:pt x="953" y="941"/>
                  </a:cubicBezTo>
                  <a:cubicBezTo>
                    <a:pt x="1001" y="869"/>
                    <a:pt x="1001" y="750"/>
                    <a:pt x="953" y="703"/>
                  </a:cubicBezTo>
                  <a:lnTo>
                    <a:pt x="739" y="488"/>
                  </a:lnTo>
                  <a:lnTo>
                    <a:pt x="953" y="274"/>
                  </a:lnTo>
                  <a:cubicBezTo>
                    <a:pt x="1001" y="226"/>
                    <a:pt x="1001" y="107"/>
                    <a:pt x="953" y="36"/>
                  </a:cubicBezTo>
                  <a:cubicBezTo>
                    <a:pt x="917" y="12"/>
                    <a:pt x="870" y="0"/>
                    <a:pt x="825" y="0"/>
                  </a:cubicBezTo>
                  <a:cubicBezTo>
                    <a:pt x="780" y="0"/>
                    <a:pt x="739" y="12"/>
                    <a:pt x="715" y="36"/>
                  </a:cubicBezTo>
                  <a:lnTo>
                    <a:pt x="501" y="250"/>
                  </a:lnTo>
                  <a:lnTo>
                    <a:pt x="286" y="36"/>
                  </a:lnTo>
                  <a:cubicBezTo>
                    <a:pt x="262" y="12"/>
                    <a:pt x="221" y="0"/>
                    <a:pt x="17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9" name="Google Shape;23649;p145"/>
            <p:cNvSpPr/>
            <p:nvPr/>
          </p:nvSpPr>
          <p:spPr>
            <a:xfrm>
              <a:off x="1162631" y="3715063"/>
              <a:ext cx="41827" cy="33313"/>
            </a:xfrm>
            <a:custGeom>
              <a:avLst/>
              <a:gdLst/>
              <a:ahLst/>
              <a:cxnLst/>
              <a:rect l="l" t="t" r="r" b="b"/>
              <a:pathLst>
                <a:path w="1287" h="1025" extrusionOk="0">
                  <a:moveTo>
                    <a:pt x="453" y="334"/>
                  </a:moveTo>
                  <a:cubicBezTo>
                    <a:pt x="525" y="334"/>
                    <a:pt x="596" y="429"/>
                    <a:pt x="667" y="548"/>
                  </a:cubicBezTo>
                  <a:cubicBezTo>
                    <a:pt x="548" y="644"/>
                    <a:pt x="453" y="691"/>
                    <a:pt x="429" y="691"/>
                  </a:cubicBezTo>
                  <a:cubicBezTo>
                    <a:pt x="358" y="691"/>
                    <a:pt x="358" y="667"/>
                    <a:pt x="358" y="667"/>
                  </a:cubicBezTo>
                  <a:cubicBezTo>
                    <a:pt x="334" y="644"/>
                    <a:pt x="334" y="548"/>
                    <a:pt x="334" y="524"/>
                  </a:cubicBezTo>
                  <a:cubicBezTo>
                    <a:pt x="334" y="453"/>
                    <a:pt x="334" y="334"/>
                    <a:pt x="453" y="334"/>
                  </a:cubicBezTo>
                  <a:close/>
                  <a:moveTo>
                    <a:pt x="453" y="1"/>
                  </a:moveTo>
                  <a:cubicBezTo>
                    <a:pt x="334" y="1"/>
                    <a:pt x="215" y="48"/>
                    <a:pt x="167" y="120"/>
                  </a:cubicBezTo>
                  <a:cubicBezTo>
                    <a:pt x="1" y="262"/>
                    <a:pt x="1" y="453"/>
                    <a:pt x="1" y="501"/>
                  </a:cubicBezTo>
                  <a:cubicBezTo>
                    <a:pt x="1" y="572"/>
                    <a:pt x="1" y="786"/>
                    <a:pt x="120" y="905"/>
                  </a:cubicBezTo>
                  <a:cubicBezTo>
                    <a:pt x="215" y="977"/>
                    <a:pt x="310" y="1025"/>
                    <a:pt x="453" y="1025"/>
                  </a:cubicBezTo>
                  <a:cubicBezTo>
                    <a:pt x="596" y="1025"/>
                    <a:pt x="763" y="929"/>
                    <a:pt x="882" y="810"/>
                  </a:cubicBezTo>
                  <a:cubicBezTo>
                    <a:pt x="906" y="858"/>
                    <a:pt x="929" y="905"/>
                    <a:pt x="953" y="929"/>
                  </a:cubicBezTo>
                  <a:cubicBezTo>
                    <a:pt x="981" y="971"/>
                    <a:pt x="1017" y="996"/>
                    <a:pt x="1060" y="996"/>
                  </a:cubicBezTo>
                  <a:cubicBezTo>
                    <a:pt x="1092" y="996"/>
                    <a:pt x="1128" y="983"/>
                    <a:pt x="1168" y="953"/>
                  </a:cubicBezTo>
                  <a:cubicBezTo>
                    <a:pt x="1215" y="905"/>
                    <a:pt x="1263" y="810"/>
                    <a:pt x="1191" y="715"/>
                  </a:cubicBezTo>
                  <a:cubicBezTo>
                    <a:pt x="1168" y="691"/>
                    <a:pt x="1144" y="596"/>
                    <a:pt x="1072" y="548"/>
                  </a:cubicBezTo>
                  <a:cubicBezTo>
                    <a:pt x="1144" y="453"/>
                    <a:pt x="1191" y="382"/>
                    <a:pt x="1215" y="358"/>
                  </a:cubicBezTo>
                  <a:cubicBezTo>
                    <a:pt x="1287" y="262"/>
                    <a:pt x="1263" y="143"/>
                    <a:pt x="1168" y="120"/>
                  </a:cubicBezTo>
                  <a:cubicBezTo>
                    <a:pt x="1144" y="114"/>
                    <a:pt x="1121" y="111"/>
                    <a:pt x="1101" y="111"/>
                  </a:cubicBezTo>
                  <a:cubicBezTo>
                    <a:pt x="1038" y="111"/>
                    <a:pt x="989" y="137"/>
                    <a:pt x="953" y="191"/>
                  </a:cubicBezTo>
                  <a:cubicBezTo>
                    <a:pt x="929" y="215"/>
                    <a:pt x="929" y="239"/>
                    <a:pt x="906" y="262"/>
                  </a:cubicBezTo>
                  <a:cubicBezTo>
                    <a:pt x="787" y="120"/>
                    <a:pt x="644" y="1"/>
                    <a:pt x="4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0" name="Google Shape;23650;p145"/>
            <p:cNvSpPr/>
            <p:nvPr/>
          </p:nvSpPr>
          <p:spPr>
            <a:xfrm>
              <a:off x="1006306" y="3915523"/>
              <a:ext cx="357598" cy="25578"/>
            </a:xfrm>
            <a:custGeom>
              <a:avLst/>
              <a:gdLst/>
              <a:ahLst/>
              <a:cxnLst/>
              <a:rect l="l" t="t" r="r" b="b"/>
              <a:pathLst>
                <a:path w="11003" h="787" extrusionOk="0">
                  <a:moveTo>
                    <a:pt x="143" y="0"/>
                  </a:moveTo>
                  <a:cubicBezTo>
                    <a:pt x="48" y="0"/>
                    <a:pt x="0" y="72"/>
                    <a:pt x="0" y="143"/>
                  </a:cubicBezTo>
                  <a:lnTo>
                    <a:pt x="0" y="453"/>
                  </a:lnTo>
                  <a:cubicBezTo>
                    <a:pt x="0" y="620"/>
                    <a:pt x="143" y="786"/>
                    <a:pt x="310" y="786"/>
                  </a:cubicBezTo>
                  <a:lnTo>
                    <a:pt x="4477" y="786"/>
                  </a:lnTo>
                  <a:lnTo>
                    <a:pt x="5477" y="572"/>
                  </a:lnTo>
                  <a:lnTo>
                    <a:pt x="6454" y="786"/>
                  </a:lnTo>
                  <a:lnTo>
                    <a:pt x="10645" y="786"/>
                  </a:lnTo>
                  <a:cubicBezTo>
                    <a:pt x="10836" y="786"/>
                    <a:pt x="10979" y="667"/>
                    <a:pt x="11002" y="453"/>
                  </a:cubicBezTo>
                  <a:lnTo>
                    <a:pt x="11002" y="143"/>
                  </a:lnTo>
                  <a:cubicBezTo>
                    <a:pt x="11002" y="72"/>
                    <a:pt x="10955" y="0"/>
                    <a:pt x="10860" y="0"/>
                  </a:cubicBezTo>
                  <a:lnTo>
                    <a:pt x="6478" y="0"/>
                  </a:lnTo>
                  <a:lnTo>
                    <a:pt x="5501" y="215"/>
                  </a:lnTo>
                  <a:lnTo>
                    <a:pt x="4525" y="0"/>
                  </a:ln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1" name="Google Shape;23651;p145"/>
            <p:cNvSpPr/>
            <p:nvPr/>
          </p:nvSpPr>
          <p:spPr>
            <a:xfrm>
              <a:off x="1331371" y="3916303"/>
              <a:ext cx="31752" cy="25578"/>
            </a:xfrm>
            <a:custGeom>
              <a:avLst/>
              <a:gdLst/>
              <a:ahLst/>
              <a:cxnLst/>
              <a:rect l="l" t="t" r="r" b="b"/>
              <a:pathLst>
                <a:path w="977" h="787" extrusionOk="0">
                  <a:moveTo>
                    <a:pt x="167" y="0"/>
                  </a:moveTo>
                  <a:cubicBezTo>
                    <a:pt x="262" y="0"/>
                    <a:pt x="334" y="72"/>
                    <a:pt x="334" y="167"/>
                  </a:cubicBezTo>
                  <a:lnTo>
                    <a:pt x="334" y="453"/>
                  </a:lnTo>
                  <a:cubicBezTo>
                    <a:pt x="334" y="643"/>
                    <a:pt x="167" y="786"/>
                    <a:pt x="0" y="786"/>
                  </a:cubicBezTo>
                  <a:lnTo>
                    <a:pt x="643" y="786"/>
                  </a:lnTo>
                  <a:cubicBezTo>
                    <a:pt x="834" y="786"/>
                    <a:pt x="977" y="643"/>
                    <a:pt x="977" y="453"/>
                  </a:cubicBezTo>
                  <a:lnTo>
                    <a:pt x="977" y="167"/>
                  </a:lnTo>
                  <a:cubicBezTo>
                    <a:pt x="977" y="72"/>
                    <a:pt x="929" y="0"/>
                    <a:pt x="834"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2" name="Google Shape;23652;p145"/>
            <p:cNvSpPr/>
            <p:nvPr/>
          </p:nvSpPr>
          <p:spPr>
            <a:xfrm>
              <a:off x="1153336" y="3916303"/>
              <a:ext cx="45695" cy="24797"/>
            </a:xfrm>
            <a:custGeom>
              <a:avLst/>
              <a:gdLst/>
              <a:ahLst/>
              <a:cxnLst/>
              <a:rect l="l" t="t" r="r" b="b"/>
              <a:pathLst>
                <a:path w="1406" h="763" extrusionOk="0">
                  <a:moveTo>
                    <a:pt x="1" y="0"/>
                  </a:moveTo>
                  <a:lnTo>
                    <a:pt x="1" y="762"/>
                  </a:lnTo>
                  <a:lnTo>
                    <a:pt x="1287" y="762"/>
                  </a:lnTo>
                  <a:lnTo>
                    <a:pt x="1406" y="453"/>
                  </a:lnTo>
                  <a:lnTo>
                    <a:pt x="128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3" name="Google Shape;23653;p145"/>
            <p:cNvSpPr/>
            <p:nvPr/>
          </p:nvSpPr>
          <p:spPr>
            <a:xfrm>
              <a:off x="1195131" y="3916303"/>
              <a:ext cx="20930" cy="24797"/>
            </a:xfrm>
            <a:custGeom>
              <a:avLst/>
              <a:gdLst/>
              <a:ahLst/>
              <a:cxnLst/>
              <a:rect l="l" t="t" r="r" b="b"/>
              <a:pathLst>
                <a:path w="644" h="763" extrusionOk="0">
                  <a:moveTo>
                    <a:pt x="1" y="0"/>
                  </a:moveTo>
                  <a:lnTo>
                    <a:pt x="1" y="762"/>
                  </a:lnTo>
                  <a:lnTo>
                    <a:pt x="644" y="762"/>
                  </a:lnTo>
                  <a:lnTo>
                    <a:pt x="644" y="0"/>
                  </a:ln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54" name="Google Shape;23654;p145"/>
          <p:cNvGrpSpPr/>
          <p:nvPr/>
        </p:nvGrpSpPr>
        <p:grpSpPr>
          <a:xfrm>
            <a:off x="1006306" y="4060336"/>
            <a:ext cx="357598" cy="227565"/>
            <a:chOff x="1006306" y="4212736"/>
            <a:chExt cx="357598" cy="227565"/>
          </a:xfrm>
        </p:grpSpPr>
        <p:sp>
          <p:nvSpPr>
            <p:cNvPr id="23655" name="Google Shape;23655;p145"/>
            <p:cNvSpPr/>
            <p:nvPr/>
          </p:nvSpPr>
          <p:spPr>
            <a:xfrm>
              <a:off x="1027951" y="4212736"/>
              <a:ext cx="311967" cy="209755"/>
            </a:xfrm>
            <a:custGeom>
              <a:avLst/>
              <a:gdLst/>
              <a:ahLst/>
              <a:cxnLst/>
              <a:rect l="l" t="t" r="r" b="b"/>
              <a:pathLst>
                <a:path w="9599" h="6454" extrusionOk="0">
                  <a:moveTo>
                    <a:pt x="430" y="0"/>
                  </a:moveTo>
                  <a:cubicBezTo>
                    <a:pt x="191" y="0"/>
                    <a:pt x="1" y="167"/>
                    <a:pt x="1" y="405"/>
                  </a:cubicBezTo>
                  <a:lnTo>
                    <a:pt x="1" y="6240"/>
                  </a:lnTo>
                  <a:lnTo>
                    <a:pt x="4811" y="6454"/>
                  </a:lnTo>
                  <a:lnTo>
                    <a:pt x="9598" y="6240"/>
                  </a:lnTo>
                  <a:lnTo>
                    <a:pt x="9598" y="405"/>
                  </a:lnTo>
                  <a:cubicBezTo>
                    <a:pt x="9598" y="167"/>
                    <a:pt x="9431" y="0"/>
                    <a:pt x="921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6" name="Google Shape;23656;p145"/>
            <p:cNvSpPr/>
            <p:nvPr/>
          </p:nvSpPr>
          <p:spPr>
            <a:xfrm>
              <a:off x="1307353" y="4212736"/>
              <a:ext cx="34873" cy="209755"/>
            </a:xfrm>
            <a:custGeom>
              <a:avLst/>
              <a:gdLst/>
              <a:ahLst/>
              <a:cxnLst/>
              <a:rect l="l" t="t" r="r" b="b"/>
              <a:pathLst>
                <a:path w="1073" h="6454" extrusionOk="0">
                  <a:moveTo>
                    <a:pt x="1" y="0"/>
                  </a:moveTo>
                  <a:cubicBezTo>
                    <a:pt x="239" y="0"/>
                    <a:pt x="406" y="167"/>
                    <a:pt x="406" y="405"/>
                  </a:cubicBezTo>
                  <a:lnTo>
                    <a:pt x="406" y="6240"/>
                  </a:lnTo>
                  <a:lnTo>
                    <a:pt x="763" y="6454"/>
                  </a:lnTo>
                  <a:lnTo>
                    <a:pt x="1073" y="6240"/>
                  </a:lnTo>
                  <a:lnTo>
                    <a:pt x="1073" y="405"/>
                  </a:lnTo>
                  <a:cubicBezTo>
                    <a:pt x="1025" y="167"/>
                    <a:pt x="858" y="0"/>
                    <a:pt x="644"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7" name="Google Shape;23657;p145"/>
            <p:cNvSpPr/>
            <p:nvPr/>
          </p:nvSpPr>
          <p:spPr>
            <a:xfrm>
              <a:off x="1051968" y="4235161"/>
              <a:ext cx="264713" cy="186582"/>
            </a:xfrm>
            <a:custGeom>
              <a:avLst/>
              <a:gdLst/>
              <a:ahLst/>
              <a:cxnLst/>
              <a:rect l="l" t="t" r="r" b="b"/>
              <a:pathLst>
                <a:path w="8145" h="5741" extrusionOk="0">
                  <a:moveTo>
                    <a:pt x="167" y="1"/>
                  </a:moveTo>
                  <a:cubicBezTo>
                    <a:pt x="72" y="1"/>
                    <a:pt x="0" y="72"/>
                    <a:pt x="0" y="167"/>
                  </a:cubicBezTo>
                  <a:lnTo>
                    <a:pt x="0" y="5526"/>
                  </a:lnTo>
                  <a:lnTo>
                    <a:pt x="4120" y="5740"/>
                  </a:lnTo>
                  <a:lnTo>
                    <a:pt x="8145" y="5526"/>
                  </a:lnTo>
                  <a:lnTo>
                    <a:pt x="8145" y="167"/>
                  </a:lnTo>
                  <a:cubicBezTo>
                    <a:pt x="8145" y="72"/>
                    <a:pt x="8049" y="1"/>
                    <a:pt x="7954"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8" name="Google Shape;23658;p145"/>
            <p:cNvSpPr/>
            <p:nvPr/>
          </p:nvSpPr>
          <p:spPr>
            <a:xfrm>
              <a:off x="1290356" y="4235941"/>
              <a:ext cx="27105" cy="186550"/>
            </a:xfrm>
            <a:custGeom>
              <a:avLst/>
              <a:gdLst/>
              <a:ahLst/>
              <a:cxnLst/>
              <a:rect l="l" t="t" r="r" b="b"/>
              <a:pathLst>
                <a:path w="834" h="5740" extrusionOk="0">
                  <a:moveTo>
                    <a:pt x="0" y="1"/>
                  </a:moveTo>
                  <a:cubicBezTo>
                    <a:pt x="95" y="1"/>
                    <a:pt x="191" y="96"/>
                    <a:pt x="191" y="167"/>
                  </a:cubicBezTo>
                  <a:lnTo>
                    <a:pt x="191" y="5526"/>
                  </a:lnTo>
                  <a:lnTo>
                    <a:pt x="429" y="5740"/>
                  </a:lnTo>
                  <a:lnTo>
                    <a:pt x="834" y="5526"/>
                  </a:lnTo>
                  <a:lnTo>
                    <a:pt x="834" y="167"/>
                  </a:lnTo>
                  <a:cubicBezTo>
                    <a:pt x="834" y="96"/>
                    <a:pt x="738" y="1"/>
                    <a:pt x="667" y="1"/>
                  </a:cubicBezTo>
                  <a:close/>
                </a:path>
              </a:pathLst>
            </a:custGeom>
            <a:solidFill>
              <a:srgbClr val="BC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9" name="Google Shape;23659;p145"/>
            <p:cNvSpPr/>
            <p:nvPr/>
          </p:nvSpPr>
          <p:spPr>
            <a:xfrm>
              <a:off x="1129351" y="4309456"/>
              <a:ext cx="110727" cy="113035"/>
            </a:xfrm>
            <a:custGeom>
              <a:avLst/>
              <a:gdLst/>
              <a:ahLst/>
              <a:cxnLst/>
              <a:rect l="l" t="t" r="r" b="b"/>
              <a:pathLst>
                <a:path w="3407" h="3478" extrusionOk="0">
                  <a:moveTo>
                    <a:pt x="1" y="1"/>
                  </a:moveTo>
                  <a:lnTo>
                    <a:pt x="1" y="3478"/>
                  </a:lnTo>
                  <a:lnTo>
                    <a:pt x="3406" y="3478"/>
                  </a:lnTo>
                  <a:lnTo>
                    <a:pt x="3406"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0" name="Google Shape;23660;p145"/>
            <p:cNvSpPr/>
            <p:nvPr/>
          </p:nvSpPr>
          <p:spPr>
            <a:xfrm>
              <a:off x="1114661" y="4271561"/>
              <a:ext cx="140108" cy="30972"/>
            </a:xfrm>
            <a:custGeom>
              <a:avLst/>
              <a:gdLst/>
              <a:ahLst/>
              <a:cxnLst/>
              <a:rect l="l" t="t" r="r" b="b"/>
              <a:pathLst>
                <a:path w="4311" h="953" extrusionOk="0">
                  <a:moveTo>
                    <a:pt x="214" y="0"/>
                  </a:moveTo>
                  <a:cubicBezTo>
                    <a:pt x="95" y="0"/>
                    <a:pt x="0" y="95"/>
                    <a:pt x="0" y="214"/>
                  </a:cubicBezTo>
                  <a:lnTo>
                    <a:pt x="0" y="953"/>
                  </a:lnTo>
                  <a:lnTo>
                    <a:pt x="4287" y="953"/>
                  </a:lnTo>
                  <a:lnTo>
                    <a:pt x="4311" y="214"/>
                  </a:lnTo>
                  <a:cubicBezTo>
                    <a:pt x="4311" y="95"/>
                    <a:pt x="4215" y="0"/>
                    <a:pt x="4096"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1" name="Google Shape;23661;p145"/>
            <p:cNvSpPr/>
            <p:nvPr/>
          </p:nvSpPr>
          <p:spPr>
            <a:xfrm>
              <a:off x="1226883" y="4272308"/>
              <a:ext cx="27885" cy="31005"/>
            </a:xfrm>
            <a:custGeom>
              <a:avLst/>
              <a:gdLst/>
              <a:ahLst/>
              <a:cxnLst/>
              <a:rect l="l" t="t" r="r" b="b"/>
              <a:pathLst>
                <a:path w="858" h="954" extrusionOk="0">
                  <a:moveTo>
                    <a:pt x="0" y="1"/>
                  </a:moveTo>
                  <a:cubicBezTo>
                    <a:pt x="119" y="1"/>
                    <a:pt x="215" y="96"/>
                    <a:pt x="215" y="215"/>
                  </a:cubicBezTo>
                  <a:lnTo>
                    <a:pt x="215" y="953"/>
                  </a:lnTo>
                  <a:lnTo>
                    <a:pt x="858" y="953"/>
                  </a:lnTo>
                  <a:lnTo>
                    <a:pt x="858" y="215"/>
                  </a:lnTo>
                  <a:cubicBezTo>
                    <a:pt x="858" y="96"/>
                    <a:pt x="762" y="1"/>
                    <a:pt x="643"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2" name="Google Shape;23662;p145"/>
            <p:cNvSpPr/>
            <p:nvPr/>
          </p:nvSpPr>
          <p:spPr>
            <a:xfrm>
              <a:off x="1195911" y="4338056"/>
              <a:ext cx="23270" cy="83688"/>
            </a:xfrm>
            <a:custGeom>
              <a:avLst/>
              <a:gdLst/>
              <a:ahLst/>
              <a:cxnLst/>
              <a:rect l="l" t="t" r="r" b="b"/>
              <a:pathLst>
                <a:path w="716" h="2575" extrusionOk="0">
                  <a:moveTo>
                    <a:pt x="323" y="0"/>
                  </a:moveTo>
                  <a:cubicBezTo>
                    <a:pt x="311" y="0"/>
                    <a:pt x="299" y="1"/>
                    <a:pt x="286" y="2"/>
                  </a:cubicBezTo>
                  <a:cubicBezTo>
                    <a:pt x="120" y="50"/>
                    <a:pt x="1" y="193"/>
                    <a:pt x="1" y="359"/>
                  </a:cubicBezTo>
                  <a:lnTo>
                    <a:pt x="1" y="2360"/>
                  </a:lnTo>
                  <a:lnTo>
                    <a:pt x="358" y="2574"/>
                  </a:lnTo>
                  <a:lnTo>
                    <a:pt x="715" y="2360"/>
                  </a:lnTo>
                  <a:lnTo>
                    <a:pt x="691" y="335"/>
                  </a:lnTo>
                  <a:cubicBezTo>
                    <a:pt x="691" y="178"/>
                    <a:pt x="522" y="0"/>
                    <a:pt x="323"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3" name="Google Shape;23663;p145"/>
            <p:cNvSpPr/>
            <p:nvPr/>
          </p:nvSpPr>
          <p:spPr>
            <a:xfrm>
              <a:off x="1150248" y="4338056"/>
              <a:ext cx="23270" cy="83688"/>
            </a:xfrm>
            <a:custGeom>
              <a:avLst/>
              <a:gdLst/>
              <a:ahLst/>
              <a:cxnLst/>
              <a:rect l="l" t="t" r="r" b="b"/>
              <a:pathLst>
                <a:path w="716" h="2575" extrusionOk="0">
                  <a:moveTo>
                    <a:pt x="343" y="0"/>
                  </a:moveTo>
                  <a:cubicBezTo>
                    <a:pt x="332" y="0"/>
                    <a:pt x="321" y="1"/>
                    <a:pt x="310" y="2"/>
                  </a:cubicBezTo>
                  <a:cubicBezTo>
                    <a:pt x="120" y="50"/>
                    <a:pt x="1" y="193"/>
                    <a:pt x="1" y="359"/>
                  </a:cubicBezTo>
                  <a:lnTo>
                    <a:pt x="1" y="2360"/>
                  </a:lnTo>
                  <a:lnTo>
                    <a:pt x="358" y="2574"/>
                  </a:lnTo>
                  <a:lnTo>
                    <a:pt x="715" y="2360"/>
                  </a:lnTo>
                  <a:lnTo>
                    <a:pt x="691" y="335"/>
                  </a:lnTo>
                  <a:cubicBezTo>
                    <a:pt x="691" y="178"/>
                    <a:pt x="522" y="0"/>
                    <a:pt x="343"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4" name="Google Shape;23664;p145"/>
            <p:cNvSpPr/>
            <p:nvPr/>
          </p:nvSpPr>
          <p:spPr>
            <a:xfrm>
              <a:off x="1091683" y="4295546"/>
              <a:ext cx="185542" cy="42900"/>
            </a:xfrm>
            <a:custGeom>
              <a:avLst/>
              <a:gdLst/>
              <a:ahLst/>
              <a:cxnLst/>
              <a:rect l="l" t="t" r="r" b="b"/>
              <a:pathLst>
                <a:path w="5709" h="1320" extrusionOk="0">
                  <a:moveTo>
                    <a:pt x="731" y="0"/>
                  </a:moveTo>
                  <a:cubicBezTo>
                    <a:pt x="398" y="0"/>
                    <a:pt x="136" y="215"/>
                    <a:pt x="88" y="548"/>
                  </a:cubicBezTo>
                  <a:cubicBezTo>
                    <a:pt x="0" y="964"/>
                    <a:pt x="315" y="1319"/>
                    <a:pt x="717" y="1319"/>
                  </a:cubicBezTo>
                  <a:cubicBezTo>
                    <a:pt x="753" y="1319"/>
                    <a:pt x="789" y="1316"/>
                    <a:pt x="826" y="1310"/>
                  </a:cubicBezTo>
                  <a:cubicBezTo>
                    <a:pt x="1064" y="1286"/>
                    <a:pt x="1279" y="1120"/>
                    <a:pt x="1326" y="881"/>
                  </a:cubicBezTo>
                  <a:cubicBezTo>
                    <a:pt x="1350" y="786"/>
                    <a:pt x="1350" y="667"/>
                    <a:pt x="1350" y="572"/>
                  </a:cubicBezTo>
                  <a:lnTo>
                    <a:pt x="4327" y="572"/>
                  </a:lnTo>
                  <a:lnTo>
                    <a:pt x="4327" y="667"/>
                  </a:lnTo>
                  <a:cubicBezTo>
                    <a:pt x="4327" y="1013"/>
                    <a:pt x="4621" y="1320"/>
                    <a:pt x="4979" y="1320"/>
                  </a:cubicBezTo>
                  <a:cubicBezTo>
                    <a:pt x="5015" y="1320"/>
                    <a:pt x="5052" y="1317"/>
                    <a:pt x="5089" y="1310"/>
                  </a:cubicBezTo>
                  <a:cubicBezTo>
                    <a:pt x="5351" y="1286"/>
                    <a:pt x="5589" y="1048"/>
                    <a:pt x="5613" y="786"/>
                  </a:cubicBezTo>
                  <a:cubicBezTo>
                    <a:pt x="5708" y="358"/>
                    <a:pt x="5399" y="0"/>
                    <a:pt x="4994"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5" name="Google Shape;23665;p145"/>
            <p:cNvSpPr/>
            <p:nvPr/>
          </p:nvSpPr>
          <p:spPr>
            <a:xfrm>
              <a:off x="1006306" y="4414723"/>
              <a:ext cx="357598" cy="25578"/>
            </a:xfrm>
            <a:custGeom>
              <a:avLst/>
              <a:gdLst/>
              <a:ahLst/>
              <a:cxnLst/>
              <a:rect l="l" t="t" r="r" b="b"/>
              <a:pathLst>
                <a:path w="11003" h="787" extrusionOk="0">
                  <a:moveTo>
                    <a:pt x="143" y="1"/>
                  </a:moveTo>
                  <a:cubicBezTo>
                    <a:pt x="48" y="1"/>
                    <a:pt x="0" y="48"/>
                    <a:pt x="0" y="144"/>
                  </a:cubicBezTo>
                  <a:lnTo>
                    <a:pt x="0" y="453"/>
                  </a:lnTo>
                  <a:cubicBezTo>
                    <a:pt x="0" y="620"/>
                    <a:pt x="143" y="787"/>
                    <a:pt x="334" y="787"/>
                  </a:cubicBezTo>
                  <a:lnTo>
                    <a:pt x="10645" y="787"/>
                  </a:lnTo>
                  <a:cubicBezTo>
                    <a:pt x="10836" y="787"/>
                    <a:pt x="10979" y="620"/>
                    <a:pt x="11002" y="453"/>
                  </a:cubicBezTo>
                  <a:lnTo>
                    <a:pt x="11002" y="144"/>
                  </a:lnTo>
                  <a:cubicBezTo>
                    <a:pt x="11002" y="48"/>
                    <a:pt x="10955" y="1"/>
                    <a:pt x="10860"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6" name="Google Shape;23666;p145"/>
            <p:cNvSpPr/>
            <p:nvPr/>
          </p:nvSpPr>
          <p:spPr>
            <a:xfrm>
              <a:off x="1331371" y="4414723"/>
              <a:ext cx="31752" cy="25578"/>
            </a:xfrm>
            <a:custGeom>
              <a:avLst/>
              <a:gdLst/>
              <a:ahLst/>
              <a:cxnLst/>
              <a:rect l="l" t="t" r="r" b="b"/>
              <a:pathLst>
                <a:path w="977" h="787" extrusionOk="0">
                  <a:moveTo>
                    <a:pt x="167" y="1"/>
                  </a:moveTo>
                  <a:cubicBezTo>
                    <a:pt x="262" y="1"/>
                    <a:pt x="334" y="72"/>
                    <a:pt x="334" y="144"/>
                  </a:cubicBezTo>
                  <a:lnTo>
                    <a:pt x="334" y="453"/>
                  </a:lnTo>
                  <a:cubicBezTo>
                    <a:pt x="334" y="620"/>
                    <a:pt x="167" y="787"/>
                    <a:pt x="0" y="787"/>
                  </a:cubicBezTo>
                  <a:lnTo>
                    <a:pt x="643" y="787"/>
                  </a:lnTo>
                  <a:cubicBezTo>
                    <a:pt x="834" y="787"/>
                    <a:pt x="977" y="620"/>
                    <a:pt x="977" y="453"/>
                  </a:cubicBezTo>
                  <a:lnTo>
                    <a:pt x="977" y="144"/>
                  </a:lnTo>
                  <a:cubicBezTo>
                    <a:pt x="977" y="72"/>
                    <a:pt x="929" y="1"/>
                    <a:pt x="8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7" name="Google Shape;23667;p145"/>
            <p:cNvSpPr/>
            <p:nvPr/>
          </p:nvSpPr>
          <p:spPr>
            <a:xfrm>
              <a:off x="1153336" y="4414723"/>
              <a:ext cx="62725" cy="24018"/>
            </a:xfrm>
            <a:custGeom>
              <a:avLst/>
              <a:gdLst/>
              <a:ahLst/>
              <a:cxnLst/>
              <a:rect l="l" t="t" r="r" b="b"/>
              <a:pathLst>
                <a:path w="1930" h="739" extrusionOk="0">
                  <a:moveTo>
                    <a:pt x="1" y="1"/>
                  </a:moveTo>
                  <a:lnTo>
                    <a:pt x="1" y="739"/>
                  </a:lnTo>
                  <a:lnTo>
                    <a:pt x="1930" y="739"/>
                  </a:lnTo>
                  <a:lnTo>
                    <a:pt x="1930" y="1"/>
                  </a:ln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8" name="Google Shape;23668;p145"/>
            <p:cNvSpPr/>
            <p:nvPr/>
          </p:nvSpPr>
          <p:spPr>
            <a:xfrm>
              <a:off x="1195131" y="4414723"/>
              <a:ext cx="20930" cy="24018"/>
            </a:xfrm>
            <a:custGeom>
              <a:avLst/>
              <a:gdLst/>
              <a:ahLst/>
              <a:cxnLst/>
              <a:rect l="l" t="t" r="r" b="b"/>
              <a:pathLst>
                <a:path w="644" h="739" extrusionOk="0">
                  <a:moveTo>
                    <a:pt x="1" y="1"/>
                  </a:moveTo>
                  <a:lnTo>
                    <a:pt x="1" y="739"/>
                  </a:lnTo>
                  <a:lnTo>
                    <a:pt x="644" y="739"/>
                  </a:lnTo>
                  <a:lnTo>
                    <a:pt x="644" y="1"/>
                  </a:ln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69" name="Google Shape;23669;p145"/>
          <p:cNvGrpSpPr/>
          <p:nvPr/>
        </p:nvGrpSpPr>
        <p:grpSpPr>
          <a:xfrm>
            <a:off x="1760923" y="4009246"/>
            <a:ext cx="356817" cy="329258"/>
            <a:chOff x="1760923" y="4161646"/>
            <a:chExt cx="356817" cy="329258"/>
          </a:xfrm>
        </p:grpSpPr>
        <p:sp>
          <p:nvSpPr>
            <p:cNvPr id="23670" name="Google Shape;23670;p145"/>
            <p:cNvSpPr/>
            <p:nvPr/>
          </p:nvSpPr>
          <p:spPr>
            <a:xfrm>
              <a:off x="1760923" y="4221251"/>
              <a:ext cx="356817" cy="215963"/>
            </a:xfrm>
            <a:custGeom>
              <a:avLst/>
              <a:gdLst/>
              <a:ahLst/>
              <a:cxnLst/>
              <a:rect l="l" t="t" r="r" b="b"/>
              <a:pathLst>
                <a:path w="10979" h="6645" extrusionOk="0">
                  <a:moveTo>
                    <a:pt x="5406" y="0"/>
                  </a:moveTo>
                  <a:lnTo>
                    <a:pt x="0" y="238"/>
                  </a:lnTo>
                  <a:lnTo>
                    <a:pt x="0" y="6430"/>
                  </a:lnTo>
                  <a:cubicBezTo>
                    <a:pt x="0" y="6525"/>
                    <a:pt x="143" y="6644"/>
                    <a:pt x="286" y="6644"/>
                  </a:cubicBezTo>
                  <a:lnTo>
                    <a:pt x="10693" y="6644"/>
                  </a:lnTo>
                  <a:cubicBezTo>
                    <a:pt x="10860" y="6644"/>
                    <a:pt x="10979" y="6501"/>
                    <a:pt x="10979" y="6430"/>
                  </a:cubicBezTo>
                  <a:lnTo>
                    <a:pt x="10979" y="238"/>
                  </a:lnTo>
                  <a:lnTo>
                    <a:pt x="5406"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1" name="Google Shape;23671;p145"/>
            <p:cNvSpPr/>
            <p:nvPr/>
          </p:nvSpPr>
          <p:spPr>
            <a:xfrm>
              <a:off x="1760923" y="4189498"/>
              <a:ext cx="356817" cy="40300"/>
            </a:xfrm>
            <a:custGeom>
              <a:avLst/>
              <a:gdLst/>
              <a:ahLst/>
              <a:cxnLst/>
              <a:rect l="l" t="t" r="r" b="b"/>
              <a:pathLst>
                <a:path w="10979" h="1240" extrusionOk="0">
                  <a:moveTo>
                    <a:pt x="286" y="1"/>
                  </a:moveTo>
                  <a:cubicBezTo>
                    <a:pt x="119" y="1"/>
                    <a:pt x="0" y="144"/>
                    <a:pt x="0" y="287"/>
                  </a:cubicBezTo>
                  <a:lnTo>
                    <a:pt x="0" y="1239"/>
                  </a:lnTo>
                  <a:lnTo>
                    <a:pt x="10979" y="1239"/>
                  </a:lnTo>
                  <a:lnTo>
                    <a:pt x="10979" y="287"/>
                  </a:lnTo>
                  <a:cubicBezTo>
                    <a:pt x="10979" y="120"/>
                    <a:pt x="10836" y="1"/>
                    <a:pt x="10693"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2" name="Google Shape;23672;p145"/>
            <p:cNvSpPr/>
            <p:nvPr/>
          </p:nvSpPr>
          <p:spPr>
            <a:xfrm>
              <a:off x="2086768" y="4221251"/>
              <a:ext cx="30972" cy="215963"/>
            </a:xfrm>
            <a:custGeom>
              <a:avLst/>
              <a:gdLst/>
              <a:ahLst/>
              <a:cxnLst/>
              <a:rect l="l" t="t" r="r" b="b"/>
              <a:pathLst>
                <a:path w="953" h="6645" extrusionOk="0">
                  <a:moveTo>
                    <a:pt x="310" y="0"/>
                  </a:moveTo>
                  <a:lnTo>
                    <a:pt x="310" y="6430"/>
                  </a:lnTo>
                  <a:cubicBezTo>
                    <a:pt x="310" y="6525"/>
                    <a:pt x="143" y="6644"/>
                    <a:pt x="0" y="6644"/>
                  </a:cubicBezTo>
                  <a:lnTo>
                    <a:pt x="667" y="6644"/>
                  </a:lnTo>
                  <a:cubicBezTo>
                    <a:pt x="834" y="6644"/>
                    <a:pt x="953" y="6501"/>
                    <a:pt x="953" y="6430"/>
                  </a:cubicBezTo>
                  <a:lnTo>
                    <a:pt x="953" y="238"/>
                  </a:lnTo>
                  <a:lnTo>
                    <a:pt x="310" y="0"/>
                  </a:ln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3" name="Google Shape;23673;p145"/>
            <p:cNvSpPr/>
            <p:nvPr/>
          </p:nvSpPr>
          <p:spPr>
            <a:xfrm>
              <a:off x="2086768" y="4189498"/>
              <a:ext cx="30972" cy="40300"/>
            </a:xfrm>
            <a:custGeom>
              <a:avLst/>
              <a:gdLst/>
              <a:ahLst/>
              <a:cxnLst/>
              <a:rect l="l" t="t" r="r" b="b"/>
              <a:pathLst>
                <a:path w="953" h="1240" extrusionOk="0">
                  <a:moveTo>
                    <a:pt x="0" y="1"/>
                  </a:moveTo>
                  <a:cubicBezTo>
                    <a:pt x="191" y="1"/>
                    <a:pt x="310" y="144"/>
                    <a:pt x="310" y="287"/>
                  </a:cubicBezTo>
                  <a:lnTo>
                    <a:pt x="310" y="1239"/>
                  </a:lnTo>
                  <a:lnTo>
                    <a:pt x="953" y="1239"/>
                  </a:lnTo>
                  <a:lnTo>
                    <a:pt x="953" y="287"/>
                  </a:lnTo>
                  <a:cubicBezTo>
                    <a:pt x="953" y="120"/>
                    <a:pt x="810" y="1"/>
                    <a:pt x="667"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4" name="Google Shape;23674;p145"/>
            <p:cNvSpPr/>
            <p:nvPr/>
          </p:nvSpPr>
          <p:spPr>
            <a:xfrm>
              <a:off x="1919588" y="4426326"/>
              <a:ext cx="38708" cy="64578"/>
            </a:xfrm>
            <a:custGeom>
              <a:avLst/>
              <a:gdLst/>
              <a:ahLst/>
              <a:cxnLst/>
              <a:rect l="l" t="t" r="r" b="b"/>
              <a:pathLst>
                <a:path w="1191" h="1987" extrusionOk="0">
                  <a:moveTo>
                    <a:pt x="0" y="1"/>
                  </a:moveTo>
                  <a:lnTo>
                    <a:pt x="0" y="1906"/>
                  </a:lnTo>
                  <a:cubicBezTo>
                    <a:pt x="0" y="1960"/>
                    <a:pt x="27" y="1986"/>
                    <a:pt x="60" y="1986"/>
                  </a:cubicBezTo>
                  <a:cubicBezTo>
                    <a:pt x="72" y="1986"/>
                    <a:pt x="84" y="1983"/>
                    <a:pt x="95" y="1978"/>
                  </a:cubicBezTo>
                  <a:lnTo>
                    <a:pt x="572" y="1739"/>
                  </a:lnTo>
                  <a:lnTo>
                    <a:pt x="619" y="1739"/>
                  </a:lnTo>
                  <a:lnTo>
                    <a:pt x="1096" y="1978"/>
                  </a:lnTo>
                  <a:cubicBezTo>
                    <a:pt x="1114" y="1983"/>
                    <a:pt x="1128" y="1986"/>
                    <a:pt x="1141" y="1986"/>
                  </a:cubicBezTo>
                  <a:cubicBezTo>
                    <a:pt x="1178" y="1986"/>
                    <a:pt x="1191" y="1960"/>
                    <a:pt x="1191" y="1906"/>
                  </a:cubicBezTo>
                  <a:lnTo>
                    <a:pt x="1191" y="1"/>
                  </a:lnTo>
                  <a:close/>
                </a:path>
              </a:pathLst>
            </a:custGeom>
            <a:solidFill>
              <a:srgbClr val="C4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5" name="Google Shape;23675;p145"/>
            <p:cNvSpPr/>
            <p:nvPr/>
          </p:nvSpPr>
          <p:spPr>
            <a:xfrm>
              <a:off x="1890956" y="4364413"/>
              <a:ext cx="95225" cy="95225"/>
            </a:xfrm>
            <a:custGeom>
              <a:avLst/>
              <a:gdLst/>
              <a:ahLst/>
              <a:cxnLst/>
              <a:rect l="l" t="t" r="r" b="b"/>
              <a:pathLst>
                <a:path w="2930" h="2930" extrusionOk="0">
                  <a:moveTo>
                    <a:pt x="1477" y="1"/>
                  </a:moveTo>
                  <a:cubicBezTo>
                    <a:pt x="1262" y="1"/>
                    <a:pt x="1119" y="215"/>
                    <a:pt x="976" y="263"/>
                  </a:cubicBezTo>
                  <a:cubicBezTo>
                    <a:pt x="810" y="334"/>
                    <a:pt x="548" y="310"/>
                    <a:pt x="429" y="429"/>
                  </a:cubicBezTo>
                  <a:cubicBezTo>
                    <a:pt x="310" y="549"/>
                    <a:pt x="333" y="787"/>
                    <a:pt x="286" y="953"/>
                  </a:cubicBezTo>
                  <a:cubicBezTo>
                    <a:pt x="214" y="1144"/>
                    <a:pt x="0" y="1287"/>
                    <a:pt x="0" y="1453"/>
                  </a:cubicBezTo>
                  <a:cubicBezTo>
                    <a:pt x="0" y="1668"/>
                    <a:pt x="214" y="1811"/>
                    <a:pt x="286" y="1977"/>
                  </a:cubicBezTo>
                  <a:cubicBezTo>
                    <a:pt x="333" y="2120"/>
                    <a:pt x="310" y="2382"/>
                    <a:pt x="429" y="2501"/>
                  </a:cubicBezTo>
                  <a:cubicBezTo>
                    <a:pt x="548" y="2620"/>
                    <a:pt x="786" y="2597"/>
                    <a:pt x="976" y="2644"/>
                  </a:cubicBezTo>
                  <a:cubicBezTo>
                    <a:pt x="1143" y="2716"/>
                    <a:pt x="1286" y="2930"/>
                    <a:pt x="1477" y="2930"/>
                  </a:cubicBezTo>
                  <a:cubicBezTo>
                    <a:pt x="1667" y="2930"/>
                    <a:pt x="1834" y="2716"/>
                    <a:pt x="1977" y="2644"/>
                  </a:cubicBezTo>
                  <a:cubicBezTo>
                    <a:pt x="2120" y="2597"/>
                    <a:pt x="2382" y="2620"/>
                    <a:pt x="2524" y="2501"/>
                  </a:cubicBezTo>
                  <a:cubicBezTo>
                    <a:pt x="2643" y="2382"/>
                    <a:pt x="2596" y="2144"/>
                    <a:pt x="2667" y="1977"/>
                  </a:cubicBezTo>
                  <a:cubicBezTo>
                    <a:pt x="2715" y="1787"/>
                    <a:pt x="2929" y="1644"/>
                    <a:pt x="2929" y="1453"/>
                  </a:cubicBezTo>
                  <a:cubicBezTo>
                    <a:pt x="2929" y="1287"/>
                    <a:pt x="2763" y="1144"/>
                    <a:pt x="2667" y="953"/>
                  </a:cubicBezTo>
                  <a:cubicBezTo>
                    <a:pt x="2596" y="810"/>
                    <a:pt x="2643" y="549"/>
                    <a:pt x="2524" y="429"/>
                  </a:cubicBezTo>
                  <a:cubicBezTo>
                    <a:pt x="2382" y="310"/>
                    <a:pt x="2143" y="334"/>
                    <a:pt x="1977" y="263"/>
                  </a:cubicBezTo>
                  <a:cubicBezTo>
                    <a:pt x="1786" y="215"/>
                    <a:pt x="1643" y="1"/>
                    <a:pt x="1477" y="1"/>
                  </a:cubicBez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6" name="Google Shape;23676;p145"/>
            <p:cNvSpPr/>
            <p:nvPr/>
          </p:nvSpPr>
          <p:spPr>
            <a:xfrm>
              <a:off x="1919588" y="4392298"/>
              <a:ext cx="38708" cy="38707"/>
            </a:xfrm>
            <a:custGeom>
              <a:avLst/>
              <a:gdLst/>
              <a:ahLst/>
              <a:cxnLst/>
              <a:rect l="l" t="t" r="r" b="b"/>
              <a:pathLst>
                <a:path w="1191" h="1191" extrusionOk="0">
                  <a:moveTo>
                    <a:pt x="596" y="0"/>
                  </a:moveTo>
                  <a:cubicBezTo>
                    <a:pt x="262" y="0"/>
                    <a:pt x="0" y="262"/>
                    <a:pt x="0" y="595"/>
                  </a:cubicBezTo>
                  <a:cubicBezTo>
                    <a:pt x="0" y="929"/>
                    <a:pt x="262" y="1191"/>
                    <a:pt x="596" y="1191"/>
                  </a:cubicBezTo>
                  <a:cubicBezTo>
                    <a:pt x="929" y="1191"/>
                    <a:pt x="1191" y="929"/>
                    <a:pt x="1191" y="595"/>
                  </a:cubicBezTo>
                  <a:cubicBezTo>
                    <a:pt x="1191" y="262"/>
                    <a:pt x="929" y="0"/>
                    <a:pt x="596"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7" name="Google Shape;23677;p145"/>
            <p:cNvSpPr/>
            <p:nvPr/>
          </p:nvSpPr>
          <p:spPr>
            <a:xfrm>
              <a:off x="2024823" y="4201881"/>
              <a:ext cx="11667" cy="11635"/>
            </a:xfrm>
            <a:custGeom>
              <a:avLst/>
              <a:gdLst/>
              <a:ahLst/>
              <a:cxnLst/>
              <a:rect l="l" t="t" r="r" b="b"/>
              <a:pathLst>
                <a:path w="359" h="358" extrusionOk="0">
                  <a:moveTo>
                    <a:pt x="191" y="1"/>
                  </a:moveTo>
                  <a:cubicBezTo>
                    <a:pt x="72" y="1"/>
                    <a:pt x="1" y="72"/>
                    <a:pt x="1" y="167"/>
                  </a:cubicBezTo>
                  <a:cubicBezTo>
                    <a:pt x="1" y="287"/>
                    <a:pt x="72" y="358"/>
                    <a:pt x="191" y="358"/>
                  </a:cubicBezTo>
                  <a:cubicBezTo>
                    <a:pt x="287" y="358"/>
                    <a:pt x="358" y="287"/>
                    <a:pt x="358" y="167"/>
                  </a:cubicBezTo>
                  <a:cubicBezTo>
                    <a:pt x="358" y="72"/>
                    <a:pt x="287" y="1"/>
                    <a:pt x="191"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8" name="Google Shape;23678;p145"/>
            <p:cNvSpPr/>
            <p:nvPr/>
          </p:nvSpPr>
          <p:spPr>
            <a:xfrm>
              <a:off x="2048061" y="4201881"/>
              <a:ext cx="11635" cy="11635"/>
            </a:xfrm>
            <a:custGeom>
              <a:avLst/>
              <a:gdLst/>
              <a:ahLst/>
              <a:cxnLst/>
              <a:rect l="l" t="t" r="r" b="b"/>
              <a:pathLst>
                <a:path w="358" h="358" extrusionOk="0">
                  <a:moveTo>
                    <a:pt x="167" y="1"/>
                  </a:moveTo>
                  <a:cubicBezTo>
                    <a:pt x="72" y="1"/>
                    <a:pt x="0" y="72"/>
                    <a:pt x="0" y="167"/>
                  </a:cubicBezTo>
                  <a:cubicBezTo>
                    <a:pt x="0" y="287"/>
                    <a:pt x="72" y="358"/>
                    <a:pt x="167" y="358"/>
                  </a:cubicBezTo>
                  <a:cubicBezTo>
                    <a:pt x="286" y="358"/>
                    <a:pt x="358" y="287"/>
                    <a:pt x="358" y="167"/>
                  </a:cubicBezTo>
                  <a:cubicBezTo>
                    <a:pt x="358" y="72"/>
                    <a:pt x="286" y="1"/>
                    <a:pt x="167"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9" name="Google Shape;23679;p145"/>
            <p:cNvSpPr/>
            <p:nvPr/>
          </p:nvSpPr>
          <p:spPr>
            <a:xfrm>
              <a:off x="2070518" y="4201881"/>
              <a:ext cx="11635" cy="11635"/>
            </a:xfrm>
            <a:custGeom>
              <a:avLst/>
              <a:gdLst/>
              <a:ahLst/>
              <a:cxnLst/>
              <a:rect l="l" t="t" r="r" b="b"/>
              <a:pathLst>
                <a:path w="358" h="358" extrusionOk="0">
                  <a:moveTo>
                    <a:pt x="167" y="1"/>
                  </a:moveTo>
                  <a:cubicBezTo>
                    <a:pt x="71" y="1"/>
                    <a:pt x="0" y="72"/>
                    <a:pt x="0" y="167"/>
                  </a:cubicBezTo>
                  <a:cubicBezTo>
                    <a:pt x="0" y="287"/>
                    <a:pt x="71" y="358"/>
                    <a:pt x="167" y="358"/>
                  </a:cubicBezTo>
                  <a:cubicBezTo>
                    <a:pt x="262" y="358"/>
                    <a:pt x="357" y="287"/>
                    <a:pt x="357" y="167"/>
                  </a:cubicBezTo>
                  <a:cubicBezTo>
                    <a:pt x="357" y="72"/>
                    <a:pt x="262" y="1"/>
                    <a:pt x="167"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0" name="Google Shape;23680;p145"/>
            <p:cNvSpPr/>
            <p:nvPr/>
          </p:nvSpPr>
          <p:spPr>
            <a:xfrm>
              <a:off x="1760923" y="4161646"/>
              <a:ext cx="33" cy="32"/>
            </a:xfrm>
            <a:custGeom>
              <a:avLst/>
              <a:gdLst/>
              <a:ahLst/>
              <a:cxnLst/>
              <a:rect l="l" t="t" r="r" b="b"/>
              <a:pathLst>
                <a:path w="1" h="1" extrusionOk="0">
                  <a:moveTo>
                    <a:pt x="0" y="0"/>
                  </a:move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1" name="Google Shape;23681;p145"/>
            <p:cNvSpPr/>
            <p:nvPr/>
          </p:nvSpPr>
          <p:spPr>
            <a:xfrm>
              <a:off x="1883968" y="4268441"/>
              <a:ext cx="110728" cy="10107"/>
            </a:xfrm>
            <a:custGeom>
              <a:avLst/>
              <a:gdLst/>
              <a:ahLst/>
              <a:cxnLst/>
              <a:rect l="l" t="t" r="r" b="b"/>
              <a:pathLst>
                <a:path w="3407" h="311" extrusionOk="0">
                  <a:moveTo>
                    <a:pt x="144" y="1"/>
                  </a:moveTo>
                  <a:cubicBezTo>
                    <a:pt x="48" y="1"/>
                    <a:pt x="1" y="72"/>
                    <a:pt x="1" y="168"/>
                  </a:cubicBezTo>
                  <a:cubicBezTo>
                    <a:pt x="1" y="239"/>
                    <a:pt x="48" y="310"/>
                    <a:pt x="144" y="310"/>
                  </a:cubicBezTo>
                  <a:lnTo>
                    <a:pt x="3240" y="310"/>
                  </a:lnTo>
                  <a:cubicBezTo>
                    <a:pt x="3335" y="310"/>
                    <a:pt x="3406" y="215"/>
                    <a:pt x="3382" y="168"/>
                  </a:cubicBezTo>
                  <a:cubicBezTo>
                    <a:pt x="3382" y="72"/>
                    <a:pt x="3335" y="1"/>
                    <a:pt x="324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2" name="Google Shape;23682;p145"/>
            <p:cNvSpPr/>
            <p:nvPr/>
          </p:nvSpPr>
          <p:spPr>
            <a:xfrm>
              <a:off x="1883968" y="4321091"/>
              <a:ext cx="109947" cy="9295"/>
            </a:xfrm>
            <a:custGeom>
              <a:avLst/>
              <a:gdLst/>
              <a:ahLst/>
              <a:cxnLst/>
              <a:rect l="l" t="t" r="r" b="b"/>
              <a:pathLst>
                <a:path w="3383" h="286" extrusionOk="0">
                  <a:moveTo>
                    <a:pt x="144" y="0"/>
                  </a:moveTo>
                  <a:cubicBezTo>
                    <a:pt x="48" y="0"/>
                    <a:pt x="1" y="48"/>
                    <a:pt x="1" y="143"/>
                  </a:cubicBezTo>
                  <a:cubicBezTo>
                    <a:pt x="1" y="238"/>
                    <a:pt x="48" y="286"/>
                    <a:pt x="144" y="286"/>
                  </a:cubicBezTo>
                  <a:lnTo>
                    <a:pt x="3240" y="286"/>
                  </a:lnTo>
                  <a:cubicBezTo>
                    <a:pt x="3335" y="286"/>
                    <a:pt x="3382" y="238"/>
                    <a:pt x="3382" y="143"/>
                  </a:cubicBezTo>
                  <a:cubicBezTo>
                    <a:pt x="3382" y="48"/>
                    <a:pt x="3335" y="0"/>
                    <a:pt x="324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3" name="Google Shape;23683;p145"/>
            <p:cNvSpPr/>
            <p:nvPr/>
          </p:nvSpPr>
          <p:spPr>
            <a:xfrm>
              <a:off x="1838306" y="4293986"/>
              <a:ext cx="202053" cy="9328"/>
            </a:xfrm>
            <a:custGeom>
              <a:avLst/>
              <a:gdLst/>
              <a:ahLst/>
              <a:cxnLst/>
              <a:rect l="l" t="t" r="r" b="b"/>
              <a:pathLst>
                <a:path w="6217" h="287" extrusionOk="0">
                  <a:moveTo>
                    <a:pt x="144" y="1"/>
                  </a:moveTo>
                  <a:cubicBezTo>
                    <a:pt x="48" y="1"/>
                    <a:pt x="1" y="48"/>
                    <a:pt x="1" y="144"/>
                  </a:cubicBezTo>
                  <a:cubicBezTo>
                    <a:pt x="1" y="239"/>
                    <a:pt x="48" y="286"/>
                    <a:pt x="144" y="286"/>
                  </a:cubicBezTo>
                  <a:lnTo>
                    <a:pt x="6073" y="286"/>
                  </a:lnTo>
                  <a:cubicBezTo>
                    <a:pt x="6169" y="286"/>
                    <a:pt x="6216" y="215"/>
                    <a:pt x="6216" y="144"/>
                  </a:cubicBezTo>
                  <a:cubicBezTo>
                    <a:pt x="6216" y="48"/>
                    <a:pt x="6169" y="1"/>
                    <a:pt x="607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4" name="Google Shape;23684;p145"/>
            <p:cNvSpPr/>
            <p:nvPr/>
          </p:nvSpPr>
          <p:spPr>
            <a:xfrm>
              <a:off x="2017088" y="4367533"/>
              <a:ext cx="51122" cy="34840"/>
            </a:xfrm>
            <a:custGeom>
              <a:avLst/>
              <a:gdLst/>
              <a:ahLst/>
              <a:cxnLst/>
              <a:rect l="l" t="t" r="r" b="b"/>
              <a:pathLst>
                <a:path w="1573" h="1072" extrusionOk="0">
                  <a:moveTo>
                    <a:pt x="668" y="0"/>
                  </a:moveTo>
                  <a:cubicBezTo>
                    <a:pt x="477" y="24"/>
                    <a:pt x="239" y="333"/>
                    <a:pt x="72" y="595"/>
                  </a:cubicBezTo>
                  <a:cubicBezTo>
                    <a:pt x="1" y="691"/>
                    <a:pt x="25" y="762"/>
                    <a:pt x="96" y="834"/>
                  </a:cubicBezTo>
                  <a:cubicBezTo>
                    <a:pt x="132" y="852"/>
                    <a:pt x="165" y="860"/>
                    <a:pt x="196" y="860"/>
                  </a:cubicBezTo>
                  <a:cubicBezTo>
                    <a:pt x="246" y="860"/>
                    <a:pt x="290" y="839"/>
                    <a:pt x="334" y="810"/>
                  </a:cubicBezTo>
                  <a:cubicBezTo>
                    <a:pt x="429" y="643"/>
                    <a:pt x="501" y="524"/>
                    <a:pt x="596" y="453"/>
                  </a:cubicBezTo>
                  <a:lnTo>
                    <a:pt x="596" y="548"/>
                  </a:lnTo>
                  <a:cubicBezTo>
                    <a:pt x="572" y="810"/>
                    <a:pt x="549" y="953"/>
                    <a:pt x="668" y="1048"/>
                  </a:cubicBezTo>
                  <a:cubicBezTo>
                    <a:pt x="691" y="1072"/>
                    <a:pt x="715" y="1072"/>
                    <a:pt x="739" y="1072"/>
                  </a:cubicBezTo>
                  <a:cubicBezTo>
                    <a:pt x="787" y="1072"/>
                    <a:pt x="811" y="1072"/>
                    <a:pt x="834" y="1000"/>
                  </a:cubicBezTo>
                  <a:cubicBezTo>
                    <a:pt x="906" y="976"/>
                    <a:pt x="930" y="953"/>
                    <a:pt x="977" y="881"/>
                  </a:cubicBezTo>
                  <a:cubicBezTo>
                    <a:pt x="1144" y="810"/>
                    <a:pt x="1215" y="738"/>
                    <a:pt x="1263" y="738"/>
                  </a:cubicBezTo>
                  <a:lnTo>
                    <a:pt x="1287" y="762"/>
                  </a:lnTo>
                  <a:cubicBezTo>
                    <a:pt x="1305" y="816"/>
                    <a:pt x="1363" y="842"/>
                    <a:pt x="1431" y="842"/>
                  </a:cubicBezTo>
                  <a:cubicBezTo>
                    <a:pt x="1454" y="842"/>
                    <a:pt x="1477" y="840"/>
                    <a:pt x="1501" y="834"/>
                  </a:cubicBezTo>
                  <a:cubicBezTo>
                    <a:pt x="1549" y="810"/>
                    <a:pt x="1573" y="714"/>
                    <a:pt x="1549" y="619"/>
                  </a:cubicBezTo>
                  <a:cubicBezTo>
                    <a:pt x="1501" y="500"/>
                    <a:pt x="1382" y="453"/>
                    <a:pt x="1311" y="453"/>
                  </a:cubicBezTo>
                  <a:cubicBezTo>
                    <a:pt x="1284" y="444"/>
                    <a:pt x="1258" y="440"/>
                    <a:pt x="1232" y="440"/>
                  </a:cubicBezTo>
                  <a:cubicBezTo>
                    <a:pt x="1116" y="440"/>
                    <a:pt x="1003" y="518"/>
                    <a:pt x="906" y="595"/>
                  </a:cubicBezTo>
                  <a:cubicBezTo>
                    <a:pt x="930" y="333"/>
                    <a:pt x="930" y="119"/>
                    <a:pt x="811" y="24"/>
                  </a:cubicBezTo>
                  <a:cubicBezTo>
                    <a:pt x="787" y="0"/>
                    <a:pt x="715" y="0"/>
                    <a:pt x="6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5" name="Google Shape;23685;p145"/>
            <p:cNvSpPr/>
            <p:nvPr/>
          </p:nvSpPr>
          <p:spPr>
            <a:xfrm>
              <a:off x="1808893" y="4379916"/>
              <a:ext cx="42608" cy="10855"/>
            </a:xfrm>
            <a:custGeom>
              <a:avLst/>
              <a:gdLst/>
              <a:ahLst/>
              <a:cxnLst/>
              <a:rect l="l" t="t" r="r" b="b"/>
              <a:pathLst>
                <a:path w="1311" h="334" extrusionOk="0">
                  <a:moveTo>
                    <a:pt x="167" y="0"/>
                  </a:moveTo>
                  <a:cubicBezTo>
                    <a:pt x="72" y="0"/>
                    <a:pt x="1" y="95"/>
                    <a:pt x="1" y="191"/>
                  </a:cubicBezTo>
                  <a:cubicBezTo>
                    <a:pt x="48" y="262"/>
                    <a:pt x="96" y="333"/>
                    <a:pt x="191" y="333"/>
                  </a:cubicBezTo>
                  <a:lnTo>
                    <a:pt x="1144" y="333"/>
                  </a:lnTo>
                  <a:cubicBezTo>
                    <a:pt x="1239" y="333"/>
                    <a:pt x="1311" y="238"/>
                    <a:pt x="1287" y="143"/>
                  </a:cubicBezTo>
                  <a:cubicBezTo>
                    <a:pt x="1263" y="72"/>
                    <a:pt x="1191" y="0"/>
                    <a:pt x="11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86" name="Google Shape;23686;p145"/>
          <p:cNvGrpSpPr/>
          <p:nvPr/>
        </p:nvGrpSpPr>
        <p:grpSpPr>
          <a:xfrm>
            <a:off x="2541086" y="4013113"/>
            <a:ext cx="357598" cy="321230"/>
            <a:chOff x="2541086" y="4165513"/>
            <a:chExt cx="357598" cy="321230"/>
          </a:xfrm>
        </p:grpSpPr>
        <p:sp>
          <p:nvSpPr>
            <p:cNvPr id="23687" name="Google Shape;23687;p145"/>
            <p:cNvSpPr/>
            <p:nvPr/>
          </p:nvSpPr>
          <p:spPr>
            <a:xfrm>
              <a:off x="2563511" y="4258398"/>
              <a:ext cx="312715" cy="209755"/>
            </a:xfrm>
            <a:custGeom>
              <a:avLst/>
              <a:gdLst/>
              <a:ahLst/>
              <a:cxnLst/>
              <a:rect l="l" t="t" r="r" b="b"/>
              <a:pathLst>
                <a:path w="9622" h="6454" extrusionOk="0">
                  <a:moveTo>
                    <a:pt x="430" y="0"/>
                  </a:moveTo>
                  <a:cubicBezTo>
                    <a:pt x="191" y="0"/>
                    <a:pt x="1" y="167"/>
                    <a:pt x="1" y="405"/>
                  </a:cubicBezTo>
                  <a:lnTo>
                    <a:pt x="1" y="6240"/>
                  </a:lnTo>
                  <a:lnTo>
                    <a:pt x="5121" y="6454"/>
                  </a:lnTo>
                  <a:lnTo>
                    <a:pt x="9622" y="6240"/>
                  </a:lnTo>
                  <a:lnTo>
                    <a:pt x="9622" y="405"/>
                  </a:lnTo>
                  <a:cubicBezTo>
                    <a:pt x="9622" y="167"/>
                    <a:pt x="9455" y="0"/>
                    <a:pt x="921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8" name="Google Shape;23688;p145"/>
            <p:cNvSpPr/>
            <p:nvPr/>
          </p:nvSpPr>
          <p:spPr>
            <a:xfrm>
              <a:off x="2586748" y="4281603"/>
              <a:ext cx="265492" cy="186550"/>
            </a:xfrm>
            <a:custGeom>
              <a:avLst/>
              <a:gdLst/>
              <a:ahLst/>
              <a:cxnLst/>
              <a:rect l="l" t="t" r="r" b="b"/>
              <a:pathLst>
                <a:path w="8169" h="5740" extrusionOk="0">
                  <a:moveTo>
                    <a:pt x="191" y="1"/>
                  </a:moveTo>
                  <a:cubicBezTo>
                    <a:pt x="96" y="1"/>
                    <a:pt x="0" y="72"/>
                    <a:pt x="0" y="167"/>
                  </a:cubicBezTo>
                  <a:lnTo>
                    <a:pt x="0" y="5526"/>
                  </a:lnTo>
                  <a:lnTo>
                    <a:pt x="4096" y="5740"/>
                  </a:lnTo>
                  <a:lnTo>
                    <a:pt x="8169" y="5526"/>
                  </a:lnTo>
                  <a:lnTo>
                    <a:pt x="8169" y="167"/>
                  </a:lnTo>
                  <a:cubicBezTo>
                    <a:pt x="8169" y="72"/>
                    <a:pt x="8073" y="1"/>
                    <a:pt x="7978"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9" name="Google Shape;23689;p145"/>
            <p:cNvSpPr/>
            <p:nvPr/>
          </p:nvSpPr>
          <p:spPr>
            <a:xfrm>
              <a:off x="2842166" y="4258398"/>
              <a:ext cx="34840" cy="209755"/>
            </a:xfrm>
            <a:custGeom>
              <a:avLst/>
              <a:gdLst/>
              <a:ahLst/>
              <a:cxnLst/>
              <a:rect l="l" t="t" r="r" b="b"/>
              <a:pathLst>
                <a:path w="1072" h="6454" extrusionOk="0">
                  <a:moveTo>
                    <a:pt x="0" y="0"/>
                  </a:moveTo>
                  <a:cubicBezTo>
                    <a:pt x="238" y="0"/>
                    <a:pt x="429" y="167"/>
                    <a:pt x="429" y="405"/>
                  </a:cubicBezTo>
                  <a:lnTo>
                    <a:pt x="429" y="6240"/>
                  </a:lnTo>
                  <a:lnTo>
                    <a:pt x="786" y="6454"/>
                  </a:lnTo>
                  <a:lnTo>
                    <a:pt x="1072" y="6240"/>
                  </a:lnTo>
                  <a:lnTo>
                    <a:pt x="1072" y="405"/>
                  </a:lnTo>
                  <a:cubicBezTo>
                    <a:pt x="1048" y="167"/>
                    <a:pt x="881" y="0"/>
                    <a:pt x="667"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0" name="Google Shape;23690;p145"/>
            <p:cNvSpPr/>
            <p:nvPr/>
          </p:nvSpPr>
          <p:spPr>
            <a:xfrm>
              <a:off x="2681941" y="4365193"/>
              <a:ext cx="76667" cy="52293"/>
            </a:xfrm>
            <a:custGeom>
              <a:avLst/>
              <a:gdLst/>
              <a:ahLst/>
              <a:cxnLst/>
              <a:rect l="l" t="t" r="r" b="b"/>
              <a:pathLst>
                <a:path w="2359" h="1609" extrusionOk="0">
                  <a:moveTo>
                    <a:pt x="0" y="1"/>
                  </a:moveTo>
                  <a:lnTo>
                    <a:pt x="0" y="1287"/>
                  </a:lnTo>
                  <a:cubicBezTo>
                    <a:pt x="0" y="1310"/>
                    <a:pt x="0" y="1358"/>
                    <a:pt x="24" y="1358"/>
                  </a:cubicBezTo>
                  <a:lnTo>
                    <a:pt x="239" y="1429"/>
                  </a:lnTo>
                  <a:cubicBezTo>
                    <a:pt x="536" y="1549"/>
                    <a:pt x="858" y="1608"/>
                    <a:pt x="1179" y="1608"/>
                  </a:cubicBezTo>
                  <a:cubicBezTo>
                    <a:pt x="1501" y="1608"/>
                    <a:pt x="1822" y="1549"/>
                    <a:pt x="2120" y="1429"/>
                  </a:cubicBezTo>
                  <a:lnTo>
                    <a:pt x="2310" y="1358"/>
                  </a:lnTo>
                  <a:cubicBezTo>
                    <a:pt x="2358" y="1358"/>
                    <a:pt x="2358" y="1310"/>
                    <a:pt x="2334" y="1287"/>
                  </a:cubicBezTo>
                  <a:lnTo>
                    <a:pt x="2334" y="1"/>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1" name="Google Shape;23691;p145"/>
            <p:cNvSpPr/>
            <p:nvPr/>
          </p:nvSpPr>
          <p:spPr>
            <a:xfrm>
              <a:off x="2648661" y="4325348"/>
              <a:ext cx="142447" cy="66593"/>
            </a:xfrm>
            <a:custGeom>
              <a:avLst/>
              <a:gdLst/>
              <a:ahLst/>
              <a:cxnLst/>
              <a:rect l="l" t="t" r="r" b="b"/>
              <a:pathLst>
                <a:path w="4383" h="2049" extrusionOk="0">
                  <a:moveTo>
                    <a:pt x="2191" y="0"/>
                  </a:moveTo>
                  <a:cubicBezTo>
                    <a:pt x="2126" y="0"/>
                    <a:pt x="2060" y="12"/>
                    <a:pt x="2001" y="36"/>
                  </a:cubicBezTo>
                  <a:lnTo>
                    <a:pt x="96" y="917"/>
                  </a:lnTo>
                  <a:cubicBezTo>
                    <a:pt x="0" y="965"/>
                    <a:pt x="0" y="1084"/>
                    <a:pt x="96" y="1108"/>
                  </a:cubicBezTo>
                  <a:lnTo>
                    <a:pt x="2025" y="2012"/>
                  </a:lnTo>
                  <a:cubicBezTo>
                    <a:pt x="2084" y="2036"/>
                    <a:pt x="2144" y="2048"/>
                    <a:pt x="2200" y="2048"/>
                  </a:cubicBezTo>
                  <a:cubicBezTo>
                    <a:pt x="2257" y="2048"/>
                    <a:pt x="2310" y="2036"/>
                    <a:pt x="2358" y="2012"/>
                  </a:cubicBezTo>
                  <a:lnTo>
                    <a:pt x="4287" y="1108"/>
                  </a:lnTo>
                  <a:cubicBezTo>
                    <a:pt x="4382" y="1084"/>
                    <a:pt x="4382" y="941"/>
                    <a:pt x="4287" y="917"/>
                  </a:cubicBezTo>
                  <a:lnTo>
                    <a:pt x="2382" y="36"/>
                  </a:lnTo>
                  <a:cubicBezTo>
                    <a:pt x="2322" y="12"/>
                    <a:pt x="2257" y="0"/>
                    <a:pt x="2191"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2" name="Google Shape;23692;p145"/>
            <p:cNvSpPr/>
            <p:nvPr/>
          </p:nvSpPr>
          <p:spPr>
            <a:xfrm>
              <a:off x="2694323" y="4348163"/>
              <a:ext cx="96785" cy="45110"/>
            </a:xfrm>
            <a:custGeom>
              <a:avLst/>
              <a:gdLst/>
              <a:ahLst/>
              <a:cxnLst/>
              <a:rect l="l" t="t" r="r" b="b"/>
              <a:pathLst>
                <a:path w="2978" h="1388" extrusionOk="0">
                  <a:moveTo>
                    <a:pt x="2406" y="1"/>
                  </a:moveTo>
                  <a:cubicBezTo>
                    <a:pt x="2406" y="24"/>
                    <a:pt x="2382" y="24"/>
                    <a:pt x="2358" y="48"/>
                  </a:cubicBezTo>
                  <a:lnTo>
                    <a:pt x="310" y="1001"/>
                  </a:lnTo>
                  <a:cubicBezTo>
                    <a:pt x="240" y="1036"/>
                    <a:pt x="158" y="1058"/>
                    <a:pt x="81" y="1058"/>
                  </a:cubicBezTo>
                  <a:cubicBezTo>
                    <a:pt x="53" y="1058"/>
                    <a:pt x="26" y="1055"/>
                    <a:pt x="0" y="1049"/>
                  </a:cubicBezTo>
                  <a:lnTo>
                    <a:pt x="0" y="1049"/>
                  </a:lnTo>
                  <a:lnTo>
                    <a:pt x="620" y="1334"/>
                  </a:lnTo>
                  <a:cubicBezTo>
                    <a:pt x="667" y="1370"/>
                    <a:pt x="721" y="1388"/>
                    <a:pt x="777" y="1388"/>
                  </a:cubicBezTo>
                  <a:cubicBezTo>
                    <a:pt x="834" y="1388"/>
                    <a:pt x="894" y="1370"/>
                    <a:pt x="953" y="1334"/>
                  </a:cubicBezTo>
                  <a:lnTo>
                    <a:pt x="2882" y="453"/>
                  </a:lnTo>
                  <a:cubicBezTo>
                    <a:pt x="2977" y="382"/>
                    <a:pt x="2977" y="263"/>
                    <a:pt x="2882" y="215"/>
                  </a:cubicBezTo>
                  <a:lnTo>
                    <a:pt x="2406" y="1"/>
                  </a:ln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3" name="Google Shape;23693;p145"/>
            <p:cNvSpPr/>
            <p:nvPr/>
          </p:nvSpPr>
          <p:spPr>
            <a:xfrm>
              <a:off x="2558863" y="4391518"/>
              <a:ext cx="10888" cy="76635"/>
            </a:xfrm>
            <a:custGeom>
              <a:avLst/>
              <a:gdLst/>
              <a:ahLst/>
              <a:cxnLst/>
              <a:rect l="l" t="t" r="r" b="b"/>
              <a:pathLst>
                <a:path w="335" h="2358" extrusionOk="0">
                  <a:moveTo>
                    <a:pt x="144" y="0"/>
                  </a:moveTo>
                  <a:cubicBezTo>
                    <a:pt x="49" y="24"/>
                    <a:pt x="1" y="96"/>
                    <a:pt x="1" y="191"/>
                  </a:cubicBezTo>
                  <a:lnTo>
                    <a:pt x="1" y="2144"/>
                  </a:lnTo>
                  <a:cubicBezTo>
                    <a:pt x="1" y="2239"/>
                    <a:pt x="72" y="2286"/>
                    <a:pt x="144" y="2358"/>
                  </a:cubicBezTo>
                  <a:cubicBezTo>
                    <a:pt x="239" y="2358"/>
                    <a:pt x="334" y="2263"/>
                    <a:pt x="334" y="2167"/>
                  </a:cubicBezTo>
                  <a:lnTo>
                    <a:pt x="334" y="191"/>
                  </a:lnTo>
                  <a:cubicBezTo>
                    <a:pt x="334" y="72"/>
                    <a:pt x="239" y="0"/>
                    <a:pt x="14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4" name="Google Shape;23694;p145"/>
            <p:cNvSpPr/>
            <p:nvPr/>
          </p:nvSpPr>
          <p:spPr>
            <a:xfrm>
              <a:off x="2541086" y="4460386"/>
              <a:ext cx="357597" cy="24797"/>
            </a:xfrm>
            <a:custGeom>
              <a:avLst/>
              <a:gdLst/>
              <a:ahLst/>
              <a:cxnLst/>
              <a:rect l="l" t="t" r="r" b="b"/>
              <a:pathLst>
                <a:path w="11003" h="763" extrusionOk="0">
                  <a:moveTo>
                    <a:pt x="167" y="1"/>
                  </a:moveTo>
                  <a:cubicBezTo>
                    <a:pt x="72" y="1"/>
                    <a:pt x="0" y="48"/>
                    <a:pt x="0" y="144"/>
                  </a:cubicBezTo>
                  <a:lnTo>
                    <a:pt x="0" y="453"/>
                  </a:lnTo>
                  <a:cubicBezTo>
                    <a:pt x="0" y="620"/>
                    <a:pt x="167" y="763"/>
                    <a:pt x="334" y="763"/>
                  </a:cubicBezTo>
                  <a:lnTo>
                    <a:pt x="4525" y="763"/>
                  </a:lnTo>
                  <a:lnTo>
                    <a:pt x="5525" y="572"/>
                  </a:lnTo>
                  <a:lnTo>
                    <a:pt x="6502" y="763"/>
                  </a:lnTo>
                  <a:lnTo>
                    <a:pt x="10693" y="763"/>
                  </a:lnTo>
                  <a:cubicBezTo>
                    <a:pt x="10883" y="763"/>
                    <a:pt x="11003" y="644"/>
                    <a:pt x="11003" y="453"/>
                  </a:cubicBezTo>
                  <a:lnTo>
                    <a:pt x="11003" y="144"/>
                  </a:lnTo>
                  <a:cubicBezTo>
                    <a:pt x="11003" y="48"/>
                    <a:pt x="10931" y="1"/>
                    <a:pt x="10860" y="1"/>
                  </a:cubicBezTo>
                  <a:lnTo>
                    <a:pt x="6478" y="1"/>
                  </a:lnTo>
                  <a:lnTo>
                    <a:pt x="5478" y="215"/>
                  </a:lnTo>
                  <a:lnTo>
                    <a:pt x="452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5" name="Google Shape;23695;p145"/>
            <p:cNvSpPr/>
            <p:nvPr/>
          </p:nvSpPr>
          <p:spPr>
            <a:xfrm>
              <a:off x="2866931" y="4461166"/>
              <a:ext cx="31753" cy="25578"/>
            </a:xfrm>
            <a:custGeom>
              <a:avLst/>
              <a:gdLst/>
              <a:ahLst/>
              <a:cxnLst/>
              <a:rect l="l" t="t" r="r" b="b"/>
              <a:pathLst>
                <a:path w="977" h="787" extrusionOk="0">
                  <a:moveTo>
                    <a:pt x="167" y="1"/>
                  </a:moveTo>
                  <a:cubicBezTo>
                    <a:pt x="262" y="1"/>
                    <a:pt x="310" y="72"/>
                    <a:pt x="310" y="143"/>
                  </a:cubicBezTo>
                  <a:lnTo>
                    <a:pt x="310" y="453"/>
                  </a:lnTo>
                  <a:cubicBezTo>
                    <a:pt x="310" y="620"/>
                    <a:pt x="167" y="786"/>
                    <a:pt x="0" y="786"/>
                  </a:cubicBezTo>
                  <a:lnTo>
                    <a:pt x="643" y="786"/>
                  </a:lnTo>
                  <a:cubicBezTo>
                    <a:pt x="834" y="786"/>
                    <a:pt x="977" y="620"/>
                    <a:pt x="977" y="453"/>
                  </a:cubicBezTo>
                  <a:lnTo>
                    <a:pt x="977" y="143"/>
                  </a:lnTo>
                  <a:cubicBezTo>
                    <a:pt x="977" y="72"/>
                    <a:pt x="905" y="1"/>
                    <a:pt x="834" y="1"/>
                  </a:cubicBez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6" name="Google Shape;23696;p145"/>
            <p:cNvSpPr/>
            <p:nvPr/>
          </p:nvSpPr>
          <p:spPr>
            <a:xfrm>
              <a:off x="2688896" y="4461166"/>
              <a:ext cx="44947" cy="24018"/>
            </a:xfrm>
            <a:custGeom>
              <a:avLst/>
              <a:gdLst/>
              <a:ahLst/>
              <a:cxnLst/>
              <a:rect l="l" t="t" r="r" b="b"/>
              <a:pathLst>
                <a:path w="1383" h="739" extrusionOk="0">
                  <a:moveTo>
                    <a:pt x="1" y="1"/>
                  </a:moveTo>
                  <a:lnTo>
                    <a:pt x="1" y="739"/>
                  </a:lnTo>
                  <a:lnTo>
                    <a:pt x="1311" y="739"/>
                  </a:lnTo>
                  <a:lnTo>
                    <a:pt x="1382" y="358"/>
                  </a:lnTo>
                  <a:lnTo>
                    <a:pt x="1263" y="1"/>
                  </a:ln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7" name="Google Shape;23697;p145"/>
            <p:cNvSpPr/>
            <p:nvPr/>
          </p:nvSpPr>
          <p:spPr>
            <a:xfrm>
              <a:off x="2729911" y="4461166"/>
              <a:ext cx="21710" cy="24018"/>
            </a:xfrm>
            <a:custGeom>
              <a:avLst/>
              <a:gdLst/>
              <a:ahLst/>
              <a:cxnLst/>
              <a:rect l="l" t="t" r="r" b="b"/>
              <a:pathLst>
                <a:path w="668" h="739" extrusionOk="0">
                  <a:moveTo>
                    <a:pt x="1" y="1"/>
                  </a:moveTo>
                  <a:lnTo>
                    <a:pt x="1" y="739"/>
                  </a:lnTo>
                  <a:lnTo>
                    <a:pt x="668" y="739"/>
                  </a:lnTo>
                  <a:lnTo>
                    <a:pt x="668" y="1"/>
                  </a:ln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8" name="Google Shape;23698;p145"/>
            <p:cNvSpPr/>
            <p:nvPr/>
          </p:nvSpPr>
          <p:spPr>
            <a:xfrm>
              <a:off x="2541866" y="4335781"/>
              <a:ext cx="78195" cy="149403"/>
            </a:xfrm>
            <a:custGeom>
              <a:avLst/>
              <a:gdLst/>
              <a:ahLst/>
              <a:cxnLst/>
              <a:rect l="l" t="t" r="r" b="b"/>
              <a:pathLst>
                <a:path w="2406" h="4597" extrusionOk="0">
                  <a:moveTo>
                    <a:pt x="143" y="1"/>
                  </a:moveTo>
                  <a:cubicBezTo>
                    <a:pt x="48" y="1"/>
                    <a:pt x="0" y="48"/>
                    <a:pt x="0" y="144"/>
                  </a:cubicBezTo>
                  <a:lnTo>
                    <a:pt x="0" y="787"/>
                  </a:lnTo>
                  <a:lnTo>
                    <a:pt x="0" y="1334"/>
                  </a:lnTo>
                  <a:lnTo>
                    <a:pt x="0" y="4454"/>
                  </a:lnTo>
                  <a:cubicBezTo>
                    <a:pt x="0" y="4549"/>
                    <a:pt x="48" y="4597"/>
                    <a:pt x="143" y="4597"/>
                  </a:cubicBezTo>
                  <a:lnTo>
                    <a:pt x="2262" y="4597"/>
                  </a:lnTo>
                  <a:cubicBezTo>
                    <a:pt x="2334" y="4597"/>
                    <a:pt x="2405" y="4549"/>
                    <a:pt x="2405" y="4454"/>
                  </a:cubicBezTo>
                  <a:lnTo>
                    <a:pt x="2405" y="144"/>
                  </a:lnTo>
                  <a:cubicBezTo>
                    <a:pt x="2405" y="48"/>
                    <a:pt x="2334" y="1"/>
                    <a:pt x="2262" y="1"/>
                  </a:cubicBez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9" name="Google Shape;23699;p145"/>
            <p:cNvSpPr/>
            <p:nvPr/>
          </p:nvSpPr>
          <p:spPr>
            <a:xfrm>
              <a:off x="2593703" y="4335781"/>
              <a:ext cx="26358" cy="149403"/>
            </a:xfrm>
            <a:custGeom>
              <a:avLst/>
              <a:gdLst/>
              <a:ahLst/>
              <a:cxnLst/>
              <a:rect l="l" t="t" r="r" b="b"/>
              <a:pathLst>
                <a:path w="811" h="4597" extrusionOk="0">
                  <a:moveTo>
                    <a:pt x="1" y="1"/>
                  </a:moveTo>
                  <a:cubicBezTo>
                    <a:pt x="96" y="1"/>
                    <a:pt x="144" y="48"/>
                    <a:pt x="144" y="144"/>
                  </a:cubicBezTo>
                  <a:lnTo>
                    <a:pt x="144" y="4454"/>
                  </a:lnTo>
                  <a:cubicBezTo>
                    <a:pt x="144" y="4549"/>
                    <a:pt x="96" y="4597"/>
                    <a:pt x="1" y="4597"/>
                  </a:cubicBezTo>
                  <a:lnTo>
                    <a:pt x="667" y="4597"/>
                  </a:lnTo>
                  <a:cubicBezTo>
                    <a:pt x="739" y="4597"/>
                    <a:pt x="810" y="4549"/>
                    <a:pt x="810" y="4454"/>
                  </a:cubicBezTo>
                  <a:lnTo>
                    <a:pt x="810" y="144"/>
                  </a:lnTo>
                  <a:cubicBezTo>
                    <a:pt x="810" y="72"/>
                    <a:pt x="739" y="1"/>
                    <a:pt x="667" y="1"/>
                  </a:cubicBezTo>
                  <a:close/>
                </a:path>
              </a:pathLst>
            </a:custGeom>
            <a:solidFill>
              <a:srgbClr val="9CA7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0" name="Google Shape;23700;p145"/>
            <p:cNvSpPr/>
            <p:nvPr/>
          </p:nvSpPr>
          <p:spPr>
            <a:xfrm>
              <a:off x="2574366" y="4461166"/>
              <a:ext cx="11635" cy="11635"/>
            </a:xfrm>
            <a:custGeom>
              <a:avLst/>
              <a:gdLst/>
              <a:ahLst/>
              <a:cxnLst/>
              <a:rect l="l" t="t" r="r" b="b"/>
              <a:pathLst>
                <a:path w="358" h="358" extrusionOk="0">
                  <a:moveTo>
                    <a:pt x="191" y="1"/>
                  </a:moveTo>
                  <a:cubicBezTo>
                    <a:pt x="72" y="1"/>
                    <a:pt x="0" y="72"/>
                    <a:pt x="0" y="191"/>
                  </a:cubicBezTo>
                  <a:cubicBezTo>
                    <a:pt x="0" y="286"/>
                    <a:pt x="72" y="358"/>
                    <a:pt x="191" y="358"/>
                  </a:cubicBezTo>
                  <a:cubicBezTo>
                    <a:pt x="286" y="358"/>
                    <a:pt x="357" y="286"/>
                    <a:pt x="357" y="191"/>
                  </a:cubicBezTo>
                  <a:cubicBezTo>
                    <a:pt x="357" y="72"/>
                    <a:pt x="286" y="1"/>
                    <a:pt x="191" y="1"/>
                  </a:cubicBezTo>
                  <a:close/>
                </a:path>
              </a:pathLst>
            </a:custGeom>
            <a:solidFill>
              <a:srgbClr val="9CA7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1" name="Google Shape;23701;p145"/>
            <p:cNvSpPr/>
            <p:nvPr/>
          </p:nvSpPr>
          <p:spPr>
            <a:xfrm>
              <a:off x="2698971" y="4213483"/>
              <a:ext cx="42608" cy="17843"/>
            </a:xfrm>
            <a:custGeom>
              <a:avLst/>
              <a:gdLst/>
              <a:ahLst/>
              <a:cxnLst/>
              <a:rect l="l" t="t" r="r" b="b"/>
              <a:pathLst>
                <a:path w="1311" h="549" extrusionOk="0">
                  <a:moveTo>
                    <a:pt x="667" y="1"/>
                  </a:moveTo>
                  <a:cubicBezTo>
                    <a:pt x="429" y="1"/>
                    <a:pt x="215" y="96"/>
                    <a:pt x="72" y="239"/>
                  </a:cubicBezTo>
                  <a:cubicBezTo>
                    <a:pt x="0" y="311"/>
                    <a:pt x="0" y="430"/>
                    <a:pt x="72" y="477"/>
                  </a:cubicBezTo>
                  <a:cubicBezTo>
                    <a:pt x="96" y="513"/>
                    <a:pt x="137" y="531"/>
                    <a:pt x="182" y="531"/>
                  </a:cubicBezTo>
                  <a:cubicBezTo>
                    <a:pt x="227" y="531"/>
                    <a:pt x="274" y="513"/>
                    <a:pt x="310" y="477"/>
                  </a:cubicBezTo>
                  <a:cubicBezTo>
                    <a:pt x="405" y="382"/>
                    <a:pt x="524" y="334"/>
                    <a:pt x="667" y="334"/>
                  </a:cubicBezTo>
                  <a:cubicBezTo>
                    <a:pt x="786" y="334"/>
                    <a:pt x="929" y="382"/>
                    <a:pt x="1024" y="477"/>
                  </a:cubicBezTo>
                  <a:cubicBezTo>
                    <a:pt x="1048" y="501"/>
                    <a:pt x="1096" y="549"/>
                    <a:pt x="1143" y="549"/>
                  </a:cubicBezTo>
                  <a:cubicBezTo>
                    <a:pt x="1167" y="549"/>
                    <a:pt x="1239" y="549"/>
                    <a:pt x="1263" y="477"/>
                  </a:cubicBezTo>
                  <a:cubicBezTo>
                    <a:pt x="1310" y="430"/>
                    <a:pt x="1310" y="311"/>
                    <a:pt x="1263" y="239"/>
                  </a:cubicBezTo>
                  <a:cubicBezTo>
                    <a:pt x="1120" y="96"/>
                    <a:pt x="905" y="1"/>
                    <a:pt x="667"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2" name="Google Shape;23702;p145"/>
            <p:cNvSpPr/>
            <p:nvPr/>
          </p:nvSpPr>
          <p:spPr>
            <a:xfrm>
              <a:off x="2681941" y="4190278"/>
              <a:ext cx="75108" cy="24018"/>
            </a:xfrm>
            <a:custGeom>
              <a:avLst/>
              <a:gdLst/>
              <a:ahLst/>
              <a:cxnLst/>
              <a:rect l="l" t="t" r="r" b="b"/>
              <a:pathLst>
                <a:path w="2311" h="739" extrusionOk="0">
                  <a:moveTo>
                    <a:pt x="1167" y="1"/>
                  </a:moveTo>
                  <a:cubicBezTo>
                    <a:pt x="739" y="1"/>
                    <a:pt x="358" y="143"/>
                    <a:pt x="48" y="453"/>
                  </a:cubicBezTo>
                  <a:cubicBezTo>
                    <a:pt x="0" y="501"/>
                    <a:pt x="0" y="620"/>
                    <a:pt x="48" y="691"/>
                  </a:cubicBezTo>
                  <a:cubicBezTo>
                    <a:pt x="72" y="715"/>
                    <a:pt x="143" y="739"/>
                    <a:pt x="167" y="739"/>
                  </a:cubicBezTo>
                  <a:cubicBezTo>
                    <a:pt x="239" y="739"/>
                    <a:pt x="262" y="715"/>
                    <a:pt x="286" y="691"/>
                  </a:cubicBezTo>
                  <a:cubicBezTo>
                    <a:pt x="501" y="453"/>
                    <a:pt x="834" y="334"/>
                    <a:pt x="1167" y="334"/>
                  </a:cubicBezTo>
                  <a:cubicBezTo>
                    <a:pt x="1477" y="334"/>
                    <a:pt x="1787" y="453"/>
                    <a:pt x="2025" y="691"/>
                  </a:cubicBezTo>
                  <a:cubicBezTo>
                    <a:pt x="2049" y="715"/>
                    <a:pt x="2090" y="727"/>
                    <a:pt x="2135" y="727"/>
                  </a:cubicBezTo>
                  <a:cubicBezTo>
                    <a:pt x="2179" y="727"/>
                    <a:pt x="2227" y="715"/>
                    <a:pt x="2263" y="691"/>
                  </a:cubicBezTo>
                  <a:cubicBezTo>
                    <a:pt x="2310" y="620"/>
                    <a:pt x="2310" y="501"/>
                    <a:pt x="2263" y="453"/>
                  </a:cubicBezTo>
                  <a:cubicBezTo>
                    <a:pt x="1953" y="143"/>
                    <a:pt x="1572" y="1"/>
                    <a:pt x="1167"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3" name="Google Shape;23703;p145"/>
            <p:cNvSpPr/>
            <p:nvPr/>
          </p:nvSpPr>
          <p:spPr>
            <a:xfrm>
              <a:off x="2665691" y="4165513"/>
              <a:ext cx="109947" cy="31753"/>
            </a:xfrm>
            <a:custGeom>
              <a:avLst/>
              <a:gdLst/>
              <a:ahLst/>
              <a:cxnLst/>
              <a:rect l="l" t="t" r="r" b="b"/>
              <a:pathLst>
                <a:path w="3383" h="977" extrusionOk="0">
                  <a:moveTo>
                    <a:pt x="1691" y="0"/>
                  </a:moveTo>
                  <a:cubicBezTo>
                    <a:pt x="1072" y="0"/>
                    <a:pt x="500" y="239"/>
                    <a:pt x="48" y="667"/>
                  </a:cubicBezTo>
                  <a:cubicBezTo>
                    <a:pt x="0" y="739"/>
                    <a:pt x="0" y="858"/>
                    <a:pt x="48" y="905"/>
                  </a:cubicBezTo>
                  <a:cubicBezTo>
                    <a:pt x="84" y="941"/>
                    <a:pt x="131" y="959"/>
                    <a:pt x="176" y="959"/>
                  </a:cubicBezTo>
                  <a:cubicBezTo>
                    <a:pt x="221" y="959"/>
                    <a:pt x="262" y="941"/>
                    <a:pt x="286" y="905"/>
                  </a:cubicBezTo>
                  <a:cubicBezTo>
                    <a:pt x="643" y="524"/>
                    <a:pt x="1143" y="310"/>
                    <a:pt x="1691" y="310"/>
                  </a:cubicBezTo>
                  <a:cubicBezTo>
                    <a:pt x="2215" y="310"/>
                    <a:pt x="2691" y="524"/>
                    <a:pt x="3096" y="905"/>
                  </a:cubicBezTo>
                  <a:cubicBezTo>
                    <a:pt x="3120" y="953"/>
                    <a:pt x="3168" y="977"/>
                    <a:pt x="3215" y="977"/>
                  </a:cubicBezTo>
                  <a:cubicBezTo>
                    <a:pt x="3239" y="977"/>
                    <a:pt x="3287" y="977"/>
                    <a:pt x="3334" y="905"/>
                  </a:cubicBezTo>
                  <a:cubicBezTo>
                    <a:pt x="3382" y="858"/>
                    <a:pt x="3382" y="739"/>
                    <a:pt x="3334" y="667"/>
                  </a:cubicBezTo>
                  <a:cubicBezTo>
                    <a:pt x="2882" y="239"/>
                    <a:pt x="2310" y="0"/>
                    <a:pt x="1691"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04" name="Google Shape;23704;p145"/>
          <p:cNvGrpSpPr/>
          <p:nvPr/>
        </p:nvGrpSpPr>
        <p:grpSpPr>
          <a:xfrm>
            <a:off x="3270938" y="4022408"/>
            <a:ext cx="357597" cy="302640"/>
            <a:chOff x="3270938" y="4174808"/>
            <a:chExt cx="357597" cy="302640"/>
          </a:xfrm>
        </p:grpSpPr>
        <p:sp>
          <p:nvSpPr>
            <p:cNvPr id="23705" name="Google Shape;23705;p145"/>
            <p:cNvSpPr/>
            <p:nvPr/>
          </p:nvSpPr>
          <p:spPr>
            <a:xfrm>
              <a:off x="3270938" y="4174808"/>
              <a:ext cx="127725" cy="31753"/>
            </a:xfrm>
            <a:custGeom>
              <a:avLst/>
              <a:gdLst/>
              <a:ahLst/>
              <a:cxnLst/>
              <a:rect l="l" t="t" r="r" b="b"/>
              <a:pathLst>
                <a:path w="3930" h="977" extrusionOk="0">
                  <a:moveTo>
                    <a:pt x="381" y="0"/>
                  </a:moveTo>
                  <a:cubicBezTo>
                    <a:pt x="191" y="0"/>
                    <a:pt x="0" y="191"/>
                    <a:pt x="0" y="381"/>
                  </a:cubicBezTo>
                  <a:lnTo>
                    <a:pt x="0" y="977"/>
                  </a:lnTo>
                  <a:lnTo>
                    <a:pt x="3930" y="977"/>
                  </a:lnTo>
                  <a:lnTo>
                    <a:pt x="3930" y="381"/>
                  </a:lnTo>
                  <a:cubicBezTo>
                    <a:pt x="3930" y="143"/>
                    <a:pt x="3763" y="0"/>
                    <a:pt x="3549"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6" name="Google Shape;23706;p145"/>
            <p:cNvSpPr/>
            <p:nvPr/>
          </p:nvSpPr>
          <p:spPr>
            <a:xfrm>
              <a:off x="3364571" y="4174808"/>
              <a:ext cx="34093" cy="31753"/>
            </a:xfrm>
            <a:custGeom>
              <a:avLst/>
              <a:gdLst/>
              <a:ahLst/>
              <a:cxnLst/>
              <a:rect l="l" t="t" r="r" b="b"/>
              <a:pathLst>
                <a:path w="1049" h="977" extrusionOk="0">
                  <a:moveTo>
                    <a:pt x="1" y="0"/>
                  </a:moveTo>
                  <a:cubicBezTo>
                    <a:pt x="215" y="0"/>
                    <a:pt x="406" y="191"/>
                    <a:pt x="406" y="381"/>
                  </a:cubicBezTo>
                  <a:lnTo>
                    <a:pt x="406" y="977"/>
                  </a:lnTo>
                  <a:lnTo>
                    <a:pt x="1049" y="977"/>
                  </a:lnTo>
                  <a:lnTo>
                    <a:pt x="1049" y="381"/>
                  </a:lnTo>
                  <a:cubicBezTo>
                    <a:pt x="1049" y="143"/>
                    <a:pt x="882" y="0"/>
                    <a:pt x="668" y="0"/>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7" name="Google Shape;23707;p145"/>
            <p:cNvSpPr/>
            <p:nvPr/>
          </p:nvSpPr>
          <p:spPr>
            <a:xfrm>
              <a:off x="3270938" y="4205748"/>
              <a:ext cx="357597" cy="271700"/>
            </a:xfrm>
            <a:custGeom>
              <a:avLst/>
              <a:gdLst/>
              <a:ahLst/>
              <a:cxnLst/>
              <a:rect l="l" t="t" r="r" b="b"/>
              <a:pathLst>
                <a:path w="11003" h="8360" extrusionOk="0">
                  <a:moveTo>
                    <a:pt x="0" y="1"/>
                  </a:moveTo>
                  <a:lnTo>
                    <a:pt x="0" y="8193"/>
                  </a:lnTo>
                  <a:cubicBezTo>
                    <a:pt x="0" y="8288"/>
                    <a:pt x="96" y="8360"/>
                    <a:pt x="191" y="8360"/>
                  </a:cubicBezTo>
                  <a:lnTo>
                    <a:pt x="10836" y="8360"/>
                  </a:lnTo>
                  <a:cubicBezTo>
                    <a:pt x="10931" y="8360"/>
                    <a:pt x="10979" y="8288"/>
                    <a:pt x="11003" y="8193"/>
                  </a:cubicBezTo>
                  <a:lnTo>
                    <a:pt x="11003" y="191"/>
                  </a:lnTo>
                  <a:cubicBezTo>
                    <a:pt x="11003" y="96"/>
                    <a:pt x="10931" y="1"/>
                    <a:pt x="10836"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8" name="Google Shape;23708;p145"/>
            <p:cNvSpPr/>
            <p:nvPr/>
          </p:nvSpPr>
          <p:spPr>
            <a:xfrm>
              <a:off x="3305746" y="4282383"/>
              <a:ext cx="286422" cy="132372"/>
            </a:xfrm>
            <a:custGeom>
              <a:avLst/>
              <a:gdLst/>
              <a:ahLst/>
              <a:cxnLst/>
              <a:rect l="l" t="t" r="r" b="b"/>
              <a:pathLst>
                <a:path w="8813" h="4073" extrusionOk="0">
                  <a:moveTo>
                    <a:pt x="191" y="0"/>
                  </a:moveTo>
                  <a:cubicBezTo>
                    <a:pt x="96" y="0"/>
                    <a:pt x="1" y="96"/>
                    <a:pt x="1" y="167"/>
                  </a:cubicBezTo>
                  <a:lnTo>
                    <a:pt x="1" y="3930"/>
                  </a:lnTo>
                  <a:lnTo>
                    <a:pt x="4359" y="4073"/>
                  </a:lnTo>
                  <a:lnTo>
                    <a:pt x="8812" y="3930"/>
                  </a:lnTo>
                  <a:lnTo>
                    <a:pt x="8812" y="167"/>
                  </a:lnTo>
                  <a:cubicBezTo>
                    <a:pt x="8812" y="96"/>
                    <a:pt x="8717" y="0"/>
                    <a:pt x="8646"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9" name="Google Shape;23709;p145"/>
            <p:cNvSpPr/>
            <p:nvPr/>
          </p:nvSpPr>
          <p:spPr>
            <a:xfrm>
              <a:off x="3600651" y="4205748"/>
              <a:ext cx="27105" cy="271700"/>
            </a:xfrm>
            <a:custGeom>
              <a:avLst/>
              <a:gdLst/>
              <a:ahLst/>
              <a:cxnLst/>
              <a:rect l="l" t="t" r="r" b="b"/>
              <a:pathLst>
                <a:path w="834" h="8360" extrusionOk="0">
                  <a:moveTo>
                    <a:pt x="0" y="1"/>
                  </a:moveTo>
                  <a:cubicBezTo>
                    <a:pt x="96" y="1"/>
                    <a:pt x="191" y="96"/>
                    <a:pt x="191" y="191"/>
                  </a:cubicBezTo>
                  <a:lnTo>
                    <a:pt x="191" y="8193"/>
                  </a:lnTo>
                  <a:cubicBezTo>
                    <a:pt x="191" y="8288"/>
                    <a:pt x="96" y="8360"/>
                    <a:pt x="0" y="8360"/>
                  </a:cubicBezTo>
                  <a:lnTo>
                    <a:pt x="667" y="8360"/>
                  </a:lnTo>
                  <a:cubicBezTo>
                    <a:pt x="762" y="8360"/>
                    <a:pt x="834" y="8288"/>
                    <a:pt x="834" y="8193"/>
                  </a:cubicBezTo>
                  <a:lnTo>
                    <a:pt x="834" y="191"/>
                  </a:lnTo>
                  <a:cubicBezTo>
                    <a:pt x="834" y="96"/>
                    <a:pt x="762" y="1"/>
                    <a:pt x="66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0" name="Google Shape;23710;p145"/>
            <p:cNvSpPr/>
            <p:nvPr/>
          </p:nvSpPr>
          <p:spPr>
            <a:xfrm>
              <a:off x="3564251" y="4282383"/>
              <a:ext cx="27138" cy="129285"/>
            </a:xfrm>
            <a:custGeom>
              <a:avLst/>
              <a:gdLst/>
              <a:ahLst/>
              <a:cxnLst/>
              <a:rect l="l" t="t" r="r" b="b"/>
              <a:pathLst>
                <a:path w="835" h="3978" extrusionOk="0">
                  <a:moveTo>
                    <a:pt x="1" y="0"/>
                  </a:moveTo>
                  <a:cubicBezTo>
                    <a:pt x="120" y="0"/>
                    <a:pt x="168" y="48"/>
                    <a:pt x="168" y="143"/>
                  </a:cubicBezTo>
                  <a:lnTo>
                    <a:pt x="168" y="3977"/>
                  </a:lnTo>
                  <a:lnTo>
                    <a:pt x="834" y="3930"/>
                  </a:lnTo>
                  <a:lnTo>
                    <a:pt x="834" y="167"/>
                  </a:lnTo>
                  <a:cubicBezTo>
                    <a:pt x="834" y="96"/>
                    <a:pt x="739" y="0"/>
                    <a:pt x="64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1" name="Google Shape;23711;p145"/>
            <p:cNvSpPr/>
            <p:nvPr/>
          </p:nvSpPr>
          <p:spPr>
            <a:xfrm>
              <a:off x="3270938" y="4205748"/>
              <a:ext cx="356818" cy="44947"/>
            </a:xfrm>
            <a:custGeom>
              <a:avLst/>
              <a:gdLst/>
              <a:ahLst/>
              <a:cxnLst/>
              <a:rect l="l" t="t" r="r" b="b"/>
              <a:pathLst>
                <a:path w="10979" h="1383" extrusionOk="0">
                  <a:moveTo>
                    <a:pt x="0" y="1"/>
                  </a:moveTo>
                  <a:lnTo>
                    <a:pt x="0" y="1334"/>
                  </a:lnTo>
                  <a:lnTo>
                    <a:pt x="10979" y="1382"/>
                  </a:lnTo>
                  <a:lnTo>
                    <a:pt x="10979" y="191"/>
                  </a:lnTo>
                  <a:cubicBezTo>
                    <a:pt x="10979" y="96"/>
                    <a:pt x="10907" y="1"/>
                    <a:pt x="10812"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2" name="Google Shape;23712;p145"/>
            <p:cNvSpPr/>
            <p:nvPr/>
          </p:nvSpPr>
          <p:spPr>
            <a:xfrm>
              <a:off x="3306526" y="4414723"/>
              <a:ext cx="286422" cy="27918"/>
            </a:xfrm>
            <a:custGeom>
              <a:avLst/>
              <a:gdLst/>
              <a:ahLst/>
              <a:cxnLst/>
              <a:rect l="l" t="t" r="r" b="b"/>
              <a:pathLst>
                <a:path w="8813" h="859" extrusionOk="0">
                  <a:moveTo>
                    <a:pt x="3978" y="1"/>
                  </a:moveTo>
                  <a:lnTo>
                    <a:pt x="1" y="144"/>
                  </a:lnTo>
                  <a:lnTo>
                    <a:pt x="1" y="691"/>
                  </a:lnTo>
                  <a:cubicBezTo>
                    <a:pt x="1" y="787"/>
                    <a:pt x="96" y="858"/>
                    <a:pt x="191" y="858"/>
                  </a:cubicBezTo>
                  <a:lnTo>
                    <a:pt x="8645" y="858"/>
                  </a:lnTo>
                  <a:cubicBezTo>
                    <a:pt x="8741" y="858"/>
                    <a:pt x="8812" y="787"/>
                    <a:pt x="8812" y="691"/>
                  </a:cubicBezTo>
                  <a:lnTo>
                    <a:pt x="8812" y="144"/>
                  </a:lnTo>
                  <a:lnTo>
                    <a:pt x="3978" y="1"/>
                  </a:lnTo>
                  <a:close/>
                </a:path>
              </a:pathLst>
            </a:custGeom>
            <a:solidFill>
              <a:srgbClr val="C4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3" name="Google Shape;23713;p145"/>
            <p:cNvSpPr/>
            <p:nvPr/>
          </p:nvSpPr>
          <p:spPr>
            <a:xfrm>
              <a:off x="3600651" y="4205748"/>
              <a:ext cx="27105" cy="44947"/>
            </a:xfrm>
            <a:custGeom>
              <a:avLst/>
              <a:gdLst/>
              <a:ahLst/>
              <a:cxnLst/>
              <a:rect l="l" t="t" r="r" b="b"/>
              <a:pathLst>
                <a:path w="834" h="1383" extrusionOk="0">
                  <a:moveTo>
                    <a:pt x="0" y="1"/>
                  </a:moveTo>
                  <a:cubicBezTo>
                    <a:pt x="96" y="1"/>
                    <a:pt x="191" y="96"/>
                    <a:pt x="191" y="191"/>
                  </a:cubicBezTo>
                  <a:lnTo>
                    <a:pt x="191" y="1382"/>
                  </a:lnTo>
                  <a:lnTo>
                    <a:pt x="834" y="1382"/>
                  </a:lnTo>
                  <a:lnTo>
                    <a:pt x="834" y="191"/>
                  </a:lnTo>
                  <a:cubicBezTo>
                    <a:pt x="834" y="96"/>
                    <a:pt x="762" y="1"/>
                    <a:pt x="667"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4" name="Google Shape;23714;p145"/>
            <p:cNvSpPr/>
            <p:nvPr/>
          </p:nvSpPr>
          <p:spPr>
            <a:xfrm>
              <a:off x="3564251" y="4414723"/>
              <a:ext cx="27138" cy="27918"/>
            </a:xfrm>
            <a:custGeom>
              <a:avLst/>
              <a:gdLst/>
              <a:ahLst/>
              <a:cxnLst/>
              <a:rect l="l" t="t" r="r" b="b"/>
              <a:pathLst>
                <a:path w="835" h="859" extrusionOk="0">
                  <a:moveTo>
                    <a:pt x="168" y="1"/>
                  </a:moveTo>
                  <a:lnTo>
                    <a:pt x="168" y="691"/>
                  </a:lnTo>
                  <a:cubicBezTo>
                    <a:pt x="168" y="787"/>
                    <a:pt x="96" y="858"/>
                    <a:pt x="1" y="858"/>
                  </a:cubicBezTo>
                  <a:lnTo>
                    <a:pt x="644" y="858"/>
                  </a:lnTo>
                  <a:cubicBezTo>
                    <a:pt x="739" y="858"/>
                    <a:pt x="834" y="787"/>
                    <a:pt x="834" y="691"/>
                  </a:cubicBezTo>
                  <a:lnTo>
                    <a:pt x="834" y="144"/>
                  </a:lnTo>
                  <a:lnTo>
                    <a:pt x="168" y="1"/>
                  </a:ln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5" name="Google Shape;23715;p145"/>
            <p:cNvSpPr/>
            <p:nvPr/>
          </p:nvSpPr>
          <p:spPr>
            <a:xfrm>
              <a:off x="3421088" y="4319693"/>
              <a:ext cx="57297" cy="61978"/>
            </a:xfrm>
            <a:custGeom>
              <a:avLst/>
              <a:gdLst/>
              <a:ahLst/>
              <a:cxnLst/>
              <a:rect l="l" t="t" r="r" b="b"/>
              <a:pathLst>
                <a:path w="1763" h="1907" extrusionOk="0">
                  <a:moveTo>
                    <a:pt x="104" y="0"/>
                  </a:moveTo>
                  <a:cubicBezTo>
                    <a:pt x="50" y="0"/>
                    <a:pt x="0" y="39"/>
                    <a:pt x="0" y="91"/>
                  </a:cubicBezTo>
                  <a:lnTo>
                    <a:pt x="0" y="1805"/>
                  </a:lnTo>
                  <a:cubicBezTo>
                    <a:pt x="0" y="1856"/>
                    <a:pt x="48" y="1906"/>
                    <a:pt x="101" y="1906"/>
                  </a:cubicBezTo>
                  <a:cubicBezTo>
                    <a:pt x="123" y="1906"/>
                    <a:pt x="146" y="1898"/>
                    <a:pt x="167" y="1877"/>
                  </a:cubicBezTo>
                  <a:lnTo>
                    <a:pt x="1667" y="1020"/>
                  </a:lnTo>
                  <a:cubicBezTo>
                    <a:pt x="1763" y="1020"/>
                    <a:pt x="1763" y="900"/>
                    <a:pt x="1667" y="877"/>
                  </a:cubicBezTo>
                  <a:lnTo>
                    <a:pt x="167" y="19"/>
                  </a:lnTo>
                  <a:cubicBezTo>
                    <a:pt x="147" y="6"/>
                    <a:pt x="125" y="0"/>
                    <a:pt x="104"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6" name="Google Shape;23716;p145"/>
            <p:cNvSpPr/>
            <p:nvPr/>
          </p:nvSpPr>
          <p:spPr>
            <a:xfrm>
              <a:off x="3545693" y="4221998"/>
              <a:ext cx="11635" cy="11668"/>
            </a:xfrm>
            <a:custGeom>
              <a:avLst/>
              <a:gdLst/>
              <a:ahLst/>
              <a:cxnLst/>
              <a:rect l="l" t="t" r="r" b="b"/>
              <a:pathLst>
                <a:path w="358" h="359" extrusionOk="0">
                  <a:moveTo>
                    <a:pt x="191" y="1"/>
                  </a:moveTo>
                  <a:cubicBezTo>
                    <a:pt x="72" y="1"/>
                    <a:pt x="0" y="96"/>
                    <a:pt x="0" y="191"/>
                  </a:cubicBezTo>
                  <a:cubicBezTo>
                    <a:pt x="0" y="287"/>
                    <a:pt x="72" y="358"/>
                    <a:pt x="191" y="358"/>
                  </a:cubicBezTo>
                  <a:cubicBezTo>
                    <a:pt x="286" y="358"/>
                    <a:pt x="358" y="287"/>
                    <a:pt x="358" y="191"/>
                  </a:cubicBezTo>
                  <a:cubicBezTo>
                    <a:pt x="358" y="96"/>
                    <a:pt x="286" y="1"/>
                    <a:pt x="191"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7" name="Google Shape;23717;p145"/>
            <p:cNvSpPr/>
            <p:nvPr/>
          </p:nvSpPr>
          <p:spPr>
            <a:xfrm>
              <a:off x="3568151" y="4221998"/>
              <a:ext cx="11635" cy="11668"/>
            </a:xfrm>
            <a:custGeom>
              <a:avLst/>
              <a:gdLst/>
              <a:ahLst/>
              <a:cxnLst/>
              <a:rect l="l" t="t" r="r" b="b"/>
              <a:pathLst>
                <a:path w="358" h="359" extrusionOk="0">
                  <a:moveTo>
                    <a:pt x="167" y="1"/>
                  </a:moveTo>
                  <a:cubicBezTo>
                    <a:pt x="71" y="1"/>
                    <a:pt x="0" y="96"/>
                    <a:pt x="0" y="191"/>
                  </a:cubicBezTo>
                  <a:cubicBezTo>
                    <a:pt x="0" y="287"/>
                    <a:pt x="71" y="358"/>
                    <a:pt x="167" y="358"/>
                  </a:cubicBezTo>
                  <a:cubicBezTo>
                    <a:pt x="262" y="358"/>
                    <a:pt x="357" y="287"/>
                    <a:pt x="357" y="191"/>
                  </a:cubicBezTo>
                  <a:cubicBezTo>
                    <a:pt x="357" y="96"/>
                    <a:pt x="262" y="1"/>
                    <a:pt x="167"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8" name="Google Shape;23718;p145"/>
            <p:cNvSpPr/>
            <p:nvPr/>
          </p:nvSpPr>
          <p:spPr>
            <a:xfrm>
              <a:off x="3590576" y="4221998"/>
              <a:ext cx="11635" cy="11668"/>
            </a:xfrm>
            <a:custGeom>
              <a:avLst/>
              <a:gdLst/>
              <a:ahLst/>
              <a:cxnLst/>
              <a:rect l="l" t="t" r="r" b="b"/>
              <a:pathLst>
                <a:path w="358" h="359" extrusionOk="0">
                  <a:moveTo>
                    <a:pt x="167" y="1"/>
                  </a:moveTo>
                  <a:cubicBezTo>
                    <a:pt x="72" y="1"/>
                    <a:pt x="1" y="96"/>
                    <a:pt x="1" y="191"/>
                  </a:cubicBezTo>
                  <a:cubicBezTo>
                    <a:pt x="1" y="287"/>
                    <a:pt x="72" y="358"/>
                    <a:pt x="167" y="358"/>
                  </a:cubicBezTo>
                  <a:cubicBezTo>
                    <a:pt x="263" y="358"/>
                    <a:pt x="358" y="287"/>
                    <a:pt x="358" y="191"/>
                  </a:cubicBezTo>
                  <a:cubicBezTo>
                    <a:pt x="358" y="96"/>
                    <a:pt x="263" y="1"/>
                    <a:pt x="167"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9" name="Google Shape;23719;p145"/>
            <p:cNvSpPr/>
            <p:nvPr/>
          </p:nvSpPr>
          <p:spPr>
            <a:xfrm>
              <a:off x="3306526" y="4410076"/>
              <a:ext cx="285643" cy="9328"/>
            </a:xfrm>
            <a:custGeom>
              <a:avLst/>
              <a:gdLst/>
              <a:ahLst/>
              <a:cxnLst/>
              <a:rect l="l" t="t" r="r" b="b"/>
              <a:pathLst>
                <a:path w="8789" h="287" extrusionOk="0">
                  <a:moveTo>
                    <a:pt x="1" y="1"/>
                  </a:moveTo>
                  <a:lnTo>
                    <a:pt x="1" y="287"/>
                  </a:lnTo>
                  <a:lnTo>
                    <a:pt x="8788" y="287"/>
                  </a:lnTo>
                  <a:lnTo>
                    <a:pt x="8788" y="1"/>
                  </a:ln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0" name="Google Shape;23720;p145"/>
            <p:cNvSpPr/>
            <p:nvPr/>
          </p:nvSpPr>
          <p:spPr>
            <a:xfrm>
              <a:off x="3571238" y="4410076"/>
              <a:ext cx="20930" cy="9328"/>
            </a:xfrm>
            <a:custGeom>
              <a:avLst/>
              <a:gdLst/>
              <a:ahLst/>
              <a:cxnLst/>
              <a:rect l="l" t="t" r="r" b="b"/>
              <a:pathLst>
                <a:path w="644" h="287" extrusionOk="0">
                  <a:moveTo>
                    <a:pt x="0" y="1"/>
                  </a:moveTo>
                  <a:lnTo>
                    <a:pt x="0" y="287"/>
                  </a:lnTo>
                  <a:lnTo>
                    <a:pt x="643" y="287"/>
                  </a:lnTo>
                  <a:lnTo>
                    <a:pt x="643" y="1"/>
                  </a:ln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1" name="Google Shape;23721;p145"/>
            <p:cNvSpPr/>
            <p:nvPr/>
          </p:nvSpPr>
          <p:spPr>
            <a:xfrm>
              <a:off x="3339806" y="4403901"/>
              <a:ext cx="7768" cy="20670"/>
            </a:xfrm>
            <a:custGeom>
              <a:avLst/>
              <a:gdLst/>
              <a:ahLst/>
              <a:cxnLst/>
              <a:rect l="l" t="t" r="r" b="b"/>
              <a:pathLst>
                <a:path w="239" h="636" extrusionOk="0">
                  <a:moveTo>
                    <a:pt x="120" y="0"/>
                  </a:moveTo>
                  <a:cubicBezTo>
                    <a:pt x="48" y="48"/>
                    <a:pt x="1" y="96"/>
                    <a:pt x="1" y="167"/>
                  </a:cubicBezTo>
                  <a:lnTo>
                    <a:pt x="1" y="548"/>
                  </a:lnTo>
                  <a:cubicBezTo>
                    <a:pt x="1" y="585"/>
                    <a:pt x="15" y="635"/>
                    <a:pt x="54" y="635"/>
                  </a:cubicBezTo>
                  <a:cubicBezTo>
                    <a:pt x="65" y="635"/>
                    <a:pt x="79" y="631"/>
                    <a:pt x="96" y="619"/>
                  </a:cubicBezTo>
                  <a:cubicBezTo>
                    <a:pt x="112" y="630"/>
                    <a:pt x="128" y="635"/>
                    <a:pt x="144" y="635"/>
                  </a:cubicBezTo>
                  <a:cubicBezTo>
                    <a:pt x="196" y="635"/>
                    <a:pt x="239" y="580"/>
                    <a:pt x="239" y="524"/>
                  </a:cubicBezTo>
                  <a:lnTo>
                    <a:pt x="239" y="119"/>
                  </a:lnTo>
                  <a:cubicBezTo>
                    <a:pt x="239" y="72"/>
                    <a:pt x="167" y="0"/>
                    <a:pt x="120" y="0"/>
                  </a:cubicBezTo>
                  <a:close/>
                </a:path>
              </a:pathLst>
            </a:custGeom>
            <a:solidFill>
              <a:srgbClr val="8291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22" name="Google Shape;23722;p145"/>
          <p:cNvGrpSpPr/>
          <p:nvPr/>
        </p:nvGrpSpPr>
        <p:grpSpPr>
          <a:xfrm>
            <a:off x="4026336" y="4032451"/>
            <a:ext cx="358378" cy="283303"/>
            <a:chOff x="4026336" y="4184851"/>
            <a:chExt cx="358378" cy="283303"/>
          </a:xfrm>
        </p:grpSpPr>
        <p:sp>
          <p:nvSpPr>
            <p:cNvPr id="23723" name="Google Shape;23723;p145"/>
            <p:cNvSpPr/>
            <p:nvPr/>
          </p:nvSpPr>
          <p:spPr>
            <a:xfrm>
              <a:off x="4026336" y="4215823"/>
              <a:ext cx="358378" cy="252330"/>
            </a:xfrm>
            <a:custGeom>
              <a:avLst/>
              <a:gdLst/>
              <a:ahLst/>
              <a:cxnLst/>
              <a:rect l="l" t="t" r="r" b="b"/>
              <a:pathLst>
                <a:path w="11027" h="7764" extrusionOk="0">
                  <a:moveTo>
                    <a:pt x="5478" y="0"/>
                  </a:moveTo>
                  <a:lnTo>
                    <a:pt x="0" y="381"/>
                  </a:lnTo>
                  <a:lnTo>
                    <a:pt x="0" y="7573"/>
                  </a:lnTo>
                  <a:cubicBezTo>
                    <a:pt x="0" y="7669"/>
                    <a:pt x="95" y="7764"/>
                    <a:pt x="191" y="7764"/>
                  </a:cubicBezTo>
                  <a:lnTo>
                    <a:pt x="10836" y="7764"/>
                  </a:lnTo>
                  <a:cubicBezTo>
                    <a:pt x="10931" y="7764"/>
                    <a:pt x="11026" y="7669"/>
                    <a:pt x="11026" y="7573"/>
                  </a:cubicBezTo>
                  <a:lnTo>
                    <a:pt x="11026" y="381"/>
                  </a:lnTo>
                  <a:lnTo>
                    <a:pt x="5478"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4" name="Google Shape;23724;p145"/>
            <p:cNvSpPr/>
            <p:nvPr/>
          </p:nvSpPr>
          <p:spPr>
            <a:xfrm>
              <a:off x="4027863" y="4184851"/>
              <a:ext cx="356850" cy="43388"/>
            </a:xfrm>
            <a:custGeom>
              <a:avLst/>
              <a:gdLst/>
              <a:ahLst/>
              <a:cxnLst/>
              <a:rect l="l" t="t" r="r" b="b"/>
              <a:pathLst>
                <a:path w="10980" h="1335" extrusionOk="0">
                  <a:moveTo>
                    <a:pt x="430" y="1"/>
                  </a:moveTo>
                  <a:cubicBezTo>
                    <a:pt x="191" y="1"/>
                    <a:pt x="1" y="191"/>
                    <a:pt x="1" y="430"/>
                  </a:cubicBezTo>
                  <a:lnTo>
                    <a:pt x="1" y="1334"/>
                  </a:lnTo>
                  <a:lnTo>
                    <a:pt x="10979" y="1334"/>
                  </a:lnTo>
                  <a:lnTo>
                    <a:pt x="10979" y="430"/>
                  </a:lnTo>
                  <a:cubicBezTo>
                    <a:pt x="10979" y="191"/>
                    <a:pt x="10765" y="1"/>
                    <a:pt x="10527"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5" name="Google Shape;23725;p145"/>
            <p:cNvSpPr/>
            <p:nvPr/>
          </p:nvSpPr>
          <p:spPr>
            <a:xfrm>
              <a:off x="4356828" y="4215823"/>
              <a:ext cx="27105" cy="252330"/>
            </a:xfrm>
            <a:custGeom>
              <a:avLst/>
              <a:gdLst/>
              <a:ahLst/>
              <a:cxnLst/>
              <a:rect l="l" t="t" r="r" b="b"/>
              <a:pathLst>
                <a:path w="834" h="7764" extrusionOk="0">
                  <a:moveTo>
                    <a:pt x="167" y="0"/>
                  </a:moveTo>
                  <a:lnTo>
                    <a:pt x="167" y="7573"/>
                  </a:lnTo>
                  <a:cubicBezTo>
                    <a:pt x="167" y="7669"/>
                    <a:pt x="71" y="7764"/>
                    <a:pt x="0" y="7764"/>
                  </a:cubicBezTo>
                  <a:lnTo>
                    <a:pt x="643" y="7764"/>
                  </a:lnTo>
                  <a:cubicBezTo>
                    <a:pt x="738" y="7764"/>
                    <a:pt x="834" y="7669"/>
                    <a:pt x="834" y="7573"/>
                  </a:cubicBezTo>
                  <a:lnTo>
                    <a:pt x="834" y="381"/>
                  </a:lnTo>
                  <a:lnTo>
                    <a:pt x="167" y="0"/>
                  </a:ln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6" name="Google Shape;23726;p145"/>
            <p:cNvSpPr/>
            <p:nvPr/>
          </p:nvSpPr>
          <p:spPr>
            <a:xfrm>
              <a:off x="4349061" y="4184851"/>
              <a:ext cx="35653" cy="43388"/>
            </a:xfrm>
            <a:custGeom>
              <a:avLst/>
              <a:gdLst/>
              <a:ahLst/>
              <a:cxnLst/>
              <a:rect l="l" t="t" r="r" b="b"/>
              <a:pathLst>
                <a:path w="1097" h="1335" extrusionOk="0">
                  <a:moveTo>
                    <a:pt x="1" y="1"/>
                  </a:moveTo>
                  <a:cubicBezTo>
                    <a:pt x="239" y="1"/>
                    <a:pt x="430" y="191"/>
                    <a:pt x="430" y="430"/>
                  </a:cubicBezTo>
                  <a:lnTo>
                    <a:pt x="430" y="1334"/>
                  </a:lnTo>
                  <a:lnTo>
                    <a:pt x="1096" y="1334"/>
                  </a:lnTo>
                  <a:lnTo>
                    <a:pt x="1096" y="430"/>
                  </a:lnTo>
                  <a:cubicBezTo>
                    <a:pt x="1096" y="191"/>
                    <a:pt x="882" y="1"/>
                    <a:pt x="64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7" name="Google Shape;23727;p145"/>
            <p:cNvSpPr/>
            <p:nvPr/>
          </p:nvSpPr>
          <p:spPr>
            <a:xfrm>
              <a:off x="4300311" y="4200353"/>
              <a:ext cx="11635" cy="11635"/>
            </a:xfrm>
            <a:custGeom>
              <a:avLst/>
              <a:gdLst/>
              <a:ahLst/>
              <a:cxnLst/>
              <a:rect l="l" t="t" r="r" b="b"/>
              <a:pathLst>
                <a:path w="358" h="358" extrusionOk="0">
                  <a:moveTo>
                    <a:pt x="191" y="0"/>
                  </a:moveTo>
                  <a:cubicBezTo>
                    <a:pt x="72" y="0"/>
                    <a:pt x="1" y="72"/>
                    <a:pt x="1" y="167"/>
                  </a:cubicBezTo>
                  <a:cubicBezTo>
                    <a:pt x="1" y="262"/>
                    <a:pt x="72" y="357"/>
                    <a:pt x="191" y="357"/>
                  </a:cubicBezTo>
                  <a:cubicBezTo>
                    <a:pt x="286" y="357"/>
                    <a:pt x="358" y="262"/>
                    <a:pt x="358" y="167"/>
                  </a:cubicBezTo>
                  <a:cubicBezTo>
                    <a:pt x="358" y="72"/>
                    <a:pt x="286" y="0"/>
                    <a:pt x="191"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8" name="Google Shape;23728;p145"/>
            <p:cNvSpPr/>
            <p:nvPr/>
          </p:nvSpPr>
          <p:spPr>
            <a:xfrm>
              <a:off x="4322768" y="4200353"/>
              <a:ext cx="11635" cy="11635"/>
            </a:xfrm>
            <a:custGeom>
              <a:avLst/>
              <a:gdLst/>
              <a:ahLst/>
              <a:cxnLst/>
              <a:rect l="l" t="t" r="r" b="b"/>
              <a:pathLst>
                <a:path w="358" h="358" extrusionOk="0">
                  <a:moveTo>
                    <a:pt x="167" y="0"/>
                  </a:moveTo>
                  <a:cubicBezTo>
                    <a:pt x="72" y="0"/>
                    <a:pt x="0" y="72"/>
                    <a:pt x="0" y="167"/>
                  </a:cubicBezTo>
                  <a:cubicBezTo>
                    <a:pt x="0" y="262"/>
                    <a:pt x="72" y="357"/>
                    <a:pt x="167" y="357"/>
                  </a:cubicBezTo>
                  <a:cubicBezTo>
                    <a:pt x="262" y="357"/>
                    <a:pt x="357" y="262"/>
                    <a:pt x="357" y="167"/>
                  </a:cubicBezTo>
                  <a:cubicBezTo>
                    <a:pt x="357" y="72"/>
                    <a:pt x="262" y="0"/>
                    <a:pt x="167"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9" name="Google Shape;23729;p145"/>
            <p:cNvSpPr/>
            <p:nvPr/>
          </p:nvSpPr>
          <p:spPr>
            <a:xfrm>
              <a:off x="4345193" y="4200353"/>
              <a:ext cx="11635" cy="11635"/>
            </a:xfrm>
            <a:custGeom>
              <a:avLst/>
              <a:gdLst/>
              <a:ahLst/>
              <a:cxnLst/>
              <a:rect l="l" t="t" r="r" b="b"/>
              <a:pathLst>
                <a:path w="358" h="358" extrusionOk="0">
                  <a:moveTo>
                    <a:pt x="167" y="0"/>
                  </a:moveTo>
                  <a:cubicBezTo>
                    <a:pt x="72" y="0"/>
                    <a:pt x="1" y="72"/>
                    <a:pt x="1" y="167"/>
                  </a:cubicBezTo>
                  <a:cubicBezTo>
                    <a:pt x="1" y="262"/>
                    <a:pt x="72" y="357"/>
                    <a:pt x="167" y="357"/>
                  </a:cubicBezTo>
                  <a:cubicBezTo>
                    <a:pt x="263" y="357"/>
                    <a:pt x="358" y="262"/>
                    <a:pt x="358" y="167"/>
                  </a:cubicBezTo>
                  <a:cubicBezTo>
                    <a:pt x="358" y="72"/>
                    <a:pt x="263" y="0"/>
                    <a:pt x="167"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0" name="Google Shape;23730;p145"/>
            <p:cNvSpPr/>
            <p:nvPr/>
          </p:nvSpPr>
          <p:spPr>
            <a:xfrm>
              <a:off x="4055748" y="4256058"/>
              <a:ext cx="295685" cy="181155"/>
            </a:xfrm>
            <a:custGeom>
              <a:avLst/>
              <a:gdLst/>
              <a:ahLst/>
              <a:cxnLst/>
              <a:rect l="l" t="t" r="r" b="b"/>
              <a:pathLst>
                <a:path w="9098" h="5574" extrusionOk="0">
                  <a:moveTo>
                    <a:pt x="191" y="1"/>
                  </a:moveTo>
                  <a:cubicBezTo>
                    <a:pt x="95" y="1"/>
                    <a:pt x="0" y="96"/>
                    <a:pt x="0" y="215"/>
                  </a:cubicBezTo>
                  <a:lnTo>
                    <a:pt x="0" y="5359"/>
                  </a:lnTo>
                  <a:cubicBezTo>
                    <a:pt x="0" y="5478"/>
                    <a:pt x="95" y="5573"/>
                    <a:pt x="191" y="5573"/>
                  </a:cubicBezTo>
                  <a:lnTo>
                    <a:pt x="5144" y="5573"/>
                  </a:lnTo>
                  <a:lnTo>
                    <a:pt x="6144" y="5359"/>
                  </a:lnTo>
                  <a:lnTo>
                    <a:pt x="7240" y="5573"/>
                  </a:lnTo>
                  <a:lnTo>
                    <a:pt x="8907" y="5573"/>
                  </a:lnTo>
                  <a:cubicBezTo>
                    <a:pt x="9026" y="5573"/>
                    <a:pt x="9097" y="5478"/>
                    <a:pt x="9097" y="5359"/>
                  </a:cubicBezTo>
                  <a:lnTo>
                    <a:pt x="9097" y="215"/>
                  </a:lnTo>
                  <a:cubicBezTo>
                    <a:pt x="9097" y="96"/>
                    <a:pt x="9026" y="1"/>
                    <a:pt x="8907"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1" name="Google Shape;23731;p145"/>
            <p:cNvSpPr/>
            <p:nvPr/>
          </p:nvSpPr>
          <p:spPr>
            <a:xfrm>
              <a:off x="4323516" y="4256058"/>
              <a:ext cx="27918" cy="181155"/>
            </a:xfrm>
            <a:custGeom>
              <a:avLst/>
              <a:gdLst/>
              <a:ahLst/>
              <a:cxnLst/>
              <a:rect l="l" t="t" r="r" b="b"/>
              <a:pathLst>
                <a:path w="859" h="5574" extrusionOk="0">
                  <a:moveTo>
                    <a:pt x="1" y="1"/>
                  </a:moveTo>
                  <a:cubicBezTo>
                    <a:pt x="120" y="1"/>
                    <a:pt x="215" y="96"/>
                    <a:pt x="215" y="215"/>
                  </a:cubicBezTo>
                  <a:lnTo>
                    <a:pt x="215" y="5359"/>
                  </a:lnTo>
                  <a:cubicBezTo>
                    <a:pt x="215" y="5478"/>
                    <a:pt x="120" y="5573"/>
                    <a:pt x="1" y="5573"/>
                  </a:cubicBezTo>
                  <a:lnTo>
                    <a:pt x="668" y="5573"/>
                  </a:lnTo>
                  <a:cubicBezTo>
                    <a:pt x="787" y="5573"/>
                    <a:pt x="858" y="5478"/>
                    <a:pt x="858" y="5359"/>
                  </a:cubicBezTo>
                  <a:lnTo>
                    <a:pt x="858" y="215"/>
                  </a:lnTo>
                  <a:cubicBezTo>
                    <a:pt x="858" y="96"/>
                    <a:pt x="787" y="1"/>
                    <a:pt x="668"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2" name="Google Shape;23732;p145"/>
            <p:cNvSpPr/>
            <p:nvPr/>
          </p:nvSpPr>
          <p:spPr>
            <a:xfrm>
              <a:off x="4222928" y="4411636"/>
              <a:ext cx="67340" cy="25578"/>
            </a:xfrm>
            <a:custGeom>
              <a:avLst/>
              <a:gdLst/>
              <a:ahLst/>
              <a:cxnLst/>
              <a:rect l="l" t="t" r="r" b="b"/>
              <a:pathLst>
                <a:path w="2072" h="787" extrusionOk="0">
                  <a:moveTo>
                    <a:pt x="119" y="0"/>
                  </a:moveTo>
                  <a:cubicBezTo>
                    <a:pt x="72" y="0"/>
                    <a:pt x="0" y="72"/>
                    <a:pt x="0" y="120"/>
                  </a:cubicBezTo>
                  <a:lnTo>
                    <a:pt x="0" y="786"/>
                  </a:lnTo>
                  <a:lnTo>
                    <a:pt x="2072" y="786"/>
                  </a:lnTo>
                  <a:lnTo>
                    <a:pt x="2072" y="120"/>
                  </a:lnTo>
                  <a:cubicBezTo>
                    <a:pt x="2072" y="72"/>
                    <a:pt x="2024" y="0"/>
                    <a:pt x="195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3" name="Google Shape;23733;p145"/>
            <p:cNvSpPr/>
            <p:nvPr/>
          </p:nvSpPr>
          <p:spPr>
            <a:xfrm>
              <a:off x="4267811" y="4411636"/>
              <a:ext cx="24797" cy="25578"/>
            </a:xfrm>
            <a:custGeom>
              <a:avLst/>
              <a:gdLst/>
              <a:ahLst/>
              <a:cxnLst/>
              <a:rect l="l" t="t" r="r" b="b"/>
              <a:pathLst>
                <a:path w="763" h="787" extrusionOk="0">
                  <a:moveTo>
                    <a:pt x="0" y="0"/>
                  </a:moveTo>
                  <a:cubicBezTo>
                    <a:pt x="48" y="0"/>
                    <a:pt x="119" y="72"/>
                    <a:pt x="119" y="120"/>
                  </a:cubicBezTo>
                  <a:lnTo>
                    <a:pt x="119" y="786"/>
                  </a:lnTo>
                  <a:lnTo>
                    <a:pt x="762" y="786"/>
                  </a:lnTo>
                  <a:lnTo>
                    <a:pt x="762" y="120"/>
                  </a:lnTo>
                  <a:cubicBezTo>
                    <a:pt x="762" y="72"/>
                    <a:pt x="715" y="0"/>
                    <a:pt x="643"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4" name="Google Shape;23734;p145"/>
            <p:cNvSpPr/>
            <p:nvPr/>
          </p:nvSpPr>
          <p:spPr>
            <a:xfrm>
              <a:off x="4107586" y="4313356"/>
              <a:ext cx="111507" cy="63472"/>
            </a:xfrm>
            <a:custGeom>
              <a:avLst/>
              <a:gdLst/>
              <a:ahLst/>
              <a:cxnLst/>
              <a:rect l="l" t="t" r="r" b="b"/>
              <a:pathLst>
                <a:path w="3431" h="1953" extrusionOk="0">
                  <a:moveTo>
                    <a:pt x="1501" y="0"/>
                  </a:moveTo>
                  <a:cubicBezTo>
                    <a:pt x="1382" y="0"/>
                    <a:pt x="1287" y="48"/>
                    <a:pt x="1263" y="167"/>
                  </a:cubicBezTo>
                  <a:lnTo>
                    <a:pt x="930" y="1524"/>
                  </a:lnTo>
                  <a:lnTo>
                    <a:pt x="668" y="1048"/>
                  </a:lnTo>
                  <a:cubicBezTo>
                    <a:pt x="644" y="976"/>
                    <a:pt x="572" y="953"/>
                    <a:pt x="525" y="929"/>
                  </a:cubicBezTo>
                  <a:cubicBezTo>
                    <a:pt x="503" y="914"/>
                    <a:pt x="483" y="908"/>
                    <a:pt x="464" y="908"/>
                  </a:cubicBezTo>
                  <a:cubicBezTo>
                    <a:pt x="421" y="908"/>
                    <a:pt x="383" y="936"/>
                    <a:pt x="334" y="953"/>
                  </a:cubicBezTo>
                  <a:lnTo>
                    <a:pt x="96" y="1072"/>
                  </a:lnTo>
                  <a:cubicBezTo>
                    <a:pt x="1" y="1119"/>
                    <a:pt x="1" y="1215"/>
                    <a:pt x="48" y="1286"/>
                  </a:cubicBezTo>
                  <a:cubicBezTo>
                    <a:pt x="79" y="1331"/>
                    <a:pt x="128" y="1348"/>
                    <a:pt x="184" y="1348"/>
                  </a:cubicBezTo>
                  <a:cubicBezTo>
                    <a:pt x="217" y="1348"/>
                    <a:pt x="252" y="1342"/>
                    <a:pt x="287" y="1334"/>
                  </a:cubicBezTo>
                  <a:lnTo>
                    <a:pt x="429" y="1238"/>
                  </a:lnTo>
                  <a:lnTo>
                    <a:pt x="763" y="1834"/>
                  </a:lnTo>
                  <a:cubicBezTo>
                    <a:pt x="787" y="1929"/>
                    <a:pt x="882" y="1953"/>
                    <a:pt x="953" y="1953"/>
                  </a:cubicBezTo>
                  <a:lnTo>
                    <a:pt x="1001" y="1953"/>
                  </a:lnTo>
                  <a:cubicBezTo>
                    <a:pt x="1072" y="1953"/>
                    <a:pt x="1168" y="1881"/>
                    <a:pt x="1191" y="1786"/>
                  </a:cubicBezTo>
                  <a:lnTo>
                    <a:pt x="1596" y="286"/>
                  </a:lnTo>
                  <a:lnTo>
                    <a:pt x="3263" y="286"/>
                  </a:lnTo>
                  <a:cubicBezTo>
                    <a:pt x="3335" y="286"/>
                    <a:pt x="3430" y="238"/>
                    <a:pt x="3430" y="143"/>
                  </a:cubicBezTo>
                  <a:cubicBezTo>
                    <a:pt x="3430" y="48"/>
                    <a:pt x="3335" y="0"/>
                    <a:pt x="3263" y="0"/>
                  </a:cubicBezTo>
                  <a:close/>
                </a:path>
              </a:pathLst>
            </a:custGeom>
            <a:solidFill>
              <a:srgbClr val="F0F2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5" name="Google Shape;23735;p145"/>
            <p:cNvSpPr/>
            <p:nvPr/>
          </p:nvSpPr>
          <p:spPr>
            <a:xfrm>
              <a:off x="4221368" y="4338121"/>
              <a:ext cx="27885" cy="10855"/>
            </a:xfrm>
            <a:custGeom>
              <a:avLst/>
              <a:gdLst/>
              <a:ahLst/>
              <a:cxnLst/>
              <a:rect l="l" t="t" r="r" b="b"/>
              <a:pathLst>
                <a:path w="858" h="334" extrusionOk="0">
                  <a:moveTo>
                    <a:pt x="167" y="0"/>
                  </a:moveTo>
                  <a:cubicBezTo>
                    <a:pt x="72" y="0"/>
                    <a:pt x="0" y="72"/>
                    <a:pt x="0" y="167"/>
                  </a:cubicBezTo>
                  <a:cubicBezTo>
                    <a:pt x="0" y="238"/>
                    <a:pt x="48" y="333"/>
                    <a:pt x="143" y="333"/>
                  </a:cubicBezTo>
                  <a:lnTo>
                    <a:pt x="667" y="333"/>
                  </a:lnTo>
                  <a:cubicBezTo>
                    <a:pt x="763" y="333"/>
                    <a:pt x="858" y="286"/>
                    <a:pt x="858" y="191"/>
                  </a:cubicBezTo>
                  <a:cubicBezTo>
                    <a:pt x="858" y="95"/>
                    <a:pt x="786" y="0"/>
                    <a:pt x="715" y="0"/>
                  </a:cubicBezTo>
                  <a:close/>
                </a:path>
              </a:pathLst>
            </a:custGeom>
            <a:solidFill>
              <a:srgbClr val="F0F2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6" name="Google Shape;23736;p145"/>
            <p:cNvSpPr/>
            <p:nvPr/>
          </p:nvSpPr>
          <p:spPr>
            <a:xfrm>
              <a:off x="4221368" y="4356678"/>
              <a:ext cx="27885" cy="10888"/>
            </a:xfrm>
            <a:custGeom>
              <a:avLst/>
              <a:gdLst/>
              <a:ahLst/>
              <a:cxnLst/>
              <a:rect l="l" t="t" r="r" b="b"/>
              <a:pathLst>
                <a:path w="858" h="335" extrusionOk="0">
                  <a:moveTo>
                    <a:pt x="167" y="1"/>
                  </a:moveTo>
                  <a:cubicBezTo>
                    <a:pt x="72" y="1"/>
                    <a:pt x="0" y="72"/>
                    <a:pt x="0" y="144"/>
                  </a:cubicBezTo>
                  <a:cubicBezTo>
                    <a:pt x="0" y="239"/>
                    <a:pt x="48" y="334"/>
                    <a:pt x="143" y="334"/>
                  </a:cubicBezTo>
                  <a:lnTo>
                    <a:pt x="667" y="334"/>
                  </a:lnTo>
                  <a:cubicBezTo>
                    <a:pt x="763" y="334"/>
                    <a:pt x="858" y="263"/>
                    <a:pt x="858" y="191"/>
                  </a:cubicBezTo>
                  <a:cubicBezTo>
                    <a:pt x="858" y="96"/>
                    <a:pt x="786" y="1"/>
                    <a:pt x="715" y="1"/>
                  </a:cubicBezTo>
                  <a:close/>
                </a:path>
              </a:pathLst>
            </a:custGeom>
            <a:solidFill>
              <a:srgbClr val="F0F2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7" name="Google Shape;23737;p145"/>
            <p:cNvSpPr/>
            <p:nvPr/>
          </p:nvSpPr>
          <p:spPr>
            <a:xfrm>
              <a:off x="4167191" y="4338673"/>
              <a:ext cx="35620" cy="34288"/>
            </a:xfrm>
            <a:custGeom>
              <a:avLst/>
              <a:gdLst/>
              <a:ahLst/>
              <a:cxnLst/>
              <a:rect l="l" t="t" r="r" b="b"/>
              <a:pathLst>
                <a:path w="1096" h="1055" extrusionOk="0">
                  <a:moveTo>
                    <a:pt x="167" y="1"/>
                  </a:moveTo>
                  <a:cubicBezTo>
                    <a:pt x="120" y="1"/>
                    <a:pt x="72" y="19"/>
                    <a:pt x="48" y="55"/>
                  </a:cubicBezTo>
                  <a:cubicBezTo>
                    <a:pt x="0" y="102"/>
                    <a:pt x="0" y="221"/>
                    <a:pt x="48" y="293"/>
                  </a:cubicBezTo>
                  <a:lnTo>
                    <a:pt x="286" y="531"/>
                  </a:lnTo>
                  <a:lnTo>
                    <a:pt x="48" y="769"/>
                  </a:lnTo>
                  <a:cubicBezTo>
                    <a:pt x="0" y="817"/>
                    <a:pt x="0" y="936"/>
                    <a:pt x="48" y="1007"/>
                  </a:cubicBezTo>
                  <a:cubicBezTo>
                    <a:pt x="72" y="1031"/>
                    <a:pt x="143" y="1055"/>
                    <a:pt x="167" y="1055"/>
                  </a:cubicBezTo>
                  <a:cubicBezTo>
                    <a:pt x="191" y="1055"/>
                    <a:pt x="262" y="1031"/>
                    <a:pt x="286" y="1007"/>
                  </a:cubicBezTo>
                  <a:lnTo>
                    <a:pt x="524" y="769"/>
                  </a:lnTo>
                  <a:lnTo>
                    <a:pt x="763" y="1007"/>
                  </a:lnTo>
                  <a:cubicBezTo>
                    <a:pt x="786" y="1031"/>
                    <a:pt x="858" y="1055"/>
                    <a:pt x="882" y="1055"/>
                  </a:cubicBezTo>
                  <a:cubicBezTo>
                    <a:pt x="905" y="1055"/>
                    <a:pt x="977" y="1031"/>
                    <a:pt x="1001" y="1007"/>
                  </a:cubicBezTo>
                  <a:cubicBezTo>
                    <a:pt x="1048" y="936"/>
                    <a:pt x="1048" y="817"/>
                    <a:pt x="1001" y="769"/>
                  </a:cubicBezTo>
                  <a:lnTo>
                    <a:pt x="763" y="531"/>
                  </a:lnTo>
                  <a:lnTo>
                    <a:pt x="1001" y="293"/>
                  </a:lnTo>
                  <a:cubicBezTo>
                    <a:pt x="1096" y="221"/>
                    <a:pt x="1096" y="102"/>
                    <a:pt x="1001" y="55"/>
                  </a:cubicBezTo>
                  <a:cubicBezTo>
                    <a:pt x="977" y="19"/>
                    <a:pt x="935" y="1"/>
                    <a:pt x="891" y="1"/>
                  </a:cubicBezTo>
                  <a:cubicBezTo>
                    <a:pt x="846" y="1"/>
                    <a:pt x="798" y="19"/>
                    <a:pt x="763" y="55"/>
                  </a:cubicBezTo>
                  <a:lnTo>
                    <a:pt x="524" y="293"/>
                  </a:lnTo>
                  <a:lnTo>
                    <a:pt x="286" y="55"/>
                  </a:lnTo>
                  <a:cubicBezTo>
                    <a:pt x="262" y="19"/>
                    <a:pt x="215" y="1"/>
                    <a:pt x="167" y="1"/>
                  </a:cubicBezTo>
                  <a:close/>
                </a:path>
              </a:pathLst>
            </a:custGeom>
            <a:solidFill>
              <a:srgbClr val="F0F2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8" name="Google Shape;23738;p145"/>
            <p:cNvSpPr/>
            <p:nvPr/>
          </p:nvSpPr>
          <p:spPr>
            <a:xfrm>
              <a:off x="4264723" y="4338673"/>
              <a:ext cx="34840" cy="34288"/>
            </a:xfrm>
            <a:custGeom>
              <a:avLst/>
              <a:gdLst/>
              <a:ahLst/>
              <a:cxnLst/>
              <a:rect l="l" t="t" r="r" b="b"/>
              <a:pathLst>
                <a:path w="1072" h="1055" extrusionOk="0">
                  <a:moveTo>
                    <a:pt x="176" y="1"/>
                  </a:moveTo>
                  <a:cubicBezTo>
                    <a:pt x="131" y="1"/>
                    <a:pt x="83" y="19"/>
                    <a:pt x="48" y="55"/>
                  </a:cubicBezTo>
                  <a:cubicBezTo>
                    <a:pt x="0" y="102"/>
                    <a:pt x="0" y="221"/>
                    <a:pt x="48" y="293"/>
                  </a:cubicBezTo>
                  <a:lnTo>
                    <a:pt x="286" y="531"/>
                  </a:lnTo>
                  <a:lnTo>
                    <a:pt x="48" y="769"/>
                  </a:lnTo>
                  <a:cubicBezTo>
                    <a:pt x="0" y="817"/>
                    <a:pt x="0" y="936"/>
                    <a:pt x="48" y="1007"/>
                  </a:cubicBezTo>
                  <a:cubicBezTo>
                    <a:pt x="95" y="1031"/>
                    <a:pt x="143" y="1055"/>
                    <a:pt x="167" y="1055"/>
                  </a:cubicBezTo>
                  <a:cubicBezTo>
                    <a:pt x="191" y="1055"/>
                    <a:pt x="262" y="1031"/>
                    <a:pt x="286" y="1007"/>
                  </a:cubicBezTo>
                  <a:lnTo>
                    <a:pt x="524" y="769"/>
                  </a:lnTo>
                  <a:lnTo>
                    <a:pt x="762" y="1007"/>
                  </a:lnTo>
                  <a:cubicBezTo>
                    <a:pt x="810" y="1031"/>
                    <a:pt x="857" y="1055"/>
                    <a:pt x="881" y="1055"/>
                  </a:cubicBezTo>
                  <a:cubicBezTo>
                    <a:pt x="905" y="1055"/>
                    <a:pt x="976" y="1031"/>
                    <a:pt x="1000" y="1007"/>
                  </a:cubicBezTo>
                  <a:cubicBezTo>
                    <a:pt x="1072" y="936"/>
                    <a:pt x="1072" y="817"/>
                    <a:pt x="1000" y="769"/>
                  </a:cubicBezTo>
                  <a:lnTo>
                    <a:pt x="762" y="531"/>
                  </a:lnTo>
                  <a:lnTo>
                    <a:pt x="1000" y="293"/>
                  </a:lnTo>
                  <a:cubicBezTo>
                    <a:pt x="1072" y="221"/>
                    <a:pt x="1072" y="102"/>
                    <a:pt x="1000" y="55"/>
                  </a:cubicBezTo>
                  <a:cubicBezTo>
                    <a:pt x="976" y="19"/>
                    <a:pt x="935" y="1"/>
                    <a:pt x="890" y="1"/>
                  </a:cubicBezTo>
                  <a:cubicBezTo>
                    <a:pt x="846" y="1"/>
                    <a:pt x="798" y="19"/>
                    <a:pt x="762" y="55"/>
                  </a:cubicBezTo>
                  <a:lnTo>
                    <a:pt x="524" y="293"/>
                  </a:lnTo>
                  <a:lnTo>
                    <a:pt x="286" y="55"/>
                  </a:lnTo>
                  <a:cubicBezTo>
                    <a:pt x="262" y="19"/>
                    <a:pt x="220" y="1"/>
                    <a:pt x="176" y="1"/>
                  </a:cubicBezTo>
                  <a:close/>
                </a:path>
              </a:pathLst>
            </a:custGeom>
            <a:solidFill>
              <a:srgbClr val="F0F2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39" name="Google Shape;23739;p145"/>
          <p:cNvGrpSpPr/>
          <p:nvPr/>
        </p:nvGrpSpPr>
        <p:grpSpPr>
          <a:xfrm>
            <a:off x="4767011" y="4026276"/>
            <a:ext cx="358378" cy="294905"/>
            <a:chOff x="4767011" y="4178676"/>
            <a:chExt cx="358378" cy="294905"/>
          </a:xfrm>
        </p:grpSpPr>
        <p:sp>
          <p:nvSpPr>
            <p:cNvPr id="23740" name="Google Shape;23740;p145"/>
            <p:cNvSpPr/>
            <p:nvPr/>
          </p:nvSpPr>
          <p:spPr>
            <a:xfrm>
              <a:off x="4900131" y="4410076"/>
              <a:ext cx="92138" cy="58857"/>
            </a:xfrm>
            <a:custGeom>
              <a:avLst/>
              <a:gdLst/>
              <a:ahLst/>
              <a:cxnLst/>
              <a:rect l="l" t="t" r="r" b="b"/>
              <a:pathLst>
                <a:path w="2835" h="1811" extrusionOk="0">
                  <a:moveTo>
                    <a:pt x="1406" y="1"/>
                  </a:moveTo>
                  <a:lnTo>
                    <a:pt x="215" y="215"/>
                  </a:lnTo>
                  <a:lnTo>
                    <a:pt x="1" y="1811"/>
                  </a:lnTo>
                  <a:lnTo>
                    <a:pt x="2835" y="1811"/>
                  </a:lnTo>
                  <a:lnTo>
                    <a:pt x="2597" y="215"/>
                  </a:lnTo>
                  <a:lnTo>
                    <a:pt x="140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1" name="Google Shape;23741;p145"/>
            <p:cNvSpPr/>
            <p:nvPr/>
          </p:nvSpPr>
          <p:spPr>
            <a:xfrm>
              <a:off x="4964383" y="4410076"/>
              <a:ext cx="27885" cy="58857"/>
            </a:xfrm>
            <a:custGeom>
              <a:avLst/>
              <a:gdLst/>
              <a:ahLst/>
              <a:cxnLst/>
              <a:rect l="l" t="t" r="r" b="b"/>
              <a:pathLst>
                <a:path w="858" h="1811" extrusionOk="0">
                  <a:moveTo>
                    <a:pt x="405" y="1"/>
                  </a:moveTo>
                  <a:lnTo>
                    <a:pt x="0" y="215"/>
                  </a:lnTo>
                  <a:lnTo>
                    <a:pt x="191" y="1811"/>
                  </a:lnTo>
                  <a:lnTo>
                    <a:pt x="858" y="1811"/>
                  </a:lnTo>
                  <a:lnTo>
                    <a:pt x="643" y="215"/>
                  </a:lnTo>
                  <a:lnTo>
                    <a:pt x="405" y="1"/>
                  </a:ln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2" name="Google Shape;23742;p145"/>
            <p:cNvSpPr/>
            <p:nvPr/>
          </p:nvSpPr>
          <p:spPr>
            <a:xfrm>
              <a:off x="4872278" y="4462726"/>
              <a:ext cx="147875" cy="10855"/>
            </a:xfrm>
            <a:custGeom>
              <a:avLst/>
              <a:gdLst/>
              <a:ahLst/>
              <a:cxnLst/>
              <a:rect l="l" t="t" r="r" b="b"/>
              <a:pathLst>
                <a:path w="4550" h="334" extrusionOk="0">
                  <a:moveTo>
                    <a:pt x="167" y="0"/>
                  </a:moveTo>
                  <a:cubicBezTo>
                    <a:pt x="48" y="0"/>
                    <a:pt x="0" y="95"/>
                    <a:pt x="0" y="191"/>
                  </a:cubicBezTo>
                  <a:cubicBezTo>
                    <a:pt x="24" y="286"/>
                    <a:pt x="96" y="334"/>
                    <a:pt x="167" y="334"/>
                  </a:cubicBezTo>
                  <a:lnTo>
                    <a:pt x="4382" y="334"/>
                  </a:lnTo>
                  <a:cubicBezTo>
                    <a:pt x="4454" y="334"/>
                    <a:pt x="4549" y="262"/>
                    <a:pt x="4549" y="167"/>
                  </a:cubicBezTo>
                  <a:cubicBezTo>
                    <a:pt x="4525" y="72"/>
                    <a:pt x="4454" y="0"/>
                    <a:pt x="4382" y="0"/>
                  </a:cubicBez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3" name="Google Shape;23743;p145"/>
            <p:cNvSpPr/>
            <p:nvPr/>
          </p:nvSpPr>
          <p:spPr>
            <a:xfrm>
              <a:off x="4767011" y="4178676"/>
              <a:ext cx="357597" cy="207447"/>
            </a:xfrm>
            <a:custGeom>
              <a:avLst/>
              <a:gdLst/>
              <a:ahLst/>
              <a:cxnLst/>
              <a:rect l="l" t="t" r="r" b="b"/>
              <a:pathLst>
                <a:path w="11003" h="6383" extrusionOk="0">
                  <a:moveTo>
                    <a:pt x="429" y="0"/>
                  </a:moveTo>
                  <a:cubicBezTo>
                    <a:pt x="191" y="0"/>
                    <a:pt x="1" y="215"/>
                    <a:pt x="1" y="453"/>
                  </a:cubicBezTo>
                  <a:lnTo>
                    <a:pt x="1" y="6144"/>
                  </a:lnTo>
                  <a:lnTo>
                    <a:pt x="5549" y="6383"/>
                  </a:lnTo>
                  <a:lnTo>
                    <a:pt x="11003" y="6144"/>
                  </a:lnTo>
                  <a:lnTo>
                    <a:pt x="11003" y="453"/>
                  </a:lnTo>
                  <a:cubicBezTo>
                    <a:pt x="11003" y="215"/>
                    <a:pt x="10789" y="0"/>
                    <a:pt x="10551"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4" name="Google Shape;23744;p145"/>
            <p:cNvSpPr/>
            <p:nvPr/>
          </p:nvSpPr>
          <p:spPr>
            <a:xfrm>
              <a:off x="5088988" y="4178676"/>
              <a:ext cx="35620" cy="207447"/>
            </a:xfrm>
            <a:custGeom>
              <a:avLst/>
              <a:gdLst/>
              <a:ahLst/>
              <a:cxnLst/>
              <a:rect l="l" t="t" r="r" b="b"/>
              <a:pathLst>
                <a:path w="1096" h="6383" extrusionOk="0">
                  <a:moveTo>
                    <a:pt x="1" y="0"/>
                  </a:moveTo>
                  <a:cubicBezTo>
                    <a:pt x="239" y="0"/>
                    <a:pt x="453" y="191"/>
                    <a:pt x="453" y="429"/>
                  </a:cubicBezTo>
                  <a:lnTo>
                    <a:pt x="453" y="6383"/>
                  </a:lnTo>
                  <a:lnTo>
                    <a:pt x="1096" y="6144"/>
                  </a:lnTo>
                  <a:lnTo>
                    <a:pt x="1096" y="453"/>
                  </a:lnTo>
                  <a:cubicBezTo>
                    <a:pt x="1096" y="215"/>
                    <a:pt x="882" y="0"/>
                    <a:pt x="644"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5" name="Google Shape;23745;p145"/>
            <p:cNvSpPr/>
            <p:nvPr/>
          </p:nvSpPr>
          <p:spPr>
            <a:xfrm>
              <a:off x="4767791" y="4378356"/>
              <a:ext cx="357597" cy="38740"/>
            </a:xfrm>
            <a:custGeom>
              <a:avLst/>
              <a:gdLst/>
              <a:ahLst/>
              <a:cxnLst/>
              <a:rect l="l" t="t" r="r" b="b"/>
              <a:pathLst>
                <a:path w="11003" h="1192" extrusionOk="0">
                  <a:moveTo>
                    <a:pt x="1" y="0"/>
                  </a:moveTo>
                  <a:lnTo>
                    <a:pt x="1" y="739"/>
                  </a:lnTo>
                  <a:cubicBezTo>
                    <a:pt x="1" y="977"/>
                    <a:pt x="215" y="1191"/>
                    <a:pt x="453" y="1191"/>
                  </a:cubicBezTo>
                  <a:lnTo>
                    <a:pt x="10574" y="1191"/>
                  </a:lnTo>
                  <a:cubicBezTo>
                    <a:pt x="10812" y="1191"/>
                    <a:pt x="11003" y="977"/>
                    <a:pt x="11003" y="739"/>
                  </a:cubicBezTo>
                  <a:lnTo>
                    <a:pt x="11003" y="0"/>
                  </a:ln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6" name="Google Shape;23746;p145"/>
            <p:cNvSpPr/>
            <p:nvPr/>
          </p:nvSpPr>
          <p:spPr>
            <a:xfrm>
              <a:off x="5088988" y="4378356"/>
              <a:ext cx="35620" cy="38740"/>
            </a:xfrm>
            <a:custGeom>
              <a:avLst/>
              <a:gdLst/>
              <a:ahLst/>
              <a:cxnLst/>
              <a:rect l="l" t="t" r="r" b="b"/>
              <a:pathLst>
                <a:path w="1096" h="1192" extrusionOk="0">
                  <a:moveTo>
                    <a:pt x="453" y="0"/>
                  </a:moveTo>
                  <a:lnTo>
                    <a:pt x="453" y="739"/>
                  </a:lnTo>
                  <a:cubicBezTo>
                    <a:pt x="453" y="977"/>
                    <a:pt x="239" y="1191"/>
                    <a:pt x="1" y="1191"/>
                  </a:cubicBezTo>
                  <a:lnTo>
                    <a:pt x="644" y="1191"/>
                  </a:lnTo>
                  <a:cubicBezTo>
                    <a:pt x="882" y="1191"/>
                    <a:pt x="1096" y="977"/>
                    <a:pt x="1096" y="739"/>
                  </a:cubicBezTo>
                  <a:lnTo>
                    <a:pt x="1096" y="0"/>
                  </a:lnTo>
                  <a:close/>
                </a:path>
              </a:pathLst>
            </a:custGeom>
            <a:solidFill>
              <a:srgbClr val="9CA7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7" name="Google Shape;23747;p145"/>
            <p:cNvSpPr/>
            <p:nvPr/>
          </p:nvSpPr>
          <p:spPr>
            <a:xfrm>
              <a:off x="4802631" y="4218131"/>
              <a:ext cx="121550" cy="121550"/>
            </a:xfrm>
            <a:custGeom>
              <a:avLst/>
              <a:gdLst/>
              <a:ahLst/>
              <a:cxnLst/>
              <a:rect l="l" t="t" r="r" b="b"/>
              <a:pathLst>
                <a:path w="3740" h="3740" extrusionOk="0">
                  <a:moveTo>
                    <a:pt x="143" y="1"/>
                  </a:moveTo>
                  <a:cubicBezTo>
                    <a:pt x="48" y="1"/>
                    <a:pt x="0" y="72"/>
                    <a:pt x="0" y="168"/>
                  </a:cubicBezTo>
                  <a:lnTo>
                    <a:pt x="0" y="3573"/>
                  </a:lnTo>
                  <a:cubicBezTo>
                    <a:pt x="0" y="3668"/>
                    <a:pt x="48" y="3740"/>
                    <a:pt x="143" y="3740"/>
                  </a:cubicBezTo>
                  <a:lnTo>
                    <a:pt x="619" y="3740"/>
                  </a:lnTo>
                  <a:lnTo>
                    <a:pt x="1882" y="3525"/>
                  </a:lnTo>
                  <a:lnTo>
                    <a:pt x="3120" y="3740"/>
                  </a:lnTo>
                  <a:lnTo>
                    <a:pt x="3596" y="3740"/>
                  </a:lnTo>
                  <a:cubicBezTo>
                    <a:pt x="3691" y="3740"/>
                    <a:pt x="3739" y="3668"/>
                    <a:pt x="3739" y="3621"/>
                  </a:cubicBezTo>
                  <a:lnTo>
                    <a:pt x="3739" y="168"/>
                  </a:lnTo>
                  <a:cubicBezTo>
                    <a:pt x="3739" y="72"/>
                    <a:pt x="3691" y="1"/>
                    <a:pt x="3596" y="1"/>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8" name="Google Shape;23748;p145"/>
            <p:cNvSpPr/>
            <p:nvPr/>
          </p:nvSpPr>
          <p:spPr>
            <a:xfrm>
              <a:off x="4902471" y="4218131"/>
              <a:ext cx="21710" cy="122330"/>
            </a:xfrm>
            <a:custGeom>
              <a:avLst/>
              <a:gdLst/>
              <a:ahLst/>
              <a:cxnLst/>
              <a:rect l="l" t="t" r="r" b="b"/>
              <a:pathLst>
                <a:path w="668" h="3764" extrusionOk="0">
                  <a:moveTo>
                    <a:pt x="0" y="1"/>
                  </a:moveTo>
                  <a:cubicBezTo>
                    <a:pt x="72" y="1"/>
                    <a:pt x="143" y="72"/>
                    <a:pt x="143" y="168"/>
                  </a:cubicBezTo>
                  <a:lnTo>
                    <a:pt x="143" y="3621"/>
                  </a:lnTo>
                  <a:cubicBezTo>
                    <a:pt x="143" y="3668"/>
                    <a:pt x="119" y="3740"/>
                    <a:pt x="48" y="3764"/>
                  </a:cubicBezTo>
                  <a:lnTo>
                    <a:pt x="524" y="3764"/>
                  </a:lnTo>
                  <a:cubicBezTo>
                    <a:pt x="619" y="3764"/>
                    <a:pt x="667" y="3692"/>
                    <a:pt x="667" y="3621"/>
                  </a:cubicBezTo>
                  <a:lnTo>
                    <a:pt x="667" y="168"/>
                  </a:lnTo>
                  <a:cubicBezTo>
                    <a:pt x="667" y="72"/>
                    <a:pt x="619" y="1"/>
                    <a:pt x="524" y="1"/>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9" name="Google Shape;23749;p145"/>
            <p:cNvSpPr/>
            <p:nvPr/>
          </p:nvSpPr>
          <p:spPr>
            <a:xfrm>
              <a:off x="4986061" y="4214263"/>
              <a:ext cx="103740" cy="23270"/>
            </a:xfrm>
            <a:custGeom>
              <a:avLst/>
              <a:gdLst/>
              <a:ahLst/>
              <a:cxnLst/>
              <a:rect l="l" t="t" r="r" b="b"/>
              <a:pathLst>
                <a:path w="3192" h="716" extrusionOk="0">
                  <a:moveTo>
                    <a:pt x="119" y="1"/>
                  </a:moveTo>
                  <a:cubicBezTo>
                    <a:pt x="72" y="1"/>
                    <a:pt x="0" y="72"/>
                    <a:pt x="0" y="120"/>
                  </a:cubicBezTo>
                  <a:lnTo>
                    <a:pt x="0" y="596"/>
                  </a:lnTo>
                  <a:cubicBezTo>
                    <a:pt x="0" y="668"/>
                    <a:pt x="72" y="715"/>
                    <a:pt x="119" y="715"/>
                  </a:cubicBezTo>
                  <a:lnTo>
                    <a:pt x="3072" y="715"/>
                  </a:lnTo>
                  <a:cubicBezTo>
                    <a:pt x="3120" y="715"/>
                    <a:pt x="3191" y="668"/>
                    <a:pt x="3191" y="596"/>
                  </a:cubicBezTo>
                  <a:lnTo>
                    <a:pt x="3191" y="120"/>
                  </a:lnTo>
                  <a:cubicBezTo>
                    <a:pt x="3191" y="72"/>
                    <a:pt x="3144" y="1"/>
                    <a:pt x="3072" y="1"/>
                  </a:cubicBezTo>
                  <a:close/>
                </a:path>
              </a:pathLst>
            </a:custGeom>
            <a:solidFill>
              <a:srgbClr val="DF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0" name="Google Shape;23750;p145"/>
            <p:cNvSpPr/>
            <p:nvPr/>
          </p:nvSpPr>
          <p:spPr>
            <a:xfrm>
              <a:off x="4986061" y="4266133"/>
              <a:ext cx="103740" cy="23238"/>
            </a:xfrm>
            <a:custGeom>
              <a:avLst/>
              <a:gdLst/>
              <a:ahLst/>
              <a:cxnLst/>
              <a:rect l="l" t="t" r="r" b="b"/>
              <a:pathLst>
                <a:path w="3192" h="715" extrusionOk="0">
                  <a:moveTo>
                    <a:pt x="119" y="0"/>
                  </a:moveTo>
                  <a:cubicBezTo>
                    <a:pt x="72" y="0"/>
                    <a:pt x="0" y="48"/>
                    <a:pt x="0" y="119"/>
                  </a:cubicBezTo>
                  <a:lnTo>
                    <a:pt x="0" y="596"/>
                  </a:lnTo>
                  <a:cubicBezTo>
                    <a:pt x="0" y="643"/>
                    <a:pt x="72" y="715"/>
                    <a:pt x="119" y="715"/>
                  </a:cubicBezTo>
                  <a:lnTo>
                    <a:pt x="3072" y="715"/>
                  </a:lnTo>
                  <a:cubicBezTo>
                    <a:pt x="3120" y="715"/>
                    <a:pt x="3191" y="667"/>
                    <a:pt x="3191" y="596"/>
                  </a:cubicBezTo>
                  <a:lnTo>
                    <a:pt x="3191" y="119"/>
                  </a:lnTo>
                  <a:cubicBezTo>
                    <a:pt x="3191" y="48"/>
                    <a:pt x="3144" y="0"/>
                    <a:pt x="3072" y="0"/>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1" name="Google Shape;23751;p145"/>
            <p:cNvSpPr/>
            <p:nvPr/>
          </p:nvSpPr>
          <p:spPr>
            <a:xfrm>
              <a:off x="4986061" y="4317223"/>
              <a:ext cx="103740" cy="23238"/>
            </a:xfrm>
            <a:custGeom>
              <a:avLst/>
              <a:gdLst/>
              <a:ahLst/>
              <a:cxnLst/>
              <a:rect l="l" t="t" r="r" b="b"/>
              <a:pathLst>
                <a:path w="3192" h="715" extrusionOk="0">
                  <a:moveTo>
                    <a:pt x="119" y="0"/>
                  </a:moveTo>
                  <a:cubicBezTo>
                    <a:pt x="72" y="0"/>
                    <a:pt x="0" y="48"/>
                    <a:pt x="0" y="119"/>
                  </a:cubicBezTo>
                  <a:lnTo>
                    <a:pt x="0" y="595"/>
                  </a:lnTo>
                  <a:cubicBezTo>
                    <a:pt x="0" y="643"/>
                    <a:pt x="72" y="715"/>
                    <a:pt x="119" y="715"/>
                  </a:cubicBezTo>
                  <a:lnTo>
                    <a:pt x="3072" y="715"/>
                  </a:lnTo>
                  <a:cubicBezTo>
                    <a:pt x="3120" y="715"/>
                    <a:pt x="3191" y="643"/>
                    <a:pt x="3191" y="595"/>
                  </a:cubicBezTo>
                  <a:lnTo>
                    <a:pt x="3191" y="119"/>
                  </a:lnTo>
                  <a:cubicBezTo>
                    <a:pt x="3191" y="48"/>
                    <a:pt x="3144" y="0"/>
                    <a:pt x="3072" y="0"/>
                  </a:cubicBezTo>
                  <a:close/>
                </a:path>
              </a:pathLst>
            </a:custGeom>
            <a:solidFill>
              <a:srgbClr val="DF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2" name="Google Shape;23752;p145"/>
            <p:cNvSpPr/>
            <p:nvPr/>
          </p:nvSpPr>
          <p:spPr>
            <a:xfrm>
              <a:off x="5065003" y="4214263"/>
              <a:ext cx="24797" cy="23270"/>
            </a:xfrm>
            <a:custGeom>
              <a:avLst/>
              <a:gdLst/>
              <a:ahLst/>
              <a:cxnLst/>
              <a:rect l="l" t="t" r="r" b="b"/>
              <a:pathLst>
                <a:path w="763" h="716" extrusionOk="0">
                  <a:moveTo>
                    <a:pt x="0" y="1"/>
                  </a:moveTo>
                  <a:cubicBezTo>
                    <a:pt x="48" y="1"/>
                    <a:pt x="96" y="72"/>
                    <a:pt x="96" y="120"/>
                  </a:cubicBezTo>
                  <a:lnTo>
                    <a:pt x="96" y="596"/>
                  </a:lnTo>
                  <a:cubicBezTo>
                    <a:pt x="96" y="668"/>
                    <a:pt x="48" y="715"/>
                    <a:pt x="0" y="715"/>
                  </a:cubicBezTo>
                  <a:lnTo>
                    <a:pt x="643" y="715"/>
                  </a:lnTo>
                  <a:cubicBezTo>
                    <a:pt x="715" y="715"/>
                    <a:pt x="762" y="668"/>
                    <a:pt x="762" y="596"/>
                  </a:cubicBezTo>
                  <a:lnTo>
                    <a:pt x="762" y="120"/>
                  </a:lnTo>
                  <a:cubicBezTo>
                    <a:pt x="762" y="72"/>
                    <a:pt x="691" y="1"/>
                    <a:pt x="643" y="1"/>
                  </a:cubicBezTo>
                  <a:close/>
                </a:path>
              </a:pathLst>
            </a:custGeom>
            <a:solidFill>
              <a:srgbClr val="D5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3" name="Google Shape;23753;p145"/>
            <p:cNvSpPr/>
            <p:nvPr/>
          </p:nvSpPr>
          <p:spPr>
            <a:xfrm>
              <a:off x="5065003" y="4266133"/>
              <a:ext cx="24797" cy="23238"/>
            </a:xfrm>
            <a:custGeom>
              <a:avLst/>
              <a:gdLst/>
              <a:ahLst/>
              <a:cxnLst/>
              <a:rect l="l" t="t" r="r" b="b"/>
              <a:pathLst>
                <a:path w="763" h="715" extrusionOk="0">
                  <a:moveTo>
                    <a:pt x="0" y="0"/>
                  </a:moveTo>
                  <a:cubicBezTo>
                    <a:pt x="48" y="0"/>
                    <a:pt x="96" y="48"/>
                    <a:pt x="96" y="119"/>
                  </a:cubicBezTo>
                  <a:lnTo>
                    <a:pt x="96" y="596"/>
                  </a:lnTo>
                  <a:cubicBezTo>
                    <a:pt x="96" y="643"/>
                    <a:pt x="48" y="715"/>
                    <a:pt x="0" y="715"/>
                  </a:cubicBezTo>
                  <a:lnTo>
                    <a:pt x="643" y="715"/>
                  </a:lnTo>
                  <a:cubicBezTo>
                    <a:pt x="715" y="715"/>
                    <a:pt x="762" y="643"/>
                    <a:pt x="762" y="596"/>
                  </a:cubicBezTo>
                  <a:lnTo>
                    <a:pt x="762" y="119"/>
                  </a:lnTo>
                  <a:cubicBezTo>
                    <a:pt x="762" y="48"/>
                    <a:pt x="691" y="0"/>
                    <a:pt x="643"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4" name="Google Shape;23754;p145"/>
            <p:cNvSpPr/>
            <p:nvPr/>
          </p:nvSpPr>
          <p:spPr>
            <a:xfrm>
              <a:off x="5065003" y="4317223"/>
              <a:ext cx="24797" cy="23238"/>
            </a:xfrm>
            <a:custGeom>
              <a:avLst/>
              <a:gdLst/>
              <a:ahLst/>
              <a:cxnLst/>
              <a:rect l="l" t="t" r="r" b="b"/>
              <a:pathLst>
                <a:path w="763" h="715" extrusionOk="0">
                  <a:moveTo>
                    <a:pt x="0" y="0"/>
                  </a:moveTo>
                  <a:cubicBezTo>
                    <a:pt x="48" y="0"/>
                    <a:pt x="96" y="48"/>
                    <a:pt x="96" y="119"/>
                  </a:cubicBezTo>
                  <a:lnTo>
                    <a:pt x="96" y="595"/>
                  </a:lnTo>
                  <a:cubicBezTo>
                    <a:pt x="96" y="643"/>
                    <a:pt x="48" y="715"/>
                    <a:pt x="0" y="715"/>
                  </a:cubicBezTo>
                  <a:lnTo>
                    <a:pt x="643" y="715"/>
                  </a:lnTo>
                  <a:cubicBezTo>
                    <a:pt x="715" y="715"/>
                    <a:pt x="762" y="643"/>
                    <a:pt x="762" y="595"/>
                  </a:cubicBezTo>
                  <a:lnTo>
                    <a:pt x="762" y="119"/>
                  </a:lnTo>
                  <a:cubicBezTo>
                    <a:pt x="762" y="48"/>
                    <a:pt x="691" y="0"/>
                    <a:pt x="643" y="0"/>
                  </a:cubicBezTo>
                  <a:close/>
                </a:path>
              </a:pathLst>
            </a:custGeom>
            <a:solidFill>
              <a:srgbClr val="D5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5" name="Google Shape;23755;p145"/>
            <p:cNvSpPr/>
            <p:nvPr/>
          </p:nvSpPr>
          <p:spPr>
            <a:xfrm>
              <a:off x="4945793" y="4205001"/>
              <a:ext cx="10888" cy="147843"/>
            </a:xfrm>
            <a:custGeom>
              <a:avLst/>
              <a:gdLst/>
              <a:ahLst/>
              <a:cxnLst/>
              <a:rect l="l" t="t" r="r" b="b"/>
              <a:pathLst>
                <a:path w="335" h="4549" extrusionOk="0">
                  <a:moveTo>
                    <a:pt x="144" y="0"/>
                  </a:moveTo>
                  <a:cubicBezTo>
                    <a:pt x="48" y="24"/>
                    <a:pt x="1" y="71"/>
                    <a:pt x="1" y="167"/>
                  </a:cubicBezTo>
                  <a:lnTo>
                    <a:pt x="1" y="4358"/>
                  </a:lnTo>
                  <a:cubicBezTo>
                    <a:pt x="1" y="4501"/>
                    <a:pt x="48" y="4549"/>
                    <a:pt x="144" y="4549"/>
                  </a:cubicBezTo>
                  <a:cubicBezTo>
                    <a:pt x="239" y="4549"/>
                    <a:pt x="334" y="4453"/>
                    <a:pt x="334" y="4358"/>
                  </a:cubicBezTo>
                  <a:lnTo>
                    <a:pt x="334" y="167"/>
                  </a:lnTo>
                  <a:cubicBezTo>
                    <a:pt x="334" y="48"/>
                    <a:pt x="239" y="0"/>
                    <a:pt x="144"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6" name="Google Shape;23756;p145"/>
            <p:cNvSpPr/>
            <p:nvPr/>
          </p:nvSpPr>
          <p:spPr>
            <a:xfrm>
              <a:off x="4845173" y="4239028"/>
              <a:ext cx="36432" cy="48035"/>
            </a:xfrm>
            <a:custGeom>
              <a:avLst/>
              <a:gdLst/>
              <a:ahLst/>
              <a:cxnLst/>
              <a:rect l="l" t="t" r="r" b="b"/>
              <a:pathLst>
                <a:path w="1121" h="1478" extrusionOk="0">
                  <a:moveTo>
                    <a:pt x="573" y="1"/>
                  </a:moveTo>
                  <a:cubicBezTo>
                    <a:pt x="239" y="1"/>
                    <a:pt x="1" y="310"/>
                    <a:pt x="1" y="739"/>
                  </a:cubicBezTo>
                  <a:cubicBezTo>
                    <a:pt x="1" y="1144"/>
                    <a:pt x="239" y="1477"/>
                    <a:pt x="573" y="1477"/>
                  </a:cubicBezTo>
                  <a:cubicBezTo>
                    <a:pt x="882" y="1477"/>
                    <a:pt x="1120" y="1144"/>
                    <a:pt x="1120" y="739"/>
                  </a:cubicBezTo>
                  <a:cubicBezTo>
                    <a:pt x="1120" y="310"/>
                    <a:pt x="882" y="1"/>
                    <a:pt x="57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7" name="Google Shape;23757;p145"/>
            <p:cNvSpPr/>
            <p:nvPr/>
          </p:nvSpPr>
          <p:spPr>
            <a:xfrm>
              <a:off x="4823528" y="4307148"/>
              <a:ext cx="81282" cy="32532"/>
            </a:xfrm>
            <a:custGeom>
              <a:avLst/>
              <a:gdLst/>
              <a:ahLst/>
              <a:cxnLst/>
              <a:rect l="l" t="t" r="r" b="b"/>
              <a:pathLst>
                <a:path w="2501" h="1001" extrusionOk="0">
                  <a:moveTo>
                    <a:pt x="1262" y="1"/>
                  </a:moveTo>
                  <a:cubicBezTo>
                    <a:pt x="643" y="1"/>
                    <a:pt x="119" y="429"/>
                    <a:pt x="0" y="1001"/>
                  </a:cubicBezTo>
                  <a:lnTo>
                    <a:pt x="2501" y="1001"/>
                  </a:lnTo>
                  <a:cubicBezTo>
                    <a:pt x="2382" y="429"/>
                    <a:pt x="1881" y="1"/>
                    <a:pt x="1262"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58" name="Google Shape;23758;p145"/>
          <p:cNvGrpSpPr/>
          <p:nvPr/>
        </p:nvGrpSpPr>
        <p:grpSpPr>
          <a:xfrm>
            <a:off x="5525496" y="4016981"/>
            <a:ext cx="357630" cy="313495"/>
            <a:chOff x="5525496" y="4169381"/>
            <a:chExt cx="357630" cy="313495"/>
          </a:xfrm>
        </p:grpSpPr>
        <p:sp>
          <p:nvSpPr>
            <p:cNvPr id="23759" name="Google Shape;23759;p145"/>
            <p:cNvSpPr/>
            <p:nvPr/>
          </p:nvSpPr>
          <p:spPr>
            <a:xfrm>
              <a:off x="5666383" y="4411636"/>
              <a:ext cx="74328" cy="56518"/>
            </a:xfrm>
            <a:custGeom>
              <a:avLst/>
              <a:gdLst/>
              <a:ahLst/>
              <a:cxnLst/>
              <a:rect l="l" t="t" r="r" b="b"/>
              <a:pathLst>
                <a:path w="2287" h="1739" extrusionOk="0">
                  <a:moveTo>
                    <a:pt x="1143" y="0"/>
                  </a:moveTo>
                  <a:lnTo>
                    <a:pt x="191" y="215"/>
                  </a:lnTo>
                  <a:lnTo>
                    <a:pt x="0" y="1525"/>
                  </a:lnTo>
                  <a:lnTo>
                    <a:pt x="1310" y="1739"/>
                  </a:lnTo>
                  <a:lnTo>
                    <a:pt x="2286" y="1525"/>
                  </a:lnTo>
                  <a:lnTo>
                    <a:pt x="2096" y="215"/>
                  </a:lnTo>
                  <a:lnTo>
                    <a:pt x="11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0" name="Google Shape;23760;p145"/>
            <p:cNvSpPr/>
            <p:nvPr/>
          </p:nvSpPr>
          <p:spPr>
            <a:xfrm>
              <a:off x="5717441" y="4413196"/>
              <a:ext cx="23270" cy="55738"/>
            </a:xfrm>
            <a:custGeom>
              <a:avLst/>
              <a:gdLst/>
              <a:ahLst/>
              <a:cxnLst/>
              <a:rect l="l" t="t" r="r" b="b"/>
              <a:pathLst>
                <a:path w="716" h="1715" extrusionOk="0">
                  <a:moveTo>
                    <a:pt x="287" y="0"/>
                  </a:moveTo>
                  <a:lnTo>
                    <a:pt x="1" y="191"/>
                  </a:lnTo>
                  <a:lnTo>
                    <a:pt x="191" y="1500"/>
                  </a:lnTo>
                  <a:lnTo>
                    <a:pt x="549" y="1715"/>
                  </a:lnTo>
                  <a:lnTo>
                    <a:pt x="715" y="1500"/>
                  </a:lnTo>
                  <a:lnTo>
                    <a:pt x="549" y="191"/>
                  </a:lnTo>
                  <a:lnTo>
                    <a:pt x="287" y="0"/>
                  </a:ln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1" name="Google Shape;23761;p145"/>
            <p:cNvSpPr/>
            <p:nvPr/>
          </p:nvSpPr>
          <p:spPr>
            <a:xfrm>
              <a:off x="5677206" y="4205001"/>
              <a:ext cx="54210" cy="39488"/>
            </a:xfrm>
            <a:custGeom>
              <a:avLst/>
              <a:gdLst/>
              <a:ahLst/>
              <a:cxnLst/>
              <a:rect l="l" t="t" r="r" b="b"/>
              <a:pathLst>
                <a:path w="1668" h="1215" extrusionOk="0">
                  <a:moveTo>
                    <a:pt x="215" y="0"/>
                  </a:moveTo>
                  <a:lnTo>
                    <a:pt x="1" y="1000"/>
                  </a:lnTo>
                  <a:lnTo>
                    <a:pt x="834" y="1215"/>
                  </a:lnTo>
                  <a:lnTo>
                    <a:pt x="1668" y="1000"/>
                  </a:lnTo>
                  <a:lnTo>
                    <a:pt x="1453" y="0"/>
                  </a:ln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2" name="Google Shape;23762;p145"/>
            <p:cNvSpPr/>
            <p:nvPr/>
          </p:nvSpPr>
          <p:spPr>
            <a:xfrm>
              <a:off x="5678766" y="4169381"/>
              <a:ext cx="50343" cy="49563"/>
            </a:xfrm>
            <a:custGeom>
              <a:avLst/>
              <a:gdLst/>
              <a:ahLst/>
              <a:cxnLst/>
              <a:rect l="l" t="t" r="r" b="b"/>
              <a:pathLst>
                <a:path w="1549" h="1525" extrusionOk="0">
                  <a:moveTo>
                    <a:pt x="786" y="1"/>
                  </a:moveTo>
                  <a:cubicBezTo>
                    <a:pt x="357" y="1"/>
                    <a:pt x="0" y="334"/>
                    <a:pt x="0" y="763"/>
                  </a:cubicBezTo>
                  <a:cubicBezTo>
                    <a:pt x="0" y="1191"/>
                    <a:pt x="357" y="1525"/>
                    <a:pt x="786" y="1525"/>
                  </a:cubicBezTo>
                  <a:cubicBezTo>
                    <a:pt x="1215" y="1525"/>
                    <a:pt x="1548" y="1191"/>
                    <a:pt x="1548" y="763"/>
                  </a:cubicBezTo>
                  <a:cubicBezTo>
                    <a:pt x="1548" y="334"/>
                    <a:pt x="1215" y="1"/>
                    <a:pt x="786"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3" name="Google Shape;23763;p145"/>
            <p:cNvSpPr/>
            <p:nvPr/>
          </p:nvSpPr>
          <p:spPr>
            <a:xfrm>
              <a:off x="5693456" y="4169381"/>
              <a:ext cx="35653" cy="49563"/>
            </a:xfrm>
            <a:custGeom>
              <a:avLst/>
              <a:gdLst/>
              <a:ahLst/>
              <a:cxnLst/>
              <a:rect l="l" t="t" r="r" b="b"/>
              <a:pathLst>
                <a:path w="1097" h="1525" extrusionOk="0">
                  <a:moveTo>
                    <a:pt x="334" y="1"/>
                  </a:moveTo>
                  <a:cubicBezTo>
                    <a:pt x="215" y="1"/>
                    <a:pt x="96" y="24"/>
                    <a:pt x="1" y="48"/>
                  </a:cubicBezTo>
                  <a:cubicBezTo>
                    <a:pt x="263" y="167"/>
                    <a:pt x="453" y="429"/>
                    <a:pt x="453" y="763"/>
                  </a:cubicBezTo>
                  <a:cubicBezTo>
                    <a:pt x="453" y="1096"/>
                    <a:pt x="263" y="1358"/>
                    <a:pt x="1" y="1477"/>
                  </a:cubicBezTo>
                  <a:cubicBezTo>
                    <a:pt x="96" y="1525"/>
                    <a:pt x="215" y="1525"/>
                    <a:pt x="334" y="1525"/>
                  </a:cubicBezTo>
                  <a:cubicBezTo>
                    <a:pt x="787" y="1525"/>
                    <a:pt x="1096" y="1167"/>
                    <a:pt x="1096" y="763"/>
                  </a:cubicBezTo>
                  <a:cubicBezTo>
                    <a:pt x="1096" y="334"/>
                    <a:pt x="739" y="1"/>
                    <a:pt x="3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4" name="Google Shape;23764;p145"/>
            <p:cNvSpPr/>
            <p:nvPr/>
          </p:nvSpPr>
          <p:spPr>
            <a:xfrm>
              <a:off x="5698103" y="4187971"/>
              <a:ext cx="11635" cy="12415"/>
            </a:xfrm>
            <a:custGeom>
              <a:avLst/>
              <a:gdLst/>
              <a:ahLst/>
              <a:cxnLst/>
              <a:rect l="l" t="t" r="r" b="b"/>
              <a:pathLst>
                <a:path w="358" h="382" extrusionOk="0">
                  <a:moveTo>
                    <a:pt x="191" y="0"/>
                  </a:moveTo>
                  <a:cubicBezTo>
                    <a:pt x="96" y="0"/>
                    <a:pt x="1" y="95"/>
                    <a:pt x="1" y="191"/>
                  </a:cubicBezTo>
                  <a:cubicBezTo>
                    <a:pt x="1" y="286"/>
                    <a:pt x="96" y="381"/>
                    <a:pt x="191" y="381"/>
                  </a:cubicBezTo>
                  <a:cubicBezTo>
                    <a:pt x="286" y="381"/>
                    <a:pt x="358" y="286"/>
                    <a:pt x="358" y="191"/>
                  </a:cubicBezTo>
                  <a:cubicBezTo>
                    <a:pt x="358" y="95"/>
                    <a:pt x="286" y="0"/>
                    <a:pt x="191" y="0"/>
                  </a:cubicBezTo>
                  <a:close/>
                </a:path>
              </a:pathLst>
            </a:custGeom>
            <a:solidFill>
              <a:srgbClr val="9CA7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5" name="Google Shape;23765;p145"/>
            <p:cNvSpPr/>
            <p:nvPr/>
          </p:nvSpPr>
          <p:spPr>
            <a:xfrm>
              <a:off x="5525496" y="4461166"/>
              <a:ext cx="357630" cy="21710"/>
            </a:xfrm>
            <a:custGeom>
              <a:avLst/>
              <a:gdLst/>
              <a:ahLst/>
              <a:cxnLst/>
              <a:rect l="l" t="t" r="r" b="b"/>
              <a:pathLst>
                <a:path w="11004" h="668" extrusionOk="0">
                  <a:moveTo>
                    <a:pt x="120" y="1"/>
                  </a:moveTo>
                  <a:cubicBezTo>
                    <a:pt x="49" y="1"/>
                    <a:pt x="1" y="72"/>
                    <a:pt x="1" y="120"/>
                  </a:cubicBezTo>
                  <a:lnTo>
                    <a:pt x="1" y="548"/>
                  </a:lnTo>
                  <a:cubicBezTo>
                    <a:pt x="1" y="596"/>
                    <a:pt x="49" y="667"/>
                    <a:pt x="120" y="667"/>
                  </a:cubicBezTo>
                  <a:lnTo>
                    <a:pt x="10860" y="667"/>
                  </a:lnTo>
                  <a:cubicBezTo>
                    <a:pt x="10932" y="667"/>
                    <a:pt x="11003" y="596"/>
                    <a:pt x="10979" y="548"/>
                  </a:cubicBezTo>
                  <a:lnTo>
                    <a:pt x="10979" y="120"/>
                  </a:lnTo>
                  <a:cubicBezTo>
                    <a:pt x="10979" y="72"/>
                    <a:pt x="10908" y="1"/>
                    <a:pt x="10860" y="1"/>
                  </a:cubicBez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6" name="Google Shape;23766;p145"/>
            <p:cNvSpPr/>
            <p:nvPr/>
          </p:nvSpPr>
          <p:spPr>
            <a:xfrm>
              <a:off x="5858328" y="4461166"/>
              <a:ext cx="24797" cy="20930"/>
            </a:xfrm>
            <a:custGeom>
              <a:avLst/>
              <a:gdLst/>
              <a:ahLst/>
              <a:cxnLst/>
              <a:rect l="l" t="t" r="r" b="b"/>
              <a:pathLst>
                <a:path w="763" h="644" extrusionOk="0">
                  <a:moveTo>
                    <a:pt x="0" y="1"/>
                  </a:moveTo>
                  <a:cubicBezTo>
                    <a:pt x="48" y="1"/>
                    <a:pt x="95" y="72"/>
                    <a:pt x="95" y="120"/>
                  </a:cubicBezTo>
                  <a:lnTo>
                    <a:pt x="95" y="548"/>
                  </a:lnTo>
                  <a:cubicBezTo>
                    <a:pt x="95" y="596"/>
                    <a:pt x="48" y="644"/>
                    <a:pt x="0" y="644"/>
                  </a:cubicBezTo>
                  <a:lnTo>
                    <a:pt x="643" y="644"/>
                  </a:lnTo>
                  <a:cubicBezTo>
                    <a:pt x="715" y="644"/>
                    <a:pt x="762" y="596"/>
                    <a:pt x="762" y="548"/>
                  </a:cubicBezTo>
                  <a:lnTo>
                    <a:pt x="762" y="120"/>
                  </a:lnTo>
                  <a:cubicBezTo>
                    <a:pt x="762" y="72"/>
                    <a:pt x="691" y="1"/>
                    <a:pt x="643"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7" name="Google Shape;23767;p145"/>
            <p:cNvSpPr/>
            <p:nvPr/>
          </p:nvSpPr>
          <p:spPr>
            <a:xfrm>
              <a:off x="5558776" y="4237501"/>
              <a:ext cx="289510" cy="158697"/>
            </a:xfrm>
            <a:custGeom>
              <a:avLst/>
              <a:gdLst/>
              <a:ahLst/>
              <a:cxnLst/>
              <a:rect l="l" t="t" r="r" b="b"/>
              <a:pathLst>
                <a:path w="8908" h="4883" extrusionOk="0">
                  <a:moveTo>
                    <a:pt x="453" y="0"/>
                  </a:moveTo>
                  <a:cubicBezTo>
                    <a:pt x="215" y="0"/>
                    <a:pt x="1" y="215"/>
                    <a:pt x="1" y="453"/>
                  </a:cubicBezTo>
                  <a:lnTo>
                    <a:pt x="1" y="4620"/>
                  </a:lnTo>
                  <a:lnTo>
                    <a:pt x="4478" y="4882"/>
                  </a:lnTo>
                  <a:lnTo>
                    <a:pt x="8908" y="4620"/>
                  </a:lnTo>
                  <a:lnTo>
                    <a:pt x="8908" y="453"/>
                  </a:lnTo>
                  <a:cubicBezTo>
                    <a:pt x="8908" y="215"/>
                    <a:pt x="8693" y="0"/>
                    <a:pt x="8455"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8" name="Google Shape;23768;p145"/>
            <p:cNvSpPr/>
            <p:nvPr/>
          </p:nvSpPr>
          <p:spPr>
            <a:xfrm>
              <a:off x="5819621" y="4237501"/>
              <a:ext cx="28665" cy="158697"/>
            </a:xfrm>
            <a:custGeom>
              <a:avLst/>
              <a:gdLst/>
              <a:ahLst/>
              <a:cxnLst/>
              <a:rect l="l" t="t" r="r" b="b"/>
              <a:pathLst>
                <a:path w="882" h="4883" extrusionOk="0">
                  <a:moveTo>
                    <a:pt x="0" y="0"/>
                  </a:moveTo>
                  <a:cubicBezTo>
                    <a:pt x="191" y="0"/>
                    <a:pt x="358" y="167"/>
                    <a:pt x="358" y="357"/>
                  </a:cubicBezTo>
                  <a:lnTo>
                    <a:pt x="358" y="4882"/>
                  </a:lnTo>
                  <a:lnTo>
                    <a:pt x="882" y="4620"/>
                  </a:lnTo>
                  <a:lnTo>
                    <a:pt x="882" y="357"/>
                  </a:lnTo>
                  <a:cubicBezTo>
                    <a:pt x="882" y="167"/>
                    <a:pt x="739" y="0"/>
                    <a:pt x="524"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9" name="Google Shape;23769;p145"/>
            <p:cNvSpPr/>
            <p:nvPr/>
          </p:nvSpPr>
          <p:spPr>
            <a:xfrm>
              <a:off x="5587441" y="4266913"/>
              <a:ext cx="95225" cy="93665"/>
            </a:xfrm>
            <a:custGeom>
              <a:avLst/>
              <a:gdLst/>
              <a:ahLst/>
              <a:cxnLst/>
              <a:rect l="l" t="t" r="r" b="b"/>
              <a:pathLst>
                <a:path w="2930" h="2882" extrusionOk="0">
                  <a:moveTo>
                    <a:pt x="143" y="0"/>
                  </a:moveTo>
                  <a:cubicBezTo>
                    <a:pt x="48" y="0"/>
                    <a:pt x="0" y="48"/>
                    <a:pt x="0" y="143"/>
                  </a:cubicBezTo>
                  <a:lnTo>
                    <a:pt x="0" y="2739"/>
                  </a:lnTo>
                  <a:cubicBezTo>
                    <a:pt x="0" y="2834"/>
                    <a:pt x="48" y="2882"/>
                    <a:pt x="143" y="2882"/>
                  </a:cubicBezTo>
                  <a:lnTo>
                    <a:pt x="667" y="2882"/>
                  </a:lnTo>
                  <a:lnTo>
                    <a:pt x="1500" y="2667"/>
                  </a:lnTo>
                  <a:lnTo>
                    <a:pt x="2262" y="2882"/>
                  </a:lnTo>
                  <a:lnTo>
                    <a:pt x="2786" y="2882"/>
                  </a:lnTo>
                  <a:cubicBezTo>
                    <a:pt x="2882" y="2882"/>
                    <a:pt x="2929" y="2834"/>
                    <a:pt x="2882" y="2739"/>
                  </a:cubicBezTo>
                  <a:lnTo>
                    <a:pt x="2882" y="143"/>
                  </a:lnTo>
                  <a:cubicBezTo>
                    <a:pt x="2882" y="48"/>
                    <a:pt x="2810" y="0"/>
                    <a:pt x="2739"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0" name="Google Shape;23770;p145"/>
            <p:cNvSpPr/>
            <p:nvPr/>
          </p:nvSpPr>
          <p:spPr>
            <a:xfrm>
              <a:off x="5624588" y="4287031"/>
              <a:ext cx="23238" cy="30972"/>
            </a:xfrm>
            <a:custGeom>
              <a:avLst/>
              <a:gdLst/>
              <a:ahLst/>
              <a:cxnLst/>
              <a:rect l="l" t="t" r="r" b="b"/>
              <a:pathLst>
                <a:path w="715" h="953" extrusionOk="0">
                  <a:moveTo>
                    <a:pt x="357" y="0"/>
                  </a:moveTo>
                  <a:cubicBezTo>
                    <a:pt x="167" y="0"/>
                    <a:pt x="0" y="215"/>
                    <a:pt x="0" y="477"/>
                  </a:cubicBezTo>
                  <a:cubicBezTo>
                    <a:pt x="0" y="739"/>
                    <a:pt x="167" y="953"/>
                    <a:pt x="357" y="953"/>
                  </a:cubicBezTo>
                  <a:cubicBezTo>
                    <a:pt x="572" y="953"/>
                    <a:pt x="715" y="739"/>
                    <a:pt x="715" y="477"/>
                  </a:cubicBezTo>
                  <a:cubicBezTo>
                    <a:pt x="715" y="215"/>
                    <a:pt x="572" y="0"/>
                    <a:pt x="357"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1" name="Google Shape;23771;p145"/>
            <p:cNvSpPr/>
            <p:nvPr/>
          </p:nvSpPr>
          <p:spPr>
            <a:xfrm>
              <a:off x="5610646" y="4337341"/>
              <a:ext cx="51122" cy="23238"/>
            </a:xfrm>
            <a:custGeom>
              <a:avLst/>
              <a:gdLst/>
              <a:ahLst/>
              <a:cxnLst/>
              <a:rect l="l" t="t" r="r" b="b"/>
              <a:pathLst>
                <a:path w="1573" h="715" extrusionOk="0">
                  <a:moveTo>
                    <a:pt x="596" y="0"/>
                  </a:moveTo>
                  <a:cubicBezTo>
                    <a:pt x="262" y="0"/>
                    <a:pt x="0" y="262"/>
                    <a:pt x="0" y="596"/>
                  </a:cubicBezTo>
                  <a:lnTo>
                    <a:pt x="0" y="715"/>
                  </a:lnTo>
                  <a:lnTo>
                    <a:pt x="1572" y="715"/>
                  </a:lnTo>
                  <a:lnTo>
                    <a:pt x="1572" y="596"/>
                  </a:lnTo>
                  <a:cubicBezTo>
                    <a:pt x="1572" y="262"/>
                    <a:pt x="1310" y="0"/>
                    <a:pt x="977"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2" name="Google Shape;23772;p145"/>
            <p:cNvSpPr/>
            <p:nvPr/>
          </p:nvSpPr>
          <p:spPr>
            <a:xfrm>
              <a:off x="5660956" y="4266913"/>
              <a:ext cx="21710" cy="93665"/>
            </a:xfrm>
            <a:custGeom>
              <a:avLst/>
              <a:gdLst/>
              <a:ahLst/>
              <a:cxnLst/>
              <a:rect l="l" t="t" r="r" b="b"/>
              <a:pathLst>
                <a:path w="668" h="2882" extrusionOk="0">
                  <a:moveTo>
                    <a:pt x="0" y="0"/>
                  </a:moveTo>
                  <a:cubicBezTo>
                    <a:pt x="72" y="0"/>
                    <a:pt x="143" y="48"/>
                    <a:pt x="143" y="143"/>
                  </a:cubicBezTo>
                  <a:lnTo>
                    <a:pt x="143" y="2739"/>
                  </a:lnTo>
                  <a:cubicBezTo>
                    <a:pt x="143" y="2834"/>
                    <a:pt x="72" y="2882"/>
                    <a:pt x="0" y="2882"/>
                  </a:cubicBezTo>
                  <a:lnTo>
                    <a:pt x="524" y="2882"/>
                  </a:lnTo>
                  <a:cubicBezTo>
                    <a:pt x="620" y="2882"/>
                    <a:pt x="667" y="2834"/>
                    <a:pt x="667" y="2739"/>
                  </a:cubicBezTo>
                  <a:lnTo>
                    <a:pt x="667" y="143"/>
                  </a:lnTo>
                  <a:cubicBezTo>
                    <a:pt x="667" y="48"/>
                    <a:pt x="620" y="0"/>
                    <a:pt x="524" y="0"/>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3" name="Google Shape;23773;p145"/>
            <p:cNvSpPr/>
            <p:nvPr/>
          </p:nvSpPr>
          <p:spPr>
            <a:xfrm>
              <a:off x="5720561" y="4266913"/>
              <a:ext cx="96005" cy="93665"/>
            </a:xfrm>
            <a:custGeom>
              <a:avLst/>
              <a:gdLst/>
              <a:ahLst/>
              <a:cxnLst/>
              <a:rect l="l" t="t" r="r" b="b"/>
              <a:pathLst>
                <a:path w="2954" h="2882" extrusionOk="0">
                  <a:moveTo>
                    <a:pt x="143" y="0"/>
                  </a:moveTo>
                  <a:cubicBezTo>
                    <a:pt x="72" y="0"/>
                    <a:pt x="0" y="48"/>
                    <a:pt x="0" y="143"/>
                  </a:cubicBezTo>
                  <a:lnTo>
                    <a:pt x="0" y="2739"/>
                  </a:lnTo>
                  <a:cubicBezTo>
                    <a:pt x="0" y="2834"/>
                    <a:pt x="72" y="2882"/>
                    <a:pt x="143" y="2882"/>
                  </a:cubicBezTo>
                  <a:lnTo>
                    <a:pt x="691" y="2882"/>
                  </a:lnTo>
                  <a:lnTo>
                    <a:pt x="1524" y="2667"/>
                  </a:lnTo>
                  <a:lnTo>
                    <a:pt x="2263" y="2882"/>
                  </a:lnTo>
                  <a:lnTo>
                    <a:pt x="2810" y="2882"/>
                  </a:lnTo>
                  <a:cubicBezTo>
                    <a:pt x="2882" y="2882"/>
                    <a:pt x="2953" y="2834"/>
                    <a:pt x="2882" y="2739"/>
                  </a:cubicBezTo>
                  <a:lnTo>
                    <a:pt x="2882" y="143"/>
                  </a:lnTo>
                  <a:cubicBezTo>
                    <a:pt x="2882" y="48"/>
                    <a:pt x="2834" y="0"/>
                    <a:pt x="2739" y="0"/>
                  </a:cubicBezTo>
                  <a:close/>
                </a:path>
              </a:pathLst>
            </a:custGeom>
            <a:solidFill>
              <a:srgbClr val="DF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4" name="Google Shape;23774;p145"/>
            <p:cNvSpPr/>
            <p:nvPr/>
          </p:nvSpPr>
          <p:spPr>
            <a:xfrm>
              <a:off x="5757708" y="4287031"/>
              <a:ext cx="23238" cy="30972"/>
            </a:xfrm>
            <a:custGeom>
              <a:avLst/>
              <a:gdLst/>
              <a:ahLst/>
              <a:cxnLst/>
              <a:rect l="l" t="t" r="r" b="b"/>
              <a:pathLst>
                <a:path w="715" h="953" extrusionOk="0">
                  <a:moveTo>
                    <a:pt x="357" y="0"/>
                  </a:moveTo>
                  <a:cubicBezTo>
                    <a:pt x="143" y="0"/>
                    <a:pt x="0" y="215"/>
                    <a:pt x="0" y="477"/>
                  </a:cubicBezTo>
                  <a:cubicBezTo>
                    <a:pt x="0" y="739"/>
                    <a:pt x="143" y="953"/>
                    <a:pt x="357" y="953"/>
                  </a:cubicBezTo>
                  <a:cubicBezTo>
                    <a:pt x="548" y="953"/>
                    <a:pt x="715" y="739"/>
                    <a:pt x="715" y="477"/>
                  </a:cubicBezTo>
                  <a:cubicBezTo>
                    <a:pt x="715" y="215"/>
                    <a:pt x="548" y="0"/>
                    <a:pt x="357"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5" name="Google Shape;23775;p145"/>
            <p:cNvSpPr/>
            <p:nvPr/>
          </p:nvSpPr>
          <p:spPr>
            <a:xfrm>
              <a:off x="5743766" y="4337341"/>
              <a:ext cx="51122" cy="23238"/>
            </a:xfrm>
            <a:custGeom>
              <a:avLst/>
              <a:gdLst/>
              <a:ahLst/>
              <a:cxnLst/>
              <a:rect l="l" t="t" r="r" b="b"/>
              <a:pathLst>
                <a:path w="1573" h="715" extrusionOk="0">
                  <a:moveTo>
                    <a:pt x="596" y="0"/>
                  </a:moveTo>
                  <a:cubicBezTo>
                    <a:pt x="263" y="0"/>
                    <a:pt x="1" y="262"/>
                    <a:pt x="1" y="596"/>
                  </a:cubicBezTo>
                  <a:lnTo>
                    <a:pt x="1" y="715"/>
                  </a:lnTo>
                  <a:lnTo>
                    <a:pt x="1572" y="715"/>
                  </a:lnTo>
                  <a:lnTo>
                    <a:pt x="1572" y="596"/>
                  </a:lnTo>
                  <a:cubicBezTo>
                    <a:pt x="1572" y="262"/>
                    <a:pt x="1310" y="0"/>
                    <a:pt x="977"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6" name="Google Shape;23776;p145"/>
            <p:cNvSpPr/>
            <p:nvPr/>
          </p:nvSpPr>
          <p:spPr>
            <a:xfrm>
              <a:off x="5794076" y="4266913"/>
              <a:ext cx="22490" cy="93665"/>
            </a:xfrm>
            <a:custGeom>
              <a:avLst/>
              <a:gdLst/>
              <a:ahLst/>
              <a:cxnLst/>
              <a:rect l="l" t="t" r="r" b="b"/>
              <a:pathLst>
                <a:path w="692" h="2882" extrusionOk="0">
                  <a:moveTo>
                    <a:pt x="1" y="0"/>
                  </a:moveTo>
                  <a:cubicBezTo>
                    <a:pt x="96" y="0"/>
                    <a:pt x="143" y="48"/>
                    <a:pt x="143" y="143"/>
                  </a:cubicBezTo>
                  <a:lnTo>
                    <a:pt x="143" y="2739"/>
                  </a:lnTo>
                  <a:cubicBezTo>
                    <a:pt x="143" y="2834"/>
                    <a:pt x="96" y="2882"/>
                    <a:pt x="1" y="2882"/>
                  </a:cubicBezTo>
                  <a:lnTo>
                    <a:pt x="548" y="2882"/>
                  </a:lnTo>
                  <a:cubicBezTo>
                    <a:pt x="620" y="2882"/>
                    <a:pt x="691" y="2834"/>
                    <a:pt x="691" y="2739"/>
                  </a:cubicBezTo>
                  <a:lnTo>
                    <a:pt x="691" y="143"/>
                  </a:lnTo>
                  <a:cubicBezTo>
                    <a:pt x="691" y="48"/>
                    <a:pt x="620" y="0"/>
                    <a:pt x="548" y="0"/>
                  </a:cubicBezTo>
                  <a:close/>
                </a:path>
              </a:pathLst>
            </a:custGeom>
            <a:solidFill>
              <a:srgbClr val="D5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7" name="Google Shape;23777;p145"/>
            <p:cNvSpPr/>
            <p:nvPr/>
          </p:nvSpPr>
          <p:spPr>
            <a:xfrm>
              <a:off x="5560336" y="4387651"/>
              <a:ext cx="288730" cy="31753"/>
            </a:xfrm>
            <a:custGeom>
              <a:avLst/>
              <a:gdLst/>
              <a:ahLst/>
              <a:cxnLst/>
              <a:rect l="l" t="t" r="r" b="b"/>
              <a:pathLst>
                <a:path w="8884" h="977" extrusionOk="0">
                  <a:moveTo>
                    <a:pt x="1" y="0"/>
                  </a:moveTo>
                  <a:lnTo>
                    <a:pt x="1" y="619"/>
                  </a:lnTo>
                  <a:cubicBezTo>
                    <a:pt x="1" y="834"/>
                    <a:pt x="143" y="977"/>
                    <a:pt x="358" y="977"/>
                  </a:cubicBezTo>
                  <a:lnTo>
                    <a:pt x="8526" y="977"/>
                  </a:lnTo>
                  <a:cubicBezTo>
                    <a:pt x="8740" y="977"/>
                    <a:pt x="8883" y="834"/>
                    <a:pt x="8883" y="619"/>
                  </a:cubicBezTo>
                  <a:lnTo>
                    <a:pt x="8883" y="0"/>
                  </a:ln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8" name="Google Shape;23778;p145"/>
            <p:cNvSpPr/>
            <p:nvPr/>
          </p:nvSpPr>
          <p:spPr>
            <a:xfrm>
              <a:off x="5819621" y="4387651"/>
              <a:ext cx="28665" cy="30972"/>
            </a:xfrm>
            <a:custGeom>
              <a:avLst/>
              <a:gdLst/>
              <a:ahLst/>
              <a:cxnLst/>
              <a:rect l="l" t="t" r="r" b="b"/>
              <a:pathLst>
                <a:path w="882" h="953" extrusionOk="0">
                  <a:moveTo>
                    <a:pt x="358" y="0"/>
                  </a:moveTo>
                  <a:lnTo>
                    <a:pt x="358" y="596"/>
                  </a:lnTo>
                  <a:cubicBezTo>
                    <a:pt x="358" y="810"/>
                    <a:pt x="191" y="953"/>
                    <a:pt x="0" y="953"/>
                  </a:cubicBezTo>
                  <a:lnTo>
                    <a:pt x="524" y="953"/>
                  </a:lnTo>
                  <a:cubicBezTo>
                    <a:pt x="739" y="953"/>
                    <a:pt x="882" y="810"/>
                    <a:pt x="882" y="596"/>
                  </a:cubicBezTo>
                  <a:lnTo>
                    <a:pt x="882" y="0"/>
                  </a:lnTo>
                  <a:close/>
                </a:path>
              </a:pathLst>
            </a:custGeom>
            <a:solidFill>
              <a:srgbClr val="9CA7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79" name="Google Shape;23779;p145"/>
          <p:cNvGrpSpPr/>
          <p:nvPr/>
        </p:nvGrpSpPr>
        <p:grpSpPr>
          <a:xfrm>
            <a:off x="6279366" y="4037098"/>
            <a:ext cx="358378" cy="272480"/>
            <a:chOff x="6279366" y="4189498"/>
            <a:chExt cx="358378" cy="272480"/>
          </a:xfrm>
        </p:grpSpPr>
        <p:sp>
          <p:nvSpPr>
            <p:cNvPr id="23780" name="Google Shape;23780;p145"/>
            <p:cNvSpPr/>
            <p:nvPr/>
          </p:nvSpPr>
          <p:spPr>
            <a:xfrm>
              <a:off x="6280146" y="4229766"/>
              <a:ext cx="357598" cy="232213"/>
            </a:xfrm>
            <a:custGeom>
              <a:avLst/>
              <a:gdLst/>
              <a:ahLst/>
              <a:cxnLst/>
              <a:rect l="l" t="t" r="r" b="b"/>
              <a:pathLst>
                <a:path w="11003" h="7145" extrusionOk="0">
                  <a:moveTo>
                    <a:pt x="5668" y="0"/>
                  </a:moveTo>
                  <a:lnTo>
                    <a:pt x="0" y="119"/>
                  </a:lnTo>
                  <a:lnTo>
                    <a:pt x="0" y="6978"/>
                  </a:lnTo>
                  <a:cubicBezTo>
                    <a:pt x="0" y="7073"/>
                    <a:pt x="71" y="7144"/>
                    <a:pt x="167" y="7144"/>
                  </a:cubicBezTo>
                  <a:lnTo>
                    <a:pt x="10836" y="7144"/>
                  </a:lnTo>
                  <a:cubicBezTo>
                    <a:pt x="10907" y="7144"/>
                    <a:pt x="11002" y="7073"/>
                    <a:pt x="11002" y="6978"/>
                  </a:cubicBezTo>
                  <a:lnTo>
                    <a:pt x="11002" y="119"/>
                  </a:lnTo>
                  <a:lnTo>
                    <a:pt x="5668"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1" name="Google Shape;23781;p145"/>
            <p:cNvSpPr/>
            <p:nvPr/>
          </p:nvSpPr>
          <p:spPr>
            <a:xfrm>
              <a:off x="6609826" y="4229766"/>
              <a:ext cx="27138" cy="232213"/>
            </a:xfrm>
            <a:custGeom>
              <a:avLst/>
              <a:gdLst/>
              <a:ahLst/>
              <a:cxnLst/>
              <a:rect l="l" t="t" r="r" b="b"/>
              <a:pathLst>
                <a:path w="835" h="7145" extrusionOk="0">
                  <a:moveTo>
                    <a:pt x="168" y="0"/>
                  </a:moveTo>
                  <a:lnTo>
                    <a:pt x="168" y="6978"/>
                  </a:lnTo>
                  <a:cubicBezTo>
                    <a:pt x="168" y="7073"/>
                    <a:pt x="96" y="7144"/>
                    <a:pt x="1" y="7144"/>
                  </a:cubicBezTo>
                  <a:lnTo>
                    <a:pt x="644" y="7144"/>
                  </a:lnTo>
                  <a:cubicBezTo>
                    <a:pt x="739" y="7144"/>
                    <a:pt x="834" y="7073"/>
                    <a:pt x="834" y="6978"/>
                  </a:cubicBezTo>
                  <a:lnTo>
                    <a:pt x="834" y="119"/>
                  </a:lnTo>
                  <a:lnTo>
                    <a:pt x="168" y="0"/>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2" name="Google Shape;23782;p145"/>
            <p:cNvSpPr/>
            <p:nvPr/>
          </p:nvSpPr>
          <p:spPr>
            <a:xfrm>
              <a:off x="6279366" y="4190278"/>
              <a:ext cx="202020" cy="271700"/>
            </a:xfrm>
            <a:custGeom>
              <a:avLst/>
              <a:gdLst/>
              <a:ahLst/>
              <a:cxnLst/>
              <a:rect l="l" t="t" r="r" b="b"/>
              <a:pathLst>
                <a:path w="6216" h="8360" extrusionOk="0">
                  <a:moveTo>
                    <a:pt x="191" y="1"/>
                  </a:moveTo>
                  <a:cubicBezTo>
                    <a:pt x="95" y="1"/>
                    <a:pt x="0" y="96"/>
                    <a:pt x="0" y="191"/>
                  </a:cubicBezTo>
                  <a:lnTo>
                    <a:pt x="0" y="8193"/>
                  </a:lnTo>
                  <a:cubicBezTo>
                    <a:pt x="0" y="8288"/>
                    <a:pt x="95" y="8359"/>
                    <a:pt x="191" y="8359"/>
                  </a:cubicBezTo>
                  <a:lnTo>
                    <a:pt x="6216" y="8359"/>
                  </a:lnTo>
                  <a:lnTo>
                    <a:pt x="6216" y="1"/>
                  </a:lnTo>
                  <a:close/>
                </a:path>
              </a:pathLst>
            </a:custGeom>
            <a:solidFill>
              <a:srgbClr val="F0F2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3" name="Google Shape;23783;p145"/>
            <p:cNvSpPr/>
            <p:nvPr/>
          </p:nvSpPr>
          <p:spPr>
            <a:xfrm>
              <a:off x="6280146" y="4189498"/>
              <a:ext cx="357598" cy="44168"/>
            </a:xfrm>
            <a:custGeom>
              <a:avLst/>
              <a:gdLst/>
              <a:ahLst/>
              <a:cxnLst/>
              <a:rect l="l" t="t" r="r" b="b"/>
              <a:pathLst>
                <a:path w="11003" h="1359" extrusionOk="0">
                  <a:moveTo>
                    <a:pt x="167" y="1"/>
                  </a:moveTo>
                  <a:cubicBezTo>
                    <a:pt x="71" y="1"/>
                    <a:pt x="0" y="96"/>
                    <a:pt x="0" y="167"/>
                  </a:cubicBezTo>
                  <a:lnTo>
                    <a:pt x="0" y="1358"/>
                  </a:lnTo>
                  <a:lnTo>
                    <a:pt x="11002" y="1358"/>
                  </a:lnTo>
                  <a:lnTo>
                    <a:pt x="11002" y="167"/>
                  </a:lnTo>
                  <a:cubicBezTo>
                    <a:pt x="11002" y="96"/>
                    <a:pt x="10907" y="1"/>
                    <a:pt x="10836"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4" name="Google Shape;23784;p145"/>
            <p:cNvSpPr/>
            <p:nvPr/>
          </p:nvSpPr>
          <p:spPr>
            <a:xfrm>
              <a:off x="6610606" y="4190278"/>
              <a:ext cx="27138" cy="44915"/>
            </a:xfrm>
            <a:custGeom>
              <a:avLst/>
              <a:gdLst/>
              <a:ahLst/>
              <a:cxnLst/>
              <a:rect l="l" t="t" r="r" b="b"/>
              <a:pathLst>
                <a:path w="835" h="1382" extrusionOk="0">
                  <a:moveTo>
                    <a:pt x="1" y="1"/>
                  </a:moveTo>
                  <a:cubicBezTo>
                    <a:pt x="96" y="1"/>
                    <a:pt x="191" y="96"/>
                    <a:pt x="191" y="191"/>
                  </a:cubicBezTo>
                  <a:lnTo>
                    <a:pt x="191" y="1382"/>
                  </a:lnTo>
                  <a:lnTo>
                    <a:pt x="834" y="1382"/>
                  </a:lnTo>
                  <a:lnTo>
                    <a:pt x="834" y="191"/>
                  </a:lnTo>
                  <a:cubicBezTo>
                    <a:pt x="834" y="96"/>
                    <a:pt x="739" y="1"/>
                    <a:pt x="66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5" name="Google Shape;23785;p145"/>
            <p:cNvSpPr/>
            <p:nvPr/>
          </p:nvSpPr>
          <p:spPr>
            <a:xfrm>
              <a:off x="6554121" y="4205748"/>
              <a:ext cx="12415" cy="11668"/>
            </a:xfrm>
            <a:custGeom>
              <a:avLst/>
              <a:gdLst/>
              <a:ahLst/>
              <a:cxnLst/>
              <a:rect l="l" t="t" r="r" b="b"/>
              <a:pathLst>
                <a:path w="382" h="359" extrusionOk="0">
                  <a:moveTo>
                    <a:pt x="191" y="1"/>
                  </a:moveTo>
                  <a:cubicBezTo>
                    <a:pt x="96" y="1"/>
                    <a:pt x="0" y="72"/>
                    <a:pt x="0" y="168"/>
                  </a:cubicBezTo>
                  <a:cubicBezTo>
                    <a:pt x="0" y="287"/>
                    <a:pt x="96" y="358"/>
                    <a:pt x="191" y="358"/>
                  </a:cubicBezTo>
                  <a:cubicBezTo>
                    <a:pt x="286" y="358"/>
                    <a:pt x="381" y="287"/>
                    <a:pt x="381" y="168"/>
                  </a:cubicBezTo>
                  <a:cubicBezTo>
                    <a:pt x="381" y="72"/>
                    <a:pt x="286" y="1"/>
                    <a:pt x="191"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6" name="Google Shape;23786;p145"/>
            <p:cNvSpPr/>
            <p:nvPr/>
          </p:nvSpPr>
          <p:spPr>
            <a:xfrm>
              <a:off x="6578106" y="4205748"/>
              <a:ext cx="11635" cy="11668"/>
            </a:xfrm>
            <a:custGeom>
              <a:avLst/>
              <a:gdLst/>
              <a:ahLst/>
              <a:cxnLst/>
              <a:rect l="l" t="t" r="r" b="b"/>
              <a:pathLst>
                <a:path w="358" h="359" extrusionOk="0">
                  <a:moveTo>
                    <a:pt x="167" y="1"/>
                  </a:moveTo>
                  <a:cubicBezTo>
                    <a:pt x="72" y="1"/>
                    <a:pt x="1" y="72"/>
                    <a:pt x="1" y="168"/>
                  </a:cubicBezTo>
                  <a:cubicBezTo>
                    <a:pt x="1" y="287"/>
                    <a:pt x="72" y="358"/>
                    <a:pt x="167" y="358"/>
                  </a:cubicBezTo>
                  <a:cubicBezTo>
                    <a:pt x="263" y="358"/>
                    <a:pt x="358" y="287"/>
                    <a:pt x="358" y="168"/>
                  </a:cubicBezTo>
                  <a:cubicBezTo>
                    <a:pt x="358" y="72"/>
                    <a:pt x="263" y="1"/>
                    <a:pt x="167"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7" name="Google Shape;23787;p145"/>
            <p:cNvSpPr/>
            <p:nvPr/>
          </p:nvSpPr>
          <p:spPr>
            <a:xfrm>
              <a:off x="6599783" y="4205748"/>
              <a:ext cx="11635" cy="11668"/>
            </a:xfrm>
            <a:custGeom>
              <a:avLst/>
              <a:gdLst/>
              <a:ahLst/>
              <a:cxnLst/>
              <a:rect l="l" t="t" r="r" b="b"/>
              <a:pathLst>
                <a:path w="358" h="359" extrusionOk="0">
                  <a:moveTo>
                    <a:pt x="191" y="1"/>
                  </a:moveTo>
                  <a:cubicBezTo>
                    <a:pt x="96" y="1"/>
                    <a:pt x="0" y="72"/>
                    <a:pt x="0" y="168"/>
                  </a:cubicBezTo>
                  <a:cubicBezTo>
                    <a:pt x="0" y="287"/>
                    <a:pt x="96" y="358"/>
                    <a:pt x="191" y="358"/>
                  </a:cubicBezTo>
                  <a:cubicBezTo>
                    <a:pt x="286" y="358"/>
                    <a:pt x="358" y="287"/>
                    <a:pt x="358" y="168"/>
                  </a:cubicBezTo>
                  <a:cubicBezTo>
                    <a:pt x="358" y="72"/>
                    <a:pt x="286" y="1"/>
                    <a:pt x="191"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8" name="Google Shape;23788;p145"/>
            <p:cNvSpPr/>
            <p:nvPr/>
          </p:nvSpPr>
          <p:spPr>
            <a:xfrm>
              <a:off x="6321161" y="4311016"/>
              <a:ext cx="21678" cy="21710"/>
            </a:xfrm>
            <a:custGeom>
              <a:avLst/>
              <a:gdLst/>
              <a:ahLst/>
              <a:cxnLst/>
              <a:rect l="l" t="t" r="r" b="b"/>
              <a:pathLst>
                <a:path w="667" h="668" extrusionOk="0">
                  <a:moveTo>
                    <a:pt x="334" y="1"/>
                  </a:moveTo>
                  <a:cubicBezTo>
                    <a:pt x="143" y="1"/>
                    <a:pt x="0" y="143"/>
                    <a:pt x="0" y="334"/>
                  </a:cubicBezTo>
                  <a:cubicBezTo>
                    <a:pt x="0" y="525"/>
                    <a:pt x="143" y="667"/>
                    <a:pt x="334" y="667"/>
                  </a:cubicBezTo>
                  <a:cubicBezTo>
                    <a:pt x="524" y="667"/>
                    <a:pt x="667" y="525"/>
                    <a:pt x="667" y="334"/>
                  </a:cubicBezTo>
                  <a:cubicBezTo>
                    <a:pt x="667" y="143"/>
                    <a:pt x="524" y="1"/>
                    <a:pt x="334"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9" name="Google Shape;23789;p145"/>
            <p:cNvSpPr/>
            <p:nvPr/>
          </p:nvSpPr>
          <p:spPr>
            <a:xfrm>
              <a:off x="6370691" y="4311016"/>
              <a:ext cx="21710" cy="21710"/>
            </a:xfrm>
            <a:custGeom>
              <a:avLst/>
              <a:gdLst/>
              <a:ahLst/>
              <a:cxnLst/>
              <a:rect l="l" t="t" r="r" b="b"/>
              <a:pathLst>
                <a:path w="668" h="668" extrusionOk="0">
                  <a:moveTo>
                    <a:pt x="334" y="1"/>
                  </a:moveTo>
                  <a:cubicBezTo>
                    <a:pt x="143" y="1"/>
                    <a:pt x="0" y="143"/>
                    <a:pt x="0" y="334"/>
                  </a:cubicBezTo>
                  <a:cubicBezTo>
                    <a:pt x="0" y="525"/>
                    <a:pt x="143" y="667"/>
                    <a:pt x="334" y="667"/>
                  </a:cubicBezTo>
                  <a:cubicBezTo>
                    <a:pt x="500" y="667"/>
                    <a:pt x="667" y="525"/>
                    <a:pt x="667" y="334"/>
                  </a:cubicBezTo>
                  <a:cubicBezTo>
                    <a:pt x="667" y="143"/>
                    <a:pt x="500" y="1"/>
                    <a:pt x="334"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0" name="Google Shape;23790;p145"/>
            <p:cNvSpPr/>
            <p:nvPr/>
          </p:nvSpPr>
          <p:spPr>
            <a:xfrm>
              <a:off x="6421001" y="4311016"/>
              <a:ext cx="21710" cy="21710"/>
            </a:xfrm>
            <a:custGeom>
              <a:avLst/>
              <a:gdLst/>
              <a:ahLst/>
              <a:cxnLst/>
              <a:rect l="l" t="t" r="r" b="b"/>
              <a:pathLst>
                <a:path w="668" h="668" extrusionOk="0">
                  <a:moveTo>
                    <a:pt x="334" y="1"/>
                  </a:moveTo>
                  <a:cubicBezTo>
                    <a:pt x="143" y="1"/>
                    <a:pt x="0" y="143"/>
                    <a:pt x="0" y="334"/>
                  </a:cubicBezTo>
                  <a:cubicBezTo>
                    <a:pt x="0" y="525"/>
                    <a:pt x="143" y="667"/>
                    <a:pt x="334" y="667"/>
                  </a:cubicBezTo>
                  <a:cubicBezTo>
                    <a:pt x="500" y="667"/>
                    <a:pt x="667" y="525"/>
                    <a:pt x="667" y="334"/>
                  </a:cubicBezTo>
                  <a:cubicBezTo>
                    <a:pt x="667" y="143"/>
                    <a:pt x="500" y="1"/>
                    <a:pt x="334"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1" name="Google Shape;23791;p145"/>
            <p:cNvSpPr/>
            <p:nvPr/>
          </p:nvSpPr>
          <p:spPr>
            <a:xfrm>
              <a:off x="6321161" y="4406208"/>
              <a:ext cx="21678" cy="20930"/>
            </a:xfrm>
            <a:custGeom>
              <a:avLst/>
              <a:gdLst/>
              <a:ahLst/>
              <a:cxnLst/>
              <a:rect l="l" t="t" r="r" b="b"/>
              <a:pathLst>
                <a:path w="667" h="644" extrusionOk="0">
                  <a:moveTo>
                    <a:pt x="334" y="1"/>
                  </a:moveTo>
                  <a:cubicBezTo>
                    <a:pt x="143" y="1"/>
                    <a:pt x="0" y="144"/>
                    <a:pt x="0" y="334"/>
                  </a:cubicBezTo>
                  <a:cubicBezTo>
                    <a:pt x="0" y="501"/>
                    <a:pt x="143" y="644"/>
                    <a:pt x="334" y="644"/>
                  </a:cubicBezTo>
                  <a:cubicBezTo>
                    <a:pt x="524" y="644"/>
                    <a:pt x="667" y="501"/>
                    <a:pt x="667" y="334"/>
                  </a:cubicBezTo>
                  <a:cubicBezTo>
                    <a:pt x="667" y="144"/>
                    <a:pt x="524" y="1"/>
                    <a:pt x="334"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2" name="Google Shape;23792;p145"/>
            <p:cNvSpPr/>
            <p:nvPr/>
          </p:nvSpPr>
          <p:spPr>
            <a:xfrm>
              <a:off x="6370691" y="4406208"/>
              <a:ext cx="21710" cy="20930"/>
            </a:xfrm>
            <a:custGeom>
              <a:avLst/>
              <a:gdLst/>
              <a:ahLst/>
              <a:cxnLst/>
              <a:rect l="l" t="t" r="r" b="b"/>
              <a:pathLst>
                <a:path w="668" h="644" extrusionOk="0">
                  <a:moveTo>
                    <a:pt x="334" y="1"/>
                  </a:moveTo>
                  <a:cubicBezTo>
                    <a:pt x="143" y="1"/>
                    <a:pt x="0" y="144"/>
                    <a:pt x="0" y="334"/>
                  </a:cubicBezTo>
                  <a:cubicBezTo>
                    <a:pt x="0" y="501"/>
                    <a:pt x="143" y="644"/>
                    <a:pt x="334" y="644"/>
                  </a:cubicBezTo>
                  <a:cubicBezTo>
                    <a:pt x="500" y="644"/>
                    <a:pt x="667" y="501"/>
                    <a:pt x="667" y="334"/>
                  </a:cubicBezTo>
                  <a:cubicBezTo>
                    <a:pt x="667" y="144"/>
                    <a:pt x="500" y="1"/>
                    <a:pt x="334"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3" name="Google Shape;23793;p145"/>
            <p:cNvSpPr/>
            <p:nvPr/>
          </p:nvSpPr>
          <p:spPr>
            <a:xfrm>
              <a:off x="6421001" y="4406208"/>
              <a:ext cx="21710" cy="20930"/>
            </a:xfrm>
            <a:custGeom>
              <a:avLst/>
              <a:gdLst/>
              <a:ahLst/>
              <a:cxnLst/>
              <a:rect l="l" t="t" r="r" b="b"/>
              <a:pathLst>
                <a:path w="668" h="644" extrusionOk="0">
                  <a:moveTo>
                    <a:pt x="334" y="1"/>
                  </a:moveTo>
                  <a:cubicBezTo>
                    <a:pt x="143" y="1"/>
                    <a:pt x="0" y="144"/>
                    <a:pt x="0" y="334"/>
                  </a:cubicBezTo>
                  <a:cubicBezTo>
                    <a:pt x="0" y="501"/>
                    <a:pt x="143" y="644"/>
                    <a:pt x="334" y="644"/>
                  </a:cubicBezTo>
                  <a:cubicBezTo>
                    <a:pt x="500" y="644"/>
                    <a:pt x="667" y="501"/>
                    <a:pt x="667" y="334"/>
                  </a:cubicBezTo>
                  <a:cubicBezTo>
                    <a:pt x="667" y="144"/>
                    <a:pt x="500" y="1"/>
                    <a:pt x="334"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4" name="Google Shape;23794;p145"/>
            <p:cNvSpPr/>
            <p:nvPr/>
          </p:nvSpPr>
          <p:spPr>
            <a:xfrm>
              <a:off x="6516193" y="4261811"/>
              <a:ext cx="89050" cy="173713"/>
            </a:xfrm>
            <a:custGeom>
              <a:avLst/>
              <a:gdLst/>
              <a:ahLst/>
              <a:cxnLst/>
              <a:rect l="l" t="t" r="r" b="b"/>
              <a:pathLst>
                <a:path w="2740" h="5345" extrusionOk="0">
                  <a:moveTo>
                    <a:pt x="2309" y="0"/>
                  </a:moveTo>
                  <a:cubicBezTo>
                    <a:pt x="2178" y="0"/>
                    <a:pt x="2046" y="84"/>
                    <a:pt x="1977" y="205"/>
                  </a:cubicBezTo>
                  <a:lnTo>
                    <a:pt x="48" y="4682"/>
                  </a:lnTo>
                  <a:cubicBezTo>
                    <a:pt x="0" y="4801"/>
                    <a:pt x="0" y="4920"/>
                    <a:pt x="24" y="5039"/>
                  </a:cubicBezTo>
                  <a:lnTo>
                    <a:pt x="72" y="5277"/>
                  </a:lnTo>
                  <a:cubicBezTo>
                    <a:pt x="72" y="5311"/>
                    <a:pt x="119" y="5345"/>
                    <a:pt x="173" y="5345"/>
                  </a:cubicBezTo>
                  <a:cubicBezTo>
                    <a:pt x="195" y="5345"/>
                    <a:pt x="218" y="5339"/>
                    <a:pt x="239" y="5325"/>
                  </a:cubicBezTo>
                  <a:lnTo>
                    <a:pt x="477" y="5206"/>
                  </a:lnTo>
                  <a:cubicBezTo>
                    <a:pt x="596" y="5158"/>
                    <a:pt x="667" y="5063"/>
                    <a:pt x="715" y="4968"/>
                  </a:cubicBezTo>
                  <a:lnTo>
                    <a:pt x="2644" y="514"/>
                  </a:lnTo>
                  <a:cubicBezTo>
                    <a:pt x="2739" y="324"/>
                    <a:pt x="2644" y="110"/>
                    <a:pt x="2453" y="38"/>
                  </a:cubicBezTo>
                  <a:cubicBezTo>
                    <a:pt x="2408" y="12"/>
                    <a:pt x="2359" y="0"/>
                    <a:pt x="2309"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5" name="Google Shape;23795;p145"/>
            <p:cNvSpPr/>
            <p:nvPr/>
          </p:nvSpPr>
          <p:spPr>
            <a:xfrm>
              <a:off x="6315733" y="4263046"/>
              <a:ext cx="11635" cy="11635"/>
            </a:xfrm>
            <a:custGeom>
              <a:avLst/>
              <a:gdLst/>
              <a:ahLst/>
              <a:cxnLst/>
              <a:rect l="l" t="t" r="r" b="b"/>
              <a:pathLst>
                <a:path w="358" h="358" extrusionOk="0">
                  <a:moveTo>
                    <a:pt x="167" y="0"/>
                  </a:moveTo>
                  <a:cubicBezTo>
                    <a:pt x="72" y="0"/>
                    <a:pt x="0" y="72"/>
                    <a:pt x="0" y="167"/>
                  </a:cubicBezTo>
                  <a:cubicBezTo>
                    <a:pt x="0" y="262"/>
                    <a:pt x="72" y="357"/>
                    <a:pt x="167" y="357"/>
                  </a:cubicBezTo>
                  <a:cubicBezTo>
                    <a:pt x="262" y="357"/>
                    <a:pt x="358" y="262"/>
                    <a:pt x="358" y="167"/>
                  </a:cubicBezTo>
                  <a:cubicBezTo>
                    <a:pt x="358" y="72"/>
                    <a:pt x="262" y="0"/>
                    <a:pt x="167"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6" name="Google Shape;23796;p145"/>
            <p:cNvSpPr/>
            <p:nvPr/>
          </p:nvSpPr>
          <p:spPr>
            <a:xfrm>
              <a:off x="6314173" y="4286251"/>
              <a:ext cx="76668" cy="10855"/>
            </a:xfrm>
            <a:custGeom>
              <a:avLst/>
              <a:gdLst/>
              <a:ahLst/>
              <a:cxnLst/>
              <a:rect l="l" t="t" r="r" b="b"/>
              <a:pathLst>
                <a:path w="2359" h="334" extrusionOk="0">
                  <a:moveTo>
                    <a:pt x="191" y="1"/>
                  </a:moveTo>
                  <a:cubicBezTo>
                    <a:pt x="72" y="1"/>
                    <a:pt x="1" y="96"/>
                    <a:pt x="1" y="167"/>
                  </a:cubicBezTo>
                  <a:cubicBezTo>
                    <a:pt x="48" y="262"/>
                    <a:pt x="96" y="334"/>
                    <a:pt x="191" y="334"/>
                  </a:cubicBezTo>
                  <a:lnTo>
                    <a:pt x="2192" y="334"/>
                  </a:lnTo>
                  <a:cubicBezTo>
                    <a:pt x="2311" y="334"/>
                    <a:pt x="2358" y="239"/>
                    <a:pt x="2358" y="143"/>
                  </a:cubicBezTo>
                  <a:cubicBezTo>
                    <a:pt x="2335" y="48"/>
                    <a:pt x="2287" y="1"/>
                    <a:pt x="2192"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7" name="Google Shape;23797;p145"/>
            <p:cNvSpPr/>
            <p:nvPr/>
          </p:nvSpPr>
          <p:spPr>
            <a:xfrm>
              <a:off x="6335071" y="4263046"/>
              <a:ext cx="113035" cy="10855"/>
            </a:xfrm>
            <a:custGeom>
              <a:avLst/>
              <a:gdLst/>
              <a:ahLst/>
              <a:cxnLst/>
              <a:rect l="l" t="t" r="r" b="b"/>
              <a:pathLst>
                <a:path w="3478" h="334" extrusionOk="0">
                  <a:moveTo>
                    <a:pt x="168" y="0"/>
                  </a:moveTo>
                  <a:cubicBezTo>
                    <a:pt x="48" y="0"/>
                    <a:pt x="1" y="95"/>
                    <a:pt x="1" y="167"/>
                  </a:cubicBezTo>
                  <a:cubicBezTo>
                    <a:pt x="25" y="262"/>
                    <a:pt x="96" y="334"/>
                    <a:pt x="168" y="334"/>
                  </a:cubicBezTo>
                  <a:lnTo>
                    <a:pt x="3311" y="334"/>
                  </a:lnTo>
                  <a:cubicBezTo>
                    <a:pt x="3382" y="334"/>
                    <a:pt x="3478" y="262"/>
                    <a:pt x="3478" y="143"/>
                  </a:cubicBezTo>
                  <a:cubicBezTo>
                    <a:pt x="3454" y="48"/>
                    <a:pt x="3382" y="0"/>
                    <a:pt x="3311"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8" name="Google Shape;23798;p145"/>
            <p:cNvSpPr/>
            <p:nvPr/>
          </p:nvSpPr>
          <p:spPr>
            <a:xfrm>
              <a:off x="6315733" y="4357458"/>
              <a:ext cx="11635" cy="11635"/>
            </a:xfrm>
            <a:custGeom>
              <a:avLst/>
              <a:gdLst/>
              <a:ahLst/>
              <a:cxnLst/>
              <a:rect l="l" t="t" r="r" b="b"/>
              <a:pathLst>
                <a:path w="358" h="358" extrusionOk="0">
                  <a:moveTo>
                    <a:pt x="167" y="0"/>
                  </a:moveTo>
                  <a:cubicBezTo>
                    <a:pt x="72" y="0"/>
                    <a:pt x="0" y="96"/>
                    <a:pt x="0" y="191"/>
                  </a:cubicBezTo>
                  <a:cubicBezTo>
                    <a:pt x="0" y="286"/>
                    <a:pt x="72" y="358"/>
                    <a:pt x="167" y="358"/>
                  </a:cubicBezTo>
                  <a:cubicBezTo>
                    <a:pt x="262" y="358"/>
                    <a:pt x="358" y="286"/>
                    <a:pt x="358" y="191"/>
                  </a:cubicBezTo>
                  <a:cubicBezTo>
                    <a:pt x="358" y="96"/>
                    <a:pt x="262" y="0"/>
                    <a:pt x="167"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9" name="Google Shape;23799;p145"/>
            <p:cNvSpPr/>
            <p:nvPr/>
          </p:nvSpPr>
          <p:spPr>
            <a:xfrm>
              <a:off x="6314173" y="4380663"/>
              <a:ext cx="76668" cy="10888"/>
            </a:xfrm>
            <a:custGeom>
              <a:avLst/>
              <a:gdLst/>
              <a:ahLst/>
              <a:cxnLst/>
              <a:rect l="l" t="t" r="r" b="b"/>
              <a:pathLst>
                <a:path w="2359" h="335" extrusionOk="0">
                  <a:moveTo>
                    <a:pt x="191" y="1"/>
                  </a:moveTo>
                  <a:cubicBezTo>
                    <a:pt x="72" y="1"/>
                    <a:pt x="1" y="96"/>
                    <a:pt x="1" y="191"/>
                  </a:cubicBezTo>
                  <a:cubicBezTo>
                    <a:pt x="48" y="287"/>
                    <a:pt x="96" y="334"/>
                    <a:pt x="191" y="334"/>
                  </a:cubicBezTo>
                  <a:lnTo>
                    <a:pt x="2192" y="334"/>
                  </a:lnTo>
                  <a:cubicBezTo>
                    <a:pt x="2311" y="334"/>
                    <a:pt x="2358" y="287"/>
                    <a:pt x="2358" y="144"/>
                  </a:cubicBezTo>
                  <a:cubicBezTo>
                    <a:pt x="2335" y="72"/>
                    <a:pt x="2287" y="1"/>
                    <a:pt x="2192"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0" name="Google Shape;23800;p145"/>
            <p:cNvSpPr/>
            <p:nvPr/>
          </p:nvSpPr>
          <p:spPr>
            <a:xfrm>
              <a:off x="6335071" y="4359018"/>
              <a:ext cx="113035" cy="10075"/>
            </a:xfrm>
            <a:custGeom>
              <a:avLst/>
              <a:gdLst/>
              <a:ahLst/>
              <a:cxnLst/>
              <a:rect l="l" t="t" r="r" b="b"/>
              <a:pathLst>
                <a:path w="3478" h="310" extrusionOk="0">
                  <a:moveTo>
                    <a:pt x="168" y="0"/>
                  </a:moveTo>
                  <a:cubicBezTo>
                    <a:pt x="48" y="0"/>
                    <a:pt x="1" y="72"/>
                    <a:pt x="1" y="167"/>
                  </a:cubicBezTo>
                  <a:cubicBezTo>
                    <a:pt x="25" y="262"/>
                    <a:pt x="96" y="310"/>
                    <a:pt x="168" y="310"/>
                  </a:cubicBezTo>
                  <a:lnTo>
                    <a:pt x="3311" y="310"/>
                  </a:lnTo>
                  <a:cubicBezTo>
                    <a:pt x="3382" y="310"/>
                    <a:pt x="3478" y="238"/>
                    <a:pt x="3478" y="143"/>
                  </a:cubicBezTo>
                  <a:cubicBezTo>
                    <a:pt x="3454" y="48"/>
                    <a:pt x="3382" y="0"/>
                    <a:pt x="3311"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1" name="Google Shape;23801;p145"/>
            <p:cNvSpPr/>
            <p:nvPr/>
          </p:nvSpPr>
          <p:spPr>
            <a:xfrm>
              <a:off x="6566503" y="4293206"/>
              <a:ext cx="25577" cy="19403"/>
            </a:xfrm>
            <a:custGeom>
              <a:avLst/>
              <a:gdLst/>
              <a:ahLst/>
              <a:cxnLst/>
              <a:rect l="l" t="t" r="r" b="b"/>
              <a:pathLst>
                <a:path w="787" h="597" extrusionOk="0">
                  <a:moveTo>
                    <a:pt x="119" y="1"/>
                  </a:moveTo>
                  <a:lnTo>
                    <a:pt x="0" y="287"/>
                  </a:lnTo>
                  <a:lnTo>
                    <a:pt x="667" y="596"/>
                  </a:lnTo>
                  <a:lnTo>
                    <a:pt x="786" y="287"/>
                  </a:lnTo>
                  <a:lnTo>
                    <a:pt x="119" y="1"/>
                  </a:lnTo>
                  <a:close/>
                </a:path>
              </a:pathLst>
            </a:custGeom>
            <a:solidFill>
              <a:srgbClr val="9CA7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2" name="Google Shape;23802;p145"/>
            <p:cNvSpPr/>
            <p:nvPr/>
          </p:nvSpPr>
          <p:spPr>
            <a:xfrm>
              <a:off x="6555648" y="4314103"/>
              <a:ext cx="26357" cy="19403"/>
            </a:xfrm>
            <a:custGeom>
              <a:avLst/>
              <a:gdLst/>
              <a:ahLst/>
              <a:cxnLst/>
              <a:rect l="l" t="t" r="r" b="b"/>
              <a:pathLst>
                <a:path w="811" h="597" extrusionOk="0">
                  <a:moveTo>
                    <a:pt x="120" y="1"/>
                  </a:moveTo>
                  <a:lnTo>
                    <a:pt x="1" y="310"/>
                  </a:lnTo>
                  <a:lnTo>
                    <a:pt x="692" y="596"/>
                  </a:lnTo>
                  <a:lnTo>
                    <a:pt x="811" y="310"/>
                  </a:lnTo>
                  <a:lnTo>
                    <a:pt x="120" y="1"/>
                  </a:lnTo>
                  <a:close/>
                </a:path>
              </a:pathLst>
            </a:custGeom>
            <a:solidFill>
              <a:srgbClr val="9CA7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03" name="Google Shape;23803;p145"/>
          <p:cNvGrpSpPr/>
          <p:nvPr/>
        </p:nvGrpSpPr>
        <p:grpSpPr>
          <a:xfrm>
            <a:off x="7029336" y="4037098"/>
            <a:ext cx="358377" cy="274040"/>
            <a:chOff x="7029336" y="4189498"/>
            <a:chExt cx="358377" cy="274040"/>
          </a:xfrm>
        </p:grpSpPr>
        <p:sp>
          <p:nvSpPr>
            <p:cNvPr id="23804" name="Google Shape;23804;p145"/>
            <p:cNvSpPr/>
            <p:nvPr/>
          </p:nvSpPr>
          <p:spPr>
            <a:xfrm>
              <a:off x="7052541" y="4235941"/>
              <a:ext cx="312715" cy="209788"/>
            </a:xfrm>
            <a:custGeom>
              <a:avLst/>
              <a:gdLst/>
              <a:ahLst/>
              <a:cxnLst/>
              <a:rect l="l" t="t" r="r" b="b"/>
              <a:pathLst>
                <a:path w="9622" h="6455" extrusionOk="0">
                  <a:moveTo>
                    <a:pt x="549" y="1"/>
                  </a:moveTo>
                  <a:cubicBezTo>
                    <a:pt x="239" y="1"/>
                    <a:pt x="1" y="239"/>
                    <a:pt x="1" y="525"/>
                  </a:cubicBezTo>
                  <a:lnTo>
                    <a:pt x="1" y="6240"/>
                  </a:lnTo>
                  <a:lnTo>
                    <a:pt x="4811" y="6454"/>
                  </a:lnTo>
                  <a:lnTo>
                    <a:pt x="9598" y="6240"/>
                  </a:lnTo>
                  <a:lnTo>
                    <a:pt x="9598" y="525"/>
                  </a:lnTo>
                  <a:cubicBezTo>
                    <a:pt x="9622" y="239"/>
                    <a:pt x="9384" y="1"/>
                    <a:pt x="9098"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5" name="Google Shape;23805;p145"/>
            <p:cNvSpPr/>
            <p:nvPr/>
          </p:nvSpPr>
          <p:spPr>
            <a:xfrm>
              <a:off x="7330416" y="4235941"/>
              <a:ext cx="34840" cy="209788"/>
            </a:xfrm>
            <a:custGeom>
              <a:avLst/>
              <a:gdLst/>
              <a:ahLst/>
              <a:cxnLst/>
              <a:rect l="l" t="t" r="r" b="b"/>
              <a:pathLst>
                <a:path w="1072" h="6455" extrusionOk="0">
                  <a:moveTo>
                    <a:pt x="0" y="1"/>
                  </a:moveTo>
                  <a:cubicBezTo>
                    <a:pt x="238" y="1"/>
                    <a:pt x="429" y="167"/>
                    <a:pt x="429" y="405"/>
                  </a:cubicBezTo>
                  <a:lnTo>
                    <a:pt x="429" y="6240"/>
                  </a:lnTo>
                  <a:lnTo>
                    <a:pt x="786" y="6454"/>
                  </a:lnTo>
                  <a:lnTo>
                    <a:pt x="1072" y="6240"/>
                  </a:lnTo>
                  <a:lnTo>
                    <a:pt x="1072" y="525"/>
                  </a:lnTo>
                  <a:cubicBezTo>
                    <a:pt x="1072" y="239"/>
                    <a:pt x="834" y="1"/>
                    <a:pt x="548" y="1"/>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6" name="Google Shape;23806;p145"/>
            <p:cNvSpPr/>
            <p:nvPr/>
          </p:nvSpPr>
          <p:spPr>
            <a:xfrm>
              <a:off x="7075778" y="4259178"/>
              <a:ext cx="265493" cy="186550"/>
            </a:xfrm>
            <a:custGeom>
              <a:avLst/>
              <a:gdLst/>
              <a:ahLst/>
              <a:cxnLst/>
              <a:rect l="l" t="t" r="r" b="b"/>
              <a:pathLst>
                <a:path w="8169" h="5740" extrusionOk="0">
                  <a:moveTo>
                    <a:pt x="191" y="0"/>
                  </a:moveTo>
                  <a:cubicBezTo>
                    <a:pt x="96" y="0"/>
                    <a:pt x="0" y="95"/>
                    <a:pt x="0" y="167"/>
                  </a:cubicBezTo>
                  <a:lnTo>
                    <a:pt x="0" y="5525"/>
                  </a:lnTo>
                  <a:lnTo>
                    <a:pt x="4096" y="5739"/>
                  </a:lnTo>
                  <a:lnTo>
                    <a:pt x="8169" y="5525"/>
                  </a:lnTo>
                  <a:lnTo>
                    <a:pt x="8169" y="167"/>
                  </a:lnTo>
                  <a:cubicBezTo>
                    <a:pt x="8169" y="95"/>
                    <a:pt x="8073" y="0"/>
                    <a:pt x="7978" y="0"/>
                  </a:cubicBezTo>
                  <a:close/>
                </a:path>
              </a:pathLst>
            </a:custGeom>
            <a:solidFill>
              <a:srgbClr val="9CA7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7" name="Google Shape;23807;p145"/>
            <p:cNvSpPr/>
            <p:nvPr/>
          </p:nvSpPr>
          <p:spPr>
            <a:xfrm>
              <a:off x="7140778" y="4382223"/>
              <a:ext cx="131625" cy="21710"/>
            </a:xfrm>
            <a:custGeom>
              <a:avLst/>
              <a:gdLst/>
              <a:ahLst/>
              <a:cxnLst/>
              <a:rect l="l" t="t" r="r" b="b"/>
              <a:pathLst>
                <a:path w="4050" h="668" extrusionOk="0">
                  <a:moveTo>
                    <a:pt x="334" y="1"/>
                  </a:moveTo>
                  <a:cubicBezTo>
                    <a:pt x="144" y="1"/>
                    <a:pt x="1" y="167"/>
                    <a:pt x="1" y="358"/>
                  </a:cubicBezTo>
                  <a:cubicBezTo>
                    <a:pt x="25" y="524"/>
                    <a:pt x="167" y="667"/>
                    <a:pt x="358" y="667"/>
                  </a:cubicBezTo>
                  <a:lnTo>
                    <a:pt x="3692" y="667"/>
                  </a:lnTo>
                  <a:cubicBezTo>
                    <a:pt x="3906" y="667"/>
                    <a:pt x="4049" y="501"/>
                    <a:pt x="4025" y="310"/>
                  </a:cubicBezTo>
                  <a:cubicBezTo>
                    <a:pt x="4002" y="143"/>
                    <a:pt x="3835" y="1"/>
                    <a:pt x="3668" y="1"/>
                  </a:cubicBezTo>
                  <a:close/>
                </a:path>
              </a:pathLst>
            </a:custGeom>
            <a:solidFill>
              <a:srgbClr val="C4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8" name="Google Shape;23808;p145"/>
            <p:cNvSpPr/>
            <p:nvPr/>
          </p:nvSpPr>
          <p:spPr>
            <a:xfrm>
              <a:off x="7123748" y="4189498"/>
              <a:ext cx="162565" cy="154050"/>
            </a:xfrm>
            <a:custGeom>
              <a:avLst/>
              <a:gdLst/>
              <a:ahLst/>
              <a:cxnLst/>
              <a:rect l="l" t="t" r="r" b="b"/>
              <a:pathLst>
                <a:path w="5002" h="4740" extrusionOk="0">
                  <a:moveTo>
                    <a:pt x="167" y="1"/>
                  </a:moveTo>
                  <a:cubicBezTo>
                    <a:pt x="72" y="1"/>
                    <a:pt x="1" y="96"/>
                    <a:pt x="1" y="167"/>
                  </a:cubicBezTo>
                  <a:lnTo>
                    <a:pt x="1" y="2311"/>
                  </a:lnTo>
                  <a:cubicBezTo>
                    <a:pt x="1" y="3120"/>
                    <a:pt x="644" y="3740"/>
                    <a:pt x="1406" y="3740"/>
                  </a:cubicBezTo>
                  <a:cubicBezTo>
                    <a:pt x="1477" y="3740"/>
                    <a:pt x="1501" y="3787"/>
                    <a:pt x="1573" y="3811"/>
                  </a:cubicBezTo>
                  <a:lnTo>
                    <a:pt x="2239" y="4668"/>
                  </a:lnTo>
                  <a:cubicBezTo>
                    <a:pt x="2275" y="4716"/>
                    <a:pt x="2329" y="4740"/>
                    <a:pt x="2382" y="4740"/>
                  </a:cubicBezTo>
                  <a:cubicBezTo>
                    <a:pt x="2436" y="4740"/>
                    <a:pt x="2489" y="4716"/>
                    <a:pt x="2525" y="4668"/>
                  </a:cubicBezTo>
                  <a:lnTo>
                    <a:pt x="3263" y="3740"/>
                  </a:lnTo>
                  <a:lnTo>
                    <a:pt x="4811" y="3740"/>
                  </a:lnTo>
                  <a:cubicBezTo>
                    <a:pt x="4907" y="3740"/>
                    <a:pt x="4978" y="3644"/>
                    <a:pt x="4978" y="3573"/>
                  </a:cubicBezTo>
                  <a:lnTo>
                    <a:pt x="4978" y="1525"/>
                  </a:lnTo>
                  <a:cubicBezTo>
                    <a:pt x="5002" y="691"/>
                    <a:pt x="4311" y="1"/>
                    <a:pt x="3478"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9" name="Google Shape;23809;p145"/>
            <p:cNvSpPr/>
            <p:nvPr/>
          </p:nvSpPr>
          <p:spPr>
            <a:xfrm>
              <a:off x="7232883" y="4189498"/>
              <a:ext cx="53430" cy="123110"/>
            </a:xfrm>
            <a:custGeom>
              <a:avLst/>
              <a:gdLst/>
              <a:ahLst/>
              <a:cxnLst/>
              <a:rect l="l" t="t" r="r" b="b"/>
              <a:pathLst>
                <a:path w="1644" h="3788" extrusionOk="0">
                  <a:moveTo>
                    <a:pt x="144" y="1"/>
                  </a:moveTo>
                  <a:lnTo>
                    <a:pt x="144" y="1"/>
                  </a:lnTo>
                  <a:cubicBezTo>
                    <a:pt x="620" y="263"/>
                    <a:pt x="977" y="810"/>
                    <a:pt x="977" y="1453"/>
                  </a:cubicBezTo>
                  <a:lnTo>
                    <a:pt x="977" y="2263"/>
                  </a:lnTo>
                  <a:cubicBezTo>
                    <a:pt x="977" y="2954"/>
                    <a:pt x="572" y="3549"/>
                    <a:pt x="1" y="3787"/>
                  </a:cubicBezTo>
                  <a:lnTo>
                    <a:pt x="120" y="3787"/>
                  </a:lnTo>
                  <a:cubicBezTo>
                    <a:pt x="953" y="3787"/>
                    <a:pt x="1644" y="3097"/>
                    <a:pt x="1644" y="2263"/>
                  </a:cubicBezTo>
                  <a:lnTo>
                    <a:pt x="1644" y="1525"/>
                  </a:lnTo>
                  <a:cubicBezTo>
                    <a:pt x="1644" y="691"/>
                    <a:pt x="977" y="25"/>
                    <a:pt x="144"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0" name="Google Shape;23810;p145"/>
            <p:cNvSpPr/>
            <p:nvPr/>
          </p:nvSpPr>
          <p:spPr>
            <a:xfrm>
              <a:off x="7314913" y="4259178"/>
              <a:ext cx="27138" cy="186550"/>
            </a:xfrm>
            <a:custGeom>
              <a:avLst/>
              <a:gdLst/>
              <a:ahLst/>
              <a:cxnLst/>
              <a:rect l="l" t="t" r="r" b="b"/>
              <a:pathLst>
                <a:path w="835" h="5740" extrusionOk="0">
                  <a:moveTo>
                    <a:pt x="1" y="0"/>
                  </a:moveTo>
                  <a:cubicBezTo>
                    <a:pt x="96" y="0"/>
                    <a:pt x="191" y="95"/>
                    <a:pt x="191" y="167"/>
                  </a:cubicBezTo>
                  <a:lnTo>
                    <a:pt x="191" y="5525"/>
                  </a:lnTo>
                  <a:lnTo>
                    <a:pt x="477" y="5739"/>
                  </a:lnTo>
                  <a:lnTo>
                    <a:pt x="834" y="5525"/>
                  </a:lnTo>
                  <a:lnTo>
                    <a:pt x="834" y="167"/>
                  </a:lnTo>
                  <a:cubicBezTo>
                    <a:pt x="834" y="48"/>
                    <a:pt x="739" y="0"/>
                    <a:pt x="668" y="0"/>
                  </a:cubicBezTo>
                  <a:close/>
                </a:path>
              </a:pathLst>
            </a:custGeom>
            <a:solidFill>
              <a:srgbClr val="8B98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1" name="Google Shape;23811;p145"/>
            <p:cNvSpPr/>
            <p:nvPr/>
          </p:nvSpPr>
          <p:spPr>
            <a:xfrm>
              <a:off x="7239838" y="4382223"/>
              <a:ext cx="32565" cy="20995"/>
            </a:xfrm>
            <a:custGeom>
              <a:avLst/>
              <a:gdLst/>
              <a:ahLst/>
              <a:cxnLst/>
              <a:rect l="l" t="t" r="r" b="b"/>
              <a:pathLst>
                <a:path w="1002" h="646" extrusionOk="0">
                  <a:moveTo>
                    <a:pt x="1" y="1"/>
                  </a:moveTo>
                  <a:cubicBezTo>
                    <a:pt x="168" y="1"/>
                    <a:pt x="311" y="143"/>
                    <a:pt x="311" y="310"/>
                  </a:cubicBezTo>
                  <a:cubicBezTo>
                    <a:pt x="311" y="501"/>
                    <a:pt x="168" y="644"/>
                    <a:pt x="1" y="644"/>
                  </a:cubicBezTo>
                  <a:lnTo>
                    <a:pt x="644" y="644"/>
                  </a:lnTo>
                  <a:cubicBezTo>
                    <a:pt x="658" y="645"/>
                    <a:pt x="671" y="646"/>
                    <a:pt x="684" y="646"/>
                  </a:cubicBezTo>
                  <a:cubicBezTo>
                    <a:pt x="876" y="646"/>
                    <a:pt x="1001" y="488"/>
                    <a:pt x="1001" y="310"/>
                  </a:cubicBezTo>
                  <a:cubicBezTo>
                    <a:pt x="1001" y="143"/>
                    <a:pt x="858" y="1"/>
                    <a:pt x="644" y="1"/>
                  </a:cubicBez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2" name="Google Shape;23812;p145"/>
            <p:cNvSpPr/>
            <p:nvPr/>
          </p:nvSpPr>
          <p:spPr>
            <a:xfrm>
              <a:off x="7163236" y="4223558"/>
              <a:ext cx="82843" cy="10107"/>
            </a:xfrm>
            <a:custGeom>
              <a:avLst/>
              <a:gdLst/>
              <a:ahLst/>
              <a:cxnLst/>
              <a:rect l="l" t="t" r="r" b="b"/>
              <a:pathLst>
                <a:path w="2549" h="311" extrusionOk="0">
                  <a:moveTo>
                    <a:pt x="167" y="1"/>
                  </a:moveTo>
                  <a:cubicBezTo>
                    <a:pt x="48" y="1"/>
                    <a:pt x="0" y="72"/>
                    <a:pt x="0" y="167"/>
                  </a:cubicBezTo>
                  <a:cubicBezTo>
                    <a:pt x="24" y="263"/>
                    <a:pt x="96" y="310"/>
                    <a:pt x="167" y="310"/>
                  </a:cubicBezTo>
                  <a:lnTo>
                    <a:pt x="2382" y="310"/>
                  </a:lnTo>
                  <a:cubicBezTo>
                    <a:pt x="2501" y="310"/>
                    <a:pt x="2548" y="239"/>
                    <a:pt x="2548" y="143"/>
                  </a:cubicBezTo>
                  <a:cubicBezTo>
                    <a:pt x="2525" y="48"/>
                    <a:pt x="2453" y="1"/>
                    <a:pt x="2382"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3" name="Google Shape;23813;p145"/>
            <p:cNvSpPr/>
            <p:nvPr/>
          </p:nvSpPr>
          <p:spPr>
            <a:xfrm>
              <a:off x="7163236" y="4246796"/>
              <a:ext cx="82843" cy="10075"/>
            </a:xfrm>
            <a:custGeom>
              <a:avLst/>
              <a:gdLst/>
              <a:ahLst/>
              <a:cxnLst/>
              <a:rect l="l" t="t" r="r" b="b"/>
              <a:pathLst>
                <a:path w="2549" h="310" extrusionOk="0">
                  <a:moveTo>
                    <a:pt x="167" y="0"/>
                  </a:moveTo>
                  <a:cubicBezTo>
                    <a:pt x="48" y="0"/>
                    <a:pt x="0" y="71"/>
                    <a:pt x="0" y="167"/>
                  </a:cubicBezTo>
                  <a:cubicBezTo>
                    <a:pt x="24" y="262"/>
                    <a:pt x="96" y="310"/>
                    <a:pt x="167" y="310"/>
                  </a:cubicBezTo>
                  <a:lnTo>
                    <a:pt x="2382" y="310"/>
                  </a:lnTo>
                  <a:cubicBezTo>
                    <a:pt x="2501" y="310"/>
                    <a:pt x="2548" y="238"/>
                    <a:pt x="2548" y="143"/>
                  </a:cubicBezTo>
                  <a:cubicBezTo>
                    <a:pt x="2525" y="48"/>
                    <a:pt x="2453" y="0"/>
                    <a:pt x="238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4" name="Google Shape;23814;p145"/>
            <p:cNvSpPr/>
            <p:nvPr/>
          </p:nvSpPr>
          <p:spPr>
            <a:xfrm>
              <a:off x="7163236" y="4269221"/>
              <a:ext cx="82843" cy="10888"/>
            </a:xfrm>
            <a:custGeom>
              <a:avLst/>
              <a:gdLst/>
              <a:ahLst/>
              <a:cxnLst/>
              <a:rect l="l" t="t" r="r" b="b"/>
              <a:pathLst>
                <a:path w="2549" h="335" extrusionOk="0">
                  <a:moveTo>
                    <a:pt x="167" y="1"/>
                  </a:moveTo>
                  <a:cubicBezTo>
                    <a:pt x="48" y="1"/>
                    <a:pt x="0" y="96"/>
                    <a:pt x="0" y="191"/>
                  </a:cubicBezTo>
                  <a:cubicBezTo>
                    <a:pt x="24" y="286"/>
                    <a:pt x="96" y="334"/>
                    <a:pt x="167" y="334"/>
                  </a:cubicBezTo>
                  <a:lnTo>
                    <a:pt x="2382" y="334"/>
                  </a:lnTo>
                  <a:cubicBezTo>
                    <a:pt x="2501" y="334"/>
                    <a:pt x="2548" y="263"/>
                    <a:pt x="2548" y="167"/>
                  </a:cubicBezTo>
                  <a:cubicBezTo>
                    <a:pt x="2525" y="72"/>
                    <a:pt x="2453" y="1"/>
                    <a:pt x="2382"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5" name="Google Shape;23815;p145"/>
            <p:cNvSpPr/>
            <p:nvPr/>
          </p:nvSpPr>
          <p:spPr>
            <a:xfrm>
              <a:off x="7237531" y="4437181"/>
              <a:ext cx="150182" cy="24797"/>
            </a:xfrm>
            <a:custGeom>
              <a:avLst/>
              <a:gdLst/>
              <a:ahLst/>
              <a:cxnLst/>
              <a:rect l="l" t="t" r="r" b="b"/>
              <a:pathLst>
                <a:path w="4621" h="763" extrusionOk="0">
                  <a:moveTo>
                    <a:pt x="4478" y="0"/>
                  </a:moveTo>
                  <a:lnTo>
                    <a:pt x="4478" y="24"/>
                  </a:lnTo>
                  <a:lnTo>
                    <a:pt x="72" y="24"/>
                  </a:lnTo>
                  <a:lnTo>
                    <a:pt x="1" y="405"/>
                  </a:lnTo>
                  <a:lnTo>
                    <a:pt x="72" y="762"/>
                  </a:lnTo>
                  <a:lnTo>
                    <a:pt x="4478" y="762"/>
                  </a:lnTo>
                  <a:cubicBezTo>
                    <a:pt x="4549" y="762"/>
                    <a:pt x="4621" y="715"/>
                    <a:pt x="4621" y="620"/>
                  </a:cubicBezTo>
                  <a:lnTo>
                    <a:pt x="4621" y="48"/>
                  </a:lnTo>
                  <a:cubicBezTo>
                    <a:pt x="4621" y="24"/>
                    <a:pt x="4597" y="0"/>
                    <a:pt x="4549"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6" name="Google Shape;23816;p145"/>
            <p:cNvSpPr/>
            <p:nvPr/>
          </p:nvSpPr>
          <p:spPr>
            <a:xfrm>
              <a:off x="7029336" y="4437961"/>
              <a:ext cx="150963" cy="25578"/>
            </a:xfrm>
            <a:custGeom>
              <a:avLst/>
              <a:gdLst/>
              <a:ahLst/>
              <a:cxnLst/>
              <a:rect l="l" t="t" r="r" b="b"/>
              <a:pathLst>
                <a:path w="4645" h="787" extrusionOk="0">
                  <a:moveTo>
                    <a:pt x="167" y="0"/>
                  </a:moveTo>
                  <a:cubicBezTo>
                    <a:pt x="72" y="0"/>
                    <a:pt x="0" y="72"/>
                    <a:pt x="0" y="143"/>
                  </a:cubicBezTo>
                  <a:lnTo>
                    <a:pt x="0" y="453"/>
                  </a:lnTo>
                  <a:cubicBezTo>
                    <a:pt x="0" y="619"/>
                    <a:pt x="167" y="786"/>
                    <a:pt x="334" y="786"/>
                  </a:cubicBezTo>
                  <a:lnTo>
                    <a:pt x="4525" y="786"/>
                  </a:lnTo>
                  <a:lnTo>
                    <a:pt x="4644" y="381"/>
                  </a:lnTo>
                  <a:lnTo>
                    <a:pt x="4573" y="0"/>
                  </a:ln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7" name="Google Shape;23817;p145"/>
            <p:cNvSpPr/>
            <p:nvPr/>
          </p:nvSpPr>
          <p:spPr>
            <a:xfrm>
              <a:off x="7355961" y="4437961"/>
              <a:ext cx="31752" cy="25578"/>
            </a:xfrm>
            <a:custGeom>
              <a:avLst/>
              <a:gdLst/>
              <a:ahLst/>
              <a:cxnLst/>
              <a:rect l="l" t="t" r="r" b="b"/>
              <a:pathLst>
                <a:path w="977" h="787" extrusionOk="0">
                  <a:moveTo>
                    <a:pt x="167" y="0"/>
                  </a:moveTo>
                  <a:cubicBezTo>
                    <a:pt x="262" y="0"/>
                    <a:pt x="310" y="72"/>
                    <a:pt x="310" y="143"/>
                  </a:cubicBezTo>
                  <a:lnTo>
                    <a:pt x="310" y="453"/>
                  </a:lnTo>
                  <a:cubicBezTo>
                    <a:pt x="310" y="619"/>
                    <a:pt x="167" y="786"/>
                    <a:pt x="0" y="786"/>
                  </a:cubicBezTo>
                  <a:lnTo>
                    <a:pt x="643" y="786"/>
                  </a:lnTo>
                  <a:cubicBezTo>
                    <a:pt x="834" y="786"/>
                    <a:pt x="977" y="619"/>
                    <a:pt x="977" y="453"/>
                  </a:cubicBezTo>
                  <a:lnTo>
                    <a:pt x="977" y="143"/>
                  </a:lnTo>
                  <a:cubicBezTo>
                    <a:pt x="977" y="72"/>
                    <a:pt x="905" y="0"/>
                    <a:pt x="834" y="0"/>
                  </a:cubicBezTo>
                  <a:close/>
                </a:path>
              </a:pathLst>
            </a:custGeom>
            <a:solidFill>
              <a:srgbClr val="A0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8" name="Google Shape;23818;p145"/>
            <p:cNvSpPr/>
            <p:nvPr/>
          </p:nvSpPr>
          <p:spPr>
            <a:xfrm>
              <a:off x="7177926" y="4437961"/>
              <a:ext cx="62725" cy="24018"/>
            </a:xfrm>
            <a:custGeom>
              <a:avLst/>
              <a:gdLst/>
              <a:ahLst/>
              <a:cxnLst/>
              <a:rect l="l" t="t" r="r" b="b"/>
              <a:pathLst>
                <a:path w="1930" h="739" extrusionOk="0">
                  <a:moveTo>
                    <a:pt x="1" y="0"/>
                  </a:moveTo>
                  <a:lnTo>
                    <a:pt x="1" y="738"/>
                  </a:lnTo>
                  <a:lnTo>
                    <a:pt x="1930" y="738"/>
                  </a:lnTo>
                  <a:lnTo>
                    <a:pt x="19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9" name="Google Shape;23819;p145"/>
            <p:cNvSpPr/>
            <p:nvPr/>
          </p:nvSpPr>
          <p:spPr>
            <a:xfrm>
              <a:off x="7218941" y="4437961"/>
              <a:ext cx="21710" cy="24018"/>
            </a:xfrm>
            <a:custGeom>
              <a:avLst/>
              <a:gdLst/>
              <a:ahLst/>
              <a:cxnLst/>
              <a:rect l="l" t="t" r="r" b="b"/>
              <a:pathLst>
                <a:path w="668" h="739" extrusionOk="0">
                  <a:moveTo>
                    <a:pt x="1" y="0"/>
                  </a:moveTo>
                  <a:lnTo>
                    <a:pt x="1" y="738"/>
                  </a:lnTo>
                  <a:lnTo>
                    <a:pt x="668" y="738"/>
                  </a:lnTo>
                  <a:lnTo>
                    <a:pt x="668" y="0"/>
                  </a:ln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20" name="Google Shape;23820;p145"/>
          <p:cNvGrpSpPr/>
          <p:nvPr/>
        </p:nvGrpSpPr>
        <p:grpSpPr>
          <a:xfrm>
            <a:off x="7818793" y="3995303"/>
            <a:ext cx="280215" cy="357597"/>
            <a:chOff x="7818793" y="4147703"/>
            <a:chExt cx="280215" cy="357597"/>
          </a:xfrm>
        </p:grpSpPr>
        <p:sp>
          <p:nvSpPr>
            <p:cNvPr id="23821" name="Google Shape;23821;p145"/>
            <p:cNvSpPr/>
            <p:nvPr/>
          </p:nvSpPr>
          <p:spPr>
            <a:xfrm>
              <a:off x="7864456" y="4421711"/>
              <a:ext cx="10855" cy="56225"/>
            </a:xfrm>
            <a:custGeom>
              <a:avLst/>
              <a:gdLst/>
              <a:ahLst/>
              <a:cxnLst/>
              <a:rect l="l" t="t" r="r" b="b"/>
              <a:pathLst>
                <a:path w="334" h="1730" extrusionOk="0">
                  <a:moveTo>
                    <a:pt x="143" y="0"/>
                  </a:moveTo>
                  <a:cubicBezTo>
                    <a:pt x="72" y="24"/>
                    <a:pt x="0" y="71"/>
                    <a:pt x="0" y="167"/>
                  </a:cubicBezTo>
                  <a:lnTo>
                    <a:pt x="0" y="1596"/>
                  </a:lnTo>
                  <a:cubicBezTo>
                    <a:pt x="0" y="1670"/>
                    <a:pt x="44" y="1730"/>
                    <a:pt x="97" y="1730"/>
                  </a:cubicBezTo>
                  <a:cubicBezTo>
                    <a:pt x="112" y="1730"/>
                    <a:pt x="127" y="1725"/>
                    <a:pt x="143" y="1715"/>
                  </a:cubicBezTo>
                  <a:cubicBezTo>
                    <a:pt x="161" y="1723"/>
                    <a:pt x="178" y="1727"/>
                    <a:pt x="195" y="1727"/>
                  </a:cubicBezTo>
                  <a:cubicBezTo>
                    <a:pt x="270" y="1727"/>
                    <a:pt x="334" y="1650"/>
                    <a:pt x="334" y="1572"/>
                  </a:cubicBezTo>
                  <a:lnTo>
                    <a:pt x="334" y="143"/>
                  </a:lnTo>
                  <a:cubicBezTo>
                    <a:pt x="334" y="48"/>
                    <a:pt x="238" y="0"/>
                    <a:pt x="143" y="0"/>
                  </a:cubicBezTo>
                  <a:close/>
                </a:path>
              </a:pathLst>
            </a:custGeom>
            <a:solidFill>
              <a:srgbClr val="9CA7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2" name="Google Shape;23822;p145"/>
            <p:cNvSpPr/>
            <p:nvPr/>
          </p:nvSpPr>
          <p:spPr>
            <a:xfrm>
              <a:off x="7818793" y="4147703"/>
              <a:ext cx="278655" cy="278655"/>
            </a:xfrm>
            <a:custGeom>
              <a:avLst/>
              <a:gdLst/>
              <a:ahLst/>
              <a:cxnLst/>
              <a:rect l="l" t="t" r="r" b="b"/>
              <a:pathLst>
                <a:path w="8574" h="8574" extrusionOk="0">
                  <a:moveTo>
                    <a:pt x="4287" y="1"/>
                  </a:moveTo>
                  <a:cubicBezTo>
                    <a:pt x="1929" y="1"/>
                    <a:pt x="0" y="1930"/>
                    <a:pt x="0" y="4287"/>
                  </a:cubicBezTo>
                  <a:cubicBezTo>
                    <a:pt x="0" y="6645"/>
                    <a:pt x="1929" y="8574"/>
                    <a:pt x="4287" y="8574"/>
                  </a:cubicBezTo>
                  <a:cubicBezTo>
                    <a:pt x="6668" y="8574"/>
                    <a:pt x="8573" y="6645"/>
                    <a:pt x="8573" y="4287"/>
                  </a:cubicBezTo>
                  <a:cubicBezTo>
                    <a:pt x="8573" y="1930"/>
                    <a:pt x="6668" y="1"/>
                    <a:pt x="4287" y="1"/>
                  </a:cubicBezTo>
                  <a:close/>
                </a:path>
              </a:pathLst>
            </a:custGeom>
            <a:solidFill>
              <a:srgbClr val="B8C3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3" name="Google Shape;23823;p145"/>
            <p:cNvSpPr/>
            <p:nvPr/>
          </p:nvSpPr>
          <p:spPr>
            <a:xfrm>
              <a:off x="7948046" y="4147703"/>
              <a:ext cx="150963" cy="278655"/>
            </a:xfrm>
            <a:custGeom>
              <a:avLst/>
              <a:gdLst/>
              <a:ahLst/>
              <a:cxnLst/>
              <a:rect l="l" t="t" r="r" b="b"/>
              <a:pathLst>
                <a:path w="4645" h="8574" extrusionOk="0">
                  <a:moveTo>
                    <a:pt x="0" y="1"/>
                  </a:moveTo>
                  <a:cubicBezTo>
                    <a:pt x="2215" y="191"/>
                    <a:pt x="3953" y="2025"/>
                    <a:pt x="3953" y="4287"/>
                  </a:cubicBezTo>
                  <a:cubicBezTo>
                    <a:pt x="3953" y="6550"/>
                    <a:pt x="2191" y="8407"/>
                    <a:pt x="0" y="8574"/>
                  </a:cubicBezTo>
                  <a:lnTo>
                    <a:pt x="310" y="8574"/>
                  </a:lnTo>
                  <a:cubicBezTo>
                    <a:pt x="2691" y="8574"/>
                    <a:pt x="4596" y="6645"/>
                    <a:pt x="4596" y="4287"/>
                  </a:cubicBezTo>
                  <a:cubicBezTo>
                    <a:pt x="4644" y="1906"/>
                    <a:pt x="2691" y="1"/>
                    <a:pt x="31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4" name="Google Shape;23824;p145"/>
            <p:cNvSpPr/>
            <p:nvPr/>
          </p:nvSpPr>
          <p:spPr>
            <a:xfrm>
              <a:off x="7894648" y="4147703"/>
              <a:ext cx="127725" cy="278655"/>
            </a:xfrm>
            <a:custGeom>
              <a:avLst/>
              <a:gdLst/>
              <a:ahLst/>
              <a:cxnLst/>
              <a:rect l="l" t="t" r="r" b="b"/>
              <a:pathLst>
                <a:path w="3930" h="8574" extrusionOk="0">
                  <a:moveTo>
                    <a:pt x="1953" y="1"/>
                  </a:moveTo>
                  <a:cubicBezTo>
                    <a:pt x="881" y="1"/>
                    <a:pt x="0" y="1930"/>
                    <a:pt x="0" y="4287"/>
                  </a:cubicBezTo>
                  <a:cubicBezTo>
                    <a:pt x="0" y="6645"/>
                    <a:pt x="881" y="8574"/>
                    <a:pt x="1953" y="8574"/>
                  </a:cubicBezTo>
                  <a:cubicBezTo>
                    <a:pt x="3048" y="8574"/>
                    <a:pt x="3929" y="6645"/>
                    <a:pt x="3929" y="4287"/>
                  </a:cubicBezTo>
                  <a:cubicBezTo>
                    <a:pt x="3929" y="1930"/>
                    <a:pt x="3048" y="1"/>
                    <a:pt x="1953" y="1"/>
                  </a:cubicBezTo>
                  <a:close/>
                </a:path>
              </a:pathLst>
            </a:custGeom>
            <a:solidFill>
              <a:srgbClr val="E1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5" name="Google Shape;23825;p145"/>
            <p:cNvSpPr/>
            <p:nvPr/>
          </p:nvSpPr>
          <p:spPr>
            <a:xfrm>
              <a:off x="7948046" y="4147703"/>
              <a:ext cx="74327" cy="278655"/>
            </a:xfrm>
            <a:custGeom>
              <a:avLst/>
              <a:gdLst/>
              <a:ahLst/>
              <a:cxnLst/>
              <a:rect l="l" t="t" r="r" b="b"/>
              <a:pathLst>
                <a:path w="2287" h="8574" extrusionOk="0">
                  <a:moveTo>
                    <a:pt x="310" y="1"/>
                  </a:moveTo>
                  <a:cubicBezTo>
                    <a:pt x="191" y="1"/>
                    <a:pt x="72" y="25"/>
                    <a:pt x="0" y="72"/>
                  </a:cubicBezTo>
                  <a:cubicBezTo>
                    <a:pt x="905" y="429"/>
                    <a:pt x="1620" y="2168"/>
                    <a:pt x="1620" y="4287"/>
                  </a:cubicBezTo>
                  <a:cubicBezTo>
                    <a:pt x="1620" y="6407"/>
                    <a:pt x="905" y="8193"/>
                    <a:pt x="0" y="8502"/>
                  </a:cubicBezTo>
                  <a:cubicBezTo>
                    <a:pt x="119" y="8550"/>
                    <a:pt x="191" y="8574"/>
                    <a:pt x="310" y="8574"/>
                  </a:cubicBezTo>
                  <a:cubicBezTo>
                    <a:pt x="1381" y="8574"/>
                    <a:pt x="2286" y="6645"/>
                    <a:pt x="2286" y="4287"/>
                  </a:cubicBezTo>
                  <a:cubicBezTo>
                    <a:pt x="2286" y="1930"/>
                    <a:pt x="1429" y="1"/>
                    <a:pt x="310" y="1"/>
                  </a:cubicBezTo>
                  <a:close/>
                </a:path>
              </a:pathLst>
            </a:custGeom>
            <a:solidFill>
              <a:srgbClr val="D6DD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6" name="Google Shape;23826;p145"/>
            <p:cNvSpPr/>
            <p:nvPr/>
          </p:nvSpPr>
          <p:spPr>
            <a:xfrm>
              <a:off x="7857468" y="4469681"/>
              <a:ext cx="23270" cy="23238"/>
            </a:xfrm>
            <a:custGeom>
              <a:avLst/>
              <a:gdLst/>
              <a:ahLst/>
              <a:cxnLst/>
              <a:rect l="l" t="t" r="r" b="b"/>
              <a:pathLst>
                <a:path w="716" h="715" extrusionOk="0">
                  <a:moveTo>
                    <a:pt x="358" y="1"/>
                  </a:moveTo>
                  <a:cubicBezTo>
                    <a:pt x="144" y="1"/>
                    <a:pt x="1" y="191"/>
                    <a:pt x="1" y="358"/>
                  </a:cubicBezTo>
                  <a:cubicBezTo>
                    <a:pt x="1" y="572"/>
                    <a:pt x="191" y="715"/>
                    <a:pt x="358" y="715"/>
                  </a:cubicBezTo>
                  <a:cubicBezTo>
                    <a:pt x="572" y="715"/>
                    <a:pt x="715" y="572"/>
                    <a:pt x="715" y="358"/>
                  </a:cubicBezTo>
                  <a:cubicBezTo>
                    <a:pt x="715" y="167"/>
                    <a:pt x="549" y="1"/>
                    <a:pt x="358"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7" name="Google Shape;23827;p145"/>
            <p:cNvSpPr/>
            <p:nvPr/>
          </p:nvSpPr>
          <p:spPr>
            <a:xfrm>
              <a:off x="7896176" y="4430973"/>
              <a:ext cx="125418" cy="73580"/>
            </a:xfrm>
            <a:custGeom>
              <a:avLst/>
              <a:gdLst/>
              <a:ahLst/>
              <a:cxnLst/>
              <a:rect l="l" t="t" r="r" b="b"/>
              <a:pathLst>
                <a:path w="3859" h="2264" extrusionOk="0">
                  <a:moveTo>
                    <a:pt x="1" y="1"/>
                  </a:moveTo>
                  <a:lnTo>
                    <a:pt x="1" y="1739"/>
                  </a:lnTo>
                  <a:cubicBezTo>
                    <a:pt x="1" y="1763"/>
                    <a:pt x="48" y="1787"/>
                    <a:pt x="72" y="1835"/>
                  </a:cubicBezTo>
                  <a:lnTo>
                    <a:pt x="405" y="1977"/>
                  </a:lnTo>
                  <a:cubicBezTo>
                    <a:pt x="894" y="2168"/>
                    <a:pt x="1412" y="2263"/>
                    <a:pt x="1930" y="2263"/>
                  </a:cubicBezTo>
                  <a:cubicBezTo>
                    <a:pt x="2448" y="2263"/>
                    <a:pt x="2966" y="2168"/>
                    <a:pt x="3454" y="1977"/>
                  </a:cubicBezTo>
                  <a:lnTo>
                    <a:pt x="3787" y="1835"/>
                  </a:lnTo>
                  <a:cubicBezTo>
                    <a:pt x="3811" y="1835"/>
                    <a:pt x="3859" y="1763"/>
                    <a:pt x="3859" y="1739"/>
                  </a:cubicBezTo>
                  <a:lnTo>
                    <a:pt x="3859" y="1"/>
                  </a:lnTo>
                  <a:close/>
                </a:path>
              </a:pathLst>
            </a:custGeom>
            <a:solidFill>
              <a:srgbClr val="9CA7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8" name="Google Shape;23828;p145"/>
            <p:cNvSpPr/>
            <p:nvPr/>
          </p:nvSpPr>
          <p:spPr>
            <a:xfrm>
              <a:off x="7948046" y="4430973"/>
              <a:ext cx="73548" cy="74328"/>
            </a:xfrm>
            <a:custGeom>
              <a:avLst/>
              <a:gdLst/>
              <a:ahLst/>
              <a:cxnLst/>
              <a:rect l="l" t="t" r="r" b="b"/>
              <a:pathLst>
                <a:path w="2263" h="2287" extrusionOk="0">
                  <a:moveTo>
                    <a:pt x="1572" y="1"/>
                  </a:moveTo>
                  <a:lnTo>
                    <a:pt x="1572" y="1382"/>
                  </a:lnTo>
                  <a:cubicBezTo>
                    <a:pt x="1572" y="1644"/>
                    <a:pt x="1429" y="1858"/>
                    <a:pt x="1191" y="1977"/>
                  </a:cubicBezTo>
                  <a:cubicBezTo>
                    <a:pt x="786" y="2120"/>
                    <a:pt x="381" y="2216"/>
                    <a:pt x="0" y="2263"/>
                  </a:cubicBezTo>
                  <a:cubicBezTo>
                    <a:pt x="133" y="2278"/>
                    <a:pt x="267" y="2286"/>
                    <a:pt x="401" y="2286"/>
                  </a:cubicBezTo>
                  <a:cubicBezTo>
                    <a:pt x="893" y="2286"/>
                    <a:pt x="1390" y="2183"/>
                    <a:pt x="1858" y="1977"/>
                  </a:cubicBezTo>
                  <a:lnTo>
                    <a:pt x="2191" y="1835"/>
                  </a:lnTo>
                  <a:cubicBezTo>
                    <a:pt x="2215" y="1787"/>
                    <a:pt x="2263" y="1763"/>
                    <a:pt x="2263" y="1739"/>
                  </a:cubicBezTo>
                  <a:lnTo>
                    <a:pt x="2263" y="1"/>
                  </a:lnTo>
                  <a:close/>
                </a:path>
              </a:pathLst>
            </a:custGeom>
            <a:solidFill>
              <a:srgbClr val="8B98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9" name="Google Shape;23829;p145"/>
            <p:cNvSpPr/>
            <p:nvPr/>
          </p:nvSpPr>
          <p:spPr>
            <a:xfrm>
              <a:off x="7855161" y="4376796"/>
              <a:ext cx="206668" cy="96395"/>
            </a:xfrm>
            <a:custGeom>
              <a:avLst/>
              <a:gdLst/>
              <a:ahLst/>
              <a:cxnLst/>
              <a:rect l="l" t="t" r="r" b="b"/>
              <a:pathLst>
                <a:path w="6359" h="2966" extrusionOk="0">
                  <a:moveTo>
                    <a:pt x="3189" y="1"/>
                  </a:moveTo>
                  <a:cubicBezTo>
                    <a:pt x="3096" y="1"/>
                    <a:pt x="3001" y="25"/>
                    <a:pt x="2906" y="72"/>
                  </a:cubicBezTo>
                  <a:lnTo>
                    <a:pt x="120" y="1311"/>
                  </a:lnTo>
                  <a:cubicBezTo>
                    <a:pt x="0" y="1382"/>
                    <a:pt x="0" y="1549"/>
                    <a:pt x="120" y="1620"/>
                  </a:cubicBezTo>
                  <a:lnTo>
                    <a:pt x="2930" y="2930"/>
                  </a:lnTo>
                  <a:cubicBezTo>
                    <a:pt x="3013" y="2954"/>
                    <a:pt x="3096" y="2966"/>
                    <a:pt x="3177" y="2966"/>
                  </a:cubicBezTo>
                  <a:cubicBezTo>
                    <a:pt x="3257" y="2966"/>
                    <a:pt x="3335" y="2954"/>
                    <a:pt x="3406" y="2930"/>
                  </a:cubicBezTo>
                  <a:lnTo>
                    <a:pt x="6240" y="1620"/>
                  </a:lnTo>
                  <a:cubicBezTo>
                    <a:pt x="6359" y="1549"/>
                    <a:pt x="6359" y="1382"/>
                    <a:pt x="6240" y="1311"/>
                  </a:cubicBezTo>
                  <a:lnTo>
                    <a:pt x="3454" y="72"/>
                  </a:lnTo>
                  <a:cubicBezTo>
                    <a:pt x="3370" y="25"/>
                    <a:pt x="3281" y="1"/>
                    <a:pt x="3189" y="1"/>
                  </a:cubicBezTo>
                  <a:close/>
                </a:path>
              </a:pathLst>
            </a:custGeom>
            <a:solidFill>
              <a:srgbClr val="BD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0" name="Google Shape;23830;p145"/>
            <p:cNvSpPr/>
            <p:nvPr/>
          </p:nvSpPr>
          <p:spPr>
            <a:xfrm>
              <a:off x="7933323" y="4413196"/>
              <a:ext cx="129285" cy="60775"/>
            </a:xfrm>
            <a:custGeom>
              <a:avLst/>
              <a:gdLst/>
              <a:ahLst/>
              <a:cxnLst/>
              <a:rect l="l" t="t" r="r" b="b"/>
              <a:pathLst>
                <a:path w="3978" h="1870" extrusionOk="0">
                  <a:moveTo>
                    <a:pt x="1" y="1572"/>
                  </a:moveTo>
                  <a:cubicBezTo>
                    <a:pt x="5" y="1574"/>
                    <a:pt x="9" y="1576"/>
                    <a:pt x="13" y="1578"/>
                  </a:cubicBezTo>
                  <a:lnTo>
                    <a:pt x="13" y="1578"/>
                  </a:lnTo>
                  <a:lnTo>
                    <a:pt x="1" y="1572"/>
                  </a:lnTo>
                  <a:close/>
                  <a:moveTo>
                    <a:pt x="3359" y="0"/>
                  </a:moveTo>
                  <a:lnTo>
                    <a:pt x="3359" y="0"/>
                  </a:lnTo>
                  <a:cubicBezTo>
                    <a:pt x="3430" y="72"/>
                    <a:pt x="3430" y="191"/>
                    <a:pt x="3287" y="262"/>
                  </a:cubicBezTo>
                  <a:lnTo>
                    <a:pt x="477" y="1572"/>
                  </a:lnTo>
                  <a:cubicBezTo>
                    <a:pt x="386" y="1598"/>
                    <a:pt x="294" y="1617"/>
                    <a:pt x="207" y="1617"/>
                  </a:cubicBezTo>
                  <a:cubicBezTo>
                    <a:pt x="139" y="1617"/>
                    <a:pt x="74" y="1606"/>
                    <a:pt x="13" y="1578"/>
                  </a:cubicBezTo>
                  <a:lnTo>
                    <a:pt x="13" y="1578"/>
                  </a:lnTo>
                  <a:lnTo>
                    <a:pt x="548" y="1834"/>
                  </a:lnTo>
                  <a:cubicBezTo>
                    <a:pt x="632" y="1858"/>
                    <a:pt x="715" y="1870"/>
                    <a:pt x="796" y="1870"/>
                  </a:cubicBezTo>
                  <a:cubicBezTo>
                    <a:pt x="876" y="1870"/>
                    <a:pt x="953" y="1858"/>
                    <a:pt x="1025" y="1834"/>
                  </a:cubicBezTo>
                  <a:lnTo>
                    <a:pt x="3859" y="524"/>
                  </a:lnTo>
                  <a:cubicBezTo>
                    <a:pt x="3954" y="476"/>
                    <a:pt x="3978" y="286"/>
                    <a:pt x="3859" y="238"/>
                  </a:cubicBezTo>
                  <a:lnTo>
                    <a:pt x="3359" y="0"/>
                  </a:lnTo>
                  <a:close/>
                </a:path>
              </a:pathLst>
            </a:custGeom>
            <a:solidFill>
              <a:srgbClr val="AF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831" name="Google Shape;23831;p145"/>
          <p:cNvSpPr txBox="1"/>
          <p:nvPr/>
        </p:nvSpPr>
        <p:spPr>
          <a:xfrm>
            <a:off x="1048350" y="11586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rgbClr val="FFFFFF"/>
                </a:solidFill>
              </a:rPr>
              <a:t>Online Learning</a:t>
            </a:r>
            <a:endParaRPr sz="1600">
              <a:solidFill>
                <a:srgbClr val="FFFFFF"/>
              </a:solidFill>
            </a:endParaRPr>
          </a:p>
        </p:txBody>
      </p:sp>
      <p:sp>
        <p:nvSpPr>
          <p:cNvPr id="23832" name="Google Shape;23832;p145"/>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Premium Icons</a:t>
            </a:r>
            <a:endParaRPr sz="2400">
              <a:solidFill>
                <a:srgbClr val="FFFFFF"/>
              </a:solidFill>
            </a:endParaRPr>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Shape 23836"/>
        <p:cNvGrpSpPr/>
        <p:nvPr/>
      </p:nvGrpSpPr>
      <p:grpSpPr>
        <a:xfrm>
          <a:off x="0" y="0"/>
          <a:ext cx="0" cy="0"/>
          <a:chOff x="0" y="0"/>
          <a:chExt cx="0" cy="0"/>
        </a:xfrm>
      </p:grpSpPr>
      <p:grpSp>
        <p:nvGrpSpPr>
          <p:cNvPr id="23837" name="Google Shape;23837;p146"/>
          <p:cNvGrpSpPr/>
          <p:nvPr/>
        </p:nvGrpSpPr>
        <p:grpSpPr>
          <a:xfrm>
            <a:off x="1030966" y="1769664"/>
            <a:ext cx="298300" cy="343810"/>
            <a:chOff x="1030966" y="1922064"/>
            <a:chExt cx="298300" cy="343810"/>
          </a:xfrm>
        </p:grpSpPr>
        <p:sp>
          <p:nvSpPr>
            <p:cNvPr id="23838" name="Google Shape;23838;p146"/>
            <p:cNvSpPr/>
            <p:nvPr/>
          </p:nvSpPr>
          <p:spPr>
            <a:xfrm>
              <a:off x="1219998" y="2015621"/>
              <a:ext cx="109268" cy="191374"/>
            </a:xfrm>
            <a:custGeom>
              <a:avLst/>
              <a:gdLst/>
              <a:ahLst/>
              <a:cxnLst/>
              <a:rect l="l" t="t" r="r" b="b"/>
              <a:pathLst>
                <a:path w="3359" h="5883" extrusionOk="0">
                  <a:moveTo>
                    <a:pt x="1596" y="0"/>
                  </a:moveTo>
                  <a:lnTo>
                    <a:pt x="286" y="1310"/>
                  </a:lnTo>
                  <a:cubicBezTo>
                    <a:pt x="1429" y="2262"/>
                    <a:pt x="1334" y="4049"/>
                    <a:pt x="24" y="4834"/>
                  </a:cubicBezTo>
                  <a:lnTo>
                    <a:pt x="0" y="4858"/>
                  </a:lnTo>
                  <a:cubicBezTo>
                    <a:pt x="477" y="5073"/>
                    <a:pt x="858" y="5430"/>
                    <a:pt x="1096" y="5882"/>
                  </a:cubicBezTo>
                  <a:lnTo>
                    <a:pt x="1715" y="5882"/>
                  </a:lnTo>
                  <a:cubicBezTo>
                    <a:pt x="3358" y="4263"/>
                    <a:pt x="3311" y="1596"/>
                    <a:pt x="1596" y="0"/>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9" name="Google Shape;23839;p146"/>
            <p:cNvSpPr/>
            <p:nvPr/>
          </p:nvSpPr>
          <p:spPr>
            <a:xfrm>
              <a:off x="1055006" y="2139560"/>
              <a:ext cx="92971" cy="68215"/>
            </a:xfrm>
            <a:custGeom>
              <a:avLst/>
              <a:gdLst/>
              <a:ahLst/>
              <a:cxnLst/>
              <a:rect l="l" t="t" r="r" b="b"/>
              <a:pathLst>
                <a:path w="2858" h="2097" extrusionOk="0">
                  <a:moveTo>
                    <a:pt x="0" y="0"/>
                  </a:moveTo>
                  <a:cubicBezTo>
                    <a:pt x="191" y="810"/>
                    <a:pt x="572" y="1525"/>
                    <a:pt x="1143" y="2096"/>
                  </a:cubicBezTo>
                  <a:lnTo>
                    <a:pt x="1762" y="2096"/>
                  </a:lnTo>
                  <a:cubicBezTo>
                    <a:pt x="2000" y="1644"/>
                    <a:pt x="2381" y="1286"/>
                    <a:pt x="2858" y="1072"/>
                  </a:cubicBezTo>
                  <a:cubicBezTo>
                    <a:pt x="2453" y="810"/>
                    <a:pt x="2143" y="453"/>
                    <a:pt x="1977" y="0"/>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0" name="Google Shape;23840;p146"/>
            <p:cNvSpPr/>
            <p:nvPr/>
          </p:nvSpPr>
          <p:spPr>
            <a:xfrm>
              <a:off x="1109233" y="2163860"/>
              <a:ext cx="149540" cy="43915"/>
            </a:xfrm>
            <a:custGeom>
              <a:avLst/>
              <a:gdLst/>
              <a:ahLst/>
              <a:cxnLst/>
              <a:rect l="l" t="t" r="r" b="b"/>
              <a:pathLst>
                <a:path w="4597" h="1350" extrusionOk="0">
                  <a:moveTo>
                    <a:pt x="2280" y="1"/>
                  </a:moveTo>
                  <a:cubicBezTo>
                    <a:pt x="1345" y="1"/>
                    <a:pt x="415" y="447"/>
                    <a:pt x="0" y="1349"/>
                  </a:cubicBezTo>
                  <a:lnTo>
                    <a:pt x="4596" y="1349"/>
                  </a:lnTo>
                  <a:cubicBezTo>
                    <a:pt x="4166" y="453"/>
                    <a:pt x="3221" y="1"/>
                    <a:pt x="2280" y="1"/>
                  </a:cubicBezTo>
                  <a:close/>
                </a:path>
              </a:pathLst>
            </a:custGeom>
            <a:solidFill>
              <a:srgbClr val="AE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1" name="Google Shape;23841;p146"/>
            <p:cNvSpPr/>
            <p:nvPr/>
          </p:nvSpPr>
          <p:spPr>
            <a:xfrm>
              <a:off x="1183597" y="2164348"/>
              <a:ext cx="75177" cy="43428"/>
            </a:xfrm>
            <a:custGeom>
              <a:avLst/>
              <a:gdLst/>
              <a:ahLst/>
              <a:cxnLst/>
              <a:rect l="l" t="t" r="r" b="b"/>
              <a:pathLst>
                <a:path w="2311" h="1335" extrusionOk="0">
                  <a:moveTo>
                    <a:pt x="0" y="0"/>
                  </a:moveTo>
                  <a:lnTo>
                    <a:pt x="0" y="1334"/>
                  </a:lnTo>
                  <a:lnTo>
                    <a:pt x="2310" y="1334"/>
                  </a:lnTo>
                  <a:cubicBezTo>
                    <a:pt x="1953" y="548"/>
                    <a:pt x="1072" y="0"/>
                    <a:pt x="0"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2" name="Google Shape;23842;p146"/>
            <p:cNvSpPr/>
            <p:nvPr/>
          </p:nvSpPr>
          <p:spPr>
            <a:xfrm>
              <a:off x="1030966" y="2123295"/>
              <a:ext cx="108488" cy="20169"/>
            </a:xfrm>
            <a:custGeom>
              <a:avLst/>
              <a:gdLst/>
              <a:ahLst/>
              <a:cxnLst/>
              <a:rect l="l" t="t" r="r" b="b"/>
              <a:pathLst>
                <a:path w="3335" h="620" extrusionOk="0">
                  <a:moveTo>
                    <a:pt x="334" y="0"/>
                  </a:moveTo>
                  <a:cubicBezTo>
                    <a:pt x="144" y="0"/>
                    <a:pt x="1" y="143"/>
                    <a:pt x="25" y="357"/>
                  </a:cubicBezTo>
                  <a:cubicBezTo>
                    <a:pt x="48" y="500"/>
                    <a:pt x="191" y="619"/>
                    <a:pt x="358" y="619"/>
                  </a:cubicBezTo>
                  <a:lnTo>
                    <a:pt x="3001" y="619"/>
                  </a:lnTo>
                  <a:cubicBezTo>
                    <a:pt x="3192" y="619"/>
                    <a:pt x="3335" y="453"/>
                    <a:pt x="3311" y="262"/>
                  </a:cubicBezTo>
                  <a:cubicBezTo>
                    <a:pt x="3263" y="119"/>
                    <a:pt x="3120" y="0"/>
                    <a:pt x="2978" y="0"/>
                  </a:cubicBezTo>
                  <a:close/>
                </a:path>
              </a:pathLst>
            </a:custGeom>
            <a:solidFill>
              <a:srgbClr val="AE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3" name="Google Shape;23843;p146"/>
            <p:cNvSpPr/>
            <p:nvPr/>
          </p:nvSpPr>
          <p:spPr>
            <a:xfrm>
              <a:off x="1229301" y="1922064"/>
              <a:ext cx="70525" cy="68801"/>
            </a:xfrm>
            <a:custGeom>
              <a:avLst/>
              <a:gdLst/>
              <a:ahLst/>
              <a:cxnLst/>
              <a:rect l="l" t="t" r="r" b="b"/>
              <a:pathLst>
                <a:path w="2168" h="2115" extrusionOk="0">
                  <a:moveTo>
                    <a:pt x="965" y="1"/>
                  </a:moveTo>
                  <a:cubicBezTo>
                    <a:pt x="881" y="1"/>
                    <a:pt x="798" y="30"/>
                    <a:pt x="739" y="90"/>
                  </a:cubicBezTo>
                  <a:lnTo>
                    <a:pt x="0" y="804"/>
                  </a:lnTo>
                  <a:lnTo>
                    <a:pt x="1310" y="2114"/>
                  </a:lnTo>
                  <a:lnTo>
                    <a:pt x="2048" y="1376"/>
                  </a:lnTo>
                  <a:cubicBezTo>
                    <a:pt x="2167" y="1281"/>
                    <a:pt x="2167" y="1066"/>
                    <a:pt x="2048" y="947"/>
                  </a:cubicBezTo>
                  <a:lnTo>
                    <a:pt x="1191" y="90"/>
                  </a:lnTo>
                  <a:cubicBezTo>
                    <a:pt x="1131" y="30"/>
                    <a:pt x="1048" y="1"/>
                    <a:pt x="965" y="1"/>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4" name="Google Shape;23844;p146"/>
            <p:cNvSpPr/>
            <p:nvPr/>
          </p:nvSpPr>
          <p:spPr>
            <a:xfrm>
              <a:off x="1250999" y="1938134"/>
              <a:ext cx="48828" cy="53479"/>
            </a:xfrm>
            <a:custGeom>
              <a:avLst/>
              <a:gdLst/>
              <a:ahLst/>
              <a:cxnLst/>
              <a:rect l="l" t="t" r="r" b="b"/>
              <a:pathLst>
                <a:path w="1501" h="1644" extrusionOk="0">
                  <a:moveTo>
                    <a:pt x="953" y="1"/>
                  </a:moveTo>
                  <a:lnTo>
                    <a:pt x="0" y="953"/>
                  </a:lnTo>
                  <a:lnTo>
                    <a:pt x="667" y="1644"/>
                  </a:lnTo>
                  <a:lnTo>
                    <a:pt x="1429" y="906"/>
                  </a:lnTo>
                  <a:cubicBezTo>
                    <a:pt x="1500" y="787"/>
                    <a:pt x="1500" y="572"/>
                    <a:pt x="1381" y="453"/>
                  </a:cubicBezTo>
                  <a:lnTo>
                    <a:pt x="953" y="1"/>
                  </a:ln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5" name="Google Shape;23845;p146"/>
            <p:cNvSpPr/>
            <p:nvPr/>
          </p:nvSpPr>
          <p:spPr>
            <a:xfrm>
              <a:off x="1107672" y="2042718"/>
              <a:ext cx="70525" cy="70330"/>
            </a:xfrm>
            <a:custGeom>
              <a:avLst/>
              <a:gdLst/>
              <a:ahLst/>
              <a:cxnLst/>
              <a:rect l="l" t="t" r="r" b="b"/>
              <a:pathLst>
                <a:path w="2168" h="2162" extrusionOk="0">
                  <a:moveTo>
                    <a:pt x="858" y="1"/>
                  </a:moveTo>
                  <a:lnTo>
                    <a:pt x="119" y="763"/>
                  </a:lnTo>
                  <a:cubicBezTo>
                    <a:pt x="0" y="882"/>
                    <a:pt x="0" y="1072"/>
                    <a:pt x="119" y="1191"/>
                  </a:cubicBezTo>
                  <a:lnTo>
                    <a:pt x="977" y="2072"/>
                  </a:lnTo>
                  <a:cubicBezTo>
                    <a:pt x="1036" y="2132"/>
                    <a:pt x="1120" y="2162"/>
                    <a:pt x="1203" y="2162"/>
                  </a:cubicBezTo>
                  <a:cubicBezTo>
                    <a:pt x="1286" y="2162"/>
                    <a:pt x="1370" y="2132"/>
                    <a:pt x="1429" y="2072"/>
                  </a:cubicBezTo>
                  <a:lnTo>
                    <a:pt x="2168" y="1310"/>
                  </a:lnTo>
                  <a:lnTo>
                    <a:pt x="858" y="1"/>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6" name="Google Shape;23846;p146"/>
            <p:cNvSpPr/>
            <p:nvPr/>
          </p:nvSpPr>
          <p:spPr>
            <a:xfrm>
              <a:off x="1124717" y="2064416"/>
              <a:ext cx="53479" cy="48632"/>
            </a:xfrm>
            <a:custGeom>
              <a:avLst/>
              <a:gdLst/>
              <a:ahLst/>
              <a:cxnLst/>
              <a:rect l="l" t="t" r="r" b="b"/>
              <a:pathLst>
                <a:path w="1644" h="1495" extrusionOk="0">
                  <a:moveTo>
                    <a:pt x="953" y="0"/>
                  </a:moveTo>
                  <a:lnTo>
                    <a:pt x="0" y="953"/>
                  </a:lnTo>
                  <a:lnTo>
                    <a:pt x="453" y="1405"/>
                  </a:lnTo>
                  <a:cubicBezTo>
                    <a:pt x="512" y="1465"/>
                    <a:pt x="596" y="1495"/>
                    <a:pt x="679" y="1495"/>
                  </a:cubicBezTo>
                  <a:cubicBezTo>
                    <a:pt x="762" y="1495"/>
                    <a:pt x="846" y="1465"/>
                    <a:pt x="905" y="1405"/>
                  </a:cubicBezTo>
                  <a:lnTo>
                    <a:pt x="1644" y="643"/>
                  </a:lnTo>
                  <a:lnTo>
                    <a:pt x="953" y="0"/>
                  </a:ln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7" name="Google Shape;23847;p146"/>
            <p:cNvSpPr/>
            <p:nvPr/>
          </p:nvSpPr>
          <p:spPr>
            <a:xfrm>
              <a:off x="1053444" y="2204620"/>
              <a:ext cx="261086" cy="61254"/>
            </a:xfrm>
            <a:custGeom>
              <a:avLst/>
              <a:gdLst/>
              <a:ahLst/>
              <a:cxnLst/>
              <a:rect l="l" t="t" r="r" b="b"/>
              <a:pathLst>
                <a:path w="8026" h="1883" extrusionOk="0">
                  <a:moveTo>
                    <a:pt x="286" y="1"/>
                  </a:moveTo>
                  <a:cubicBezTo>
                    <a:pt x="143" y="1"/>
                    <a:pt x="0" y="120"/>
                    <a:pt x="0" y="310"/>
                  </a:cubicBezTo>
                  <a:lnTo>
                    <a:pt x="0" y="1573"/>
                  </a:lnTo>
                  <a:cubicBezTo>
                    <a:pt x="0" y="1739"/>
                    <a:pt x="119" y="1882"/>
                    <a:pt x="286" y="1882"/>
                  </a:cubicBezTo>
                  <a:lnTo>
                    <a:pt x="7740" y="1882"/>
                  </a:lnTo>
                  <a:cubicBezTo>
                    <a:pt x="7883" y="1882"/>
                    <a:pt x="8026" y="1739"/>
                    <a:pt x="8026" y="1573"/>
                  </a:cubicBezTo>
                  <a:lnTo>
                    <a:pt x="8026" y="310"/>
                  </a:lnTo>
                  <a:cubicBezTo>
                    <a:pt x="8026" y="144"/>
                    <a:pt x="7907" y="1"/>
                    <a:pt x="7740"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8" name="Google Shape;23848;p146"/>
            <p:cNvSpPr/>
            <p:nvPr/>
          </p:nvSpPr>
          <p:spPr>
            <a:xfrm>
              <a:off x="1183597" y="2203839"/>
              <a:ext cx="130933" cy="62035"/>
            </a:xfrm>
            <a:custGeom>
              <a:avLst/>
              <a:gdLst/>
              <a:ahLst/>
              <a:cxnLst/>
              <a:rect l="l" t="t" r="r" b="b"/>
              <a:pathLst>
                <a:path w="4025" h="1907" extrusionOk="0">
                  <a:moveTo>
                    <a:pt x="0" y="1"/>
                  </a:moveTo>
                  <a:lnTo>
                    <a:pt x="0" y="1906"/>
                  </a:lnTo>
                  <a:lnTo>
                    <a:pt x="3739" y="1906"/>
                  </a:lnTo>
                  <a:cubicBezTo>
                    <a:pt x="3906" y="1906"/>
                    <a:pt x="4025" y="1763"/>
                    <a:pt x="4025" y="1597"/>
                  </a:cubicBezTo>
                  <a:lnTo>
                    <a:pt x="4025" y="334"/>
                  </a:lnTo>
                  <a:cubicBezTo>
                    <a:pt x="4025" y="144"/>
                    <a:pt x="3882" y="1"/>
                    <a:pt x="3739"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9" name="Google Shape;23849;p146"/>
            <p:cNvSpPr/>
            <p:nvPr/>
          </p:nvSpPr>
          <p:spPr>
            <a:xfrm>
              <a:off x="1121627" y="1935239"/>
              <a:ext cx="165025" cy="163105"/>
            </a:xfrm>
            <a:custGeom>
              <a:avLst/>
              <a:gdLst/>
              <a:ahLst/>
              <a:cxnLst/>
              <a:rect l="l" t="t" r="r" b="b"/>
              <a:pathLst>
                <a:path w="5073" h="5014" extrusionOk="0">
                  <a:moveTo>
                    <a:pt x="2965" y="0"/>
                  </a:moveTo>
                  <a:cubicBezTo>
                    <a:pt x="2882" y="0"/>
                    <a:pt x="2798" y="30"/>
                    <a:pt x="2739" y="90"/>
                  </a:cubicBezTo>
                  <a:lnTo>
                    <a:pt x="119" y="2709"/>
                  </a:lnTo>
                  <a:cubicBezTo>
                    <a:pt x="0" y="2828"/>
                    <a:pt x="0" y="3043"/>
                    <a:pt x="119" y="3162"/>
                  </a:cubicBezTo>
                  <a:lnTo>
                    <a:pt x="1881" y="4924"/>
                  </a:lnTo>
                  <a:cubicBezTo>
                    <a:pt x="1941" y="4984"/>
                    <a:pt x="2012" y="5013"/>
                    <a:pt x="2090" y="5013"/>
                  </a:cubicBezTo>
                  <a:cubicBezTo>
                    <a:pt x="2167" y="5013"/>
                    <a:pt x="2251" y="4984"/>
                    <a:pt x="2334" y="4924"/>
                  </a:cubicBezTo>
                  <a:lnTo>
                    <a:pt x="4953" y="2304"/>
                  </a:lnTo>
                  <a:cubicBezTo>
                    <a:pt x="5073" y="2185"/>
                    <a:pt x="5073" y="1971"/>
                    <a:pt x="4953" y="1852"/>
                  </a:cubicBezTo>
                  <a:lnTo>
                    <a:pt x="3191" y="90"/>
                  </a:lnTo>
                  <a:cubicBezTo>
                    <a:pt x="3132" y="30"/>
                    <a:pt x="3048" y="0"/>
                    <a:pt x="2965" y="0"/>
                  </a:cubicBezTo>
                  <a:close/>
                </a:path>
              </a:pathLst>
            </a:custGeom>
            <a:solidFill>
              <a:srgbClr val="AE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0" name="Google Shape;23850;p146"/>
            <p:cNvSpPr/>
            <p:nvPr/>
          </p:nvSpPr>
          <p:spPr>
            <a:xfrm>
              <a:off x="1154157" y="1966793"/>
              <a:ext cx="132495" cy="131551"/>
            </a:xfrm>
            <a:custGeom>
              <a:avLst/>
              <a:gdLst/>
              <a:ahLst/>
              <a:cxnLst/>
              <a:rect l="l" t="t" r="r" b="b"/>
              <a:pathLst>
                <a:path w="4073" h="4044" extrusionOk="0">
                  <a:moveTo>
                    <a:pt x="3049" y="1"/>
                  </a:moveTo>
                  <a:lnTo>
                    <a:pt x="0" y="3049"/>
                  </a:lnTo>
                  <a:lnTo>
                    <a:pt x="881" y="3954"/>
                  </a:lnTo>
                  <a:cubicBezTo>
                    <a:pt x="941" y="4014"/>
                    <a:pt x="1024" y="4043"/>
                    <a:pt x="1108" y="4043"/>
                  </a:cubicBezTo>
                  <a:cubicBezTo>
                    <a:pt x="1191" y="4043"/>
                    <a:pt x="1274" y="4014"/>
                    <a:pt x="1334" y="3954"/>
                  </a:cubicBezTo>
                  <a:lnTo>
                    <a:pt x="3953" y="1334"/>
                  </a:lnTo>
                  <a:cubicBezTo>
                    <a:pt x="4073" y="1215"/>
                    <a:pt x="4073" y="1001"/>
                    <a:pt x="3953" y="882"/>
                  </a:cubicBezTo>
                  <a:lnTo>
                    <a:pt x="3049" y="1"/>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51" name="Google Shape;23851;p146"/>
          <p:cNvGrpSpPr/>
          <p:nvPr/>
        </p:nvGrpSpPr>
        <p:grpSpPr>
          <a:xfrm>
            <a:off x="1833546" y="1768688"/>
            <a:ext cx="193716" cy="345534"/>
            <a:chOff x="1833546" y="1921088"/>
            <a:chExt cx="193716" cy="345534"/>
          </a:xfrm>
        </p:grpSpPr>
        <p:sp>
          <p:nvSpPr>
            <p:cNvPr id="23852" name="Google Shape;23852;p146"/>
            <p:cNvSpPr/>
            <p:nvPr/>
          </p:nvSpPr>
          <p:spPr>
            <a:xfrm>
              <a:off x="1833546" y="1921088"/>
              <a:ext cx="162715" cy="344785"/>
            </a:xfrm>
            <a:custGeom>
              <a:avLst/>
              <a:gdLst/>
              <a:ahLst/>
              <a:cxnLst/>
              <a:rect l="l" t="t" r="r" b="b"/>
              <a:pathLst>
                <a:path w="5002" h="10599" extrusionOk="0">
                  <a:moveTo>
                    <a:pt x="2501" y="1"/>
                  </a:moveTo>
                  <a:cubicBezTo>
                    <a:pt x="1644" y="1"/>
                    <a:pt x="953" y="691"/>
                    <a:pt x="953" y="1549"/>
                  </a:cubicBezTo>
                  <a:lnTo>
                    <a:pt x="953" y="6169"/>
                  </a:lnTo>
                  <a:cubicBezTo>
                    <a:pt x="358" y="6669"/>
                    <a:pt x="1" y="7407"/>
                    <a:pt x="24" y="8193"/>
                  </a:cubicBezTo>
                  <a:cubicBezTo>
                    <a:pt x="72" y="9526"/>
                    <a:pt x="1167" y="10574"/>
                    <a:pt x="2477" y="10598"/>
                  </a:cubicBezTo>
                  <a:cubicBezTo>
                    <a:pt x="2492" y="10598"/>
                    <a:pt x="2507" y="10599"/>
                    <a:pt x="2522" y="10599"/>
                  </a:cubicBezTo>
                  <a:cubicBezTo>
                    <a:pt x="3906" y="10599"/>
                    <a:pt x="5001" y="9511"/>
                    <a:pt x="4978" y="8098"/>
                  </a:cubicBezTo>
                  <a:cubicBezTo>
                    <a:pt x="4978" y="7359"/>
                    <a:pt x="4644" y="6645"/>
                    <a:pt x="4049" y="6169"/>
                  </a:cubicBezTo>
                  <a:lnTo>
                    <a:pt x="4049" y="1549"/>
                  </a:lnTo>
                  <a:cubicBezTo>
                    <a:pt x="4049" y="691"/>
                    <a:pt x="3358" y="1"/>
                    <a:pt x="2501"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3" name="Google Shape;23853;p146"/>
            <p:cNvSpPr/>
            <p:nvPr/>
          </p:nvSpPr>
          <p:spPr>
            <a:xfrm>
              <a:off x="1915652" y="1921869"/>
              <a:ext cx="80609" cy="344753"/>
            </a:xfrm>
            <a:custGeom>
              <a:avLst/>
              <a:gdLst/>
              <a:ahLst/>
              <a:cxnLst/>
              <a:rect l="l" t="t" r="r" b="b"/>
              <a:pathLst>
                <a:path w="2478" h="10598" extrusionOk="0">
                  <a:moveTo>
                    <a:pt x="1" y="1"/>
                  </a:moveTo>
                  <a:lnTo>
                    <a:pt x="1" y="10598"/>
                  </a:lnTo>
                  <a:cubicBezTo>
                    <a:pt x="1382" y="10598"/>
                    <a:pt x="2478" y="9502"/>
                    <a:pt x="2478" y="8121"/>
                  </a:cubicBezTo>
                  <a:cubicBezTo>
                    <a:pt x="2478" y="7359"/>
                    <a:pt x="2120" y="6645"/>
                    <a:pt x="1549" y="6168"/>
                  </a:cubicBezTo>
                  <a:lnTo>
                    <a:pt x="1549" y="1548"/>
                  </a:lnTo>
                  <a:cubicBezTo>
                    <a:pt x="1549" y="691"/>
                    <a:pt x="882" y="1"/>
                    <a:pt x="1"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4" name="Google Shape;23854;p146"/>
            <p:cNvSpPr/>
            <p:nvPr/>
          </p:nvSpPr>
          <p:spPr>
            <a:xfrm>
              <a:off x="1879251" y="1961393"/>
              <a:ext cx="73615" cy="261086"/>
            </a:xfrm>
            <a:custGeom>
              <a:avLst/>
              <a:gdLst/>
              <a:ahLst/>
              <a:cxnLst/>
              <a:rect l="l" t="t" r="r" b="b"/>
              <a:pathLst>
                <a:path w="2263" h="8026" extrusionOk="0">
                  <a:moveTo>
                    <a:pt x="1120" y="0"/>
                  </a:moveTo>
                  <a:cubicBezTo>
                    <a:pt x="977" y="0"/>
                    <a:pt x="834" y="167"/>
                    <a:pt x="834" y="310"/>
                  </a:cubicBezTo>
                  <a:lnTo>
                    <a:pt x="834" y="5787"/>
                  </a:lnTo>
                  <a:cubicBezTo>
                    <a:pt x="358" y="5930"/>
                    <a:pt x="1" y="6359"/>
                    <a:pt x="1" y="6882"/>
                  </a:cubicBezTo>
                  <a:cubicBezTo>
                    <a:pt x="1" y="7502"/>
                    <a:pt x="501" y="8026"/>
                    <a:pt x="1120" y="8026"/>
                  </a:cubicBezTo>
                  <a:cubicBezTo>
                    <a:pt x="1763" y="8026"/>
                    <a:pt x="2263" y="7502"/>
                    <a:pt x="2263" y="6882"/>
                  </a:cubicBezTo>
                  <a:cubicBezTo>
                    <a:pt x="2263" y="6382"/>
                    <a:pt x="1906" y="5930"/>
                    <a:pt x="1429" y="5787"/>
                  </a:cubicBezTo>
                  <a:lnTo>
                    <a:pt x="1429" y="310"/>
                  </a:lnTo>
                  <a:cubicBezTo>
                    <a:pt x="1429" y="119"/>
                    <a:pt x="1287" y="0"/>
                    <a:pt x="1120"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5" name="Google Shape;23855;p146"/>
            <p:cNvSpPr/>
            <p:nvPr/>
          </p:nvSpPr>
          <p:spPr>
            <a:xfrm>
              <a:off x="1915652" y="1961393"/>
              <a:ext cx="37214" cy="261086"/>
            </a:xfrm>
            <a:custGeom>
              <a:avLst/>
              <a:gdLst/>
              <a:ahLst/>
              <a:cxnLst/>
              <a:rect l="l" t="t" r="r" b="b"/>
              <a:pathLst>
                <a:path w="1144" h="8026" extrusionOk="0">
                  <a:moveTo>
                    <a:pt x="1" y="0"/>
                  </a:moveTo>
                  <a:lnTo>
                    <a:pt x="1" y="8026"/>
                  </a:lnTo>
                  <a:cubicBezTo>
                    <a:pt x="644" y="8026"/>
                    <a:pt x="1144" y="7502"/>
                    <a:pt x="1144" y="6882"/>
                  </a:cubicBezTo>
                  <a:cubicBezTo>
                    <a:pt x="1144" y="6382"/>
                    <a:pt x="787" y="5930"/>
                    <a:pt x="310" y="5787"/>
                  </a:cubicBezTo>
                  <a:lnTo>
                    <a:pt x="310" y="310"/>
                  </a:lnTo>
                  <a:cubicBezTo>
                    <a:pt x="310" y="167"/>
                    <a:pt x="191" y="0"/>
                    <a:pt x="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6" name="Google Shape;23856;p146"/>
            <p:cNvSpPr/>
            <p:nvPr/>
          </p:nvSpPr>
          <p:spPr>
            <a:xfrm>
              <a:off x="1984615" y="1983839"/>
              <a:ext cx="42647" cy="20169"/>
            </a:xfrm>
            <a:custGeom>
              <a:avLst/>
              <a:gdLst/>
              <a:ahLst/>
              <a:cxnLst/>
              <a:rect l="l" t="t" r="r" b="b"/>
              <a:pathLst>
                <a:path w="1311" h="620" extrusionOk="0">
                  <a:moveTo>
                    <a:pt x="334" y="1"/>
                  </a:moveTo>
                  <a:cubicBezTo>
                    <a:pt x="143" y="1"/>
                    <a:pt x="0" y="191"/>
                    <a:pt x="24" y="358"/>
                  </a:cubicBezTo>
                  <a:cubicBezTo>
                    <a:pt x="72" y="501"/>
                    <a:pt x="215" y="620"/>
                    <a:pt x="358" y="620"/>
                  </a:cubicBezTo>
                  <a:lnTo>
                    <a:pt x="977" y="620"/>
                  </a:lnTo>
                  <a:cubicBezTo>
                    <a:pt x="1167" y="620"/>
                    <a:pt x="1310" y="453"/>
                    <a:pt x="1286" y="263"/>
                  </a:cubicBezTo>
                  <a:cubicBezTo>
                    <a:pt x="1263" y="120"/>
                    <a:pt x="1096" y="1"/>
                    <a:pt x="953"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7" name="Google Shape;23857;p146"/>
            <p:cNvSpPr/>
            <p:nvPr/>
          </p:nvSpPr>
          <p:spPr>
            <a:xfrm>
              <a:off x="1984615" y="2023363"/>
              <a:ext cx="42647" cy="20949"/>
            </a:xfrm>
            <a:custGeom>
              <a:avLst/>
              <a:gdLst/>
              <a:ahLst/>
              <a:cxnLst/>
              <a:rect l="l" t="t" r="r" b="b"/>
              <a:pathLst>
                <a:path w="1311" h="644" extrusionOk="0">
                  <a:moveTo>
                    <a:pt x="334" y="0"/>
                  </a:moveTo>
                  <a:cubicBezTo>
                    <a:pt x="143" y="0"/>
                    <a:pt x="0" y="191"/>
                    <a:pt x="24" y="357"/>
                  </a:cubicBezTo>
                  <a:cubicBezTo>
                    <a:pt x="72" y="524"/>
                    <a:pt x="215" y="643"/>
                    <a:pt x="358" y="643"/>
                  </a:cubicBezTo>
                  <a:lnTo>
                    <a:pt x="977" y="643"/>
                  </a:lnTo>
                  <a:cubicBezTo>
                    <a:pt x="1167" y="643"/>
                    <a:pt x="1310" y="477"/>
                    <a:pt x="1286" y="286"/>
                  </a:cubicBezTo>
                  <a:cubicBezTo>
                    <a:pt x="1263" y="119"/>
                    <a:pt x="1096" y="0"/>
                    <a:pt x="953"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8" name="Google Shape;23858;p146"/>
            <p:cNvSpPr/>
            <p:nvPr/>
          </p:nvSpPr>
          <p:spPr>
            <a:xfrm>
              <a:off x="1984615" y="2064416"/>
              <a:ext cx="42647" cy="20169"/>
            </a:xfrm>
            <a:custGeom>
              <a:avLst/>
              <a:gdLst/>
              <a:ahLst/>
              <a:cxnLst/>
              <a:rect l="l" t="t" r="r" b="b"/>
              <a:pathLst>
                <a:path w="1311" h="620" extrusionOk="0">
                  <a:moveTo>
                    <a:pt x="334" y="0"/>
                  </a:moveTo>
                  <a:cubicBezTo>
                    <a:pt x="143" y="0"/>
                    <a:pt x="0" y="167"/>
                    <a:pt x="24" y="358"/>
                  </a:cubicBezTo>
                  <a:cubicBezTo>
                    <a:pt x="72" y="500"/>
                    <a:pt x="215" y="620"/>
                    <a:pt x="358" y="620"/>
                  </a:cubicBezTo>
                  <a:lnTo>
                    <a:pt x="977" y="620"/>
                  </a:lnTo>
                  <a:cubicBezTo>
                    <a:pt x="1167" y="620"/>
                    <a:pt x="1310" y="477"/>
                    <a:pt x="1286" y="262"/>
                  </a:cubicBezTo>
                  <a:cubicBezTo>
                    <a:pt x="1263" y="119"/>
                    <a:pt x="1096" y="0"/>
                    <a:pt x="953"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59" name="Google Shape;23859;p146"/>
          <p:cNvGrpSpPr/>
          <p:nvPr/>
        </p:nvGrpSpPr>
        <p:grpSpPr>
          <a:xfrm>
            <a:off x="2551678" y="1768688"/>
            <a:ext cx="264209" cy="344785"/>
            <a:chOff x="2551678" y="1921088"/>
            <a:chExt cx="264209" cy="344785"/>
          </a:xfrm>
        </p:grpSpPr>
        <p:sp>
          <p:nvSpPr>
            <p:cNvPr id="23860" name="Google Shape;23860;p146"/>
            <p:cNvSpPr/>
            <p:nvPr/>
          </p:nvSpPr>
          <p:spPr>
            <a:xfrm>
              <a:off x="2609777" y="2226317"/>
              <a:ext cx="146450" cy="20169"/>
            </a:xfrm>
            <a:custGeom>
              <a:avLst/>
              <a:gdLst/>
              <a:ahLst/>
              <a:cxnLst/>
              <a:rect l="l" t="t" r="r" b="b"/>
              <a:pathLst>
                <a:path w="4502" h="620" extrusionOk="0">
                  <a:moveTo>
                    <a:pt x="215" y="1"/>
                  </a:moveTo>
                  <a:cubicBezTo>
                    <a:pt x="96" y="191"/>
                    <a:pt x="48" y="405"/>
                    <a:pt x="1" y="620"/>
                  </a:cubicBezTo>
                  <a:lnTo>
                    <a:pt x="4502" y="620"/>
                  </a:lnTo>
                  <a:cubicBezTo>
                    <a:pt x="4478" y="405"/>
                    <a:pt x="4406" y="191"/>
                    <a:pt x="4311" y="1"/>
                  </a:cubicBezTo>
                  <a:close/>
                </a:path>
              </a:pathLst>
            </a:custGeom>
            <a:solidFill>
              <a:srgbClr val="AE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1" name="Google Shape;23861;p146"/>
            <p:cNvSpPr/>
            <p:nvPr/>
          </p:nvSpPr>
          <p:spPr>
            <a:xfrm>
              <a:off x="2684921" y="2226317"/>
              <a:ext cx="72867" cy="20169"/>
            </a:xfrm>
            <a:custGeom>
              <a:avLst/>
              <a:gdLst/>
              <a:ahLst/>
              <a:cxnLst/>
              <a:rect l="l" t="t" r="r" b="b"/>
              <a:pathLst>
                <a:path w="2240" h="620" extrusionOk="0">
                  <a:moveTo>
                    <a:pt x="1" y="1"/>
                  </a:moveTo>
                  <a:lnTo>
                    <a:pt x="1" y="620"/>
                  </a:lnTo>
                  <a:lnTo>
                    <a:pt x="2239" y="620"/>
                  </a:lnTo>
                  <a:lnTo>
                    <a:pt x="2049" y="1"/>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2" name="Google Shape;23862;p146"/>
            <p:cNvSpPr/>
            <p:nvPr/>
          </p:nvSpPr>
          <p:spPr>
            <a:xfrm>
              <a:off x="2634565" y="2174432"/>
              <a:ext cx="98436" cy="20949"/>
            </a:xfrm>
            <a:custGeom>
              <a:avLst/>
              <a:gdLst/>
              <a:ahLst/>
              <a:cxnLst/>
              <a:rect l="l" t="t" r="r" b="b"/>
              <a:pathLst>
                <a:path w="3026" h="644" extrusionOk="0">
                  <a:moveTo>
                    <a:pt x="453" y="0"/>
                  </a:moveTo>
                  <a:lnTo>
                    <a:pt x="1" y="643"/>
                  </a:lnTo>
                  <a:lnTo>
                    <a:pt x="3025" y="643"/>
                  </a:lnTo>
                  <a:cubicBezTo>
                    <a:pt x="2882" y="453"/>
                    <a:pt x="2739" y="238"/>
                    <a:pt x="2549" y="0"/>
                  </a:cubicBezTo>
                  <a:close/>
                </a:path>
              </a:pathLst>
            </a:custGeom>
            <a:solidFill>
              <a:srgbClr val="AE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3" name="Google Shape;23863;p146"/>
            <p:cNvSpPr/>
            <p:nvPr/>
          </p:nvSpPr>
          <p:spPr>
            <a:xfrm>
              <a:off x="2684140" y="2174432"/>
              <a:ext cx="48860" cy="20949"/>
            </a:xfrm>
            <a:custGeom>
              <a:avLst/>
              <a:gdLst/>
              <a:ahLst/>
              <a:cxnLst/>
              <a:rect l="l" t="t" r="r" b="b"/>
              <a:pathLst>
                <a:path w="1502" h="644" extrusionOk="0">
                  <a:moveTo>
                    <a:pt x="1" y="0"/>
                  </a:moveTo>
                  <a:lnTo>
                    <a:pt x="1" y="643"/>
                  </a:lnTo>
                  <a:lnTo>
                    <a:pt x="1501" y="643"/>
                  </a:lnTo>
                  <a:cubicBezTo>
                    <a:pt x="1382" y="453"/>
                    <a:pt x="1215" y="238"/>
                    <a:pt x="1073"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4" name="Google Shape;23864;p146"/>
            <p:cNvSpPr/>
            <p:nvPr/>
          </p:nvSpPr>
          <p:spPr>
            <a:xfrm>
              <a:off x="2610558" y="1942005"/>
              <a:ext cx="145669" cy="20949"/>
            </a:xfrm>
            <a:custGeom>
              <a:avLst/>
              <a:gdLst/>
              <a:ahLst/>
              <a:cxnLst/>
              <a:rect l="l" t="t" r="r" b="b"/>
              <a:pathLst>
                <a:path w="4478" h="644" extrusionOk="0">
                  <a:moveTo>
                    <a:pt x="0" y="1"/>
                  </a:moveTo>
                  <a:cubicBezTo>
                    <a:pt x="48" y="215"/>
                    <a:pt x="120" y="429"/>
                    <a:pt x="191" y="644"/>
                  </a:cubicBezTo>
                  <a:lnTo>
                    <a:pt x="4287" y="644"/>
                  </a:lnTo>
                  <a:cubicBezTo>
                    <a:pt x="4382" y="429"/>
                    <a:pt x="4454" y="215"/>
                    <a:pt x="4478" y="1"/>
                  </a:cubicBezTo>
                  <a:close/>
                </a:path>
              </a:pathLst>
            </a:custGeom>
            <a:solidFill>
              <a:srgbClr val="AE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5" name="Google Shape;23865;p146"/>
            <p:cNvSpPr/>
            <p:nvPr/>
          </p:nvSpPr>
          <p:spPr>
            <a:xfrm>
              <a:off x="2684140" y="1942005"/>
              <a:ext cx="73648" cy="20949"/>
            </a:xfrm>
            <a:custGeom>
              <a:avLst/>
              <a:gdLst/>
              <a:ahLst/>
              <a:cxnLst/>
              <a:rect l="l" t="t" r="r" b="b"/>
              <a:pathLst>
                <a:path w="2264" h="644" extrusionOk="0">
                  <a:moveTo>
                    <a:pt x="1" y="1"/>
                  </a:moveTo>
                  <a:lnTo>
                    <a:pt x="1" y="644"/>
                  </a:lnTo>
                  <a:lnTo>
                    <a:pt x="2049" y="644"/>
                  </a:lnTo>
                  <a:cubicBezTo>
                    <a:pt x="2168" y="429"/>
                    <a:pt x="2216" y="215"/>
                    <a:pt x="2263"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6" name="Google Shape;23866;p146"/>
            <p:cNvSpPr/>
            <p:nvPr/>
          </p:nvSpPr>
          <p:spPr>
            <a:xfrm>
              <a:off x="2635345" y="1992362"/>
              <a:ext cx="97655" cy="20949"/>
            </a:xfrm>
            <a:custGeom>
              <a:avLst/>
              <a:gdLst/>
              <a:ahLst/>
              <a:cxnLst/>
              <a:rect l="l" t="t" r="r" b="b"/>
              <a:pathLst>
                <a:path w="3002" h="644" extrusionOk="0">
                  <a:moveTo>
                    <a:pt x="1" y="1"/>
                  </a:moveTo>
                  <a:cubicBezTo>
                    <a:pt x="120" y="215"/>
                    <a:pt x="310" y="429"/>
                    <a:pt x="453" y="644"/>
                  </a:cubicBezTo>
                  <a:lnTo>
                    <a:pt x="2573" y="644"/>
                  </a:lnTo>
                  <a:lnTo>
                    <a:pt x="3001" y="1"/>
                  </a:lnTo>
                  <a:close/>
                </a:path>
              </a:pathLst>
            </a:custGeom>
            <a:solidFill>
              <a:srgbClr val="AE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7" name="Google Shape;23867;p146"/>
            <p:cNvSpPr/>
            <p:nvPr/>
          </p:nvSpPr>
          <p:spPr>
            <a:xfrm>
              <a:off x="2684140" y="1992362"/>
              <a:ext cx="48860" cy="20949"/>
            </a:xfrm>
            <a:custGeom>
              <a:avLst/>
              <a:gdLst/>
              <a:ahLst/>
              <a:cxnLst/>
              <a:rect l="l" t="t" r="r" b="b"/>
              <a:pathLst>
                <a:path w="1502" h="644" extrusionOk="0">
                  <a:moveTo>
                    <a:pt x="1" y="1"/>
                  </a:moveTo>
                  <a:lnTo>
                    <a:pt x="1" y="644"/>
                  </a:lnTo>
                  <a:lnTo>
                    <a:pt x="1073" y="644"/>
                  </a:lnTo>
                  <a:lnTo>
                    <a:pt x="1501" y="1"/>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8" name="Google Shape;23868;p146"/>
            <p:cNvSpPr/>
            <p:nvPr/>
          </p:nvSpPr>
          <p:spPr>
            <a:xfrm>
              <a:off x="2551678" y="1921869"/>
              <a:ext cx="264209" cy="344005"/>
            </a:xfrm>
            <a:custGeom>
              <a:avLst/>
              <a:gdLst/>
              <a:ahLst/>
              <a:cxnLst/>
              <a:rect l="l" t="t" r="r" b="b"/>
              <a:pathLst>
                <a:path w="8122" h="10575" extrusionOk="0">
                  <a:moveTo>
                    <a:pt x="310" y="1"/>
                  </a:moveTo>
                  <a:cubicBezTo>
                    <a:pt x="167" y="1"/>
                    <a:pt x="1" y="120"/>
                    <a:pt x="1" y="310"/>
                  </a:cubicBezTo>
                  <a:cubicBezTo>
                    <a:pt x="1" y="2358"/>
                    <a:pt x="1930" y="4311"/>
                    <a:pt x="3811" y="6430"/>
                  </a:cubicBezTo>
                  <a:cubicBezTo>
                    <a:pt x="4978" y="7740"/>
                    <a:pt x="6240" y="9193"/>
                    <a:pt x="6240" y="10265"/>
                  </a:cubicBezTo>
                  <a:cubicBezTo>
                    <a:pt x="6240" y="10431"/>
                    <a:pt x="6359" y="10574"/>
                    <a:pt x="6526" y="10574"/>
                  </a:cubicBezTo>
                  <a:lnTo>
                    <a:pt x="7788" y="10574"/>
                  </a:lnTo>
                  <a:cubicBezTo>
                    <a:pt x="7955" y="10574"/>
                    <a:pt x="8121" y="10455"/>
                    <a:pt x="8050" y="10265"/>
                  </a:cubicBezTo>
                  <a:cubicBezTo>
                    <a:pt x="8050" y="9360"/>
                    <a:pt x="7693" y="8407"/>
                    <a:pt x="6907" y="7288"/>
                  </a:cubicBezTo>
                  <a:cubicBezTo>
                    <a:pt x="5216" y="4859"/>
                    <a:pt x="1858" y="2144"/>
                    <a:pt x="1858" y="310"/>
                  </a:cubicBezTo>
                  <a:cubicBezTo>
                    <a:pt x="1858" y="143"/>
                    <a:pt x="1739" y="1"/>
                    <a:pt x="1549"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9" name="Google Shape;23869;p146"/>
            <p:cNvSpPr/>
            <p:nvPr/>
          </p:nvSpPr>
          <p:spPr>
            <a:xfrm>
              <a:off x="2684140" y="2048931"/>
              <a:ext cx="131747" cy="216943"/>
            </a:xfrm>
            <a:custGeom>
              <a:avLst/>
              <a:gdLst/>
              <a:ahLst/>
              <a:cxnLst/>
              <a:rect l="l" t="t" r="r" b="b"/>
              <a:pathLst>
                <a:path w="4050" h="6669" extrusionOk="0">
                  <a:moveTo>
                    <a:pt x="1" y="0"/>
                  </a:moveTo>
                  <a:lnTo>
                    <a:pt x="1" y="2786"/>
                  </a:lnTo>
                  <a:cubicBezTo>
                    <a:pt x="1096" y="4025"/>
                    <a:pt x="2168" y="5382"/>
                    <a:pt x="2168" y="6359"/>
                  </a:cubicBezTo>
                  <a:cubicBezTo>
                    <a:pt x="2168" y="6549"/>
                    <a:pt x="2311" y="6668"/>
                    <a:pt x="2454" y="6668"/>
                  </a:cubicBezTo>
                  <a:lnTo>
                    <a:pt x="3716" y="6668"/>
                  </a:lnTo>
                  <a:cubicBezTo>
                    <a:pt x="3883" y="6668"/>
                    <a:pt x="4002" y="6525"/>
                    <a:pt x="4002" y="6359"/>
                  </a:cubicBezTo>
                  <a:cubicBezTo>
                    <a:pt x="4049" y="4191"/>
                    <a:pt x="1906" y="2143"/>
                    <a:pt x="1"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0" name="Google Shape;23870;p146"/>
            <p:cNvSpPr/>
            <p:nvPr/>
          </p:nvSpPr>
          <p:spPr>
            <a:xfrm>
              <a:off x="2553240" y="1921088"/>
              <a:ext cx="261086" cy="344785"/>
            </a:xfrm>
            <a:custGeom>
              <a:avLst/>
              <a:gdLst/>
              <a:ahLst/>
              <a:cxnLst/>
              <a:rect l="l" t="t" r="r" b="b"/>
              <a:pathLst>
                <a:path w="8026" h="10599" extrusionOk="0">
                  <a:moveTo>
                    <a:pt x="6478" y="1"/>
                  </a:moveTo>
                  <a:cubicBezTo>
                    <a:pt x="6335" y="1"/>
                    <a:pt x="6192" y="144"/>
                    <a:pt x="6192" y="334"/>
                  </a:cubicBezTo>
                  <a:cubicBezTo>
                    <a:pt x="6216" y="2144"/>
                    <a:pt x="2834" y="4883"/>
                    <a:pt x="1120" y="7312"/>
                  </a:cubicBezTo>
                  <a:cubicBezTo>
                    <a:pt x="357" y="8455"/>
                    <a:pt x="0" y="9407"/>
                    <a:pt x="0" y="10289"/>
                  </a:cubicBezTo>
                  <a:cubicBezTo>
                    <a:pt x="0" y="10455"/>
                    <a:pt x="119" y="10598"/>
                    <a:pt x="286" y="10598"/>
                  </a:cubicBezTo>
                  <a:lnTo>
                    <a:pt x="286" y="10574"/>
                  </a:lnTo>
                  <a:lnTo>
                    <a:pt x="1501" y="10574"/>
                  </a:lnTo>
                  <a:cubicBezTo>
                    <a:pt x="1691" y="10574"/>
                    <a:pt x="1834" y="10455"/>
                    <a:pt x="1834" y="10265"/>
                  </a:cubicBezTo>
                  <a:cubicBezTo>
                    <a:pt x="1834" y="8431"/>
                    <a:pt x="5216" y="5716"/>
                    <a:pt x="6906" y="3263"/>
                  </a:cubicBezTo>
                  <a:cubicBezTo>
                    <a:pt x="7668" y="2168"/>
                    <a:pt x="8026" y="1215"/>
                    <a:pt x="8026" y="287"/>
                  </a:cubicBezTo>
                  <a:cubicBezTo>
                    <a:pt x="8026" y="144"/>
                    <a:pt x="7907" y="1"/>
                    <a:pt x="7740"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1" name="Google Shape;23871;p146"/>
            <p:cNvSpPr/>
            <p:nvPr/>
          </p:nvSpPr>
          <p:spPr>
            <a:xfrm>
              <a:off x="2684140" y="1921088"/>
              <a:ext cx="131747" cy="218504"/>
            </a:xfrm>
            <a:custGeom>
              <a:avLst/>
              <a:gdLst/>
              <a:ahLst/>
              <a:cxnLst/>
              <a:rect l="l" t="t" r="r" b="b"/>
              <a:pathLst>
                <a:path w="4050" h="6717" extrusionOk="0">
                  <a:moveTo>
                    <a:pt x="2454" y="1"/>
                  </a:moveTo>
                  <a:cubicBezTo>
                    <a:pt x="2287" y="1"/>
                    <a:pt x="2120" y="144"/>
                    <a:pt x="2168" y="334"/>
                  </a:cubicBezTo>
                  <a:cubicBezTo>
                    <a:pt x="2168" y="453"/>
                    <a:pt x="2168" y="525"/>
                    <a:pt x="2120" y="644"/>
                  </a:cubicBezTo>
                  <a:cubicBezTo>
                    <a:pt x="1930" y="1715"/>
                    <a:pt x="739" y="3097"/>
                    <a:pt x="1" y="3930"/>
                  </a:cubicBezTo>
                  <a:lnTo>
                    <a:pt x="1" y="6716"/>
                  </a:lnTo>
                  <a:cubicBezTo>
                    <a:pt x="1930" y="4549"/>
                    <a:pt x="4049" y="2501"/>
                    <a:pt x="4049" y="334"/>
                  </a:cubicBezTo>
                  <a:cubicBezTo>
                    <a:pt x="4049" y="144"/>
                    <a:pt x="3883" y="1"/>
                    <a:pt x="37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72" name="Google Shape;23872;p146"/>
          <p:cNvGrpSpPr/>
          <p:nvPr/>
        </p:nvGrpSpPr>
        <p:grpSpPr>
          <a:xfrm>
            <a:off x="3293818" y="1768688"/>
            <a:ext cx="282035" cy="345534"/>
            <a:chOff x="3293818" y="1921088"/>
            <a:chExt cx="282035" cy="345534"/>
          </a:xfrm>
        </p:grpSpPr>
        <p:sp>
          <p:nvSpPr>
            <p:cNvPr id="23873" name="Google Shape;23873;p146"/>
            <p:cNvSpPr/>
            <p:nvPr/>
          </p:nvSpPr>
          <p:spPr>
            <a:xfrm>
              <a:off x="3293818" y="1938134"/>
              <a:ext cx="282035" cy="328488"/>
            </a:xfrm>
            <a:custGeom>
              <a:avLst/>
              <a:gdLst/>
              <a:ahLst/>
              <a:cxnLst/>
              <a:rect l="l" t="t" r="r" b="b"/>
              <a:pathLst>
                <a:path w="8670" h="10098" extrusionOk="0">
                  <a:moveTo>
                    <a:pt x="2763" y="1"/>
                  </a:moveTo>
                  <a:lnTo>
                    <a:pt x="2763" y="4121"/>
                  </a:lnTo>
                  <a:lnTo>
                    <a:pt x="430" y="8407"/>
                  </a:lnTo>
                  <a:cubicBezTo>
                    <a:pt x="1" y="9145"/>
                    <a:pt x="549" y="10098"/>
                    <a:pt x="1430" y="10098"/>
                  </a:cubicBezTo>
                  <a:lnTo>
                    <a:pt x="7264" y="10098"/>
                  </a:lnTo>
                  <a:cubicBezTo>
                    <a:pt x="8122" y="10074"/>
                    <a:pt x="8669" y="9145"/>
                    <a:pt x="8241" y="8407"/>
                  </a:cubicBezTo>
                  <a:lnTo>
                    <a:pt x="5859" y="4121"/>
                  </a:lnTo>
                  <a:lnTo>
                    <a:pt x="5859" y="1"/>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4" name="Google Shape;23874;p146"/>
            <p:cNvSpPr/>
            <p:nvPr/>
          </p:nvSpPr>
          <p:spPr>
            <a:xfrm>
              <a:off x="3434055" y="1938134"/>
              <a:ext cx="141798" cy="328488"/>
            </a:xfrm>
            <a:custGeom>
              <a:avLst/>
              <a:gdLst/>
              <a:ahLst/>
              <a:cxnLst/>
              <a:rect l="l" t="t" r="r" b="b"/>
              <a:pathLst>
                <a:path w="4359" h="10098" extrusionOk="0">
                  <a:moveTo>
                    <a:pt x="0" y="1"/>
                  </a:moveTo>
                  <a:lnTo>
                    <a:pt x="0" y="10098"/>
                  </a:lnTo>
                  <a:lnTo>
                    <a:pt x="2929" y="10098"/>
                  </a:lnTo>
                  <a:cubicBezTo>
                    <a:pt x="3787" y="10074"/>
                    <a:pt x="4358" y="9145"/>
                    <a:pt x="3906" y="8407"/>
                  </a:cubicBezTo>
                  <a:lnTo>
                    <a:pt x="1524" y="4121"/>
                  </a:lnTo>
                  <a:lnTo>
                    <a:pt x="1524" y="1"/>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5" name="Google Shape;23875;p146"/>
            <p:cNvSpPr/>
            <p:nvPr/>
          </p:nvSpPr>
          <p:spPr>
            <a:xfrm>
              <a:off x="3442577" y="2044280"/>
              <a:ext cx="41866" cy="20169"/>
            </a:xfrm>
            <a:custGeom>
              <a:avLst/>
              <a:gdLst/>
              <a:ahLst/>
              <a:cxnLst/>
              <a:rect l="l" t="t" r="r" b="b"/>
              <a:pathLst>
                <a:path w="1287" h="620" extrusionOk="0">
                  <a:moveTo>
                    <a:pt x="334" y="0"/>
                  </a:moveTo>
                  <a:cubicBezTo>
                    <a:pt x="167" y="0"/>
                    <a:pt x="0" y="167"/>
                    <a:pt x="48" y="334"/>
                  </a:cubicBezTo>
                  <a:cubicBezTo>
                    <a:pt x="72" y="500"/>
                    <a:pt x="215" y="619"/>
                    <a:pt x="357" y="619"/>
                  </a:cubicBezTo>
                  <a:lnTo>
                    <a:pt x="1286" y="619"/>
                  </a:lnTo>
                  <a:lnTo>
                    <a:pt x="1286"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6" name="Google Shape;23876;p146"/>
            <p:cNvSpPr/>
            <p:nvPr/>
          </p:nvSpPr>
          <p:spPr>
            <a:xfrm>
              <a:off x="3422441" y="2003227"/>
              <a:ext cx="62002" cy="20169"/>
            </a:xfrm>
            <a:custGeom>
              <a:avLst/>
              <a:gdLst/>
              <a:ahLst/>
              <a:cxnLst/>
              <a:rect l="l" t="t" r="r" b="b"/>
              <a:pathLst>
                <a:path w="1906" h="620" extrusionOk="0">
                  <a:moveTo>
                    <a:pt x="333" y="0"/>
                  </a:moveTo>
                  <a:cubicBezTo>
                    <a:pt x="143" y="0"/>
                    <a:pt x="0" y="191"/>
                    <a:pt x="48" y="357"/>
                  </a:cubicBezTo>
                  <a:cubicBezTo>
                    <a:pt x="72" y="500"/>
                    <a:pt x="214" y="619"/>
                    <a:pt x="357" y="619"/>
                  </a:cubicBezTo>
                  <a:lnTo>
                    <a:pt x="1905" y="619"/>
                  </a:lnTo>
                  <a:lnTo>
                    <a:pt x="1905" y="0"/>
                  </a:ln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7" name="Google Shape;23877;p146"/>
            <p:cNvSpPr/>
            <p:nvPr/>
          </p:nvSpPr>
          <p:spPr>
            <a:xfrm>
              <a:off x="3434055" y="2003227"/>
              <a:ext cx="49608" cy="20169"/>
            </a:xfrm>
            <a:custGeom>
              <a:avLst/>
              <a:gdLst/>
              <a:ahLst/>
              <a:cxnLst/>
              <a:rect l="l" t="t" r="r" b="b"/>
              <a:pathLst>
                <a:path w="1525" h="620" extrusionOk="0">
                  <a:moveTo>
                    <a:pt x="0" y="0"/>
                  </a:moveTo>
                  <a:lnTo>
                    <a:pt x="0" y="619"/>
                  </a:lnTo>
                  <a:lnTo>
                    <a:pt x="1524" y="619"/>
                  </a:lnTo>
                  <a:lnTo>
                    <a:pt x="1524"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8" name="Google Shape;23878;p146"/>
            <p:cNvSpPr/>
            <p:nvPr/>
          </p:nvSpPr>
          <p:spPr>
            <a:xfrm>
              <a:off x="3442577" y="1963703"/>
              <a:ext cx="41866" cy="20169"/>
            </a:xfrm>
            <a:custGeom>
              <a:avLst/>
              <a:gdLst/>
              <a:ahLst/>
              <a:cxnLst/>
              <a:rect l="l" t="t" r="r" b="b"/>
              <a:pathLst>
                <a:path w="1287" h="620" extrusionOk="0">
                  <a:moveTo>
                    <a:pt x="334" y="1"/>
                  </a:moveTo>
                  <a:cubicBezTo>
                    <a:pt x="167" y="1"/>
                    <a:pt x="0" y="167"/>
                    <a:pt x="48" y="358"/>
                  </a:cubicBezTo>
                  <a:cubicBezTo>
                    <a:pt x="72" y="501"/>
                    <a:pt x="215" y="620"/>
                    <a:pt x="357" y="620"/>
                  </a:cubicBezTo>
                  <a:lnTo>
                    <a:pt x="1286" y="620"/>
                  </a:lnTo>
                  <a:lnTo>
                    <a:pt x="1286"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9" name="Google Shape;23879;p146"/>
            <p:cNvSpPr/>
            <p:nvPr/>
          </p:nvSpPr>
          <p:spPr>
            <a:xfrm>
              <a:off x="3361220" y="1921088"/>
              <a:ext cx="144140" cy="20169"/>
            </a:xfrm>
            <a:custGeom>
              <a:avLst/>
              <a:gdLst/>
              <a:ahLst/>
              <a:cxnLst/>
              <a:rect l="l" t="t" r="r" b="b"/>
              <a:pathLst>
                <a:path w="4431" h="620" extrusionOk="0">
                  <a:moveTo>
                    <a:pt x="334" y="1"/>
                  </a:moveTo>
                  <a:cubicBezTo>
                    <a:pt x="167" y="1"/>
                    <a:pt x="1" y="167"/>
                    <a:pt x="48" y="358"/>
                  </a:cubicBezTo>
                  <a:cubicBezTo>
                    <a:pt x="72" y="501"/>
                    <a:pt x="215" y="620"/>
                    <a:pt x="382" y="620"/>
                  </a:cubicBezTo>
                  <a:lnTo>
                    <a:pt x="4097" y="620"/>
                  </a:lnTo>
                  <a:cubicBezTo>
                    <a:pt x="4311" y="620"/>
                    <a:pt x="4430" y="477"/>
                    <a:pt x="4383" y="263"/>
                  </a:cubicBezTo>
                  <a:cubicBezTo>
                    <a:pt x="4359" y="120"/>
                    <a:pt x="4216" y="1"/>
                    <a:pt x="4049" y="1"/>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0" name="Google Shape;23880;p146"/>
            <p:cNvSpPr/>
            <p:nvPr/>
          </p:nvSpPr>
          <p:spPr>
            <a:xfrm>
              <a:off x="3434055" y="1921088"/>
              <a:ext cx="71306" cy="20169"/>
            </a:xfrm>
            <a:custGeom>
              <a:avLst/>
              <a:gdLst/>
              <a:ahLst/>
              <a:cxnLst/>
              <a:rect l="l" t="t" r="r" b="b"/>
              <a:pathLst>
                <a:path w="2192" h="620" extrusionOk="0">
                  <a:moveTo>
                    <a:pt x="0" y="1"/>
                  </a:moveTo>
                  <a:lnTo>
                    <a:pt x="0" y="620"/>
                  </a:lnTo>
                  <a:lnTo>
                    <a:pt x="1858" y="620"/>
                  </a:lnTo>
                  <a:cubicBezTo>
                    <a:pt x="2001" y="620"/>
                    <a:pt x="2144" y="501"/>
                    <a:pt x="2144" y="358"/>
                  </a:cubicBezTo>
                  <a:cubicBezTo>
                    <a:pt x="2191" y="144"/>
                    <a:pt x="2025" y="1"/>
                    <a:pt x="1858" y="1"/>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81" name="Google Shape;23881;p146"/>
          <p:cNvGrpSpPr/>
          <p:nvPr/>
        </p:nvGrpSpPr>
        <p:grpSpPr>
          <a:xfrm>
            <a:off x="4025125" y="1769664"/>
            <a:ext cx="316875" cy="344558"/>
            <a:chOff x="4025125" y="1922064"/>
            <a:chExt cx="316875" cy="344558"/>
          </a:xfrm>
        </p:grpSpPr>
        <p:sp>
          <p:nvSpPr>
            <p:cNvPr id="23882" name="Google Shape;23882;p146"/>
            <p:cNvSpPr/>
            <p:nvPr/>
          </p:nvSpPr>
          <p:spPr>
            <a:xfrm>
              <a:off x="4025125" y="2081461"/>
              <a:ext cx="199149" cy="184413"/>
            </a:xfrm>
            <a:custGeom>
              <a:avLst/>
              <a:gdLst/>
              <a:ahLst/>
              <a:cxnLst/>
              <a:rect l="l" t="t" r="r" b="b"/>
              <a:pathLst>
                <a:path w="6122" h="5669" extrusionOk="0">
                  <a:moveTo>
                    <a:pt x="1525" y="0"/>
                  </a:moveTo>
                  <a:lnTo>
                    <a:pt x="1525" y="1882"/>
                  </a:lnTo>
                  <a:lnTo>
                    <a:pt x="453" y="3858"/>
                  </a:lnTo>
                  <a:cubicBezTo>
                    <a:pt x="1" y="4692"/>
                    <a:pt x="596" y="5668"/>
                    <a:pt x="1549" y="5668"/>
                  </a:cubicBezTo>
                  <a:lnTo>
                    <a:pt x="4621" y="5668"/>
                  </a:lnTo>
                  <a:cubicBezTo>
                    <a:pt x="5526" y="5668"/>
                    <a:pt x="6121" y="4644"/>
                    <a:pt x="5692" y="3858"/>
                  </a:cubicBezTo>
                  <a:lnTo>
                    <a:pt x="4621" y="1882"/>
                  </a:lnTo>
                  <a:lnTo>
                    <a:pt x="4621" y="0"/>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3" name="Google Shape;23883;p146"/>
            <p:cNvSpPr/>
            <p:nvPr/>
          </p:nvSpPr>
          <p:spPr>
            <a:xfrm>
              <a:off x="4125057" y="2081461"/>
              <a:ext cx="99217" cy="185161"/>
            </a:xfrm>
            <a:custGeom>
              <a:avLst/>
              <a:gdLst/>
              <a:ahLst/>
              <a:cxnLst/>
              <a:rect l="l" t="t" r="r" b="b"/>
              <a:pathLst>
                <a:path w="3050" h="5692" extrusionOk="0">
                  <a:moveTo>
                    <a:pt x="1" y="0"/>
                  </a:moveTo>
                  <a:lnTo>
                    <a:pt x="1" y="5692"/>
                  </a:lnTo>
                  <a:lnTo>
                    <a:pt x="1549" y="5692"/>
                  </a:lnTo>
                  <a:cubicBezTo>
                    <a:pt x="2454" y="5668"/>
                    <a:pt x="3049" y="4644"/>
                    <a:pt x="2620" y="3858"/>
                  </a:cubicBezTo>
                  <a:cubicBezTo>
                    <a:pt x="1954" y="2668"/>
                    <a:pt x="2144" y="2953"/>
                    <a:pt x="1549" y="1882"/>
                  </a:cubicBezTo>
                  <a:lnTo>
                    <a:pt x="1549" y="0"/>
                  </a:ln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4" name="Google Shape;23884;p146"/>
            <p:cNvSpPr/>
            <p:nvPr/>
          </p:nvSpPr>
          <p:spPr>
            <a:xfrm>
              <a:off x="4059997" y="2064416"/>
              <a:ext cx="129404" cy="20169"/>
            </a:xfrm>
            <a:custGeom>
              <a:avLst/>
              <a:gdLst/>
              <a:ahLst/>
              <a:cxnLst/>
              <a:rect l="l" t="t" r="r" b="b"/>
              <a:pathLst>
                <a:path w="3978" h="620" extrusionOk="0">
                  <a:moveTo>
                    <a:pt x="334" y="0"/>
                  </a:moveTo>
                  <a:cubicBezTo>
                    <a:pt x="143" y="0"/>
                    <a:pt x="0" y="143"/>
                    <a:pt x="24" y="358"/>
                  </a:cubicBezTo>
                  <a:cubicBezTo>
                    <a:pt x="48" y="500"/>
                    <a:pt x="215" y="620"/>
                    <a:pt x="358" y="620"/>
                  </a:cubicBezTo>
                  <a:lnTo>
                    <a:pt x="3668" y="620"/>
                  </a:lnTo>
                  <a:cubicBezTo>
                    <a:pt x="3835" y="620"/>
                    <a:pt x="3977" y="453"/>
                    <a:pt x="3954" y="262"/>
                  </a:cubicBezTo>
                  <a:cubicBezTo>
                    <a:pt x="3930" y="119"/>
                    <a:pt x="3787" y="0"/>
                    <a:pt x="3620" y="0"/>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5" name="Google Shape;23885;p146"/>
            <p:cNvSpPr/>
            <p:nvPr/>
          </p:nvSpPr>
          <p:spPr>
            <a:xfrm>
              <a:off x="4125057" y="2064416"/>
              <a:ext cx="64344" cy="20169"/>
            </a:xfrm>
            <a:custGeom>
              <a:avLst/>
              <a:gdLst/>
              <a:ahLst/>
              <a:cxnLst/>
              <a:rect l="l" t="t" r="r" b="b"/>
              <a:pathLst>
                <a:path w="1978" h="620" extrusionOk="0">
                  <a:moveTo>
                    <a:pt x="1" y="0"/>
                  </a:moveTo>
                  <a:lnTo>
                    <a:pt x="1" y="620"/>
                  </a:lnTo>
                  <a:lnTo>
                    <a:pt x="1620" y="620"/>
                  </a:lnTo>
                  <a:cubicBezTo>
                    <a:pt x="1811" y="620"/>
                    <a:pt x="1930" y="524"/>
                    <a:pt x="1954" y="358"/>
                  </a:cubicBezTo>
                  <a:cubicBezTo>
                    <a:pt x="1977" y="167"/>
                    <a:pt x="1835" y="0"/>
                    <a:pt x="1668" y="0"/>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6" name="Google Shape;23886;p146"/>
            <p:cNvSpPr/>
            <p:nvPr/>
          </p:nvSpPr>
          <p:spPr>
            <a:xfrm>
              <a:off x="4156058" y="1936605"/>
              <a:ext cx="185941" cy="181095"/>
            </a:xfrm>
            <a:custGeom>
              <a:avLst/>
              <a:gdLst/>
              <a:ahLst/>
              <a:cxnLst/>
              <a:rect l="l" t="t" r="r" b="b"/>
              <a:pathLst>
                <a:path w="5716" h="5567" extrusionOk="0">
                  <a:moveTo>
                    <a:pt x="2191" y="0"/>
                  </a:moveTo>
                  <a:lnTo>
                    <a:pt x="0" y="2191"/>
                  </a:lnTo>
                  <a:lnTo>
                    <a:pt x="2906" y="5120"/>
                  </a:lnTo>
                  <a:cubicBezTo>
                    <a:pt x="3203" y="5418"/>
                    <a:pt x="3596" y="5567"/>
                    <a:pt x="3995" y="5567"/>
                  </a:cubicBezTo>
                  <a:cubicBezTo>
                    <a:pt x="4394" y="5567"/>
                    <a:pt x="4799" y="5418"/>
                    <a:pt x="5121" y="5120"/>
                  </a:cubicBezTo>
                  <a:cubicBezTo>
                    <a:pt x="5716" y="4501"/>
                    <a:pt x="5716" y="3501"/>
                    <a:pt x="5121" y="2905"/>
                  </a:cubicBezTo>
                  <a:lnTo>
                    <a:pt x="2191" y="0"/>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7" name="Google Shape;23887;p146"/>
            <p:cNvSpPr/>
            <p:nvPr/>
          </p:nvSpPr>
          <p:spPr>
            <a:xfrm>
              <a:off x="4191678" y="1936605"/>
              <a:ext cx="150321" cy="166586"/>
            </a:xfrm>
            <a:custGeom>
              <a:avLst/>
              <a:gdLst/>
              <a:ahLst/>
              <a:cxnLst/>
              <a:rect l="l" t="t" r="r" b="b"/>
              <a:pathLst>
                <a:path w="4621" h="5121" extrusionOk="0">
                  <a:moveTo>
                    <a:pt x="1096" y="0"/>
                  </a:moveTo>
                  <a:lnTo>
                    <a:pt x="1" y="1095"/>
                  </a:lnTo>
                  <a:lnTo>
                    <a:pt x="4026" y="5120"/>
                  </a:lnTo>
                  <a:cubicBezTo>
                    <a:pt x="4621" y="4501"/>
                    <a:pt x="4621" y="3501"/>
                    <a:pt x="4026" y="2905"/>
                  </a:cubicBezTo>
                  <a:lnTo>
                    <a:pt x="1096" y="0"/>
                  </a:ln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8" name="Google Shape;23888;p146"/>
            <p:cNvSpPr/>
            <p:nvPr/>
          </p:nvSpPr>
          <p:spPr>
            <a:xfrm>
              <a:off x="4140574" y="1922064"/>
              <a:ext cx="92971" cy="91051"/>
            </a:xfrm>
            <a:custGeom>
              <a:avLst/>
              <a:gdLst/>
              <a:ahLst/>
              <a:cxnLst/>
              <a:rect l="l" t="t" r="r" b="b"/>
              <a:pathLst>
                <a:path w="2858" h="2799" extrusionOk="0">
                  <a:moveTo>
                    <a:pt x="2513" y="1"/>
                  </a:moveTo>
                  <a:cubicBezTo>
                    <a:pt x="2429" y="1"/>
                    <a:pt x="2346" y="30"/>
                    <a:pt x="2286" y="90"/>
                  </a:cubicBezTo>
                  <a:lnTo>
                    <a:pt x="119" y="2257"/>
                  </a:lnTo>
                  <a:cubicBezTo>
                    <a:pt x="0" y="2376"/>
                    <a:pt x="0" y="2590"/>
                    <a:pt x="119" y="2709"/>
                  </a:cubicBezTo>
                  <a:cubicBezTo>
                    <a:pt x="179" y="2769"/>
                    <a:pt x="256" y="2799"/>
                    <a:pt x="334" y="2799"/>
                  </a:cubicBezTo>
                  <a:cubicBezTo>
                    <a:pt x="411" y="2799"/>
                    <a:pt x="488" y="2769"/>
                    <a:pt x="548" y="2709"/>
                  </a:cubicBezTo>
                  <a:lnTo>
                    <a:pt x="2739" y="518"/>
                  </a:lnTo>
                  <a:cubicBezTo>
                    <a:pt x="2858" y="399"/>
                    <a:pt x="2858" y="209"/>
                    <a:pt x="2739" y="90"/>
                  </a:cubicBezTo>
                  <a:cubicBezTo>
                    <a:pt x="2679" y="30"/>
                    <a:pt x="2596" y="1"/>
                    <a:pt x="2513" y="1"/>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9" name="Google Shape;23889;p146"/>
            <p:cNvSpPr/>
            <p:nvPr/>
          </p:nvSpPr>
          <p:spPr>
            <a:xfrm>
              <a:off x="4180065" y="1922064"/>
              <a:ext cx="53479" cy="52503"/>
            </a:xfrm>
            <a:custGeom>
              <a:avLst/>
              <a:gdLst/>
              <a:ahLst/>
              <a:cxnLst/>
              <a:rect l="l" t="t" r="r" b="b"/>
              <a:pathLst>
                <a:path w="1644" h="1614" extrusionOk="0">
                  <a:moveTo>
                    <a:pt x="1299" y="1"/>
                  </a:moveTo>
                  <a:cubicBezTo>
                    <a:pt x="1215" y="1"/>
                    <a:pt x="1132" y="30"/>
                    <a:pt x="1072" y="90"/>
                  </a:cubicBezTo>
                  <a:lnTo>
                    <a:pt x="1" y="1161"/>
                  </a:lnTo>
                  <a:lnTo>
                    <a:pt x="453" y="1614"/>
                  </a:lnTo>
                  <a:lnTo>
                    <a:pt x="1525" y="542"/>
                  </a:lnTo>
                  <a:cubicBezTo>
                    <a:pt x="1644" y="423"/>
                    <a:pt x="1644" y="209"/>
                    <a:pt x="1525" y="90"/>
                  </a:cubicBezTo>
                  <a:cubicBezTo>
                    <a:pt x="1465" y="30"/>
                    <a:pt x="1382" y="1"/>
                    <a:pt x="1299" y="1"/>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0" name="Google Shape;23890;p146"/>
            <p:cNvSpPr/>
            <p:nvPr/>
          </p:nvSpPr>
          <p:spPr>
            <a:xfrm>
              <a:off x="4025125" y="2174432"/>
              <a:ext cx="200678" cy="91442"/>
            </a:xfrm>
            <a:custGeom>
              <a:avLst/>
              <a:gdLst/>
              <a:ahLst/>
              <a:cxnLst/>
              <a:rect l="l" t="t" r="r" b="b"/>
              <a:pathLst>
                <a:path w="6169" h="2811" extrusionOk="0">
                  <a:moveTo>
                    <a:pt x="977" y="0"/>
                  </a:moveTo>
                  <a:lnTo>
                    <a:pt x="453" y="953"/>
                  </a:lnTo>
                  <a:cubicBezTo>
                    <a:pt x="1" y="1786"/>
                    <a:pt x="596" y="2810"/>
                    <a:pt x="1549" y="2810"/>
                  </a:cubicBezTo>
                  <a:lnTo>
                    <a:pt x="4621" y="2810"/>
                  </a:lnTo>
                  <a:cubicBezTo>
                    <a:pt x="5573" y="2810"/>
                    <a:pt x="6169" y="1786"/>
                    <a:pt x="5716" y="953"/>
                  </a:cubicBezTo>
                  <a:lnTo>
                    <a:pt x="5168"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1" name="Google Shape;23891;p146"/>
            <p:cNvSpPr/>
            <p:nvPr/>
          </p:nvSpPr>
          <p:spPr>
            <a:xfrm>
              <a:off x="4125057" y="2174432"/>
              <a:ext cx="99217" cy="91442"/>
            </a:xfrm>
            <a:custGeom>
              <a:avLst/>
              <a:gdLst/>
              <a:ahLst/>
              <a:cxnLst/>
              <a:rect l="l" t="t" r="r" b="b"/>
              <a:pathLst>
                <a:path w="3050" h="2811" extrusionOk="0">
                  <a:moveTo>
                    <a:pt x="1" y="0"/>
                  </a:moveTo>
                  <a:lnTo>
                    <a:pt x="1" y="2810"/>
                  </a:lnTo>
                  <a:lnTo>
                    <a:pt x="1549" y="2810"/>
                  </a:lnTo>
                  <a:cubicBezTo>
                    <a:pt x="2454" y="2810"/>
                    <a:pt x="3049" y="1786"/>
                    <a:pt x="2644" y="953"/>
                  </a:cubicBezTo>
                  <a:lnTo>
                    <a:pt x="20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2" name="Google Shape;23892;p146"/>
            <p:cNvSpPr/>
            <p:nvPr/>
          </p:nvSpPr>
          <p:spPr>
            <a:xfrm>
              <a:off x="4161490" y="2013278"/>
              <a:ext cx="180509" cy="103641"/>
            </a:xfrm>
            <a:custGeom>
              <a:avLst/>
              <a:gdLst/>
              <a:ahLst/>
              <a:cxnLst/>
              <a:rect l="l" t="t" r="r" b="b"/>
              <a:pathLst>
                <a:path w="5549" h="3186" extrusionOk="0">
                  <a:moveTo>
                    <a:pt x="0" y="1"/>
                  </a:moveTo>
                  <a:lnTo>
                    <a:pt x="2739" y="2739"/>
                  </a:lnTo>
                  <a:cubicBezTo>
                    <a:pt x="3036" y="3037"/>
                    <a:pt x="3429" y="3186"/>
                    <a:pt x="3828" y="3186"/>
                  </a:cubicBezTo>
                  <a:cubicBezTo>
                    <a:pt x="4227" y="3186"/>
                    <a:pt x="4632" y="3037"/>
                    <a:pt x="4954" y="2739"/>
                  </a:cubicBezTo>
                  <a:cubicBezTo>
                    <a:pt x="5549" y="2144"/>
                    <a:pt x="5549" y="1144"/>
                    <a:pt x="4954" y="548"/>
                  </a:cubicBezTo>
                  <a:lnTo>
                    <a:pt x="4382" y="1"/>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3" name="Google Shape;23893;p146"/>
            <p:cNvSpPr/>
            <p:nvPr/>
          </p:nvSpPr>
          <p:spPr>
            <a:xfrm>
              <a:off x="4233512" y="2014059"/>
              <a:ext cx="108488" cy="89132"/>
            </a:xfrm>
            <a:custGeom>
              <a:avLst/>
              <a:gdLst/>
              <a:ahLst/>
              <a:cxnLst/>
              <a:rect l="l" t="t" r="r" b="b"/>
              <a:pathLst>
                <a:path w="3335" h="2740" extrusionOk="0">
                  <a:moveTo>
                    <a:pt x="1" y="0"/>
                  </a:moveTo>
                  <a:lnTo>
                    <a:pt x="2740" y="2739"/>
                  </a:lnTo>
                  <a:cubicBezTo>
                    <a:pt x="3335" y="2120"/>
                    <a:pt x="3335" y="1120"/>
                    <a:pt x="2763" y="572"/>
                  </a:cubicBezTo>
                  <a:lnTo>
                    <a:pt x="219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4" name="Google Shape;23894;p146"/>
            <p:cNvSpPr/>
            <p:nvPr/>
          </p:nvSpPr>
          <p:spPr>
            <a:xfrm>
              <a:off x="4115786" y="2024631"/>
              <a:ext cx="19388" cy="19681"/>
            </a:xfrm>
            <a:custGeom>
              <a:avLst/>
              <a:gdLst/>
              <a:ahLst/>
              <a:cxnLst/>
              <a:rect l="l" t="t" r="r" b="b"/>
              <a:pathLst>
                <a:path w="596" h="605" extrusionOk="0">
                  <a:moveTo>
                    <a:pt x="360" y="1"/>
                  </a:moveTo>
                  <a:cubicBezTo>
                    <a:pt x="343" y="1"/>
                    <a:pt x="326" y="3"/>
                    <a:pt x="310" y="9"/>
                  </a:cubicBezTo>
                  <a:cubicBezTo>
                    <a:pt x="167" y="9"/>
                    <a:pt x="0" y="152"/>
                    <a:pt x="0" y="295"/>
                  </a:cubicBezTo>
                  <a:cubicBezTo>
                    <a:pt x="0" y="438"/>
                    <a:pt x="119" y="604"/>
                    <a:pt x="310" y="604"/>
                  </a:cubicBezTo>
                  <a:cubicBezTo>
                    <a:pt x="453" y="604"/>
                    <a:pt x="595" y="485"/>
                    <a:pt x="595" y="295"/>
                  </a:cubicBezTo>
                  <a:cubicBezTo>
                    <a:pt x="595" y="148"/>
                    <a:pt x="484" y="1"/>
                    <a:pt x="360"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5" name="Google Shape;23895;p146"/>
            <p:cNvSpPr/>
            <p:nvPr/>
          </p:nvSpPr>
          <p:spPr>
            <a:xfrm>
              <a:off x="4125057" y="2023363"/>
              <a:ext cx="10117" cy="21014"/>
            </a:xfrm>
            <a:custGeom>
              <a:avLst/>
              <a:gdLst/>
              <a:ahLst/>
              <a:cxnLst/>
              <a:rect l="l" t="t" r="r" b="b"/>
              <a:pathLst>
                <a:path w="311" h="646" extrusionOk="0">
                  <a:moveTo>
                    <a:pt x="1" y="0"/>
                  </a:moveTo>
                  <a:lnTo>
                    <a:pt x="1" y="643"/>
                  </a:lnTo>
                  <a:cubicBezTo>
                    <a:pt x="13" y="645"/>
                    <a:pt x="25" y="646"/>
                    <a:pt x="37" y="646"/>
                  </a:cubicBezTo>
                  <a:cubicBezTo>
                    <a:pt x="188" y="646"/>
                    <a:pt x="310" y="510"/>
                    <a:pt x="310" y="334"/>
                  </a:cubicBezTo>
                  <a:cubicBezTo>
                    <a:pt x="310" y="167"/>
                    <a:pt x="144" y="0"/>
                    <a:pt x="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6" name="Google Shape;23896;p146"/>
            <p:cNvSpPr/>
            <p:nvPr/>
          </p:nvSpPr>
          <p:spPr>
            <a:xfrm>
              <a:off x="4095617" y="1983839"/>
              <a:ext cx="19420" cy="19420"/>
            </a:xfrm>
            <a:custGeom>
              <a:avLst/>
              <a:gdLst/>
              <a:ahLst/>
              <a:cxnLst/>
              <a:rect l="l" t="t" r="r" b="b"/>
              <a:pathLst>
                <a:path w="597" h="597" extrusionOk="0">
                  <a:moveTo>
                    <a:pt x="310" y="1"/>
                  </a:moveTo>
                  <a:cubicBezTo>
                    <a:pt x="144" y="1"/>
                    <a:pt x="1" y="120"/>
                    <a:pt x="1" y="310"/>
                  </a:cubicBezTo>
                  <a:cubicBezTo>
                    <a:pt x="1" y="453"/>
                    <a:pt x="120" y="596"/>
                    <a:pt x="310" y="596"/>
                  </a:cubicBezTo>
                  <a:cubicBezTo>
                    <a:pt x="453" y="596"/>
                    <a:pt x="596" y="477"/>
                    <a:pt x="596" y="310"/>
                  </a:cubicBezTo>
                  <a:cubicBezTo>
                    <a:pt x="596" y="120"/>
                    <a:pt x="453" y="1"/>
                    <a:pt x="310" y="1"/>
                  </a:cubicBezTo>
                  <a:close/>
                </a:path>
              </a:pathLst>
            </a:custGeom>
            <a:solidFill>
              <a:srgbClr val="AE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7" name="Google Shape;23897;p146"/>
            <p:cNvSpPr/>
            <p:nvPr/>
          </p:nvSpPr>
          <p:spPr>
            <a:xfrm>
              <a:off x="4104140" y="1983774"/>
              <a:ext cx="10898" cy="19551"/>
            </a:xfrm>
            <a:custGeom>
              <a:avLst/>
              <a:gdLst/>
              <a:ahLst/>
              <a:cxnLst/>
              <a:rect l="l" t="t" r="r" b="b"/>
              <a:pathLst>
                <a:path w="335" h="601" extrusionOk="0">
                  <a:moveTo>
                    <a:pt x="42" y="0"/>
                  </a:moveTo>
                  <a:cubicBezTo>
                    <a:pt x="29" y="0"/>
                    <a:pt x="15" y="1"/>
                    <a:pt x="1" y="3"/>
                  </a:cubicBezTo>
                  <a:lnTo>
                    <a:pt x="1" y="598"/>
                  </a:lnTo>
                  <a:cubicBezTo>
                    <a:pt x="15" y="600"/>
                    <a:pt x="29" y="601"/>
                    <a:pt x="42" y="601"/>
                  </a:cubicBezTo>
                  <a:cubicBezTo>
                    <a:pt x="212" y="601"/>
                    <a:pt x="334" y="467"/>
                    <a:pt x="334" y="312"/>
                  </a:cubicBezTo>
                  <a:cubicBezTo>
                    <a:pt x="334" y="136"/>
                    <a:pt x="212" y="0"/>
                    <a:pt x="42"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98" name="Google Shape;23898;p146"/>
          <p:cNvGrpSpPr/>
          <p:nvPr/>
        </p:nvGrpSpPr>
        <p:grpSpPr>
          <a:xfrm>
            <a:off x="4755249" y="1810522"/>
            <a:ext cx="356020" cy="263830"/>
            <a:chOff x="4755249" y="1962922"/>
            <a:chExt cx="356020" cy="263830"/>
          </a:xfrm>
        </p:grpSpPr>
        <p:sp>
          <p:nvSpPr>
            <p:cNvPr id="23899" name="Google Shape;23899;p146"/>
            <p:cNvSpPr/>
            <p:nvPr/>
          </p:nvSpPr>
          <p:spPr>
            <a:xfrm>
              <a:off x="4959419" y="1963703"/>
              <a:ext cx="120101" cy="19388"/>
            </a:xfrm>
            <a:custGeom>
              <a:avLst/>
              <a:gdLst/>
              <a:ahLst/>
              <a:cxnLst/>
              <a:rect l="l" t="t" r="r" b="b"/>
              <a:pathLst>
                <a:path w="3692" h="596" extrusionOk="0">
                  <a:moveTo>
                    <a:pt x="310" y="1"/>
                  </a:moveTo>
                  <a:cubicBezTo>
                    <a:pt x="143" y="1"/>
                    <a:pt x="0" y="143"/>
                    <a:pt x="0" y="286"/>
                  </a:cubicBezTo>
                  <a:cubicBezTo>
                    <a:pt x="0" y="453"/>
                    <a:pt x="119" y="596"/>
                    <a:pt x="310" y="596"/>
                  </a:cubicBezTo>
                  <a:lnTo>
                    <a:pt x="3405" y="596"/>
                  </a:lnTo>
                  <a:cubicBezTo>
                    <a:pt x="3572" y="596"/>
                    <a:pt x="3691" y="453"/>
                    <a:pt x="3691" y="286"/>
                  </a:cubicBezTo>
                  <a:cubicBezTo>
                    <a:pt x="3691" y="143"/>
                    <a:pt x="3572" y="1"/>
                    <a:pt x="3405" y="1"/>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0" name="Google Shape;23900;p146"/>
            <p:cNvSpPr/>
            <p:nvPr/>
          </p:nvSpPr>
          <p:spPr>
            <a:xfrm>
              <a:off x="5019827" y="1962922"/>
              <a:ext cx="60473" cy="20169"/>
            </a:xfrm>
            <a:custGeom>
              <a:avLst/>
              <a:gdLst/>
              <a:ahLst/>
              <a:cxnLst/>
              <a:rect l="l" t="t" r="r" b="b"/>
              <a:pathLst>
                <a:path w="1859" h="620" extrusionOk="0">
                  <a:moveTo>
                    <a:pt x="1" y="1"/>
                  </a:moveTo>
                  <a:lnTo>
                    <a:pt x="1" y="620"/>
                  </a:lnTo>
                  <a:lnTo>
                    <a:pt x="1548" y="620"/>
                  </a:lnTo>
                  <a:cubicBezTo>
                    <a:pt x="1691" y="620"/>
                    <a:pt x="1834" y="501"/>
                    <a:pt x="1834" y="358"/>
                  </a:cubicBezTo>
                  <a:cubicBezTo>
                    <a:pt x="1858" y="144"/>
                    <a:pt x="1715" y="1"/>
                    <a:pt x="1548" y="1"/>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1" name="Google Shape;23901;p146"/>
            <p:cNvSpPr/>
            <p:nvPr/>
          </p:nvSpPr>
          <p:spPr>
            <a:xfrm>
              <a:off x="4936160" y="1979187"/>
              <a:ext cx="175109" cy="245829"/>
            </a:xfrm>
            <a:custGeom>
              <a:avLst/>
              <a:gdLst/>
              <a:ahLst/>
              <a:cxnLst/>
              <a:rect l="l" t="t" r="r" b="b"/>
              <a:pathLst>
                <a:path w="5383" h="7557" extrusionOk="0">
                  <a:moveTo>
                    <a:pt x="1025" y="1"/>
                  </a:moveTo>
                  <a:lnTo>
                    <a:pt x="1025" y="2430"/>
                  </a:lnTo>
                  <a:cubicBezTo>
                    <a:pt x="572" y="2739"/>
                    <a:pt x="215" y="3144"/>
                    <a:pt x="1" y="3692"/>
                  </a:cubicBezTo>
                  <a:lnTo>
                    <a:pt x="1334" y="5883"/>
                  </a:lnTo>
                  <a:cubicBezTo>
                    <a:pt x="1620" y="6312"/>
                    <a:pt x="1525" y="6836"/>
                    <a:pt x="1167" y="7169"/>
                  </a:cubicBezTo>
                  <a:cubicBezTo>
                    <a:pt x="1631" y="7436"/>
                    <a:pt x="2119" y="7557"/>
                    <a:pt x="2592" y="7557"/>
                  </a:cubicBezTo>
                  <a:cubicBezTo>
                    <a:pt x="4060" y="7557"/>
                    <a:pt x="5383" y="6385"/>
                    <a:pt x="5383" y="4764"/>
                  </a:cubicBezTo>
                  <a:cubicBezTo>
                    <a:pt x="5359" y="3835"/>
                    <a:pt x="4883" y="2954"/>
                    <a:pt x="4120" y="2430"/>
                  </a:cubicBezTo>
                  <a:lnTo>
                    <a:pt x="4120" y="1"/>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2" name="Google Shape;23902;p146"/>
            <p:cNvSpPr/>
            <p:nvPr/>
          </p:nvSpPr>
          <p:spPr>
            <a:xfrm>
              <a:off x="5019827" y="1979187"/>
              <a:ext cx="90661" cy="245601"/>
            </a:xfrm>
            <a:custGeom>
              <a:avLst/>
              <a:gdLst/>
              <a:ahLst/>
              <a:cxnLst/>
              <a:rect l="l" t="t" r="r" b="b"/>
              <a:pathLst>
                <a:path w="2787" h="7550" extrusionOk="0">
                  <a:moveTo>
                    <a:pt x="1" y="1"/>
                  </a:moveTo>
                  <a:lnTo>
                    <a:pt x="1" y="7550"/>
                  </a:lnTo>
                  <a:cubicBezTo>
                    <a:pt x="1453" y="7550"/>
                    <a:pt x="2787" y="6359"/>
                    <a:pt x="2787" y="4764"/>
                  </a:cubicBezTo>
                  <a:cubicBezTo>
                    <a:pt x="2787" y="3835"/>
                    <a:pt x="2311" y="2954"/>
                    <a:pt x="1548" y="2430"/>
                  </a:cubicBezTo>
                  <a:lnTo>
                    <a:pt x="1548" y="1"/>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3" name="Google Shape;23903;p146"/>
            <p:cNvSpPr/>
            <p:nvPr/>
          </p:nvSpPr>
          <p:spPr>
            <a:xfrm>
              <a:off x="4969471" y="2154264"/>
              <a:ext cx="137927" cy="70850"/>
            </a:xfrm>
            <a:custGeom>
              <a:avLst/>
              <a:gdLst/>
              <a:ahLst/>
              <a:cxnLst/>
              <a:rect l="l" t="t" r="r" b="b"/>
              <a:pathLst>
                <a:path w="4240" h="2178" extrusionOk="0">
                  <a:moveTo>
                    <a:pt x="1" y="1"/>
                  </a:moveTo>
                  <a:lnTo>
                    <a:pt x="286" y="501"/>
                  </a:lnTo>
                  <a:cubicBezTo>
                    <a:pt x="548" y="953"/>
                    <a:pt x="429" y="1454"/>
                    <a:pt x="120" y="1787"/>
                  </a:cubicBezTo>
                  <a:cubicBezTo>
                    <a:pt x="576" y="2054"/>
                    <a:pt x="1062" y="2177"/>
                    <a:pt x="1534" y="2177"/>
                  </a:cubicBezTo>
                  <a:cubicBezTo>
                    <a:pt x="2785" y="2177"/>
                    <a:pt x="3946" y="1315"/>
                    <a:pt x="424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4" name="Google Shape;23904;p146"/>
            <p:cNvSpPr/>
            <p:nvPr/>
          </p:nvSpPr>
          <p:spPr>
            <a:xfrm>
              <a:off x="5018266" y="2154263"/>
              <a:ext cx="89132" cy="70525"/>
            </a:xfrm>
            <a:custGeom>
              <a:avLst/>
              <a:gdLst/>
              <a:ahLst/>
              <a:cxnLst/>
              <a:rect l="l" t="t" r="r" b="b"/>
              <a:pathLst>
                <a:path w="2740" h="2168" extrusionOk="0">
                  <a:moveTo>
                    <a:pt x="1" y="1"/>
                  </a:moveTo>
                  <a:lnTo>
                    <a:pt x="1" y="2168"/>
                  </a:lnTo>
                  <a:cubicBezTo>
                    <a:pt x="1287" y="2168"/>
                    <a:pt x="2454" y="1311"/>
                    <a:pt x="2740"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5" name="Google Shape;23905;p146"/>
            <p:cNvSpPr/>
            <p:nvPr/>
          </p:nvSpPr>
          <p:spPr>
            <a:xfrm>
              <a:off x="4756432" y="1979968"/>
              <a:ext cx="240202" cy="244821"/>
            </a:xfrm>
            <a:custGeom>
              <a:avLst/>
              <a:gdLst/>
              <a:ahLst/>
              <a:cxnLst/>
              <a:rect l="l" t="t" r="r" b="b"/>
              <a:pathLst>
                <a:path w="7384" h="7526" extrusionOk="0">
                  <a:moveTo>
                    <a:pt x="2144" y="1"/>
                  </a:moveTo>
                  <a:lnTo>
                    <a:pt x="2144" y="3001"/>
                  </a:lnTo>
                  <a:lnTo>
                    <a:pt x="429" y="5811"/>
                  </a:lnTo>
                  <a:cubicBezTo>
                    <a:pt x="1" y="6550"/>
                    <a:pt x="525" y="7526"/>
                    <a:pt x="1429" y="7526"/>
                  </a:cubicBezTo>
                  <a:lnTo>
                    <a:pt x="5954" y="7526"/>
                  </a:lnTo>
                  <a:cubicBezTo>
                    <a:pt x="6812" y="7526"/>
                    <a:pt x="7383" y="6573"/>
                    <a:pt x="6931" y="5811"/>
                  </a:cubicBezTo>
                  <a:lnTo>
                    <a:pt x="5216" y="3001"/>
                  </a:lnTo>
                  <a:lnTo>
                    <a:pt x="5216" y="1"/>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6" name="Google Shape;23906;p146"/>
            <p:cNvSpPr/>
            <p:nvPr/>
          </p:nvSpPr>
          <p:spPr>
            <a:xfrm>
              <a:off x="4876500" y="1979968"/>
              <a:ext cx="118572" cy="246382"/>
            </a:xfrm>
            <a:custGeom>
              <a:avLst/>
              <a:gdLst/>
              <a:ahLst/>
              <a:cxnLst/>
              <a:rect l="l" t="t" r="r" b="b"/>
              <a:pathLst>
                <a:path w="3645" h="7574" extrusionOk="0">
                  <a:moveTo>
                    <a:pt x="1" y="1"/>
                  </a:moveTo>
                  <a:lnTo>
                    <a:pt x="1" y="7574"/>
                  </a:lnTo>
                  <a:lnTo>
                    <a:pt x="2239" y="7574"/>
                  </a:lnTo>
                  <a:cubicBezTo>
                    <a:pt x="3121" y="7526"/>
                    <a:pt x="3644" y="6573"/>
                    <a:pt x="3216" y="5811"/>
                  </a:cubicBezTo>
                  <a:lnTo>
                    <a:pt x="1525" y="3001"/>
                  </a:lnTo>
                  <a:lnTo>
                    <a:pt x="1525" y="1"/>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7" name="Google Shape;23907;p146"/>
            <p:cNvSpPr/>
            <p:nvPr/>
          </p:nvSpPr>
          <p:spPr>
            <a:xfrm>
              <a:off x="4816092" y="1963703"/>
              <a:ext cx="120101" cy="19388"/>
            </a:xfrm>
            <a:custGeom>
              <a:avLst/>
              <a:gdLst/>
              <a:ahLst/>
              <a:cxnLst/>
              <a:rect l="l" t="t" r="r" b="b"/>
              <a:pathLst>
                <a:path w="3692" h="596" extrusionOk="0">
                  <a:moveTo>
                    <a:pt x="310" y="1"/>
                  </a:moveTo>
                  <a:cubicBezTo>
                    <a:pt x="143" y="1"/>
                    <a:pt x="0" y="143"/>
                    <a:pt x="0" y="286"/>
                  </a:cubicBezTo>
                  <a:cubicBezTo>
                    <a:pt x="0" y="453"/>
                    <a:pt x="119" y="596"/>
                    <a:pt x="310" y="596"/>
                  </a:cubicBezTo>
                  <a:lnTo>
                    <a:pt x="3382" y="596"/>
                  </a:lnTo>
                  <a:cubicBezTo>
                    <a:pt x="3573" y="596"/>
                    <a:pt x="3692" y="453"/>
                    <a:pt x="3692" y="286"/>
                  </a:cubicBezTo>
                  <a:cubicBezTo>
                    <a:pt x="3692" y="143"/>
                    <a:pt x="3573" y="1"/>
                    <a:pt x="3382" y="1"/>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8" name="Google Shape;23908;p146"/>
            <p:cNvSpPr/>
            <p:nvPr/>
          </p:nvSpPr>
          <p:spPr>
            <a:xfrm>
              <a:off x="4876500" y="1962922"/>
              <a:ext cx="60473" cy="20169"/>
            </a:xfrm>
            <a:custGeom>
              <a:avLst/>
              <a:gdLst/>
              <a:ahLst/>
              <a:cxnLst/>
              <a:rect l="l" t="t" r="r" b="b"/>
              <a:pathLst>
                <a:path w="1859" h="620" extrusionOk="0">
                  <a:moveTo>
                    <a:pt x="1" y="1"/>
                  </a:moveTo>
                  <a:lnTo>
                    <a:pt x="1" y="620"/>
                  </a:lnTo>
                  <a:lnTo>
                    <a:pt x="1525" y="620"/>
                  </a:lnTo>
                  <a:cubicBezTo>
                    <a:pt x="1692" y="620"/>
                    <a:pt x="1835" y="501"/>
                    <a:pt x="1835" y="358"/>
                  </a:cubicBezTo>
                  <a:cubicBezTo>
                    <a:pt x="1858" y="144"/>
                    <a:pt x="1716" y="1"/>
                    <a:pt x="1525" y="1"/>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9" name="Google Shape;23909;p146"/>
            <p:cNvSpPr/>
            <p:nvPr/>
          </p:nvSpPr>
          <p:spPr>
            <a:xfrm>
              <a:off x="4755249" y="2115955"/>
              <a:ext cx="239421" cy="110797"/>
            </a:xfrm>
            <a:custGeom>
              <a:avLst/>
              <a:gdLst/>
              <a:ahLst/>
              <a:cxnLst/>
              <a:rect l="l" t="t" r="r" b="b"/>
              <a:pathLst>
                <a:path w="7360" h="3406" extrusionOk="0">
                  <a:moveTo>
                    <a:pt x="1453" y="1"/>
                  </a:moveTo>
                  <a:lnTo>
                    <a:pt x="453" y="1691"/>
                  </a:lnTo>
                  <a:cubicBezTo>
                    <a:pt x="0" y="2430"/>
                    <a:pt x="524" y="3406"/>
                    <a:pt x="1429" y="3406"/>
                  </a:cubicBezTo>
                  <a:lnTo>
                    <a:pt x="5954" y="3406"/>
                  </a:lnTo>
                  <a:cubicBezTo>
                    <a:pt x="6811" y="3406"/>
                    <a:pt x="7359" y="2453"/>
                    <a:pt x="6907" y="1691"/>
                  </a:cubicBezTo>
                  <a:lnTo>
                    <a:pt x="5883" y="1"/>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0" name="Google Shape;23910;p146"/>
            <p:cNvSpPr/>
            <p:nvPr/>
          </p:nvSpPr>
          <p:spPr>
            <a:xfrm>
              <a:off x="4874537" y="2115955"/>
              <a:ext cx="120133" cy="110797"/>
            </a:xfrm>
            <a:custGeom>
              <a:avLst/>
              <a:gdLst/>
              <a:ahLst/>
              <a:cxnLst/>
              <a:rect l="l" t="t" r="r" b="b"/>
              <a:pathLst>
                <a:path w="3693" h="3406" extrusionOk="0">
                  <a:moveTo>
                    <a:pt x="1" y="1"/>
                  </a:moveTo>
                  <a:lnTo>
                    <a:pt x="1" y="3406"/>
                  </a:lnTo>
                  <a:lnTo>
                    <a:pt x="2263" y="3406"/>
                  </a:lnTo>
                  <a:cubicBezTo>
                    <a:pt x="3144" y="3406"/>
                    <a:pt x="3692" y="2453"/>
                    <a:pt x="3240" y="1691"/>
                  </a:cubicBezTo>
                  <a:lnTo>
                    <a:pt x="221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1" name="Google Shape;23911;p146"/>
            <p:cNvSpPr/>
            <p:nvPr/>
          </p:nvSpPr>
          <p:spPr>
            <a:xfrm>
              <a:off x="4847060" y="2145741"/>
              <a:ext cx="19420" cy="19420"/>
            </a:xfrm>
            <a:custGeom>
              <a:avLst/>
              <a:gdLst/>
              <a:ahLst/>
              <a:cxnLst/>
              <a:rect l="l" t="t" r="r" b="b"/>
              <a:pathLst>
                <a:path w="597" h="597" extrusionOk="0">
                  <a:moveTo>
                    <a:pt x="311" y="1"/>
                  </a:moveTo>
                  <a:cubicBezTo>
                    <a:pt x="144" y="1"/>
                    <a:pt x="1" y="144"/>
                    <a:pt x="1" y="287"/>
                  </a:cubicBezTo>
                  <a:cubicBezTo>
                    <a:pt x="1" y="453"/>
                    <a:pt x="144" y="596"/>
                    <a:pt x="311" y="596"/>
                  </a:cubicBezTo>
                  <a:cubicBezTo>
                    <a:pt x="453" y="596"/>
                    <a:pt x="596" y="477"/>
                    <a:pt x="596" y="287"/>
                  </a:cubicBezTo>
                  <a:cubicBezTo>
                    <a:pt x="596" y="120"/>
                    <a:pt x="453" y="1"/>
                    <a:pt x="311" y="1"/>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2" name="Google Shape;23912;p146"/>
            <p:cNvSpPr/>
            <p:nvPr/>
          </p:nvSpPr>
          <p:spPr>
            <a:xfrm>
              <a:off x="4886584" y="2165812"/>
              <a:ext cx="19388" cy="19485"/>
            </a:xfrm>
            <a:custGeom>
              <a:avLst/>
              <a:gdLst/>
              <a:ahLst/>
              <a:cxnLst/>
              <a:rect l="l" t="t" r="r" b="b"/>
              <a:pathLst>
                <a:path w="596" h="599" extrusionOk="0">
                  <a:moveTo>
                    <a:pt x="346" y="0"/>
                  </a:moveTo>
                  <a:cubicBezTo>
                    <a:pt x="334" y="0"/>
                    <a:pt x="322" y="1"/>
                    <a:pt x="310" y="3"/>
                  </a:cubicBezTo>
                  <a:cubicBezTo>
                    <a:pt x="167" y="3"/>
                    <a:pt x="0" y="146"/>
                    <a:pt x="0" y="313"/>
                  </a:cubicBezTo>
                  <a:cubicBezTo>
                    <a:pt x="0" y="456"/>
                    <a:pt x="120" y="598"/>
                    <a:pt x="310" y="598"/>
                  </a:cubicBezTo>
                  <a:cubicBezTo>
                    <a:pt x="453" y="598"/>
                    <a:pt x="596" y="479"/>
                    <a:pt x="596" y="313"/>
                  </a:cubicBezTo>
                  <a:cubicBezTo>
                    <a:pt x="596" y="136"/>
                    <a:pt x="494" y="0"/>
                    <a:pt x="346" y="0"/>
                  </a:cubicBezTo>
                  <a:close/>
                </a:path>
              </a:pathLst>
            </a:custGeom>
            <a:solidFill>
              <a:srgbClr val="7E8F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3" name="Google Shape;23913;p146"/>
            <p:cNvSpPr/>
            <p:nvPr/>
          </p:nvSpPr>
          <p:spPr>
            <a:xfrm>
              <a:off x="4989607" y="2103907"/>
              <a:ext cx="19420" cy="19420"/>
            </a:xfrm>
            <a:custGeom>
              <a:avLst/>
              <a:gdLst/>
              <a:ahLst/>
              <a:cxnLst/>
              <a:rect l="l" t="t" r="r" b="b"/>
              <a:pathLst>
                <a:path w="597" h="597" extrusionOk="0">
                  <a:moveTo>
                    <a:pt x="287" y="1"/>
                  </a:moveTo>
                  <a:cubicBezTo>
                    <a:pt x="144" y="1"/>
                    <a:pt x="1" y="120"/>
                    <a:pt x="1" y="311"/>
                  </a:cubicBezTo>
                  <a:cubicBezTo>
                    <a:pt x="1" y="453"/>
                    <a:pt x="120" y="596"/>
                    <a:pt x="287" y="596"/>
                  </a:cubicBezTo>
                  <a:cubicBezTo>
                    <a:pt x="429" y="596"/>
                    <a:pt x="596" y="477"/>
                    <a:pt x="596" y="311"/>
                  </a:cubicBezTo>
                  <a:cubicBezTo>
                    <a:pt x="596" y="144"/>
                    <a:pt x="477" y="1"/>
                    <a:pt x="287"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4" name="Google Shape;23914;p146"/>
            <p:cNvSpPr/>
            <p:nvPr/>
          </p:nvSpPr>
          <p:spPr>
            <a:xfrm>
              <a:off x="5029911" y="2089204"/>
              <a:ext cx="19388" cy="19388"/>
            </a:xfrm>
            <a:custGeom>
              <a:avLst/>
              <a:gdLst/>
              <a:ahLst/>
              <a:cxnLst/>
              <a:rect l="l" t="t" r="r" b="b"/>
              <a:pathLst>
                <a:path w="596" h="596" extrusionOk="0">
                  <a:moveTo>
                    <a:pt x="310" y="0"/>
                  </a:moveTo>
                  <a:cubicBezTo>
                    <a:pt x="167" y="0"/>
                    <a:pt x="0" y="167"/>
                    <a:pt x="0" y="310"/>
                  </a:cubicBezTo>
                  <a:cubicBezTo>
                    <a:pt x="0" y="453"/>
                    <a:pt x="119" y="596"/>
                    <a:pt x="310" y="596"/>
                  </a:cubicBezTo>
                  <a:cubicBezTo>
                    <a:pt x="453" y="596"/>
                    <a:pt x="595" y="477"/>
                    <a:pt x="595" y="310"/>
                  </a:cubicBezTo>
                  <a:cubicBezTo>
                    <a:pt x="595" y="120"/>
                    <a:pt x="453" y="0"/>
                    <a:pt x="310"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15" name="Google Shape;23915;p146"/>
          <p:cNvGrpSpPr/>
          <p:nvPr/>
        </p:nvGrpSpPr>
        <p:grpSpPr>
          <a:xfrm>
            <a:off x="5598503" y="1768688"/>
            <a:ext cx="181322" cy="345534"/>
            <a:chOff x="5598503" y="1921088"/>
            <a:chExt cx="181322" cy="345534"/>
          </a:xfrm>
        </p:grpSpPr>
        <p:sp>
          <p:nvSpPr>
            <p:cNvPr id="23916" name="Google Shape;23916;p146"/>
            <p:cNvSpPr/>
            <p:nvPr/>
          </p:nvSpPr>
          <p:spPr>
            <a:xfrm>
              <a:off x="5618672" y="1938134"/>
              <a:ext cx="141798" cy="328488"/>
            </a:xfrm>
            <a:custGeom>
              <a:avLst/>
              <a:gdLst/>
              <a:ahLst/>
              <a:cxnLst/>
              <a:rect l="l" t="t" r="r" b="b"/>
              <a:pathLst>
                <a:path w="4359" h="10098" extrusionOk="0">
                  <a:moveTo>
                    <a:pt x="0" y="1"/>
                  </a:moveTo>
                  <a:lnTo>
                    <a:pt x="0" y="7931"/>
                  </a:lnTo>
                  <a:cubicBezTo>
                    <a:pt x="0" y="9122"/>
                    <a:pt x="977" y="10098"/>
                    <a:pt x="2167" y="10098"/>
                  </a:cubicBezTo>
                  <a:cubicBezTo>
                    <a:pt x="3358" y="10098"/>
                    <a:pt x="4358" y="9122"/>
                    <a:pt x="4358" y="7931"/>
                  </a:cubicBezTo>
                  <a:lnTo>
                    <a:pt x="4358" y="1"/>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7" name="Google Shape;23917;p146"/>
            <p:cNvSpPr/>
            <p:nvPr/>
          </p:nvSpPr>
          <p:spPr>
            <a:xfrm>
              <a:off x="5689945" y="1938134"/>
              <a:ext cx="70525" cy="328488"/>
            </a:xfrm>
            <a:custGeom>
              <a:avLst/>
              <a:gdLst/>
              <a:ahLst/>
              <a:cxnLst/>
              <a:rect l="l" t="t" r="r" b="b"/>
              <a:pathLst>
                <a:path w="2168" h="10098" extrusionOk="0">
                  <a:moveTo>
                    <a:pt x="0" y="1"/>
                  </a:moveTo>
                  <a:lnTo>
                    <a:pt x="0" y="10098"/>
                  </a:lnTo>
                  <a:cubicBezTo>
                    <a:pt x="1191" y="10098"/>
                    <a:pt x="2167" y="9122"/>
                    <a:pt x="2167" y="7931"/>
                  </a:cubicBezTo>
                  <a:lnTo>
                    <a:pt x="2167" y="1"/>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8" name="Google Shape;23918;p146"/>
            <p:cNvSpPr/>
            <p:nvPr/>
          </p:nvSpPr>
          <p:spPr>
            <a:xfrm>
              <a:off x="5598503" y="1921869"/>
              <a:ext cx="181322" cy="19388"/>
            </a:xfrm>
            <a:custGeom>
              <a:avLst/>
              <a:gdLst/>
              <a:ahLst/>
              <a:cxnLst/>
              <a:rect l="l" t="t" r="r" b="b"/>
              <a:pathLst>
                <a:path w="5574" h="596" extrusionOk="0">
                  <a:moveTo>
                    <a:pt x="287" y="1"/>
                  </a:moveTo>
                  <a:cubicBezTo>
                    <a:pt x="144" y="1"/>
                    <a:pt x="1" y="120"/>
                    <a:pt x="1" y="310"/>
                  </a:cubicBezTo>
                  <a:cubicBezTo>
                    <a:pt x="1" y="453"/>
                    <a:pt x="120" y="596"/>
                    <a:pt x="287" y="596"/>
                  </a:cubicBezTo>
                  <a:lnTo>
                    <a:pt x="5264" y="596"/>
                  </a:lnTo>
                  <a:cubicBezTo>
                    <a:pt x="5454" y="596"/>
                    <a:pt x="5574" y="477"/>
                    <a:pt x="5574" y="310"/>
                  </a:cubicBezTo>
                  <a:cubicBezTo>
                    <a:pt x="5574" y="143"/>
                    <a:pt x="5454" y="1"/>
                    <a:pt x="5264" y="1"/>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9" name="Google Shape;23919;p146"/>
            <p:cNvSpPr/>
            <p:nvPr/>
          </p:nvSpPr>
          <p:spPr>
            <a:xfrm>
              <a:off x="5689945" y="1921088"/>
              <a:ext cx="89880" cy="20169"/>
            </a:xfrm>
            <a:custGeom>
              <a:avLst/>
              <a:gdLst/>
              <a:ahLst/>
              <a:cxnLst/>
              <a:rect l="l" t="t" r="r" b="b"/>
              <a:pathLst>
                <a:path w="2763" h="620" extrusionOk="0">
                  <a:moveTo>
                    <a:pt x="0" y="1"/>
                  </a:moveTo>
                  <a:lnTo>
                    <a:pt x="0" y="620"/>
                  </a:lnTo>
                  <a:lnTo>
                    <a:pt x="2453" y="620"/>
                  </a:lnTo>
                  <a:cubicBezTo>
                    <a:pt x="2620" y="620"/>
                    <a:pt x="2763" y="501"/>
                    <a:pt x="2763" y="334"/>
                  </a:cubicBezTo>
                  <a:cubicBezTo>
                    <a:pt x="2763" y="144"/>
                    <a:pt x="2643" y="1"/>
                    <a:pt x="2453"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0" name="Google Shape;23920;p146"/>
            <p:cNvSpPr/>
            <p:nvPr/>
          </p:nvSpPr>
          <p:spPr>
            <a:xfrm>
              <a:off x="5706958" y="1983058"/>
              <a:ext cx="53512" cy="19420"/>
            </a:xfrm>
            <a:custGeom>
              <a:avLst/>
              <a:gdLst/>
              <a:ahLst/>
              <a:cxnLst/>
              <a:rect l="l" t="t" r="r" b="b"/>
              <a:pathLst>
                <a:path w="1645" h="597" extrusionOk="0">
                  <a:moveTo>
                    <a:pt x="311" y="1"/>
                  </a:moveTo>
                  <a:cubicBezTo>
                    <a:pt x="144" y="1"/>
                    <a:pt x="1" y="120"/>
                    <a:pt x="1" y="287"/>
                  </a:cubicBezTo>
                  <a:cubicBezTo>
                    <a:pt x="1" y="453"/>
                    <a:pt x="120" y="596"/>
                    <a:pt x="311" y="596"/>
                  </a:cubicBezTo>
                  <a:lnTo>
                    <a:pt x="1644" y="596"/>
                  </a:lnTo>
                  <a:lnTo>
                    <a:pt x="1644"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1" name="Google Shape;23921;p146"/>
            <p:cNvSpPr/>
            <p:nvPr/>
          </p:nvSpPr>
          <p:spPr>
            <a:xfrm>
              <a:off x="5720133" y="2023363"/>
              <a:ext cx="40337" cy="19388"/>
            </a:xfrm>
            <a:custGeom>
              <a:avLst/>
              <a:gdLst/>
              <a:ahLst/>
              <a:cxnLst/>
              <a:rect l="l" t="t" r="r" b="b"/>
              <a:pathLst>
                <a:path w="1240" h="596" extrusionOk="0">
                  <a:moveTo>
                    <a:pt x="310" y="0"/>
                  </a:moveTo>
                  <a:cubicBezTo>
                    <a:pt x="168" y="0"/>
                    <a:pt x="1" y="119"/>
                    <a:pt x="1" y="310"/>
                  </a:cubicBezTo>
                  <a:cubicBezTo>
                    <a:pt x="1" y="453"/>
                    <a:pt x="120" y="596"/>
                    <a:pt x="310" y="596"/>
                  </a:cubicBezTo>
                  <a:lnTo>
                    <a:pt x="1239" y="596"/>
                  </a:lnTo>
                  <a:lnTo>
                    <a:pt x="1239"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2" name="Google Shape;23922;p146"/>
            <p:cNvSpPr/>
            <p:nvPr/>
          </p:nvSpPr>
          <p:spPr>
            <a:xfrm>
              <a:off x="5706958" y="2063635"/>
              <a:ext cx="53512" cy="19388"/>
            </a:xfrm>
            <a:custGeom>
              <a:avLst/>
              <a:gdLst/>
              <a:ahLst/>
              <a:cxnLst/>
              <a:rect l="l" t="t" r="r" b="b"/>
              <a:pathLst>
                <a:path w="1645" h="596" extrusionOk="0">
                  <a:moveTo>
                    <a:pt x="311" y="1"/>
                  </a:moveTo>
                  <a:cubicBezTo>
                    <a:pt x="144" y="1"/>
                    <a:pt x="1" y="120"/>
                    <a:pt x="1" y="286"/>
                  </a:cubicBezTo>
                  <a:cubicBezTo>
                    <a:pt x="1" y="429"/>
                    <a:pt x="120" y="596"/>
                    <a:pt x="311" y="596"/>
                  </a:cubicBezTo>
                  <a:lnTo>
                    <a:pt x="1644" y="596"/>
                  </a:lnTo>
                  <a:lnTo>
                    <a:pt x="1644"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3" name="Google Shape;23923;p146"/>
            <p:cNvSpPr/>
            <p:nvPr/>
          </p:nvSpPr>
          <p:spPr>
            <a:xfrm>
              <a:off x="5720133" y="2103907"/>
              <a:ext cx="40337" cy="19420"/>
            </a:xfrm>
            <a:custGeom>
              <a:avLst/>
              <a:gdLst/>
              <a:ahLst/>
              <a:cxnLst/>
              <a:rect l="l" t="t" r="r" b="b"/>
              <a:pathLst>
                <a:path w="1240" h="597" extrusionOk="0">
                  <a:moveTo>
                    <a:pt x="310" y="1"/>
                  </a:moveTo>
                  <a:cubicBezTo>
                    <a:pt x="168" y="1"/>
                    <a:pt x="1" y="120"/>
                    <a:pt x="1" y="311"/>
                  </a:cubicBezTo>
                  <a:cubicBezTo>
                    <a:pt x="1" y="453"/>
                    <a:pt x="120" y="596"/>
                    <a:pt x="310" y="596"/>
                  </a:cubicBezTo>
                  <a:lnTo>
                    <a:pt x="1239" y="596"/>
                  </a:lnTo>
                  <a:lnTo>
                    <a:pt x="1239"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4" name="Google Shape;23924;p146"/>
            <p:cNvSpPr/>
            <p:nvPr/>
          </p:nvSpPr>
          <p:spPr>
            <a:xfrm>
              <a:off x="5706958" y="2144992"/>
              <a:ext cx="53512" cy="19388"/>
            </a:xfrm>
            <a:custGeom>
              <a:avLst/>
              <a:gdLst/>
              <a:ahLst/>
              <a:cxnLst/>
              <a:rect l="l" t="t" r="r" b="b"/>
              <a:pathLst>
                <a:path w="1645" h="596" extrusionOk="0">
                  <a:moveTo>
                    <a:pt x="311" y="0"/>
                  </a:moveTo>
                  <a:cubicBezTo>
                    <a:pt x="144" y="0"/>
                    <a:pt x="1" y="119"/>
                    <a:pt x="1" y="286"/>
                  </a:cubicBezTo>
                  <a:cubicBezTo>
                    <a:pt x="1" y="429"/>
                    <a:pt x="120" y="595"/>
                    <a:pt x="311" y="595"/>
                  </a:cubicBezTo>
                  <a:lnTo>
                    <a:pt x="1644" y="595"/>
                  </a:lnTo>
                  <a:lnTo>
                    <a:pt x="1644"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25" name="Google Shape;23925;p146"/>
          <p:cNvGrpSpPr/>
          <p:nvPr/>
        </p:nvGrpSpPr>
        <p:grpSpPr>
          <a:xfrm>
            <a:off x="6263163" y="1769469"/>
            <a:ext cx="364166" cy="344005"/>
            <a:chOff x="6263163" y="1921869"/>
            <a:chExt cx="364166" cy="344005"/>
          </a:xfrm>
        </p:grpSpPr>
        <p:sp>
          <p:nvSpPr>
            <p:cNvPr id="23926" name="Google Shape;23926;p146"/>
            <p:cNvSpPr/>
            <p:nvPr/>
          </p:nvSpPr>
          <p:spPr>
            <a:xfrm>
              <a:off x="6263969" y="1938134"/>
              <a:ext cx="282035" cy="327740"/>
            </a:xfrm>
            <a:custGeom>
              <a:avLst/>
              <a:gdLst/>
              <a:ahLst/>
              <a:cxnLst/>
              <a:rect l="l" t="t" r="r" b="b"/>
              <a:pathLst>
                <a:path w="8670" h="10075" extrusionOk="0">
                  <a:moveTo>
                    <a:pt x="2763" y="1"/>
                  </a:moveTo>
                  <a:lnTo>
                    <a:pt x="2763" y="4097"/>
                  </a:lnTo>
                  <a:lnTo>
                    <a:pt x="715" y="7383"/>
                  </a:lnTo>
                  <a:cubicBezTo>
                    <a:pt x="1" y="8550"/>
                    <a:pt x="834" y="10074"/>
                    <a:pt x="2192" y="10074"/>
                  </a:cubicBezTo>
                  <a:lnTo>
                    <a:pt x="6407" y="10074"/>
                  </a:lnTo>
                  <a:cubicBezTo>
                    <a:pt x="7788" y="10074"/>
                    <a:pt x="8669" y="8550"/>
                    <a:pt x="7907" y="7383"/>
                  </a:cubicBezTo>
                  <a:lnTo>
                    <a:pt x="5859" y="4097"/>
                  </a:lnTo>
                  <a:lnTo>
                    <a:pt x="5859" y="1"/>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7" name="Google Shape;23927;p146"/>
            <p:cNvSpPr/>
            <p:nvPr/>
          </p:nvSpPr>
          <p:spPr>
            <a:xfrm>
              <a:off x="6406516" y="1938134"/>
              <a:ext cx="137927" cy="327740"/>
            </a:xfrm>
            <a:custGeom>
              <a:avLst/>
              <a:gdLst/>
              <a:ahLst/>
              <a:cxnLst/>
              <a:rect l="l" t="t" r="r" b="b"/>
              <a:pathLst>
                <a:path w="4240" h="10075" extrusionOk="0">
                  <a:moveTo>
                    <a:pt x="0" y="1"/>
                  </a:moveTo>
                  <a:lnTo>
                    <a:pt x="0" y="10074"/>
                  </a:lnTo>
                  <a:lnTo>
                    <a:pt x="2072" y="10074"/>
                  </a:lnTo>
                  <a:cubicBezTo>
                    <a:pt x="3406" y="10074"/>
                    <a:pt x="4239" y="8550"/>
                    <a:pt x="3525" y="7383"/>
                  </a:cubicBezTo>
                  <a:lnTo>
                    <a:pt x="1501" y="4097"/>
                  </a:lnTo>
                  <a:lnTo>
                    <a:pt x="1501" y="1"/>
                  </a:ln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8" name="Google Shape;23928;p146"/>
            <p:cNvSpPr/>
            <p:nvPr/>
          </p:nvSpPr>
          <p:spPr>
            <a:xfrm>
              <a:off x="6341456" y="1921869"/>
              <a:ext cx="128624" cy="20169"/>
            </a:xfrm>
            <a:custGeom>
              <a:avLst/>
              <a:gdLst/>
              <a:ahLst/>
              <a:cxnLst/>
              <a:rect l="l" t="t" r="r" b="b"/>
              <a:pathLst>
                <a:path w="3954" h="620" extrusionOk="0">
                  <a:moveTo>
                    <a:pt x="333" y="1"/>
                  </a:moveTo>
                  <a:cubicBezTo>
                    <a:pt x="143" y="1"/>
                    <a:pt x="0" y="143"/>
                    <a:pt x="24" y="358"/>
                  </a:cubicBezTo>
                  <a:cubicBezTo>
                    <a:pt x="24" y="501"/>
                    <a:pt x="167" y="620"/>
                    <a:pt x="333" y="620"/>
                  </a:cubicBezTo>
                  <a:lnTo>
                    <a:pt x="3596" y="620"/>
                  </a:lnTo>
                  <a:cubicBezTo>
                    <a:pt x="3810" y="620"/>
                    <a:pt x="3953" y="453"/>
                    <a:pt x="3929" y="263"/>
                  </a:cubicBezTo>
                  <a:cubicBezTo>
                    <a:pt x="3906" y="120"/>
                    <a:pt x="3739" y="1"/>
                    <a:pt x="3596" y="1"/>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9" name="Google Shape;23929;p146"/>
            <p:cNvSpPr/>
            <p:nvPr/>
          </p:nvSpPr>
          <p:spPr>
            <a:xfrm>
              <a:off x="6404954" y="1921869"/>
              <a:ext cx="64344" cy="20169"/>
            </a:xfrm>
            <a:custGeom>
              <a:avLst/>
              <a:gdLst/>
              <a:ahLst/>
              <a:cxnLst/>
              <a:rect l="l" t="t" r="r" b="b"/>
              <a:pathLst>
                <a:path w="1978" h="620" extrusionOk="0">
                  <a:moveTo>
                    <a:pt x="1" y="1"/>
                  </a:moveTo>
                  <a:lnTo>
                    <a:pt x="1" y="620"/>
                  </a:lnTo>
                  <a:lnTo>
                    <a:pt x="1644" y="620"/>
                  </a:lnTo>
                  <a:cubicBezTo>
                    <a:pt x="1835" y="620"/>
                    <a:pt x="1977" y="477"/>
                    <a:pt x="1954" y="263"/>
                  </a:cubicBezTo>
                  <a:cubicBezTo>
                    <a:pt x="1954" y="120"/>
                    <a:pt x="1787" y="1"/>
                    <a:pt x="1644" y="1"/>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0" name="Google Shape;23930;p146"/>
            <p:cNvSpPr/>
            <p:nvPr/>
          </p:nvSpPr>
          <p:spPr>
            <a:xfrm>
              <a:off x="6263163" y="2134125"/>
              <a:ext cx="282032" cy="131747"/>
            </a:xfrm>
            <a:custGeom>
              <a:avLst/>
              <a:gdLst/>
              <a:ahLst/>
              <a:cxnLst/>
              <a:rect l="l" t="t" r="r" b="b"/>
              <a:pathLst>
                <a:path w="8575" h="4050" extrusionOk="0">
                  <a:moveTo>
                    <a:pt x="1549" y="1"/>
                  </a:moveTo>
                  <a:lnTo>
                    <a:pt x="715" y="1358"/>
                  </a:lnTo>
                  <a:cubicBezTo>
                    <a:pt x="1" y="2525"/>
                    <a:pt x="834" y="4049"/>
                    <a:pt x="2192" y="4049"/>
                  </a:cubicBezTo>
                  <a:lnTo>
                    <a:pt x="6383" y="4049"/>
                  </a:lnTo>
                  <a:cubicBezTo>
                    <a:pt x="7741" y="4049"/>
                    <a:pt x="8574" y="2525"/>
                    <a:pt x="7860" y="1358"/>
                  </a:cubicBezTo>
                  <a:lnTo>
                    <a:pt x="7026" y="1"/>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1" name="Google Shape;23931;p146"/>
            <p:cNvSpPr/>
            <p:nvPr/>
          </p:nvSpPr>
          <p:spPr>
            <a:xfrm>
              <a:off x="6402582" y="2134125"/>
              <a:ext cx="142611" cy="131747"/>
            </a:xfrm>
            <a:custGeom>
              <a:avLst/>
              <a:gdLst/>
              <a:ahLst/>
              <a:cxnLst/>
              <a:rect l="l" t="t" r="r" b="b"/>
              <a:pathLst>
                <a:path w="4336" h="4050" extrusionOk="0">
                  <a:moveTo>
                    <a:pt x="1" y="1"/>
                  </a:moveTo>
                  <a:lnTo>
                    <a:pt x="1" y="4049"/>
                  </a:lnTo>
                  <a:lnTo>
                    <a:pt x="2097" y="4049"/>
                  </a:lnTo>
                  <a:cubicBezTo>
                    <a:pt x="3502" y="4049"/>
                    <a:pt x="4335" y="2525"/>
                    <a:pt x="3573" y="1358"/>
                  </a:cubicBezTo>
                  <a:lnTo>
                    <a:pt x="274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2" name="Google Shape;23932;p146"/>
            <p:cNvSpPr/>
            <p:nvPr/>
          </p:nvSpPr>
          <p:spPr>
            <a:xfrm>
              <a:off x="6432084" y="2165031"/>
              <a:ext cx="19388" cy="19485"/>
            </a:xfrm>
            <a:custGeom>
              <a:avLst/>
              <a:gdLst/>
              <a:ahLst/>
              <a:cxnLst/>
              <a:rect l="l" t="t" r="r" b="b"/>
              <a:pathLst>
                <a:path w="596" h="599" extrusionOk="0">
                  <a:moveTo>
                    <a:pt x="341" y="1"/>
                  </a:moveTo>
                  <a:cubicBezTo>
                    <a:pt x="331" y="1"/>
                    <a:pt x="320" y="2"/>
                    <a:pt x="310" y="3"/>
                  </a:cubicBezTo>
                  <a:cubicBezTo>
                    <a:pt x="167" y="3"/>
                    <a:pt x="0" y="122"/>
                    <a:pt x="0" y="289"/>
                  </a:cubicBezTo>
                  <a:cubicBezTo>
                    <a:pt x="0" y="456"/>
                    <a:pt x="119" y="599"/>
                    <a:pt x="310" y="599"/>
                  </a:cubicBezTo>
                  <a:cubicBezTo>
                    <a:pt x="453" y="599"/>
                    <a:pt x="596" y="480"/>
                    <a:pt x="596" y="289"/>
                  </a:cubicBezTo>
                  <a:cubicBezTo>
                    <a:pt x="596" y="135"/>
                    <a:pt x="473" y="1"/>
                    <a:pt x="341" y="1"/>
                  </a:cubicBezTo>
                  <a:close/>
                </a:path>
              </a:pathLst>
            </a:custGeom>
            <a:solidFill>
              <a:srgbClr val="7E8F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3" name="Google Shape;23933;p146"/>
            <p:cNvSpPr/>
            <p:nvPr/>
          </p:nvSpPr>
          <p:spPr>
            <a:xfrm>
              <a:off x="6350727" y="2165129"/>
              <a:ext cx="60473" cy="59660"/>
            </a:xfrm>
            <a:custGeom>
              <a:avLst/>
              <a:gdLst/>
              <a:ahLst/>
              <a:cxnLst/>
              <a:rect l="l" t="t" r="r" b="b"/>
              <a:pathLst>
                <a:path w="1859" h="1834" extrusionOk="0">
                  <a:moveTo>
                    <a:pt x="930" y="0"/>
                  </a:moveTo>
                  <a:cubicBezTo>
                    <a:pt x="429" y="0"/>
                    <a:pt x="1" y="405"/>
                    <a:pt x="1" y="929"/>
                  </a:cubicBezTo>
                  <a:cubicBezTo>
                    <a:pt x="1" y="1429"/>
                    <a:pt x="429" y="1834"/>
                    <a:pt x="930" y="1834"/>
                  </a:cubicBezTo>
                  <a:cubicBezTo>
                    <a:pt x="1430" y="1834"/>
                    <a:pt x="1858" y="1429"/>
                    <a:pt x="1858" y="929"/>
                  </a:cubicBezTo>
                  <a:cubicBezTo>
                    <a:pt x="1858" y="405"/>
                    <a:pt x="1430" y="0"/>
                    <a:pt x="930" y="0"/>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4" name="Google Shape;23934;p146"/>
            <p:cNvSpPr/>
            <p:nvPr/>
          </p:nvSpPr>
          <p:spPr>
            <a:xfrm>
              <a:off x="6404954" y="2176742"/>
              <a:ext cx="7775" cy="35653"/>
            </a:xfrm>
            <a:custGeom>
              <a:avLst/>
              <a:gdLst/>
              <a:ahLst/>
              <a:cxnLst/>
              <a:rect l="l" t="t" r="r" b="b"/>
              <a:pathLst>
                <a:path w="239" h="1096" extrusionOk="0">
                  <a:moveTo>
                    <a:pt x="1" y="0"/>
                  </a:moveTo>
                  <a:lnTo>
                    <a:pt x="1" y="1096"/>
                  </a:lnTo>
                  <a:cubicBezTo>
                    <a:pt x="239" y="763"/>
                    <a:pt x="239" y="334"/>
                    <a:pt x="1" y="0"/>
                  </a:cubicBezTo>
                  <a:close/>
                </a:path>
              </a:pathLst>
            </a:custGeom>
            <a:solidFill>
              <a:srgbClr val="7E8F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5" name="Google Shape;23935;p146"/>
            <p:cNvSpPr/>
            <p:nvPr/>
          </p:nvSpPr>
          <p:spPr>
            <a:xfrm>
              <a:off x="6499487" y="2060545"/>
              <a:ext cx="127843" cy="124948"/>
            </a:xfrm>
            <a:custGeom>
              <a:avLst/>
              <a:gdLst/>
              <a:ahLst/>
              <a:cxnLst/>
              <a:rect l="l" t="t" r="r" b="b"/>
              <a:pathLst>
                <a:path w="3930" h="3841" extrusionOk="0">
                  <a:moveTo>
                    <a:pt x="1310" y="0"/>
                  </a:moveTo>
                  <a:cubicBezTo>
                    <a:pt x="1096" y="619"/>
                    <a:pt x="596" y="1096"/>
                    <a:pt x="0" y="1310"/>
                  </a:cubicBezTo>
                  <a:lnTo>
                    <a:pt x="2263" y="3572"/>
                  </a:lnTo>
                  <a:cubicBezTo>
                    <a:pt x="2441" y="3751"/>
                    <a:pt x="2679" y="3840"/>
                    <a:pt x="2917" y="3840"/>
                  </a:cubicBezTo>
                  <a:cubicBezTo>
                    <a:pt x="3156" y="3840"/>
                    <a:pt x="3394" y="3751"/>
                    <a:pt x="3572" y="3572"/>
                  </a:cubicBezTo>
                  <a:cubicBezTo>
                    <a:pt x="3930" y="3215"/>
                    <a:pt x="3930" y="2620"/>
                    <a:pt x="3572" y="2263"/>
                  </a:cubicBezTo>
                  <a:lnTo>
                    <a:pt x="1310"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6" name="Google Shape;23936;p146"/>
            <p:cNvSpPr/>
            <p:nvPr/>
          </p:nvSpPr>
          <p:spPr>
            <a:xfrm>
              <a:off x="6525055" y="2060545"/>
              <a:ext cx="102274" cy="116230"/>
            </a:xfrm>
            <a:custGeom>
              <a:avLst/>
              <a:gdLst/>
              <a:ahLst/>
              <a:cxnLst/>
              <a:rect l="l" t="t" r="r" b="b"/>
              <a:pathLst>
                <a:path w="3144" h="3573" extrusionOk="0">
                  <a:moveTo>
                    <a:pt x="524" y="0"/>
                  </a:moveTo>
                  <a:cubicBezTo>
                    <a:pt x="405" y="286"/>
                    <a:pt x="238" y="572"/>
                    <a:pt x="0" y="810"/>
                  </a:cubicBezTo>
                  <a:lnTo>
                    <a:pt x="2786" y="3572"/>
                  </a:lnTo>
                  <a:cubicBezTo>
                    <a:pt x="3144" y="3215"/>
                    <a:pt x="3144" y="2620"/>
                    <a:pt x="2786" y="2263"/>
                  </a:cubicBezTo>
                  <a:lnTo>
                    <a:pt x="52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7" name="Google Shape;23937;p146"/>
            <p:cNvSpPr/>
            <p:nvPr/>
          </p:nvSpPr>
          <p:spPr>
            <a:xfrm>
              <a:off x="6419690" y="1982310"/>
              <a:ext cx="111578" cy="110016"/>
            </a:xfrm>
            <a:custGeom>
              <a:avLst/>
              <a:gdLst/>
              <a:ahLst/>
              <a:cxnLst/>
              <a:rect l="l" t="t" r="r" b="b"/>
              <a:pathLst>
                <a:path w="3430" h="3382" extrusionOk="0">
                  <a:moveTo>
                    <a:pt x="1691" y="0"/>
                  </a:moveTo>
                  <a:cubicBezTo>
                    <a:pt x="786" y="0"/>
                    <a:pt x="0" y="738"/>
                    <a:pt x="0" y="1691"/>
                  </a:cubicBezTo>
                  <a:cubicBezTo>
                    <a:pt x="0" y="2620"/>
                    <a:pt x="739" y="3382"/>
                    <a:pt x="1691" y="3382"/>
                  </a:cubicBezTo>
                  <a:cubicBezTo>
                    <a:pt x="2644" y="3382"/>
                    <a:pt x="3430" y="2620"/>
                    <a:pt x="3406" y="1691"/>
                  </a:cubicBezTo>
                  <a:cubicBezTo>
                    <a:pt x="3406" y="762"/>
                    <a:pt x="2644" y="0"/>
                    <a:pt x="1691" y="0"/>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8" name="Google Shape;23938;p146"/>
            <p:cNvSpPr/>
            <p:nvPr/>
          </p:nvSpPr>
          <p:spPr>
            <a:xfrm>
              <a:off x="6435955" y="1981497"/>
              <a:ext cx="95313" cy="94565"/>
            </a:xfrm>
            <a:custGeom>
              <a:avLst/>
              <a:gdLst/>
              <a:ahLst/>
              <a:cxnLst/>
              <a:rect l="l" t="t" r="r" b="b"/>
              <a:pathLst>
                <a:path w="2930" h="2907" extrusionOk="0">
                  <a:moveTo>
                    <a:pt x="1194" y="1"/>
                  </a:moveTo>
                  <a:cubicBezTo>
                    <a:pt x="774" y="1"/>
                    <a:pt x="346" y="156"/>
                    <a:pt x="0" y="501"/>
                  </a:cubicBezTo>
                  <a:lnTo>
                    <a:pt x="2429" y="2907"/>
                  </a:lnTo>
                  <a:cubicBezTo>
                    <a:pt x="2715" y="2597"/>
                    <a:pt x="2930" y="2168"/>
                    <a:pt x="2930" y="1716"/>
                  </a:cubicBezTo>
                  <a:cubicBezTo>
                    <a:pt x="2930" y="683"/>
                    <a:pt x="2077" y="1"/>
                    <a:pt x="1194"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9" name="Google Shape;23939;p146"/>
            <p:cNvSpPr/>
            <p:nvPr/>
          </p:nvSpPr>
          <p:spPr>
            <a:xfrm>
              <a:off x="6401083" y="1962922"/>
              <a:ext cx="148792" cy="147231"/>
            </a:xfrm>
            <a:custGeom>
              <a:avLst/>
              <a:gdLst/>
              <a:ahLst/>
              <a:cxnLst/>
              <a:rect l="l" t="t" r="r" b="b"/>
              <a:pathLst>
                <a:path w="4574" h="4526" extrusionOk="0">
                  <a:moveTo>
                    <a:pt x="2263" y="644"/>
                  </a:moveTo>
                  <a:cubicBezTo>
                    <a:pt x="3168" y="644"/>
                    <a:pt x="3906" y="1382"/>
                    <a:pt x="3906" y="2287"/>
                  </a:cubicBezTo>
                  <a:cubicBezTo>
                    <a:pt x="3906" y="3168"/>
                    <a:pt x="3192" y="3930"/>
                    <a:pt x="2263" y="3930"/>
                  </a:cubicBezTo>
                  <a:cubicBezTo>
                    <a:pt x="1358" y="3930"/>
                    <a:pt x="644" y="3168"/>
                    <a:pt x="644" y="2287"/>
                  </a:cubicBezTo>
                  <a:cubicBezTo>
                    <a:pt x="644" y="1382"/>
                    <a:pt x="1382" y="644"/>
                    <a:pt x="2263" y="644"/>
                  </a:cubicBezTo>
                  <a:close/>
                  <a:moveTo>
                    <a:pt x="2263" y="1"/>
                  </a:moveTo>
                  <a:cubicBezTo>
                    <a:pt x="1025" y="1"/>
                    <a:pt x="1" y="1001"/>
                    <a:pt x="1" y="2263"/>
                  </a:cubicBezTo>
                  <a:cubicBezTo>
                    <a:pt x="1" y="3501"/>
                    <a:pt x="1025" y="4525"/>
                    <a:pt x="2263" y="4525"/>
                  </a:cubicBezTo>
                  <a:cubicBezTo>
                    <a:pt x="3525" y="4525"/>
                    <a:pt x="4526" y="3501"/>
                    <a:pt x="4526" y="2263"/>
                  </a:cubicBezTo>
                  <a:cubicBezTo>
                    <a:pt x="4573" y="1001"/>
                    <a:pt x="3525" y="1"/>
                    <a:pt x="2263"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0" name="Google Shape;23940;p146"/>
            <p:cNvSpPr/>
            <p:nvPr/>
          </p:nvSpPr>
          <p:spPr>
            <a:xfrm>
              <a:off x="6422781" y="1962922"/>
              <a:ext cx="127095" cy="125533"/>
            </a:xfrm>
            <a:custGeom>
              <a:avLst/>
              <a:gdLst/>
              <a:ahLst/>
              <a:cxnLst/>
              <a:rect l="l" t="t" r="r" b="b"/>
              <a:pathLst>
                <a:path w="3907" h="3859" extrusionOk="0">
                  <a:moveTo>
                    <a:pt x="1596" y="1"/>
                  </a:moveTo>
                  <a:cubicBezTo>
                    <a:pt x="977" y="1"/>
                    <a:pt x="405" y="239"/>
                    <a:pt x="1" y="644"/>
                  </a:cubicBezTo>
                  <a:lnTo>
                    <a:pt x="453" y="1096"/>
                  </a:lnTo>
                  <a:cubicBezTo>
                    <a:pt x="785" y="764"/>
                    <a:pt x="1194" y="615"/>
                    <a:pt x="1596" y="615"/>
                  </a:cubicBezTo>
                  <a:cubicBezTo>
                    <a:pt x="2434" y="615"/>
                    <a:pt x="3239" y="1265"/>
                    <a:pt x="3239" y="2263"/>
                  </a:cubicBezTo>
                  <a:cubicBezTo>
                    <a:pt x="3239" y="2692"/>
                    <a:pt x="3073" y="3120"/>
                    <a:pt x="2763" y="3406"/>
                  </a:cubicBezTo>
                  <a:lnTo>
                    <a:pt x="3216" y="3859"/>
                  </a:lnTo>
                  <a:cubicBezTo>
                    <a:pt x="3620" y="3454"/>
                    <a:pt x="3859" y="2882"/>
                    <a:pt x="3859" y="2263"/>
                  </a:cubicBezTo>
                  <a:cubicBezTo>
                    <a:pt x="3906" y="1001"/>
                    <a:pt x="2858" y="1"/>
                    <a:pt x="159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41" name="Google Shape;23941;p146"/>
          <p:cNvGrpSpPr/>
          <p:nvPr/>
        </p:nvGrpSpPr>
        <p:grpSpPr>
          <a:xfrm>
            <a:off x="7061898" y="1770250"/>
            <a:ext cx="292087" cy="344753"/>
            <a:chOff x="7061898" y="1922650"/>
            <a:chExt cx="292087" cy="344753"/>
          </a:xfrm>
        </p:grpSpPr>
        <p:sp>
          <p:nvSpPr>
            <p:cNvPr id="23942" name="Google Shape;23942;p146"/>
            <p:cNvSpPr/>
            <p:nvPr/>
          </p:nvSpPr>
          <p:spPr>
            <a:xfrm>
              <a:off x="7093647" y="1955961"/>
              <a:ext cx="174361" cy="256434"/>
            </a:xfrm>
            <a:custGeom>
              <a:avLst/>
              <a:gdLst/>
              <a:ahLst/>
              <a:cxnLst/>
              <a:rect l="l" t="t" r="r" b="b"/>
              <a:pathLst>
                <a:path w="5360" h="7883" extrusionOk="0">
                  <a:moveTo>
                    <a:pt x="2692" y="0"/>
                  </a:moveTo>
                  <a:cubicBezTo>
                    <a:pt x="1215" y="0"/>
                    <a:pt x="1" y="1191"/>
                    <a:pt x="1" y="2668"/>
                  </a:cubicBezTo>
                  <a:lnTo>
                    <a:pt x="1" y="5216"/>
                  </a:lnTo>
                  <a:cubicBezTo>
                    <a:pt x="1" y="6668"/>
                    <a:pt x="1192" y="7883"/>
                    <a:pt x="2692" y="7883"/>
                  </a:cubicBezTo>
                  <a:cubicBezTo>
                    <a:pt x="4168" y="7883"/>
                    <a:pt x="5359" y="6668"/>
                    <a:pt x="5359" y="5216"/>
                  </a:cubicBezTo>
                  <a:lnTo>
                    <a:pt x="5359" y="2668"/>
                  </a:lnTo>
                  <a:cubicBezTo>
                    <a:pt x="5359" y="1215"/>
                    <a:pt x="4168" y="0"/>
                    <a:pt x="269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3" name="Google Shape;23943;p146"/>
            <p:cNvSpPr/>
            <p:nvPr/>
          </p:nvSpPr>
          <p:spPr>
            <a:xfrm>
              <a:off x="7181185" y="1955180"/>
              <a:ext cx="86823" cy="257215"/>
            </a:xfrm>
            <a:custGeom>
              <a:avLst/>
              <a:gdLst/>
              <a:ahLst/>
              <a:cxnLst/>
              <a:rect l="l" t="t" r="r" b="b"/>
              <a:pathLst>
                <a:path w="2669" h="7907" extrusionOk="0">
                  <a:moveTo>
                    <a:pt x="1" y="1"/>
                  </a:moveTo>
                  <a:lnTo>
                    <a:pt x="1" y="7907"/>
                  </a:lnTo>
                  <a:cubicBezTo>
                    <a:pt x="1454" y="7907"/>
                    <a:pt x="2668" y="6692"/>
                    <a:pt x="2668" y="5192"/>
                  </a:cubicBezTo>
                  <a:lnTo>
                    <a:pt x="2668" y="2668"/>
                  </a:lnTo>
                  <a:cubicBezTo>
                    <a:pt x="2668" y="1215"/>
                    <a:pt x="1477" y="1"/>
                    <a:pt x="1"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4" name="Google Shape;23944;p146"/>
            <p:cNvSpPr/>
            <p:nvPr/>
          </p:nvSpPr>
          <p:spPr>
            <a:xfrm>
              <a:off x="7212967" y="2064416"/>
              <a:ext cx="19388" cy="19388"/>
            </a:xfrm>
            <a:custGeom>
              <a:avLst/>
              <a:gdLst/>
              <a:ahLst/>
              <a:cxnLst/>
              <a:rect l="l" t="t" r="r" b="b"/>
              <a:pathLst>
                <a:path w="596" h="596" extrusionOk="0">
                  <a:moveTo>
                    <a:pt x="286" y="0"/>
                  </a:moveTo>
                  <a:cubicBezTo>
                    <a:pt x="143" y="0"/>
                    <a:pt x="0" y="143"/>
                    <a:pt x="0" y="286"/>
                  </a:cubicBezTo>
                  <a:cubicBezTo>
                    <a:pt x="0" y="453"/>
                    <a:pt x="119" y="596"/>
                    <a:pt x="286" y="596"/>
                  </a:cubicBezTo>
                  <a:cubicBezTo>
                    <a:pt x="453" y="596"/>
                    <a:pt x="596" y="477"/>
                    <a:pt x="596" y="286"/>
                  </a:cubicBezTo>
                  <a:cubicBezTo>
                    <a:pt x="596" y="143"/>
                    <a:pt x="453"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5" name="Google Shape;23945;p146"/>
            <p:cNvSpPr/>
            <p:nvPr/>
          </p:nvSpPr>
          <p:spPr>
            <a:xfrm>
              <a:off x="7131610" y="2084552"/>
              <a:ext cx="19420" cy="19388"/>
            </a:xfrm>
            <a:custGeom>
              <a:avLst/>
              <a:gdLst/>
              <a:ahLst/>
              <a:cxnLst/>
              <a:rect l="l" t="t" r="r" b="b"/>
              <a:pathLst>
                <a:path w="597" h="596" extrusionOk="0">
                  <a:moveTo>
                    <a:pt x="287" y="1"/>
                  </a:moveTo>
                  <a:cubicBezTo>
                    <a:pt x="144" y="1"/>
                    <a:pt x="1" y="143"/>
                    <a:pt x="1" y="310"/>
                  </a:cubicBezTo>
                  <a:cubicBezTo>
                    <a:pt x="1" y="453"/>
                    <a:pt x="120" y="596"/>
                    <a:pt x="287" y="596"/>
                  </a:cubicBezTo>
                  <a:cubicBezTo>
                    <a:pt x="453" y="596"/>
                    <a:pt x="596" y="477"/>
                    <a:pt x="596" y="310"/>
                  </a:cubicBezTo>
                  <a:cubicBezTo>
                    <a:pt x="596" y="120"/>
                    <a:pt x="477" y="1"/>
                    <a:pt x="287"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6" name="Google Shape;23946;p146"/>
            <p:cNvSpPr/>
            <p:nvPr/>
          </p:nvSpPr>
          <p:spPr>
            <a:xfrm>
              <a:off x="7061898" y="1924179"/>
              <a:ext cx="292087" cy="342443"/>
            </a:xfrm>
            <a:custGeom>
              <a:avLst/>
              <a:gdLst/>
              <a:ahLst/>
              <a:cxnLst/>
              <a:rect l="l" t="t" r="r" b="b"/>
              <a:pathLst>
                <a:path w="8979" h="10527" extrusionOk="0">
                  <a:moveTo>
                    <a:pt x="3668" y="1454"/>
                  </a:moveTo>
                  <a:cubicBezTo>
                    <a:pt x="4859" y="1454"/>
                    <a:pt x="5835" y="2430"/>
                    <a:pt x="5835" y="3621"/>
                  </a:cubicBezTo>
                  <a:lnTo>
                    <a:pt x="5835" y="6145"/>
                  </a:lnTo>
                  <a:cubicBezTo>
                    <a:pt x="5835" y="7383"/>
                    <a:pt x="4859" y="8336"/>
                    <a:pt x="3668" y="8336"/>
                  </a:cubicBezTo>
                  <a:cubicBezTo>
                    <a:pt x="2477" y="8336"/>
                    <a:pt x="1477" y="7336"/>
                    <a:pt x="1477" y="6145"/>
                  </a:cubicBezTo>
                  <a:lnTo>
                    <a:pt x="1477" y="3621"/>
                  </a:lnTo>
                  <a:cubicBezTo>
                    <a:pt x="1477" y="2430"/>
                    <a:pt x="2477" y="1454"/>
                    <a:pt x="3668" y="1454"/>
                  </a:cubicBezTo>
                  <a:close/>
                  <a:moveTo>
                    <a:pt x="3692" y="1"/>
                  </a:moveTo>
                  <a:cubicBezTo>
                    <a:pt x="3501" y="1"/>
                    <a:pt x="3382" y="144"/>
                    <a:pt x="3382" y="287"/>
                  </a:cubicBezTo>
                  <a:lnTo>
                    <a:pt x="3382" y="906"/>
                  </a:lnTo>
                  <a:cubicBezTo>
                    <a:pt x="3073" y="930"/>
                    <a:pt x="2763" y="1025"/>
                    <a:pt x="2501" y="1192"/>
                  </a:cubicBezTo>
                  <a:lnTo>
                    <a:pt x="2168" y="644"/>
                  </a:lnTo>
                  <a:cubicBezTo>
                    <a:pt x="2102" y="546"/>
                    <a:pt x="2003" y="482"/>
                    <a:pt x="1901" y="482"/>
                  </a:cubicBezTo>
                  <a:cubicBezTo>
                    <a:pt x="1855" y="482"/>
                    <a:pt x="1808" y="495"/>
                    <a:pt x="1763" y="525"/>
                  </a:cubicBezTo>
                  <a:cubicBezTo>
                    <a:pt x="1596" y="620"/>
                    <a:pt x="1548" y="787"/>
                    <a:pt x="1644" y="930"/>
                  </a:cubicBezTo>
                  <a:lnTo>
                    <a:pt x="1953" y="1501"/>
                  </a:lnTo>
                  <a:cubicBezTo>
                    <a:pt x="1715" y="1716"/>
                    <a:pt x="1525" y="1954"/>
                    <a:pt x="1334" y="2216"/>
                  </a:cubicBezTo>
                  <a:lnTo>
                    <a:pt x="810" y="1930"/>
                  </a:lnTo>
                  <a:cubicBezTo>
                    <a:pt x="758" y="1900"/>
                    <a:pt x="706" y="1887"/>
                    <a:pt x="655" y="1887"/>
                  </a:cubicBezTo>
                  <a:cubicBezTo>
                    <a:pt x="546" y="1887"/>
                    <a:pt x="447" y="1951"/>
                    <a:pt x="382" y="2049"/>
                  </a:cubicBezTo>
                  <a:cubicBezTo>
                    <a:pt x="286" y="2192"/>
                    <a:pt x="358" y="2382"/>
                    <a:pt x="501" y="2454"/>
                  </a:cubicBezTo>
                  <a:lnTo>
                    <a:pt x="1072" y="2787"/>
                  </a:lnTo>
                  <a:cubicBezTo>
                    <a:pt x="977" y="3097"/>
                    <a:pt x="929" y="3383"/>
                    <a:pt x="929" y="3716"/>
                  </a:cubicBezTo>
                  <a:lnTo>
                    <a:pt x="286" y="3716"/>
                  </a:lnTo>
                  <a:cubicBezTo>
                    <a:pt x="120" y="3716"/>
                    <a:pt x="1" y="3859"/>
                    <a:pt x="1" y="4002"/>
                  </a:cubicBezTo>
                  <a:cubicBezTo>
                    <a:pt x="1" y="4192"/>
                    <a:pt x="143" y="4311"/>
                    <a:pt x="286" y="4311"/>
                  </a:cubicBezTo>
                  <a:lnTo>
                    <a:pt x="929" y="4311"/>
                  </a:lnTo>
                  <a:lnTo>
                    <a:pt x="929" y="5597"/>
                  </a:lnTo>
                  <a:lnTo>
                    <a:pt x="286" y="5597"/>
                  </a:lnTo>
                  <a:cubicBezTo>
                    <a:pt x="120" y="5597"/>
                    <a:pt x="1" y="5740"/>
                    <a:pt x="1" y="5883"/>
                  </a:cubicBezTo>
                  <a:cubicBezTo>
                    <a:pt x="1" y="6026"/>
                    <a:pt x="143" y="6193"/>
                    <a:pt x="286" y="6193"/>
                  </a:cubicBezTo>
                  <a:lnTo>
                    <a:pt x="929" y="6193"/>
                  </a:lnTo>
                  <a:cubicBezTo>
                    <a:pt x="929" y="6502"/>
                    <a:pt x="977" y="6812"/>
                    <a:pt x="1072" y="7098"/>
                  </a:cubicBezTo>
                  <a:lnTo>
                    <a:pt x="501" y="7431"/>
                  </a:lnTo>
                  <a:cubicBezTo>
                    <a:pt x="358" y="7526"/>
                    <a:pt x="286" y="7693"/>
                    <a:pt x="382" y="7860"/>
                  </a:cubicBezTo>
                  <a:cubicBezTo>
                    <a:pt x="447" y="7958"/>
                    <a:pt x="547" y="8012"/>
                    <a:pt x="658" y="8012"/>
                  </a:cubicBezTo>
                  <a:cubicBezTo>
                    <a:pt x="707" y="8012"/>
                    <a:pt x="759" y="8001"/>
                    <a:pt x="810" y="7979"/>
                  </a:cubicBezTo>
                  <a:lnTo>
                    <a:pt x="1334" y="7669"/>
                  </a:lnTo>
                  <a:cubicBezTo>
                    <a:pt x="1525" y="7931"/>
                    <a:pt x="1715" y="8169"/>
                    <a:pt x="1953" y="8384"/>
                  </a:cubicBezTo>
                  <a:lnTo>
                    <a:pt x="1691" y="8836"/>
                  </a:lnTo>
                  <a:cubicBezTo>
                    <a:pt x="1596" y="8979"/>
                    <a:pt x="1668" y="9170"/>
                    <a:pt x="1810" y="9241"/>
                  </a:cubicBezTo>
                  <a:cubicBezTo>
                    <a:pt x="1859" y="9274"/>
                    <a:pt x="1914" y="9290"/>
                    <a:pt x="1969" y="9290"/>
                  </a:cubicBezTo>
                  <a:cubicBezTo>
                    <a:pt x="2073" y="9290"/>
                    <a:pt x="2177" y="9231"/>
                    <a:pt x="2239" y="9122"/>
                  </a:cubicBezTo>
                  <a:lnTo>
                    <a:pt x="2501" y="8693"/>
                  </a:lnTo>
                  <a:cubicBezTo>
                    <a:pt x="2787" y="8836"/>
                    <a:pt x="3096" y="8931"/>
                    <a:pt x="3430" y="8955"/>
                  </a:cubicBezTo>
                  <a:cubicBezTo>
                    <a:pt x="3573" y="9836"/>
                    <a:pt x="4335" y="10527"/>
                    <a:pt x="5264" y="10527"/>
                  </a:cubicBezTo>
                  <a:lnTo>
                    <a:pt x="6407" y="10527"/>
                  </a:lnTo>
                  <a:cubicBezTo>
                    <a:pt x="7835" y="10527"/>
                    <a:pt x="8979" y="9360"/>
                    <a:pt x="8979" y="7931"/>
                  </a:cubicBezTo>
                  <a:lnTo>
                    <a:pt x="8979" y="5859"/>
                  </a:lnTo>
                  <a:cubicBezTo>
                    <a:pt x="8931" y="5669"/>
                    <a:pt x="8812" y="5550"/>
                    <a:pt x="8621" y="5550"/>
                  </a:cubicBezTo>
                  <a:cubicBezTo>
                    <a:pt x="8455" y="5550"/>
                    <a:pt x="8336" y="5716"/>
                    <a:pt x="8336" y="5859"/>
                  </a:cubicBezTo>
                  <a:lnTo>
                    <a:pt x="8336" y="7931"/>
                  </a:lnTo>
                  <a:cubicBezTo>
                    <a:pt x="8336" y="9003"/>
                    <a:pt x="7431" y="9908"/>
                    <a:pt x="6359" y="9908"/>
                  </a:cubicBezTo>
                  <a:lnTo>
                    <a:pt x="5240" y="9908"/>
                  </a:lnTo>
                  <a:cubicBezTo>
                    <a:pt x="4644" y="9908"/>
                    <a:pt x="4168" y="9479"/>
                    <a:pt x="4025" y="8955"/>
                  </a:cubicBezTo>
                  <a:cubicBezTo>
                    <a:pt x="4311" y="8931"/>
                    <a:pt x="4621" y="8836"/>
                    <a:pt x="4882" y="8693"/>
                  </a:cubicBezTo>
                  <a:lnTo>
                    <a:pt x="5144" y="9122"/>
                  </a:lnTo>
                  <a:cubicBezTo>
                    <a:pt x="5207" y="9231"/>
                    <a:pt x="5300" y="9290"/>
                    <a:pt x="5398" y="9290"/>
                  </a:cubicBezTo>
                  <a:cubicBezTo>
                    <a:pt x="5448" y="9290"/>
                    <a:pt x="5500" y="9274"/>
                    <a:pt x="5549" y="9241"/>
                  </a:cubicBezTo>
                  <a:cubicBezTo>
                    <a:pt x="5716" y="9170"/>
                    <a:pt x="5764" y="8979"/>
                    <a:pt x="5668" y="8836"/>
                  </a:cubicBezTo>
                  <a:lnTo>
                    <a:pt x="5406" y="8384"/>
                  </a:lnTo>
                  <a:cubicBezTo>
                    <a:pt x="5645" y="8169"/>
                    <a:pt x="5859" y="7931"/>
                    <a:pt x="6026" y="7669"/>
                  </a:cubicBezTo>
                  <a:cubicBezTo>
                    <a:pt x="6621" y="8003"/>
                    <a:pt x="6621" y="8026"/>
                    <a:pt x="6716" y="8026"/>
                  </a:cubicBezTo>
                  <a:cubicBezTo>
                    <a:pt x="7050" y="8026"/>
                    <a:pt x="7145" y="7598"/>
                    <a:pt x="6859" y="7431"/>
                  </a:cubicBezTo>
                  <a:lnTo>
                    <a:pt x="6311" y="7098"/>
                  </a:lnTo>
                  <a:cubicBezTo>
                    <a:pt x="6383" y="6812"/>
                    <a:pt x="6454" y="6502"/>
                    <a:pt x="6454" y="6193"/>
                  </a:cubicBezTo>
                  <a:lnTo>
                    <a:pt x="7073" y="6193"/>
                  </a:lnTo>
                  <a:cubicBezTo>
                    <a:pt x="7264" y="6193"/>
                    <a:pt x="7383" y="6026"/>
                    <a:pt x="7383" y="5883"/>
                  </a:cubicBezTo>
                  <a:cubicBezTo>
                    <a:pt x="7383" y="5716"/>
                    <a:pt x="7216" y="5597"/>
                    <a:pt x="7073" y="5597"/>
                  </a:cubicBezTo>
                  <a:lnTo>
                    <a:pt x="6454" y="5597"/>
                  </a:lnTo>
                  <a:lnTo>
                    <a:pt x="6454" y="4311"/>
                  </a:lnTo>
                  <a:lnTo>
                    <a:pt x="7073" y="4311"/>
                  </a:lnTo>
                  <a:cubicBezTo>
                    <a:pt x="7264" y="4311"/>
                    <a:pt x="7383" y="4169"/>
                    <a:pt x="7383" y="4002"/>
                  </a:cubicBezTo>
                  <a:cubicBezTo>
                    <a:pt x="7383" y="3835"/>
                    <a:pt x="7240" y="3716"/>
                    <a:pt x="7073" y="3716"/>
                  </a:cubicBezTo>
                  <a:lnTo>
                    <a:pt x="6454" y="3716"/>
                  </a:lnTo>
                  <a:cubicBezTo>
                    <a:pt x="6454" y="3383"/>
                    <a:pt x="6407" y="3097"/>
                    <a:pt x="6311" y="2787"/>
                  </a:cubicBezTo>
                  <a:lnTo>
                    <a:pt x="6883" y="2454"/>
                  </a:lnTo>
                  <a:cubicBezTo>
                    <a:pt x="7026" y="2382"/>
                    <a:pt x="7073" y="2192"/>
                    <a:pt x="7002" y="2049"/>
                  </a:cubicBezTo>
                  <a:cubicBezTo>
                    <a:pt x="6937" y="1951"/>
                    <a:pt x="6826" y="1887"/>
                    <a:pt x="6718" y="1887"/>
                  </a:cubicBezTo>
                  <a:cubicBezTo>
                    <a:pt x="6668" y="1887"/>
                    <a:pt x="6618" y="1900"/>
                    <a:pt x="6573" y="1930"/>
                  </a:cubicBezTo>
                  <a:lnTo>
                    <a:pt x="6049" y="2216"/>
                  </a:lnTo>
                  <a:cubicBezTo>
                    <a:pt x="5859" y="1954"/>
                    <a:pt x="5645" y="1716"/>
                    <a:pt x="5406" y="1501"/>
                  </a:cubicBezTo>
                  <a:lnTo>
                    <a:pt x="5740" y="930"/>
                  </a:lnTo>
                  <a:cubicBezTo>
                    <a:pt x="5835" y="787"/>
                    <a:pt x="5764" y="620"/>
                    <a:pt x="5621" y="525"/>
                  </a:cubicBezTo>
                  <a:cubicBezTo>
                    <a:pt x="5576" y="495"/>
                    <a:pt x="5526" y="482"/>
                    <a:pt x="5477" y="482"/>
                  </a:cubicBezTo>
                  <a:cubicBezTo>
                    <a:pt x="5370" y="482"/>
                    <a:pt x="5265" y="546"/>
                    <a:pt x="5216" y="644"/>
                  </a:cubicBezTo>
                  <a:lnTo>
                    <a:pt x="4882" y="1192"/>
                  </a:lnTo>
                  <a:cubicBezTo>
                    <a:pt x="4621" y="1025"/>
                    <a:pt x="4287" y="930"/>
                    <a:pt x="3978" y="906"/>
                  </a:cubicBezTo>
                  <a:lnTo>
                    <a:pt x="3978" y="287"/>
                  </a:lnTo>
                  <a:cubicBezTo>
                    <a:pt x="3978" y="120"/>
                    <a:pt x="3835" y="1"/>
                    <a:pt x="3692"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7" name="Google Shape;23947;p146"/>
            <p:cNvSpPr/>
            <p:nvPr/>
          </p:nvSpPr>
          <p:spPr>
            <a:xfrm>
              <a:off x="7181966" y="1922650"/>
              <a:ext cx="171238" cy="344753"/>
            </a:xfrm>
            <a:custGeom>
              <a:avLst/>
              <a:gdLst/>
              <a:ahLst/>
              <a:cxnLst/>
              <a:rect l="l" t="t" r="r" b="b"/>
              <a:pathLst>
                <a:path w="5264" h="10598" extrusionOk="0">
                  <a:moveTo>
                    <a:pt x="1" y="0"/>
                  </a:moveTo>
                  <a:lnTo>
                    <a:pt x="1" y="1548"/>
                  </a:lnTo>
                  <a:cubicBezTo>
                    <a:pt x="1191" y="1548"/>
                    <a:pt x="2168" y="2549"/>
                    <a:pt x="2168" y="3739"/>
                  </a:cubicBezTo>
                  <a:lnTo>
                    <a:pt x="2168" y="6264"/>
                  </a:lnTo>
                  <a:cubicBezTo>
                    <a:pt x="2168" y="7454"/>
                    <a:pt x="1191" y="8431"/>
                    <a:pt x="1" y="8431"/>
                  </a:cubicBezTo>
                  <a:lnTo>
                    <a:pt x="1" y="9764"/>
                  </a:lnTo>
                  <a:cubicBezTo>
                    <a:pt x="334" y="10288"/>
                    <a:pt x="882" y="10598"/>
                    <a:pt x="1549" y="10598"/>
                  </a:cubicBezTo>
                  <a:lnTo>
                    <a:pt x="4930" y="10598"/>
                  </a:lnTo>
                  <a:cubicBezTo>
                    <a:pt x="5121" y="10598"/>
                    <a:pt x="5264" y="10455"/>
                    <a:pt x="5264" y="10288"/>
                  </a:cubicBezTo>
                  <a:lnTo>
                    <a:pt x="5240" y="5763"/>
                  </a:lnTo>
                  <a:cubicBezTo>
                    <a:pt x="5144" y="5650"/>
                    <a:pt x="5035" y="5603"/>
                    <a:pt x="4935" y="5603"/>
                  </a:cubicBezTo>
                  <a:cubicBezTo>
                    <a:pt x="4764" y="5603"/>
                    <a:pt x="4621" y="5741"/>
                    <a:pt x="4621" y="5906"/>
                  </a:cubicBezTo>
                  <a:lnTo>
                    <a:pt x="4621" y="7978"/>
                  </a:lnTo>
                  <a:cubicBezTo>
                    <a:pt x="4621" y="9050"/>
                    <a:pt x="3716" y="9955"/>
                    <a:pt x="2644" y="9955"/>
                  </a:cubicBezTo>
                  <a:lnTo>
                    <a:pt x="1525" y="9955"/>
                  </a:lnTo>
                  <a:cubicBezTo>
                    <a:pt x="930" y="9955"/>
                    <a:pt x="453" y="9526"/>
                    <a:pt x="287" y="9002"/>
                  </a:cubicBezTo>
                  <a:cubicBezTo>
                    <a:pt x="596" y="8978"/>
                    <a:pt x="882" y="8883"/>
                    <a:pt x="1144" y="8740"/>
                  </a:cubicBezTo>
                  <a:lnTo>
                    <a:pt x="1430" y="9169"/>
                  </a:lnTo>
                  <a:cubicBezTo>
                    <a:pt x="1477" y="9278"/>
                    <a:pt x="1575" y="9337"/>
                    <a:pt x="1677" y="9337"/>
                  </a:cubicBezTo>
                  <a:cubicBezTo>
                    <a:pt x="1731" y="9337"/>
                    <a:pt x="1785" y="9321"/>
                    <a:pt x="1834" y="9288"/>
                  </a:cubicBezTo>
                  <a:cubicBezTo>
                    <a:pt x="1977" y="9217"/>
                    <a:pt x="2049" y="9026"/>
                    <a:pt x="1954" y="8883"/>
                  </a:cubicBezTo>
                  <a:lnTo>
                    <a:pt x="1692" y="8431"/>
                  </a:lnTo>
                  <a:cubicBezTo>
                    <a:pt x="1930" y="8216"/>
                    <a:pt x="2144" y="7978"/>
                    <a:pt x="2311" y="7716"/>
                  </a:cubicBezTo>
                  <a:cubicBezTo>
                    <a:pt x="2906" y="8050"/>
                    <a:pt x="2906" y="8073"/>
                    <a:pt x="3001" y="8073"/>
                  </a:cubicBezTo>
                  <a:cubicBezTo>
                    <a:pt x="3335" y="8073"/>
                    <a:pt x="3406" y="7645"/>
                    <a:pt x="3144" y="7478"/>
                  </a:cubicBezTo>
                  <a:lnTo>
                    <a:pt x="2573" y="7145"/>
                  </a:lnTo>
                  <a:cubicBezTo>
                    <a:pt x="2668" y="6859"/>
                    <a:pt x="2739" y="6549"/>
                    <a:pt x="2739" y="6240"/>
                  </a:cubicBezTo>
                  <a:lnTo>
                    <a:pt x="3359" y="6240"/>
                  </a:lnTo>
                  <a:cubicBezTo>
                    <a:pt x="3501" y="6240"/>
                    <a:pt x="3644" y="6121"/>
                    <a:pt x="3692" y="5954"/>
                  </a:cubicBezTo>
                  <a:cubicBezTo>
                    <a:pt x="3716" y="5787"/>
                    <a:pt x="3573" y="5597"/>
                    <a:pt x="3382" y="5597"/>
                  </a:cubicBezTo>
                  <a:lnTo>
                    <a:pt x="2763" y="5597"/>
                  </a:lnTo>
                  <a:lnTo>
                    <a:pt x="2763" y="4335"/>
                  </a:lnTo>
                  <a:lnTo>
                    <a:pt x="3382" y="4335"/>
                  </a:lnTo>
                  <a:cubicBezTo>
                    <a:pt x="3573" y="4335"/>
                    <a:pt x="3692" y="4168"/>
                    <a:pt x="3692" y="4025"/>
                  </a:cubicBezTo>
                  <a:cubicBezTo>
                    <a:pt x="3692" y="3858"/>
                    <a:pt x="3549" y="3739"/>
                    <a:pt x="3382" y="3739"/>
                  </a:cubicBezTo>
                  <a:lnTo>
                    <a:pt x="2763" y="3739"/>
                  </a:lnTo>
                  <a:cubicBezTo>
                    <a:pt x="2763" y="3406"/>
                    <a:pt x="2716" y="3096"/>
                    <a:pt x="2620" y="2810"/>
                  </a:cubicBezTo>
                  <a:lnTo>
                    <a:pt x="3192" y="2477"/>
                  </a:lnTo>
                  <a:cubicBezTo>
                    <a:pt x="3335" y="2382"/>
                    <a:pt x="3382" y="2215"/>
                    <a:pt x="3311" y="2072"/>
                  </a:cubicBezTo>
                  <a:cubicBezTo>
                    <a:pt x="3248" y="1963"/>
                    <a:pt x="3145" y="1905"/>
                    <a:pt x="3040" y="1905"/>
                  </a:cubicBezTo>
                  <a:cubicBezTo>
                    <a:pt x="2986" y="1905"/>
                    <a:pt x="2931" y="1920"/>
                    <a:pt x="2882" y="1953"/>
                  </a:cubicBezTo>
                  <a:lnTo>
                    <a:pt x="2358" y="2239"/>
                  </a:lnTo>
                  <a:cubicBezTo>
                    <a:pt x="2168" y="1977"/>
                    <a:pt x="1954" y="1739"/>
                    <a:pt x="1715" y="1524"/>
                  </a:cubicBezTo>
                  <a:lnTo>
                    <a:pt x="2049" y="953"/>
                  </a:lnTo>
                  <a:cubicBezTo>
                    <a:pt x="2144" y="810"/>
                    <a:pt x="2073" y="643"/>
                    <a:pt x="1930" y="548"/>
                  </a:cubicBezTo>
                  <a:cubicBezTo>
                    <a:pt x="1881" y="515"/>
                    <a:pt x="1826" y="500"/>
                    <a:pt x="1773" y="500"/>
                  </a:cubicBezTo>
                  <a:cubicBezTo>
                    <a:pt x="1670" y="500"/>
                    <a:pt x="1572" y="558"/>
                    <a:pt x="1525" y="667"/>
                  </a:cubicBezTo>
                  <a:lnTo>
                    <a:pt x="1191" y="1191"/>
                  </a:lnTo>
                  <a:cubicBezTo>
                    <a:pt x="930" y="1048"/>
                    <a:pt x="596" y="953"/>
                    <a:pt x="287" y="929"/>
                  </a:cubicBezTo>
                  <a:lnTo>
                    <a:pt x="287" y="310"/>
                  </a:lnTo>
                  <a:cubicBezTo>
                    <a:pt x="287" y="119"/>
                    <a:pt x="1" y="0"/>
                    <a:pt x="1"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8" name="Google Shape;23948;p146"/>
            <p:cNvSpPr/>
            <p:nvPr/>
          </p:nvSpPr>
          <p:spPr>
            <a:xfrm>
              <a:off x="7168043" y="2104688"/>
              <a:ext cx="60441" cy="60473"/>
            </a:xfrm>
            <a:custGeom>
              <a:avLst/>
              <a:gdLst/>
              <a:ahLst/>
              <a:cxnLst/>
              <a:rect l="l" t="t" r="r" b="b"/>
              <a:pathLst>
                <a:path w="1858" h="1859" extrusionOk="0">
                  <a:moveTo>
                    <a:pt x="929" y="1"/>
                  </a:moveTo>
                  <a:cubicBezTo>
                    <a:pt x="429" y="1"/>
                    <a:pt x="0" y="429"/>
                    <a:pt x="0" y="929"/>
                  </a:cubicBezTo>
                  <a:cubicBezTo>
                    <a:pt x="0" y="1430"/>
                    <a:pt x="429" y="1858"/>
                    <a:pt x="929" y="1858"/>
                  </a:cubicBezTo>
                  <a:cubicBezTo>
                    <a:pt x="1429" y="1858"/>
                    <a:pt x="1858" y="1430"/>
                    <a:pt x="1858" y="929"/>
                  </a:cubicBezTo>
                  <a:cubicBezTo>
                    <a:pt x="1858" y="429"/>
                    <a:pt x="1429" y="1"/>
                    <a:pt x="929"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9" name="Google Shape;23949;p146"/>
            <p:cNvSpPr/>
            <p:nvPr/>
          </p:nvSpPr>
          <p:spPr>
            <a:xfrm>
              <a:off x="7181966" y="2104720"/>
              <a:ext cx="47299" cy="60734"/>
            </a:xfrm>
            <a:custGeom>
              <a:avLst/>
              <a:gdLst/>
              <a:ahLst/>
              <a:cxnLst/>
              <a:rect l="l" t="t" r="r" b="b"/>
              <a:pathLst>
                <a:path w="1454" h="1867" extrusionOk="0">
                  <a:moveTo>
                    <a:pt x="513" y="0"/>
                  </a:moveTo>
                  <a:cubicBezTo>
                    <a:pt x="338" y="0"/>
                    <a:pt x="160" y="52"/>
                    <a:pt x="1" y="166"/>
                  </a:cubicBezTo>
                  <a:lnTo>
                    <a:pt x="1" y="1714"/>
                  </a:lnTo>
                  <a:cubicBezTo>
                    <a:pt x="161" y="1819"/>
                    <a:pt x="335" y="1866"/>
                    <a:pt x="506" y="1866"/>
                  </a:cubicBezTo>
                  <a:cubicBezTo>
                    <a:pt x="995" y="1866"/>
                    <a:pt x="1453" y="1476"/>
                    <a:pt x="1453" y="928"/>
                  </a:cubicBezTo>
                  <a:cubicBezTo>
                    <a:pt x="1453" y="388"/>
                    <a:pt x="993"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0" name="Google Shape;23950;p146"/>
            <p:cNvSpPr/>
            <p:nvPr/>
          </p:nvSpPr>
          <p:spPr>
            <a:xfrm>
              <a:off x="7136261" y="1998575"/>
              <a:ext cx="61254" cy="59660"/>
            </a:xfrm>
            <a:custGeom>
              <a:avLst/>
              <a:gdLst/>
              <a:ahLst/>
              <a:cxnLst/>
              <a:rect l="l" t="t" r="r" b="b"/>
              <a:pathLst>
                <a:path w="1883" h="1834" extrusionOk="0">
                  <a:moveTo>
                    <a:pt x="929" y="619"/>
                  </a:moveTo>
                  <a:cubicBezTo>
                    <a:pt x="1096" y="619"/>
                    <a:pt x="1215" y="762"/>
                    <a:pt x="1215" y="929"/>
                  </a:cubicBezTo>
                  <a:cubicBezTo>
                    <a:pt x="1263" y="1096"/>
                    <a:pt x="1096" y="1215"/>
                    <a:pt x="929" y="1215"/>
                  </a:cubicBezTo>
                  <a:cubicBezTo>
                    <a:pt x="739" y="1215"/>
                    <a:pt x="620" y="1072"/>
                    <a:pt x="620" y="929"/>
                  </a:cubicBezTo>
                  <a:cubicBezTo>
                    <a:pt x="620" y="738"/>
                    <a:pt x="787" y="619"/>
                    <a:pt x="929" y="619"/>
                  </a:cubicBezTo>
                  <a:close/>
                  <a:moveTo>
                    <a:pt x="929" y="0"/>
                  </a:moveTo>
                  <a:cubicBezTo>
                    <a:pt x="429" y="0"/>
                    <a:pt x="1" y="405"/>
                    <a:pt x="1" y="929"/>
                  </a:cubicBezTo>
                  <a:cubicBezTo>
                    <a:pt x="1" y="1429"/>
                    <a:pt x="429" y="1834"/>
                    <a:pt x="929" y="1834"/>
                  </a:cubicBezTo>
                  <a:cubicBezTo>
                    <a:pt x="1430" y="1834"/>
                    <a:pt x="1858" y="1429"/>
                    <a:pt x="1858" y="929"/>
                  </a:cubicBezTo>
                  <a:cubicBezTo>
                    <a:pt x="1882" y="405"/>
                    <a:pt x="1453" y="0"/>
                    <a:pt x="929"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1" name="Google Shape;23951;p146"/>
            <p:cNvSpPr/>
            <p:nvPr/>
          </p:nvSpPr>
          <p:spPr>
            <a:xfrm>
              <a:off x="7181966" y="2002446"/>
              <a:ext cx="20949" cy="53479"/>
            </a:xfrm>
            <a:custGeom>
              <a:avLst/>
              <a:gdLst/>
              <a:ahLst/>
              <a:cxnLst/>
              <a:rect l="l" t="t" r="r" b="b"/>
              <a:pathLst>
                <a:path w="644" h="1644" extrusionOk="0">
                  <a:moveTo>
                    <a:pt x="1" y="0"/>
                  </a:moveTo>
                  <a:lnTo>
                    <a:pt x="1" y="1643"/>
                  </a:lnTo>
                  <a:cubicBezTo>
                    <a:pt x="644" y="1286"/>
                    <a:pt x="644" y="334"/>
                    <a:pt x="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52" name="Google Shape;23952;p146"/>
          <p:cNvGrpSpPr/>
          <p:nvPr/>
        </p:nvGrpSpPr>
        <p:grpSpPr>
          <a:xfrm>
            <a:off x="7768417" y="1768688"/>
            <a:ext cx="382585" cy="344785"/>
            <a:chOff x="7768417" y="1921088"/>
            <a:chExt cx="382585" cy="344785"/>
          </a:xfrm>
        </p:grpSpPr>
        <p:sp>
          <p:nvSpPr>
            <p:cNvPr id="23953" name="Google Shape;23953;p146"/>
            <p:cNvSpPr/>
            <p:nvPr/>
          </p:nvSpPr>
          <p:spPr>
            <a:xfrm>
              <a:off x="7909402" y="2044280"/>
              <a:ext cx="100745" cy="100745"/>
            </a:xfrm>
            <a:custGeom>
              <a:avLst/>
              <a:gdLst/>
              <a:ahLst/>
              <a:cxnLst/>
              <a:rect l="l" t="t" r="r" b="b"/>
              <a:pathLst>
                <a:path w="3097" h="3097" extrusionOk="0">
                  <a:moveTo>
                    <a:pt x="1549" y="0"/>
                  </a:moveTo>
                  <a:cubicBezTo>
                    <a:pt x="667" y="0"/>
                    <a:pt x="1" y="667"/>
                    <a:pt x="1" y="1548"/>
                  </a:cubicBezTo>
                  <a:cubicBezTo>
                    <a:pt x="1" y="2405"/>
                    <a:pt x="667" y="3096"/>
                    <a:pt x="1549" y="3096"/>
                  </a:cubicBezTo>
                  <a:cubicBezTo>
                    <a:pt x="2382" y="3096"/>
                    <a:pt x="3096" y="2405"/>
                    <a:pt x="3096" y="1548"/>
                  </a:cubicBezTo>
                  <a:cubicBezTo>
                    <a:pt x="3096" y="667"/>
                    <a:pt x="2406" y="0"/>
                    <a:pt x="1549"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4" name="Google Shape;23954;p146"/>
            <p:cNvSpPr/>
            <p:nvPr/>
          </p:nvSpPr>
          <p:spPr>
            <a:xfrm>
              <a:off x="7959758" y="2042718"/>
              <a:ext cx="50389" cy="100745"/>
            </a:xfrm>
            <a:custGeom>
              <a:avLst/>
              <a:gdLst/>
              <a:ahLst/>
              <a:cxnLst/>
              <a:rect l="l" t="t" r="r" b="b"/>
              <a:pathLst>
                <a:path w="1549" h="3097" extrusionOk="0">
                  <a:moveTo>
                    <a:pt x="1" y="1"/>
                  </a:moveTo>
                  <a:lnTo>
                    <a:pt x="1" y="3096"/>
                  </a:lnTo>
                  <a:cubicBezTo>
                    <a:pt x="858" y="3096"/>
                    <a:pt x="1548" y="2430"/>
                    <a:pt x="1548" y="1549"/>
                  </a:cubicBezTo>
                  <a:cubicBezTo>
                    <a:pt x="1548" y="691"/>
                    <a:pt x="858" y="1"/>
                    <a:pt x="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5" name="Google Shape;23955;p146"/>
            <p:cNvSpPr/>
            <p:nvPr/>
          </p:nvSpPr>
          <p:spPr>
            <a:xfrm>
              <a:off x="7768417" y="1976162"/>
              <a:ext cx="367101" cy="234346"/>
            </a:xfrm>
            <a:custGeom>
              <a:avLst/>
              <a:gdLst/>
              <a:ahLst/>
              <a:cxnLst/>
              <a:rect l="l" t="t" r="r" b="b"/>
              <a:pathLst>
                <a:path w="11285" h="7204" extrusionOk="0">
                  <a:moveTo>
                    <a:pt x="3391" y="636"/>
                  </a:moveTo>
                  <a:cubicBezTo>
                    <a:pt x="4370" y="636"/>
                    <a:pt x="5650" y="995"/>
                    <a:pt x="6930" y="1737"/>
                  </a:cubicBezTo>
                  <a:cubicBezTo>
                    <a:pt x="10133" y="3580"/>
                    <a:pt x="11284" y="6582"/>
                    <a:pt x="8360" y="6582"/>
                  </a:cubicBezTo>
                  <a:cubicBezTo>
                    <a:pt x="8261" y="6582"/>
                    <a:pt x="8158" y="6578"/>
                    <a:pt x="8050" y="6571"/>
                  </a:cubicBezTo>
                  <a:cubicBezTo>
                    <a:pt x="5954" y="6452"/>
                    <a:pt x="3311" y="4904"/>
                    <a:pt x="2167" y="3190"/>
                  </a:cubicBezTo>
                  <a:cubicBezTo>
                    <a:pt x="1063" y="1518"/>
                    <a:pt x="1857" y="636"/>
                    <a:pt x="3391" y="636"/>
                  </a:cubicBezTo>
                  <a:close/>
                  <a:moveTo>
                    <a:pt x="3404" y="1"/>
                  </a:moveTo>
                  <a:cubicBezTo>
                    <a:pt x="2435" y="1"/>
                    <a:pt x="1659" y="304"/>
                    <a:pt x="1286" y="951"/>
                  </a:cubicBezTo>
                  <a:cubicBezTo>
                    <a:pt x="0" y="3166"/>
                    <a:pt x="4382" y="6952"/>
                    <a:pt x="8050" y="7190"/>
                  </a:cubicBezTo>
                  <a:cubicBezTo>
                    <a:pt x="8159" y="7199"/>
                    <a:pt x="8270" y="7203"/>
                    <a:pt x="8381" y="7203"/>
                  </a:cubicBezTo>
                  <a:cubicBezTo>
                    <a:pt x="9213" y="7203"/>
                    <a:pt x="10059" y="6955"/>
                    <a:pt x="10479" y="6262"/>
                  </a:cubicBezTo>
                  <a:cubicBezTo>
                    <a:pt x="11265" y="4857"/>
                    <a:pt x="9740" y="2618"/>
                    <a:pt x="7264" y="1189"/>
                  </a:cubicBezTo>
                  <a:cubicBezTo>
                    <a:pt x="5940" y="418"/>
                    <a:pt x="4540" y="1"/>
                    <a:pt x="3404"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6" name="Google Shape;23956;p146"/>
            <p:cNvSpPr/>
            <p:nvPr/>
          </p:nvSpPr>
          <p:spPr>
            <a:xfrm>
              <a:off x="7959758" y="1993923"/>
              <a:ext cx="187731" cy="216617"/>
            </a:xfrm>
            <a:custGeom>
              <a:avLst/>
              <a:gdLst/>
              <a:ahLst/>
              <a:cxnLst/>
              <a:rect l="l" t="t" r="r" b="b"/>
              <a:pathLst>
                <a:path w="5771" h="6659" extrusionOk="0">
                  <a:moveTo>
                    <a:pt x="1" y="0"/>
                  </a:moveTo>
                  <a:lnTo>
                    <a:pt x="1" y="643"/>
                  </a:lnTo>
                  <a:cubicBezTo>
                    <a:pt x="3884" y="2285"/>
                    <a:pt x="5771" y="6036"/>
                    <a:pt x="2501" y="6036"/>
                  </a:cubicBezTo>
                  <a:cubicBezTo>
                    <a:pt x="2402" y="6036"/>
                    <a:pt x="2299" y="6032"/>
                    <a:pt x="2191" y="6025"/>
                  </a:cubicBezTo>
                  <a:cubicBezTo>
                    <a:pt x="1501" y="6002"/>
                    <a:pt x="739" y="5787"/>
                    <a:pt x="1" y="5454"/>
                  </a:cubicBezTo>
                  <a:lnTo>
                    <a:pt x="1" y="6144"/>
                  </a:lnTo>
                  <a:cubicBezTo>
                    <a:pt x="821" y="6462"/>
                    <a:pt x="1701" y="6658"/>
                    <a:pt x="2483" y="6658"/>
                  </a:cubicBezTo>
                  <a:cubicBezTo>
                    <a:pt x="3403" y="6658"/>
                    <a:pt x="4187" y="6385"/>
                    <a:pt x="4573" y="5716"/>
                  </a:cubicBezTo>
                  <a:cubicBezTo>
                    <a:pt x="5549" y="4001"/>
                    <a:pt x="3096" y="1191"/>
                    <a:pt x="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7" name="Google Shape;23957;p146"/>
            <p:cNvSpPr/>
            <p:nvPr/>
          </p:nvSpPr>
          <p:spPr>
            <a:xfrm>
              <a:off x="7783120" y="1976162"/>
              <a:ext cx="367882" cy="234704"/>
            </a:xfrm>
            <a:custGeom>
              <a:avLst/>
              <a:gdLst/>
              <a:ahLst/>
              <a:cxnLst/>
              <a:rect l="l" t="t" r="r" b="b"/>
              <a:pathLst>
                <a:path w="11309" h="7215" extrusionOk="0">
                  <a:moveTo>
                    <a:pt x="7871" y="640"/>
                  </a:moveTo>
                  <a:cubicBezTo>
                    <a:pt x="8642" y="640"/>
                    <a:pt x="9229" y="858"/>
                    <a:pt x="9479" y="1285"/>
                  </a:cubicBezTo>
                  <a:cubicBezTo>
                    <a:pt x="10003" y="2237"/>
                    <a:pt x="8812" y="4166"/>
                    <a:pt x="6502" y="5500"/>
                  </a:cubicBezTo>
                  <a:cubicBezTo>
                    <a:pt x="5217" y="6255"/>
                    <a:pt x="3939" y="6612"/>
                    <a:pt x="2959" y="6612"/>
                  </a:cubicBezTo>
                  <a:cubicBezTo>
                    <a:pt x="2179" y="6612"/>
                    <a:pt x="1588" y="6385"/>
                    <a:pt x="1334" y="5952"/>
                  </a:cubicBezTo>
                  <a:cubicBezTo>
                    <a:pt x="787" y="5000"/>
                    <a:pt x="2001" y="3071"/>
                    <a:pt x="4311" y="1737"/>
                  </a:cubicBezTo>
                  <a:cubicBezTo>
                    <a:pt x="5584" y="1000"/>
                    <a:pt x="6880" y="640"/>
                    <a:pt x="7871" y="640"/>
                  </a:cubicBezTo>
                  <a:close/>
                  <a:moveTo>
                    <a:pt x="7893" y="1"/>
                  </a:moveTo>
                  <a:cubicBezTo>
                    <a:pt x="6761" y="1"/>
                    <a:pt x="5362" y="418"/>
                    <a:pt x="4025" y="1189"/>
                  </a:cubicBezTo>
                  <a:cubicBezTo>
                    <a:pt x="1549" y="2618"/>
                    <a:pt x="1" y="4857"/>
                    <a:pt x="834" y="6262"/>
                  </a:cubicBezTo>
                  <a:cubicBezTo>
                    <a:pt x="1192" y="6881"/>
                    <a:pt x="1930" y="7214"/>
                    <a:pt x="2954" y="7214"/>
                  </a:cubicBezTo>
                  <a:cubicBezTo>
                    <a:pt x="2965" y="7214"/>
                    <a:pt x="2975" y="7214"/>
                    <a:pt x="2986" y="7214"/>
                  </a:cubicBezTo>
                  <a:cubicBezTo>
                    <a:pt x="6602" y="7214"/>
                    <a:pt x="11309" y="3231"/>
                    <a:pt x="10003" y="951"/>
                  </a:cubicBezTo>
                  <a:cubicBezTo>
                    <a:pt x="9630" y="304"/>
                    <a:pt x="8859" y="1"/>
                    <a:pt x="7893"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8" name="Google Shape;23958;p146"/>
            <p:cNvSpPr/>
            <p:nvPr/>
          </p:nvSpPr>
          <p:spPr>
            <a:xfrm>
              <a:off x="7959758" y="1976292"/>
              <a:ext cx="182851" cy="217528"/>
            </a:xfrm>
            <a:custGeom>
              <a:avLst/>
              <a:gdLst/>
              <a:ahLst/>
              <a:cxnLst/>
              <a:rect l="l" t="t" r="r" b="b"/>
              <a:pathLst>
                <a:path w="5621" h="6687" extrusionOk="0">
                  <a:moveTo>
                    <a:pt x="2438" y="0"/>
                  </a:moveTo>
                  <a:cubicBezTo>
                    <a:pt x="1706" y="0"/>
                    <a:pt x="864" y="169"/>
                    <a:pt x="1" y="495"/>
                  </a:cubicBezTo>
                  <a:lnTo>
                    <a:pt x="1" y="1161"/>
                  </a:lnTo>
                  <a:cubicBezTo>
                    <a:pt x="888" y="786"/>
                    <a:pt x="1744" y="601"/>
                    <a:pt x="2446" y="601"/>
                  </a:cubicBezTo>
                  <a:cubicBezTo>
                    <a:pt x="3214" y="601"/>
                    <a:pt x="3800" y="822"/>
                    <a:pt x="4049" y="1257"/>
                  </a:cubicBezTo>
                  <a:cubicBezTo>
                    <a:pt x="4692" y="2400"/>
                    <a:pt x="2858" y="4829"/>
                    <a:pt x="1" y="6020"/>
                  </a:cubicBezTo>
                  <a:lnTo>
                    <a:pt x="1" y="6686"/>
                  </a:lnTo>
                  <a:cubicBezTo>
                    <a:pt x="2930" y="5567"/>
                    <a:pt x="5621" y="2757"/>
                    <a:pt x="4573" y="947"/>
                  </a:cubicBezTo>
                  <a:cubicBezTo>
                    <a:pt x="4204" y="305"/>
                    <a:pt x="3421" y="0"/>
                    <a:pt x="2438"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9" name="Google Shape;23959;p146"/>
            <p:cNvSpPr/>
            <p:nvPr/>
          </p:nvSpPr>
          <p:spPr>
            <a:xfrm>
              <a:off x="7868349" y="1921088"/>
              <a:ext cx="182070" cy="344785"/>
            </a:xfrm>
            <a:custGeom>
              <a:avLst/>
              <a:gdLst/>
              <a:ahLst/>
              <a:cxnLst/>
              <a:rect l="l" t="t" r="r" b="b"/>
              <a:pathLst>
                <a:path w="5597" h="10599" extrusionOk="0">
                  <a:moveTo>
                    <a:pt x="2811" y="644"/>
                  </a:moveTo>
                  <a:cubicBezTo>
                    <a:pt x="3906" y="644"/>
                    <a:pt x="4978" y="2644"/>
                    <a:pt x="4978" y="5335"/>
                  </a:cubicBezTo>
                  <a:cubicBezTo>
                    <a:pt x="4978" y="7979"/>
                    <a:pt x="3906" y="10003"/>
                    <a:pt x="2811" y="10003"/>
                  </a:cubicBezTo>
                  <a:cubicBezTo>
                    <a:pt x="1691" y="10003"/>
                    <a:pt x="620" y="8002"/>
                    <a:pt x="620" y="5335"/>
                  </a:cubicBezTo>
                  <a:cubicBezTo>
                    <a:pt x="620" y="2668"/>
                    <a:pt x="1667" y="644"/>
                    <a:pt x="2811" y="644"/>
                  </a:cubicBezTo>
                  <a:close/>
                  <a:moveTo>
                    <a:pt x="2811" y="1"/>
                  </a:moveTo>
                  <a:cubicBezTo>
                    <a:pt x="1215" y="1"/>
                    <a:pt x="0" y="2311"/>
                    <a:pt x="0" y="5288"/>
                  </a:cubicBezTo>
                  <a:cubicBezTo>
                    <a:pt x="0" y="8264"/>
                    <a:pt x="1215" y="10598"/>
                    <a:pt x="2811" y="10598"/>
                  </a:cubicBezTo>
                  <a:cubicBezTo>
                    <a:pt x="4382" y="10598"/>
                    <a:pt x="5597" y="8264"/>
                    <a:pt x="5597" y="5288"/>
                  </a:cubicBezTo>
                  <a:cubicBezTo>
                    <a:pt x="5597" y="2311"/>
                    <a:pt x="4358" y="1"/>
                    <a:pt x="2811" y="1"/>
                  </a:cubicBezTo>
                  <a:close/>
                </a:path>
              </a:pathLst>
            </a:custGeom>
            <a:solidFill>
              <a:srgbClr val="AE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0" name="Google Shape;23960;p146"/>
            <p:cNvSpPr/>
            <p:nvPr/>
          </p:nvSpPr>
          <p:spPr>
            <a:xfrm>
              <a:off x="7959758" y="1921088"/>
              <a:ext cx="90661" cy="344785"/>
            </a:xfrm>
            <a:custGeom>
              <a:avLst/>
              <a:gdLst/>
              <a:ahLst/>
              <a:cxnLst/>
              <a:rect l="l" t="t" r="r" b="b"/>
              <a:pathLst>
                <a:path w="2787" h="10599" extrusionOk="0">
                  <a:moveTo>
                    <a:pt x="1" y="1"/>
                  </a:moveTo>
                  <a:lnTo>
                    <a:pt x="1" y="620"/>
                  </a:lnTo>
                  <a:cubicBezTo>
                    <a:pt x="1096" y="620"/>
                    <a:pt x="2168" y="2620"/>
                    <a:pt x="2168" y="5288"/>
                  </a:cubicBezTo>
                  <a:cubicBezTo>
                    <a:pt x="2168" y="7955"/>
                    <a:pt x="1120" y="9955"/>
                    <a:pt x="1" y="9955"/>
                  </a:cubicBezTo>
                  <a:lnTo>
                    <a:pt x="1" y="10598"/>
                  </a:lnTo>
                  <a:cubicBezTo>
                    <a:pt x="1572" y="10598"/>
                    <a:pt x="2787" y="8264"/>
                    <a:pt x="2787" y="5288"/>
                  </a:cubicBezTo>
                  <a:cubicBezTo>
                    <a:pt x="2787" y="2311"/>
                    <a:pt x="1572" y="1"/>
                    <a:pt x="1"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61" name="Google Shape;23961;p146"/>
          <p:cNvGrpSpPr/>
          <p:nvPr/>
        </p:nvGrpSpPr>
        <p:grpSpPr>
          <a:xfrm>
            <a:off x="7828825" y="2324138"/>
            <a:ext cx="262647" cy="344785"/>
            <a:chOff x="7828825" y="2476538"/>
            <a:chExt cx="262647" cy="344785"/>
          </a:xfrm>
        </p:grpSpPr>
        <p:sp>
          <p:nvSpPr>
            <p:cNvPr id="23962" name="Google Shape;23962;p146"/>
            <p:cNvSpPr/>
            <p:nvPr/>
          </p:nvSpPr>
          <p:spPr>
            <a:xfrm>
              <a:off x="7828825" y="2554025"/>
              <a:ext cx="262647" cy="266518"/>
            </a:xfrm>
            <a:custGeom>
              <a:avLst/>
              <a:gdLst/>
              <a:ahLst/>
              <a:cxnLst/>
              <a:rect l="l" t="t" r="r" b="b"/>
              <a:pathLst>
                <a:path w="8074" h="8193" extrusionOk="0">
                  <a:moveTo>
                    <a:pt x="1215" y="0"/>
                  </a:moveTo>
                  <a:lnTo>
                    <a:pt x="1215" y="714"/>
                  </a:lnTo>
                  <a:lnTo>
                    <a:pt x="1120" y="714"/>
                  </a:lnTo>
                  <a:cubicBezTo>
                    <a:pt x="501" y="714"/>
                    <a:pt x="1" y="1238"/>
                    <a:pt x="1" y="1858"/>
                  </a:cubicBezTo>
                  <a:lnTo>
                    <a:pt x="1" y="7073"/>
                  </a:lnTo>
                  <a:cubicBezTo>
                    <a:pt x="1" y="7692"/>
                    <a:pt x="501" y="8192"/>
                    <a:pt x="1120" y="8192"/>
                  </a:cubicBezTo>
                  <a:lnTo>
                    <a:pt x="6931" y="8192"/>
                  </a:lnTo>
                  <a:cubicBezTo>
                    <a:pt x="7550" y="8192"/>
                    <a:pt x="8074" y="7692"/>
                    <a:pt x="8074" y="7073"/>
                  </a:cubicBezTo>
                  <a:lnTo>
                    <a:pt x="8074" y="1858"/>
                  </a:lnTo>
                  <a:cubicBezTo>
                    <a:pt x="8026" y="1238"/>
                    <a:pt x="7526" y="714"/>
                    <a:pt x="6907" y="714"/>
                  </a:cubicBezTo>
                  <a:lnTo>
                    <a:pt x="6812" y="714"/>
                  </a:lnTo>
                  <a:lnTo>
                    <a:pt x="6812"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3" name="Google Shape;23963;p146"/>
            <p:cNvSpPr/>
            <p:nvPr/>
          </p:nvSpPr>
          <p:spPr>
            <a:xfrm>
              <a:off x="7958197" y="2554025"/>
              <a:ext cx="131746" cy="267299"/>
            </a:xfrm>
            <a:custGeom>
              <a:avLst/>
              <a:gdLst/>
              <a:ahLst/>
              <a:cxnLst/>
              <a:rect l="l" t="t" r="r" b="b"/>
              <a:pathLst>
                <a:path w="4050" h="8217" extrusionOk="0">
                  <a:moveTo>
                    <a:pt x="1" y="0"/>
                  </a:moveTo>
                  <a:lnTo>
                    <a:pt x="1" y="8216"/>
                  </a:lnTo>
                  <a:lnTo>
                    <a:pt x="2930" y="8216"/>
                  </a:lnTo>
                  <a:cubicBezTo>
                    <a:pt x="3549" y="8216"/>
                    <a:pt x="4049" y="7716"/>
                    <a:pt x="4049" y="7097"/>
                  </a:cubicBezTo>
                  <a:lnTo>
                    <a:pt x="4049" y="1881"/>
                  </a:lnTo>
                  <a:cubicBezTo>
                    <a:pt x="4049" y="1238"/>
                    <a:pt x="3549" y="714"/>
                    <a:pt x="2930" y="714"/>
                  </a:cubicBezTo>
                  <a:lnTo>
                    <a:pt x="2835" y="714"/>
                  </a:lnTo>
                  <a:lnTo>
                    <a:pt x="2835"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4" name="Google Shape;23964;p146"/>
            <p:cNvSpPr/>
            <p:nvPr/>
          </p:nvSpPr>
          <p:spPr>
            <a:xfrm>
              <a:off x="7848213" y="2476538"/>
              <a:ext cx="222343" cy="80609"/>
            </a:xfrm>
            <a:custGeom>
              <a:avLst/>
              <a:gdLst/>
              <a:ahLst/>
              <a:cxnLst/>
              <a:rect l="l" t="t" r="r" b="b"/>
              <a:pathLst>
                <a:path w="6835" h="2478" extrusionOk="0">
                  <a:moveTo>
                    <a:pt x="286" y="1"/>
                  </a:moveTo>
                  <a:cubicBezTo>
                    <a:pt x="143" y="1"/>
                    <a:pt x="0" y="120"/>
                    <a:pt x="0" y="310"/>
                  </a:cubicBezTo>
                  <a:lnTo>
                    <a:pt x="0" y="2192"/>
                  </a:lnTo>
                  <a:cubicBezTo>
                    <a:pt x="0" y="2334"/>
                    <a:pt x="119" y="2477"/>
                    <a:pt x="286" y="2477"/>
                  </a:cubicBezTo>
                  <a:lnTo>
                    <a:pt x="6525" y="2477"/>
                  </a:lnTo>
                  <a:cubicBezTo>
                    <a:pt x="6692" y="2477"/>
                    <a:pt x="6835" y="2358"/>
                    <a:pt x="6811" y="2192"/>
                  </a:cubicBezTo>
                  <a:lnTo>
                    <a:pt x="6811" y="310"/>
                  </a:lnTo>
                  <a:cubicBezTo>
                    <a:pt x="6811" y="144"/>
                    <a:pt x="6692" y="1"/>
                    <a:pt x="6525"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5" name="Google Shape;23965;p146"/>
            <p:cNvSpPr/>
            <p:nvPr/>
          </p:nvSpPr>
          <p:spPr>
            <a:xfrm>
              <a:off x="7958197" y="2476538"/>
              <a:ext cx="112359" cy="80609"/>
            </a:xfrm>
            <a:custGeom>
              <a:avLst/>
              <a:gdLst/>
              <a:ahLst/>
              <a:cxnLst/>
              <a:rect l="l" t="t" r="r" b="b"/>
              <a:pathLst>
                <a:path w="3454" h="2478" extrusionOk="0">
                  <a:moveTo>
                    <a:pt x="1" y="1"/>
                  </a:moveTo>
                  <a:lnTo>
                    <a:pt x="1" y="2477"/>
                  </a:lnTo>
                  <a:lnTo>
                    <a:pt x="3144" y="2477"/>
                  </a:lnTo>
                  <a:cubicBezTo>
                    <a:pt x="3311" y="2477"/>
                    <a:pt x="3430" y="2334"/>
                    <a:pt x="3430" y="2192"/>
                  </a:cubicBezTo>
                  <a:lnTo>
                    <a:pt x="3430" y="310"/>
                  </a:lnTo>
                  <a:cubicBezTo>
                    <a:pt x="3454" y="144"/>
                    <a:pt x="3311" y="1"/>
                    <a:pt x="314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6" name="Google Shape;23966;p146"/>
            <p:cNvSpPr/>
            <p:nvPr/>
          </p:nvSpPr>
          <p:spPr>
            <a:xfrm>
              <a:off x="7888485" y="2618304"/>
              <a:ext cx="141798" cy="161934"/>
            </a:xfrm>
            <a:custGeom>
              <a:avLst/>
              <a:gdLst/>
              <a:ahLst/>
              <a:cxnLst/>
              <a:rect l="l" t="t" r="r" b="b"/>
              <a:pathLst>
                <a:path w="4359" h="4978" extrusionOk="0">
                  <a:moveTo>
                    <a:pt x="1549" y="1882"/>
                  </a:moveTo>
                  <a:cubicBezTo>
                    <a:pt x="1739" y="1882"/>
                    <a:pt x="1858" y="2025"/>
                    <a:pt x="1858" y="2168"/>
                  </a:cubicBezTo>
                  <a:cubicBezTo>
                    <a:pt x="1858" y="2311"/>
                    <a:pt x="1739" y="2477"/>
                    <a:pt x="1549" y="2477"/>
                  </a:cubicBezTo>
                  <a:cubicBezTo>
                    <a:pt x="1382" y="2477"/>
                    <a:pt x="1263" y="2311"/>
                    <a:pt x="1263" y="2168"/>
                  </a:cubicBezTo>
                  <a:cubicBezTo>
                    <a:pt x="1263" y="2025"/>
                    <a:pt x="1406" y="1882"/>
                    <a:pt x="1549" y="1882"/>
                  </a:cubicBezTo>
                  <a:close/>
                  <a:moveTo>
                    <a:pt x="2811" y="1882"/>
                  </a:moveTo>
                  <a:cubicBezTo>
                    <a:pt x="2977" y="1882"/>
                    <a:pt x="3096" y="2025"/>
                    <a:pt x="3096" y="2168"/>
                  </a:cubicBezTo>
                  <a:cubicBezTo>
                    <a:pt x="3096" y="2311"/>
                    <a:pt x="2977" y="2477"/>
                    <a:pt x="2811" y="2477"/>
                  </a:cubicBezTo>
                  <a:cubicBezTo>
                    <a:pt x="2620" y="2477"/>
                    <a:pt x="2501" y="2311"/>
                    <a:pt x="2501" y="2168"/>
                  </a:cubicBezTo>
                  <a:cubicBezTo>
                    <a:pt x="2501" y="2025"/>
                    <a:pt x="2668" y="1882"/>
                    <a:pt x="2811" y="1882"/>
                  </a:cubicBezTo>
                  <a:close/>
                  <a:moveTo>
                    <a:pt x="2192" y="3120"/>
                  </a:moveTo>
                  <a:cubicBezTo>
                    <a:pt x="2358" y="3120"/>
                    <a:pt x="2477" y="3263"/>
                    <a:pt x="2477" y="3430"/>
                  </a:cubicBezTo>
                  <a:cubicBezTo>
                    <a:pt x="2477" y="3573"/>
                    <a:pt x="2358" y="3716"/>
                    <a:pt x="2192" y="3716"/>
                  </a:cubicBezTo>
                  <a:cubicBezTo>
                    <a:pt x="2001" y="3716"/>
                    <a:pt x="1882" y="3573"/>
                    <a:pt x="1882" y="3430"/>
                  </a:cubicBezTo>
                  <a:cubicBezTo>
                    <a:pt x="1882" y="3263"/>
                    <a:pt x="2025" y="3120"/>
                    <a:pt x="2192" y="3120"/>
                  </a:cubicBezTo>
                  <a:close/>
                  <a:moveTo>
                    <a:pt x="2144" y="1"/>
                  </a:moveTo>
                  <a:cubicBezTo>
                    <a:pt x="953" y="1"/>
                    <a:pt x="1" y="977"/>
                    <a:pt x="1" y="2192"/>
                  </a:cubicBezTo>
                  <a:lnTo>
                    <a:pt x="1" y="2787"/>
                  </a:lnTo>
                  <a:cubicBezTo>
                    <a:pt x="1" y="3216"/>
                    <a:pt x="263" y="3525"/>
                    <a:pt x="644" y="3692"/>
                  </a:cubicBezTo>
                  <a:lnTo>
                    <a:pt x="644" y="4049"/>
                  </a:lnTo>
                  <a:cubicBezTo>
                    <a:pt x="644" y="4549"/>
                    <a:pt x="1048" y="4978"/>
                    <a:pt x="1549" y="4978"/>
                  </a:cubicBezTo>
                  <a:lnTo>
                    <a:pt x="2811" y="4978"/>
                  </a:lnTo>
                  <a:cubicBezTo>
                    <a:pt x="3311" y="4978"/>
                    <a:pt x="3739" y="4549"/>
                    <a:pt x="3739" y="4049"/>
                  </a:cubicBezTo>
                  <a:lnTo>
                    <a:pt x="3739" y="3692"/>
                  </a:lnTo>
                  <a:cubicBezTo>
                    <a:pt x="4097" y="3573"/>
                    <a:pt x="4359" y="3216"/>
                    <a:pt x="4359" y="2787"/>
                  </a:cubicBezTo>
                  <a:lnTo>
                    <a:pt x="4359" y="2168"/>
                  </a:lnTo>
                  <a:cubicBezTo>
                    <a:pt x="4359" y="953"/>
                    <a:pt x="3382" y="1"/>
                    <a:pt x="2144"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7" name="Google Shape;23967;p146"/>
            <p:cNvSpPr/>
            <p:nvPr/>
          </p:nvSpPr>
          <p:spPr>
            <a:xfrm>
              <a:off x="7958197" y="2618304"/>
              <a:ext cx="72086" cy="160405"/>
            </a:xfrm>
            <a:custGeom>
              <a:avLst/>
              <a:gdLst/>
              <a:ahLst/>
              <a:cxnLst/>
              <a:rect l="l" t="t" r="r" b="b"/>
              <a:pathLst>
                <a:path w="2216" h="4931" extrusionOk="0">
                  <a:moveTo>
                    <a:pt x="668" y="1882"/>
                  </a:moveTo>
                  <a:cubicBezTo>
                    <a:pt x="811" y="1882"/>
                    <a:pt x="953" y="2025"/>
                    <a:pt x="953" y="2168"/>
                  </a:cubicBezTo>
                  <a:cubicBezTo>
                    <a:pt x="953" y="2334"/>
                    <a:pt x="811" y="2477"/>
                    <a:pt x="668" y="2477"/>
                  </a:cubicBezTo>
                  <a:cubicBezTo>
                    <a:pt x="477" y="2477"/>
                    <a:pt x="358" y="2311"/>
                    <a:pt x="358" y="2168"/>
                  </a:cubicBezTo>
                  <a:cubicBezTo>
                    <a:pt x="358" y="2001"/>
                    <a:pt x="525" y="1882"/>
                    <a:pt x="668" y="1882"/>
                  </a:cubicBezTo>
                  <a:close/>
                  <a:moveTo>
                    <a:pt x="1" y="1"/>
                  </a:moveTo>
                  <a:lnTo>
                    <a:pt x="1" y="3097"/>
                  </a:lnTo>
                  <a:cubicBezTo>
                    <a:pt x="191" y="3097"/>
                    <a:pt x="334" y="3239"/>
                    <a:pt x="334" y="3382"/>
                  </a:cubicBezTo>
                  <a:cubicBezTo>
                    <a:pt x="334" y="3559"/>
                    <a:pt x="212" y="3694"/>
                    <a:pt x="42" y="3694"/>
                  </a:cubicBezTo>
                  <a:cubicBezTo>
                    <a:pt x="29" y="3694"/>
                    <a:pt x="15" y="3694"/>
                    <a:pt x="1" y="3692"/>
                  </a:cubicBezTo>
                  <a:lnTo>
                    <a:pt x="1" y="4930"/>
                  </a:lnTo>
                  <a:lnTo>
                    <a:pt x="668" y="4930"/>
                  </a:lnTo>
                  <a:cubicBezTo>
                    <a:pt x="1168" y="4930"/>
                    <a:pt x="1596" y="4525"/>
                    <a:pt x="1596" y="4001"/>
                  </a:cubicBezTo>
                  <a:lnTo>
                    <a:pt x="1596" y="3644"/>
                  </a:lnTo>
                  <a:cubicBezTo>
                    <a:pt x="1954" y="3525"/>
                    <a:pt x="2216" y="3168"/>
                    <a:pt x="2216" y="2763"/>
                  </a:cubicBezTo>
                  <a:lnTo>
                    <a:pt x="2216" y="2144"/>
                  </a:lnTo>
                  <a:cubicBezTo>
                    <a:pt x="2216" y="953"/>
                    <a:pt x="1239" y="1"/>
                    <a:pt x="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68" name="Google Shape;23968;p146"/>
          <p:cNvGrpSpPr/>
          <p:nvPr/>
        </p:nvGrpSpPr>
        <p:grpSpPr>
          <a:xfrm>
            <a:off x="7074292" y="2324138"/>
            <a:ext cx="263428" cy="344785"/>
            <a:chOff x="7074292" y="2476538"/>
            <a:chExt cx="263428" cy="344785"/>
          </a:xfrm>
        </p:grpSpPr>
        <p:sp>
          <p:nvSpPr>
            <p:cNvPr id="23969" name="Google Shape;23969;p146"/>
            <p:cNvSpPr/>
            <p:nvPr/>
          </p:nvSpPr>
          <p:spPr>
            <a:xfrm>
              <a:off x="7074292" y="2476538"/>
              <a:ext cx="263428" cy="344785"/>
            </a:xfrm>
            <a:custGeom>
              <a:avLst/>
              <a:gdLst/>
              <a:ahLst/>
              <a:cxnLst/>
              <a:rect l="l" t="t" r="r" b="b"/>
              <a:pathLst>
                <a:path w="8098" h="10599" extrusionOk="0">
                  <a:moveTo>
                    <a:pt x="929" y="1"/>
                  </a:moveTo>
                  <a:cubicBezTo>
                    <a:pt x="429" y="1"/>
                    <a:pt x="1" y="429"/>
                    <a:pt x="1" y="929"/>
                  </a:cubicBezTo>
                  <a:lnTo>
                    <a:pt x="1" y="9669"/>
                  </a:lnTo>
                  <a:cubicBezTo>
                    <a:pt x="1" y="10193"/>
                    <a:pt x="429" y="10598"/>
                    <a:pt x="929" y="10598"/>
                  </a:cubicBezTo>
                  <a:lnTo>
                    <a:pt x="7145" y="10598"/>
                  </a:lnTo>
                  <a:cubicBezTo>
                    <a:pt x="7693" y="10598"/>
                    <a:pt x="8097" y="10193"/>
                    <a:pt x="8074" y="9645"/>
                  </a:cubicBezTo>
                  <a:lnTo>
                    <a:pt x="8074" y="929"/>
                  </a:lnTo>
                  <a:cubicBezTo>
                    <a:pt x="8074" y="429"/>
                    <a:pt x="7645" y="1"/>
                    <a:pt x="7145"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0" name="Google Shape;23970;p146"/>
            <p:cNvSpPr/>
            <p:nvPr/>
          </p:nvSpPr>
          <p:spPr>
            <a:xfrm>
              <a:off x="7206006" y="2476538"/>
              <a:ext cx="131714" cy="344785"/>
            </a:xfrm>
            <a:custGeom>
              <a:avLst/>
              <a:gdLst/>
              <a:ahLst/>
              <a:cxnLst/>
              <a:rect l="l" t="t" r="r" b="b"/>
              <a:pathLst>
                <a:path w="4049" h="10599" extrusionOk="0">
                  <a:moveTo>
                    <a:pt x="0" y="1"/>
                  </a:moveTo>
                  <a:lnTo>
                    <a:pt x="0" y="10598"/>
                  </a:lnTo>
                  <a:lnTo>
                    <a:pt x="3096" y="10598"/>
                  </a:lnTo>
                  <a:cubicBezTo>
                    <a:pt x="3596" y="10598"/>
                    <a:pt x="4025" y="10193"/>
                    <a:pt x="4025" y="9669"/>
                  </a:cubicBezTo>
                  <a:lnTo>
                    <a:pt x="4025" y="929"/>
                  </a:lnTo>
                  <a:cubicBezTo>
                    <a:pt x="4048" y="429"/>
                    <a:pt x="3644" y="1"/>
                    <a:pt x="309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1" name="Google Shape;23971;p146"/>
            <p:cNvSpPr/>
            <p:nvPr/>
          </p:nvSpPr>
          <p:spPr>
            <a:xfrm>
              <a:off x="7155649" y="2639221"/>
              <a:ext cx="41085" cy="41085"/>
            </a:xfrm>
            <a:custGeom>
              <a:avLst/>
              <a:gdLst/>
              <a:ahLst/>
              <a:cxnLst/>
              <a:rect l="l" t="t" r="r" b="b"/>
              <a:pathLst>
                <a:path w="1263" h="1263" extrusionOk="0">
                  <a:moveTo>
                    <a:pt x="0" y="1"/>
                  </a:moveTo>
                  <a:lnTo>
                    <a:pt x="0" y="1263"/>
                  </a:lnTo>
                  <a:lnTo>
                    <a:pt x="1262" y="1263"/>
                  </a:lnTo>
                  <a:lnTo>
                    <a:pt x="1262" y="1"/>
                  </a:lnTo>
                  <a:close/>
                </a:path>
              </a:pathLst>
            </a:custGeom>
            <a:solidFill>
              <a:srgbClr val="9EAA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2" name="Google Shape;23972;p146"/>
            <p:cNvSpPr/>
            <p:nvPr/>
          </p:nvSpPr>
          <p:spPr>
            <a:xfrm>
              <a:off x="7094428" y="2639221"/>
              <a:ext cx="41085" cy="41085"/>
            </a:xfrm>
            <a:custGeom>
              <a:avLst/>
              <a:gdLst/>
              <a:ahLst/>
              <a:cxnLst/>
              <a:rect l="l" t="t" r="r" b="b"/>
              <a:pathLst>
                <a:path w="1263" h="1263" extrusionOk="0">
                  <a:moveTo>
                    <a:pt x="1" y="1"/>
                  </a:moveTo>
                  <a:lnTo>
                    <a:pt x="1" y="1263"/>
                  </a:lnTo>
                  <a:lnTo>
                    <a:pt x="1263" y="1263"/>
                  </a:lnTo>
                  <a:lnTo>
                    <a:pt x="1263" y="1"/>
                  </a:lnTo>
                  <a:close/>
                </a:path>
              </a:pathLst>
            </a:custGeom>
            <a:solidFill>
              <a:srgbClr val="9EAA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3" name="Google Shape;23973;p146"/>
            <p:cNvSpPr/>
            <p:nvPr/>
          </p:nvSpPr>
          <p:spPr>
            <a:xfrm>
              <a:off x="7094428" y="2699661"/>
              <a:ext cx="41085" cy="40305"/>
            </a:xfrm>
            <a:custGeom>
              <a:avLst/>
              <a:gdLst/>
              <a:ahLst/>
              <a:cxnLst/>
              <a:rect l="l" t="t" r="r" b="b"/>
              <a:pathLst>
                <a:path w="1263" h="1239" extrusionOk="0">
                  <a:moveTo>
                    <a:pt x="1" y="0"/>
                  </a:moveTo>
                  <a:lnTo>
                    <a:pt x="1" y="1239"/>
                  </a:lnTo>
                  <a:lnTo>
                    <a:pt x="1263" y="1239"/>
                  </a:lnTo>
                  <a:lnTo>
                    <a:pt x="1263" y="0"/>
                  </a:lnTo>
                  <a:close/>
                </a:path>
              </a:pathLst>
            </a:custGeom>
            <a:solidFill>
              <a:srgbClr val="9EAA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4" name="Google Shape;23974;p146"/>
            <p:cNvSpPr/>
            <p:nvPr/>
          </p:nvSpPr>
          <p:spPr>
            <a:xfrm>
              <a:off x="7094428" y="2497455"/>
              <a:ext cx="223156" cy="120881"/>
            </a:xfrm>
            <a:custGeom>
              <a:avLst/>
              <a:gdLst/>
              <a:ahLst/>
              <a:cxnLst/>
              <a:rect l="l" t="t" r="r" b="b"/>
              <a:pathLst>
                <a:path w="6860" h="3716" extrusionOk="0">
                  <a:moveTo>
                    <a:pt x="334" y="1"/>
                  </a:moveTo>
                  <a:cubicBezTo>
                    <a:pt x="167" y="1"/>
                    <a:pt x="1" y="96"/>
                    <a:pt x="48" y="286"/>
                  </a:cubicBezTo>
                  <a:lnTo>
                    <a:pt x="48" y="3716"/>
                  </a:lnTo>
                  <a:lnTo>
                    <a:pt x="6859" y="3716"/>
                  </a:lnTo>
                  <a:lnTo>
                    <a:pt x="6859" y="286"/>
                  </a:lnTo>
                  <a:cubicBezTo>
                    <a:pt x="6859" y="144"/>
                    <a:pt x="6740" y="1"/>
                    <a:pt x="6550" y="1"/>
                  </a:cubicBezTo>
                  <a:close/>
                </a:path>
              </a:pathLst>
            </a:custGeom>
            <a:solidFill>
              <a:srgbClr val="AE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5" name="Google Shape;23975;p146"/>
            <p:cNvSpPr/>
            <p:nvPr/>
          </p:nvSpPr>
          <p:spPr>
            <a:xfrm>
              <a:off x="7206006" y="2497455"/>
              <a:ext cx="111578" cy="120881"/>
            </a:xfrm>
            <a:custGeom>
              <a:avLst/>
              <a:gdLst/>
              <a:ahLst/>
              <a:cxnLst/>
              <a:rect l="l" t="t" r="r" b="b"/>
              <a:pathLst>
                <a:path w="3430" h="3716" extrusionOk="0">
                  <a:moveTo>
                    <a:pt x="0" y="1"/>
                  </a:moveTo>
                  <a:lnTo>
                    <a:pt x="0" y="3716"/>
                  </a:lnTo>
                  <a:lnTo>
                    <a:pt x="3429" y="3716"/>
                  </a:lnTo>
                  <a:lnTo>
                    <a:pt x="3429" y="286"/>
                  </a:lnTo>
                  <a:cubicBezTo>
                    <a:pt x="3429" y="96"/>
                    <a:pt x="3286" y="1"/>
                    <a:pt x="3096"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6" name="Google Shape;23976;p146"/>
            <p:cNvSpPr/>
            <p:nvPr/>
          </p:nvSpPr>
          <p:spPr>
            <a:xfrm>
              <a:off x="7155649" y="2699661"/>
              <a:ext cx="41085" cy="40305"/>
            </a:xfrm>
            <a:custGeom>
              <a:avLst/>
              <a:gdLst/>
              <a:ahLst/>
              <a:cxnLst/>
              <a:rect l="l" t="t" r="r" b="b"/>
              <a:pathLst>
                <a:path w="1263" h="1239" extrusionOk="0">
                  <a:moveTo>
                    <a:pt x="0" y="0"/>
                  </a:moveTo>
                  <a:lnTo>
                    <a:pt x="0" y="1239"/>
                  </a:lnTo>
                  <a:lnTo>
                    <a:pt x="1262" y="1239"/>
                  </a:lnTo>
                  <a:lnTo>
                    <a:pt x="1262" y="0"/>
                  </a:lnTo>
                  <a:close/>
                </a:path>
              </a:pathLst>
            </a:custGeom>
            <a:solidFill>
              <a:srgbClr val="9EAA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7" name="Google Shape;23977;p146"/>
            <p:cNvSpPr/>
            <p:nvPr/>
          </p:nvSpPr>
          <p:spPr>
            <a:xfrm>
              <a:off x="7155649" y="2760850"/>
              <a:ext cx="41085" cy="40305"/>
            </a:xfrm>
            <a:custGeom>
              <a:avLst/>
              <a:gdLst/>
              <a:ahLst/>
              <a:cxnLst/>
              <a:rect l="l" t="t" r="r" b="b"/>
              <a:pathLst>
                <a:path w="1263" h="1239" extrusionOk="0">
                  <a:moveTo>
                    <a:pt x="0" y="1"/>
                  </a:moveTo>
                  <a:lnTo>
                    <a:pt x="0" y="1239"/>
                  </a:lnTo>
                  <a:lnTo>
                    <a:pt x="1262" y="1239"/>
                  </a:lnTo>
                  <a:lnTo>
                    <a:pt x="1262" y="1"/>
                  </a:lnTo>
                  <a:close/>
                </a:path>
              </a:pathLst>
            </a:custGeom>
            <a:solidFill>
              <a:srgbClr val="9EAA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8" name="Google Shape;23978;p146"/>
            <p:cNvSpPr/>
            <p:nvPr/>
          </p:nvSpPr>
          <p:spPr>
            <a:xfrm>
              <a:off x="7216838" y="2760850"/>
              <a:ext cx="40305" cy="40305"/>
            </a:xfrm>
            <a:custGeom>
              <a:avLst/>
              <a:gdLst/>
              <a:ahLst/>
              <a:cxnLst/>
              <a:rect l="l" t="t" r="r" b="b"/>
              <a:pathLst>
                <a:path w="1239" h="1239" extrusionOk="0">
                  <a:moveTo>
                    <a:pt x="0" y="1"/>
                  </a:moveTo>
                  <a:lnTo>
                    <a:pt x="0" y="1239"/>
                  </a:lnTo>
                  <a:lnTo>
                    <a:pt x="1239" y="1239"/>
                  </a:lnTo>
                  <a:lnTo>
                    <a:pt x="1239" y="1"/>
                  </a:ln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9" name="Google Shape;23979;p146"/>
            <p:cNvSpPr/>
            <p:nvPr/>
          </p:nvSpPr>
          <p:spPr>
            <a:xfrm>
              <a:off x="7216838" y="2699661"/>
              <a:ext cx="40305" cy="40305"/>
            </a:xfrm>
            <a:custGeom>
              <a:avLst/>
              <a:gdLst/>
              <a:ahLst/>
              <a:cxnLst/>
              <a:rect l="l" t="t" r="r" b="b"/>
              <a:pathLst>
                <a:path w="1239" h="1239" extrusionOk="0">
                  <a:moveTo>
                    <a:pt x="0" y="0"/>
                  </a:moveTo>
                  <a:lnTo>
                    <a:pt x="0" y="1239"/>
                  </a:lnTo>
                  <a:lnTo>
                    <a:pt x="1239" y="1239"/>
                  </a:lnTo>
                  <a:lnTo>
                    <a:pt x="1239" y="0"/>
                  </a:ln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0" name="Google Shape;23980;p146"/>
            <p:cNvSpPr/>
            <p:nvPr/>
          </p:nvSpPr>
          <p:spPr>
            <a:xfrm>
              <a:off x="7216838" y="2639221"/>
              <a:ext cx="40305" cy="41085"/>
            </a:xfrm>
            <a:custGeom>
              <a:avLst/>
              <a:gdLst/>
              <a:ahLst/>
              <a:cxnLst/>
              <a:rect l="l" t="t" r="r" b="b"/>
              <a:pathLst>
                <a:path w="1239" h="1263" extrusionOk="0">
                  <a:moveTo>
                    <a:pt x="0" y="1"/>
                  </a:moveTo>
                  <a:lnTo>
                    <a:pt x="0" y="1263"/>
                  </a:lnTo>
                  <a:lnTo>
                    <a:pt x="1239" y="1263"/>
                  </a:lnTo>
                  <a:lnTo>
                    <a:pt x="1239" y="1"/>
                  </a:ln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1" name="Google Shape;23981;p146"/>
            <p:cNvSpPr/>
            <p:nvPr/>
          </p:nvSpPr>
          <p:spPr>
            <a:xfrm>
              <a:off x="7276498" y="2639221"/>
              <a:ext cx="41085" cy="41085"/>
            </a:xfrm>
            <a:custGeom>
              <a:avLst/>
              <a:gdLst/>
              <a:ahLst/>
              <a:cxnLst/>
              <a:rect l="l" t="t" r="r" b="b"/>
              <a:pathLst>
                <a:path w="1263" h="1263" extrusionOk="0">
                  <a:moveTo>
                    <a:pt x="0" y="1"/>
                  </a:moveTo>
                  <a:lnTo>
                    <a:pt x="0" y="1263"/>
                  </a:lnTo>
                  <a:lnTo>
                    <a:pt x="1262" y="1263"/>
                  </a:lnTo>
                  <a:lnTo>
                    <a:pt x="1262" y="1"/>
                  </a:ln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2" name="Google Shape;23982;p146"/>
            <p:cNvSpPr/>
            <p:nvPr/>
          </p:nvSpPr>
          <p:spPr>
            <a:xfrm>
              <a:off x="7094428" y="2760850"/>
              <a:ext cx="41085" cy="40305"/>
            </a:xfrm>
            <a:custGeom>
              <a:avLst/>
              <a:gdLst/>
              <a:ahLst/>
              <a:cxnLst/>
              <a:rect l="l" t="t" r="r" b="b"/>
              <a:pathLst>
                <a:path w="1263" h="1239" extrusionOk="0">
                  <a:moveTo>
                    <a:pt x="1" y="1"/>
                  </a:moveTo>
                  <a:lnTo>
                    <a:pt x="1" y="929"/>
                  </a:lnTo>
                  <a:cubicBezTo>
                    <a:pt x="1" y="1096"/>
                    <a:pt x="167" y="1239"/>
                    <a:pt x="334" y="1239"/>
                  </a:cubicBezTo>
                  <a:lnTo>
                    <a:pt x="1263" y="1239"/>
                  </a:lnTo>
                  <a:lnTo>
                    <a:pt x="1263" y="1"/>
                  </a:lnTo>
                  <a:close/>
                </a:path>
              </a:pathLst>
            </a:custGeom>
            <a:solidFill>
              <a:srgbClr val="9EAA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3" name="Google Shape;23983;p146"/>
            <p:cNvSpPr/>
            <p:nvPr/>
          </p:nvSpPr>
          <p:spPr>
            <a:xfrm>
              <a:off x="7276498" y="2699661"/>
              <a:ext cx="41085" cy="101494"/>
            </a:xfrm>
            <a:custGeom>
              <a:avLst/>
              <a:gdLst/>
              <a:ahLst/>
              <a:cxnLst/>
              <a:rect l="l" t="t" r="r" b="b"/>
              <a:pathLst>
                <a:path w="1263" h="3120" extrusionOk="0">
                  <a:moveTo>
                    <a:pt x="0" y="0"/>
                  </a:moveTo>
                  <a:lnTo>
                    <a:pt x="0" y="3120"/>
                  </a:lnTo>
                  <a:lnTo>
                    <a:pt x="929" y="3120"/>
                  </a:lnTo>
                  <a:cubicBezTo>
                    <a:pt x="1119" y="3120"/>
                    <a:pt x="1262" y="2977"/>
                    <a:pt x="1262" y="2810"/>
                  </a:cubicBezTo>
                  <a:lnTo>
                    <a:pt x="126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4" name="Google Shape;23984;p146"/>
            <p:cNvSpPr/>
            <p:nvPr/>
          </p:nvSpPr>
          <p:spPr>
            <a:xfrm>
              <a:off x="7236974" y="2517591"/>
              <a:ext cx="61221" cy="79829"/>
            </a:xfrm>
            <a:custGeom>
              <a:avLst/>
              <a:gdLst/>
              <a:ahLst/>
              <a:cxnLst/>
              <a:rect l="l" t="t" r="r" b="b"/>
              <a:pathLst>
                <a:path w="1882" h="2454" extrusionOk="0">
                  <a:moveTo>
                    <a:pt x="1048" y="596"/>
                  </a:moveTo>
                  <a:cubicBezTo>
                    <a:pt x="1168" y="596"/>
                    <a:pt x="1263" y="691"/>
                    <a:pt x="1263" y="810"/>
                  </a:cubicBezTo>
                  <a:lnTo>
                    <a:pt x="1263" y="1668"/>
                  </a:lnTo>
                  <a:cubicBezTo>
                    <a:pt x="1263" y="1787"/>
                    <a:pt x="1168" y="1858"/>
                    <a:pt x="1048" y="1858"/>
                  </a:cubicBezTo>
                  <a:lnTo>
                    <a:pt x="810" y="1858"/>
                  </a:lnTo>
                  <a:cubicBezTo>
                    <a:pt x="691" y="1858"/>
                    <a:pt x="596" y="1787"/>
                    <a:pt x="596" y="1668"/>
                  </a:cubicBezTo>
                  <a:lnTo>
                    <a:pt x="596" y="810"/>
                  </a:lnTo>
                  <a:cubicBezTo>
                    <a:pt x="596" y="691"/>
                    <a:pt x="691" y="596"/>
                    <a:pt x="810" y="596"/>
                  </a:cubicBezTo>
                  <a:close/>
                  <a:moveTo>
                    <a:pt x="810" y="1"/>
                  </a:moveTo>
                  <a:cubicBezTo>
                    <a:pt x="358" y="1"/>
                    <a:pt x="1" y="358"/>
                    <a:pt x="1" y="810"/>
                  </a:cubicBezTo>
                  <a:lnTo>
                    <a:pt x="1" y="1668"/>
                  </a:lnTo>
                  <a:cubicBezTo>
                    <a:pt x="1" y="2120"/>
                    <a:pt x="358" y="2454"/>
                    <a:pt x="810" y="2454"/>
                  </a:cubicBezTo>
                  <a:lnTo>
                    <a:pt x="1048" y="2454"/>
                  </a:lnTo>
                  <a:cubicBezTo>
                    <a:pt x="1501" y="2454"/>
                    <a:pt x="1858" y="2120"/>
                    <a:pt x="1858" y="1668"/>
                  </a:cubicBezTo>
                  <a:lnTo>
                    <a:pt x="1858" y="810"/>
                  </a:lnTo>
                  <a:cubicBezTo>
                    <a:pt x="1882" y="382"/>
                    <a:pt x="1501" y="1"/>
                    <a:pt x="1048" y="1"/>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85" name="Google Shape;23985;p146"/>
          <p:cNvGrpSpPr/>
          <p:nvPr/>
        </p:nvGrpSpPr>
        <p:grpSpPr>
          <a:xfrm>
            <a:off x="6277144" y="2324138"/>
            <a:ext cx="350185" cy="344948"/>
            <a:chOff x="6277144" y="2476538"/>
            <a:chExt cx="350185" cy="344948"/>
          </a:xfrm>
        </p:grpSpPr>
        <p:sp>
          <p:nvSpPr>
            <p:cNvPr id="23986" name="Google Shape;23986;p146"/>
            <p:cNvSpPr/>
            <p:nvPr/>
          </p:nvSpPr>
          <p:spPr>
            <a:xfrm>
              <a:off x="6277144" y="2476538"/>
              <a:ext cx="350185" cy="344590"/>
            </a:xfrm>
            <a:custGeom>
              <a:avLst/>
              <a:gdLst/>
              <a:ahLst/>
              <a:cxnLst/>
              <a:rect l="l" t="t" r="r" b="b"/>
              <a:pathLst>
                <a:path w="10765" h="10593" extrusionOk="0">
                  <a:moveTo>
                    <a:pt x="429" y="1"/>
                  </a:moveTo>
                  <a:cubicBezTo>
                    <a:pt x="167" y="1"/>
                    <a:pt x="0" y="310"/>
                    <a:pt x="191" y="525"/>
                  </a:cubicBezTo>
                  <a:lnTo>
                    <a:pt x="4144" y="5406"/>
                  </a:lnTo>
                  <a:lnTo>
                    <a:pt x="4144" y="10265"/>
                  </a:lnTo>
                  <a:cubicBezTo>
                    <a:pt x="4144" y="10463"/>
                    <a:pt x="4280" y="10593"/>
                    <a:pt x="4429" y="10593"/>
                  </a:cubicBezTo>
                  <a:cubicBezTo>
                    <a:pt x="4477" y="10593"/>
                    <a:pt x="4526" y="10579"/>
                    <a:pt x="4573" y="10550"/>
                  </a:cubicBezTo>
                  <a:lnTo>
                    <a:pt x="6430" y="9622"/>
                  </a:lnTo>
                  <a:cubicBezTo>
                    <a:pt x="6549" y="9598"/>
                    <a:pt x="6621" y="9479"/>
                    <a:pt x="6621" y="9360"/>
                  </a:cubicBezTo>
                  <a:lnTo>
                    <a:pt x="6621" y="5406"/>
                  </a:lnTo>
                  <a:lnTo>
                    <a:pt x="10574" y="525"/>
                  </a:lnTo>
                  <a:cubicBezTo>
                    <a:pt x="10765" y="310"/>
                    <a:pt x="10598" y="1"/>
                    <a:pt x="10336" y="1"/>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7" name="Google Shape;23987;p146"/>
            <p:cNvSpPr/>
            <p:nvPr/>
          </p:nvSpPr>
          <p:spPr>
            <a:xfrm>
              <a:off x="6411948" y="2652395"/>
              <a:ext cx="81358" cy="169091"/>
            </a:xfrm>
            <a:custGeom>
              <a:avLst/>
              <a:gdLst/>
              <a:ahLst/>
              <a:cxnLst/>
              <a:rect l="l" t="t" r="r" b="b"/>
              <a:pathLst>
                <a:path w="2501" h="5198" extrusionOk="0">
                  <a:moveTo>
                    <a:pt x="24" y="0"/>
                  </a:moveTo>
                  <a:lnTo>
                    <a:pt x="0" y="4859"/>
                  </a:lnTo>
                  <a:cubicBezTo>
                    <a:pt x="0" y="5065"/>
                    <a:pt x="148" y="5198"/>
                    <a:pt x="316" y="5198"/>
                  </a:cubicBezTo>
                  <a:cubicBezTo>
                    <a:pt x="361" y="5198"/>
                    <a:pt x="407" y="5188"/>
                    <a:pt x="453" y="5168"/>
                  </a:cubicBezTo>
                  <a:lnTo>
                    <a:pt x="2334" y="4216"/>
                  </a:lnTo>
                  <a:cubicBezTo>
                    <a:pt x="2453" y="4168"/>
                    <a:pt x="2501" y="4073"/>
                    <a:pt x="2501" y="3930"/>
                  </a:cubicBezTo>
                  <a:lnTo>
                    <a:pt x="2501" y="0"/>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988" name="Google Shape;23988;p146"/>
            <p:cNvGrpSpPr/>
            <p:nvPr/>
          </p:nvGrpSpPr>
          <p:grpSpPr>
            <a:xfrm>
              <a:off x="6451440" y="2476538"/>
              <a:ext cx="175890" cy="331611"/>
              <a:chOff x="6451440" y="2476538"/>
              <a:chExt cx="175890" cy="331611"/>
            </a:xfrm>
          </p:grpSpPr>
          <p:sp>
            <p:nvSpPr>
              <p:cNvPr id="23989" name="Google Shape;23989;p146"/>
              <p:cNvSpPr/>
              <p:nvPr/>
            </p:nvSpPr>
            <p:spPr>
              <a:xfrm>
                <a:off x="6451440" y="2476538"/>
                <a:ext cx="175890" cy="330830"/>
              </a:xfrm>
              <a:custGeom>
                <a:avLst/>
                <a:gdLst/>
                <a:ahLst/>
                <a:cxnLst/>
                <a:rect l="l" t="t" r="r" b="b"/>
                <a:pathLst>
                  <a:path w="5407" h="10170" extrusionOk="0">
                    <a:moveTo>
                      <a:pt x="1" y="1"/>
                    </a:moveTo>
                    <a:lnTo>
                      <a:pt x="1" y="10169"/>
                    </a:lnTo>
                    <a:lnTo>
                      <a:pt x="1072" y="9622"/>
                    </a:lnTo>
                    <a:cubicBezTo>
                      <a:pt x="1191" y="9574"/>
                      <a:pt x="1263" y="9479"/>
                      <a:pt x="1263" y="9360"/>
                    </a:cubicBezTo>
                    <a:lnTo>
                      <a:pt x="1263" y="5406"/>
                    </a:lnTo>
                    <a:lnTo>
                      <a:pt x="5216" y="525"/>
                    </a:lnTo>
                    <a:cubicBezTo>
                      <a:pt x="5407" y="310"/>
                      <a:pt x="5240" y="1"/>
                      <a:pt x="4978"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0" name="Google Shape;23990;p146"/>
              <p:cNvSpPr/>
              <p:nvPr/>
            </p:nvSpPr>
            <p:spPr>
              <a:xfrm>
                <a:off x="6451440" y="2652395"/>
                <a:ext cx="41085" cy="155754"/>
              </a:xfrm>
              <a:custGeom>
                <a:avLst/>
                <a:gdLst/>
                <a:ahLst/>
                <a:cxnLst/>
                <a:rect l="l" t="t" r="r" b="b"/>
                <a:pathLst>
                  <a:path w="1263" h="4788" extrusionOk="0">
                    <a:moveTo>
                      <a:pt x="1" y="0"/>
                    </a:moveTo>
                    <a:lnTo>
                      <a:pt x="1" y="4787"/>
                    </a:lnTo>
                    <a:lnTo>
                      <a:pt x="1072" y="4239"/>
                    </a:lnTo>
                    <a:cubicBezTo>
                      <a:pt x="1191" y="4192"/>
                      <a:pt x="1263" y="4073"/>
                      <a:pt x="1263" y="3954"/>
                    </a:cubicBezTo>
                    <a:lnTo>
                      <a:pt x="1263" y="0"/>
                    </a:ln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991" name="Google Shape;23991;p146"/>
          <p:cNvGrpSpPr/>
          <p:nvPr/>
        </p:nvGrpSpPr>
        <p:grpSpPr>
          <a:xfrm>
            <a:off x="5517178" y="2323357"/>
            <a:ext cx="344005" cy="345566"/>
            <a:chOff x="5517178" y="2475757"/>
            <a:chExt cx="344005" cy="345566"/>
          </a:xfrm>
        </p:grpSpPr>
        <p:sp>
          <p:nvSpPr>
            <p:cNvPr id="23992" name="Google Shape;23992;p146"/>
            <p:cNvSpPr/>
            <p:nvPr/>
          </p:nvSpPr>
          <p:spPr>
            <a:xfrm>
              <a:off x="5744921" y="2674093"/>
              <a:ext cx="49641" cy="63564"/>
            </a:xfrm>
            <a:custGeom>
              <a:avLst/>
              <a:gdLst/>
              <a:ahLst/>
              <a:cxnLst/>
              <a:rect l="l" t="t" r="r" b="b"/>
              <a:pathLst>
                <a:path w="1526" h="1954" extrusionOk="0">
                  <a:moveTo>
                    <a:pt x="477" y="0"/>
                  </a:moveTo>
                  <a:cubicBezTo>
                    <a:pt x="334" y="167"/>
                    <a:pt x="168" y="286"/>
                    <a:pt x="1" y="405"/>
                  </a:cubicBezTo>
                  <a:lnTo>
                    <a:pt x="1001" y="1953"/>
                  </a:lnTo>
                  <a:cubicBezTo>
                    <a:pt x="1120" y="1786"/>
                    <a:pt x="1311" y="1667"/>
                    <a:pt x="1525" y="1620"/>
                  </a:cubicBezTo>
                  <a:lnTo>
                    <a:pt x="477" y="0"/>
                  </a:ln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3" name="Google Shape;23993;p146"/>
            <p:cNvSpPr/>
            <p:nvPr/>
          </p:nvSpPr>
          <p:spPr>
            <a:xfrm>
              <a:off x="5610149" y="2589645"/>
              <a:ext cx="39524" cy="27163"/>
            </a:xfrm>
            <a:custGeom>
              <a:avLst/>
              <a:gdLst/>
              <a:ahLst/>
              <a:cxnLst/>
              <a:rect l="l" t="t" r="r" b="b"/>
              <a:pathLst>
                <a:path w="1215" h="835" extrusionOk="0">
                  <a:moveTo>
                    <a:pt x="143" y="1"/>
                  </a:moveTo>
                  <a:cubicBezTo>
                    <a:pt x="143" y="215"/>
                    <a:pt x="95" y="429"/>
                    <a:pt x="0" y="596"/>
                  </a:cubicBezTo>
                  <a:lnTo>
                    <a:pt x="1000" y="834"/>
                  </a:lnTo>
                  <a:cubicBezTo>
                    <a:pt x="1048" y="644"/>
                    <a:pt x="1143" y="429"/>
                    <a:pt x="1215" y="239"/>
                  </a:cubicBezTo>
                  <a:lnTo>
                    <a:pt x="143" y="1"/>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4" name="Google Shape;23994;p146"/>
            <p:cNvSpPr/>
            <p:nvPr/>
          </p:nvSpPr>
          <p:spPr>
            <a:xfrm>
              <a:off x="5630285" y="2677964"/>
              <a:ext cx="49608" cy="58912"/>
            </a:xfrm>
            <a:custGeom>
              <a:avLst/>
              <a:gdLst/>
              <a:ahLst/>
              <a:cxnLst/>
              <a:rect l="l" t="t" r="r" b="b"/>
              <a:pathLst>
                <a:path w="1525" h="1811" extrusionOk="0">
                  <a:moveTo>
                    <a:pt x="1024" y="0"/>
                  </a:moveTo>
                  <a:lnTo>
                    <a:pt x="0" y="1453"/>
                  </a:lnTo>
                  <a:cubicBezTo>
                    <a:pt x="215" y="1524"/>
                    <a:pt x="405" y="1667"/>
                    <a:pt x="524" y="1810"/>
                  </a:cubicBezTo>
                  <a:lnTo>
                    <a:pt x="1524" y="358"/>
                  </a:lnTo>
                  <a:cubicBezTo>
                    <a:pt x="1358" y="286"/>
                    <a:pt x="1167" y="167"/>
                    <a:pt x="1024" y="0"/>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5" name="Google Shape;23995;p146"/>
            <p:cNvSpPr/>
            <p:nvPr/>
          </p:nvSpPr>
          <p:spPr>
            <a:xfrm>
              <a:off x="5746482" y="2537727"/>
              <a:ext cx="48079" cy="49641"/>
            </a:xfrm>
            <a:custGeom>
              <a:avLst/>
              <a:gdLst/>
              <a:ahLst/>
              <a:cxnLst/>
              <a:rect l="l" t="t" r="r" b="b"/>
              <a:pathLst>
                <a:path w="1478" h="1526" extrusionOk="0">
                  <a:moveTo>
                    <a:pt x="1025" y="1"/>
                  </a:moveTo>
                  <a:lnTo>
                    <a:pt x="1" y="1096"/>
                  </a:lnTo>
                  <a:cubicBezTo>
                    <a:pt x="167" y="1215"/>
                    <a:pt x="334" y="1382"/>
                    <a:pt x="453" y="1525"/>
                  </a:cubicBezTo>
                  <a:lnTo>
                    <a:pt x="1477" y="382"/>
                  </a:lnTo>
                  <a:cubicBezTo>
                    <a:pt x="1287" y="311"/>
                    <a:pt x="1120" y="144"/>
                    <a:pt x="1025" y="1"/>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6" name="Google Shape;23996;p146"/>
            <p:cNvSpPr/>
            <p:nvPr/>
          </p:nvSpPr>
          <p:spPr>
            <a:xfrm>
              <a:off x="5638027" y="2558644"/>
              <a:ext cx="141798" cy="141798"/>
            </a:xfrm>
            <a:custGeom>
              <a:avLst/>
              <a:gdLst/>
              <a:ahLst/>
              <a:cxnLst/>
              <a:rect l="l" t="t" r="r" b="b"/>
              <a:pathLst>
                <a:path w="4359" h="4359" extrusionOk="0">
                  <a:moveTo>
                    <a:pt x="2191" y="1"/>
                  </a:moveTo>
                  <a:cubicBezTo>
                    <a:pt x="1001" y="1"/>
                    <a:pt x="1" y="1001"/>
                    <a:pt x="1" y="2192"/>
                  </a:cubicBezTo>
                  <a:cubicBezTo>
                    <a:pt x="1" y="3383"/>
                    <a:pt x="1001" y="4359"/>
                    <a:pt x="2191" y="4359"/>
                  </a:cubicBezTo>
                  <a:cubicBezTo>
                    <a:pt x="3406" y="4359"/>
                    <a:pt x="4359" y="3383"/>
                    <a:pt x="4359" y="2192"/>
                  </a:cubicBezTo>
                  <a:cubicBezTo>
                    <a:pt x="4359" y="1001"/>
                    <a:pt x="3382" y="1"/>
                    <a:pt x="2191"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7" name="Google Shape;23997;p146"/>
            <p:cNvSpPr/>
            <p:nvPr/>
          </p:nvSpPr>
          <p:spPr>
            <a:xfrm>
              <a:off x="5709300" y="2558644"/>
              <a:ext cx="70525" cy="141798"/>
            </a:xfrm>
            <a:custGeom>
              <a:avLst/>
              <a:gdLst/>
              <a:ahLst/>
              <a:cxnLst/>
              <a:rect l="l" t="t" r="r" b="b"/>
              <a:pathLst>
                <a:path w="2168" h="4359" extrusionOk="0">
                  <a:moveTo>
                    <a:pt x="0" y="1"/>
                  </a:moveTo>
                  <a:lnTo>
                    <a:pt x="0" y="4359"/>
                  </a:lnTo>
                  <a:cubicBezTo>
                    <a:pt x="1191" y="4359"/>
                    <a:pt x="2168" y="3383"/>
                    <a:pt x="2168" y="2192"/>
                  </a:cubicBezTo>
                  <a:cubicBezTo>
                    <a:pt x="2168" y="1001"/>
                    <a:pt x="1215" y="1"/>
                    <a:pt x="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8" name="Google Shape;23998;p146"/>
            <p:cNvSpPr/>
            <p:nvPr/>
          </p:nvSpPr>
          <p:spPr>
            <a:xfrm>
              <a:off x="5769709" y="2475757"/>
              <a:ext cx="81390" cy="81390"/>
            </a:xfrm>
            <a:custGeom>
              <a:avLst/>
              <a:gdLst/>
              <a:ahLst/>
              <a:cxnLst/>
              <a:rect l="l" t="t" r="r" b="b"/>
              <a:pathLst>
                <a:path w="2502" h="2502" extrusionOk="0">
                  <a:moveTo>
                    <a:pt x="1263" y="1"/>
                  </a:moveTo>
                  <a:cubicBezTo>
                    <a:pt x="573" y="1"/>
                    <a:pt x="1" y="572"/>
                    <a:pt x="1" y="1263"/>
                  </a:cubicBezTo>
                  <a:cubicBezTo>
                    <a:pt x="1" y="1930"/>
                    <a:pt x="573" y="2501"/>
                    <a:pt x="1263" y="2501"/>
                  </a:cubicBezTo>
                  <a:cubicBezTo>
                    <a:pt x="1954" y="2501"/>
                    <a:pt x="2478" y="1954"/>
                    <a:pt x="2501" y="1263"/>
                  </a:cubicBezTo>
                  <a:cubicBezTo>
                    <a:pt x="2501" y="572"/>
                    <a:pt x="1954" y="1"/>
                    <a:pt x="126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9" name="Google Shape;23999;p146"/>
            <p:cNvSpPr/>
            <p:nvPr/>
          </p:nvSpPr>
          <p:spPr>
            <a:xfrm>
              <a:off x="5517178" y="2538508"/>
              <a:ext cx="100745" cy="100745"/>
            </a:xfrm>
            <a:custGeom>
              <a:avLst/>
              <a:gdLst/>
              <a:ahLst/>
              <a:cxnLst/>
              <a:rect l="l" t="t" r="r" b="b"/>
              <a:pathLst>
                <a:path w="3097" h="3097" extrusionOk="0">
                  <a:moveTo>
                    <a:pt x="1548" y="1"/>
                  </a:moveTo>
                  <a:cubicBezTo>
                    <a:pt x="691" y="1"/>
                    <a:pt x="0" y="691"/>
                    <a:pt x="0" y="1549"/>
                  </a:cubicBezTo>
                  <a:cubicBezTo>
                    <a:pt x="0" y="2406"/>
                    <a:pt x="691" y="3097"/>
                    <a:pt x="1548" y="3097"/>
                  </a:cubicBezTo>
                  <a:cubicBezTo>
                    <a:pt x="2406" y="3097"/>
                    <a:pt x="3096" y="2406"/>
                    <a:pt x="3096" y="1549"/>
                  </a:cubicBezTo>
                  <a:cubicBezTo>
                    <a:pt x="3096" y="691"/>
                    <a:pt x="2406" y="1"/>
                    <a:pt x="1548"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0" name="Google Shape;24000;p146"/>
            <p:cNvSpPr/>
            <p:nvPr/>
          </p:nvSpPr>
          <p:spPr>
            <a:xfrm>
              <a:off x="5578367" y="2720578"/>
              <a:ext cx="81390" cy="81358"/>
            </a:xfrm>
            <a:custGeom>
              <a:avLst/>
              <a:gdLst/>
              <a:ahLst/>
              <a:cxnLst/>
              <a:rect l="l" t="t" r="r" b="b"/>
              <a:pathLst>
                <a:path w="2502" h="2501" extrusionOk="0">
                  <a:moveTo>
                    <a:pt x="1239" y="0"/>
                  </a:moveTo>
                  <a:cubicBezTo>
                    <a:pt x="549" y="0"/>
                    <a:pt x="1" y="572"/>
                    <a:pt x="1" y="1262"/>
                  </a:cubicBezTo>
                  <a:cubicBezTo>
                    <a:pt x="1" y="1953"/>
                    <a:pt x="572" y="2501"/>
                    <a:pt x="1239" y="2501"/>
                  </a:cubicBezTo>
                  <a:cubicBezTo>
                    <a:pt x="1930" y="2501"/>
                    <a:pt x="2501" y="1953"/>
                    <a:pt x="2501" y="1262"/>
                  </a:cubicBezTo>
                  <a:cubicBezTo>
                    <a:pt x="2501" y="572"/>
                    <a:pt x="1930" y="0"/>
                    <a:pt x="1239" y="0"/>
                  </a:cubicBezTo>
                  <a:close/>
                </a:path>
              </a:pathLst>
            </a:custGeom>
            <a:solidFill>
              <a:srgbClr val="AE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1" name="Google Shape;24001;p146"/>
            <p:cNvSpPr/>
            <p:nvPr/>
          </p:nvSpPr>
          <p:spPr>
            <a:xfrm>
              <a:off x="5760437" y="2720578"/>
              <a:ext cx="100745" cy="100745"/>
            </a:xfrm>
            <a:custGeom>
              <a:avLst/>
              <a:gdLst/>
              <a:ahLst/>
              <a:cxnLst/>
              <a:rect l="l" t="t" r="r" b="b"/>
              <a:pathLst>
                <a:path w="3097" h="3097" extrusionOk="0">
                  <a:moveTo>
                    <a:pt x="1548" y="0"/>
                  </a:moveTo>
                  <a:cubicBezTo>
                    <a:pt x="667" y="0"/>
                    <a:pt x="0" y="691"/>
                    <a:pt x="0" y="1548"/>
                  </a:cubicBezTo>
                  <a:cubicBezTo>
                    <a:pt x="0" y="2429"/>
                    <a:pt x="691" y="3096"/>
                    <a:pt x="1548" y="3096"/>
                  </a:cubicBezTo>
                  <a:cubicBezTo>
                    <a:pt x="2382" y="3096"/>
                    <a:pt x="3096" y="2429"/>
                    <a:pt x="3096" y="1548"/>
                  </a:cubicBezTo>
                  <a:cubicBezTo>
                    <a:pt x="3096" y="691"/>
                    <a:pt x="2405" y="0"/>
                    <a:pt x="1548"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02" name="Google Shape;24002;p146"/>
          <p:cNvGrpSpPr/>
          <p:nvPr/>
        </p:nvGrpSpPr>
        <p:grpSpPr>
          <a:xfrm>
            <a:off x="4765735" y="2324138"/>
            <a:ext cx="344753" cy="344785"/>
            <a:chOff x="4765735" y="2476538"/>
            <a:chExt cx="344753" cy="344785"/>
          </a:xfrm>
        </p:grpSpPr>
        <p:sp>
          <p:nvSpPr>
            <p:cNvPr id="24003" name="Google Shape;24003;p146"/>
            <p:cNvSpPr/>
            <p:nvPr/>
          </p:nvSpPr>
          <p:spPr>
            <a:xfrm>
              <a:off x="4765735" y="2476538"/>
              <a:ext cx="344753" cy="344785"/>
            </a:xfrm>
            <a:custGeom>
              <a:avLst/>
              <a:gdLst/>
              <a:ahLst/>
              <a:cxnLst/>
              <a:rect l="l" t="t" r="r" b="b"/>
              <a:pathLst>
                <a:path w="10598" h="10599" extrusionOk="0">
                  <a:moveTo>
                    <a:pt x="5311" y="1"/>
                  </a:moveTo>
                  <a:cubicBezTo>
                    <a:pt x="2382" y="1"/>
                    <a:pt x="0" y="2382"/>
                    <a:pt x="0" y="5311"/>
                  </a:cubicBezTo>
                  <a:cubicBezTo>
                    <a:pt x="0" y="8217"/>
                    <a:pt x="2382" y="10598"/>
                    <a:pt x="5311" y="10598"/>
                  </a:cubicBezTo>
                  <a:cubicBezTo>
                    <a:pt x="8216" y="10598"/>
                    <a:pt x="10598" y="8217"/>
                    <a:pt x="10598" y="5311"/>
                  </a:cubicBezTo>
                  <a:cubicBezTo>
                    <a:pt x="10598" y="2382"/>
                    <a:pt x="8216" y="1"/>
                    <a:pt x="5311"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4" name="Google Shape;24004;p146"/>
            <p:cNvSpPr/>
            <p:nvPr/>
          </p:nvSpPr>
          <p:spPr>
            <a:xfrm>
              <a:off x="4936941" y="2476538"/>
              <a:ext cx="172799" cy="344785"/>
            </a:xfrm>
            <a:custGeom>
              <a:avLst/>
              <a:gdLst/>
              <a:ahLst/>
              <a:cxnLst/>
              <a:rect l="l" t="t" r="r" b="b"/>
              <a:pathLst>
                <a:path w="5312" h="10599" extrusionOk="0">
                  <a:moveTo>
                    <a:pt x="0" y="1"/>
                  </a:moveTo>
                  <a:lnTo>
                    <a:pt x="0" y="10598"/>
                  </a:lnTo>
                  <a:cubicBezTo>
                    <a:pt x="2930" y="10598"/>
                    <a:pt x="5311" y="8217"/>
                    <a:pt x="5311" y="5311"/>
                  </a:cubicBezTo>
                  <a:cubicBezTo>
                    <a:pt x="5311" y="2382"/>
                    <a:pt x="2953" y="1"/>
                    <a:pt x="0"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5" name="Google Shape;24005;p146"/>
            <p:cNvSpPr/>
            <p:nvPr/>
          </p:nvSpPr>
          <p:spPr>
            <a:xfrm>
              <a:off x="4785871" y="2497455"/>
              <a:ext cx="304481" cy="303700"/>
            </a:xfrm>
            <a:custGeom>
              <a:avLst/>
              <a:gdLst/>
              <a:ahLst/>
              <a:cxnLst/>
              <a:rect l="l" t="t" r="r" b="b"/>
              <a:pathLst>
                <a:path w="9360" h="9336" extrusionOk="0">
                  <a:moveTo>
                    <a:pt x="4692" y="1"/>
                  </a:moveTo>
                  <a:cubicBezTo>
                    <a:pt x="2096" y="1"/>
                    <a:pt x="1" y="2072"/>
                    <a:pt x="1" y="4668"/>
                  </a:cubicBezTo>
                  <a:cubicBezTo>
                    <a:pt x="1" y="7240"/>
                    <a:pt x="2096" y="9336"/>
                    <a:pt x="4692" y="9336"/>
                  </a:cubicBezTo>
                  <a:cubicBezTo>
                    <a:pt x="7240" y="9336"/>
                    <a:pt x="9360" y="7240"/>
                    <a:pt x="9360" y="4668"/>
                  </a:cubicBezTo>
                  <a:cubicBezTo>
                    <a:pt x="9360" y="2072"/>
                    <a:pt x="7264" y="1"/>
                    <a:pt x="4692"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6" name="Google Shape;24006;p146"/>
            <p:cNvSpPr/>
            <p:nvPr/>
          </p:nvSpPr>
          <p:spPr>
            <a:xfrm>
              <a:off x="4936941" y="2497455"/>
              <a:ext cx="152631" cy="303700"/>
            </a:xfrm>
            <a:custGeom>
              <a:avLst/>
              <a:gdLst/>
              <a:ahLst/>
              <a:cxnLst/>
              <a:rect l="l" t="t" r="r" b="b"/>
              <a:pathLst>
                <a:path w="4692" h="9336" extrusionOk="0">
                  <a:moveTo>
                    <a:pt x="0" y="1"/>
                  </a:moveTo>
                  <a:lnTo>
                    <a:pt x="0" y="9336"/>
                  </a:lnTo>
                  <a:cubicBezTo>
                    <a:pt x="2596" y="9336"/>
                    <a:pt x="4692" y="7240"/>
                    <a:pt x="4692" y="4668"/>
                  </a:cubicBezTo>
                  <a:cubicBezTo>
                    <a:pt x="4692" y="2072"/>
                    <a:pt x="2596" y="1"/>
                    <a:pt x="0"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7" name="Google Shape;24007;p146"/>
            <p:cNvSpPr/>
            <p:nvPr/>
          </p:nvSpPr>
          <p:spPr>
            <a:xfrm>
              <a:off x="4915243" y="2626046"/>
              <a:ext cx="46518" cy="46518"/>
            </a:xfrm>
            <a:custGeom>
              <a:avLst/>
              <a:gdLst/>
              <a:ahLst/>
              <a:cxnLst/>
              <a:rect l="l" t="t" r="r" b="b"/>
              <a:pathLst>
                <a:path w="1430" h="1430" extrusionOk="0">
                  <a:moveTo>
                    <a:pt x="715" y="1"/>
                  </a:moveTo>
                  <a:cubicBezTo>
                    <a:pt x="310" y="1"/>
                    <a:pt x="1" y="334"/>
                    <a:pt x="1" y="715"/>
                  </a:cubicBezTo>
                  <a:cubicBezTo>
                    <a:pt x="1" y="1096"/>
                    <a:pt x="310" y="1430"/>
                    <a:pt x="715" y="1430"/>
                  </a:cubicBezTo>
                  <a:cubicBezTo>
                    <a:pt x="1096" y="1430"/>
                    <a:pt x="1429" y="1096"/>
                    <a:pt x="1429" y="715"/>
                  </a:cubicBezTo>
                  <a:cubicBezTo>
                    <a:pt x="1429" y="334"/>
                    <a:pt x="1096" y="1"/>
                    <a:pt x="715"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8" name="Google Shape;24008;p146"/>
            <p:cNvSpPr/>
            <p:nvPr/>
          </p:nvSpPr>
          <p:spPr>
            <a:xfrm>
              <a:off x="4936941" y="2626046"/>
              <a:ext cx="23259" cy="46518"/>
            </a:xfrm>
            <a:custGeom>
              <a:avLst/>
              <a:gdLst/>
              <a:ahLst/>
              <a:cxnLst/>
              <a:rect l="l" t="t" r="r" b="b"/>
              <a:pathLst>
                <a:path w="715" h="1430" extrusionOk="0">
                  <a:moveTo>
                    <a:pt x="0" y="1"/>
                  </a:moveTo>
                  <a:lnTo>
                    <a:pt x="0" y="1430"/>
                  </a:lnTo>
                  <a:cubicBezTo>
                    <a:pt x="381" y="1430"/>
                    <a:pt x="715" y="1096"/>
                    <a:pt x="715" y="715"/>
                  </a:cubicBezTo>
                  <a:cubicBezTo>
                    <a:pt x="715" y="310"/>
                    <a:pt x="405" y="1"/>
                    <a:pt x="0"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9" name="Google Shape;24009;p146"/>
            <p:cNvSpPr/>
            <p:nvPr/>
          </p:nvSpPr>
          <p:spPr>
            <a:xfrm>
              <a:off x="4806788" y="2639221"/>
              <a:ext cx="119320" cy="124622"/>
            </a:xfrm>
            <a:custGeom>
              <a:avLst/>
              <a:gdLst/>
              <a:ahLst/>
              <a:cxnLst/>
              <a:rect l="l" t="t" r="r" b="b"/>
              <a:pathLst>
                <a:path w="3668" h="3831" extrusionOk="0">
                  <a:moveTo>
                    <a:pt x="286" y="1"/>
                  </a:moveTo>
                  <a:cubicBezTo>
                    <a:pt x="96" y="1"/>
                    <a:pt x="1" y="167"/>
                    <a:pt x="1" y="310"/>
                  </a:cubicBezTo>
                  <a:cubicBezTo>
                    <a:pt x="1" y="1787"/>
                    <a:pt x="786" y="3097"/>
                    <a:pt x="2025" y="3787"/>
                  </a:cubicBezTo>
                  <a:cubicBezTo>
                    <a:pt x="2070" y="3817"/>
                    <a:pt x="2117" y="3831"/>
                    <a:pt x="2163" y="3831"/>
                  </a:cubicBezTo>
                  <a:cubicBezTo>
                    <a:pt x="2265" y="3831"/>
                    <a:pt x="2364" y="3766"/>
                    <a:pt x="2430" y="3668"/>
                  </a:cubicBezTo>
                  <a:lnTo>
                    <a:pt x="3668" y="1501"/>
                  </a:lnTo>
                  <a:cubicBezTo>
                    <a:pt x="3049" y="1310"/>
                    <a:pt x="2644" y="667"/>
                    <a:pt x="2811"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0" name="Google Shape;24010;p146"/>
            <p:cNvSpPr/>
            <p:nvPr/>
          </p:nvSpPr>
          <p:spPr>
            <a:xfrm>
              <a:off x="4864887" y="2518762"/>
              <a:ext cx="144889" cy="101136"/>
            </a:xfrm>
            <a:custGeom>
              <a:avLst/>
              <a:gdLst/>
              <a:ahLst/>
              <a:cxnLst/>
              <a:rect l="l" t="t" r="r" b="b"/>
              <a:pathLst>
                <a:path w="4454" h="3109" extrusionOk="0">
                  <a:moveTo>
                    <a:pt x="2224" y="1"/>
                  </a:moveTo>
                  <a:cubicBezTo>
                    <a:pt x="1525" y="1"/>
                    <a:pt x="822" y="179"/>
                    <a:pt x="191" y="536"/>
                  </a:cubicBezTo>
                  <a:cubicBezTo>
                    <a:pt x="48" y="608"/>
                    <a:pt x="1" y="798"/>
                    <a:pt x="72" y="941"/>
                  </a:cubicBezTo>
                  <a:lnTo>
                    <a:pt x="1334" y="3108"/>
                  </a:lnTo>
                  <a:cubicBezTo>
                    <a:pt x="1572" y="2870"/>
                    <a:pt x="1882" y="2751"/>
                    <a:pt x="2192" y="2751"/>
                  </a:cubicBezTo>
                  <a:cubicBezTo>
                    <a:pt x="2501" y="2751"/>
                    <a:pt x="2811" y="2870"/>
                    <a:pt x="3049" y="3108"/>
                  </a:cubicBezTo>
                  <a:lnTo>
                    <a:pt x="4311" y="941"/>
                  </a:lnTo>
                  <a:cubicBezTo>
                    <a:pt x="4454" y="798"/>
                    <a:pt x="4406" y="584"/>
                    <a:pt x="4240" y="536"/>
                  </a:cubicBezTo>
                  <a:cubicBezTo>
                    <a:pt x="3620" y="179"/>
                    <a:pt x="2924" y="1"/>
                    <a:pt x="2224"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1" name="Google Shape;24011;p146"/>
            <p:cNvSpPr/>
            <p:nvPr/>
          </p:nvSpPr>
          <p:spPr>
            <a:xfrm>
              <a:off x="4936941" y="2518372"/>
              <a:ext cx="72835" cy="102307"/>
            </a:xfrm>
            <a:custGeom>
              <a:avLst/>
              <a:gdLst/>
              <a:ahLst/>
              <a:cxnLst/>
              <a:rect l="l" t="t" r="r" b="b"/>
              <a:pathLst>
                <a:path w="2239" h="3145" extrusionOk="0">
                  <a:moveTo>
                    <a:pt x="0" y="1"/>
                  </a:moveTo>
                  <a:lnTo>
                    <a:pt x="0" y="2787"/>
                  </a:lnTo>
                  <a:cubicBezTo>
                    <a:pt x="334" y="2787"/>
                    <a:pt x="643" y="2906"/>
                    <a:pt x="882" y="3144"/>
                  </a:cubicBezTo>
                  <a:lnTo>
                    <a:pt x="2120" y="977"/>
                  </a:lnTo>
                  <a:cubicBezTo>
                    <a:pt x="2239" y="810"/>
                    <a:pt x="2191" y="596"/>
                    <a:pt x="2025" y="548"/>
                  </a:cubicBezTo>
                  <a:cubicBezTo>
                    <a:pt x="1405" y="191"/>
                    <a:pt x="715" y="1"/>
                    <a:pt x="0"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2" name="Google Shape;24012;p146"/>
            <p:cNvSpPr/>
            <p:nvPr/>
          </p:nvSpPr>
          <p:spPr>
            <a:xfrm>
              <a:off x="4948554" y="2639221"/>
              <a:ext cx="120101" cy="125566"/>
            </a:xfrm>
            <a:custGeom>
              <a:avLst/>
              <a:gdLst/>
              <a:ahLst/>
              <a:cxnLst/>
              <a:rect l="l" t="t" r="r" b="b"/>
              <a:pathLst>
                <a:path w="3692" h="3860" extrusionOk="0">
                  <a:moveTo>
                    <a:pt x="882" y="1"/>
                  </a:moveTo>
                  <a:cubicBezTo>
                    <a:pt x="1048" y="667"/>
                    <a:pt x="644" y="1358"/>
                    <a:pt x="1" y="1525"/>
                  </a:cubicBezTo>
                  <a:lnTo>
                    <a:pt x="1263" y="3692"/>
                  </a:lnTo>
                  <a:cubicBezTo>
                    <a:pt x="1325" y="3801"/>
                    <a:pt x="1419" y="3859"/>
                    <a:pt x="1516" y="3859"/>
                  </a:cubicBezTo>
                  <a:cubicBezTo>
                    <a:pt x="1567" y="3859"/>
                    <a:pt x="1619" y="3844"/>
                    <a:pt x="1668" y="3811"/>
                  </a:cubicBezTo>
                  <a:cubicBezTo>
                    <a:pt x="2930" y="3097"/>
                    <a:pt x="3692" y="1763"/>
                    <a:pt x="3692" y="334"/>
                  </a:cubicBezTo>
                  <a:cubicBezTo>
                    <a:pt x="3692" y="120"/>
                    <a:pt x="3549" y="1"/>
                    <a:pt x="3406"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13" name="Google Shape;24013;p146"/>
          <p:cNvGrpSpPr/>
          <p:nvPr/>
        </p:nvGrpSpPr>
        <p:grpSpPr>
          <a:xfrm>
            <a:off x="4013511" y="2335003"/>
            <a:ext cx="348657" cy="323055"/>
            <a:chOff x="4013511" y="2487403"/>
            <a:chExt cx="348657" cy="323055"/>
          </a:xfrm>
        </p:grpSpPr>
        <p:sp>
          <p:nvSpPr>
            <p:cNvPr id="24014" name="Google Shape;24014;p146"/>
            <p:cNvSpPr/>
            <p:nvPr/>
          </p:nvSpPr>
          <p:spPr>
            <a:xfrm>
              <a:off x="4134360" y="2545502"/>
              <a:ext cx="100745" cy="27130"/>
            </a:xfrm>
            <a:custGeom>
              <a:avLst/>
              <a:gdLst/>
              <a:ahLst/>
              <a:cxnLst/>
              <a:rect l="l" t="t" r="r" b="b"/>
              <a:pathLst>
                <a:path w="3097" h="834" extrusionOk="0">
                  <a:moveTo>
                    <a:pt x="1" y="0"/>
                  </a:moveTo>
                  <a:lnTo>
                    <a:pt x="1" y="834"/>
                  </a:lnTo>
                  <a:lnTo>
                    <a:pt x="3096" y="834"/>
                  </a:lnTo>
                  <a:lnTo>
                    <a:pt x="3096" y="0"/>
                  </a:lnTo>
                  <a:close/>
                </a:path>
              </a:pathLst>
            </a:custGeom>
            <a:solidFill>
              <a:srgbClr val="9EAA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5" name="Google Shape;24015;p146"/>
            <p:cNvSpPr/>
            <p:nvPr/>
          </p:nvSpPr>
          <p:spPr>
            <a:xfrm>
              <a:off x="4184717" y="2545502"/>
              <a:ext cx="50389" cy="27130"/>
            </a:xfrm>
            <a:custGeom>
              <a:avLst/>
              <a:gdLst/>
              <a:ahLst/>
              <a:cxnLst/>
              <a:rect l="l" t="t" r="r" b="b"/>
              <a:pathLst>
                <a:path w="1549" h="834" extrusionOk="0">
                  <a:moveTo>
                    <a:pt x="1" y="0"/>
                  </a:moveTo>
                  <a:lnTo>
                    <a:pt x="1" y="834"/>
                  </a:lnTo>
                  <a:lnTo>
                    <a:pt x="1548" y="834"/>
                  </a:lnTo>
                  <a:lnTo>
                    <a:pt x="1548" y="0"/>
                  </a:ln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6" name="Google Shape;24016;p146"/>
            <p:cNvSpPr/>
            <p:nvPr/>
          </p:nvSpPr>
          <p:spPr>
            <a:xfrm>
              <a:off x="4013511" y="2567948"/>
              <a:ext cx="348657" cy="241730"/>
            </a:xfrm>
            <a:custGeom>
              <a:avLst/>
              <a:gdLst/>
              <a:ahLst/>
              <a:cxnLst/>
              <a:rect l="l" t="t" r="r" b="b"/>
              <a:pathLst>
                <a:path w="10718" h="7431" extrusionOk="0">
                  <a:moveTo>
                    <a:pt x="2239" y="1"/>
                  </a:moveTo>
                  <a:cubicBezTo>
                    <a:pt x="2120" y="1"/>
                    <a:pt x="2025" y="48"/>
                    <a:pt x="1953" y="144"/>
                  </a:cubicBezTo>
                  <a:lnTo>
                    <a:pt x="96" y="2954"/>
                  </a:lnTo>
                  <a:cubicBezTo>
                    <a:pt x="1" y="3073"/>
                    <a:pt x="24" y="2763"/>
                    <a:pt x="24" y="7145"/>
                  </a:cubicBezTo>
                  <a:cubicBezTo>
                    <a:pt x="24" y="7288"/>
                    <a:pt x="143" y="7431"/>
                    <a:pt x="334" y="7431"/>
                  </a:cubicBezTo>
                  <a:lnTo>
                    <a:pt x="10265" y="7431"/>
                  </a:lnTo>
                  <a:cubicBezTo>
                    <a:pt x="10455" y="7431"/>
                    <a:pt x="10574" y="7312"/>
                    <a:pt x="10598" y="7121"/>
                  </a:cubicBezTo>
                  <a:lnTo>
                    <a:pt x="10598" y="3144"/>
                  </a:lnTo>
                  <a:cubicBezTo>
                    <a:pt x="10598" y="3025"/>
                    <a:pt x="10717" y="3239"/>
                    <a:pt x="8669" y="144"/>
                  </a:cubicBezTo>
                  <a:cubicBezTo>
                    <a:pt x="8598" y="48"/>
                    <a:pt x="8502" y="1"/>
                    <a:pt x="8383"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7" name="Google Shape;24017;p146"/>
            <p:cNvSpPr/>
            <p:nvPr/>
          </p:nvSpPr>
          <p:spPr>
            <a:xfrm>
              <a:off x="4184717" y="2568728"/>
              <a:ext cx="175109" cy="241730"/>
            </a:xfrm>
            <a:custGeom>
              <a:avLst/>
              <a:gdLst/>
              <a:ahLst/>
              <a:cxnLst/>
              <a:rect l="l" t="t" r="r" b="b"/>
              <a:pathLst>
                <a:path w="5383" h="7431" extrusionOk="0">
                  <a:moveTo>
                    <a:pt x="1" y="1"/>
                  </a:moveTo>
                  <a:lnTo>
                    <a:pt x="1" y="7431"/>
                  </a:lnTo>
                  <a:lnTo>
                    <a:pt x="4978" y="7431"/>
                  </a:lnTo>
                  <a:cubicBezTo>
                    <a:pt x="5144" y="7431"/>
                    <a:pt x="5264" y="7288"/>
                    <a:pt x="5264" y="7145"/>
                  </a:cubicBezTo>
                  <a:lnTo>
                    <a:pt x="5264" y="3168"/>
                  </a:lnTo>
                  <a:cubicBezTo>
                    <a:pt x="5311" y="3001"/>
                    <a:pt x="5383" y="3215"/>
                    <a:pt x="3358" y="143"/>
                  </a:cubicBezTo>
                  <a:cubicBezTo>
                    <a:pt x="3311" y="48"/>
                    <a:pt x="3215" y="1"/>
                    <a:pt x="3096"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8" name="Google Shape;24018;p146"/>
            <p:cNvSpPr/>
            <p:nvPr/>
          </p:nvSpPr>
          <p:spPr>
            <a:xfrm>
              <a:off x="4034428" y="2488151"/>
              <a:ext cx="302171" cy="60473"/>
            </a:xfrm>
            <a:custGeom>
              <a:avLst/>
              <a:gdLst/>
              <a:ahLst/>
              <a:cxnLst/>
              <a:rect l="l" t="t" r="r" b="b"/>
              <a:pathLst>
                <a:path w="9289" h="1859" extrusionOk="0">
                  <a:moveTo>
                    <a:pt x="310" y="1"/>
                  </a:moveTo>
                  <a:cubicBezTo>
                    <a:pt x="167" y="1"/>
                    <a:pt x="1" y="120"/>
                    <a:pt x="1" y="310"/>
                  </a:cubicBezTo>
                  <a:lnTo>
                    <a:pt x="1" y="1549"/>
                  </a:lnTo>
                  <a:cubicBezTo>
                    <a:pt x="1" y="1715"/>
                    <a:pt x="120" y="1858"/>
                    <a:pt x="310" y="1858"/>
                  </a:cubicBezTo>
                  <a:lnTo>
                    <a:pt x="8979" y="1858"/>
                  </a:lnTo>
                  <a:cubicBezTo>
                    <a:pt x="9145" y="1858"/>
                    <a:pt x="9288" y="1715"/>
                    <a:pt x="9264" y="1549"/>
                  </a:cubicBezTo>
                  <a:lnTo>
                    <a:pt x="9264" y="310"/>
                  </a:lnTo>
                  <a:cubicBezTo>
                    <a:pt x="9264" y="168"/>
                    <a:pt x="9145" y="1"/>
                    <a:pt x="8979" y="1"/>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9" name="Google Shape;24019;p146"/>
            <p:cNvSpPr/>
            <p:nvPr/>
          </p:nvSpPr>
          <p:spPr>
            <a:xfrm>
              <a:off x="4184717" y="2487403"/>
              <a:ext cx="151883" cy="61221"/>
            </a:xfrm>
            <a:custGeom>
              <a:avLst/>
              <a:gdLst/>
              <a:ahLst/>
              <a:cxnLst/>
              <a:rect l="l" t="t" r="r" b="b"/>
              <a:pathLst>
                <a:path w="4669" h="1882" extrusionOk="0">
                  <a:moveTo>
                    <a:pt x="1" y="0"/>
                  </a:moveTo>
                  <a:lnTo>
                    <a:pt x="1" y="1881"/>
                  </a:lnTo>
                  <a:lnTo>
                    <a:pt x="4359" y="1881"/>
                  </a:lnTo>
                  <a:cubicBezTo>
                    <a:pt x="4525" y="1881"/>
                    <a:pt x="4644" y="1738"/>
                    <a:pt x="4644" y="1572"/>
                  </a:cubicBezTo>
                  <a:lnTo>
                    <a:pt x="4644" y="333"/>
                  </a:lnTo>
                  <a:cubicBezTo>
                    <a:pt x="4668" y="143"/>
                    <a:pt x="4525" y="0"/>
                    <a:pt x="4359"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0" name="Google Shape;24020;p146"/>
            <p:cNvSpPr/>
            <p:nvPr/>
          </p:nvSpPr>
          <p:spPr>
            <a:xfrm>
              <a:off x="4105701" y="2609000"/>
              <a:ext cx="160405" cy="161186"/>
            </a:xfrm>
            <a:custGeom>
              <a:avLst/>
              <a:gdLst/>
              <a:ahLst/>
              <a:cxnLst/>
              <a:rect l="l" t="t" r="r" b="b"/>
              <a:pathLst>
                <a:path w="4931" h="4955" extrusionOk="0">
                  <a:moveTo>
                    <a:pt x="2453" y="1"/>
                  </a:moveTo>
                  <a:cubicBezTo>
                    <a:pt x="1096" y="1"/>
                    <a:pt x="0" y="1120"/>
                    <a:pt x="0" y="2478"/>
                  </a:cubicBezTo>
                  <a:cubicBezTo>
                    <a:pt x="0" y="3859"/>
                    <a:pt x="1096" y="4954"/>
                    <a:pt x="2453" y="4954"/>
                  </a:cubicBezTo>
                  <a:cubicBezTo>
                    <a:pt x="3811" y="4954"/>
                    <a:pt x="4930" y="3859"/>
                    <a:pt x="4930" y="2478"/>
                  </a:cubicBezTo>
                  <a:cubicBezTo>
                    <a:pt x="4930" y="1120"/>
                    <a:pt x="3835" y="1"/>
                    <a:pt x="2453"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1" name="Google Shape;24021;p146"/>
            <p:cNvSpPr/>
            <p:nvPr/>
          </p:nvSpPr>
          <p:spPr>
            <a:xfrm>
              <a:off x="4184717" y="2608252"/>
              <a:ext cx="80609" cy="161934"/>
            </a:xfrm>
            <a:custGeom>
              <a:avLst/>
              <a:gdLst/>
              <a:ahLst/>
              <a:cxnLst/>
              <a:rect l="l" t="t" r="r" b="b"/>
              <a:pathLst>
                <a:path w="2478" h="4978" extrusionOk="0">
                  <a:moveTo>
                    <a:pt x="1" y="0"/>
                  </a:moveTo>
                  <a:lnTo>
                    <a:pt x="1" y="4977"/>
                  </a:lnTo>
                  <a:cubicBezTo>
                    <a:pt x="1382" y="4977"/>
                    <a:pt x="2477" y="3882"/>
                    <a:pt x="2477" y="2501"/>
                  </a:cubicBezTo>
                  <a:cubicBezTo>
                    <a:pt x="2477" y="1143"/>
                    <a:pt x="1382" y="0"/>
                    <a:pt x="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2" name="Google Shape;24022;p146"/>
            <p:cNvSpPr/>
            <p:nvPr/>
          </p:nvSpPr>
          <p:spPr>
            <a:xfrm>
              <a:off x="4125838" y="2629917"/>
              <a:ext cx="120101" cy="120133"/>
            </a:xfrm>
            <a:custGeom>
              <a:avLst/>
              <a:gdLst/>
              <a:ahLst/>
              <a:cxnLst/>
              <a:rect l="l" t="t" r="r" b="b"/>
              <a:pathLst>
                <a:path w="3692" h="3693" extrusionOk="0">
                  <a:moveTo>
                    <a:pt x="1834" y="1"/>
                  </a:moveTo>
                  <a:cubicBezTo>
                    <a:pt x="834" y="1"/>
                    <a:pt x="1" y="834"/>
                    <a:pt x="1" y="1835"/>
                  </a:cubicBezTo>
                  <a:cubicBezTo>
                    <a:pt x="1" y="2859"/>
                    <a:pt x="834" y="3692"/>
                    <a:pt x="1834" y="3692"/>
                  </a:cubicBezTo>
                  <a:cubicBezTo>
                    <a:pt x="2858" y="3692"/>
                    <a:pt x="3692" y="2859"/>
                    <a:pt x="3692" y="1835"/>
                  </a:cubicBezTo>
                  <a:cubicBezTo>
                    <a:pt x="3692" y="834"/>
                    <a:pt x="2858" y="1"/>
                    <a:pt x="1834"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3" name="Google Shape;24023;p146"/>
            <p:cNvSpPr/>
            <p:nvPr/>
          </p:nvSpPr>
          <p:spPr>
            <a:xfrm>
              <a:off x="4185498" y="2628388"/>
              <a:ext cx="60441" cy="121662"/>
            </a:xfrm>
            <a:custGeom>
              <a:avLst/>
              <a:gdLst/>
              <a:ahLst/>
              <a:cxnLst/>
              <a:rect l="l" t="t" r="r" b="b"/>
              <a:pathLst>
                <a:path w="1858" h="3740" extrusionOk="0">
                  <a:moveTo>
                    <a:pt x="0" y="0"/>
                  </a:moveTo>
                  <a:lnTo>
                    <a:pt x="0" y="3739"/>
                  </a:lnTo>
                  <a:cubicBezTo>
                    <a:pt x="1024" y="3739"/>
                    <a:pt x="1858" y="2906"/>
                    <a:pt x="1858" y="1882"/>
                  </a:cubicBezTo>
                  <a:cubicBezTo>
                    <a:pt x="1858" y="834"/>
                    <a:pt x="1024" y="24"/>
                    <a:pt x="0"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4" name="Google Shape;24024;p146"/>
            <p:cNvSpPr/>
            <p:nvPr/>
          </p:nvSpPr>
          <p:spPr>
            <a:xfrm>
              <a:off x="4173884" y="2658023"/>
              <a:ext cx="44176" cy="41476"/>
            </a:xfrm>
            <a:custGeom>
              <a:avLst/>
              <a:gdLst/>
              <a:ahLst/>
              <a:cxnLst/>
              <a:rect l="l" t="t" r="r" b="b"/>
              <a:pathLst>
                <a:path w="1358" h="1275" extrusionOk="0">
                  <a:moveTo>
                    <a:pt x="1012" y="0"/>
                  </a:moveTo>
                  <a:cubicBezTo>
                    <a:pt x="929" y="0"/>
                    <a:pt x="846" y="30"/>
                    <a:pt x="786" y="89"/>
                  </a:cubicBezTo>
                  <a:lnTo>
                    <a:pt x="119" y="732"/>
                  </a:lnTo>
                  <a:cubicBezTo>
                    <a:pt x="0" y="852"/>
                    <a:pt x="0" y="1066"/>
                    <a:pt x="119" y="1185"/>
                  </a:cubicBezTo>
                  <a:cubicBezTo>
                    <a:pt x="179" y="1244"/>
                    <a:pt x="262" y="1274"/>
                    <a:pt x="345" y="1274"/>
                  </a:cubicBezTo>
                  <a:cubicBezTo>
                    <a:pt x="429" y="1274"/>
                    <a:pt x="512" y="1244"/>
                    <a:pt x="572" y="1185"/>
                  </a:cubicBezTo>
                  <a:lnTo>
                    <a:pt x="1238" y="542"/>
                  </a:lnTo>
                  <a:cubicBezTo>
                    <a:pt x="1358" y="423"/>
                    <a:pt x="1358" y="209"/>
                    <a:pt x="1238" y="89"/>
                  </a:cubicBezTo>
                  <a:cubicBezTo>
                    <a:pt x="1179" y="30"/>
                    <a:pt x="1096" y="0"/>
                    <a:pt x="1012"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5" name="Google Shape;24025;p146"/>
            <p:cNvSpPr/>
            <p:nvPr/>
          </p:nvSpPr>
          <p:spPr>
            <a:xfrm>
              <a:off x="4185498" y="2658023"/>
              <a:ext cx="32563" cy="41671"/>
            </a:xfrm>
            <a:custGeom>
              <a:avLst/>
              <a:gdLst/>
              <a:ahLst/>
              <a:cxnLst/>
              <a:rect l="l" t="t" r="r" b="b"/>
              <a:pathLst>
                <a:path w="1001" h="1281" extrusionOk="0">
                  <a:moveTo>
                    <a:pt x="679" y="0"/>
                  </a:moveTo>
                  <a:cubicBezTo>
                    <a:pt x="596" y="0"/>
                    <a:pt x="512" y="30"/>
                    <a:pt x="453" y="89"/>
                  </a:cubicBezTo>
                  <a:lnTo>
                    <a:pt x="0" y="518"/>
                  </a:lnTo>
                  <a:lnTo>
                    <a:pt x="0" y="1280"/>
                  </a:lnTo>
                  <a:cubicBezTo>
                    <a:pt x="72" y="1280"/>
                    <a:pt x="167" y="1233"/>
                    <a:pt x="215" y="1185"/>
                  </a:cubicBezTo>
                  <a:lnTo>
                    <a:pt x="881" y="518"/>
                  </a:lnTo>
                  <a:cubicBezTo>
                    <a:pt x="1001" y="423"/>
                    <a:pt x="1001" y="209"/>
                    <a:pt x="905" y="89"/>
                  </a:cubicBezTo>
                  <a:cubicBezTo>
                    <a:pt x="846" y="30"/>
                    <a:pt x="76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26" name="Google Shape;24026;p146"/>
          <p:cNvGrpSpPr/>
          <p:nvPr/>
        </p:nvGrpSpPr>
        <p:grpSpPr>
          <a:xfrm>
            <a:off x="3262849" y="2405496"/>
            <a:ext cx="344753" cy="181290"/>
            <a:chOff x="3262849" y="2557896"/>
            <a:chExt cx="344753" cy="181290"/>
          </a:xfrm>
        </p:grpSpPr>
        <p:sp>
          <p:nvSpPr>
            <p:cNvPr id="24027" name="Google Shape;24027;p146"/>
            <p:cNvSpPr/>
            <p:nvPr/>
          </p:nvSpPr>
          <p:spPr>
            <a:xfrm>
              <a:off x="3313206" y="2567948"/>
              <a:ext cx="243259" cy="161934"/>
            </a:xfrm>
            <a:custGeom>
              <a:avLst/>
              <a:gdLst/>
              <a:ahLst/>
              <a:cxnLst/>
              <a:rect l="l" t="t" r="r" b="b"/>
              <a:pathLst>
                <a:path w="7478" h="4978" extrusionOk="0">
                  <a:moveTo>
                    <a:pt x="1239" y="1"/>
                  </a:moveTo>
                  <a:cubicBezTo>
                    <a:pt x="572" y="1"/>
                    <a:pt x="0" y="572"/>
                    <a:pt x="0" y="1239"/>
                  </a:cubicBezTo>
                  <a:lnTo>
                    <a:pt x="0" y="3716"/>
                  </a:lnTo>
                  <a:cubicBezTo>
                    <a:pt x="0" y="4406"/>
                    <a:pt x="572" y="4978"/>
                    <a:pt x="1239" y="4978"/>
                  </a:cubicBezTo>
                  <a:lnTo>
                    <a:pt x="2310" y="4978"/>
                  </a:lnTo>
                  <a:cubicBezTo>
                    <a:pt x="2691" y="4978"/>
                    <a:pt x="2977" y="4740"/>
                    <a:pt x="3096" y="4406"/>
                  </a:cubicBezTo>
                  <a:lnTo>
                    <a:pt x="3334" y="3716"/>
                  </a:lnTo>
                  <a:cubicBezTo>
                    <a:pt x="3406" y="3525"/>
                    <a:pt x="3584" y="3430"/>
                    <a:pt x="3760" y="3430"/>
                  </a:cubicBezTo>
                  <a:cubicBezTo>
                    <a:pt x="3936" y="3430"/>
                    <a:pt x="4108" y="3525"/>
                    <a:pt x="4168" y="3716"/>
                  </a:cubicBezTo>
                  <a:lnTo>
                    <a:pt x="4406" y="4406"/>
                  </a:lnTo>
                  <a:cubicBezTo>
                    <a:pt x="4501" y="4740"/>
                    <a:pt x="4835" y="4978"/>
                    <a:pt x="5192" y="4978"/>
                  </a:cubicBezTo>
                  <a:lnTo>
                    <a:pt x="6216" y="4978"/>
                  </a:lnTo>
                  <a:cubicBezTo>
                    <a:pt x="6906" y="4978"/>
                    <a:pt x="7478" y="4406"/>
                    <a:pt x="7478" y="3716"/>
                  </a:cubicBezTo>
                  <a:lnTo>
                    <a:pt x="7478" y="1239"/>
                  </a:lnTo>
                  <a:cubicBezTo>
                    <a:pt x="7478" y="572"/>
                    <a:pt x="6906" y="1"/>
                    <a:pt x="6216" y="1"/>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8" name="Google Shape;24028;p146"/>
            <p:cNvSpPr/>
            <p:nvPr/>
          </p:nvSpPr>
          <p:spPr>
            <a:xfrm>
              <a:off x="3434055" y="2567948"/>
              <a:ext cx="122410" cy="161934"/>
            </a:xfrm>
            <a:custGeom>
              <a:avLst/>
              <a:gdLst/>
              <a:ahLst/>
              <a:cxnLst/>
              <a:rect l="l" t="t" r="r" b="b"/>
              <a:pathLst>
                <a:path w="3763" h="4978" extrusionOk="0">
                  <a:moveTo>
                    <a:pt x="0" y="1"/>
                  </a:moveTo>
                  <a:lnTo>
                    <a:pt x="0" y="3430"/>
                  </a:lnTo>
                  <a:cubicBezTo>
                    <a:pt x="191" y="3430"/>
                    <a:pt x="358" y="3501"/>
                    <a:pt x="429" y="3716"/>
                  </a:cubicBezTo>
                  <a:lnTo>
                    <a:pt x="667" y="4406"/>
                  </a:lnTo>
                  <a:cubicBezTo>
                    <a:pt x="762" y="4740"/>
                    <a:pt x="1072" y="4978"/>
                    <a:pt x="1429" y="4978"/>
                  </a:cubicBezTo>
                  <a:lnTo>
                    <a:pt x="2501" y="4978"/>
                  </a:lnTo>
                  <a:cubicBezTo>
                    <a:pt x="3191" y="4978"/>
                    <a:pt x="3763" y="4406"/>
                    <a:pt x="3763" y="3716"/>
                  </a:cubicBezTo>
                  <a:lnTo>
                    <a:pt x="3763" y="1239"/>
                  </a:lnTo>
                  <a:cubicBezTo>
                    <a:pt x="3763" y="572"/>
                    <a:pt x="3191" y="25"/>
                    <a:pt x="2477" y="1"/>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9" name="Google Shape;24029;p146"/>
            <p:cNvSpPr/>
            <p:nvPr/>
          </p:nvSpPr>
          <p:spPr>
            <a:xfrm>
              <a:off x="3561084" y="2598949"/>
              <a:ext cx="46518" cy="100745"/>
            </a:xfrm>
            <a:custGeom>
              <a:avLst/>
              <a:gdLst/>
              <a:ahLst/>
              <a:cxnLst/>
              <a:rect l="l" t="t" r="r" b="b"/>
              <a:pathLst>
                <a:path w="1430" h="3097" extrusionOk="0">
                  <a:moveTo>
                    <a:pt x="1" y="0"/>
                  </a:moveTo>
                  <a:cubicBezTo>
                    <a:pt x="72" y="215"/>
                    <a:pt x="25" y="48"/>
                    <a:pt x="25" y="2787"/>
                  </a:cubicBezTo>
                  <a:cubicBezTo>
                    <a:pt x="25" y="2906"/>
                    <a:pt x="25" y="3001"/>
                    <a:pt x="1" y="3096"/>
                  </a:cubicBezTo>
                  <a:lnTo>
                    <a:pt x="1096" y="3096"/>
                  </a:lnTo>
                  <a:cubicBezTo>
                    <a:pt x="1287" y="3096"/>
                    <a:pt x="1406" y="2929"/>
                    <a:pt x="1406" y="2787"/>
                  </a:cubicBezTo>
                  <a:lnTo>
                    <a:pt x="1406" y="310"/>
                  </a:lnTo>
                  <a:cubicBezTo>
                    <a:pt x="1430" y="119"/>
                    <a:pt x="1287" y="0"/>
                    <a:pt x="1096"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0" name="Google Shape;24030;p146"/>
            <p:cNvSpPr/>
            <p:nvPr/>
          </p:nvSpPr>
          <p:spPr>
            <a:xfrm>
              <a:off x="3262849" y="2598949"/>
              <a:ext cx="45737" cy="99965"/>
            </a:xfrm>
            <a:custGeom>
              <a:avLst/>
              <a:gdLst/>
              <a:ahLst/>
              <a:cxnLst/>
              <a:rect l="l" t="t" r="r" b="b"/>
              <a:pathLst>
                <a:path w="1406" h="3073" extrusionOk="0">
                  <a:moveTo>
                    <a:pt x="310" y="0"/>
                  </a:moveTo>
                  <a:cubicBezTo>
                    <a:pt x="119" y="0"/>
                    <a:pt x="0" y="143"/>
                    <a:pt x="0" y="286"/>
                  </a:cubicBezTo>
                  <a:lnTo>
                    <a:pt x="0" y="2763"/>
                  </a:lnTo>
                  <a:cubicBezTo>
                    <a:pt x="0" y="2953"/>
                    <a:pt x="143" y="3072"/>
                    <a:pt x="310" y="3072"/>
                  </a:cubicBezTo>
                  <a:lnTo>
                    <a:pt x="1405" y="3072"/>
                  </a:lnTo>
                  <a:cubicBezTo>
                    <a:pt x="1334" y="2882"/>
                    <a:pt x="1382" y="3025"/>
                    <a:pt x="1382" y="286"/>
                  </a:cubicBezTo>
                  <a:cubicBezTo>
                    <a:pt x="1382" y="167"/>
                    <a:pt x="1382" y="96"/>
                    <a:pt x="1405"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1" name="Google Shape;24031;p146"/>
            <p:cNvSpPr/>
            <p:nvPr/>
          </p:nvSpPr>
          <p:spPr>
            <a:xfrm>
              <a:off x="3303902" y="2557896"/>
              <a:ext cx="263428" cy="181290"/>
            </a:xfrm>
            <a:custGeom>
              <a:avLst/>
              <a:gdLst/>
              <a:ahLst/>
              <a:cxnLst/>
              <a:rect l="l" t="t" r="r" b="b"/>
              <a:pathLst>
                <a:path w="8098" h="5573" extrusionOk="0">
                  <a:moveTo>
                    <a:pt x="6502" y="667"/>
                  </a:moveTo>
                  <a:cubicBezTo>
                    <a:pt x="7002" y="667"/>
                    <a:pt x="7431" y="1072"/>
                    <a:pt x="7431" y="1572"/>
                  </a:cubicBezTo>
                  <a:lnTo>
                    <a:pt x="7431" y="4049"/>
                  </a:lnTo>
                  <a:cubicBezTo>
                    <a:pt x="7431" y="4549"/>
                    <a:pt x="7026" y="4977"/>
                    <a:pt x="6502" y="4977"/>
                  </a:cubicBezTo>
                  <a:lnTo>
                    <a:pt x="5430" y="4977"/>
                  </a:lnTo>
                  <a:cubicBezTo>
                    <a:pt x="5216" y="4977"/>
                    <a:pt x="5025" y="4834"/>
                    <a:pt x="4954" y="4620"/>
                  </a:cubicBezTo>
                  <a:lnTo>
                    <a:pt x="4716" y="3930"/>
                  </a:lnTo>
                  <a:cubicBezTo>
                    <a:pt x="4597" y="3596"/>
                    <a:pt x="4299" y="3429"/>
                    <a:pt x="4004" y="3429"/>
                  </a:cubicBezTo>
                  <a:cubicBezTo>
                    <a:pt x="3710" y="3429"/>
                    <a:pt x="3418" y="3596"/>
                    <a:pt x="3311" y="3930"/>
                  </a:cubicBezTo>
                  <a:lnTo>
                    <a:pt x="3073" y="4620"/>
                  </a:lnTo>
                  <a:cubicBezTo>
                    <a:pt x="3025" y="4834"/>
                    <a:pt x="2811" y="4977"/>
                    <a:pt x="2596" y="4977"/>
                  </a:cubicBezTo>
                  <a:lnTo>
                    <a:pt x="1525" y="4977"/>
                  </a:lnTo>
                  <a:cubicBezTo>
                    <a:pt x="1024" y="4977"/>
                    <a:pt x="620" y="4572"/>
                    <a:pt x="620" y="4049"/>
                  </a:cubicBezTo>
                  <a:lnTo>
                    <a:pt x="620" y="1572"/>
                  </a:lnTo>
                  <a:cubicBezTo>
                    <a:pt x="620" y="1072"/>
                    <a:pt x="1024" y="667"/>
                    <a:pt x="1525" y="667"/>
                  </a:cubicBezTo>
                  <a:close/>
                  <a:moveTo>
                    <a:pt x="1548" y="0"/>
                  </a:moveTo>
                  <a:cubicBezTo>
                    <a:pt x="667" y="0"/>
                    <a:pt x="0" y="691"/>
                    <a:pt x="0" y="1548"/>
                  </a:cubicBezTo>
                  <a:lnTo>
                    <a:pt x="0" y="4025"/>
                  </a:lnTo>
                  <a:cubicBezTo>
                    <a:pt x="0" y="4882"/>
                    <a:pt x="667" y="5573"/>
                    <a:pt x="1548" y="5573"/>
                  </a:cubicBezTo>
                  <a:lnTo>
                    <a:pt x="2620" y="5573"/>
                  </a:lnTo>
                  <a:cubicBezTo>
                    <a:pt x="3096" y="5573"/>
                    <a:pt x="3525" y="5287"/>
                    <a:pt x="3692" y="4787"/>
                  </a:cubicBezTo>
                  <a:lnTo>
                    <a:pt x="3930" y="4120"/>
                  </a:lnTo>
                  <a:cubicBezTo>
                    <a:pt x="3942" y="4060"/>
                    <a:pt x="3989" y="4031"/>
                    <a:pt x="4040" y="4031"/>
                  </a:cubicBezTo>
                  <a:cubicBezTo>
                    <a:pt x="4091" y="4031"/>
                    <a:pt x="4144" y="4060"/>
                    <a:pt x="4168" y="4120"/>
                  </a:cubicBezTo>
                  <a:lnTo>
                    <a:pt x="4406" y="4787"/>
                  </a:lnTo>
                  <a:cubicBezTo>
                    <a:pt x="4549" y="5287"/>
                    <a:pt x="5001" y="5573"/>
                    <a:pt x="5478" y="5573"/>
                  </a:cubicBezTo>
                  <a:lnTo>
                    <a:pt x="6549" y="5573"/>
                  </a:lnTo>
                  <a:cubicBezTo>
                    <a:pt x="7407" y="5573"/>
                    <a:pt x="8097" y="4882"/>
                    <a:pt x="8097" y="4025"/>
                  </a:cubicBezTo>
                  <a:lnTo>
                    <a:pt x="8097" y="1548"/>
                  </a:lnTo>
                  <a:cubicBezTo>
                    <a:pt x="8050" y="691"/>
                    <a:pt x="7383" y="0"/>
                    <a:pt x="6502" y="0"/>
                  </a:cubicBezTo>
                  <a:close/>
                </a:path>
              </a:pathLst>
            </a:custGeom>
            <a:solidFill>
              <a:srgbClr val="9EAA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2" name="Google Shape;24032;p146"/>
            <p:cNvSpPr/>
            <p:nvPr/>
          </p:nvSpPr>
          <p:spPr>
            <a:xfrm>
              <a:off x="3434055" y="2557896"/>
              <a:ext cx="131714" cy="181290"/>
            </a:xfrm>
            <a:custGeom>
              <a:avLst/>
              <a:gdLst/>
              <a:ahLst/>
              <a:cxnLst/>
              <a:rect l="l" t="t" r="r" b="b"/>
              <a:pathLst>
                <a:path w="4049" h="5573" extrusionOk="0">
                  <a:moveTo>
                    <a:pt x="48" y="0"/>
                  </a:moveTo>
                  <a:lnTo>
                    <a:pt x="48" y="643"/>
                  </a:lnTo>
                  <a:lnTo>
                    <a:pt x="2501" y="643"/>
                  </a:lnTo>
                  <a:cubicBezTo>
                    <a:pt x="3025" y="643"/>
                    <a:pt x="3430" y="1048"/>
                    <a:pt x="3430" y="1548"/>
                  </a:cubicBezTo>
                  <a:lnTo>
                    <a:pt x="3430" y="4025"/>
                  </a:lnTo>
                  <a:cubicBezTo>
                    <a:pt x="3430" y="4525"/>
                    <a:pt x="3025" y="4954"/>
                    <a:pt x="2501" y="4954"/>
                  </a:cubicBezTo>
                  <a:lnTo>
                    <a:pt x="1429" y="4954"/>
                  </a:lnTo>
                  <a:cubicBezTo>
                    <a:pt x="1239" y="4954"/>
                    <a:pt x="1024" y="4811"/>
                    <a:pt x="953" y="4596"/>
                  </a:cubicBezTo>
                  <a:lnTo>
                    <a:pt x="715" y="3906"/>
                  </a:lnTo>
                  <a:cubicBezTo>
                    <a:pt x="596" y="3572"/>
                    <a:pt x="310" y="3406"/>
                    <a:pt x="0" y="3406"/>
                  </a:cubicBezTo>
                  <a:lnTo>
                    <a:pt x="0" y="4025"/>
                  </a:lnTo>
                  <a:cubicBezTo>
                    <a:pt x="72" y="4025"/>
                    <a:pt x="96" y="4049"/>
                    <a:pt x="119" y="4120"/>
                  </a:cubicBezTo>
                  <a:lnTo>
                    <a:pt x="358" y="4811"/>
                  </a:lnTo>
                  <a:cubicBezTo>
                    <a:pt x="524" y="5287"/>
                    <a:pt x="953" y="5573"/>
                    <a:pt x="1429" y="5573"/>
                  </a:cubicBezTo>
                  <a:lnTo>
                    <a:pt x="2501" y="5573"/>
                  </a:lnTo>
                  <a:cubicBezTo>
                    <a:pt x="3382" y="5573"/>
                    <a:pt x="4049" y="4882"/>
                    <a:pt x="4049" y="4025"/>
                  </a:cubicBezTo>
                  <a:lnTo>
                    <a:pt x="4049" y="1548"/>
                  </a:lnTo>
                  <a:cubicBezTo>
                    <a:pt x="4049" y="691"/>
                    <a:pt x="3382" y="0"/>
                    <a:pt x="2501" y="0"/>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33" name="Google Shape;24033;p146"/>
          <p:cNvGrpSpPr/>
          <p:nvPr/>
        </p:nvGrpSpPr>
        <p:grpSpPr>
          <a:xfrm>
            <a:off x="2508283" y="2325700"/>
            <a:ext cx="347876" cy="343029"/>
            <a:chOff x="2508283" y="2478100"/>
            <a:chExt cx="347876" cy="343029"/>
          </a:xfrm>
        </p:grpSpPr>
        <p:sp>
          <p:nvSpPr>
            <p:cNvPr id="24034" name="Google Shape;24034;p146"/>
            <p:cNvSpPr/>
            <p:nvPr/>
          </p:nvSpPr>
          <p:spPr>
            <a:xfrm>
              <a:off x="2508283" y="2666351"/>
              <a:ext cx="158096" cy="154778"/>
            </a:xfrm>
            <a:custGeom>
              <a:avLst/>
              <a:gdLst/>
              <a:ahLst/>
              <a:cxnLst/>
              <a:rect l="l" t="t" r="r" b="b"/>
              <a:pathLst>
                <a:path w="4860" h="4758" extrusionOk="0">
                  <a:moveTo>
                    <a:pt x="3097" y="0"/>
                  </a:moveTo>
                  <a:lnTo>
                    <a:pt x="477" y="2620"/>
                  </a:lnTo>
                  <a:cubicBezTo>
                    <a:pt x="1" y="3096"/>
                    <a:pt x="1" y="3906"/>
                    <a:pt x="477" y="4382"/>
                  </a:cubicBezTo>
                  <a:cubicBezTo>
                    <a:pt x="715" y="4632"/>
                    <a:pt x="1037" y="4757"/>
                    <a:pt x="1358" y="4757"/>
                  </a:cubicBezTo>
                  <a:cubicBezTo>
                    <a:pt x="1680" y="4757"/>
                    <a:pt x="2001" y="4632"/>
                    <a:pt x="2240" y="4382"/>
                  </a:cubicBezTo>
                  <a:lnTo>
                    <a:pt x="4859" y="1762"/>
                  </a:lnTo>
                  <a:cubicBezTo>
                    <a:pt x="4097" y="1381"/>
                    <a:pt x="3502" y="762"/>
                    <a:pt x="3097"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5" name="Google Shape;24035;p146"/>
            <p:cNvSpPr/>
            <p:nvPr/>
          </p:nvSpPr>
          <p:spPr>
            <a:xfrm>
              <a:off x="2523800" y="2699661"/>
              <a:ext cx="142579" cy="121467"/>
            </a:xfrm>
            <a:custGeom>
              <a:avLst/>
              <a:gdLst/>
              <a:ahLst/>
              <a:cxnLst/>
              <a:rect l="l" t="t" r="r" b="b"/>
              <a:pathLst>
                <a:path w="4383" h="3734" extrusionOk="0">
                  <a:moveTo>
                    <a:pt x="3382" y="0"/>
                  </a:moveTo>
                  <a:lnTo>
                    <a:pt x="0" y="3358"/>
                  </a:lnTo>
                  <a:cubicBezTo>
                    <a:pt x="238" y="3608"/>
                    <a:pt x="560" y="3733"/>
                    <a:pt x="881" y="3733"/>
                  </a:cubicBezTo>
                  <a:cubicBezTo>
                    <a:pt x="1203" y="3733"/>
                    <a:pt x="1524" y="3608"/>
                    <a:pt x="1763" y="3358"/>
                  </a:cubicBezTo>
                  <a:lnTo>
                    <a:pt x="4382" y="738"/>
                  </a:lnTo>
                  <a:cubicBezTo>
                    <a:pt x="4001" y="548"/>
                    <a:pt x="3668" y="286"/>
                    <a:pt x="338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6" name="Google Shape;24036;p146"/>
            <p:cNvSpPr/>
            <p:nvPr/>
          </p:nvSpPr>
          <p:spPr>
            <a:xfrm>
              <a:off x="2562511" y="2698881"/>
              <a:ext cx="72086" cy="71306"/>
            </a:xfrm>
            <a:custGeom>
              <a:avLst/>
              <a:gdLst/>
              <a:ahLst/>
              <a:cxnLst/>
              <a:rect l="l" t="t" r="r" b="b"/>
              <a:pathLst>
                <a:path w="2216" h="2192" extrusionOk="0">
                  <a:moveTo>
                    <a:pt x="453" y="0"/>
                  </a:moveTo>
                  <a:lnTo>
                    <a:pt x="1" y="429"/>
                  </a:lnTo>
                  <a:lnTo>
                    <a:pt x="1763" y="2191"/>
                  </a:lnTo>
                  <a:lnTo>
                    <a:pt x="2216" y="1739"/>
                  </a:lnTo>
                  <a:lnTo>
                    <a:pt x="453"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7" name="Google Shape;24037;p146"/>
            <p:cNvSpPr/>
            <p:nvPr/>
          </p:nvSpPr>
          <p:spPr>
            <a:xfrm>
              <a:off x="2591202" y="2727540"/>
              <a:ext cx="43395" cy="43428"/>
            </a:xfrm>
            <a:custGeom>
              <a:avLst/>
              <a:gdLst/>
              <a:ahLst/>
              <a:cxnLst/>
              <a:rect l="l" t="t" r="r" b="b"/>
              <a:pathLst>
                <a:path w="1334" h="1335" extrusionOk="0">
                  <a:moveTo>
                    <a:pt x="429" y="0"/>
                  </a:moveTo>
                  <a:lnTo>
                    <a:pt x="0" y="453"/>
                  </a:lnTo>
                  <a:lnTo>
                    <a:pt x="881" y="1334"/>
                  </a:lnTo>
                  <a:lnTo>
                    <a:pt x="1334" y="905"/>
                  </a:lnTo>
                  <a:lnTo>
                    <a:pt x="42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8" name="Google Shape;24038;p146"/>
            <p:cNvSpPr/>
            <p:nvPr/>
          </p:nvSpPr>
          <p:spPr>
            <a:xfrm>
              <a:off x="2591950" y="2478100"/>
              <a:ext cx="264209" cy="263428"/>
            </a:xfrm>
            <a:custGeom>
              <a:avLst/>
              <a:gdLst/>
              <a:ahLst/>
              <a:cxnLst/>
              <a:rect l="l" t="t" r="r" b="b"/>
              <a:pathLst>
                <a:path w="8122" h="8098" extrusionOk="0">
                  <a:moveTo>
                    <a:pt x="4049" y="0"/>
                  </a:moveTo>
                  <a:cubicBezTo>
                    <a:pt x="1811" y="0"/>
                    <a:pt x="1" y="1810"/>
                    <a:pt x="1" y="4049"/>
                  </a:cubicBezTo>
                  <a:cubicBezTo>
                    <a:pt x="1" y="6263"/>
                    <a:pt x="1835" y="8097"/>
                    <a:pt x="4073" y="8097"/>
                  </a:cubicBezTo>
                  <a:cubicBezTo>
                    <a:pt x="6312" y="8097"/>
                    <a:pt x="8122" y="6311"/>
                    <a:pt x="8122" y="4049"/>
                  </a:cubicBezTo>
                  <a:cubicBezTo>
                    <a:pt x="8122" y="1786"/>
                    <a:pt x="6288" y="0"/>
                    <a:pt x="4049"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9" name="Google Shape;24039;p146"/>
            <p:cNvSpPr/>
            <p:nvPr/>
          </p:nvSpPr>
          <p:spPr>
            <a:xfrm>
              <a:off x="2630694" y="2516810"/>
              <a:ext cx="225465" cy="225465"/>
            </a:xfrm>
            <a:custGeom>
              <a:avLst/>
              <a:gdLst/>
              <a:ahLst/>
              <a:cxnLst/>
              <a:rect l="l" t="t" r="r" b="b"/>
              <a:pathLst>
                <a:path w="6931" h="6931" extrusionOk="0">
                  <a:moveTo>
                    <a:pt x="5740" y="1"/>
                  </a:moveTo>
                  <a:lnTo>
                    <a:pt x="1" y="5740"/>
                  </a:lnTo>
                  <a:cubicBezTo>
                    <a:pt x="739" y="6478"/>
                    <a:pt x="1739" y="6931"/>
                    <a:pt x="2858" y="6931"/>
                  </a:cubicBezTo>
                  <a:cubicBezTo>
                    <a:pt x="5121" y="6907"/>
                    <a:pt x="6931" y="5073"/>
                    <a:pt x="6931" y="2859"/>
                  </a:cubicBezTo>
                  <a:cubicBezTo>
                    <a:pt x="6931" y="1716"/>
                    <a:pt x="6478" y="715"/>
                    <a:pt x="5740"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0" name="Google Shape;24040;p146"/>
            <p:cNvSpPr/>
            <p:nvPr/>
          </p:nvSpPr>
          <p:spPr>
            <a:xfrm>
              <a:off x="2632255" y="2518372"/>
              <a:ext cx="182070" cy="182070"/>
            </a:xfrm>
            <a:custGeom>
              <a:avLst/>
              <a:gdLst/>
              <a:ahLst/>
              <a:cxnLst/>
              <a:rect l="l" t="t" r="r" b="b"/>
              <a:pathLst>
                <a:path w="5597" h="5597" extrusionOk="0">
                  <a:moveTo>
                    <a:pt x="2810" y="1"/>
                  </a:moveTo>
                  <a:cubicBezTo>
                    <a:pt x="1262" y="1"/>
                    <a:pt x="0" y="1263"/>
                    <a:pt x="0" y="2811"/>
                  </a:cubicBezTo>
                  <a:cubicBezTo>
                    <a:pt x="0" y="4359"/>
                    <a:pt x="1262" y="5597"/>
                    <a:pt x="2810" y="5597"/>
                  </a:cubicBezTo>
                  <a:cubicBezTo>
                    <a:pt x="4358" y="5597"/>
                    <a:pt x="5597" y="4359"/>
                    <a:pt x="5597" y="2811"/>
                  </a:cubicBezTo>
                  <a:cubicBezTo>
                    <a:pt x="5597" y="1263"/>
                    <a:pt x="4358" y="1"/>
                    <a:pt x="2810" y="1"/>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1" name="Google Shape;24041;p146"/>
            <p:cNvSpPr/>
            <p:nvPr/>
          </p:nvSpPr>
          <p:spPr>
            <a:xfrm>
              <a:off x="2659353" y="2544721"/>
              <a:ext cx="156534" cy="155721"/>
            </a:xfrm>
            <a:custGeom>
              <a:avLst/>
              <a:gdLst/>
              <a:ahLst/>
              <a:cxnLst/>
              <a:rect l="l" t="t" r="r" b="b"/>
              <a:pathLst>
                <a:path w="4812" h="4787" extrusionOk="0">
                  <a:moveTo>
                    <a:pt x="3978" y="0"/>
                  </a:moveTo>
                  <a:lnTo>
                    <a:pt x="1" y="3953"/>
                  </a:lnTo>
                  <a:cubicBezTo>
                    <a:pt x="501" y="4454"/>
                    <a:pt x="1239" y="4787"/>
                    <a:pt x="2001" y="4787"/>
                  </a:cubicBezTo>
                  <a:cubicBezTo>
                    <a:pt x="3549" y="4787"/>
                    <a:pt x="4811" y="3549"/>
                    <a:pt x="4811" y="2001"/>
                  </a:cubicBezTo>
                  <a:cubicBezTo>
                    <a:pt x="4811" y="1215"/>
                    <a:pt x="4478" y="500"/>
                    <a:pt x="3978"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42" name="Google Shape;24042;p146"/>
          <p:cNvGrpSpPr/>
          <p:nvPr/>
        </p:nvGrpSpPr>
        <p:grpSpPr>
          <a:xfrm>
            <a:off x="1787841" y="2324333"/>
            <a:ext cx="290525" cy="344590"/>
            <a:chOff x="1787841" y="2476733"/>
            <a:chExt cx="290525" cy="344590"/>
          </a:xfrm>
        </p:grpSpPr>
        <p:grpSp>
          <p:nvGrpSpPr>
            <p:cNvPr id="24043" name="Google Shape;24043;p146"/>
            <p:cNvGrpSpPr/>
            <p:nvPr/>
          </p:nvGrpSpPr>
          <p:grpSpPr>
            <a:xfrm>
              <a:off x="1811068" y="2476733"/>
              <a:ext cx="267299" cy="261671"/>
              <a:chOff x="1811068" y="2476733"/>
              <a:chExt cx="267299" cy="261671"/>
            </a:xfrm>
          </p:grpSpPr>
          <p:sp>
            <p:nvSpPr>
              <p:cNvPr id="24044" name="Google Shape;24044;p146"/>
              <p:cNvSpPr/>
              <p:nvPr/>
            </p:nvSpPr>
            <p:spPr>
              <a:xfrm>
                <a:off x="1811068" y="2568728"/>
                <a:ext cx="170490" cy="169481"/>
              </a:xfrm>
              <a:custGeom>
                <a:avLst/>
                <a:gdLst/>
                <a:ahLst/>
                <a:cxnLst/>
                <a:rect l="l" t="t" r="r" b="b"/>
                <a:pathLst>
                  <a:path w="5241" h="5210" extrusionOk="0">
                    <a:moveTo>
                      <a:pt x="3049" y="1"/>
                    </a:moveTo>
                    <a:cubicBezTo>
                      <a:pt x="644" y="2406"/>
                      <a:pt x="787" y="2263"/>
                      <a:pt x="763" y="2334"/>
                    </a:cubicBezTo>
                    <a:lnTo>
                      <a:pt x="72" y="3858"/>
                    </a:lnTo>
                    <a:cubicBezTo>
                      <a:pt x="1" y="3978"/>
                      <a:pt x="49" y="4120"/>
                      <a:pt x="120" y="4216"/>
                    </a:cubicBezTo>
                    <a:lnTo>
                      <a:pt x="1025" y="5121"/>
                    </a:lnTo>
                    <a:cubicBezTo>
                      <a:pt x="1083" y="5178"/>
                      <a:pt x="1158" y="5210"/>
                      <a:pt x="1235" y="5210"/>
                    </a:cubicBezTo>
                    <a:cubicBezTo>
                      <a:pt x="1285" y="5210"/>
                      <a:pt x="1335" y="5196"/>
                      <a:pt x="1382" y="5168"/>
                    </a:cubicBezTo>
                    <a:cubicBezTo>
                      <a:pt x="3073" y="4430"/>
                      <a:pt x="2954" y="4501"/>
                      <a:pt x="3025" y="4430"/>
                    </a:cubicBezTo>
                    <a:lnTo>
                      <a:pt x="5240" y="2191"/>
                    </a:lnTo>
                    <a:lnTo>
                      <a:pt x="3049" y="1"/>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5" name="Google Shape;24045;p146"/>
              <p:cNvSpPr/>
              <p:nvPr/>
            </p:nvSpPr>
            <p:spPr>
              <a:xfrm>
                <a:off x="1829675" y="2604381"/>
                <a:ext cx="151883" cy="134024"/>
              </a:xfrm>
              <a:custGeom>
                <a:avLst/>
                <a:gdLst/>
                <a:ahLst/>
                <a:cxnLst/>
                <a:rect l="l" t="t" r="r" b="b"/>
                <a:pathLst>
                  <a:path w="4669" h="4120" extrusionOk="0">
                    <a:moveTo>
                      <a:pt x="3573" y="0"/>
                    </a:moveTo>
                    <a:lnTo>
                      <a:pt x="0" y="3572"/>
                    </a:lnTo>
                    <a:lnTo>
                      <a:pt x="453" y="4025"/>
                    </a:lnTo>
                    <a:cubicBezTo>
                      <a:pt x="516" y="4088"/>
                      <a:pt x="601" y="4120"/>
                      <a:pt x="686" y="4120"/>
                    </a:cubicBezTo>
                    <a:cubicBezTo>
                      <a:pt x="728" y="4120"/>
                      <a:pt x="770" y="4112"/>
                      <a:pt x="810" y="4096"/>
                    </a:cubicBezTo>
                    <a:cubicBezTo>
                      <a:pt x="2501" y="3334"/>
                      <a:pt x="2382" y="3405"/>
                      <a:pt x="2453" y="3334"/>
                    </a:cubicBezTo>
                    <a:lnTo>
                      <a:pt x="4668" y="1119"/>
                    </a:lnTo>
                    <a:lnTo>
                      <a:pt x="3573"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6" name="Google Shape;24046;p146"/>
              <p:cNvSpPr/>
              <p:nvPr/>
            </p:nvSpPr>
            <p:spPr>
              <a:xfrm>
                <a:off x="1896296" y="2661894"/>
                <a:ext cx="40305" cy="38548"/>
              </a:xfrm>
              <a:custGeom>
                <a:avLst/>
                <a:gdLst/>
                <a:ahLst/>
                <a:cxnLst/>
                <a:rect l="l" t="t" r="r" b="b"/>
                <a:pathLst>
                  <a:path w="1239" h="1185" extrusionOk="0">
                    <a:moveTo>
                      <a:pt x="346" y="0"/>
                    </a:moveTo>
                    <a:cubicBezTo>
                      <a:pt x="262" y="0"/>
                      <a:pt x="179" y="30"/>
                      <a:pt x="120" y="90"/>
                    </a:cubicBezTo>
                    <a:cubicBezTo>
                      <a:pt x="1" y="209"/>
                      <a:pt x="1" y="375"/>
                      <a:pt x="120" y="542"/>
                    </a:cubicBezTo>
                    <a:lnTo>
                      <a:pt x="786" y="1185"/>
                    </a:lnTo>
                    <a:lnTo>
                      <a:pt x="1239" y="733"/>
                    </a:lnTo>
                    <a:lnTo>
                      <a:pt x="572" y="90"/>
                    </a:lnTo>
                    <a:cubicBezTo>
                      <a:pt x="513" y="30"/>
                      <a:pt x="429" y="0"/>
                      <a:pt x="346"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7" name="Google Shape;24047;p146"/>
              <p:cNvSpPr/>
              <p:nvPr/>
            </p:nvSpPr>
            <p:spPr>
              <a:xfrm>
                <a:off x="1925736" y="2632455"/>
                <a:ext cx="39556" cy="39329"/>
              </a:xfrm>
              <a:custGeom>
                <a:avLst/>
                <a:gdLst/>
                <a:ahLst/>
                <a:cxnLst/>
                <a:rect l="l" t="t" r="r" b="b"/>
                <a:pathLst>
                  <a:path w="1216" h="1209" extrusionOk="0">
                    <a:moveTo>
                      <a:pt x="346" y="0"/>
                    </a:moveTo>
                    <a:cubicBezTo>
                      <a:pt x="262" y="0"/>
                      <a:pt x="179" y="30"/>
                      <a:pt x="120" y="90"/>
                    </a:cubicBezTo>
                    <a:cubicBezTo>
                      <a:pt x="0" y="209"/>
                      <a:pt x="0" y="423"/>
                      <a:pt x="120" y="542"/>
                    </a:cubicBezTo>
                    <a:lnTo>
                      <a:pt x="763" y="1209"/>
                    </a:lnTo>
                    <a:lnTo>
                      <a:pt x="1215" y="756"/>
                    </a:lnTo>
                    <a:lnTo>
                      <a:pt x="572" y="90"/>
                    </a:lnTo>
                    <a:cubicBezTo>
                      <a:pt x="512" y="30"/>
                      <a:pt x="429" y="0"/>
                      <a:pt x="346"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8" name="Google Shape;24048;p146"/>
              <p:cNvSpPr/>
              <p:nvPr/>
            </p:nvSpPr>
            <p:spPr>
              <a:xfrm>
                <a:off x="1948214" y="2476733"/>
                <a:ext cx="130153" cy="124557"/>
              </a:xfrm>
              <a:custGeom>
                <a:avLst/>
                <a:gdLst/>
                <a:ahLst/>
                <a:cxnLst/>
                <a:rect l="l" t="t" r="r" b="b"/>
                <a:pathLst>
                  <a:path w="4001" h="3829" extrusionOk="0">
                    <a:moveTo>
                      <a:pt x="2295" y="1"/>
                    </a:moveTo>
                    <a:cubicBezTo>
                      <a:pt x="1899" y="1"/>
                      <a:pt x="1500" y="149"/>
                      <a:pt x="1191" y="447"/>
                    </a:cubicBezTo>
                    <a:lnTo>
                      <a:pt x="0" y="1638"/>
                    </a:lnTo>
                    <a:lnTo>
                      <a:pt x="2191" y="3829"/>
                    </a:lnTo>
                    <a:lnTo>
                      <a:pt x="3382" y="2638"/>
                    </a:lnTo>
                    <a:cubicBezTo>
                      <a:pt x="4001" y="2066"/>
                      <a:pt x="4001" y="1066"/>
                      <a:pt x="3382" y="447"/>
                    </a:cubicBezTo>
                    <a:cubicBezTo>
                      <a:pt x="3084" y="149"/>
                      <a:pt x="2691" y="1"/>
                      <a:pt x="2295" y="1"/>
                    </a:cubicBezTo>
                    <a:close/>
                  </a:path>
                </a:pathLst>
              </a:custGeom>
              <a:solidFill>
                <a:srgbClr val="9EAA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9" name="Google Shape;24049;p146"/>
              <p:cNvSpPr/>
              <p:nvPr/>
            </p:nvSpPr>
            <p:spPr>
              <a:xfrm>
                <a:off x="1983835" y="2491274"/>
                <a:ext cx="94532" cy="110016"/>
              </a:xfrm>
              <a:custGeom>
                <a:avLst/>
                <a:gdLst/>
                <a:ahLst/>
                <a:cxnLst/>
                <a:rect l="l" t="t" r="r" b="b"/>
                <a:pathLst>
                  <a:path w="2906" h="3382" extrusionOk="0">
                    <a:moveTo>
                      <a:pt x="2287" y="0"/>
                    </a:moveTo>
                    <a:lnTo>
                      <a:pt x="1" y="2286"/>
                    </a:lnTo>
                    <a:lnTo>
                      <a:pt x="1096" y="3382"/>
                    </a:lnTo>
                    <a:lnTo>
                      <a:pt x="2287" y="2191"/>
                    </a:lnTo>
                    <a:cubicBezTo>
                      <a:pt x="2906" y="1619"/>
                      <a:pt x="2906" y="619"/>
                      <a:pt x="2287" y="0"/>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0" name="Google Shape;24050;p146"/>
              <p:cNvSpPr/>
              <p:nvPr/>
            </p:nvSpPr>
            <p:spPr>
              <a:xfrm>
                <a:off x="1897077" y="2517786"/>
                <a:ext cx="136366" cy="135227"/>
              </a:xfrm>
              <a:custGeom>
                <a:avLst/>
                <a:gdLst/>
                <a:ahLst/>
                <a:cxnLst/>
                <a:rect l="l" t="t" r="r" b="b"/>
                <a:pathLst>
                  <a:path w="4192" h="4157" extrusionOk="0">
                    <a:moveTo>
                      <a:pt x="1218" y="1"/>
                    </a:moveTo>
                    <a:cubicBezTo>
                      <a:pt x="1137" y="1"/>
                      <a:pt x="1060" y="31"/>
                      <a:pt x="1001" y="90"/>
                    </a:cubicBezTo>
                    <a:lnTo>
                      <a:pt x="119" y="971"/>
                    </a:lnTo>
                    <a:cubicBezTo>
                      <a:pt x="0" y="1090"/>
                      <a:pt x="0" y="1305"/>
                      <a:pt x="119" y="1424"/>
                    </a:cubicBezTo>
                    <a:lnTo>
                      <a:pt x="2763" y="4067"/>
                    </a:lnTo>
                    <a:cubicBezTo>
                      <a:pt x="2822" y="4127"/>
                      <a:pt x="2894" y="4156"/>
                      <a:pt x="2968" y="4156"/>
                    </a:cubicBezTo>
                    <a:cubicBezTo>
                      <a:pt x="3043" y="4156"/>
                      <a:pt x="3120" y="4127"/>
                      <a:pt x="3191" y="4067"/>
                    </a:cubicBezTo>
                    <a:lnTo>
                      <a:pt x="4073" y="3186"/>
                    </a:lnTo>
                    <a:cubicBezTo>
                      <a:pt x="4192" y="3067"/>
                      <a:pt x="4192" y="2853"/>
                      <a:pt x="4073" y="2733"/>
                    </a:cubicBezTo>
                    <a:lnTo>
                      <a:pt x="1453" y="90"/>
                    </a:lnTo>
                    <a:cubicBezTo>
                      <a:pt x="1382" y="31"/>
                      <a:pt x="1298" y="1"/>
                      <a:pt x="1218"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1" name="Google Shape;24051;p146"/>
              <p:cNvSpPr/>
              <p:nvPr/>
            </p:nvSpPr>
            <p:spPr>
              <a:xfrm>
                <a:off x="1944343" y="2564076"/>
                <a:ext cx="89100" cy="88156"/>
              </a:xfrm>
              <a:custGeom>
                <a:avLst/>
                <a:gdLst/>
                <a:ahLst/>
                <a:cxnLst/>
                <a:rect l="l" t="t" r="r" b="b"/>
                <a:pathLst>
                  <a:path w="2739" h="2710" extrusionOk="0">
                    <a:moveTo>
                      <a:pt x="1310" y="1"/>
                    </a:moveTo>
                    <a:lnTo>
                      <a:pt x="0" y="1310"/>
                    </a:lnTo>
                    <a:lnTo>
                      <a:pt x="1310" y="2620"/>
                    </a:lnTo>
                    <a:cubicBezTo>
                      <a:pt x="1369" y="2680"/>
                      <a:pt x="1447" y="2710"/>
                      <a:pt x="1524" y="2710"/>
                    </a:cubicBezTo>
                    <a:cubicBezTo>
                      <a:pt x="1602" y="2710"/>
                      <a:pt x="1679" y="2680"/>
                      <a:pt x="1738" y="2620"/>
                    </a:cubicBezTo>
                    <a:lnTo>
                      <a:pt x="2643" y="1715"/>
                    </a:lnTo>
                    <a:cubicBezTo>
                      <a:pt x="2739" y="1620"/>
                      <a:pt x="2739" y="1430"/>
                      <a:pt x="2620" y="1310"/>
                    </a:cubicBezTo>
                    <a:lnTo>
                      <a:pt x="1310"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052" name="Google Shape;24052;p146"/>
            <p:cNvSpPr/>
            <p:nvPr/>
          </p:nvSpPr>
          <p:spPr>
            <a:xfrm>
              <a:off x="1787841" y="2742243"/>
              <a:ext cx="60473" cy="79080"/>
            </a:xfrm>
            <a:custGeom>
              <a:avLst/>
              <a:gdLst/>
              <a:ahLst/>
              <a:cxnLst/>
              <a:rect l="l" t="t" r="r" b="b"/>
              <a:pathLst>
                <a:path w="1859" h="2431" extrusionOk="0">
                  <a:moveTo>
                    <a:pt x="929" y="1"/>
                  </a:moveTo>
                  <a:cubicBezTo>
                    <a:pt x="852" y="1"/>
                    <a:pt x="774" y="25"/>
                    <a:pt x="715" y="72"/>
                  </a:cubicBezTo>
                  <a:cubicBezTo>
                    <a:pt x="667" y="144"/>
                    <a:pt x="1" y="763"/>
                    <a:pt x="1" y="1501"/>
                  </a:cubicBezTo>
                  <a:cubicBezTo>
                    <a:pt x="1" y="2025"/>
                    <a:pt x="429" y="2430"/>
                    <a:pt x="929" y="2430"/>
                  </a:cubicBezTo>
                  <a:cubicBezTo>
                    <a:pt x="1429" y="2430"/>
                    <a:pt x="1858" y="2025"/>
                    <a:pt x="1858" y="1501"/>
                  </a:cubicBezTo>
                  <a:cubicBezTo>
                    <a:pt x="1858" y="763"/>
                    <a:pt x="1191" y="144"/>
                    <a:pt x="1144" y="72"/>
                  </a:cubicBezTo>
                  <a:cubicBezTo>
                    <a:pt x="1084" y="25"/>
                    <a:pt x="1007" y="1"/>
                    <a:pt x="929"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3" name="Google Shape;24053;p146"/>
            <p:cNvSpPr/>
            <p:nvPr/>
          </p:nvSpPr>
          <p:spPr>
            <a:xfrm>
              <a:off x="1818062" y="2742243"/>
              <a:ext cx="30253" cy="79080"/>
            </a:xfrm>
            <a:custGeom>
              <a:avLst/>
              <a:gdLst/>
              <a:ahLst/>
              <a:cxnLst/>
              <a:rect l="l" t="t" r="r" b="b"/>
              <a:pathLst>
                <a:path w="930" h="2431" extrusionOk="0">
                  <a:moveTo>
                    <a:pt x="0" y="1"/>
                  </a:moveTo>
                  <a:lnTo>
                    <a:pt x="0" y="2430"/>
                  </a:lnTo>
                  <a:cubicBezTo>
                    <a:pt x="500" y="2430"/>
                    <a:pt x="929" y="2025"/>
                    <a:pt x="929" y="1501"/>
                  </a:cubicBezTo>
                  <a:cubicBezTo>
                    <a:pt x="929" y="763"/>
                    <a:pt x="310" y="144"/>
                    <a:pt x="215" y="96"/>
                  </a:cubicBezTo>
                  <a:cubicBezTo>
                    <a:pt x="143" y="25"/>
                    <a:pt x="72" y="1"/>
                    <a:pt x="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54" name="Google Shape;24054;p146"/>
          <p:cNvGrpSpPr/>
          <p:nvPr/>
        </p:nvGrpSpPr>
        <p:grpSpPr>
          <a:xfrm>
            <a:off x="997655" y="2369062"/>
            <a:ext cx="354057" cy="255686"/>
            <a:chOff x="997655" y="2521462"/>
            <a:chExt cx="354057" cy="255686"/>
          </a:xfrm>
        </p:grpSpPr>
        <p:sp>
          <p:nvSpPr>
            <p:cNvPr id="24055" name="Google Shape;24055;p146"/>
            <p:cNvSpPr/>
            <p:nvPr/>
          </p:nvSpPr>
          <p:spPr>
            <a:xfrm>
              <a:off x="1214565" y="2537727"/>
              <a:ext cx="73648" cy="57383"/>
            </a:xfrm>
            <a:custGeom>
              <a:avLst/>
              <a:gdLst/>
              <a:ahLst/>
              <a:cxnLst/>
              <a:rect l="l" t="t" r="r" b="b"/>
              <a:pathLst>
                <a:path w="2264" h="1764" extrusionOk="0">
                  <a:moveTo>
                    <a:pt x="953" y="1"/>
                  </a:moveTo>
                  <a:cubicBezTo>
                    <a:pt x="477" y="1"/>
                    <a:pt x="1" y="382"/>
                    <a:pt x="48" y="1025"/>
                  </a:cubicBezTo>
                  <a:lnTo>
                    <a:pt x="1192" y="1763"/>
                  </a:lnTo>
                  <a:cubicBezTo>
                    <a:pt x="2263" y="1430"/>
                    <a:pt x="2001" y="1"/>
                    <a:pt x="953"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6" name="Google Shape;24056;p146"/>
            <p:cNvSpPr/>
            <p:nvPr/>
          </p:nvSpPr>
          <p:spPr>
            <a:xfrm>
              <a:off x="997655" y="2521462"/>
              <a:ext cx="354057" cy="255686"/>
            </a:xfrm>
            <a:custGeom>
              <a:avLst/>
              <a:gdLst/>
              <a:ahLst/>
              <a:cxnLst/>
              <a:rect l="l" t="t" r="r" b="b"/>
              <a:pathLst>
                <a:path w="10884" h="7860" extrusionOk="0">
                  <a:moveTo>
                    <a:pt x="7621" y="620"/>
                  </a:moveTo>
                  <a:cubicBezTo>
                    <a:pt x="8074" y="620"/>
                    <a:pt x="8455" y="977"/>
                    <a:pt x="8455" y="1430"/>
                  </a:cubicBezTo>
                  <a:cubicBezTo>
                    <a:pt x="8455" y="1787"/>
                    <a:pt x="8217" y="2073"/>
                    <a:pt x="7907" y="2168"/>
                  </a:cubicBezTo>
                  <a:lnTo>
                    <a:pt x="6835" y="1454"/>
                  </a:lnTo>
                  <a:cubicBezTo>
                    <a:pt x="6788" y="977"/>
                    <a:pt x="7169" y="620"/>
                    <a:pt x="7621" y="620"/>
                  </a:cubicBezTo>
                  <a:close/>
                  <a:moveTo>
                    <a:pt x="7621" y="1"/>
                  </a:moveTo>
                  <a:cubicBezTo>
                    <a:pt x="6978" y="1"/>
                    <a:pt x="6383" y="453"/>
                    <a:pt x="6240" y="1096"/>
                  </a:cubicBezTo>
                  <a:cubicBezTo>
                    <a:pt x="5168" y="501"/>
                    <a:pt x="4168" y="239"/>
                    <a:pt x="3311" y="239"/>
                  </a:cubicBezTo>
                  <a:cubicBezTo>
                    <a:pt x="1263" y="239"/>
                    <a:pt x="1" y="1573"/>
                    <a:pt x="120" y="3263"/>
                  </a:cubicBezTo>
                  <a:cubicBezTo>
                    <a:pt x="334" y="6597"/>
                    <a:pt x="4049" y="7860"/>
                    <a:pt x="7478" y="7860"/>
                  </a:cubicBezTo>
                  <a:cubicBezTo>
                    <a:pt x="7645" y="7860"/>
                    <a:pt x="7812" y="7693"/>
                    <a:pt x="7764" y="7502"/>
                  </a:cubicBezTo>
                  <a:cubicBezTo>
                    <a:pt x="7740" y="7360"/>
                    <a:pt x="7621" y="7240"/>
                    <a:pt x="7455" y="7240"/>
                  </a:cubicBezTo>
                  <a:cubicBezTo>
                    <a:pt x="5478" y="7240"/>
                    <a:pt x="2858" y="6764"/>
                    <a:pt x="1596" y="5288"/>
                  </a:cubicBezTo>
                  <a:lnTo>
                    <a:pt x="10193" y="5288"/>
                  </a:lnTo>
                  <a:cubicBezTo>
                    <a:pt x="10670" y="5288"/>
                    <a:pt x="10884" y="4788"/>
                    <a:pt x="10551" y="4454"/>
                  </a:cubicBezTo>
                  <a:cubicBezTo>
                    <a:pt x="10122" y="4049"/>
                    <a:pt x="9384" y="3335"/>
                    <a:pt x="8431" y="2597"/>
                  </a:cubicBezTo>
                  <a:cubicBezTo>
                    <a:pt x="8812" y="2311"/>
                    <a:pt x="9050" y="1906"/>
                    <a:pt x="9050" y="1430"/>
                  </a:cubicBezTo>
                  <a:cubicBezTo>
                    <a:pt x="9050" y="644"/>
                    <a:pt x="8407" y="1"/>
                    <a:pt x="7621" y="1"/>
                  </a:cubicBezTo>
                  <a:close/>
                </a:path>
              </a:pathLst>
            </a:custGeom>
            <a:solidFill>
              <a:srgbClr val="9EAA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7" name="Google Shape;24057;p146"/>
            <p:cNvSpPr/>
            <p:nvPr/>
          </p:nvSpPr>
          <p:spPr>
            <a:xfrm>
              <a:off x="1172732" y="2521462"/>
              <a:ext cx="178980" cy="254905"/>
            </a:xfrm>
            <a:custGeom>
              <a:avLst/>
              <a:gdLst/>
              <a:ahLst/>
              <a:cxnLst/>
              <a:rect l="l" t="t" r="r" b="b"/>
              <a:pathLst>
                <a:path w="5502" h="7836" extrusionOk="0">
                  <a:moveTo>
                    <a:pt x="2239" y="620"/>
                  </a:moveTo>
                  <a:cubicBezTo>
                    <a:pt x="2692" y="620"/>
                    <a:pt x="3073" y="977"/>
                    <a:pt x="3073" y="1430"/>
                  </a:cubicBezTo>
                  <a:cubicBezTo>
                    <a:pt x="3049" y="1739"/>
                    <a:pt x="2835" y="2049"/>
                    <a:pt x="2478" y="2168"/>
                  </a:cubicBezTo>
                  <a:lnTo>
                    <a:pt x="1406" y="1454"/>
                  </a:lnTo>
                  <a:cubicBezTo>
                    <a:pt x="1382" y="977"/>
                    <a:pt x="1763" y="620"/>
                    <a:pt x="2239" y="620"/>
                  </a:cubicBezTo>
                  <a:close/>
                  <a:moveTo>
                    <a:pt x="2263" y="1"/>
                  </a:moveTo>
                  <a:cubicBezTo>
                    <a:pt x="1620" y="1"/>
                    <a:pt x="1025" y="453"/>
                    <a:pt x="882" y="1096"/>
                  </a:cubicBezTo>
                  <a:cubicBezTo>
                    <a:pt x="596" y="953"/>
                    <a:pt x="334" y="834"/>
                    <a:pt x="72" y="715"/>
                  </a:cubicBezTo>
                  <a:lnTo>
                    <a:pt x="72" y="5311"/>
                  </a:lnTo>
                  <a:lnTo>
                    <a:pt x="4859" y="5311"/>
                  </a:lnTo>
                  <a:cubicBezTo>
                    <a:pt x="5288" y="5288"/>
                    <a:pt x="5502" y="4788"/>
                    <a:pt x="5192" y="4454"/>
                  </a:cubicBezTo>
                  <a:cubicBezTo>
                    <a:pt x="4764" y="4049"/>
                    <a:pt x="4025" y="3335"/>
                    <a:pt x="3073" y="2597"/>
                  </a:cubicBezTo>
                  <a:cubicBezTo>
                    <a:pt x="3478" y="2311"/>
                    <a:pt x="3716" y="1906"/>
                    <a:pt x="3716" y="1430"/>
                  </a:cubicBezTo>
                  <a:cubicBezTo>
                    <a:pt x="3716" y="644"/>
                    <a:pt x="3049" y="1"/>
                    <a:pt x="2263" y="1"/>
                  </a:cubicBezTo>
                  <a:close/>
                  <a:moveTo>
                    <a:pt x="1" y="7050"/>
                  </a:moveTo>
                  <a:lnTo>
                    <a:pt x="1" y="7669"/>
                  </a:lnTo>
                  <a:cubicBezTo>
                    <a:pt x="691" y="7788"/>
                    <a:pt x="1406" y="7836"/>
                    <a:pt x="2073" y="7836"/>
                  </a:cubicBezTo>
                  <a:cubicBezTo>
                    <a:pt x="2239" y="7836"/>
                    <a:pt x="2382" y="7669"/>
                    <a:pt x="2358" y="7479"/>
                  </a:cubicBezTo>
                  <a:cubicBezTo>
                    <a:pt x="2358" y="7360"/>
                    <a:pt x="2216" y="7240"/>
                    <a:pt x="2073" y="7240"/>
                  </a:cubicBezTo>
                  <a:cubicBezTo>
                    <a:pt x="1382" y="7240"/>
                    <a:pt x="668" y="7169"/>
                    <a:pt x="1" y="7050"/>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8" name="Google Shape;24058;p146"/>
            <p:cNvSpPr/>
            <p:nvPr/>
          </p:nvSpPr>
          <p:spPr>
            <a:xfrm>
              <a:off x="1224649" y="2631479"/>
              <a:ext cx="20949" cy="21730"/>
            </a:xfrm>
            <a:custGeom>
              <a:avLst/>
              <a:gdLst/>
              <a:ahLst/>
              <a:cxnLst/>
              <a:rect l="l" t="t" r="r" b="b"/>
              <a:pathLst>
                <a:path w="644" h="668" extrusionOk="0">
                  <a:moveTo>
                    <a:pt x="334" y="1"/>
                  </a:moveTo>
                  <a:cubicBezTo>
                    <a:pt x="143" y="1"/>
                    <a:pt x="0" y="143"/>
                    <a:pt x="0" y="334"/>
                  </a:cubicBezTo>
                  <a:cubicBezTo>
                    <a:pt x="0" y="524"/>
                    <a:pt x="143" y="667"/>
                    <a:pt x="334" y="667"/>
                  </a:cubicBezTo>
                  <a:cubicBezTo>
                    <a:pt x="500" y="643"/>
                    <a:pt x="643" y="524"/>
                    <a:pt x="643" y="334"/>
                  </a:cubicBezTo>
                  <a:cubicBezTo>
                    <a:pt x="643" y="143"/>
                    <a:pt x="500" y="1"/>
                    <a:pt x="334"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9" name="Google Shape;24059;p146"/>
            <p:cNvSpPr/>
            <p:nvPr/>
          </p:nvSpPr>
          <p:spPr>
            <a:xfrm>
              <a:off x="1082884" y="2615409"/>
              <a:ext cx="68183" cy="78072"/>
            </a:xfrm>
            <a:custGeom>
              <a:avLst/>
              <a:gdLst/>
              <a:ahLst/>
              <a:cxnLst/>
              <a:rect l="l" t="t" r="r" b="b"/>
              <a:pathLst>
                <a:path w="2096" h="2400" extrusionOk="0">
                  <a:moveTo>
                    <a:pt x="343" y="1"/>
                  </a:moveTo>
                  <a:cubicBezTo>
                    <a:pt x="226" y="1"/>
                    <a:pt x="108" y="59"/>
                    <a:pt x="72" y="185"/>
                  </a:cubicBezTo>
                  <a:cubicBezTo>
                    <a:pt x="0" y="328"/>
                    <a:pt x="72" y="542"/>
                    <a:pt x="238" y="590"/>
                  </a:cubicBezTo>
                  <a:cubicBezTo>
                    <a:pt x="1024" y="899"/>
                    <a:pt x="1501" y="1661"/>
                    <a:pt x="1286" y="2400"/>
                  </a:cubicBezTo>
                  <a:lnTo>
                    <a:pt x="1905" y="2400"/>
                  </a:lnTo>
                  <a:cubicBezTo>
                    <a:pt x="2096" y="1399"/>
                    <a:pt x="1477" y="423"/>
                    <a:pt x="453" y="18"/>
                  </a:cubicBezTo>
                  <a:cubicBezTo>
                    <a:pt x="418" y="7"/>
                    <a:pt x="381" y="1"/>
                    <a:pt x="343"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60" name="Google Shape;24060;p146"/>
          <p:cNvGrpSpPr/>
          <p:nvPr/>
        </p:nvGrpSpPr>
        <p:grpSpPr>
          <a:xfrm>
            <a:off x="999997" y="2889867"/>
            <a:ext cx="346314" cy="345143"/>
            <a:chOff x="999997" y="3042267"/>
            <a:chExt cx="346314" cy="345143"/>
          </a:xfrm>
        </p:grpSpPr>
        <p:sp>
          <p:nvSpPr>
            <p:cNvPr id="24061" name="Google Shape;24061;p146"/>
            <p:cNvSpPr/>
            <p:nvPr/>
          </p:nvSpPr>
          <p:spPr>
            <a:xfrm>
              <a:off x="1275006" y="3042267"/>
              <a:ext cx="71306" cy="71111"/>
            </a:xfrm>
            <a:custGeom>
              <a:avLst/>
              <a:gdLst/>
              <a:ahLst/>
              <a:cxnLst/>
              <a:rect l="l" t="t" r="r" b="b"/>
              <a:pathLst>
                <a:path w="2192" h="2186" extrusionOk="0">
                  <a:moveTo>
                    <a:pt x="1855" y="0"/>
                  </a:moveTo>
                  <a:cubicBezTo>
                    <a:pt x="1774" y="0"/>
                    <a:pt x="1691" y="30"/>
                    <a:pt x="1620" y="89"/>
                  </a:cubicBezTo>
                  <a:lnTo>
                    <a:pt x="0" y="1733"/>
                  </a:lnTo>
                  <a:lnTo>
                    <a:pt x="429" y="2185"/>
                  </a:lnTo>
                  <a:lnTo>
                    <a:pt x="2072" y="542"/>
                  </a:lnTo>
                  <a:cubicBezTo>
                    <a:pt x="2191" y="423"/>
                    <a:pt x="2191" y="208"/>
                    <a:pt x="2072" y="89"/>
                  </a:cubicBezTo>
                  <a:cubicBezTo>
                    <a:pt x="2013" y="30"/>
                    <a:pt x="1935" y="0"/>
                    <a:pt x="1855"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2" name="Google Shape;24062;p146"/>
            <p:cNvSpPr/>
            <p:nvPr/>
          </p:nvSpPr>
          <p:spPr>
            <a:xfrm>
              <a:off x="1282748" y="3045943"/>
              <a:ext cx="63564" cy="67435"/>
            </a:xfrm>
            <a:custGeom>
              <a:avLst/>
              <a:gdLst/>
              <a:ahLst/>
              <a:cxnLst/>
              <a:rect l="l" t="t" r="r" b="b"/>
              <a:pathLst>
                <a:path w="1954" h="2073" extrusionOk="0">
                  <a:moveTo>
                    <a:pt x="1834" y="0"/>
                  </a:moveTo>
                  <a:lnTo>
                    <a:pt x="0" y="1858"/>
                  </a:lnTo>
                  <a:lnTo>
                    <a:pt x="191" y="2072"/>
                  </a:lnTo>
                  <a:lnTo>
                    <a:pt x="1834" y="429"/>
                  </a:lnTo>
                  <a:cubicBezTo>
                    <a:pt x="1953" y="310"/>
                    <a:pt x="1953" y="95"/>
                    <a:pt x="1834"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3" name="Google Shape;24063;p146"/>
            <p:cNvSpPr/>
            <p:nvPr/>
          </p:nvSpPr>
          <p:spPr>
            <a:xfrm>
              <a:off x="1028656" y="3284551"/>
              <a:ext cx="75958" cy="75144"/>
            </a:xfrm>
            <a:custGeom>
              <a:avLst/>
              <a:gdLst/>
              <a:ahLst/>
              <a:cxnLst/>
              <a:rect l="l" t="t" r="r" b="b"/>
              <a:pathLst>
                <a:path w="2335" h="2310" extrusionOk="0">
                  <a:moveTo>
                    <a:pt x="1024" y="0"/>
                  </a:moveTo>
                  <a:lnTo>
                    <a:pt x="0" y="1000"/>
                  </a:lnTo>
                  <a:lnTo>
                    <a:pt x="1310" y="2310"/>
                  </a:lnTo>
                  <a:lnTo>
                    <a:pt x="2334" y="1310"/>
                  </a:lnTo>
                  <a:lnTo>
                    <a:pt x="1024" y="0"/>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4" name="Google Shape;24064;p146"/>
            <p:cNvSpPr/>
            <p:nvPr/>
          </p:nvSpPr>
          <p:spPr>
            <a:xfrm>
              <a:off x="1050354" y="3305435"/>
              <a:ext cx="54260" cy="54260"/>
            </a:xfrm>
            <a:custGeom>
              <a:avLst/>
              <a:gdLst/>
              <a:ahLst/>
              <a:cxnLst/>
              <a:rect l="l" t="t" r="r" b="b"/>
              <a:pathLst>
                <a:path w="1668" h="1668" extrusionOk="0">
                  <a:moveTo>
                    <a:pt x="1000" y="1"/>
                  </a:moveTo>
                  <a:lnTo>
                    <a:pt x="0" y="1025"/>
                  </a:lnTo>
                  <a:lnTo>
                    <a:pt x="643" y="1668"/>
                  </a:lnTo>
                  <a:lnTo>
                    <a:pt x="1667" y="668"/>
                  </a:lnTo>
                  <a:lnTo>
                    <a:pt x="1000" y="1"/>
                  </a:ln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5" name="Google Shape;24065;p146"/>
            <p:cNvSpPr/>
            <p:nvPr/>
          </p:nvSpPr>
          <p:spPr>
            <a:xfrm>
              <a:off x="1227740" y="3084849"/>
              <a:ext cx="75958" cy="74982"/>
            </a:xfrm>
            <a:custGeom>
              <a:avLst/>
              <a:gdLst/>
              <a:ahLst/>
              <a:cxnLst/>
              <a:rect l="l" t="t" r="r" b="b"/>
              <a:pathLst>
                <a:path w="2335" h="2305" extrusionOk="0">
                  <a:moveTo>
                    <a:pt x="1108" y="1"/>
                  </a:moveTo>
                  <a:cubicBezTo>
                    <a:pt x="1025" y="1"/>
                    <a:pt x="941" y="31"/>
                    <a:pt x="882" y="90"/>
                  </a:cubicBezTo>
                  <a:lnTo>
                    <a:pt x="1" y="995"/>
                  </a:lnTo>
                  <a:lnTo>
                    <a:pt x="1310" y="2305"/>
                  </a:lnTo>
                  <a:lnTo>
                    <a:pt x="2192" y="1400"/>
                  </a:lnTo>
                  <a:cubicBezTo>
                    <a:pt x="2334" y="1305"/>
                    <a:pt x="2334" y="1138"/>
                    <a:pt x="2215" y="995"/>
                  </a:cubicBezTo>
                  <a:lnTo>
                    <a:pt x="1334" y="90"/>
                  </a:lnTo>
                  <a:cubicBezTo>
                    <a:pt x="1275" y="31"/>
                    <a:pt x="1191" y="1"/>
                    <a:pt x="1108" y="1"/>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6" name="Google Shape;24066;p146"/>
            <p:cNvSpPr/>
            <p:nvPr/>
          </p:nvSpPr>
          <p:spPr>
            <a:xfrm>
              <a:off x="1249437" y="3102480"/>
              <a:ext cx="54260" cy="57350"/>
            </a:xfrm>
            <a:custGeom>
              <a:avLst/>
              <a:gdLst/>
              <a:ahLst/>
              <a:cxnLst/>
              <a:rect l="l" t="t" r="r" b="b"/>
              <a:pathLst>
                <a:path w="1668" h="1763" extrusionOk="0">
                  <a:moveTo>
                    <a:pt x="1120" y="1"/>
                  </a:moveTo>
                  <a:lnTo>
                    <a:pt x="0" y="1096"/>
                  </a:lnTo>
                  <a:cubicBezTo>
                    <a:pt x="667" y="1763"/>
                    <a:pt x="643" y="1691"/>
                    <a:pt x="667" y="1763"/>
                  </a:cubicBezTo>
                  <a:lnTo>
                    <a:pt x="1548" y="858"/>
                  </a:lnTo>
                  <a:cubicBezTo>
                    <a:pt x="1667" y="763"/>
                    <a:pt x="1667" y="596"/>
                    <a:pt x="1548" y="453"/>
                  </a:cubicBezTo>
                  <a:lnTo>
                    <a:pt x="1120" y="1"/>
                  </a:ln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7" name="Google Shape;24067;p146"/>
            <p:cNvSpPr/>
            <p:nvPr/>
          </p:nvSpPr>
          <p:spPr>
            <a:xfrm>
              <a:off x="999997" y="3300230"/>
              <a:ext cx="89100" cy="87180"/>
            </a:xfrm>
            <a:custGeom>
              <a:avLst/>
              <a:gdLst/>
              <a:ahLst/>
              <a:cxnLst/>
              <a:rect l="l" t="t" r="r" b="b"/>
              <a:pathLst>
                <a:path w="2739" h="2680" extrusionOk="0">
                  <a:moveTo>
                    <a:pt x="334" y="0"/>
                  </a:moveTo>
                  <a:cubicBezTo>
                    <a:pt x="256" y="0"/>
                    <a:pt x="179" y="30"/>
                    <a:pt x="119" y="90"/>
                  </a:cubicBezTo>
                  <a:cubicBezTo>
                    <a:pt x="0" y="209"/>
                    <a:pt x="0" y="399"/>
                    <a:pt x="119" y="518"/>
                  </a:cubicBezTo>
                  <a:lnTo>
                    <a:pt x="2167" y="2590"/>
                  </a:lnTo>
                  <a:cubicBezTo>
                    <a:pt x="2227" y="2650"/>
                    <a:pt x="2310" y="2679"/>
                    <a:pt x="2394" y="2679"/>
                  </a:cubicBezTo>
                  <a:cubicBezTo>
                    <a:pt x="2477" y="2679"/>
                    <a:pt x="2560" y="2650"/>
                    <a:pt x="2620" y="2590"/>
                  </a:cubicBezTo>
                  <a:cubicBezTo>
                    <a:pt x="2739" y="2471"/>
                    <a:pt x="2739" y="2257"/>
                    <a:pt x="2620" y="2138"/>
                  </a:cubicBezTo>
                  <a:lnTo>
                    <a:pt x="548" y="90"/>
                  </a:lnTo>
                  <a:cubicBezTo>
                    <a:pt x="488" y="30"/>
                    <a:pt x="411" y="0"/>
                    <a:pt x="334"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8" name="Google Shape;24068;p146"/>
            <p:cNvSpPr/>
            <p:nvPr/>
          </p:nvSpPr>
          <p:spPr>
            <a:xfrm>
              <a:off x="1037179" y="3336436"/>
              <a:ext cx="51918" cy="50975"/>
            </a:xfrm>
            <a:custGeom>
              <a:avLst/>
              <a:gdLst/>
              <a:ahLst/>
              <a:cxnLst/>
              <a:rect l="l" t="t" r="r" b="b"/>
              <a:pathLst>
                <a:path w="1596" h="1567" extrusionOk="0">
                  <a:moveTo>
                    <a:pt x="453" y="1"/>
                  </a:moveTo>
                  <a:lnTo>
                    <a:pt x="0" y="453"/>
                  </a:lnTo>
                  <a:lnTo>
                    <a:pt x="1024" y="1477"/>
                  </a:lnTo>
                  <a:cubicBezTo>
                    <a:pt x="1084" y="1537"/>
                    <a:pt x="1167" y="1566"/>
                    <a:pt x="1251" y="1566"/>
                  </a:cubicBezTo>
                  <a:cubicBezTo>
                    <a:pt x="1334" y="1566"/>
                    <a:pt x="1417" y="1537"/>
                    <a:pt x="1477" y="1477"/>
                  </a:cubicBezTo>
                  <a:cubicBezTo>
                    <a:pt x="1596" y="1358"/>
                    <a:pt x="1596" y="1144"/>
                    <a:pt x="1477" y="1025"/>
                  </a:cubicBezTo>
                  <a:lnTo>
                    <a:pt x="453"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9" name="Google Shape;24069;p146"/>
            <p:cNvSpPr/>
            <p:nvPr/>
          </p:nvSpPr>
          <p:spPr>
            <a:xfrm>
              <a:off x="1042579" y="3104627"/>
              <a:ext cx="245634" cy="241926"/>
            </a:xfrm>
            <a:custGeom>
              <a:avLst/>
              <a:gdLst/>
              <a:ahLst/>
              <a:cxnLst/>
              <a:rect l="l" t="t" r="r" b="b"/>
              <a:pathLst>
                <a:path w="7551" h="7437" extrusionOk="0">
                  <a:moveTo>
                    <a:pt x="4916" y="0"/>
                  </a:moveTo>
                  <a:cubicBezTo>
                    <a:pt x="4573" y="0"/>
                    <a:pt x="4228" y="137"/>
                    <a:pt x="3954" y="411"/>
                  </a:cubicBezTo>
                  <a:lnTo>
                    <a:pt x="1" y="4364"/>
                  </a:lnTo>
                  <a:lnTo>
                    <a:pt x="3073" y="7436"/>
                  </a:lnTo>
                  <a:lnTo>
                    <a:pt x="6669" y="3840"/>
                  </a:lnTo>
                  <a:lnTo>
                    <a:pt x="7122" y="3388"/>
                  </a:lnTo>
                  <a:cubicBezTo>
                    <a:pt x="7550" y="2888"/>
                    <a:pt x="7526" y="2078"/>
                    <a:pt x="7026" y="1578"/>
                  </a:cubicBezTo>
                  <a:lnTo>
                    <a:pt x="5859" y="411"/>
                  </a:lnTo>
                  <a:cubicBezTo>
                    <a:pt x="5597" y="137"/>
                    <a:pt x="5258" y="0"/>
                    <a:pt x="4916" y="0"/>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0" name="Google Shape;24070;p146"/>
            <p:cNvSpPr/>
            <p:nvPr/>
          </p:nvSpPr>
          <p:spPr>
            <a:xfrm>
              <a:off x="1092187" y="3136572"/>
              <a:ext cx="196026" cy="209981"/>
            </a:xfrm>
            <a:custGeom>
              <a:avLst/>
              <a:gdLst/>
              <a:ahLst/>
              <a:cxnLst/>
              <a:rect l="l" t="t" r="r" b="b"/>
              <a:pathLst>
                <a:path w="6026" h="6455" extrusionOk="0">
                  <a:moveTo>
                    <a:pt x="4906" y="0"/>
                  </a:moveTo>
                  <a:lnTo>
                    <a:pt x="0" y="4906"/>
                  </a:lnTo>
                  <a:lnTo>
                    <a:pt x="1548" y="6454"/>
                  </a:lnTo>
                  <a:lnTo>
                    <a:pt x="5144" y="2858"/>
                  </a:lnTo>
                  <a:lnTo>
                    <a:pt x="5597" y="2406"/>
                  </a:lnTo>
                  <a:cubicBezTo>
                    <a:pt x="6025" y="1906"/>
                    <a:pt x="6001" y="1096"/>
                    <a:pt x="5501" y="596"/>
                  </a:cubicBezTo>
                  <a:lnTo>
                    <a:pt x="4906" y="0"/>
                  </a:ln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1" name="Google Shape;24071;p146"/>
            <p:cNvSpPr/>
            <p:nvPr/>
          </p:nvSpPr>
          <p:spPr>
            <a:xfrm>
              <a:off x="1109233" y="3104627"/>
              <a:ext cx="178980" cy="175304"/>
            </a:xfrm>
            <a:custGeom>
              <a:avLst/>
              <a:gdLst/>
              <a:ahLst/>
              <a:cxnLst/>
              <a:rect l="l" t="t" r="r" b="b"/>
              <a:pathLst>
                <a:path w="5502" h="5389" extrusionOk="0">
                  <a:moveTo>
                    <a:pt x="2867" y="0"/>
                  </a:moveTo>
                  <a:cubicBezTo>
                    <a:pt x="2524" y="0"/>
                    <a:pt x="2179" y="137"/>
                    <a:pt x="1905" y="411"/>
                  </a:cubicBezTo>
                  <a:lnTo>
                    <a:pt x="0" y="2316"/>
                  </a:lnTo>
                  <a:lnTo>
                    <a:pt x="3072" y="5388"/>
                  </a:lnTo>
                  <a:lnTo>
                    <a:pt x="4977" y="3483"/>
                  </a:lnTo>
                  <a:cubicBezTo>
                    <a:pt x="5501" y="2935"/>
                    <a:pt x="5501" y="2078"/>
                    <a:pt x="4977" y="1578"/>
                  </a:cubicBezTo>
                  <a:lnTo>
                    <a:pt x="3810" y="411"/>
                  </a:lnTo>
                  <a:cubicBezTo>
                    <a:pt x="3548" y="137"/>
                    <a:pt x="3209" y="0"/>
                    <a:pt x="2867"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2" name="Google Shape;24072;p146"/>
            <p:cNvSpPr/>
            <p:nvPr/>
          </p:nvSpPr>
          <p:spPr>
            <a:xfrm>
              <a:off x="1160772" y="3137754"/>
              <a:ext cx="129404" cy="143360"/>
            </a:xfrm>
            <a:custGeom>
              <a:avLst/>
              <a:gdLst/>
              <a:ahLst/>
              <a:cxnLst/>
              <a:rect l="l" t="t" r="r" b="b"/>
              <a:pathLst>
                <a:path w="3978" h="4407" extrusionOk="0">
                  <a:moveTo>
                    <a:pt x="2858" y="1"/>
                  </a:moveTo>
                  <a:lnTo>
                    <a:pt x="0" y="2882"/>
                  </a:lnTo>
                  <a:lnTo>
                    <a:pt x="1548" y="4406"/>
                  </a:lnTo>
                  <a:lnTo>
                    <a:pt x="3453" y="2525"/>
                  </a:lnTo>
                  <a:cubicBezTo>
                    <a:pt x="3953" y="2001"/>
                    <a:pt x="3977" y="1215"/>
                    <a:pt x="3501" y="667"/>
                  </a:cubicBezTo>
                  <a:lnTo>
                    <a:pt x="28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3" name="Google Shape;24073;p146"/>
            <p:cNvSpPr/>
            <p:nvPr/>
          </p:nvSpPr>
          <p:spPr>
            <a:xfrm>
              <a:off x="1019353" y="3232828"/>
              <a:ext cx="136366" cy="135195"/>
            </a:xfrm>
            <a:custGeom>
              <a:avLst/>
              <a:gdLst/>
              <a:ahLst/>
              <a:cxnLst/>
              <a:rect l="l" t="t" r="r" b="b"/>
              <a:pathLst>
                <a:path w="4192" h="4156" extrusionOk="0">
                  <a:moveTo>
                    <a:pt x="346" y="0"/>
                  </a:moveTo>
                  <a:cubicBezTo>
                    <a:pt x="262" y="0"/>
                    <a:pt x="179" y="30"/>
                    <a:pt x="120" y="90"/>
                  </a:cubicBezTo>
                  <a:cubicBezTo>
                    <a:pt x="1" y="209"/>
                    <a:pt x="1" y="423"/>
                    <a:pt x="120" y="542"/>
                  </a:cubicBezTo>
                  <a:lnTo>
                    <a:pt x="3620" y="4067"/>
                  </a:lnTo>
                  <a:cubicBezTo>
                    <a:pt x="3680" y="4126"/>
                    <a:pt x="3763" y="4156"/>
                    <a:pt x="3847" y="4156"/>
                  </a:cubicBezTo>
                  <a:cubicBezTo>
                    <a:pt x="3930" y="4156"/>
                    <a:pt x="4013" y="4126"/>
                    <a:pt x="4073" y="4067"/>
                  </a:cubicBezTo>
                  <a:cubicBezTo>
                    <a:pt x="4192" y="3948"/>
                    <a:pt x="4192" y="3733"/>
                    <a:pt x="4073" y="3614"/>
                  </a:cubicBezTo>
                  <a:lnTo>
                    <a:pt x="572" y="90"/>
                  </a:lnTo>
                  <a:cubicBezTo>
                    <a:pt x="513" y="30"/>
                    <a:pt x="429" y="0"/>
                    <a:pt x="346"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4" name="Google Shape;24074;p146"/>
            <p:cNvSpPr/>
            <p:nvPr/>
          </p:nvSpPr>
          <p:spPr>
            <a:xfrm>
              <a:off x="1080542" y="3293041"/>
              <a:ext cx="79113" cy="75047"/>
            </a:xfrm>
            <a:custGeom>
              <a:avLst/>
              <a:gdLst/>
              <a:ahLst/>
              <a:cxnLst/>
              <a:rect l="l" t="t" r="r" b="b"/>
              <a:pathLst>
                <a:path w="2432" h="2307" extrusionOk="0">
                  <a:moveTo>
                    <a:pt x="430" y="1"/>
                  </a:moveTo>
                  <a:lnTo>
                    <a:pt x="1" y="453"/>
                  </a:lnTo>
                  <a:lnTo>
                    <a:pt x="1739" y="2216"/>
                  </a:lnTo>
                  <a:cubicBezTo>
                    <a:pt x="1809" y="2280"/>
                    <a:pt x="1885" y="2307"/>
                    <a:pt x="1959" y="2307"/>
                  </a:cubicBezTo>
                  <a:cubicBezTo>
                    <a:pt x="2214" y="2307"/>
                    <a:pt x="2432" y="1985"/>
                    <a:pt x="2192" y="1763"/>
                  </a:cubicBezTo>
                  <a:lnTo>
                    <a:pt x="430"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5" name="Google Shape;24075;p146"/>
            <p:cNvSpPr/>
            <p:nvPr/>
          </p:nvSpPr>
          <p:spPr>
            <a:xfrm>
              <a:off x="1233172" y="3190214"/>
              <a:ext cx="39524" cy="39361"/>
            </a:xfrm>
            <a:custGeom>
              <a:avLst/>
              <a:gdLst/>
              <a:ahLst/>
              <a:cxnLst/>
              <a:rect l="l" t="t" r="r" b="b"/>
              <a:pathLst>
                <a:path w="1215" h="1210" extrusionOk="0">
                  <a:moveTo>
                    <a:pt x="346" y="1"/>
                  </a:moveTo>
                  <a:cubicBezTo>
                    <a:pt x="262" y="1"/>
                    <a:pt x="179" y="30"/>
                    <a:pt x="119" y="90"/>
                  </a:cubicBezTo>
                  <a:cubicBezTo>
                    <a:pt x="0" y="209"/>
                    <a:pt x="0" y="423"/>
                    <a:pt x="119" y="542"/>
                  </a:cubicBezTo>
                  <a:lnTo>
                    <a:pt x="786" y="1209"/>
                  </a:lnTo>
                  <a:lnTo>
                    <a:pt x="1215" y="757"/>
                  </a:lnTo>
                  <a:lnTo>
                    <a:pt x="572" y="90"/>
                  </a:lnTo>
                  <a:cubicBezTo>
                    <a:pt x="512" y="30"/>
                    <a:pt x="429" y="1"/>
                    <a:pt x="3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6" name="Google Shape;24076;p146"/>
            <p:cNvSpPr/>
            <p:nvPr/>
          </p:nvSpPr>
          <p:spPr>
            <a:xfrm>
              <a:off x="1205294" y="3219654"/>
              <a:ext cx="39524" cy="38581"/>
            </a:xfrm>
            <a:custGeom>
              <a:avLst/>
              <a:gdLst/>
              <a:ahLst/>
              <a:cxnLst/>
              <a:rect l="l" t="t" r="r" b="b"/>
              <a:pathLst>
                <a:path w="1215" h="1186" extrusionOk="0">
                  <a:moveTo>
                    <a:pt x="345" y="1"/>
                  </a:moveTo>
                  <a:cubicBezTo>
                    <a:pt x="262" y="1"/>
                    <a:pt x="179" y="30"/>
                    <a:pt x="119" y="90"/>
                  </a:cubicBezTo>
                  <a:cubicBezTo>
                    <a:pt x="0" y="209"/>
                    <a:pt x="0" y="423"/>
                    <a:pt x="119" y="542"/>
                  </a:cubicBezTo>
                  <a:lnTo>
                    <a:pt x="762" y="1185"/>
                  </a:lnTo>
                  <a:lnTo>
                    <a:pt x="1215" y="733"/>
                  </a:lnTo>
                  <a:lnTo>
                    <a:pt x="572" y="90"/>
                  </a:lnTo>
                  <a:cubicBezTo>
                    <a:pt x="512" y="30"/>
                    <a:pt x="429" y="1"/>
                    <a:pt x="3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7" name="Google Shape;24077;p146"/>
            <p:cNvSpPr/>
            <p:nvPr/>
          </p:nvSpPr>
          <p:spPr>
            <a:xfrm>
              <a:off x="1177383" y="3247532"/>
              <a:ext cx="39556" cy="38581"/>
            </a:xfrm>
            <a:custGeom>
              <a:avLst/>
              <a:gdLst/>
              <a:ahLst/>
              <a:cxnLst/>
              <a:rect l="l" t="t" r="r" b="b"/>
              <a:pathLst>
                <a:path w="1216" h="1186" extrusionOk="0">
                  <a:moveTo>
                    <a:pt x="334" y="1"/>
                  </a:moveTo>
                  <a:cubicBezTo>
                    <a:pt x="257" y="1"/>
                    <a:pt x="179" y="31"/>
                    <a:pt x="120" y="90"/>
                  </a:cubicBezTo>
                  <a:cubicBezTo>
                    <a:pt x="1" y="209"/>
                    <a:pt x="1" y="424"/>
                    <a:pt x="120" y="543"/>
                  </a:cubicBezTo>
                  <a:lnTo>
                    <a:pt x="763" y="1186"/>
                  </a:lnTo>
                  <a:lnTo>
                    <a:pt x="1215" y="757"/>
                  </a:lnTo>
                  <a:lnTo>
                    <a:pt x="548" y="90"/>
                  </a:lnTo>
                  <a:cubicBezTo>
                    <a:pt x="489" y="31"/>
                    <a:pt x="411" y="1"/>
                    <a:pt x="3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8" name="Google Shape;24078;p146"/>
            <p:cNvSpPr/>
            <p:nvPr/>
          </p:nvSpPr>
          <p:spPr>
            <a:xfrm>
              <a:off x="1147944" y="3276971"/>
              <a:ext cx="39556" cy="38581"/>
            </a:xfrm>
            <a:custGeom>
              <a:avLst/>
              <a:gdLst/>
              <a:ahLst/>
              <a:cxnLst/>
              <a:rect l="l" t="t" r="r" b="b"/>
              <a:pathLst>
                <a:path w="1216" h="1186" extrusionOk="0">
                  <a:moveTo>
                    <a:pt x="346" y="1"/>
                  </a:moveTo>
                  <a:cubicBezTo>
                    <a:pt x="263" y="1"/>
                    <a:pt x="179" y="31"/>
                    <a:pt x="120" y="90"/>
                  </a:cubicBezTo>
                  <a:cubicBezTo>
                    <a:pt x="1" y="209"/>
                    <a:pt x="1" y="400"/>
                    <a:pt x="120" y="519"/>
                  </a:cubicBezTo>
                  <a:lnTo>
                    <a:pt x="763" y="1186"/>
                  </a:lnTo>
                  <a:lnTo>
                    <a:pt x="1215" y="733"/>
                  </a:lnTo>
                  <a:lnTo>
                    <a:pt x="572" y="90"/>
                  </a:lnTo>
                  <a:cubicBezTo>
                    <a:pt x="513" y="31"/>
                    <a:pt x="429" y="1"/>
                    <a:pt x="3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79" name="Google Shape;24079;p146"/>
          <p:cNvGrpSpPr/>
          <p:nvPr/>
        </p:nvGrpSpPr>
        <p:grpSpPr>
          <a:xfrm>
            <a:off x="1756840" y="2893511"/>
            <a:ext cx="347876" cy="337661"/>
            <a:chOff x="1756840" y="3045911"/>
            <a:chExt cx="347876" cy="337661"/>
          </a:xfrm>
        </p:grpSpPr>
        <p:sp>
          <p:nvSpPr>
            <p:cNvPr id="24080" name="Google Shape;24080;p146"/>
            <p:cNvSpPr/>
            <p:nvPr/>
          </p:nvSpPr>
          <p:spPr>
            <a:xfrm>
              <a:off x="1774667" y="3196980"/>
              <a:ext cx="88351" cy="86823"/>
            </a:xfrm>
            <a:custGeom>
              <a:avLst/>
              <a:gdLst/>
              <a:ahLst/>
              <a:cxnLst/>
              <a:rect l="l" t="t" r="r" b="b"/>
              <a:pathLst>
                <a:path w="2716" h="2669" extrusionOk="0">
                  <a:moveTo>
                    <a:pt x="1811" y="1"/>
                  </a:moveTo>
                  <a:lnTo>
                    <a:pt x="1" y="1025"/>
                  </a:lnTo>
                  <a:lnTo>
                    <a:pt x="882" y="2668"/>
                  </a:lnTo>
                  <a:lnTo>
                    <a:pt x="2716" y="1644"/>
                  </a:lnTo>
                  <a:lnTo>
                    <a:pt x="1811" y="1"/>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1" name="Google Shape;24081;p146"/>
            <p:cNvSpPr/>
            <p:nvPr/>
          </p:nvSpPr>
          <p:spPr>
            <a:xfrm>
              <a:off x="1789403" y="3224110"/>
              <a:ext cx="73615" cy="59693"/>
            </a:xfrm>
            <a:custGeom>
              <a:avLst/>
              <a:gdLst/>
              <a:ahLst/>
              <a:cxnLst/>
              <a:rect l="l" t="t" r="r" b="b"/>
              <a:pathLst>
                <a:path w="2263" h="1835" extrusionOk="0">
                  <a:moveTo>
                    <a:pt x="1810" y="0"/>
                  </a:moveTo>
                  <a:cubicBezTo>
                    <a:pt x="1596" y="120"/>
                    <a:pt x="167" y="905"/>
                    <a:pt x="0" y="1025"/>
                  </a:cubicBezTo>
                  <a:lnTo>
                    <a:pt x="429" y="1834"/>
                  </a:lnTo>
                  <a:cubicBezTo>
                    <a:pt x="643" y="1715"/>
                    <a:pt x="2024" y="953"/>
                    <a:pt x="2263" y="810"/>
                  </a:cubicBezTo>
                  <a:lnTo>
                    <a:pt x="1810"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2" name="Google Shape;24082;p146"/>
            <p:cNvSpPr/>
            <p:nvPr/>
          </p:nvSpPr>
          <p:spPr>
            <a:xfrm>
              <a:off x="1856024" y="3247337"/>
              <a:ext cx="92971" cy="136236"/>
            </a:xfrm>
            <a:custGeom>
              <a:avLst/>
              <a:gdLst/>
              <a:ahLst/>
              <a:cxnLst/>
              <a:rect l="l" t="t" r="r" b="b"/>
              <a:pathLst>
                <a:path w="2858" h="4188" extrusionOk="0">
                  <a:moveTo>
                    <a:pt x="2310" y="1"/>
                  </a:moveTo>
                  <a:lnTo>
                    <a:pt x="95" y="3740"/>
                  </a:lnTo>
                  <a:cubicBezTo>
                    <a:pt x="0" y="3883"/>
                    <a:pt x="48" y="4049"/>
                    <a:pt x="215" y="4145"/>
                  </a:cubicBezTo>
                  <a:cubicBezTo>
                    <a:pt x="259" y="4175"/>
                    <a:pt x="307" y="4188"/>
                    <a:pt x="353" y="4188"/>
                  </a:cubicBezTo>
                  <a:cubicBezTo>
                    <a:pt x="455" y="4188"/>
                    <a:pt x="554" y="4124"/>
                    <a:pt x="619" y="4026"/>
                  </a:cubicBezTo>
                  <a:lnTo>
                    <a:pt x="2858" y="311"/>
                  </a:lnTo>
                  <a:cubicBezTo>
                    <a:pt x="2644" y="239"/>
                    <a:pt x="2477" y="120"/>
                    <a:pt x="2310"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3" name="Google Shape;24083;p146"/>
            <p:cNvSpPr/>
            <p:nvPr/>
          </p:nvSpPr>
          <p:spPr>
            <a:xfrm>
              <a:off x="1968350" y="3246588"/>
              <a:ext cx="92223" cy="136984"/>
            </a:xfrm>
            <a:custGeom>
              <a:avLst/>
              <a:gdLst/>
              <a:ahLst/>
              <a:cxnLst/>
              <a:rect l="l" t="t" r="r" b="b"/>
              <a:pathLst>
                <a:path w="2835" h="4211" extrusionOk="0">
                  <a:moveTo>
                    <a:pt x="524" y="0"/>
                  </a:moveTo>
                  <a:cubicBezTo>
                    <a:pt x="381" y="143"/>
                    <a:pt x="191" y="262"/>
                    <a:pt x="0" y="334"/>
                  </a:cubicBezTo>
                  <a:lnTo>
                    <a:pt x="2191" y="4049"/>
                  </a:lnTo>
                  <a:cubicBezTo>
                    <a:pt x="2257" y="4147"/>
                    <a:pt x="2367" y="4211"/>
                    <a:pt x="2476" y="4211"/>
                  </a:cubicBezTo>
                  <a:cubicBezTo>
                    <a:pt x="2525" y="4211"/>
                    <a:pt x="2575" y="4198"/>
                    <a:pt x="2620" y="4168"/>
                  </a:cubicBezTo>
                  <a:cubicBezTo>
                    <a:pt x="2763" y="4072"/>
                    <a:pt x="2834" y="3882"/>
                    <a:pt x="2739" y="3715"/>
                  </a:cubicBezTo>
                  <a:lnTo>
                    <a:pt x="524" y="0"/>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4" name="Google Shape;24084;p146"/>
            <p:cNvSpPr/>
            <p:nvPr/>
          </p:nvSpPr>
          <p:spPr>
            <a:xfrm>
              <a:off x="1822713" y="3062208"/>
              <a:ext cx="262647" cy="203280"/>
            </a:xfrm>
            <a:custGeom>
              <a:avLst/>
              <a:gdLst/>
              <a:ahLst/>
              <a:cxnLst/>
              <a:rect l="l" t="t" r="r" b="b"/>
              <a:pathLst>
                <a:path w="8074" h="6249" extrusionOk="0">
                  <a:moveTo>
                    <a:pt x="6597" y="0"/>
                  </a:moveTo>
                  <a:lnTo>
                    <a:pt x="214" y="3501"/>
                  </a:lnTo>
                  <a:cubicBezTo>
                    <a:pt x="72" y="3596"/>
                    <a:pt x="0" y="3763"/>
                    <a:pt x="95" y="3906"/>
                  </a:cubicBezTo>
                  <a:lnTo>
                    <a:pt x="1286" y="6097"/>
                  </a:lnTo>
                  <a:cubicBezTo>
                    <a:pt x="1352" y="6195"/>
                    <a:pt x="1452" y="6249"/>
                    <a:pt x="1562" y="6249"/>
                  </a:cubicBezTo>
                  <a:cubicBezTo>
                    <a:pt x="1612" y="6249"/>
                    <a:pt x="1663" y="6238"/>
                    <a:pt x="1715" y="6216"/>
                  </a:cubicBezTo>
                  <a:lnTo>
                    <a:pt x="8073" y="2691"/>
                  </a:lnTo>
                  <a:lnTo>
                    <a:pt x="6597" y="0"/>
                  </a:lnTo>
                  <a:close/>
                </a:path>
              </a:pathLst>
            </a:custGeom>
            <a:solidFill>
              <a:srgbClr val="AE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5" name="Google Shape;24085;p146"/>
            <p:cNvSpPr/>
            <p:nvPr/>
          </p:nvSpPr>
          <p:spPr>
            <a:xfrm>
              <a:off x="1845159" y="3107132"/>
              <a:ext cx="240202" cy="160243"/>
            </a:xfrm>
            <a:custGeom>
              <a:avLst/>
              <a:gdLst/>
              <a:ahLst/>
              <a:cxnLst/>
              <a:rect l="l" t="t" r="r" b="b"/>
              <a:pathLst>
                <a:path w="7384" h="4926" extrusionOk="0">
                  <a:moveTo>
                    <a:pt x="6645" y="1"/>
                  </a:moveTo>
                  <a:cubicBezTo>
                    <a:pt x="6502" y="96"/>
                    <a:pt x="120" y="3596"/>
                    <a:pt x="1" y="3668"/>
                  </a:cubicBezTo>
                  <a:cubicBezTo>
                    <a:pt x="549" y="4621"/>
                    <a:pt x="429" y="4406"/>
                    <a:pt x="596" y="4763"/>
                  </a:cubicBezTo>
                  <a:cubicBezTo>
                    <a:pt x="662" y="4861"/>
                    <a:pt x="760" y="4926"/>
                    <a:pt x="870" y="4926"/>
                  </a:cubicBezTo>
                  <a:cubicBezTo>
                    <a:pt x="920" y="4926"/>
                    <a:pt x="972" y="4912"/>
                    <a:pt x="1025" y="4882"/>
                  </a:cubicBezTo>
                  <a:cubicBezTo>
                    <a:pt x="1096" y="4835"/>
                    <a:pt x="7169" y="1501"/>
                    <a:pt x="7383" y="1382"/>
                  </a:cubicBezTo>
                  <a:lnTo>
                    <a:pt x="6645" y="1"/>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6" name="Google Shape;24086;p146"/>
            <p:cNvSpPr/>
            <p:nvPr/>
          </p:nvSpPr>
          <p:spPr>
            <a:xfrm>
              <a:off x="1756840" y="3223037"/>
              <a:ext cx="52731" cy="73453"/>
            </a:xfrm>
            <a:custGeom>
              <a:avLst/>
              <a:gdLst/>
              <a:ahLst/>
              <a:cxnLst/>
              <a:rect l="l" t="t" r="r" b="b"/>
              <a:pathLst>
                <a:path w="1621" h="2258" extrusionOk="0">
                  <a:moveTo>
                    <a:pt x="357" y="1"/>
                  </a:moveTo>
                  <a:cubicBezTo>
                    <a:pt x="308" y="1"/>
                    <a:pt x="259" y="11"/>
                    <a:pt x="215" y="33"/>
                  </a:cubicBezTo>
                  <a:cubicBezTo>
                    <a:pt x="72" y="129"/>
                    <a:pt x="1" y="319"/>
                    <a:pt x="96" y="462"/>
                  </a:cubicBezTo>
                  <a:lnTo>
                    <a:pt x="1001" y="2105"/>
                  </a:lnTo>
                  <a:cubicBezTo>
                    <a:pt x="1050" y="2204"/>
                    <a:pt x="1157" y="2257"/>
                    <a:pt x="1265" y="2257"/>
                  </a:cubicBezTo>
                  <a:cubicBezTo>
                    <a:pt x="1313" y="2257"/>
                    <a:pt x="1362" y="2247"/>
                    <a:pt x="1406" y="2224"/>
                  </a:cubicBezTo>
                  <a:cubicBezTo>
                    <a:pt x="1549" y="2129"/>
                    <a:pt x="1620" y="1939"/>
                    <a:pt x="1525" y="1796"/>
                  </a:cubicBezTo>
                  <a:lnTo>
                    <a:pt x="644" y="153"/>
                  </a:lnTo>
                  <a:cubicBezTo>
                    <a:pt x="578" y="54"/>
                    <a:pt x="467" y="1"/>
                    <a:pt x="357" y="1"/>
                  </a:cubicBezTo>
                  <a:close/>
                </a:path>
              </a:pathLst>
            </a:custGeom>
            <a:solidFill>
              <a:srgbClr val="AE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7" name="Google Shape;24087;p146"/>
            <p:cNvSpPr/>
            <p:nvPr/>
          </p:nvSpPr>
          <p:spPr>
            <a:xfrm>
              <a:off x="1774667" y="3255111"/>
              <a:ext cx="34905" cy="41378"/>
            </a:xfrm>
            <a:custGeom>
              <a:avLst/>
              <a:gdLst/>
              <a:ahLst/>
              <a:cxnLst/>
              <a:rect l="l" t="t" r="r" b="b"/>
              <a:pathLst>
                <a:path w="1073" h="1272" extrusionOk="0">
                  <a:moveTo>
                    <a:pt x="525" y="0"/>
                  </a:moveTo>
                  <a:cubicBezTo>
                    <a:pt x="406" y="72"/>
                    <a:pt x="525" y="0"/>
                    <a:pt x="1" y="310"/>
                  </a:cubicBezTo>
                  <a:lnTo>
                    <a:pt x="453" y="1119"/>
                  </a:lnTo>
                  <a:cubicBezTo>
                    <a:pt x="502" y="1218"/>
                    <a:pt x="609" y="1271"/>
                    <a:pt x="717" y="1271"/>
                  </a:cubicBezTo>
                  <a:cubicBezTo>
                    <a:pt x="765" y="1271"/>
                    <a:pt x="814" y="1261"/>
                    <a:pt x="858" y="1238"/>
                  </a:cubicBezTo>
                  <a:cubicBezTo>
                    <a:pt x="1001" y="1143"/>
                    <a:pt x="1072" y="953"/>
                    <a:pt x="977" y="810"/>
                  </a:cubicBezTo>
                  <a:lnTo>
                    <a:pt x="525"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8" name="Google Shape;24088;p146"/>
            <p:cNvSpPr/>
            <p:nvPr/>
          </p:nvSpPr>
          <p:spPr>
            <a:xfrm>
              <a:off x="2029539" y="3045911"/>
              <a:ext cx="75177" cy="114994"/>
            </a:xfrm>
            <a:custGeom>
              <a:avLst/>
              <a:gdLst/>
              <a:ahLst/>
              <a:cxnLst/>
              <a:rect l="l" t="t" r="r" b="b"/>
              <a:pathLst>
                <a:path w="2311" h="3535" extrusionOk="0">
                  <a:moveTo>
                    <a:pt x="360" y="0"/>
                  </a:moveTo>
                  <a:cubicBezTo>
                    <a:pt x="306" y="0"/>
                    <a:pt x="248" y="16"/>
                    <a:pt x="191" y="49"/>
                  </a:cubicBezTo>
                  <a:cubicBezTo>
                    <a:pt x="48" y="120"/>
                    <a:pt x="1" y="311"/>
                    <a:pt x="72" y="454"/>
                  </a:cubicBezTo>
                  <a:lnTo>
                    <a:pt x="1691" y="3383"/>
                  </a:lnTo>
                  <a:cubicBezTo>
                    <a:pt x="1724" y="3481"/>
                    <a:pt x="1837" y="3535"/>
                    <a:pt x="1950" y="3535"/>
                  </a:cubicBezTo>
                  <a:cubicBezTo>
                    <a:pt x="2001" y="3535"/>
                    <a:pt x="2052" y="3524"/>
                    <a:pt x="2096" y="3502"/>
                  </a:cubicBezTo>
                  <a:cubicBezTo>
                    <a:pt x="2263" y="3407"/>
                    <a:pt x="2311" y="3216"/>
                    <a:pt x="2215" y="3073"/>
                  </a:cubicBezTo>
                  <a:lnTo>
                    <a:pt x="620" y="168"/>
                  </a:lnTo>
                  <a:cubicBezTo>
                    <a:pt x="557" y="58"/>
                    <a:pt x="464" y="0"/>
                    <a:pt x="360"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9" name="Google Shape;24089;p146"/>
            <p:cNvSpPr/>
            <p:nvPr/>
          </p:nvSpPr>
          <p:spPr>
            <a:xfrm>
              <a:off x="2058198" y="3098609"/>
              <a:ext cx="46518" cy="62295"/>
            </a:xfrm>
            <a:custGeom>
              <a:avLst/>
              <a:gdLst/>
              <a:ahLst/>
              <a:cxnLst/>
              <a:rect l="l" t="t" r="r" b="b"/>
              <a:pathLst>
                <a:path w="1430" h="1915" extrusionOk="0">
                  <a:moveTo>
                    <a:pt x="548" y="1"/>
                  </a:moveTo>
                  <a:cubicBezTo>
                    <a:pt x="25" y="286"/>
                    <a:pt x="120" y="239"/>
                    <a:pt x="1" y="286"/>
                  </a:cubicBezTo>
                  <a:cubicBezTo>
                    <a:pt x="96" y="453"/>
                    <a:pt x="715" y="1596"/>
                    <a:pt x="810" y="1763"/>
                  </a:cubicBezTo>
                  <a:cubicBezTo>
                    <a:pt x="876" y="1861"/>
                    <a:pt x="976" y="1915"/>
                    <a:pt x="1079" y="1915"/>
                  </a:cubicBezTo>
                  <a:cubicBezTo>
                    <a:pt x="1125" y="1915"/>
                    <a:pt x="1171" y="1904"/>
                    <a:pt x="1215" y="1882"/>
                  </a:cubicBezTo>
                  <a:cubicBezTo>
                    <a:pt x="1382" y="1787"/>
                    <a:pt x="1430" y="1596"/>
                    <a:pt x="1334" y="1453"/>
                  </a:cubicBezTo>
                  <a:lnTo>
                    <a:pt x="548"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0" name="Google Shape;24090;p146"/>
            <p:cNvSpPr/>
            <p:nvPr/>
          </p:nvSpPr>
          <p:spPr>
            <a:xfrm>
              <a:off x="1917994" y="3180715"/>
              <a:ext cx="81358" cy="81390"/>
            </a:xfrm>
            <a:custGeom>
              <a:avLst/>
              <a:gdLst/>
              <a:ahLst/>
              <a:cxnLst/>
              <a:rect l="l" t="t" r="r" b="b"/>
              <a:pathLst>
                <a:path w="2501" h="2502" extrusionOk="0">
                  <a:moveTo>
                    <a:pt x="1239" y="1"/>
                  </a:moveTo>
                  <a:cubicBezTo>
                    <a:pt x="572" y="1"/>
                    <a:pt x="0" y="572"/>
                    <a:pt x="0" y="1263"/>
                  </a:cubicBezTo>
                  <a:cubicBezTo>
                    <a:pt x="0" y="1930"/>
                    <a:pt x="572" y="2501"/>
                    <a:pt x="1239" y="2501"/>
                  </a:cubicBezTo>
                  <a:cubicBezTo>
                    <a:pt x="1929" y="2501"/>
                    <a:pt x="2501" y="1930"/>
                    <a:pt x="2501" y="1263"/>
                  </a:cubicBezTo>
                  <a:cubicBezTo>
                    <a:pt x="2501" y="572"/>
                    <a:pt x="1929" y="1"/>
                    <a:pt x="1239"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1" name="Google Shape;24091;p146"/>
            <p:cNvSpPr/>
            <p:nvPr/>
          </p:nvSpPr>
          <p:spPr>
            <a:xfrm>
              <a:off x="1957485" y="3180715"/>
              <a:ext cx="41118" cy="81390"/>
            </a:xfrm>
            <a:custGeom>
              <a:avLst/>
              <a:gdLst/>
              <a:ahLst/>
              <a:cxnLst/>
              <a:rect l="l" t="t" r="r" b="b"/>
              <a:pathLst>
                <a:path w="1264" h="2502" extrusionOk="0">
                  <a:moveTo>
                    <a:pt x="1" y="1"/>
                  </a:moveTo>
                  <a:lnTo>
                    <a:pt x="1" y="2501"/>
                  </a:lnTo>
                  <a:cubicBezTo>
                    <a:pt x="692" y="2501"/>
                    <a:pt x="1239" y="1930"/>
                    <a:pt x="1239" y="1263"/>
                  </a:cubicBezTo>
                  <a:cubicBezTo>
                    <a:pt x="1263" y="572"/>
                    <a:pt x="715" y="1"/>
                    <a:pt x="1"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2" name="Google Shape;24092;p146"/>
            <p:cNvSpPr/>
            <p:nvPr/>
          </p:nvSpPr>
          <p:spPr>
            <a:xfrm>
              <a:off x="1938130" y="3200884"/>
              <a:ext cx="41085" cy="41085"/>
            </a:xfrm>
            <a:custGeom>
              <a:avLst/>
              <a:gdLst/>
              <a:ahLst/>
              <a:cxnLst/>
              <a:rect l="l" t="t" r="r" b="b"/>
              <a:pathLst>
                <a:path w="1263" h="1263" extrusionOk="0">
                  <a:moveTo>
                    <a:pt x="620" y="0"/>
                  </a:moveTo>
                  <a:cubicBezTo>
                    <a:pt x="262" y="0"/>
                    <a:pt x="1" y="262"/>
                    <a:pt x="1" y="619"/>
                  </a:cubicBezTo>
                  <a:cubicBezTo>
                    <a:pt x="1" y="1000"/>
                    <a:pt x="262" y="1262"/>
                    <a:pt x="620" y="1262"/>
                  </a:cubicBezTo>
                  <a:cubicBezTo>
                    <a:pt x="953" y="1262"/>
                    <a:pt x="1263" y="953"/>
                    <a:pt x="1263" y="619"/>
                  </a:cubicBezTo>
                  <a:cubicBezTo>
                    <a:pt x="1263" y="262"/>
                    <a:pt x="977" y="0"/>
                    <a:pt x="620"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3" name="Google Shape;24093;p146"/>
            <p:cNvSpPr/>
            <p:nvPr/>
          </p:nvSpPr>
          <p:spPr>
            <a:xfrm>
              <a:off x="1957485" y="3200884"/>
              <a:ext cx="20201" cy="41085"/>
            </a:xfrm>
            <a:custGeom>
              <a:avLst/>
              <a:gdLst/>
              <a:ahLst/>
              <a:cxnLst/>
              <a:rect l="l" t="t" r="r" b="b"/>
              <a:pathLst>
                <a:path w="621" h="1263" extrusionOk="0">
                  <a:moveTo>
                    <a:pt x="1" y="0"/>
                  </a:moveTo>
                  <a:lnTo>
                    <a:pt x="1" y="1262"/>
                  </a:lnTo>
                  <a:cubicBezTo>
                    <a:pt x="358" y="1262"/>
                    <a:pt x="620" y="1000"/>
                    <a:pt x="620" y="643"/>
                  </a:cubicBezTo>
                  <a:cubicBezTo>
                    <a:pt x="620" y="286"/>
                    <a:pt x="358" y="0"/>
                    <a:pt x="1"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94" name="Google Shape;24094;p146"/>
          <p:cNvGrpSpPr/>
          <p:nvPr/>
        </p:nvGrpSpPr>
        <p:grpSpPr>
          <a:xfrm>
            <a:off x="2510625" y="2891006"/>
            <a:ext cx="351747" cy="342931"/>
            <a:chOff x="2510625" y="3043406"/>
            <a:chExt cx="351747" cy="342931"/>
          </a:xfrm>
        </p:grpSpPr>
        <p:sp>
          <p:nvSpPr>
            <p:cNvPr id="24095" name="Google Shape;24095;p146"/>
            <p:cNvSpPr/>
            <p:nvPr/>
          </p:nvSpPr>
          <p:spPr>
            <a:xfrm>
              <a:off x="2510625" y="3229543"/>
              <a:ext cx="169676" cy="156795"/>
            </a:xfrm>
            <a:custGeom>
              <a:avLst/>
              <a:gdLst/>
              <a:ahLst/>
              <a:cxnLst/>
              <a:rect l="l" t="t" r="r" b="b"/>
              <a:pathLst>
                <a:path w="5216" h="4820" extrusionOk="0">
                  <a:moveTo>
                    <a:pt x="3358" y="0"/>
                  </a:moveTo>
                  <a:lnTo>
                    <a:pt x="119" y="3691"/>
                  </a:lnTo>
                  <a:cubicBezTo>
                    <a:pt x="0" y="3810"/>
                    <a:pt x="24" y="4001"/>
                    <a:pt x="143" y="4120"/>
                  </a:cubicBezTo>
                  <a:cubicBezTo>
                    <a:pt x="668" y="4590"/>
                    <a:pt x="1313" y="4819"/>
                    <a:pt x="1956" y="4819"/>
                  </a:cubicBezTo>
                  <a:cubicBezTo>
                    <a:pt x="2715" y="4819"/>
                    <a:pt x="3471" y="4500"/>
                    <a:pt x="4025" y="3882"/>
                  </a:cubicBezTo>
                  <a:lnTo>
                    <a:pt x="4882" y="2906"/>
                  </a:lnTo>
                  <a:cubicBezTo>
                    <a:pt x="4930" y="2858"/>
                    <a:pt x="4978" y="2763"/>
                    <a:pt x="4978" y="2667"/>
                  </a:cubicBezTo>
                  <a:lnTo>
                    <a:pt x="4906" y="1929"/>
                  </a:lnTo>
                  <a:lnTo>
                    <a:pt x="5216" y="1596"/>
                  </a:lnTo>
                  <a:lnTo>
                    <a:pt x="3358" y="0"/>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6" name="Google Shape;24096;p146"/>
            <p:cNvSpPr/>
            <p:nvPr/>
          </p:nvSpPr>
          <p:spPr>
            <a:xfrm>
              <a:off x="2550898" y="3262073"/>
              <a:ext cx="129404" cy="124265"/>
            </a:xfrm>
            <a:custGeom>
              <a:avLst/>
              <a:gdLst/>
              <a:ahLst/>
              <a:cxnLst/>
              <a:rect l="l" t="t" r="r" b="b"/>
              <a:pathLst>
                <a:path w="3978" h="3820" extrusionOk="0">
                  <a:moveTo>
                    <a:pt x="3287" y="0"/>
                  </a:moveTo>
                  <a:cubicBezTo>
                    <a:pt x="3240" y="72"/>
                    <a:pt x="48" y="3668"/>
                    <a:pt x="1" y="3715"/>
                  </a:cubicBezTo>
                  <a:cubicBezTo>
                    <a:pt x="246" y="3785"/>
                    <a:pt x="493" y="3820"/>
                    <a:pt x="739" y="3820"/>
                  </a:cubicBezTo>
                  <a:cubicBezTo>
                    <a:pt x="1495" y="3820"/>
                    <a:pt x="2230" y="3493"/>
                    <a:pt x="2787" y="2882"/>
                  </a:cubicBezTo>
                  <a:lnTo>
                    <a:pt x="3644" y="1906"/>
                  </a:lnTo>
                  <a:cubicBezTo>
                    <a:pt x="3692" y="1858"/>
                    <a:pt x="3740" y="1763"/>
                    <a:pt x="3740" y="1667"/>
                  </a:cubicBezTo>
                  <a:lnTo>
                    <a:pt x="3668" y="929"/>
                  </a:lnTo>
                  <a:cubicBezTo>
                    <a:pt x="3978" y="596"/>
                    <a:pt x="3930" y="620"/>
                    <a:pt x="3978" y="596"/>
                  </a:cubicBezTo>
                  <a:lnTo>
                    <a:pt x="3287" y="0"/>
                  </a:ln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7" name="Google Shape;24097;p146"/>
            <p:cNvSpPr/>
            <p:nvPr/>
          </p:nvSpPr>
          <p:spPr>
            <a:xfrm>
              <a:off x="2619080" y="3043406"/>
              <a:ext cx="243292" cy="248367"/>
            </a:xfrm>
            <a:custGeom>
              <a:avLst/>
              <a:gdLst/>
              <a:ahLst/>
              <a:cxnLst/>
              <a:rect l="l" t="t" r="r" b="b"/>
              <a:pathLst>
                <a:path w="7479" h="7635" extrusionOk="0">
                  <a:moveTo>
                    <a:pt x="5743" y="1238"/>
                  </a:moveTo>
                  <a:cubicBezTo>
                    <a:pt x="5816" y="1238"/>
                    <a:pt x="5890" y="1263"/>
                    <a:pt x="5954" y="1317"/>
                  </a:cubicBezTo>
                  <a:cubicBezTo>
                    <a:pt x="6073" y="1436"/>
                    <a:pt x="6097" y="1626"/>
                    <a:pt x="5978" y="1745"/>
                  </a:cubicBezTo>
                  <a:lnTo>
                    <a:pt x="4763" y="3150"/>
                  </a:lnTo>
                  <a:cubicBezTo>
                    <a:pt x="4698" y="3216"/>
                    <a:pt x="4611" y="3252"/>
                    <a:pt x="4522" y="3252"/>
                  </a:cubicBezTo>
                  <a:cubicBezTo>
                    <a:pt x="4449" y="3252"/>
                    <a:pt x="4375" y="3228"/>
                    <a:pt x="4311" y="3174"/>
                  </a:cubicBezTo>
                  <a:cubicBezTo>
                    <a:pt x="4192" y="3055"/>
                    <a:pt x="4168" y="2888"/>
                    <a:pt x="4287" y="2745"/>
                  </a:cubicBezTo>
                  <a:lnTo>
                    <a:pt x="5502" y="1340"/>
                  </a:lnTo>
                  <a:cubicBezTo>
                    <a:pt x="5567" y="1275"/>
                    <a:pt x="5654" y="1238"/>
                    <a:pt x="5743" y="1238"/>
                  </a:cubicBezTo>
                  <a:close/>
                  <a:moveTo>
                    <a:pt x="5782" y="0"/>
                  </a:moveTo>
                  <a:cubicBezTo>
                    <a:pt x="5350" y="0"/>
                    <a:pt x="4918" y="181"/>
                    <a:pt x="4620" y="531"/>
                  </a:cubicBezTo>
                  <a:lnTo>
                    <a:pt x="0" y="5770"/>
                  </a:lnTo>
                  <a:lnTo>
                    <a:pt x="2048" y="7556"/>
                  </a:lnTo>
                  <a:cubicBezTo>
                    <a:pt x="2102" y="7610"/>
                    <a:pt x="2175" y="7634"/>
                    <a:pt x="2250" y="7634"/>
                  </a:cubicBezTo>
                  <a:cubicBezTo>
                    <a:pt x="2341" y="7634"/>
                    <a:pt x="2436" y="7598"/>
                    <a:pt x="2501" y="7532"/>
                  </a:cubicBezTo>
                  <a:lnTo>
                    <a:pt x="6907" y="2531"/>
                  </a:lnTo>
                  <a:cubicBezTo>
                    <a:pt x="7478" y="1912"/>
                    <a:pt x="7407" y="959"/>
                    <a:pt x="6788" y="388"/>
                  </a:cubicBezTo>
                  <a:cubicBezTo>
                    <a:pt x="6505" y="127"/>
                    <a:pt x="6144" y="0"/>
                    <a:pt x="578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8" name="Google Shape;24098;p146"/>
            <p:cNvSpPr/>
            <p:nvPr/>
          </p:nvSpPr>
          <p:spPr>
            <a:xfrm>
              <a:off x="2656262" y="3055995"/>
              <a:ext cx="206110" cy="236526"/>
            </a:xfrm>
            <a:custGeom>
              <a:avLst/>
              <a:gdLst/>
              <a:ahLst/>
              <a:cxnLst/>
              <a:rect l="l" t="t" r="r" b="b"/>
              <a:pathLst>
                <a:path w="6336" h="7271" extrusionOk="0">
                  <a:moveTo>
                    <a:pt x="5645" y="1"/>
                  </a:moveTo>
                  <a:lnTo>
                    <a:pt x="4811" y="953"/>
                  </a:lnTo>
                  <a:cubicBezTo>
                    <a:pt x="4930" y="1072"/>
                    <a:pt x="4954" y="1239"/>
                    <a:pt x="4835" y="1382"/>
                  </a:cubicBezTo>
                  <a:lnTo>
                    <a:pt x="3620" y="2787"/>
                  </a:lnTo>
                  <a:cubicBezTo>
                    <a:pt x="3549" y="2858"/>
                    <a:pt x="3453" y="2904"/>
                    <a:pt x="3356" y="2904"/>
                  </a:cubicBezTo>
                  <a:cubicBezTo>
                    <a:pt x="3291" y="2904"/>
                    <a:pt x="3226" y="2883"/>
                    <a:pt x="3168" y="2835"/>
                  </a:cubicBezTo>
                  <a:cubicBezTo>
                    <a:pt x="3144" y="2858"/>
                    <a:pt x="72" y="6335"/>
                    <a:pt x="1" y="6407"/>
                  </a:cubicBezTo>
                  <a:cubicBezTo>
                    <a:pt x="763" y="7050"/>
                    <a:pt x="596" y="6931"/>
                    <a:pt x="929" y="7193"/>
                  </a:cubicBezTo>
                  <a:cubicBezTo>
                    <a:pt x="983" y="7246"/>
                    <a:pt x="1056" y="7271"/>
                    <a:pt x="1131" y="7271"/>
                  </a:cubicBezTo>
                  <a:cubicBezTo>
                    <a:pt x="1222" y="7271"/>
                    <a:pt x="1316" y="7234"/>
                    <a:pt x="1382" y="7169"/>
                  </a:cubicBezTo>
                  <a:lnTo>
                    <a:pt x="5787" y="2168"/>
                  </a:lnTo>
                  <a:cubicBezTo>
                    <a:pt x="6335" y="1525"/>
                    <a:pt x="6264" y="572"/>
                    <a:pt x="5645"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99" name="Google Shape;24099;p146"/>
          <p:cNvGrpSpPr/>
          <p:nvPr/>
        </p:nvGrpSpPr>
        <p:grpSpPr>
          <a:xfrm>
            <a:off x="3284547" y="2890160"/>
            <a:ext cx="302919" cy="344265"/>
            <a:chOff x="3284547" y="3042560"/>
            <a:chExt cx="302919" cy="344265"/>
          </a:xfrm>
        </p:grpSpPr>
        <p:sp>
          <p:nvSpPr>
            <p:cNvPr id="24100" name="Google Shape;24100;p146"/>
            <p:cNvSpPr/>
            <p:nvPr/>
          </p:nvSpPr>
          <p:spPr>
            <a:xfrm>
              <a:off x="3393750" y="3042560"/>
              <a:ext cx="182884" cy="145962"/>
            </a:xfrm>
            <a:custGeom>
              <a:avLst/>
              <a:gdLst/>
              <a:ahLst/>
              <a:cxnLst/>
              <a:rect l="l" t="t" r="r" b="b"/>
              <a:pathLst>
                <a:path w="5622" h="4487" extrusionOk="0">
                  <a:moveTo>
                    <a:pt x="3758" y="1"/>
                  </a:moveTo>
                  <a:cubicBezTo>
                    <a:pt x="2912" y="1"/>
                    <a:pt x="2137" y="709"/>
                    <a:pt x="2192" y="1652"/>
                  </a:cubicBezTo>
                  <a:lnTo>
                    <a:pt x="1" y="4486"/>
                  </a:lnTo>
                  <a:lnTo>
                    <a:pt x="3668" y="4486"/>
                  </a:lnTo>
                  <a:lnTo>
                    <a:pt x="4383" y="2962"/>
                  </a:lnTo>
                  <a:cubicBezTo>
                    <a:pt x="5502" y="2462"/>
                    <a:pt x="5621" y="890"/>
                    <a:pt x="4550" y="223"/>
                  </a:cubicBezTo>
                  <a:cubicBezTo>
                    <a:pt x="4294" y="70"/>
                    <a:pt x="4022" y="1"/>
                    <a:pt x="3758"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1" name="Google Shape;24101;p146"/>
            <p:cNvSpPr/>
            <p:nvPr/>
          </p:nvSpPr>
          <p:spPr>
            <a:xfrm>
              <a:off x="3455752" y="3049814"/>
              <a:ext cx="120881" cy="138708"/>
            </a:xfrm>
            <a:custGeom>
              <a:avLst/>
              <a:gdLst/>
              <a:ahLst/>
              <a:cxnLst/>
              <a:rect l="l" t="t" r="r" b="b"/>
              <a:pathLst>
                <a:path w="3716" h="4264" extrusionOk="0">
                  <a:moveTo>
                    <a:pt x="2644" y="0"/>
                  </a:moveTo>
                  <a:lnTo>
                    <a:pt x="0" y="4263"/>
                  </a:lnTo>
                  <a:lnTo>
                    <a:pt x="1715" y="4263"/>
                  </a:lnTo>
                  <a:lnTo>
                    <a:pt x="2429" y="2739"/>
                  </a:lnTo>
                  <a:cubicBezTo>
                    <a:pt x="3596" y="2239"/>
                    <a:pt x="3715" y="667"/>
                    <a:pt x="2644"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2" name="Google Shape;24102;p146"/>
            <p:cNvSpPr/>
            <p:nvPr/>
          </p:nvSpPr>
          <p:spPr>
            <a:xfrm>
              <a:off x="3284547" y="3184586"/>
              <a:ext cx="302919" cy="144140"/>
            </a:xfrm>
            <a:custGeom>
              <a:avLst/>
              <a:gdLst/>
              <a:ahLst/>
              <a:cxnLst/>
              <a:rect l="l" t="t" r="r" b="b"/>
              <a:pathLst>
                <a:path w="9312" h="4431" extrusionOk="0">
                  <a:moveTo>
                    <a:pt x="286" y="1"/>
                  </a:moveTo>
                  <a:cubicBezTo>
                    <a:pt x="119" y="1"/>
                    <a:pt x="0" y="144"/>
                    <a:pt x="0" y="311"/>
                  </a:cubicBezTo>
                  <a:lnTo>
                    <a:pt x="0" y="1763"/>
                  </a:lnTo>
                  <a:cubicBezTo>
                    <a:pt x="0" y="2882"/>
                    <a:pt x="595" y="3883"/>
                    <a:pt x="1453" y="4430"/>
                  </a:cubicBezTo>
                  <a:lnTo>
                    <a:pt x="7859" y="4430"/>
                  </a:lnTo>
                  <a:cubicBezTo>
                    <a:pt x="8740" y="3883"/>
                    <a:pt x="9312" y="2859"/>
                    <a:pt x="9312" y="1763"/>
                  </a:cubicBezTo>
                  <a:lnTo>
                    <a:pt x="9312" y="311"/>
                  </a:lnTo>
                  <a:cubicBezTo>
                    <a:pt x="9288" y="144"/>
                    <a:pt x="9121" y="1"/>
                    <a:pt x="8978" y="1"/>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3" name="Google Shape;24103;p146"/>
            <p:cNvSpPr/>
            <p:nvPr/>
          </p:nvSpPr>
          <p:spPr>
            <a:xfrm>
              <a:off x="3434835" y="3184586"/>
              <a:ext cx="151850" cy="145702"/>
            </a:xfrm>
            <a:custGeom>
              <a:avLst/>
              <a:gdLst/>
              <a:ahLst/>
              <a:cxnLst/>
              <a:rect l="l" t="t" r="r" b="b"/>
              <a:pathLst>
                <a:path w="4668" h="4479" extrusionOk="0">
                  <a:moveTo>
                    <a:pt x="0" y="1"/>
                  </a:moveTo>
                  <a:lnTo>
                    <a:pt x="0" y="4478"/>
                  </a:lnTo>
                  <a:lnTo>
                    <a:pt x="3191" y="4478"/>
                  </a:lnTo>
                  <a:cubicBezTo>
                    <a:pt x="4096" y="3907"/>
                    <a:pt x="4644" y="2882"/>
                    <a:pt x="4644" y="1787"/>
                  </a:cubicBezTo>
                  <a:lnTo>
                    <a:pt x="4644" y="334"/>
                  </a:lnTo>
                  <a:cubicBezTo>
                    <a:pt x="4668" y="144"/>
                    <a:pt x="4501" y="1"/>
                    <a:pt x="4358" y="1"/>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4" name="Google Shape;24104;p146"/>
            <p:cNvSpPr/>
            <p:nvPr/>
          </p:nvSpPr>
          <p:spPr>
            <a:xfrm>
              <a:off x="3304683" y="3327133"/>
              <a:ext cx="261086" cy="59693"/>
            </a:xfrm>
            <a:custGeom>
              <a:avLst/>
              <a:gdLst/>
              <a:ahLst/>
              <a:cxnLst/>
              <a:rect l="l" t="t" r="r" b="b"/>
              <a:pathLst>
                <a:path w="8026" h="1835" extrusionOk="0">
                  <a:moveTo>
                    <a:pt x="286" y="1"/>
                  </a:moveTo>
                  <a:cubicBezTo>
                    <a:pt x="143" y="1"/>
                    <a:pt x="0" y="120"/>
                    <a:pt x="0" y="287"/>
                  </a:cubicBezTo>
                  <a:lnTo>
                    <a:pt x="0" y="1549"/>
                  </a:lnTo>
                  <a:cubicBezTo>
                    <a:pt x="0" y="1692"/>
                    <a:pt x="119" y="1835"/>
                    <a:pt x="286" y="1835"/>
                  </a:cubicBezTo>
                  <a:lnTo>
                    <a:pt x="7740" y="1835"/>
                  </a:lnTo>
                  <a:cubicBezTo>
                    <a:pt x="7907" y="1835"/>
                    <a:pt x="8026" y="1692"/>
                    <a:pt x="8026" y="1549"/>
                  </a:cubicBezTo>
                  <a:lnTo>
                    <a:pt x="8026" y="287"/>
                  </a:lnTo>
                  <a:cubicBezTo>
                    <a:pt x="8026" y="144"/>
                    <a:pt x="7907" y="1"/>
                    <a:pt x="7740" y="1"/>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5" name="Google Shape;24105;p146"/>
            <p:cNvSpPr/>
            <p:nvPr/>
          </p:nvSpPr>
          <p:spPr>
            <a:xfrm>
              <a:off x="3435583" y="3326352"/>
              <a:ext cx="130185" cy="60473"/>
            </a:xfrm>
            <a:custGeom>
              <a:avLst/>
              <a:gdLst/>
              <a:ahLst/>
              <a:cxnLst/>
              <a:rect l="l" t="t" r="r" b="b"/>
              <a:pathLst>
                <a:path w="4002" h="1859" extrusionOk="0">
                  <a:moveTo>
                    <a:pt x="1" y="1"/>
                  </a:moveTo>
                  <a:lnTo>
                    <a:pt x="1" y="1859"/>
                  </a:lnTo>
                  <a:lnTo>
                    <a:pt x="3716" y="1859"/>
                  </a:lnTo>
                  <a:cubicBezTo>
                    <a:pt x="3883" y="1859"/>
                    <a:pt x="4002" y="1716"/>
                    <a:pt x="4002" y="1573"/>
                  </a:cubicBezTo>
                  <a:lnTo>
                    <a:pt x="4002" y="311"/>
                  </a:lnTo>
                  <a:cubicBezTo>
                    <a:pt x="4002" y="144"/>
                    <a:pt x="3883" y="1"/>
                    <a:pt x="3716"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06" name="Google Shape;24106;p146"/>
          <p:cNvGrpSpPr/>
          <p:nvPr/>
        </p:nvGrpSpPr>
        <p:grpSpPr>
          <a:xfrm>
            <a:off x="4039861" y="2889770"/>
            <a:ext cx="302919" cy="346217"/>
            <a:chOff x="4039861" y="3042170"/>
            <a:chExt cx="302919" cy="346217"/>
          </a:xfrm>
        </p:grpSpPr>
        <p:sp>
          <p:nvSpPr>
            <p:cNvPr id="24107" name="Google Shape;24107;p146"/>
            <p:cNvSpPr/>
            <p:nvPr/>
          </p:nvSpPr>
          <p:spPr>
            <a:xfrm>
              <a:off x="4039861" y="3212497"/>
              <a:ext cx="302919" cy="174328"/>
            </a:xfrm>
            <a:custGeom>
              <a:avLst/>
              <a:gdLst/>
              <a:ahLst/>
              <a:cxnLst/>
              <a:rect l="l" t="t" r="r" b="b"/>
              <a:pathLst>
                <a:path w="9312" h="5359" extrusionOk="0">
                  <a:moveTo>
                    <a:pt x="191" y="0"/>
                  </a:moveTo>
                  <a:lnTo>
                    <a:pt x="0" y="96"/>
                  </a:lnTo>
                  <a:lnTo>
                    <a:pt x="0" y="715"/>
                  </a:lnTo>
                  <a:cubicBezTo>
                    <a:pt x="0" y="3287"/>
                    <a:pt x="2072" y="5359"/>
                    <a:pt x="4668" y="5359"/>
                  </a:cubicBezTo>
                  <a:cubicBezTo>
                    <a:pt x="7216" y="5359"/>
                    <a:pt x="9312" y="3287"/>
                    <a:pt x="9312" y="715"/>
                  </a:cubicBezTo>
                  <a:lnTo>
                    <a:pt x="9312" y="96"/>
                  </a:lnTo>
                  <a:lnTo>
                    <a:pt x="9240" y="0"/>
                  </a:lnTo>
                  <a:lnTo>
                    <a:pt x="6906" y="0"/>
                  </a:lnTo>
                  <a:lnTo>
                    <a:pt x="6811" y="96"/>
                  </a:lnTo>
                  <a:lnTo>
                    <a:pt x="6811" y="715"/>
                  </a:lnTo>
                  <a:cubicBezTo>
                    <a:pt x="6811" y="1905"/>
                    <a:pt x="5835" y="2906"/>
                    <a:pt x="4644" y="2906"/>
                  </a:cubicBezTo>
                  <a:cubicBezTo>
                    <a:pt x="3453" y="2906"/>
                    <a:pt x="2453" y="1905"/>
                    <a:pt x="2453" y="715"/>
                  </a:cubicBezTo>
                  <a:lnTo>
                    <a:pt x="2453" y="96"/>
                  </a:lnTo>
                  <a:lnTo>
                    <a:pt x="2263"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8" name="Google Shape;24108;p146"/>
            <p:cNvSpPr/>
            <p:nvPr/>
          </p:nvSpPr>
          <p:spPr>
            <a:xfrm>
              <a:off x="4127399" y="3042658"/>
              <a:ext cx="127062" cy="161674"/>
            </a:xfrm>
            <a:custGeom>
              <a:avLst/>
              <a:gdLst/>
              <a:ahLst/>
              <a:cxnLst/>
              <a:rect l="l" t="t" r="r" b="b"/>
              <a:pathLst>
                <a:path w="3906" h="4970" extrusionOk="0">
                  <a:moveTo>
                    <a:pt x="2894" y="0"/>
                  </a:moveTo>
                  <a:cubicBezTo>
                    <a:pt x="2824" y="0"/>
                    <a:pt x="2752" y="24"/>
                    <a:pt x="2691" y="77"/>
                  </a:cubicBezTo>
                  <a:lnTo>
                    <a:pt x="215" y="2268"/>
                  </a:lnTo>
                  <a:cubicBezTo>
                    <a:pt x="0" y="2459"/>
                    <a:pt x="119" y="2816"/>
                    <a:pt x="429" y="2816"/>
                  </a:cubicBezTo>
                  <a:lnTo>
                    <a:pt x="1000" y="2816"/>
                  </a:lnTo>
                  <a:lnTo>
                    <a:pt x="715" y="4626"/>
                  </a:lnTo>
                  <a:cubicBezTo>
                    <a:pt x="681" y="4827"/>
                    <a:pt x="848" y="4969"/>
                    <a:pt x="1025" y="4969"/>
                  </a:cubicBezTo>
                  <a:cubicBezTo>
                    <a:pt x="1099" y="4969"/>
                    <a:pt x="1175" y="4944"/>
                    <a:pt x="1239" y="4888"/>
                  </a:cubicBezTo>
                  <a:lnTo>
                    <a:pt x="3692" y="2721"/>
                  </a:lnTo>
                  <a:cubicBezTo>
                    <a:pt x="3906" y="2554"/>
                    <a:pt x="3787" y="2197"/>
                    <a:pt x="3501" y="2197"/>
                  </a:cubicBezTo>
                  <a:lnTo>
                    <a:pt x="2929" y="2197"/>
                  </a:lnTo>
                  <a:lnTo>
                    <a:pt x="3191" y="339"/>
                  </a:lnTo>
                  <a:cubicBezTo>
                    <a:pt x="3243" y="151"/>
                    <a:pt x="3073" y="0"/>
                    <a:pt x="2894"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9" name="Google Shape;24109;p146"/>
            <p:cNvSpPr/>
            <p:nvPr/>
          </p:nvSpPr>
          <p:spPr>
            <a:xfrm>
              <a:off x="4039861" y="3145095"/>
              <a:ext cx="79829" cy="70525"/>
            </a:xfrm>
            <a:custGeom>
              <a:avLst/>
              <a:gdLst/>
              <a:ahLst/>
              <a:cxnLst/>
              <a:rect l="l" t="t" r="r" b="b"/>
              <a:pathLst>
                <a:path w="2454" h="2168" extrusionOk="0">
                  <a:moveTo>
                    <a:pt x="286" y="0"/>
                  </a:moveTo>
                  <a:cubicBezTo>
                    <a:pt x="119" y="0"/>
                    <a:pt x="0" y="143"/>
                    <a:pt x="0" y="286"/>
                  </a:cubicBezTo>
                  <a:lnTo>
                    <a:pt x="0" y="2168"/>
                  </a:lnTo>
                  <a:lnTo>
                    <a:pt x="2453" y="2168"/>
                  </a:lnTo>
                  <a:lnTo>
                    <a:pt x="2453" y="286"/>
                  </a:lnTo>
                  <a:cubicBezTo>
                    <a:pt x="2453" y="119"/>
                    <a:pt x="2310" y="0"/>
                    <a:pt x="2167"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0" name="Google Shape;24110;p146"/>
            <p:cNvSpPr/>
            <p:nvPr/>
          </p:nvSpPr>
          <p:spPr>
            <a:xfrm>
              <a:off x="4190930" y="3213278"/>
              <a:ext cx="151069" cy="175109"/>
            </a:xfrm>
            <a:custGeom>
              <a:avLst/>
              <a:gdLst/>
              <a:ahLst/>
              <a:cxnLst/>
              <a:rect l="l" t="t" r="r" b="b"/>
              <a:pathLst>
                <a:path w="4644" h="5383" extrusionOk="0">
                  <a:moveTo>
                    <a:pt x="2215" y="0"/>
                  </a:moveTo>
                  <a:lnTo>
                    <a:pt x="2167" y="72"/>
                  </a:lnTo>
                  <a:lnTo>
                    <a:pt x="2167" y="691"/>
                  </a:lnTo>
                  <a:cubicBezTo>
                    <a:pt x="2167" y="1881"/>
                    <a:pt x="1191" y="2882"/>
                    <a:pt x="0" y="2882"/>
                  </a:cubicBezTo>
                  <a:lnTo>
                    <a:pt x="0" y="5382"/>
                  </a:lnTo>
                  <a:cubicBezTo>
                    <a:pt x="2548" y="5382"/>
                    <a:pt x="4644" y="3286"/>
                    <a:pt x="4644" y="738"/>
                  </a:cubicBezTo>
                  <a:lnTo>
                    <a:pt x="4644" y="95"/>
                  </a:lnTo>
                  <a:lnTo>
                    <a:pt x="45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1" name="Google Shape;24111;p146"/>
            <p:cNvSpPr/>
            <p:nvPr/>
          </p:nvSpPr>
          <p:spPr>
            <a:xfrm>
              <a:off x="4191678" y="3042170"/>
              <a:ext cx="62783" cy="139359"/>
            </a:xfrm>
            <a:custGeom>
              <a:avLst/>
              <a:gdLst/>
              <a:ahLst/>
              <a:cxnLst/>
              <a:rect l="l" t="t" r="r" b="b"/>
              <a:pathLst>
                <a:path w="1930" h="4284" extrusionOk="0">
                  <a:moveTo>
                    <a:pt x="922" y="0"/>
                  </a:moveTo>
                  <a:cubicBezTo>
                    <a:pt x="852" y="0"/>
                    <a:pt x="779" y="28"/>
                    <a:pt x="715" y="92"/>
                  </a:cubicBezTo>
                  <a:lnTo>
                    <a:pt x="1" y="759"/>
                  </a:lnTo>
                  <a:lnTo>
                    <a:pt x="1" y="4284"/>
                  </a:lnTo>
                  <a:lnTo>
                    <a:pt x="1763" y="2736"/>
                  </a:lnTo>
                  <a:cubicBezTo>
                    <a:pt x="1930" y="2569"/>
                    <a:pt x="1811" y="2212"/>
                    <a:pt x="1525" y="2212"/>
                  </a:cubicBezTo>
                  <a:lnTo>
                    <a:pt x="953" y="2212"/>
                  </a:lnTo>
                  <a:lnTo>
                    <a:pt x="1215" y="354"/>
                  </a:lnTo>
                  <a:cubicBezTo>
                    <a:pt x="1232" y="154"/>
                    <a:pt x="1085" y="0"/>
                    <a:pt x="922"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2" name="Google Shape;24112;p146"/>
            <p:cNvSpPr/>
            <p:nvPr/>
          </p:nvSpPr>
          <p:spPr>
            <a:xfrm>
              <a:off x="4261423" y="3145095"/>
              <a:ext cx="80577" cy="70525"/>
            </a:xfrm>
            <a:custGeom>
              <a:avLst/>
              <a:gdLst/>
              <a:ahLst/>
              <a:cxnLst/>
              <a:rect l="l" t="t" r="r" b="b"/>
              <a:pathLst>
                <a:path w="2477" h="2168" extrusionOk="0">
                  <a:moveTo>
                    <a:pt x="286" y="0"/>
                  </a:moveTo>
                  <a:cubicBezTo>
                    <a:pt x="119" y="0"/>
                    <a:pt x="0" y="143"/>
                    <a:pt x="0" y="286"/>
                  </a:cubicBezTo>
                  <a:lnTo>
                    <a:pt x="0" y="2168"/>
                  </a:lnTo>
                  <a:lnTo>
                    <a:pt x="2477" y="2168"/>
                  </a:lnTo>
                  <a:lnTo>
                    <a:pt x="2477" y="286"/>
                  </a:lnTo>
                  <a:cubicBezTo>
                    <a:pt x="2477" y="119"/>
                    <a:pt x="2358" y="0"/>
                    <a:pt x="2167"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13" name="Google Shape;24113;p146"/>
          <p:cNvGrpSpPr/>
          <p:nvPr/>
        </p:nvGrpSpPr>
        <p:grpSpPr>
          <a:xfrm>
            <a:off x="4822272" y="2889672"/>
            <a:ext cx="232459" cy="344753"/>
            <a:chOff x="4822272" y="3042072"/>
            <a:chExt cx="232459" cy="344753"/>
          </a:xfrm>
        </p:grpSpPr>
        <p:sp>
          <p:nvSpPr>
            <p:cNvPr id="24114" name="Google Shape;24114;p146"/>
            <p:cNvSpPr/>
            <p:nvPr/>
          </p:nvSpPr>
          <p:spPr>
            <a:xfrm>
              <a:off x="4822272" y="3042072"/>
              <a:ext cx="232459" cy="232427"/>
            </a:xfrm>
            <a:custGeom>
              <a:avLst/>
              <a:gdLst/>
              <a:ahLst/>
              <a:cxnLst/>
              <a:rect l="l" t="t" r="r" b="b"/>
              <a:pathLst>
                <a:path w="7146" h="7145" extrusionOk="0">
                  <a:moveTo>
                    <a:pt x="3573" y="0"/>
                  </a:moveTo>
                  <a:cubicBezTo>
                    <a:pt x="1596" y="0"/>
                    <a:pt x="1" y="1619"/>
                    <a:pt x="1" y="3572"/>
                  </a:cubicBezTo>
                  <a:cubicBezTo>
                    <a:pt x="1" y="5430"/>
                    <a:pt x="1454" y="7144"/>
                    <a:pt x="3597" y="7144"/>
                  </a:cubicBezTo>
                  <a:cubicBezTo>
                    <a:pt x="5526" y="7144"/>
                    <a:pt x="7145" y="5549"/>
                    <a:pt x="7145" y="3572"/>
                  </a:cubicBezTo>
                  <a:cubicBezTo>
                    <a:pt x="7145" y="1619"/>
                    <a:pt x="5526" y="0"/>
                    <a:pt x="3573"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5" name="Google Shape;24115;p146"/>
            <p:cNvSpPr/>
            <p:nvPr/>
          </p:nvSpPr>
          <p:spPr>
            <a:xfrm>
              <a:off x="4936941" y="3042072"/>
              <a:ext cx="117791" cy="232459"/>
            </a:xfrm>
            <a:custGeom>
              <a:avLst/>
              <a:gdLst/>
              <a:ahLst/>
              <a:cxnLst/>
              <a:rect l="l" t="t" r="r" b="b"/>
              <a:pathLst>
                <a:path w="3621" h="7146" extrusionOk="0">
                  <a:moveTo>
                    <a:pt x="0" y="0"/>
                  </a:moveTo>
                  <a:lnTo>
                    <a:pt x="0" y="7144"/>
                  </a:lnTo>
                  <a:cubicBezTo>
                    <a:pt x="28" y="7145"/>
                    <a:pt x="55" y="7145"/>
                    <a:pt x="83" y="7145"/>
                  </a:cubicBezTo>
                  <a:cubicBezTo>
                    <a:pt x="1931" y="7145"/>
                    <a:pt x="3573" y="5567"/>
                    <a:pt x="3573" y="3572"/>
                  </a:cubicBezTo>
                  <a:cubicBezTo>
                    <a:pt x="3620" y="1619"/>
                    <a:pt x="2001" y="0"/>
                    <a:pt x="0"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6" name="Google Shape;24116;p146"/>
            <p:cNvSpPr/>
            <p:nvPr/>
          </p:nvSpPr>
          <p:spPr>
            <a:xfrm>
              <a:off x="4885023" y="3140671"/>
              <a:ext cx="105397" cy="108260"/>
            </a:xfrm>
            <a:custGeom>
              <a:avLst/>
              <a:gdLst/>
              <a:ahLst/>
              <a:cxnLst/>
              <a:rect l="l" t="t" r="r" b="b"/>
              <a:pathLst>
                <a:path w="3240" h="3328" extrusionOk="0">
                  <a:moveTo>
                    <a:pt x="374" y="0"/>
                  </a:moveTo>
                  <a:cubicBezTo>
                    <a:pt x="199" y="0"/>
                    <a:pt x="48" y="143"/>
                    <a:pt x="48" y="303"/>
                  </a:cubicBezTo>
                  <a:cubicBezTo>
                    <a:pt x="48" y="494"/>
                    <a:pt x="1" y="136"/>
                    <a:pt x="620" y="3328"/>
                  </a:cubicBezTo>
                  <a:lnTo>
                    <a:pt x="1239" y="3328"/>
                  </a:lnTo>
                  <a:lnTo>
                    <a:pt x="739" y="756"/>
                  </a:lnTo>
                  <a:lnTo>
                    <a:pt x="739" y="756"/>
                  </a:lnTo>
                  <a:cubicBezTo>
                    <a:pt x="867" y="805"/>
                    <a:pt x="922" y="834"/>
                    <a:pt x="989" y="834"/>
                  </a:cubicBezTo>
                  <a:cubicBezTo>
                    <a:pt x="1085" y="834"/>
                    <a:pt x="1206" y="776"/>
                    <a:pt x="1596" y="637"/>
                  </a:cubicBezTo>
                  <a:cubicBezTo>
                    <a:pt x="2025" y="765"/>
                    <a:pt x="2154" y="817"/>
                    <a:pt x="2250" y="817"/>
                  </a:cubicBezTo>
                  <a:cubicBezTo>
                    <a:pt x="2314" y="817"/>
                    <a:pt x="2363" y="794"/>
                    <a:pt x="2478" y="756"/>
                  </a:cubicBezTo>
                  <a:lnTo>
                    <a:pt x="2478" y="756"/>
                  </a:lnTo>
                  <a:lnTo>
                    <a:pt x="1954" y="3328"/>
                  </a:lnTo>
                  <a:lnTo>
                    <a:pt x="2597" y="3328"/>
                  </a:lnTo>
                  <a:cubicBezTo>
                    <a:pt x="3240" y="113"/>
                    <a:pt x="3192" y="494"/>
                    <a:pt x="3216" y="303"/>
                  </a:cubicBezTo>
                  <a:cubicBezTo>
                    <a:pt x="3216" y="143"/>
                    <a:pt x="3065" y="0"/>
                    <a:pt x="2890" y="0"/>
                  </a:cubicBezTo>
                  <a:cubicBezTo>
                    <a:pt x="2856" y="0"/>
                    <a:pt x="2822" y="6"/>
                    <a:pt x="2787" y="17"/>
                  </a:cubicBezTo>
                  <a:lnTo>
                    <a:pt x="2263" y="184"/>
                  </a:lnTo>
                  <a:lnTo>
                    <a:pt x="1715" y="17"/>
                  </a:lnTo>
                  <a:cubicBezTo>
                    <a:pt x="1691" y="12"/>
                    <a:pt x="1670" y="10"/>
                    <a:pt x="1648" y="10"/>
                  </a:cubicBezTo>
                  <a:cubicBezTo>
                    <a:pt x="1563" y="10"/>
                    <a:pt x="1454" y="52"/>
                    <a:pt x="1001" y="184"/>
                  </a:cubicBezTo>
                  <a:lnTo>
                    <a:pt x="477" y="17"/>
                  </a:lnTo>
                  <a:cubicBezTo>
                    <a:pt x="442" y="6"/>
                    <a:pt x="408" y="0"/>
                    <a:pt x="374"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7" name="Google Shape;24117;p146"/>
            <p:cNvSpPr/>
            <p:nvPr/>
          </p:nvSpPr>
          <p:spPr>
            <a:xfrm>
              <a:off x="4936941" y="3140671"/>
              <a:ext cx="53479" cy="108260"/>
            </a:xfrm>
            <a:custGeom>
              <a:avLst/>
              <a:gdLst/>
              <a:ahLst/>
              <a:cxnLst/>
              <a:rect l="l" t="t" r="r" b="b"/>
              <a:pathLst>
                <a:path w="1644" h="3328" extrusionOk="0">
                  <a:moveTo>
                    <a:pt x="1270" y="0"/>
                  </a:moveTo>
                  <a:cubicBezTo>
                    <a:pt x="1237" y="0"/>
                    <a:pt x="1202" y="6"/>
                    <a:pt x="1167" y="17"/>
                  </a:cubicBezTo>
                  <a:lnTo>
                    <a:pt x="643" y="184"/>
                  </a:lnTo>
                  <a:cubicBezTo>
                    <a:pt x="72" y="17"/>
                    <a:pt x="72" y="17"/>
                    <a:pt x="0" y="17"/>
                  </a:cubicBezTo>
                  <a:lnTo>
                    <a:pt x="0" y="637"/>
                  </a:lnTo>
                  <a:cubicBezTo>
                    <a:pt x="429" y="765"/>
                    <a:pt x="558" y="817"/>
                    <a:pt x="654" y="817"/>
                  </a:cubicBezTo>
                  <a:cubicBezTo>
                    <a:pt x="718" y="817"/>
                    <a:pt x="767" y="794"/>
                    <a:pt x="882" y="756"/>
                  </a:cubicBezTo>
                  <a:lnTo>
                    <a:pt x="882" y="756"/>
                  </a:lnTo>
                  <a:lnTo>
                    <a:pt x="358" y="3328"/>
                  </a:lnTo>
                  <a:lnTo>
                    <a:pt x="1001" y="3328"/>
                  </a:lnTo>
                  <a:cubicBezTo>
                    <a:pt x="1644" y="113"/>
                    <a:pt x="1548" y="494"/>
                    <a:pt x="1596" y="303"/>
                  </a:cubicBezTo>
                  <a:cubicBezTo>
                    <a:pt x="1596" y="143"/>
                    <a:pt x="1445" y="0"/>
                    <a:pt x="12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8" name="Google Shape;24118;p146"/>
            <p:cNvSpPr/>
            <p:nvPr/>
          </p:nvSpPr>
          <p:spPr>
            <a:xfrm>
              <a:off x="4867229" y="3245808"/>
              <a:ext cx="141018" cy="141018"/>
            </a:xfrm>
            <a:custGeom>
              <a:avLst/>
              <a:gdLst/>
              <a:ahLst/>
              <a:cxnLst/>
              <a:rect l="l" t="t" r="r" b="b"/>
              <a:pathLst>
                <a:path w="4335" h="4335" extrusionOk="0">
                  <a:moveTo>
                    <a:pt x="310" y="0"/>
                  </a:moveTo>
                  <a:cubicBezTo>
                    <a:pt x="167" y="0"/>
                    <a:pt x="0" y="119"/>
                    <a:pt x="0" y="286"/>
                  </a:cubicBezTo>
                  <a:lnTo>
                    <a:pt x="0" y="3406"/>
                  </a:lnTo>
                  <a:cubicBezTo>
                    <a:pt x="0" y="3477"/>
                    <a:pt x="48" y="3572"/>
                    <a:pt x="95" y="3620"/>
                  </a:cubicBezTo>
                  <a:lnTo>
                    <a:pt x="715" y="4263"/>
                  </a:lnTo>
                  <a:cubicBezTo>
                    <a:pt x="786" y="4311"/>
                    <a:pt x="834" y="4335"/>
                    <a:pt x="929" y="4335"/>
                  </a:cubicBezTo>
                  <a:lnTo>
                    <a:pt x="3406" y="4335"/>
                  </a:lnTo>
                  <a:cubicBezTo>
                    <a:pt x="3501" y="4335"/>
                    <a:pt x="3548" y="4311"/>
                    <a:pt x="3620" y="4263"/>
                  </a:cubicBezTo>
                  <a:lnTo>
                    <a:pt x="4239" y="3620"/>
                  </a:lnTo>
                  <a:cubicBezTo>
                    <a:pt x="4287" y="3572"/>
                    <a:pt x="4334" y="3501"/>
                    <a:pt x="4334" y="3406"/>
                  </a:cubicBezTo>
                  <a:lnTo>
                    <a:pt x="4334" y="286"/>
                  </a:lnTo>
                  <a:cubicBezTo>
                    <a:pt x="4334" y="143"/>
                    <a:pt x="4215" y="0"/>
                    <a:pt x="4025" y="0"/>
                  </a:cubicBezTo>
                  <a:close/>
                </a:path>
              </a:pathLst>
            </a:custGeom>
            <a:solidFill>
              <a:srgbClr val="9EAA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9" name="Google Shape;24119;p146"/>
            <p:cNvSpPr/>
            <p:nvPr/>
          </p:nvSpPr>
          <p:spPr>
            <a:xfrm>
              <a:off x="4936941" y="3245027"/>
              <a:ext cx="71306" cy="141798"/>
            </a:xfrm>
            <a:custGeom>
              <a:avLst/>
              <a:gdLst/>
              <a:ahLst/>
              <a:cxnLst/>
              <a:rect l="l" t="t" r="r" b="b"/>
              <a:pathLst>
                <a:path w="2192" h="4359" extrusionOk="0">
                  <a:moveTo>
                    <a:pt x="0" y="0"/>
                  </a:moveTo>
                  <a:lnTo>
                    <a:pt x="0" y="4359"/>
                  </a:lnTo>
                  <a:lnTo>
                    <a:pt x="1263" y="4359"/>
                  </a:lnTo>
                  <a:cubicBezTo>
                    <a:pt x="1358" y="4359"/>
                    <a:pt x="1405" y="4335"/>
                    <a:pt x="1477" y="4287"/>
                  </a:cubicBezTo>
                  <a:lnTo>
                    <a:pt x="2096" y="3644"/>
                  </a:lnTo>
                  <a:cubicBezTo>
                    <a:pt x="2144" y="3596"/>
                    <a:pt x="2191" y="3501"/>
                    <a:pt x="2191" y="3430"/>
                  </a:cubicBezTo>
                  <a:lnTo>
                    <a:pt x="2191" y="310"/>
                  </a:lnTo>
                  <a:cubicBezTo>
                    <a:pt x="2191" y="143"/>
                    <a:pt x="2048" y="0"/>
                    <a:pt x="1882" y="0"/>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0" name="Google Shape;24120;p146"/>
            <p:cNvSpPr/>
            <p:nvPr/>
          </p:nvSpPr>
          <p:spPr>
            <a:xfrm>
              <a:off x="4855583" y="3285299"/>
              <a:ext cx="164276" cy="20169"/>
            </a:xfrm>
            <a:custGeom>
              <a:avLst/>
              <a:gdLst/>
              <a:ahLst/>
              <a:cxnLst/>
              <a:rect l="l" t="t" r="r" b="b"/>
              <a:pathLst>
                <a:path w="5050" h="620" extrusionOk="0">
                  <a:moveTo>
                    <a:pt x="334" y="1"/>
                  </a:moveTo>
                  <a:cubicBezTo>
                    <a:pt x="144" y="1"/>
                    <a:pt x="1" y="191"/>
                    <a:pt x="25" y="358"/>
                  </a:cubicBezTo>
                  <a:cubicBezTo>
                    <a:pt x="72" y="501"/>
                    <a:pt x="215" y="620"/>
                    <a:pt x="358" y="620"/>
                  </a:cubicBezTo>
                  <a:lnTo>
                    <a:pt x="4716" y="620"/>
                  </a:lnTo>
                  <a:cubicBezTo>
                    <a:pt x="4883" y="620"/>
                    <a:pt x="5050" y="453"/>
                    <a:pt x="5002" y="263"/>
                  </a:cubicBezTo>
                  <a:cubicBezTo>
                    <a:pt x="4978" y="120"/>
                    <a:pt x="4835" y="1"/>
                    <a:pt x="4669"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1" name="Google Shape;24121;p146"/>
            <p:cNvSpPr/>
            <p:nvPr/>
          </p:nvSpPr>
          <p:spPr>
            <a:xfrm>
              <a:off x="4938502" y="3285299"/>
              <a:ext cx="81358" cy="20169"/>
            </a:xfrm>
            <a:custGeom>
              <a:avLst/>
              <a:gdLst/>
              <a:ahLst/>
              <a:cxnLst/>
              <a:rect l="l" t="t" r="r" b="b"/>
              <a:pathLst>
                <a:path w="2501" h="620" extrusionOk="0">
                  <a:moveTo>
                    <a:pt x="0" y="1"/>
                  </a:moveTo>
                  <a:lnTo>
                    <a:pt x="0" y="620"/>
                  </a:lnTo>
                  <a:lnTo>
                    <a:pt x="2167" y="620"/>
                  </a:lnTo>
                  <a:cubicBezTo>
                    <a:pt x="2334" y="620"/>
                    <a:pt x="2501" y="453"/>
                    <a:pt x="2453" y="263"/>
                  </a:cubicBezTo>
                  <a:cubicBezTo>
                    <a:pt x="2429" y="120"/>
                    <a:pt x="2286" y="1"/>
                    <a:pt x="2143"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2" name="Google Shape;24122;p146"/>
            <p:cNvSpPr/>
            <p:nvPr/>
          </p:nvSpPr>
          <p:spPr>
            <a:xfrm>
              <a:off x="4855583" y="3324823"/>
              <a:ext cx="164276" cy="20949"/>
            </a:xfrm>
            <a:custGeom>
              <a:avLst/>
              <a:gdLst/>
              <a:ahLst/>
              <a:cxnLst/>
              <a:rect l="l" t="t" r="r" b="b"/>
              <a:pathLst>
                <a:path w="5050" h="644" extrusionOk="0">
                  <a:moveTo>
                    <a:pt x="334" y="0"/>
                  </a:moveTo>
                  <a:cubicBezTo>
                    <a:pt x="144" y="0"/>
                    <a:pt x="1" y="191"/>
                    <a:pt x="25" y="358"/>
                  </a:cubicBezTo>
                  <a:cubicBezTo>
                    <a:pt x="72" y="524"/>
                    <a:pt x="215" y="643"/>
                    <a:pt x="358" y="643"/>
                  </a:cubicBezTo>
                  <a:lnTo>
                    <a:pt x="4716" y="643"/>
                  </a:lnTo>
                  <a:cubicBezTo>
                    <a:pt x="4883" y="643"/>
                    <a:pt x="5050" y="477"/>
                    <a:pt x="5002" y="286"/>
                  </a:cubicBezTo>
                  <a:cubicBezTo>
                    <a:pt x="4978" y="119"/>
                    <a:pt x="4835" y="0"/>
                    <a:pt x="4669"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3" name="Google Shape;24123;p146"/>
            <p:cNvSpPr/>
            <p:nvPr/>
          </p:nvSpPr>
          <p:spPr>
            <a:xfrm>
              <a:off x="4936941" y="3324823"/>
              <a:ext cx="81358" cy="20949"/>
            </a:xfrm>
            <a:custGeom>
              <a:avLst/>
              <a:gdLst/>
              <a:ahLst/>
              <a:cxnLst/>
              <a:rect l="l" t="t" r="r" b="b"/>
              <a:pathLst>
                <a:path w="2501" h="644" extrusionOk="0">
                  <a:moveTo>
                    <a:pt x="0" y="0"/>
                  </a:moveTo>
                  <a:lnTo>
                    <a:pt x="0" y="643"/>
                  </a:lnTo>
                  <a:lnTo>
                    <a:pt x="2191" y="643"/>
                  </a:lnTo>
                  <a:cubicBezTo>
                    <a:pt x="2334" y="643"/>
                    <a:pt x="2477" y="548"/>
                    <a:pt x="2477" y="358"/>
                  </a:cubicBezTo>
                  <a:cubicBezTo>
                    <a:pt x="2501" y="167"/>
                    <a:pt x="2358" y="0"/>
                    <a:pt x="2191"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24" name="Google Shape;24124;p146"/>
          <p:cNvGrpSpPr/>
          <p:nvPr/>
        </p:nvGrpSpPr>
        <p:grpSpPr>
          <a:xfrm>
            <a:off x="5568315" y="2889672"/>
            <a:ext cx="241730" cy="344753"/>
            <a:chOff x="5568315" y="3042072"/>
            <a:chExt cx="241730" cy="344753"/>
          </a:xfrm>
        </p:grpSpPr>
        <p:sp>
          <p:nvSpPr>
            <p:cNvPr id="24125" name="Google Shape;24125;p146"/>
            <p:cNvSpPr/>
            <p:nvPr/>
          </p:nvSpPr>
          <p:spPr>
            <a:xfrm>
              <a:off x="5620981" y="3042983"/>
              <a:ext cx="123224" cy="143978"/>
            </a:xfrm>
            <a:custGeom>
              <a:avLst/>
              <a:gdLst/>
              <a:ahLst/>
              <a:cxnLst/>
              <a:rect l="l" t="t" r="r" b="b"/>
              <a:pathLst>
                <a:path w="3788" h="4426" extrusionOk="0">
                  <a:moveTo>
                    <a:pt x="1796" y="1"/>
                  </a:moveTo>
                  <a:cubicBezTo>
                    <a:pt x="1744" y="1"/>
                    <a:pt x="1691" y="14"/>
                    <a:pt x="1644" y="44"/>
                  </a:cubicBezTo>
                  <a:cubicBezTo>
                    <a:pt x="1572" y="67"/>
                    <a:pt x="1" y="1020"/>
                    <a:pt x="1" y="2639"/>
                  </a:cubicBezTo>
                  <a:cubicBezTo>
                    <a:pt x="1" y="3616"/>
                    <a:pt x="810" y="4425"/>
                    <a:pt x="1787" y="4425"/>
                  </a:cubicBezTo>
                  <a:cubicBezTo>
                    <a:pt x="2906" y="4378"/>
                    <a:pt x="3787" y="3354"/>
                    <a:pt x="3549" y="2211"/>
                  </a:cubicBezTo>
                  <a:cubicBezTo>
                    <a:pt x="3454" y="1711"/>
                    <a:pt x="3216" y="1210"/>
                    <a:pt x="2787" y="758"/>
                  </a:cubicBezTo>
                  <a:cubicBezTo>
                    <a:pt x="2743" y="685"/>
                    <a:pt x="2664" y="657"/>
                    <a:pt x="2576" y="657"/>
                  </a:cubicBezTo>
                  <a:cubicBezTo>
                    <a:pt x="2520" y="657"/>
                    <a:pt x="2461" y="668"/>
                    <a:pt x="2406" y="687"/>
                  </a:cubicBezTo>
                  <a:lnTo>
                    <a:pt x="2120" y="853"/>
                  </a:lnTo>
                  <a:lnTo>
                    <a:pt x="2120" y="306"/>
                  </a:lnTo>
                  <a:cubicBezTo>
                    <a:pt x="2120" y="126"/>
                    <a:pt x="1958" y="1"/>
                    <a:pt x="179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6" name="Google Shape;24126;p146"/>
            <p:cNvSpPr/>
            <p:nvPr/>
          </p:nvSpPr>
          <p:spPr>
            <a:xfrm>
              <a:off x="5679080" y="3042072"/>
              <a:ext cx="63564" cy="143327"/>
            </a:xfrm>
            <a:custGeom>
              <a:avLst/>
              <a:gdLst/>
              <a:ahLst/>
              <a:cxnLst/>
              <a:rect l="l" t="t" r="r" b="b"/>
              <a:pathLst>
                <a:path w="1954" h="4406" extrusionOk="0">
                  <a:moveTo>
                    <a:pt x="1" y="0"/>
                  </a:moveTo>
                  <a:lnTo>
                    <a:pt x="1" y="4406"/>
                  </a:lnTo>
                  <a:cubicBezTo>
                    <a:pt x="1120" y="4406"/>
                    <a:pt x="1953" y="3382"/>
                    <a:pt x="1691" y="2239"/>
                  </a:cubicBezTo>
                  <a:cubicBezTo>
                    <a:pt x="1596" y="1739"/>
                    <a:pt x="1358" y="1238"/>
                    <a:pt x="953" y="786"/>
                  </a:cubicBezTo>
                  <a:cubicBezTo>
                    <a:pt x="890" y="722"/>
                    <a:pt x="805" y="691"/>
                    <a:pt x="720" y="691"/>
                  </a:cubicBezTo>
                  <a:cubicBezTo>
                    <a:pt x="678" y="691"/>
                    <a:pt x="636" y="699"/>
                    <a:pt x="596" y="715"/>
                  </a:cubicBezTo>
                  <a:lnTo>
                    <a:pt x="286" y="881"/>
                  </a:lnTo>
                  <a:lnTo>
                    <a:pt x="286" y="334"/>
                  </a:lnTo>
                  <a:cubicBezTo>
                    <a:pt x="286" y="119"/>
                    <a:pt x="144" y="0"/>
                    <a:pt x="1"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7" name="Google Shape;24127;p146"/>
            <p:cNvSpPr/>
            <p:nvPr/>
          </p:nvSpPr>
          <p:spPr>
            <a:xfrm>
              <a:off x="5669028" y="3144314"/>
              <a:ext cx="20949" cy="63564"/>
            </a:xfrm>
            <a:custGeom>
              <a:avLst/>
              <a:gdLst/>
              <a:ahLst/>
              <a:cxnLst/>
              <a:rect l="l" t="t" r="r" b="b"/>
              <a:pathLst>
                <a:path w="644" h="1954" extrusionOk="0">
                  <a:moveTo>
                    <a:pt x="310" y="1"/>
                  </a:moveTo>
                  <a:cubicBezTo>
                    <a:pt x="167" y="1"/>
                    <a:pt x="0" y="120"/>
                    <a:pt x="0" y="286"/>
                  </a:cubicBezTo>
                  <a:lnTo>
                    <a:pt x="0" y="1953"/>
                  </a:lnTo>
                  <a:lnTo>
                    <a:pt x="643" y="1953"/>
                  </a:lnTo>
                  <a:lnTo>
                    <a:pt x="643" y="286"/>
                  </a:lnTo>
                  <a:cubicBezTo>
                    <a:pt x="643" y="143"/>
                    <a:pt x="453" y="1"/>
                    <a:pt x="310"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8" name="Google Shape;24128;p146"/>
            <p:cNvSpPr/>
            <p:nvPr/>
          </p:nvSpPr>
          <p:spPr>
            <a:xfrm>
              <a:off x="5679861" y="3142753"/>
              <a:ext cx="10117" cy="65125"/>
            </a:xfrm>
            <a:custGeom>
              <a:avLst/>
              <a:gdLst/>
              <a:ahLst/>
              <a:cxnLst/>
              <a:rect l="l" t="t" r="r" b="b"/>
              <a:pathLst>
                <a:path w="311" h="2002" extrusionOk="0">
                  <a:moveTo>
                    <a:pt x="0" y="1"/>
                  </a:moveTo>
                  <a:lnTo>
                    <a:pt x="0" y="2001"/>
                  </a:lnTo>
                  <a:lnTo>
                    <a:pt x="310" y="2001"/>
                  </a:lnTo>
                  <a:lnTo>
                    <a:pt x="310" y="334"/>
                  </a:lnTo>
                  <a:cubicBezTo>
                    <a:pt x="310" y="191"/>
                    <a:pt x="143" y="49"/>
                    <a:pt x="0"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9" name="Google Shape;24129;p146"/>
            <p:cNvSpPr/>
            <p:nvPr/>
          </p:nvSpPr>
          <p:spPr>
            <a:xfrm>
              <a:off x="5765837" y="3266106"/>
              <a:ext cx="44208" cy="60603"/>
            </a:xfrm>
            <a:custGeom>
              <a:avLst/>
              <a:gdLst/>
              <a:ahLst/>
              <a:cxnLst/>
              <a:rect l="l" t="t" r="r" b="b"/>
              <a:pathLst>
                <a:path w="1359" h="1863" extrusionOk="0">
                  <a:moveTo>
                    <a:pt x="1051" y="1"/>
                  </a:moveTo>
                  <a:cubicBezTo>
                    <a:pt x="1013" y="1"/>
                    <a:pt x="972" y="7"/>
                    <a:pt x="930" y="19"/>
                  </a:cubicBezTo>
                  <a:cubicBezTo>
                    <a:pt x="811" y="67"/>
                    <a:pt x="715" y="210"/>
                    <a:pt x="715" y="329"/>
                  </a:cubicBezTo>
                  <a:lnTo>
                    <a:pt x="715" y="615"/>
                  </a:lnTo>
                  <a:lnTo>
                    <a:pt x="1" y="615"/>
                  </a:lnTo>
                  <a:lnTo>
                    <a:pt x="1" y="1258"/>
                  </a:lnTo>
                  <a:lnTo>
                    <a:pt x="715" y="1258"/>
                  </a:lnTo>
                  <a:lnTo>
                    <a:pt x="715" y="1543"/>
                  </a:lnTo>
                  <a:cubicBezTo>
                    <a:pt x="715" y="1730"/>
                    <a:pt x="877" y="1862"/>
                    <a:pt x="1061" y="1862"/>
                  </a:cubicBezTo>
                  <a:cubicBezTo>
                    <a:pt x="1088" y="1862"/>
                    <a:pt x="1116" y="1859"/>
                    <a:pt x="1144" y="1853"/>
                  </a:cubicBezTo>
                  <a:cubicBezTo>
                    <a:pt x="1263" y="1805"/>
                    <a:pt x="1358" y="1662"/>
                    <a:pt x="1358" y="1543"/>
                  </a:cubicBezTo>
                  <a:lnTo>
                    <a:pt x="1358" y="305"/>
                  </a:lnTo>
                  <a:cubicBezTo>
                    <a:pt x="1358" y="129"/>
                    <a:pt x="1229" y="1"/>
                    <a:pt x="105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0" name="Google Shape;24130;p146"/>
            <p:cNvSpPr/>
            <p:nvPr/>
          </p:nvSpPr>
          <p:spPr>
            <a:xfrm>
              <a:off x="5649640" y="3204755"/>
              <a:ext cx="61254" cy="44176"/>
            </a:xfrm>
            <a:custGeom>
              <a:avLst/>
              <a:gdLst/>
              <a:ahLst/>
              <a:cxnLst/>
              <a:rect l="l" t="t" r="r" b="b"/>
              <a:pathLst>
                <a:path w="1883" h="1358" extrusionOk="0">
                  <a:moveTo>
                    <a:pt x="310" y="0"/>
                  </a:moveTo>
                  <a:cubicBezTo>
                    <a:pt x="120" y="0"/>
                    <a:pt x="1" y="167"/>
                    <a:pt x="1" y="310"/>
                  </a:cubicBezTo>
                  <a:lnTo>
                    <a:pt x="1" y="1358"/>
                  </a:lnTo>
                  <a:lnTo>
                    <a:pt x="1882" y="1358"/>
                  </a:lnTo>
                  <a:lnTo>
                    <a:pt x="1858" y="310"/>
                  </a:lnTo>
                  <a:cubicBezTo>
                    <a:pt x="1858" y="119"/>
                    <a:pt x="1715" y="0"/>
                    <a:pt x="1549"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1" name="Google Shape;24131;p146"/>
            <p:cNvSpPr/>
            <p:nvPr/>
          </p:nvSpPr>
          <p:spPr>
            <a:xfrm>
              <a:off x="5679080" y="3204755"/>
              <a:ext cx="31034" cy="44176"/>
            </a:xfrm>
            <a:custGeom>
              <a:avLst/>
              <a:gdLst/>
              <a:ahLst/>
              <a:cxnLst/>
              <a:rect l="l" t="t" r="r" b="b"/>
              <a:pathLst>
                <a:path w="954" h="1358" extrusionOk="0">
                  <a:moveTo>
                    <a:pt x="1" y="0"/>
                  </a:moveTo>
                  <a:lnTo>
                    <a:pt x="1" y="1358"/>
                  </a:lnTo>
                  <a:lnTo>
                    <a:pt x="929" y="1358"/>
                  </a:lnTo>
                  <a:lnTo>
                    <a:pt x="929" y="310"/>
                  </a:lnTo>
                  <a:cubicBezTo>
                    <a:pt x="953" y="167"/>
                    <a:pt x="810" y="0"/>
                    <a:pt x="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2" name="Google Shape;24132;p146"/>
            <p:cNvSpPr/>
            <p:nvPr/>
          </p:nvSpPr>
          <p:spPr>
            <a:xfrm>
              <a:off x="5588451" y="3245808"/>
              <a:ext cx="181290" cy="84480"/>
            </a:xfrm>
            <a:custGeom>
              <a:avLst/>
              <a:gdLst/>
              <a:ahLst/>
              <a:cxnLst/>
              <a:rect l="l" t="t" r="r" b="b"/>
              <a:pathLst>
                <a:path w="5573" h="2597" extrusionOk="0">
                  <a:moveTo>
                    <a:pt x="1358" y="0"/>
                  </a:moveTo>
                  <a:cubicBezTo>
                    <a:pt x="596" y="0"/>
                    <a:pt x="0" y="596"/>
                    <a:pt x="0" y="1334"/>
                  </a:cubicBezTo>
                  <a:lnTo>
                    <a:pt x="0" y="2596"/>
                  </a:lnTo>
                  <a:lnTo>
                    <a:pt x="5573" y="2596"/>
                  </a:lnTo>
                  <a:lnTo>
                    <a:pt x="5573" y="1334"/>
                  </a:lnTo>
                  <a:cubicBezTo>
                    <a:pt x="5573" y="596"/>
                    <a:pt x="4954" y="0"/>
                    <a:pt x="4239" y="0"/>
                  </a:cubicBezTo>
                  <a:close/>
                </a:path>
              </a:pathLst>
            </a:custGeom>
            <a:solidFill>
              <a:srgbClr val="AE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3" name="Google Shape;24133;p146"/>
            <p:cNvSpPr/>
            <p:nvPr/>
          </p:nvSpPr>
          <p:spPr>
            <a:xfrm>
              <a:off x="5679080" y="3245808"/>
              <a:ext cx="90661" cy="84480"/>
            </a:xfrm>
            <a:custGeom>
              <a:avLst/>
              <a:gdLst/>
              <a:ahLst/>
              <a:cxnLst/>
              <a:rect l="l" t="t" r="r" b="b"/>
              <a:pathLst>
                <a:path w="2787" h="2597" extrusionOk="0">
                  <a:moveTo>
                    <a:pt x="1" y="0"/>
                  </a:moveTo>
                  <a:lnTo>
                    <a:pt x="1" y="2596"/>
                  </a:lnTo>
                  <a:lnTo>
                    <a:pt x="2787" y="2596"/>
                  </a:lnTo>
                  <a:lnTo>
                    <a:pt x="2787" y="1334"/>
                  </a:lnTo>
                  <a:cubicBezTo>
                    <a:pt x="2787" y="596"/>
                    <a:pt x="2192" y="0"/>
                    <a:pt x="1453"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4" name="Google Shape;24134;p146"/>
            <p:cNvSpPr/>
            <p:nvPr/>
          </p:nvSpPr>
          <p:spPr>
            <a:xfrm>
              <a:off x="5568315" y="3327133"/>
              <a:ext cx="220814" cy="59693"/>
            </a:xfrm>
            <a:custGeom>
              <a:avLst/>
              <a:gdLst/>
              <a:ahLst/>
              <a:cxnLst/>
              <a:rect l="l" t="t" r="r" b="b"/>
              <a:pathLst>
                <a:path w="6788" h="1835" extrusionOk="0">
                  <a:moveTo>
                    <a:pt x="310" y="1"/>
                  </a:moveTo>
                  <a:cubicBezTo>
                    <a:pt x="167" y="1"/>
                    <a:pt x="0" y="120"/>
                    <a:pt x="0" y="287"/>
                  </a:cubicBezTo>
                  <a:lnTo>
                    <a:pt x="0" y="1549"/>
                  </a:lnTo>
                  <a:cubicBezTo>
                    <a:pt x="0" y="1692"/>
                    <a:pt x="119" y="1835"/>
                    <a:pt x="310" y="1835"/>
                  </a:cubicBezTo>
                  <a:lnTo>
                    <a:pt x="6502" y="1835"/>
                  </a:lnTo>
                  <a:cubicBezTo>
                    <a:pt x="6668" y="1835"/>
                    <a:pt x="6787" y="1692"/>
                    <a:pt x="6787" y="1549"/>
                  </a:cubicBezTo>
                  <a:lnTo>
                    <a:pt x="6787" y="287"/>
                  </a:lnTo>
                  <a:cubicBezTo>
                    <a:pt x="6787" y="144"/>
                    <a:pt x="6668" y="1"/>
                    <a:pt x="6502"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5" name="Google Shape;24135;p146"/>
            <p:cNvSpPr/>
            <p:nvPr/>
          </p:nvSpPr>
          <p:spPr>
            <a:xfrm>
              <a:off x="5679861" y="3326352"/>
              <a:ext cx="110797" cy="60473"/>
            </a:xfrm>
            <a:custGeom>
              <a:avLst/>
              <a:gdLst/>
              <a:ahLst/>
              <a:cxnLst/>
              <a:rect l="l" t="t" r="r" b="b"/>
              <a:pathLst>
                <a:path w="3406" h="1859" extrusionOk="0">
                  <a:moveTo>
                    <a:pt x="0" y="1"/>
                  </a:moveTo>
                  <a:lnTo>
                    <a:pt x="0" y="1859"/>
                  </a:lnTo>
                  <a:lnTo>
                    <a:pt x="3096" y="1859"/>
                  </a:lnTo>
                  <a:cubicBezTo>
                    <a:pt x="3287" y="1859"/>
                    <a:pt x="3406" y="1716"/>
                    <a:pt x="3406" y="1573"/>
                  </a:cubicBezTo>
                  <a:lnTo>
                    <a:pt x="3406" y="311"/>
                  </a:lnTo>
                  <a:cubicBezTo>
                    <a:pt x="3406" y="144"/>
                    <a:pt x="3287" y="1"/>
                    <a:pt x="309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36" name="Google Shape;24136;p146"/>
          <p:cNvGrpSpPr/>
          <p:nvPr/>
        </p:nvGrpSpPr>
        <p:grpSpPr>
          <a:xfrm>
            <a:off x="6298842" y="2889542"/>
            <a:ext cx="313004" cy="344883"/>
            <a:chOff x="6298842" y="3041942"/>
            <a:chExt cx="313004" cy="344883"/>
          </a:xfrm>
        </p:grpSpPr>
        <p:sp>
          <p:nvSpPr>
            <p:cNvPr id="24137" name="Google Shape;24137;p146"/>
            <p:cNvSpPr/>
            <p:nvPr/>
          </p:nvSpPr>
          <p:spPr>
            <a:xfrm>
              <a:off x="6300370" y="3073008"/>
              <a:ext cx="261899" cy="229532"/>
            </a:xfrm>
            <a:custGeom>
              <a:avLst/>
              <a:gdLst/>
              <a:ahLst/>
              <a:cxnLst/>
              <a:rect l="l" t="t" r="r" b="b"/>
              <a:pathLst>
                <a:path w="8051" h="7056" extrusionOk="0">
                  <a:moveTo>
                    <a:pt x="4024" y="0"/>
                  </a:moveTo>
                  <a:cubicBezTo>
                    <a:pt x="2674" y="0"/>
                    <a:pt x="1391" y="795"/>
                    <a:pt x="811" y="2097"/>
                  </a:cubicBezTo>
                  <a:cubicBezTo>
                    <a:pt x="1" y="3883"/>
                    <a:pt x="811" y="5931"/>
                    <a:pt x="2597" y="6741"/>
                  </a:cubicBezTo>
                  <a:cubicBezTo>
                    <a:pt x="3068" y="6955"/>
                    <a:pt x="3561" y="7056"/>
                    <a:pt x="4045" y="7056"/>
                  </a:cubicBezTo>
                  <a:cubicBezTo>
                    <a:pt x="5396" y="7056"/>
                    <a:pt x="6679" y="6270"/>
                    <a:pt x="7240" y="4955"/>
                  </a:cubicBezTo>
                  <a:cubicBezTo>
                    <a:pt x="8050" y="3169"/>
                    <a:pt x="7240" y="1121"/>
                    <a:pt x="5454" y="311"/>
                  </a:cubicBezTo>
                  <a:cubicBezTo>
                    <a:pt x="4988" y="100"/>
                    <a:pt x="4502" y="0"/>
                    <a:pt x="4024" y="0"/>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8" name="Google Shape;24138;p146"/>
            <p:cNvSpPr/>
            <p:nvPr/>
          </p:nvSpPr>
          <p:spPr>
            <a:xfrm>
              <a:off x="6384818" y="3083906"/>
              <a:ext cx="177451" cy="218959"/>
            </a:xfrm>
            <a:custGeom>
              <a:avLst/>
              <a:gdLst/>
              <a:ahLst/>
              <a:cxnLst/>
              <a:rect l="l" t="t" r="r" b="b"/>
              <a:pathLst>
                <a:path w="5455" h="6731" extrusionOk="0">
                  <a:moveTo>
                    <a:pt x="2858" y="0"/>
                  </a:moveTo>
                  <a:cubicBezTo>
                    <a:pt x="2716" y="333"/>
                    <a:pt x="120" y="6168"/>
                    <a:pt x="1" y="6430"/>
                  </a:cubicBezTo>
                  <a:cubicBezTo>
                    <a:pt x="465" y="6634"/>
                    <a:pt x="947" y="6731"/>
                    <a:pt x="1420" y="6731"/>
                  </a:cubicBezTo>
                  <a:cubicBezTo>
                    <a:pt x="2768" y="6731"/>
                    <a:pt x="4045" y="5948"/>
                    <a:pt x="4644" y="4644"/>
                  </a:cubicBezTo>
                  <a:cubicBezTo>
                    <a:pt x="5454" y="2858"/>
                    <a:pt x="4644" y="786"/>
                    <a:pt x="2858" y="0"/>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9" name="Google Shape;24139;p146"/>
            <p:cNvSpPr/>
            <p:nvPr/>
          </p:nvSpPr>
          <p:spPr>
            <a:xfrm>
              <a:off x="6298842" y="3070178"/>
              <a:ext cx="271951" cy="236070"/>
            </a:xfrm>
            <a:custGeom>
              <a:avLst/>
              <a:gdLst/>
              <a:ahLst/>
              <a:cxnLst/>
              <a:rect l="l" t="t" r="r" b="b"/>
              <a:pathLst>
                <a:path w="8360" h="7257" extrusionOk="0">
                  <a:moveTo>
                    <a:pt x="3988" y="616"/>
                  </a:moveTo>
                  <a:cubicBezTo>
                    <a:pt x="4095" y="616"/>
                    <a:pt x="4202" y="623"/>
                    <a:pt x="4311" y="636"/>
                  </a:cubicBezTo>
                  <a:cubicBezTo>
                    <a:pt x="4073" y="851"/>
                    <a:pt x="3834" y="1089"/>
                    <a:pt x="3596" y="1375"/>
                  </a:cubicBezTo>
                  <a:lnTo>
                    <a:pt x="2667" y="970"/>
                  </a:lnTo>
                  <a:cubicBezTo>
                    <a:pt x="3092" y="738"/>
                    <a:pt x="3532" y="616"/>
                    <a:pt x="3988" y="616"/>
                  </a:cubicBezTo>
                  <a:close/>
                  <a:moveTo>
                    <a:pt x="5168" y="851"/>
                  </a:moveTo>
                  <a:lnTo>
                    <a:pt x="5406" y="922"/>
                  </a:lnTo>
                  <a:cubicBezTo>
                    <a:pt x="5525" y="1232"/>
                    <a:pt x="5573" y="1684"/>
                    <a:pt x="5478" y="2208"/>
                  </a:cubicBezTo>
                  <a:lnTo>
                    <a:pt x="4192" y="1637"/>
                  </a:lnTo>
                  <a:cubicBezTo>
                    <a:pt x="4525" y="1232"/>
                    <a:pt x="4882" y="922"/>
                    <a:pt x="5168" y="851"/>
                  </a:cubicBezTo>
                  <a:close/>
                  <a:moveTo>
                    <a:pt x="2072" y="1375"/>
                  </a:moveTo>
                  <a:lnTo>
                    <a:pt x="3239" y="1875"/>
                  </a:lnTo>
                  <a:cubicBezTo>
                    <a:pt x="3072" y="2161"/>
                    <a:pt x="2906" y="2422"/>
                    <a:pt x="2787" y="2684"/>
                  </a:cubicBezTo>
                  <a:lnTo>
                    <a:pt x="1477" y="2089"/>
                  </a:lnTo>
                  <a:cubicBezTo>
                    <a:pt x="1643" y="1851"/>
                    <a:pt x="1834" y="1589"/>
                    <a:pt x="2072" y="1375"/>
                  </a:cubicBezTo>
                  <a:close/>
                  <a:moveTo>
                    <a:pt x="6168" y="1398"/>
                  </a:moveTo>
                  <a:cubicBezTo>
                    <a:pt x="6549" y="1827"/>
                    <a:pt x="6835" y="2327"/>
                    <a:pt x="7002" y="2875"/>
                  </a:cubicBezTo>
                  <a:lnTo>
                    <a:pt x="6073" y="2446"/>
                  </a:lnTo>
                  <a:cubicBezTo>
                    <a:pt x="6121" y="2089"/>
                    <a:pt x="6168" y="1732"/>
                    <a:pt x="6168" y="1398"/>
                  </a:cubicBezTo>
                  <a:close/>
                  <a:moveTo>
                    <a:pt x="3811" y="2161"/>
                  </a:moveTo>
                  <a:lnTo>
                    <a:pt x="5335" y="2827"/>
                  </a:lnTo>
                  <a:cubicBezTo>
                    <a:pt x="5239" y="3137"/>
                    <a:pt x="5144" y="3423"/>
                    <a:pt x="5025" y="3732"/>
                  </a:cubicBezTo>
                  <a:lnTo>
                    <a:pt x="3358" y="2946"/>
                  </a:lnTo>
                  <a:cubicBezTo>
                    <a:pt x="3501" y="2661"/>
                    <a:pt x="3668" y="2399"/>
                    <a:pt x="3811" y="2161"/>
                  </a:cubicBezTo>
                  <a:close/>
                  <a:moveTo>
                    <a:pt x="1215" y="2684"/>
                  </a:moveTo>
                  <a:lnTo>
                    <a:pt x="2525" y="3280"/>
                  </a:lnTo>
                  <a:cubicBezTo>
                    <a:pt x="2406" y="3542"/>
                    <a:pt x="2310" y="3875"/>
                    <a:pt x="2239" y="4185"/>
                  </a:cubicBezTo>
                  <a:lnTo>
                    <a:pt x="1072" y="3661"/>
                  </a:lnTo>
                  <a:cubicBezTo>
                    <a:pt x="1072" y="3304"/>
                    <a:pt x="1120" y="3018"/>
                    <a:pt x="1215" y="2684"/>
                  </a:cubicBezTo>
                  <a:close/>
                  <a:moveTo>
                    <a:pt x="5930" y="3065"/>
                  </a:moveTo>
                  <a:lnTo>
                    <a:pt x="7073" y="3589"/>
                  </a:lnTo>
                  <a:cubicBezTo>
                    <a:pt x="7073" y="3899"/>
                    <a:pt x="7026" y="4232"/>
                    <a:pt x="6930" y="4542"/>
                  </a:cubicBezTo>
                  <a:lnTo>
                    <a:pt x="5620" y="3970"/>
                  </a:lnTo>
                  <a:cubicBezTo>
                    <a:pt x="5740" y="3708"/>
                    <a:pt x="5835" y="3375"/>
                    <a:pt x="5930" y="3065"/>
                  </a:cubicBezTo>
                  <a:close/>
                  <a:moveTo>
                    <a:pt x="3120" y="3518"/>
                  </a:moveTo>
                  <a:lnTo>
                    <a:pt x="4787" y="4256"/>
                  </a:lnTo>
                  <a:cubicBezTo>
                    <a:pt x="4644" y="4566"/>
                    <a:pt x="4501" y="4828"/>
                    <a:pt x="4334" y="5066"/>
                  </a:cubicBezTo>
                  <a:lnTo>
                    <a:pt x="2834" y="4423"/>
                  </a:lnTo>
                  <a:cubicBezTo>
                    <a:pt x="2906" y="4113"/>
                    <a:pt x="3001" y="3828"/>
                    <a:pt x="3120" y="3518"/>
                  </a:cubicBezTo>
                  <a:close/>
                  <a:moveTo>
                    <a:pt x="1191" y="4351"/>
                  </a:moveTo>
                  <a:lnTo>
                    <a:pt x="2120" y="4780"/>
                  </a:lnTo>
                  <a:cubicBezTo>
                    <a:pt x="2048" y="5137"/>
                    <a:pt x="2024" y="5495"/>
                    <a:pt x="2024" y="5804"/>
                  </a:cubicBezTo>
                  <a:cubicBezTo>
                    <a:pt x="1596" y="5423"/>
                    <a:pt x="1334" y="4923"/>
                    <a:pt x="1191" y="4351"/>
                  </a:cubicBezTo>
                  <a:close/>
                  <a:moveTo>
                    <a:pt x="5359" y="4566"/>
                  </a:moveTo>
                  <a:lnTo>
                    <a:pt x="6668" y="5161"/>
                  </a:lnTo>
                  <a:cubicBezTo>
                    <a:pt x="6525" y="5399"/>
                    <a:pt x="6311" y="5661"/>
                    <a:pt x="6073" y="5876"/>
                  </a:cubicBezTo>
                  <a:lnTo>
                    <a:pt x="4906" y="5375"/>
                  </a:lnTo>
                  <a:cubicBezTo>
                    <a:pt x="5097" y="5090"/>
                    <a:pt x="5239" y="4828"/>
                    <a:pt x="5359" y="4566"/>
                  </a:cubicBezTo>
                  <a:close/>
                  <a:moveTo>
                    <a:pt x="2667" y="5042"/>
                  </a:moveTo>
                  <a:lnTo>
                    <a:pt x="3953" y="5590"/>
                  </a:lnTo>
                  <a:cubicBezTo>
                    <a:pt x="3620" y="6018"/>
                    <a:pt x="3310" y="6328"/>
                    <a:pt x="2977" y="6399"/>
                  </a:cubicBezTo>
                  <a:lnTo>
                    <a:pt x="2739" y="6328"/>
                  </a:lnTo>
                  <a:cubicBezTo>
                    <a:pt x="2620" y="6018"/>
                    <a:pt x="2596" y="5566"/>
                    <a:pt x="2667" y="5042"/>
                  </a:cubicBezTo>
                  <a:close/>
                  <a:moveTo>
                    <a:pt x="4549" y="5876"/>
                  </a:moveTo>
                  <a:lnTo>
                    <a:pt x="5478" y="6280"/>
                  </a:lnTo>
                  <a:cubicBezTo>
                    <a:pt x="5041" y="6499"/>
                    <a:pt x="4505" y="6617"/>
                    <a:pt x="3979" y="6617"/>
                  </a:cubicBezTo>
                  <a:cubicBezTo>
                    <a:pt x="3930" y="6617"/>
                    <a:pt x="3882" y="6616"/>
                    <a:pt x="3834" y="6614"/>
                  </a:cubicBezTo>
                  <a:cubicBezTo>
                    <a:pt x="4073" y="6399"/>
                    <a:pt x="4311" y="6161"/>
                    <a:pt x="4549" y="5876"/>
                  </a:cubicBezTo>
                  <a:close/>
                  <a:moveTo>
                    <a:pt x="4072" y="0"/>
                  </a:moveTo>
                  <a:cubicBezTo>
                    <a:pt x="2674" y="0"/>
                    <a:pt x="1356" y="821"/>
                    <a:pt x="762" y="2161"/>
                  </a:cubicBezTo>
                  <a:cubicBezTo>
                    <a:pt x="0" y="3899"/>
                    <a:pt x="739" y="5923"/>
                    <a:pt x="2382" y="6828"/>
                  </a:cubicBezTo>
                  <a:cubicBezTo>
                    <a:pt x="2922" y="7118"/>
                    <a:pt x="3500" y="7257"/>
                    <a:pt x="4073" y="7257"/>
                  </a:cubicBezTo>
                  <a:cubicBezTo>
                    <a:pt x="4865" y="7257"/>
                    <a:pt x="5648" y="6992"/>
                    <a:pt x="6311" y="6495"/>
                  </a:cubicBezTo>
                  <a:lnTo>
                    <a:pt x="6335" y="6471"/>
                  </a:lnTo>
                  <a:cubicBezTo>
                    <a:pt x="8359" y="4852"/>
                    <a:pt x="8121" y="1684"/>
                    <a:pt x="5763" y="422"/>
                  </a:cubicBezTo>
                  <a:cubicBezTo>
                    <a:pt x="5215" y="134"/>
                    <a:pt x="4637" y="0"/>
                    <a:pt x="4072" y="0"/>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0" name="Google Shape;24140;p146"/>
            <p:cNvSpPr/>
            <p:nvPr/>
          </p:nvSpPr>
          <p:spPr>
            <a:xfrm>
              <a:off x="6384818" y="3080035"/>
              <a:ext cx="189064" cy="224782"/>
            </a:xfrm>
            <a:custGeom>
              <a:avLst/>
              <a:gdLst/>
              <a:ahLst/>
              <a:cxnLst/>
              <a:rect l="l" t="t" r="r" b="b"/>
              <a:pathLst>
                <a:path w="5812" h="6910" extrusionOk="0">
                  <a:moveTo>
                    <a:pt x="3478" y="1143"/>
                  </a:moveTo>
                  <a:lnTo>
                    <a:pt x="3478" y="1143"/>
                  </a:lnTo>
                  <a:cubicBezTo>
                    <a:pt x="3906" y="1524"/>
                    <a:pt x="4192" y="2024"/>
                    <a:pt x="4359" y="2572"/>
                  </a:cubicBezTo>
                  <a:lnTo>
                    <a:pt x="3430" y="2143"/>
                  </a:lnTo>
                  <a:cubicBezTo>
                    <a:pt x="3478" y="1810"/>
                    <a:pt x="3525" y="1453"/>
                    <a:pt x="3478" y="1143"/>
                  </a:cubicBezTo>
                  <a:close/>
                  <a:moveTo>
                    <a:pt x="3287" y="2762"/>
                  </a:moveTo>
                  <a:lnTo>
                    <a:pt x="4430" y="3286"/>
                  </a:lnTo>
                  <a:cubicBezTo>
                    <a:pt x="4430" y="3596"/>
                    <a:pt x="4406" y="3929"/>
                    <a:pt x="4287" y="4263"/>
                  </a:cubicBezTo>
                  <a:lnTo>
                    <a:pt x="2977" y="3667"/>
                  </a:lnTo>
                  <a:cubicBezTo>
                    <a:pt x="3097" y="3358"/>
                    <a:pt x="3192" y="3072"/>
                    <a:pt x="3287" y="2762"/>
                  </a:cubicBezTo>
                  <a:close/>
                  <a:moveTo>
                    <a:pt x="2716" y="4239"/>
                  </a:moveTo>
                  <a:lnTo>
                    <a:pt x="4025" y="4834"/>
                  </a:lnTo>
                  <a:cubicBezTo>
                    <a:pt x="3835" y="5120"/>
                    <a:pt x="3668" y="5358"/>
                    <a:pt x="3430" y="5573"/>
                  </a:cubicBezTo>
                  <a:lnTo>
                    <a:pt x="2263" y="5072"/>
                  </a:lnTo>
                  <a:cubicBezTo>
                    <a:pt x="2454" y="4763"/>
                    <a:pt x="2596" y="4501"/>
                    <a:pt x="2716" y="4239"/>
                  </a:cubicBezTo>
                  <a:close/>
                  <a:moveTo>
                    <a:pt x="1906" y="5573"/>
                  </a:moveTo>
                  <a:lnTo>
                    <a:pt x="2835" y="5977"/>
                  </a:lnTo>
                  <a:cubicBezTo>
                    <a:pt x="2421" y="6194"/>
                    <a:pt x="1959" y="6329"/>
                    <a:pt x="1488" y="6329"/>
                  </a:cubicBezTo>
                  <a:cubicBezTo>
                    <a:pt x="1390" y="6329"/>
                    <a:pt x="1290" y="6323"/>
                    <a:pt x="1191" y="6311"/>
                  </a:cubicBezTo>
                  <a:cubicBezTo>
                    <a:pt x="1453" y="6096"/>
                    <a:pt x="1691" y="5835"/>
                    <a:pt x="1906" y="5573"/>
                  </a:cubicBezTo>
                  <a:close/>
                  <a:moveTo>
                    <a:pt x="2930" y="0"/>
                  </a:moveTo>
                  <a:cubicBezTo>
                    <a:pt x="2858" y="119"/>
                    <a:pt x="2930" y="24"/>
                    <a:pt x="2644" y="572"/>
                  </a:cubicBezTo>
                  <a:lnTo>
                    <a:pt x="2763" y="619"/>
                  </a:lnTo>
                  <a:cubicBezTo>
                    <a:pt x="2882" y="929"/>
                    <a:pt x="2930" y="1357"/>
                    <a:pt x="2835" y="1905"/>
                  </a:cubicBezTo>
                  <a:lnTo>
                    <a:pt x="2215" y="1643"/>
                  </a:lnTo>
                  <a:lnTo>
                    <a:pt x="1977" y="2215"/>
                  </a:lnTo>
                  <a:lnTo>
                    <a:pt x="2716" y="2524"/>
                  </a:lnTo>
                  <a:cubicBezTo>
                    <a:pt x="2620" y="2834"/>
                    <a:pt x="2525" y="3120"/>
                    <a:pt x="2406" y="3429"/>
                  </a:cubicBezTo>
                  <a:lnTo>
                    <a:pt x="1572" y="3072"/>
                  </a:lnTo>
                  <a:lnTo>
                    <a:pt x="1334" y="3644"/>
                  </a:lnTo>
                  <a:lnTo>
                    <a:pt x="2168" y="4001"/>
                  </a:lnTo>
                  <a:cubicBezTo>
                    <a:pt x="2025" y="4287"/>
                    <a:pt x="1882" y="4549"/>
                    <a:pt x="1739" y="4787"/>
                  </a:cubicBezTo>
                  <a:lnTo>
                    <a:pt x="977" y="4453"/>
                  </a:lnTo>
                  <a:lnTo>
                    <a:pt x="739" y="5025"/>
                  </a:lnTo>
                  <a:lnTo>
                    <a:pt x="1382" y="5287"/>
                  </a:lnTo>
                  <a:cubicBezTo>
                    <a:pt x="1049" y="5715"/>
                    <a:pt x="691" y="6001"/>
                    <a:pt x="382" y="6096"/>
                  </a:cubicBezTo>
                  <a:lnTo>
                    <a:pt x="263" y="6049"/>
                  </a:lnTo>
                  <a:cubicBezTo>
                    <a:pt x="24" y="6597"/>
                    <a:pt x="72" y="6478"/>
                    <a:pt x="1" y="6597"/>
                  </a:cubicBezTo>
                  <a:cubicBezTo>
                    <a:pt x="469" y="6808"/>
                    <a:pt x="969" y="6909"/>
                    <a:pt x="1466" y="6909"/>
                  </a:cubicBezTo>
                  <a:cubicBezTo>
                    <a:pt x="2260" y="6909"/>
                    <a:pt x="3048" y="6651"/>
                    <a:pt x="3692" y="6168"/>
                  </a:cubicBezTo>
                  <a:lnTo>
                    <a:pt x="3716" y="6120"/>
                  </a:lnTo>
                  <a:cubicBezTo>
                    <a:pt x="5811" y="4477"/>
                    <a:pt x="5430" y="1143"/>
                    <a:pt x="2930"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1" name="Google Shape;24141;p146"/>
            <p:cNvSpPr/>
            <p:nvPr/>
          </p:nvSpPr>
          <p:spPr>
            <a:xfrm>
              <a:off x="6360811" y="3042267"/>
              <a:ext cx="251034" cy="344558"/>
            </a:xfrm>
            <a:custGeom>
              <a:avLst/>
              <a:gdLst/>
              <a:ahLst/>
              <a:cxnLst/>
              <a:rect l="l" t="t" r="r" b="b"/>
              <a:pathLst>
                <a:path w="7717" h="10592" extrusionOk="0">
                  <a:moveTo>
                    <a:pt x="4058" y="0"/>
                  </a:moveTo>
                  <a:cubicBezTo>
                    <a:pt x="3938" y="0"/>
                    <a:pt x="3811" y="58"/>
                    <a:pt x="3739" y="185"/>
                  </a:cubicBezTo>
                  <a:cubicBezTo>
                    <a:pt x="3692" y="328"/>
                    <a:pt x="3739" y="518"/>
                    <a:pt x="3906" y="589"/>
                  </a:cubicBezTo>
                  <a:cubicBezTo>
                    <a:pt x="6049" y="1542"/>
                    <a:pt x="7002" y="4043"/>
                    <a:pt x="6049" y="6186"/>
                  </a:cubicBezTo>
                  <a:cubicBezTo>
                    <a:pt x="5347" y="7766"/>
                    <a:pt x="3804" y="8698"/>
                    <a:pt x="2183" y="8698"/>
                  </a:cubicBezTo>
                  <a:cubicBezTo>
                    <a:pt x="1605" y="8698"/>
                    <a:pt x="1017" y="8580"/>
                    <a:pt x="453" y="8329"/>
                  </a:cubicBezTo>
                  <a:cubicBezTo>
                    <a:pt x="411" y="8308"/>
                    <a:pt x="367" y="8299"/>
                    <a:pt x="325" y="8299"/>
                  </a:cubicBezTo>
                  <a:cubicBezTo>
                    <a:pt x="177" y="8299"/>
                    <a:pt x="43" y="8414"/>
                    <a:pt x="24" y="8543"/>
                  </a:cubicBezTo>
                  <a:cubicBezTo>
                    <a:pt x="0" y="8686"/>
                    <a:pt x="96" y="8829"/>
                    <a:pt x="215" y="8901"/>
                  </a:cubicBezTo>
                  <a:cubicBezTo>
                    <a:pt x="739" y="9139"/>
                    <a:pt x="1286" y="9258"/>
                    <a:pt x="1834" y="9306"/>
                  </a:cubicBezTo>
                  <a:lnTo>
                    <a:pt x="1834" y="9972"/>
                  </a:lnTo>
                  <a:lnTo>
                    <a:pt x="620" y="9972"/>
                  </a:lnTo>
                  <a:cubicBezTo>
                    <a:pt x="477" y="9972"/>
                    <a:pt x="334" y="10091"/>
                    <a:pt x="286" y="10234"/>
                  </a:cubicBezTo>
                  <a:cubicBezTo>
                    <a:pt x="262" y="10449"/>
                    <a:pt x="405" y="10592"/>
                    <a:pt x="596" y="10592"/>
                  </a:cubicBezTo>
                  <a:lnTo>
                    <a:pt x="3692" y="10592"/>
                  </a:lnTo>
                  <a:cubicBezTo>
                    <a:pt x="3835" y="10592"/>
                    <a:pt x="3977" y="10472"/>
                    <a:pt x="4025" y="10330"/>
                  </a:cubicBezTo>
                  <a:cubicBezTo>
                    <a:pt x="4049" y="10115"/>
                    <a:pt x="3906" y="9972"/>
                    <a:pt x="3715" y="9972"/>
                  </a:cubicBezTo>
                  <a:lnTo>
                    <a:pt x="2477" y="9972"/>
                  </a:lnTo>
                  <a:lnTo>
                    <a:pt x="2477" y="9306"/>
                  </a:lnTo>
                  <a:cubicBezTo>
                    <a:pt x="4192" y="9186"/>
                    <a:pt x="5835" y="8186"/>
                    <a:pt x="6597" y="6424"/>
                  </a:cubicBezTo>
                  <a:cubicBezTo>
                    <a:pt x="7716" y="3995"/>
                    <a:pt x="6597" y="1137"/>
                    <a:pt x="4168" y="18"/>
                  </a:cubicBezTo>
                  <a:cubicBezTo>
                    <a:pt x="4133" y="6"/>
                    <a:pt x="4096" y="0"/>
                    <a:pt x="4058"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2" name="Google Shape;24142;p146"/>
            <p:cNvSpPr/>
            <p:nvPr/>
          </p:nvSpPr>
          <p:spPr>
            <a:xfrm>
              <a:off x="6431304" y="3041942"/>
              <a:ext cx="180542" cy="344883"/>
            </a:xfrm>
            <a:custGeom>
              <a:avLst/>
              <a:gdLst/>
              <a:ahLst/>
              <a:cxnLst/>
              <a:rect l="l" t="t" r="r" b="b"/>
              <a:pathLst>
                <a:path w="5550" h="10602" extrusionOk="0">
                  <a:moveTo>
                    <a:pt x="1858" y="0"/>
                  </a:moveTo>
                  <a:cubicBezTo>
                    <a:pt x="1730" y="0"/>
                    <a:pt x="1625" y="72"/>
                    <a:pt x="1572" y="195"/>
                  </a:cubicBezTo>
                  <a:cubicBezTo>
                    <a:pt x="1501" y="361"/>
                    <a:pt x="1572" y="552"/>
                    <a:pt x="1739" y="599"/>
                  </a:cubicBezTo>
                  <a:cubicBezTo>
                    <a:pt x="3882" y="1552"/>
                    <a:pt x="4835" y="4053"/>
                    <a:pt x="3882" y="6196"/>
                  </a:cubicBezTo>
                  <a:cubicBezTo>
                    <a:pt x="3192" y="7791"/>
                    <a:pt x="1644" y="8744"/>
                    <a:pt x="1" y="8744"/>
                  </a:cubicBezTo>
                  <a:lnTo>
                    <a:pt x="1" y="10602"/>
                  </a:lnTo>
                  <a:lnTo>
                    <a:pt x="1548" y="10602"/>
                  </a:lnTo>
                  <a:cubicBezTo>
                    <a:pt x="1691" y="10602"/>
                    <a:pt x="1858" y="10459"/>
                    <a:pt x="1858" y="10316"/>
                  </a:cubicBezTo>
                  <a:cubicBezTo>
                    <a:pt x="1858" y="10173"/>
                    <a:pt x="1739" y="10006"/>
                    <a:pt x="1548" y="10006"/>
                  </a:cubicBezTo>
                  <a:lnTo>
                    <a:pt x="310" y="10006"/>
                  </a:lnTo>
                  <a:lnTo>
                    <a:pt x="310" y="9363"/>
                  </a:lnTo>
                  <a:cubicBezTo>
                    <a:pt x="2025" y="9244"/>
                    <a:pt x="3668" y="8196"/>
                    <a:pt x="4430" y="6482"/>
                  </a:cubicBezTo>
                  <a:cubicBezTo>
                    <a:pt x="5549" y="4005"/>
                    <a:pt x="4430" y="1147"/>
                    <a:pt x="2001" y="28"/>
                  </a:cubicBezTo>
                  <a:cubicBezTo>
                    <a:pt x="1951" y="9"/>
                    <a:pt x="190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43" name="Google Shape;24143;p146"/>
          <p:cNvGrpSpPr/>
          <p:nvPr/>
        </p:nvGrpSpPr>
        <p:grpSpPr>
          <a:xfrm>
            <a:off x="7095989" y="2888892"/>
            <a:ext cx="221594" cy="345534"/>
            <a:chOff x="7095989" y="3041292"/>
            <a:chExt cx="221594" cy="345534"/>
          </a:xfrm>
        </p:grpSpPr>
        <p:sp>
          <p:nvSpPr>
            <p:cNvPr id="24144" name="Google Shape;24144;p146"/>
            <p:cNvSpPr/>
            <p:nvPr/>
          </p:nvSpPr>
          <p:spPr>
            <a:xfrm>
              <a:off x="7095989" y="3084654"/>
              <a:ext cx="221594" cy="302171"/>
            </a:xfrm>
            <a:custGeom>
              <a:avLst/>
              <a:gdLst/>
              <a:ahLst/>
              <a:cxnLst/>
              <a:rect l="l" t="t" r="r" b="b"/>
              <a:pathLst>
                <a:path w="6812" h="9289" extrusionOk="0">
                  <a:moveTo>
                    <a:pt x="1120" y="1"/>
                  </a:moveTo>
                  <a:cubicBezTo>
                    <a:pt x="500" y="1"/>
                    <a:pt x="0" y="501"/>
                    <a:pt x="0" y="1144"/>
                  </a:cubicBezTo>
                  <a:lnTo>
                    <a:pt x="0" y="8169"/>
                  </a:lnTo>
                  <a:cubicBezTo>
                    <a:pt x="0" y="8788"/>
                    <a:pt x="500" y="9289"/>
                    <a:pt x="1120" y="9289"/>
                  </a:cubicBezTo>
                  <a:lnTo>
                    <a:pt x="5668" y="9289"/>
                  </a:lnTo>
                  <a:cubicBezTo>
                    <a:pt x="6311" y="9289"/>
                    <a:pt x="6811" y="8788"/>
                    <a:pt x="6811" y="8169"/>
                  </a:cubicBezTo>
                  <a:lnTo>
                    <a:pt x="6811" y="1144"/>
                  </a:lnTo>
                  <a:cubicBezTo>
                    <a:pt x="6811" y="501"/>
                    <a:pt x="6311" y="1"/>
                    <a:pt x="5668"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5" name="Google Shape;24145;p146"/>
            <p:cNvSpPr/>
            <p:nvPr/>
          </p:nvSpPr>
          <p:spPr>
            <a:xfrm>
              <a:off x="7206754" y="3083906"/>
              <a:ext cx="110830" cy="302919"/>
            </a:xfrm>
            <a:custGeom>
              <a:avLst/>
              <a:gdLst/>
              <a:ahLst/>
              <a:cxnLst/>
              <a:rect l="l" t="t" r="r" b="b"/>
              <a:pathLst>
                <a:path w="3407" h="9312" extrusionOk="0">
                  <a:moveTo>
                    <a:pt x="1" y="0"/>
                  </a:moveTo>
                  <a:lnTo>
                    <a:pt x="1" y="9312"/>
                  </a:lnTo>
                  <a:lnTo>
                    <a:pt x="2263" y="9312"/>
                  </a:lnTo>
                  <a:cubicBezTo>
                    <a:pt x="2906" y="9312"/>
                    <a:pt x="3406" y="8811"/>
                    <a:pt x="3406" y="8192"/>
                  </a:cubicBezTo>
                  <a:lnTo>
                    <a:pt x="3406" y="1167"/>
                  </a:lnTo>
                  <a:cubicBezTo>
                    <a:pt x="3406" y="500"/>
                    <a:pt x="2906" y="0"/>
                    <a:pt x="2263"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6" name="Google Shape;24146;p146"/>
            <p:cNvSpPr/>
            <p:nvPr/>
          </p:nvSpPr>
          <p:spPr>
            <a:xfrm>
              <a:off x="7171914" y="3244441"/>
              <a:ext cx="68964" cy="101916"/>
            </a:xfrm>
            <a:custGeom>
              <a:avLst/>
              <a:gdLst/>
              <a:ahLst/>
              <a:cxnLst/>
              <a:rect l="l" t="t" r="r" b="b"/>
              <a:pathLst>
                <a:path w="2120" h="3133" extrusionOk="0">
                  <a:moveTo>
                    <a:pt x="1679" y="1"/>
                  </a:moveTo>
                  <a:cubicBezTo>
                    <a:pt x="1596" y="1"/>
                    <a:pt x="1512" y="30"/>
                    <a:pt x="1453" y="90"/>
                  </a:cubicBezTo>
                  <a:lnTo>
                    <a:pt x="215" y="1352"/>
                  </a:lnTo>
                  <a:cubicBezTo>
                    <a:pt x="0" y="1566"/>
                    <a:pt x="167" y="1876"/>
                    <a:pt x="429" y="1876"/>
                  </a:cubicBezTo>
                  <a:lnTo>
                    <a:pt x="929" y="1876"/>
                  </a:lnTo>
                  <a:lnTo>
                    <a:pt x="215" y="2590"/>
                  </a:lnTo>
                  <a:cubicBezTo>
                    <a:pt x="95" y="2710"/>
                    <a:pt x="95" y="2924"/>
                    <a:pt x="215" y="3043"/>
                  </a:cubicBezTo>
                  <a:cubicBezTo>
                    <a:pt x="274" y="3102"/>
                    <a:pt x="357" y="3132"/>
                    <a:pt x="441" y="3132"/>
                  </a:cubicBezTo>
                  <a:cubicBezTo>
                    <a:pt x="524" y="3132"/>
                    <a:pt x="607" y="3102"/>
                    <a:pt x="667" y="3043"/>
                  </a:cubicBezTo>
                  <a:lnTo>
                    <a:pt x="1905" y="1805"/>
                  </a:lnTo>
                  <a:cubicBezTo>
                    <a:pt x="2120" y="1590"/>
                    <a:pt x="1977" y="1257"/>
                    <a:pt x="1715" y="1257"/>
                  </a:cubicBezTo>
                  <a:lnTo>
                    <a:pt x="1191" y="1257"/>
                  </a:lnTo>
                  <a:lnTo>
                    <a:pt x="1905" y="542"/>
                  </a:lnTo>
                  <a:cubicBezTo>
                    <a:pt x="2024" y="423"/>
                    <a:pt x="2024" y="209"/>
                    <a:pt x="1905" y="90"/>
                  </a:cubicBezTo>
                  <a:cubicBezTo>
                    <a:pt x="1846" y="30"/>
                    <a:pt x="1762" y="1"/>
                    <a:pt x="1679"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7" name="Google Shape;24147;p146"/>
            <p:cNvSpPr/>
            <p:nvPr/>
          </p:nvSpPr>
          <p:spPr>
            <a:xfrm>
              <a:off x="7206006" y="3246784"/>
              <a:ext cx="33636" cy="83505"/>
            </a:xfrm>
            <a:custGeom>
              <a:avLst/>
              <a:gdLst/>
              <a:ahLst/>
              <a:cxnLst/>
              <a:rect l="l" t="t" r="r" b="b"/>
              <a:pathLst>
                <a:path w="1034" h="2567" extrusionOk="0">
                  <a:moveTo>
                    <a:pt x="607" y="0"/>
                  </a:moveTo>
                  <a:cubicBezTo>
                    <a:pt x="524" y="0"/>
                    <a:pt x="441" y="30"/>
                    <a:pt x="381" y="89"/>
                  </a:cubicBezTo>
                  <a:lnTo>
                    <a:pt x="0" y="470"/>
                  </a:lnTo>
                  <a:lnTo>
                    <a:pt x="0" y="2566"/>
                  </a:lnTo>
                  <a:lnTo>
                    <a:pt x="834" y="1733"/>
                  </a:lnTo>
                  <a:cubicBezTo>
                    <a:pt x="1034" y="1555"/>
                    <a:pt x="922" y="1252"/>
                    <a:pt x="673" y="1252"/>
                  </a:cubicBezTo>
                  <a:cubicBezTo>
                    <a:pt x="656" y="1252"/>
                    <a:pt x="638" y="1253"/>
                    <a:pt x="619" y="1256"/>
                  </a:cubicBezTo>
                  <a:lnTo>
                    <a:pt x="119" y="1256"/>
                  </a:lnTo>
                  <a:lnTo>
                    <a:pt x="834" y="542"/>
                  </a:lnTo>
                  <a:cubicBezTo>
                    <a:pt x="953" y="423"/>
                    <a:pt x="953" y="208"/>
                    <a:pt x="834" y="89"/>
                  </a:cubicBezTo>
                  <a:cubicBezTo>
                    <a:pt x="774" y="30"/>
                    <a:pt x="691" y="0"/>
                    <a:pt x="607"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8" name="Google Shape;24148;p146"/>
            <p:cNvSpPr/>
            <p:nvPr/>
          </p:nvSpPr>
          <p:spPr>
            <a:xfrm>
              <a:off x="7155649" y="3042072"/>
              <a:ext cx="100713" cy="44956"/>
            </a:xfrm>
            <a:custGeom>
              <a:avLst/>
              <a:gdLst/>
              <a:ahLst/>
              <a:cxnLst/>
              <a:rect l="l" t="t" r="r" b="b"/>
              <a:pathLst>
                <a:path w="3096" h="1382" extrusionOk="0">
                  <a:moveTo>
                    <a:pt x="500" y="0"/>
                  </a:moveTo>
                  <a:cubicBezTo>
                    <a:pt x="238" y="0"/>
                    <a:pt x="0" y="214"/>
                    <a:pt x="0" y="524"/>
                  </a:cubicBezTo>
                  <a:lnTo>
                    <a:pt x="0" y="1381"/>
                  </a:lnTo>
                  <a:lnTo>
                    <a:pt x="3096" y="1381"/>
                  </a:lnTo>
                  <a:lnTo>
                    <a:pt x="3096" y="524"/>
                  </a:lnTo>
                  <a:cubicBezTo>
                    <a:pt x="3096" y="238"/>
                    <a:pt x="2858" y="0"/>
                    <a:pt x="2596" y="0"/>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9" name="Google Shape;24149;p146"/>
            <p:cNvSpPr/>
            <p:nvPr/>
          </p:nvSpPr>
          <p:spPr>
            <a:xfrm>
              <a:off x="7206006" y="3041292"/>
              <a:ext cx="50356" cy="45737"/>
            </a:xfrm>
            <a:custGeom>
              <a:avLst/>
              <a:gdLst/>
              <a:ahLst/>
              <a:cxnLst/>
              <a:rect l="l" t="t" r="r" b="b"/>
              <a:pathLst>
                <a:path w="1548" h="1406" extrusionOk="0">
                  <a:moveTo>
                    <a:pt x="0" y="0"/>
                  </a:moveTo>
                  <a:lnTo>
                    <a:pt x="0" y="1405"/>
                  </a:lnTo>
                  <a:lnTo>
                    <a:pt x="1548" y="1405"/>
                  </a:lnTo>
                  <a:lnTo>
                    <a:pt x="1548" y="548"/>
                  </a:lnTo>
                  <a:cubicBezTo>
                    <a:pt x="1548" y="262"/>
                    <a:pt x="1310" y="24"/>
                    <a:pt x="1048" y="0"/>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0" name="Google Shape;24150;p146"/>
            <p:cNvSpPr/>
            <p:nvPr/>
          </p:nvSpPr>
          <p:spPr>
            <a:xfrm>
              <a:off x="7095989" y="3083906"/>
              <a:ext cx="221594" cy="130933"/>
            </a:xfrm>
            <a:custGeom>
              <a:avLst/>
              <a:gdLst/>
              <a:ahLst/>
              <a:cxnLst/>
              <a:rect l="l" t="t" r="r" b="b"/>
              <a:pathLst>
                <a:path w="6812" h="4025" extrusionOk="0">
                  <a:moveTo>
                    <a:pt x="1120" y="0"/>
                  </a:moveTo>
                  <a:cubicBezTo>
                    <a:pt x="500" y="0"/>
                    <a:pt x="0" y="500"/>
                    <a:pt x="0" y="1143"/>
                  </a:cubicBezTo>
                  <a:lnTo>
                    <a:pt x="0" y="4025"/>
                  </a:lnTo>
                  <a:lnTo>
                    <a:pt x="6811" y="4025"/>
                  </a:lnTo>
                  <a:lnTo>
                    <a:pt x="6811" y="1143"/>
                  </a:lnTo>
                  <a:cubicBezTo>
                    <a:pt x="6811" y="500"/>
                    <a:pt x="6311" y="0"/>
                    <a:pt x="5668"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1" name="Google Shape;24151;p146"/>
            <p:cNvSpPr/>
            <p:nvPr/>
          </p:nvSpPr>
          <p:spPr>
            <a:xfrm>
              <a:off x="7206006" y="3083125"/>
              <a:ext cx="111578" cy="131714"/>
            </a:xfrm>
            <a:custGeom>
              <a:avLst/>
              <a:gdLst/>
              <a:ahLst/>
              <a:cxnLst/>
              <a:rect l="l" t="t" r="r" b="b"/>
              <a:pathLst>
                <a:path w="3430" h="4049" extrusionOk="0">
                  <a:moveTo>
                    <a:pt x="0" y="0"/>
                  </a:moveTo>
                  <a:lnTo>
                    <a:pt x="0" y="4049"/>
                  </a:lnTo>
                  <a:lnTo>
                    <a:pt x="3429" y="4049"/>
                  </a:lnTo>
                  <a:lnTo>
                    <a:pt x="3429" y="1143"/>
                  </a:lnTo>
                  <a:cubicBezTo>
                    <a:pt x="3429" y="524"/>
                    <a:pt x="2929" y="24"/>
                    <a:pt x="22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2" name="Google Shape;24152;p146"/>
            <p:cNvSpPr/>
            <p:nvPr/>
          </p:nvSpPr>
          <p:spPr>
            <a:xfrm>
              <a:off x="7175005" y="3124080"/>
              <a:ext cx="61221" cy="60636"/>
            </a:xfrm>
            <a:custGeom>
              <a:avLst/>
              <a:gdLst/>
              <a:ahLst/>
              <a:cxnLst/>
              <a:rect l="l" t="t" r="r" b="b"/>
              <a:pathLst>
                <a:path w="1882" h="1864" extrusionOk="0">
                  <a:moveTo>
                    <a:pt x="983" y="1"/>
                  </a:moveTo>
                  <a:cubicBezTo>
                    <a:pt x="810" y="1"/>
                    <a:pt x="667" y="136"/>
                    <a:pt x="667" y="313"/>
                  </a:cubicBezTo>
                  <a:lnTo>
                    <a:pt x="667" y="599"/>
                  </a:lnTo>
                  <a:lnTo>
                    <a:pt x="358" y="599"/>
                  </a:lnTo>
                  <a:cubicBezTo>
                    <a:pt x="215" y="599"/>
                    <a:pt x="72" y="718"/>
                    <a:pt x="24" y="885"/>
                  </a:cubicBezTo>
                  <a:cubicBezTo>
                    <a:pt x="0" y="1051"/>
                    <a:pt x="143" y="1242"/>
                    <a:pt x="334" y="1242"/>
                  </a:cubicBezTo>
                  <a:lnTo>
                    <a:pt x="620" y="1242"/>
                  </a:lnTo>
                  <a:lnTo>
                    <a:pt x="620" y="1528"/>
                  </a:lnTo>
                  <a:cubicBezTo>
                    <a:pt x="620" y="1670"/>
                    <a:pt x="739" y="1837"/>
                    <a:pt x="882" y="1861"/>
                  </a:cubicBezTo>
                  <a:cubicBezTo>
                    <a:pt x="896" y="1863"/>
                    <a:pt x="910" y="1864"/>
                    <a:pt x="923" y="1864"/>
                  </a:cubicBezTo>
                  <a:cubicBezTo>
                    <a:pt x="1099" y="1864"/>
                    <a:pt x="1263" y="1728"/>
                    <a:pt x="1263" y="1551"/>
                  </a:cubicBezTo>
                  <a:lnTo>
                    <a:pt x="1263" y="1266"/>
                  </a:lnTo>
                  <a:lnTo>
                    <a:pt x="1548" y="1266"/>
                  </a:lnTo>
                  <a:cubicBezTo>
                    <a:pt x="1739" y="1266"/>
                    <a:pt x="1882" y="1123"/>
                    <a:pt x="1858" y="908"/>
                  </a:cubicBezTo>
                  <a:cubicBezTo>
                    <a:pt x="1882" y="765"/>
                    <a:pt x="1739" y="646"/>
                    <a:pt x="1572" y="646"/>
                  </a:cubicBezTo>
                  <a:lnTo>
                    <a:pt x="1286" y="646"/>
                  </a:lnTo>
                  <a:lnTo>
                    <a:pt x="1286" y="337"/>
                  </a:lnTo>
                  <a:cubicBezTo>
                    <a:pt x="1286" y="194"/>
                    <a:pt x="1167" y="51"/>
                    <a:pt x="1024" y="3"/>
                  </a:cubicBezTo>
                  <a:cubicBezTo>
                    <a:pt x="1010" y="2"/>
                    <a:pt x="997" y="1"/>
                    <a:pt x="983"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3" name="Google Shape;24153;p146"/>
            <p:cNvSpPr/>
            <p:nvPr/>
          </p:nvSpPr>
          <p:spPr>
            <a:xfrm>
              <a:off x="7206754" y="3123397"/>
              <a:ext cx="30253" cy="61221"/>
            </a:xfrm>
            <a:custGeom>
              <a:avLst/>
              <a:gdLst/>
              <a:ahLst/>
              <a:cxnLst/>
              <a:rect l="l" t="t" r="r" b="b"/>
              <a:pathLst>
                <a:path w="930" h="1882" extrusionOk="0">
                  <a:moveTo>
                    <a:pt x="1" y="1"/>
                  </a:moveTo>
                  <a:lnTo>
                    <a:pt x="1" y="1882"/>
                  </a:lnTo>
                  <a:cubicBezTo>
                    <a:pt x="168" y="1882"/>
                    <a:pt x="310" y="1763"/>
                    <a:pt x="310" y="1596"/>
                  </a:cubicBezTo>
                  <a:lnTo>
                    <a:pt x="310" y="1287"/>
                  </a:lnTo>
                  <a:lnTo>
                    <a:pt x="596" y="1287"/>
                  </a:lnTo>
                  <a:cubicBezTo>
                    <a:pt x="763" y="1287"/>
                    <a:pt x="906" y="1168"/>
                    <a:pt x="906" y="953"/>
                  </a:cubicBezTo>
                  <a:cubicBezTo>
                    <a:pt x="930" y="763"/>
                    <a:pt x="787" y="596"/>
                    <a:pt x="596" y="596"/>
                  </a:cubicBezTo>
                  <a:lnTo>
                    <a:pt x="310" y="596"/>
                  </a:lnTo>
                  <a:lnTo>
                    <a:pt x="310" y="310"/>
                  </a:lnTo>
                  <a:cubicBezTo>
                    <a:pt x="310" y="167"/>
                    <a:pt x="191" y="1"/>
                    <a:pt x="1"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54" name="Google Shape;24154;p146"/>
          <p:cNvGrpSpPr/>
          <p:nvPr/>
        </p:nvGrpSpPr>
        <p:grpSpPr>
          <a:xfrm>
            <a:off x="7786991" y="2909808"/>
            <a:ext cx="344785" cy="303700"/>
            <a:chOff x="7786991" y="3062208"/>
            <a:chExt cx="344785" cy="303700"/>
          </a:xfrm>
        </p:grpSpPr>
        <p:sp>
          <p:nvSpPr>
            <p:cNvPr id="24155" name="Google Shape;24155;p146"/>
            <p:cNvSpPr/>
            <p:nvPr/>
          </p:nvSpPr>
          <p:spPr>
            <a:xfrm>
              <a:off x="7817993" y="3063737"/>
              <a:ext cx="81358" cy="261216"/>
            </a:xfrm>
            <a:custGeom>
              <a:avLst/>
              <a:gdLst/>
              <a:ahLst/>
              <a:cxnLst/>
              <a:rect l="l" t="t" r="r" b="b"/>
              <a:pathLst>
                <a:path w="2501" h="8030" extrusionOk="0">
                  <a:moveTo>
                    <a:pt x="310" y="1"/>
                  </a:moveTo>
                  <a:cubicBezTo>
                    <a:pt x="120" y="1"/>
                    <a:pt x="0" y="144"/>
                    <a:pt x="0" y="287"/>
                  </a:cubicBezTo>
                  <a:cubicBezTo>
                    <a:pt x="0" y="453"/>
                    <a:pt x="120" y="596"/>
                    <a:pt x="334" y="596"/>
                  </a:cubicBezTo>
                  <a:lnTo>
                    <a:pt x="334" y="7121"/>
                  </a:lnTo>
                  <a:cubicBezTo>
                    <a:pt x="334" y="7598"/>
                    <a:pt x="715" y="8026"/>
                    <a:pt x="1191" y="8026"/>
                  </a:cubicBezTo>
                  <a:cubicBezTo>
                    <a:pt x="1219" y="8029"/>
                    <a:pt x="1247" y="8030"/>
                    <a:pt x="1274" y="8030"/>
                  </a:cubicBezTo>
                  <a:cubicBezTo>
                    <a:pt x="1782" y="8030"/>
                    <a:pt x="2168" y="7619"/>
                    <a:pt x="2168" y="7121"/>
                  </a:cubicBezTo>
                  <a:lnTo>
                    <a:pt x="2168" y="596"/>
                  </a:lnTo>
                  <a:cubicBezTo>
                    <a:pt x="2358" y="596"/>
                    <a:pt x="2501" y="453"/>
                    <a:pt x="2477" y="263"/>
                  </a:cubicBezTo>
                  <a:cubicBezTo>
                    <a:pt x="2453" y="120"/>
                    <a:pt x="2334" y="1"/>
                    <a:pt x="2144" y="1"/>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6" name="Google Shape;24156;p146"/>
            <p:cNvSpPr/>
            <p:nvPr/>
          </p:nvSpPr>
          <p:spPr>
            <a:xfrm>
              <a:off x="7859045" y="3063737"/>
              <a:ext cx="40305" cy="262647"/>
            </a:xfrm>
            <a:custGeom>
              <a:avLst/>
              <a:gdLst/>
              <a:ahLst/>
              <a:cxnLst/>
              <a:rect l="l" t="t" r="r" b="b"/>
              <a:pathLst>
                <a:path w="1239" h="8074" extrusionOk="0">
                  <a:moveTo>
                    <a:pt x="1" y="1"/>
                  </a:moveTo>
                  <a:lnTo>
                    <a:pt x="1" y="8074"/>
                  </a:lnTo>
                  <a:cubicBezTo>
                    <a:pt x="525" y="8074"/>
                    <a:pt x="906" y="7645"/>
                    <a:pt x="906" y="7145"/>
                  </a:cubicBezTo>
                  <a:lnTo>
                    <a:pt x="906" y="620"/>
                  </a:lnTo>
                  <a:cubicBezTo>
                    <a:pt x="1096" y="620"/>
                    <a:pt x="1239" y="453"/>
                    <a:pt x="1215" y="263"/>
                  </a:cubicBezTo>
                  <a:cubicBezTo>
                    <a:pt x="1215" y="96"/>
                    <a:pt x="1072" y="1"/>
                    <a:pt x="906" y="1"/>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7" name="Google Shape;24157;p146"/>
            <p:cNvSpPr/>
            <p:nvPr/>
          </p:nvSpPr>
          <p:spPr>
            <a:xfrm>
              <a:off x="7919486" y="3063737"/>
              <a:ext cx="80577" cy="261216"/>
            </a:xfrm>
            <a:custGeom>
              <a:avLst/>
              <a:gdLst/>
              <a:ahLst/>
              <a:cxnLst/>
              <a:rect l="l" t="t" r="r" b="b"/>
              <a:pathLst>
                <a:path w="2477" h="8030" extrusionOk="0">
                  <a:moveTo>
                    <a:pt x="310" y="1"/>
                  </a:moveTo>
                  <a:cubicBezTo>
                    <a:pt x="119" y="1"/>
                    <a:pt x="0" y="144"/>
                    <a:pt x="0" y="287"/>
                  </a:cubicBezTo>
                  <a:cubicBezTo>
                    <a:pt x="0" y="453"/>
                    <a:pt x="119" y="596"/>
                    <a:pt x="334" y="596"/>
                  </a:cubicBezTo>
                  <a:lnTo>
                    <a:pt x="334" y="7121"/>
                  </a:lnTo>
                  <a:cubicBezTo>
                    <a:pt x="334" y="7598"/>
                    <a:pt x="715" y="8026"/>
                    <a:pt x="1191" y="8026"/>
                  </a:cubicBezTo>
                  <a:cubicBezTo>
                    <a:pt x="1219" y="8029"/>
                    <a:pt x="1247" y="8030"/>
                    <a:pt x="1274" y="8030"/>
                  </a:cubicBezTo>
                  <a:cubicBezTo>
                    <a:pt x="1784" y="8030"/>
                    <a:pt x="2191" y="7619"/>
                    <a:pt x="2191" y="7121"/>
                  </a:cubicBezTo>
                  <a:lnTo>
                    <a:pt x="2191" y="596"/>
                  </a:lnTo>
                  <a:cubicBezTo>
                    <a:pt x="2334" y="596"/>
                    <a:pt x="2477" y="453"/>
                    <a:pt x="2477" y="263"/>
                  </a:cubicBezTo>
                  <a:cubicBezTo>
                    <a:pt x="2453" y="120"/>
                    <a:pt x="2334" y="1"/>
                    <a:pt x="2143" y="1"/>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8" name="Google Shape;24158;p146"/>
            <p:cNvSpPr/>
            <p:nvPr/>
          </p:nvSpPr>
          <p:spPr>
            <a:xfrm>
              <a:off x="7960539" y="3062208"/>
              <a:ext cx="40305" cy="262647"/>
            </a:xfrm>
            <a:custGeom>
              <a:avLst/>
              <a:gdLst/>
              <a:ahLst/>
              <a:cxnLst/>
              <a:rect l="l" t="t" r="r" b="b"/>
              <a:pathLst>
                <a:path w="1239" h="8074" extrusionOk="0">
                  <a:moveTo>
                    <a:pt x="0" y="0"/>
                  </a:moveTo>
                  <a:lnTo>
                    <a:pt x="0" y="8073"/>
                  </a:lnTo>
                  <a:cubicBezTo>
                    <a:pt x="500" y="8073"/>
                    <a:pt x="929" y="7669"/>
                    <a:pt x="929" y="7168"/>
                  </a:cubicBezTo>
                  <a:lnTo>
                    <a:pt x="929" y="643"/>
                  </a:lnTo>
                  <a:cubicBezTo>
                    <a:pt x="1096" y="643"/>
                    <a:pt x="1239" y="500"/>
                    <a:pt x="1215" y="286"/>
                  </a:cubicBezTo>
                  <a:cubicBezTo>
                    <a:pt x="1191" y="143"/>
                    <a:pt x="1048" y="48"/>
                    <a:pt x="929" y="0"/>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9" name="Google Shape;24159;p146"/>
            <p:cNvSpPr/>
            <p:nvPr/>
          </p:nvSpPr>
          <p:spPr>
            <a:xfrm>
              <a:off x="8020199" y="3063737"/>
              <a:ext cx="81358" cy="261216"/>
            </a:xfrm>
            <a:custGeom>
              <a:avLst/>
              <a:gdLst/>
              <a:ahLst/>
              <a:cxnLst/>
              <a:rect l="l" t="t" r="r" b="b"/>
              <a:pathLst>
                <a:path w="2501" h="8030" extrusionOk="0">
                  <a:moveTo>
                    <a:pt x="310" y="1"/>
                  </a:moveTo>
                  <a:cubicBezTo>
                    <a:pt x="119" y="1"/>
                    <a:pt x="0" y="144"/>
                    <a:pt x="0" y="287"/>
                  </a:cubicBezTo>
                  <a:cubicBezTo>
                    <a:pt x="0" y="453"/>
                    <a:pt x="119" y="596"/>
                    <a:pt x="333" y="596"/>
                  </a:cubicBezTo>
                  <a:lnTo>
                    <a:pt x="333" y="7121"/>
                  </a:lnTo>
                  <a:cubicBezTo>
                    <a:pt x="333" y="7598"/>
                    <a:pt x="714" y="8026"/>
                    <a:pt x="1191" y="8026"/>
                  </a:cubicBezTo>
                  <a:cubicBezTo>
                    <a:pt x="1219" y="8029"/>
                    <a:pt x="1246" y="8030"/>
                    <a:pt x="1274" y="8030"/>
                  </a:cubicBezTo>
                  <a:cubicBezTo>
                    <a:pt x="1781" y="8030"/>
                    <a:pt x="2167" y="7619"/>
                    <a:pt x="2167" y="7121"/>
                  </a:cubicBezTo>
                  <a:lnTo>
                    <a:pt x="2167" y="596"/>
                  </a:lnTo>
                  <a:cubicBezTo>
                    <a:pt x="2358" y="596"/>
                    <a:pt x="2501" y="453"/>
                    <a:pt x="2477" y="263"/>
                  </a:cubicBezTo>
                  <a:cubicBezTo>
                    <a:pt x="2453" y="120"/>
                    <a:pt x="2334" y="1"/>
                    <a:pt x="2143" y="1"/>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0" name="Google Shape;24160;p146"/>
            <p:cNvSpPr/>
            <p:nvPr/>
          </p:nvSpPr>
          <p:spPr>
            <a:xfrm>
              <a:off x="8061252" y="3062208"/>
              <a:ext cx="40305" cy="262647"/>
            </a:xfrm>
            <a:custGeom>
              <a:avLst/>
              <a:gdLst/>
              <a:ahLst/>
              <a:cxnLst/>
              <a:rect l="l" t="t" r="r" b="b"/>
              <a:pathLst>
                <a:path w="1239" h="8074" extrusionOk="0">
                  <a:moveTo>
                    <a:pt x="0" y="0"/>
                  </a:moveTo>
                  <a:lnTo>
                    <a:pt x="0" y="8073"/>
                  </a:lnTo>
                  <a:cubicBezTo>
                    <a:pt x="500" y="8073"/>
                    <a:pt x="929" y="7669"/>
                    <a:pt x="929" y="7168"/>
                  </a:cubicBezTo>
                  <a:lnTo>
                    <a:pt x="929" y="643"/>
                  </a:lnTo>
                  <a:cubicBezTo>
                    <a:pt x="1096" y="643"/>
                    <a:pt x="1239" y="500"/>
                    <a:pt x="1215" y="286"/>
                  </a:cubicBezTo>
                  <a:cubicBezTo>
                    <a:pt x="1191" y="143"/>
                    <a:pt x="1048" y="48"/>
                    <a:pt x="929" y="0"/>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1" name="Google Shape;24161;p146"/>
            <p:cNvSpPr/>
            <p:nvPr/>
          </p:nvSpPr>
          <p:spPr>
            <a:xfrm>
              <a:off x="7828825" y="3255111"/>
              <a:ext cx="59693" cy="71306"/>
            </a:xfrm>
            <a:custGeom>
              <a:avLst/>
              <a:gdLst/>
              <a:ahLst/>
              <a:cxnLst/>
              <a:rect l="l" t="t" r="r" b="b"/>
              <a:pathLst>
                <a:path w="1835" h="2192" extrusionOk="0">
                  <a:moveTo>
                    <a:pt x="1" y="0"/>
                  </a:moveTo>
                  <a:lnTo>
                    <a:pt x="1" y="1262"/>
                  </a:lnTo>
                  <a:cubicBezTo>
                    <a:pt x="1" y="1772"/>
                    <a:pt x="430" y="2192"/>
                    <a:pt x="936" y="2192"/>
                  </a:cubicBezTo>
                  <a:cubicBezTo>
                    <a:pt x="949" y="2192"/>
                    <a:pt x="963" y="2192"/>
                    <a:pt x="977" y="2191"/>
                  </a:cubicBezTo>
                  <a:cubicBezTo>
                    <a:pt x="1454" y="2191"/>
                    <a:pt x="1835" y="1739"/>
                    <a:pt x="1835" y="1262"/>
                  </a:cubicBezTo>
                  <a:lnTo>
                    <a:pt x="1835"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2" name="Google Shape;24162;p146"/>
            <p:cNvSpPr/>
            <p:nvPr/>
          </p:nvSpPr>
          <p:spPr>
            <a:xfrm>
              <a:off x="7859045" y="3255111"/>
              <a:ext cx="29472" cy="71273"/>
            </a:xfrm>
            <a:custGeom>
              <a:avLst/>
              <a:gdLst/>
              <a:ahLst/>
              <a:cxnLst/>
              <a:rect l="l" t="t" r="r" b="b"/>
              <a:pathLst>
                <a:path w="906" h="2191" extrusionOk="0">
                  <a:moveTo>
                    <a:pt x="1" y="0"/>
                  </a:moveTo>
                  <a:lnTo>
                    <a:pt x="1" y="2191"/>
                  </a:lnTo>
                  <a:cubicBezTo>
                    <a:pt x="525" y="2191"/>
                    <a:pt x="906" y="1762"/>
                    <a:pt x="906" y="1262"/>
                  </a:cubicBezTo>
                  <a:lnTo>
                    <a:pt x="90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3" name="Google Shape;24163;p146"/>
            <p:cNvSpPr/>
            <p:nvPr/>
          </p:nvSpPr>
          <p:spPr>
            <a:xfrm>
              <a:off x="7929538" y="3255111"/>
              <a:ext cx="59693" cy="71306"/>
            </a:xfrm>
            <a:custGeom>
              <a:avLst/>
              <a:gdLst/>
              <a:ahLst/>
              <a:cxnLst/>
              <a:rect l="l" t="t" r="r" b="b"/>
              <a:pathLst>
                <a:path w="1835" h="2192" extrusionOk="0">
                  <a:moveTo>
                    <a:pt x="1" y="0"/>
                  </a:moveTo>
                  <a:lnTo>
                    <a:pt x="1" y="1262"/>
                  </a:lnTo>
                  <a:cubicBezTo>
                    <a:pt x="1" y="1772"/>
                    <a:pt x="429" y="2192"/>
                    <a:pt x="935" y="2192"/>
                  </a:cubicBezTo>
                  <a:cubicBezTo>
                    <a:pt x="949" y="2192"/>
                    <a:pt x="963" y="2192"/>
                    <a:pt x="977" y="2191"/>
                  </a:cubicBezTo>
                  <a:cubicBezTo>
                    <a:pt x="1453" y="2191"/>
                    <a:pt x="1834" y="1739"/>
                    <a:pt x="1834" y="1262"/>
                  </a:cubicBezTo>
                  <a:lnTo>
                    <a:pt x="1834"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4" name="Google Shape;24164;p146"/>
            <p:cNvSpPr/>
            <p:nvPr/>
          </p:nvSpPr>
          <p:spPr>
            <a:xfrm>
              <a:off x="7959758" y="3255111"/>
              <a:ext cx="29472" cy="71273"/>
            </a:xfrm>
            <a:custGeom>
              <a:avLst/>
              <a:gdLst/>
              <a:ahLst/>
              <a:cxnLst/>
              <a:rect l="l" t="t" r="r" b="b"/>
              <a:pathLst>
                <a:path w="906" h="2191" extrusionOk="0">
                  <a:moveTo>
                    <a:pt x="1" y="0"/>
                  </a:moveTo>
                  <a:lnTo>
                    <a:pt x="1" y="2191"/>
                  </a:lnTo>
                  <a:cubicBezTo>
                    <a:pt x="501" y="2191"/>
                    <a:pt x="905" y="1762"/>
                    <a:pt x="905" y="1262"/>
                  </a:cubicBezTo>
                  <a:lnTo>
                    <a:pt x="905"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5" name="Google Shape;24165;p146"/>
            <p:cNvSpPr/>
            <p:nvPr/>
          </p:nvSpPr>
          <p:spPr>
            <a:xfrm>
              <a:off x="8030251" y="3253550"/>
              <a:ext cx="59693" cy="72867"/>
            </a:xfrm>
            <a:custGeom>
              <a:avLst/>
              <a:gdLst/>
              <a:ahLst/>
              <a:cxnLst/>
              <a:rect l="l" t="t" r="r" b="b"/>
              <a:pathLst>
                <a:path w="1835" h="2240" extrusionOk="0">
                  <a:moveTo>
                    <a:pt x="1" y="0"/>
                  </a:moveTo>
                  <a:lnTo>
                    <a:pt x="1" y="1310"/>
                  </a:lnTo>
                  <a:cubicBezTo>
                    <a:pt x="1" y="1820"/>
                    <a:pt x="429" y="2240"/>
                    <a:pt x="935" y="2240"/>
                  </a:cubicBezTo>
                  <a:cubicBezTo>
                    <a:pt x="949" y="2240"/>
                    <a:pt x="963" y="2240"/>
                    <a:pt x="977" y="2239"/>
                  </a:cubicBezTo>
                  <a:cubicBezTo>
                    <a:pt x="1453" y="2239"/>
                    <a:pt x="1834" y="1787"/>
                    <a:pt x="1834" y="1310"/>
                  </a:cubicBezTo>
                  <a:lnTo>
                    <a:pt x="1834"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6" name="Google Shape;24166;p146"/>
            <p:cNvSpPr/>
            <p:nvPr/>
          </p:nvSpPr>
          <p:spPr>
            <a:xfrm>
              <a:off x="8060471" y="3253550"/>
              <a:ext cx="29472" cy="72835"/>
            </a:xfrm>
            <a:custGeom>
              <a:avLst/>
              <a:gdLst/>
              <a:ahLst/>
              <a:cxnLst/>
              <a:rect l="l" t="t" r="r" b="b"/>
              <a:pathLst>
                <a:path w="906" h="2239" extrusionOk="0">
                  <a:moveTo>
                    <a:pt x="0" y="0"/>
                  </a:moveTo>
                  <a:lnTo>
                    <a:pt x="0" y="2239"/>
                  </a:lnTo>
                  <a:cubicBezTo>
                    <a:pt x="500" y="2239"/>
                    <a:pt x="905" y="1810"/>
                    <a:pt x="905" y="1310"/>
                  </a:cubicBezTo>
                  <a:lnTo>
                    <a:pt x="905"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7" name="Google Shape;24167;p146"/>
            <p:cNvSpPr/>
            <p:nvPr/>
          </p:nvSpPr>
          <p:spPr>
            <a:xfrm>
              <a:off x="7786991" y="3144314"/>
              <a:ext cx="344785" cy="221594"/>
            </a:xfrm>
            <a:custGeom>
              <a:avLst/>
              <a:gdLst/>
              <a:ahLst/>
              <a:cxnLst/>
              <a:rect l="l" t="t" r="r" b="b"/>
              <a:pathLst>
                <a:path w="10599" h="6812" extrusionOk="0">
                  <a:moveTo>
                    <a:pt x="10003" y="2501"/>
                  </a:moveTo>
                  <a:lnTo>
                    <a:pt x="10003" y="5907"/>
                  </a:lnTo>
                  <a:cubicBezTo>
                    <a:pt x="9979" y="6073"/>
                    <a:pt x="9836" y="6216"/>
                    <a:pt x="9670" y="6216"/>
                  </a:cubicBezTo>
                  <a:lnTo>
                    <a:pt x="953" y="6216"/>
                  </a:lnTo>
                  <a:cubicBezTo>
                    <a:pt x="787" y="6216"/>
                    <a:pt x="668" y="6073"/>
                    <a:pt x="668" y="5907"/>
                  </a:cubicBezTo>
                  <a:lnTo>
                    <a:pt x="668" y="2501"/>
                  </a:lnTo>
                  <a:close/>
                  <a:moveTo>
                    <a:pt x="310" y="1"/>
                  </a:moveTo>
                  <a:cubicBezTo>
                    <a:pt x="120" y="1"/>
                    <a:pt x="1" y="143"/>
                    <a:pt x="1" y="286"/>
                  </a:cubicBezTo>
                  <a:lnTo>
                    <a:pt x="1" y="5883"/>
                  </a:lnTo>
                  <a:cubicBezTo>
                    <a:pt x="1" y="6383"/>
                    <a:pt x="430" y="6812"/>
                    <a:pt x="930" y="6812"/>
                  </a:cubicBezTo>
                  <a:lnTo>
                    <a:pt x="9646" y="6812"/>
                  </a:lnTo>
                  <a:cubicBezTo>
                    <a:pt x="10146" y="6812"/>
                    <a:pt x="10575" y="6383"/>
                    <a:pt x="10575" y="5883"/>
                  </a:cubicBezTo>
                  <a:lnTo>
                    <a:pt x="10575" y="286"/>
                  </a:lnTo>
                  <a:cubicBezTo>
                    <a:pt x="10598" y="143"/>
                    <a:pt x="10455" y="1"/>
                    <a:pt x="10265"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8" name="Google Shape;24168;p146"/>
            <p:cNvSpPr/>
            <p:nvPr/>
          </p:nvSpPr>
          <p:spPr>
            <a:xfrm>
              <a:off x="7959758" y="3144314"/>
              <a:ext cx="172019" cy="221594"/>
            </a:xfrm>
            <a:custGeom>
              <a:avLst/>
              <a:gdLst/>
              <a:ahLst/>
              <a:cxnLst/>
              <a:rect l="l" t="t" r="r" b="b"/>
              <a:pathLst>
                <a:path w="5288" h="6812" extrusionOk="0">
                  <a:moveTo>
                    <a:pt x="1" y="1"/>
                  </a:moveTo>
                  <a:lnTo>
                    <a:pt x="1" y="2453"/>
                  </a:lnTo>
                  <a:lnTo>
                    <a:pt x="4668" y="2453"/>
                  </a:lnTo>
                  <a:lnTo>
                    <a:pt x="4668" y="5883"/>
                  </a:lnTo>
                  <a:cubicBezTo>
                    <a:pt x="4668" y="6073"/>
                    <a:pt x="4525" y="6192"/>
                    <a:pt x="4359" y="6192"/>
                  </a:cubicBezTo>
                  <a:lnTo>
                    <a:pt x="1" y="6192"/>
                  </a:lnTo>
                  <a:lnTo>
                    <a:pt x="1" y="6812"/>
                  </a:lnTo>
                  <a:lnTo>
                    <a:pt x="4359" y="6812"/>
                  </a:lnTo>
                  <a:cubicBezTo>
                    <a:pt x="4882" y="6812"/>
                    <a:pt x="5287" y="6383"/>
                    <a:pt x="5287" y="5883"/>
                  </a:cubicBezTo>
                  <a:lnTo>
                    <a:pt x="5287" y="286"/>
                  </a:lnTo>
                  <a:cubicBezTo>
                    <a:pt x="5287" y="143"/>
                    <a:pt x="5144" y="1"/>
                    <a:pt x="495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69" name="Google Shape;24169;p146"/>
          <p:cNvGrpSpPr/>
          <p:nvPr/>
        </p:nvGrpSpPr>
        <p:grpSpPr>
          <a:xfrm>
            <a:off x="7786991" y="3468804"/>
            <a:ext cx="344785" cy="303570"/>
            <a:chOff x="7786991" y="3621204"/>
            <a:chExt cx="344785" cy="303570"/>
          </a:xfrm>
        </p:grpSpPr>
        <p:sp>
          <p:nvSpPr>
            <p:cNvPr id="24170" name="Google Shape;24170;p146"/>
            <p:cNvSpPr/>
            <p:nvPr/>
          </p:nvSpPr>
          <p:spPr>
            <a:xfrm>
              <a:off x="7888485" y="3682718"/>
              <a:ext cx="242511" cy="241730"/>
            </a:xfrm>
            <a:custGeom>
              <a:avLst/>
              <a:gdLst/>
              <a:ahLst/>
              <a:cxnLst/>
              <a:rect l="l" t="t" r="r" b="b"/>
              <a:pathLst>
                <a:path w="7455" h="7431" extrusionOk="0">
                  <a:moveTo>
                    <a:pt x="3739" y="1"/>
                  </a:moveTo>
                  <a:cubicBezTo>
                    <a:pt x="1501" y="1"/>
                    <a:pt x="48" y="1810"/>
                    <a:pt x="48" y="3716"/>
                  </a:cubicBezTo>
                  <a:cubicBezTo>
                    <a:pt x="1" y="5835"/>
                    <a:pt x="1739" y="7431"/>
                    <a:pt x="3739" y="7431"/>
                  </a:cubicBezTo>
                  <a:cubicBezTo>
                    <a:pt x="5764" y="7431"/>
                    <a:pt x="7455" y="5787"/>
                    <a:pt x="7455" y="3716"/>
                  </a:cubicBezTo>
                  <a:cubicBezTo>
                    <a:pt x="7455" y="1668"/>
                    <a:pt x="5787" y="1"/>
                    <a:pt x="3739" y="1"/>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1" name="Google Shape;24171;p146"/>
            <p:cNvSpPr/>
            <p:nvPr/>
          </p:nvSpPr>
          <p:spPr>
            <a:xfrm>
              <a:off x="8010115" y="3682718"/>
              <a:ext cx="121662" cy="241730"/>
            </a:xfrm>
            <a:custGeom>
              <a:avLst/>
              <a:gdLst/>
              <a:ahLst/>
              <a:cxnLst/>
              <a:rect l="l" t="t" r="r" b="b"/>
              <a:pathLst>
                <a:path w="3740" h="7431" extrusionOk="0">
                  <a:moveTo>
                    <a:pt x="0" y="1"/>
                  </a:moveTo>
                  <a:lnTo>
                    <a:pt x="0" y="7431"/>
                  </a:lnTo>
                  <a:cubicBezTo>
                    <a:pt x="2048" y="7431"/>
                    <a:pt x="3739" y="5740"/>
                    <a:pt x="3716" y="3668"/>
                  </a:cubicBezTo>
                  <a:cubicBezTo>
                    <a:pt x="3692" y="1501"/>
                    <a:pt x="1929" y="1"/>
                    <a:pt x="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2" name="Google Shape;24172;p146"/>
            <p:cNvSpPr/>
            <p:nvPr/>
          </p:nvSpPr>
          <p:spPr>
            <a:xfrm>
              <a:off x="7888485" y="3792735"/>
              <a:ext cx="243292" cy="20169"/>
            </a:xfrm>
            <a:custGeom>
              <a:avLst/>
              <a:gdLst/>
              <a:ahLst/>
              <a:cxnLst/>
              <a:rect l="l" t="t" r="r" b="b"/>
              <a:pathLst>
                <a:path w="7479" h="620" extrusionOk="0">
                  <a:moveTo>
                    <a:pt x="48" y="0"/>
                  </a:moveTo>
                  <a:cubicBezTo>
                    <a:pt x="1" y="215"/>
                    <a:pt x="1" y="429"/>
                    <a:pt x="48" y="619"/>
                  </a:cubicBezTo>
                  <a:lnTo>
                    <a:pt x="7455" y="619"/>
                  </a:lnTo>
                  <a:cubicBezTo>
                    <a:pt x="7478" y="429"/>
                    <a:pt x="7478" y="215"/>
                    <a:pt x="7431" y="0"/>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3" name="Google Shape;24173;p146"/>
            <p:cNvSpPr/>
            <p:nvPr/>
          </p:nvSpPr>
          <p:spPr>
            <a:xfrm>
              <a:off x="8010115" y="3792735"/>
              <a:ext cx="121662" cy="20169"/>
            </a:xfrm>
            <a:custGeom>
              <a:avLst/>
              <a:gdLst/>
              <a:ahLst/>
              <a:cxnLst/>
              <a:rect l="l" t="t" r="r" b="b"/>
              <a:pathLst>
                <a:path w="3740" h="620" extrusionOk="0">
                  <a:moveTo>
                    <a:pt x="0" y="0"/>
                  </a:moveTo>
                  <a:lnTo>
                    <a:pt x="0" y="619"/>
                  </a:lnTo>
                  <a:lnTo>
                    <a:pt x="3716" y="619"/>
                  </a:lnTo>
                  <a:cubicBezTo>
                    <a:pt x="3739" y="381"/>
                    <a:pt x="3739" y="215"/>
                    <a:pt x="3716"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4" name="Google Shape;24174;p146"/>
            <p:cNvSpPr/>
            <p:nvPr/>
          </p:nvSpPr>
          <p:spPr>
            <a:xfrm>
              <a:off x="7786991" y="3621204"/>
              <a:ext cx="141798" cy="303570"/>
            </a:xfrm>
            <a:custGeom>
              <a:avLst/>
              <a:gdLst/>
              <a:ahLst/>
              <a:cxnLst/>
              <a:rect l="l" t="t" r="r" b="b"/>
              <a:pathLst>
                <a:path w="4359" h="9332" extrusionOk="0">
                  <a:moveTo>
                    <a:pt x="2189" y="1"/>
                  </a:moveTo>
                  <a:cubicBezTo>
                    <a:pt x="2119" y="1"/>
                    <a:pt x="2049" y="4"/>
                    <a:pt x="1977" y="10"/>
                  </a:cubicBezTo>
                  <a:cubicBezTo>
                    <a:pt x="834" y="106"/>
                    <a:pt x="1" y="1058"/>
                    <a:pt x="1" y="2177"/>
                  </a:cubicBezTo>
                  <a:lnTo>
                    <a:pt x="1" y="7131"/>
                  </a:lnTo>
                  <a:cubicBezTo>
                    <a:pt x="1" y="8250"/>
                    <a:pt x="834" y="9203"/>
                    <a:pt x="1977" y="9322"/>
                  </a:cubicBezTo>
                  <a:cubicBezTo>
                    <a:pt x="2046" y="9328"/>
                    <a:pt x="2114" y="9331"/>
                    <a:pt x="2182" y="9331"/>
                  </a:cubicBezTo>
                  <a:cubicBezTo>
                    <a:pt x="3358" y="9331"/>
                    <a:pt x="4359" y="8371"/>
                    <a:pt x="4359" y="7155"/>
                  </a:cubicBezTo>
                  <a:lnTo>
                    <a:pt x="4359" y="2177"/>
                  </a:lnTo>
                  <a:cubicBezTo>
                    <a:pt x="4359" y="961"/>
                    <a:pt x="3400" y="1"/>
                    <a:pt x="2189"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5" name="Google Shape;24175;p146"/>
            <p:cNvSpPr/>
            <p:nvPr/>
          </p:nvSpPr>
          <p:spPr>
            <a:xfrm>
              <a:off x="7857484" y="3621529"/>
              <a:ext cx="71306" cy="302919"/>
            </a:xfrm>
            <a:custGeom>
              <a:avLst/>
              <a:gdLst/>
              <a:ahLst/>
              <a:cxnLst/>
              <a:rect l="l" t="t" r="r" b="b"/>
              <a:pathLst>
                <a:path w="2192" h="9312" extrusionOk="0">
                  <a:moveTo>
                    <a:pt x="1" y="0"/>
                  </a:moveTo>
                  <a:lnTo>
                    <a:pt x="1" y="9312"/>
                  </a:lnTo>
                  <a:cubicBezTo>
                    <a:pt x="1192" y="9312"/>
                    <a:pt x="2192" y="8335"/>
                    <a:pt x="2192" y="7145"/>
                  </a:cubicBezTo>
                  <a:lnTo>
                    <a:pt x="2192" y="2167"/>
                  </a:lnTo>
                  <a:cubicBezTo>
                    <a:pt x="2192" y="977"/>
                    <a:pt x="1192" y="0"/>
                    <a:pt x="1"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6" name="Google Shape;24176;p146"/>
            <p:cNvSpPr/>
            <p:nvPr/>
          </p:nvSpPr>
          <p:spPr>
            <a:xfrm>
              <a:off x="7786991" y="3621985"/>
              <a:ext cx="141798" cy="151395"/>
            </a:xfrm>
            <a:custGeom>
              <a:avLst/>
              <a:gdLst/>
              <a:ahLst/>
              <a:cxnLst/>
              <a:rect l="l" t="t" r="r" b="b"/>
              <a:pathLst>
                <a:path w="4359" h="4654" extrusionOk="0">
                  <a:moveTo>
                    <a:pt x="2178" y="1"/>
                  </a:moveTo>
                  <a:cubicBezTo>
                    <a:pt x="2111" y="1"/>
                    <a:pt x="2045" y="4"/>
                    <a:pt x="1977" y="10"/>
                  </a:cubicBezTo>
                  <a:cubicBezTo>
                    <a:pt x="858" y="129"/>
                    <a:pt x="1" y="1082"/>
                    <a:pt x="1" y="2177"/>
                  </a:cubicBezTo>
                  <a:lnTo>
                    <a:pt x="1" y="4654"/>
                  </a:lnTo>
                  <a:lnTo>
                    <a:pt x="4359" y="4654"/>
                  </a:lnTo>
                  <a:lnTo>
                    <a:pt x="4359" y="2177"/>
                  </a:lnTo>
                  <a:cubicBezTo>
                    <a:pt x="4359" y="982"/>
                    <a:pt x="3356" y="1"/>
                    <a:pt x="2178"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7" name="Google Shape;24177;p146"/>
            <p:cNvSpPr/>
            <p:nvPr/>
          </p:nvSpPr>
          <p:spPr>
            <a:xfrm>
              <a:off x="7857484" y="3622310"/>
              <a:ext cx="71306" cy="151069"/>
            </a:xfrm>
            <a:custGeom>
              <a:avLst/>
              <a:gdLst/>
              <a:ahLst/>
              <a:cxnLst/>
              <a:rect l="l" t="t" r="r" b="b"/>
              <a:pathLst>
                <a:path w="2192" h="4644" extrusionOk="0">
                  <a:moveTo>
                    <a:pt x="1" y="0"/>
                  </a:moveTo>
                  <a:lnTo>
                    <a:pt x="1" y="4644"/>
                  </a:lnTo>
                  <a:lnTo>
                    <a:pt x="2192" y="4644"/>
                  </a:lnTo>
                  <a:lnTo>
                    <a:pt x="2192" y="2167"/>
                  </a:lnTo>
                  <a:cubicBezTo>
                    <a:pt x="2192" y="953"/>
                    <a:pt x="1192" y="0"/>
                    <a:pt x="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78" name="Google Shape;24178;p146"/>
          <p:cNvGrpSpPr/>
          <p:nvPr/>
        </p:nvGrpSpPr>
        <p:grpSpPr>
          <a:xfrm>
            <a:off x="7054936" y="3448993"/>
            <a:ext cx="305262" cy="344753"/>
            <a:chOff x="7054936" y="3601393"/>
            <a:chExt cx="305262" cy="344753"/>
          </a:xfrm>
        </p:grpSpPr>
        <p:sp>
          <p:nvSpPr>
            <p:cNvPr id="24179" name="Google Shape;24179;p146"/>
            <p:cNvSpPr/>
            <p:nvPr/>
          </p:nvSpPr>
          <p:spPr>
            <a:xfrm>
              <a:off x="7054936" y="3601393"/>
              <a:ext cx="305262" cy="344753"/>
            </a:xfrm>
            <a:custGeom>
              <a:avLst/>
              <a:gdLst/>
              <a:ahLst/>
              <a:cxnLst/>
              <a:rect l="l" t="t" r="r" b="b"/>
              <a:pathLst>
                <a:path w="9384" h="10598" extrusionOk="0">
                  <a:moveTo>
                    <a:pt x="286" y="0"/>
                  </a:moveTo>
                  <a:cubicBezTo>
                    <a:pt x="119" y="0"/>
                    <a:pt x="0" y="143"/>
                    <a:pt x="0" y="286"/>
                  </a:cubicBezTo>
                  <a:lnTo>
                    <a:pt x="0" y="8621"/>
                  </a:lnTo>
                  <a:cubicBezTo>
                    <a:pt x="0" y="9693"/>
                    <a:pt x="881" y="10597"/>
                    <a:pt x="1977" y="10597"/>
                  </a:cubicBezTo>
                  <a:lnTo>
                    <a:pt x="6097" y="10597"/>
                  </a:lnTo>
                  <a:cubicBezTo>
                    <a:pt x="7168" y="10597"/>
                    <a:pt x="8073" y="9693"/>
                    <a:pt x="8073" y="8621"/>
                  </a:cubicBezTo>
                  <a:lnTo>
                    <a:pt x="8073" y="2262"/>
                  </a:lnTo>
                  <a:lnTo>
                    <a:pt x="9264" y="476"/>
                  </a:lnTo>
                  <a:cubicBezTo>
                    <a:pt x="9383" y="262"/>
                    <a:pt x="9240" y="0"/>
                    <a:pt x="9002" y="0"/>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0" name="Google Shape;24180;p146"/>
            <p:cNvSpPr/>
            <p:nvPr/>
          </p:nvSpPr>
          <p:spPr>
            <a:xfrm>
              <a:off x="7185837" y="3601393"/>
              <a:ext cx="174361" cy="344753"/>
            </a:xfrm>
            <a:custGeom>
              <a:avLst/>
              <a:gdLst/>
              <a:ahLst/>
              <a:cxnLst/>
              <a:rect l="l" t="t" r="r" b="b"/>
              <a:pathLst>
                <a:path w="5360" h="10598" extrusionOk="0">
                  <a:moveTo>
                    <a:pt x="1" y="0"/>
                  </a:moveTo>
                  <a:lnTo>
                    <a:pt x="1" y="10597"/>
                  </a:lnTo>
                  <a:lnTo>
                    <a:pt x="2073" y="10597"/>
                  </a:lnTo>
                  <a:cubicBezTo>
                    <a:pt x="3144" y="10597"/>
                    <a:pt x="4049" y="9693"/>
                    <a:pt x="4049" y="8621"/>
                  </a:cubicBezTo>
                  <a:lnTo>
                    <a:pt x="4049" y="2262"/>
                  </a:lnTo>
                  <a:lnTo>
                    <a:pt x="5240" y="476"/>
                  </a:lnTo>
                  <a:cubicBezTo>
                    <a:pt x="5359" y="262"/>
                    <a:pt x="5216" y="0"/>
                    <a:pt x="4978"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1" name="Google Shape;24181;p146"/>
            <p:cNvSpPr/>
            <p:nvPr/>
          </p:nvSpPr>
          <p:spPr>
            <a:xfrm>
              <a:off x="7249368" y="3681157"/>
              <a:ext cx="68215" cy="20949"/>
            </a:xfrm>
            <a:custGeom>
              <a:avLst/>
              <a:gdLst/>
              <a:ahLst/>
              <a:cxnLst/>
              <a:rect l="l" t="t" r="r" b="b"/>
              <a:pathLst>
                <a:path w="2097" h="644" extrusionOk="0">
                  <a:moveTo>
                    <a:pt x="334" y="1"/>
                  </a:moveTo>
                  <a:cubicBezTo>
                    <a:pt x="167" y="1"/>
                    <a:pt x="1" y="144"/>
                    <a:pt x="48" y="358"/>
                  </a:cubicBezTo>
                  <a:cubicBezTo>
                    <a:pt x="48" y="525"/>
                    <a:pt x="191" y="644"/>
                    <a:pt x="334" y="644"/>
                  </a:cubicBezTo>
                  <a:lnTo>
                    <a:pt x="2096" y="644"/>
                  </a:lnTo>
                  <a:lnTo>
                    <a:pt x="2096"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2" name="Google Shape;24182;p146"/>
            <p:cNvSpPr/>
            <p:nvPr/>
          </p:nvSpPr>
          <p:spPr>
            <a:xfrm>
              <a:off x="7270285" y="3722242"/>
              <a:ext cx="47299" cy="20169"/>
            </a:xfrm>
            <a:custGeom>
              <a:avLst/>
              <a:gdLst/>
              <a:ahLst/>
              <a:cxnLst/>
              <a:rect l="l" t="t" r="r" b="b"/>
              <a:pathLst>
                <a:path w="1454" h="620" extrusionOk="0">
                  <a:moveTo>
                    <a:pt x="310" y="0"/>
                  </a:moveTo>
                  <a:cubicBezTo>
                    <a:pt x="144" y="0"/>
                    <a:pt x="1" y="143"/>
                    <a:pt x="24" y="357"/>
                  </a:cubicBezTo>
                  <a:cubicBezTo>
                    <a:pt x="24" y="500"/>
                    <a:pt x="167" y="619"/>
                    <a:pt x="310" y="619"/>
                  </a:cubicBezTo>
                  <a:lnTo>
                    <a:pt x="1453" y="619"/>
                  </a:lnTo>
                  <a:lnTo>
                    <a:pt x="1453"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3" name="Google Shape;24183;p146"/>
            <p:cNvSpPr/>
            <p:nvPr/>
          </p:nvSpPr>
          <p:spPr>
            <a:xfrm>
              <a:off x="7249368" y="3761733"/>
              <a:ext cx="68215" cy="20169"/>
            </a:xfrm>
            <a:custGeom>
              <a:avLst/>
              <a:gdLst/>
              <a:ahLst/>
              <a:cxnLst/>
              <a:rect l="l" t="t" r="r" b="b"/>
              <a:pathLst>
                <a:path w="2097" h="620" extrusionOk="0">
                  <a:moveTo>
                    <a:pt x="334" y="1"/>
                  </a:moveTo>
                  <a:cubicBezTo>
                    <a:pt x="167" y="1"/>
                    <a:pt x="1" y="144"/>
                    <a:pt x="48" y="358"/>
                  </a:cubicBezTo>
                  <a:cubicBezTo>
                    <a:pt x="48" y="501"/>
                    <a:pt x="191" y="620"/>
                    <a:pt x="334" y="620"/>
                  </a:cubicBezTo>
                  <a:lnTo>
                    <a:pt x="2096" y="620"/>
                  </a:lnTo>
                  <a:lnTo>
                    <a:pt x="2096"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4" name="Google Shape;24184;p146"/>
            <p:cNvSpPr/>
            <p:nvPr/>
          </p:nvSpPr>
          <p:spPr>
            <a:xfrm>
              <a:off x="7270285" y="3802038"/>
              <a:ext cx="47299" cy="20917"/>
            </a:xfrm>
            <a:custGeom>
              <a:avLst/>
              <a:gdLst/>
              <a:ahLst/>
              <a:cxnLst/>
              <a:rect l="l" t="t" r="r" b="b"/>
              <a:pathLst>
                <a:path w="1454" h="643" extrusionOk="0">
                  <a:moveTo>
                    <a:pt x="310" y="0"/>
                  </a:moveTo>
                  <a:cubicBezTo>
                    <a:pt x="144" y="0"/>
                    <a:pt x="1" y="167"/>
                    <a:pt x="24" y="357"/>
                  </a:cubicBezTo>
                  <a:cubicBezTo>
                    <a:pt x="24" y="524"/>
                    <a:pt x="167" y="643"/>
                    <a:pt x="310" y="643"/>
                  </a:cubicBezTo>
                  <a:lnTo>
                    <a:pt x="1453" y="643"/>
                  </a:lnTo>
                  <a:lnTo>
                    <a:pt x="1453"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5" name="Google Shape;24185;p146"/>
            <p:cNvSpPr/>
            <p:nvPr/>
          </p:nvSpPr>
          <p:spPr>
            <a:xfrm>
              <a:off x="7249368" y="3843091"/>
              <a:ext cx="68215" cy="20169"/>
            </a:xfrm>
            <a:custGeom>
              <a:avLst/>
              <a:gdLst/>
              <a:ahLst/>
              <a:cxnLst/>
              <a:rect l="l" t="t" r="r" b="b"/>
              <a:pathLst>
                <a:path w="2097" h="620" extrusionOk="0">
                  <a:moveTo>
                    <a:pt x="334" y="0"/>
                  </a:moveTo>
                  <a:cubicBezTo>
                    <a:pt x="167" y="0"/>
                    <a:pt x="1" y="143"/>
                    <a:pt x="48" y="357"/>
                  </a:cubicBezTo>
                  <a:cubicBezTo>
                    <a:pt x="48" y="500"/>
                    <a:pt x="191" y="619"/>
                    <a:pt x="334" y="619"/>
                  </a:cubicBezTo>
                  <a:lnTo>
                    <a:pt x="2096" y="619"/>
                  </a:lnTo>
                  <a:lnTo>
                    <a:pt x="2096"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86" name="Google Shape;24186;p146"/>
          <p:cNvGrpSpPr/>
          <p:nvPr/>
        </p:nvGrpSpPr>
        <p:grpSpPr>
          <a:xfrm>
            <a:off x="6280234" y="3454328"/>
            <a:ext cx="349437" cy="333205"/>
            <a:chOff x="6280234" y="3606728"/>
            <a:chExt cx="349437" cy="333205"/>
          </a:xfrm>
        </p:grpSpPr>
        <p:sp>
          <p:nvSpPr>
            <p:cNvPr id="24187" name="Google Shape;24187;p146"/>
            <p:cNvSpPr/>
            <p:nvPr/>
          </p:nvSpPr>
          <p:spPr>
            <a:xfrm>
              <a:off x="6393341" y="3651750"/>
              <a:ext cx="236330" cy="216715"/>
            </a:xfrm>
            <a:custGeom>
              <a:avLst/>
              <a:gdLst/>
              <a:ahLst/>
              <a:cxnLst/>
              <a:rect l="l" t="t" r="r" b="b"/>
              <a:pathLst>
                <a:path w="7265" h="6662" extrusionOk="0">
                  <a:moveTo>
                    <a:pt x="2072" y="0"/>
                  </a:moveTo>
                  <a:lnTo>
                    <a:pt x="1" y="2310"/>
                  </a:lnTo>
                  <a:lnTo>
                    <a:pt x="4502" y="6263"/>
                  </a:lnTo>
                  <a:cubicBezTo>
                    <a:pt x="4790" y="6529"/>
                    <a:pt x="5161" y="6661"/>
                    <a:pt x="5530" y="6661"/>
                  </a:cubicBezTo>
                  <a:cubicBezTo>
                    <a:pt x="5954" y="6661"/>
                    <a:pt x="6376" y="6488"/>
                    <a:pt x="6669" y="6144"/>
                  </a:cubicBezTo>
                  <a:cubicBezTo>
                    <a:pt x="7264" y="5501"/>
                    <a:pt x="7216" y="4525"/>
                    <a:pt x="6550" y="3953"/>
                  </a:cubicBezTo>
                  <a:lnTo>
                    <a:pt x="2072" y="0"/>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8" name="Google Shape;24188;p146"/>
            <p:cNvSpPr/>
            <p:nvPr/>
          </p:nvSpPr>
          <p:spPr>
            <a:xfrm>
              <a:off x="6426652" y="3651750"/>
              <a:ext cx="202239" cy="200645"/>
            </a:xfrm>
            <a:custGeom>
              <a:avLst/>
              <a:gdLst/>
              <a:ahLst/>
              <a:cxnLst/>
              <a:rect l="l" t="t" r="r" b="b"/>
              <a:pathLst>
                <a:path w="6217" h="6168" extrusionOk="0">
                  <a:moveTo>
                    <a:pt x="1048" y="0"/>
                  </a:moveTo>
                  <a:lnTo>
                    <a:pt x="1" y="1143"/>
                  </a:lnTo>
                  <a:cubicBezTo>
                    <a:pt x="239" y="1357"/>
                    <a:pt x="5383" y="5954"/>
                    <a:pt x="5621" y="6168"/>
                  </a:cubicBezTo>
                  <a:cubicBezTo>
                    <a:pt x="6216" y="5596"/>
                    <a:pt x="6216" y="4572"/>
                    <a:pt x="5526" y="3953"/>
                  </a:cubicBezTo>
                  <a:lnTo>
                    <a:pt x="1048" y="0"/>
                  </a:ln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9" name="Google Shape;24189;p146"/>
            <p:cNvSpPr/>
            <p:nvPr/>
          </p:nvSpPr>
          <p:spPr>
            <a:xfrm>
              <a:off x="6377857" y="3636330"/>
              <a:ext cx="90661" cy="96224"/>
            </a:xfrm>
            <a:custGeom>
              <a:avLst/>
              <a:gdLst/>
              <a:ahLst/>
              <a:cxnLst/>
              <a:rect l="l" t="t" r="r" b="b"/>
              <a:pathLst>
                <a:path w="2787" h="2958" extrusionOk="0">
                  <a:moveTo>
                    <a:pt x="2440" y="0"/>
                  </a:moveTo>
                  <a:cubicBezTo>
                    <a:pt x="2350" y="0"/>
                    <a:pt x="2262" y="46"/>
                    <a:pt x="2191" y="117"/>
                  </a:cubicBezTo>
                  <a:lnTo>
                    <a:pt x="119" y="2427"/>
                  </a:lnTo>
                  <a:cubicBezTo>
                    <a:pt x="0" y="2570"/>
                    <a:pt x="48" y="2760"/>
                    <a:pt x="167" y="2879"/>
                  </a:cubicBezTo>
                  <a:cubicBezTo>
                    <a:pt x="221" y="2933"/>
                    <a:pt x="284" y="2958"/>
                    <a:pt x="350" y="2958"/>
                  </a:cubicBezTo>
                  <a:cubicBezTo>
                    <a:pt x="431" y="2958"/>
                    <a:pt x="517" y="2921"/>
                    <a:pt x="596" y="2855"/>
                  </a:cubicBezTo>
                  <a:lnTo>
                    <a:pt x="2668" y="522"/>
                  </a:lnTo>
                  <a:cubicBezTo>
                    <a:pt x="2787" y="379"/>
                    <a:pt x="2787" y="188"/>
                    <a:pt x="2620" y="69"/>
                  </a:cubicBezTo>
                  <a:cubicBezTo>
                    <a:pt x="2562" y="21"/>
                    <a:pt x="2501" y="0"/>
                    <a:pt x="2440" y="0"/>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0" name="Google Shape;24190;p146"/>
            <p:cNvSpPr/>
            <p:nvPr/>
          </p:nvSpPr>
          <p:spPr>
            <a:xfrm>
              <a:off x="6414258" y="3636330"/>
              <a:ext cx="52699" cy="54943"/>
            </a:xfrm>
            <a:custGeom>
              <a:avLst/>
              <a:gdLst/>
              <a:ahLst/>
              <a:cxnLst/>
              <a:rect l="l" t="t" r="r" b="b"/>
              <a:pathLst>
                <a:path w="1620" h="1689" extrusionOk="0">
                  <a:moveTo>
                    <a:pt x="1265" y="0"/>
                  </a:moveTo>
                  <a:cubicBezTo>
                    <a:pt x="1168" y="0"/>
                    <a:pt x="1072" y="46"/>
                    <a:pt x="1001" y="117"/>
                  </a:cubicBezTo>
                  <a:lnTo>
                    <a:pt x="1" y="1260"/>
                  </a:lnTo>
                  <a:lnTo>
                    <a:pt x="477" y="1689"/>
                  </a:lnTo>
                  <a:lnTo>
                    <a:pt x="1501" y="522"/>
                  </a:lnTo>
                  <a:cubicBezTo>
                    <a:pt x="1620" y="403"/>
                    <a:pt x="1620" y="188"/>
                    <a:pt x="1453" y="69"/>
                  </a:cubicBezTo>
                  <a:cubicBezTo>
                    <a:pt x="1396" y="21"/>
                    <a:pt x="1330" y="0"/>
                    <a:pt x="1265" y="0"/>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1" name="Google Shape;24191;p146"/>
            <p:cNvSpPr/>
            <p:nvPr/>
          </p:nvSpPr>
          <p:spPr>
            <a:xfrm>
              <a:off x="6360811" y="3774127"/>
              <a:ext cx="61221" cy="80609"/>
            </a:xfrm>
            <a:custGeom>
              <a:avLst/>
              <a:gdLst/>
              <a:ahLst/>
              <a:cxnLst/>
              <a:rect l="l" t="t" r="r" b="b"/>
              <a:pathLst>
                <a:path w="1882" h="2478" extrusionOk="0">
                  <a:moveTo>
                    <a:pt x="926" y="1"/>
                  </a:moveTo>
                  <a:cubicBezTo>
                    <a:pt x="864" y="1"/>
                    <a:pt x="798" y="25"/>
                    <a:pt x="739" y="72"/>
                  </a:cubicBezTo>
                  <a:cubicBezTo>
                    <a:pt x="715" y="72"/>
                    <a:pt x="0" y="644"/>
                    <a:pt x="0" y="1477"/>
                  </a:cubicBezTo>
                  <a:cubicBezTo>
                    <a:pt x="0" y="2025"/>
                    <a:pt x="405" y="2477"/>
                    <a:pt x="929" y="2477"/>
                  </a:cubicBezTo>
                  <a:cubicBezTo>
                    <a:pt x="1429" y="2477"/>
                    <a:pt x="1882" y="2025"/>
                    <a:pt x="1834" y="1477"/>
                  </a:cubicBezTo>
                  <a:cubicBezTo>
                    <a:pt x="1834" y="644"/>
                    <a:pt x="1120" y="96"/>
                    <a:pt x="1096" y="72"/>
                  </a:cubicBezTo>
                  <a:cubicBezTo>
                    <a:pt x="1048" y="25"/>
                    <a:pt x="989" y="1"/>
                    <a:pt x="926"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2" name="Google Shape;24192;p146"/>
            <p:cNvSpPr/>
            <p:nvPr/>
          </p:nvSpPr>
          <p:spPr>
            <a:xfrm>
              <a:off x="6391780" y="3774127"/>
              <a:ext cx="30253" cy="80609"/>
            </a:xfrm>
            <a:custGeom>
              <a:avLst/>
              <a:gdLst/>
              <a:ahLst/>
              <a:cxnLst/>
              <a:rect l="l" t="t" r="r" b="b"/>
              <a:pathLst>
                <a:path w="930" h="2478" extrusionOk="0">
                  <a:moveTo>
                    <a:pt x="1" y="1"/>
                  </a:moveTo>
                  <a:lnTo>
                    <a:pt x="1" y="2477"/>
                  </a:lnTo>
                  <a:cubicBezTo>
                    <a:pt x="525" y="2477"/>
                    <a:pt x="930" y="2025"/>
                    <a:pt x="930" y="1477"/>
                  </a:cubicBezTo>
                  <a:cubicBezTo>
                    <a:pt x="930" y="644"/>
                    <a:pt x="215" y="72"/>
                    <a:pt x="168" y="72"/>
                  </a:cubicBezTo>
                  <a:cubicBezTo>
                    <a:pt x="120" y="48"/>
                    <a:pt x="49" y="1"/>
                    <a:pt x="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3" name="Google Shape;24193;p146"/>
            <p:cNvSpPr/>
            <p:nvPr/>
          </p:nvSpPr>
          <p:spPr>
            <a:xfrm>
              <a:off x="6280234" y="3859356"/>
              <a:ext cx="220814" cy="80577"/>
            </a:xfrm>
            <a:custGeom>
              <a:avLst/>
              <a:gdLst/>
              <a:ahLst/>
              <a:cxnLst/>
              <a:rect l="l" t="t" r="r" b="b"/>
              <a:pathLst>
                <a:path w="6788" h="2477" extrusionOk="0">
                  <a:moveTo>
                    <a:pt x="310" y="0"/>
                  </a:moveTo>
                  <a:cubicBezTo>
                    <a:pt x="144" y="0"/>
                    <a:pt x="1" y="119"/>
                    <a:pt x="1" y="310"/>
                  </a:cubicBezTo>
                  <a:lnTo>
                    <a:pt x="1" y="2191"/>
                  </a:lnTo>
                  <a:cubicBezTo>
                    <a:pt x="1" y="2334"/>
                    <a:pt x="120" y="2477"/>
                    <a:pt x="310" y="2477"/>
                  </a:cubicBezTo>
                  <a:lnTo>
                    <a:pt x="6502" y="2477"/>
                  </a:lnTo>
                  <a:cubicBezTo>
                    <a:pt x="6669" y="2477"/>
                    <a:pt x="6788" y="2334"/>
                    <a:pt x="6740" y="2191"/>
                  </a:cubicBezTo>
                  <a:lnTo>
                    <a:pt x="6740" y="310"/>
                  </a:lnTo>
                  <a:cubicBezTo>
                    <a:pt x="6740" y="167"/>
                    <a:pt x="6621" y="0"/>
                    <a:pt x="6431" y="0"/>
                  </a:cubicBezTo>
                  <a:lnTo>
                    <a:pt x="4597" y="0"/>
                  </a:lnTo>
                  <a:cubicBezTo>
                    <a:pt x="4478" y="0"/>
                    <a:pt x="4383" y="72"/>
                    <a:pt x="4311" y="191"/>
                  </a:cubicBezTo>
                  <a:cubicBezTo>
                    <a:pt x="4311" y="191"/>
                    <a:pt x="4073" y="643"/>
                    <a:pt x="3359" y="643"/>
                  </a:cubicBezTo>
                  <a:cubicBezTo>
                    <a:pt x="2692" y="643"/>
                    <a:pt x="2454" y="215"/>
                    <a:pt x="2406" y="191"/>
                  </a:cubicBezTo>
                  <a:cubicBezTo>
                    <a:pt x="2382" y="72"/>
                    <a:pt x="2263" y="0"/>
                    <a:pt x="2144" y="0"/>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4" name="Google Shape;24194;p146"/>
            <p:cNvSpPr/>
            <p:nvPr/>
          </p:nvSpPr>
          <p:spPr>
            <a:xfrm>
              <a:off x="6391780" y="3859356"/>
              <a:ext cx="110049" cy="80577"/>
            </a:xfrm>
            <a:custGeom>
              <a:avLst/>
              <a:gdLst/>
              <a:ahLst/>
              <a:cxnLst/>
              <a:rect l="l" t="t" r="r" b="b"/>
              <a:pathLst>
                <a:path w="3383" h="2477" extrusionOk="0">
                  <a:moveTo>
                    <a:pt x="1216" y="0"/>
                  </a:moveTo>
                  <a:cubicBezTo>
                    <a:pt x="1096" y="0"/>
                    <a:pt x="977" y="72"/>
                    <a:pt x="954" y="191"/>
                  </a:cubicBezTo>
                  <a:cubicBezTo>
                    <a:pt x="882" y="310"/>
                    <a:pt x="596" y="643"/>
                    <a:pt x="1" y="643"/>
                  </a:cubicBezTo>
                  <a:lnTo>
                    <a:pt x="1" y="2477"/>
                  </a:lnTo>
                  <a:lnTo>
                    <a:pt x="3097" y="2477"/>
                  </a:lnTo>
                  <a:cubicBezTo>
                    <a:pt x="3264" y="2477"/>
                    <a:pt x="3383" y="2334"/>
                    <a:pt x="3383" y="2191"/>
                  </a:cubicBezTo>
                  <a:lnTo>
                    <a:pt x="3383" y="310"/>
                  </a:lnTo>
                  <a:cubicBezTo>
                    <a:pt x="3383" y="119"/>
                    <a:pt x="3240" y="0"/>
                    <a:pt x="3097"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5" name="Google Shape;24195;p146"/>
            <p:cNvSpPr/>
            <p:nvPr/>
          </p:nvSpPr>
          <p:spPr>
            <a:xfrm>
              <a:off x="6418129" y="3748559"/>
              <a:ext cx="211543" cy="119906"/>
            </a:xfrm>
            <a:custGeom>
              <a:avLst/>
              <a:gdLst/>
              <a:ahLst/>
              <a:cxnLst/>
              <a:rect l="l" t="t" r="r" b="b"/>
              <a:pathLst>
                <a:path w="6503" h="3686" extrusionOk="0">
                  <a:moveTo>
                    <a:pt x="1" y="1"/>
                  </a:moveTo>
                  <a:lnTo>
                    <a:pt x="3740" y="3287"/>
                  </a:lnTo>
                  <a:cubicBezTo>
                    <a:pt x="4050" y="3553"/>
                    <a:pt x="4423" y="3685"/>
                    <a:pt x="4787" y="3685"/>
                  </a:cubicBezTo>
                  <a:cubicBezTo>
                    <a:pt x="5206" y="3685"/>
                    <a:pt x="5614" y="3512"/>
                    <a:pt x="5907" y="3168"/>
                  </a:cubicBezTo>
                  <a:cubicBezTo>
                    <a:pt x="6502" y="2525"/>
                    <a:pt x="6454" y="1549"/>
                    <a:pt x="5788" y="977"/>
                  </a:cubicBezTo>
                  <a:lnTo>
                    <a:pt x="4668" y="1"/>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6" name="Google Shape;24196;p146"/>
            <p:cNvSpPr/>
            <p:nvPr/>
          </p:nvSpPr>
          <p:spPr>
            <a:xfrm>
              <a:off x="6494054" y="3749340"/>
              <a:ext cx="135618" cy="103836"/>
            </a:xfrm>
            <a:custGeom>
              <a:avLst/>
              <a:gdLst/>
              <a:ahLst/>
              <a:cxnLst/>
              <a:rect l="l" t="t" r="r" b="b"/>
              <a:pathLst>
                <a:path w="4169" h="3192" extrusionOk="0">
                  <a:moveTo>
                    <a:pt x="1" y="1"/>
                  </a:moveTo>
                  <a:cubicBezTo>
                    <a:pt x="358" y="334"/>
                    <a:pt x="1620" y="1429"/>
                    <a:pt x="3573" y="3192"/>
                  </a:cubicBezTo>
                  <a:cubicBezTo>
                    <a:pt x="4168" y="2549"/>
                    <a:pt x="4120" y="1549"/>
                    <a:pt x="3501" y="977"/>
                  </a:cubicBezTo>
                  <a:lnTo>
                    <a:pt x="235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7" name="Google Shape;24197;p146"/>
            <p:cNvSpPr/>
            <p:nvPr/>
          </p:nvSpPr>
          <p:spPr>
            <a:xfrm>
              <a:off x="6523494" y="3772598"/>
              <a:ext cx="19388" cy="19388"/>
            </a:xfrm>
            <a:custGeom>
              <a:avLst/>
              <a:gdLst/>
              <a:ahLst/>
              <a:cxnLst/>
              <a:rect l="l" t="t" r="r" b="b"/>
              <a:pathLst>
                <a:path w="596" h="596" extrusionOk="0">
                  <a:moveTo>
                    <a:pt x="286" y="0"/>
                  </a:moveTo>
                  <a:cubicBezTo>
                    <a:pt x="143" y="0"/>
                    <a:pt x="0" y="143"/>
                    <a:pt x="0" y="286"/>
                  </a:cubicBezTo>
                  <a:cubicBezTo>
                    <a:pt x="0" y="453"/>
                    <a:pt x="143" y="595"/>
                    <a:pt x="286" y="595"/>
                  </a:cubicBezTo>
                  <a:cubicBezTo>
                    <a:pt x="453" y="595"/>
                    <a:pt x="596" y="476"/>
                    <a:pt x="596" y="286"/>
                  </a:cubicBezTo>
                  <a:cubicBezTo>
                    <a:pt x="596" y="119"/>
                    <a:pt x="453" y="0"/>
                    <a:pt x="286" y="0"/>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8" name="Google Shape;24198;p146"/>
            <p:cNvSpPr/>
            <p:nvPr/>
          </p:nvSpPr>
          <p:spPr>
            <a:xfrm>
              <a:off x="6524274" y="3772111"/>
              <a:ext cx="18607" cy="16785"/>
            </a:xfrm>
            <a:custGeom>
              <a:avLst/>
              <a:gdLst/>
              <a:ahLst/>
              <a:cxnLst/>
              <a:rect l="l" t="t" r="r" b="b"/>
              <a:pathLst>
                <a:path w="572" h="516" extrusionOk="0">
                  <a:moveTo>
                    <a:pt x="258" y="1"/>
                  </a:moveTo>
                  <a:cubicBezTo>
                    <a:pt x="169" y="1"/>
                    <a:pt x="76" y="35"/>
                    <a:pt x="0" y="110"/>
                  </a:cubicBezTo>
                  <a:lnTo>
                    <a:pt x="477" y="515"/>
                  </a:lnTo>
                  <a:cubicBezTo>
                    <a:pt x="548" y="468"/>
                    <a:pt x="572" y="396"/>
                    <a:pt x="572" y="301"/>
                  </a:cubicBezTo>
                  <a:cubicBezTo>
                    <a:pt x="572" y="116"/>
                    <a:pt x="422" y="1"/>
                    <a:pt x="258" y="1"/>
                  </a:cubicBezTo>
                  <a:close/>
                </a:path>
              </a:pathLst>
            </a:custGeom>
            <a:solidFill>
              <a:srgbClr val="7E8F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9" name="Google Shape;24199;p146"/>
            <p:cNvSpPr/>
            <p:nvPr/>
          </p:nvSpPr>
          <p:spPr>
            <a:xfrm>
              <a:off x="6365463" y="3647846"/>
              <a:ext cx="19388" cy="19420"/>
            </a:xfrm>
            <a:custGeom>
              <a:avLst/>
              <a:gdLst/>
              <a:ahLst/>
              <a:cxnLst/>
              <a:rect l="l" t="t" r="r" b="b"/>
              <a:pathLst>
                <a:path w="596" h="597" extrusionOk="0">
                  <a:moveTo>
                    <a:pt x="310" y="1"/>
                  </a:moveTo>
                  <a:cubicBezTo>
                    <a:pt x="143" y="1"/>
                    <a:pt x="0" y="144"/>
                    <a:pt x="0" y="287"/>
                  </a:cubicBezTo>
                  <a:cubicBezTo>
                    <a:pt x="0" y="430"/>
                    <a:pt x="119" y="596"/>
                    <a:pt x="310" y="596"/>
                  </a:cubicBezTo>
                  <a:cubicBezTo>
                    <a:pt x="453" y="596"/>
                    <a:pt x="596" y="477"/>
                    <a:pt x="596" y="287"/>
                  </a:cubicBezTo>
                  <a:cubicBezTo>
                    <a:pt x="596" y="120"/>
                    <a:pt x="453" y="1"/>
                    <a:pt x="310"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0" name="Google Shape;24200;p146"/>
            <p:cNvSpPr/>
            <p:nvPr/>
          </p:nvSpPr>
          <p:spPr>
            <a:xfrm>
              <a:off x="6375515" y="3606728"/>
              <a:ext cx="19420" cy="19485"/>
            </a:xfrm>
            <a:custGeom>
              <a:avLst/>
              <a:gdLst/>
              <a:ahLst/>
              <a:cxnLst/>
              <a:rect l="l" t="t" r="r" b="b"/>
              <a:pathLst>
                <a:path w="597" h="599" extrusionOk="0">
                  <a:moveTo>
                    <a:pt x="318" y="0"/>
                  </a:moveTo>
                  <a:cubicBezTo>
                    <a:pt x="308" y="0"/>
                    <a:pt x="297" y="1"/>
                    <a:pt x="287" y="3"/>
                  </a:cubicBezTo>
                  <a:cubicBezTo>
                    <a:pt x="144" y="3"/>
                    <a:pt x="1" y="146"/>
                    <a:pt x="1" y="312"/>
                  </a:cubicBezTo>
                  <a:cubicBezTo>
                    <a:pt x="1" y="455"/>
                    <a:pt x="120" y="598"/>
                    <a:pt x="287" y="598"/>
                  </a:cubicBezTo>
                  <a:cubicBezTo>
                    <a:pt x="430" y="598"/>
                    <a:pt x="596" y="479"/>
                    <a:pt x="596" y="312"/>
                  </a:cubicBezTo>
                  <a:cubicBezTo>
                    <a:pt x="596" y="136"/>
                    <a:pt x="453" y="0"/>
                    <a:pt x="318"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1" name="Google Shape;24201;p146"/>
            <p:cNvSpPr/>
            <p:nvPr/>
          </p:nvSpPr>
          <p:spPr>
            <a:xfrm>
              <a:off x="6391032" y="3607574"/>
              <a:ext cx="4684" cy="15517"/>
            </a:xfrm>
            <a:custGeom>
              <a:avLst/>
              <a:gdLst/>
              <a:ahLst/>
              <a:cxnLst/>
              <a:rect l="l" t="t" r="r" b="b"/>
              <a:pathLst>
                <a:path w="144" h="477" extrusionOk="0">
                  <a:moveTo>
                    <a:pt x="0" y="1"/>
                  </a:moveTo>
                  <a:lnTo>
                    <a:pt x="0" y="477"/>
                  </a:lnTo>
                  <a:cubicBezTo>
                    <a:pt x="143" y="358"/>
                    <a:pt x="143" y="167"/>
                    <a:pt x="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02" name="Google Shape;24202;p146"/>
          <p:cNvGrpSpPr/>
          <p:nvPr/>
        </p:nvGrpSpPr>
        <p:grpSpPr>
          <a:xfrm>
            <a:off x="5517178" y="3448993"/>
            <a:ext cx="347095" cy="344753"/>
            <a:chOff x="5517178" y="3601393"/>
            <a:chExt cx="347095" cy="344753"/>
          </a:xfrm>
        </p:grpSpPr>
        <p:sp>
          <p:nvSpPr>
            <p:cNvPr id="24203" name="Google Shape;24203;p146"/>
            <p:cNvSpPr/>
            <p:nvPr/>
          </p:nvSpPr>
          <p:spPr>
            <a:xfrm>
              <a:off x="5517178" y="3601393"/>
              <a:ext cx="263428" cy="321527"/>
            </a:xfrm>
            <a:custGeom>
              <a:avLst/>
              <a:gdLst/>
              <a:ahLst/>
              <a:cxnLst/>
              <a:rect l="l" t="t" r="r" b="b"/>
              <a:pathLst>
                <a:path w="8098" h="9884" extrusionOk="0">
                  <a:moveTo>
                    <a:pt x="929" y="0"/>
                  </a:moveTo>
                  <a:cubicBezTo>
                    <a:pt x="405" y="0"/>
                    <a:pt x="0" y="405"/>
                    <a:pt x="0" y="905"/>
                  </a:cubicBezTo>
                  <a:lnTo>
                    <a:pt x="0" y="8954"/>
                  </a:lnTo>
                  <a:cubicBezTo>
                    <a:pt x="0" y="9454"/>
                    <a:pt x="405" y="9883"/>
                    <a:pt x="929" y="9883"/>
                  </a:cubicBezTo>
                  <a:lnTo>
                    <a:pt x="7169" y="9883"/>
                  </a:lnTo>
                  <a:cubicBezTo>
                    <a:pt x="7693" y="9883"/>
                    <a:pt x="8097" y="9454"/>
                    <a:pt x="8097" y="8954"/>
                  </a:cubicBezTo>
                  <a:lnTo>
                    <a:pt x="8097" y="2453"/>
                  </a:lnTo>
                  <a:lnTo>
                    <a:pt x="5597" y="0"/>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4" name="Google Shape;24204;p146"/>
            <p:cNvSpPr/>
            <p:nvPr/>
          </p:nvSpPr>
          <p:spPr>
            <a:xfrm>
              <a:off x="5648860" y="3601393"/>
              <a:ext cx="131746" cy="321527"/>
            </a:xfrm>
            <a:custGeom>
              <a:avLst/>
              <a:gdLst/>
              <a:ahLst/>
              <a:cxnLst/>
              <a:rect l="l" t="t" r="r" b="b"/>
              <a:pathLst>
                <a:path w="4050" h="9884" extrusionOk="0">
                  <a:moveTo>
                    <a:pt x="1" y="0"/>
                  </a:moveTo>
                  <a:lnTo>
                    <a:pt x="1" y="9883"/>
                  </a:lnTo>
                  <a:lnTo>
                    <a:pt x="3121" y="9883"/>
                  </a:lnTo>
                  <a:cubicBezTo>
                    <a:pt x="3645" y="9883"/>
                    <a:pt x="4049" y="9454"/>
                    <a:pt x="4049" y="8954"/>
                  </a:cubicBezTo>
                  <a:lnTo>
                    <a:pt x="4049" y="2453"/>
                  </a:lnTo>
                  <a:lnTo>
                    <a:pt x="1549"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5" name="Google Shape;24205;p146"/>
            <p:cNvSpPr/>
            <p:nvPr/>
          </p:nvSpPr>
          <p:spPr>
            <a:xfrm>
              <a:off x="5699216" y="3601393"/>
              <a:ext cx="81390" cy="79796"/>
            </a:xfrm>
            <a:custGeom>
              <a:avLst/>
              <a:gdLst/>
              <a:ahLst/>
              <a:cxnLst/>
              <a:rect l="l" t="t" r="r" b="b"/>
              <a:pathLst>
                <a:path w="2502" h="2453" extrusionOk="0">
                  <a:moveTo>
                    <a:pt x="1" y="0"/>
                  </a:moveTo>
                  <a:lnTo>
                    <a:pt x="1" y="2167"/>
                  </a:lnTo>
                  <a:cubicBezTo>
                    <a:pt x="1" y="2310"/>
                    <a:pt x="120" y="2453"/>
                    <a:pt x="310" y="2453"/>
                  </a:cubicBezTo>
                  <a:lnTo>
                    <a:pt x="2501" y="2453"/>
                  </a:lnTo>
                  <a:lnTo>
                    <a:pt x="1"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6" name="Google Shape;24206;p146"/>
            <p:cNvSpPr/>
            <p:nvPr/>
          </p:nvSpPr>
          <p:spPr>
            <a:xfrm>
              <a:off x="5577586" y="3754967"/>
              <a:ext cx="62783" cy="46518"/>
            </a:xfrm>
            <a:custGeom>
              <a:avLst/>
              <a:gdLst/>
              <a:ahLst/>
              <a:cxnLst/>
              <a:rect l="l" t="t" r="r" b="b"/>
              <a:pathLst>
                <a:path w="1930" h="1430" extrusionOk="0">
                  <a:moveTo>
                    <a:pt x="1585" y="0"/>
                  </a:moveTo>
                  <a:cubicBezTo>
                    <a:pt x="1501" y="0"/>
                    <a:pt x="1418" y="30"/>
                    <a:pt x="1358" y="90"/>
                  </a:cubicBezTo>
                  <a:lnTo>
                    <a:pt x="787" y="661"/>
                  </a:lnTo>
                  <a:lnTo>
                    <a:pt x="549" y="423"/>
                  </a:lnTo>
                  <a:cubicBezTo>
                    <a:pt x="489" y="363"/>
                    <a:pt x="406" y="334"/>
                    <a:pt x="325" y="334"/>
                  </a:cubicBezTo>
                  <a:cubicBezTo>
                    <a:pt x="245" y="334"/>
                    <a:pt x="168" y="363"/>
                    <a:pt x="120" y="423"/>
                  </a:cubicBezTo>
                  <a:cubicBezTo>
                    <a:pt x="1" y="542"/>
                    <a:pt x="1" y="756"/>
                    <a:pt x="120" y="875"/>
                  </a:cubicBezTo>
                  <a:lnTo>
                    <a:pt x="549" y="1304"/>
                  </a:lnTo>
                  <a:cubicBezTo>
                    <a:pt x="608" y="1387"/>
                    <a:pt x="692" y="1429"/>
                    <a:pt x="778" y="1429"/>
                  </a:cubicBezTo>
                  <a:cubicBezTo>
                    <a:pt x="864" y="1429"/>
                    <a:pt x="954" y="1387"/>
                    <a:pt x="1025" y="1304"/>
                  </a:cubicBezTo>
                  <a:lnTo>
                    <a:pt x="1811" y="542"/>
                  </a:lnTo>
                  <a:cubicBezTo>
                    <a:pt x="1930" y="423"/>
                    <a:pt x="1930" y="209"/>
                    <a:pt x="1811" y="90"/>
                  </a:cubicBezTo>
                  <a:cubicBezTo>
                    <a:pt x="1751" y="30"/>
                    <a:pt x="1668" y="0"/>
                    <a:pt x="1585" y="0"/>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7" name="Google Shape;24207;p146"/>
            <p:cNvSpPr/>
            <p:nvPr/>
          </p:nvSpPr>
          <p:spPr>
            <a:xfrm>
              <a:off x="5577586" y="3816937"/>
              <a:ext cx="62783" cy="45575"/>
            </a:xfrm>
            <a:custGeom>
              <a:avLst/>
              <a:gdLst/>
              <a:ahLst/>
              <a:cxnLst/>
              <a:rect l="l" t="t" r="r" b="b"/>
              <a:pathLst>
                <a:path w="1930" h="1401" extrusionOk="0">
                  <a:moveTo>
                    <a:pt x="1585" y="0"/>
                  </a:moveTo>
                  <a:cubicBezTo>
                    <a:pt x="1501" y="0"/>
                    <a:pt x="1418" y="30"/>
                    <a:pt x="1358" y="90"/>
                  </a:cubicBezTo>
                  <a:lnTo>
                    <a:pt x="787" y="661"/>
                  </a:lnTo>
                  <a:lnTo>
                    <a:pt x="549" y="423"/>
                  </a:lnTo>
                  <a:cubicBezTo>
                    <a:pt x="489" y="364"/>
                    <a:pt x="406" y="334"/>
                    <a:pt x="325" y="334"/>
                  </a:cubicBezTo>
                  <a:cubicBezTo>
                    <a:pt x="245" y="334"/>
                    <a:pt x="168" y="364"/>
                    <a:pt x="120" y="423"/>
                  </a:cubicBezTo>
                  <a:cubicBezTo>
                    <a:pt x="1" y="542"/>
                    <a:pt x="1" y="757"/>
                    <a:pt x="120" y="876"/>
                  </a:cubicBezTo>
                  <a:lnTo>
                    <a:pt x="549" y="1304"/>
                  </a:lnTo>
                  <a:cubicBezTo>
                    <a:pt x="616" y="1371"/>
                    <a:pt x="713" y="1401"/>
                    <a:pt x="807" y="1401"/>
                  </a:cubicBezTo>
                  <a:cubicBezTo>
                    <a:pt x="879" y="1401"/>
                    <a:pt x="949" y="1383"/>
                    <a:pt x="1001" y="1352"/>
                  </a:cubicBezTo>
                  <a:lnTo>
                    <a:pt x="1811" y="542"/>
                  </a:lnTo>
                  <a:cubicBezTo>
                    <a:pt x="1930" y="423"/>
                    <a:pt x="1930" y="209"/>
                    <a:pt x="1811" y="90"/>
                  </a:cubicBezTo>
                  <a:cubicBezTo>
                    <a:pt x="1751" y="30"/>
                    <a:pt x="1668" y="0"/>
                    <a:pt x="1585" y="0"/>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8" name="Google Shape;24208;p146"/>
            <p:cNvSpPr/>
            <p:nvPr/>
          </p:nvSpPr>
          <p:spPr>
            <a:xfrm>
              <a:off x="5657382" y="3700545"/>
              <a:ext cx="62035" cy="20949"/>
            </a:xfrm>
            <a:custGeom>
              <a:avLst/>
              <a:gdLst/>
              <a:ahLst/>
              <a:cxnLst/>
              <a:rect l="l" t="t" r="r" b="b"/>
              <a:pathLst>
                <a:path w="1907" h="644" extrusionOk="0">
                  <a:moveTo>
                    <a:pt x="334" y="0"/>
                  </a:moveTo>
                  <a:cubicBezTo>
                    <a:pt x="144" y="0"/>
                    <a:pt x="1" y="191"/>
                    <a:pt x="48" y="358"/>
                  </a:cubicBezTo>
                  <a:cubicBezTo>
                    <a:pt x="72" y="524"/>
                    <a:pt x="215" y="643"/>
                    <a:pt x="358" y="643"/>
                  </a:cubicBezTo>
                  <a:lnTo>
                    <a:pt x="1596" y="643"/>
                  </a:lnTo>
                  <a:cubicBezTo>
                    <a:pt x="1787" y="643"/>
                    <a:pt x="1906" y="477"/>
                    <a:pt x="1882" y="286"/>
                  </a:cubicBezTo>
                  <a:cubicBezTo>
                    <a:pt x="1858" y="119"/>
                    <a:pt x="1716" y="0"/>
                    <a:pt x="1549"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9" name="Google Shape;24209;p146"/>
            <p:cNvSpPr/>
            <p:nvPr/>
          </p:nvSpPr>
          <p:spPr>
            <a:xfrm>
              <a:off x="5657382" y="3761733"/>
              <a:ext cx="42647" cy="20169"/>
            </a:xfrm>
            <a:custGeom>
              <a:avLst/>
              <a:gdLst/>
              <a:ahLst/>
              <a:cxnLst/>
              <a:rect l="l" t="t" r="r" b="b"/>
              <a:pathLst>
                <a:path w="1311" h="620" extrusionOk="0">
                  <a:moveTo>
                    <a:pt x="334" y="1"/>
                  </a:moveTo>
                  <a:cubicBezTo>
                    <a:pt x="144" y="1"/>
                    <a:pt x="1" y="191"/>
                    <a:pt x="48" y="358"/>
                  </a:cubicBezTo>
                  <a:cubicBezTo>
                    <a:pt x="72" y="501"/>
                    <a:pt x="215" y="620"/>
                    <a:pt x="358" y="620"/>
                  </a:cubicBezTo>
                  <a:lnTo>
                    <a:pt x="1001" y="620"/>
                  </a:lnTo>
                  <a:cubicBezTo>
                    <a:pt x="1168" y="620"/>
                    <a:pt x="1311" y="453"/>
                    <a:pt x="1287" y="263"/>
                  </a:cubicBezTo>
                  <a:cubicBezTo>
                    <a:pt x="1263" y="120"/>
                    <a:pt x="1120" y="1"/>
                    <a:pt x="95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0" name="Google Shape;24210;p146"/>
            <p:cNvSpPr/>
            <p:nvPr/>
          </p:nvSpPr>
          <p:spPr>
            <a:xfrm>
              <a:off x="5657382" y="3822922"/>
              <a:ext cx="42647" cy="20201"/>
            </a:xfrm>
            <a:custGeom>
              <a:avLst/>
              <a:gdLst/>
              <a:ahLst/>
              <a:cxnLst/>
              <a:rect l="l" t="t" r="r" b="b"/>
              <a:pathLst>
                <a:path w="1311" h="621" extrusionOk="0">
                  <a:moveTo>
                    <a:pt x="334" y="1"/>
                  </a:moveTo>
                  <a:cubicBezTo>
                    <a:pt x="144" y="1"/>
                    <a:pt x="1" y="168"/>
                    <a:pt x="48" y="358"/>
                  </a:cubicBezTo>
                  <a:cubicBezTo>
                    <a:pt x="72" y="501"/>
                    <a:pt x="215" y="620"/>
                    <a:pt x="358" y="620"/>
                  </a:cubicBezTo>
                  <a:lnTo>
                    <a:pt x="1001" y="620"/>
                  </a:lnTo>
                  <a:cubicBezTo>
                    <a:pt x="1168" y="620"/>
                    <a:pt x="1311" y="477"/>
                    <a:pt x="1287" y="263"/>
                  </a:cubicBezTo>
                  <a:cubicBezTo>
                    <a:pt x="1263" y="120"/>
                    <a:pt x="1120" y="1"/>
                    <a:pt x="95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1" name="Google Shape;24211;p146"/>
            <p:cNvSpPr/>
            <p:nvPr/>
          </p:nvSpPr>
          <p:spPr>
            <a:xfrm>
              <a:off x="5577586" y="3696088"/>
              <a:ext cx="62783" cy="45347"/>
            </a:xfrm>
            <a:custGeom>
              <a:avLst/>
              <a:gdLst/>
              <a:ahLst/>
              <a:cxnLst/>
              <a:rect l="l" t="t" r="r" b="b"/>
              <a:pathLst>
                <a:path w="1930" h="1394" extrusionOk="0">
                  <a:moveTo>
                    <a:pt x="1585" y="0"/>
                  </a:moveTo>
                  <a:cubicBezTo>
                    <a:pt x="1501" y="0"/>
                    <a:pt x="1418" y="30"/>
                    <a:pt x="1358" y="90"/>
                  </a:cubicBezTo>
                  <a:lnTo>
                    <a:pt x="787" y="661"/>
                  </a:lnTo>
                  <a:lnTo>
                    <a:pt x="549" y="423"/>
                  </a:lnTo>
                  <a:cubicBezTo>
                    <a:pt x="489" y="364"/>
                    <a:pt x="406" y="334"/>
                    <a:pt x="325" y="334"/>
                  </a:cubicBezTo>
                  <a:cubicBezTo>
                    <a:pt x="245" y="334"/>
                    <a:pt x="168" y="364"/>
                    <a:pt x="120" y="423"/>
                  </a:cubicBezTo>
                  <a:cubicBezTo>
                    <a:pt x="1" y="542"/>
                    <a:pt x="1" y="733"/>
                    <a:pt x="120" y="852"/>
                  </a:cubicBezTo>
                  <a:lnTo>
                    <a:pt x="549" y="1304"/>
                  </a:lnTo>
                  <a:cubicBezTo>
                    <a:pt x="608" y="1364"/>
                    <a:pt x="692" y="1394"/>
                    <a:pt x="778" y="1394"/>
                  </a:cubicBezTo>
                  <a:cubicBezTo>
                    <a:pt x="864" y="1394"/>
                    <a:pt x="954" y="1364"/>
                    <a:pt x="1025" y="1304"/>
                  </a:cubicBezTo>
                  <a:lnTo>
                    <a:pt x="1811" y="542"/>
                  </a:lnTo>
                  <a:cubicBezTo>
                    <a:pt x="1930" y="423"/>
                    <a:pt x="1930" y="209"/>
                    <a:pt x="1811" y="90"/>
                  </a:cubicBezTo>
                  <a:cubicBezTo>
                    <a:pt x="1751" y="30"/>
                    <a:pt x="1668" y="0"/>
                    <a:pt x="1585" y="0"/>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2" name="Google Shape;24212;p146"/>
            <p:cNvSpPr/>
            <p:nvPr/>
          </p:nvSpPr>
          <p:spPr>
            <a:xfrm>
              <a:off x="5676770" y="3780341"/>
              <a:ext cx="187503" cy="165805"/>
            </a:xfrm>
            <a:custGeom>
              <a:avLst/>
              <a:gdLst/>
              <a:ahLst/>
              <a:cxnLst/>
              <a:rect l="l" t="t" r="r" b="b"/>
              <a:pathLst>
                <a:path w="5764" h="5097" extrusionOk="0">
                  <a:moveTo>
                    <a:pt x="1643" y="0"/>
                  </a:moveTo>
                  <a:lnTo>
                    <a:pt x="1643" y="2143"/>
                  </a:lnTo>
                  <a:lnTo>
                    <a:pt x="119" y="4620"/>
                  </a:lnTo>
                  <a:cubicBezTo>
                    <a:pt x="0" y="4811"/>
                    <a:pt x="167" y="5096"/>
                    <a:pt x="405" y="5096"/>
                  </a:cubicBezTo>
                  <a:lnTo>
                    <a:pt x="5406" y="5096"/>
                  </a:lnTo>
                  <a:cubicBezTo>
                    <a:pt x="5597" y="5096"/>
                    <a:pt x="5763" y="4811"/>
                    <a:pt x="5644" y="4620"/>
                  </a:cubicBezTo>
                  <a:lnTo>
                    <a:pt x="4120" y="2143"/>
                  </a:lnTo>
                  <a:lnTo>
                    <a:pt x="4120" y="0"/>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3" name="Google Shape;24213;p146"/>
            <p:cNvSpPr/>
            <p:nvPr/>
          </p:nvSpPr>
          <p:spPr>
            <a:xfrm>
              <a:off x="5771270" y="3780341"/>
              <a:ext cx="93003" cy="165805"/>
            </a:xfrm>
            <a:custGeom>
              <a:avLst/>
              <a:gdLst/>
              <a:ahLst/>
              <a:cxnLst/>
              <a:rect l="l" t="t" r="r" b="b"/>
              <a:pathLst>
                <a:path w="2859" h="5097" extrusionOk="0">
                  <a:moveTo>
                    <a:pt x="1" y="0"/>
                  </a:moveTo>
                  <a:lnTo>
                    <a:pt x="1" y="5096"/>
                  </a:lnTo>
                  <a:lnTo>
                    <a:pt x="2453" y="5096"/>
                  </a:lnTo>
                  <a:cubicBezTo>
                    <a:pt x="2692" y="5096"/>
                    <a:pt x="2858" y="4811"/>
                    <a:pt x="2739" y="4620"/>
                  </a:cubicBezTo>
                  <a:cubicBezTo>
                    <a:pt x="2644" y="4501"/>
                    <a:pt x="1310" y="2286"/>
                    <a:pt x="1215" y="2143"/>
                  </a:cubicBezTo>
                  <a:lnTo>
                    <a:pt x="1215" y="0"/>
                  </a:ln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4" name="Google Shape;24214;p146"/>
            <p:cNvSpPr/>
            <p:nvPr/>
          </p:nvSpPr>
          <p:spPr>
            <a:xfrm>
              <a:off x="5719385" y="3761733"/>
              <a:ext cx="102274" cy="20169"/>
            </a:xfrm>
            <a:custGeom>
              <a:avLst/>
              <a:gdLst/>
              <a:ahLst/>
              <a:cxnLst/>
              <a:rect l="l" t="t" r="r" b="b"/>
              <a:pathLst>
                <a:path w="3144" h="620" extrusionOk="0">
                  <a:moveTo>
                    <a:pt x="333" y="1"/>
                  </a:moveTo>
                  <a:cubicBezTo>
                    <a:pt x="143" y="1"/>
                    <a:pt x="0" y="191"/>
                    <a:pt x="24" y="358"/>
                  </a:cubicBezTo>
                  <a:cubicBezTo>
                    <a:pt x="71" y="501"/>
                    <a:pt x="214" y="620"/>
                    <a:pt x="357" y="620"/>
                  </a:cubicBezTo>
                  <a:lnTo>
                    <a:pt x="2810" y="620"/>
                  </a:lnTo>
                  <a:cubicBezTo>
                    <a:pt x="2977" y="620"/>
                    <a:pt x="3144" y="453"/>
                    <a:pt x="3096" y="263"/>
                  </a:cubicBezTo>
                  <a:cubicBezTo>
                    <a:pt x="3072" y="120"/>
                    <a:pt x="2929" y="1"/>
                    <a:pt x="2786" y="1"/>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5" name="Google Shape;24215;p146"/>
            <p:cNvSpPr/>
            <p:nvPr/>
          </p:nvSpPr>
          <p:spPr>
            <a:xfrm>
              <a:off x="5769709" y="3761733"/>
              <a:ext cx="50389" cy="20169"/>
            </a:xfrm>
            <a:custGeom>
              <a:avLst/>
              <a:gdLst/>
              <a:ahLst/>
              <a:cxnLst/>
              <a:rect l="l" t="t" r="r" b="b"/>
              <a:pathLst>
                <a:path w="1549" h="620" extrusionOk="0">
                  <a:moveTo>
                    <a:pt x="1" y="1"/>
                  </a:moveTo>
                  <a:lnTo>
                    <a:pt x="1" y="620"/>
                  </a:lnTo>
                  <a:lnTo>
                    <a:pt x="1239" y="620"/>
                  </a:lnTo>
                  <a:cubicBezTo>
                    <a:pt x="1382" y="620"/>
                    <a:pt x="1525" y="501"/>
                    <a:pt x="1525" y="358"/>
                  </a:cubicBezTo>
                  <a:cubicBezTo>
                    <a:pt x="1549" y="144"/>
                    <a:pt x="1406" y="1"/>
                    <a:pt x="1239" y="1"/>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6" name="Google Shape;24216;p146"/>
            <p:cNvSpPr/>
            <p:nvPr/>
          </p:nvSpPr>
          <p:spPr>
            <a:xfrm>
              <a:off x="5675990" y="3874060"/>
              <a:ext cx="188284" cy="72086"/>
            </a:xfrm>
            <a:custGeom>
              <a:avLst/>
              <a:gdLst/>
              <a:ahLst/>
              <a:cxnLst/>
              <a:rect l="l" t="t" r="r" b="b"/>
              <a:pathLst>
                <a:path w="5788" h="2216" extrusionOk="0">
                  <a:moveTo>
                    <a:pt x="1191" y="1"/>
                  </a:moveTo>
                  <a:lnTo>
                    <a:pt x="119" y="1739"/>
                  </a:lnTo>
                  <a:cubicBezTo>
                    <a:pt x="0" y="1930"/>
                    <a:pt x="143" y="2215"/>
                    <a:pt x="381" y="2215"/>
                  </a:cubicBezTo>
                  <a:lnTo>
                    <a:pt x="5382" y="2215"/>
                  </a:lnTo>
                  <a:cubicBezTo>
                    <a:pt x="5621" y="2215"/>
                    <a:pt x="5787" y="1930"/>
                    <a:pt x="5668" y="1739"/>
                  </a:cubicBezTo>
                  <a:lnTo>
                    <a:pt x="4597" y="1"/>
                  </a:lnTo>
                  <a:close/>
                </a:path>
              </a:pathLst>
            </a:custGeom>
            <a:solidFill>
              <a:srgbClr val="AE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7" name="Google Shape;24217;p146"/>
            <p:cNvSpPr/>
            <p:nvPr/>
          </p:nvSpPr>
          <p:spPr>
            <a:xfrm>
              <a:off x="5769709" y="3874060"/>
              <a:ext cx="94565" cy="72086"/>
            </a:xfrm>
            <a:custGeom>
              <a:avLst/>
              <a:gdLst/>
              <a:ahLst/>
              <a:cxnLst/>
              <a:rect l="l" t="t" r="r" b="b"/>
              <a:pathLst>
                <a:path w="2907" h="2216" extrusionOk="0">
                  <a:moveTo>
                    <a:pt x="1" y="1"/>
                  </a:moveTo>
                  <a:lnTo>
                    <a:pt x="1" y="2215"/>
                  </a:lnTo>
                  <a:lnTo>
                    <a:pt x="2501" y="2215"/>
                  </a:lnTo>
                  <a:cubicBezTo>
                    <a:pt x="2740" y="2215"/>
                    <a:pt x="2906" y="1930"/>
                    <a:pt x="2787" y="1739"/>
                  </a:cubicBezTo>
                  <a:lnTo>
                    <a:pt x="1716" y="1"/>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18" name="Google Shape;24218;p146"/>
          <p:cNvGrpSpPr/>
          <p:nvPr/>
        </p:nvGrpSpPr>
        <p:grpSpPr>
          <a:xfrm>
            <a:off x="4789742" y="3449611"/>
            <a:ext cx="295177" cy="344135"/>
            <a:chOff x="4789742" y="3602011"/>
            <a:chExt cx="295177" cy="344135"/>
          </a:xfrm>
        </p:grpSpPr>
        <p:sp>
          <p:nvSpPr>
            <p:cNvPr id="24219" name="Google Shape;24219;p146"/>
            <p:cNvSpPr/>
            <p:nvPr/>
          </p:nvSpPr>
          <p:spPr>
            <a:xfrm>
              <a:off x="4821524" y="3661801"/>
              <a:ext cx="123972" cy="84480"/>
            </a:xfrm>
            <a:custGeom>
              <a:avLst/>
              <a:gdLst/>
              <a:ahLst/>
              <a:cxnLst/>
              <a:rect l="l" t="t" r="r" b="b"/>
              <a:pathLst>
                <a:path w="3811" h="2597" extrusionOk="0">
                  <a:moveTo>
                    <a:pt x="2810" y="1"/>
                  </a:moveTo>
                  <a:cubicBezTo>
                    <a:pt x="1310" y="1"/>
                    <a:pt x="119" y="1144"/>
                    <a:pt x="0" y="2596"/>
                  </a:cubicBezTo>
                  <a:lnTo>
                    <a:pt x="595" y="2596"/>
                  </a:lnTo>
                  <a:cubicBezTo>
                    <a:pt x="738" y="1501"/>
                    <a:pt x="1643" y="644"/>
                    <a:pt x="2786" y="644"/>
                  </a:cubicBezTo>
                  <a:lnTo>
                    <a:pt x="3810" y="644"/>
                  </a:lnTo>
                  <a:lnTo>
                    <a:pt x="3810" y="1"/>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0" name="Google Shape;24220;p146"/>
            <p:cNvSpPr/>
            <p:nvPr/>
          </p:nvSpPr>
          <p:spPr>
            <a:xfrm>
              <a:off x="4943121" y="3602011"/>
              <a:ext cx="141798" cy="104747"/>
            </a:xfrm>
            <a:custGeom>
              <a:avLst/>
              <a:gdLst/>
              <a:ahLst/>
              <a:cxnLst/>
              <a:rect l="l" t="t" r="r" b="b"/>
              <a:pathLst>
                <a:path w="4359" h="3220" extrusionOk="0">
                  <a:moveTo>
                    <a:pt x="4009" y="0"/>
                  </a:moveTo>
                  <a:cubicBezTo>
                    <a:pt x="3990" y="0"/>
                    <a:pt x="3972" y="2"/>
                    <a:pt x="3954" y="5"/>
                  </a:cubicBezTo>
                  <a:lnTo>
                    <a:pt x="239" y="767"/>
                  </a:lnTo>
                  <a:cubicBezTo>
                    <a:pt x="72" y="815"/>
                    <a:pt x="1" y="934"/>
                    <a:pt x="1" y="1077"/>
                  </a:cubicBezTo>
                  <a:lnTo>
                    <a:pt x="1" y="3220"/>
                  </a:lnTo>
                  <a:lnTo>
                    <a:pt x="1858" y="3220"/>
                  </a:lnTo>
                  <a:lnTo>
                    <a:pt x="1858" y="2505"/>
                  </a:lnTo>
                  <a:lnTo>
                    <a:pt x="4049" y="2505"/>
                  </a:lnTo>
                  <a:cubicBezTo>
                    <a:pt x="4192" y="2505"/>
                    <a:pt x="4335" y="2386"/>
                    <a:pt x="4359" y="2243"/>
                  </a:cubicBezTo>
                  <a:cubicBezTo>
                    <a:pt x="4335" y="2005"/>
                    <a:pt x="4192" y="1839"/>
                    <a:pt x="4026" y="1839"/>
                  </a:cubicBezTo>
                  <a:lnTo>
                    <a:pt x="1835" y="1839"/>
                  </a:lnTo>
                  <a:lnTo>
                    <a:pt x="1835" y="1053"/>
                  </a:lnTo>
                  <a:lnTo>
                    <a:pt x="4073" y="600"/>
                  </a:lnTo>
                  <a:cubicBezTo>
                    <a:pt x="4264" y="576"/>
                    <a:pt x="4335" y="386"/>
                    <a:pt x="4311" y="243"/>
                  </a:cubicBezTo>
                  <a:cubicBezTo>
                    <a:pt x="4290" y="76"/>
                    <a:pt x="4141" y="0"/>
                    <a:pt x="4009"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1" name="Google Shape;24221;p146"/>
            <p:cNvSpPr/>
            <p:nvPr/>
          </p:nvSpPr>
          <p:spPr>
            <a:xfrm>
              <a:off x="4972561" y="3602011"/>
              <a:ext cx="111610" cy="104747"/>
            </a:xfrm>
            <a:custGeom>
              <a:avLst/>
              <a:gdLst/>
              <a:ahLst/>
              <a:cxnLst/>
              <a:rect l="l" t="t" r="r" b="b"/>
              <a:pathLst>
                <a:path w="3431" h="3220" extrusionOk="0">
                  <a:moveTo>
                    <a:pt x="3104" y="0"/>
                  </a:moveTo>
                  <a:cubicBezTo>
                    <a:pt x="3085" y="0"/>
                    <a:pt x="3067" y="2"/>
                    <a:pt x="3049" y="5"/>
                  </a:cubicBezTo>
                  <a:lnTo>
                    <a:pt x="1" y="624"/>
                  </a:lnTo>
                  <a:lnTo>
                    <a:pt x="1" y="3220"/>
                  </a:lnTo>
                  <a:lnTo>
                    <a:pt x="930" y="3220"/>
                  </a:lnTo>
                  <a:lnTo>
                    <a:pt x="930" y="2505"/>
                  </a:lnTo>
                  <a:lnTo>
                    <a:pt x="3097" y="2505"/>
                  </a:lnTo>
                  <a:cubicBezTo>
                    <a:pt x="3263" y="2505"/>
                    <a:pt x="3406" y="2386"/>
                    <a:pt x="3430" y="2243"/>
                  </a:cubicBezTo>
                  <a:cubicBezTo>
                    <a:pt x="3430" y="2005"/>
                    <a:pt x="3287" y="1839"/>
                    <a:pt x="3121" y="1839"/>
                  </a:cubicBezTo>
                  <a:lnTo>
                    <a:pt x="930" y="1839"/>
                  </a:lnTo>
                  <a:lnTo>
                    <a:pt x="930" y="1053"/>
                  </a:lnTo>
                  <a:lnTo>
                    <a:pt x="3168" y="600"/>
                  </a:lnTo>
                  <a:cubicBezTo>
                    <a:pt x="3359" y="576"/>
                    <a:pt x="3430" y="386"/>
                    <a:pt x="3406" y="243"/>
                  </a:cubicBezTo>
                  <a:cubicBezTo>
                    <a:pt x="3385" y="76"/>
                    <a:pt x="3236" y="0"/>
                    <a:pt x="3104"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2" name="Google Shape;24222;p146"/>
            <p:cNvSpPr/>
            <p:nvPr/>
          </p:nvSpPr>
          <p:spPr>
            <a:xfrm>
              <a:off x="4902068" y="3702854"/>
              <a:ext cx="141798" cy="243292"/>
            </a:xfrm>
            <a:custGeom>
              <a:avLst/>
              <a:gdLst/>
              <a:ahLst/>
              <a:cxnLst/>
              <a:rect l="l" t="t" r="r" b="b"/>
              <a:pathLst>
                <a:path w="4359" h="7479" extrusionOk="0">
                  <a:moveTo>
                    <a:pt x="1144" y="1"/>
                  </a:moveTo>
                  <a:cubicBezTo>
                    <a:pt x="525" y="1"/>
                    <a:pt x="1" y="501"/>
                    <a:pt x="1" y="1120"/>
                  </a:cubicBezTo>
                  <a:lnTo>
                    <a:pt x="1" y="6335"/>
                  </a:lnTo>
                  <a:cubicBezTo>
                    <a:pt x="1" y="6955"/>
                    <a:pt x="525" y="7478"/>
                    <a:pt x="1144" y="7478"/>
                  </a:cubicBezTo>
                  <a:lnTo>
                    <a:pt x="3216" y="7478"/>
                  </a:lnTo>
                  <a:cubicBezTo>
                    <a:pt x="3859" y="7478"/>
                    <a:pt x="4359" y="6931"/>
                    <a:pt x="4359" y="6335"/>
                  </a:cubicBezTo>
                  <a:lnTo>
                    <a:pt x="4359" y="1120"/>
                  </a:lnTo>
                  <a:cubicBezTo>
                    <a:pt x="4359" y="501"/>
                    <a:pt x="3859" y="1"/>
                    <a:pt x="3216"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3" name="Google Shape;24223;p146"/>
            <p:cNvSpPr/>
            <p:nvPr/>
          </p:nvSpPr>
          <p:spPr>
            <a:xfrm>
              <a:off x="4973342" y="3702854"/>
              <a:ext cx="70525" cy="243292"/>
            </a:xfrm>
            <a:custGeom>
              <a:avLst/>
              <a:gdLst/>
              <a:ahLst/>
              <a:cxnLst/>
              <a:rect l="l" t="t" r="r" b="b"/>
              <a:pathLst>
                <a:path w="2168" h="7479" extrusionOk="0">
                  <a:moveTo>
                    <a:pt x="1" y="1"/>
                  </a:moveTo>
                  <a:lnTo>
                    <a:pt x="1" y="7478"/>
                  </a:lnTo>
                  <a:lnTo>
                    <a:pt x="1025" y="7478"/>
                  </a:lnTo>
                  <a:cubicBezTo>
                    <a:pt x="1668" y="7478"/>
                    <a:pt x="2168" y="6955"/>
                    <a:pt x="2168" y="6335"/>
                  </a:cubicBezTo>
                  <a:lnTo>
                    <a:pt x="2168" y="1120"/>
                  </a:lnTo>
                  <a:cubicBezTo>
                    <a:pt x="2168" y="501"/>
                    <a:pt x="1668" y="1"/>
                    <a:pt x="102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4" name="Google Shape;24224;p146"/>
            <p:cNvSpPr/>
            <p:nvPr/>
          </p:nvSpPr>
          <p:spPr>
            <a:xfrm>
              <a:off x="4902068" y="3773347"/>
              <a:ext cx="141798" cy="100745"/>
            </a:xfrm>
            <a:custGeom>
              <a:avLst/>
              <a:gdLst/>
              <a:ahLst/>
              <a:cxnLst/>
              <a:rect l="l" t="t" r="r" b="b"/>
              <a:pathLst>
                <a:path w="4359" h="3097" extrusionOk="0">
                  <a:moveTo>
                    <a:pt x="1" y="1"/>
                  </a:moveTo>
                  <a:lnTo>
                    <a:pt x="1" y="3097"/>
                  </a:lnTo>
                  <a:lnTo>
                    <a:pt x="4359" y="3097"/>
                  </a:lnTo>
                  <a:lnTo>
                    <a:pt x="4359" y="1"/>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5" name="Google Shape;24225;p146"/>
            <p:cNvSpPr/>
            <p:nvPr/>
          </p:nvSpPr>
          <p:spPr>
            <a:xfrm>
              <a:off x="4973342" y="3773347"/>
              <a:ext cx="70525" cy="100745"/>
            </a:xfrm>
            <a:custGeom>
              <a:avLst/>
              <a:gdLst/>
              <a:ahLst/>
              <a:cxnLst/>
              <a:rect l="l" t="t" r="r" b="b"/>
              <a:pathLst>
                <a:path w="2168" h="3097" extrusionOk="0">
                  <a:moveTo>
                    <a:pt x="1" y="1"/>
                  </a:moveTo>
                  <a:lnTo>
                    <a:pt x="1" y="3097"/>
                  </a:lnTo>
                  <a:lnTo>
                    <a:pt x="2168" y="3097"/>
                  </a:lnTo>
                  <a:lnTo>
                    <a:pt x="2168"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6" name="Google Shape;24226;p146"/>
            <p:cNvSpPr/>
            <p:nvPr/>
          </p:nvSpPr>
          <p:spPr>
            <a:xfrm>
              <a:off x="4789742" y="3742378"/>
              <a:ext cx="82919" cy="141798"/>
            </a:xfrm>
            <a:custGeom>
              <a:avLst/>
              <a:gdLst/>
              <a:ahLst/>
              <a:cxnLst/>
              <a:rect l="l" t="t" r="r" b="b"/>
              <a:pathLst>
                <a:path w="2549" h="4359" extrusionOk="0">
                  <a:moveTo>
                    <a:pt x="644" y="0"/>
                  </a:moveTo>
                  <a:cubicBezTo>
                    <a:pt x="477" y="0"/>
                    <a:pt x="334" y="143"/>
                    <a:pt x="334" y="310"/>
                  </a:cubicBezTo>
                  <a:lnTo>
                    <a:pt x="48" y="4025"/>
                  </a:lnTo>
                  <a:cubicBezTo>
                    <a:pt x="1" y="4192"/>
                    <a:pt x="167" y="4358"/>
                    <a:pt x="334" y="4358"/>
                  </a:cubicBezTo>
                  <a:lnTo>
                    <a:pt x="2215" y="4358"/>
                  </a:lnTo>
                  <a:cubicBezTo>
                    <a:pt x="2382" y="4358"/>
                    <a:pt x="2549" y="4192"/>
                    <a:pt x="2477" y="4025"/>
                  </a:cubicBezTo>
                  <a:lnTo>
                    <a:pt x="2192" y="310"/>
                  </a:lnTo>
                  <a:cubicBezTo>
                    <a:pt x="2192" y="119"/>
                    <a:pt x="2025" y="0"/>
                    <a:pt x="1882"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27" name="Google Shape;24227;p146"/>
          <p:cNvGrpSpPr/>
          <p:nvPr/>
        </p:nvGrpSpPr>
        <p:grpSpPr>
          <a:xfrm>
            <a:off x="4075079" y="3448993"/>
            <a:ext cx="228958" cy="344753"/>
            <a:chOff x="4075079" y="3601393"/>
            <a:chExt cx="228958" cy="344753"/>
          </a:xfrm>
        </p:grpSpPr>
        <p:sp>
          <p:nvSpPr>
            <p:cNvPr id="24228" name="Google Shape;24228;p146"/>
            <p:cNvSpPr/>
            <p:nvPr/>
          </p:nvSpPr>
          <p:spPr>
            <a:xfrm>
              <a:off x="4200982" y="3602141"/>
              <a:ext cx="100745" cy="99965"/>
            </a:xfrm>
            <a:custGeom>
              <a:avLst/>
              <a:gdLst/>
              <a:ahLst/>
              <a:cxnLst/>
              <a:rect l="l" t="t" r="r" b="b"/>
              <a:pathLst>
                <a:path w="3097" h="3073" extrusionOk="0">
                  <a:moveTo>
                    <a:pt x="1430" y="1"/>
                  </a:moveTo>
                  <a:cubicBezTo>
                    <a:pt x="667" y="1"/>
                    <a:pt x="1" y="620"/>
                    <a:pt x="1" y="1430"/>
                  </a:cubicBezTo>
                  <a:lnTo>
                    <a:pt x="1" y="2763"/>
                  </a:lnTo>
                  <a:cubicBezTo>
                    <a:pt x="1" y="2906"/>
                    <a:pt x="120" y="3073"/>
                    <a:pt x="310" y="3073"/>
                  </a:cubicBezTo>
                  <a:lnTo>
                    <a:pt x="1644" y="3073"/>
                  </a:lnTo>
                  <a:cubicBezTo>
                    <a:pt x="2454" y="3073"/>
                    <a:pt x="3097" y="2406"/>
                    <a:pt x="3073" y="1644"/>
                  </a:cubicBezTo>
                  <a:lnTo>
                    <a:pt x="3073" y="287"/>
                  </a:lnTo>
                  <a:cubicBezTo>
                    <a:pt x="3073" y="144"/>
                    <a:pt x="2954" y="1"/>
                    <a:pt x="2787"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9" name="Google Shape;24229;p146"/>
            <p:cNvSpPr/>
            <p:nvPr/>
          </p:nvSpPr>
          <p:spPr>
            <a:xfrm>
              <a:off x="4080133" y="3601393"/>
              <a:ext cx="100745" cy="100713"/>
            </a:xfrm>
            <a:custGeom>
              <a:avLst/>
              <a:gdLst/>
              <a:ahLst/>
              <a:cxnLst/>
              <a:rect l="l" t="t" r="r" b="b"/>
              <a:pathLst>
                <a:path w="3097" h="3096" extrusionOk="0">
                  <a:moveTo>
                    <a:pt x="310" y="0"/>
                  </a:moveTo>
                  <a:cubicBezTo>
                    <a:pt x="143" y="0"/>
                    <a:pt x="1" y="119"/>
                    <a:pt x="1" y="286"/>
                  </a:cubicBezTo>
                  <a:lnTo>
                    <a:pt x="1" y="1667"/>
                  </a:lnTo>
                  <a:cubicBezTo>
                    <a:pt x="1" y="2429"/>
                    <a:pt x="620" y="3096"/>
                    <a:pt x="1429" y="3096"/>
                  </a:cubicBezTo>
                  <a:lnTo>
                    <a:pt x="2763" y="3096"/>
                  </a:lnTo>
                  <a:cubicBezTo>
                    <a:pt x="2954" y="3096"/>
                    <a:pt x="3096" y="2929"/>
                    <a:pt x="3073" y="2763"/>
                  </a:cubicBezTo>
                  <a:lnTo>
                    <a:pt x="3073" y="1429"/>
                  </a:lnTo>
                  <a:cubicBezTo>
                    <a:pt x="3073" y="643"/>
                    <a:pt x="2453" y="0"/>
                    <a:pt x="1644" y="0"/>
                  </a:cubicBezTo>
                  <a:close/>
                </a:path>
              </a:pathLst>
            </a:custGeom>
            <a:solidFill>
              <a:srgbClr val="AE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0" name="Google Shape;24230;p146"/>
            <p:cNvSpPr/>
            <p:nvPr/>
          </p:nvSpPr>
          <p:spPr>
            <a:xfrm>
              <a:off x="4118876" y="3641080"/>
              <a:ext cx="143327" cy="105202"/>
            </a:xfrm>
            <a:custGeom>
              <a:avLst/>
              <a:gdLst/>
              <a:ahLst/>
              <a:cxnLst/>
              <a:rect l="l" t="t" r="r" b="b"/>
              <a:pathLst>
                <a:path w="4406" h="3234" extrusionOk="0">
                  <a:moveTo>
                    <a:pt x="346" y="1"/>
                  </a:moveTo>
                  <a:cubicBezTo>
                    <a:pt x="262" y="1"/>
                    <a:pt x="179" y="30"/>
                    <a:pt x="119" y="90"/>
                  </a:cubicBezTo>
                  <a:cubicBezTo>
                    <a:pt x="0" y="185"/>
                    <a:pt x="0" y="399"/>
                    <a:pt x="119" y="519"/>
                  </a:cubicBezTo>
                  <a:lnTo>
                    <a:pt x="1905" y="2305"/>
                  </a:lnTo>
                  <a:lnTo>
                    <a:pt x="1905" y="3138"/>
                  </a:lnTo>
                  <a:lnTo>
                    <a:pt x="1977" y="3233"/>
                  </a:lnTo>
                  <a:lnTo>
                    <a:pt x="2453" y="3233"/>
                  </a:lnTo>
                  <a:lnTo>
                    <a:pt x="2501" y="3138"/>
                  </a:lnTo>
                  <a:lnTo>
                    <a:pt x="2501" y="2305"/>
                  </a:lnTo>
                  <a:lnTo>
                    <a:pt x="4287" y="519"/>
                  </a:lnTo>
                  <a:cubicBezTo>
                    <a:pt x="4406" y="399"/>
                    <a:pt x="4406" y="209"/>
                    <a:pt x="4287" y="90"/>
                  </a:cubicBezTo>
                  <a:cubicBezTo>
                    <a:pt x="4227" y="30"/>
                    <a:pt x="4144" y="1"/>
                    <a:pt x="4061" y="1"/>
                  </a:cubicBezTo>
                  <a:cubicBezTo>
                    <a:pt x="3977" y="1"/>
                    <a:pt x="3894" y="30"/>
                    <a:pt x="3834" y="90"/>
                  </a:cubicBezTo>
                  <a:lnTo>
                    <a:pt x="2215" y="1709"/>
                  </a:lnTo>
                  <a:lnTo>
                    <a:pt x="572" y="90"/>
                  </a:lnTo>
                  <a:cubicBezTo>
                    <a:pt x="512" y="30"/>
                    <a:pt x="429" y="1"/>
                    <a:pt x="346"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1" name="Google Shape;24231;p146"/>
            <p:cNvSpPr/>
            <p:nvPr/>
          </p:nvSpPr>
          <p:spPr>
            <a:xfrm>
              <a:off x="4190930" y="3641860"/>
              <a:ext cx="71273" cy="104421"/>
            </a:xfrm>
            <a:custGeom>
              <a:avLst/>
              <a:gdLst/>
              <a:ahLst/>
              <a:cxnLst/>
              <a:rect l="l" t="t" r="r" b="b"/>
              <a:pathLst>
                <a:path w="2191" h="3210" extrusionOk="0">
                  <a:moveTo>
                    <a:pt x="1846" y="0"/>
                  </a:moveTo>
                  <a:cubicBezTo>
                    <a:pt x="1762" y="0"/>
                    <a:pt x="1679" y="30"/>
                    <a:pt x="1619" y="90"/>
                  </a:cubicBezTo>
                  <a:lnTo>
                    <a:pt x="0" y="1733"/>
                  </a:lnTo>
                  <a:lnTo>
                    <a:pt x="0" y="3209"/>
                  </a:lnTo>
                  <a:lnTo>
                    <a:pt x="238" y="3209"/>
                  </a:lnTo>
                  <a:lnTo>
                    <a:pt x="286" y="3114"/>
                  </a:lnTo>
                  <a:lnTo>
                    <a:pt x="286" y="2281"/>
                  </a:lnTo>
                  <a:lnTo>
                    <a:pt x="2072" y="495"/>
                  </a:lnTo>
                  <a:cubicBezTo>
                    <a:pt x="2191" y="375"/>
                    <a:pt x="2191" y="185"/>
                    <a:pt x="2072" y="90"/>
                  </a:cubicBezTo>
                  <a:cubicBezTo>
                    <a:pt x="2012" y="30"/>
                    <a:pt x="1929"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2" name="Google Shape;24232;p146"/>
            <p:cNvSpPr/>
            <p:nvPr/>
          </p:nvSpPr>
          <p:spPr>
            <a:xfrm>
              <a:off x="4076262" y="3760205"/>
              <a:ext cx="227775" cy="185941"/>
            </a:xfrm>
            <a:custGeom>
              <a:avLst/>
              <a:gdLst/>
              <a:ahLst/>
              <a:cxnLst/>
              <a:rect l="l" t="t" r="r" b="b"/>
              <a:pathLst>
                <a:path w="7002" h="5716" extrusionOk="0">
                  <a:moveTo>
                    <a:pt x="1977" y="0"/>
                  </a:moveTo>
                  <a:lnTo>
                    <a:pt x="1977" y="1810"/>
                  </a:lnTo>
                  <a:lnTo>
                    <a:pt x="310" y="4596"/>
                  </a:lnTo>
                  <a:cubicBezTo>
                    <a:pt x="1" y="5072"/>
                    <a:pt x="358" y="5715"/>
                    <a:pt x="929" y="5715"/>
                  </a:cubicBezTo>
                  <a:lnTo>
                    <a:pt x="6097" y="5715"/>
                  </a:lnTo>
                  <a:cubicBezTo>
                    <a:pt x="6669" y="5715"/>
                    <a:pt x="7002" y="5072"/>
                    <a:pt x="6740" y="4596"/>
                  </a:cubicBezTo>
                  <a:lnTo>
                    <a:pt x="5073" y="1810"/>
                  </a:lnTo>
                  <a:lnTo>
                    <a:pt x="5073" y="0"/>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3" name="Google Shape;24233;p146"/>
            <p:cNvSpPr/>
            <p:nvPr/>
          </p:nvSpPr>
          <p:spPr>
            <a:xfrm>
              <a:off x="4190930" y="3760205"/>
              <a:ext cx="113107" cy="185941"/>
            </a:xfrm>
            <a:custGeom>
              <a:avLst/>
              <a:gdLst/>
              <a:ahLst/>
              <a:cxnLst/>
              <a:rect l="l" t="t" r="r" b="b"/>
              <a:pathLst>
                <a:path w="3477" h="5716" extrusionOk="0">
                  <a:moveTo>
                    <a:pt x="0" y="0"/>
                  </a:moveTo>
                  <a:lnTo>
                    <a:pt x="0" y="5715"/>
                  </a:lnTo>
                  <a:lnTo>
                    <a:pt x="2572" y="5715"/>
                  </a:lnTo>
                  <a:cubicBezTo>
                    <a:pt x="3144" y="5715"/>
                    <a:pt x="3477" y="5072"/>
                    <a:pt x="3215" y="4596"/>
                  </a:cubicBezTo>
                  <a:cubicBezTo>
                    <a:pt x="3144" y="4525"/>
                    <a:pt x="2429" y="3334"/>
                    <a:pt x="1548" y="1810"/>
                  </a:cubicBezTo>
                  <a:lnTo>
                    <a:pt x="1548" y="0"/>
                  </a:ln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4" name="Google Shape;24234;p146"/>
            <p:cNvSpPr/>
            <p:nvPr/>
          </p:nvSpPr>
          <p:spPr>
            <a:xfrm>
              <a:off x="4128928" y="3742378"/>
              <a:ext cx="122443" cy="20169"/>
            </a:xfrm>
            <a:custGeom>
              <a:avLst/>
              <a:gdLst/>
              <a:ahLst/>
              <a:cxnLst/>
              <a:rect l="l" t="t" r="r" b="b"/>
              <a:pathLst>
                <a:path w="3764" h="620" extrusionOk="0">
                  <a:moveTo>
                    <a:pt x="310" y="0"/>
                  </a:moveTo>
                  <a:cubicBezTo>
                    <a:pt x="144" y="0"/>
                    <a:pt x="1" y="191"/>
                    <a:pt x="25" y="358"/>
                  </a:cubicBezTo>
                  <a:cubicBezTo>
                    <a:pt x="49" y="500"/>
                    <a:pt x="191" y="619"/>
                    <a:pt x="358" y="619"/>
                  </a:cubicBezTo>
                  <a:lnTo>
                    <a:pt x="3454" y="619"/>
                  </a:lnTo>
                  <a:cubicBezTo>
                    <a:pt x="3645" y="619"/>
                    <a:pt x="3764" y="477"/>
                    <a:pt x="3764" y="262"/>
                  </a:cubicBezTo>
                  <a:cubicBezTo>
                    <a:pt x="3740" y="119"/>
                    <a:pt x="3597" y="0"/>
                    <a:pt x="3454" y="0"/>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5" name="Google Shape;24235;p146"/>
            <p:cNvSpPr/>
            <p:nvPr/>
          </p:nvSpPr>
          <p:spPr>
            <a:xfrm>
              <a:off x="4190930" y="3742378"/>
              <a:ext cx="60441" cy="20169"/>
            </a:xfrm>
            <a:custGeom>
              <a:avLst/>
              <a:gdLst/>
              <a:ahLst/>
              <a:cxnLst/>
              <a:rect l="l" t="t" r="r" b="b"/>
              <a:pathLst>
                <a:path w="1858" h="620" extrusionOk="0">
                  <a:moveTo>
                    <a:pt x="0" y="0"/>
                  </a:moveTo>
                  <a:lnTo>
                    <a:pt x="0" y="619"/>
                  </a:lnTo>
                  <a:lnTo>
                    <a:pt x="1548" y="619"/>
                  </a:lnTo>
                  <a:cubicBezTo>
                    <a:pt x="1691" y="619"/>
                    <a:pt x="1834" y="500"/>
                    <a:pt x="1834" y="358"/>
                  </a:cubicBezTo>
                  <a:cubicBezTo>
                    <a:pt x="1858" y="143"/>
                    <a:pt x="1715" y="0"/>
                    <a:pt x="1548" y="0"/>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6" name="Google Shape;24236;p146"/>
            <p:cNvSpPr/>
            <p:nvPr/>
          </p:nvSpPr>
          <p:spPr>
            <a:xfrm>
              <a:off x="4180846" y="3742378"/>
              <a:ext cx="20169" cy="114668"/>
            </a:xfrm>
            <a:custGeom>
              <a:avLst/>
              <a:gdLst/>
              <a:ahLst/>
              <a:cxnLst/>
              <a:rect l="l" t="t" r="r" b="b"/>
              <a:pathLst>
                <a:path w="620" h="3525" extrusionOk="0">
                  <a:moveTo>
                    <a:pt x="0" y="0"/>
                  </a:moveTo>
                  <a:lnTo>
                    <a:pt x="0" y="3525"/>
                  </a:lnTo>
                  <a:lnTo>
                    <a:pt x="620" y="3525"/>
                  </a:lnTo>
                  <a:lnTo>
                    <a:pt x="620" y="0"/>
                  </a:ln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7" name="Google Shape;24237;p146"/>
            <p:cNvSpPr/>
            <p:nvPr/>
          </p:nvSpPr>
          <p:spPr>
            <a:xfrm>
              <a:off x="4190930" y="3742378"/>
              <a:ext cx="9304" cy="114668"/>
            </a:xfrm>
            <a:custGeom>
              <a:avLst/>
              <a:gdLst/>
              <a:ahLst/>
              <a:cxnLst/>
              <a:rect l="l" t="t" r="r" b="b"/>
              <a:pathLst>
                <a:path w="286" h="3525" extrusionOk="0">
                  <a:moveTo>
                    <a:pt x="0" y="0"/>
                  </a:moveTo>
                  <a:lnTo>
                    <a:pt x="0" y="3525"/>
                  </a:lnTo>
                  <a:lnTo>
                    <a:pt x="286" y="3525"/>
                  </a:lnTo>
                  <a:lnTo>
                    <a:pt x="286"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8" name="Google Shape;24238;p146"/>
            <p:cNvSpPr/>
            <p:nvPr/>
          </p:nvSpPr>
          <p:spPr>
            <a:xfrm>
              <a:off x="4075079" y="3853923"/>
              <a:ext cx="228556" cy="92223"/>
            </a:xfrm>
            <a:custGeom>
              <a:avLst/>
              <a:gdLst/>
              <a:ahLst/>
              <a:cxnLst/>
              <a:rect l="l" t="t" r="r" b="b"/>
              <a:pathLst>
                <a:path w="7026" h="2835" extrusionOk="0">
                  <a:moveTo>
                    <a:pt x="1310" y="1"/>
                  </a:moveTo>
                  <a:lnTo>
                    <a:pt x="310" y="1715"/>
                  </a:lnTo>
                  <a:cubicBezTo>
                    <a:pt x="0" y="2191"/>
                    <a:pt x="358" y="2834"/>
                    <a:pt x="929" y="2834"/>
                  </a:cubicBezTo>
                  <a:lnTo>
                    <a:pt x="6121" y="2834"/>
                  </a:lnTo>
                  <a:cubicBezTo>
                    <a:pt x="6668" y="2834"/>
                    <a:pt x="7026" y="2239"/>
                    <a:pt x="6740" y="1715"/>
                  </a:cubicBezTo>
                  <a:lnTo>
                    <a:pt x="5692" y="1"/>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9" name="Google Shape;24239;p146"/>
            <p:cNvSpPr/>
            <p:nvPr/>
          </p:nvSpPr>
          <p:spPr>
            <a:xfrm>
              <a:off x="4190930" y="3853923"/>
              <a:ext cx="113107" cy="92223"/>
            </a:xfrm>
            <a:custGeom>
              <a:avLst/>
              <a:gdLst/>
              <a:ahLst/>
              <a:cxnLst/>
              <a:rect l="l" t="t" r="r" b="b"/>
              <a:pathLst>
                <a:path w="3477" h="2835" extrusionOk="0">
                  <a:moveTo>
                    <a:pt x="0" y="1"/>
                  </a:moveTo>
                  <a:lnTo>
                    <a:pt x="0" y="2834"/>
                  </a:lnTo>
                  <a:lnTo>
                    <a:pt x="2572" y="2834"/>
                  </a:lnTo>
                  <a:cubicBezTo>
                    <a:pt x="3144" y="2834"/>
                    <a:pt x="3477" y="2191"/>
                    <a:pt x="3215" y="1715"/>
                  </a:cubicBezTo>
                  <a:lnTo>
                    <a:pt x="219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40" name="Google Shape;24240;p146"/>
          <p:cNvGrpSpPr/>
          <p:nvPr/>
        </p:nvGrpSpPr>
        <p:grpSpPr>
          <a:xfrm>
            <a:off x="3276772" y="3448993"/>
            <a:ext cx="316127" cy="344753"/>
            <a:chOff x="3276772" y="3601393"/>
            <a:chExt cx="316127" cy="344753"/>
          </a:xfrm>
        </p:grpSpPr>
        <p:sp>
          <p:nvSpPr>
            <p:cNvPr id="24241" name="Google Shape;24241;p146"/>
            <p:cNvSpPr/>
            <p:nvPr/>
          </p:nvSpPr>
          <p:spPr>
            <a:xfrm>
              <a:off x="3518502" y="3657930"/>
              <a:ext cx="74396" cy="230117"/>
            </a:xfrm>
            <a:custGeom>
              <a:avLst/>
              <a:gdLst/>
              <a:ahLst/>
              <a:cxnLst/>
              <a:rect l="l" t="t" r="r" b="b"/>
              <a:pathLst>
                <a:path w="2287" h="7074" extrusionOk="0">
                  <a:moveTo>
                    <a:pt x="834" y="1"/>
                  </a:moveTo>
                  <a:lnTo>
                    <a:pt x="834" y="2668"/>
                  </a:lnTo>
                  <a:cubicBezTo>
                    <a:pt x="0" y="2954"/>
                    <a:pt x="0" y="4120"/>
                    <a:pt x="834" y="4406"/>
                  </a:cubicBezTo>
                  <a:lnTo>
                    <a:pt x="834" y="7073"/>
                  </a:lnTo>
                  <a:lnTo>
                    <a:pt x="1453" y="7073"/>
                  </a:lnTo>
                  <a:lnTo>
                    <a:pt x="1453" y="4406"/>
                  </a:lnTo>
                  <a:cubicBezTo>
                    <a:pt x="2286" y="4120"/>
                    <a:pt x="2286" y="2954"/>
                    <a:pt x="1453" y="2668"/>
                  </a:cubicBezTo>
                  <a:lnTo>
                    <a:pt x="1453"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2" name="Google Shape;24242;p146"/>
            <p:cNvSpPr/>
            <p:nvPr/>
          </p:nvSpPr>
          <p:spPr>
            <a:xfrm>
              <a:off x="3546381" y="3762514"/>
              <a:ext cx="19388" cy="19388"/>
            </a:xfrm>
            <a:custGeom>
              <a:avLst/>
              <a:gdLst/>
              <a:ahLst/>
              <a:cxnLst/>
              <a:rect l="l" t="t" r="r" b="b"/>
              <a:pathLst>
                <a:path w="596" h="596" extrusionOk="0">
                  <a:moveTo>
                    <a:pt x="310" y="0"/>
                  </a:moveTo>
                  <a:cubicBezTo>
                    <a:pt x="119" y="0"/>
                    <a:pt x="0" y="167"/>
                    <a:pt x="0" y="310"/>
                  </a:cubicBezTo>
                  <a:cubicBezTo>
                    <a:pt x="0" y="477"/>
                    <a:pt x="167" y="596"/>
                    <a:pt x="310" y="596"/>
                  </a:cubicBezTo>
                  <a:cubicBezTo>
                    <a:pt x="453" y="596"/>
                    <a:pt x="596" y="453"/>
                    <a:pt x="596" y="310"/>
                  </a:cubicBezTo>
                  <a:cubicBezTo>
                    <a:pt x="596" y="167"/>
                    <a:pt x="477" y="0"/>
                    <a:pt x="310" y="0"/>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3" name="Google Shape;24243;p146"/>
            <p:cNvSpPr/>
            <p:nvPr/>
          </p:nvSpPr>
          <p:spPr>
            <a:xfrm>
              <a:off x="3276772" y="3657930"/>
              <a:ext cx="74429" cy="230117"/>
            </a:xfrm>
            <a:custGeom>
              <a:avLst/>
              <a:gdLst/>
              <a:ahLst/>
              <a:cxnLst/>
              <a:rect l="l" t="t" r="r" b="b"/>
              <a:pathLst>
                <a:path w="2288" h="7074" extrusionOk="0">
                  <a:moveTo>
                    <a:pt x="834" y="1"/>
                  </a:moveTo>
                  <a:lnTo>
                    <a:pt x="834" y="2668"/>
                  </a:lnTo>
                  <a:cubicBezTo>
                    <a:pt x="1" y="2954"/>
                    <a:pt x="1" y="4120"/>
                    <a:pt x="834" y="4406"/>
                  </a:cubicBezTo>
                  <a:lnTo>
                    <a:pt x="834" y="7073"/>
                  </a:lnTo>
                  <a:lnTo>
                    <a:pt x="1454" y="7073"/>
                  </a:lnTo>
                  <a:lnTo>
                    <a:pt x="1454" y="4406"/>
                  </a:lnTo>
                  <a:cubicBezTo>
                    <a:pt x="2287" y="4120"/>
                    <a:pt x="2287" y="2954"/>
                    <a:pt x="1454" y="2668"/>
                  </a:cubicBezTo>
                  <a:lnTo>
                    <a:pt x="1454" y="1"/>
                  </a:ln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4" name="Google Shape;24244;p146"/>
            <p:cNvSpPr/>
            <p:nvPr/>
          </p:nvSpPr>
          <p:spPr>
            <a:xfrm>
              <a:off x="3304683" y="3762514"/>
              <a:ext cx="19388" cy="19388"/>
            </a:xfrm>
            <a:custGeom>
              <a:avLst/>
              <a:gdLst/>
              <a:ahLst/>
              <a:cxnLst/>
              <a:rect l="l" t="t" r="r" b="b"/>
              <a:pathLst>
                <a:path w="596" h="596" extrusionOk="0">
                  <a:moveTo>
                    <a:pt x="286" y="0"/>
                  </a:moveTo>
                  <a:cubicBezTo>
                    <a:pt x="119" y="0"/>
                    <a:pt x="0" y="167"/>
                    <a:pt x="0" y="310"/>
                  </a:cubicBezTo>
                  <a:cubicBezTo>
                    <a:pt x="0" y="477"/>
                    <a:pt x="143" y="596"/>
                    <a:pt x="286" y="596"/>
                  </a:cubicBezTo>
                  <a:cubicBezTo>
                    <a:pt x="453" y="596"/>
                    <a:pt x="596" y="453"/>
                    <a:pt x="596" y="310"/>
                  </a:cubicBezTo>
                  <a:cubicBezTo>
                    <a:pt x="596" y="167"/>
                    <a:pt x="453" y="0"/>
                    <a:pt x="286" y="0"/>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5" name="Google Shape;24245;p146"/>
            <p:cNvSpPr/>
            <p:nvPr/>
          </p:nvSpPr>
          <p:spPr>
            <a:xfrm>
              <a:off x="3344174" y="3657930"/>
              <a:ext cx="182103" cy="228556"/>
            </a:xfrm>
            <a:custGeom>
              <a:avLst/>
              <a:gdLst/>
              <a:ahLst/>
              <a:cxnLst/>
              <a:rect l="l" t="t" r="r" b="b"/>
              <a:pathLst>
                <a:path w="5598" h="7026" extrusionOk="0">
                  <a:moveTo>
                    <a:pt x="1" y="1"/>
                  </a:moveTo>
                  <a:lnTo>
                    <a:pt x="1" y="1048"/>
                  </a:lnTo>
                  <a:cubicBezTo>
                    <a:pt x="1" y="2120"/>
                    <a:pt x="596" y="3073"/>
                    <a:pt x="1501" y="3525"/>
                  </a:cubicBezTo>
                  <a:cubicBezTo>
                    <a:pt x="596" y="4001"/>
                    <a:pt x="1" y="4954"/>
                    <a:pt x="1" y="6002"/>
                  </a:cubicBezTo>
                  <a:lnTo>
                    <a:pt x="1" y="7026"/>
                  </a:lnTo>
                  <a:lnTo>
                    <a:pt x="5597" y="7026"/>
                  </a:lnTo>
                  <a:lnTo>
                    <a:pt x="5597" y="6002"/>
                  </a:lnTo>
                  <a:cubicBezTo>
                    <a:pt x="5597" y="4930"/>
                    <a:pt x="5002" y="4001"/>
                    <a:pt x="4121" y="3525"/>
                  </a:cubicBezTo>
                  <a:cubicBezTo>
                    <a:pt x="4978" y="3073"/>
                    <a:pt x="5597" y="2120"/>
                    <a:pt x="5597" y="1048"/>
                  </a:cubicBezTo>
                  <a:lnTo>
                    <a:pt x="5597" y="1"/>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6" name="Google Shape;24246;p146"/>
            <p:cNvSpPr/>
            <p:nvPr/>
          </p:nvSpPr>
          <p:spPr>
            <a:xfrm>
              <a:off x="3435583" y="3657150"/>
              <a:ext cx="90694" cy="230898"/>
            </a:xfrm>
            <a:custGeom>
              <a:avLst/>
              <a:gdLst/>
              <a:ahLst/>
              <a:cxnLst/>
              <a:rect l="l" t="t" r="r" b="b"/>
              <a:pathLst>
                <a:path w="2788" h="7098" extrusionOk="0">
                  <a:moveTo>
                    <a:pt x="1" y="1"/>
                  </a:moveTo>
                  <a:lnTo>
                    <a:pt x="1" y="7097"/>
                  </a:lnTo>
                  <a:lnTo>
                    <a:pt x="2787" y="7097"/>
                  </a:lnTo>
                  <a:lnTo>
                    <a:pt x="2787" y="6050"/>
                  </a:lnTo>
                  <a:cubicBezTo>
                    <a:pt x="2787" y="5002"/>
                    <a:pt x="2192" y="4049"/>
                    <a:pt x="1311" y="3573"/>
                  </a:cubicBezTo>
                  <a:cubicBezTo>
                    <a:pt x="2168" y="3097"/>
                    <a:pt x="2787" y="2144"/>
                    <a:pt x="2787" y="1049"/>
                  </a:cubicBezTo>
                  <a:lnTo>
                    <a:pt x="2787" y="1"/>
                  </a:ln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7" name="Google Shape;24247;p146"/>
            <p:cNvSpPr/>
            <p:nvPr/>
          </p:nvSpPr>
          <p:spPr>
            <a:xfrm>
              <a:off x="3344174" y="3692022"/>
              <a:ext cx="182103" cy="196026"/>
            </a:xfrm>
            <a:custGeom>
              <a:avLst/>
              <a:gdLst/>
              <a:ahLst/>
              <a:cxnLst/>
              <a:rect l="l" t="t" r="r" b="b"/>
              <a:pathLst>
                <a:path w="5598" h="6026" extrusionOk="0">
                  <a:moveTo>
                    <a:pt x="1" y="0"/>
                  </a:moveTo>
                  <a:cubicBezTo>
                    <a:pt x="1" y="1453"/>
                    <a:pt x="1072" y="2644"/>
                    <a:pt x="2478" y="2810"/>
                  </a:cubicBezTo>
                  <a:lnTo>
                    <a:pt x="2478" y="4239"/>
                  </a:lnTo>
                  <a:lnTo>
                    <a:pt x="977" y="6025"/>
                  </a:lnTo>
                  <a:lnTo>
                    <a:pt x="4597" y="6025"/>
                  </a:lnTo>
                  <a:lnTo>
                    <a:pt x="3097" y="4239"/>
                  </a:lnTo>
                  <a:lnTo>
                    <a:pt x="3097" y="2810"/>
                  </a:lnTo>
                  <a:cubicBezTo>
                    <a:pt x="4502" y="2644"/>
                    <a:pt x="5597" y="1453"/>
                    <a:pt x="559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8" name="Google Shape;24248;p146"/>
            <p:cNvSpPr/>
            <p:nvPr/>
          </p:nvSpPr>
          <p:spPr>
            <a:xfrm>
              <a:off x="3434055" y="3692022"/>
              <a:ext cx="92223" cy="196026"/>
            </a:xfrm>
            <a:custGeom>
              <a:avLst/>
              <a:gdLst/>
              <a:ahLst/>
              <a:cxnLst/>
              <a:rect l="l" t="t" r="r" b="b"/>
              <a:pathLst>
                <a:path w="2835" h="6026" extrusionOk="0">
                  <a:moveTo>
                    <a:pt x="0" y="0"/>
                  </a:moveTo>
                  <a:lnTo>
                    <a:pt x="0" y="6025"/>
                  </a:lnTo>
                  <a:lnTo>
                    <a:pt x="1834" y="6025"/>
                  </a:lnTo>
                  <a:cubicBezTo>
                    <a:pt x="1667" y="5835"/>
                    <a:pt x="477" y="4430"/>
                    <a:pt x="334" y="4239"/>
                  </a:cubicBezTo>
                  <a:lnTo>
                    <a:pt x="334" y="2810"/>
                  </a:lnTo>
                  <a:cubicBezTo>
                    <a:pt x="1739" y="2644"/>
                    <a:pt x="2834" y="1453"/>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9" name="Google Shape;24249;p146"/>
            <p:cNvSpPr/>
            <p:nvPr/>
          </p:nvSpPr>
          <p:spPr>
            <a:xfrm>
              <a:off x="3284547" y="3885673"/>
              <a:ext cx="302139" cy="60473"/>
            </a:xfrm>
            <a:custGeom>
              <a:avLst/>
              <a:gdLst/>
              <a:ahLst/>
              <a:cxnLst/>
              <a:rect l="l" t="t" r="r" b="b"/>
              <a:pathLst>
                <a:path w="9288" h="1859" extrusionOk="0">
                  <a:moveTo>
                    <a:pt x="286" y="1"/>
                  </a:moveTo>
                  <a:cubicBezTo>
                    <a:pt x="143" y="1"/>
                    <a:pt x="0" y="120"/>
                    <a:pt x="0" y="311"/>
                  </a:cubicBezTo>
                  <a:lnTo>
                    <a:pt x="0" y="1549"/>
                  </a:lnTo>
                  <a:cubicBezTo>
                    <a:pt x="0" y="1692"/>
                    <a:pt x="119" y="1858"/>
                    <a:pt x="286" y="1858"/>
                  </a:cubicBezTo>
                  <a:lnTo>
                    <a:pt x="8978" y="1858"/>
                  </a:lnTo>
                  <a:cubicBezTo>
                    <a:pt x="9121" y="1858"/>
                    <a:pt x="9288" y="1692"/>
                    <a:pt x="9288" y="1549"/>
                  </a:cubicBezTo>
                  <a:lnTo>
                    <a:pt x="9288" y="311"/>
                  </a:lnTo>
                  <a:cubicBezTo>
                    <a:pt x="9288" y="144"/>
                    <a:pt x="9169" y="1"/>
                    <a:pt x="8978"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0" name="Google Shape;24250;p146"/>
            <p:cNvSpPr/>
            <p:nvPr/>
          </p:nvSpPr>
          <p:spPr>
            <a:xfrm>
              <a:off x="3434835" y="3884925"/>
              <a:ext cx="151850" cy="61221"/>
            </a:xfrm>
            <a:custGeom>
              <a:avLst/>
              <a:gdLst/>
              <a:ahLst/>
              <a:cxnLst/>
              <a:rect l="l" t="t" r="r" b="b"/>
              <a:pathLst>
                <a:path w="4668" h="1882" extrusionOk="0">
                  <a:moveTo>
                    <a:pt x="0" y="0"/>
                  </a:moveTo>
                  <a:lnTo>
                    <a:pt x="0" y="1881"/>
                  </a:lnTo>
                  <a:lnTo>
                    <a:pt x="4358" y="1881"/>
                  </a:lnTo>
                  <a:cubicBezTo>
                    <a:pt x="4549" y="1881"/>
                    <a:pt x="4668" y="1715"/>
                    <a:pt x="4668" y="1572"/>
                  </a:cubicBezTo>
                  <a:lnTo>
                    <a:pt x="4668" y="334"/>
                  </a:lnTo>
                  <a:cubicBezTo>
                    <a:pt x="4668" y="143"/>
                    <a:pt x="4501" y="0"/>
                    <a:pt x="435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1" name="Google Shape;24251;p146"/>
            <p:cNvSpPr/>
            <p:nvPr/>
          </p:nvSpPr>
          <p:spPr>
            <a:xfrm>
              <a:off x="3284547" y="3601393"/>
              <a:ext cx="302139" cy="59660"/>
            </a:xfrm>
            <a:custGeom>
              <a:avLst/>
              <a:gdLst/>
              <a:ahLst/>
              <a:cxnLst/>
              <a:rect l="l" t="t" r="r" b="b"/>
              <a:pathLst>
                <a:path w="9288" h="1834" extrusionOk="0">
                  <a:moveTo>
                    <a:pt x="286" y="0"/>
                  </a:moveTo>
                  <a:cubicBezTo>
                    <a:pt x="143" y="0"/>
                    <a:pt x="0" y="119"/>
                    <a:pt x="0" y="286"/>
                  </a:cubicBezTo>
                  <a:lnTo>
                    <a:pt x="0" y="1548"/>
                  </a:lnTo>
                  <a:cubicBezTo>
                    <a:pt x="0" y="1691"/>
                    <a:pt x="119" y="1834"/>
                    <a:pt x="286" y="1834"/>
                  </a:cubicBezTo>
                  <a:lnTo>
                    <a:pt x="8978" y="1834"/>
                  </a:lnTo>
                  <a:cubicBezTo>
                    <a:pt x="9121" y="1834"/>
                    <a:pt x="9288" y="1691"/>
                    <a:pt x="9288" y="1548"/>
                  </a:cubicBezTo>
                  <a:lnTo>
                    <a:pt x="9288" y="286"/>
                  </a:lnTo>
                  <a:cubicBezTo>
                    <a:pt x="9288" y="143"/>
                    <a:pt x="9169" y="0"/>
                    <a:pt x="8978"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2" name="Google Shape;24252;p146"/>
            <p:cNvSpPr/>
            <p:nvPr/>
          </p:nvSpPr>
          <p:spPr>
            <a:xfrm>
              <a:off x="3434835" y="3601393"/>
              <a:ext cx="151850" cy="60441"/>
            </a:xfrm>
            <a:custGeom>
              <a:avLst/>
              <a:gdLst/>
              <a:ahLst/>
              <a:cxnLst/>
              <a:rect l="l" t="t" r="r" b="b"/>
              <a:pathLst>
                <a:path w="4668" h="1858" extrusionOk="0">
                  <a:moveTo>
                    <a:pt x="0" y="0"/>
                  </a:moveTo>
                  <a:lnTo>
                    <a:pt x="0" y="1858"/>
                  </a:lnTo>
                  <a:lnTo>
                    <a:pt x="4358" y="1858"/>
                  </a:lnTo>
                  <a:cubicBezTo>
                    <a:pt x="4549" y="1858"/>
                    <a:pt x="4668" y="1715"/>
                    <a:pt x="4668" y="1572"/>
                  </a:cubicBezTo>
                  <a:lnTo>
                    <a:pt x="4668" y="286"/>
                  </a:lnTo>
                  <a:cubicBezTo>
                    <a:pt x="4668" y="119"/>
                    <a:pt x="4501" y="0"/>
                    <a:pt x="435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53" name="Google Shape;24253;p146"/>
          <p:cNvGrpSpPr/>
          <p:nvPr/>
        </p:nvGrpSpPr>
        <p:grpSpPr>
          <a:xfrm>
            <a:off x="2495141" y="3447822"/>
            <a:ext cx="412936" cy="344753"/>
            <a:chOff x="2495141" y="3600222"/>
            <a:chExt cx="412936" cy="344753"/>
          </a:xfrm>
        </p:grpSpPr>
        <p:sp>
          <p:nvSpPr>
            <p:cNvPr id="24254" name="Google Shape;24254;p146"/>
            <p:cNvSpPr/>
            <p:nvPr/>
          </p:nvSpPr>
          <p:spPr>
            <a:xfrm>
              <a:off x="2495141" y="3600255"/>
              <a:ext cx="380406" cy="344493"/>
            </a:xfrm>
            <a:custGeom>
              <a:avLst/>
              <a:gdLst/>
              <a:ahLst/>
              <a:cxnLst/>
              <a:rect l="l" t="t" r="r" b="b"/>
              <a:pathLst>
                <a:path w="11694" h="10590" extrusionOk="0">
                  <a:moveTo>
                    <a:pt x="5787" y="1"/>
                  </a:moveTo>
                  <a:cubicBezTo>
                    <a:pt x="4435" y="1"/>
                    <a:pt x="3083" y="513"/>
                    <a:pt x="2048" y="1535"/>
                  </a:cubicBezTo>
                  <a:cubicBezTo>
                    <a:pt x="48" y="3536"/>
                    <a:pt x="0" y="6727"/>
                    <a:pt x="1834" y="8799"/>
                  </a:cubicBezTo>
                  <a:cubicBezTo>
                    <a:pt x="2881" y="9994"/>
                    <a:pt x="4336" y="10590"/>
                    <a:pt x="5794" y="10590"/>
                  </a:cubicBezTo>
                  <a:cubicBezTo>
                    <a:pt x="7154" y="10590"/>
                    <a:pt x="8515" y="10071"/>
                    <a:pt x="9550" y="9037"/>
                  </a:cubicBezTo>
                  <a:cubicBezTo>
                    <a:pt x="11693" y="6894"/>
                    <a:pt x="11598" y="3393"/>
                    <a:pt x="9312" y="1345"/>
                  </a:cubicBezTo>
                  <a:cubicBezTo>
                    <a:pt x="8311" y="448"/>
                    <a:pt x="7049" y="1"/>
                    <a:pt x="5787"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5" name="Google Shape;24255;p146"/>
            <p:cNvSpPr/>
            <p:nvPr/>
          </p:nvSpPr>
          <p:spPr>
            <a:xfrm>
              <a:off x="2561763" y="3600255"/>
              <a:ext cx="313784" cy="293974"/>
            </a:xfrm>
            <a:custGeom>
              <a:avLst/>
              <a:gdLst/>
              <a:ahLst/>
              <a:cxnLst/>
              <a:rect l="l" t="t" r="r" b="b"/>
              <a:pathLst>
                <a:path w="9646" h="9037" extrusionOk="0">
                  <a:moveTo>
                    <a:pt x="3739" y="1"/>
                  </a:moveTo>
                  <a:cubicBezTo>
                    <a:pt x="2387" y="1"/>
                    <a:pt x="1035" y="513"/>
                    <a:pt x="0" y="1535"/>
                  </a:cubicBezTo>
                  <a:lnTo>
                    <a:pt x="7502" y="9037"/>
                  </a:lnTo>
                  <a:cubicBezTo>
                    <a:pt x="9645" y="6894"/>
                    <a:pt x="9550" y="3393"/>
                    <a:pt x="7264" y="1345"/>
                  </a:cubicBezTo>
                  <a:cubicBezTo>
                    <a:pt x="6263" y="448"/>
                    <a:pt x="5001" y="1"/>
                    <a:pt x="3739"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6" name="Google Shape;24256;p146"/>
            <p:cNvSpPr/>
            <p:nvPr/>
          </p:nvSpPr>
          <p:spPr>
            <a:xfrm>
              <a:off x="2543155" y="3605264"/>
              <a:ext cx="202239" cy="281222"/>
            </a:xfrm>
            <a:custGeom>
              <a:avLst/>
              <a:gdLst/>
              <a:ahLst/>
              <a:cxnLst/>
              <a:rect l="l" t="t" r="r" b="b"/>
              <a:pathLst>
                <a:path w="6217" h="8645" extrusionOk="0">
                  <a:moveTo>
                    <a:pt x="5549" y="0"/>
                  </a:moveTo>
                  <a:lnTo>
                    <a:pt x="3239" y="2286"/>
                  </a:lnTo>
                  <a:cubicBezTo>
                    <a:pt x="2049" y="3501"/>
                    <a:pt x="3335" y="4834"/>
                    <a:pt x="2382" y="5787"/>
                  </a:cubicBezTo>
                  <a:lnTo>
                    <a:pt x="1" y="8168"/>
                  </a:lnTo>
                  <a:cubicBezTo>
                    <a:pt x="120" y="8335"/>
                    <a:pt x="239" y="8502"/>
                    <a:pt x="405" y="8645"/>
                  </a:cubicBezTo>
                  <a:lnTo>
                    <a:pt x="2811" y="6240"/>
                  </a:lnTo>
                  <a:cubicBezTo>
                    <a:pt x="4001" y="5025"/>
                    <a:pt x="2715" y="3691"/>
                    <a:pt x="3668" y="2739"/>
                  </a:cubicBezTo>
                  <a:lnTo>
                    <a:pt x="6216" y="191"/>
                  </a:lnTo>
                  <a:cubicBezTo>
                    <a:pt x="5978" y="119"/>
                    <a:pt x="5788" y="48"/>
                    <a:pt x="5549"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7" name="Google Shape;24257;p146"/>
            <p:cNvSpPr/>
            <p:nvPr/>
          </p:nvSpPr>
          <p:spPr>
            <a:xfrm>
              <a:off x="2630694" y="3606012"/>
              <a:ext cx="114701" cy="133308"/>
            </a:xfrm>
            <a:custGeom>
              <a:avLst/>
              <a:gdLst/>
              <a:ahLst/>
              <a:cxnLst/>
              <a:rect l="l" t="t" r="r" b="b"/>
              <a:pathLst>
                <a:path w="3526" h="4098" extrusionOk="0">
                  <a:moveTo>
                    <a:pt x="2858" y="1"/>
                  </a:moveTo>
                  <a:lnTo>
                    <a:pt x="548" y="2287"/>
                  </a:lnTo>
                  <a:cubicBezTo>
                    <a:pt x="144" y="2668"/>
                    <a:pt x="24" y="3097"/>
                    <a:pt x="1" y="3478"/>
                  </a:cubicBezTo>
                  <a:lnTo>
                    <a:pt x="620" y="4097"/>
                  </a:lnTo>
                  <a:cubicBezTo>
                    <a:pt x="572" y="3597"/>
                    <a:pt x="572" y="3121"/>
                    <a:pt x="977" y="2716"/>
                  </a:cubicBezTo>
                  <a:lnTo>
                    <a:pt x="3525" y="215"/>
                  </a:lnTo>
                  <a:cubicBezTo>
                    <a:pt x="3287" y="120"/>
                    <a:pt x="3097" y="49"/>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8" name="Google Shape;24258;p146"/>
            <p:cNvSpPr/>
            <p:nvPr/>
          </p:nvSpPr>
          <p:spPr>
            <a:xfrm>
              <a:off x="2512187" y="3600222"/>
              <a:ext cx="185941" cy="211900"/>
            </a:xfrm>
            <a:custGeom>
              <a:avLst/>
              <a:gdLst/>
              <a:ahLst/>
              <a:cxnLst/>
              <a:rect l="l" t="t" r="r" b="b"/>
              <a:pathLst>
                <a:path w="5716" h="6514" extrusionOk="0">
                  <a:moveTo>
                    <a:pt x="5287" y="0"/>
                  </a:moveTo>
                  <a:cubicBezTo>
                    <a:pt x="5138" y="0"/>
                    <a:pt x="4989" y="12"/>
                    <a:pt x="4858" y="36"/>
                  </a:cubicBezTo>
                  <a:lnTo>
                    <a:pt x="2858" y="2013"/>
                  </a:lnTo>
                  <a:cubicBezTo>
                    <a:pt x="2215" y="2679"/>
                    <a:pt x="2096" y="3680"/>
                    <a:pt x="1548" y="4227"/>
                  </a:cubicBezTo>
                  <a:lnTo>
                    <a:pt x="0" y="5775"/>
                  </a:lnTo>
                  <a:cubicBezTo>
                    <a:pt x="24" y="6013"/>
                    <a:pt x="71" y="6275"/>
                    <a:pt x="119" y="6514"/>
                  </a:cubicBezTo>
                  <a:lnTo>
                    <a:pt x="2000" y="4632"/>
                  </a:lnTo>
                  <a:cubicBezTo>
                    <a:pt x="2643" y="3989"/>
                    <a:pt x="2763" y="2965"/>
                    <a:pt x="3310" y="2441"/>
                  </a:cubicBezTo>
                  <a:lnTo>
                    <a:pt x="5716" y="36"/>
                  </a:lnTo>
                  <a:cubicBezTo>
                    <a:pt x="5585" y="12"/>
                    <a:pt x="5436" y="0"/>
                    <a:pt x="5287"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9" name="Google Shape;24259;p146"/>
            <p:cNvSpPr/>
            <p:nvPr/>
          </p:nvSpPr>
          <p:spPr>
            <a:xfrm>
              <a:off x="2592731" y="3600222"/>
              <a:ext cx="105397" cy="96484"/>
            </a:xfrm>
            <a:custGeom>
              <a:avLst/>
              <a:gdLst/>
              <a:ahLst/>
              <a:cxnLst/>
              <a:rect l="l" t="t" r="r" b="b"/>
              <a:pathLst>
                <a:path w="3240" h="2966" extrusionOk="0">
                  <a:moveTo>
                    <a:pt x="2811" y="0"/>
                  </a:moveTo>
                  <a:cubicBezTo>
                    <a:pt x="2662" y="0"/>
                    <a:pt x="2513" y="12"/>
                    <a:pt x="2382" y="36"/>
                  </a:cubicBezTo>
                  <a:cubicBezTo>
                    <a:pt x="215" y="2203"/>
                    <a:pt x="239" y="2132"/>
                    <a:pt x="1" y="2537"/>
                  </a:cubicBezTo>
                  <a:lnTo>
                    <a:pt x="453" y="2965"/>
                  </a:lnTo>
                  <a:cubicBezTo>
                    <a:pt x="691" y="2537"/>
                    <a:pt x="572" y="2703"/>
                    <a:pt x="3240" y="36"/>
                  </a:cubicBezTo>
                  <a:cubicBezTo>
                    <a:pt x="3109" y="12"/>
                    <a:pt x="2960" y="0"/>
                    <a:pt x="2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0" name="Google Shape;24260;p146"/>
            <p:cNvSpPr/>
            <p:nvPr/>
          </p:nvSpPr>
          <p:spPr>
            <a:xfrm>
              <a:off x="2645430" y="3758643"/>
              <a:ext cx="210729" cy="185941"/>
            </a:xfrm>
            <a:custGeom>
              <a:avLst/>
              <a:gdLst/>
              <a:ahLst/>
              <a:cxnLst/>
              <a:rect l="l" t="t" r="r" b="b"/>
              <a:pathLst>
                <a:path w="6478" h="5716" extrusionOk="0">
                  <a:moveTo>
                    <a:pt x="6478" y="0"/>
                  </a:moveTo>
                  <a:lnTo>
                    <a:pt x="4930" y="1548"/>
                  </a:lnTo>
                  <a:cubicBezTo>
                    <a:pt x="4358" y="2096"/>
                    <a:pt x="3382" y="2215"/>
                    <a:pt x="2715" y="2858"/>
                  </a:cubicBezTo>
                  <a:lnTo>
                    <a:pt x="0" y="5597"/>
                  </a:lnTo>
                  <a:cubicBezTo>
                    <a:pt x="238" y="5668"/>
                    <a:pt x="476" y="5692"/>
                    <a:pt x="738" y="5716"/>
                  </a:cubicBezTo>
                  <a:lnTo>
                    <a:pt x="3144" y="3311"/>
                  </a:lnTo>
                  <a:cubicBezTo>
                    <a:pt x="3715" y="2787"/>
                    <a:pt x="4692" y="2668"/>
                    <a:pt x="5358" y="2001"/>
                  </a:cubicBezTo>
                  <a:lnTo>
                    <a:pt x="6478" y="882"/>
                  </a:lnTo>
                  <a:lnTo>
                    <a:pt x="6478"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1" name="Google Shape;24261;p146"/>
            <p:cNvSpPr/>
            <p:nvPr/>
          </p:nvSpPr>
          <p:spPr>
            <a:xfrm>
              <a:off x="2750762" y="3760205"/>
              <a:ext cx="105397" cy="94532"/>
            </a:xfrm>
            <a:custGeom>
              <a:avLst/>
              <a:gdLst/>
              <a:ahLst/>
              <a:cxnLst/>
              <a:rect l="l" t="t" r="r" b="b"/>
              <a:pathLst>
                <a:path w="3240" h="2906" extrusionOk="0">
                  <a:moveTo>
                    <a:pt x="3240" y="0"/>
                  </a:moveTo>
                  <a:lnTo>
                    <a:pt x="1692" y="1548"/>
                  </a:lnTo>
                  <a:cubicBezTo>
                    <a:pt x="1263" y="1953"/>
                    <a:pt x="596" y="2096"/>
                    <a:pt x="1" y="2453"/>
                  </a:cubicBezTo>
                  <a:lnTo>
                    <a:pt x="430" y="2905"/>
                  </a:lnTo>
                  <a:cubicBezTo>
                    <a:pt x="977" y="2620"/>
                    <a:pt x="1620" y="2429"/>
                    <a:pt x="2120" y="1953"/>
                  </a:cubicBezTo>
                  <a:lnTo>
                    <a:pt x="3240" y="834"/>
                  </a:lnTo>
                  <a:lnTo>
                    <a:pt x="324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2" name="Google Shape;24262;p146"/>
            <p:cNvSpPr/>
            <p:nvPr/>
          </p:nvSpPr>
          <p:spPr>
            <a:xfrm>
              <a:off x="2716703" y="3632362"/>
              <a:ext cx="81358" cy="78072"/>
            </a:xfrm>
            <a:custGeom>
              <a:avLst/>
              <a:gdLst/>
              <a:ahLst/>
              <a:cxnLst/>
              <a:rect l="l" t="t" r="r" b="b"/>
              <a:pathLst>
                <a:path w="2501" h="2400" extrusionOk="0">
                  <a:moveTo>
                    <a:pt x="2000" y="1"/>
                  </a:moveTo>
                  <a:lnTo>
                    <a:pt x="119" y="1858"/>
                  </a:lnTo>
                  <a:cubicBezTo>
                    <a:pt x="0" y="1977"/>
                    <a:pt x="0" y="2192"/>
                    <a:pt x="119" y="2311"/>
                  </a:cubicBezTo>
                  <a:cubicBezTo>
                    <a:pt x="179" y="2370"/>
                    <a:pt x="262" y="2400"/>
                    <a:pt x="345" y="2400"/>
                  </a:cubicBezTo>
                  <a:cubicBezTo>
                    <a:pt x="429" y="2400"/>
                    <a:pt x="512" y="2370"/>
                    <a:pt x="572" y="2311"/>
                  </a:cubicBezTo>
                  <a:lnTo>
                    <a:pt x="2501" y="382"/>
                  </a:lnTo>
                  <a:cubicBezTo>
                    <a:pt x="2358" y="239"/>
                    <a:pt x="2215" y="72"/>
                    <a:pt x="20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3" name="Google Shape;24263;p146"/>
            <p:cNvSpPr/>
            <p:nvPr/>
          </p:nvSpPr>
          <p:spPr>
            <a:xfrm>
              <a:off x="2674089" y="3725332"/>
              <a:ext cx="58131" cy="58131"/>
            </a:xfrm>
            <a:custGeom>
              <a:avLst/>
              <a:gdLst/>
              <a:ahLst/>
              <a:cxnLst/>
              <a:rect l="l" t="t" r="r" b="b"/>
              <a:pathLst>
                <a:path w="1787" h="1787" extrusionOk="0">
                  <a:moveTo>
                    <a:pt x="905" y="620"/>
                  </a:moveTo>
                  <a:cubicBezTo>
                    <a:pt x="1048" y="620"/>
                    <a:pt x="1167" y="739"/>
                    <a:pt x="1167" y="882"/>
                  </a:cubicBezTo>
                  <a:cubicBezTo>
                    <a:pt x="1167" y="1024"/>
                    <a:pt x="1048" y="1143"/>
                    <a:pt x="905" y="1143"/>
                  </a:cubicBezTo>
                  <a:cubicBezTo>
                    <a:pt x="739" y="1143"/>
                    <a:pt x="619" y="1024"/>
                    <a:pt x="619" y="882"/>
                  </a:cubicBezTo>
                  <a:cubicBezTo>
                    <a:pt x="619" y="739"/>
                    <a:pt x="739" y="620"/>
                    <a:pt x="905" y="620"/>
                  </a:cubicBezTo>
                  <a:close/>
                  <a:moveTo>
                    <a:pt x="905" y="0"/>
                  </a:moveTo>
                  <a:cubicBezTo>
                    <a:pt x="405" y="0"/>
                    <a:pt x="0" y="381"/>
                    <a:pt x="0" y="882"/>
                  </a:cubicBezTo>
                  <a:cubicBezTo>
                    <a:pt x="0" y="1358"/>
                    <a:pt x="381" y="1786"/>
                    <a:pt x="905" y="1786"/>
                  </a:cubicBezTo>
                  <a:cubicBezTo>
                    <a:pt x="1382" y="1786"/>
                    <a:pt x="1786" y="1382"/>
                    <a:pt x="1786" y="882"/>
                  </a:cubicBezTo>
                  <a:cubicBezTo>
                    <a:pt x="1763" y="405"/>
                    <a:pt x="1382" y="0"/>
                    <a:pt x="905"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4" name="Google Shape;24264;p146"/>
            <p:cNvSpPr/>
            <p:nvPr/>
          </p:nvSpPr>
          <p:spPr>
            <a:xfrm>
              <a:off x="2667875" y="3725332"/>
              <a:ext cx="63564" cy="57188"/>
            </a:xfrm>
            <a:custGeom>
              <a:avLst/>
              <a:gdLst/>
              <a:ahLst/>
              <a:cxnLst/>
              <a:rect l="l" t="t" r="r" b="b"/>
              <a:pathLst>
                <a:path w="1954" h="1758" extrusionOk="0">
                  <a:moveTo>
                    <a:pt x="1096" y="620"/>
                  </a:moveTo>
                  <a:cubicBezTo>
                    <a:pt x="1239" y="620"/>
                    <a:pt x="1358" y="739"/>
                    <a:pt x="1358" y="882"/>
                  </a:cubicBezTo>
                  <a:cubicBezTo>
                    <a:pt x="1358" y="1024"/>
                    <a:pt x="1239" y="1143"/>
                    <a:pt x="1096" y="1143"/>
                  </a:cubicBezTo>
                  <a:cubicBezTo>
                    <a:pt x="930" y="1143"/>
                    <a:pt x="810" y="1024"/>
                    <a:pt x="810" y="882"/>
                  </a:cubicBezTo>
                  <a:cubicBezTo>
                    <a:pt x="810" y="739"/>
                    <a:pt x="930" y="620"/>
                    <a:pt x="1096" y="620"/>
                  </a:cubicBezTo>
                  <a:close/>
                  <a:moveTo>
                    <a:pt x="1096" y="0"/>
                  </a:moveTo>
                  <a:cubicBezTo>
                    <a:pt x="453" y="0"/>
                    <a:pt x="1" y="643"/>
                    <a:pt x="239" y="1215"/>
                  </a:cubicBezTo>
                  <a:lnTo>
                    <a:pt x="739" y="1691"/>
                  </a:lnTo>
                  <a:cubicBezTo>
                    <a:pt x="853" y="1737"/>
                    <a:pt x="967" y="1758"/>
                    <a:pt x="1078" y="1758"/>
                  </a:cubicBezTo>
                  <a:cubicBezTo>
                    <a:pt x="1548" y="1758"/>
                    <a:pt x="1954" y="1378"/>
                    <a:pt x="1954" y="858"/>
                  </a:cubicBezTo>
                  <a:cubicBezTo>
                    <a:pt x="1954" y="405"/>
                    <a:pt x="1573"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5" name="Google Shape;24265;p146"/>
            <p:cNvSpPr/>
            <p:nvPr/>
          </p:nvSpPr>
          <p:spPr>
            <a:xfrm>
              <a:off x="2500541" y="3601003"/>
              <a:ext cx="407536" cy="343972"/>
            </a:xfrm>
            <a:custGeom>
              <a:avLst/>
              <a:gdLst/>
              <a:ahLst/>
              <a:cxnLst/>
              <a:rect l="l" t="t" r="r" b="b"/>
              <a:pathLst>
                <a:path w="12528" h="10574" extrusionOk="0">
                  <a:moveTo>
                    <a:pt x="9889" y="1"/>
                  </a:moveTo>
                  <a:cubicBezTo>
                    <a:pt x="9289" y="1"/>
                    <a:pt x="8569" y="320"/>
                    <a:pt x="8074" y="607"/>
                  </a:cubicBezTo>
                  <a:cubicBezTo>
                    <a:pt x="8312" y="727"/>
                    <a:pt x="8550" y="869"/>
                    <a:pt x="8693" y="988"/>
                  </a:cubicBezTo>
                  <a:cubicBezTo>
                    <a:pt x="9232" y="742"/>
                    <a:pt x="9651" y="635"/>
                    <a:pt x="9919" y="635"/>
                  </a:cubicBezTo>
                  <a:cubicBezTo>
                    <a:pt x="10065" y="635"/>
                    <a:pt x="10167" y="667"/>
                    <a:pt x="10217" y="727"/>
                  </a:cubicBezTo>
                  <a:cubicBezTo>
                    <a:pt x="10646" y="1131"/>
                    <a:pt x="9646" y="3489"/>
                    <a:pt x="6740" y="6394"/>
                  </a:cubicBezTo>
                  <a:cubicBezTo>
                    <a:pt x="4264" y="8891"/>
                    <a:pt x="2157" y="9981"/>
                    <a:pt x="1341" y="9981"/>
                  </a:cubicBezTo>
                  <a:cubicBezTo>
                    <a:pt x="1208" y="9981"/>
                    <a:pt x="1109" y="9952"/>
                    <a:pt x="1049" y="9895"/>
                  </a:cubicBezTo>
                  <a:cubicBezTo>
                    <a:pt x="882" y="9705"/>
                    <a:pt x="930" y="9204"/>
                    <a:pt x="1311" y="8371"/>
                  </a:cubicBezTo>
                  <a:cubicBezTo>
                    <a:pt x="1192" y="8180"/>
                    <a:pt x="1049" y="7990"/>
                    <a:pt x="930" y="7752"/>
                  </a:cubicBezTo>
                  <a:cubicBezTo>
                    <a:pt x="549" y="8490"/>
                    <a:pt x="1" y="9705"/>
                    <a:pt x="596" y="10300"/>
                  </a:cubicBezTo>
                  <a:cubicBezTo>
                    <a:pt x="786" y="10488"/>
                    <a:pt x="1043" y="10574"/>
                    <a:pt x="1351" y="10574"/>
                  </a:cubicBezTo>
                  <a:cubicBezTo>
                    <a:pt x="4408" y="10574"/>
                    <a:pt x="12528" y="2113"/>
                    <a:pt x="10646" y="274"/>
                  </a:cubicBezTo>
                  <a:cubicBezTo>
                    <a:pt x="10450" y="78"/>
                    <a:pt x="10184" y="1"/>
                    <a:pt x="9889"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6" name="Google Shape;24266;p146"/>
            <p:cNvSpPr/>
            <p:nvPr/>
          </p:nvSpPr>
          <p:spPr>
            <a:xfrm>
              <a:off x="2720574" y="3600970"/>
              <a:ext cx="159592" cy="221985"/>
            </a:xfrm>
            <a:custGeom>
              <a:avLst/>
              <a:gdLst/>
              <a:ahLst/>
              <a:cxnLst/>
              <a:rect l="l" t="t" r="r" b="b"/>
              <a:pathLst>
                <a:path w="4906" h="6824" extrusionOk="0">
                  <a:moveTo>
                    <a:pt x="3143" y="1"/>
                  </a:moveTo>
                  <a:cubicBezTo>
                    <a:pt x="2544" y="1"/>
                    <a:pt x="1827" y="314"/>
                    <a:pt x="1334" y="585"/>
                  </a:cubicBezTo>
                  <a:cubicBezTo>
                    <a:pt x="1572" y="728"/>
                    <a:pt x="1810" y="870"/>
                    <a:pt x="1953" y="989"/>
                  </a:cubicBezTo>
                  <a:cubicBezTo>
                    <a:pt x="2491" y="743"/>
                    <a:pt x="2910" y="636"/>
                    <a:pt x="3178" y="636"/>
                  </a:cubicBezTo>
                  <a:cubicBezTo>
                    <a:pt x="3325" y="636"/>
                    <a:pt x="3426" y="668"/>
                    <a:pt x="3477" y="728"/>
                  </a:cubicBezTo>
                  <a:cubicBezTo>
                    <a:pt x="3906" y="1132"/>
                    <a:pt x="2929" y="3490"/>
                    <a:pt x="0" y="6395"/>
                  </a:cubicBezTo>
                  <a:lnTo>
                    <a:pt x="405" y="6824"/>
                  </a:lnTo>
                  <a:cubicBezTo>
                    <a:pt x="2929" y="4323"/>
                    <a:pt x="4906" y="1275"/>
                    <a:pt x="3906" y="275"/>
                  </a:cubicBezTo>
                  <a:cubicBezTo>
                    <a:pt x="3708" y="78"/>
                    <a:pt x="3440" y="1"/>
                    <a:pt x="3143"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67" name="Google Shape;24267;p146"/>
          <p:cNvGrpSpPr/>
          <p:nvPr/>
        </p:nvGrpSpPr>
        <p:grpSpPr>
          <a:xfrm>
            <a:off x="1799455" y="3448700"/>
            <a:ext cx="262647" cy="345143"/>
            <a:chOff x="1799455" y="3601100"/>
            <a:chExt cx="262647" cy="345143"/>
          </a:xfrm>
        </p:grpSpPr>
        <p:sp>
          <p:nvSpPr>
            <p:cNvPr id="24268" name="Google Shape;24268;p146"/>
            <p:cNvSpPr/>
            <p:nvPr/>
          </p:nvSpPr>
          <p:spPr>
            <a:xfrm>
              <a:off x="1799455" y="3905061"/>
              <a:ext cx="262647" cy="40142"/>
            </a:xfrm>
            <a:custGeom>
              <a:avLst/>
              <a:gdLst/>
              <a:ahLst/>
              <a:cxnLst/>
              <a:rect l="l" t="t" r="r" b="b"/>
              <a:pathLst>
                <a:path w="8074" h="1234" extrusionOk="0">
                  <a:moveTo>
                    <a:pt x="310" y="0"/>
                  </a:moveTo>
                  <a:cubicBezTo>
                    <a:pt x="167" y="0"/>
                    <a:pt x="1" y="119"/>
                    <a:pt x="1" y="310"/>
                  </a:cubicBezTo>
                  <a:lnTo>
                    <a:pt x="1" y="929"/>
                  </a:lnTo>
                  <a:cubicBezTo>
                    <a:pt x="1" y="1105"/>
                    <a:pt x="146" y="1233"/>
                    <a:pt x="317" y="1233"/>
                  </a:cubicBezTo>
                  <a:cubicBezTo>
                    <a:pt x="353" y="1233"/>
                    <a:pt x="391" y="1228"/>
                    <a:pt x="429" y="1215"/>
                  </a:cubicBezTo>
                  <a:cubicBezTo>
                    <a:pt x="548" y="1191"/>
                    <a:pt x="644" y="1048"/>
                    <a:pt x="644" y="929"/>
                  </a:cubicBezTo>
                  <a:lnTo>
                    <a:pt x="644" y="619"/>
                  </a:lnTo>
                  <a:lnTo>
                    <a:pt x="7455" y="619"/>
                  </a:lnTo>
                  <a:lnTo>
                    <a:pt x="7455" y="929"/>
                  </a:lnTo>
                  <a:cubicBezTo>
                    <a:pt x="7455" y="1076"/>
                    <a:pt x="7584" y="1223"/>
                    <a:pt x="7746" y="1223"/>
                  </a:cubicBezTo>
                  <a:cubicBezTo>
                    <a:pt x="7767" y="1223"/>
                    <a:pt x="7789" y="1220"/>
                    <a:pt x="7812" y="1215"/>
                  </a:cubicBezTo>
                  <a:cubicBezTo>
                    <a:pt x="7955" y="1215"/>
                    <a:pt x="8074" y="1072"/>
                    <a:pt x="8074" y="929"/>
                  </a:cubicBezTo>
                  <a:lnTo>
                    <a:pt x="8074" y="310"/>
                  </a:lnTo>
                  <a:cubicBezTo>
                    <a:pt x="8074" y="143"/>
                    <a:pt x="7955" y="0"/>
                    <a:pt x="7788"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9" name="Google Shape;24269;p146"/>
            <p:cNvSpPr/>
            <p:nvPr/>
          </p:nvSpPr>
          <p:spPr>
            <a:xfrm>
              <a:off x="1980744" y="3905744"/>
              <a:ext cx="81358" cy="40500"/>
            </a:xfrm>
            <a:custGeom>
              <a:avLst/>
              <a:gdLst/>
              <a:ahLst/>
              <a:cxnLst/>
              <a:rect l="l" t="t" r="r" b="b"/>
              <a:pathLst>
                <a:path w="2501" h="1245" extrusionOk="0">
                  <a:moveTo>
                    <a:pt x="2215" y="0"/>
                  </a:moveTo>
                  <a:cubicBezTo>
                    <a:pt x="2200" y="0"/>
                    <a:pt x="2184" y="1"/>
                    <a:pt x="2167" y="3"/>
                  </a:cubicBezTo>
                  <a:lnTo>
                    <a:pt x="0" y="3"/>
                  </a:lnTo>
                  <a:lnTo>
                    <a:pt x="0" y="646"/>
                  </a:lnTo>
                  <a:lnTo>
                    <a:pt x="1882" y="646"/>
                  </a:lnTo>
                  <a:lnTo>
                    <a:pt x="1882" y="932"/>
                  </a:lnTo>
                  <a:cubicBezTo>
                    <a:pt x="1882" y="1108"/>
                    <a:pt x="2025" y="1244"/>
                    <a:pt x="2197" y="1244"/>
                  </a:cubicBezTo>
                  <a:cubicBezTo>
                    <a:pt x="2211" y="1244"/>
                    <a:pt x="2225" y="1243"/>
                    <a:pt x="2239" y="1241"/>
                  </a:cubicBezTo>
                  <a:cubicBezTo>
                    <a:pt x="2382" y="1194"/>
                    <a:pt x="2501" y="1051"/>
                    <a:pt x="2501" y="908"/>
                  </a:cubicBezTo>
                  <a:lnTo>
                    <a:pt x="2501" y="289"/>
                  </a:lnTo>
                  <a:cubicBezTo>
                    <a:pt x="2501" y="115"/>
                    <a:pt x="2381" y="0"/>
                    <a:pt x="2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0" name="Google Shape;24270;p146"/>
            <p:cNvSpPr/>
            <p:nvPr/>
          </p:nvSpPr>
          <p:spPr>
            <a:xfrm>
              <a:off x="1897858" y="3681157"/>
              <a:ext cx="27130" cy="20949"/>
            </a:xfrm>
            <a:custGeom>
              <a:avLst/>
              <a:gdLst/>
              <a:ahLst/>
              <a:cxnLst/>
              <a:rect l="l" t="t" r="r" b="b"/>
              <a:pathLst>
                <a:path w="834" h="644" extrusionOk="0">
                  <a:moveTo>
                    <a:pt x="0" y="1"/>
                  </a:moveTo>
                  <a:lnTo>
                    <a:pt x="0" y="644"/>
                  </a:lnTo>
                  <a:lnTo>
                    <a:pt x="834" y="644"/>
                  </a:lnTo>
                  <a:lnTo>
                    <a:pt x="834" y="1"/>
                  </a:ln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1" name="Google Shape;24271;p146"/>
            <p:cNvSpPr/>
            <p:nvPr/>
          </p:nvSpPr>
          <p:spPr>
            <a:xfrm>
              <a:off x="1818062" y="3681157"/>
              <a:ext cx="25601" cy="20949"/>
            </a:xfrm>
            <a:custGeom>
              <a:avLst/>
              <a:gdLst/>
              <a:ahLst/>
              <a:cxnLst/>
              <a:rect l="l" t="t" r="r" b="b"/>
              <a:pathLst>
                <a:path w="787" h="644" extrusionOk="0">
                  <a:moveTo>
                    <a:pt x="334" y="1"/>
                  </a:moveTo>
                  <a:cubicBezTo>
                    <a:pt x="143" y="1"/>
                    <a:pt x="0" y="191"/>
                    <a:pt x="24" y="358"/>
                  </a:cubicBezTo>
                  <a:cubicBezTo>
                    <a:pt x="72" y="525"/>
                    <a:pt x="215" y="644"/>
                    <a:pt x="357" y="644"/>
                  </a:cubicBezTo>
                  <a:lnTo>
                    <a:pt x="786" y="644"/>
                  </a:lnTo>
                  <a:lnTo>
                    <a:pt x="786" y="1"/>
                  </a:ln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2" name="Google Shape;24272;p146"/>
            <p:cNvSpPr/>
            <p:nvPr/>
          </p:nvSpPr>
          <p:spPr>
            <a:xfrm>
              <a:off x="1859895" y="3601100"/>
              <a:ext cx="20169" cy="63076"/>
            </a:xfrm>
            <a:custGeom>
              <a:avLst/>
              <a:gdLst/>
              <a:ahLst/>
              <a:cxnLst/>
              <a:rect l="l" t="t" r="r" b="b"/>
              <a:pathLst>
                <a:path w="620" h="1939" extrusionOk="0">
                  <a:moveTo>
                    <a:pt x="285" y="1"/>
                  </a:moveTo>
                  <a:cubicBezTo>
                    <a:pt x="111" y="1"/>
                    <a:pt x="0" y="148"/>
                    <a:pt x="0" y="295"/>
                  </a:cubicBezTo>
                  <a:lnTo>
                    <a:pt x="0" y="1938"/>
                  </a:lnTo>
                  <a:lnTo>
                    <a:pt x="619" y="1938"/>
                  </a:lnTo>
                  <a:lnTo>
                    <a:pt x="619" y="295"/>
                  </a:lnTo>
                  <a:cubicBezTo>
                    <a:pt x="619" y="152"/>
                    <a:pt x="500" y="9"/>
                    <a:pt x="357" y="9"/>
                  </a:cubicBezTo>
                  <a:cubicBezTo>
                    <a:pt x="332" y="3"/>
                    <a:pt x="308" y="1"/>
                    <a:pt x="285"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3" name="Google Shape;24273;p146"/>
            <p:cNvSpPr/>
            <p:nvPr/>
          </p:nvSpPr>
          <p:spPr>
            <a:xfrm>
              <a:off x="1859895" y="3718371"/>
              <a:ext cx="20169" cy="189813"/>
            </a:xfrm>
            <a:custGeom>
              <a:avLst/>
              <a:gdLst/>
              <a:ahLst/>
              <a:cxnLst/>
              <a:rect l="l" t="t" r="r" b="b"/>
              <a:pathLst>
                <a:path w="620" h="5835" extrusionOk="0">
                  <a:moveTo>
                    <a:pt x="0" y="0"/>
                  </a:moveTo>
                  <a:lnTo>
                    <a:pt x="0" y="5835"/>
                  </a:lnTo>
                  <a:lnTo>
                    <a:pt x="619" y="5835"/>
                  </a:lnTo>
                  <a:lnTo>
                    <a:pt x="619"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4" name="Google Shape;24274;p146"/>
            <p:cNvSpPr/>
            <p:nvPr/>
          </p:nvSpPr>
          <p:spPr>
            <a:xfrm>
              <a:off x="1941220" y="3717590"/>
              <a:ext cx="80609" cy="165220"/>
            </a:xfrm>
            <a:custGeom>
              <a:avLst/>
              <a:gdLst/>
              <a:ahLst/>
              <a:cxnLst/>
              <a:rect l="l" t="t" r="r" b="b"/>
              <a:pathLst>
                <a:path w="2478" h="5079" extrusionOk="0">
                  <a:moveTo>
                    <a:pt x="1" y="0"/>
                  </a:moveTo>
                  <a:lnTo>
                    <a:pt x="1" y="24"/>
                  </a:lnTo>
                  <a:lnTo>
                    <a:pt x="1" y="3834"/>
                  </a:lnTo>
                  <a:cubicBezTo>
                    <a:pt x="1" y="4488"/>
                    <a:pt x="513" y="5078"/>
                    <a:pt x="1195" y="5078"/>
                  </a:cubicBezTo>
                  <a:cubicBezTo>
                    <a:pt x="1233" y="5078"/>
                    <a:pt x="1271" y="5076"/>
                    <a:pt x="1311" y="5073"/>
                  </a:cubicBezTo>
                  <a:cubicBezTo>
                    <a:pt x="1954" y="5049"/>
                    <a:pt x="2477" y="4477"/>
                    <a:pt x="2477" y="3834"/>
                  </a:cubicBezTo>
                  <a:lnTo>
                    <a:pt x="2477" y="0"/>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5" name="Google Shape;24275;p146"/>
            <p:cNvSpPr/>
            <p:nvPr/>
          </p:nvSpPr>
          <p:spPr>
            <a:xfrm>
              <a:off x="1980744" y="3717590"/>
              <a:ext cx="41085" cy="165025"/>
            </a:xfrm>
            <a:custGeom>
              <a:avLst/>
              <a:gdLst/>
              <a:ahLst/>
              <a:cxnLst/>
              <a:rect l="l" t="t" r="r" b="b"/>
              <a:pathLst>
                <a:path w="1263" h="5073" extrusionOk="0">
                  <a:moveTo>
                    <a:pt x="0" y="0"/>
                  </a:moveTo>
                  <a:lnTo>
                    <a:pt x="0" y="24"/>
                  </a:lnTo>
                  <a:lnTo>
                    <a:pt x="0" y="5073"/>
                  </a:lnTo>
                  <a:cubicBezTo>
                    <a:pt x="691" y="5073"/>
                    <a:pt x="1262" y="4525"/>
                    <a:pt x="1262" y="3834"/>
                  </a:cubicBezTo>
                  <a:lnTo>
                    <a:pt x="1262" y="0"/>
                  </a:ln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6" name="Google Shape;24276;p146"/>
            <p:cNvSpPr/>
            <p:nvPr/>
          </p:nvSpPr>
          <p:spPr>
            <a:xfrm>
              <a:off x="1931169" y="3601393"/>
              <a:ext cx="99965" cy="19388"/>
            </a:xfrm>
            <a:custGeom>
              <a:avLst/>
              <a:gdLst/>
              <a:ahLst/>
              <a:cxnLst/>
              <a:rect l="l" t="t" r="r" b="b"/>
              <a:pathLst>
                <a:path w="3073" h="596" extrusionOk="0">
                  <a:moveTo>
                    <a:pt x="310" y="0"/>
                  </a:moveTo>
                  <a:cubicBezTo>
                    <a:pt x="167" y="0"/>
                    <a:pt x="0" y="143"/>
                    <a:pt x="0" y="286"/>
                  </a:cubicBezTo>
                  <a:cubicBezTo>
                    <a:pt x="0" y="429"/>
                    <a:pt x="119" y="595"/>
                    <a:pt x="310" y="595"/>
                  </a:cubicBezTo>
                  <a:lnTo>
                    <a:pt x="2786" y="595"/>
                  </a:lnTo>
                  <a:cubicBezTo>
                    <a:pt x="2953" y="595"/>
                    <a:pt x="3072" y="429"/>
                    <a:pt x="3072" y="286"/>
                  </a:cubicBezTo>
                  <a:cubicBezTo>
                    <a:pt x="3072" y="143"/>
                    <a:pt x="2953" y="0"/>
                    <a:pt x="2786" y="0"/>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7" name="Google Shape;24277;p146"/>
            <p:cNvSpPr/>
            <p:nvPr/>
          </p:nvSpPr>
          <p:spPr>
            <a:xfrm>
              <a:off x="1981525" y="3601393"/>
              <a:ext cx="51918" cy="19388"/>
            </a:xfrm>
            <a:custGeom>
              <a:avLst/>
              <a:gdLst/>
              <a:ahLst/>
              <a:cxnLst/>
              <a:rect l="l" t="t" r="r" b="b"/>
              <a:pathLst>
                <a:path w="1596" h="596" extrusionOk="0">
                  <a:moveTo>
                    <a:pt x="0" y="0"/>
                  </a:moveTo>
                  <a:lnTo>
                    <a:pt x="0" y="595"/>
                  </a:lnTo>
                  <a:lnTo>
                    <a:pt x="1238" y="595"/>
                  </a:lnTo>
                  <a:cubicBezTo>
                    <a:pt x="1381" y="595"/>
                    <a:pt x="1524" y="476"/>
                    <a:pt x="1548" y="357"/>
                  </a:cubicBezTo>
                  <a:cubicBezTo>
                    <a:pt x="1596" y="143"/>
                    <a:pt x="1429" y="0"/>
                    <a:pt x="1262" y="0"/>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8" name="Google Shape;24278;p146"/>
            <p:cNvSpPr/>
            <p:nvPr/>
          </p:nvSpPr>
          <p:spPr>
            <a:xfrm>
              <a:off x="1941220" y="3617658"/>
              <a:ext cx="80609" cy="47266"/>
            </a:xfrm>
            <a:custGeom>
              <a:avLst/>
              <a:gdLst/>
              <a:ahLst/>
              <a:cxnLst/>
              <a:rect l="l" t="t" r="r" b="b"/>
              <a:pathLst>
                <a:path w="2478" h="1453" extrusionOk="0">
                  <a:moveTo>
                    <a:pt x="1" y="0"/>
                  </a:moveTo>
                  <a:lnTo>
                    <a:pt x="1" y="1453"/>
                  </a:lnTo>
                  <a:lnTo>
                    <a:pt x="2477" y="1453"/>
                  </a:lnTo>
                  <a:lnTo>
                    <a:pt x="2477" y="0"/>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9" name="Google Shape;24279;p146"/>
            <p:cNvSpPr/>
            <p:nvPr/>
          </p:nvSpPr>
          <p:spPr>
            <a:xfrm>
              <a:off x="1980744" y="3617658"/>
              <a:ext cx="41085" cy="47266"/>
            </a:xfrm>
            <a:custGeom>
              <a:avLst/>
              <a:gdLst/>
              <a:ahLst/>
              <a:cxnLst/>
              <a:rect l="l" t="t" r="r" b="b"/>
              <a:pathLst>
                <a:path w="1263" h="1453" extrusionOk="0">
                  <a:moveTo>
                    <a:pt x="0" y="0"/>
                  </a:moveTo>
                  <a:lnTo>
                    <a:pt x="0" y="1453"/>
                  </a:lnTo>
                  <a:lnTo>
                    <a:pt x="1262" y="1453"/>
                  </a:lnTo>
                  <a:lnTo>
                    <a:pt x="1262" y="0"/>
                  </a:ln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0" name="Google Shape;24280;p146"/>
            <p:cNvSpPr/>
            <p:nvPr/>
          </p:nvSpPr>
          <p:spPr>
            <a:xfrm>
              <a:off x="1941220" y="3792735"/>
              <a:ext cx="80609" cy="90076"/>
            </a:xfrm>
            <a:custGeom>
              <a:avLst/>
              <a:gdLst/>
              <a:ahLst/>
              <a:cxnLst/>
              <a:rect l="l" t="t" r="r" b="b"/>
              <a:pathLst>
                <a:path w="2478" h="2769" extrusionOk="0">
                  <a:moveTo>
                    <a:pt x="1" y="0"/>
                  </a:moveTo>
                  <a:lnTo>
                    <a:pt x="1" y="1524"/>
                  </a:lnTo>
                  <a:cubicBezTo>
                    <a:pt x="1" y="2200"/>
                    <a:pt x="533" y="2769"/>
                    <a:pt x="1194" y="2769"/>
                  </a:cubicBezTo>
                  <a:cubicBezTo>
                    <a:pt x="1233" y="2769"/>
                    <a:pt x="1271" y="2767"/>
                    <a:pt x="1311" y="2763"/>
                  </a:cubicBezTo>
                  <a:cubicBezTo>
                    <a:pt x="1954" y="2739"/>
                    <a:pt x="2477" y="2167"/>
                    <a:pt x="2477" y="1524"/>
                  </a:cubicBezTo>
                  <a:lnTo>
                    <a:pt x="2477" y="0"/>
                  </a:lnTo>
                  <a:close/>
                </a:path>
              </a:pathLst>
            </a:custGeom>
            <a:solidFill>
              <a:srgbClr val="AE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1" name="Google Shape;24281;p146"/>
            <p:cNvSpPr/>
            <p:nvPr/>
          </p:nvSpPr>
          <p:spPr>
            <a:xfrm>
              <a:off x="1980744" y="3792735"/>
              <a:ext cx="41085" cy="89880"/>
            </a:xfrm>
            <a:custGeom>
              <a:avLst/>
              <a:gdLst/>
              <a:ahLst/>
              <a:cxnLst/>
              <a:rect l="l" t="t" r="r" b="b"/>
              <a:pathLst>
                <a:path w="1263" h="2763" extrusionOk="0">
                  <a:moveTo>
                    <a:pt x="0" y="0"/>
                  </a:moveTo>
                  <a:lnTo>
                    <a:pt x="0" y="2763"/>
                  </a:lnTo>
                  <a:cubicBezTo>
                    <a:pt x="691" y="2763"/>
                    <a:pt x="1262" y="2215"/>
                    <a:pt x="1262" y="1524"/>
                  </a:cubicBezTo>
                  <a:lnTo>
                    <a:pt x="126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2" name="Google Shape;24282;p146"/>
            <p:cNvSpPr/>
            <p:nvPr/>
          </p:nvSpPr>
          <p:spPr>
            <a:xfrm>
              <a:off x="1840507" y="3661801"/>
              <a:ext cx="59693" cy="60473"/>
            </a:xfrm>
            <a:custGeom>
              <a:avLst/>
              <a:gdLst/>
              <a:ahLst/>
              <a:cxnLst/>
              <a:rect l="l" t="t" r="r" b="b"/>
              <a:pathLst>
                <a:path w="1835" h="1859" extrusionOk="0">
                  <a:moveTo>
                    <a:pt x="287" y="1"/>
                  </a:moveTo>
                  <a:cubicBezTo>
                    <a:pt x="144" y="1"/>
                    <a:pt x="1" y="120"/>
                    <a:pt x="1" y="310"/>
                  </a:cubicBezTo>
                  <a:lnTo>
                    <a:pt x="1" y="1549"/>
                  </a:lnTo>
                  <a:cubicBezTo>
                    <a:pt x="1" y="1715"/>
                    <a:pt x="120" y="1858"/>
                    <a:pt x="287" y="1858"/>
                  </a:cubicBezTo>
                  <a:lnTo>
                    <a:pt x="1549" y="1858"/>
                  </a:lnTo>
                  <a:cubicBezTo>
                    <a:pt x="1692" y="1858"/>
                    <a:pt x="1835" y="1715"/>
                    <a:pt x="1835" y="1549"/>
                  </a:cubicBezTo>
                  <a:lnTo>
                    <a:pt x="1835" y="310"/>
                  </a:lnTo>
                  <a:cubicBezTo>
                    <a:pt x="1835" y="167"/>
                    <a:pt x="1716" y="1"/>
                    <a:pt x="1549" y="1"/>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3" name="Google Shape;24283;p146"/>
            <p:cNvSpPr/>
            <p:nvPr/>
          </p:nvSpPr>
          <p:spPr>
            <a:xfrm>
              <a:off x="1921865" y="3661801"/>
              <a:ext cx="120101" cy="60473"/>
            </a:xfrm>
            <a:custGeom>
              <a:avLst/>
              <a:gdLst/>
              <a:ahLst/>
              <a:cxnLst/>
              <a:rect l="l" t="t" r="r" b="b"/>
              <a:pathLst>
                <a:path w="3692" h="1859" extrusionOk="0">
                  <a:moveTo>
                    <a:pt x="286" y="1"/>
                  </a:moveTo>
                  <a:cubicBezTo>
                    <a:pt x="143" y="1"/>
                    <a:pt x="0" y="120"/>
                    <a:pt x="0" y="310"/>
                  </a:cubicBezTo>
                  <a:lnTo>
                    <a:pt x="0" y="1549"/>
                  </a:lnTo>
                  <a:cubicBezTo>
                    <a:pt x="0" y="1715"/>
                    <a:pt x="119" y="1858"/>
                    <a:pt x="286" y="1858"/>
                  </a:cubicBezTo>
                  <a:lnTo>
                    <a:pt x="3382" y="1858"/>
                  </a:lnTo>
                  <a:cubicBezTo>
                    <a:pt x="3549" y="1858"/>
                    <a:pt x="3692" y="1715"/>
                    <a:pt x="3692" y="1549"/>
                  </a:cubicBezTo>
                  <a:lnTo>
                    <a:pt x="3692" y="310"/>
                  </a:lnTo>
                  <a:cubicBezTo>
                    <a:pt x="3692" y="167"/>
                    <a:pt x="3573" y="1"/>
                    <a:pt x="3382"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4" name="Google Shape;24284;p146"/>
            <p:cNvSpPr/>
            <p:nvPr/>
          </p:nvSpPr>
          <p:spPr>
            <a:xfrm>
              <a:off x="1981525" y="3661021"/>
              <a:ext cx="60441" cy="61254"/>
            </a:xfrm>
            <a:custGeom>
              <a:avLst/>
              <a:gdLst/>
              <a:ahLst/>
              <a:cxnLst/>
              <a:rect l="l" t="t" r="r" b="b"/>
              <a:pathLst>
                <a:path w="1858" h="1883" extrusionOk="0">
                  <a:moveTo>
                    <a:pt x="0" y="1"/>
                  </a:moveTo>
                  <a:lnTo>
                    <a:pt x="0" y="1882"/>
                  </a:lnTo>
                  <a:lnTo>
                    <a:pt x="1548" y="1882"/>
                  </a:lnTo>
                  <a:cubicBezTo>
                    <a:pt x="1739" y="1882"/>
                    <a:pt x="1858" y="1739"/>
                    <a:pt x="1858" y="1573"/>
                  </a:cubicBezTo>
                  <a:lnTo>
                    <a:pt x="1858" y="334"/>
                  </a:lnTo>
                  <a:cubicBezTo>
                    <a:pt x="1858" y="144"/>
                    <a:pt x="1715" y="1"/>
                    <a:pt x="1548"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85" name="Google Shape;24285;p146"/>
          <p:cNvGrpSpPr/>
          <p:nvPr/>
        </p:nvGrpSpPr>
        <p:grpSpPr>
          <a:xfrm>
            <a:off x="1001526" y="3459012"/>
            <a:ext cx="354089" cy="323901"/>
            <a:chOff x="1001526" y="3611412"/>
            <a:chExt cx="354089" cy="323901"/>
          </a:xfrm>
        </p:grpSpPr>
        <p:sp>
          <p:nvSpPr>
            <p:cNvPr id="24286" name="Google Shape;24286;p146"/>
            <p:cNvSpPr/>
            <p:nvPr/>
          </p:nvSpPr>
          <p:spPr>
            <a:xfrm>
              <a:off x="1045702" y="3611412"/>
              <a:ext cx="218471" cy="104649"/>
            </a:xfrm>
            <a:custGeom>
              <a:avLst/>
              <a:gdLst/>
              <a:ahLst/>
              <a:cxnLst/>
              <a:rect l="l" t="t" r="r" b="b"/>
              <a:pathLst>
                <a:path w="6716" h="3217" extrusionOk="0">
                  <a:moveTo>
                    <a:pt x="5836" y="0"/>
                  </a:moveTo>
                  <a:cubicBezTo>
                    <a:pt x="5820" y="0"/>
                    <a:pt x="5803" y="1"/>
                    <a:pt x="5787" y="2"/>
                  </a:cubicBezTo>
                  <a:cubicBezTo>
                    <a:pt x="4858" y="2"/>
                    <a:pt x="4835" y="1264"/>
                    <a:pt x="4573" y="1264"/>
                  </a:cubicBezTo>
                  <a:cubicBezTo>
                    <a:pt x="4263" y="1264"/>
                    <a:pt x="4144" y="2"/>
                    <a:pt x="3358" y="2"/>
                  </a:cubicBezTo>
                  <a:cubicBezTo>
                    <a:pt x="2548" y="2"/>
                    <a:pt x="2429" y="1264"/>
                    <a:pt x="2120" y="1264"/>
                  </a:cubicBezTo>
                  <a:cubicBezTo>
                    <a:pt x="1905" y="1264"/>
                    <a:pt x="1858" y="2"/>
                    <a:pt x="905" y="2"/>
                  </a:cubicBezTo>
                  <a:cubicBezTo>
                    <a:pt x="477" y="2"/>
                    <a:pt x="0" y="311"/>
                    <a:pt x="0" y="930"/>
                  </a:cubicBezTo>
                  <a:lnTo>
                    <a:pt x="0" y="3217"/>
                  </a:lnTo>
                  <a:lnTo>
                    <a:pt x="619" y="3217"/>
                  </a:lnTo>
                  <a:lnTo>
                    <a:pt x="619" y="930"/>
                  </a:lnTo>
                  <a:cubicBezTo>
                    <a:pt x="619" y="692"/>
                    <a:pt x="762" y="645"/>
                    <a:pt x="905" y="645"/>
                  </a:cubicBezTo>
                  <a:cubicBezTo>
                    <a:pt x="1381" y="645"/>
                    <a:pt x="1262" y="1883"/>
                    <a:pt x="2144" y="1883"/>
                  </a:cubicBezTo>
                  <a:cubicBezTo>
                    <a:pt x="2929" y="1883"/>
                    <a:pt x="3048" y="645"/>
                    <a:pt x="3358" y="645"/>
                  </a:cubicBezTo>
                  <a:cubicBezTo>
                    <a:pt x="3644" y="645"/>
                    <a:pt x="3763" y="1883"/>
                    <a:pt x="4573" y="1883"/>
                  </a:cubicBezTo>
                  <a:cubicBezTo>
                    <a:pt x="5406" y="1883"/>
                    <a:pt x="5358" y="645"/>
                    <a:pt x="5787" y="645"/>
                  </a:cubicBezTo>
                  <a:cubicBezTo>
                    <a:pt x="5906" y="645"/>
                    <a:pt x="6097" y="668"/>
                    <a:pt x="6097" y="930"/>
                  </a:cubicBezTo>
                  <a:lnTo>
                    <a:pt x="6097" y="3193"/>
                  </a:lnTo>
                  <a:lnTo>
                    <a:pt x="6716" y="3193"/>
                  </a:lnTo>
                  <a:lnTo>
                    <a:pt x="6716" y="930"/>
                  </a:lnTo>
                  <a:cubicBezTo>
                    <a:pt x="6716" y="310"/>
                    <a:pt x="6273" y="0"/>
                    <a:pt x="5836" y="0"/>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7" name="Google Shape;24287;p146"/>
            <p:cNvSpPr/>
            <p:nvPr/>
          </p:nvSpPr>
          <p:spPr>
            <a:xfrm>
              <a:off x="1154938" y="3611445"/>
              <a:ext cx="109236" cy="103836"/>
            </a:xfrm>
            <a:custGeom>
              <a:avLst/>
              <a:gdLst/>
              <a:ahLst/>
              <a:cxnLst/>
              <a:rect l="l" t="t" r="r" b="b"/>
              <a:pathLst>
                <a:path w="3358" h="3192" extrusionOk="0">
                  <a:moveTo>
                    <a:pt x="0" y="1"/>
                  </a:moveTo>
                  <a:lnTo>
                    <a:pt x="0" y="644"/>
                  </a:lnTo>
                  <a:cubicBezTo>
                    <a:pt x="286" y="644"/>
                    <a:pt x="405" y="1882"/>
                    <a:pt x="1215" y="1882"/>
                  </a:cubicBezTo>
                  <a:cubicBezTo>
                    <a:pt x="2048" y="1882"/>
                    <a:pt x="2000" y="644"/>
                    <a:pt x="2429" y="644"/>
                  </a:cubicBezTo>
                  <a:cubicBezTo>
                    <a:pt x="2548" y="644"/>
                    <a:pt x="2739" y="667"/>
                    <a:pt x="2739" y="929"/>
                  </a:cubicBezTo>
                  <a:lnTo>
                    <a:pt x="2739" y="3192"/>
                  </a:lnTo>
                  <a:lnTo>
                    <a:pt x="3358" y="3192"/>
                  </a:lnTo>
                  <a:lnTo>
                    <a:pt x="3358" y="929"/>
                  </a:lnTo>
                  <a:cubicBezTo>
                    <a:pt x="3358" y="286"/>
                    <a:pt x="2882" y="1"/>
                    <a:pt x="2429" y="1"/>
                  </a:cubicBezTo>
                  <a:cubicBezTo>
                    <a:pt x="1524" y="1"/>
                    <a:pt x="1477" y="1263"/>
                    <a:pt x="1215" y="1263"/>
                  </a:cubicBezTo>
                  <a:cubicBezTo>
                    <a:pt x="929" y="1263"/>
                    <a:pt x="810" y="1"/>
                    <a:pt x="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8" name="Google Shape;24288;p146"/>
            <p:cNvSpPr/>
            <p:nvPr/>
          </p:nvSpPr>
          <p:spPr>
            <a:xfrm>
              <a:off x="1152596" y="3729203"/>
              <a:ext cx="203020" cy="205329"/>
            </a:xfrm>
            <a:custGeom>
              <a:avLst/>
              <a:gdLst/>
              <a:ahLst/>
              <a:cxnLst/>
              <a:rect l="l" t="t" r="r" b="b"/>
              <a:pathLst>
                <a:path w="6241" h="6312" extrusionOk="0">
                  <a:moveTo>
                    <a:pt x="1882" y="0"/>
                  </a:moveTo>
                  <a:lnTo>
                    <a:pt x="1882" y="2144"/>
                  </a:lnTo>
                  <a:lnTo>
                    <a:pt x="453" y="4597"/>
                  </a:lnTo>
                  <a:cubicBezTo>
                    <a:pt x="1" y="5359"/>
                    <a:pt x="572" y="6311"/>
                    <a:pt x="1429" y="6311"/>
                  </a:cubicBezTo>
                  <a:lnTo>
                    <a:pt x="4764" y="6311"/>
                  </a:lnTo>
                  <a:cubicBezTo>
                    <a:pt x="5668" y="6311"/>
                    <a:pt x="6240" y="5359"/>
                    <a:pt x="5788" y="4597"/>
                  </a:cubicBezTo>
                  <a:lnTo>
                    <a:pt x="4359" y="2144"/>
                  </a:lnTo>
                  <a:lnTo>
                    <a:pt x="4359" y="0"/>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9" name="Google Shape;24289;p146"/>
            <p:cNvSpPr/>
            <p:nvPr/>
          </p:nvSpPr>
          <p:spPr>
            <a:xfrm>
              <a:off x="1254870" y="3729203"/>
              <a:ext cx="99184" cy="205329"/>
            </a:xfrm>
            <a:custGeom>
              <a:avLst/>
              <a:gdLst/>
              <a:ahLst/>
              <a:cxnLst/>
              <a:rect l="l" t="t" r="r" b="b"/>
              <a:pathLst>
                <a:path w="3049" h="6312" extrusionOk="0">
                  <a:moveTo>
                    <a:pt x="0" y="0"/>
                  </a:moveTo>
                  <a:lnTo>
                    <a:pt x="0" y="6311"/>
                  </a:lnTo>
                  <a:lnTo>
                    <a:pt x="1643" y="6311"/>
                  </a:lnTo>
                  <a:cubicBezTo>
                    <a:pt x="2524" y="6311"/>
                    <a:pt x="3048" y="5359"/>
                    <a:pt x="2644" y="4597"/>
                  </a:cubicBezTo>
                  <a:cubicBezTo>
                    <a:pt x="1739" y="3049"/>
                    <a:pt x="1215" y="2168"/>
                    <a:pt x="1215" y="2144"/>
                  </a:cubicBezTo>
                  <a:lnTo>
                    <a:pt x="1215" y="0"/>
                  </a:ln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0" name="Google Shape;24290;p146"/>
            <p:cNvSpPr/>
            <p:nvPr/>
          </p:nvSpPr>
          <p:spPr>
            <a:xfrm>
              <a:off x="1199081" y="3712158"/>
              <a:ext cx="109268" cy="20949"/>
            </a:xfrm>
            <a:custGeom>
              <a:avLst/>
              <a:gdLst/>
              <a:ahLst/>
              <a:cxnLst/>
              <a:rect l="l" t="t" r="r" b="b"/>
              <a:pathLst>
                <a:path w="3359" h="644" extrusionOk="0">
                  <a:moveTo>
                    <a:pt x="334" y="1"/>
                  </a:moveTo>
                  <a:cubicBezTo>
                    <a:pt x="167" y="1"/>
                    <a:pt x="0" y="167"/>
                    <a:pt x="48" y="358"/>
                  </a:cubicBezTo>
                  <a:cubicBezTo>
                    <a:pt x="72" y="524"/>
                    <a:pt x="215" y="644"/>
                    <a:pt x="358" y="644"/>
                  </a:cubicBezTo>
                  <a:lnTo>
                    <a:pt x="3025" y="644"/>
                  </a:lnTo>
                  <a:cubicBezTo>
                    <a:pt x="3215" y="644"/>
                    <a:pt x="3358" y="453"/>
                    <a:pt x="3311" y="286"/>
                  </a:cubicBezTo>
                  <a:cubicBezTo>
                    <a:pt x="3287" y="120"/>
                    <a:pt x="3144" y="1"/>
                    <a:pt x="2977" y="1"/>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1" name="Google Shape;24291;p146"/>
            <p:cNvSpPr/>
            <p:nvPr/>
          </p:nvSpPr>
          <p:spPr>
            <a:xfrm>
              <a:off x="1254870" y="3712158"/>
              <a:ext cx="53479" cy="20949"/>
            </a:xfrm>
            <a:custGeom>
              <a:avLst/>
              <a:gdLst/>
              <a:ahLst/>
              <a:cxnLst/>
              <a:rect l="l" t="t" r="r" b="b"/>
              <a:pathLst>
                <a:path w="1644" h="644" extrusionOk="0">
                  <a:moveTo>
                    <a:pt x="0" y="1"/>
                  </a:moveTo>
                  <a:lnTo>
                    <a:pt x="0" y="644"/>
                  </a:lnTo>
                  <a:lnTo>
                    <a:pt x="1310" y="644"/>
                  </a:lnTo>
                  <a:cubicBezTo>
                    <a:pt x="1453" y="644"/>
                    <a:pt x="1596" y="524"/>
                    <a:pt x="1620" y="358"/>
                  </a:cubicBezTo>
                  <a:cubicBezTo>
                    <a:pt x="1643" y="191"/>
                    <a:pt x="1500" y="1"/>
                    <a:pt x="1334" y="1"/>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2" name="Google Shape;24292;p146"/>
            <p:cNvSpPr/>
            <p:nvPr/>
          </p:nvSpPr>
          <p:spPr>
            <a:xfrm>
              <a:off x="1152596" y="3843091"/>
              <a:ext cx="201458" cy="91442"/>
            </a:xfrm>
            <a:custGeom>
              <a:avLst/>
              <a:gdLst/>
              <a:ahLst/>
              <a:cxnLst/>
              <a:rect l="l" t="t" r="r" b="b"/>
              <a:pathLst>
                <a:path w="6193" h="2811" extrusionOk="0">
                  <a:moveTo>
                    <a:pt x="1072" y="0"/>
                  </a:moveTo>
                  <a:lnTo>
                    <a:pt x="453" y="1096"/>
                  </a:lnTo>
                  <a:cubicBezTo>
                    <a:pt x="1" y="1858"/>
                    <a:pt x="572" y="2810"/>
                    <a:pt x="1429" y="2810"/>
                  </a:cubicBezTo>
                  <a:lnTo>
                    <a:pt x="4764" y="2810"/>
                  </a:lnTo>
                  <a:cubicBezTo>
                    <a:pt x="5645" y="2810"/>
                    <a:pt x="6192" y="1858"/>
                    <a:pt x="5764" y="1096"/>
                  </a:cubicBezTo>
                  <a:lnTo>
                    <a:pt x="5121"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3" name="Google Shape;24293;p146"/>
            <p:cNvSpPr/>
            <p:nvPr/>
          </p:nvSpPr>
          <p:spPr>
            <a:xfrm>
              <a:off x="1254870" y="3843091"/>
              <a:ext cx="100745" cy="91442"/>
            </a:xfrm>
            <a:custGeom>
              <a:avLst/>
              <a:gdLst/>
              <a:ahLst/>
              <a:cxnLst/>
              <a:rect l="l" t="t" r="r" b="b"/>
              <a:pathLst>
                <a:path w="3097" h="2811" extrusionOk="0">
                  <a:moveTo>
                    <a:pt x="0" y="0"/>
                  </a:moveTo>
                  <a:lnTo>
                    <a:pt x="0" y="2810"/>
                  </a:lnTo>
                  <a:lnTo>
                    <a:pt x="1643" y="2810"/>
                  </a:lnTo>
                  <a:cubicBezTo>
                    <a:pt x="2524" y="2810"/>
                    <a:pt x="3096" y="1858"/>
                    <a:pt x="2667" y="1096"/>
                  </a:cubicBezTo>
                  <a:lnTo>
                    <a:pt x="202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4" name="Google Shape;24294;p146"/>
            <p:cNvSpPr/>
            <p:nvPr/>
          </p:nvSpPr>
          <p:spPr>
            <a:xfrm>
              <a:off x="1014701" y="3729203"/>
              <a:ext cx="81390" cy="206110"/>
            </a:xfrm>
            <a:custGeom>
              <a:avLst/>
              <a:gdLst/>
              <a:ahLst/>
              <a:cxnLst/>
              <a:rect l="l" t="t" r="r" b="b"/>
              <a:pathLst>
                <a:path w="2502" h="6336" extrusionOk="0">
                  <a:moveTo>
                    <a:pt x="1" y="0"/>
                  </a:moveTo>
                  <a:lnTo>
                    <a:pt x="1" y="5073"/>
                  </a:lnTo>
                  <a:cubicBezTo>
                    <a:pt x="1" y="5764"/>
                    <a:pt x="548" y="6335"/>
                    <a:pt x="1239" y="6335"/>
                  </a:cubicBezTo>
                  <a:cubicBezTo>
                    <a:pt x="1930" y="6335"/>
                    <a:pt x="2501" y="5764"/>
                    <a:pt x="2501" y="5073"/>
                  </a:cubicBezTo>
                  <a:lnTo>
                    <a:pt x="2501" y="0"/>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5" name="Google Shape;24295;p146"/>
            <p:cNvSpPr/>
            <p:nvPr/>
          </p:nvSpPr>
          <p:spPr>
            <a:xfrm>
              <a:off x="1055006" y="3729203"/>
              <a:ext cx="41834" cy="205329"/>
            </a:xfrm>
            <a:custGeom>
              <a:avLst/>
              <a:gdLst/>
              <a:ahLst/>
              <a:cxnLst/>
              <a:rect l="l" t="t" r="r" b="b"/>
              <a:pathLst>
                <a:path w="1286" h="6312" extrusionOk="0">
                  <a:moveTo>
                    <a:pt x="0" y="0"/>
                  </a:moveTo>
                  <a:lnTo>
                    <a:pt x="0" y="6311"/>
                  </a:lnTo>
                  <a:cubicBezTo>
                    <a:pt x="691" y="6311"/>
                    <a:pt x="1262" y="5740"/>
                    <a:pt x="1262" y="5049"/>
                  </a:cubicBezTo>
                  <a:lnTo>
                    <a:pt x="1286" y="1620"/>
                  </a:lnTo>
                  <a:lnTo>
                    <a:pt x="1262" y="72"/>
                  </a:lnTo>
                  <a:lnTo>
                    <a:pt x="1262" y="0"/>
                  </a:ln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6" name="Google Shape;24296;p146"/>
            <p:cNvSpPr/>
            <p:nvPr/>
          </p:nvSpPr>
          <p:spPr>
            <a:xfrm>
              <a:off x="1001526" y="3713719"/>
              <a:ext cx="107739" cy="19388"/>
            </a:xfrm>
            <a:custGeom>
              <a:avLst/>
              <a:gdLst/>
              <a:ahLst/>
              <a:cxnLst/>
              <a:rect l="l" t="t" r="r" b="b"/>
              <a:pathLst>
                <a:path w="3312" h="596" extrusionOk="0">
                  <a:moveTo>
                    <a:pt x="310" y="0"/>
                  </a:moveTo>
                  <a:cubicBezTo>
                    <a:pt x="168" y="0"/>
                    <a:pt x="1" y="119"/>
                    <a:pt x="1" y="286"/>
                  </a:cubicBezTo>
                  <a:cubicBezTo>
                    <a:pt x="1" y="429"/>
                    <a:pt x="120" y="596"/>
                    <a:pt x="310" y="596"/>
                  </a:cubicBezTo>
                  <a:lnTo>
                    <a:pt x="2978" y="596"/>
                  </a:lnTo>
                  <a:cubicBezTo>
                    <a:pt x="3168" y="596"/>
                    <a:pt x="3311" y="429"/>
                    <a:pt x="3287" y="286"/>
                  </a:cubicBezTo>
                  <a:cubicBezTo>
                    <a:pt x="3287" y="143"/>
                    <a:pt x="3168" y="0"/>
                    <a:pt x="2978" y="0"/>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7" name="Google Shape;24297;p146"/>
            <p:cNvSpPr/>
            <p:nvPr/>
          </p:nvSpPr>
          <p:spPr>
            <a:xfrm>
              <a:off x="1055006" y="3711377"/>
              <a:ext cx="53479" cy="20169"/>
            </a:xfrm>
            <a:custGeom>
              <a:avLst/>
              <a:gdLst/>
              <a:ahLst/>
              <a:cxnLst/>
              <a:rect l="l" t="t" r="r" b="b"/>
              <a:pathLst>
                <a:path w="1644" h="620" extrusionOk="0">
                  <a:moveTo>
                    <a:pt x="0" y="1"/>
                  </a:moveTo>
                  <a:lnTo>
                    <a:pt x="0" y="620"/>
                  </a:lnTo>
                  <a:lnTo>
                    <a:pt x="1334" y="620"/>
                  </a:lnTo>
                  <a:cubicBezTo>
                    <a:pt x="1500" y="620"/>
                    <a:pt x="1643" y="501"/>
                    <a:pt x="1643" y="334"/>
                  </a:cubicBezTo>
                  <a:cubicBezTo>
                    <a:pt x="1643" y="144"/>
                    <a:pt x="1524" y="25"/>
                    <a:pt x="1334" y="1"/>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8" name="Google Shape;24298;p146"/>
            <p:cNvSpPr/>
            <p:nvPr/>
          </p:nvSpPr>
          <p:spPr>
            <a:xfrm>
              <a:off x="1014701" y="3783431"/>
              <a:ext cx="81390" cy="151883"/>
            </a:xfrm>
            <a:custGeom>
              <a:avLst/>
              <a:gdLst/>
              <a:ahLst/>
              <a:cxnLst/>
              <a:rect l="l" t="t" r="r" b="b"/>
              <a:pathLst>
                <a:path w="2502" h="4669" extrusionOk="0">
                  <a:moveTo>
                    <a:pt x="1" y="0"/>
                  </a:moveTo>
                  <a:lnTo>
                    <a:pt x="1" y="3406"/>
                  </a:lnTo>
                  <a:cubicBezTo>
                    <a:pt x="1" y="4097"/>
                    <a:pt x="548" y="4668"/>
                    <a:pt x="1239" y="4668"/>
                  </a:cubicBezTo>
                  <a:cubicBezTo>
                    <a:pt x="1930" y="4668"/>
                    <a:pt x="2501" y="4097"/>
                    <a:pt x="2501" y="3406"/>
                  </a:cubicBezTo>
                  <a:lnTo>
                    <a:pt x="2501"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9" name="Google Shape;24299;p146"/>
            <p:cNvSpPr/>
            <p:nvPr/>
          </p:nvSpPr>
          <p:spPr>
            <a:xfrm>
              <a:off x="1055006" y="3783431"/>
              <a:ext cx="41085" cy="151883"/>
            </a:xfrm>
            <a:custGeom>
              <a:avLst/>
              <a:gdLst/>
              <a:ahLst/>
              <a:cxnLst/>
              <a:rect l="l" t="t" r="r" b="b"/>
              <a:pathLst>
                <a:path w="1263" h="4669" extrusionOk="0">
                  <a:moveTo>
                    <a:pt x="0" y="0"/>
                  </a:moveTo>
                  <a:lnTo>
                    <a:pt x="0" y="4668"/>
                  </a:lnTo>
                  <a:cubicBezTo>
                    <a:pt x="691" y="4668"/>
                    <a:pt x="1262" y="4097"/>
                    <a:pt x="1262" y="3406"/>
                  </a:cubicBezTo>
                  <a:lnTo>
                    <a:pt x="1262"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0" name="Google Shape;24300;p146"/>
            <p:cNvSpPr/>
            <p:nvPr/>
          </p:nvSpPr>
          <p:spPr>
            <a:xfrm>
              <a:off x="1244786" y="3833527"/>
              <a:ext cx="19388" cy="19648"/>
            </a:xfrm>
            <a:custGeom>
              <a:avLst/>
              <a:gdLst/>
              <a:ahLst/>
              <a:cxnLst/>
              <a:rect l="l" t="t" r="r" b="b"/>
              <a:pathLst>
                <a:path w="596" h="604" extrusionOk="0">
                  <a:moveTo>
                    <a:pt x="361" y="0"/>
                  </a:moveTo>
                  <a:cubicBezTo>
                    <a:pt x="344" y="0"/>
                    <a:pt x="327" y="3"/>
                    <a:pt x="310" y="8"/>
                  </a:cubicBezTo>
                  <a:cubicBezTo>
                    <a:pt x="143" y="8"/>
                    <a:pt x="1" y="127"/>
                    <a:pt x="1" y="294"/>
                  </a:cubicBezTo>
                  <a:cubicBezTo>
                    <a:pt x="1" y="437"/>
                    <a:pt x="120" y="604"/>
                    <a:pt x="310" y="604"/>
                  </a:cubicBezTo>
                  <a:cubicBezTo>
                    <a:pt x="453" y="604"/>
                    <a:pt x="596" y="485"/>
                    <a:pt x="596" y="294"/>
                  </a:cubicBezTo>
                  <a:cubicBezTo>
                    <a:pt x="596" y="147"/>
                    <a:pt x="485" y="0"/>
                    <a:pt x="361" y="0"/>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1" name="Google Shape;24301;p146"/>
            <p:cNvSpPr/>
            <p:nvPr/>
          </p:nvSpPr>
          <p:spPr>
            <a:xfrm>
              <a:off x="1253308" y="3832226"/>
              <a:ext cx="10865" cy="21047"/>
            </a:xfrm>
            <a:custGeom>
              <a:avLst/>
              <a:gdLst/>
              <a:ahLst/>
              <a:cxnLst/>
              <a:rect l="l" t="t" r="r" b="b"/>
              <a:pathLst>
                <a:path w="334" h="647" extrusionOk="0">
                  <a:moveTo>
                    <a:pt x="1" y="1"/>
                  </a:moveTo>
                  <a:lnTo>
                    <a:pt x="1" y="644"/>
                  </a:lnTo>
                  <a:cubicBezTo>
                    <a:pt x="14" y="645"/>
                    <a:pt x="28" y="646"/>
                    <a:pt x="42" y="646"/>
                  </a:cubicBezTo>
                  <a:cubicBezTo>
                    <a:pt x="211" y="646"/>
                    <a:pt x="334" y="511"/>
                    <a:pt x="334" y="334"/>
                  </a:cubicBezTo>
                  <a:cubicBezTo>
                    <a:pt x="334" y="167"/>
                    <a:pt x="191" y="1"/>
                    <a:pt x="1" y="1"/>
                  </a:cubicBezTo>
                  <a:close/>
                </a:path>
              </a:pathLst>
            </a:custGeom>
            <a:solidFill>
              <a:srgbClr val="7E8F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2" name="Google Shape;24302;p146"/>
            <p:cNvSpPr/>
            <p:nvPr/>
          </p:nvSpPr>
          <p:spPr>
            <a:xfrm>
              <a:off x="1224649" y="3873279"/>
              <a:ext cx="19388" cy="19420"/>
            </a:xfrm>
            <a:custGeom>
              <a:avLst/>
              <a:gdLst/>
              <a:ahLst/>
              <a:cxnLst/>
              <a:rect l="l" t="t" r="r" b="b"/>
              <a:pathLst>
                <a:path w="596" h="597" extrusionOk="0">
                  <a:moveTo>
                    <a:pt x="286" y="1"/>
                  </a:moveTo>
                  <a:cubicBezTo>
                    <a:pt x="143" y="1"/>
                    <a:pt x="0" y="120"/>
                    <a:pt x="0" y="287"/>
                  </a:cubicBezTo>
                  <a:cubicBezTo>
                    <a:pt x="0" y="453"/>
                    <a:pt x="119" y="596"/>
                    <a:pt x="286" y="596"/>
                  </a:cubicBezTo>
                  <a:cubicBezTo>
                    <a:pt x="453" y="596"/>
                    <a:pt x="596" y="477"/>
                    <a:pt x="596" y="287"/>
                  </a:cubicBezTo>
                  <a:cubicBezTo>
                    <a:pt x="596" y="144"/>
                    <a:pt x="477" y="1"/>
                    <a:pt x="286" y="1"/>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03" name="Google Shape;24303;p146"/>
          <p:cNvGrpSpPr/>
          <p:nvPr/>
        </p:nvGrpSpPr>
        <p:grpSpPr>
          <a:xfrm>
            <a:off x="993003" y="4027637"/>
            <a:ext cx="361050" cy="304709"/>
            <a:chOff x="993003" y="4180037"/>
            <a:chExt cx="361050" cy="304709"/>
          </a:xfrm>
        </p:grpSpPr>
        <p:sp>
          <p:nvSpPr>
            <p:cNvPr id="24304" name="Google Shape;24304;p146"/>
            <p:cNvSpPr/>
            <p:nvPr/>
          </p:nvSpPr>
          <p:spPr>
            <a:xfrm>
              <a:off x="1088316" y="4181891"/>
              <a:ext cx="196026" cy="103576"/>
            </a:xfrm>
            <a:custGeom>
              <a:avLst/>
              <a:gdLst/>
              <a:ahLst/>
              <a:cxnLst/>
              <a:rect l="l" t="t" r="r" b="b"/>
              <a:pathLst>
                <a:path w="6026" h="3184" extrusionOk="0">
                  <a:moveTo>
                    <a:pt x="2557" y="0"/>
                  </a:moveTo>
                  <a:cubicBezTo>
                    <a:pt x="2308" y="0"/>
                    <a:pt x="1728" y="16"/>
                    <a:pt x="286" y="16"/>
                  </a:cubicBezTo>
                  <a:cubicBezTo>
                    <a:pt x="143" y="16"/>
                    <a:pt x="0" y="135"/>
                    <a:pt x="0" y="302"/>
                  </a:cubicBezTo>
                  <a:lnTo>
                    <a:pt x="0" y="2588"/>
                  </a:lnTo>
                  <a:lnTo>
                    <a:pt x="619" y="2588"/>
                  </a:lnTo>
                  <a:lnTo>
                    <a:pt x="619" y="611"/>
                  </a:lnTo>
                  <a:lnTo>
                    <a:pt x="2548" y="611"/>
                  </a:lnTo>
                  <a:lnTo>
                    <a:pt x="5406" y="2302"/>
                  </a:lnTo>
                  <a:lnTo>
                    <a:pt x="5406" y="3183"/>
                  </a:lnTo>
                  <a:lnTo>
                    <a:pt x="6025" y="3183"/>
                  </a:lnTo>
                  <a:lnTo>
                    <a:pt x="6025" y="2159"/>
                  </a:lnTo>
                  <a:cubicBezTo>
                    <a:pt x="6025" y="2064"/>
                    <a:pt x="5977" y="1945"/>
                    <a:pt x="5882" y="1921"/>
                  </a:cubicBezTo>
                  <a:lnTo>
                    <a:pt x="2786" y="40"/>
                  </a:lnTo>
                  <a:cubicBezTo>
                    <a:pt x="2745" y="9"/>
                    <a:pt x="2744" y="0"/>
                    <a:pt x="2557"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5" name="Google Shape;24305;p146"/>
            <p:cNvSpPr/>
            <p:nvPr/>
          </p:nvSpPr>
          <p:spPr>
            <a:xfrm>
              <a:off x="1172732" y="4180037"/>
              <a:ext cx="111610" cy="105430"/>
            </a:xfrm>
            <a:custGeom>
              <a:avLst/>
              <a:gdLst/>
              <a:ahLst/>
              <a:cxnLst/>
              <a:rect l="l" t="t" r="r" b="b"/>
              <a:pathLst>
                <a:path w="3431" h="3241" extrusionOk="0">
                  <a:moveTo>
                    <a:pt x="37" y="0"/>
                  </a:moveTo>
                  <a:cubicBezTo>
                    <a:pt x="26" y="0"/>
                    <a:pt x="16" y="1"/>
                    <a:pt x="1" y="1"/>
                  </a:cubicBezTo>
                  <a:lnTo>
                    <a:pt x="1" y="692"/>
                  </a:lnTo>
                  <a:lnTo>
                    <a:pt x="2811" y="2359"/>
                  </a:lnTo>
                  <a:lnTo>
                    <a:pt x="2811" y="3240"/>
                  </a:lnTo>
                  <a:lnTo>
                    <a:pt x="3430" y="3240"/>
                  </a:lnTo>
                  <a:lnTo>
                    <a:pt x="3430" y="2216"/>
                  </a:lnTo>
                  <a:cubicBezTo>
                    <a:pt x="3430" y="2121"/>
                    <a:pt x="3382" y="2002"/>
                    <a:pt x="3287" y="1907"/>
                  </a:cubicBezTo>
                  <a:cubicBezTo>
                    <a:pt x="240" y="95"/>
                    <a:pt x="129" y="0"/>
                    <a:pt x="37"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6" name="Google Shape;24306;p146"/>
            <p:cNvSpPr/>
            <p:nvPr/>
          </p:nvSpPr>
          <p:spPr>
            <a:xfrm>
              <a:off x="1057315" y="4262175"/>
              <a:ext cx="82138" cy="20949"/>
            </a:xfrm>
            <a:custGeom>
              <a:avLst/>
              <a:gdLst/>
              <a:ahLst/>
              <a:cxnLst/>
              <a:rect l="l" t="t" r="r" b="b"/>
              <a:pathLst>
                <a:path w="2525" h="644" extrusionOk="0">
                  <a:moveTo>
                    <a:pt x="310" y="1"/>
                  </a:moveTo>
                  <a:cubicBezTo>
                    <a:pt x="143" y="1"/>
                    <a:pt x="0" y="191"/>
                    <a:pt x="24" y="358"/>
                  </a:cubicBezTo>
                  <a:cubicBezTo>
                    <a:pt x="48" y="525"/>
                    <a:pt x="191" y="644"/>
                    <a:pt x="358" y="644"/>
                  </a:cubicBezTo>
                  <a:lnTo>
                    <a:pt x="2191" y="644"/>
                  </a:lnTo>
                  <a:cubicBezTo>
                    <a:pt x="2382" y="644"/>
                    <a:pt x="2525" y="477"/>
                    <a:pt x="2501" y="287"/>
                  </a:cubicBezTo>
                  <a:cubicBezTo>
                    <a:pt x="2453" y="120"/>
                    <a:pt x="2310" y="1"/>
                    <a:pt x="2168" y="1"/>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7" name="Google Shape;24307;p146"/>
            <p:cNvSpPr/>
            <p:nvPr/>
          </p:nvSpPr>
          <p:spPr>
            <a:xfrm>
              <a:off x="993003" y="4279221"/>
              <a:ext cx="208420" cy="205329"/>
            </a:xfrm>
            <a:custGeom>
              <a:avLst/>
              <a:gdLst/>
              <a:ahLst/>
              <a:cxnLst/>
              <a:rect l="l" t="t" r="r" b="b"/>
              <a:pathLst>
                <a:path w="6407" h="6312" extrusionOk="0">
                  <a:moveTo>
                    <a:pt x="2263" y="1"/>
                  </a:moveTo>
                  <a:lnTo>
                    <a:pt x="2263" y="1572"/>
                  </a:lnTo>
                  <a:lnTo>
                    <a:pt x="358" y="4906"/>
                  </a:lnTo>
                  <a:cubicBezTo>
                    <a:pt x="1" y="5526"/>
                    <a:pt x="453" y="6311"/>
                    <a:pt x="1168" y="6311"/>
                  </a:cubicBezTo>
                  <a:lnTo>
                    <a:pt x="5240" y="6311"/>
                  </a:lnTo>
                  <a:cubicBezTo>
                    <a:pt x="5954" y="6311"/>
                    <a:pt x="6407" y="5526"/>
                    <a:pt x="6050" y="4906"/>
                  </a:cubicBezTo>
                  <a:lnTo>
                    <a:pt x="4145" y="1572"/>
                  </a:lnTo>
                  <a:lnTo>
                    <a:pt x="4145" y="1"/>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8" name="Google Shape;24308;p146"/>
            <p:cNvSpPr/>
            <p:nvPr/>
          </p:nvSpPr>
          <p:spPr>
            <a:xfrm>
              <a:off x="1174293" y="4409373"/>
              <a:ext cx="26382" cy="72835"/>
            </a:xfrm>
            <a:custGeom>
              <a:avLst/>
              <a:gdLst/>
              <a:ahLst/>
              <a:cxnLst/>
              <a:rect l="l" t="t" r="r" b="b"/>
              <a:pathLst>
                <a:path w="811" h="2239" extrusionOk="0">
                  <a:moveTo>
                    <a:pt x="0" y="0"/>
                  </a:moveTo>
                  <a:lnTo>
                    <a:pt x="0" y="2239"/>
                  </a:lnTo>
                  <a:cubicBezTo>
                    <a:pt x="501" y="2072"/>
                    <a:pt x="810" y="1429"/>
                    <a:pt x="501" y="905"/>
                  </a:cubicBezTo>
                  <a:lnTo>
                    <a:pt x="0" y="0"/>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9" name="Google Shape;24309;p146"/>
            <p:cNvSpPr/>
            <p:nvPr/>
          </p:nvSpPr>
          <p:spPr>
            <a:xfrm>
              <a:off x="993784" y="4398801"/>
              <a:ext cx="208420" cy="85749"/>
            </a:xfrm>
            <a:custGeom>
              <a:avLst/>
              <a:gdLst/>
              <a:ahLst/>
              <a:cxnLst/>
              <a:rect l="l" t="t" r="r" b="b"/>
              <a:pathLst>
                <a:path w="6407" h="2636" extrusionOk="0">
                  <a:moveTo>
                    <a:pt x="4919" y="0"/>
                  </a:moveTo>
                  <a:cubicBezTo>
                    <a:pt x="3656" y="0"/>
                    <a:pt x="3534" y="492"/>
                    <a:pt x="2192" y="492"/>
                  </a:cubicBezTo>
                  <a:cubicBezTo>
                    <a:pt x="1549" y="492"/>
                    <a:pt x="1239" y="397"/>
                    <a:pt x="906" y="278"/>
                  </a:cubicBezTo>
                  <a:lnTo>
                    <a:pt x="358" y="1230"/>
                  </a:lnTo>
                  <a:cubicBezTo>
                    <a:pt x="1" y="1850"/>
                    <a:pt x="453" y="2635"/>
                    <a:pt x="1168" y="2635"/>
                  </a:cubicBezTo>
                  <a:lnTo>
                    <a:pt x="5240" y="2635"/>
                  </a:lnTo>
                  <a:cubicBezTo>
                    <a:pt x="5954" y="2635"/>
                    <a:pt x="6407" y="1850"/>
                    <a:pt x="6050" y="1230"/>
                  </a:cubicBezTo>
                  <a:lnTo>
                    <a:pt x="5335" y="16"/>
                  </a:lnTo>
                  <a:cubicBezTo>
                    <a:pt x="5184" y="5"/>
                    <a:pt x="5046" y="0"/>
                    <a:pt x="4919"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0" name="Google Shape;24310;p146"/>
            <p:cNvSpPr/>
            <p:nvPr/>
          </p:nvSpPr>
          <p:spPr>
            <a:xfrm>
              <a:off x="1174293" y="4409373"/>
              <a:ext cx="26382" cy="72835"/>
            </a:xfrm>
            <a:custGeom>
              <a:avLst/>
              <a:gdLst/>
              <a:ahLst/>
              <a:cxnLst/>
              <a:rect l="l" t="t" r="r" b="b"/>
              <a:pathLst>
                <a:path w="811" h="2239" extrusionOk="0">
                  <a:moveTo>
                    <a:pt x="0" y="0"/>
                  </a:moveTo>
                  <a:lnTo>
                    <a:pt x="0" y="2239"/>
                  </a:lnTo>
                  <a:cubicBezTo>
                    <a:pt x="501" y="2072"/>
                    <a:pt x="810" y="1429"/>
                    <a:pt x="501" y="905"/>
                  </a:cubicBez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1" name="Google Shape;24311;p146"/>
            <p:cNvSpPr/>
            <p:nvPr/>
          </p:nvSpPr>
          <p:spPr>
            <a:xfrm>
              <a:off x="1204513" y="4300137"/>
              <a:ext cx="149540" cy="184608"/>
            </a:xfrm>
            <a:custGeom>
              <a:avLst/>
              <a:gdLst/>
              <a:ahLst/>
              <a:cxnLst/>
              <a:rect l="l" t="t" r="r" b="b"/>
              <a:pathLst>
                <a:path w="4597" h="5675" extrusionOk="0">
                  <a:moveTo>
                    <a:pt x="1215" y="1"/>
                  </a:moveTo>
                  <a:lnTo>
                    <a:pt x="1215" y="1549"/>
                  </a:lnTo>
                  <a:cubicBezTo>
                    <a:pt x="476" y="1906"/>
                    <a:pt x="0" y="2692"/>
                    <a:pt x="0" y="3525"/>
                  </a:cubicBezTo>
                  <a:cubicBezTo>
                    <a:pt x="0" y="4715"/>
                    <a:pt x="972" y="5675"/>
                    <a:pt x="2170" y="5675"/>
                  </a:cubicBezTo>
                  <a:cubicBezTo>
                    <a:pt x="2362" y="5675"/>
                    <a:pt x="2561" y="5650"/>
                    <a:pt x="2763" y="5597"/>
                  </a:cubicBezTo>
                  <a:cubicBezTo>
                    <a:pt x="3453" y="5430"/>
                    <a:pt x="3977" y="4906"/>
                    <a:pt x="4215" y="4263"/>
                  </a:cubicBezTo>
                  <a:cubicBezTo>
                    <a:pt x="4596" y="3097"/>
                    <a:pt x="4072" y="1977"/>
                    <a:pt x="3096" y="1525"/>
                  </a:cubicBezTo>
                  <a:lnTo>
                    <a:pt x="3096" y="1"/>
                  </a:ln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2" name="Google Shape;24312;p146"/>
            <p:cNvSpPr/>
            <p:nvPr/>
          </p:nvSpPr>
          <p:spPr>
            <a:xfrm>
              <a:off x="1233172" y="4283092"/>
              <a:ext cx="82138" cy="20169"/>
            </a:xfrm>
            <a:custGeom>
              <a:avLst/>
              <a:gdLst/>
              <a:ahLst/>
              <a:cxnLst/>
              <a:rect l="l" t="t" r="r" b="b"/>
              <a:pathLst>
                <a:path w="2525" h="620" extrusionOk="0">
                  <a:moveTo>
                    <a:pt x="334" y="1"/>
                  </a:moveTo>
                  <a:cubicBezTo>
                    <a:pt x="143" y="1"/>
                    <a:pt x="0" y="167"/>
                    <a:pt x="24" y="358"/>
                  </a:cubicBezTo>
                  <a:cubicBezTo>
                    <a:pt x="72" y="501"/>
                    <a:pt x="215" y="620"/>
                    <a:pt x="358" y="620"/>
                  </a:cubicBezTo>
                  <a:lnTo>
                    <a:pt x="2215" y="620"/>
                  </a:lnTo>
                  <a:cubicBezTo>
                    <a:pt x="2382" y="620"/>
                    <a:pt x="2525" y="477"/>
                    <a:pt x="2501" y="263"/>
                  </a:cubicBezTo>
                  <a:cubicBezTo>
                    <a:pt x="2477" y="120"/>
                    <a:pt x="2334" y="1"/>
                    <a:pt x="2167" y="1"/>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3" name="Google Shape;24313;p146"/>
            <p:cNvSpPr/>
            <p:nvPr/>
          </p:nvSpPr>
          <p:spPr>
            <a:xfrm>
              <a:off x="1208384" y="4434161"/>
              <a:ext cx="135585" cy="50389"/>
            </a:xfrm>
            <a:custGeom>
              <a:avLst/>
              <a:gdLst/>
              <a:ahLst/>
              <a:cxnLst/>
              <a:rect l="l" t="t" r="r" b="b"/>
              <a:pathLst>
                <a:path w="4168" h="1549" extrusionOk="0">
                  <a:moveTo>
                    <a:pt x="0" y="1"/>
                  </a:moveTo>
                  <a:cubicBezTo>
                    <a:pt x="262" y="882"/>
                    <a:pt x="1096" y="1548"/>
                    <a:pt x="2072" y="1548"/>
                  </a:cubicBezTo>
                  <a:cubicBezTo>
                    <a:pt x="3049" y="1548"/>
                    <a:pt x="3882" y="882"/>
                    <a:pt x="4168"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14" name="Google Shape;24314;p146"/>
          <p:cNvGrpSpPr/>
          <p:nvPr/>
        </p:nvGrpSpPr>
        <p:grpSpPr>
          <a:xfrm>
            <a:off x="1770796" y="4007533"/>
            <a:ext cx="321527" cy="345534"/>
            <a:chOff x="1770796" y="4159933"/>
            <a:chExt cx="321527" cy="345534"/>
          </a:xfrm>
        </p:grpSpPr>
        <p:sp>
          <p:nvSpPr>
            <p:cNvPr id="24315" name="Google Shape;24315;p146"/>
            <p:cNvSpPr/>
            <p:nvPr/>
          </p:nvSpPr>
          <p:spPr>
            <a:xfrm>
              <a:off x="1869199" y="4159933"/>
              <a:ext cx="123191" cy="20169"/>
            </a:xfrm>
            <a:custGeom>
              <a:avLst/>
              <a:gdLst/>
              <a:ahLst/>
              <a:cxnLst/>
              <a:rect l="l" t="t" r="r" b="b"/>
              <a:pathLst>
                <a:path w="3787" h="620" extrusionOk="0">
                  <a:moveTo>
                    <a:pt x="333" y="0"/>
                  </a:moveTo>
                  <a:cubicBezTo>
                    <a:pt x="167" y="0"/>
                    <a:pt x="0" y="167"/>
                    <a:pt x="48" y="357"/>
                  </a:cubicBezTo>
                  <a:cubicBezTo>
                    <a:pt x="71" y="500"/>
                    <a:pt x="214" y="619"/>
                    <a:pt x="357" y="619"/>
                  </a:cubicBezTo>
                  <a:lnTo>
                    <a:pt x="3453" y="619"/>
                  </a:lnTo>
                  <a:cubicBezTo>
                    <a:pt x="3644" y="619"/>
                    <a:pt x="3787" y="477"/>
                    <a:pt x="3763" y="262"/>
                  </a:cubicBezTo>
                  <a:cubicBezTo>
                    <a:pt x="3739" y="119"/>
                    <a:pt x="3572" y="0"/>
                    <a:pt x="3429" y="0"/>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6" name="Google Shape;24316;p146"/>
            <p:cNvSpPr/>
            <p:nvPr/>
          </p:nvSpPr>
          <p:spPr>
            <a:xfrm>
              <a:off x="1930388" y="4159933"/>
              <a:ext cx="61221" cy="20169"/>
            </a:xfrm>
            <a:custGeom>
              <a:avLst/>
              <a:gdLst/>
              <a:ahLst/>
              <a:cxnLst/>
              <a:rect l="l" t="t" r="r" b="b"/>
              <a:pathLst>
                <a:path w="1882" h="620" extrusionOk="0">
                  <a:moveTo>
                    <a:pt x="0" y="0"/>
                  </a:moveTo>
                  <a:lnTo>
                    <a:pt x="0" y="619"/>
                  </a:lnTo>
                  <a:lnTo>
                    <a:pt x="1548" y="619"/>
                  </a:lnTo>
                  <a:cubicBezTo>
                    <a:pt x="1691" y="619"/>
                    <a:pt x="1858" y="524"/>
                    <a:pt x="1858" y="357"/>
                  </a:cubicBezTo>
                  <a:cubicBezTo>
                    <a:pt x="1882" y="143"/>
                    <a:pt x="1739" y="0"/>
                    <a:pt x="1548" y="0"/>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7" name="Google Shape;24317;p146"/>
            <p:cNvSpPr/>
            <p:nvPr/>
          </p:nvSpPr>
          <p:spPr>
            <a:xfrm>
              <a:off x="1771576" y="4176979"/>
              <a:ext cx="319965" cy="328488"/>
            </a:xfrm>
            <a:custGeom>
              <a:avLst/>
              <a:gdLst/>
              <a:ahLst/>
              <a:cxnLst/>
              <a:rect l="l" t="t" r="r" b="b"/>
              <a:pathLst>
                <a:path w="9836" h="10098" extrusionOk="0">
                  <a:moveTo>
                    <a:pt x="3358" y="0"/>
                  </a:moveTo>
                  <a:lnTo>
                    <a:pt x="3358" y="3501"/>
                  </a:lnTo>
                  <a:lnTo>
                    <a:pt x="453" y="8383"/>
                  </a:lnTo>
                  <a:cubicBezTo>
                    <a:pt x="0" y="9145"/>
                    <a:pt x="548" y="10097"/>
                    <a:pt x="1429" y="10097"/>
                  </a:cubicBezTo>
                  <a:lnTo>
                    <a:pt x="8455" y="10097"/>
                  </a:lnTo>
                  <a:cubicBezTo>
                    <a:pt x="9288" y="10097"/>
                    <a:pt x="9836" y="9121"/>
                    <a:pt x="9383" y="8383"/>
                  </a:cubicBezTo>
                  <a:lnTo>
                    <a:pt x="6454" y="3501"/>
                  </a:lnTo>
                  <a:lnTo>
                    <a:pt x="6454" y="0"/>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8" name="Google Shape;24318;p146"/>
            <p:cNvSpPr/>
            <p:nvPr/>
          </p:nvSpPr>
          <p:spPr>
            <a:xfrm>
              <a:off x="1931169" y="4176979"/>
              <a:ext cx="160373" cy="328488"/>
            </a:xfrm>
            <a:custGeom>
              <a:avLst/>
              <a:gdLst/>
              <a:ahLst/>
              <a:cxnLst/>
              <a:rect l="l" t="t" r="r" b="b"/>
              <a:pathLst>
                <a:path w="4930" h="10098" extrusionOk="0">
                  <a:moveTo>
                    <a:pt x="0" y="0"/>
                  </a:moveTo>
                  <a:lnTo>
                    <a:pt x="0" y="10097"/>
                  </a:lnTo>
                  <a:lnTo>
                    <a:pt x="3525" y="10097"/>
                  </a:lnTo>
                  <a:cubicBezTo>
                    <a:pt x="4382" y="10097"/>
                    <a:pt x="4930" y="9121"/>
                    <a:pt x="4477" y="8383"/>
                  </a:cubicBezTo>
                  <a:cubicBezTo>
                    <a:pt x="2382" y="4882"/>
                    <a:pt x="3025" y="5954"/>
                    <a:pt x="1548" y="3501"/>
                  </a:cubicBezTo>
                  <a:lnTo>
                    <a:pt x="1548" y="0"/>
                  </a:ln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9" name="Google Shape;24319;p146"/>
            <p:cNvSpPr/>
            <p:nvPr/>
          </p:nvSpPr>
          <p:spPr>
            <a:xfrm>
              <a:off x="1770796" y="4353584"/>
              <a:ext cx="321527" cy="151883"/>
            </a:xfrm>
            <a:custGeom>
              <a:avLst/>
              <a:gdLst/>
              <a:ahLst/>
              <a:cxnLst/>
              <a:rect l="l" t="t" r="r" b="b"/>
              <a:pathLst>
                <a:path w="9884" h="4669" extrusionOk="0">
                  <a:moveTo>
                    <a:pt x="2192" y="1"/>
                  </a:moveTo>
                  <a:lnTo>
                    <a:pt x="429" y="2954"/>
                  </a:lnTo>
                  <a:cubicBezTo>
                    <a:pt x="1" y="3692"/>
                    <a:pt x="525" y="4668"/>
                    <a:pt x="1429" y="4668"/>
                  </a:cubicBezTo>
                  <a:lnTo>
                    <a:pt x="8455" y="4668"/>
                  </a:lnTo>
                  <a:cubicBezTo>
                    <a:pt x="9336" y="4668"/>
                    <a:pt x="9884" y="3716"/>
                    <a:pt x="9431" y="2954"/>
                  </a:cubicBezTo>
                  <a:lnTo>
                    <a:pt x="7645" y="1"/>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0" name="Google Shape;24320;p146"/>
            <p:cNvSpPr/>
            <p:nvPr/>
          </p:nvSpPr>
          <p:spPr>
            <a:xfrm>
              <a:off x="1930388" y="4354365"/>
              <a:ext cx="161154" cy="151102"/>
            </a:xfrm>
            <a:custGeom>
              <a:avLst/>
              <a:gdLst/>
              <a:ahLst/>
              <a:cxnLst/>
              <a:rect l="l" t="t" r="r" b="b"/>
              <a:pathLst>
                <a:path w="4954" h="4645" extrusionOk="0">
                  <a:moveTo>
                    <a:pt x="0" y="1"/>
                  </a:moveTo>
                  <a:lnTo>
                    <a:pt x="0" y="4644"/>
                  </a:lnTo>
                  <a:lnTo>
                    <a:pt x="3525" y="4644"/>
                  </a:lnTo>
                  <a:cubicBezTo>
                    <a:pt x="4406" y="4644"/>
                    <a:pt x="4954" y="3668"/>
                    <a:pt x="4454" y="2954"/>
                  </a:cubicBezTo>
                  <a:lnTo>
                    <a:pt x="271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1" name="Google Shape;24321;p146"/>
            <p:cNvSpPr/>
            <p:nvPr/>
          </p:nvSpPr>
          <p:spPr>
            <a:xfrm>
              <a:off x="1942001" y="4444245"/>
              <a:ext cx="19388" cy="19388"/>
            </a:xfrm>
            <a:custGeom>
              <a:avLst/>
              <a:gdLst/>
              <a:ahLst/>
              <a:cxnLst/>
              <a:rect l="l" t="t" r="r" b="b"/>
              <a:pathLst>
                <a:path w="596" h="596" extrusionOk="0">
                  <a:moveTo>
                    <a:pt x="310" y="0"/>
                  </a:moveTo>
                  <a:cubicBezTo>
                    <a:pt x="143" y="0"/>
                    <a:pt x="1" y="167"/>
                    <a:pt x="1" y="310"/>
                  </a:cubicBezTo>
                  <a:cubicBezTo>
                    <a:pt x="1" y="453"/>
                    <a:pt x="143" y="595"/>
                    <a:pt x="310" y="595"/>
                  </a:cubicBezTo>
                  <a:cubicBezTo>
                    <a:pt x="453" y="595"/>
                    <a:pt x="596" y="476"/>
                    <a:pt x="596" y="310"/>
                  </a:cubicBezTo>
                  <a:cubicBezTo>
                    <a:pt x="596" y="167"/>
                    <a:pt x="453" y="0"/>
                    <a:pt x="310" y="0"/>
                  </a:cubicBezTo>
                  <a:close/>
                </a:path>
              </a:pathLst>
            </a:custGeom>
            <a:solidFill>
              <a:srgbClr val="7E8F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2" name="Google Shape;24322;p146"/>
            <p:cNvSpPr/>
            <p:nvPr/>
          </p:nvSpPr>
          <p:spPr>
            <a:xfrm>
              <a:off x="1962137" y="4384585"/>
              <a:ext cx="19420" cy="19388"/>
            </a:xfrm>
            <a:custGeom>
              <a:avLst/>
              <a:gdLst/>
              <a:ahLst/>
              <a:cxnLst/>
              <a:rect l="l" t="t" r="r" b="b"/>
              <a:pathLst>
                <a:path w="597" h="596" extrusionOk="0">
                  <a:moveTo>
                    <a:pt x="310" y="0"/>
                  </a:moveTo>
                  <a:cubicBezTo>
                    <a:pt x="167" y="0"/>
                    <a:pt x="1" y="119"/>
                    <a:pt x="1" y="286"/>
                  </a:cubicBezTo>
                  <a:cubicBezTo>
                    <a:pt x="1" y="453"/>
                    <a:pt x="167" y="596"/>
                    <a:pt x="310" y="596"/>
                  </a:cubicBezTo>
                  <a:cubicBezTo>
                    <a:pt x="453" y="596"/>
                    <a:pt x="596" y="477"/>
                    <a:pt x="596" y="286"/>
                  </a:cubicBezTo>
                  <a:cubicBezTo>
                    <a:pt x="596" y="119"/>
                    <a:pt x="453" y="0"/>
                    <a:pt x="310" y="0"/>
                  </a:cubicBezTo>
                  <a:close/>
                </a:path>
              </a:pathLst>
            </a:custGeom>
            <a:solidFill>
              <a:srgbClr val="7E8F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3" name="Google Shape;24323;p146"/>
            <p:cNvSpPr/>
            <p:nvPr/>
          </p:nvSpPr>
          <p:spPr>
            <a:xfrm>
              <a:off x="1869199" y="4384585"/>
              <a:ext cx="60441" cy="59693"/>
            </a:xfrm>
            <a:custGeom>
              <a:avLst/>
              <a:gdLst/>
              <a:ahLst/>
              <a:cxnLst/>
              <a:rect l="l" t="t" r="r" b="b"/>
              <a:pathLst>
                <a:path w="1858" h="1835" extrusionOk="0">
                  <a:moveTo>
                    <a:pt x="929" y="0"/>
                  </a:moveTo>
                  <a:cubicBezTo>
                    <a:pt x="429" y="0"/>
                    <a:pt x="0" y="405"/>
                    <a:pt x="0" y="929"/>
                  </a:cubicBezTo>
                  <a:cubicBezTo>
                    <a:pt x="0" y="1429"/>
                    <a:pt x="429" y="1834"/>
                    <a:pt x="929" y="1834"/>
                  </a:cubicBezTo>
                  <a:cubicBezTo>
                    <a:pt x="1477" y="1834"/>
                    <a:pt x="1858" y="1429"/>
                    <a:pt x="1858" y="929"/>
                  </a:cubicBezTo>
                  <a:cubicBezTo>
                    <a:pt x="1858" y="405"/>
                    <a:pt x="1429" y="0"/>
                    <a:pt x="929" y="0"/>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24" name="Google Shape;24324;p146"/>
          <p:cNvGrpSpPr/>
          <p:nvPr/>
        </p:nvGrpSpPr>
        <p:grpSpPr>
          <a:xfrm>
            <a:off x="2529981" y="4007533"/>
            <a:ext cx="309913" cy="345534"/>
            <a:chOff x="2529981" y="4159933"/>
            <a:chExt cx="309913" cy="345534"/>
          </a:xfrm>
        </p:grpSpPr>
        <p:sp>
          <p:nvSpPr>
            <p:cNvPr id="24325" name="Google Shape;24325;p146"/>
            <p:cNvSpPr/>
            <p:nvPr/>
          </p:nvSpPr>
          <p:spPr>
            <a:xfrm>
              <a:off x="2529981" y="4159933"/>
              <a:ext cx="306042" cy="101494"/>
            </a:xfrm>
            <a:custGeom>
              <a:avLst/>
              <a:gdLst/>
              <a:ahLst/>
              <a:cxnLst/>
              <a:rect l="l" t="t" r="r" b="b"/>
              <a:pathLst>
                <a:path w="9408" h="3120" extrusionOk="0">
                  <a:moveTo>
                    <a:pt x="310" y="0"/>
                  </a:moveTo>
                  <a:cubicBezTo>
                    <a:pt x="144" y="0"/>
                    <a:pt x="1" y="167"/>
                    <a:pt x="25" y="357"/>
                  </a:cubicBezTo>
                  <a:cubicBezTo>
                    <a:pt x="48" y="500"/>
                    <a:pt x="215" y="619"/>
                    <a:pt x="358" y="619"/>
                  </a:cubicBezTo>
                  <a:lnTo>
                    <a:pt x="763" y="619"/>
                  </a:lnTo>
                  <a:lnTo>
                    <a:pt x="763" y="2501"/>
                  </a:lnTo>
                  <a:lnTo>
                    <a:pt x="358" y="2501"/>
                  </a:lnTo>
                  <a:cubicBezTo>
                    <a:pt x="167" y="2501"/>
                    <a:pt x="25" y="2667"/>
                    <a:pt x="48" y="2858"/>
                  </a:cubicBezTo>
                  <a:cubicBezTo>
                    <a:pt x="96" y="3001"/>
                    <a:pt x="239" y="3120"/>
                    <a:pt x="382" y="3120"/>
                  </a:cubicBezTo>
                  <a:lnTo>
                    <a:pt x="7836" y="3120"/>
                  </a:lnTo>
                  <a:cubicBezTo>
                    <a:pt x="8693" y="3120"/>
                    <a:pt x="9408" y="2382"/>
                    <a:pt x="9336" y="1477"/>
                  </a:cubicBezTo>
                  <a:cubicBezTo>
                    <a:pt x="9312" y="643"/>
                    <a:pt x="8598" y="0"/>
                    <a:pt x="7764" y="0"/>
                  </a:cubicBezTo>
                  <a:close/>
                </a:path>
              </a:pathLst>
            </a:custGeom>
            <a:solidFill>
              <a:srgbClr val="AE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6" name="Google Shape;24326;p146"/>
            <p:cNvSpPr/>
            <p:nvPr/>
          </p:nvSpPr>
          <p:spPr>
            <a:xfrm>
              <a:off x="2684140" y="4160714"/>
              <a:ext cx="151883" cy="100713"/>
            </a:xfrm>
            <a:custGeom>
              <a:avLst/>
              <a:gdLst/>
              <a:ahLst/>
              <a:cxnLst/>
              <a:rect l="l" t="t" r="r" b="b"/>
              <a:pathLst>
                <a:path w="4669" h="3096" extrusionOk="0">
                  <a:moveTo>
                    <a:pt x="1" y="0"/>
                  </a:moveTo>
                  <a:lnTo>
                    <a:pt x="1" y="3096"/>
                  </a:lnTo>
                  <a:lnTo>
                    <a:pt x="3073" y="3096"/>
                  </a:lnTo>
                  <a:cubicBezTo>
                    <a:pt x="3954" y="3096"/>
                    <a:pt x="4669" y="2381"/>
                    <a:pt x="4621" y="1500"/>
                  </a:cubicBezTo>
                  <a:cubicBezTo>
                    <a:pt x="4597" y="667"/>
                    <a:pt x="3883" y="0"/>
                    <a:pt x="3049"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7" name="Google Shape;24327;p146"/>
            <p:cNvSpPr/>
            <p:nvPr/>
          </p:nvSpPr>
          <p:spPr>
            <a:xfrm>
              <a:off x="2529981" y="4403941"/>
              <a:ext cx="309913" cy="101526"/>
            </a:xfrm>
            <a:custGeom>
              <a:avLst/>
              <a:gdLst/>
              <a:ahLst/>
              <a:cxnLst/>
              <a:rect l="l" t="t" r="r" b="b"/>
              <a:pathLst>
                <a:path w="9527" h="3121" extrusionOk="0">
                  <a:moveTo>
                    <a:pt x="310" y="1"/>
                  </a:moveTo>
                  <a:cubicBezTo>
                    <a:pt x="144" y="1"/>
                    <a:pt x="1" y="144"/>
                    <a:pt x="25" y="358"/>
                  </a:cubicBezTo>
                  <a:cubicBezTo>
                    <a:pt x="48" y="501"/>
                    <a:pt x="191" y="620"/>
                    <a:pt x="358" y="620"/>
                  </a:cubicBezTo>
                  <a:lnTo>
                    <a:pt x="763" y="620"/>
                  </a:lnTo>
                  <a:lnTo>
                    <a:pt x="763" y="2501"/>
                  </a:lnTo>
                  <a:lnTo>
                    <a:pt x="358" y="2501"/>
                  </a:lnTo>
                  <a:cubicBezTo>
                    <a:pt x="167" y="2501"/>
                    <a:pt x="25" y="2668"/>
                    <a:pt x="48" y="2858"/>
                  </a:cubicBezTo>
                  <a:cubicBezTo>
                    <a:pt x="72" y="3001"/>
                    <a:pt x="239" y="3120"/>
                    <a:pt x="382" y="3120"/>
                  </a:cubicBezTo>
                  <a:lnTo>
                    <a:pt x="7860" y="3120"/>
                  </a:lnTo>
                  <a:cubicBezTo>
                    <a:pt x="8788" y="3120"/>
                    <a:pt x="9527" y="2311"/>
                    <a:pt x="9336" y="1358"/>
                  </a:cubicBezTo>
                  <a:cubicBezTo>
                    <a:pt x="9241" y="596"/>
                    <a:pt x="8598" y="1"/>
                    <a:pt x="7788"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8" name="Google Shape;24328;p146"/>
            <p:cNvSpPr/>
            <p:nvPr/>
          </p:nvSpPr>
          <p:spPr>
            <a:xfrm>
              <a:off x="2684140" y="4403941"/>
              <a:ext cx="151883" cy="100745"/>
            </a:xfrm>
            <a:custGeom>
              <a:avLst/>
              <a:gdLst/>
              <a:ahLst/>
              <a:cxnLst/>
              <a:rect l="l" t="t" r="r" b="b"/>
              <a:pathLst>
                <a:path w="4669" h="3097" extrusionOk="0">
                  <a:moveTo>
                    <a:pt x="1" y="1"/>
                  </a:moveTo>
                  <a:lnTo>
                    <a:pt x="1" y="3097"/>
                  </a:lnTo>
                  <a:lnTo>
                    <a:pt x="3097" y="3097"/>
                  </a:lnTo>
                  <a:cubicBezTo>
                    <a:pt x="3954" y="3097"/>
                    <a:pt x="4669" y="2382"/>
                    <a:pt x="4645" y="1477"/>
                  </a:cubicBezTo>
                  <a:cubicBezTo>
                    <a:pt x="4597" y="644"/>
                    <a:pt x="3906"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9" name="Google Shape;24329;p146"/>
            <p:cNvSpPr/>
            <p:nvPr/>
          </p:nvSpPr>
          <p:spPr>
            <a:xfrm>
              <a:off x="2553240" y="4424077"/>
              <a:ext cx="263428" cy="61254"/>
            </a:xfrm>
            <a:custGeom>
              <a:avLst/>
              <a:gdLst/>
              <a:ahLst/>
              <a:cxnLst/>
              <a:rect l="l" t="t" r="r" b="b"/>
              <a:pathLst>
                <a:path w="8098" h="1883" extrusionOk="0">
                  <a:moveTo>
                    <a:pt x="0" y="1"/>
                  </a:moveTo>
                  <a:lnTo>
                    <a:pt x="0" y="1882"/>
                  </a:lnTo>
                  <a:lnTo>
                    <a:pt x="7097" y="1882"/>
                  </a:lnTo>
                  <a:cubicBezTo>
                    <a:pt x="7597" y="1882"/>
                    <a:pt x="8026" y="1501"/>
                    <a:pt x="8050" y="977"/>
                  </a:cubicBezTo>
                  <a:cubicBezTo>
                    <a:pt x="8097" y="453"/>
                    <a:pt x="7668" y="1"/>
                    <a:pt x="7145" y="1"/>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0" name="Google Shape;24330;p146"/>
            <p:cNvSpPr/>
            <p:nvPr/>
          </p:nvSpPr>
          <p:spPr>
            <a:xfrm>
              <a:off x="2684140" y="4424077"/>
              <a:ext cx="131747" cy="61254"/>
            </a:xfrm>
            <a:custGeom>
              <a:avLst/>
              <a:gdLst/>
              <a:ahLst/>
              <a:cxnLst/>
              <a:rect l="l" t="t" r="r" b="b"/>
              <a:pathLst>
                <a:path w="4050" h="1883" extrusionOk="0">
                  <a:moveTo>
                    <a:pt x="1" y="1"/>
                  </a:moveTo>
                  <a:lnTo>
                    <a:pt x="1" y="1882"/>
                  </a:lnTo>
                  <a:lnTo>
                    <a:pt x="3097" y="1882"/>
                  </a:lnTo>
                  <a:cubicBezTo>
                    <a:pt x="3573" y="1882"/>
                    <a:pt x="4002" y="1454"/>
                    <a:pt x="4002" y="977"/>
                  </a:cubicBezTo>
                  <a:cubicBezTo>
                    <a:pt x="4049" y="453"/>
                    <a:pt x="3621" y="1"/>
                    <a:pt x="3097" y="1"/>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1" name="Google Shape;24331;p146"/>
            <p:cNvSpPr/>
            <p:nvPr/>
          </p:nvSpPr>
          <p:spPr>
            <a:xfrm>
              <a:off x="2530761" y="4283092"/>
              <a:ext cx="305262" cy="100745"/>
            </a:xfrm>
            <a:custGeom>
              <a:avLst/>
              <a:gdLst/>
              <a:ahLst/>
              <a:cxnLst/>
              <a:rect l="l" t="t" r="r" b="b"/>
              <a:pathLst>
                <a:path w="9384" h="3097" extrusionOk="0">
                  <a:moveTo>
                    <a:pt x="1572" y="1"/>
                  </a:moveTo>
                  <a:cubicBezTo>
                    <a:pt x="715" y="1"/>
                    <a:pt x="1" y="715"/>
                    <a:pt x="24" y="1596"/>
                  </a:cubicBezTo>
                  <a:cubicBezTo>
                    <a:pt x="72" y="2430"/>
                    <a:pt x="786" y="3097"/>
                    <a:pt x="1620" y="3097"/>
                  </a:cubicBezTo>
                  <a:lnTo>
                    <a:pt x="9050" y="3097"/>
                  </a:lnTo>
                  <a:cubicBezTo>
                    <a:pt x="9217" y="3097"/>
                    <a:pt x="9384" y="2906"/>
                    <a:pt x="9384" y="2763"/>
                  </a:cubicBezTo>
                  <a:cubicBezTo>
                    <a:pt x="9360" y="2620"/>
                    <a:pt x="9193" y="2501"/>
                    <a:pt x="9050" y="2501"/>
                  </a:cubicBezTo>
                  <a:lnTo>
                    <a:pt x="8645" y="2501"/>
                  </a:lnTo>
                  <a:lnTo>
                    <a:pt x="8645" y="620"/>
                  </a:lnTo>
                  <a:lnTo>
                    <a:pt x="9050" y="620"/>
                  </a:lnTo>
                  <a:cubicBezTo>
                    <a:pt x="9241" y="620"/>
                    <a:pt x="9384" y="429"/>
                    <a:pt x="9360" y="263"/>
                  </a:cubicBezTo>
                  <a:cubicBezTo>
                    <a:pt x="9312" y="120"/>
                    <a:pt x="9169" y="1"/>
                    <a:pt x="9026" y="1"/>
                  </a:cubicBezTo>
                  <a:close/>
                </a:path>
              </a:pathLst>
            </a:custGeom>
            <a:solidFill>
              <a:srgbClr val="9EAA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2" name="Google Shape;24332;p146"/>
            <p:cNvSpPr/>
            <p:nvPr/>
          </p:nvSpPr>
          <p:spPr>
            <a:xfrm>
              <a:off x="2684921" y="4281563"/>
              <a:ext cx="151883" cy="100713"/>
            </a:xfrm>
            <a:custGeom>
              <a:avLst/>
              <a:gdLst/>
              <a:ahLst/>
              <a:cxnLst/>
              <a:rect l="l" t="t" r="r" b="b"/>
              <a:pathLst>
                <a:path w="4669" h="3096" extrusionOk="0">
                  <a:moveTo>
                    <a:pt x="1" y="0"/>
                  </a:moveTo>
                  <a:lnTo>
                    <a:pt x="1" y="3096"/>
                  </a:lnTo>
                  <a:lnTo>
                    <a:pt x="4335" y="3096"/>
                  </a:lnTo>
                  <a:cubicBezTo>
                    <a:pt x="4502" y="3096"/>
                    <a:pt x="4645" y="2977"/>
                    <a:pt x="4668" y="2834"/>
                  </a:cubicBezTo>
                  <a:cubicBezTo>
                    <a:pt x="4645" y="2667"/>
                    <a:pt x="4478" y="2501"/>
                    <a:pt x="4311" y="2501"/>
                  </a:cubicBezTo>
                  <a:lnTo>
                    <a:pt x="3906" y="2501"/>
                  </a:lnTo>
                  <a:lnTo>
                    <a:pt x="3906" y="643"/>
                  </a:lnTo>
                  <a:lnTo>
                    <a:pt x="4311" y="643"/>
                  </a:lnTo>
                  <a:cubicBezTo>
                    <a:pt x="4454" y="643"/>
                    <a:pt x="4621" y="524"/>
                    <a:pt x="4645" y="357"/>
                  </a:cubicBezTo>
                  <a:cubicBezTo>
                    <a:pt x="4668" y="191"/>
                    <a:pt x="4525" y="0"/>
                    <a:pt x="4335" y="0"/>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3" name="Google Shape;24333;p146"/>
            <p:cNvSpPr/>
            <p:nvPr/>
          </p:nvSpPr>
          <p:spPr>
            <a:xfrm>
              <a:off x="2552459" y="4302480"/>
              <a:ext cx="262647" cy="60441"/>
            </a:xfrm>
            <a:custGeom>
              <a:avLst/>
              <a:gdLst/>
              <a:ahLst/>
              <a:cxnLst/>
              <a:rect l="l" t="t" r="r" b="b"/>
              <a:pathLst>
                <a:path w="8074" h="1858" extrusionOk="0">
                  <a:moveTo>
                    <a:pt x="953" y="0"/>
                  </a:moveTo>
                  <a:cubicBezTo>
                    <a:pt x="405" y="0"/>
                    <a:pt x="0" y="429"/>
                    <a:pt x="24" y="976"/>
                  </a:cubicBezTo>
                  <a:cubicBezTo>
                    <a:pt x="48" y="1453"/>
                    <a:pt x="477" y="1858"/>
                    <a:pt x="977" y="1858"/>
                  </a:cubicBezTo>
                  <a:lnTo>
                    <a:pt x="8074" y="1858"/>
                  </a:lnTo>
                  <a:lnTo>
                    <a:pt x="8074" y="0"/>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4" name="Google Shape;24334;p146"/>
            <p:cNvSpPr/>
            <p:nvPr/>
          </p:nvSpPr>
          <p:spPr>
            <a:xfrm>
              <a:off x="2684140" y="4302480"/>
              <a:ext cx="131747" cy="60441"/>
            </a:xfrm>
            <a:custGeom>
              <a:avLst/>
              <a:gdLst/>
              <a:ahLst/>
              <a:cxnLst/>
              <a:rect l="l" t="t" r="r" b="b"/>
              <a:pathLst>
                <a:path w="4050" h="1858" extrusionOk="0">
                  <a:moveTo>
                    <a:pt x="1" y="0"/>
                  </a:moveTo>
                  <a:lnTo>
                    <a:pt x="1" y="1858"/>
                  </a:lnTo>
                  <a:lnTo>
                    <a:pt x="4049" y="1858"/>
                  </a:lnTo>
                  <a:lnTo>
                    <a:pt x="4049" y="0"/>
                  </a:ln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5" name="Google Shape;24335;p146"/>
            <p:cNvSpPr/>
            <p:nvPr/>
          </p:nvSpPr>
          <p:spPr>
            <a:xfrm>
              <a:off x="2592731" y="4342752"/>
              <a:ext cx="81260" cy="101266"/>
            </a:xfrm>
            <a:custGeom>
              <a:avLst/>
              <a:gdLst/>
              <a:ahLst/>
              <a:cxnLst/>
              <a:rect l="l" t="t" r="r" b="b"/>
              <a:pathLst>
                <a:path w="2498" h="3113" extrusionOk="0">
                  <a:moveTo>
                    <a:pt x="310" y="0"/>
                  </a:moveTo>
                  <a:cubicBezTo>
                    <a:pt x="144" y="0"/>
                    <a:pt x="1" y="119"/>
                    <a:pt x="1" y="310"/>
                  </a:cubicBezTo>
                  <a:lnTo>
                    <a:pt x="1" y="2763"/>
                  </a:lnTo>
                  <a:cubicBezTo>
                    <a:pt x="1" y="2949"/>
                    <a:pt x="163" y="3082"/>
                    <a:pt x="346" y="3082"/>
                  </a:cubicBezTo>
                  <a:cubicBezTo>
                    <a:pt x="374" y="3082"/>
                    <a:pt x="401" y="3079"/>
                    <a:pt x="429" y="3072"/>
                  </a:cubicBezTo>
                  <a:lnTo>
                    <a:pt x="1263" y="2811"/>
                  </a:lnTo>
                  <a:lnTo>
                    <a:pt x="2096" y="3096"/>
                  </a:lnTo>
                  <a:cubicBezTo>
                    <a:pt x="2127" y="3108"/>
                    <a:pt x="2158" y="3113"/>
                    <a:pt x="2188" y="3113"/>
                  </a:cubicBezTo>
                  <a:cubicBezTo>
                    <a:pt x="2349" y="3113"/>
                    <a:pt x="2497" y="2963"/>
                    <a:pt x="2477" y="2763"/>
                  </a:cubicBezTo>
                  <a:lnTo>
                    <a:pt x="2477" y="310"/>
                  </a:lnTo>
                  <a:cubicBezTo>
                    <a:pt x="2477" y="143"/>
                    <a:pt x="2358" y="0"/>
                    <a:pt x="2168"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6" name="Google Shape;24336;p146"/>
            <p:cNvSpPr/>
            <p:nvPr/>
          </p:nvSpPr>
          <p:spPr>
            <a:xfrm>
              <a:off x="2551678" y="4180069"/>
              <a:ext cx="264209" cy="61221"/>
            </a:xfrm>
            <a:custGeom>
              <a:avLst/>
              <a:gdLst/>
              <a:ahLst/>
              <a:cxnLst/>
              <a:rect l="l" t="t" r="r" b="b"/>
              <a:pathLst>
                <a:path w="8122" h="1882" extrusionOk="0">
                  <a:moveTo>
                    <a:pt x="1" y="0"/>
                  </a:moveTo>
                  <a:lnTo>
                    <a:pt x="1" y="1882"/>
                  </a:lnTo>
                  <a:lnTo>
                    <a:pt x="7121" y="1882"/>
                  </a:lnTo>
                  <a:cubicBezTo>
                    <a:pt x="7597" y="1882"/>
                    <a:pt x="8050" y="1501"/>
                    <a:pt x="8074" y="977"/>
                  </a:cubicBezTo>
                  <a:cubicBezTo>
                    <a:pt x="8121" y="453"/>
                    <a:pt x="7693" y="0"/>
                    <a:pt x="7145" y="0"/>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7" name="Google Shape;24337;p146"/>
            <p:cNvSpPr/>
            <p:nvPr/>
          </p:nvSpPr>
          <p:spPr>
            <a:xfrm>
              <a:off x="2684140" y="4180069"/>
              <a:ext cx="130966" cy="61221"/>
            </a:xfrm>
            <a:custGeom>
              <a:avLst/>
              <a:gdLst/>
              <a:ahLst/>
              <a:cxnLst/>
              <a:rect l="l" t="t" r="r" b="b"/>
              <a:pathLst>
                <a:path w="4026" h="1882" extrusionOk="0">
                  <a:moveTo>
                    <a:pt x="1" y="0"/>
                  </a:moveTo>
                  <a:lnTo>
                    <a:pt x="1" y="1882"/>
                  </a:lnTo>
                  <a:lnTo>
                    <a:pt x="3049" y="1882"/>
                  </a:lnTo>
                  <a:cubicBezTo>
                    <a:pt x="3525" y="1882"/>
                    <a:pt x="3978" y="1501"/>
                    <a:pt x="4002" y="977"/>
                  </a:cubicBezTo>
                  <a:cubicBezTo>
                    <a:pt x="4026" y="453"/>
                    <a:pt x="3621" y="0"/>
                    <a:pt x="3073" y="0"/>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8" name="Google Shape;24338;p146"/>
            <p:cNvSpPr/>
            <p:nvPr/>
          </p:nvSpPr>
          <p:spPr>
            <a:xfrm>
              <a:off x="2693444" y="4221903"/>
              <a:ext cx="81292" cy="100257"/>
            </a:xfrm>
            <a:custGeom>
              <a:avLst/>
              <a:gdLst/>
              <a:ahLst/>
              <a:cxnLst/>
              <a:rect l="l" t="t" r="r" b="b"/>
              <a:pathLst>
                <a:path w="2499" h="3082" extrusionOk="0">
                  <a:moveTo>
                    <a:pt x="310" y="0"/>
                  </a:moveTo>
                  <a:cubicBezTo>
                    <a:pt x="144" y="0"/>
                    <a:pt x="1" y="119"/>
                    <a:pt x="1" y="286"/>
                  </a:cubicBezTo>
                  <a:lnTo>
                    <a:pt x="1" y="2763"/>
                  </a:lnTo>
                  <a:cubicBezTo>
                    <a:pt x="1" y="2949"/>
                    <a:pt x="163" y="3082"/>
                    <a:pt x="330" y="3082"/>
                  </a:cubicBezTo>
                  <a:cubicBezTo>
                    <a:pt x="355" y="3082"/>
                    <a:pt x="381" y="3079"/>
                    <a:pt x="405" y="3072"/>
                  </a:cubicBezTo>
                  <a:lnTo>
                    <a:pt x="1239" y="2787"/>
                  </a:lnTo>
                  <a:lnTo>
                    <a:pt x="2096" y="3072"/>
                  </a:lnTo>
                  <a:cubicBezTo>
                    <a:pt x="2121" y="3079"/>
                    <a:pt x="2146" y="3082"/>
                    <a:pt x="2171" y="3082"/>
                  </a:cubicBezTo>
                  <a:cubicBezTo>
                    <a:pt x="2339" y="3082"/>
                    <a:pt x="2498" y="2949"/>
                    <a:pt x="2477" y="2763"/>
                  </a:cubicBezTo>
                  <a:lnTo>
                    <a:pt x="2477" y="286"/>
                  </a:lnTo>
                  <a:cubicBezTo>
                    <a:pt x="2477" y="143"/>
                    <a:pt x="2358" y="0"/>
                    <a:pt x="21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39" name="Google Shape;24339;p146"/>
          <p:cNvGrpSpPr/>
          <p:nvPr/>
        </p:nvGrpSpPr>
        <p:grpSpPr>
          <a:xfrm>
            <a:off x="3262849" y="4008314"/>
            <a:ext cx="344753" cy="344753"/>
            <a:chOff x="3262849" y="4160714"/>
            <a:chExt cx="344753" cy="344753"/>
          </a:xfrm>
        </p:grpSpPr>
        <p:sp>
          <p:nvSpPr>
            <p:cNvPr id="24340" name="Google Shape;24340;p146"/>
            <p:cNvSpPr/>
            <p:nvPr/>
          </p:nvSpPr>
          <p:spPr>
            <a:xfrm>
              <a:off x="3262849" y="4160714"/>
              <a:ext cx="344753" cy="344753"/>
            </a:xfrm>
            <a:custGeom>
              <a:avLst/>
              <a:gdLst/>
              <a:ahLst/>
              <a:cxnLst/>
              <a:rect l="l" t="t" r="r" b="b"/>
              <a:pathLst>
                <a:path w="10598" h="10598" extrusionOk="0">
                  <a:moveTo>
                    <a:pt x="5311" y="0"/>
                  </a:moveTo>
                  <a:cubicBezTo>
                    <a:pt x="2382" y="0"/>
                    <a:pt x="0" y="2381"/>
                    <a:pt x="0" y="5311"/>
                  </a:cubicBezTo>
                  <a:cubicBezTo>
                    <a:pt x="0" y="8216"/>
                    <a:pt x="2382" y="10597"/>
                    <a:pt x="5311" y="10597"/>
                  </a:cubicBezTo>
                  <a:cubicBezTo>
                    <a:pt x="8216" y="10597"/>
                    <a:pt x="10598" y="8216"/>
                    <a:pt x="10598" y="5311"/>
                  </a:cubicBezTo>
                  <a:cubicBezTo>
                    <a:pt x="10598" y="2358"/>
                    <a:pt x="8216" y="0"/>
                    <a:pt x="5311" y="0"/>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1" name="Google Shape;24341;p146"/>
            <p:cNvSpPr/>
            <p:nvPr/>
          </p:nvSpPr>
          <p:spPr>
            <a:xfrm>
              <a:off x="3435583" y="4160714"/>
              <a:ext cx="172019" cy="344753"/>
            </a:xfrm>
            <a:custGeom>
              <a:avLst/>
              <a:gdLst/>
              <a:ahLst/>
              <a:cxnLst/>
              <a:rect l="l" t="t" r="r" b="b"/>
              <a:pathLst>
                <a:path w="5288" h="10598" extrusionOk="0">
                  <a:moveTo>
                    <a:pt x="1" y="0"/>
                  </a:moveTo>
                  <a:lnTo>
                    <a:pt x="1" y="10597"/>
                  </a:lnTo>
                  <a:cubicBezTo>
                    <a:pt x="2906" y="10597"/>
                    <a:pt x="5288" y="8216"/>
                    <a:pt x="5288" y="5311"/>
                  </a:cubicBezTo>
                  <a:cubicBezTo>
                    <a:pt x="5288" y="2358"/>
                    <a:pt x="2906" y="0"/>
                    <a:pt x="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2" name="Google Shape;24342;p146"/>
            <p:cNvSpPr/>
            <p:nvPr/>
          </p:nvSpPr>
          <p:spPr>
            <a:xfrm>
              <a:off x="3282985" y="4180850"/>
              <a:ext cx="304481" cy="304481"/>
            </a:xfrm>
            <a:custGeom>
              <a:avLst/>
              <a:gdLst/>
              <a:ahLst/>
              <a:cxnLst/>
              <a:rect l="l" t="t" r="r" b="b"/>
              <a:pathLst>
                <a:path w="9360" h="9360" extrusionOk="0">
                  <a:moveTo>
                    <a:pt x="4692" y="0"/>
                  </a:moveTo>
                  <a:cubicBezTo>
                    <a:pt x="2096" y="0"/>
                    <a:pt x="0" y="2096"/>
                    <a:pt x="0" y="4692"/>
                  </a:cubicBezTo>
                  <a:cubicBezTo>
                    <a:pt x="0" y="7264"/>
                    <a:pt x="2096" y="9359"/>
                    <a:pt x="4692" y="9359"/>
                  </a:cubicBezTo>
                  <a:cubicBezTo>
                    <a:pt x="7264" y="9359"/>
                    <a:pt x="9360" y="7264"/>
                    <a:pt x="9360" y="4692"/>
                  </a:cubicBezTo>
                  <a:cubicBezTo>
                    <a:pt x="9360" y="2096"/>
                    <a:pt x="7264" y="0"/>
                    <a:pt x="4692" y="0"/>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3" name="Google Shape;24343;p146"/>
            <p:cNvSpPr/>
            <p:nvPr/>
          </p:nvSpPr>
          <p:spPr>
            <a:xfrm>
              <a:off x="3435583" y="4180850"/>
              <a:ext cx="151883" cy="304481"/>
            </a:xfrm>
            <a:custGeom>
              <a:avLst/>
              <a:gdLst/>
              <a:ahLst/>
              <a:cxnLst/>
              <a:rect l="l" t="t" r="r" b="b"/>
              <a:pathLst>
                <a:path w="4669" h="9360" extrusionOk="0">
                  <a:moveTo>
                    <a:pt x="44" y="0"/>
                  </a:moveTo>
                  <a:cubicBezTo>
                    <a:pt x="30" y="0"/>
                    <a:pt x="15" y="0"/>
                    <a:pt x="1" y="0"/>
                  </a:cubicBezTo>
                  <a:lnTo>
                    <a:pt x="1" y="9359"/>
                  </a:lnTo>
                  <a:cubicBezTo>
                    <a:pt x="2573" y="9359"/>
                    <a:pt x="4669" y="7264"/>
                    <a:pt x="4669" y="4692"/>
                  </a:cubicBezTo>
                  <a:cubicBezTo>
                    <a:pt x="4669" y="2110"/>
                    <a:pt x="2596" y="0"/>
                    <a:pt x="44"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4" name="Google Shape;24344;p146"/>
            <p:cNvSpPr/>
            <p:nvPr/>
          </p:nvSpPr>
          <p:spPr>
            <a:xfrm>
              <a:off x="3355039" y="4363669"/>
              <a:ext cx="59660" cy="60441"/>
            </a:xfrm>
            <a:custGeom>
              <a:avLst/>
              <a:gdLst/>
              <a:ahLst/>
              <a:cxnLst/>
              <a:rect l="l" t="t" r="r" b="b"/>
              <a:pathLst>
                <a:path w="1834" h="1858" extrusionOk="0">
                  <a:moveTo>
                    <a:pt x="929" y="0"/>
                  </a:moveTo>
                  <a:cubicBezTo>
                    <a:pt x="405" y="0"/>
                    <a:pt x="0" y="429"/>
                    <a:pt x="0" y="929"/>
                  </a:cubicBezTo>
                  <a:cubicBezTo>
                    <a:pt x="0" y="1453"/>
                    <a:pt x="405" y="1858"/>
                    <a:pt x="929" y="1858"/>
                  </a:cubicBezTo>
                  <a:cubicBezTo>
                    <a:pt x="1429" y="1858"/>
                    <a:pt x="1834" y="1453"/>
                    <a:pt x="1834" y="929"/>
                  </a:cubicBezTo>
                  <a:cubicBezTo>
                    <a:pt x="1834" y="429"/>
                    <a:pt x="1429" y="0"/>
                    <a:pt x="929"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5" name="Google Shape;24345;p146"/>
            <p:cNvSpPr/>
            <p:nvPr/>
          </p:nvSpPr>
          <p:spPr>
            <a:xfrm>
              <a:off x="3375175" y="4384585"/>
              <a:ext cx="19388" cy="19388"/>
            </a:xfrm>
            <a:custGeom>
              <a:avLst/>
              <a:gdLst/>
              <a:ahLst/>
              <a:cxnLst/>
              <a:rect l="l" t="t" r="r" b="b"/>
              <a:pathLst>
                <a:path w="596" h="596" extrusionOk="0">
                  <a:moveTo>
                    <a:pt x="310" y="0"/>
                  </a:moveTo>
                  <a:cubicBezTo>
                    <a:pt x="119" y="0"/>
                    <a:pt x="0" y="143"/>
                    <a:pt x="0" y="286"/>
                  </a:cubicBezTo>
                  <a:cubicBezTo>
                    <a:pt x="0" y="477"/>
                    <a:pt x="143" y="596"/>
                    <a:pt x="310" y="596"/>
                  </a:cubicBezTo>
                  <a:cubicBezTo>
                    <a:pt x="477" y="596"/>
                    <a:pt x="596" y="453"/>
                    <a:pt x="596" y="286"/>
                  </a:cubicBezTo>
                  <a:cubicBezTo>
                    <a:pt x="596" y="119"/>
                    <a:pt x="453" y="0"/>
                    <a:pt x="310"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6" name="Google Shape;24346;p146"/>
            <p:cNvSpPr/>
            <p:nvPr/>
          </p:nvSpPr>
          <p:spPr>
            <a:xfrm>
              <a:off x="3472017" y="4355048"/>
              <a:ext cx="58131" cy="68378"/>
            </a:xfrm>
            <a:custGeom>
              <a:avLst/>
              <a:gdLst/>
              <a:ahLst/>
              <a:cxnLst/>
              <a:rect l="l" t="t" r="r" b="b"/>
              <a:pathLst>
                <a:path w="1787" h="2102" extrusionOk="0">
                  <a:moveTo>
                    <a:pt x="381" y="0"/>
                  </a:moveTo>
                  <a:cubicBezTo>
                    <a:pt x="215" y="0"/>
                    <a:pt x="93" y="113"/>
                    <a:pt x="72" y="265"/>
                  </a:cubicBezTo>
                  <a:cubicBezTo>
                    <a:pt x="24" y="456"/>
                    <a:pt x="0" y="718"/>
                    <a:pt x="215" y="1027"/>
                  </a:cubicBezTo>
                  <a:cubicBezTo>
                    <a:pt x="429" y="1289"/>
                    <a:pt x="667" y="1313"/>
                    <a:pt x="834" y="1337"/>
                  </a:cubicBezTo>
                  <a:cubicBezTo>
                    <a:pt x="953" y="1385"/>
                    <a:pt x="977" y="1385"/>
                    <a:pt x="1048" y="1432"/>
                  </a:cubicBezTo>
                  <a:cubicBezTo>
                    <a:pt x="1096" y="1528"/>
                    <a:pt x="1096" y="1575"/>
                    <a:pt x="1072" y="1766"/>
                  </a:cubicBezTo>
                  <a:cubicBezTo>
                    <a:pt x="1048" y="1909"/>
                    <a:pt x="1167" y="2051"/>
                    <a:pt x="1334" y="2099"/>
                  </a:cubicBezTo>
                  <a:cubicBezTo>
                    <a:pt x="1346" y="2101"/>
                    <a:pt x="1358" y="2102"/>
                    <a:pt x="1371" y="2102"/>
                  </a:cubicBezTo>
                  <a:cubicBezTo>
                    <a:pt x="1524" y="2102"/>
                    <a:pt x="1669" y="1968"/>
                    <a:pt x="1691" y="1813"/>
                  </a:cubicBezTo>
                  <a:cubicBezTo>
                    <a:pt x="1691" y="1670"/>
                    <a:pt x="1786" y="1385"/>
                    <a:pt x="1548" y="1075"/>
                  </a:cubicBezTo>
                  <a:cubicBezTo>
                    <a:pt x="1334" y="813"/>
                    <a:pt x="1096" y="789"/>
                    <a:pt x="929" y="742"/>
                  </a:cubicBezTo>
                  <a:cubicBezTo>
                    <a:pt x="810" y="718"/>
                    <a:pt x="786" y="718"/>
                    <a:pt x="715" y="670"/>
                  </a:cubicBezTo>
                  <a:cubicBezTo>
                    <a:pt x="643" y="575"/>
                    <a:pt x="643" y="551"/>
                    <a:pt x="691" y="361"/>
                  </a:cubicBezTo>
                  <a:cubicBezTo>
                    <a:pt x="715" y="194"/>
                    <a:pt x="596" y="27"/>
                    <a:pt x="429" y="3"/>
                  </a:cubicBezTo>
                  <a:cubicBezTo>
                    <a:pt x="413" y="1"/>
                    <a:pt x="397" y="0"/>
                    <a:pt x="381"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7" name="Google Shape;24347;p146"/>
            <p:cNvSpPr/>
            <p:nvPr/>
          </p:nvSpPr>
          <p:spPr>
            <a:xfrm>
              <a:off x="3313206" y="4302089"/>
              <a:ext cx="62002" cy="35750"/>
            </a:xfrm>
            <a:custGeom>
              <a:avLst/>
              <a:gdLst/>
              <a:ahLst/>
              <a:cxnLst/>
              <a:rect l="l" t="t" r="r" b="b"/>
              <a:pathLst>
                <a:path w="1906" h="1099" extrusionOk="0">
                  <a:moveTo>
                    <a:pt x="1314" y="0"/>
                  </a:moveTo>
                  <a:cubicBezTo>
                    <a:pt x="1250" y="0"/>
                    <a:pt x="1178" y="11"/>
                    <a:pt x="1096" y="36"/>
                  </a:cubicBezTo>
                  <a:cubicBezTo>
                    <a:pt x="834" y="84"/>
                    <a:pt x="738" y="274"/>
                    <a:pt x="691" y="393"/>
                  </a:cubicBezTo>
                  <a:cubicBezTo>
                    <a:pt x="653" y="456"/>
                    <a:pt x="635" y="486"/>
                    <a:pt x="606" y="486"/>
                  </a:cubicBezTo>
                  <a:cubicBezTo>
                    <a:pt x="580" y="486"/>
                    <a:pt x="544" y="462"/>
                    <a:pt x="477" y="417"/>
                  </a:cubicBezTo>
                  <a:cubicBezTo>
                    <a:pt x="441" y="405"/>
                    <a:pt x="402" y="399"/>
                    <a:pt x="363" y="399"/>
                  </a:cubicBezTo>
                  <a:cubicBezTo>
                    <a:pt x="246" y="399"/>
                    <a:pt x="125" y="453"/>
                    <a:pt x="72" y="560"/>
                  </a:cubicBezTo>
                  <a:cubicBezTo>
                    <a:pt x="0" y="727"/>
                    <a:pt x="72" y="893"/>
                    <a:pt x="215" y="988"/>
                  </a:cubicBezTo>
                  <a:cubicBezTo>
                    <a:pt x="304" y="1048"/>
                    <a:pt x="412" y="1098"/>
                    <a:pt x="545" y="1098"/>
                  </a:cubicBezTo>
                  <a:cubicBezTo>
                    <a:pt x="624" y="1098"/>
                    <a:pt x="712" y="1081"/>
                    <a:pt x="810" y="1036"/>
                  </a:cubicBezTo>
                  <a:cubicBezTo>
                    <a:pt x="1072" y="988"/>
                    <a:pt x="1167" y="798"/>
                    <a:pt x="1215" y="679"/>
                  </a:cubicBezTo>
                  <a:cubicBezTo>
                    <a:pt x="1248" y="623"/>
                    <a:pt x="1266" y="604"/>
                    <a:pt x="1287" y="604"/>
                  </a:cubicBezTo>
                  <a:cubicBezTo>
                    <a:pt x="1312" y="604"/>
                    <a:pt x="1342" y="630"/>
                    <a:pt x="1405" y="655"/>
                  </a:cubicBezTo>
                  <a:cubicBezTo>
                    <a:pt x="1450" y="685"/>
                    <a:pt x="1497" y="698"/>
                    <a:pt x="1544" y="698"/>
                  </a:cubicBezTo>
                  <a:cubicBezTo>
                    <a:pt x="1646" y="698"/>
                    <a:pt x="1745" y="634"/>
                    <a:pt x="1810" y="536"/>
                  </a:cubicBezTo>
                  <a:cubicBezTo>
                    <a:pt x="1905" y="393"/>
                    <a:pt x="1834" y="203"/>
                    <a:pt x="1691" y="131"/>
                  </a:cubicBezTo>
                  <a:cubicBezTo>
                    <a:pt x="1604" y="79"/>
                    <a:pt x="1490" y="0"/>
                    <a:pt x="1314"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8" name="Google Shape;24348;p146"/>
            <p:cNvSpPr/>
            <p:nvPr/>
          </p:nvSpPr>
          <p:spPr>
            <a:xfrm>
              <a:off x="3355039" y="4252806"/>
              <a:ext cx="19388" cy="19485"/>
            </a:xfrm>
            <a:custGeom>
              <a:avLst/>
              <a:gdLst/>
              <a:ahLst/>
              <a:cxnLst/>
              <a:rect l="l" t="t" r="r" b="b"/>
              <a:pathLst>
                <a:path w="596" h="599" extrusionOk="0">
                  <a:moveTo>
                    <a:pt x="322" y="0"/>
                  </a:moveTo>
                  <a:cubicBezTo>
                    <a:pt x="310" y="0"/>
                    <a:pt x="298" y="1"/>
                    <a:pt x="286" y="3"/>
                  </a:cubicBezTo>
                  <a:cubicBezTo>
                    <a:pt x="143" y="3"/>
                    <a:pt x="0" y="146"/>
                    <a:pt x="0" y="289"/>
                  </a:cubicBezTo>
                  <a:cubicBezTo>
                    <a:pt x="0" y="455"/>
                    <a:pt x="119" y="598"/>
                    <a:pt x="286" y="598"/>
                  </a:cubicBezTo>
                  <a:cubicBezTo>
                    <a:pt x="453" y="598"/>
                    <a:pt x="596" y="479"/>
                    <a:pt x="596" y="289"/>
                  </a:cubicBezTo>
                  <a:cubicBezTo>
                    <a:pt x="596" y="134"/>
                    <a:pt x="473" y="0"/>
                    <a:pt x="32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9" name="Google Shape;24349;p146"/>
            <p:cNvSpPr/>
            <p:nvPr/>
          </p:nvSpPr>
          <p:spPr>
            <a:xfrm>
              <a:off x="3414667" y="4333448"/>
              <a:ext cx="19420" cy="19388"/>
            </a:xfrm>
            <a:custGeom>
              <a:avLst/>
              <a:gdLst/>
              <a:ahLst/>
              <a:cxnLst/>
              <a:rect l="l" t="t" r="r" b="b"/>
              <a:pathLst>
                <a:path w="597" h="596" extrusionOk="0">
                  <a:moveTo>
                    <a:pt x="311" y="1"/>
                  </a:moveTo>
                  <a:cubicBezTo>
                    <a:pt x="168" y="1"/>
                    <a:pt x="1" y="144"/>
                    <a:pt x="1" y="286"/>
                  </a:cubicBezTo>
                  <a:cubicBezTo>
                    <a:pt x="1" y="429"/>
                    <a:pt x="120" y="596"/>
                    <a:pt x="311" y="596"/>
                  </a:cubicBezTo>
                  <a:cubicBezTo>
                    <a:pt x="453" y="596"/>
                    <a:pt x="596" y="477"/>
                    <a:pt x="596" y="286"/>
                  </a:cubicBezTo>
                  <a:cubicBezTo>
                    <a:pt x="596" y="120"/>
                    <a:pt x="453" y="1"/>
                    <a:pt x="311"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0" name="Google Shape;24350;p146"/>
            <p:cNvSpPr/>
            <p:nvPr/>
          </p:nvSpPr>
          <p:spPr>
            <a:xfrm>
              <a:off x="3526245" y="4312531"/>
              <a:ext cx="19388" cy="19420"/>
            </a:xfrm>
            <a:custGeom>
              <a:avLst/>
              <a:gdLst/>
              <a:ahLst/>
              <a:cxnLst/>
              <a:rect l="l" t="t" r="r" b="b"/>
              <a:pathLst>
                <a:path w="596" h="597" extrusionOk="0">
                  <a:moveTo>
                    <a:pt x="310" y="1"/>
                  </a:moveTo>
                  <a:cubicBezTo>
                    <a:pt x="143" y="1"/>
                    <a:pt x="0" y="167"/>
                    <a:pt x="0" y="310"/>
                  </a:cubicBezTo>
                  <a:cubicBezTo>
                    <a:pt x="0" y="453"/>
                    <a:pt x="143" y="596"/>
                    <a:pt x="310" y="596"/>
                  </a:cubicBezTo>
                  <a:cubicBezTo>
                    <a:pt x="453" y="596"/>
                    <a:pt x="596" y="477"/>
                    <a:pt x="596" y="310"/>
                  </a:cubicBezTo>
                  <a:cubicBezTo>
                    <a:pt x="596" y="120"/>
                    <a:pt x="453"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1" name="Google Shape;24351;p146"/>
            <p:cNvSpPr/>
            <p:nvPr/>
          </p:nvSpPr>
          <p:spPr>
            <a:xfrm>
              <a:off x="3437145" y="4434161"/>
              <a:ext cx="19388" cy="19388"/>
            </a:xfrm>
            <a:custGeom>
              <a:avLst/>
              <a:gdLst/>
              <a:ahLst/>
              <a:cxnLst/>
              <a:rect l="l" t="t" r="r" b="b"/>
              <a:pathLst>
                <a:path w="596" h="596" extrusionOk="0">
                  <a:moveTo>
                    <a:pt x="310" y="1"/>
                  </a:moveTo>
                  <a:cubicBezTo>
                    <a:pt x="143" y="1"/>
                    <a:pt x="1" y="143"/>
                    <a:pt x="1" y="286"/>
                  </a:cubicBezTo>
                  <a:cubicBezTo>
                    <a:pt x="1" y="429"/>
                    <a:pt x="143" y="596"/>
                    <a:pt x="310" y="596"/>
                  </a:cubicBezTo>
                  <a:cubicBezTo>
                    <a:pt x="453" y="596"/>
                    <a:pt x="596" y="477"/>
                    <a:pt x="596" y="286"/>
                  </a:cubicBezTo>
                  <a:cubicBezTo>
                    <a:pt x="596" y="143"/>
                    <a:pt x="453"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2" name="Google Shape;24352;p146"/>
            <p:cNvSpPr/>
            <p:nvPr/>
          </p:nvSpPr>
          <p:spPr>
            <a:xfrm>
              <a:off x="3444887" y="4242039"/>
              <a:ext cx="41085" cy="41085"/>
            </a:xfrm>
            <a:custGeom>
              <a:avLst/>
              <a:gdLst/>
              <a:ahLst/>
              <a:cxnLst/>
              <a:rect l="l" t="t" r="r" b="b"/>
              <a:pathLst>
                <a:path w="1263" h="1263" extrusionOk="0">
                  <a:moveTo>
                    <a:pt x="620" y="1"/>
                  </a:moveTo>
                  <a:cubicBezTo>
                    <a:pt x="263" y="1"/>
                    <a:pt x="1" y="263"/>
                    <a:pt x="1" y="620"/>
                  </a:cubicBezTo>
                  <a:cubicBezTo>
                    <a:pt x="1" y="977"/>
                    <a:pt x="263" y="1263"/>
                    <a:pt x="620" y="1263"/>
                  </a:cubicBezTo>
                  <a:cubicBezTo>
                    <a:pt x="977" y="1263"/>
                    <a:pt x="1263" y="977"/>
                    <a:pt x="1263" y="620"/>
                  </a:cubicBezTo>
                  <a:cubicBezTo>
                    <a:pt x="1263" y="263"/>
                    <a:pt x="953" y="1"/>
                    <a:pt x="620"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3" name="Google Shape;24353;p146"/>
            <p:cNvSpPr/>
            <p:nvPr/>
          </p:nvSpPr>
          <p:spPr>
            <a:xfrm>
              <a:off x="3413918" y="4210290"/>
              <a:ext cx="103055" cy="102274"/>
            </a:xfrm>
            <a:custGeom>
              <a:avLst/>
              <a:gdLst/>
              <a:ahLst/>
              <a:cxnLst/>
              <a:rect l="l" t="t" r="r" b="b"/>
              <a:pathLst>
                <a:path w="3168" h="3144" extrusionOk="0">
                  <a:moveTo>
                    <a:pt x="1572" y="953"/>
                  </a:moveTo>
                  <a:cubicBezTo>
                    <a:pt x="1929" y="953"/>
                    <a:pt x="2215" y="1215"/>
                    <a:pt x="2215" y="1572"/>
                  </a:cubicBezTo>
                  <a:cubicBezTo>
                    <a:pt x="2215" y="1929"/>
                    <a:pt x="1905" y="2191"/>
                    <a:pt x="1572" y="2191"/>
                  </a:cubicBezTo>
                  <a:cubicBezTo>
                    <a:pt x="1215" y="2191"/>
                    <a:pt x="953" y="1929"/>
                    <a:pt x="953" y="1572"/>
                  </a:cubicBezTo>
                  <a:cubicBezTo>
                    <a:pt x="953" y="1215"/>
                    <a:pt x="1215" y="953"/>
                    <a:pt x="1572" y="953"/>
                  </a:cubicBezTo>
                  <a:close/>
                  <a:moveTo>
                    <a:pt x="1572" y="0"/>
                  </a:moveTo>
                  <a:cubicBezTo>
                    <a:pt x="1405" y="0"/>
                    <a:pt x="1286" y="143"/>
                    <a:pt x="1286" y="286"/>
                  </a:cubicBezTo>
                  <a:lnTo>
                    <a:pt x="1286" y="381"/>
                  </a:lnTo>
                  <a:cubicBezTo>
                    <a:pt x="1167" y="405"/>
                    <a:pt x="1072" y="476"/>
                    <a:pt x="953" y="500"/>
                  </a:cubicBezTo>
                  <a:lnTo>
                    <a:pt x="905" y="453"/>
                  </a:lnTo>
                  <a:cubicBezTo>
                    <a:pt x="846" y="393"/>
                    <a:pt x="762" y="363"/>
                    <a:pt x="679" y="363"/>
                  </a:cubicBezTo>
                  <a:cubicBezTo>
                    <a:pt x="595" y="363"/>
                    <a:pt x="512" y="393"/>
                    <a:pt x="453" y="453"/>
                  </a:cubicBezTo>
                  <a:cubicBezTo>
                    <a:pt x="334" y="548"/>
                    <a:pt x="334" y="762"/>
                    <a:pt x="453" y="881"/>
                  </a:cubicBezTo>
                  <a:lnTo>
                    <a:pt x="500" y="953"/>
                  </a:lnTo>
                  <a:cubicBezTo>
                    <a:pt x="453" y="1048"/>
                    <a:pt x="405" y="1143"/>
                    <a:pt x="381" y="1286"/>
                  </a:cubicBezTo>
                  <a:lnTo>
                    <a:pt x="310" y="1286"/>
                  </a:lnTo>
                  <a:cubicBezTo>
                    <a:pt x="119" y="1286"/>
                    <a:pt x="0" y="1429"/>
                    <a:pt x="0" y="1572"/>
                  </a:cubicBezTo>
                  <a:cubicBezTo>
                    <a:pt x="0" y="1715"/>
                    <a:pt x="143" y="1882"/>
                    <a:pt x="310" y="1882"/>
                  </a:cubicBezTo>
                  <a:lnTo>
                    <a:pt x="381" y="1882"/>
                  </a:lnTo>
                  <a:cubicBezTo>
                    <a:pt x="429" y="2001"/>
                    <a:pt x="476" y="2072"/>
                    <a:pt x="500" y="2191"/>
                  </a:cubicBezTo>
                  <a:lnTo>
                    <a:pt x="453" y="2263"/>
                  </a:lnTo>
                  <a:cubicBezTo>
                    <a:pt x="334" y="2382"/>
                    <a:pt x="334" y="2596"/>
                    <a:pt x="453" y="2715"/>
                  </a:cubicBezTo>
                  <a:cubicBezTo>
                    <a:pt x="512" y="2775"/>
                    <a:pt x="595" y="2804"/>
                    <a:pt x="679" y="2804"/>
                  </a:cubicBezTo>
                  <a:cubicBezTo>
                    <a:pt x="762" y="2804"/>
                    <a:pt x="846" y="2775"/>
                    <a:pt x="905" y="2715"/>
                  </a:cubicBezTo>
                  <a:lnTo>
                    <a:pt x="953" y="2644"/>
                  </a:lnTo>
                  <a:cubicBezTo>
                    <a:pt x="1048" y="2715"/>
                    <a:pt x="1167" y="2739"/>
                    <a:pt x="1286" y="2763"/>
                  </a:cubicBezTo>
                  <a:lnTo>
                    <a:pt x="1286" y="2858"/>
                  </a:lnTo>
                  <a:cubicBezTo>
                    <a:pt x="1286" y="3025"/>
                    <a:pt x="1429" y="3144"/>
                    <a:pt x="1572" y="3144"/>
                  </a:cubicBezTo>
                  <a:cubicBezTo>
                    <a:pt x="1762" y="3144"/>
                    <a:pt x="1881" y="3001"/>
                    <a:pt x="1881" y="2858"/>
                  </a:cubicBezTo>
                  <a:lnTo>
                    <a:pt x="1881" y="2763"/>
                  </a:lnTo>
                  <a:cubicBezTo>
                    <a:pt x="2001" y="2739"/>
                    <a:pt x="2096" y="2667"/>
                    <a:pt x="2215" y="2644"/>
                  </a:cubicBezTo>
                  <a:lnTo>
                    <a:pt x="2262" y="2715"/>
                  </a:lnTo>
                  <a:cubicBezTo>
                    <a:pt x="2322" y="2775"/>
                    <a:pt x="2405" y="2804"/>
                    <a:pt x="2489" y="2804"/>
                  </a:cubicBezTo>
                  <a:cubicBezTo>
                    <a:pt x="2572" y="2804"/>
                    <a:pt x="2655" y="2775"/>
                    <a:pt x="2715" y="2715"/>
                  </a:cubicBezTo>
                  <a:cubicBezTo>
                    <a:pt x="2834" y="2596"/>
                    <a:pt x="2834" y="2382"/>
                    <a:pt x="2715" y="2263"/>
                  </a:cubicBezTo>
                  <a:lnTo>
                    <a:pt x="2644" y="2191"/>
                  </a:lnTo>
                  <a:cubicBezTo>
                    <a:pt x="2715" y="2120"/>
                    <a:pt x="2739" y="2001"/>
                    <a:pt x="2763" y="1882"/>
                  </a:cubicBezTo>
                  <a:lnTo>
                    <a:pt x="2858" y="1882"/>
                  </a:lnTo>
                  <a:cubicBezTo>
                    <a:pt x="3048" y="1882"/>
                    <a:pt x="3167" y="1715"/>
                    <a:pt x="3167" y="1572"/>
                  </a:cubicBezTo>
                  <a:cubicBezTo>
                    <a:pt x="3167" y="1429"/>
                    <a:pt x="3048" y="1286"/>
                    <a:pt x="2858" y="1286"/>
                  </a:cubicBezTo>
                  <a:lnTo>
                    <a:pt x="2763" y="1286"/>
                  </a:lnTo>
                  <a:cubicBezTo>
                    <a:pt x="2739" y="1167"/>
                    <a:pt x="2691" y="1072"/>
                    <a:pt x="2644" y="953"/>
                  </a:cubicBezTo>
                  <a:lnTo>
                    <a:pt x="2715" y="881"/>
                  </a:lnTo>
                  <a:cubicBezTo>
                    <a:pt x="2834" y="762"/>
                    <a:pt x="2834" y="548"/>
                    <a:pt x="2715" y="453"/>
                  </a:cubicBezTo>
                  <a:cubicBezTo>
                    <a:pt x="2655" y="393"/>
                    <a:pt x="2572" y="363"/>
                    <a:pt x="2489" y="363"/>
                  </a:cubicBezTo>
                  <a:cubicBezTo>
                    <a:pt x="2405" y="363"/>
                    <a:pt x="2322" y="393"/>
                    <a:pt x="2262" y="453"/>
                  </a:cubicBezTo>
                  <a:lnTo>
                    <a:pt x="2215" y="500"/>
                  </a:lnTo>
                  <a:cubicBezTo>
                    <a:pt x="2120" y="453"/>
                    <a:pt x="2001" y="405"/>
                    <a:pt x="1881" y="381"/>
                  </a:cubicBezTo>
                  <a:lnTo>
                    <a:pt x="1881" y="286"/>
                  </a:lnTo>
                  <a:cubicBezTo>
                    <a:pt x="1881" y="119"/>
                    <a:pt x="1739" y="0"/>
                    <a:pt x="157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4" name="Google Shape;24354;p146"/>
            <p:cNvSpPr/>
            <p:nvPr/>
          </p:nvSpPr>
          <p:spPr>
            <a:xfrm>
              <a:off x="3433274" y="4209151"/>
              <a:ext cx="88351" cy="104551"/>
            </a:xfrm>
            <a:custGeom>
              <a:avLst/>
              <a:gdLst/>
              <a:ahLst/>
              <a:cxnLst/>
              <a:rect l="l" t="t" r="r" b="b"/>
              <a:pathLst>
                <a:path w="2716" h="3214" extrusionOk="0">
                  <a:moveTo>
                    <a:pt x="977" y="988"/>
                  </a:moveTo>
                  <a:cubicBezTo>
                    <a:pt x="1334" y="988"/>
                    <a:pt x="1620" y="1250"/>
                    <a:pt x="1620" y="1607"/>
                  </a:cubicBezTo>
                  <a:cubicBezTo>
                    <a:pt x="1620" y="1964"/>
                    <a:pt x="1310" y="2226"/>
                    <a:pt x="977" y="2226"/>
                  </a:cubicBezTo>
                  <a:cubicBezTo>
                    <a:pt x="643" y="2226"/>
                    <a:pt x="358" y="1964"/>
                    <a:pt x="358" y="1607"/>
                  </a:cubicBezTo>
                  <a:cubicBezTo>
                    <a:pt x="358" y="1250"/>
                    <a:pt x="620" y="988"/>
                    <a:pt x="977" y="988"/>
                  </a:cubicBezTo>
                  <a:close/>
                  <a:moveTo>
                    <a:pt x="958" y="1"/>
                  </a:moveTo>
                  <a:cubicBezTo>
                    <a:pt x="784" y="1"/>
                    <a:pt x="643" y="137"/>
                    <a:pt x="643" y="321"/>
                  </a:cubicBezTo>
                  <a:lnTo>
                    <a:pt x="643" y="416"/>
                  </a:lnTo>
                  <a:cubicBezTo>
                    <a:pt x="548" y="440"/>
                    <a:pt x="453" y="488"/>
                    <a:pt x="334" y="535"/>
                  </a:cubicBezTo>
                  <a:cubicBezTo>
                    <a:pt x="272" y="494"/>
                    <a:pt x="193" y="383"/>
                    <a:pt x="66" y="383"/>
                  </a:cubicBezTo>
                  <a:cubicBezTo>
                    <a:pt x="46" y="383"/>
                    <a:pt x="24" y="386"/>
                    <a:pt x="0" y="392"/>
                  </a:cubicBezTo>
                  <a:lnTo>
                    <a:pt x="0" y="2821"/>
                  </a:lnTo>
                  <a:cubicBezTo>
                    <a:pt x="24" y="2828"/>
                    <a:pt x="46" y="2831"/>
                    <a:pt x="66" y="2831"/>
                  </a:cubicBezTo>
                  <a:cubicBezTo>
                    <a:pt x="193" y="2831"/>
                    <a:pt x="272" y="2720"/>
                    <a:pt x="334" y="2679"/>
                  </a:cubicBezTo>
                  <a:cubicBezTo>
                    <a:pt x="405" y="2726"/>
                    <a:pt x="524" y="2774"/>
                    <a:pt x="643" y="2798"/>
                  </a:cubicBezTo>
                  <a:lnTo>
                    <a:pt x="643" y="2941"/>
                  </a:lnTo>
                  <a:cubicBezTo>
                    <a:pt x="643" y="3012"/>
                    <a:pt x="691" y="3060"/>
                    <a:pt x="739" y="3131"/>
                  </a:cubicBezTo>
                  <a:cubicBezTo>
                    <a:pt x="817" y="3188"/>
                    <a:pt x="898" y="3213"/>
                    <a:pt x="972" y="3213"/>
                  </a:cubicBezTo>
                  <a:cubicBezTo>
                    <a:pt x="1146" y="3213"/>
                    <a:pt x="1286" y="3076"/>
                    <a:pt x="1286" y="2893"/>
                  </a:cubicBezTo>
                  <a:lnTo>
                    <a:pt x="1286" y="2798"/>
                  </a:lnTo>
                  <a:cubicBezTo>
                    <a:pt x="1406" y="2774"/>
                    <a:pt x="1501" y="2702"/>
                    <a:pt x="1620" y="2679"/>
                  </a:cubicBezTo>
                  <a:lnTo>
                    <a:pt x="1667" y="2726"/>
                  </a:lnTo>
                  <a:cubicBezTo>
                    <a:pt x="1727" y="2786"/>
                    <a:pt x="1810" y="2815"/>
                    <a:pt x="1894" y="2815"/>
                  </a:cubicBezTo>
                  <a:cubicBezTo>
                    <a:pt x="1977" y="2815"/>
                    <a:pt x="2060" y="2786"/>
                    <a:pt x="2120" y="2726"/>
                  </a:cubicBezTo>
                  <a:cubicBezTo>
                    <a:pt x="2239" y="2631"/>
                    <a:pt x="2239" y="2417"/>
                    <a:pt x="2120" y="2298"/>
                  </a:cubicBezTo>
                  <a:lnTo>
                    <a:pt x="2049" y="2226"/>
                  </a:lnTo>
                  <a:cubicBezTo>
                    <a:pt x="2120" y="2131"/>
                    <a:pt x="2144" y="2036"/>
                    <a:pt x="2168" y="1893"/>
                  </a:cubicBezTo>
                  <a:lnTo>
                    <a:pt x="2334" y="1893"/>
                  </a:lnTo>
                  <a:cubicBezTo>
                    <a:pt x="2382" y="1893"/>
                    <a:pt x="2430" y="1869"/>
                    <a:pt x="2501" y="1821"/>
                  </a:cubicBezTo>
                  <a:cubicBezTo>
                    <a:pt x="2715" y="1607"/>
                    <a:pt x="2525" y="1321"/>
                    <a:pt x="2263" y="1321"/>
                  </a:cubicBezTo>
                  <a:lnTo>
                    <a:pt x="2168" y="1321"/>
                  </a:lnTo>
                  <a:cubicBezTo>
                    <a:pt x="2144" y="1202"/>
                    <a:pt x="2096" y="1107"/>
                    <a:pt x="2049" y="988"/>
                  </a:cubicBezTo>
                  <a:lnTo>
                    <a:pt x="2120" y="916"/>
                  </a:lnTo>
                  <a:cubicBezTo>
                    <a:pt x="2239" y="797"/>
                    <a:pt x="2239" y="583"/>
                    <a:pt x="2120" y="488"/>
                  </a:cubicBezTo>
                  <a:cubicBezTo>
                    <a:pt x="2060" y="428"/>
                    <a:pt x="1977" y="398"/>
                    <a:pt x="1894" y="398"/>
                  </a:cubicBezTo>
                  <a:cubicBezTo>
                    <a:pt x="1810" y="398"/>
                    <a:pt x="1727" y="428"/>
                    <a:pt x="1667" y="488"/>
                  </a:cubicBezTo>
                  <a:lnTo>
                    <a:pt x="1620" y="535"/>
                  </a:lnTo>
                  <a:cubicBezTo>
                    <a:pt x="1525" y="488"/>
                    <a:pt x="1406" y="440"/>
                    <a:pt x="1286" y="416"/>
                  </a:cubicBezTo>
                  <a:lnTo>
                    <a:pt x="1286" y="273"/>
                  </a:lnTo>
                  <a:cubicBezTo>
                    <a:pt x="1286" y="202"/>
                    <a:pt x="1239" y="154"/>
                    <a:pt x="1191" y="83"/>
                  </a:cubicBezTo>
                  <a:cubicBezTo>
                    <a:pt x="1113" y="26"/>
                    <a:pt x="1032" y="1"/>
                    <a:pt x="95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55" name="Google Shape;24355;p146"/>
          <p:cNvGrpSpPr/>
          <p:nvPr/>
        </p:nvGrpSpPr>
        <p:grpSpPr>
          <a:xfrm>
            <a:off x="4001898" y="4008314"/>
            <a:ext cx="356366" cy="344753"/>
            <a:chOff x="4001898" y="4160714"/>
            <a:chExt cx="356366" cy="344753"/>
          </a:xfrm>
        </p:grpSpPr>
        <p:sp>
          <p:nvSpPr>
            <p:cNvPr id="24356" name="Google Shape;24356;p146"/>
            <p:cNvSpPr/>
            <p:nvPr/>
          </p:nvSpPr>
          <p:spPr>
            <a:xfrm>
              <a:off x="4001898" y="4164292"/>
              <a:ext cx="354057" cy="336686"/>
            </a:xfrm>
            <a:custGeom>
              <a:avLst/>
              <a:gdLst/>
              <a:ahLst/>
              <a:cxnLst/>
              <a:rect l="l" t="t" r="r" b="b"/>
              <a:pathLst>
                <a:path w="10884" h="10350" extrusionOk="0">
                  <a:moveTo>
                    <a:pt x="5642" y="0"/>
                  </a:moveTo>
                  <a:cubicBezTo>
                    <a:pt x="5540" y="0"/>
                    <a:pt x="5438" y="3"/>
                    <a:pt x="5335" y="9"/>
                  </a:cubicBezTo>
                  <a:cubicBezTo>
                    <a:pt x="3977" y="104"/>
                    <a:pt x="2715" y="700"/>
                    <a:pt x="1786" y="1748"/>
                  </a:cubicBezTo>
                  <a:cubicBezTo>
                    <a:pt x="0" y="3772"/>
                    <a:pt x="48" y="6868"/>
                    <a:pt x="2001" y="8820"/>
                  </a:cubicBezTo>
                  <a:cubicBezTo>
                    <a:pt x="3011" y="9843"/>
                    <a:pt x="4327" y="10349"/>
                    <a:pt x="5642" y="10349"/>
                  </a:cubicBezTo>
                  <a:cubicBezTo>
                    <a:pt x="6870" y="10349"/>
                    <a:pt x="8097" y="9908"/>
                    <a:pt x="9074" y="9035"/>
                  </a:cubicBezTo>
                  <a:cubicBezTo>
                    <a:pt x="10264" y="7987"/>
                    <a:pt x="10884" y="6463"/>
                    <a:pt x="10812" y="4867"/>
                  </a:cubicBezTo>
                  <a:cubicBezTo>
                    <a:pt x="10628" y="2157"/>
                    <a:pt x="8406" y="0"/>
                    <a:pt x="5642" y="0"/>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7" name="Google Shape;24357;p146"/>
            <p:cNvSpPr/>
            <p:nvPr/>
          </p:nvSpPr>
          <p:spPr>
            <a:xfrm>
              <a:off x="4066958" y="4214161"/>
              <a:ext cx="287435" cy="287435"/>
            </a:xfrm>
            <a:custGeom>
              <a:avLst/>
              <a:gdLst/>
              <a:ahLst/>
              <a:cxnLst/>
              <a:rect l="l" t="t" r="r" b="b"/>
              <a:pathLst>
                <a:path w="8836" h="8836" extrusionOk="0">
                  <a:moveTo>
                    <a:pt x="7312" y="0"/>
                  </a:moveTo>
                  <a:lnTo>
                    <a:pt x="1" y="7311"/>
                  </a:lnTo>
                  <a:cubicBezTo>
                    <a:pt x="906" y="8240"/>
                    <a:pt x="2215" y="8835"/>
                    <a:pt x="3644" y="8835"/>
                  </a:cubicBezTo>
                  <a:cubicBezTo>
                    <a:pt x="6502" y="8835"/>
                    <a:pt x="8836" y="6525"/>
                    <a:pt x="8836" y="3668"/>
                  </a:cubicBezTo>
                  <a:cubicBezTo>
                    <a:pt x="8836" y="2239"/>
                    <a:pt x="8241" y="929"/>
                    <a:pt x="7312" y="0"/>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8" name="Google Shape;24358;p146"/>
            <p:cNvSpPr/>
            <p:nvPr/>
          </p:nvSpPr>
          <p:spPr>
            <a:xfrm>
              <a:off x="4176194" y="4164585"/>
              <a:ext cx="20169" cy="57415"/>
            </a:xfrm>
            <a:custGeom>
              <a:avLst/>
              <a:gdLst/>
              <a:ahLst/>
              <a:cxnLst/>
              <a:rect l="l" t="t" r="r" b="b"/>
              <a:pathLst>
                <a:path w="620" h="1765" extrusionOk="0">
                  <a:moveTo>
                    <a:pt x="620" y="0"/>
                  </a:moveTo>
                  <a:cubicBezTo>
                    <a:pt x="405" y="0"/>
                    <a:pt x="215" y="0"/>
                    <a:pt x="1" y="24"/>
                  </a:cubicBezTo>
                  <a:lnTo>
                    <a:pt x="1" y="1453"/>
                  </a:lnTo>
                  <a:cubicBezTo>
                    <a:pt x="1" y="1629"/>
                    <a:pt x="144" y="1765"/>
                    <a:pt x="316" y="1765"/>
                  </a:cubicBezTo>
                  <a:cubicBezTo>
                    <a:pt x="330" y="1765"/>
                    <a:pt x="344" y="1764"/>
                    <a:pt x="358" y="1762"/>
                  </a:cubicBezTo>
                  <a:cubicBezTo>
                    <a:pt x="501" y="1739"/>
                    <a:pt x="620" y="1572"/>
                    <a:pt x="620" y="1429"/>
                  </a:cubicBezTo>
                  <a:lnTo>
                    <a:pt x="620" y="0"/>
                  </a:lnTo>
                  <a:close/>
                </a:path>
              </a:pathLst>
            </a:custGeom>
            <a:solidFill>
              <a:srgbClr val="9EAA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9" name="Google Shape;24359;p146"/>
            <p:cNvSpPr/>
            <p:nvPr/>
          </p:nvSpPr>
          <p:spPr>
            <a:xfrm>
              <a:off x="4018163" y="4322616"/>
              <a:ext cx="57350" cy="20169"/>
            </a:xfrm>
            <a:custGeom>
              <a:avLst/>
              <a:gdLst/>
              <a:ahLst/>
              <a:cxnLst/>
              <a:rect l="l" t="t" r="r" b="b"/>
              <a:pathLst>
                <a:path w="1763" h="620" extrusionOk="0">
                  <a:moveTo>
                    <a:pt x="0" y="0"/>
                  </a:moveTo>
                  <a:lnTo>
                    <a:pt x="0" y="619"/>
                  </a:lnTo>
                  <a:lnTo>
                    <a:pt x="1429" y="619"/>
                  </a:lnTo>
                  <a:cubicBezTo>
                    <a:pt x="1572" y="619"/>
                    <a:pt x="1739" y="500"/>
                    <a:pt x="1739" y="357"/>
                  </a:cubicBezTo>
                  <a:cubicBezTo>
                    <a:pt x="1763" y="143"/>
                    <a:pt x="1620" y="0"/>
                    <a:pt x="1429" y="0"/>
                  </a:cubicBezTo>
                  <a:close/>
                </a:path>
              </a:pathLst>
            </a:custGeom>
            <a:solidFill>
              <a:srgbClr val="9EAA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0" name="Google Shape;24360;p146"/>
            <p:cNvSpPr/>
            <p:nvPr/>
          </p:nvSpPr>
          <p:spPr>
            <a:xfrm>
              <a:off x="4176194" y="4444148"/>
              <a:ext cx="20169" cy="56667"/>
            </a:xfrm>
            <a:custGeom>
              <a:avLst/>
              <a:gdLst/>
              <a:ahLst/>
              <a:cxnLst/>
              <a:rect l="l" t="t" r="r" b="b"/>
              <a:pathLst>
                <a:path w="620" h="1742" extrusionOk="0">
                  <a:moveTo>
                    <a:pt x="312" y="1"/>
                  </a:moveTo>
                  <a:cubicBezTo>
                    <a:pt x="123" y="1"/>
                    <a:pt x="1" y="136"/>
                    <a:pt x="1" y="313"/>
                  </a:cubicBezTo>
                  <a:lnTo>
                    <a:pt x="1" y="1742"/>
                  </a:lnTo>
                  <a:lnTo>
                    <a:pt x="620" y="1742"/>
                  </a:lnTo>
                  <a:lnTo>
                    <a:pt x="620" y="313"/>
                  </a:lnTo>
                  <a:cubicBezTo>
                    <a:pt x="620" y="170"/>
                    <a:pt x="501" y="3"/>
                    <a:pt x="358" y="3"/>
                  </a:cubicBezTo>
                  <a:cubicBezTo>
                    <a:pt x="342" y="1"/>
                    <a:pt x="327" y="1"/>
                    <a:pt x="312" y="1"/>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1" name="Google Shape;24361;p146"/>
            <p:cNvSpPr/>
            <p:nvPr/>
          </p:nvSpPr>
          <p:spPr>
            <a:xfrm>
              <a:off x="4295481" y="4322616"/>
              <a:ext cx="58912" cy="20169"/>
            </a:xfrm>
            <a:custGeom>
              <a:avLst/>
              <a:gdLst/>
              <a:ahLst/>
              <a:cxnLst/>
              <a:rect l="l" t="t" r="r" b="b"/>
              <a:pathLst>
                <a:path w="1811" h="620" extrusionOk="0">
                  <a:moveTo>
                    <a:pt x="311" y="0"/>
                  </a:moveTo>
                  <a:cubicBezTo>
                    <a:pt x="144" y="0"/>
                    <a:pt x="1" y="167"/>
                    <a:pt x="25" y="357"/>
                  </a:cubicBezTo>
                  <a:cubicBezTo>
                    <a:pt x="49" y="500"/>
                    <a:pt x="192" y="619"/>
                    <a:pt x="358" y="619"/>
                  </a:cubicBezTo>
                  <a:lnTo>
                    <a:pt x="1787" y="619"/>
                  </a:lnTo>
                  <a:cubicBezTo>
                    <a:pt x="1811" y="405"/>
                    <a:pt x="1811" y="215"/>
                    <a:pt x="1739" y="0"/>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2" name="Google Shape;24362;p146"/>
            <p:cNvSpPr/>
            <p:nvPr/>
          </p:nvSpPr>
          <p:spPr>
            <a:xfrm>
              <a:off x="4274597" y="4206419"/>
              <a:ext cx="37214" cy="35458"/>
            </a:xfrm>
            <a:custGeom>
              <a:avLst/>
              <a:gdLst/>
              <a:ahLst/>
              <a:cxnLst/>
              <a:rect l="l" t="t" r="r" b="b"/>
              <a:pathLst>
                <a:path w="1144" h="1090" extrusionOk="0">
                  <a:moveTo>
                    <a:pt x="691" y="0"/>
                  </a:moveTo>
                  <a:lnTo>
                    <a:pt x="119" y="572"/>
                  </a:lnTo>
                  <a:cubicBezTo>
                    <a:pt x="0" y="667"/>
                    <a:pt x="0" y="881"/>
                    <a:pt x="119" y="1000"/>
                  </a:cubicBezTo>
                  <a:cubicBezTo>
                    <a:pt x="179" y="1060"/>
                    <a:pt x="262" y="1090"/>
                    <a:pt x="345" y="1090"/>
                  </a:cubicBezTo>
                  <a:cubicBezTo>
                    <a:pt x="429" y="1090"/>
                    <a:pt x="512" y="1060"/>
                    <a:pt x="572" y="1000"/>
                  </a:cubicBezTo>
                  <a:lnTo>
                    <a:pt x="1143" y="453"/>
                  </a:lnTo>
                  <a:lnTo>
                    <a:pt x="691"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3" name="Google Shape;24363;p146"/>
            <p:cNvSpPr/>
            <p:nvPr/>
          </p:nvSpPr>
          <p:spPr>
            <a:xfrm>
              <a:off x="4274597" y="4206419"/>
              <a:ext cx="37214" cy="35458"/>
            </a:xfrm>
            <a:custGeom>
              <a:avLst/>
              <a:gdLst/>
              <a:ahLst/>
              <a:cxnLst/>
              <a:rect l="l" t="t" r="r" b="b"/>
              <a:pathLst>
                <a:path w="1144" h="1090" extrusionOk="0">
                  <a:moveTo>
                    <a:pt x="691" y="0"/>
                  </a:moveTo>
                  <a:lnTo>
                    <a:pt x="119" y="572"/>
                  </a:lnTo>
                  <a:cubicBezTo>
                    <a:pt x="0" y="667"/>
                    <a:pt x="0" y="881"/>
                    <a:pt x="119" y="1000"/>
                  </a:cubicBezTo>
                  <a:cubicBezTo>
                    <a:pt x="179" y="1060"/>
                    <a:pt x="262" y="1090"/>
                    <a:pt x="345" y="1090"/>
                  </a:cubicBezTo>
                  <a:cubicBezTo>
                    <a:pt x="429" y="1090"/>
                    <a:pt x="512" y="1060"/>
                    <a:pt x="572" y="1000"/>
                  </a:cubicBezTo>
                  <a:lnTo>
                    <a:pt x="1143" y="453"/>
                  </a:lnTo>
                  <a:lnTo>
                    <a:pt x="691" y="0"/>
                  </a:lnTo>
                  <a:close/>
                </a:path>
              </a:pathLst>
            </a:custGeom>
            <a:solidFill>
              <a:srgbClr val="9EAA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4" name="Google Shape;24364;p146"/>
            <p:cNvSpPr/>
            <p:nvPr/>
          </p:nvSpPr>
          <p:spPr>
            <a:xfrm>
              <a:off x="4278468" y="4213380"/>
              <a:ext cx="33343" cy="28496"/>
            </a:xfrm>
            <a:custGeom>
              <a:avLst/>
              <a:gdLst/>
              <a:ahLst/>
              <a:cxnLst/>
              <a:rect l="l" t="t" r="r" b="b"/>
              <a:pathLst>
                <a:path w="1025" h="876" extrusionOk="0">
                  <a:moveTo>
                    <a:pt x="810" y="0"/>
                  </a:moveTo>
                  <a:lnTo>
                    <a:pt x="0" y="786"/>
                  </a:lnTo>
                  <a:cubicBezTo>
                    <a:pt x="60" y="846"/>
                    <a:pt x="143" y="876"/>
                    <a:pt x="226" y="876"/>
                  </a:cubicBezTo>
                  <a:cubicBezTo>
                    <a:pt x="310" y="876"/>
                    <a:pt x="393" y="846"/>
                    <a:pt x="453" y="786"/>
                  </a:cubicBezTo>
                  <a:lnTo>
                    <a:pt x="1024" y="239"/>
                  </a:lnTo>
                  <a:cubicBezTo>
                    <a:pt x="953" y="167"/>
                    <a:pt x="881" y="72"/>
                    <a:pt x="810" y="0"/>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5" name="Google Shape;24365;p146"/>
            <p:cNvSpPr/>
            <p:nvPr/>
          </p:nvSpPr>
          <p:spPr>
            <a:xfrm>
              <a:off x="4059997" y="4207167"/>
              <a:ext cx="39524" cy="35685"/>
            </a:xfrm>
            <a:custGeom>
              <a:avLst/>
              <a:gdLst/>
              <a:ahLst/>
              <a:cxnLst/>
              <a:rect l="l" t="t" r="r" b="b"/>
              <a:pathLst>
                <a:path w="1215" h="1097" extrusionOk="0">
                  <a:moveTo>
                    <a:pt x="453" y="1"/>
                  </a:moveTo>
                  <a:cubicBezTo>
                    <a:pt x="262" y="144"/>
                    <a:pt x="119" y="311"/>
                    <a:pt x="0" y="453"/>
                  </a:cubicBezTo>
                  <a:cubicBezTo>
                    <a:pt x="620" y="1049"/>
                    <a:pt x="620" y="1096"/>
                    <a:pt x="810" y="1096"/>
                  </a:cubicBezTo>
                  <a:cubicBezTo>
                    <a:pt x="1072" y="1096"/>
                    <a:pt x="1215" y="787"/>
                    <a:pt x="1001" y="572"/>
                  </a:cubicBezTo>
                  <a:lnTo>
                    <a:pt x="453" y="1"/>
                  </a:lnTo>
                  <a:close/>
                </a:path>
              </a:pathLst>
            </a:custGeom>
            <a:solidFill>
              <a:srgbClr val="9EAA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6" name="Google Shape;24366;p146"/>
            <p:cNvSpPr/>
            <p:nvPr/>
          </p:nvSpPr>
          <p:spPr>
            <a:xfrm>
              <a:off x="4059997" y="4421962"/>
              <a:ext cx="36434" cy="36238"/>
            </a:xfrm>
            <a:custGeom>
              <a:avLst/>
              <a:gdLst/>
              <a:ahLst/>
              <a:cxnLst/>
              <a:rect l="l" t="t" r="r" b="b"/>
              <a:pathLst>
                <a:path w="1120" h="1114" extrusionOk="0">
                  <a:moveTo>
                    <a:pt x="786" y="0"/>
                  </a:moveTo>
                  <a:cubicBezTo>
                    <a:pt x="709" y="0"/>
                    <a:pt x="631" y="30"/>
                    <a:pt x="572" y="90"/>
                  </a:cubicBezTo>
                  <a:lnTo>
                    <a:pt x="0" y="661"/>
                  </a:lnTo>
                  <a:lnTo>
                    <a:pt x="453" y="1114"/>
                  </a:lnTo>
                  <a:lnTo>
                    <a:pt x="1001" y="542"/>
                  </a:lnTo>
                  <a:cubicBezTo>
                    <a:pt x="1120" y="423"/>
                    <a:pt x="1120" y="256"/>
                    <a:pt x="1001" y="90"/>
                  </a:cubicBezTo>
                  <a:cubicBezTo>
                    <a:pt x="941" y="30"/>
                    <a:pt x="864" y="0"/>
                    <a:pt x="786"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7" name="Google Shape;24367;p146"/>
            <p:cNvSpPr/>
            <p:nvPr/>
          </p:nvSpPr>
          <p:spPr>
            <a:xfrm>
              <a:off x="4059997" y="4421962"/>
              <a:ext cx="36434" cy="36238"/>
            </a:xfrm>
            <a:custGeom>
              <a:avLst/>
              <a:gdLst/>
              <a:ahLst/>
              <a:cxnLst/>
              <a:rect l="l" t="t" r="r" b="b"/>
              <a:pathLst>
                <a:path w="1120" h="1114" extrusionOk="0">
                  <a:moveTo>
                    <a:pt x="786" y="0"/>
                  </a:moveTo>
                  <a:cubicBezTo>
                    <a:pt x="709" y="0"/>
                    <a:pt x="631" y="30"/>
                    <a:pt x="572" y="90"/>
                  </a:cubicBezTo>
                  <a:lnTo>
                    <a:pt x="0" y="661"/>
                  </a:lnTo>
                  <a:lnTo>
                    <a:pt x="453" y="1114"/>
                  </a:lnTo>
                  <a:lnTo>
                    <a:pt x="1001" y="542"/>
                  </a:lnTo>
                  <a:cubicBezTo>
                    <a:pt x="1120" y="423"/>
                    <a:pt x="1120" y="256"/>
                    <a:pt x="1001" y="90"/>
                  </a:cubicBezTo>
                  <a:cubicBezTo>
                    <a:pt x="941" y="30"/>
                    <a:pt x="864" y="0"/>
                    <a:pt x="786" y="0"/>
                  </a:cubicBezTo>
                  <a:close/>
                </a:path>
              </a:pathLst>
            </a:custGeom>
            <a:solidFill>
              <a:srgbClr val="9EAA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8" name="Google Shape;24368;p146"/>
            <p:cNvSpPr/>
            <p:nvPr/>
          </p:nvSpPr>
          <p:spPr>
            <a:xfrm>
              <a:off x="4066958" y="4424858"/>
              <a:ext cx="29472" cy="33343"/>
            </a:xfrm>
            <a:custGeom>
              <a:avLst/>
              <a:gdLst/>
              <a:ahLst/>
              <a:cxnLst/>
              <a:rect l="l" t="t" r="r" b="b"/>
              <a:pathLst>
                <a:path w="906" h="1025" extrusionOk="0">
                  <a:moveTo>
                    <a:pt x="787" y="1"/>
                  </a:moveTo>
                  <a:lnTo>
                    <a:pt x="1" y="810"/>
                  </a:lnTo>
                  <a:cubicBezTo>
                    <a:pt x="72" y="882"/>
                    <a:pt x="144" y="953"/>
                    <a:pt x="239" y="1025"/>
                  </a:cubicBezTo>
                  <a:lnTo>
                    <a:pt x="787" y="453"/>
                  </a:lnTo>
                  <a:cubicBezTo>
                    <a:pt x="906" y="334"/>
                    <a:pt x="906" y="167"/>
                    <a:pt x="787" y="1"/>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9" name="Google Shape;24369;p146"/>
            <p:cNvSpPr/>
            <p:nvPr/>
          </p:nvSpPr>
          <p:spPr>
            <a:xfrm>
              <a:off x="4274597" y="4423524"/>
              <a:ext cx="37214" cy="35458"/>
            </a:xfrm>
            <a:custGeom>
              <a:avLst/>
              <a:gdLst/>
              <a:ahLst/>
              <a:cxnLst/>
              <a:rect l="l" t="t" r="r" b="b"/>
              <a:pathLst>
                <a:path w="1144" h="1090" extrusionOk="0">
                  <a:moveTo>
                    <a:pt x="345" y="0"/>
                  </a:moveTo>
                  <a:cubicBezTo>
                    <a:pt x="262" y="0"/>
                    <a:pt x="179" y="30"/>
                    <a:pt x="119" y="89"/>
                  </a:cubicBezTo>
                  <a:cubicBezTo>
                    <a:pt x="0" y="208"/>
                    <a:pt x="0" y="399"/>
                    <a:pt x="119" y="518"/>
                  </a:cubicBezTo>
                  <a:lnTo>
                    <a:pt x="691" y="1090"/>
                  </a:lnTo>
                  <a:lnTo>
                    <a:pt x="1143" y="637"/>
                  </a:lnTo>
                  <a:lnTo>
                    <a:pt x="572" y="89"/>
                  </a:lnTo>
                  <a:cubicBezTo>
                    <a:pt x="512" y="30"/>
                    <a:pt x="429" y="0"/>
                    <a:pt x="345" y="0"/>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0" name="Google Shape;24370;p146"/>
            <p:cNvSpPr/>
            <p:nvPr/>
          </p:nvSpPr>
          <p:spPr>
            <a:xfrm>
              <a:off x="4013511" y="4160714"/>
              <a:ext cx="344753" cy="344753"/>
            </a:xfrm>
            <a:custGeom>
              <a:avLst/>
              <a:gdLst/>
              <a:ahLst/>
              <a:cxnLst/>
              <a:rect l="l" t="t" r="r" b="b"/>
              <a:pathLst>
                <a:path w="10598" h="10598" extrusionOk="0">
                  <a:moveTo>
                    <a:pt x="5287" y="619"/>
                  </a:moveTo>
                  <a:cubicBezTo>
                    <a:pt x="7883" y="619"/>
                    <a:pt x="9979" y="2715"/>
                    <a:pt x="9979" y="5311"/>
                  </a:cubicBezTo>
                  <a:cubicBezTo>
                    <a:pt x="9979" y="7859"/>
                    <a:pt x="7883" y="9978"/>
                    <a:pt x="5287" y="9978"/>
                  </a:cubicBezTo>
                  <a:cubicBezTo>
                    <a:pt x="2715" y="9978"/>
                    <a:pt x="620" y="7859"/>
                    <a:pt x="620" y="5311"/>
                  </a:cubicBezTo>
                  <a:cubicBezTo>
                    <a:pt x="620" y="2715"/>
                    <a:pt x="2715" y="619"/>
                    <a:pt x="5287" y="619"/>
                  </a:cubicBezTo>
                  <a:close/>
                  <a:moveTo>
                    <a:pt x="5287" y="0"/>
                  </a:moveTo>
                  <a:cubicBezTo>
                    <a:pt x="2382" y="0"/>
                    <a:pt x="1" y="2358"/>
                    <a:pt x="1" y="5311"/>
                  </a:cubicBezTo>
                  <a:cubicBezTo>
                    <a:pt x="1" y="8216"/>
                    <a:pt x="2358" y="10597"/>
                    <a:pt x="5287" y="10597"/>
                  </a:cubicBezTo>
                  <a:cubicBezTo>
                    <a:pt x="8193" y="10597"/>
                    <a:pt x="10598" y="8240"/>
                    <a:pt x="10598" y="5311"/>
                  </a:cubicBezTo>
                  <a:cubicBezTo>
                    <a:pt x="10598" y="2381"/>
                    <a:pt x="8240" y="0"/>
                    <a:pt x="5287" y="0"/>
                  </a:cubicBezTo>
                  <a:close/>
                </a:path>
              </a:pathLst>
            </a:custGeom>
            <a:solidFill>
              <a:srgbClr val="9EAA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1" name="Google Shape;24371;p146"/>
            <p:cNvSpPr/>
            <p:nvPr/>
          </p:nvSpPr>
          <p:spPr>
            <a:xfrm>
              <a:off x="4103034" y="4252188"/>
              <a:ext cx="165675" cy="161739"/>
            </a:xfrm>
            <a:custGeom>
              <a:avLst/>
              <a:gdLst/>
              <a:ahLst/>
              <a:cxnLst/>
              <a:rect l="l" t="t" r="r" b="b"/>
              <a:pathLst>
                <a:path w="5093" h="4972" extrusionOk="0">
                  <a:moveTo>
                    <a:pt x="4717" y="1"/>
                  </a:moveTo>
                  <a:cubicBezTo>
                    <a:pt x="4681" y="1"/>
                    <a:pt x="4644" y="7"/>
                    <a:pt x="4607" y="22"/>
                  </a:cubicBezTo>
                  <a:lnTo>
                    <a:pt x="1511" y="1260"/>
                  </a:lnTo>
                  <a:cubicBezTo>
                    <a:pt x="1416" y="1308"/>
                    <a:pt x="1345" y="1356"/>
                    <a:pt x="1321" y="1451"/>
                  </a:cubicBezTo>
                  <a:lnTo>
                    <a:pt x="82" y="4547"/>
                  </a:lnTo>
                  <a:cubicBezTo>
                    <a:pt x="1" y="4750"/>
                    <a:pt x="163" y="4972"/>
                    <a:pt x="376" y="4972"/>
                  </a:cubicBezTo>
                  <a:cubicBezTo>
                    <a:pt x="412" y="4972"/>
                    <a:pt x="449" y="4965"/>
                    <a:pt x="487" y="4952"/>
                  </a:cubicBezTo>
                  <a:lnTo>
                    <a:pt x="3583" y="3713"/>
                  </a:lnTo>
                  <a:cubicBezTo>
                    <a:pt x="3678" y="3689"/>
                    <a:pt x="3726" y="3618"/>
                    <a:pt x="3774" y="3523"/>
                  </a:cubicBezTo>
                  <a:lnTo>
                    <a:pt x="5012" y="427"/>
                  </a:lnTo>
                  <a:cubicBezTo>
                    <a:pt x="5093" y="205"/>
                    <a:pt x="4917" y="1"/>
                    <a:pt x="4717"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2" name="Google Shape;24372;p146"/>
            <p:cNvSpPr/>
            <p:nvPr/>
          </p:nvSpPr>
          <p:spPr>
            <a:xfrm>
              <a:off x="4107263" y="4254433"/>
              <a:ext cx="159592" cy="159234"/>
            </a:xfrm>
            <a:custGeom>
              <a:avLst/>
              <a:gdLst/>
              <a:ahLst/>
              <a:cxnLst/>
              <a:rect l="l" t="t" r="r" b="b"/>
              <a:pathLst>
                <a:path w="4906" h="4895" extrusionOk="0">
                  <a:moveTo>
                    <a:pt x="1215" y="1310"/>
                  </a:moveTo>
                  <a:lnTo>
                    <a:pt x="1215" y="1310"/>
                  </a:lnTo>
                  <a:cubicBezTo>
                    <a:pt x="1191" y="1358"/>
                    <a:pt x="1191" y="1358"/>
                    <a:pt x="1143" y="1501"/>
                  </a:cubicBezTo>
                  <a:cubicBezTo>
                    <a:pt x="1191" y="1382"/>
                    <a:pt x="1191" y="1358"/>
                    <a:pt x="1215" y="1310"/>
                  </a:cubicBezTo>
                  <a:close/>
                  <a:moveTo>
                    <a:pt x="4787" y="1"/>
                  </a:moveTo>
                  <a:lnTo>
                    <a:pt x="0" y="4811"/>
                  </a:lnTo>
                  <a:cubicBezTo>
                    <a:pt x="62" y="4858"/>
                    <a:pt x="134" y="4894"/>
                    <a:pt x="210" y="4894"/>
                  </a:cubicBezTo>
                  <a:cubicBezTo>
                    <a:pt x="250" y="4894"/>
                    <a:pt x="292" y="4884"/>
                    <a:pt x="333" y="4859"/>
                  </a:cubicBezTo>
                  <a:cubicBezTo>
                    <a:pt x="3644" y="3549"/>
                    <a:pt x="3453" y="3620"/>
                    <a:pt x="3477" y="3573"/>
                  </a:cubicBezTo>
                  <a:cubicBezTo>
                    <a:pt x="3596" y="3501"/>
                    <a:pt x="3477" y="3692"/>
                    <a:pt x="4858" y="334"/>
                  </a:cubicBezTo>
                  <a:cubicBezTo>
                    <a:pt x="4906" y="215"/>
                    <a:pt x="4882" y="96"/>
                    <a:pt x="4787"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3" name="Google Shape;24373;p146"/>
            <p:cNvSpPr/>
            <p:nvPr/>
          </p:nvSpPr>
          <p:spPr>
            <a:xfrm>
              <a:off x="4103034" y="4290834"/>
              <a:ext cx="124330" cy="123094"/>
            </a:xfrm>
            <a:custGeom>
              <a:avLst/>
              <a:gdLst/>
              <a:ahLst/>
              <a:cxnLst/>
              <a:rect l="l" t="t" r="r" b="b"/>
              <a:pathLst>
                <a:path w="3822" h="3784" extrusionOk="0">
                  <a:moveTo>
                    <a:pt x="1416" y="168"/>
                  </a:moveTo>
                  <a:cubicBezTo>
                    <a:pt x="1321" y="191"/>
                    <a:pt x="1416" y="1"/>
                    <a:pt x="82" y="3359"/>
                  </a:cubicBezTo>
                  <a:cubicBezTo>
                    <a:pt x="1" y="3562"/>
                    <a:pt x="163" y="3784"/>
                    <a:pt x="376" y="3784"/>
                  </a:cubicBezTo>
                  <a:cubicBezTo>
                    <a:pt x="412" y="3784"/>
                    <a:pt x="449" y="3777"/>
                    <a:pt x="487" y="3764"/>
                  </a:cubicBezTo>
                  <a:cubicBezTo>
                    <a:pt x="3821" y="2430"/>
                    <a:pt x="3655" y="2525"/>
                    <a:pt x="3702" y="2454"/>
                  </a:cubicBezTo>
                  <a:lnTo>
                    <a:pt x="1416" y="168"/>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4" name="Google Shape;24374;p146"/>
            <p:cNvSpPr/>
            <p:nvPr/>
          </p:nvSpPr>
          <p:spPr>
            <a:xfrm>
              <a:off x="4146754" y="4295486"/>
              <a:ext cx="1594" cy="1594"/>
            </a:xfrm>
            <a:custGeom>
              <a:avLst/>
              <a:gdLst/>
              <a:ahLst/>
              <a:cxnLst/>
              <a:rect l="l" t="t" r="r" b="b"/>
              <a:pathLst>
                <a:path w="49" h="49" extrusionOk="0">
                  <a:moveTo>
                    <a:pt x="48" y="1"/>
                  </a:moveTo>
                  <a:lnTo>
                    <a:pt x="48" y="1"/>
                  </a:lnTo>
                  <a:cubicBezTo>
                    <a:pt x="48" y="1"/>
                    <a:pt x="1" y="25"/>
                    <a:pt x="1" y="48"/>
                  </a:cubicBezTo>
                  <a:lnTo>
                    <a:pt x="48" y="1"/>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5" name="Google Shape;24375;p146"/>
            <p:cNvSpPr/>
            <p:nvPr/>
          </p:nvSpPr>
          <p:spPr>
            <a:xfrm>
              <a:off x="4108011" y="4333448"/>
              <a:ext cx="120133" cy="79861"/>
            </a:xfrm>
            <a:custGeom>
              <a:avLst/>
              <a:gdLst/>
              <a:ahLst/>
              <a:cxnLst/>
              <a:rect l="l" t="t" r="r" b="b"/>
              <a:pathLst>
                <a:path w="3693" h="2455" extrusionOk="0">
                  <a:moveTo>
                    <a:pt x="2382" y="1"/>
                  </a:moveTo>
                  <a:lnTo>
                    <a:pt x="1" y="2382"/>
                  </a:lnTo>
                  <a:cubicBezTo>
                    <a:pt x="62" y="2428"/>
                    <a:pt x="134" y="2454"/>
                    <a:pt x="209" y="2454"/>
                  </a:cubicBezTo>
                  <a:cubicBezTo>
                    <a:pt x="250" y="2454"/>
                    <a:pt x="292" y="2447"/>
                    <a:pt x="334" y="2430"/>
                  </a:cubicBezTo>
                  <a:cubicBezTo>
                    <a:pt x="3692" y="1096"/>
                    <a:pt x="3502" y="1191"/>
                    <a:pt x="3549" y="1120"/>
                  </a:cubicBezTo>
                  <a:lnTo>
                    <a:pt x="23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6" name="Google Shape;24376;p146"/>
            <p:cNvSpPr/>
            <p:nvPr/>
          </p:nvSpPr>
          <p:spPr>
            <a:xfrm>
              <a:off x="4063868" y="4211038"/>
              <a:ext cx="294396" cy="294429"/>
            </a:xfrm>
            <a:custGeom>
              <a:avLst/>
              <a:gdLst/>
              <a:ahLst/>
              <a:cxnLst/>
              <a:rect l="l" t="t" r="r" b="b"/>
              <a:pathLst>
                <a:path w="9050" h="9051" extrusionOk="0">
                  <a:moveTo>
                    <a:pt x="7502" y="1"/>
                  </a:moveTo>
                  <a:lnTo>
                    <a:pt x="7050" y="453"/>
                  </a:lnTo>
                  <a:cubicBezTo>
                    <a:pt x="7883" y="1287"/>
                    <a:pt x="8431" y="2478"/>
                    <a:pt x="8431" y="3764"/>
                  </a:cubicBezTo>
                  <a:cubicBezTo>
                    <a:pt x="8431" y="6336"/>
                    <a:pt x="6335" y="8431"/>
                    <a:pt x="3739" y="8431"/>
                  </a:cubicBezTo>
                  <a:cubicBezTo>
                    <a:pt x="2477" y="8431"/>
                    <a:pt x="1286" y="7884"/>
                    <a:pt x="453" y="7050"/>
                  </a:cubicBezTo>
                  <a:lnTo>
                    <a:pt x="0" y="7503"/>
                  </a:lnTo>
                  <a:cubicBezTo>
                    <a:pt x="953" y="8455"/>
                    <a:pt x="2287" y="9050"/>
                    <a:pt x="3739" y="9050"/>
                  </a:cubicBezTo>
                  <a:cubicBezTo>
                    <a:pt x="6645" y="9050"/>
                    <a:pt x="9050" y="6693"/>
                    <a:pt x="9050" y="3764"/>
                  </a:cubicBezTo>
                  <a:cubicBezTo>
                    <a:pt x="9050" y="2287"/>
                    <a:pt x="8455" y="954"/>
                    <a:pt x="7502" y="1"/>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77" name="Google Shape;24377;p146"/>
          <p:cNvGrpSpPr/>
          <p:nvPr/>
        </p:nvGrpSpPr>
        <p:grpSpPr>
          <a:xfrm>
            <a:off x="4765735" y="4008314"/>
            <a:ext cx="344753" cy="344753"/>
            <a:chOff x="4765735" y="4160714"/>
            <a:chExt cx="344753" cy="344753"/>
          </a:xfrm>
        </p:grpSpPr>
        <p:sp>
          <p:nvSpPr>
            <p:cNvPr id="24378" name="Google Shape;24378;p146"/>
            <p:cNvSpPr/>
            <p:nvPr/>
          </p:nvSpPr>
          <p:spPr>
            <a:xfrm>
              <a:off x="4766516" y="4200661"/>
              <a:ext cx="87571" cy="137472"/>
            </a:xfrm>
            <a:custGeom>
              <a:avLst/>
              <a:gdLst/>
              <a:ahLst/>
              <a:cxnLst/>
              <a:rect l="l" t="t" r="r" b="b"/>
              <a:pathLst>
                <a:path w="2692" h="4226" extrusionOk="0">
                  <a:moveTo>
                    <a:pt x="2112" y="0"/>
                  </a:moveTo>
                  <a:cubicBezTo>
                    <a:pt x="992" y="0"/>
                    <a:pt x="0" y="905"/>
                    <a:pt x="0" y="2106"/>
                  </a:cubicBezTo>
                  <a:cubicBezTo>
                    <a:pt x="0" y="3273"/>
                    <a:pt x="929" y="4202"/>
                    <a:pt x="2072" y="4226"/>
                  </a:cubicBezTo>
                  <a:cubicBezTo>
                    <a:pt x="1905" y="3749"/>
                    <a:pt x="1953" y="3511"/>
                    <a:pt x="1953" y="2178"/>
                  </a:cubicBezTo>
                  <a:cubicBezTo>
                    <a:pt x="1953" y="1392"/>
                    <a:pt x="2215" y="653"/>
                    <a:pt x="2691" y="82"/>
                  </a:cubicBezTo>
                  <a:cubicBezTo>
                    <a:pt x="2497" y="26"/>
                    <a:pt x="2303" y="0"/>
                    <a:pt x="2112" y="0"/>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9" name="Google Shape;24379;p146"/>
            <p:cNvSpPr/>
            <p:nvPr/>
          </p:nvSpPr>
          <p:spPr>
            <a:xfrm>
              <a:off x="5018266" y="4195586"/>
              <a:ext cx="92223" cy="137895"/>
            </a:xfrm>
            <a:custGeom>
              <a:avLst/>
              <a:gdLst/>
              <a:ahLst/>
              <a:cxnLst/>
              <a:rect l="l" t="t" r="r" b="b"/>
              <a:pathLst>
                <a:path w="2835" h="4239" extrusionOk="0">
                  <a:moveTo>
                    <a:pt x="681" y="1"/>
                  </a:moveTo>
                  <a:cubicBezTo>
                    <a:pt x="456" y="1"/>
                    <a:pt x="226" y="38"/>
                    <a:pt x="1" y="119"/>
                  </a:cubicBezTo>
                  <a:cubicBezTo>
                    <a:pt x="549" y="714"/>
                    <a:pt x="858" y="1500"/>
                    <a:pt x="858" y="2357"/>
                  </a:cubicBezTo>
                  <a:cubicBezTo>
                    <a:pt x="858" y="3667"/>
                    <a:pt x="906" y="3810"/>
                    <a:pt x="811" y="4239"/>
                  </a:cubicBezTo>
                  <a:cubicBezTo>
                    <a:pt x="1906" y="4167"/>
                    <a:pt x="2835" y="3286"/>
                    <a:pt x="2835" y="2119"/>
                  </a:cubicBezTo>
                  <a:cubicBezTo>
                    <a:pt x="2815" y="912"/>
                    <a:pt x="1792" y="1"/>
                    <a:pt x="681" y="1"/>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0" name="Google Shape;24380;p146"/>
            <p:cNvSpPr/>
            <p:nvPr/>
          </p:nvSpPr>
          <p:spPr>
            <a:xfrm>
              <a:off x="4765735" y="4383805"/>
              <a:ext cx="344753" cy="121662"/>
            </a:xfrm>
            <a:custGeom>
              <a:avLst/>
              <a:gdLst/>
              <a:ahLst/>
              <a:cxnLst/>
              <a:rect l="l" t="t" r="r" b="b"/>
              <a:pathLst>
                <a:path w="10598" h="3740" extrusionOk="0">
                  <a:moveTo>
                    <a:pt x="2811" y="1"/>
                  </a:moveTo>
                  <a:cubicBezTo>
                    <a:pt x="1263" y="1"/>
                    <a:pt x="0" y="1239"/>
                    <a:pt x="0" y="2787"/>
                  </a:cubicBezTo>
                  <a:lnTo>
                    <a:pt x="0" y="3454"/>
                  </a:lnTo>
                  <a:cubicBezTo>
                    <a:pt x="0" y="3597"/>
                    <a:pt x="119" y="3739"/>
                    <a:pt x="310" y="3739"/>
                  </a:cubicBezTo>
                  <a:lnTo>
                    <a:pt x="10264" y="3739"/>
                  </a:lnTo>
                  <a:cubicBezTo>
                    <a:pt x="10455" y="3739"/>
                    <a:pt x="10598" y="3597"/>
                    <a:pt x="10598" y="3454"/>
                  </a:cubicBezTo>
                  <a:lnTo>
                    <a:pt x="10598" y="2787"/>
                  </a:lnTo>
                  <a:cubicBezTo>
                    <a:pt x="10598" y="1239"/>
                    <a:pt x="9359" y="1"/>
                    <a:pt x="7812" y="1"/>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1" name="Google Shape;24381;p146"/>
            <p:cNvSpPr/>
            <p:nvPr/>
          </p:nvSpPr>
          <p:spPr>
            <a:xfrm>
              <a:off x="4938502" y="4383805"/>
              <a:ext cx="171986" cy="121662"/>
            </a:xfrm>
            <a:custGeom>
              <a:avLst/>
              <a:gdLst/>
              <a:ahLst/>
              <a:cxnLst/>
              <a:rect l="l" t="t" r="r" b="b"/>
              <a:pathLst>
                <a:path w="5287" h="3740" extrusionOk="0">
                  <a:moveTo>
                    <a:pt x="0" y="1"/>
                  </a:moveTo>
                  <a:lnTo>
                    <a:pt x="0" y="3739"/>
                  </a:lnTo>
                  <a:lnTo>
                    <a:pt x="4977" y="3739"/>
                  </a:lnTo>
                  <a:cubicBezTo>
                    <a:pt x="5168" y="3739"/>
                    <a:pt x="5287" y="3597"/>
                    <a:pt x="5287" y="3454"/>
                  </a:cubicBezTo>
                  <a:lnTo>
                    <a:pt x="5287" y="2787"/>
                  </a:lnTo>
                  <a:cubicBezTo>
                    <a:pt x="5287" y="1263"/>
                    <a:pt x="4096" y="48"/>
                    <a:pt x="2596" y="1"/>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2" name="Google Shape;24382;p146"/>
            <p:cNvSpPr/>
            <p:nvPr/>
          </p:nvSpPr>
          <p:spPr>
            <a:xfrm>
              <a:off x="4857925" y="4383805"/>
              <a:ext cx="158844" cy="120881"/>
            </a:xfrm>
            <a:custGeom>
              <a:avLst/>
              <a:gdLst/>
              <a:ahLst/>
              <a:cxnLst/>
              <a:rect l="l" t="t" r="r" b="b"/>
              <a:pathLst>
                <a:path w="4883" h="3716" extrusionOk="0">
                  <a:moveTo>
                    <a:pt x="0" y="1"/>
                  </a:moveTo>
                  <a:lnTo>
                    <a:pt x="2191" y="3573"/>
                  </a:lnTo>
                  <a:cubicBezTo>
                    <a:pt x="2251" y="3668"/>
                    <a:pt x="2358" y="3716"/>
                    <a:pt x="2465" y="3716"/>
                  </a:cubicBezTo>
                  <a:cubicBezTo>
                    <a:pt x="2572" y="3716"/>
                    <a:pt x="2679" y="3668"/>
                    <a:pt x="2739" y="3573"/>
                  </a:cubicBezTo>
                  <a:lnTo>
                    <a:pt x="4882" y="1"/>
                  </a:ln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3" name="Google Shape;24383;p146"/>
            <p:cNvSpPr/>
            <p:nvPr/>
          </p:nvSpPr>
          <p:spPr>
            <a:xfrm>
              <a:off x="4938502" y="4383805"/>
              <a:ext cx="72054" cy="120881"/>
            </a:xfrm>
            <a:custGeom>
              <a:avLst/>
              <a:gdLst/>
              <a:ahLst/>
              <a:cxnLst/>
              <a:rect l="l" t="t" r="r" b="b"/>
              <a:pathLst>
                <a:path w="2215" h="3716" extrusionOk="0">
                  <a:moveTo>
                    <a:pt x="0" y="1"/>
                  </a:moveTo>
                  <a:lnTo>
                    <a:pt x="0" y="3716"/>
                  </a:lnTo>
                  <a:cubicBezTo>
                    <a:pt x="119" y="3716"/>
                    <a:pt x="191" y="3644"/>
                    <a:pt x="262" y="3573"/>
                  </a:cubicBezTo>
                  <a:cubicBezTo>
                    <a:pt x="310" y="3477"/>
                    <a:pt x="2048" y="525"/>
                    <a:pt x="2096" y="429"/>
                  </a:cubicBezTo>
                  <a:cubicBezTo>
                    <a:pt x="2215" y="263"/>
                    <a:pt x="2072" y="1"/>
                    <a:pt x="1834"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4" name="Google Shape;24384;p146"/>
            <p:cNvSpPr/>
            <p:nvPr/>
          </p:nvSpPr>
          <p:spPr>
            <a:xfrm>
              <a:off x="4826143" y="4160714"/>
              <a:ext cx="222375" cy="263395"/>
            </a:xfrm>
            <a:custGeom>
              <a:avLst/>
              <a:gdLst/>
              <a:ahLst/>
              <a:cxnLst/>
              <a:rect l="l" t="t" r="r" b="b"/>
              <a:pathLst>
                <a:path w="6836" h="8097" extrusionOk="0">
                  <a:moveTo>
                    <a:pt x="3454" y="0"/>
                  </a:moveTo>
                  <a:cubicBezTo>
                    <a:pt x="1477" y="0"/>
                    <a:pt x="1" y="1572"/>
                    <a:pt x="1" y="3429"/>
                  </a:cubicBezTo>
                  <a:lnTo>
                    <a:pt x="1" y="4668"/>
                  </a:lnTo>
                  <a:cubicBezTo>
                    <a:pt x="1" y="6573"/>
                    <a:pt x="1501" y="8097"/>
                    <a:pt x="3406" y="8097"/>
                  </a:cubicBezTo>
                  <a:cubicBezTo>
                    <a:pt x="5288" y="8097"/>
                    <a:pt x="6812" y="6549"/>
                    <a:pt x="6836" y="4668"/>
                  </a:cubicBezTo>
                  <a:lnTo>
                    <a:pt x="6836" y="3453"/>
                  </a:lnTo>
                  <a:cubicBezTo>
                    <a:pt x="6836" y="1572"/>
                    <a:pt x="5312" y="0"/>
                    <a:pt x="3454" y="0"/>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5" name="Google Shape;24385;p146"/>
            <p:cNvSpPr/>
            <p:nvPr/>
          </p:nvSpPr>
          <p:spPr>
            <a:xfrm>
              <a:off x="4938502" y="4160714"/>
              <a:ext cx="110797" cy="262647"/>
            </a:xfrm>
            <a:custGeom>
              <a:avLst/>
              <a:gdLst/>
              <a:ahLst/>
              <a:cxnLst/>
              <a:rect l="l" t="t" r="r" b="b"/>
              <a:pathLst>
                <a:path w="3406" h="8074" extrusionOk="0">
                  <a:moveTo>
                    <a:pt x="0" y="0"/>
                  </a:moveTo>
                  <a:lnTo>
                    <a:pt x="0" y="8073"/>
                  </a:lnTo>
                  <a:cubicBezTo>
                    <a:pt x="1858" y="8073"/>
                    <a:pt x="3382" y="6525"/>
                    <a:pt x="3405" y="4644"/>
                  </a:cubicBezTo>
                  <a:lnTo>
                    <a:pt x="3405" y="3406"/>
                  </a:lnTo>
                  <a:cubicBezTo>
                    <a:pt x="3405" y="1524"/>
                    <a:pt x="1858" y="0"/>
                    <a:pt x="0"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6" name="Google Shape;24386;p146"/>
            <p:cNvSpPr/>
            <p:nvPr/>
          </p:nvSpPr>
          <p:spPr>
            <a:xfrm>
              <a:off x="4812221" y="4283092"/>
              <a:ext cx="251034" cy="20169"/>
            </a:xfrm>
            <a:custGeom>
              <a:avLst/>
              <a:gdLst/>
              <a:ahLst/>
              <a:cxnLst/>
              <a:rect l="l" t="t" r="r" b="b"/>
              <a:pathLst>
                <a:path w="7717" h="620" extrusionOk="0">
                  <a:moveTo>
                    <a:pt x="286" y="1"/>
                  </a:moveTo>
                  <a:cubicBezTo>
                    <a:pt x="119" y="1"/>
                    <a:pt x="0" y="144"/>
                    <a:pt x="0" y="310"/>
                  </a:cubicBezTo>
                  <a:cubicBezTo>
                    <a:pt x="24" y="501"/>
                    <a:pt x="143" y="620"/>
                    <a:pt x="334" y="620"/>
                  </a:cubicBezTo>
                  <a:lnTo>
                    <a:pt x="7383" y="620"/>
                  </a:lnTo>
                  <a:cubicBezTo>
                    <a:pt x="7573" y="620"/>
                    <a:pt x="7669" y="501"/>
                    <a:pt x="7716" y="358"/>
                  </a:cubicBezTo>
                  <a:cubicBezTo>
                    <a:pt x="7716" y="144"/>
                    <a:pt x="7573" y="1"/>
                    <a:pt x="7359"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7" name="Google Shape;24387;p146"/>
            <p:cNvSpPr/>
            <p:nvPr/>
          </p:nvSpPr>
          <p:spPr>
            <a:xfrm>
              <a:off x="4938502" y="4283092"/>
              <a:ext cx="124753" cy="20169"/>
            </a:xfrm>
            <a:custGeom>
              <a:avLst/>
              <a:gdLst/>
              <a:ahLst/>
              <a:cxnLst/>
              <a:rect l="l" t="t" r="r" b="b"/>
              <a:pathLst>
                <a:path w="3835" h="620" extrusionOk="0">
                  <a:moveTo>
                    <a:pt x="0" y="1"/>
                  </a:moveTo>
                  <a:lnTo>
                    <a:pt x="0" y="620"/>
                  </a:lnTo>
                  <a:lnTo>
                    <a:pt x="3501" y="620"/>
                  </a:lnTo>
                  <a:cubicBezTo>
                    <a:pt x="3644" y="620"/>
                    <a:pt x="3787" y="501"/>
                    <a:pt x="3787" y="358"/>
                  </a:cubicBezTo>
                  <a:cubicBezTo>
                    <a:pt x="3834" y="144"/>
                    <a:pt x="3691" y="1"/>
                    <a:pt x="350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8" name="Google Shape;24388;p146"/>
            <p:cNvSpPr/>
            <p:nvPr/>
          </p:nvSpPr>
          <p:spPr>
            <a:xfrm>
              <a:off x="4905939" y="4342752"/>
              <a:ext cx="62002" cy="20169"/>
            </a:xfrm>
            <a:custGeom>
              <a:avLst/>
              <a:gdLst/>
              <a:ahLst/>
              <a:cxnLst/>
              <a:rect l="l" t="t" r="r" b="b"/>
              <a:pathLst>
                <a:path w="1906" h="620" extrusionOk="0">
                  <a:moveTo>
                    <a:pt x="334" y="0"/>
                  </a:moveTo>
                  <a:cubicBezTo>
                    <a:pt x="144" y="0"/>
                    <a:pt x="1" y="191"/>
                    <a:pt x="25" y="358"/>
                  </a:cubicBezTo>
                  <a:cubicBezTo>
                    <a:pt x="72" y="501"/>
                    <a:pt x="215" y="620"/>
                    <a:pt x="358" y="620"/>
                  </a:cubicBezTo>
                  <a:lnTo>
                    <a:pt x="1596" y="620"/>
                  </a:lnTo>
                  <a:cubicBezTo>
                    <a:pt x="1787" y="620"/>
                    <a:pt x="1906" y="477"/>
                    <a:pt x="1882" y="262"/>
                  </a:cubicBezTo>
                  <a:cubicBezTo>
                    <a:pt x="1858" y="119"/>
                    <a:pt x="1715" y="0"/>
                    <a:pt x="1549"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9" name="Google Shape;24389;p146"/>
            <p:cNvSpPr/>
            <p:nvPr/>
          </p:nvSpPr>
          <p:spPr>
            <a:xfrm>
              <a:off x="4938502" y="4342752"/>
              <a:ext cx="31001" cy="20169"/>
            </a:xfrm>
            <a:custGeom>
              <a:avLst/>
              <a:gdLst/>
              <a:ahLst/>
              <a:cxnLst/>
              <a:rect l="l" t="t" r="r" b="b"/>
              <a:pathLst>
                <a:path w="953" h="620" extrusionOk="0">
                  <a:moveTo>
                    <a:pt x="0" y="0"/>
                  </a:moveTo>
                  <a:lnTo>
                    <a:pt x="0" y="620"/>
                  </a:lnTo>
                  <a:lnTo>
                    <a:pt x="595" y="620"/>
                  </a:lnTo>
                  <a:cubicBezTo>
                    <a:pt x="738" y="620"/>
                    <a:pt x="881" y="501"/>
                    <a:pt x="905" y="358"/>
                  </a:cubicBezTo>
                  <a:cubicBezTo>
                    <a:pt x="953" y="143"/>
                    <a:pt x="786" y="0"/>
                    <a:pt x="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0" name="Google Shape;24390;p146"/>
            <p:cNvSpPr/>
            <p:nvPr/>
          </p:nvSpPr>
          <p:spPr>
            <a:xfrm>
              <a:off x="4866448" y="4261394"/>
              <a:ext cx="62002" cy="62035"/>
            </a:xfrm>
            <a:custGeom>
              <a:avLst/>
              <a:gdLst/>
              <a:ahLst/>
              <a:cxnLst/>
              <a:rect l="l" t="t" r="r" b="b"/>
              <a:pathLst>
                <a:path w="1906" h="1907" extrusionOk="0">
                  <a:moveTo>
                    <a:pt x="953" y="1"/>
                  </a:moveTo>
                  <a:cubicBezTo>
                    <a:pt x="405" y="1"/>
                    <a:pt x="0" y="430"/>
                    <a:pt x="0" y="953"/>
                  </a:cubicBezTo>
                  <a:cubicBezTo>
                    <a:pt x="0" y="1501"/>
                    <a:pt x="405" y="1906"/>
                    <a:pt x="953" y="1906"/>
                  </a:cubicBezTo>
                  <a:cubicBezTo>
                    <a:pt x="1501" y="1906"/>
                    <a:pt x="1905" y="1501"/>
                    <a:pt x="1905" y="953"/>
                  </a:cubicBezTo>
                  <a:cubicBezTo>
                    <a:pt x="1905" y="430"/>
                    <a:pt x="1477" y="1"/>
                    <a:pt x="953"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1" name="Google Shape;24391;p146"/>
            <p:cNvSpPr/>
            <p:nvPr/>
          </p:nvSpPr>
          <p:spPr>
            <a:xfrm>
              <a:off x="4946992" y="4261394"/>
              <a:ext cx="62035" cy="62035"/>
            </a:xfrm>
            <a:custGeom>
              <a:avLst/>
              <a:gdLst/>
              <a:ahLst/>
              <a:cxnLst/>
              <a:rect l="l" t="t" r="r" b="b"/>
              <a:pathLst>
                <a:path w="1907" h="1907" extrusionOk="0">
                  <a:moveTo>
                    <a:pt x="954" y="1"/>
                  </a:moveTo>
                  <a:cubicBezTo>
                    <a:pt x="406" y="1"/>
                    <a:pt x="1" y="430"/>
                    <a:pt x="1" y="953"/>
                  </a:cubicBezTo>
                  <a:cubicBezTo>
                    <a:pt x="1" y="1501"/>
                    <a:pt x="406" y="1906"/>
                    <a:pt x="954" y="1906"/>
                  </a:cubicBezTo>
                  <a:cubicBezTo>
                    <a:pt x="1477" y="1906"/>
                    <a:pt x="1906" y="1501"/>
                    <a:pt x="1906" y="953"/>
                  </a:cubicBezTo>
                  <a:cubicBezTo>
                    <a:pt x="1906" y="430"/>
                    <a:pt x="1477" y="1"/>
                    <a:pt x="95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2" name="Google Shape;24392;p146"/>
            <p:cNvSpPr/>
            <p:nvPr/>
          </p:nvSpPr>
          <p:spPr>
            <a:xfrm>
              <a:off x="4886584" y="4281563"/>
              <a:ext cx="22511" cy="21698"/>
            </a:xfrm>
            <a:custGeom>
              <a:avLst/>
              <a:gdLst/>
              <a:ahLst/>
              <a:cxnLst/>
              <a:rect l="l" t="t" r="r" b="b"/>
              <a:pathLst>
                <a:path w="692" h="667" extrusionOk="0">
                  <a:moveTo>
                    <a:pt x="334" y="0"/>
                  </a:moveTo>
                  <a:cubicBezTo>
                    <a:pt x="143" y="0"/>
                    <a:pt x="0" y="167"/>
                    <a:pt x="0" y="333"/>
                  </a:cubicBezTo>
                  <a:cubicBezTo>
                    <a:pt x="0" y="524"/>
                    <a:pt x="143" y="667"/>
                    <a:pt x="334" y="667"/>
                  </a:cubicBezTo>
                  <a:cubicBezTo>
                    <a:pt x="524" y="667"/>
                    <a:pt x="667" y="524"/>
                    <a:pt x="667" y="333"/>
                  </a:cubicBezTo>
                  <a:cubicBezTo>
                    <a:pt x="691" y="167"/>
                    <a:pt x="548" y="0"/>
                    <a:pt x="334" y="0"/>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3" name="Google Shape;24393;p146"/>
            <p:cNvSpPr/>
            <p:nvPr/>
          </p:nvSpPr>
          <p:spPr>
            <a:xfrm>
              <a:off x="4967161" y="4281563"/>
              <a:ext cx="21698" cy="21698"/>
            </a:xfrm>
            <a:custGeom>
              <a:avLst/>
              <a:gdLst/>
              <a:ahLst/>
              <a:cxnLst/>
              <a:rect l="l" t="t" r="r" b="b"/>
              <a:pathLst>
                <a:path w="667" h="667" extrusionOk="0">
                  <a:moveTo>
                    <a:pt x="334" y="0"/>
                  </a:moveTo>
                  <a:cubicBezTo>
                    <a:pt x="143" y="0"/>
                    <a:pt x="0" y="167"/>
                    <a:pt x="0" y="333"/>
                  </a:cubicBezTo>
                  <a:cubicBezTo>
                    <a:pt x="0" y="524"/>
                    <a:pt x="143" y="667"/>
                    <a:pt x="334" y="667"/>
                  </a:cubicBezTo>
                  <a:cubicBezTo>
                    <a:pt x="500" y="667"/>
                    <a:pt x="667" y="524"/>
                    <a:pt x="667" y="333"/>
                  </a:cubicBezTo>
                  <a:cubicBezTo>
                    <a:pt x="667" y="167"/>
                    <a:pt x="500" y="0"/>
                    <a:pt x="334" y="0"/>
                  </a:cubicBezTo>
                  <a:close/>
                </a:path>
              </a:pathLst>
            </a:custGeom>
            <a:solidFill>
              <a:srgbClr val="B3BC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94" name="Google Shape;24394;p146"/>
          <p:cNvGrpSpPr/>
          <p:nvPr/>
        </p:nvGrpSpPr>
        <p:grpSpPr>
          <a:xfrm>
            <a:off x="5517178" y="4007533"/>
            <a:ext cx="344005" cy="344753"/>
            <a:chOff x="5517178" y="4159933"/>
            <a:chExt cx="344005" cy="344753"/>
          </a:xfrm>
        </p:grpSpPr>
        <p:sp>
          <p:nvSpPr>
            <p:cNvPr id="24395" name="Google Shape;24395;p146"/>
            <p:cNvSpPr/>
            <p:nvPr/>
          </p:nvSpPr>
          <p:spPr>
            <a:xfrm>
              <a:off x="5679080" y="4419458"/>
              <a:ext cx="20169" cy="30220"/>
            </a:xfrm>
            <a:custGeom>
              <a:avLst/>
              <a:gdLst/>
              <a:ahLst/>
              <a:cxnLst/>
              <a:rect l="l" t="t" r="r" b="b"/>
              <a:pathLst>
                <a:path w="620" h="929" extrusionOk="0">
                  <a:moveTo>
                    <a:pt x="1" y="0"/>
                  </a:moveTo>
                  <a:lnTo>
                    <a:pt x="1" y="929"/>
                  </a:lnTo>
                  <a:cubicBezTo>
                    <a:pt x="108" y="881"/>
                    <a:pt x="209" y="857"/>
                    <a:pt x="310" y="857"/>
                  </a:cubicBezTo>
                  <a:cubicBezTo>
                    <a:pt x="411" y="857"/>
                    <a:pt x="513" y="881"/>
                    <a:pt x="620" y="929"/>
                  </a:cubicBezTo>
                  <a:lnTo>
                    <a:pt x="620" y="0"/>
                  </a:lnTo>
                  <a:cubicBezTo>
                    <a:pt x="513" y="12"/>
                    <a:pt x="411" y="18"/>
                    <a:pt x="310" y="18"/>
                  </a:cubicBezTo>
                  <a:cubicBezTo>
                    <a:pt x="209" y="18"/>
                    <a:pt x="108" y="12"/>
                    <a:pt x="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6" name="Google Shape;24396;p146"/>
            <p:cNvSpPr/>
            <p:nvPr/>
          </p:nvSpPr>
          <p:spPr>
            <a:xfrm>
              <a:off x="5689945" y="4419458"/>
              <a:ext cx="9304" cy="30220"/>
            </a:xfrm>
            <a:custGeom>
              <a:avLst/>
              <a:gdLst/>
              <a:ahLst/>
              <a:cxnLst/>
              <a:rect l="l" t="t" r="r" b="b"/>
              <a:pathLst>
                <a:path w="286" h="929" extrusionOk="0">
                  <a:moveTo>
                    <a:pt x="0" y="0"/>
                  </a:moveTo>
                  <a:lnTo>
                    <a:pt x="0" y="857"/>
                  </a:lnTo>
                  <a:cubicBezTo>
                    <a:pt x="72" y="857"/>
                    <a:pt x="191" y="881"/>
                    <a:pt x="286" y="929"/>
                  </a:cubicBezTo>
                  <a:lnTo>
                    <a:pt x="286" y="0"/>
                  </a:lnTo>
                  <a:cubicBezTo>
                    <a:pt x="238" y="12"/>
                    <a:pt x="185" y="18"/>
                    <a:pt x="134" y="18"/>
                  </a:cubicBezTo>
                  <a:cubicBezTo>
                    <a:pt x="83" y="18"/>
                    <a:pt x="36" y="12"/>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7" name="Google Shape;24397;p146"/>
            <p:cNvSpPr/>
            <p:nvPr/>
          </p:nvSpPr>
          <p:spPr>
            <a:xfrm>
              <a:off x="5742611" y="4386147"/>
              <a:ext cx="35653" cy="36434"/>
            </a:xfrm>
            <a:custGeom>
              <a:avLst/>
              <a:gdLst/>
              <a:ahLst/>
              <a:cxnLst/>
              <a:rect l="l" t="t" r="r" b="b"/>
              <a:pathLst>
                <a:path w="1096" h="1120" extrusionOk="0">
                  <a:moveTo>
                    <a:pt x="453" y="0"/>
                  </a:moveTo>
                  <a:cubicBezTo>
                    <a:pt x="310" y="191"/>
                    <a:pt x="143" y="333"/>
                    <a:pt x="0" y="453"/>
                  </a:cubicBezTo>
                  <a:lnTo>
                    <a:pt x="667" y="1119"/>
                  </a:lnTo>
                  <a:cubicBezTo>
                    <a:pt x="739" y="905"/>
                    <a:pt x="905" y="762"/>
                    <a:pt x="1096" y="667"/>
                  </a:cubicBezTo>
                  <a:lnTo>
                    <a:pt x="45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8" name="Google Shape;24398;p146"/>
            <p:cNvSpPr/>
            <p:nvPr/>
          </p:nvSpPr>
          <p:spPr>
            <a:xfrm>
              <a:off x="5775922" y="4322616"/>
              <a:ext cx="30253" cy="20169"/>
            </a:xfrm>
            <a:custGeom>
              <a:avLst/>
              <a:gdLst/>
              <a:ahLst/>
              <a:cxnLst/>
              <a:rect l="l" t="t" r="r" b="b"/>
              <a:pathLst>
                <a:path w="930" h="620" extrusionOk="0">
                  <a:moveTo>
                    <a:pt x="0" y="0"/>
                  </a:moveTo>
                  <a:cubicBezTo>
                    <a:pt x="24" y="215"/>
                    <a:pt x="24" y="405"/>
                    <a:pt x="0" y="619"/>
                  </a:cubicBezTo>
                  <a:lnTo>
                    <a:pt x="929" y="619"/>
                  </a:lnTo>
                  <a:cubicBezTo>
                    <a:pt x="858" y="405"/>
                    <a:pt x="858" y="215"/>
                    <a:pt x="9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9" name="Google Shape;24399;p146"/>
            <p:cNvSpPr/>
            <p:nvPr/>
          </p:nvSpPr>
          <p:spPr>
            <a:xfrm>
              <a:off x="5742611" y="4242820"/>
              <a:ext cx="35653" cy="36434"/>
            </a:xfrm>
            <a:custGeom>
              <a:avLst/>
              <a:gdLst/>
              <a:ahLst/>
              <a:cxnLst/>
              <a:rect l="l" t="t" r="r" b="b"/>
              <a:pathLst>
                <a:path w="1096" h="1120" extrusionOk="0">
                  <a:moveTo>
                    <a:pt x="667" y="0"/>
                  </a:moveTo>
                  <a:lnTo>
                    <a:pt x="0" y="667"/>
                  </a:lnTo>
                  <a:cubicBezTo>
                    <a:pt x="191" y="810"/>
                    <a:pt x="334" y="953"/>
                    <a:pt x="453" y="1120"/>
                  </a:cubicBezTo>
                  <a:lnTo>
                    <a:pt x="1096" y="453"/>
                  </a:lnTo>
                  <a:cubicBezTo>
                    <a:pt x="905" y="358"/>
                    <a:pt x="763" y="215"/>
                    <a:pt x="6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0" name="Google Shape;24400;p146"/>
            <p:cNvSpPr/>
            <p:nvPr/>
          </p:nvSpPr>
          <p:spPr>
            <a:xfrm>
              <a:off x="5679080" y="4215690"/>
              <a:ext cx="20169" cy="30253"/>
            </a:xfrm>
            <a:custGeom>
              <a:avLst/>
              <a:gdLst/>
              <a:ahLst/>
              <a:cxnLst/>
              <a:rect l="l" t="t" r="r" b="b"/>
              <a:pathLst>
                <a:path w="620" h="930" extrusionOk="0">
                  <a:moveTo>
                    <a:pt x="1" y="1"/>
                  </a:moveTo>
                  <a:lnTo>
                    <a:pt x="1" y="930"/>
                  </a:lnTo>
                  <a:cubicBezTo>
                    <a:pt x="108" y="918"/>
                    <a:pt x="209" y="912"/>
                    <a:pt x="310" y="912"/>
                  </a:cubicBezTo>
                  <a:cubicBezTo>
                    <a:pt x="411" y="912"/>
                    <a:pt x="513" y="918"/>
                    <a:pt x="620" y="930"/>
                  </a:cubicBezTo>
                  <a:lnTo>
                    <a:pt x="620" y="1"/>
                  </a:lnTo>
                  <a:cubicBezTo>
                    <a:pt x="513" y="37"/>
                    <a:pt x="411" y="54"/>
                    <a:pt x="310" y="54"/>
                  </a:cubicBezTo>
                  <a:cubicBezTo>
                    <a:pt x="209" y="54"/>
                    <a:pt x="108" y="37"/>
                    <a:pt x="1"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1" name="Google Shape;24401;p146"/>
            <p:cNvSpPr/>
            <p:nvPr/>
          </p:nvSpPr>
          <p:spPr>
            <a:xfrm>
              <a:off x="5689945" y="4215690"/>
              <a:ext cx="9304" cy="30253"/>
            </a:xfrm>
            <a:custGeom>
              <a:avLst/>
              <a:gdLst/>
              <a:ahLst/>
              <a:cxnLst/>
              <a:rect l="l" t="t" r="r" b="b"/>
              <a:pathLst>
                <a:path w="286" h="930" extrusionOk="0">
                  <a:moveTo>
                    <a:pt x="286" y="1"/>
                  </a:moveTo>
                  <a:cubicBezTo>
                    <a:pt x="216" y="36"/>
                    <a:pt x="134" y="58"/>
                    <a:pt x="66" y="58"/>
                  </a:cubicBezTo>
                  <a:cubicBezTo>
                    <a:pt x="42" y="58"/>
                    <a:pt x="19" y="55"/>
                    <a:pt x="0" y="49"/>
                  </a:cubicBezTo>
                  <a:lnTo>
                    <a:pt x="0" y="906"/>
                  </a:lnTo>
                  <a:cubicBezTo>
                    <a:pt x="72" y="906"/>
                    <a:pt x="191" y="930"/>
                    <a:pt x="286" y="930"/>
                  </a:cubicBezTo>
                  <a:lnTo>
                    <a:pt x="28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2" name="Google Shape;24402;p146"/>
            <p:cNvSpPr/>
            <p:nvPr/>
          </p:nvSpPr>
          <p:spPr>
            <a:xfrm>
              <a:off x="5598503" y="4242820"/>
              <a:ext cx="35685" cy="36434"/>
            </a:xfrm>
            <a:custGeom>
              <a:avLst/>
              <a:gdLst/>
              <a:ahLst/>
              <a:cxnLst/>
              <a:rect l="l" t="t" r="r" b="b"/>
              <a:pathLst>
                <a:path w="1097" h="1120" extrusionOk="0">
                  <a:moveTo>
                    <a:pt x="453" y="0"/>
                  </a:moveTo>
                  <a:cubicBezTo>
                    <a:pt x="358" y="215"/>
                    <a:pt x="215" y="358"/>
                    <a:pt x="1" y="453"/>
                  </a:cubicBezTo>
                  <a:lnTo>
                    <a:pt x="668" y="1120"/>
                  </a:lnTo>
                  <a:cubicBezTo>
                    <a:pt x="811" y="929"/>
                    <a:pt x="954" y="786"/>
                    <a:pt x="1096" y="667"/>
                  </a:cubicBezTo>
                  <a:lnTo>
                    <a:pt x="453"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3" name="Google Shape;24403;p146"/>
            <p:cNvSpPr/>
            <p:nvPr/>
          </p:nvSpPr>
          <p:spPr>
            <a:xfrm>
              <a:off x="5572186" y="4322616"/>
              <a:ext cx="30253" cy="20169"/>
            </a:xfrm>
            <a:custGeom>
              <a:avLst/>
              <a:gdLst/>
              <a:ahLst/>
              <a:cxnLst/>
              <a:rect l="l" t="t" r="r" b="b"/>
              <a:pathLst>
                <a:path w="930" h="620" extrusionOk="0">
                  <a:moveTo>
                    <a:pt x="0" y="0"/>
                  </a:moveTo>
                  <a:cubicBezTo>
                    <a:pt x="96" y="215"/>
                    <a:pt x="96" y="405"/>
                    <a:pt x="0" y="619"/>
                  </a:cubicBezTo>
                  <a:lnTo>
                    <a:pt x="929" y="619"/>
                  </a:lnTo>
                  <a:cubicBezTo>
                    <a:pt x="905" y="405"/>
                    <a:pt x="905" y="215"/>
                    <a:pt x="929"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4" name="Google Shape;24404;p146"/>
            <p:cNvSpPr/>
            <p:nvPr/>
          </p:nvSpPr>
          <p:spPr>
            <a:xfrm>
              <a:off x="5598503" y="4386147"/>
              <a:ext cx="35685" cy="36434"/>
            </a:xfrm>
            <a:custGeom>
              <a:avLst/>
              <a:gdLst/>
              <a:ahLst/>
              <a:cxnLst/>
              <a:rect l="l" t="t" r="r" b="b"/>
              <a:pathLst>
                <a:path w="1097" h="1120" extrusionOk="0">
                  <a:moveTo>
                    <a:pt x="668" y="0"/>
                  </a:moveTo>
                  <a:lnTo>
                    <a:pt x="1" y="667"/>
                  </a:lnTo>
                  <a:cubicBezTo>
                    <a:pt x="215" y="762"/>
                    <a:pt x="358" y="929"/>
                    <a:pt x="453" y="1119"/>
                  </a:cubicBezTo>
                  <a:lnTo>
                    <a:pt x="1096" y="453"/>
                  </a:lnTo>
                  <a:cubicBezTo>
                    <a:pt x="954" y="333"/>
                    <a:pt x="811" y="191"/>
                    <a:pt x="668"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5" name="Google Shape;24405;p146"/>
            <p:cNvSpPr/>
            <p:nvPr/>
          </p:nvSpPr>
          <p:spPr>
            <a:xfrm>
              <a:off x="5598503" y="4241258"/>
              <a:ext cx="182103" cy="182103"/>
            </a:xfrm>
            <a:custGeom>
              <a:avLst/>
              <a:gdLst/>
              <a:ahLst/>
              <a:cxnLst/>
              <a:rect l="l" t="t" r="r" b="b"/>
              <a:pathLst>
                <a:path w="5598" h="5598" extrusionOk="0">
                  <a:moveTo>
                    <a:pt x="2811" y="1"/>
                  </a:moveTo>
                  <a:cubicBezTo>
                    <a:pt x="1263" y="1"/>
                    <a:pt x="1" y="1239"/>
                    <a:pt x="1" y="2787"/>
                  </a:cubicBezTo>
                  <a:cubicBezTo>
                    <a:pt x="1" y="4335"/>
                    <a:pt x="1263" y="5597"/>
                    <a:pt x="2811" y="5597"/>
                  </a:cubicBezTo>
                  <a:cubicBezTo>
                    <a:pt x="4311" y="5597"/>
                    <a:pt x="5574" y="4335"/>
                    <a:pt x="5597" y="2787"/>
                  </a:cubicBezTo>
                  <a:cubicBezTo>
                    <a:pt x="5597" y="1239"/>
                    <a:pt x="4335" y="1"/>
                    <a:pt x="2811"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6" name="Google Shape;24406;p146"/>
            <p:cNvSpPr/>
            <p:nvPr/>
          </p:nvSpPr>
          <p:spPr>
            <a:xfrm>
              <a:off x="5689945" y="4242039"/>
              <a:ext cx="89880" cy="182070"/>
            </a:xfrm>
            <a:custGeom>
              <a:avLst/>
              <a:gdLst/>
              <a:ahLst/>
              <a:cxnLst/>
              <a:rect l="l" t="t" r="r" b="b"/>
              <a:pathLst>
                <a:path w="2763" h="5597" extrusionOk="0">
                  <a:moveTo>
                    <a:pt x="0" y="1"/>
                  </a:moveTo>
                  <a:lnTo>
                    <a:pt x="0" y="5597"/>
                  </a:lnTo>
                  <a:cubicBezTo>
                    <a:pt x="72" y="5597"/>
                    <a:pt x="191" y="5573"/>
                    <a:pt x="286" y="5573"/>
                  </a:cubicBezTo>
                  <a:cubicBezTo>
                    <a:pt x="1643" y="5430"/>
                    <a:pt x="2763" y="4240"/>
                    <a:pt x="2763" y="2811"/>
                  </a:cubicBezTo>
                  <a:cubicBezTo>
                    <a:pt x="2763" y="1334"/>
                    <a:pt x="1691" y="191"/>
                    <a:pt x="286" y="24"/>
                  </a:cubicBezTo>
                  <a:cubicBezTo>
                    <a:pt x="191" y="1"/>
                    <a:pt x="119" y="1"/>
                    <a:pt x="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7" name="Google Shape;24407;p146"/>
            <p:cNvSpPr/>
            <p:nvPr/>
          </p:nvSpPr>
          <p:spPr>
            <a:xfrm>
              <a:off x="5618672" y="4262175"/>
              <a:ext cx="141798" cy="141798"/>
            </a:xfrm>
            <a:custGeom>
              <a:avLst/>
              <a:gdLst/>
              <a:ahLst/>
              <a:cxnLst/>
              <a:rect l="l" t="t" r="r" b="b"/>
              <a:pathLst>
                <a:path w="4359" h="4359" extrusionOk="0">
                  <a:moveTo>
                    <a:pt x="2191" y="1"/>
                  </a:moveTo>
                  <a:cubicBezTo>
                    <a:pt x="1000" y="1"/>
                    <a:pt x="0" y="1001"/>
                    <a:pt x="0" y="2192"/>
                  </a:cubicBezTo>
                  <a:cubicBezTo>
                    <a:pt x="0" y="3382"/>
                    <a:pt x="1000" y="4359"/>
                    <a:pt x="2191" y="4359"/>
                  </a:cubicBezTo>
                  <a:cubicBezTo>
                    <a:pt x="3382" y="4359"/>
                    <a:pt x="4358" y="3382"/>
                    <a:pt x="4358" y="2192"/>
                  </a:cubicBezTo>
                  <a:cubicBezTo>
                    <a:pt x="4358" y="953"/>
                    <a:pt x="3382" y="1"/>
                    <a:pt x="2191"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8" name="Google Shape;24408;p146"/>
            <p:cNvSpPr/>
            <p:nvPr/>
          </p:nvSpPr>
          <p:spPr>
            <a:xfrm>
              <a:off x="5689945" y="4262175"/>
              <a:ext cx="70525" cy="141798"/>
            </a:xfrm>
            <a:custGeom>
              <a:avLst/>
              <a:gdLst/>
              <a:ahLst/>
              <a:cxnLst/>
              <a:rect l="l" t="t" r="r" b="b"/>
              <a:pathLst>
                <a:path w="2168" h="4359" extrusionOk="0">
                  <a:moveTo>
                    <a:pt x="0" y="1"/>
                  </a:moveTo>
                  <a:lnTo>
                    <a:pt x="0" y="4359"/>
                  </a:lnTo>
                  <a:cubicBezTo>
                    <a:pt x="1191" y="4359"/>
                    <a:pt x="2167" y="3382"/>
                    <a:pt x="2167" y="2192"/>
                  </a:cubicBezTo>
                  <a:cubicBezTo>
                    <a:pt x="2167" y="953"/>
                    <a:pt x="1191" y="1"/>
                    <a:pt x="0"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9" name="Google Shape;24409;p146"/>
            <p:cNvSpPr/>
            <p:nvPr/>
          </p:nvSpPr>
          <p:spPr>
            <a:xfrm>
              <a:off x="5671338" y="4282116"/>
              <a:ext cx="36434" cy="101168"/>
            </a:xfrm>
            <a:custGeom>
              <a:avLst/>
              <a:gdLst/>
              <a:ahLst/>
              <a:cxnLst/>
              <a:rect l="l" t="t" r="r" b="b"/>
              <a:pathLst>
                <a:path w="1120" h="3110" extrusionOk="0">
                  <a:moveTo>
                    <a:pt x="766" y="0"/>
                  </a:moveTo>
                  <a:cubicBezTo>
                    <a:pt x="677" y="0"/>
                    <a:pt x="590" y="37"/>
                    <a:pt x="524" y="102"/>
                  </a:cubicBezTo>
                  <a:lnTo>
                    <a:pt x="120" y="626"/>
                  </a:lnTo>
                  <a:cubicBezTo>
                    <a:pt x="24" y="745"/>
                    <a:pt x="24" y="888"/>
                    <a:pt x="120" y="1007"/>
                  </a:cubicBezTo>
                  <a:lnTo>
                    <a:pt x="358" y="1293"/>
                  </a:lnTo>
                  <a:lnTo>
                    <a:pt x="120" y="1602"/>
                  </a:lnTo>
                  <a:cubicBezTo>
                    <a:pt x="24" y="1722"/>
                    <a:pt x="24" y="1864"/>
                    <a:pt x="120" y="1983"/>
                  </a:cubicBezTo>
                  <a:lnTo>
                    <a:pt x="358" y="2293"/>
                  </a:lnTo>
                  <a:lnTo>
                    <a:pt x="120" y="2579"/>
                  </a:lnTo>
                  <a:cubicBezTo>
                    <a:pt x="1" y="2722"/>
                    <a:pt x="24" y="2912"/>
                    <a:pt x="143" y="3031"/>
                  </a:cubicBezTo>
                  <a:cubicBezTo>
                    <a:pt x="197" y="3085"/>
                    <a:pt x="270" y="3110"/>
                    <a:pt x="345" y="3110"/>
                  </a:cubicBezTo>
                  <a:cubicBezTo>
                    <a:pt x="436" y="3110"/>
                    <a:pt x="530" y="3073"/>
                    <a:pt x="596" y="3008"/>
                  </a:cubicBezTo>
                  <a:lnTo>
                    <a:pt x="1001" y="2484"/>
                  </a:lnTo>
                  <a:cubicBezTo>
                    <a:pt x="1096" y="2365"/>
                    <a:pt x="1096" y="2222"/>
                    <a:pt x="1001" y="2103"/>
                  </a:cubicBezTo>
                  <a:lnTo>
                    <a:pt x="763" y="1817"/>
                  </a:lnTo>
                  <a:lnTo>
                    <a:pt x="1001" y="1507"/>
                  </a:lnTo>
                  <a:cubicBezTo>
                    <a:pt x="1096" y="1388"/>
                    <a:pt x="1096" y="1245"/>
                    <a:pt x="1001" y="1126"/>
                  </a:cubicBezTo>
                  <a:lnTo>
                    <a:pt x="763" y="817"/>
                  </a:lnTo>
                  <a:lnTo>
                    <a:pt x="1001" y="531"/>
                  </a:lnTo>
                  <a:cubicBezTo>
                    <a:pt x="1120" y="388"/>
                    <a:pt x="1096" y="197"/>
                    <a:pt x="977" y="78"/>
                  </a:cubicBezTo>
                  <a:cubicBezTo>
                    <a:pt x="913" y="25"/>
                    <a:pt x="839" y="0"/>
                    <a:pt x="766"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0" name="Google Shape;24410;p146"/>
            <p:cNvSpPr/>
            <p:nvPr/>
          </p:nvSpPr>
          <p:spPr>
            <a:xfrm>
              <a:off x="5688384" y="4282018"/>
              <a:ext cx="18607" cy="98729"/>
            </a:xfrm>
            <a:custGeom>
              <a:avLst/>
              <a:gdLst/>
              <a:ahLst/>
              <a:cxnLst/>
              <a:rect l="l" t="t" r="r" b="b"/>
              <a:pathLst>
                <a:path w="572" h="3035" extrusionOk="0">
                  <a:moveTo>
                    <a:pt x="228" y="1"/>
                  </a:moveTo>
                  <a:cubicBezTo>
                    <a:pt x="146" y="1"/>
                    <a:pt x="63" y="31"/>
                    <a:pt x="0" y="81"/>
                  </a:cubicBezTo>
                  <a:lnTo>
                    <a:pt x="0" y="3034"/>
                  </a:lnTo>
                  <a:lnTo>
                    <a:pt x="48" y="3011"/>
                  </a:lnTo>
                  <a:lnTo>
                    <a:pt x="453" y="2487"/>
                  </a:lnTo>
                  <a:cubicBezTo>
                    <a:pt x="548" y="2368"/>
                    <a:pt x="548" y="2225"/>
                    <a:pt x="453" y="2106"/>
                  </a:cubicBezTo>
                  <a:lnTo>
                    <a:pt x="215" y="1820"/>
                  </a:lnTo>
                  <a:lnTo>
                    <a:pt x="453" y="1510"/>
                  </a:lnTo>
                  <a:cubicBezTo>
                    <a:pt x="572" y="1391"/>
                    <a:pt x="572" y="1224"/>
                    <a:pt x="453" y="1129"/>
                  </a:cubicBezTo>
                  <a:lnTo>
                    <a:pt x="215" y="820"/>
                  </a:lnTo>
                  <a:lnTo>
                    <a:pt x="453" y="534"/>
                  </a:lnTo>
                  <a:cubicBezTo>
                    <a:pt x="572" y="391"/>
                    <a:pt x="548" y="200"/>
                    <a:pt x="429" y="81"/>
                  </a:cubicBezTo>
                  <a:cubicBezTo>
                    <a:pt x="373" y="25"/>
                    <a:pt x="301" y="1"/>
                    <a:pt x="22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1" name="Google Shape;24411;p146"/>
            <p:cNvSpPr/>
            <p:nvPr/>
          </p:nvSpPr>
          <p:spPr>
            <a:xfrm>
              <a:off x="5659725" y="4160714"/>
              <a:ext cx="59693" cy="60441"/>
            </a:xfrm>
            <a:custGeom>
              <a:avLst/>
              <a:gdLst/>
              <a:ahLst/>
              <a:cxnLst/>
              <a:rect l="l" t="t" r="r" b="b"/>
              <a:pathLst>
                <a:path w="1835" h="1858" extrusionOk="0">
                  <a:moveTo>
                    <a:pt x="929" y="0"/>
                  </a:moveTo>
                  <a:cubicBezTo>
                    <a:pt x="405" y="0"/>
                    <a:pt x="0" y="429"/>
                    <a:pt x="0" y="929"/>
                  </a:cubicBezTo>
                  <a:cubicBezTo>
                    <a:pt x="0" y="1429"/>
                    <a:pt x="405" y="1858"/>
                    <a:pt x="929" y="1858"/>
                  </a:cubicBezTo>
                  <a:cubicBezTo>
                    <a:pt x="1429" y="1858"/>
                    <a:pt x="1834" y="1429"/>
                    <a:pt x="1834" y="929"/>
                  </a:cubicBezTo>
                  <a:cubicBezTo>
                    <a:pt x="1834" y="429"/>
                    <a:pt x="1429" y="0"/>
                    <a:pt x="929"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2" name="Google Shape;24412;p146"/>
            <p:cNvSpPr/>
            <p:nvPr/>
          </p:nvSpPr>
          <p:spPr>
            <a:xfrm>
              <a:off x="5689945" y="4159933"/>
              <a:ext cx="29472" cy="60441"/>
            </a:xfrm>
            <a:custGeom>
              <a:avLst/>
              <a:gdLst/>
              <a:ahLst/>
              <a:cxnLst/>
              <a:rect l="l" t="t" r="r" b="b"/>
              <a:pathLst>
                <a:path w="906" h="1858" extrusionOk="0">
                  <a:moveTo>
                    <a:pt x="0" y="0"/>
                  </a:moveTo>
                  <a:lnTo>
                    <a:pt x="0" y="1858"/>
                  </a:lnTo>
                  <a:cubicBezTo>
                    <a:pt x="72" y="1858"/>
                    <a:pt x="191" y="1834"/>
                    <a:pt x="286" y="1810"/>
                  </a:cubicBezTo>
                  <a:cubicBezTo>
                    <a:pt x="643" y="1691"/>
                    <a:pt x="905" y="1358"/>
                    <a:pt x="905" y="953"/>
                  </a:cubicBezTo>
                  <a:cubicBezTo>
                    <a:pt x="905" y="453"/>
                    <a:pt x="500" y="24"/>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3" name="Google Shape;24413;p146"/>
            <p:cNvSpPr/>
            <p:nvPr/>
          </p:nvSpPr>
          <p:spPr>
            <a:xfrm>
              <a:off x="5679861" y="4180850"/>
              <a:ext cx="19388" cy="19388"/>
            </a:xfrm>
            <a:custGeom>
              <a:avLst/>
              <a:gdLst/>
              <a:ahLst/>
              <a:cxnLst/>
              <a:rect l="l" t="t" r="r" b="b"/>
              <a:pathLst>
                <a:path w="596" h="596" extrusionOk="0">
                  <a:moveTo>
                    <a:pt x="310" y="0"/>
                  </a:moveTo>
                  <a:cubicBezTo>
                    <a:pt x="143" y="0"/>
                    <a:pt x="0" y="119"/>
                    <a:pt x="0" y="310"/>
                  </a:cubicBezTo>
                  <a:cubicBezTo>
                    <a:pt x="0" y="453"/>
                    <a:pt x="120" y="596"/>
                    <a:pt x="310" y="596"/>
                  </a:cubicBezTo>
                  <a:cubicBezTo>
                    <a:pt x="453" y="596"/>
                    <a:pt x="596" y="477"/>
                    <a:pt x="596" y="310"/>
                  </a:cubicBezTo>
                  <a:cubicBezTo>
                    <a:pt x="596" y="167"/>
                    <a:pt x="477" y="0"/>
                    <a:pt x="310"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4" name="Google Shape;24414;p146"/>
            <p:cNvSpPr/>
            <p:nvPr/>
          </p:nvSpPr>
          <p:spPr>
            <a:xfrm>
              <a:off x="5689945" y="4180069"/>
              <a:ext cx="9304" cy="20169"/>
            </a:xfrm>
            <a:custGeom>
              <a:avLst/>
              <a:gdLst/>
              <a:ahLst/>
              <a:cxnLst/>
              <a:rect l="l" t="t" r="r" b="b"/>
              <a:pathLst>
                <a:path w="286" h="620" extrusionOk="0">
                  <a:moveTo>
                    <a:pt x="0" y="0"/>
                  </a:moveTo>
                  <a:lnTo>
                    <a:pt x="0" y="620"/>
                  </a:lnTo>
                  <a:cubicBezTo>
                    <a:pt x="143" y="620"/>
                    <a:pt x="286" y="501"/>
                    <a:pt x="286" y="334"/>
                  </a:cubicBezTo>
                  <a:cubicBezTo>
                    <a:pt x="286" y="143"/>
                    <a:pt x="143" y="0"/>
                    <a:pt x="0"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5" name="Google Shape;24415;p146"/>
            <p:cNvSpPr/>
            <p:nvPr/>
          </p:nvSpPr>
          <p:spPr>
            <a:xfrm>
              <a:off x="5548179" y="4202352"/>
              <a:ext cx="80935" cy="59920"/>
            </a:xfrm>
            <a:custGeom>
              <a:avLst/>
              <a:gdLst/>
              <a:ahLst/>
              <a:cxnLst/>
              <a:rect l="l" t="t" r="r" b="b"/>
              <a:pathLst>
                <a:path w="2488" h="1842" extrusionOk="0">
                  <a:moveTo>
                    <a:pt x="1250" y="0"/>
                  </a:moveTo>
                  <a:cubicBezTo>
                    <a:pt x="1012" y="0"/>
                    <a:pt x="774" y="89"/>
                    <a:pt x="595" y="268"/>
                  </a:cubicBezTo>
                  <a:cubicBezTo>
                    <a:pt x="0" y="863"/>
                    <a:pt x="429" y="1840"/>
                    <a:pt x="1262" y="1840"/>
                  </a:cubicBezTo>
                  <a:cubicBezTo>
                    <a:pt x="1281" y="1841"/>
                    <a:pt x="1300" y="1841"/>
                    <a:pt x="1318" y="1841"/>
                  </a:cubicBezTo>
                  <a:cubicBezTo>
                    <a:pt x="2113" y="1841"/>
                    <a:pt x="2487" y="850"/>
                    <a:pt x="1905" y="268"/>
                  </a:cubicBezTo>
                  <a:cubicBezTo>
                    <a:pt x="1727" y="89"/>
                    <a:pt x="1488" y="0"/>
                    <a:pt x="1250"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6" name="Google Shape;24416;p146"/>
            <p:cNvSpPr/>
            <p:nvPr/>
          </p:nvSpPr>
          <p:spPr>
            <a:xfrm>
              <a:off x="5579148" y="4223367"/>
              <a:ext cx="23291" cy="19485"/>
            </a:xfrm>
            <a:custGeom>
              <a:avLst/>
              <a:gdLst/>
              <a:ahLst/>
              <a:cxnLst/>
              <a:rect l="l" t="t" r="r" b="b"/>
              <a:pathLst>
                <a:path w="716" h="599" extrusionOk="0">
                  <a:moveTo>
                    <a:pt x="321" y="0"/>
                  </a:moveTo>
                  <a:cubicBezTo>
                    <a:pt x="155" y="0"/>
                    <a:pt x="1" y="134"/>
                    <a:pt x="1" y="313"/>
                  </a:cubicBezTo>
                  <a:cubicBezTo>
                    <a:pt x="1" y="455"/>
                    <a:pt x="120" y="598"/>
                    <a:pt x="310" y="598"/>
                  </a:cubicBezTo>
                  <a:cubicBezTo>
                    <a:pt x="596" y="598"/>
                    <a:pt x="715" y="289"/>
                    <a:pt x="548" y="98"/>
                  </a:cubicBezTo>
                  <a:cubicBezTo>
                    <a:pt x="480" y="30"/>
                    <a:pt x="399" y="0"/>
                    <a:pt x="321"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7" name="Google Shape;24417;p146"/>
            <p:cNvSpPr/>
            <p:nvPr/>
          </p:nvSpPr>
          <p:spPr>
            <a:xfrm>
              <a:off x="5517178" y="4303228"/>
              <a:ext cx="60441" cy="59693"/>
            </a:xfrm>
            <a:custGeom>
              <a:avLst/>
              <a:gdLst/>
              <a:ahLst/>
              <a:cxnLst/>
              <a:rect l="l" t="t" r="r" b="b"/>
              <a:pathLst>
                <a:path w="1858" h="1835" extrusionOk="0">
                  <a:moveTo>
                    <a:pt x="929" y="1"/>
                  </a:moveTo>
                  <a:cubicBezTo>
                    <a:pt x="405" y="1"/>
                    <a:pt x="0" y="406"/>
                    <a:pt x="0" y="930"/>
                  </a:cubicBezTo>
                  <a:cubicBezTo>
                    <a:pt x="0" y="1430"/>
                    <a:pt x="405" y="1835"/>
                    <a:pt x="929" y="1835"/>
                  </a:cubicBezTo>
                  <a:cubicBezTo>
                    <a:pt x="1429" y="1835"/>
                    <a:pt x="1858" y="1430"/>
                    <a:pt x="1858" y="930"/>
                  </a:cubicBezTo>
                  <a:cubicBezTo>
                    <a:pt x="1858" y="406"/>
                    <a:pt x="1429" y="1"/>
                    <a:pt x="929"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8" name="Google Shape;24418;p146"/>
            <p:cNvSpPr/>
            <p:nvPr/>
          </p:nvSpPr>
          <p:spPr>
            <a:xfrm>
              <a:off x="5537314" y="4323396"/>
              <a:ext cx="19388" cy="19388"/>
            </a:xfrm>
            <a:custGeom>
              <a:avLst/>
              <a:gdLst/>
              <a:ahLst/>
              <a:cxnLst/>
              <a:rect l="l" t="t" r="r" b="b"/>
              <a:pathLst>
                <a:path w="596" h="596" extrusionOk="0">
                  <a:moveTo>
                    <a:pt x="310" y="0"/>
                  </a:moveTo>
                  <a:cubicBezTo>
                    <a:pt x="167" y="0"/>
                    <a:pt x="1" y="119"/>
                    <a:pt x="1" y="310"/>
                  </a:cubicBezTo>
                  <a:cubicBezTo>
                    <a:pt x="1" y="453"/>
                    <a:pt x="120" y="595"/>
                    <a:pt x="310" y="595"/>
                  </a:cubicBezTo>
                  <a:cubicBezTo>
                    <a:pt x="477" y="595"/>
                    <a:pt x="596" y="453"/>
                    <a:pt x="596" y="310"/>
                  </a:cubicBezTo>
                  <a:cubicBezTo>
                    <a:pt x="596" y="143"/>
                    <a:pt x="477" y="0"/>
                    <a:pt x="310"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9" name="Google Shape;24419;p146"/>
            <p:cNvSpPr/>
            <p:nvPr/>
          </p:nvSpPr>
          <p:spPr>
            <a:xfrm>
              <a:off x="5555921" y="4402965"/>
              <a:ext cx="65873" cy="60083"/>
            </a:xfrm>
            <a:custGeom>
              <a:avLst/>
              <a:gdLst/>
              <a:ahLst/>
              <a:cxnLst/>
              <a:rect l="l" t="t" r="r" b="b"/>
              <a:pathLst>
                <a:path w="2025" h="1847" extrusionOk="0">
                  <a:moveTo>
                    <a:pt x="1012" y="1"/>
                  </a:moveTo>
                  <a:cubicBezTo>
                    <a:pt x="774" y="1"/>
                    <a:pt x="536" y="90"/>
                    <a:pt x="357" y="269"/>
                  </a:cubicBezTo>
                  <a:cubicBezTo>
                    <a:pt x="0" y="626"/>
                    <a:pt x="0" y="1221"/>
                    <a:pt x="357" y="1579"/>
                  </a:cubicBezTo>
                  <a:cubicBezTo>
                    <a:pt x="536" y="1757"/>
                    <a:pt x="774" y="1847"/>
                    <a:pt x="1012" y="1847"/>
                  </a:cubicBezTo>
                  <a:cubicBezTo>
                    <a:pt x="1250" y="1847"/>
                    <a:pt x="1489" y="1757"/>
                    <a:pt x="1667" y="1579"/>
                  </a:cubicBezTo>
                  <a:cubicBezTo>
                    <a:pt x="2024" y="1221"/>
                    <a:pt x="2024" y="626"/>
                    <a:pt x="1667" y="269"/>
                  </a:cubicBezTo>
                  <a:cubicBezTo>
                    <a:pt x="1489" y="90"/>
                    <a:pt x="1250" y="1"/>
                    <a:pt x="1012"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0" name="Google Shape;24420;p146"/>
            <p:cNvSpPr/>
            <p:nvPr/>
          </p:nvSpPr>
          <p:spPr>
            <a:xfrm>
              <a:off x="5578367" y="4421962"/>
              <a:ext cx="22511" cy="20559"/>
            </a:xfrm>
            <a:custGeom>
              <a:avLst/>
              <a:gdLst/>
              <a:ahLst/>
              <a:cxnLst/>
              <a:rect l="l" t="t" r="r" b="b"/>
              <a:pathLst>
                <a:path w="692" h="632" extrusionOk="0">
                  <a:moveTo>
                    <a:pt x="346" y="0"/>
                  </a:moveTo>
                  <a:cubicBezTo>
                    <a:pt x="263" y="0"/>
                    <a:pt x="179" y="30"/>
                    <a:pt x="120" y="90"/>
                  </a:cubicBezTo>
                  <a:cubicBezTo>
                    <a:pt x="1" y="209"/>
                    <a:pt x="1" y="423"/>
                    <a:pt x="120" y="542"/>
                  </a:cubicBezTo>
                  <a:cubicBezTo>
                    <a:pt x="179" y="602"/>
                    <a:pt x="263" y="632"/>
                    <a:pt x="346" y="632"/>
                  </a:cubicBezTo>
                  <a:cubicBezTo>
                    <a:pt x="429" y="632"/>
                    <a:pt x="513" y="602"/>
                    <a:pt x="572" y="542"/>
                  </a:cubicBezTo>
                  <a:cubicBezTo>
                    <a:pt x="691" y="423"/>
                    <a:pt x="691" y="256"/>
                    <a:pt x="572" y="90"/>
                  </a:cubicBezTo>
                  <a:cubicBezTo>
                    <a:pt x="513" y="30"/>
                    <a:pt x="429" y="0"/>
                    <a:pt x="346"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1" name="Google Shape;24421;p146"/>
            <p:cNvSpPr/>
            <p:nvPr/>
          </p:nvSpPr>
          <p:spPr>
            <a:xfrm>
              <a:off x="5659725" y="4444245"/>
              <a:ext cx="59693" cy="60441"/>
            </a:xfrm>
            <a:custGeom>
              <a:avLst/>
              <a:gdLst/>
              <a:ahLst/>
              <a:cxnLst/>
              <a:rect l="l" t="t" r="r" b="b"/>
              <a:pathLst>
                <a:path w="1835" h="1858" extrusionOk="0">
                  <a:moveTo>
                    <a:pt x="929" y="0"/>
                  </a:moveTo>
                  <a:cubicBezTo>
                    <a:pt x="405" y="0"/>
                    <a:pt x="0" y="429"/>
                    <a:pt x="0" y="929"/>
                  </a:cubicBezTo>
                  <a:cubicBezTo>
                    <a:pt x="0" y="1429"/>
                    <a:pt x="405" y="1858"/>
                    <a:pt x="929" y="1858"/>
                  </a:cubicBezTo>
                  <a:cubicBezTo>
                    <a:pt x="1429" y="1858"/>
                    <a:pt x="1834" y="1429"/>
                    <a:pt x="1834" y="929"/>
                  </a:cubicBezTo>
                  <a:cubicBezTo>
                    <a:pt x="1834" y="429"/>
                    <a:pt x="1429" y="0"/>
                    <a:pt x="929"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2" name="Google Shape;24422;p146"/>
            <p:cNvSpPr/>
            <p:nvPr/>
          </p:nvSpPr>
          <p:spPr>
            <a:xfrm>
              <a:off x="5689945" y="4443465"/>
              <a:ext cx="29472" cy="61221"/>
            </a:xfrm>
            <a:custGeom>
              <a:avLst/>
              <a:gdLst/>
              <a:ahLst/>
              <a:cxnLst/>
              <a:rect l="l" t="t" r="r" b="b"/>
              <a:pathLst>
                <a:path w="906" h="1882" extrusionOk="0">
                  <a:moveTo>
                    <a:pt x="0" y="0"/>
                  </a:moveTo>
                  <a:lnTo>
                    <a:pt x="0" y="1882"/>
                  </a:lnTo>
                  <a:cubicBezTo>
                    <a:pt x="500" y="1882"/>
                    <a:pt x="905" y="1453"/>
                    <a:pt x="905" y="953"/>
                  </a:cubicBezTo>
                  <a:cubicBezTo>
                    <a:pt x="905" y="572"/>
                    <a:pt x="643" y="215"/>
                    <a:pt x="286" y="72"/>
                  </a:cubicBezTo>
                  <a:cubicBezTo>
                    <a:pt x="191" y="24"/>
                    <a:pt x="119" y="0"/>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3" name="Google Shape;24423;p146"/>
            <p:cNvSpPr/>
            <p:nvPr/>
          </p:nvSpPr>
          <p:spPr>
            <a:xfrm>
              <a:off x="5679861" y="4465910"/>
              <a:ext cx="19388" cy="19420"/>
            </a:xfrm>
            <a:custGeom>
              <a:avLst/>
              <a:gdLst/>
              <a:ahLst/>
              <a:cxnLst/>
              <a:rect l="l" t="t" r="r" b="b"/>
              <a:pathLst>
                <a:path w="596" h="597" extrusionOk="0">
                  <a:moveTo>
                    <a:pt x="310" y="1"/>
                  </a:moveTo>
                  <a:cubicBezTo>
                    <a:pt x="143" y="1"/>
                    <a:pt x="0" y="120"/>
                    <a:pt x="0" y="287"/>
                  </a:cubicBezTo>
                  <a:cubicBezTo>
                    <a:pt x="0" y="453"/>
                    <a:pt x="120" y="596"/>
                    <a:pt x="310" y="596"/>
                  </a:cubicBezTo>
                  <a:cubicBezTo>
                    <a:pt x="453" y="596"/>
                    <a:pt x="596" y="453"/>
                    <a:pt x="596" y="287"/>
                  </a:cubicBezTo>
                  <a:cubicBezTo>
                    <a:pt x="596" y="144"/>
                    <a:pt x="477" y="1"/>
                    <a:pt x="31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4" name="Google Shape;24424;p146"/>
            <p:cNvSpPr/>
            <p:nvPr/>
          </p:nvSpPr>
          <p:spPr>
            <a:xfrm>
              <a:off x="5689945" y="4463601"/>
              <a:ext cx="9304" cy="20949"/>
            </a:xfrm>
            <a:custGeom>
              <a:avLst/>
              <a:gdLst/>
              <a:ahLst/>
              <a:cxnLst/>
              <a:rect l="l" t="t" r="r" b="b"/>
              <a:pathLst>
                <a:path w="286" h="644" extrusionOk="0">
                  <a:moveTo>
                    <a:pt x="0" y="0"/>
                  </a:moveTo>
                  <a:lnTo>
                    <a:pt x="0" y="643"/>
                  </a:lnTo>
                  <a:cubicBezTo>
                    <a:pt x="143" y="643"/>
                    <a:pt x="286" y="524"/>
                    <a:pt x="286" y="334"/>
                  </a:cubicBezTo>
                  <a:cubicBezTo>
                    <a:pt x="286" y="191"/>
                    <a:pt x="143" y="48"/>
                    <a:pt x="0"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5" name="Google Shape;24425;p146"/>
            <p:cNvSpPr/>
            <p:nvPr/>
          </p:nvSpPr>
          <p:spPr>
            <a:xfrm>
              <a:off x="5756566" y="4402965"/>
              <a:ext cx="65873" cy="60083"/>
            </a:xfrm>
            <a:custGeom>
              <a:avLst/>
              <a:gdLst/>
              <a:ahLst/>
              <a:cxnLst/>
              <a:rect l="l" t="t" r="r" b="b"/>
              <a:pathLst>
                <a:path w="2025" h="1847" extrusionOk="0">
                  <a:moveTo>
                    <a:pt x="1012" y="1"/>
                  </a:moveTo>
                  <a:cubicBezTo>
                    <a:pt x="774" y="1"/>
                    <a:pt x="536" y="90"/>
                    <a:pt x="357" y="269"/>
                  </a:cubicBezTo>
                  <a:cubicBezTo>
                    <a:pt x="0" y="626"/>
                    <a:pt x="0" y="1221"/>
                    <a:pt x="357" y="1579"/>
                  </a:cubicBezTo>
                  <a:cubicBezTo>
                    <a:pt x="536" y="1757"/>
                    <a:pt x="774" y="1847"/>
                    <a:pt x="1012" y="1847"/>
                  </a:cubicBezTo>
                  <a:cubicBezTo>
                    <a:pt x="1250" y="1847"/>
                    <a:pt x="1489" y="1757"/>
                    <a:pt x="1667" y="1579"/>
                  </a:cubicBezTo>
                  <a:cubicBezTo>
                    <a:pt x="2024" y="1221"/>
                    <a:pt x="2024" y="626"/>
                    <a:pt x="1667" y="269"/>
                  </a:cubicBezTo>
                  <a:cubicBezTo>
                    <a:pt x="1489" y="90"/>
                    <a:pt x="1250" y="1"/>
                    <a:pt x="10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6" name="Google Shape;24426;p146"/>
            <p:cNvSpPr/>
            <p:nvPr/>
          </p:nvSpPr>
          <p:spPr>
            <a:xfrm>
              <a:off x="5777483" y="4421962"/>
              <a:ext cx="22478" cy="20559"/>
            </a:xfrm>
            <a:custGeom>
              <a:avLst/>
              <a:gdLst/>
              <a:ahLst/>
              <a:cxnLst/>
              <a:rect l="l" t="t" r="r" b="b"/>
              <a:pathLst>
                <a:path w="691" h="632" extrusionOk="0">
                  <a:moveTo>
                    <a:pt x="345" y="0"/>
                  </a:moveTo>
                  <a:cubicBezTo>
                    <a:pt x="262" y="0"/>
                    <a:pt x="179" y="30"/>
                    <a:pt x="119" y="90"/>
                  </a:cubicBezTo>
                  <a:cubicBezTo>
                    <a:pt x="0" y="209"/>
                    <a:pt x="0" y="423"/>
                    <a:pt x="119" y="542"/>
                  </a:cubicBezTo>
                  <a:cubicBezTo>
                    <a:pt x="179" y="602"/>
                    <a:pt x="262" y="632"/>
                    <a:pt x="345" y="632"/>
                  </a:cubicBezTo>
                  <a:cubicBezTo>
                    <a:pt x="429" y="632"/>
                    <a:pt x="512" y="602"/>
                    <a:pt x="572" y="542"/>
                  </a:cubicBezTo>
                  <a:cubicBezTo>
                    <a:pt x="691" y="423"/>
                    <a:pt x="691" y="256"/>
                    <a:pt x="572" y="90"/>
                  </a:cubicBezTo>
                  <a:cubicBezTo>
                    <a:pt x="512" y="30"/>
                    <a:pt x="429" y="0"/>
                    <a:pt x="345"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7" name="Google Shape;24427;p146"/>
            <p:cNvSpPr/>
            <p:nvPr/>
          </p:nvSpPr>
          <p:spPr>
            <a:xfrm>
              <a:off x="5800710" y="4302480"/>
              <a:ext cx="60473" cy="59660"/>
            </a:xfrm>
            <a:custGeom>
              <a:avLst/>
              <a:gdLst/>
              <a:ahLst/>
              <a:cxnLst/>
              <a:rect l="l" t="t" r="r" b="b"/>
              <a:pathLst>
                <a:path w="1859" h="1834" extrusionOk="0">
                  <a:moveTo>
                    <a:pt x="929" y="0"/>
                  </a:moveTo>
                  <a:cubicBezTo>
                    <a:pt x="429" y="0"/>
                    <a:pt x="1" y="405"/>
                    <a:pt x="1" y="905"/>
                  </a:cubicBezTo>
                  <a:cubicBezTo>
                    <a:pt x="1" y="1429"/>
                    <a:pt x="429" y="1834"/>
                    <a:pt x="929" y="1834"/>
                  </a:cubicBezTo>
                  <a:cubicBezTo>
                    <a:pt x="1429" y="1834"/>
                    <a:pt x="1858" y="1429"/>
                    <a:pt x="1858" y="905"/>
                  </a:cubicBezTo>
                  <a:cubicBezTo>
                    <a:pt x="1858" y="405"/>
                    <a:pt x="1429" y="0"/>
                    <a:pt x="9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8" name="Google Shape;24428;p146"/>
            <p:cNvSpPr/>
            <p:nvPr/>
          </p:nvSpPr>
          <p:spPr>
            <a:xfrm>
              <a:off x="5821626" y="4323396"/>
              <a:ext cx="20169" cy="19388"/>
            </a:xfrm>
            <a:custGeom>
              <a:avLst/>
              <a:gdLst/>
              <a:ahLst/>
              <a:cxnLst/>
              <a:rect l="l" t="t" r="r" b="b"/>
              <a:pathLst>
                <a:path w="620" h="596" extrusionOk="0">
                  <a:moveTo>
                    <a:pt x="286" y="0"/>
                  </a:moveTo>
                  <a:cubicBezTo>
                    <a:pt x="143" y="0"/>
                    <a:pt x="1" y="119"/>
                    <a:pt x="1" y="310"/>
                  </a:cubicBezTo>
                  <a:cubicBezTo>
                    <a:pt x="1" y="453"/>
                    <a:pt x="120" y="595"/>
                    <a:pt x="286" y="595"/>
                  </a:cubicBezTo>
                  <a:cubicBezTo>
                    <a:pt x="453" y="595"/>
                    <a:pt x="620" y="453"/>
                    <a:pt x="596" y="310"/>
                  </a:cubicBezTo>
                  <a:cubicBezTo>
                    <a:pt x="596" y="143"/>
                    <a:pt x="429" y="0"/>
                    <a:pt x="286"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9" name="Google Shape;24429;p146"/>
            <p:cNvSpPr/>
            <p:nvPr/>
          </p:nvSpPr>
          <p:spPr>
            <a:xfrm>
              <a:off x="5756566" y="4202352"/>
              <a:ext cx="65873" cy="60636"/>
            </a:xfrm>
            <a:custGeom>
              <a:avLst/>
              <a:gdLst/>
              <a:ahLst/>
              <a:cxnLst/>
              <a:rect l="l" t="t" r="r" b="b"/>
              <a:pathLst>
                <a:path w="2025" h="1864" extrusionOk="0">
                  <a:moveTo>
                    <a:pt x="1012" y="0"/>
                  </a:moveTo>
                  <a:cubicBezTo>
                    <a:pt x="774" y="0"/>
                    <a:pt x="536" y="89"/>
                    <a:pt x="357" y="268"/>
                  </a:cubicBezTo>
                  <a:cubicBezTo>
                    <a:pt x="0" y="625"/>
                    <a:pt x="0" y="1221"/>
                    <a:pt x="357" y="1578"/>
                  </a:cubicBezTo>
                  <a:cubicBezTo>
                    <a:pt x="536" y="1768"/>
                    <a:pt x="774" y="1864"/>
                    <a:pt x="1012" y="1864"/>
                  </a:cubicBezTo>
                  <a:cubicBezTo>
                    <a:pt x="1250" y="1864"/>
                    <a:pt x="1489" y="1768"/>
                    <a:pt x="1667" y="1578"/>
                  </a:cubicBezTo>
                  <a:cubicBezTo>
                    <a:pt x="2024" y="1221"/>
                    <a:pt x="2024" y="625"/>
                    <a:pt x="1667" y="268"/>
                  </a:cubicBezTo>
                  <a:cubicBezTo>
                    <a:pt x="1489" y="89"/>
                    <a:pt x="1250" y="0"/>
                    <a:pt x="101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0" name="Google Shape;24430;p146"/>
            <p:cNvSpPr/>
            <p:nvPr/>
          </p:nvSpPr>
          <p:spPr>
            <a:xfrm>
              <a:off x="5775922" y="4222684"/>
              <a:ext cx="23259" cy="19681"/>
            </a:xfrm>
            <a:custGeom>
              <a:avLst/>
              <a:gdLst/>
              <a:ahLst/>
              <a:cxnLst/>
              <a:rect l="l" t="t" r="r" b="b"/>
              <a:pathLst>
                <a:path w="715" h="605" extrusionOk="0">
                  <a:moveTo>
                    <a:pt x="405" y="0"/>
                  </a:moveTo>
                  <a:cubicBezTo>
                    <a:pt x="143" y="0"/>
                    <a:pt x="0" y="334"/>
                    <a:pt x="167" y="500"/>
                  </a:cubicBezTo>
                  <a:cubicBezTo>
                    <a:pt x="240" y="573"/>
                    <a:pt x="326" y="604"/>
                    <a:pt x="408" y="604"/>
                  </a:cubicBezTo>
                  <a:cubicBezTo>
                    <a:pt x="569" y="604"/>
                    <a:pt x="715" y="483"/>
                    <a:pt x="715" y="310"/>
                  </a:cubicBezTo>
                  <a:cubicBezTo>
                    <a:pt x="715" y="143"/>
                    <a:pt x="596" y="0"/>
                    <a:pt x="405"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31" name="Google Shape;24431;p146"/>
          <p:cNvGrpSpPr/>
          <p:nvPr/>
        </p:nvGrpSpPr>
        <p:grpSpPr>
          <a:xfrm>
            <a:off x="6279454" y="4007533"/>
            <a:ext cx="345566" cy="345046"/>
            <a:chOff x="6279454" y="4159933"/>
            <a:chExt cx="345566" cy="345046"/>
          </a:xfrm>
        </p:grpSpPr>
        <p:sp>
          <p:nvSpPr>
            <p:cNvPr id="24432" name="Google Shape;24432;p146"/>
            <p:cNvSpPr/>
            <p:nvPr/>
          </p:nvSpPr>
          <p:spPr>
            <a:xfrm>
              <a:off x="6401083" y="4159933"/>
              <a:ext cx="100745" cy="20169"/>
            </a:xfrm>
            <a:custGeom>
              <a:avLst/>
              <a:gdLst/>
              <a:ahLst/>
              <a:cxnLst/>
              <a:rect l="l" t="t" r="r" b="b"/>
              <a:pathLst>
                <a:path w="3097" h="620" extrusionOk="0">
                  <a:moveTo>
                    <a:pt x="334" y="0"/>
                  </a:moveTo>
                  <a:cubicBezTo>
                    <a:pt x="144" y="0"/>
                    <a:pt x="1" y="167"/>
                    <a:pt x="48" y="357"/>
                  </a:cubicBezTo>
                  <a:cubicBezTo>
                    <a:pt x="72" y="500"/>
                    <a:pt x="215" y="619"/>
                    <a:pt x="358" y="619"/>
                  </a:cubicBezTo>
                  <a:lnTo>
                    <a:pt x="2787" y="619"/>
                  </a:lnTo>
                  <a:cubicBezTo>
                    <a:pt x="2954" y="619"/>
                    <a:pt x="3097" y="477"/>
                    <a:pt x="3073" y="262"/>
                  </a:cubicBezTo>
                  <a:cubicBezTo>
                    <a:pt x="3049" y="119"/>
                    <a:pt x="2906" y="0"/>
                    <a:pt x="2739" y="0"/>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3" name="Google Shape;24433;p146"/>
            <p:cNvSpPr/>
            <p:nvPr/>
          </p:nvSpPr>
          <p:spPr>
            <a:xfrm>
              <a:off x="6451440" y="4159933"/>
              <a:ext cx="49608" cy="20169"/>
            </a:xfrm>
            <a:custGeom>
              <a:avLst/>
              <a:gdLst/>
              <a:ahLst/>
              <a:cxnLst/>
              <a:rect l="l" t="t" r="r" b="b"/>
              <a:pathLst>
                <a:path w="1525" h="620" extrusionOk="0">
                  <a:moveTo>
                    <a:pt x="1" y="0"/>
                  </a:moveTo>
                  <a:lnTo>
                    <a:pt x="1" y="619"/>
                  </a:lnTo>
                  <a:lnTo>
                    <a:pt x="1239" y="619"/>
                  </a:lnTo>
                  <a:cubicBezTo>
                    <a:pt x="1382" y="619"/>
                    <a:pt x="1525" y="500"/>
                    <a:pt x="1525" y="334"/>
                  </a:cubicBezTo>
                  <a:cubicBezTo>
                    <a:pt x="1525" y="143"/>
                    <a:pt x="1406" y="24"/>
                    <a:pt x="1239" y="0"/>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4" name="Google Shape;24434;p146"/>
            <p:cNvSpPr/>
            <p:nvPr/>
          </p:nvSpPr>
          <p:spPr>
            <a:xfrm>
              <a:off x="6336804" y="4176979"/>
              <a:ext cx="229337" cy="210729"/>
            </a:xfrm>
            <a:custGeom>
              <a:avLst/>
              <a:gdLst/>
              <a:ahLst/>
              <a:cxnLst/>
              <a:rect l="l" t="t" r="r" b="b"/>
              <a:pathLst>
                <a:path w="7050" h="6478" extrusionOk="0">
                  <a:moveTo>
                    <a:pt x="2286" y="0"/>
                  </a:moveTo>
                  <a:lnTo>
                    <a:pt x="2286" y="1548"/>
                  </a:lnTo>
                  <a:lnTo>
                    <a:pt x="238" y="5215"/>
                  </a:lnTo>
                  <a:cubicBezTo>
                    <a:pt x="0" y="5644"/>
                    <a:pt x="48" y="6120"/>
                    <a:pt x="286" y="6478"/>
                  </a:cubicBezTo>
                  <a:lnTo>
                    <a:pt x="6716" y="6478"/>
                  </a:lnTo>
                  <a:cubicBezTo>
                    <a:pt x="6978" y="6120"/>
                    <a:pt x="7049" y="5644"/>
                    <a:pt x="6811" y="5215"/>
                  </a:cubicBezTo>
                  <a:lnTo>
                    <a:pt x="4763" y="1548"/>
                  </a:lnTo>
                  <a:lnTo>
                    <a:pt x="4763" y="0"/>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5" name="Google Shape;24435;p146"/>
            <p:cNvSpPr/>
            <p:nvPr/>
          </p:nvSpPr>
          <p:spPr>
            <a:xfrm>
              <a:off x="6451440" y="4178508"/>
              <a:ext cx="112359" cy="209981"/>
            </a:xfrm>
            <a:custGeom>
              <a:avLst/>
              <a:gdLst/>
              <a:ahLst/>
              <a:cxnLst/>
              <a:rect l="l" t="t" r="r" b="b"/>
              <a:pathLst>
                <a:path w="3454" h="6455" extrusionOk="0">
                  <a:moveTo>
                    <a:pt x="1" y="1"/>
                  </a:moveTo>
                  <a:lnTo>
                    <a:pt x="1" y="6454"/>
                  </a:lnTo>
                  <a:lnTo>
                    <a:pt x="3216" y="6454"/>
                  </a:lnTo>
                  <a:cubicBezTo>
                    <a:pt x="3406" y="6193"/>
                    <a:pt x="3454" y="5883"/>
                    <a:pt x="3430" y="5621"/>
                  </a:cubicBezTo>
                  <a:cubicBezTo>
                    <a:pt x="3430" y="5621"/>
                    <a:pt x="3406" y="5407"/>
                    <a:pt x="3287" y="5192"/>
                  </a:cubicBezTo>
                  <a:cubicBezTo>
                    <a:pt x="3216" y="5073"/>
                    <a:pt x="1311" y="1668"/>
                    <a:pt x="1239" y="1549"/>
                  </a:cubicBezTo>
                  <a:lnTo>
                    <a:pt x="1239" y="1"/>
                  </a:ln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6" name="Google Shape;24436;p146"/>
            <p:cNvSpPr/>
            <p:nvPr/>
          </p:nvSpPr>
          <p:spPr>
            <a:xfrm>
              <a:off x="6338333" y="4272259"/>
              <a:ext cx="227808" cy="115449"/>
            </a:xfrm>
            <a:custGeom>
              <a:avLst/>
              <a:gdLst/>
              <a:ahLst/>
              <a:cxnLst/>
              <a:rect l="l" t="t" r="r" b="b"/>
              <a:pathLst>
                <a:path w="7003" h="3549" extrusionOk="0">
                  <a:moveTo>
                    <a:pt x="1477" y="0"/>
                  </a:moveTo>
                  <a:lnTo>
                    <a:pt x="215" y="2286"/>
                  </a:lnTo>
                  <a:cubicBezTo>
                    <a:pt x="1" y="2715"/>
                    <a:pt x="25" y="3144"/>
                    <a:pt x="263" y="3549"/>
                  </a:cubicBezTo>
                  <a:lnTo>
                    <a:pt x="6693" y="3549"/>
                  </a:lnTo>
                  <a:cubicBezTo>
                    <a:pt x="6978" y="3191"/>
                    <a:pt x="7002" y="2715"/>
                    <a:pt x="6764" y="2286"/>
                  </a:cubicBezTo>
                  <a:lnTo>
                    <a:pt x="5478"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7" name="Google Shape;24437;p146"/>
            <p:cNvSpPr/>
            <p:nvPr/>
          </p:nvSpPr>
          <p:spPr>
            <a:xfrm>
              <a:off x="6451440" y="4272259"/>
              <a:ext cx="112359" cy="115449"/>
            </a:xfrm>
            <a:custGeom>
              <a:avLst/>
              <a:gdLst/>
              <a:ahLst/>
              <a:cxnLst/>
              <a:rect l="l" t="t" r="r" b="b"/>
              <a:pathLst>
                <a:path w="3454" h="3549" extrusionOk="0">
                  <a:moveTo>
                    <a:pt x="1" y="0"/>
                  </a:moveTo>
                  <a:lnTo>
                    <a:pt x="1" y="3549"/>
                  </a:lnTo>
                  <a:lnTo>
                    <a:pt x="3216" y="3549"/>
                  </a:lnTo>
                  <a:cubicBezTo>
                    <a:pt x="3406" y="3311"/>
                    <a:pt x="3454" y="3001"/>
                    <a:pt x="3430" y="2715"/>
                  </a:cubicBezTo>
                  <a:cubicBezTo>
                    <a:pt x="3430" y="2715"/>
                    <a:pt x="3406" y="2525"/>
                    <a:pt x="3287" y="2286"/>
                  </a:cubicBezTo>
                  <a:lnTo>
                    <a:pt x="2001"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8" name="Google Shape;24438;p146"/>
            <p:cNvSpPr/>
            <p:nvPr/>
          </p:nvSpPr>
          <p:spPr>
            <a:xfrm>
              <a:off x="6422781" y="4303943"/>
              <a:ext cx="19388" cy="19485"/>
            </a:xfrm>
            <a:custGeom>
              <a:avLst/>
              <a:gdLst/>
              <a:ahLst/>
              <a:cxnLst/>
              <a:rect l="l" t="t" r="r" b="b"/>
              <a:pathLst>
                <a:path w="596" h="599" extrusionOk="0">
                  <a:moveTo>
                    <a:pt x="323" y="0"/>
                  </a:moveTo>
                  <a:cubicBezTo>
                    <a:pt x="311" y="0"/>
                    <a:pt x="299" y="1"/>
                    <a:pt x="286" y="3"/>
                  </a:cubicBezTo>
                  <a:cubicBezTo>
                    <a:pt x="143" y="3"/>
                    <a:pt x="1" y="146"/>
                    <a:pt x="1" y="312"/>
                  </a:cubicBezTo>
                  <a:cubicBezTo>
                    <a:pt x="1" y="455"/>
                    <a:pt x="120" y="598"/>
                    <a:pt x="286" y="598"/>
                  </a:cubicBezTo>
                  <a:cubicBezTo>
                    <a:pt x="453" y="598"/>
                    <a:pt x="596" y="479"/>
                    <a:pt x="596" y="312"/>
                  </a:cubicBezTo>
                  <a:cubicBezTo>
                    <a:pt x="596" y="136"/>
                    <a:pt x="473" y="0"/>
                    <a:pt x="323"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9" name="Google Shape;24439;p146"/>
            <p:cNvSpPr/>
            <p:nvPr/>
          </p:nvSpPr>
          <p:spPr>
            <a:xfrm>
              <a:off x="6279454" y="4384585"/>
              <a:ext cx="345566" cy="100745"/>
            </a:xfrm>
            <a:custGeom>
              <a:avLst/>
              <a:gdLst/>
              <a:ahLst/>
              <a:cxnLst/>
              <a:rect l="l" t="t" r="r" b="b"/>
              <a:pathLst>
                <a:path w="10623" h="3097" extrusionOk="0">
                  <a:moveTo>
                    <a:pt x="1573" y="0"/>
                  </a:moveTo>
                  <a:cubicBezTo>
                    <a:pt x="715" y="0"/>
                    <a:pt x="1" y="715"/>
                    <a:pt x="25" y="1596"/>
                  </a:cubicBezTo>
                  <a:cubicBezTo>
                    <a:pt x="49" y="2429"/>
                    <a:pt x="763" y="3096"/>
                    <a:pt x="1596" y="3096"/>
                  </a:cubicBezTo>
                  <a:lnTo>
                    <a:pt x="10265" y="3096"/>
                  </a:lnTo>
                  <a:cubicBezTo>
                    <a:pt x="10455" y="3096"/>
                    <a:pt x="10598" y="2906"/>
                    <a:pt x="10598" y="2763"/>
                  </a:cubicBezTo>
                  <a:cubicBezTo>
                    <a:pt x="10575" y="2620"/>
                    <a:pt x="10408" y="2501"/>
                    <a:pt x="10265" y="2501"/>
                  </a:cubicBezTo>
                  <a:lnTo>
                    <a:pt x="9908" y="2501"/>
                  </a:lnTo>
                  <a:lnTo>
                    <a:pt x="9908" y="620"/>
                  </a:lnTo>
                  <a:lnTo>
                    <a:pt x="10289" y="620"/>
                  </a:lnTo>
                  <a:cubicBezTo>
                    <a:pt x="10479" y="620"/>
                    <a:pt x="10622" y="453"/>
                    <a:pt x="10598" y="262"/>
                  </a:cubicBezTo>
                  <a:cubicBezTo>
                    <a:pt x="10575" y="119"/>
                    <a:pt x="10408" y="0"/>
                    <a:pt x="10265" y="0"/>
                  </a:cubicBezTo>
                  <a:close/>
                </a:path>
              </a:pathLst>
            </a:custGeom>
            <a:solidFill>
              <a:srgbClr val="9EAA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0" name="Google Shape;24440;p146"/>
            <p:cNvSpPr/>
            <p:nvPr/>
          </p:nvSpPr>
          <p:spPr>
            <a:xfrm>
              <a:off x="6451440" y="4384585"/>
              <a:ext cx="173580" cy="100745"/>
            </a:xfrm>
            <a:custGeom>
              <a:avLst/>
              <a:gdLst/>
              <a:ahLst/>
              <a:cxnLst/>
              <a:rect l="l" t="t" r="r" b="b"/>
              <a:pathLst>
                <a:path w="5336" h="3097" extrusionOk="0">
                  <a:moveTo>
                    <a:pt x="1" y="0"/>
                  </a:moveTo>
                  <a:lnTo>
                    <a:pt x="1" y="3096"/>
                  </a:lnTo>
                  <a:lnTo>
                    <a:pt x="4978" y="3096"/>
                  </a:lnTo>
                  <a:cubicBezTo>
                    <a:pt x="5168" y="3096"/>
                    <a:pt x="5311" y="2906"/>
                    <a:pt x="5288" y="2739"/>
                  </a:cubicBezTo>
                  <a:cubicBezTo>
                    <a:pt x="5288" y="2609"/>
                    <a:pt x="5148" y="2498"/>
                    <a:pt x="5015" y="2498"/>
                  </a:cubicBezTo>
                  <a:cubicBezTo>
                    <a:pt x="5003" y="2498"/>
                    <a:pt x="4990" y="2499"/>
                    <a:pt x="4978" y="2501"/>
                  </a:cubicBezTo>
                  <a:lnTo>
                    <a:pt x="4621" y="2501"/>
                  </a:lnTo>
                  <a:lnTo>
                    <a:pt x="4621" y="620"/>
                  </a:lnTo>
                  <a:lnTo>
                    <a:pt x="5002" y="620"/>
                  </a:lnTo>
                  <a:cubicBezTo>
                    <a:pt x="5192" y="620"/>
                    <a:pt x="5335" y="453"/>
                    <a:pt x="5311" y="262"/>
                  </a:cubicBezTo>
                  <a:cubicBezTo>
                    <a:pt x="5288" y="119"/>
                    <a:pt x="5121" y="0"/>
                    <a:pt x="4978" y="0"/>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1" name="Google Shape;24441;p146"/>
            <p:cNvSpPr/>
            <p:nvPr/>
          </p:nvSpPr>
          <p:spPr>
            <a:xfrm>
              <a:off x="6299622" y="4403941"/>
              <a:ext cx="304481" cy="61254"/>
            </a:xfrm>
            <a:custGeom>
              <a:avLst/>
              <a:gdLst/>
              <a:ahLst/>
              <a:cxnLst/>
              <a:rect l="l" t="t" r="r" b="b"/>
              <a:pathLst>
                <a:path w="9360" h="1883" extrusionOk="0">
                  <a:moveTo>
                    <a:pt x="953" y="1"/>
                  </a:moveTo>
                  <a:cubicBezTo>
                    <a:pt x="429" y="1"/>
                    <a:pt x="0" y="453"/>
                    <a:pt x="24" y="977"/>
                  </a:cubicBezTo>
                  <a:cubicBezTo>
                    <a:pt x="72" y="1453"/>
                    <a:pt x="476" y="1882"/>
                    <a:pt x="976" y="1882"/>
                  </a:cubicBezTo>
                  <a:lnTo>
                    <a:pt x="9359" y="1882"/>
                  </a:lnTo>
                  <a:lnTo>
                    <a:pt x="9359" y="1"/>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2" name="Google Shape;24442;p146"/>
            <p:cNvSpPr/>
            <p:nvPr/>
          </p:nvSpPr>
          <p:spPr>
            <a:xfrm>
              <a:off x="6453001" y="4403941"/>
              <a:ext cx="151102" cy="61254"/>
            </a:xfrm>
            <a:custGeom>
              <a:avLst/>
              <a:gdLst/>
              <a:ahLst/>
              <a:cxnLst/>
              <a:rect l="l" t="t" r="r" b="b"/>
              <a:pathLst>
                <a:path w="4645" h="1883" extrusionOk="0">
                  <a:moveTo>
                    <a:pt x="0" y="1"/>
                  </a:moveTo>
                  <a:lnTo>
                    <a:pt x="0" y="1882"/>
                  </a:lnTo>
                  <a:lnTo>
                    <a:pt x="4644" y="1882"/>
                  </a:lnTo>
                  <a:lnTo>
                    <a:pt x="4644" y="1"/>
                  </a:ln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3" name="Google Shape;24443;p146"/>
            <p:cNvSpPr/>
            <p:nvPr/>
          </p:nvSpPr>
          <p:spPr>
            <a:xfrm>
              <a:off x="6463053" y="4323396"/>
              <a:ext cx="19420" cy="19388"/>
            </a:xfrm>
            <a:custGeom>
              <a:avLst/>
              <a:gdLst/>
              <a:ahLst/>
              <a:cxnLst/>
              <a:rect l="l" t="t" r="r" b="b"/>
              <a:pathLst>
                <a:path w="597" h="596" extrusionOk="0">
                  <a:moveTo>
                    <a:pt x="311" y="0"/>
                  </a:moveTo>
                  <a:cubicBezTo>
                    <a:pt x="168" y="0"/>
                    <a:pt x="1" y="143"/>
                    <a:pt x="1" y="310"/>
                  </a:cubicBezTo>
                  <a:cubicBezTo>
                    <a:pt x="1" y="453"/>
                    <a:pt x="120" y="595"/>
                    <a:pt x="311" y="595"/>
                  </a:cubicBezTo>
                  <a:cubicBezTo>
                    <a:pt x="453" y="595"/>
                    <a:pt x="596" y="476"/>
                    <a:pt x="596" y="310"/>
                  </a:cubicBezTo>
                  <a:cubicBezTo>
                    <a:pt x="596" y="143"/>
                    <a:pt x="453" y="0"/>
                    <a:pt x="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4" name="Google Shape;24444;p146"/>
            <p:cNvSpPr/>
            <p:nvPr/>
          </p:nvSpPr>
          <p:spPr>
            <a:xfrm>
              <a:off x="6340675" y="4424077"/>
              <a:ext cx="81162" cy="80902"/>
            </a:xfrm>
            <a:custGeom>
              <a:avLst/>
              <a:gdLst/>
              <a:ahLst/>
              <a:cxnLst/>
              <a:rect l="l" t="t" r="r" b="b"/>
              <a:pathLst>
                <a:path w="2495" h="2487" extrusionOk="0">
                  <a:moveTo>
                    <a:pt x="286" y="1"/>
                  </a:moveTo>
                  <a:cubicBezTo>
                    <a:pt x="143" y="1"/>
                    <a:pt x="0" y="120"/>
                    <a:pt x="0" y="311"/>
                  </a:cubicBezTo>
                  <a:lnTo>
                    <a:pt x="0" y="2168"/>
                  </a:lnTo>
                  <a:cubicBezTo>
                    <a:pt x="0" y="2354"/>
                    <a:pt x="144" y="2487"/>
                    <a:pt x="323" y="2487"/>
                  </a:cubicBezTo>
                  <a:cubicBezTo>
                    <a:pt x="350" y="2487"/>
                    <a:pt x="377" y="2484"/>
                    <a:pt x="405" y="2478"/>
                  </a:cubicBezTo>
                  <a:lnTo>
                    <a:pt x="1239" y="2216"/>
                  </a:lnTo>
                  <a:lnTo>
                    <a:pt x="2072" y="2478"/>
                  </a:lnTo>
                  <a:cubicBezTo>
                    <a:pt x="2100" y="2484"/>
                    <a:pt x="2128" y="2487"/>
                    <a:pt x="2155" y="2487"/>
                  </a:cubicBezTo>
                  <a:cubicBezTo>
                    <a:pt x="2338" y="2487"/>
                    <a:pt x="2495" y="2354"/>
                    <a:pt x="2453" y="2168"/>
                  </a:cubicBezTo>
                  <a:lnTo>
                    <a:pt x="2453" y="311"/>
                  </a:lnTo>
                  <a:cubicBezTo>
                    <a:pt x="2453" y="144"/>
                    <a:pt x="2334" y="1"/>
                    <a:pt x="2167"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45" name="Google Shape;24445;p146"/>
          <p:cNvGrpSpPr/>
          <p:nvPr/>
        </p:nvGrpSpPr>
        <p:grpSpPr>
          <a:xfrm>
            <a:off x="7076601" y="4008314"/>
            <a:ext cx="261899" cy="344753"/>
            <a:chOff x="7076601" y="4160714"/>
            <a:chExt cx="261899" cy="344753"/>
          </a:xfrm>
        </p:grpSpPr>
        <p:sp>
          <p:nvSpPr>
            <p:cNvPr id="24446" name="Google Shape;24446;p146"/>
            <p:cNvSpPr/>
            <p:nvPr/>
          </p:nvSpPr>
          <p:spPr>
            <a:xfrm>
              <a:off x="7076601" y="4238949"/>
              <a:ext cx="261899" cy="265738"/>
            </a:xfrm>
            <a:custGeom>
              <a:avLst/>
              <a:gdLst/>
              <a:ahLst/>
              <a:cxnLst/>
              <a:rect l="l" t="t" r="r" b="b"/>
              <a:pathLst>
                <a:path w="8051" h="8169" extrusionOk="0">
                  <a:moveTo>
                    <a:pt x="1216" y="0"/>
                  </a:moveTo>
                  <a:lnTo>
                    <a:pt x="1216" y="1310"/>
                  </a:lnTo>
                  <a:cubicBezTo>
                    <a:pt x="1216" y="1477"/>
                    <a:pt x="1144" y="1596"/>
                    <a:pt x="1073" y="1667"/>
                  </a:cubicBezTo>
                  <a:lnTo>
                    <a:pt x="311" y="2429"/>
                  </a:lnTo>
                  <a:cubicBezTo>
                    <a:pt x="120" y="2620"/>
                    <a:pt x="1" y="2929"/>
                    <a:pt x="1" y="3215"/>
                  </a:cubicBezTo>
                  <a:lnTo>
                    <a:pt x="1" y="7026"/>
                  </a:lnTo>
                  <a:cubicBezTo>
                    <a:pt x="1" y="7669"/>
                    <a:pt x="501" y="8169"/>
                    <a:pt x="1120" y="8169"/>
                  </a:cubicBezTo>
                  <a:lnTo>
                    <a:pt x="6931" y="8169"/>
                  </a:lnTo>
                  <a:cubicBezTo>
                    <a:pt x="7550" y="8169"/>
                    <a:pt x="8050" y="7669"/>
                    <a:pt x="8050" y="7026"/>
                  </a:cubicBezTo>
                  <a:lnTo>
                    <a:pt x="8050" y="3215"/>
                  </a:lnTo>
                  <a:cubicBezTo>
                    <a:pt x="8026" y="2929"/>
                    <a:pt x="7907" y="2620"/>
                    <a:pt x="7693" y="2429"/>
                  </a:cubicBezTo>
                  <a:lnTo>
                    <a:pt x="6955" y="1667"/>
                  </a:lnTo>
                  <a:cubicBezTo>
                    <a:pt x="6860" y="1596"/>
                    <a:pt x="6812" y="1429"/>
                    <a:pt x="6812" y="1310"/>
                  </a:cubicBezTo>
                  <a:lnTo>
                    <a:pt x="6812" y="0"/>
                  </a:ln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7" name="Google Shape;24447;p146"/>
            <p:cNvSpPr/>
            <p:nvPr/>
          </p:nvSpPr>
          <p:spPr>
            <a:xfrm>
              <a:off x="7206754" y="4238949"/>
              <a:ext cx="130966" cy="266518"/>
            </a:xfrm>
            <a:custGeom>
              <a:avLst/>
              <a:gdLst/>
              <a:ahLst/>
              <a:cxnLst/>
              <a:rect l="l" t="t" r="r" b="b"/>
              <a:pathLst>
                <a:path w="4026" h="8193" extrusionOk="0">
                  <a:moveTo>
                    <a:pt x="1" y="0"/>
                  </a:moveTo>
                  <a:lnTo>
                    <a:pt x="1" y="8192"/>
                  </a:lnTo>
                  <a:lnTo>
                    <a:pt x="2906" y="8192"/>
                  </a:lnTo>
                  <a:cubicBezTo>
                    <a:pt x="3525" y="8192"/>
                    <a:pt x="4025" y="7692"/>
                    <a:pt x="4025" y="7073"/>
                  </a:cubicBezTo>
                  <a:lnTo>
                    <a:pt x="4025" y="3263"/>
                  </a:lnTo>
                  <a:cubicBezTo>
                    <a:pt x="4025" y="2929"/>
                    <a:pt x="3906" y="2620"/>
                    <a:pt x="3692" y="2429"/>
                  </a:cubicBezTo>
                  <a:lnTo>
                    <a:pt x="2954" y="1667"/>
                  </a:lnTo>
                  <a:cubicBezTo>
                    <a:pt x="2859" y="1596"/>
                    <a:pt x="2811" y="1429"/>
                    <a:pt x="2811" y="1310"/>
                  </a:cubicBezTo>
                  <a:lnTo>
                    <a:pt x="2811"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8" name="Google Shape;24448;p146"/>
            <p:cNvSpPr/>
            <p:nvPr/>
          </p:nvSpPr>
          <p:spPr>
            <a:xfrm>
              <a:off x="7136261" y="4324145"/>
              <a:ext cx="139489" cy="139489"/>
            </a:xfrm>
            <a:custGeom>
              <a:avLst/>
              <a:gdLst/>
              <a:ahLst/>
              <a:cxnLst/>
              <a:rect l="l" t="t" r="r" b="b"/>
              <a:pathLst>
                <a:path w="4288" h="4288" extrusionOk="0">
                  <a:moveTo>
                    <a:pt x="1525" y="1"/>
                  </a:moveTo>
                  <a:cubicBezTo>
                    <a:pt x="1382" y="1"/>
                    <a:pt x="1215" y="120"/>
                    <a:pt x="1215" y="310"/>
                  </a:cubicBezTo>
                  <a:lnTo>
                    <a:pt x="1215" y="1239"/>
                  </a:lnTo>
                  <a:lnTo>
                    <a:pt x="310" y="1239"/>
                  </a:lnTo>
                  <a:cubicBezTo>
                    <a:pt x="144" y="1239"/>
                    <a:pt x="1" y="1358"/>
                    <a:pt x="1" y="1525"/>
                  </a:cubicBezTo>
                  <a:lnTo>
                    <a:pt x="1" y="2787"/>
                  </a:lnTo>
                  <a:cubicBezTo>
                    <a:pt x="1" y="2930"/>
                    <a:pt x="120" y="3073"/>
                    <a:pt x="310" y="3073"/>
                  </a:cubicBezTo>
                  <a:lnTo>
                    <a:pt x="1215" y="3073"/>
                  </a:lnTo>
                  <a:lnTo>
                    <a:pt x="1215" y="4002"/>
                  </a:lnTo>
                  <a:cubicBezTo>
                    <a:pt x="1215" y="4145"/>
                    <a:pt x="1334" y="4287"/>
                    <a:pt x="1525" y="4287"/>
                  </a:cubicBezTo>
                  <a:lnTo>
                    <a:pt x="2763" y="4287"/>
                  </a:lnTo>
                  <a:cubicBezTo>
                    <a:pt x="2954" y="4287"/>
                    <a:pt x="3073" y="4168"/>
                    <a:pt x="3073" y="4002"/>
                  </a:cubicBezTo>
                  <a:lnTo>
                    <a:pt x="3073" y="3073"/>
                  </a:lnTo>
                  <a:lnTo>
                    <a:pt x="4002" y="3073"/>
                  </a:lnTo>
                  <a:cubicBezTo>
                    <a:pt x="4144" y="3073"/>
                    <a:pt x="4287" y="2954"/>
                    <a:pt x="4287" y="2787"/>
                  </a:cubicBezTo>
                  <a:lnTo>
                    <a:pt x="4287" y="1525"/>
                  </a:lnTo>
                  <a:cubicBezTo>
                    <a:pt x="4287" y="1382"/>
                    <a:pt x="4168" y="1239"/>
                    <a:pt x="4002" y="1239"/>
                  </a:cubicBezTo>
                  <a:lnTo>
                    <a:pt x="3073" y="1239"/>
                  </a:lnTo>
                  <a:lnTo>
                    <a:pt x="3073" y="310"/>
                  </a:lnTo>
                  <a:cubicBezTo>
                    <a:pt x="3073" y="168"/>
                    <a:pt x="2954" y="1"/>
                    <a:pt x="2763" y="1"/>
                  </a:cubicBezTo>
                  <a:close/>
                </a:path>
              </a:pathLst>
            </a:custGeom>
            <a:solidFill>
              <a:srgbClr val="AE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9" name="Google Shape;24449;p146"/>
            <p:cNvSpPr/>
            <p:nvPr/>
          </p:nvSpPr>
          <p:spPr>
            <a:xfrm>
              <a:off x="7094428" y="4161462"/>
              <a:ext cx="223156" cy="80609"/>
            </a:xfrm>
            <a:custGeom>
              <a:avLst/>
              <a:gdLst/>
              <a:ahLst/>
              <a:cxnLst/>
              <a:rect l="l" t="t" r="r" b="b"/>
              <a:pathLst>
                <a:path w="6860" h="2478" extrusionOk="0">
                  <a:moveTo>
                    <a:pt x="715" y="1"/>
                  </a:moveTo>
                  <a:cubicBezTo>
                    <a:pt x="334" y="1"/>
                    <a:pt x="1" y="334"/>
                    <a:pt x="1" y="715"/>
                  </a:cubicBezTo>
                  <a:lnTo>
                    <a:pt x="1" y="2192"/>
                  </a:lnTo>
                  <a:cubicBezTo>
                    <a:pt x="1" y="2335"/>
                    <a:pt x="120" y="2478"/>
                    <a:pt x="310" y="2478"/>
                  </a:cubicBezTo>
                  <a:lnTo>
                    <a:pt x="6526" y="2478"/>
                  </a:lnTo>
                  <a:cubicBezTo>
                    <a:pt x="6716" y="2478"/>
                    <a:pt x="6859" y="2335"/>
                    <a:pt x="6835" y="2192"/>
                  </a:cubicBezTo>
                  <a:lnTo>
                    <a:pt x="6835" y="715"/>
                  </a:lnTo>
                  <a:cubicBezTo>
                    <a:pt x="6835" y="334"/>
                    <a:pt x="6502" y="1"/>
                    <a:pt x="6121"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0" name="Google Shape;24450;p146"/>
            <p:cNvSpPr/>
            <p:nvPr/>
          </p:nvSpPr>
          <p:spPr>
            <a:xfrm>
              <a:off x="7206754" y="4323396"/>
              <a:ext cx="69777" cy="141798"/>
            </a:xfrm>
            <a:custGeom>
              <a:avLst/>
              <a:gdLst/>
              <a:ahLst/>
              <a:cxnLst/>
              <a:rect l="l" t="t" r="r" b="b"/>
              <a:pathLst>
                <a:path w="2145" h="4359" extrusionOk="0">
                  <a:moveTo>
                    <a:pt x="1" y="0"/>
                  </a:moveTo>
                  <a:lnTo>
                    <a:pt x="1" y="4358"/>
                  </a:lnTo>
                  <a:lnTo>
                    <a:pt x="644" y="4358"/>
                  </a:lnTo>
                  <a:cubicBezTo>
                    <a:pt x="811" y="4358"/>
                    <a:pt x="930" y="4191"/>
                    <a:pt x="930" y="4049"/>
                  </a:cubicBezTo>
                  <a:lnTo>
                    <a:pt x="930" y="3120"/>
                  </a:lnTo>
                  <a:lnTo>
                    <a:pt x="1858" y="3120"/>
                  </a:lnTo>
                  <a:cubicBezTo>
                    <a:pt x="2025" y="3120"/>
                    <a:pt x="2144" y="2977"/>
                    <a:pt x="2144" y="2834"/>
                  </a:cubicBezTo>
                  <a:lnTo>
                    <a:pt x="2144" y="1572"/>
                  </a:lnTo>
                  <a:cubicBezTo>
                    <a:pt x="2144" y="1381"/>
                    <a:pt x="2001" y="1215"/>
                    <a:pt x="1858" y="1215"/>
                  </a:cubicBezTo>
                  <a:lnTo>
                    <a:pt x="930" y="1215"/>
                  </a:lnTo>
                  <a:lnTo>
                    <a:pt x="930" y="310"/>
                  </a:lnTo>
                  <a:cubicBezTo>
                    <a:pt x="930" y="119"/>
                    <a:pt x="787" y="0"/>
                    <a:pt x="644"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1" name="Google Shape;24451;p146"/>
            <p:cNvSpPr/>
            <p:nvPr/>
          </p:nvSpPr>
          <p:spPr>
            <a:xfrm>
              <a:off x="7206754" y="4160714"/>
              <a:ext cx="110830" cy="81358"/>
            </a:xfrm>
            <a:custGeom>
              <a:avLst/>
              <a:gdLst/>
              <a:ahLst/>
              <a:cxnLst/>
              <a:rect l="l" t="t" r="r" b="b"/>
              <a:pathLst>
                <a:path w="3407" h="2501" extrusionOk="0">
                  <a:moveTo>
                    <a:pt x="1" y="0"/>
                  </a:moveTo>
                  <a:lnTo>
                    <a:pt x="1" y="2501"/>
                  </a:lnTo>
                  <a:lnTo>
                    <a:pt x="3097" y="2501"/>
                  </a:lnTo>
                  <a:cubicBezTo>
                    <a:pt x="3287" y="2501"/>
                    <a:pt x="3406" y="2358"/>
                    <a:pt x="3406" y="2215"/>
                  </a:cubicBezTo>
                  <a:lnTo>
                    <a:pt x="3406" y="738"/>
                  </a:lnTo>
                  <a:cubicBezTo>
                    <a:pt x="3406" y="333"/>
                    <a:pt x="3073" y="0"/>
                    <a:pt x="269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52" name="Google Shape;24452;p146"/>
          <p:cNvGrpSpPr/>
          <p:nvPr/>
        </p:nvGrpSpPr>
        <p:grpSpPr>
          <a:xfrm>
            <a:off x="7786991" y="4028450"/>
            <a:ext cx="344785" cy="303700"/>
            <a:chOff x="7786991" y="4180850"/>
            <a:chExt cx="344785" cy="303700"/>
          </a:xfrm>
        </p:grpSpPr>
        <p:sp>
          <p:nvSpPr>
            <p:cNvPr id="24453" name="Google Shape;24453;p146"/>
            <p:cNvSpPr/>
            <p:nvPr/>
          </p:nvSpPr>
          <p:spPr>
            <a:xfrm>
              <a:off x="7960539" y="4229645"/>
              <a:ext cx="57350" cy="85261"/>
            </a:xfrm>
            <a:custGeom>
              <a:avLst/>
              <a:gdLst/>
              <a:ahLst/>
              <a:cxnLst/>
              <a:rect l="l" t="t" r="r" b="b"/>
              <a:pathLst>
                <a:path w="1763" h="2621" extrusionOk="0">
                  <a:moveTo>
                    <a:pt x="1191" y="1"/>
                  </a:moveTo>
                  <a:lnTo>
                    <a:pt x="0" y="2358"/>
                  </a:lnTo>
                  <a:cubicBezTo>
                    <a:pt x="238" y="2358"/>
                    <a:pt x="405" y="2477"/>
                    <a:pt x="572" y="2620"/>
                  </a:cubicBezTo>
                  <a:lnTo>
                    <a:pt x="1763" y="262"/>
                  </a:lnTo>
                  <a:cubicBezTo>
                    <a:pt x="1548" y="239"/>
                    <a:pt x="1334" y="143"/>
                    <a:pt x="119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4" name="Google Shape;24454;p146"/>
            <p:cNvSpPr/>
            <p:nvPr/>
          </p:nvSpPr>
          <p:spPr>
            <a:xfrm>
              <a:off x="7821864" y="4226555"/>
              <a:ext cx="70525" cy="91442"/>
            </a:xfrm>
            <a:custGeom>
              <a:avLst/>
              <a:gdLst/>
              <a:ahLst/>
              <a:cxnLst/>
              <a:rect l="l" t="t" r="r" b="b"/>
              <a:pathLst>
                <a:path w="2168" h="2811" extrusionOk="0">
                  <a:moveTo>
                    <a:pt x="1644" y="0"/>
                  </a:moveTo>
                  <a:lnTo>
                    <a:pt x="1" y="2477"/>
                  </a:lnTo>
                  <a:cubicBezTo>
                    <a:pt x="239" y="2501"/>
                    <a:pt x="429" y="2620"/>
                    <a:pt x="548" y="2810"/>
                  </a:cubicBezTo>
                  <a:lnTo>
                    <a:pt x="2168" y="334"/>
                  </a:lnTo>
                  <a:cubicBezTo>
                    <a:pt x="1977" y="310"/>
                    <a:pt x="1787" y="191"/>
                    <a:pt x="1644"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5" name="Google Shape;24455;p146"/>
            <p:cNvSpPr/>
            <p:nvPr/>
          </p:nvSpPr>
          <p:spPr>
            <a:xfrm>
              <a:off x="7822644" y="4348932"/>
              <a:ext cx="69744" cy="90694"/>
            </a:xfrm>
            <a:custGeom>
              <a:avLst/>
              <a:gdLst/>
              <a:ahLst/>
              <a:cxnLst/>
              <a:rect l="l" t="t" r="r" b="b"/>
              <a:pathLst>
                <a:path w="2144" h="2788" extrusionOk="0">
                  <a:moveTo>
                    <a:pt x="524" y="1"/>
                  </a:moveTo>
                  <a:cubicBezTo>
                    <a:pt x="405" y="168"/>
                    <a:pt x="215" y="287"/>
                    <a:pt x="0" y="358"/>
                  </a:cubicBezTo>
                  <a:lnTo>
                    <a:pt x="1644" y="2787"/>
                  </a:lnTo>
                  <a:cubicBezTo>
                    <a:pt x="1763" y="2621"/>
                    <a:pt x="1953" y="2454"/>
                    <a:pt x="2144" y="2430"/>
                  </a:cubicBezTo>
                  <a:lnTo>
                    <a:pt x="524" y="1"/>
                  </a:ln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6" name="Google Shape;24456;p146"/>
            <p:cNvSpPr/>
            <p:nvPr/>
          </p:nvSpPr>
          <p:spPr>
            <a:xfrm>
              <a:off x="8025599" y="4346623"/>
              <a:ext cx="69777" cy="92223"/>
            </a:xfrm>
            <a:custGeom>
              <a:avLst/>
              <a:gdLst/>
              <a:ahLst/>
              <a:cxnLst/>
              <a:rect l="l" t="t" r="r" b="b"/>
              <a:pathLst>
                <a:path w="2145" h="2835" extrusionOk="0">
                  <a:moveTo>
                    <a:pt x="1620" y="0"/>
                  </a:moveTo>
                  <a:lnTo>
                    <a:pt x="1" y="2477"/>
                  </a:lnTo>
                  <a:cubicBezTo>
                    <a:pt x="191" y="2525"/>
                    <a:pt x="382" y="2644"/>
                    <a:pt x="501" y="2834"/>
                  </a:cubicBezTo>
                  <a:lnTo>
                    <a:pt x="2144" y="358"/>
                  </a:lnTo>
                  <a:cubicBezTo>
                    <a:pt x="1930" y="334"/>
                    <a:pt x="1739" y="191"/>
                    <a:pt x="1620"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7" name="Google Shape;24457;p146"/>
            <p:cNvSpPr/>
            <p:nvPr/>
          </p:nvSpPr>
          <p:spPr>
            <a:xfrm>
              <a:off x="8025599" y="4225774"/>
              <a:ext cx="69777" cy="92223"/>
            </a:xfrm>
            <a:custGeom>
              <a:avLst/>
              <a:gdLst/>
              <a:ahLst/>
              <a:cxnLst/>
              <a:rect l="l" t="t" r="r" b="b"/>
              <a:pathLst>
                <a:path w="2145" h="2835" extrusionOk="0">
                  <a:moveTo>
                    <a:pt x="501" y="0"/>
                  </a:moveTo>
                  <a:cubicBezTo>
                    <a:pt x="382" y="167"/>
                    <a:pt x="191" y="334"/>
                    <a:pt x="1" y="358"/>
                  </a:cubicBezTo>
                  <a:lnTo>
                    <a:pt x="1620" y="2834"/>
                  </a:lnTo>
                  <a:cubicBezTo>
                    <a:pt x="1739" y="2644"/>
                    <a:pt x="1930" y="2525"/>
                    <a:pt x="2144" y="2477"/>
                  </a:cubicBezTo>
                  <a:lnTo>
                    <a:pt x="501" y="0"/>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8" name="Google Shape;24458;p146"/>
            <p:cNvSpPr/>
            <p:nvPr/>
          </p:nvSpPr>
          <p:spPr>
            <a:xfrm>
              <a:off x="7923357" y="4201767"/>
              <a:ext cx="72054" cy="20169"/>
            </a:xfrm>
            <a:custGeom>
              <a:avLst/>
              <a:gdLst/>
              <a:ahLst/>
              <a:cxnLst/>
              <a:rect l="l" t="t" r="r" b="b"/>
              <a:pathLst>
                <a:path w="2215" h="620" extrusionOk="0">
                  <a:moveTo>
                    <a:pt x="0" y="0"/>
                  </a:moveTo>
                  <a:cubicBezTo>
                    <a:pt x="95" y="191"/>
                    <a:pt x="95" y="405"/>
                    <a:pt x="0" y="619"/>
                  </a:cubicBezTo>
                  <a:lnTo>
                    <a:pt x="2215" y="619"/>
                  </a:lnTo>
                  <a:cubicBezTo>
                    <a:pt x="2120" y="405"/>
                    <a:pt x="2120" y="167"/>
                    <a:pt x="2215"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9" name="Google Shape;24459;p146"/>
            <p:cNvSpPr/>
            <p:nvPr/>
          </p:nvSpPr>
          <p:spPr>
            <a:xfrm>
              <a:off x="7959758" y="4201767"/>
              <a:ext cx="35653" cy="20169"/>
            </a:xfrm>
            <a:custGeom>
              <a:avLst/>
              <a:gdLst/>
              <a:ahLst/>
              <a:cxnLst/>
              <a:rect l="l" t="t" r="r" b="b"/>
              <a:pathLst>
                <a:path w="1096" h="620" extrusionOk="0">
                  <a:moveTo>
                    <a:pt x="1" y="0"/>
                  </a:moveTo>
                  <a:lnTo>
                    <a:pt x="1" y="619"/>
                  </a:lnTo>
                  <a:lnTo>
                    <a:pt x="1096" y="619"/>
                  </a:lnTo>
                  <a:cubicBezTo>
                    <a:pt x="1001" y="405"/>
                    <a:pt x="1001" y="167"/>
                    <a:pt x="1096"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0" name="Google Shape;24460;p146"/>
            <p:cNvSpPr/>
            <p:nvPr/>
          </p:nvSpPr>
          <p:spPr>
            <a:xfrm>
              <a:off x="7923357" y="4444245"/>
              <a:ext cx="72054" cy="20949"/>
            </a:xfrm>
            <a:custGeom>
              <a:avLst/>
              <a:gdLst/>
              <a:ahLst/>
              <a:cxnLst/>
              <a:rect l="l" t="t" r="r" b="b"/>
              <a:pathLst>
                <a:path w="2215" h="644" extrusionOk="0">
                  <a:moveTo>
                    <a:pt x="0" y="0"/>
                  </a:moveTo>
                  <a:cubicBezTo>
                    <a:pt x="95" y="214"/>
                    <a:pt x="95" y="429"/>
                    <a:pt x="0" y="643"/>
                  </a:cubicBezTo>
                  <a:lnTo>
                    <a:pt x="2215" y="643"/>
                  </a:lnTo>
                  <a:cubicBezTo>
                    <a:pt x="2120" y="429"/>
                    <a:pt x="2120" y="191"/>
                    <a:pt x="2215"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1" name="Google Shape;24461;p146"/>
            <p:cNvSpPr/>
            <p:nvPr/>
          </p:nvSpPr>
          <p:spPr>
            <a:xfrm>
              <a:off x="7959758" y="4444245"/>
              <a:ext cx="35653" cy="20949"/>
            </a:xfrm>
            <a:custGeom>
              <a:avLst/>
              <a:gdLst/>
              <a:ahLst/>
              <a:cxnLst/>
              <a:rect l="l" t="t" r="r" b="b"/>
              <a:pathLst>
                <a:path w="1096" h="644" extrusionOk="0">
                  <a:moveTo>
                    <a:pt x="1" y="0"/>
                  </a:moveTo>
                  <a:lnTo>
                    <a:pt x="1" y="643"/>
                  </a:lnTo>
                  <a:lnTo>
                    <a:pt x="1096" y="643"/>
                  </a:lnTo>
                  <a:cubicBezTo>
                    <a:pt x="1001" y="429"/>
                    <a:pt x="1001" y="191"/>
                    <a:pt x="1096"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2" name="Google Shape;24462;p146"/>
            <p:cNvSpPr/>
            <p:nvPr/>
          </p:nvSpPr>
          <p:spPr>
            <a:xfrm>
              <a:off x="7842000" y="4322616"/>
              <a:ext cx="92223" cy="20169"/>
            </a:xfrm>
            <a:custGeom>
              <a:avLst/>
              <a:gdLst/>
              <a:ahLst/>
              <a:cxnLst/>
              <a:rect l="l" t="t" r="r" b="b"/>
              <a:pathLst>
                <a:path w="2835" h="620" extrusionOk="0">
                  <a:moveTo>
                    <a:pt x="1" y="0"/>
                  </a:moveTo>
                  <a:cubicBezTo>
                    <a:pt x="96" y="215"/>
                    <a:pt x="96" y="405"/>
                    <a:pt x="1" y="619"/>
                  </a:cubicBezTo>
                  <a:lnTo>
                    <a:pt x="2811" y="619"/>
                  </a:lnTo>
                  <a:cubicBezTo>
                    <a:pt x="2739" y="405"/>
                    <a:pt x="2739" y="215"/>
                    <a:pt x="2835"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3" name="Google Shape;24463;p146"/>
            <p:cNvSpPr/>
            <p:nvPr/>
          </p:nvSpPr>
          <p:spPr>
            <a:xfrm>
              <a:off x="7983765" y="4322616"/>
              <a:ext cx="93003" cy="20169"/>
            </a:xfrm>
            <a:custGeom>
              <a:avLst/>
              <a:gdLst/>
              <a:ahLst/>
              <a:cxnLst/>
              <a:rect l="l" t="t" r="r" b="b"/>
              <a:pathLst>
                <a:path w="2859" h="620" extrusionOk="0">
                  <a:moveTo>
                    <a:pt x="1" y="0"/>
                  </a:moveTo>
                  <a:cubicBezTo>
                    <a:pt x="96" y="215"/>
                    <a:pt x="96" y="405"/>
                    <a:pt x="1" y="619"/>
                  </a:cubicBezTo>
                  <a:lnTo>
                    <a:pt x="2858" y="619"/>
                  </a:lnTo>
                  <a:cubicBezTo>
                    <a:pt x="2763" y="405"/>
                    <a:pt x="2763" y="167"/>
                    <a:pt x="285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4" name="Google Shape;24464;p146"/>
            <p:cNvSpPr/>
            <p:nvPr/>
          </p:nvSpPr>
          <p:spPr>
            <a:xfrm>
              <a:off x="7899318" y="4229645"/>
              <a:ext cx="57383" cy="85261"/>
            </a:xfrm>
            <a:custGeom>
              <a:avLst/>
              <a:gdLst/>
              <a:ahLst/>
              <a:cxnLst/>
              <a:rect l="l" t="t" r="r" b="b"/>
              <a:pathLst>
                <a:path w="1764" h="2621" extrusionOk="0">
                  <a:moveTo>
                    <a:pt x="573" y="1"/>
                  </a:moveTo>
                  <a:cubicBezTo>
                    <a:pt x="430" y="143"/>
                    <a:pt x="215" y="239"/>
                    <a:pt x="1" y="262"/>
                  </a:cubicBezTo>
                  <a:lnTo>
                    <a:pt x="1192" y="2620"/>
                  </a:lnTo>
                  <a:cubicBezTo>
                    <a:pt x="1335" y="2477"/>
                    <a:pt x="1549" y="2382"/>
                    <a:pt x="1763" y="2358"/>
                  </a:cubicBezTo>
                  <a:lnTo>
                    <a:pt x="573" y="1"/>
                  </a:ln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5" name="Google Shape;24465;p146"/>
            <p:cNvSpPr/>
            <p:nvPr/>
          </p:nvSpPr>
          <p:spPr>
            <a:xfrm>
              <a:off x="7899318" y="4350494"/>
              <a:ext cx="57383" cy="85261"/>
            </a:xfrm>
            <a:custGeom>
              <a:avLst/>
              <a:gdLst/>
              <a:ahLst/>
              <a:cxnLst/>
              <a:rect l="l" t="t" r="r" b="b"/>
              <a:pathLst>
                <a:path w="1764" h="2621" extrusionOk="0">
                  <a:moveTo>
                    <a:pt x="1192" y="1"/>
                  </a:moveTo>
                  <a:lnTo>
                    <a:pt x="1" y="2358"/>
                  </a:lnTo>
                  <a:cubicBezTo>
                    <a:pt x="239" y="2358"/>
                    <a:pt x="430" y="2477"/>
                    <a:pt x="573" y="2620"/>
                  </a:cubicBezTo>
                  <a:lnTo>
                    <a:pt x="1763" y="263"/>
                  </a:lnTo>
                  <a:cubicBezTo>
                    <a:pt x="1549" y="263"/>
                    <a:pt x="1335" y="143"/>
                    <a:pt x="1192"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6" name="Google Shape;24466;p146"/>
            <p:cNvSpPr/>
            <p:nvPr/>
          </p:nvSpPr>
          <p:spPr>
            <a:xfrm>
              <a:off x="7960539" y="4350494"/>
              <a:ext cx="57350" cy="85261"/>
            </a:xfrm>
            <a:custGeom>
              <a:avLst/>
              <a:gdLst/>
              <a:ahLst/>
              <a:cxnLst/>
              <a:rect l="l" t="t" r="r" b="b"/>
              <a:pathLst>
                <a:path w="1763" h="2621" extrusionOk="0">
                  <a:moveTo>
                    <a:pt x="572" y="1"/>
                  </a:moveTo>
                  <a:cubicBezTo>
                    <a:pt x="405" y="143"/>
                    <a:pt x="215" y="239"/>
                    <a:pt x="0" y="263"/>
                  </a:cubicBezTo>
                  <a:lnTo>
                    <a:pt x="1191" y="2620"/>
                  </a:lnTo>
                  <a:cubicBezTo>
                    <a:pt x="1334" y="2477"/>
                    <a:pt x="1548" y="2382"/>
                    <a:pt x="1763" y="2358"/>
                  </a:cubicBezTo>
                  <a:lnTo>
                    <a:pt x="572"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7" name="Google Shape;24467;p146"/>
            <p:cNvSpPr/>
            <p:nvPr/>
          </p:nvSpPr>
          <p:spPr>
            <a:xfrm>
              <a:off x="7786991" y="4303228"/>
              <a:ext cx="60473" cy="59693"/>
            </a:xfrm>
            <a:custGeom>
              <a:avLst/>
              <a:gdLst/>
              <a:ahLst/>
              <a:cxnLst/>
              <a:rect l="l" t="t" r="r" b="b"/>
              <a:pathLst>
                <a:path w="1859" h="1835" extrusionOk="0">
                  <a:moveTo>
                    <a:pt x="930" y="1"/>
                  </a:moveTo>
                  <a:cubicBezTo>
                    <a:pt x="406" y="1"/>
                    <a:pt x="1" y="406"/>
                    <a:pt x="1" y="930"/>
                  </a:cubicBezTo>
                  <a:cubicBezTo>
                    <a:pt x="1" y="1430"/>
                    <a:pt x="406" y="1835"/>
                    <a:pt x="930" y="1835"/>
                  </a:cubicBezTo>
                  <a:cubicBezTo>
                    <a:pt x="1430" y="1835"/>
                    <a:pt x="1858" y="1430"/>
                    <a:pt x="1858" y="930"/>
                  </a:cubicBezTo>
                  <a:cubicBezTo>
                    <a:pt x="1858" y="406"/>
                    <a:pt x="1430" y="1"/>
                    <a:pt x="930"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8" name="Google Shape;24468;p146"/>
            <p:cNvSpPr/>
            <p:nvPr/>
          </p:nvSpPr>
          <p:spPr>
            <a:xfrm>
              <a:off x="7868349" y="4180850"/>
              <a:ext cx="60441" cy="60441"/>
            </a:xfrm>
            <a:custGeom>
              <a:avLst/>
              <a:gdLst/>
              <a:ahLst/>
              <a:cxnLst/>
              <a:rect l="l" t="t" r="r" b="b"/>
              <a:pathLst>
                <a:path w="1858" h="1858" extrusionOk="0">
                  <a:moveTo>
                    <a:pt x="929" y="0"/>
                  </a:moveTo>
                  <a:cubicBezTo>
                    <a:pt x="429" y="0"/>
                    <a:pt x="0" y="429"/>
                    <a:pt x="0" y="929"/>
                  </a:cubicBezTo>
                  <a:cubicBezTo>
                    <a:pt x="0" y="1429"/>
                    <a:pt x="429" y="1858"/>
                    <a:pt x="929" y="1858"/>
                  </a:cubicBezTo>
                  <a:cubicBezTo>
                    <a:pt x="1429" y="1858"/>
                    <a:pt x="1858" y="1429"/>
                    <a:pt x="1858" y="929"/>
                  </a:cubicBezTo>
                  <a:cubicBezTo>
                    <a:pt x="1858" y="429"/>
                    <a:pt x="1429" y="0"/>
                    <a:pt x="929"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9" name="Google Shape;24469;p146"/>
            <p:cNvSpPr/>
            <p:nvPr/>
          </p:nvSpPr>
          <p:spPr>
            <a:xfrm>
              <a:off x="7868349" y="4424077"/>
              <a:ext cx="60441" cy="60473"/>
            </a:xfrm>
            <a:custGeom>
              <a:avLst/>
              <a:gdLst/>
              <a:ahLst/>
              <a:cxnLst/>
              <a:rect l="l" t="t" r="r" b="b"/>
              <a:pathLst>
                <a:path w="1858" h="1859" extrusionOk="0">
                  <a:moveTo>
                    <a:pt x="929" y="1"/>
                  </a:moveTo>
                  <a:cubicBezTo>
                    <a:pt x="429" y="1"/>
                    <a:pt x="0" y="430"/>
                    <a:pt x="0" y="930"/>
                  </a:cubicBezTo>
                  <a:cubicBezTo>
                    <a:pt x="0" y="1430"/>
                    <a:pt x="429" y="1858"/>
                    <a:pt x="929" y="1858"/>
                  </a:cubicBezTo>
                  <a:cubicBezTo>
                    <a:pt x="1429" y="1858"/>
                    <a:pt x="1858" y="1430"/>
                    <a:pt x="1858" y="930"/>
                  </a:cubicBezTo>
                  <a:cubicBezTo>
                    <a:pt x="1858" y="430"/>
                    <a:pt x="1429" y="1"/>
                    <a:pt x="929"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0" name="Google Shape;24470;p146"/>
            <p:cNvSpPr/>
            <p:nvPr/>
          </p:nvSpPr>
          <p:spPr>
            <a:xfrm>
              <a:off x="8072084" y="4302480"/>
              <a:ext cx="59693" cy="59660"/>
            </a:xfrm>
            <a:custGeom>
              <a:avLst/>
              <a:gdLst/>
              <a:ahLst/>
              <a:cxnLst/>
              <a:rect l="l" t="t" r="r" b="b"/>
              <a:pathLst>
                <a:path w="1835" h="1834" extrusionOk="0">
                  <a:moveTo>
                    <a:pt x="906" y="0"/>
                  </a:moveTo>
                  <a:cubicBezTo>
                    <a:pt x="405" y="0"/>
                    <a:pt x="1" y="405"/>
                    <a:pt x="1" y="905"/>
                  </a:cubicBezTo>
                  <a:cubicBezTo>
                    <a:pt x="1" y="1429"/>
                    <a:pt x="405" y="1834"/>
                    <a:pt x="906" y="1834"/>
                  </a:cubicBezTo>
                  <a:cubicBezTo>
                    <a:pt x="1429" y="1834"/>
                    <a:pt x="1834" y="1429"/>
                    <a:pt x="1834" y="905"/>
                  </a:cubicBezTo>
                  <a:cubicBezTo>
                    <a:pt x="1834" y="405"/>
                    <a:pt x="1429" y="0"/>
                    <a:pt x="906"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1" name="Google Shape;24471;p146"/>
            <p:cNvSpPr/>
            <p:nvPr/>
          </p:nvSpPr>
          <p:spPr>
            <a:xfrm>
              <a:off x="7989198" y="4424077"/>
              <a:ext cx="60441" cy="60473"/>
            </a:xfrm>
            <a:custGeom>
              <a:avLst/>
              <a:gdLst/>
              <a:ahLst/>
              <a:cxnLst/>
              <a:rect l="l" t="t" r="r" b="b"/>
              <a:pathLst>
                <a:path w="1858" h="1859" extrusionOk="0">
                  <a:moveTo>
                    <a:pt x="929" y="1"/>
                  </a:moveTo>
                  <a:cubicBezTo>
                    <a:pt x="429" y="1"/>
                    <a:pt x="0" y="430"/>
                    <a:pt x="0" y="930"/>
                  </a:cubicBezTo>
                  <a:cubicBezTo>
                    <a:pt x="0" y="1430"/>
                    <a:pt x="429" y="1858"/>
                    <a:pt x="929" y="1858"/>
                  </a:cubicBezTo>
                  <a:cubicBezTo>
                    <a:pt x="1429" y="1858"/>
                    <a:pt x="1858" y="1430"/>
                    <a:pt x="1858" y="930"/>
                  </a:cubicBezTo>
                  <a:cubicBezTo>
                    <a:pt x="1858" y="430"/>
                    <a:pt x="1477" y="1"/>
                    <a:pt x="92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2" name="Google Shape;24472;p146"/>
            <p:cNvSpPr/>
            <p:nvPr/>
          </p:nvSpPr>
          <p:spPr>
            <a:xfrm>
              <a:off x="7989198" y="4180850"/>
              <a:ext cx="61221" cy="60441"/>
            </a:xfrm>
            <a:custGeom>
              <a:avLst/>
              <a:gdLst/>
              <a:ahLst/>
              <a:cxnLst/>
              <a:rect l="l" t="t" r="r" b="b"/>
              <a:pathLst>
                <a:path w="1882" h="1858" extrusionOk="0">
                  <a:moveTo>
                    <a:pt x="929" y="0"/>
                  </a:moveTo>
                  <a:cubicBezTo>
                    <a:pt x="429" y="0"/>
                    <a:pt x="0" y="429"/>
                    <a:pt x="0" y="929"/>
                  </a:cubicBezTo>
                  <a:cubicBezTo>
                    <a:pt x="0" y="1429"/>
                    <a:pt x="429" y="1858"/>
                    <a:pt x="929" y="1858"/>
                  </a:cubicBezTo>
                  <a:cubicBezTo>
                    <a:pt x="1429" y="1858"/>
                    <a:pt x="1858" y="1429"/>
                    <a:pt x="1858" y="929"/>
                  </a:cubicBezTo>
                  <a:cubicBezTo>
                    <a:pt x="1882" y="429"/>
                    <a:pt x="1477" y="0"/>
                    <a:pt x="9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3" name="Google Shape;24473;p146"/>
            <p:cNvSpPr/>
            <p:nvPr/>
          </p:nvSpPr>
          <p:spPr>
            <a:xfrm>
              <a:off x="7928757" y="4303228"/>
              <a:ext cx="59693" cy="59693"/>
            </a:xfrm>
            <a:custGeom>
              <a:avLst/>
              <a:gdLst/>
              <a:ahLst/>
              <a:cxnLst/>
              <a:rect l="l" t="t" r="r" b="b"/>
              <a:pathLst>
                <a:path w="1835" h="1835" extrusionOk="0">
                  <a:moveTo>
                    <a:pt x="906" y="1"/>
                  </a:moveTo>
                  <a:cubicBezTo>
                    <a:pt x="406" y="1"/>
                    <a:pt x="1" y="406"/>
                    <a:pt x="1" y="930"/>
                  </a:cubicBezTo>
                  <a:cubicBezTo>
                    <a:pt x="1" y="1430"/>
                    <a:pt x="406" y="1835"/>
                    <a:pt x="906" y="1835"/>
                  </a:cubicBezTo>
                  <a:cubicBezTo>
                    <a:pt x="1430" y="1835"/>
                    <a:pt x="1835" y="1430"/>
                    <a:pt x="1835" y="930"/>
                  </a:cubicBezTo>
                  <a:cubicBezTo>
                    <a:pt x="1835" y="406"/>
                    <a:pt x="1430" y="1"/>
                    <a:pt x="906"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4" name="Google Shape;24474;p146"/>
            <p:cNvSpPr/>
            <p:nvPr/>
          </p:nvSpPr>
          <p:spPr>
            <a:xfrm>
              <a:off x="7958197" y="4302480"/>
              <a:ext cx="30253" cy="60441"/>
            </a:xfrm>
            <a:custGeom>
              <a:avLst/>
              <a:gdLst/>
              <a:ahLst/>
              <a:cxnLst/>
              <a:rect l="l" t="t" r="r" b="b"/>
              <a:pathLst>
                <a:path w="930" h="1858" extrusionOk="0">
                  <a:moveTo>
                    <a:pt x="1" y="0"/>
                  </a:moveTo>
                  <a:lnTo>
                    <a:pt x="1" y="1858"/>
                  </a:lnTo>
                  <a:cubicBezTo>
                    <a:pt x="525" y="1858"/>
                    <a:pt x="930" y="1453"/>
                    <a:pt x="930" y="953"/>
                  </a:cubicBezTo>
                  <a:cubicBezTo>
                    <a:pt x="930" y="405"/>
                    <a:pt x="525" y="0"/>
                    <a:pt x="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5" name="Google Shape;24475;p146"/>
            <p:cNvSpPr/>
            <p:nvPr/>
          </p:nvSpPr>
          <p:spPr>
            <a:xfrm>
              <a:off x="7948926" y="4323396"/>
              <a:ext cx="19388" cy="19388"/>
            </a:xfrm>
            <a:custGeom>
              <a:avLst/>
              <a:gdLst/>
              <a:ahLst/>
              <a:cxnLst/>
              <a:rect l="l" t="t" r="r" b="b"/>
              <a:pathLst>
                <a:path w="596" h="596" extrusionOk="0">
                  <a:moveTo>
                    <a:pt x="286" y="0"/>
                  </a:moveTo>
                  <a:cubicBezTo>
                    <a:pt x="143" y="0"/>
                    <a:pt x="0" y="119"/>
                    <a:pt x="0" y="310"/>
                  </a:cubicBezTo>
                  <a:cubicBezTo>
                    <a:pt x="0" y="453"/>
                    <a:pt x="119" y="595"/>
                    <a:pt x="286" y="595"/>
                  </a:cubicBezTo>
                  <a:cubicBezTo>
                    <a:pt x="453" y="595"/>
                    <a:pt x="595" y="476"/>
                    <a:pt x="595" y="310"/>
                  </a:cubicBezTo>
                  <a:cubicBezTo>
                    <a:pt x="595" y="143"/>
                    <a:pt x="476" y="0"/>
                    <a:pt x="286" y="0"/>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6" name="Google Shape;24476;p146"/>
            <p:cNvSpPr/>
            <p:nvPr/>
          </p:nvSpPr>
          <p:spPr>
            <a:xfrm>
              <a:off x="7959758" y="4322616"/>
              <a:ext cx="9336" cy="20169"/>
            </a:xfrm>
            <a:custGeom>
              <a:avLst/>
              <a:gdLst/>
              <a:ahLst/>
              <a:cxnLst/>
              <a:rect l="l" t="t" r="r" b="b"/>
              <a:pathLst>
                <a:path w="287" h="620" extrusionOk="0">
                  <a:moveTo>
                    <a:pt x="1" y="0"/>
                  </a:moveTo>
                  <a:lnTo>
                    <a:pt x="1" y="619"/>
                  </a:lnTo>
                  <a:cubicBezTo>
                    <a:pt x="143" y="619"/>
                    <a:pt x="286" y="500"/>
                    <a:pt x="286" y="334"/>
                  </a:cubicBezTo>
                  <a:cubicBezTo>
                    <a:pt x="286" y="143"/>
                    <a:pt x="143" y="0"/>
                    <a:pt x="1" y="0"/>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7" name="Google Shape;24477;p146"/>
            <p:cNvSpPr/>
            <p:nvPr/>
          </p:nvSpPr>
          <p:spPr>
            <a:xfrm>
              <a:off x="8010115" y="4201767"/>
              <a:ext cx="19388" cy="19388"/>
            </a:xfrm>
            <a:custGeom>
              <a:avLst/>
              <a:gdLst/>
              <a:ahLst/>
              <a:cxnLst/>
              <a:rect l="l" t="t" r="r" b="b"/>
              <a:pathLst>
                <a:path w="596" h="596" extrusionOk="0">
                  <a:moveTo>
                    <a:pt x="286" y="0"/>
                  </a:moveTo>
                  <a:cubicBezTo>
                    <a:pt x="143" y="0"/>
                    <a:pt x="0" y="119"/>
                    <a:pt x="0" y="286"/>
                  </a:cubicBezTo>
                  <a:cubicBezTo>
                    <a:pt x="0" y="429"/>
                    <a:pt x="120" y="596"/>
                    <a:pt x="286" y="596"/>
                  </a:cubicBezTo>
                  <a:cubicBezTo>
                    <a:pt x="429" y="596"/>
                    <a:pt x="596" y="477"/>
                    <a:pt x="596" y="286"/>
                  </a:cubicBezTo>
                  <a:cubicBezTo>
                    <a:pt x="596" y="143"/>
                    <a:pt x="477" y="0"/>
                    <a:pt x="286" y="0"/>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8" name="Google Shape;24478;p146"/>
            <p:cNvSpPr/>
            <p:nvPr/>
          </p:nvSpPr>
          <p:spPr>
            <a:xfrm>
              <a:off x="7887704" y="4201767"/>
              <a:ext cx="20169" cy="19388"/>
            </a:xfrm>
            <a:custGeom>
              <a:avLst/>
              <a:gdLst/>
              <a:ahLst/>
              <a:cxnLst/>
              <a:rect l="l" t="t" r="r" b="b"/>
              <a:pathLst>
                <a:path w="620" h="596" extrusionOk="0">
                  <a:moveTo>
                    <a:pt x="334" y="0"/>
                  </a:moveTo>
                  <a:cubicBezTo>
                    <a:pt x="144" y="0"/>
                    <a:pt x="1" y="119"/>
                    <a:pt x="25" y="286"/>
                  </a:cubicBezTo>
                  <a:cubicBezTo>
                    <a:pt x="25" y="429"/>
                    <a:pt x="191" y="596"/>
                    <a:pt x="334" y="596"/>
                  </a:cubicBezTo>
                  <a:cubicBezTo>
                    <a:pt x="477" y="596"/>
                    <a:pt x="620" y="477"/>
                    <a:pt x="620" y="286"/>
                  </a:cubicBezTo>
                  <a:cubicBezTo>
                    <a:pt x="620" y="143"/>
                    <a:pt x="501" y="0"/>
                    <a:pt x="334" y="0"/>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9" name="Google Shape;24479;p146"/>
            <p:cNvSpPr/>
            <p:nvPr/>
          </p:nvSpPr>
          <p:spPr>
            <a:xfrm>
              <a:off x="7807160" y="4323396"/>
              <a:ext cx="19388" cy="19388"/>
            </a:xfrm>
            <a:custGeom>
              <a:avLst/>
              <a:gdLst/>
              <a:ahLst/>
              <a:cxnLst/>
              <a:rect l="l" t="t" r="r" b="b"/>
              <a:pathLst>
                <a:path w="596" h="596" extrusionOk="0">
                  <a:moveTo>
                    <a:pt x="310" y="0"/>
                  </a:moveTo>
                  <a:cubicBezTo>
                    <a:pt x="167" y="0"/>
                    <a:pt x="0" y="119"/>
                    <a:pt x="0" y="310"/>
                  </a:cubicBezTo>
                  <a:cubicBezTo>
                    <a:pt x="0" y="476"/>
                    <a:pt x="167" y="595"/>
                    <a:pt x="310" y="595"/>
                  </a:cubicBezTo>
                  <a:cubicBezTo>
                    <a:pt x="453" y="595"/>
                    <a:pt x="595" y="476"/>
                    <a:pt x="595" y="310"/>
                  </a:cubicBezTo>
                  <a:cubicBezTo>
                    <a:pt x="595" y="143"/>
                    <a:pt x="453" y="0"/>
                    <a:pt x="310" y="0"/>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0" name="Google Shape;24480;p146"/>
            <p:cNvSpPr/>
            <p:nvPr/>
          </p:nvSpPr>
          <p:spPr>
            <a:xfrm>
              <a:off x="7888485" y="4445774"/>
              <a:ext cx="19388" cy="19420"/>
            </a:xfrm>
            <a:custGeom>
              <a:avLst/>
              <a:gdLst/>
              <a:ahLst/>
              <a:cxnLst/>
              <a:rect l="l" t="t" r="r" b="b"/>
              <a:pathLst>
                <a:path w="596" h="597" extrusionOk="0">
                  <a:moveTo>
                    <a:pt x="310" y="1"/>
                  </a:moveTo>
                  <a:cubicBezTo>
                    <a:pt x="167" y="1"/>
                    <a:pt x="1" y="120"/>
                    <a:pt x="1" y="287"/>
                  </a:cubicBezTo>
                  <a:cubicBezTo>
                    <a:pt x="1" y="429"/>
                    <a:pt x="120" y="596"/>
                    <a:pt x="310" y="596"/>
                  </a:cubicBezTo>
                  <a:cubicBezTo>
                    <a:pt x="453" y="596"/>
                    <a:pt x="596" y="429"/>
                    <a:pt x="596" y="287"/>
                  </a:cubicBezTo>
                  <a:cubicBezTo>
                    <a:pt x="596" y="144"/>
                    <a:pt x="453" y="1"/>
                    <a:pt x="310" y="1"/>
                  </a:cubicBezTo>
                  <a:close/>
                </a:path>
              </a:pathLst>
            </a:custGeom>
            <a:solidFill>
              <a:srgbClr val="F1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1" name="Google Shape;24481;p146"/>
            <p:cNvSpPr/>
            <p:nvPr/>
          </p:nvSpPr>
          <p:spPr>
            <a:xfrm>
              <a:off x="8010115" y="4445774"/>
              <a:ext cx="20169" cy="19420"/>
            </a:xfrm>
            <a:custGeom>
              <a:avLst/>
              <a:gdLst/>
              <a:ahLst/>
              <a:cxnLst/>
              <a:rect l="l" t="t" r="r" b="b"/>
              <a:pathLst>
                <a:path w="620" h="597" extrusionOk="0">
                  <a:moveTo>
                    <a:pt x="286" y="1"/>
                  </a:moveTo>
                  <a:cubicBezTo>
                    <a:pt x="143" y="1"/>
                    <a:pt x="0" y="120"/>
                    <a:pt x="0" y="287"/>
                  </a:cubicBezTo>
                  <a:cubicBezTo>
                    <a:pt x="0" y="429"/>
                    <a:pt x="120" y="596"/>
                    <a:pt x="286" y="596"/>
                  </a:cubicBezTo>
                  <a:cubicBezTo>
                    <a:pt x="477" y="596"/>
                    <a:pt x="620" y="429"/>
                    <a:pt x="596" y="287"/>
                  </a:cubicBezTo>
                  <a:cubicBezTo>
                    <a:pt x="596" y="144"/>
                    <a:pt x="477" y="1"/>
                    <a:pt x="286" y="1"/>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2" name="Google Shape;24482;p146"/>
            <p:cNvSpPr/>
            <p:nvPr/>
          </p:nvSpPr>
          <p:spPr>
            <a:xfrm>
              <a:off x="8092220" y="4323396"/>
              <a:ext cx="19420" cy="19388"/>
            </a:xfrm>
            <a:custGeom>
              <a:avLst/>
              <a:gdLst/>
              <a:ahLst/>
              <a:cxnLst/>
              <a:rect l="l" t="t" r="r" b="b"/>
              <a:pathLst>
                <a:path w="597" h="596" extrusionOk="0">
                  <a:moveTo>
                    <a:pt x="287" y="0"/>
                  </a:moveTo>
                  <a:cubicBezTo>
                    <a:pt x="144" y="0"/>
                    <a:pt x="1" y="119"/>
                    <a:pt x="1" y="310"/>
                  </a:cubicBezTo>
                  <a:cubicBezTo>
                    <a:pt x="1" y="453"/>
                    <a:pt x="120" y="595"/>
                    <a:pt x="287" y="595"/>
                  </a:cubicBezTo>
                  <a:cubicBezTo>
                    <a:pt x="453" y="595"/>
                    <a:pt x="596" y="453"/>
                    <a:pt x="596" y="310"/>
                  </a:cubicBezTo>
                  <a:cubicBezTo>
                    <a:pt x="596" y="143"/>
                    <a:pt x="453" y="0"/>
                    <a:pt x="287" y="0"/>
                  </a:cubicBezTo>
                  <a:close/>
                </a:path>
              </a:pathLst>
            </a:custGeom>
            <a:solidFill>
              <a:srgbClr val="E6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483" name="Google Shape;24483;p146"/>
          <p:cNvSpPr txBox="1"/>
          <p:nvPr/>
        </p:nvSpPr>
        <p:spPr>
          <a:xfrm>
            <a:off x="1048350" y="11586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rgbClr val="FFFFFF"/>
                </a:solidFill>
              </a:rPr>
              <a:t>Laboratory</a:t>
            </a:r>
            <a:endParaRPr sz="1600">
              <a:solidFill>
                <a:srgbClr val="FFFFFF"/>
              </a:solidFill>
            </a:endParaRPr>
          </a:p>
        </p:txBody>
      </p:sp>
      <p:sp>
        <p:nvSpPr>
          <p:cNvPr id="24484" name="Google Shape;24484;p146"/>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Premium Icons</a:t>
            </a:r>
            <a:endParaRPr sz="2400">
              <a:solidFill>
                <a:srgbClr val="FFFFFF"/>
              </a:solidFill>
            </a:endParaRP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Shape 24488"/>
        <p:cNvGrpSpPr/>
        <p:nvPr/>
      </p:nvGrpSpPr>
      <p:grpSpPr>
        <a:xfrm>
          <a:off x="0" y="0"/>
          <a:ext cx="0" cy="0"/>
          <a:chOff x="0" y="0"/>
          <a:chExt cx="0" cy="0"/>
        </a:xfrm>
      </p:grpSpPr>
      <p:grpSp>
        <p:nvGrpSpPr>
          <p:cNvPr id="24489" name="Google Shape;24489;p147"/>
          <p:cNvGrpSpPr/>
          <p:nvPr/>
        </p:nvGrpSpPr>
        <p:grpSpPr>
          <a:xfrm>
            <a:off x="1031157" y="1768676"/>
            <a:ext cx="346749" cy="347520"/>
            <a:chOff x="1031157" y="1921076"/>
            <a:chExt cx="346749" cy="347520"/>
          </a:xfrm>
        </p:grpSpPr>
        <p:sp>
          <p:nvSpPr>
            <p:cNvPr id="24490" name="Google Shape;24490;p147"/>
            <p:cNvSpPr/>
            <p:nvPr/>
          </p:nvSpPr>
          <p:spPr>
            <a:xfrm>
              <a:off x="1072765" y="1970384"/>
              <a:ext cx="107904" cy="50118"/>
            </a:xfrm>
            <a:custGeom>
              <a:avLst/>
              <a:gdLst/>
              <a:ahLst/>
              <a:cxnLst/>
              <a:rect l="l" t="t" r="r" b="b"/>
              <a:pathLst>
                <a:path w="3335" h="1549" extrusionOk="0">
                  <a:moveTo>
                    <a:pt x="881" y="1"/>
                  </a:moveTo>
                  <a:cubicBezTo>
                    <a:pt x="738" y="48"/>
                    <a:pt x="596" y="167"/>
                    <a:pt x="477" y="286"/>
                  </a:cubicBezTo>
                  <a:cubicBezTo>
                    <a:pt x="143" y="644"/>
                    <a:pt x="0" y="1096"/>
                    <a:pt x="0" y="1549"/>
                  </a:cubicBezTo>
                  <a:lnTo>
                    <a:pt x="3287" y="1549"/>
                  </a:lnTo>
                  <a:cubicBezTo>
                    <a:pt x="3334" y="1096"/>
                    <a:pt x="3144" y="620"/>
                    <a:pt x="2810" y="286"/>
                  </a:cubicBezTo>
                  <a:cubicBezTo>
                    <a:pt x="2691" y="167"/>
                    <a:pt x="2548" y="72"/>
                    <a:pt x="2405" y="1"/>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1" name="Google Shape;24491;p147"/>
            <p:cNvSpPr/>
            <p:nvPr/>
          </p:nvSpPr>
          <p:spPr>
            <a:xfrm>
              <a:off x="1127476" y="1970384"/>
              <a:ext cx="53968" cy="50118"/>
            </a:xfrm>
            <a:custGeom>
              <a:avLst/>
              <a:gdLst/>
              <a:ahLst/>
              <a:cxnLst/>
              <a:rect l="l" t="t" r="r" b="b"/>
              <a:pathLst>
                <a:path w="1668" h="1549" extrusionOk="0">
                  <a:moveTo>
                    <a:pt x="0" y="1"/>
                  </a:moveTo>
                  <a:lnTo>
                    <a:pt x="0" y="1549"/>
                  </a:lnTo>
                  <a:lnTo>
                    <a:pt x="1667" y="1549"/>
                  </a:lnTo>
                  <a:cubicBezTo>
                    <a:pt x="1667" y="1096"/>
                    <a:pt x="1524" y="644"/>
                    <a:pt x="1191" y="286"/>
                  </a:cubicBezTo>
                  <a:cubicBezTo>
                    <a:pt x="1048" y="167"/>
                    <a:pt x="881" y="72"/>
                    <a:pt x="738"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2" name="Google Shape;24492;p147"/>
            <p:cNvSpPr/>
            <p:nvPr/>
          </p:nvSpPr>
          <p:spPr>
            <a:xfrm>
              <a:off x="1226870" y="2169169"/>
              <a:ext cx="107127" cy="50118"/>
            </a:xfrm>
            <a:custGeom>
              <a:avLst/>
              <a:gdLst/>
              <a:ahLst/>
              <a:cxnLst/>
              <a:rect l="l" t="t" r="r" b="b"/>
              <a:pathLst>
                <a:path w="3311" h="1549" extrusionOk="0">
                  <a:moveTo>
                    <a:pt x="0" y="1"/>
                  </a:moveTo>
                  <a:cubicBezTo>
                    <a:pt x="0" y="453"/>
                    <a:pt x="143" y="906"/>
                    <a:pt x="476" y="1263"/>
                  </a:cubicBezTo>
                  <a:cubicBezTo>
                    <a:pt x="595" y="1382"/>
                    <a:pt x="738" y="1501"/>
                    <a:pt x="881" y="1549"/>
                  </a:cubicBezTo>
                  <a:lnTo>
                    <a:pt x="2405" y="1549"/>
                  </a:lnTo>
                  <a:cubicBezTo>
                    <a:pt x="2548" y="1453"/>
                    <a:pt x="2691" y="1382"/>
                    <a:pt x="2810" y="1263"/>
                  </a:cubicBezTo>
                  <a:cubicBezTo>
                    <a:pt x="3144" y="929"/>
                    <a:pt x="3310" y="453"/>
                    <a:pt x="3287"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3" name="Google Shape;24493;p147"/>
            <p:cNvSpPr/>
            <p:nvPr/>
          </p:nvSpPr>
          <p:spPr>
            <a:xfrm>
              <a:off x="1281549" y="2169169"/>
              <a:ext cx="53968" cy="50118"/>
            </a:xfrm>
            <a:custGeom>
              <a:avLst/>
              <a:gdLst/>
              <a:ahLst/>
              <a:cxnLst/>
              <a:rect l="l" t="t" r="r" b="b"/>
              <a:pathLst>
                <a:path w="1668" h="1549" extrusionOk="0">
                  <a:moveTo>
                    <a:pt x="1" y="1"/>
                  </a:moveTo>
                  <a:lnTo>
                    <a:pt x="1" y="1549"/>
                  </a:lnTo>
                  <a:lnTo>
                    <a:pt x="739" y="1549"/>
                  </a:lnTo>
                  <a:cubicBezTo>
                    <a:pt x="882" y="1477"/>
                    <a:pt x="1025" y="1382"/>
                    <a:pt x="1192" y="1263"/>
                  </a:cubicBezTo>
                  <a:cubicBezTo>
                    <a:pt x="1501" y="906"/>
                    <a:pt x="1668" y="453"/>
                    <a:pt x="1668"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4" name="Google Shape;24494;p147"/>
            <p:cNvSpPr/>
            <p:nvPr/>
          </p:nvSpPr>
          <p:spPr>
            <a:xfrm>
              <a:off x="1072765" y="2169169"/>
              <a:ext cx="107904" cy="50118"/>
            </a:xfrm>
            <a:custGeom>
              <a:avLst/>
              <a:gdLst/>
              <a:ahLst/>
              <a:cxnLst/>
              <a:rect l="l" t="t" r="r" b="b"/>
              <a:pathLst>
                <a:path w="3335" h="1549" extrusionOk="0">
                  <a:moveTo>
                    <a:pt x="0" y="1"/>
                  </a:moveTo>
                  <a:cubicBezTo>
                    <a:pt x="0" y="453"/>
                    <a:pt x="143" y="906"/>
                    <a:pt x="477" y="1263"/>
                  </a:cubicBezTo>
                  <a:cubicBezTo>
                    <a:pt x="596" y="1382"/>
                    <a:pt x="738" y="1501"/>
                    <a:pt x="881" y="1549"/>
                  </a:cubicBezTo>
                  <a:lnTo>
                    <a:pt x="2405" y="1549"/>
                  </a:lnTo>
                  <a:cubicBezTo>
                    <a:pt x="2548" y="1453"/>
                    <a:pt x="2691" y="1382"/>
                    <a:pt x="2810" y="1263"/>
                  </a:cubicBezTo>
                  <a:cubicBezTo>
                    <a:pt x="3144" y="929"/>
                    <a:pt x="3334" y="453"/>
                    <a:pt x="3287"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5" name="Google Shape;24495;p147"/>
            <p:cNvSpPr/>
            <p:nvPr/>
          </p:nvSpPr>
          <p:spPr>
            <a:xfrm>
              <a:off x="1127476" y="2169169"/>
              <a:ext cx="53968" cy="50118"/>
            </a:xfrm>
            <a:custGeom>
              <a:avLst/>
              <a:gdLst/>
              <a:ahLst/>
              <a:cxnLst/>
              <a:rect l="l" t="t" r="r" b="b"/>
              <a:pathLst>
                <a:path w="1668" h="1549" extrusionOk="0">
                  <a:moveTo>
                    <a:pt x="0" y="1"/>
                  </a:moveTo>
                  <a:lnTo>
                    <a:pt x="0" y="1549"/>
                  </a:lnTo>
                  <a:lnTo>
                    <a:pt x="738" y="1549"/>
                  </a:lnTo>
                  <a:cubicBezTo>
                    <a:pt x="881" y="1477"/>
                    <a:pt x="1048" y="1382"/>
                    <a:pt x="1191" y="1263"/>
                  </a:cubicBezTo>
                  <a:cubicBezTo>
                    <a:pt x="1524" y="906"/>
                    <a:pt x="1667" y="453"/>
                    <a:pt x="1667"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6" name="Google Shape;24496;p147"/>
            <p:cNvSpPr/>
            <p:nvPr/>
          </p:nvSpPr>
          <p:spPr>
            <a:xfrm>
              <a:off x="1226870" y="1970384"/>
              <a:ext cx="107127" cy="50118"/>
            </a:xfrm>
            <a:custGeom>
              <a:avLst/>
              <a:gdLst/>
              <a:ahLst/>
              <a:cxnLst/>
              <a:rect l="l" t="t" r="r" b="b"/>
              <a:pathLst>
                <a:path w="3311" h="1549" extrusionOk="0">
                  <a:moveTo>
                    <a:pt x="881" y="1"/>
                  </a:moveTo>
                  <a:cubicBezTo>
                    <a:pt x="738" y="48"/>
                    <a:pt x="595" y="167"/>
                    <a:pt x="476" y="286"/>
                  </a:cubicBezTo>
                  <a:cubicBezTo>
                    <a:pt x="143" y="644"/>
                    <a:pt x="0" y="1096"/>
                    <a:pt x="0" y="1549"/>
                  </a:cubicBezTo>
                  <a:lnTo>
                    <a:pt x="3287" y="1549"/>
                  </a:lnTo>
                  <a:cubicBezTo>
                    <a:pt x="3310" y="1096"/>
                    <a:pt x="3144" y="620"/>
                    <a:pt x="2810" y="286"/>
                  </a:cubicBezTo>
                  <a:cubicBezTo>
                    <a:pt x="2691" y="167"/>
                    <a:pt x="2548" y="72"/>
                    <a:pt x="240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7" name="Google Shape;24497;p147"/>
            <p:cNvSpPr/>
            <p:nvPr/>
          </p:nvSpPr>
          <p:spPr>
            <a:xfrm>
              <a:off x="1281549" y="1970384"/>
              <a:ext cx="53968" cy="50118"/>
            </a:xfrm>
            <a:custGeom>
              <a:avLst/>
              <a:gdLst/>
              <a:ahLst/>
              <a:cxnLst/>
              <a:rect l="l" t="t" r="r" b="b"/>
              <a:pathLst>
                <a:path w="1668" h="1549" extrusionOk="0">
                  <a:moveTo>
                    <a:pt x="1" y="1"/>
                  </a:moveTo>
                  <a:lnTo>
                    <a:pt x="1" y="1549"/>
                  </a:lnTo>
                  <a:lnTo>
                    <a:pt x="1668" y="1549"/>
                  </a:lnTo>
                  <a:cubicBezTo>
                    <a:pt x="1668" y="1096"/>
                    <a:pt x="1501" y="644"/>
                    <a:pt x="1192" y="286"/>
                  </a:cubicBezTo>
                  <a:cubicBezTo>
                    <a:pt x="1025" y="167"/>
                    <a:pt x="882" y="72"/>
                    <a:pt x="739"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8" name="Google Shape;24498;p147"/>
            <p:cNvSpPr/>
            <p:nvPr/>
          </p:nvSpPr>
          <p:spPr>
            <a:xfrm>
              <a:off x="1031157" y="2009695"/>
              <a:ext cx="346749" cy="169540"/>
            </a:xfrm>
            <a:custGeom>
              <a:avLst/>
              <a:gdLst/>
              <a:ahLst/>
              <a:cxnLst/>
              <a:rect l="l" t="t" r="r" b="b"/>
              <a:pathLst>
                <a:path w="10717" h="5240" extrusionOk="0">
                  <a:moveTo>
                    <a:pt x="334" y="0"/>
                  </a:moveTo>
                  <a:cubicBezTo>
                    <a:pt x="143" y="0"/>
                    <a:pt x="0" y="143"/>
                    <a:pt x="0" y="334"/>
                  </a:cubicBezTo>
                  <a:lnTo>
                    <a:pt x="0" y="4906"/>
                  </a:lnTo>
                  <a:cubicBezTo>
                    <a:pt x="0" y="5096"/>
                    <a:pt x="143" y="5239"/>
                    <a:pt x="334" y="5239"/>
                  </a:cubicBezTo>
                  <a:lnTo>
                    <a:pt x="10383" y="5239"/>
                  </a:lnTo>
                  <a:cubicBezTo>
                    <a:pt x="10550" y="5239"/>
                    <a:pt x="10693" y="5120"/>
                    <a:pt x="10717" y="4906"/>
                  </a:cubicBezTo>
                  <a:lnTo>
                    <a:pt x="10717" y="334"/>
                  </a:lnTo>
                  <a:cubicBezTo>
                    <a:pt x="10717" y="143"/>
                    <a:pt x="10550" y="0"/>
                    <a:pt x="10383" y="0"/>
                  </a:cubicBez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9" name="Google Shape;24499;p147"/>
            <p:cNvSpPr/>
            <p:nvPr/>
          </p:nvSpPr>
          <p:spPr>
            <a:xfrm>
              <a:off x="1204513" y="2010439"/>
              <a:ext cx="173390" cy="169573"/>
            </a:xfrm>
            <a:custGeom>
              <a:avLst/>
              <a:gdLst/>
              <a:ahLst/>
              <a:cxnLst/>
              <a:rect l="l" t="t" r="r" b="b"/>
              <a:pathLst>
                <a:path w="5359" h="5241" extrusionOk="0">
                  <a:moveTo>
                    <a:pt x="1" y="1"/>
                  </a:moveTo>
                  <a:lnTo>
                    <a:pt x="1" y="5240"/>
                  </a:lnTo>
                  <a:lnTo>
                    <a:pt x="5025" y="5240"/>
                  </a:lnTo>
                  <a:cubicBezTo>
                    <a:pt x="5192" y="5240"/>
                    <a:pt x="5359" y="5097"/>
                    <a:pt x="5359" y="4907"/>
                  </a:cubicBezTo>
                  <a:lnTo>
                    <a:pt x="5359" y="334"/>
                  </a:lnTo>
                  <a:cubicBezTo>
                    <a:pt x="5335" y="120"/>
                    <a:pt x="5192" y="1"/>
                    <a:pt x="5025" y="1"/>
                  </a:cubicBezTo>
                  <a:close/>
                </a:path>
              </a:pathLst>
            </a:custGeom>
            <a:solidFill>
              <a:srgbClr val="94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0" name="Google Shape;24500;p147"/>
            <p:cNvSpPr/>
            <p:nvPr/>
          </p:nvSpPr>
          <p:spPr>
            <a:xfrm>
              <a:off x="1092792" y="2053599"/>
              <a:ext cx="68593" cy="82473"/>
            </a:xfrm>
            <a:custGeom>
              <a:avLst/>
              <a:gdLst/>
              <a:ahLst/>
              <a:cxnLst/>
              <a:rect l="l" t="t" r="r" b="b"/>
              <a:pathLst>
                <a:path w="2120" h="2549" extrusionOk="0">
                  <a:moveTo>
                    <a:pt x="310" y="1"/>
                  </a:moveTo>
                  <a:cubicBezTo>
                    <a:pt x="143" y="1"/>
                    <a:pt x="0" y="167"/>
                    <a:pt x="0" y="334"/>
                  </a:cubicBezTo>
                  <a:lnTo>
                    <a:pt x="0" y="2215"/>
                  </a:lnTo>
                  <a:cubicBezTo>
                    <a:pt x="0" y="2382"/>
                    <a:pt x="143" y="2549"/>
                    <a:pt x="310" y="2549"/>
                  </a:cubicBezTo>
                  <a:lnTo>
                    <a:pt x="1786" y="2549"/>
                  </a:lnTo>
                  <a:cubicBezTo>
                    <a:pt x="1953" y="2549"/>
                    <a:pt x="2120" y="2382"/>
                    <a:pt x="2096" y="2215"/>
                  </a:cubicBezTo>
                  <a:lnTo>
                    <a:pt x="2096" y="334"/>
                  </a:lnTo>
                  <a:cubicBezTo>
                    <a:pt x="2096" y="167"/>
                    <a:pt x="1953" y="1"/>
                    <a:pt x="1786"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1" name="Google Shape;24501;p147"/>
            <p:cNvSpPr/>
            <p:nvPr/>
          </p:nvSpPr>
          <p:spPr>
            <a:xfrm>
              <a:off x="1246897" y="2053599"/>
              <a:ext cx="67816" cy="82473"/>
            </a:xfrm>
            <a:custGeom>
              <a:avLst/>
              <a:gdLst/>
              <a:ahLst/>
              <a:cxnLst/>
              <a:rect l="l" t="t" r="r" b="b"/>
              <a:pathLst>
                <a:path w="2096" h="2549" extrusionOk="0">
                  <a:moveTo>
                    <a:pt x="310" y="1"/>
                  </a:moveTo>
                  <a:cubicBezTo>
                    <a:pt x="143" y="1"/>
                    <a:pt x="0" y="167"/>
                    <a:pt x="0" y="334"/>
                  </a:cubicBezTo>
                  <a:lnTo>
                    <a:pt x="0" y="2215"/>
                  </a:lnTo>
                  <a:cubicBezTo>
                    <a:pt x="0" y="2382"/>
                    <a:pt x="143" y="2549"/>
                    <a:pt x="310" y="2549"/>
                  </a:cubicBezTo>
                  <a:lnTo>
                    <a:pt x="1786" y="2549"/>
                  </a:lnTo>
                  <a:cubicBezTo>
                    <a:pt x="1953" y="2549"/>
                    <a:pt x="2096" y="2382"/>
                    <a:pt x="2096" y="2215"/>
                  </a:cubicBezTo>
                  <a:lnTo>
                    <a:pt x="2096" y="334"/>
                  </a:lnTo>
                  <a:cubicBezTo>
                    <a:pt x="2096" y="167"/>
                    <a:pt x="1953" y="1"/>
                    <a:pt x="1786" y="1"/>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2" name="Google Shape;24502;p147"/>
            <p:cNvSpPr/>
            <p:nvPr/>
          </p:nvSpPr>
          <p:spPr>
            <a:xfrm>
              <a:off x="1136697" y="2159172"/>
              <a:ext cx="53968" cy="73996"/>
            </a:xfrm>
            <a:custGeom>
              <a:avLst/>
              <a:gdLst/>
              <a:ahLst/>
              <a:cxnLst/>
              <a:rect l="l" t="t" r="r" b="b"/>
              <a:pathLst>
                <a:path w="1668" h="2287" extrusionOk="0">
                  <a:moveTo>
                    <a:pt x="1358" y="0"/>
                  </a:moveTo>
                  <a:cubicBezTo>
                    <a:pt x="1168" y="0"/>
                    <a:pt x="1049" y="143"/>
                    <a:pt x="1049" y="310"/>
                  </a:cubicBezTo>
                  <a:cubicBezTo>
                    <a:pt x="1049" y="715"/>
                    <a:pt x="906" y="1096"/>
                    <a:pt x="596" y="1358"/>
                  </a:cubicBezTo>
                  <a:cubicBezTo>
                    <a:pt x="525" y="1453"/>
                    <a:pt x="406" y="1500"/>
                    <a:pt x="287" y="1572"/>
                  </a:cubicBezTo>
                  <a:lnTo>
                    <a:pt x="1" y="1715"/>
                  </a:lnTo>
                  <a:lnTo>
                    <a:pt x="310" y="2286"/>
                  </a:lnTo>
                  <a:lnTo>
                    <a:pt x="572" y="2143"/>
                  </a:lnTo>
                  <a:cubicBezTo>
                    <a:pt x="763" y="2048"/>
                    <a:pt x="930" y="1929"/>
                    <a:pt x="1072" y="1786"/>
                  </a:cubicBezTo>
                  <a:cubicBezTo>
                    <a:pt x="1477" y="1381"/>
                    <a:pt x="1668" y="857"/>
                    <a:pt x="1644" y="310"/>
                  </a:cubicBezTo>
                  <a:cubicBezTo>
                    <a:pt x="1668" y="143"/>
                    <a:pt x="1525" y="0"/>
                    <a:pt x="1358" y="0"/>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3" name="Google Shape;24503;p147"/>
            <p:cNvSpPr/>
            <p:nvPr/>
          </p:nvSpPr>
          <p:spPr>
            <a:xfrm>
              <a:off x="1061958" y="2159172"/>
              <a:ext cx="53968" cy="73219"/>
            </a:xfrm>
            <a:custGeom>
              <a:avLst/>
              <a:gdLst/>
              <a:ahLst/>
              <a:cxnLst/>
              <a:rect l="l" t="t" r="r" b="b"/>
              <a:pathLst>
                <a:path w="1668" h="2263" extrusionOk="0">
                  <a:moveTo>
                    <a:pt x="358" y="0"/>
                  </a:moveTo>
                  <a:cubicBezTo>
                    <a:pt x="168" y="0"/>
                    <a:pt x="25" y="119"/>
                    <a:pt x="25" y="286"/>
                  </a:cubicBezTo>
                  <a:cubicBezTo>
                    <a:pt x="1" y="834"/>
                    <a:pt x="239" y="1358"/>
                    <a:pt x="596" y="1739"/>
                  </a:cubicBezTo>
                  <a:cubicBezTo>
                    <a:pt x="739" y="1905"/>
                    <a:pt x="930" y="2024"/>
                    <a:pt x="1096" y="2096"/>
                  </a:cubicBezTo>
                  <a:lnTo>
                    <a:pt x="1358" y="2262"/>
                  </a:lnTo>
                  <a:lnTo>
                    <a:pt x="1668" y="1691"/>
                  </a:lnTo>
                  <a:lnTo>
                    <a:pt x="1406" y="1548"/>
                  </a:lnTo>
                  <a:cubicBezTo>
                    <a:pt x="1287" y="1477"/>
                    <a:pt x="1192" y="1405"/>
                    <a:pt x="1072" y="1334"/>
                  </a:cubicBezTo>
                  <a:cubicBezTo>
                    <a:pt x="763" y="1072"/>
                    <a:pt x="620" y="667"/>
                    <a:pt x="620" y="286"/>
                  </a:cubicBezTo>
                  <a:cubicBezTo>
                    <a:pt x="644" y="167"/>
                    <a:pt x="501" y="24"/>
                    <a:pt x="358" y="0"/>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4" name="Google Shape;24504;p147"/>
            <p:cNvSpPr/>
            <p:nvPr/>
          </p:nvSpPr>
          <p:spPr>
            <a:xfrm>
              <a:off x="1088942" y="2193823"/>
              <a:ext cx="74772" cy="74772"/>
            </a:xfrm>
            <a:custGeom>
              <a:avLst/>
              <a:gdLst/>
              <a:ahLst/>
              <a:cxnLst/>
              <a:rect l="l" t="t" r="r" b="b"/>
              <a:pathLst>
                <a:path w="2311" h="2311" extrusionOk="0">
                  <a:moveTo>
                    <a:pt x="1167" y="1"/>
                  </a:moveTo>
                  <a:cubicBezTo>
                    <a:pt x="500" y="1"/>
                    <a:pt x="0" y="525"/>
                    <a:pt x="0" y="1144"/>
                  </a:cubicBezTo>
                  <a:cubicBezTo>
                    <a:pt x="0" y="1811"/>
                    <a:pt x="524" y="2311"/>
                    <a:pt x="1167" y="2311"/>
                  </a:cubicBezTo>
                  <a:cubicBezTo>
                    <a:pt x="1810" y="2311"/>
                    <a:pt x="2310" y="1787"/>
                    <a:pt x="2310" y="1144"/>
                  </a:cubicBezTo>
                  <a:cubicBezTo>
                    <a:pt x="2310" y="525"/>
                    <a:pt x="1810" y="1"/>
                    <a:pt x="1167"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5" name="Google Shape;24505;p147"/>
            <p:cNvSpPr/>
            <p:nvPr/>
          </p:nvSpPr>
          <p:spPr>
            <a:xfrm>
              <a:off x="1126700" y="2194568"/>
              <a:ext cx="37014" cy="74028"/>
            </a:xfrm>
            <a:custGeom>
              <a:avLst/>
              <a:gdLst/>
              <a:ahLst/>
              <a:cxnLst/>
              <a:rect l="l" t="t" r="r" b="b"/>
              <a:pathLst>
                <a:path w="1144" h="2288" extrusionOk="0">
                  <a:moveTo>
                    <a:pt x="42" y="1"/>
                  </a:moveTo>
                  <a:cubicBezTo>
                    <a:pt x="28" y="1"/>
                    <a:pt x="14" y="1"/>
                    <a:pt x="0" y="2"/>
                  </a:cubicBezTo>
                  <a:lnTo>
                    <a:pt x="0" y="2288"/>
                  </a:lnTo>
                  <a:cubicBezTo>
                    <a:pt x="643" y="2288"/>
                    <a:pt x="1143" y="1764"/>
                    <a:pt x="1143" y="1121"/>
                  </a:cubicBezTo>
                  <a:cubicBezTo>
                    <a:pt x="1143" y="515"/>
                    <a:pt x="665" y="1"/>
                    <a:pt x="42" y="1"/>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6" name="Google Shape;24506;p147"/>
            <p:cNvSpPr/>
            <p:nvPr/>
          </p:nvSpPr>
          <p:spPr>
            <a:xfrm>
              <a:off x="1290802" y="2159172"/>
              <a:ext cx="53968" cy="73996"/>
            </a:xfrm>
            <a:custGeom>
              <a:avLst/>
              <a:gdLst/>
              <a:ahLst/>
              <a:cxnLst/>
              <a:rect l="l" t="t" r="r" b="b"/>
              <a:pathLst>
                <a:path w="1668" h="2287" extrusionOk="0">
                  <a:moveTo>
                    <a:pt x="1334" y="0"/>
                  </a:moveTo>
                  <a:cubicBezTo>
                    <a:pt x="1168" y="0"/>
                    <a:pt x="1049" y="143"/>
                    <a:pt x="1049" y="310"/>
                  </a:cubicBezTo>
                  <a:cubicBezTo>
                    <a:pt x="1049" y="715"/>
                    <a:pt x="906" y="1096"/>
                    <a:pt x="596" y="1358"/>
                  </a:cubicBezTo>
                  <a:cubicBezTo>
                    <a:pt x="501" y="1453"/>
                    <a:pt x="406" y="1500"/>
                    <a:pt x="287" y="1572"/>
                  </a:cubicBezTo>
                  <a:lnTo>
                    <a:pt x="1" y="1715"/>
                  </a:lnTo>
                  <a:lnTo>
                    <a:pt x="310" y="2286"/>
                  </a:lnTo>
                  <a:lnTo>
                    <a:pt x="572" y="2143"/>
                  </a:lnTo>
                  <a:cubicBezTo>
                    <a:pt x="739" y="2048"/>
                    <a:pt x="929" y="1929"/>
                    <a:pt x="1072" y="1786"/>
                  </a:cubicBezTo>
                  <a:cubicBezTo>
                    <a:pt x="1477" y="1381"/>
                    <a:pt x="1668" y="857"/>
                    <a:pt x="1644" y="310"/>
                  </a:cubicBezTo>
                  <a:cubicBezTo>
                    <a:pt x="1668" y="143"/>
                    <a:pt x="1525" y="0"/>
                    <a:pt x="1334"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7" name="Google Shape;24507;p147"/>
            <p:cNvSpPr/>
            <p:nvPr/>
          </p:nvSpPr>
          <p:spPr>
            <a:xfrm>
              <a:off x="1216063" y="2159172"/>
              <a:ext cx="53968" cy="73219"/>
            </a:xfrm>
            <a:custGeom>
              <a:avLst/>
              <a:gdLst/>
              <a:ahLst/>
              <a:cxnLst/>
              <a:rect l="l" t="t" r="r" b="b"/>
              <a:pathLst>
                <a:path w="1668" h="2263" extrusionOk="0">
                  <a:moveTo>
                    <a:pt x="358" y="0"/>
                  </a:moveTo>
                  <a:cubicBezTo>
                    <a:pt x="167" y="0"/>
                    <a:pt x="25" y="119"/>
                    <a:pt x="25" y="286"/>
                  </a:cubicBezTo>
                  <a:cubicBezTo>
                    <a:pt x="1" y="834"/>
                    <a:pt x="239" y="1358"/>
                    <a:pt x="596" y="1739"/>
                  </a:cubicBezTo>
                  <a:cubicBezTo>
                    <a:pt x="739" y="1905"/>
                    <a:pt x="929" y="2024"/>
                    <a:pt x="1096" y="2096"/>
                  </a:cubicBezTo>
                  <a:lnTo>
                    <a:pt x="1358" y="2262"/>
                  </a:lnTo>
                  <a:lnTo>
                    <a:pt x="1668" y="1691"/>
                  </a:lnTo>
                  <a:lnTo>
                    <a:pt x="1406" y="1548"/>
                  </a:lnTo>
                  <a:cubicBezTo>
                    <a:pt x="1263" y="1477"/>
                    <a:pt x="1191" y="1405"/>
                    <a:pt x="1072" y="1334"/>
                  </a:cubicBezTo>
                  <a:cubicBezTo>
                    <a:pt x="763" y="1072"/>
                    <a:pt x="620" y="667"/>
                    <a:pt x="620" y="286"/>
                  </a:cubicBezTo>
                  <a:cubicBezTo>
                    <a:pt x="644" y="167"/>
                    <a:pt x="501" y="24"/>
                    <a:pt x="358" y="0"/>
                  </a:cubicBezTo>
                  <a:close/>
                </a:path>
              </a:pathLst>
            </a:custGeom>
            <a:solidFill>
              <a:srgbClr val="F8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8" name="Google Shape;24508;p147"/>
            <p:cNvSpPr/>
            <p:nvPr/>
          </p:nvSpPr>
          <p:spPr>
            <a:xfrm>
              <a:off x="1243047" y="2193823"/>
              <a:ext cx="74772" cy="74772"/>
            </a:xfrm>
            <a:custGeom>
              <a:avLst/>
              <a:gdLst/>
              <a:ahLst/>
              <a:cxnLst/>
              <a:rect l="l" t="t" r="r" b="b"/>
              <a:pathLst>
                <a:path w="2311" h="2311" extrusionOk="0">
                  <a:moveTo>
                    <a:pt x="1167" y="1"/>
                  </a:moveTo>
                  <a:cubicBezTo>
                    <a:pt x="500" y="1"/>
                    <a:pt x="0" y="525"/>
                    <a:pt x="0" y="1144"/>
                  </a:cubicBezTo>
                  <a:cubicBezTo>
                    <a:pt x="0" y="1811"/>
                    <a:pt x="524" y="2311"/>
                    <a:pt x="1167" y="2311"/>
                  </a:cubicBezTo>
                  <a:cubicBezTo>
                    <a:pt x="1810" y="2311"/>
                    <a:pt x="2310" y="1787"/>
                    <a:pt x="2310" y="1144"/>
                  </a:cubicBezTo>
                  <a:cubicBezTo>
                    <a:pt x="2310" y="525"/>
                    <a:pt x="1810" y="1"/>
                    <a:pt x="1167"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9" name="Google Shape;24509;p147"/>
            <p:cNvSpPr/>
            <p:nvPr/>
          </p:nvSpPr>
          <p:spPr>
            <a:xfrm>
              <a:off x="1280805" y="2194568"/>
              <a:ext cx="37014" cy="74028"/>
            </a:xfrm>
            <a:custGeom>
              <a:avLst/>
              <a:gdLst/>
              <a:ahLst/>
              <a:cxnLst/>
              <a:rect l="l" t="t" r="r" b="b"/>
              <a:pathLst>
                <a:path w="1144" h="2288" extrusionOk="0">
                  <a:moveTo>
                    <a:pt x="42" y="1"/>
                  </a:moveTo>
                  <a:cubicBezTo>
                    <a:pt x="28" y="1"/>
                    <a:pt x="14" y="1"/>
                    <a:pt x="0" y="2"/>
                  </a:cubicBezTo>
                  <a:lnTo>
                    <a:pt x="0" y="2288"/>
                  </a:lnTo>
                  <a:cubicBezTo>
                    <a:pt x="643" y="2288"/>
                    <a:pt x="1143" y="1764"/>
                    <a:pt x="1143" y="1121"/>
                  </a:cubicBezTo>
                  <a:cubicBezTo>
                    <a:pt x="1143" y="515"/>
                    <a:pt x="665" y="1"/>
                    <a:pt x="42" y="1"/>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0" name="Google Shape;24510;p147"/>
            <p:cNvSpPr/>
            <p:nvPr/>
          </p:nvSpPr>
          <p:spPr>
            <a:xfrm>
              <a:off x="1290802" y="1956504"/>
              <a:ext cx="53968" cy="74028"/>
            </a:xfrm>
            <a:custGeom>
              <a:avLst/>
              <a:gdLst/>
              <a:ahLst/>
              <a:cxnLst/>
              <a:rect l="l" t="t" r="r" b="b"/>
              <a:pathLst>
                <a:path w="1668" h="2288" extrusionOk="0">
                  <a:moveTo>
                    <a:pt x="310" y="1"/>
                  </a:moveTo>
                  <a:lnTo>
                    <a:pt x="1" y="572"/>
                  </a:lnTo>
                  <a:lnTo>
                    <a:pt x="287" y="715"/>
                  </a:lnTo>
                  <a:cubicBezTo>
                    <a:pt x="406" y="787"/>
                    <a:pt x="501" y="834"/>
                    <a:pt x="596" y="930"/>
                  </a:cubicBezTo>
                  <a:cubicBezTo>
                    <a:pt x="906" y="1192"/>
                    <a:pt x="1049" y="1573"/>
                    <a:pt x="1049" y="1978"/>
                  </a:cubicBezTo>
                  <a:cubicBezTo>
                    <a:pt x="1049" y="2144"/>
                    <a:pt x="1168" y="2287"/>
                    <a:pt x="1334" y="2287"/>
                  </a:cubicBezTo>
                  <a:cubicBezTo>
                    <a:pt x="1525" y="2287"/>
                    <a:pt x="1668" y="2168"/>
                    <a:pt x="1644" y="1978"/>
                  </a:cubicBezTo>
                  <a:cubicBezTo>
                    <a:pt x="1668" y="1430"/>
                    <a:pt x="1477" y="906"/>
                    <a:pt x="1072" y="501"/>
                  </a:cubicBezTo>
                  <a:cubicBezTo>
                    <a:pt x="929" y="358"/>
                    <a:pt x="739" y="239"/>
                    <a:pt x="572" y="144"/>
                  </a:cubicBezTo>
                  <a:lnTo>
                    <a:pt x="310"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1" name="Google Shape;24511;p147"/>
            <p:cNvSpPr/>
            <p:nvPr/>
          </p:nvSpPr>
          <p:spPr>
            <a:xfrm>
              <a:off x="1216063" y="1957280"/>
              <a:ext cx="53968" cy="73252"/>
            </a:xfrm>
            <a:custGeom>
              <a:avLst/>
              <a:gdLst/>
              <a:ahLst/>
              <a:cxnLst/>
              <a:rect l="l" t="t" r="r" b="b"/>
              <a:pathLst>
                <a:path w="1668" h="2264" extrusionOk="0">
                  <a:moveTo>
                    <a:pt x="1358" y="1"/>
                  </a:moveTo>
                  <a:lnTo>
                    <a:pt x="1096" y="167"/>
                  </a:lnTo>
                  <a:cubicBezTo>
                    <a:pt x="929" y="239"/>
                    <a:pt x="739" y="358"/>
                    <a:pt x="596" y="525"/>
                  </a:cubicBezTo>
                  <a:cubicBezTo>
                    <a:pt x="239" y="906"/>
                    <a:pt x="1" y="1430"/>
                    <a:pt x="25" y="1977"/>
                  </a:cubicBezTo>
                  <a:cubicBezTo>
                    <a:pt x="25" y="2144"/>
                    <a:pt x="167" y="2263"/>
                    <a:pt x="358" y="2263"/>
                  </a:cubicBezTo>
                  <a:cubicBezTo>
                    <a:pt x="501" y="2263"/>
                    <a:pt x="644" y="2120"/>
                    <a:pt x="620" y="1977"/>
                  </a:cubicBezTo>
                  <a:cubicBezTo>
                    <a:pt x="620" y="1596"/>
                    <a:pt x="763" y="1191"/>
                    <a:pt x="1072" y="929"/>
                  </a:cubicBezTo>
                  <a:cubicBezTo>
                    <a:pt x="1191" y="834"/>
                    <a:pt x="1263" y="787"/>
                    <a:pt x="1406" y="715"/>
                  </a:cubicBezTo>
                  <a:lnTo>
                    <a:pt x="1668" y="572"/>
                  </a:lnTo>
                  <a:lnTo>
                    <a:pt x="1358" y="1"/>
                  </a:ln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2" name="Google Shape;24512;p147"/>
            <p:cNvSpPr/>
            <p:nvPr/>
          </p:nvSpPr>
          <p:spPr>
            <a:xfrm>
              <a:off x="1243047" y="1921076"/>
              <a:ext cx="74772" cy="74772"/>
            </a:xfrm>
            <a:custGeom>
              <a:avLst/>
              <a:gdLst/>
              <a:ahLst/>
              <a:cxnLst/>
              <a:rect l="l" t="t" r="r" b="b"/>
              <a:pathLst>
                <a:path w="2311" h="2311" extrusionOk="0">
                  <a:moveTo>
                    <a:pt x="1167" y="0"/>
                  </a:moveTo>
                  <a:cubicBezTo>
                    <a:pt x="500" y="0"/>
                    <a:pt x="0" y="501"/>
                    <a:pt x="0" y="1167"/>
                  </a:cubicBezTo>
                  <a:cubicBezTo>
                    <a:pt x="0" y="1810"/>
                    <a:pt x="524" y="2310"/>
                    <a:pt x="1167" y="2310"/>
                  </a:cubicBezTo>
                  <a:cubicBezTo>
                    <a:pt x="1810" y="2310"/>
                    <a:pt x="2310" y="1810"/>
                    <a:pt x="2310" y="1167"/>
                  </a:cubicBezTo>
                  <a:cubicBezTo>
                    <a:pt x="2310" y="501"/>
                    <a:pt x="1786" y="0"/>
                    <a:pt x="1167"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3" name="Google Shape;24513;p147"/>
            <p:cNvSpPr/>
            <p:nvPr/>
          </p:nvSpPr>
          <p:spPr>
            <a:xfrm>
              <a:off x="1280805" y="1921852"/>
              <a:ext cx="37014" cy="73996"/>
            </a:xfrm>
            <a:custGeom>
              <a:avLst/>
              <a:gdLst/>
              <a:ahLst/>
              <a:cxnLst/>
              <a:rect l="l" t="t" r="r" b="b"/>
              <a:pathLst>
                <a:path w="1144" h="2287" extrusionOk="0">
                  <a:moveTo>
                    <a:pt x="0" y="0"/>
                  </a:moveTo>
                  <a:lnTo>
                    <a:pt x="0" y="2286"/>
                  </a:lnTo>
                  <a:cubicBezTo>
                    <a:pt x="643" y="2286"/>
                    <a:pt x="1143" y="1786"/>
                    <a:pt x="1143" y="1167"/>
                  </a:cubicBezTo>
                  <a:cubicBezTo>
                    <a:pt x="1143" y="548"/>
                    <a:pt x="643" y="0"/>
                    <a:pt x="0"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4" name="Google Shape;24514;p147"/>
            <p:cNvSpPr/>
            <p:nvPr/>
          </p:nvSpPr>
          <p:spPr>
            <a:xfrm>
              <a:off x="1136697" y="1956504"/>
              <a:ext cx="53968" cy="74028"/>
            </a:xfrm>
            <a:custGeom>
              <a:avLst/>
              <a:gdLst/>
              <a:ahLst/>
              <a:cxnLst/>
              <a:rect l="l" t="t" r="r" b="b"/>
              <a:pathLst>
                <a:path w="1668" h="2288" extrusionOk="0">
                  <a:moveTo>
                    <a:pt x="310" y="1"/>
                  </a:moveTo>
                  <a:lnTo>
                    <a:pt x="1" y="572"/>
                  </a:lnTo>
                  <a:lnTo>
                    <a:pt x="287" y="715"/>
                  </a:lnTo>
                  <a:cubicBezTo>
                    <a:pt x="406" y="787"/>
                    <a:pt x="525" y="834"/>
                    <a:pt x="596" y="930"/>
                  </a:cubicBezTo>
                  <a:cubicBezTo>
                    <a:pt x="906" y="1192"/>
                    <a:pt x="1049" y="1573"/>
                    <a:pt x="1049" y="1978"/>
                  </a:cubicBezTo>
                  <a:cubicBezTo>
                    <a:pt x="1049" y="2144"/>
                    <a:pt x="1168" y="2287"/>
                    <a:pt x="1358" y="2287"/>
                  </a:cubicBezTo>
                  <a:cubicBezTo>
                    <a:pt x="1525" y="2287"/>
                    <a:pt x="1668" y="2168"/>
                    <a:pt x="1644" y="1978"/>
                  </a:cubicBezTo>
                  <a:cubicBezTo>
                    <a:pt x="1668" y="1430"/>
                    <a:pt x="1477" y="906"/>
                    <a:pt x="1072" y="501"/>
                  </a:cubicBezTo>
                  <a:cubicBezTo>
                    <a:pt x="930" y="358"/>
                    <a:pt x="763" y="239"/>
                    <a:pt x="572" y="144"/>
                  </a:cubicBezTo>
                  <a:lnTo>
                    <a:pt x="310" y="1"/>
                  </a:ln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5" name="Google Shape;24515;p147"/>
            <p:cNvSpPr/>
            <p:nvPr/>
          </p:nvSpPr>
          <p:spPr>
            <a:xfrm>
              <a:off x="1061958" y="1957280"/>
              <a:ext cx="53968" cy="73252"/>
            </a:xfrm>
            <a:custGeom>
              <a:avLst/>
              <a:gdLst/>
              <a:ahLst/>
              <a:cxnLst/>
              <a:rect l="l" t="t" r="r" b="b"/>
              <a:pathLst>
                <a:path w="1668" h="2264" extrusionOk="0">
                  <a:moveTo>
                    <a:pt x="1358" y="1"/>
                  </a:moveTo>
                  <a:lnTo>
                    <a:pt x="1096" y="167"/>
                  </a:lnTo>
                  <a:cubicBezTo>
                    <a:pt x="930" y="239"/>
                    <a:pt x="739" y="358"/>
                    <a:pt x="596" y="525"/>
                  </a:cubicBezTo>
                  <a:cubicBezTo>
                    <a:pt x="239" y="906"/>
                    <a:pt x="1" y="1430"/>
                    <a:pt x="25" y="1977"/>
                  </a:cubicBezTo>
                  <a:cubicBezTo>
                    <a:pt x="25" y="2144"/>
                    <a:pt x="168" y="2263"/>
                    <a:pt x="358" y="2263"/>
                  </a:cubicBezTo>
                  <a:cubicBezTo>
                    <a:pt x="501" y="2263"/>
                    <a:pt x="644" y="2120"/>
                    <a:pt x="620" y="1977"/>
                  </a:cubicBezTo>
                  <a:cubicBezTo>
                    <a:pt x="620" y="1596"/>
                    <a:pt x="763" y="1191"/>
                    <a:pt x="1072" y="929"/>
                  </a:cubicBezTo>
                  <a:cubicBezTo>
                    <a:pt x="1192" y="834"/>
                    <a:pt x="1287" y="787"/>
                    <a:pt x="1406" y="715"/>
                  </a:cubicBezTo>
                  <a:lnTo>
                    <a:pt x="1668" y="572"/>
                  </a:lnTo>
                  <a:lnTo>
                    <a:pt x="1358" y="1"/>
                  </a:ln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6" name="Google Shape;24516;p147"/>
            <p:cNvSpPr/>
            <p:nvPr/>
          </p:nvSpPr>
          <p:spPr>
            <a:xfrm>
              <a:off x="1088942" y="1921076"/>
              <a:ext cx="74772" cy="74772"/>
            </a:xfrm>
            <a:custGeom>
              <a:avLst/>
              <a:gdLst/>
              <a:ahLst/>
              <a:cxnLst/>
              <a:rect l="l" t="t" r="r" b="b"/>
              <a:pathLst>
                <a:path w="2311" h="2311" extrusionOk="0">
                  <a:moveTo>
                    <a:pt x="1167" y="0"/>
                  </a:moveTo>
                  <a:cubicBezTo>
                    <a:pt x="500" y="0"/>
                    <a:pt x="0" y="501"/>
                    <a:pt x="0" y="1167"/>
                  </a:cubicBezTo>
                  <a:cubicBezTo>
                    <a:pt x="0" y="1810"/>
                    <a:pt x="524" y="2310"/>
                    <a:pt x="1167" y="2310"/>
                  </a:cubicBezTo>
                  <a:cubicBezTo>
                    <a:pt x="1810" y="2310"/>
                    <a:pt x="2310" y="1810"/>
                    <a:pt x="2310" y="1167"/>
                  </a:cubicBezTo>
                  <a:cubicBezTo>
                    <a:pt x="2310" y="501"/>
                    <a:pt x="1786" y="0"/>
                    <a:pt x="1167"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7" name="Google Shape;24517;p147"/>
            <p:cNvSpPr/>
            <p:nvPr/>
          </p:nvSpPr>
          <p:spPr>
            <a:xfrm>
              <a:off x="1126700" y="1921852"/>
              <a:ext cx="37014" cy="73996"/>
            </a:xfrm>
            <a:custGeom>
              <a:avLst/>
              <a:gdLst/>
              <a:ahLst/>
              <a:cxnLst/>
              <a:rect l="l" t="t" r="r" b="b"/>
              <a:pathLst>
                <a:path w="1144" h="2287" extrusionOk="0">
                  <a:moveTo>
                    <a:pt x="0" y="0"/>
                  </a:moveTo>
                  <a:lnTo>
                    <a:pt x="0" y="2286"/>
                  </a:lnTo>
                  <a:cubicBezTo>
                    <a:pt x="643" y="2286"/>
                    <a:pt x="1143" y="1786"/>
                    <a:pt x="1143" y="1167"/>
                  </a:cubicBezTo>
                  <a:cubicBezTo>
                    <a:pt x="1143" y="548"/>
                    <a:pt x="643" y="0"/>
                    <a:pt x="0"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18" name="Google Shape;24518;p147"/>
          <p:cNvGrpSpPr/>
          <p:nvPr/>
        </p:nvGrpSpPr>
        <p:grpSpPr>
          <a:xfrm>
            <a:off x="1774698" y="1778706"/>
            <a:ext cx="346749" cy="346749"/>
            <a:chOff x="1774698" y="1931106"/>
            <a:chExt cx="346749" cy="346749"/>
          </a:xfrm>
        </p:grpSpPr>
        <p:sp>
          <p:nvSpPr>
            <p:cNvPr id="24519" name="Google Shape;24519;p147"/>
            <p:cNvSpPr/>
            <p:nvPr/>
          </p:nvSpPr>
          <p:spPr>
            <a:xfrm>
              <a:off x="1884089" y="2115235"/>
              <a:ext cx="129485" cy="71699"/>
            </a:xfrm>
            <a:custGeom>
              <a:avLst/>
              <a:gdLst/>
              <a:ahLst/>
              <a:cxnLst/>
              <a:rect l="l" t="t" r="r" b="b"/>
              <a:pathLst>
                <a:path w="4002" h="2216" extrusionOk="0">
                  <a:moveTo>
                    <a:pt x="2001" y="1"/>
                  </a:moveTo>
                  <a:cubicBezTo>
                    <a:pt x="906" y="1"/>
                    <a:pt x="1" y="906"/>
                    <a:pt x="1" y="2001"/>
                  </a:cubicBezTo>
                  <a:lnTo>
                    <a:pt x="1" y="2215"/>
                  </a:lnTo>
                  <a:lnTo>
                    <a:pt x="4002" y="2215"/>
                  </a:lnTo>
                  <a:lnTo>
                    <a:pt x="4002" y="2001"/>
                  </a:lnTo>
                  <a:cubicBezTo>
                    <a:pt x="4002" y="906"/>
                    <a:pt x="3097" y="1"/>
                    <a:pt x="2001" y="1"/>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0" name="Google Shape;24520;p147"/>
            <p:cNvSpPr/>
            <p:nvPr/>
          </p:nvSpPr>
          <p:spPr>
            <a:xfrm>
              <a:off x="1948054" y="2115235"/>
              <a:ext cx="64742" cy="71699"/>
            </a:xfrm>
            <a:custGeom>
              <a:avLst/>
              <a:gdLst/>
              <a:ahLst/>
              <a:cxnLst/>
              <a:rect l="l" t="t" r="r" b="b"/>
              <a:pathLst>
                <a:path w="2001" h="2216" extrusionOk="0">
                  <a:moveTo>
                    <a:pt x="0" y="1"/>
                  </a:moveTo>
                  <a:lnTo>
                    <a:pt x="0" y="2215"/>
                  </a:lnTo>
                  <a:lnTo>
                    <a:pt x="2001" y="2215"/>
                  </a:lnTo>
                  <a:lnTo>
                    <a:pt x="2001" y="2001"/>
                  </a:lnTo>
                  <a:cubicBezTo>
                    <a:pt x="2001" y="906"/>
                    <a:pt x="1096" y="1"/>
                    <a:pt x="0" y="1"/>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1" name="Google Shape;24521;p147"/>
            <p:cNvSpPr/>
            <p:nvPr/>
          </p:nvSpPr>
          <p:spPr>
            <a:xfrm>
              <a:off x="1907222" y="2055152"/>
              <a:ext cx="80920" cy="80920"/>
            </a:xfrm>
            <a:custGeom>
              <a:avLst/>
              <a:gdLst/>
              <a:ahLst/>
              <a:cxnLst/>
              <a:rect l="l" t="t" r="r" b="b"/>
              <a:pathLst>
                <a:path w="2501" h="2501" extrusionOk="0">
                  <a:moveTo>
                    <a:pt x="1262" y="0"/>
                  </a:moveTo>
                  <a:cubicBezTo>
                    <a:pt x="572" y="0"/>
                    <a:pt x="0" y="548"/>
                    <a:pt x="0" y="1238"/>
                  </a:cubicBezTo>
                  <a:cubicBezTo>
                    <a:pt x="0" y="1929"/>
                    <a:pt x="572" y="2501"/>
                    <a:pt x="1262" y="2501"/>
                  </a:cubicBezTo>
                  <a:cubicBezTo>
                    <a:pt x="1977" y="2501"/>
                    <a:pt x="2501" y="1929"/>
                    <a:pt x="2501" y="1238"/>
                  </a:cubicBezTo>
                  <a:cubicBezTo>
                    <a:pt x="2501" y="548"/>
                    <a:pt x="1953" y="0"/>
                    <a:pt x="1262"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2" name="Google Shape;24522;p147"/>
            <p:cNvSpPr/>
            <p:nvPr/>
          </p:nvSpPr>
          <p:spPr>
            <a:xfrm>
              <a:off x="1948830" y="2055152"/>
              <a:ext cx="40864" cy="80920"/>
            </a:xfrm>
            <a:custGeom>
              <a:avLst/>
              <a:gdLst/>
              <a:ahLst/>
              <a:cxnLst/>
              <a:rect l="l" t="t" r="r" b="b"/>
              <a:pathLst>
                <a:path w="1263" h="2501" extrusionOk="0">
                  <a:moveTo>
                    <a:pt x="0" y="0"/>
                  </a:moveTo>
                  <a:lnTo>
                    <a:pt x="0" y="2501"/>
                  </a:lnTo>
                  <a:cubicBezTo>
                    <a:pt x="691" y="2501"/>
                    <a:pt x="1262" y="1929"/>
                    <a:pt x="1262" y="1238"/>
                  </a:cubicBezTo>
                  <a:cubicBezTo>
                    <a:pt x="1262" y="548"/>
                    <a:pt x="691" y="0"/>
                    <a:pt x="0"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3" name="Google Shape;24523;p147"/>
            <p:cNvSpPr/>
            <p:nvPr/>
          </p:nvSpPr>
          <p:spPr>
            <a:xfrm>
              <a:off x="1774698" y="1931106"/>
              <a:ext cx="346749" cy="346749"/>
            </a:xfrm>
            <a:custGeom>
              <a:avLst/>
              <a:gdLst/>
              <a:ahLst/>
              <a:cxnLst/>
              <a:rect l="l" t="t" r="r" b="b"/>
              <a:pathLst>
                <a:path w="10717" h="10717" extrusionOk="0">
                  <a:moveTo>
                    <a:pt x="10098" y="5263"/>
                  </a:moveTo>
                  <a:lnTo>
                    <a:pt x="10098" y="10097"/>
                  </a:lnTo>
                  <a:lnTo>
                    <a:pt x="7549" y="10097"/>
                  </a:lnTo>
                  <a:lnTo>
                    <a:pt x="7549" y="9478"/>
                  </a:lnTo>
                  <a:lnTo>
                    <a:pt x="9145" y="9478"/>
                  </a:lnTo>
                  <a:cubicBezTo>
                    <a:pt x="9312" y="9478"/>
                    <a:pt x="9455" y="9335"/>
                    <a:pt x="9455" y="9145"/>
                  </a:cubicBezTo>
                  <a:lnTo>
                    <a:pt x="9455" y="5263"/>
                  </a:lnTo>
                  <a:close/>
                  <a:moveTo>
                    <a:pt x="334" y="0"/>
                  </a:moveTo>
                  <a:cubicBezTo>
                    <a:pt x="143" y="0"/>
                    <a:pt x="0" y="167"/>
                    <a:pt x="0" y="333"/>
                  </a:cubicBezTo>
                  <a:lnTo>
                    <a:pt x="0" y="10407"/>
                  </a:lnTo>
                  <a:cubicBezTo>
                    <a:pt x="0" y="10574"/>
                    <a:pt x="143" y="10716"/>
                    <a:pt x="334" y="10716"/>
                  </a:cubicBezTo>
                  <a:lnTo>
                    <a:pt x="10383" y="10716"/>
                  </a:lnTo>
                  <a:cubicBezTo>
                    <a:pt x="10574" y="10716"/>
                    <a:pt x="10717" y="10574"/>
                    <a:pt x="10717" y="10407"/>
                  </a:cubicBezTo>
                  <a:lnTo>
                    <a:pt x="10717" y="333"/>
                  </a:lnTo>
                  <a:cubicBezTo>
                    <a:pt x="10717" y="167"/>
                    <a:pt x="10574" y="24"/>
                    <a:pt x="10407" y="24"/>
                  </a:cubicBezTo>
                  <a:lnTo>
                    <a:pt x="6001" y="24"/>
                  </a:lnTo>
                  <a:cubicBezTo>
                    <a:pt x="5835" y="24"/>
                    <a:pt x="5692" y="167"/>
                    <a:pt x="5692" y="333"/>
                  </a:cubicBezTo>
                  <a:cubicBezTo>
                    <a:pt x="5692" y="524"/>
                    <a:pt x="5835" y="667"/>
                    <a:pt x="6001" y="667"/>
                  </a:cubicBezTo>
                  <a:lnTo>
                    <a:pt x="10121" y="667"/>
                  </a:lnTo>
                  <a:lnTo>
                    <a:pt x="10121" y="4668"/>
                  </a:lnTo>
                  <a:lnTo>
                    <a:pt x="9502" y="4668"/>
                  </a:lnTo>
                  <a:lnTo>
                    <a:pt x="9502" y="4120"/>
                  </a:lnTo>
                  <a:cubicBezTo>
                    <a:pt x="9502" y="3953"/>
                    <a:pt x="9336" y="3787"/>
                    <a:pt x="9169" y="3787"/>
                  </a:cubicBezTo>
                  <a:cubicBezTo>
                    <a:pt x="8978" y="3787"/>
                    <a:pt x="8835" y="3953"/>
                    <a:pt x="8835" y="4120"/>
                  </a:cubicBezTo>
                  <a:lnTo>
                    <a:pt x="8835" y="6525"/>
                  </a:lnTo>
                  <a:lnTo>
                    <a:pt x="8216" y="6525"/>
                  </a:lnTo>
                  <a:lnTo>
                    <a:pt x="8216" y="6001"/>
                  </a:lnTo>
                  <a:cubicBezTo>
                    <a:pt x="8216" y="5811"/>
                    <a:pt x="8073" y="5668"/>
                    <a:pt x="7883" y="5668"/>
                  </a:cubicBezTo>
                  <a:cubicBezTo>
                    <a:pt x="7716" y="5668"/>
                    <a:pt x="7549" y="5811"/>
                    <a:pt x="7549" y="6001"/>
                  </a:cubicBezTo>
                  <a:lnTo>
                    <a:pt x="7549" y="7573"/>
                  </a:lnTo>
                  <a:lnTo>
                    <a:pt x="3120" y="7573"/>
                  </a:lnTo>
                  <a:lnTo>
                    <a:pt x="3120" y="4953"/>
                  </a:lnTo>
                  <a:cubicBezTo>
                    <a:pt x="3120" y="4763"/>
                    <a:pt x="2977" y="4620"/>
                    <a:pt x="2787" y="4620"/>
                  </a:cubicBezTo>
                  <a:cubicBezTo>
                    <a:pt x="2620" y="4620"/>
                    <a:pt x="2477" y="4763"/>
                    <a:pt x="2477" y="4953"/>
                  </a:cubicBezTo>
                  <a:lnTo>
                    <a:pt x="2477" y="7906"/>
                  </a:lnTo>
                  <a:cubicBezTo>
                    <a:pt x="2477" y="8073"/>
                    <a:pt x="2620" y="8216"/>
                    <a:pt x="2787" y="8216"/>
                  </a:cubicBezTo>
                  <a:lnTo>
                    <a:pt x="7859" y="8216"/>
                  </a:lnTo>
                  <a:cubicBezTo>
                    <a:pt x="8026" y="8216"/>
                    <a:pt x="8192" y="8073"/>
                    <a:pt x="8192" y="7906"/>
                  </a:cubicBezTo>
                  <a:lnTo>
                    <a:pt x="8192" y="7168"/>
                  </a:lnTo>
                  <a:lnTo>
                    <a:pt x="8812" y="7168"/>
                  </a:lnTo>
                  <a:lnTo>
                    <a:pt x="8812" y="8859"/>
                  </a:lnTo>
                  <a:lnTo>
                    <a:pt x="4073" y="8859"/>
                  </a:lnTo>
                  <a:cubicBezTo>
                    <a:pt x="3906" y="8859"/>
                    <a:pt x="3739" y="9002"/>
                    <a:pt x="3739" y="9192"/>
                  </a:cubicBezTo>
                  <a:cubicBezTo>
                    <a:pt x="3739" y="9359"/>
                    <a:pt x="3906" y="9502"/>
                    <a:pt x="4073" y="9502"/>
                  </a:cubicBezTo>
                  <a:lnTo>
                    <a:pt x="6906" y="9502"/>
                  </a:lnTo>
                  <a:lnTo>
                    <a:pt x="6906" y="10121"/>
                  </a:lnTo>
                  <a:lnTo>
                    <a:pt x="619" y="10121"/>
                  </a:lnTo>
                  <a:lnTo>
                    <a:pt x="619" y="3239"/>
                  </a:lnTo>
                  <a:lnTo>
                    <a:pt x="1239" y="3239"/>
                  </a:lnTo>
                  <a:lnTo>
                    <a:pt x="1239" y="9216"/>
                  </a:lnTo>
                  <a:cubicBezTo>
                    <a:pt x="1239" y="9383"/>
                    <a:pt x="1405" y="9526"/>
                    <a:pt x="1572" y="9526"/>
                  </a:cubicBezTo>
                  <a:lnTo>
                    <a:pt x="2858" y="9526"/>
                  </a:lnTo>
                  <a:cubicBezTo>
                    <a:pt x="3025" y="9526"/>
                    <a:pt x="3191" y="9383"/>
                    <a:pt x="3191" y="9216"/>
                  </a:cubicBezTo>
                  <a:cubicBezTo>
                    <a:pt x="3191" y="9026"/>
                    <a:pt x="3025" y="8883"/>
                    <a:pt x="2858" y="8883"/>
                  </a:cubicBezTo>
                  <a:lnTo>
                    <a:pt x="1905" y="8883"/>
                  </a:lnTo>
                  <a:lnTo>
                    <a:pt x="1905" y="1953"/>
                  </a:lnTo>
                  <a:lnTo>
                    <a:pt x="5049" y="1953"/>
                  </a:lnTo>
                  <a:lnTo>
                    <a:pt x="5049" y="2572"/>
                  </a:lnTo>
                  <a:lnTo>
                    <a:pt x="2858" y="2572"/>
                  </a:lnTo>
                  <a:cubicBezTo>
                    <a:pt x="2667" y="2572"/>
                    <a:pt x="2525" y="2715"/>
                    <a:pt x="2525" y="2905"/>
                  </a:cubicBezTo>
                  <a:lnTo>
                    <a:pt x="2525" y="3763"/>
                  </a:lnTo>
                  <a:cubicBezTo>
                    <a:pt x="2525" y="3929"/>
                    <a:pt x="2667" y="4096"/>
                    <a:pt x="2858" y="4096"/>
                  </a:cubicBezTo>
                  <a:cubicBezTo>
                    <a:pt x="3025" y="4096"/>
                    <a:pt x="3191" y="3929"/>
                    <a:pt x="3191" y="3763"/>
                  </a:cubicBezTo>
                  <a:lnTo>
                    <a:pt x="3191" y="3215"/>
                  </a:lnTo>
                  <a:lnTo>
                    <a:pt x="7621" y="3215"/>
                  </a:lnTo>
                  <a:lnTo>
                    <a:pt x="7621" y="4811"/>
                  </a:lnTo>
                  <a:cubicBezTo>
                    <a:pt x="7621" y="4977"/>
                    <a:pt x="7764" y="5120"/>
                    <a:pt x="7954" y="5120"/>
                  </a:cubicBezTo>
                  <a:cubicBezTo>
                    <a:pt x="8121" y="5120"/>
                    <a:pt x="8264" y="4977"/>
                    <a:pt x="8264" y="4811"/>
                  </a:cubicBezTo>
                  <a:lnTo>
                    <a:pt x="8264" y="2905"/>
                  </a:lnTo>
                  <a:cubicBezTo>
                    <a:pt x="8264" y="2715"/>
                    <a:pt x="8121" y="2572"/>
                    <a:pt x="7954" y="2572"/>
                  </a:cubicBezTo>
                  <a:lnTo>
                    <a:pt x="5692" y="2572"/>
                  </a:lnTo>
                  <a:lnTo>
                    <a:pt x="5692" y="1953"/>
                  </a:lnTo>
                  <a:lnTo>
                    <a:pt x="8835" y="1953"/>
                  </a:lnTo>
                  <a:lnTo>
                    <a:pt x="8835" y="2905"/>
                  </a:lnTo>
                  <a:cubicBezTo>
                    <a:pt x="8835" y="3072"/>
                    <a:pt x="8978" y="3215"/>
                    <a:pt x="9169" y="3215"/>
                  </a:cubicBezTo>
                  <a:cubicBezTo>
                    <a:pt x="9336" y="3215"/>
                    <a:pt x="9502" y="3072"/>
                    <a:pt x="9502" y="2905"/>
                  </a:cubicBezTo>
                  <a:lnTo>
                    <a:pt x="9502" y="1619"/>
                  </a:lnTo>
                  <a:cubicBezTo>
                    <a:pt x="9502" y="1429"/>
                    <a:pt x="9336" y="1286"/>
                    <a:pt x="9169" y="1286"/>
                  </a:cubicBezTo>
                  <a:lnTo>
                    <a:pt x="1596" y="1286"/>
                  </a:lnTo>
                  <a:cubicBezTo>
                    <a:pt x="1429" y="1286"/>
                    <a:pt x="1286" y="1429"/>
                    <a:pt x="1286" y="1619"/>
                  </a:cubicBezTo>
                  <a:lnTo>
                    <a:pt x="1286" y="2572"/>
                  </a:lnTo>
                  <a:lnTo>
                    <a:pt x="643" y="2572"/>
                  </a:lnTo>
                  <a:lnTo>
                    <a:pt x="643" y="667"/>
                  </a:lnTo>
                  <a:lnTo>
                    <a:pt x="4763" y="667"/>
                  </a:lnTo>
                  <a:cubicBezTo>
                    <a:pt x="4930" y="667"/>
                    <a:pt x="5097" y="524"/>
                    <a:pt x="5097" y="333"/>
                  </a:cubicBezTo>
                  <a:cubicBezTo>
                    <a:pt x="5097" y="167"/>
                    <a:pt x="4930" y="0"/>
                    <a:pt x="476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4" name="Google Shape;24524;p147"/>
            <p:cNvSpPr/>
            <p:nvPr/>
          </p:nvSpPr>
          <p:spPr>
            <a:xfrm>
              <a:off x="1948830" y="1971160"/>
              <a:ext cx="133335" cy="122528"/>
            </a:xfrm>
            <a:custGeom>
              <a:avLst/>
              <a:gdLst/>
              <a:ahLst/>
              <a:cxnLst/>
              <a:rect l="l" t="t" r="r" b="b"/>
              <a:pathLst>
                <a:path w="4121" h="3787" extrusionOk="0">
                  <a:moveTo>
                    <a:pt x="0" y="0"/>
                  </a:moveTo>
                  <a:lnTo>
                    <a:pt x="0" y="1882"/>
                  </a:lnTo>
                  <a:lnTo>
                    <a:pt x="2215" y="1882"/>
                  </a:lnTo>
                  <a:lnTo>
                    <a:pt x="2215" y="3453"/>
                  </a:lnTo>
                  <a:cubicBezTo>
                    <a:pt x="2215" y="3620"/>
                    <a:pt x="2358" y="3787"/>
                    <a:pt x="2525" y="3787"/>
                  </a:cubicBezTo>
                  <a:cubicBezTo>
                    <a:pt x="2715" y="3787"/>
                    <a:pt x="2858" y="3620"/>
                    <a:pt x="2858" y="3453"/>
                  </a:cubicBezTo>
                  <a:lnTo>
                    <a:pt x="2858" y="1548"/>
                  </a:lnTo>
                  <a:cubicBezTo>
                    <a:pt x="2858" y="1358"/>
                    <a:pt x="2715" y="1215"/>
                    <a:pt x="2525" y="1215"/>
                  </a:cubicBezTo>
                  <a:lnTo>
                    <a:pt x="310" y="1215"/>
                  </a:lnTo>
                  <a:lnTo>
                    <a:pt x="310" y="596"/>
                  </a:lnTo>
                  <a:lnTo>
                    <a:pt x="3453" y="596"/>
                  </a:lnTo>
                  <a:lnTo>
                    <a:pt x="3453" y="1548"/>
                  </a:lnTo>
                  <a:cubicBezTo>
                    <a:pt x="3453" y="1810"/>
                    <a:pt x="3596" y="1929"/>
                    <a:pt x="3787" y="1929"/>
                  </a:cubicBezTo>
                  <a:cubicBezTo>
                    <a:pt x="3954" y="1929"/>
                    <a:pt x="4120" y="1786"/>
                    <a:pt x="4120" y="1596"/>
                  </a:cubicBezTo>
                  <a:lnTo>
                    <a:pt x="4120" y="334"/>
                  </a:lnTo>
                  <a:cubicBezTo>
                    <a:pt x="4120" y="143"/>
                    <a:pt x="3954" y="0"/>
                    <a:pt x="3787"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5" name="Google Shape;24525;p147"/>
            <p:cNvSpPr/>
            <p:nvPr/>
          </p:nvSpPr>
          <p:spPr>
            <a:xfrm>
              <a:off x="1948054" y="1931850"/>
              <a:ext cx="173390" cy="346004"/>
            </a:xfrm>
            <a:custGeom>
              <a:avLst/>
              <a:gdLst/>
              <a:ahLst/>
              <a:cxnLst/>
              <a:rect l="l" t="t" r="r" b="b"/>
              <a:pathLst>
                <a:path w="5359" h="10694" extrusionOk="0">
                  <a:moveTo>
                    <a:pt x="4740" y="5240"/>
                  </a:moveTo>
                  <a:lnTo>
                    <a:pt x="4740" y="10074"/>
                  </a:lnTo>
                  <a:lnTo>
                    <a:pt x="2191" y="10074"/>
                  </a:lnTo>
                  <a:lnTo>
                    <a:pt x="2191" y="9455"/>
                  </a:lnTo>
                  <a:lnTo>
                    <a:pt x="3787" y="9455"/>
                  </a:lnTo>
                  <a:cubicBezTo>
                    <a:pt x="3954" y="9455"/>
                    <a:pt x="4097" y="9312"/>
                    <a:pt x="4097" y="9122"/>
                  </a:cubicBezTo>
                  <a:lnTo>
                    <a:pt x="4097" y="5240"/>
                  </a:lnTo>
                  <a:close/>
                  <a:moveTo>
                    <a:pt x="643" y="1"/>
                  </a:moveTo>
                  <a:cubicBezTo>
                    <a:pt x="477" y="1"/>
                    <a:pt x="334" y="144"/>
                    <a:pt x="334" y="310"/>
                  </a:cubicBezTo>
                  <a:cubicBezTo>
                    <a:pt x="334" y="501"/>
                    <a:pt x="477" y="644"/>
                    <a:pt x="643" y="644"/>
                  </a:cubicBezTo>
                  <a:lnTo>
                    <a:pt x="4763" y="644"/>
                  </a:lnTo>
                  <a:lnTo>
                    <a:pt x="4763" y="4645"/>
                  </a:lnTo>
                  <a:lnTo>
                    <a:pt x="4144" y="4645"/>
                  </a:lnTo>
                  <a:lnTo>
                    <a:pt x="4144" y="4097"/>
                  </a:lnTo>
                  <a:cubicBezTo>
                    <a:pt x="4144" y="3930"/>
                    <a:pt x="3978" y="3764"/>
                    <a:pt x="3811" y="3764"/>
                  </a:cubicBezTo>
                  <a:cubicBezTo>
                    <a:pt x="3620" y="3764"/>
                    <a:pt x="3477" y="3930"/>
                    <a:pt x="3477" y="4097"/>
                  </a:cubicBezTo>
                  <a:lnTo>
                    <a:pt x="3477" y="6502"/>
                  </a:lnTo>
                  <a:lnTo>
                    <a:pt x="2858" y="6502"/>
                  </a:lnTo>
                  <a:lnTo>
                    <a:pt x="2858" y="5978"/>
                  </a:lnTo>
                  <a:cubicBezTo>
                    <a:pt x="2858" y="5788"/>
                    <a:pt x="2715" y="5645"/>
                    <a:pt x="2525" y="5645"/>
                  </a:cubicBezTo>
                  <a:cubicBezTo>
                    <a:pt x="2358" y="5645"/>
                    <a:pt x="2191" y="5788"/>
                    <a:pt x="2191" y="5978"/>
                  </a:cubicBezTo>
                  <a:lnTo>
                    <a:pt x="2191" y="7550"/>
                  </a:lnTo>
                  <a:lnTo>
                    <a:pt x="0" y="7550"/>
                  </a:lnTo>
                  <a:lnTo>
                    <a:pt x="0" y="8169"/>
                  </a:lnTo>
                  <a:lnTo>
                    <a:pt x="2525" y="8169"/>
                  </a:lnTo>
                  <a:cubicBezTo>
                    <a:pt x="2715" y="8169"/>
                    <a:pt x="2858" y="8026"/>
                    <a:pt x="2858" y="7836"/>
                  </a:cubicBezTo>
                  <a:lnTo>
                    <a:pt x="2858" y="7145"/>
                  </a:lnTo>
                  <a:lnTo>
                    <a:pt x="3477" y="7145"/>
                  </a:lnTo>
                  <a:lnTo>
                    <a:pt x="3477" y="8836"/>
                  </a:lnTo>
                  <a:lnTo>
                    <a:pt x="0" y="8836"/>
                  </a:lnTo>
                  <a:lnTo>
                    <a:pt x="0" y="9455"/>
                  </a:lnTo>
                  <a:lnTo>
                    <a:pt x="1572" y="9455"/>
                  </a:lnTo>
                  <a:lnTo>
                    <a:pt x="1572" y="10074"/>
                  </a:lnTo>
                  <a:lnTo>
                    <a:pt x="0" y="10074"/>
                  </a:lnTo>
                  <a:lnTo>
                    <a:pt x="0" y="10693"/>
                  </a:lnTo>
                  <a:lnTo>
                    <a:pt x="5025" y="10693"/>
                  </a:lnTo>
                  <a:cubicBezTo>
                    <a:pt x="5216" y="10693"/>
                    <a:pt x="5359" y="10551"/>
                    <a:pt x="5359" y="10384"/>
                  </a:cubicBezTo>
                  <a:lnTo>
                    <a:pt x="5359" y="310"/>
                  </a:lnTo>
                  <a:cubicBezTo>
                    <a:pt x="5359" y="144"/>
                    <a:pt x="5216" y="1"/>
                    <a:pt x="5049" y="1"/>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26" name="Google Shape;24526;p147"/>
          <p:cNvGrpSpPr/>
          <p:nvPr/>
        </p:nvGrpSpPr>
        <p:grpSpPr>
          <a:xfrm>
            <a:off x="2529790" y="1779450"/>
            <a:ext cx="346745" cy="346776"/>
            <a:chOff x="2529790" y="1931850"/>
            <a:chExt cx="346745" cy="346776"/>
          </a:xfrm>
        </p:grpSpPr>
        <p:sp>
          <p:nvSpPr>
            <p:cNvPr id="24527" name="Google Shape;24527;p147"/>
            <p:cNvSpPr/>
            <p:nvPr/>
          </p:nvSpPr>
          <p:spPr>
            <a:xfrm>
              <a:off x="2587575" y="2114652"/>
              <a:ext cx="107904" cy="106189"/>
            </a:xfrm>
            <a:custGeom>
              <a:avLst/>
              <a:gdLst/>
              <a:ahLst/>
              <a:cxnLst/>
              <a:rect l="l" t="t" r="r" b="b"/>
              <a:pathLst>
                <a:path w="3335" h="3282" extrusionOk="0">
                  <a:moveTo>
                    <a:pt x="2989" y="1"/>
                  </a:moveTo>
                  <a:cubicBezTo>
                    <a:pt x="2906" y="1"/>
                    <a:pt x="2823" y="31"/>
                    <a:pt x="2763" y="90"/>
                  </a:cubicBezTo>
                  <a:lnTo>
                    <a:pt x="120" y="2734"/>
                  </a:lnTo>
                  <a:cubicBezTo>
                    <a:pt x="1" y="2853"/>
                    <a:pt x="1" y="3067"/>
                    <a:pt x="120" y="3186"/>
                  </a:cubicBezTo>
                  <a:cubicBezTo>
                    <a:pt x="167" y="3234"/>
                    <a:pt x="239" y="3281"/>
                    <a:pt x="310" y="3281"/>
                  </a:cubicBezTo>
                  <a:cubicBezTo>
                    <a:pt x="382" y="3281"/>
                    <a:pt x="477" y="3234"/>
                    <a:pt x="572" y="3186"/>
                  </a:cubicBezTo>
                  <a:lnTo>
                    <a:pt x="3215" y="543"/>
                  </a:lnTo>
                  <a:cubicBezTo>
                    <a:pt x="3335" y="400"/>
                    <a:pt x="3335" y="209"/>
                    <a:pt x="3215" y="90"/>
                  </a:cubicBezTo>
                  <a:cubicBezTo>
                    <a:pt x="3156" y="31"/>
                    <a:pt x="3073" y="1"/>
                    <a:pt x="2989"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8" name="Google Shape;24528;p147"/>
            <p:cNvSpPr/>
            <p:nvPr/>
          </p:nvSpPr>
          <p:spPr>
            <a:xfrm>
              <a:off x="2589872" y="2117564"/>
              <a:ext cx="104054" cy="103277"/>
            </a:xfrm>
            <a:custGeom>
              <a:avLst/>
              <a:gdLst/>
              <a:ahLst/>
              <a:cxnLst/>
              <a:rect l="l" t="t" r="r" b="b"/>
              <a:pathLst>
                <a:path w="3216" h="3192" extrusionOk="0">
                  <a:moveTo>
                    <a:pt x="3097" y="0"/>
                  </a:moveTo>
                  <a:lnTo>
                    <a:pt x="1" y="3096"/>
                  </a:lnTo>
                  <a:cubicBezTo>
                    <a:pt x="72" y="3144"/>
                    <a:pt x="168" y="3191"/>
                    <a:pt x="239" y="3191"/>
                  </a:cubicBezTo>
                  <a:cubicBezTo>
                    <a:pt x="334" y="3191"/>
                    <a:pt x="406" y="3144"/>
                    <a:pt x="453" y="3096"/>
                  </a:cubicBezTo>
                  <a:lnTo>
                    <a:pt x="3097" y="453"/>
                  </a:lnTo>
                  <a:cubicBezTo>
                    <a:pt x="3216" y="310"/>
                    <a:pt x="3216" y="119"/>
                    <a:pt x="3097"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9" name="Google Shape;24529;p147"/>
            <p:cNvSpPr/>
            <p:nvPr/>
          </p:nvSpPr>
          <p:spPr>
            <a:xfrm>
              <a:off x="2772482" y="2160595"/>
              <a:ext cx="64775" cy="30964"/>
            </a:xfrm>
            <a:custGeom>
              <a:avLst/>
              <a:gdLst/>
              <a:ahLst/>
              <a:cxnLst/>
              <a:rect l="l" t="t" r="r" b="b"/>
              <a:pathLst>
                <a:path w="2002" h="957" extrusionOk="0">
                  <a:moveTo>
                    <a:pt x="354" y="0"/>
                  </a:moveTo>
                  <a:cubicBezTo>
                    <a:pt x="202" y="0"/>
                    <a:pt x="46" y="92"/>
                    <a:pt x="25" y="242"/>
                  </a:cubicBezTo>
                  <a:cubicBezTo>
                    <a:pt x="1" y="432"/>
                    <a:pt x="96" y="599"/>
                    <a:pt x="263" y="623"/>
                  </a:cubicBezTo>
                  <a:lnTo>
                    <a:pt x="1573" y="956"/>
                  </a:lnTo>
                  <a:lnTo>
                    <a:pt x="1668" y="956"/>
                  </a:lnTo>
                  <a:cubicBezTo>
                    <a:pt x="1787" y="956"/>
                    <a:pt x="1930" y="861"/>
                    <a:pt x="1954" y="718"/>
                  </a:cubicBezTo>
                  <a:cubicBezTo>
                    <a:pt x="2001" y="528"/>
                    <a:pt x="1906" y="361"/>
                    <a:pt x="1716" y="337"/>
                  </a:cubicBezTo>
                  <a:lnTo>
                    <a:pt x="406" y="4"/>
                  </a:lnTo>
                  <a:cubicBezTo>
                    <a:pt x="389" y="1"/>
                    <a:pt x="372" y="0"/>
                    <a:pt x="354"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0" name="Google Shape;24530;p147"/>
            <p:cNvSpPr/>
            <p:nvPr/>
          </p:nvSpPr>
          <p:spPr>
            <a:xfrm>
              <a:off x="2758634" y="2175187"/>
              <a:ext cx="33164" cy="62607"/>
            </a:xfrm>
            <a:custGeom>
              <a:avLst/>
              <a:gdLst/>
              <a:ahLst/>
              <a:cxnLst/>
              <a:rect l="l" t="t" r="r" b="b"/>
              <a:pathLst>
                <a:path w="1025" h="1935" extrusionOk="0">
                  <a:moveTo>
                    <a:pt x="346" y="1"/>
                  </a:moveTo>
                  <a:cubicBezTo>
                    <a:pt x="327" y="1"/>
                    <a:pt x="307" y="2"/>
                    <a:pt x="286" y="5"/>
                  </a:cubicBezTo>
                  <a:cubicBezTo>
                    <a:pt x="96" y="53"/>
                    <a:pt x="0" y="220"/>
                    <a:pt x="48" y="386"/>
                  </a:cubicBezTo>
                  <a:lnTo>
                    <a:pt x="358" y="1696"/>
                  </a:lnTo>
                  <a:cubicBezTo>
                    <a:pt x="405" y="1839"/>
                    <a:pt x="524" y="1934"/>
                    <a:pt x="667" y="1934"/>
                  </a:cubicBezTo>
                  <a:lnTo>
                    <a:pt x="762" y="1934"/>
                  </a:lnTo>
                  <a:cubicBezTo>
                    <a:pt x="929" y="1887"/>
                    <a:pt x="1024" y="1720"/>
                    <a:pt x="1001" y="1553"/>
                  </a:cubicBezTo>
                  <a:lnTo>
                    <a:pt x="667" y="243"/>
                  </a:lnTo>
                  <a:cubicBezTo>
                    <a:pt x="604" y="76"/>
                    <a:pt x="487" y="1"/>
                    <a:pt x="346"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1" name="Google Shape;24531;p147"/>
            <p:cNvSpPr/>
            <p:nvPr/>
          </p:nvSpPr>
          <p:spPr>
            <a:xfrm>
              <a:off x="2615303" y="1970772"/>
              <a:ext cx="33164" cy="62833"/>
            </a:xfrm>
            <a:custGeom>
              <a:avLst/>
              <a:gdLst/>
              <a:ahLst/>
              <a:cxnLst/>
              <a:rect l="l" t="t" r="r" b="b"/>
              <a:pathLst>
                <a:path w="1025" h="1942" extrusionOk="0">
                  <a:moveTo>
                    <a:pt x="356" y="0"/>
                  </a:moveTo>
                  <a:cubicBezTo>
                    <a:pt x="327" y="0"/>
                    <a:pt x="295" y="4"/>
                    <a:pt x="263" y="12"/>
                  </a:cubicBezTo>
                  <a:cubicBezTo>
                    <a:pt x="96" y="60"/>
                    <a:pt x="1" y="227"/>
                    <a:pt x="25" y="393"/>
                  </a:cubicBezTo>
                  <a:lnTo>
                    <a:pt x="358" y="1703"/>
                  </a:lnTo>
                  <a:cubicBezTo>
                    <a:pt x="382" y="1846"/>
                    <a:pt x="501" y="1941"/>
                    <a:pt x="644" y="1941"/>
                  </a:cubicBezTo>
                  <a:lnTo>
                    <a:pt x="739" y="1941"/>
                  </a:lnTo>
                  <a:cubicBezTo>
                    <a:pt x="930" y="1870"/>
                    <a:pt x="1025" y="1727"/>
                    <a:pt x="977" y="1560"/>
                  </a:cubicBezTo>
                  <a:lnTo>
                    <a:pt x="644" y="251"/>
                  </a:lnTo>
                  <a:cubicBezTo>
                    <a:pt x="604" y="93"/>
                    <a:pt x="500" y="0"/>
                    <a:pt x="356"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2" name="Google Shape;24532;p147"/>
            <p:cNvSpPr/>
            <p:nvPr/>
          </p:nvSpPr>
          <p:spPr>
            <a:xfrm>
              <a:off x="2568324" y="2018042"/>
              <a:ext cx="63966" cy="30964"/>
            </a:xfrm>
            <a:custGeom>
              <a:avLst/>
              <a:gdLst/>
              <a:ahLst/>
              <a:cxnLst/>
              <a:rect l="l" t="t" r="r" b="b"/>
              <a:pathLst>
                <a:path w="1977" h="957" extrusionOk="0">
                  <a:moveTo>
                    <a:pt x="353" y="0"/>
                  </a:moveTo>
                  <a:cubicBezTo>
                    <a:pt x="201" y="0"/>
                    <a:pt x="45" y="93"/>
                    <a:pt x="24" y="242"/>
                  </a:cubicBezTo>
                  <a:cubicBezTo>
                    <a:pt x="0" y="433"/>
                    <a:pt x="72" y="599"/>
                    <a:pt x="262" y="623"/>
                  </a:cubicBezTo>
                  <a:lnTo>
                    <a:pt x="1572" y="957"/>
                  </a:lnTo>
                  <a:lnTo>
                    <a:pt x="1667" y="957"/>
                  </a:lnTo>
                  <a:cubicBezTo>
                    <a:pt x="1786" y="957"/>
                    <a:pt x="1929" y="838"/>
                    <a:pt x="1953" y="718"/>
                  </a:cubicBezTo>
                  <a:cubicBezTo>
                    <a:pt x="1977" y="528"/>
                    <a:pt x="1905" y="361"/>
                    <a:pt x="1715" y="337"/>
                  </a:cubicBezTo>
                  <a:lnTo>
                    <a:pt x="405" y="4"/>
                  </a:lnTo>
                  <a:cubicBezTo>
                    <a:pt x="388" y="2"/>
                    <a:pt x="371" y="0"/>
                    <a:pt x="3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3" name="Google Shape;24533;p147"/>
            <p:cNvSpPr/>
            <p:nvPr/>
          </p:nvSpPr>
          <p:spPr>
            <a:xfrm>
              <a:off x="2717802" y="2062918"/>
              <a:ext cx="114051" cy="44650"/>
            </a:xfrm>
            <a:custGeom>
              <a:avLst/>
              <a:gdLst/>
              <a:ahLst/>
              <a:cxnLst/>
              <a:rect l="l" t="t" r="r" b="b"/>
              <a:pathLst>
                <a:path w="3525" h="1380" extrusionOk="0">
                  <a:moveTo>
                    <a:pt x="3196" y="1"/>
                  </a:moveTo>
                  <a:cubicBezTo>
                    <a:pt x="3164" y="1"/>
                    <a:pt x="3130" y="7"/>
                    <a:pt x="3096" y="22"/>
                  </a:cubicBezTo>
                  <a:lnTo>
                    <a:pt x="262" y="760"/>
                  </a:lnTo>
                  <a:cubicBezTo>
                    <a:pt x="119" y="832"/>
                    <a:pt x="0" y="975"/>
                    <a:pt x="48" y="1141"/>
                  </a:cubicBezTo>
                  <a:cubicBezTo>
                    <a:pt x="72" y="1308"/>
                    <a:pt x="191" y="1380"/>
                    <a:pt x="357" y="1380"/>
                  </a:cubicBezTo>
                  <a:cubicBezTo>
                    <a:pt x="381" y="1380"/>
                    <a:pt x="405" y="1380"/>
                    <a:pt x="429" y="1356"/>
                  </a:cubicBezTo>
                  <a:lnTo>
                    <a:pt x="3263" y="617"/>
                  </a:lnTo>
                  <a:cubicBezTo>
                    <a:pt x="3406" y="546"/>
                    <a:pt x="3525" y="403"/>
                    <a:pt x="3477" y="213"/>
                  </a:cubicBezTo>
                  <a:cubicBezTo>
                    <a:pt x="3420" y="99"/>
                    <a:pt x="3319" y="1"/>
                    <a:pt x="3196"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4" name="Google Shape;24534;p147"/>
            <p:cNvSpPr/>
            <p:nvPr/>
          </p:nvSpPr>
          <p:spPr>
            <a:xfrm>
              <a:off x="2573695" y="2101452"/>
              <a:ext cx="114860" cy="44650"/>
            </a:xfrm>
            <a:custGeom>
              <a:avLst/>
              <a:gdLst/>
              <a:ahLst/>
              <a:cxnLst/>
              <a:rect l="l" t="t" r="r" b="b"/>
              <a:pathLst>
                <a:path w="3550" h="1380" extrusionOk="0">
                  <a:moveTo>
                    <a:pt x="3208" y="0"/>
                  </a:moveTo>
                  <a:cubicBezTo>
                    <a:pt x="3173" y="0"/>
                    <a:pt x="3136" y="7"/>
                    <a:pt x="3097" y="22"/>
                  </a:cubicBezTo>
                  <a:lnTo>
                    <a:pt x="287" y="760"/>
                  </a:lnTo>
                  <a:cubicBezTo>
                    <a:pt x="120" y="832"/>
                    <a:pt x="1" y="974"/>
                    <a:pt x="72" y="1141"/>
                  </a:cubicBezTo>
                  <a:cubicBezTo>
                    <a:pt x="96" y="1308"/>
                    <a:pt x="215" y="1379"/>
                    <a:pt x="358" y="1379"/>
                  </a:cubicBezTo>
                  <a:cubicBezTo>
                    <a:pt x="406" y="1379"/>
                    <a:pt x="430" y="1379"/>
                    <a:pt x="453" y="1355"/>
                  </a:cubicBezTo>
                  <a:lnTo>
                    <a:pt x="3287" y="617"/>
                  </a:lnTo>
                  <a:cubicBezTo>
                    <a:pt x="3430" y="546"/>
                    <a:pt x="3549" y="403"/>
                    <a:pt x="3502" y="212"/>
                  </a:cubicBezTo>
                  <a:cubicBezTo>
                    <a:pt x="3445" y="99"/>
                    <a:pt x="3343" y="0"/>
                    <a:pt x="3208"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5" name="Google Shape;24535;p147"/>
            <p:cNvSpPr/>
            <p:nvPr/>
          </p:nvSpPr>
          <p:spPr>
            <a:xfrm>
              <a:off x="2698519" y="1978084"/>
              <a:ext cx="47044" cy="111754"/>
            </a:xfrm>
            <a:custGeom>
              <a:avLst/>
              <a:gdLst/>
              <a:ahLst/>
              <a:cxnLst/>
              <a:rect l="l" t="t" r="r" b="b"/>
              <a:pathLst>
                <a:path w="1454" h="3454" extrusionOk="0">
                  <a:moveTo>
                    <a:pt x="1070" y="1"/>
                  </a:moveTo>
                  <a:cubicBezTo>
                    <a:pt x="940" y="1"/>
                    <a:pt x="842" y="91"/>
                    <a:pt x="787" y="239"/>
                  </a:cubicBezTo>
                  <a:lnTo>
                    <a:pt x="48" y="3049"/>
                  </a:lnTo>
                  <a:cubicBezTo>
                    <a:pt x="1" y="3239"/>
                    <a:pt x="72" y="3382"/>
                    <a:pt x="263" y="3454"/>
                  </a:cubicBezTo>
                  <a:lnTo>
                    <a:pt x="358" y="3454"/>
                  </a:lnTo>
                  <a:cubicBezTo>
                    <a:pt x="501" y="3454"/>
                    <a:pt x="620" y="3335"/>
                    <a:pt x="644" y="3239"/>
                  </a:cubicBezTo>
                  <a:lnTo>
                    <a:pt x="1382" y="406"/>
                  </a:lnTo>
                  <a:cubicBezTo>
                    <a:pt x="1453" y="239"/>
                    <a:pt x="1358" y="72"/>
                    <a:pt x="1192" y="25"/>
                  </a:cubicBezTo>
                  <a:cubicBezTo>
                    <a:pt x="1149" y="8"/>
                    <a:pt x="1108" y="1"/>
                    <a:pt x="1070"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6" name="Google Shape;24536;p147"/>
            <p:cNvSpPr/>
            <p:nvPr/>
          </p:nvSpPr>
          <p:spPr>
            <a:xfrm>
              <a:off x="2660017" y="2121705"/>
              <a:ext cx="47012" cy="111463"/>
            </a:xfrm>
            <a:custGeom>
              <a:avLst/>
              <a:gdLst/>
              <a:ahLst/>
              <a:cxnLst/>
              <a:rect l="l" t="t" r="r" b="b"/>
              <a:pathLst>
                <a:path w="1453" h="3445" extrusionOk="0">
                  <a:moveTo>
                    <a:pt x="1082" y="1"/>
                  </a:moveTo>
                  <a:cubicBezTo>
                    <a:pt x="946" y="1"/>
                    <a:pt x="843" y="77"/>
                    <a:pt x="786" y="229"/>
                  </a:cubicBezTo>
                  <a:lnTo>
                    <a:pt x="48" y="3063"/>
                  </a:lnTo>
                  <a:cubicBezTo>
                    <a:pt x="0" y="3230"/>
                    <a:pt x="72" y="3373"/>
                    <a:pt x="262" y="3444"/>
                  </a:cubicBezTo>
                  <a:lnTo>
                    <a:pt x="357" y="3444"/>
                  </a:lnTo>
                  <a:cubicBezTo>
                    <a:pt x="500" y="3444"/>
                    <a:pt x="619" y="3349"/>
                    <a:pt x="643" y="3230"/>
                  </a:cubicBezTo>
                  <a:lnTo>
                    <a:pt x="1381" y="396"/>
                  </a:lnTo>
                  <a:cubicBezTo>
                    <a:pt x="1453" y="229"/>
                    <a:pt x="1357" y="86"/>
                    <a:pt x="1191" y="15"/>
                  </a:cubicBezTo>
                  <a:cubicBezTo>
                    <a:pt x="1153" y="5"/>
                    <a:pt x="1116" y="1"/>
                    <a:pt x="1082"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7" name="Google Shape;24537;p147"/>
            <p:cNvSpPr/>
            <p:nvPr/>
          </p:nvSpPr>
          <p:spPr>
            <a:xfrm>
              <a:off x="2711623" y="2114652"/>
              <a:ext cx="50118" cy="48403"/>
            </a:xfrm>
            <a:custGeom>
              <a:avLst/>
              <a:gdLst/>
              <a:ahLst/>
              <a:cxnLst/>
              <a:rect l="l" t="t" r="r" b="b"/>
              <a:pathLst>
                <a:path w="1549" h="1496" extrusionOk="0">
                  <a:moveTo>
                    <a:pt x="346" y="1"/>
                  </a:moveTo>
                  <a:cubicBezTo>
                    <a:pt x="263" y="1"/>
                    <a:pt x="179" y="31"/>
                    <a:pt x="120" y="90"/>
                  </a:cubicBezTo>
                  <a:cubicBezTo>
                    <a:pt x="1" y="209"/>
                    <a:pt x="1" y="400"/>
                    <a:pt x="120" y="543"/>
                  </a:cubicBezTo>
                  <a:lnTo>
                    <a:pt x="977" y="1400"/>
                  </a:lnTo>
                  <a:cubicBezTo>
                    <a:pt x="1048" y="1448"/>
                    <a:pt x="1096" y="1495"/>
                    <a:pt x="1191" y="1495"/>
                  </a:cubicBezTo>
                  <a:cubicBezTo>
                    <a:pt x="1239" y="1495"/>
                    <a:pt x="1334" y="1448"/>
                    <a:pt x="1430" y="1400"/>
                  </a:cubicBezTo>
                  <a:cubicBezTo>
                    <a:pt x="1549" y="1281"/>
                    <a:pt x="1549" y="1066"/>
                    <a:pt x="1430" y="947"/>
                  </a:cubicBezTo>
                  <a:lnTo>
                    <a:pt x="572" y="90"/>
                  </a:lnTo>
                  <a:cubicBezTo>
                    <a:pt x="513" y="31"/>
                    <a:pt x="429" y="1"/>
                    <a:pt x="346"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8" name="Google Shape;24538;p147"/>
            <p:cNvSpPr/>
            <p:nvPr/>
          </p:nvSpPr>
          <p:spPr>
            <a:xfrm>
              <a:off x="2645360" y="2047614"/>
              <a:ext cx="50118" cy="48403"/>
            </a:xfrm>
            <a:custGeom>
              <a:avLst/>
              <a:gdLst/>
              <a:ahLst/>
              <a:cxnLst/>
              <a:rect l="l" t="t" r="r" b="b"/>
              <a:pathLst>
                <a:path w="1549" h="1496" extrusionOk="0">
                  <a:moveTo>
                    <a:pt x="346" y="1"/>
                  </a:moveTo>
                  <a:cubicBezTo>
                    <a:pt x="263" y="1"/>
                    <a:pt x="179" y="31"/>
                    <a:pt x="120" y="90"/>
                  </a:cubicBezTo>
                  <a:cubicBezTo>
                    <a:pt x="1" y="233"/>
                    <a:pt x="1" y="424"/>
                    <a:pt x="120" y="543"/>
                  </a:cubicBezTo>
                  <a:lnTo>
                    <a:pt x="977" y="1424"/>
                  </a:lnTo>
                  <a:cubicBezTo>
                    <a:pt x="1048" y="1471"/>
                    <a:pt x="1096" y="1495"/>
                    <a:pt x="1191" y="1495"/>
                  </a:cubicBezTo>
                  <a:cubicBezTo>
                    <a:pt x="1287" y="1495"/>
                    <a:pt x="1334" y="1471"/>
                    <a:pt x="1429" y="1424"/>
                  </a:cubicBezTo>
                  <a:cubicBezTo>
                    <a:pt x="1549" y="1281"/>
                    <a:pt x="1549" y="1090"/>
                    <a:pt x="1429" y="971"/>
                  </a:cubicBezTo>
                  <a:lnTo>
                    <a:pt x="572" y="90"/>
                  </a:lnTo>
                  <a:cubicBezTo>
                    <a:pt x="513" y="31"/>
                    <a:pt x="429" y="1"/>
                    <a:pt x="346"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9" name="Google Shape;24539;p147"/>
            <p:cNvSpPr/>
            <p:nvPr/>
          </p:nvSpPr>
          <p:spPr>
            <a:xfrm>
              <a:off x="2711623" y="1989829"/>
              <a:ext cx="107904" cy="106189"/>
            </a:xfrm>
            <a:custGeom>
              <a:avLst/>
              <a:gdLst/>
              <a:ahLst/>
              <a:cxnLst/>
              <a:rect l="l" t="t" r="r" b="b"/>
              <a:pathLst>
                <a:path w="3335" h="3282" extrusionOk="0">
                  <a:moveTo>
                    <a:pt x="2989" y="1"/>
                  </a:moveTo>
                  <a:cubicBezTo>
                    <a:pt x="2906" y="1"/>
                    <a:pt x="2823" y="31"/>
                    <a:pt x="2763" y="90"/>
                  </a:cubicBezTo>
                  <a:lnTo>
                    <a:pt x="120" y="2757"/>
                  </a:lnTo>
                  <a:cubicBezTo>
                    <a:pt x="1" y="2876"/>
                    <a:pt x="1" y="3067"/>
                    <a:pt x="120" y="3210"/>
                  </a:cubicBezTo>
                  <a:cubicBezTo>
                    <a:pt x="191" y="3257"/>
                    <a:pt x="239" y="3281"/>
                    <a:pt x="334" y="3281"/>
                  </a:cubicBezTo>
                  <a:cubicBezTo>
                    <a:pt x="382" y="3281"/>
                    <a:pt x="477" y="3257"/>
                    <a:pt x="572" y="3210"/>
                  </a:cubicBezTo>
                  <a:lnTo>
                    <a:pt x="3216" y="543"/>
                  </a:lnTo>
                  <a:cubicBezTo>
                    <a:pt x="3335" y="424"/>
                    <a:pt x="3335" y="233"/>
                    <a:pt x="3216" y="90"/>
                  </a:cubicBezTo>
                  <a:cubicBezTo>
                    <a:pt x="3156" y="31"/>
                    <a:pt x="3073" y="1"/>
                    <a:pt x="2989"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0" name="Google Shape;24540;p147"/>
            <p:cNvSpPr/>
            <p:nvPr/>
          </p:nvSpPr>
          <p:spPr>
            <a:xfrm>
              <a:off x="2714696" y="1992741"/>
              <a:ext cx="104054" cy="103277"/>
            </a:xfrm>
            <a:custGeom>
              <a:avLst/>
              <a:gdLst/>
              <a:ahLst/>
              <a:cxnLst/>
              <a:rect l="l" t="t" r="r" b="b"/>
              <a:pathLst>
                <a:path w="3216" h="3192" extrusionOk="0">
                  <a:moveTo>
                    <a:pt x="3097" y="0"/>
                  </a:moveTo>
                  <a:lnTo>
                    <a:pt x="1" y="3120"/>
                  </a:lnTo>
                  <a:cubicBezTo>
                    <a:pt x="49" y="3167"/>
                    <a:pt x="144" y="3191"/>
                    <a:pt x="239" y="3191"/>
                  </a:cubicBezTo>
                  <a:cubicBezTo>
                    <a:pt x="334" y="3191"/>
                    <a:pt x="382" y="3167"/>
                    <a:pt x="453" y="3120"/>
                  </a:cubicBezTo>
                  <a:lnTo>
                    <a:pt x="3097" y="453"/>
                  </a:lnTo>
                  <a:cubicBezTo>
                    <a:pt x="3216" y="334"/>
                    <a:pt x="3216" y="143"/>
                    <a:pt x="3097"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1" name="Google Shape;24541;p147"/>
            <p:cNvSpPr/>
            <p:nvPr/>
          </p:nvSpPr>
          <p:spPr>
            <a:xfrm>
              <a:off x="2530566" y="2111643"/>
              <a:ext cx="65519" cy="60633"/>
            </a:xfrm>
            <a:custGeom>
              <a:avLst/>
              <a:gdLst/>
              <a:ahLst/>
              <a:cxnLst/>
              <a:rect l="l" t="t" r="r" b="b"/>
              <a:pathLst>
                <a:path w="2025" h="1874" extrusionOk="0">
                  <a:moveTo>
                    <a:pt x="1084" y="0"/>
                  </a:moveTo>
                  <a:cubicBezTo>
                    <a:pt x="992" y="0"/>
                    <a:pt x="899" y="13"/>
                    <a:pt x="810" y="40"/>
                  </a:cubicBezTo>
                  <a:cubicBezTo>
                    <a:pt x="334" y="183"/>
                    <a:pt x="0" y="683"/>
                    <a:pt x="143" y="1183"/>
                  </a:cubicBezTo>
                  <a:cubicBezTo>
                    <a:pt x="215" y="1421"/>
                    <a:pt x="381" y="1636"/>
                    <a:pt x="596" y="1755"/>
                  </a:cubicBezTo>
                  <a:cubicBezTo>
                    <a:pt x="738" y="1850"/>
                    <a:pt x="929" y="1874"/>
                    <a:pt x="1072" y="1874"/>
                  </a:cubicBezTo>
                  <a:cubicBezTo>
                    <a:pt x="1167" y="1874"/>
                    <a:pt x="1262" y="1874"/>
                    <a:pt x="1310" y="1850"/>
                  </a:cubicBezTo>
                  <a:cubicBezTo>
                    <a:pt x="1548" y="1779"/>
                    <a:pt x="1763" y="1612"/>
                    <a:pt x="1882" y="1398"/>
                  </a:cubicBezTo>
                  <a:cubicBezTo>
                    <a:pt x="2001" y="1183"/>
                    <a:pt x="2024" y="921"/>
                    <a:pt x="1953" y="683"/>
                  </a:cubicBezTo>
                  <a:cubicBezTo>
                    <a:pt x="1905" y="445"/>
                    <a:pt x="1715" y="231"/>
                    <a:pt x="1524" y="112"/>
                  </a:cubicBezTo>
                  <a:cubicBezTo>
                    <a:pt x="1390" y="37"/>
                    <a:pt x="1238" y="0"/>
                    <a:pt x="1084"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2" name="Google Shape;24542;p147"/>
            <p:cNvSpPr/>
            <p:nvPr/>
          </p:nvSpPr>
          <p:spPr>
            <a:xfrm>
              <a:off x="2665388" y="2067480"/>
              <a:ext cx="75549" cy="74772"/>
            </a:xfrm>
            <a:custGeom>
              <a:avLst/>
              <a:gdLst/>
              <a:ahLst/>
              <a:cxnLst/>
              <a:rect l="l" t="t" r="r" b="b"/>
              <a:pathLst>
                <a:path w="2335" h="2311" extrusionOk="0">
                  <a:moveTo>
                    <a:pt x="1168" y="0"/>
                  </a:moveTo>
                  <a:cubicBezTo>
                    <a:pt x="501" y="0"/>
                    <a:pt x="1" y="500"/>
                    <a:pt x="1" y="1167"/>
                  </a:cubicBezTo>
                  <a:cubicBezTo>
                    <a:pt x="1" y="1810"/>
                    <a:pt x="549" y="2310"/>
                    <a:pt x="1168" y="2310"/>
                  </a:cubicBezTo>
                  <a:cubicBezTo>
                    <a:pt x="1787" y="2310"/>
                    <a:pt x="2335" y="1810"/>
                    <a:pt x="2335" y="1167"/>
                  </a:cubicBezTo>
                  <a:cubicBezTo>
                    <a:pt x="2335" y="500"/>
                    <a:pt x="1787" y="0"/>
                    <a:pt x="1168" y="0"/>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3" name="Google Shape;24543;p147"/>
            <p:cNvSpPr/>
            <p:nvPr/>
          </p:nvSpPr>
          <p:spPr>
            <a:xfrm>
              <a:off x="2676938" y="2079030"/>
              <a:ext cx="63998" cy="63222"/>
            </a:xfrm>
            <a:custGeom>
              <a:avLst/>
              <a:gdLst/>
              <a:ahLst/>
              <a:cxnLst/>
              <a:rect l="l" t="t" r="r" b="b"/>
              <a:pathLst>
                <a:path w="1978" h="1954" extrusionOk="0">
                  <a:moveTo>
                    <a:pt x="1644" y="0"/>
                  </a:moveTo>
                  <a:lnTo>
                    <a:pt x="1" y="1644"/>
                  </a:lnTo>
                  <a:cubicBezTo>
                    <a:pt x="192" y="1810"/>
                    <a:pt x="477" y="1953"/>
                    <a:pt x="811" y="1953"/>
                  </a:cubicBezTo>
                  <a:cubicBezTo>
                    <a:pt x="1430" y="1953"/>
                    <a:pt x="1978" y="1453"/>
                    <a:pt x="1978" y="810"/>
                  </a:cubicBezTo>
                  <a:cubicBezTo>
                    <a:pt x="1978" y="477"/>
                    <a:pt x="1859" y="215"/>
                    <a:pt x="1644" y="0"/>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4" name="Google Shape;24544;p147"/>
            <p:cNvSpPr/>
            <p:nvPr/>
          </p:nvSpPr>
          <p:spPr>
            <a:xfrm>
              <a:off x="2733980" y="2136038"/>
              <a:ext cx="61669" cy="61669"/>
            </a:xfrm>
            <a:custGeom>
              <a:avLst/>
              <a:gdLst/>
              <a:ahLst/>
              <a:cxnLst/>
              <a:rect l="l" t="t" r="r" b="b"/>
              <a:pathLst>
                <a:path w="1906" h="1906" extrusionOk="0">
                  <a:moveTo>
                    <a:pt x="953" y="1"/>
                  </a:moveTo>
                  <a:cubicBezTo>
                    <a:pt x="405" y="1"/>
                    <a:pt x="0" y="405"/>
                    <a:pt x="0" y="953"/>
                  </a:cubicBezTo>
                  <a:cubicBezTo>
                    <a:pt x="0" y="1477"/>
                    <a:pt x="453" y="1906"/>
                    <a:pt x="953" y="1906"/>
                  </a:cubicBezTo>
                  <a:cubicBezTo>
                    <a:pt x="1453" y="1906"/>
                    <a:pt x="1905" y="1477"/>
                    <a:pt x="1905" y="953"/>
                  </a:cubicBezTo>
                  <a:cubicBezTo>
                    <a:pt x="1905" y="405"/>
                    <a:pt x="1453" y="1"/>
                    <a:pt x="953"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5" name="Google Shape;24545;p147"/>
            <p:cNvSpPr/>
            <p:nvPr/>
          </p:nvSpPr>
          <p:spPr>
            <a:xfrm>
              <a:off x="2553667" y="2195376"/>
              <a:ext cx="59371" cy="60116"/>
            </a:xfrm>
            <a:custGeom>
              <a:avLst/>
              <a:gdLst/>
              <a:ahLst/>
              <a:cxnLst/>
              <a:rect l="l" t="t" r="r" b="b"/>
              <a:pathLst>
                <a:path w="1835" h="1858" extrusionOk="0">
                  <a:moveTo>
                    <a:pt x="929" y="0"/>
                  </a:moveTo>
                  <a:cubicBezTo>
                    <a:pt x="691" y="0"/>
                    <a:pt x="453" y="96"/>
                    <a:pt x="263" y="262"/>
                  </a:cubicBezTo>
                  <a:cubicBezTo>
                    <a:pt x="96" y="453"/>
                    <a:pt x="1" y="691"/>
                    <a:pt x="1" y="929"/>
                  </a:cubicBezTo>
                  <a:cubicBezTo>
                    <a:pt x="1" y="1167"/>
                    <a:pt x="96" y="1405"/>
                    <a:pt x="263" y="1572"/>
                  </a:cubicBezTo>
                  <a:cubicBezTo>
                    <a:pt x="453" y="1763"/>
                    <a:pt x="691" y="1858"/>
                    <a:pt x="929" y="1858"/>
                  </a:cubicBezTo>
                  <a:cubicBezTo>
                    <a:pt x="1168" y="1858"/>
                    <a:pt x="1406" y="1763"/>
                    <a:pt x="1572" y="1572"/>
                  </a:cubicBezTo>
                  <a:cubicBezTo>
                    <a:pt x="1763" y="1405"/>
                    <a:pt x="1834" y="1167"/>
                    <a:pt x="1834" y="929"/>
                  </a:cubicBezTo>
                  <a:cubicBezTo>
                    <a:pt x="1834" y="691"/>
                    <a:pt x="1763" y="453"/>
                    <a:pt x="1572" y="262"/>
                  </a:cubicBezTo>
                  <a:cubicBezTo>
                    <a:pt x="1406" y="96"/>
                    <a:pt x="1168" y="0"/>
                    <a:pt x="929" y="0"/>
                  </a:cubicBezTo>
                  <a:close/>
                </a:path>
              </a:pathLst>
            </a:custGeom>
            <a:solidFill>
              <a:srgbClr val="E8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6" name="Google Shape;24546;p147"/>
            <p:cNvSpPr/>
            <p:nvPr/>
          </p:nvSpPr>
          <p:spPr>
            <a:xfrm>
              <a:off x="2561368" y="2203853"/>
              <a:ext cx="51671" cy="51639"/>
            </a:xfrm>
            <a:custGeom>
              <a:avLst/>
              <a:gdLst/>
              <a:ahLst/>
              <a:cxnLst/>
              <a:rect l="l" t="t" r="r" b="b"/>
              <a:pathLst>
                <a:path w="1597" h="1596" extrusionOk="0">
                  <a:moveTo>
                    <a:pt x="1334" y="0"/>
                  </a:moveTo>
                  <a:lnTo>
                    <a:pt x="1" y="1358"/>
                  </a:lnTo>
                  <a:cubicBezTo>
                    <a:pt x="191" y="1501"/>
                    <a:pt x="429" y="1596"/>
                    <a:pt x="691" y="1596"/>
                  </a:cubicBezTo>
                  <a:cubicBezTo>
                    <a:pt x="930" y="1596"/>
                    <a:pt x="1168" y="1501"/>
                    <a:pt x="1334" y="1310"/>
                  </a:cubicBezTo>
                  <a:cubicBezTo>
                    <a:pt x="1525" y="1143"/>
                    <a:pt x="1596" y="905"/>
                    <a:pt x="1596" y="667"/>
                  </a:cubicBezTo>
                  <a:cubicBezTo>
                    <a:pt x="1596" y="429"/>
                    <a:pt x="1525" y="191"/>
                    <a:pt x="1334" y="0"/>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7" name="Google Shape;24547;p147"/>
            <p:cNvSpPr/>
            <p:nvPr/>
          </p:nvSpPr>
          <p:spPr>
            <a:xfrm>
              <a:off x="2635363" y="2211780"/>
              <a:ext cx="62413" cy="60666"/>
            </a:xfrm>
            <a:custGeom>
              <a:avLst/>
              <a:gdLst/>
              <a:ahLst/>
              <a:cxnLst/>
              <a:rect l="l" t="t" r="r" b="b"/>
              <a:pathLst>
                <a:path w="1929" h="1875" extrusionOk="0">
                  <a:moveTo>
                    <a:pt x="952" y="1"/>
                  </a:moveTo>
                  <a:cubicBezTo>
                    <a:pt x="799" y="1"/>
                    <a:pt x="643" y="38"/>
                    <a:pt x="524" y="113"/>
                  </a:cubicBezTo>
                  <a:cubicBezTo>
                    <a:pt x="286" y="232"/>
                    <a:pt x="119" y="446"/>
                    <a:pt x="71" y="684"/>
                  </a:cubicBezTo>
                  <a:cubicBezTo>
                    <a:pt x="0" y="922"/>
                    <a:pt x="48" y="1184"/>
                    <a:pt x="167" y="1399"/>
                  </a:cubicBezTo>
                  <a:cubicBezTo>
                    <a:pt x="286" y="1637"/>
                    <a:pt x="476" y="1780"/>
                    <a:pt x="714" y="1851"/>
                  </a:cubicBezTo>
                  <a:cubicBezTo>
                    <a:pt x="810" y="1875"/>
                    <a:pt x="881" y="1875"/>
                    <a:pt x="953" y="1875"/>
                  </a:cubicBezTo>
                  <a:cubicBezTo>
                    <a:pt x="1381" y="1875"/>
                    <a:pt x="1738" y="1613"/>
                    <a:pt x="1881" y="1184"/>
                  </a:cubicBezTo>
                  <a:cubicBezTo>
                    <a:pt x="1929" y="946"/>
                    <a:pt x="1905" y="684"/>
                    <a:pt x="1786" y="470"/>
                  </a:cubicBezTo>
                  <a:cubicBezTo>
                    <a:pt x="1667" y="232"/>
                    <a:pt x="1477" y="89"/>
                    <a:pt x="1215" y="41"/>
                  </a:cubicBezTo>
                  <a:cubicBezTo>
                    <a:pt x="1134" y="14"/>
                    <a:pt x="1044" y="1"/>
                    <a:pt x="95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8" name="Google Shape;24548;p147"/>
            <p:cNvSpPr/>
            <p:nvPr/>
          </p:nvSpPr>
          <p:spPr>
            <a:xfrm>
              <a:off x="2754007" y="2216957"/>
              <a:ext cx="61669" cy="61669"/>
            </a:xfrm>
            <a:custGeom>
              <a:avLst/>
              <a:gdLst/>
              <a:ahLst/>
              <a:cxnLst/>
              <a:rect l="l" t="t" r="r" b="b"/>
              <a:pathLst>
                <a:path w="1906" h="1906" extrusionOk="0">
                  <a:moveTo>
                    <a:pt x="953" y="0"/>
                  </a:moveTo>
                  <a:cubicBezTo>
                    <a:pt x="429" y="0"/>
                    <a:pt x="0" y="405"/>
                    <a:pt x="0" y="953"/>
                  </a:cubicBezTo>
                  <a:cubicBezTo>
                    <a:pt x="0" y="1477"/>
                    <a:pt x="453" y="1905"/>
                    <a:pt x="953" y="1905"/>
                  </a:cubicBezTo>
                  <a:cubicBezTo>
                    <a:pt x="1453" y="1905"/>
                    <a:pt x="1906" y="1477"/>
                    <a:pt x="1906" y="953"/>
                  </a:cubicBezTo>
                  <a:cubicBezTo>
                    <a:pt x="1906" y="405"/>
                    <a:pt x="1453" y="0"/>
                    <a:pt x="953" y="0"/>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9" name="Google Shape;24549;p147"/>
            <p:cNvSpPr/>
            <p:nvPr/>
          </p:nvSpPr>
          <p:spPr>
            <a:xfrm>
              <a:off x="2814866" y="2156066"/>
              <a:ext cx="61669" cy="61669"/>
            </a:xfrm>
            <a:custGeom>
              <a:avLst/>
              <a:gdLst/>
              <a:ahLst/>
              <a:cxnLst/>
              <a:rect l="l" t="t" r="r" b="b"/>
              <a:pathLst>
                <a:path w="1906" h="1906" extrusionOk="0">
                  <a:moveTo>
                    <a:pt x="953" y="1"/>
                  </a:moveTo>
                  <a:cubicBezTo>
                    <a:pt x="406" y="1"/>
                    <a:pt x="1" y="406"/>
                    <a:pt x="1" y="953"/>
                  </a:cubicBezTo>
                  <a:cubicBezTo>
                    <a:pt x="1" y="1477"/>
                    <a:pt x="453" y="1906"/>
                    <a:pt x="953" y="1906"/>
                  </a:cubicBezTo>
                  <a:cubicBezTo>
                    <a:pt x="1453" y="1906"/>
                    <a:pt x="1906" y="1477"/>
                    <a:pt x="1906" y="953"/>
                  </a:cubicBezTo>
                  <a:cubicBezTo>
                    <a:pt x="1906" y="406"/>
                    <a:pt x="1477" y="1"/>
                    <a:pt x="953"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0" name="Google Shape;24550;p147"/>
            <p:cNvSpPr/>
            <p:nvPr/>
          </p:nvSpPr>
          <p:spPr>
            <a:xfrm>
              <a:off x="2807942" y="2038425"/>
              <a:ext cx="65519" cy="60666"/>
            </a:xfrm>
            <a:custGeom>
              <a:avLst/>
              <a:gdLst/>
              <a:ahLst/>
              <a:cxnLst/>
              <a:rect l="l" t="t" r="r" b="b"/>
              <a:pathLst>
                <a:path w="2025" h="1875" extrusionOk="0">
                  <a:moveTo>
                    <a:pt x="989" y="1"/>
                  </a:moveTo>
                  <a:cubicBezTo>
                    <a:pt x="897" y="1"/>
                    <a:pt x="804" y="14"/>
                    <a:pt x="715" y="41"/>
                  </a:cubicBezTo>
                  <a:cubicBezTo>
                    <a:pt x="477" y="88"/>
                    <a:pt x="262" y="279"/>
                    <a:pt x="143" y="470"/>
                  </a:cubicBezTo>
                  <a:cubicBezTo>
                    <a:pt x="24" y="684"/>
                    <a:pt x="0" y="946"/>
                    <a:pt x="48" y="1184"/>
                  </a:cubicBezTo>
                  <a:cubicBezTo>
                    <a:pt x="191" y="1613"/>
                    <a:pt x="572" y="1875"/>
                    <a:pt x="977" y="1875"/>
                  </a:cubicBezTo>
                  <a:cubicBezTo>
                    <a:pt x="1072" y="1875"/>
                    <a:pt x="1167" y="1851"/>
                    <a:pt x="1215" y="1851"/>
                  </a:cubicBezTo>
                  <a:cubicBezTo>
                    <a:pt x="1691" y="1708"/>
                    <a:pt x="2025" y="1184"/>
                    <a:pt x="1882" y="684"/>
                  </a:cubicBezTo>
                  <a:cubicBezTo>
                    <a:pt x="1810" y="446"/>
                    <a:pt x="1644" y="231"/>
                    <a:pt x="1429" y="112"/>
                  </a:cubicBezTo>
                  <a:cubicBezTo>
                    <a:pt x="1295" y="38"/>
                    <a:pt x="1143" y="1"/>
                    <a:pt x="989"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1" name="Google Shape;24551;p147"/>
            <p:cNvSpPr/>
            <p:nvPr/>
          </p:nvSpPr>
          <p:spPr>
            <a:xfrm>
              <a:off x="2792541" y="1956310"/>
              <a:ext cx="60892" cy="60342"/>
            </a:xfrm>
            <a:custGeom>
              <a:avLst/>
              <a:gdLst/>
              <a:ahLst/>
              <a:cxnLst/>
              <a:rect l="l" t="t" r="r" b="b"/>
              <a:pathLst>
                <a:path w="1882" h="1865" extrusionOk="0">
                  <a:moveTo>
                    <a:pt x="923" y="1"/>
                  </a:moveTo>
                  <a:cubicBezTo>
                    <a:pt x="679" y="1"/>
                    <a:pt x="441" y="90"/>
                    <a:pt x="262" y="269"/>
                  </a:cubicBezTo>
                  <a:cubicBezTo>
                    <a:pt x="95" y="459"/>
                    <a:pt x="0" y="698"/>
                    <a:pt x="0" y="936"/>
                  </a:cubicBezTo>
                  <a:cubicBezTo>
                    <a:pt x="0" y="1174"/>
                    <a:pt x="95" y="1412"/>
                    <a:pt x="262" y="1579"/>
                  </a:cubicBezTo>
                  <a:cubicBezTo>
                    <a:pt x="453" y="1769"/>
                    <a:pt x="691" y="1864"/>
                    <a:pt x="929" y="1864"/>
                  </a:cubicBezTo>
                  <a:cubicBezTo>
                    <a:pt x="1167" y="1864"/>
                    <a:pt x="1405" y="1745"/>
                    <a:pt x="1620" y="1579"/>
                  </a:cubicBezTo>
                  <a:cubicBezTo>
                    <a:pt x="1786" y="1412"/>
                    <a:pt x="1882" y="1174"/>
                    <a:pt x="1882" y="936"/>
                  </a:cubicBezTo>
                  <a:cubicBezTo>
                    <a:pt x="1882" y="698"/>
                    <a:pt x="1786" y="459"/>
                    <a:pt x="1620" y="269"/>
                  </a:cubicBezTo>
                  <a:cubicBezTo>
                    <a:pt x="1417" y="90"/>
                    <a:pt x="1167" y="1"/>
                    <a:pt x="923" y="1"/>
                  </a:cubicBezTo>
                  <a:close/>
                </a:path>
              </a:pathLst>
            </a:custGeom>
            <a:solidFill>
              <a:srgbClr val="E8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2" name="Google Shape;24552;p147"/>
            <p:cNvSpPr/>
            <p:nvPr/>
          </p:nvSpPr>
          <p:spPr>
            <a:xfrm>
              <a:off x="2800242" y="1964981"/>
              <a:ext cx="51639" cy="51671"/>
            </a:xfrm>
            <a:custGeom>
              <a:avLst/>
              <a:gdLst/>
              <a:ahLst/>
              <a:cxnLst/>
              <a:rect l="l" t="t" r="r" b="b"/>
              <a:pathLst>
                <a:path w="1596" h="1597" extrusionOk="0">
                  <a:moveTo>
                    <a:pt x="1334" y="1"/>
                  </a:moveTo>
                  <a:lnTo>
                    <a:pt x="0" y="1358"/>
                  </a:lnTo>
                  <a:cubicBezTo>
                    <a:pt x="215" y="1477"/>
                    <a:pt x="453" y="1596"/>
                    <a:pt x="691" y="1596"/>
                  </a:cubicBezTo>
                  <a:cubicBezTo>
                    <a:pt x="929" y="1596"/>
                    <a:pt x="1167" y="1501"/>
                    <a:pt x="1334" y="1311"/>
                  </a:cubicBezTo>
                  <a:cubicBezTo>
                    <a:pt x="1524" y="1144"/>
                    <a:pt x="1596" y="906"/>
                    <a:pt x="1596" y="668"/>
                  </a:cubicBezTo>
                  <a:cubicBezTo>
                    <a:pt x="1596" y="430"/>
                    <a:pt x="1524" y="191"/>
                    <a:pt x="1334" y="1"/>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3" name="Google Shape;24553;p147"/>
            <p:cNvSpPr/>
            <p:nvPr/>
          </p:nvSpPr>
          <p:spPr>
            <a:xfrm>
              <a:off x="2708549" y="1937285"/>
              <a:ext cx="62445" cy="60860"/>
            </a:xfrm>
            <a:custGeom>
              <a:avLst/>
              <a:gdLst/>
              <a:ahLst/>
              <a:cxnLst/>
              <a:rect l="l" t="t" r="r" b="b"/>
              <a:pathLst>
                <a:path w="1930" h="1881" extrusionOk="0">
                  <a:moveTo>
                    <a:pt x="1003" y="0"/>
                  </a:moveTo>
                  <a:cubicBezTo>
                    <a:pt x="829" y="0"/>
                    <a:pt x="654" y="37"/>
                    <a:pt x="524" y="119"/>
                  </a:cubicBezTo>
                  <a:cubicBezTo>
                    <a:pt x="286" y="238"/>
                    <a:pt x="119" y="452"/>
                    <a:pt x="72" y="690"/>
                  </a:cubicBezTo>
                  <a:cubicBezTo>
                    <a:pt x="0" y="928"/>
                    <a:pt x="48" y="1190"/>
                    <a:pt x="167" y="1405"/>
                  </a:cubicBezTo>
                  <a:cubicBezTo>
                    <a:pt x="286" y="1643"/>
                    <a:pt x="477" y="1786"/>
                    <a:pt x="715" y="1857"/>
                  </a:cubicBezTo>
                  <a:cubicBezTo>
                    <a:pt x="786" y="1881"/>
                    <a:pt x="882" y="1881"/>
                    <a:pt x="953" y="1881"/>
                  </a:cubicBezTo>
                  <a:cubicBezTo>
                    <a:pt x="1120" y="1881"/>
                    <a:pt x="1286" y="1857"/>
                    <a:pt x="1429" y="1762"/>
                  </a:cubicBezTo>
                  <a:cubicBezTo>
                    <a:pt x="1667" y="1643"/>
                    <a:pt x="1834" y="1428"/>
                    <a:pt x="1882" y="1190"/>
                  </a:cubicBezTo>
                  <a:cubicBezTo>
                    <a:pt x="1929" y="952"/>
                    <a:pt x="1906" y="690"/>
                    <a:pt x="1786" y="476"/>
                  </a:cubicBezTo>
                  <a:cubicBezTo>
                    <a:pt x="1667" y="238"/>
                    <a:pt x="1477" y="95"/>
                    <a:pt x="1239" y="23"/>
                  </a:cubicBezTo>
                  <a:cubicBezTo>
                    <a:pt x="1163" y="8"/>
                    <a:pt x="1083" y="0"/>
                    <a:pt x="1003"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4" name="Google Shape;24554;p147"/>
            <p:cNvSpPr/>
            <p:nvPr/>
          </p:nvSpPr>
          <p:spPr>
            <a:xfrm>
              <a:off x="2590649" y="1931850"/>
              <a:ext cx="61669" cy="61669"/>
            </a:xfrm>
            <a:custGeom>
              <a:avLst/>
              <a:gdLst/>
              <a:ahLst/>
              <a:cxnLst/>
              <a:rect l="l" t="t" r="r" b="b"/>
              <a:pathLst>
                <a:path w="1906" h="1906" extrusionOk="0">
                  <a:moveTo>
                    <a:pt x="953" y="1"/>
                  </a:moveTo>
                  <a:cubicBezTo>
                    <a:pt x="406" y="1"/>
                    <a:pt x="1" y="406"/>
                    <a:pt x="1" y="953"/>
                  </a:cubicBezTo>
                  <a:cubicBezTo>
                    <a:pt x="1" y="1477"/>
                    <a:pt x="429" y="1906"/>
                    <a:pt x="953" y="1906"/>
                  </a:cubicBezTo>
                  <a:cubicBezTo>
                    <a:pt x="1453" y="1906"/>
                    <a:pt x="1906" y="1477"/>
                    <a:pt x="1906" y="953"/>
                  </a:cubicBezTo>
                  <a:cubicBezTo>
                    <a:pt x="1906" y="406"/>
                    <a:pt x="1477" y="1"/>
                    <a:pt x="953" y="1"/>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5" name="Google Shape;24555;p147"/>
            <p:cNvSpPr/>
            <p:nvPr/>
          </p:nvSpPr>
          <p:spPr>
            <a:xfrm>
              <a:off x="2610676" y="2012768"/>
              <a:ext cx="61701" cy="61669"/>
            </a:xfrm>
            <a:custGeom>
              <a:avLst/>
              <a:gdLst/>
              <a:ahLst/>
              <a:cxnLst/>
              <a:rect l="l" t="t" r="r" b="b"/>
              <a:pathLst>
                <a:path w="1907" h="1906" extrusionOk="0">
                  <a:moveTo>
                    <a:pt x="954" y="0"/>
                  </a:moveTo>
                  <a:cubicBezTo>
                    <a:pt x="406" y="0"/>
                    <a:pt x="1" y="429"/>
                    <a:pt x="1" y="953"/>
                  </a:cubicBezTo>
                  <a:cubicBezTo>
                    <a:pt x="1" y="1477"/>
                    <a:pt x="453" y="1906"/>
                    <a:pt x="954" y="1906"/>
                  </a:cubicBezTo>
                  <a:cubicBezTo>
                    <a:pt x="1454" y="1906"/>
                    <a:pt x="1882" y="1477"/>
                    <a:pt x="1906" y="953"/>
                  </a:cubicBezTo>
                  <a:cubicBezTo>
                    <a:pt x="1906" y="405"/>
                    <a:pt x="1477" y="0"/>
                    <a:pt x="954" y="0"/>
                  </a:cubicBezTo>
                  <a:close/>
                </a:path>
              </a:pathLst>
            </a:custGeom>
            <a:solidFill>
              <a:srgbClr val="F8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6" name="Google Shape;24556;p147"/>
            <p:cNvSpPr/>
            <p:nvPr/>
          </p:nvSpPr>
          <p:spPr>
            <a:xfrm>
              <a:off x="2529790" y="1991964"/>
              <a:ext cx="61669" cy="61669"/>
            </a:xfrm>
            <a:custGeom>
              <a:avLst/>
              <a:gdLst/>
              <a:ahLst/>
              <a:cxnLst/>
              <a:rect l="l" t="t" r="r" b="b"/>
              <a:pathLst>
                <a:path w="1906" h="1906" extrusionOk="0">
                  <a:moveTo>
                    <a:pt x="953" y="0"/>
                  </a:moveTo>
                  <a:cubicBezTo>
                    <a:pt x="405" y="0"/>
                    <a:pt x="0" y="453"/>
                    <a:pt x="0" y="953"/>
                  </a:cubicBezTo>
                  <a:cubicBezTo>
                    <a:pt x="0" y="1501"/>
                    <a:pt x="453" y="1906"/>
                    <a:pt x="953" y="1906"/>
                  </a:cubicBezTo>
                  <a:cubicBezTo>
                    <a:pt x="1453" y="1906"/>
                    <a:pt x="1882" y="1501"/>
                    <a:pt x="1906" y="953"/>
                  </a:cubicBezTo>
                  <a:cubicBezTo>
                    <a:pt x="1906" y="429"/>
                    <a:pt x="1453" y="0"/>
                    <a:pt x="953" y="0"/>
                  </a:cubicBezTo>
                  <a:close/>
                </a:path>
              </a:pathLst>
            </a:custGeom>
            <a:solidFill>
              <a:srgbClr val="F8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57" name="Google Shape;24557;p147"/>
          <p:cNvGrpSpPr/>
          <p:nvPr/>
        </p:nvGrpSpPr>
        <p:grpSpPr>
          <a:xfrm>
            <a:off x="3294911" y="1777929"/>
            <a:ext cx="293586" cy="349074"/>
            <a:chOff x="3294911" y="1930329"/>
            <a:chExt cx="293586" cy="349074"/>
          </a:xfrm>
        </p:grpSpPr>
        <p:sp>
          <p:nvSpPr>
            <p:cNvPr id="24558" name="Google Shape;24558;p147"/>
            <p:cNvSpPr/>
            <p:nvPr/>
          </p:nvSpPr>
          <p:spPr>
            <a:xfrm>
              <a:off x="3296432" y="2136815"/>
              <a:ext cx="290516" cy="142588"/>
            </a:xfrm>
            <a:custGeom>
              <a:avLst/>
              <a:gdLst/>
              <a:ahLst/>
              <a:cxnLst/>
              <a:rect l="l" t="t" r="r" b="b"/>
              <a:pathLst>
                <a:path w="8979" h="4407" extrusionOk="0">
                  <a:moveTo>
                    <a:pt x="4502" y="0"/>
                  </a:moveTo>
                  <a:lnTo>
                    <a:pt x="2906" y="643"/>
                  </a:lnTo>
                  <a:lnTo>
                    <a:pt x="1596" y="1048"/>
                  </a:lnTo>
                  <a:cubicBezTo>
                    <a:pt x="1120" y="1191"/>
                    <a:pt x="715" y="1453"/>
                    <a:pt x="406" y="1882"/>
                  </a:cubicBezTo>
                  <a:cubicBezTo>
                    <a:pt x="144" y="2263"/>
                    <a:pt x="1" y="2715"/>
                    <a:pt x="1" y="3192"/>
                  </a:cubicBezTo>
                  <a:lnTo>
                    <a:pt x="1" y="4073"/>
                  </a:lnTo>
                  <a:cubicBezTo>
                    <a:pt x="1" y="4263"/>
                    <a:pt x="144" y="4406"/>
                    <a:pt x="334" y="4406"/>
                  </a:cubicBezTo>
                  <a:lnTo>
                    <a:pt x="8669" y="4406"/>
                  </a:lnTo>
                  <a:cubicBezTo>
                    <a:pt x="8836" y="4406"/>
                    <a:pt x="8979" y="4263"/>
                    <a:pt x="8979" y="4073"/>
                  </a:cubicBezTo>
                  <a:lnTo>
                    <a:pt x="8979" y="3144"/>
                  </a:lnTo>
                  <a:cubicBezTo>
                    <a:pt x="8979" y="2644"/>
                    <a:pt x="8836" y="2191"/>
                    <a:pt x="8550" y="1810"/>
                  </a:cubicBezTo>
                  <a:cubicBezTo>
                    <a:pt x="8241" y="1429"/>
                    <a:pt x="7860" y="1167"/>
                    <a:pt x="7383" y="1048"/>
                  </a:cubicBezTo>
                  <a:lnTo>
                    <a:pt x="6074" y="643"/>
                  </a:lnTo>
                  <a:lnTo>
                    <a:pt x="4502"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9" name="Google Shape;24559;p147"/>
            <p:cNvSpPr/>
            <p:nvPr/>
          </p:nvSpPr>
          <p:spPr>
            <a:xfrm>
              <a:off x="3442060" y="2155322"/>
              <a:ext cx="144886" cy="123305"/>
            </a:xfrm>
            <a:custGeom>
              <a:avLst/>
              <a:gdLst/>
              <a:ahLst/>
              <a:cxnLst/>
              <a:rect l="l" t="t" r="r" b="b"/>
              <a:pathLst>
                <a:path w="4478" h="3811" extrusionOk="0">
                  <a:moveTo>
                    <a:pt x="1" y="0"/>
                  </a:moveTo>
                  <a:lnTo>
                    <a:pt x="1" y="3810"/>
                  </a:lnTo>
                  <a:lnTo>
                    <a:pt x="4168" y="3810"/>
                  </a:lnTo>
                  <a:cubicBezTo>
                    <a:pt x="4335" y="3810"/>
                    <a:pt x="4478" y="3644"/>
                    <a:pt x="4478" y="3477"/>
                  </a:cubicBezTo>
                  <a:lnTo>
                    <a:pt x="4478" y="2548"/>
                  </a:lnTo>
                  <a:cubicBezTo>
                    <a:pt x="4478" y="2072"/>
                    <a:pt x="4335" y="1619"/>
                    <a:pt x="4049" y="1238"/>
                  </a:cubicBezTo>
                  <a:cubicBezTo>
                    <a:pt x="3740" y="857"/>
                    <a:pt x="3359" y="595"/>
                    <a:pt x="2882" y="476"/>
                  </a:cubicBezTo>
                  <a:lnTo>
                    <a:pt x="1573" y="71"/>
                  </a:lnTo>
                  <a:lnTo>
                    <a:pt x="1" y="0"/>
                  </a:ln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0" name="Google Shape;24560;p147"/>
            <p:cNvSpPr/>
            <p:nvPr/>
          </p:nvSpPr>
          <p:spPr>
            <a:xfrm>
              <a:off x="3399676" y="2195376"/>
              <a:ext cx="85579" cy="83249"/>
            </a:xfrm>
            <a:custGeom>
              <a:avLst/>
              <a:gdLst/>
              <a:ahLst/>
              <a:cxnLst/>
              <a:rect l="l" t="t" r="r" b="b"/>
              <a:pathLst>
                <a:path w="2645" h="2573" extrusionOk="0">
                  <a:moveTo>
                    <a:pt x="549" y="0"/>
                  </a:moveTo>
                  <a:lnTo>
                    <a:pt x="1" y="2572"/>
                  </a:lnTo>
                  <a:lnTo>
                    <a:pt x="2644" y="2572"/>
                  </a:lnTo>
                  <a:lnTo>
                    <a:pt x="2097"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1" name="Google Shape;24561;p147"/>
            <p:cNvSpPr/>
            <p:nvPr/>
          </p:nvSpPr>
          <p:spPr>
            <a:xfrm>
              <a:off x="3442060" y="2195376"/>
              <a:ext cx="43194" cy="83249"/>
            </a:xfrm>
            <a:custGeom>
              <a:avLst/>
              <a:gdLst/>
              <a:ahLst/>
              <a:cxnLst/>
              <a:rect l="l" t="t" r="r" b="b"/>
              <a:pathLst>
                <a:path w="1335" h="2573" extrusionOk="0">
                  <a:moveTo>
                    <a:pt x="1" y="0"/>
                  </a:moveTo>
                  <a:lnTo>
                    <a:pt x="1" y="2572"/>
                  </a:lnTo>
                  <a:lnTo>
                    <a:pt x="1334" y="2572"/>
                  </a:lnTo>
                  <a:lnTo>
                    <a:pt x="763"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2" name="Google Shape;24562;p147"/>
            <p:cNvSpPr/>
            <p:nvPr/>
          </p:nvSpPr>
          <p:spPr>
            <a:xfrm>
              <a:off x="3390455" y="2156842"/>
              <a:ext cx="103277" cy="49341"/>
            </a:xfrm>
            <a:custGeom>
              <a:avLst/>
              <a:gdLst/>
              <a:ahLst/>
              <a:cxnLst/>
              <a:rect l="l" t="t" r="r" b="b"/>
              <a:pathLst>
                <a:path w="3192" h="1525" extrusionOk="0">
                  <a:moveTo>
                    <a:pt x="0" y="1"/>
                  </a:moveTo>
                  <a:lnTo>
                    <a:pt x="762" y="1525"/>
                  </a:lnTo>
                  <a:lnTo>
                    <a:pt x="2453" y="1525"/>
                  </a:lnTo>
                  <a:lnTo>
                    <a:pt x="3191" y="1"/>
                  </a:ln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3" name="Google Shape;24563;p147"/>
            <p:cNvSpPr/>
            <p:nvPr/>
          </p:nvSpPr>
          <p:spPr>
            <a:xfrm>
              <a:off x="3442060" y="2155322"/>
              <a:ext cx="50894" cy="50862"/>
            </a:xfrm>
            <a:custGeom>
              <a:avLst/>
              <a:gdLst/>
              <a:ahLst/>
              <a:cxnLst/>
              <a:rect l="l" t="t" r="r" b="b"/>
              <a:pathLst>
                <a:path w="1573" h="1572" extrusionOk="0">
                  <a:moveTo>
                    <a:pt x="1" y="0"/>
                  </a:moveTo>
                  <a:lnTo>
                    <a:pt x="1" y="1572"/>
                  </a:lnTo>
                  <a:lnTo>
                    <a:pt x="834" y="1572"/>
                  </a:lnTo>
                  <a:lnTo>
                    <a:pt x="1573" y="71"/>
                  </a:lnTo>
                  <a:lnTo>
                    <a:pt x="1"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4" name="Google Shape;24564;p147"/>
            <p:cNvSpPr/>
            <p:nvPr/>
          </p:nvSpPr>
          <p:spPr>
            <a:xfrm>
              <a:off x="3354217" y="1992838"/>
              <a:ext cx="171093" cy="164816"/>
            </a:xfrm>
            <a:custGeom>
              <a:avLst/>
              <a:gdLst/>
              <a:ahLst/>
              <a:cxnLst/>
              <a:rect l="l" t="t" r="r" b="b"/>
              <a:pathLst>
                <a:path w="5288" h="5094" extrusionOk="0">
                  <a:moveTo>
                    <a:pt x="2703" y="0"/>
                  </a:moveTo>
                  <a:cubicBezTo>
                    <a:pt x="2597" y="0"/>
                    <a:pt x="2489" y="7"/>
                    <a:pt x="2382" y="21"/>
                  </a:cubicBezTo>
                  <a:cubicBezTo>
                    <a:pt x="1192" y="140"/>
                    <a:pt x="215" y="1116"/>
                    <a:pt x="96" y="2307"/>
                  </a:cubicBezTo>
                  <a:cubicBezTo>
                    <a:pt x="1" y="3045"/>
                    <a:pt x="239" y="3760"/>
                    <a:pt x="715" y="4331"/>
                  </a:cubicBezTo>
                  <a:cubicBezTo>
                    <a:pt x="930" y="4570"/>
                    <a:pt x="1049" y="4808"/>
                    <a:pt x="1096" y="5093"/>
                  </a:cubicBezTo>
                  <a:lnTo>
                    <a:pt x="4288" y="5070"/>
                  </a:lnTo>
                  <a:cubicBezTo>
                    <a:pt x="4311" y="4808"/>
                    <a:pt x="4454" y="4546"/>
                    <a:pt x="4645" y="4331"/>
                  </a:cubicBezTo>
                  <a:cubicBezTo>
                    <a:pt x="5050" y="3855"/>
                    <a:pt x="5288" y="3236"/>
                    <a:pt x="5288" y="2593"/>
                  </a:cubicBezTo>
                  <a:cubicBezTo>
                    <a:pt x="5288" y="1855"/>
                    <a:pt x="4978" y="1140"/>
                    <a:pt x="4430" y="664"/>
                  </a:cubicBezTo>
                  <a:cubicBezTo>
                    <a:pt x="3942" y="236"/>
                    <a:pt x="3331" y="0"/>
                    <a:pt x="2703"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5" name="Google Shape;24565;p147"/>
            <p:cNvSpPr/>
            <p:nvPr/>
          </p:nvSpPr>
          <p:spPr>
            <a:xfrm>
              <a:off x="3354217" y="1992838"/>
              <a:ext cx="171093" cy="164816"/>
            </a:xfrm>
            <a:custGeom>
              <a:avLst/>
              <a:gdLst/>
              <a:ahLst/>
              <a:cxnLst/>
              <a:rect l="l" t="t" r="r" b="b"/>
              <a:pathLst>
                <a:path w="5288" h="5094" extrusionOk="0">
                  <a:moveTo>
                    <a:pt x="2703" y="0"/>
                  </a:moveTo>
                  <a:cubicBezTo>
                    <a:pt x="2597" y="0"/>
                    <a:pt x="2489" y="7"/>
                    <a:pt x="2382" y="21"/>
                  </a:cubicBezTo>
                  <a:cubicBezTo>
                    <a:pt x="1192" y="140"/>
                    <a:pt x="215" y="1116"/>
                    <a:pt x="96" y="2307"/>
                  </a:cubicBezTo>
                  <a:cubicBezTo>
                    <a:pt x="1" y="3045"/>
                    <a:pt x="239" y="3760"/>
                    <a:pt x="715" y="4331"/>
                  </a:cubicBezTo>
                  <a:cubicBezTo>
                    <a:pt x="930" y="4570"/>
                    <a:pt x="1049" y="4808"/>
                    <a:pt x="1096" y="5093"/>
                  </a:cubicBezTo>
                  <a:lnTo>
                    <a:pt x="4288" y="5070"/>
                  </a:lnTo>
                  <a:cubicBezTo>
                    <a:pt x="4311" y="4808"/>
                    <a:pt x="4454" y="4546"/>
                    <a:pt x="4645" y="4331"/>
                  </a:cubicBezTo>
                  <a:cubicBezTo>
                    <a:pt x="5050" y="3855"/>
                    <a:pt x="5288" y="3236"/>
                    <a:pt x="5288" y="2593"/>
                  </a:cubicBezTo>
                  <a:cubicBezTo>
                    <a:pt x="5288" y="1855"/>
                    <a:pt x="4978" y="1140"/>
                    <a:pt x="4430" y="664"/>
                  </a:cubicBezTo>
                  <a:cubicBezTo>
                    <a:pt x="3942" y="236"/>
                    <a:pt x="3331" y="0"/>
                    <a:pt x="2703"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6" name="Google Shape;24566;p147"/>
            <p:cNvSpPr/>
            <p:nvPr/>
          </p:nvSpPr>
          <p:spPr>
            <a:xfrm>
              <a:off x="3354217" y="1992838"/>
              <a:ext cx="171093" cy="164816"/>
            </a:xfrm>
            <a:custGeom>
              <a:avLst/>
              <a:gdLst/>
              <a:ahLst/>
              <a:cxnLst/>
              <a:rect l="l" t="t" r="r" b="b"/>
              <a:pathLst>
                <a:path w="5288" h="5094" extrusionOk="0">
                  <a:moveTo>
                    <a:pt x="2703" y="0"/>
                  </a:moveTo>
                  <a:cubicBezTo>
                    <a:pt x="2597" y="0"/>
                    <a:pt x="2489" y="7"/>
                    <a:pt x="2382" y="21"/>
                  </a:cubicBezTo>
                  <a:cubicBezTo>
                    <a:pt x="1192" y="140"/>
                    <a:pt x="215" y="1116"/>
                    <a:pt x="96" y="2307"/>
                  </a:cubicBezTo>
                  <a:cubicBezTo>
                    <a:pt x="1" y="3045"/>
                    <a:pt x="239" y="3760"/>
                    <a:pt x="715" y="4331"/>
                  </a:cubicBezTo>
                  <a:cubicBezTo>
                    <a:pt x="930" y="4570"/>
                    <a:pt x="1049" y="4808"/>
                    <a:pt x="1096" y="5093"/>
                  </a:cubicBezTo>
                  <a:lnTo>
                    <a:pt x="4288" y="5070"/>
                  </a:lnTo>
                  <a:cubicBezTo>
                    <a:pt x="4311" y="4808"/>
                    <a:pt x="4454" y="4546"/>
                    <a:pt x="4645" y="4331"/>
                  </a:cubicBezTo>
                  <a:cubicBezTo>
                    <a:pt x="5050" y="3855"/>
                    <a:pt x="5288" y="3236"/>
                    <a:pt x="5288" y="2593"/>
                  </a:cubicBezTo>
                  <a:cubicBezTo>
                    <a:pt x="5288" y="1855"/>
                    <a:pt x="4978" y="1140"/>
                    <a:pt x="4430" y="664"/>
                  </a:cubicBezTo>
                  <a:cubicBezTo>
                    <a:pt x="3942" y="236"/>
                    <a:pt x="3331" y="0"/>
                    <a:pt x="2703"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7" name="Google Shape;24567;p147"/>
            <p:cNvSpPr/>
            <p:nvPr/>
          </p:nvSpPr>
          <p:spPr>
            <a:xfrm>
              <a:off x="3442060" y="1991964"/>
              <a:ext cx="84802" cy="164913"/>
            </a:xfrm>
            <a:custGeom>
              <a:avLst/>
              <a:gdLst/>
              <a:ahLst/>
              <a:cxnLst/>
              <a:rect l="l" t="t" r="r" b="b"/>
              <a:pathLst>
                <a:path w="2621" h="5097" extrusionOk="0">
                  <a:moveTo>
                    <a:pt x="1" y="0"/>
                  </a:moveTo>
                  <a:lnTo>
                    <a:pt x="1" y="5097"/>
                  </a:lnTo>
                  <a:lnTo>
                    <a:pt x="1573" y="5097"/>
                  </a:lnTo>
                  <a:cubicBezTo>
                    <a:pt x="1596" y="4835"/>
                    <a:pt x="1739" y="4573"/>
                    <a:pt x="1930" y="4358"/>
                  </a:cubicBezTo>
                  <a:cubicBezTo>
                    <a:pt x="2335" y="3882"/>
                    <a:pt x="2573" y="3263"/>
                    <a:pt x="2573" y="2620"/>
                  </a:cubicBezTo>
                  <a:cubicBezTo>
                    <a:pt x="2620" y="1882"/>
                    <a:pt x="2287" y="1167"/>
                    <a:pt x="1739" y="667"/>
                  </a:cubicBezTo>
                  <a:cubicBezTo>
                    <a:pt x="1263" y="239"/>
                    <a:pt x="644" y="0"/>
                    <a:pt x="1"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8" name="Google Shape;24568;p147"/>
            <p:cNvSpPr/>
            <p:nvPr/>
          </p:nvSpPr>
          <p:spPr>
            <a:xfrm>
              <a:off x="3409706" y="2066121"/>
              <a:ext cx="63222" cy="90756"/>
            </a:xfrm>
            <a:custGeom>
              <a:avLst/>
              <a:gdLst/>
              <a:ahLst/>
              <a:cxnLst/>
              <a:rect l="l" t="t" r="r" b="b"/>
              <a:pathLst>
                <a:path w="1954" h="2805" extrusionOk="0">
                  <a:moveTo>
                    <a:pt x="1620" y="1"/>
                  </a:moveTo>
                  <a:cubicBezTo>
                    <a:pt x="1543" y="1"/>
                    <a:pt x="1465" y="30"/>
                    <a:pt x="1406" y="90"/>
                  </a:cubicBezTo>
                  <a:lnTo>
                    <a:pt x="1001" y="518"/>
                  </a:lnTo>
                  <a:lnTo>
                    <a:pt x="572" y="90"/>
                  </a:lnTo>
                  <a:cubicBezTo>
                    <a:pt x="518" y="35"/>
                    <a:pt x="438" y="6"/>
                    <a:pt x="356" y="6"/>
                  </a:cubicBezTo>
                  <a:cubicBezTo>
                    <a:pt x="260" y="6"/>
                    <a:pt x="160" y="47"/>
                    <a:pt x="96" y="137"/>
                  </a:cubicBezTo>
                  <a:cubicBezTo>
                    <a:pt x="1" y="257"/>
                    <a:pt x="1" y="423"/>
                    <a:pt x="120" y="542"/>
                  </a:cubicBezTo>
                  <a:lnTo>
                    <a:pt x="667" y="1090"/>
                  </a:lnTo>
                  <a:lnTo>
                    <a:pt x="667" y="2805"/>
                  </a:lnTo>
                  <a:lnTo>
                    <a:pt x="1287" y="2805"/>
                  </a:lnTo>
                  <a:lnTo>
                    <a:pt x="1287" y="1090"/>
                  </a:lnTo>
                  <a:lnTo>
                    <a:pt x="1834" y="542"/>
                  </a:lnTo>
                  <a:cubicBezTo>
                    <a:pt x="1953" y="423"/>
                    <a:pt x="1953" y="209"/>
                    <a:pt x="1834" y="90"/>
                  </a:cubicBezTo>
                  <a:cubicBezTo>
                    <a:pt x="1775" y="30"/>
                    <a:pt x="1697" y="1"/>
                    <a:pt x="1620"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9" name="Google Shape;24569;p147"/>
            <p:cNvSpPr/>
            <p:nvPr/>
          </p:nvSpPr>
          <p:spPr>
            <a:xfrm>
              <a:off x="3442060" y="2066218"/>
              <a:ext cx="31643" cy="90659"/>
            </a:xfrm>
            <a:custGeom>
              <a:avLst/>
              <a:gdLst/>
              <a:ahLst/>
              <a:cxnLst/>
              <a:rect l="l" t="t" r="r" b="b"/>
              <a:pathLst>
                <a:path w="978" h="2802" extrusionOk="0">
                  <a:moveTo>
                    <a:pt x="641" y="0"/>
                  </a:moveTo>
                  <a:cubicBezTo>
                    <a:pt x="558" y="0"/>
                    <a:pt x="474" y="30"/>
                    <a:pt x="406" y="87"/>
                  </a:cubicBezTo>
                  <a:lnTo>
                    <a:pt x="1" y="515"/>
                  </a:lnTo>
                  <a:lnTo>
                    <a:pt x="1" y="2802"/>
                  </a:lnTo>
                  <a:lnTo>
                    <a:pt x="310" y="2802"/>
                  </a:lnTo>
                  <a:lnTo>
                    <a:pt x="310" y="1087"/>
                  </a:lnTo>
                  <a:lnTo>
                    <a:pt x="858" y="539"/>
                  </a:lnTo>
                  <a:cubicBezTo>
                    <a:pt x="977" y="420"/>
                    <a:pt x="977" y="254"/>
                    <a:pt x="882" y="111"/>
                  </a:cubicBezTo>
                  <a:cubicBezTo>
                    <a:pt x="820" y="36"/>
                    <a:pt x="731" y="0"/>
                    <a:pt x="641"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0" name="Google Shape;24570;p147"/>
            <p:cNvSpPr/>
            <p:nvPr/>
          </p:nvSpPr>
          <p:spPr>
            <a:xfrm>
              <a:off x="3431286" y="1930329"/>
              <a:ext cx="20837" cy="41641"/>
            </a:xfrm>
            <a:custGeom>
              <a:avLst/>
              <a:gdLst/>
              <a:ahLst/>
              <a:cxnLst/>
              <a:rect l="l" t="t" r="r" b="b"/>
              <a:pathLst>
                <a:path w="644" h="1287" extrusionOk="0">
                  <a:moveTo>
                    <a:pt x="334" y="0"/>
                  </a:moveTo>
                  <a:cubicBezTo>
                    <a:pt x="143" y="0"/>
                    <a:pt x="0" y="167"/>
                    <a:pt x="0" y="334"/>
                  </a:cubicBezTo>
                  <a:lnTo>
                    <a:pt x="0" y="953"/>
                  </a:lnTo>
                  <a:cubicBezTo>
                    <a:pt x="0" y="1143"/>
                    <a:pt x="143" y="1286"/>
                    <a:pt x="334" y="1286"/>
                  </a:cubicBezTo>
                  <a:cubicBezTo>
                    <a:pt x="500" y="1286"/>
                    <a:pt x="643" y="1167"/>
                    <a:pt x="643" y="953"/>
                  </a:cubicBezTo>
                  <a:lnTo>
                    <a:pt x="643" y="334"/>
                  </a:lnTo>
                  <a:cubicBezTo>
                    <a:pt x="643" y="167"/>
                    <a:pt x="500" y="0"/>
                    <a:pt x="334"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1" name="Google Shape;24571;p147"/>
            <p:cNvSpPr/>
            <p:nvPr/>
          </p:nvSpPr>
          <p:spPr>
            <a:xfrm>
              <a:off x="3545304" y="2067480"/>
              <a:ext cx="43194" cy="20060"/>
            </a:xfrm>
            <a:custGeom>
              <a:avLst/>
              <a:gdLst/>
              <a:ahLst/>
              <a:cxnLst/>
              <a:rect l="l" t="t" r="r" b="b"/>
              <a:pathLst>
                <a:path w="1335" h="620" extrusionOk="0">
                  <a:moveTo>
                    <a:pt x="334" y="0"/>
                  </a:moveTo>
                  <a:cubicBezTo>
                    <a:pt x="168" y="0"/>
                    <a:pt x="1" y="167"/>
                    <a:pt x="49" y="357"/>
                  </a:cubicBezTo>
                  <a:cubicBezTo>
                    <a:pt x="72" y="500"/>
                    <a:pt x="215" y="619"/>
                    <a:pt x="382" y="619"/>
                  </a:cubicBezTo>
                  <a:lnTo>
                    <a:pt x="977" y="619"/>
                  </a:lnTo>
                  <a:cubicBezTo>
                    <a:pt x="1168" y="619"/>
                    <a:pt x="1335" y="476"/>
                    <a:pt x="1287" y="262"/>
                  </a:cubicBezTo>
                  <a:cubicBezTo>
                    <a:pt x="1263" y="119"/>
                    <a:pt x="1120" y="0"/>
                    <a:pt x="977"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2" name="Google Shape;24572;p147"/>
            <p:cNvSpPr/>
            <p:nvPr/>
          </p:nvSpPr>
          <p:spPr>
            <a:xfrm>
              <a:off x="3294911" y="2067480"/>
              <a:ext cx="43162" cy="20060"/>
            </a:xfrm>
            <a:custGeom>
              <a:avLst/>
              <a:gdLst/>
              <a:ahLst/>
              <a:cxnLst/>
              <a:rect l="l" t="t" r="r" b="b"/>
              <a:pathLst>
                <a:path w="1334" h="620" extrusionOk="0">
                  <a:moveTo>
                    <a:pt x="334" y="0"/>
                  </a:moveTo>
                  <a:cubicBezTo>
                    <a:pt x="167" y="0"/>
                    <a:pt x="0" y="167"/>
                    <a:pt x="48" y="357"/>
                  </a:cubicBezTo>
                  <a:cubicBezTo>
                    <a:pt x="72" y="500"/>
                    <a:pt x="215" y="619"/>
                    <a:pt x="381" y="619"/>
                  </a:cubicBezTo>
                  <a:lnTo>
                    <a:pt x="1000" y="619"/>
                  </a:lnTo>
                  <a:cubicBezTo>
                    <a:pt x="1167" y="619"/>
                    <a:pt x="1334" y="476"/>
                    <a:pt x="1286" y="262"/>
                  </a:cubicBezTo>
                  <a:cubicBezTo>
                    <a:pt x="1262" y="119"/>
                    <a:pt x="1119" y="0"/>
                    <a:pt x="977"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3" name="Google Shape;24573;p147"/>
            <p:cNvSpPr/>
            <p:nvPr/>
          </p:nvSpPr>
          <p:spPr>
            <a:xfrm>
              <a:off x="3529126" y="1999632"/>
              <a:ext cx="40864" cy="30123"/>
            </a:xfrm>
            <a:custGeom>
              <a:avLst/>
              <a:gdLst/>
              <a:ahLst/>
              <a:cxnLst/>
              <a:rect l="l" t="t" r="r" b="b"/>
              <a:pathLst>
                <a:path w="1263" h="931" extrusionOk="0">
                  <a:moveTo>
                    <a:pt x="915" y="1"/>
                  </a:moveTo>
                  <a:cubicBezTo>
                    <a:pt x="864" y="1"/>
                    <a:pt x="812" y="16"/>
                    <a:pt x="763" y="49"/>
                  </a:cubicBezTo>
                  <a:lnTo>
                    <a:pt x="215" y="359"/>
                  </a:lnTo>
                  <a:cubicBezTo>
                    <a:pt x="72" y="454"/>
                    <a:pt x="1" y="645"/>
                    <a:pt x="96" y="787"/>
                  </a:cubicBezTo>
                  <a:cubicBezTo>
                    <a:pt x="168" y="883"/>
                    <a:pt x="239" y="930"/>
                    <a:pt x="358" y="930"/>
                  </a:cubicBezTo>
                  <a:cubicBezTo>
                    <a:pt x="429" y="930"/>
                    <a:pt x="477" y="930"/>
                    <a:pt x="525" y="906"/>
                  </a:cubicBezTo>
                  <a:lnTo>
                    <a:pt x="1049" y="573"/>
                  </a:lnTo>
                  <a:cubicBezTo>
                    <a:pt x="1192" y="478"/>
                    <a:pt x="1263" y="311"/>
                    <a:pt x="1168" y="168"/>
                  </a:cubicBezTo>
                  <a:cubicBezTo>
                    <a:pt x="1105" y="59"/>
                    <a:pt x="1012" y="1"/>
                    <a:pt x="915" y="1"/>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4" name="Google Shape;24574;p147"/>
            <p:cNvSpPr/>
            <p:nvPr/>
          </p:nvSpPr>
          <p:spPr>
            <a:xfrm>
              <a:off x="3488295" y="1950486"/>
              <a:ext cx="33164" cy="36885"/>
            </a:xfrm>
            <a:custGeom>
              <a:avLst/>
              <a:gdLst/>
              <a:ahLst/>
              <a:cxnLst/>
              <a:rect l="l" t="t" r="r" b="b"/>
              <a:pathLst>
                <a:path w="1025" h="1140" extrusionOk="0">
                  <a:moveTo>
                    <a:pt x="679" y="1"/>
                  </a:moveTo>
                  <a:cubicBezTo>
                    <a:pt x="570" y="1"/>
                    <a:pt x="471" y="65"/>
                    <a:pt x="405" y="163"/>
                  </a:cubicBezTo>
                  <a:lnTo>
                    <a:pt x="72" y="687"/>
                  </a:lnTo>
                  <a:cubicBezTo>
                    <a:pt x="1" y="854"/>
                    <a:pt x="48" y="1020"/>
                    <a:pt x="191" y="1116"/>
                  </a:cubicBezTo>
                  <a:cubicBezTo>
                    <a:pt x="239" y="1139"/>
                    <a:pt x="286" y="1139"/>
                    <a:pt x="358" y="1139"/>
                  </a:cubicBezTo>
                  <a:cubicBezTo>
                    <a:pt x="429" y="1139"/>
                    <a:pt x="548" y="1092"/>
                    <a:pt x="620" y="997"/>
                  </a:cubicBezTo>
                  <a:lnTo>
                    <a:pt x="953" y="449"/>
                  </a:lnTo>
                  <a:cubicBezTo>
                    <a:pt x="1025" y="306"/>
                    <a:pt x="977" y="139"/>
                    <a:pt x="834" y="44"/>
                  </a:cubicBezTo>
                  <a:cubicBezTo>
                    <a:pt x="782" y="14"/>
                    <a:pt x="730" y="1"/>
                    <a:pt x="679" y="1"/>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5" name="Google Shape;24575;p147"/>
            <p:cNvSpPr/>
            <p:nvPr/>
          </p:nvSpPr>
          <p:spPr>
            <a:xfrm>
              <a:off x="3361950" y="1950486"/>
              <a:ext cx="33908" cy="36885"/>
            </a:xfrm>
            <a:custGeom>
              <a:avLst/>
              <a:gdLst/>
              <a:ahLst/>
              <a:cxnLst/>
              <a:rect l="l" t="t" r="r" b="b"/>
              <a:pathLst>
                <a:path w="1048" h="1140" extrusionOk="0">
                  <a:moveTo>
                    <a:pt x="353" y="1"/>
                  </a:moveTo>
                  <a:cubicBezTo>
                    <a:pt x="306" y="1"/>
                    <a:pt x="259" y="14"/>
                    <a:pt x="214" y="44"/>
                  </a:cubicBezTo>
                  <a:cubicBezTo>
                    <a:pt x="48" y="139"/>
                    <a:pt x="0" y="306"/>
                    <a:pt x="95" y="449"/>
                  </a:cubicBezTo>
                  <a:lnTo>
                    <a:pt x="405" y="997"/>
                  </a:lnTo>
                  <a:cubicBezTo>
                    <a:pt x="476" y="1092"/>
                    <a:pt x="572" y="1139"/>
                    <a:pt x="691" y="1139"/>
                  </a:cubicBezTo>
                  <a:cubicBezTo>
                    <a:pt x="738" y="1139"/>
                    <a:pt x="810" y="1139"/>
                    <a:pt x="834" y="1116"/>
                  </a:cubicBezTo>
                  <a:cubicBezTo>
                    <a:pt x="976" y="1020"/>
                    <a:pt x="1048" y="854"/>
                    <a:pt x="953" y="687"/>
                  </a:cubicBezTo>
                  <a:lnTo>
                    <a:pt x="619" y="163"/>
                  </a:lnTo>
                  <a:cubicBezTo>
                    <a:pt x="554" y="65"/>
                    <a:pt x="455" y="1"/>
                    <a:pt x="353"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6" name="Google Shape;24576;p147"/>
            <p:cNvSpPr/>
            <p:nvPr/>
          </p:nvSpPr>
          <p:spPr>
            <a:xfrm>
              <a:off x="3313386" y="1999632"/>
              <a:ext cx="40864" cy="30123"/>
            </a:xfrm>
            <a:custGeom>
              <a:avLst/>
              <a:gdLst/>
              <a:ahLst/>
              <a:cxnLst/>
              <a:rect l="l" t="t" r="r" b="b"/>
              <a:pathLst>
                <a:path w="1263" h="931" extrusionOk="0">
                  <a:moveTo>
                    <a:pt x="356" y="1"/>
                  </a:moveTo>
                  <a:cubicBezTo>
                    <a:pt x="252" y="1"/>
                    <a:pt x="159" y="59"/>
                    <a:pt x="96" y="168"/>
                  </a:cubicBezTo>
                  <a:cubicBezTo>
                    <a:pt x="1" y="311"/>
                    <a:pt x="72" y="478"/>
                    <a:pt x="215" y="573"/>
                  </a:cubicBezTo>
                  <a:lnTo>
                    <a:pt x="763" y="906"/>
                  </a:lnTo>
                  <a:cubicBezTo>
                    <a:pt x="787" y="930"/>
                    <a:pt x="834" y="930"/>
                    <a:pt x="906" y="930"/>
                  </a:cubicBezTo>
                  <a:cubicBezTo>
                    <a:pt x="1001" y="930"/>
                    <a:pt x="1120" y="883"/>
                    <a:pt x="1168" y="787"/>
                  </a:cubicBezTo>
                  <a:cubicBezTo>
                    <a:pt x="1263" y="645"/>
                    <a:pt x="1191" y="454"/>
                    <a:pt x="1049" y="359"/>
                  </a:cubicBezTo>
                  <a:lnTo>
                    <a:pt x="525" y="49"/>
                  </a:lnTo>
                  <a:cubicBezTo>
                    <a:pt x="467" y="16"/>
                    <a:pt x="410" y="1"/>
                    <a:pt x="356"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7" name="Google Shape;24577;p147"/>
            <p:cNvSpPr/>
            <p:nvPr/>
          </p:nvSpPr>
          <p:spPr>
            <a:xfrm>
              <a:off x="3442060" y="1931850"/>
              <a:ext cx="10062" cy="40120"/>
            </a:xfrm>
            <a:custGeom>
              <a:avLst/>
              <a:gdLst/>
              <a:ahLst/>
              <a:cxnLst/>
              <a:rect l="l" t="t" r="r" b="b"/>
              <a:pathLst>
                <a:path w="311" h="1240" extrusionOk="0">
                  <a:moveTo>
                    <a:pt x="1" y="1"/>
                  </a:moveTo>
                  <a:lnTo>
                    <a:pt x="1" y="1239"/>
                  </a:lnTo>
                  <a:cubicBezTo>
                    <a:pt x="167" y="1239"/>
                    <a:pt x="310" y="1120"/>
                    <a:pt x="310" y="953"/>
                  </a:cubicBezTo>
                  <a:lnTo>
                    <a:pt x="310" y="310"/>
                  </a:lnTo>
                  <a:cubicBezTo>
                    <a:pt x="310" y="144"/>
                    <a:pt x="167" y="1"/>
                    <a:pt x="1" y="1"/>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78" name="Google Shape;24578;p147"/>
          <p:cNvGrpSpPr/>
          <p:nvPr/>
        </p:nvGrpSpPr>
        <p:grpSpPr>
          <a:xfrm>
            <a:off x="4019946" y="1778868"/>
            <a:ext cx="346781" cy="347361"/>
            <a:chOff x="4019946" y="1931268"/>
            <a:chExt cx="346781" cy="347361"/>
          </a:xfrm>
        </p:grpSpPr>
        <p:sp>
          <p:nvSpPr>
            <p:cNvPr id="24579" name="Google Shape;24579;p147"/>
            <p:cNvSpPr/>
            <p:nvPr/>
          </p:nvSpPr>
          <p:spPr>
            <a:xfrm>
              <a:off x="4202555" y="1931268"/>
              <a:ext cx="104830" cy="103115"/>
            </a:xfrm>
            <a:custGeom>
              <a:avLst/>
              <a:gdLst/>
              <a:ahLst/>
              <a:cxnLst/>
              <a:rect l="l" t="t" r="r" b="b"/>
              <a:pathLst>
                <a:path w="3240" h="3187" extrusionOk="0">
                  <a:moveTo>
                    <a:pt x="2906" y="1"/>
                  </a:moveTo>
                  <a:cubicBezTo>
                    <a:pt x="2829" y="1"/>
                    <a:pt x="2751" y="31"/>
                    <a:pt x="2692" y="90"/>
                  </a:cubicBezTo>
                  <a:lnTo>
                    <a:pt x="120" y="2662"/>
                  </a:lnTo>
                  <a:cubicBezTo>
                    <a:pt x="1" y="2781"/>
                    <a:pt x="1" y="2972"/>
                    <a:pt x="120" y="3091"/>
                  </a:cubicBezTo>
                  <a:cubicBezTo>
                    <a:pt x="191" y="3162"/>
                    <a:pt x="239" y="3186"/>
                    <a:pt x="334" y="3186"/>
                  </a:cubicBezTo>
                  <a:cubicBezTo>
                    <a:pt x="382" y="3186"/>
                    <a:pt x="477" y="3162"/>
                    <a:pt x="572" y="3091"/>
                  </a:cubicBezTo>
                  <a:lnTo>
                    <a:pt x="3120" y="543"/>
                  </a:lnTo>
                  <a:cubicBezTo>
                    <a:pt x="3239" y="424"/>
                    <a:pt x="3239" y="209"/>
                    <a:pt x="3120" y="90"/>
                  </a:cubicBezTo>
                  <a:cubicBezTo>
                    <a:pt x="3061" y="31"/>
                    <a:pt x="2983" y="1"/>
                    <a:pt x="2906"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0" name="Google Shape;24580;p147"/>
            <p:cNvSpPr/>
            <p:nvPr/>
          </p:nvSpPr>
          <p:spPr>
            <a:xfrm>
              <a:off x="4079284" y="1931268"/>
              <a:ext cx="104830" cy="103115"/>
            </a:xfrm>
            <a:custGeom>
              <a:avLst/>
              <a:gdLst/>
              <a:ahLst/>
              <a:cxnLst/>
              <a:rect l="l" t="t" r="r" b="b"/>
              <a:pathLst>
                <a:path w="3240" h="3187" extrusionOk="0">
                  <a:moveTo>
                    <a:pt x="346" y="1"/>
                  </a:moveTo>
                  <a:cubicBezTo>
                    <a:pt x="262" y="1"/>
                    <a:pt x="179" y="31"/>
                    <a:pt x="119" y="90"/>
                  </a:cubicBezTo>
                  <a:cubicBezTo>
                    <a:pt x="0" y="209"/>
                    <a:pt x="0" y="424"/>
                    <a:pt x="119" y="543"/>
                  </a:cubicBezTo>
                  <a:lnTo>
                    <a:pt x="2691" y="3091"/>
                  </a:lnTo>
                  <a:cubicBezTo>
                    <a:pt x="2739" y="3162"/>
                    <a:pt x="2810" y="3186"/>
                    <a:pt x="2882" y="3186"/>
                  </a:cubicBezTo>
                  <a:cubicBezTo>
                    <a:pt x="2953" y="3186"/>
                    <a:pt x="3049" y="3162"/>
                    <a:pt x="3120" y="3091"/>
                  </a:cubicBezTo>
                  <a:cubicBezTo>
                    <a:pt x="3239" y="2972"/>
                    <a:pt x="3239" y="2781"/>
                    <a:pt x="3120" y="2662"/>
                  </a:cubicBezTo>
                  <a:lnTo>
                    <a:pt x="572" y="90"/>
                  </a:lnTo>
                  <a:cubicBezTo>
                    <a:pt x="512" y="31"/>
                    <a:pt x="429" y="1"/>
                    <a:pt x="346"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1" name="Google Shape;24581;p147"/>
            <p:cNvSpPr/>
            <p:nvPr/>
          </p:nvSpPr>
          <p:spPr>
            <a:xfrm>
              <a:off x="4079284" y="1931268"/>
              <a:ext cx="104830" cy="103115"/>
            </a:xfrm>
            <a:custGeom>
              <a:avLst/>
              <a:gdLst/>
              <a:ahLst/>
              <a:cxnLst/>
              <a:rect l="l" t="t" r="r" b="b"/>
              <a:pathLst>
                <a:path w="3240" h="3187" extrusionOk="0">
                  <a:moveTo>
                    <a:pt x="346" y="1"/>
                  </a:moveTo>
                  <a:cubicBezTo>
                    <a:pt x="262" y="1"/>
                    <a:pt x="179" y="31"/>
                    <a:pt x="119" y="90"/>
                  </a:cubicBezTo>
                  <a:cubicBezTo>
                    <a:pt x="0" y="209"/>
                    <a:pt x="0" y="424"/>
                    <a:pt x="119" y="543"/>
                  </a:cubicBezTo>
                  <a:lnTo>
                    <a:pt x="2691" y="3091"/>
                  </a:lnTo>
                  <a:cubicBezTo>
                    <a:pt x="2739" y="3162"/>
                    <a:pt x="2810" y="3186"/>
                    <a:pt x="2882" y="3186"/>
                  </a:cubicBezTo>
                  <a:cubicBezTo>
                    <a:pt x="2953" y="3186"/>
                    <a:pt x="3049" y="3162"/>
                    <a:pt x="3120" y="3091"/>
                  </a:cubicBezTo>
                  <a:cubicBezTo>
                    <a:pt x="3239" y="2972"/>
                    <a:pt x="3239" y="2781"/>
                    <a:pt x="3120" y="2662"/>
                  </a:cubicBezTo>
                  <a:lnTo>
                    <a:pt x="572" y="90"/>
                  </a:lnTo>
                  <a:cubicBezTo>
                    <a:pt x="512" y="31"/>
                    <a:pt x="429" y="1"/>
                    <a:pt x="346"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2" name="Google Shape;24582;p147"/>
            <p:cNvSpPr/>
            <p:nvPr/>
          </p:nvSpPr>
          <p:spPr>
            <a:xfrm>
              <a:off x="4019946" y="2055152"/>
              <a:ext cx="346781" cy="223476"/>
            </a:xfrm>
            <a:custGeom>
              <a:avLst/>
              <a:gdLst/>
              <a:ahLst/>
              <a:cxnLst/>
              <a:rect l="l" t="t" r="r" b="b"/>
              <a:pathLst>
                <a:path w="10718" h="6907" extrusionOk="0">
                  <a:moveTo>
                    <a:pt x="1144" y="0"/>
                  </a:moveTo>
                  <a:cubicBezTo>
                    <a:pt x="501" y="0"/>
                    <a:pt x="1" y="524"/>
                    <a:pt x="1" y="1143"/>
                  </a:cubicBezTo>
                  <a:lnTo>
                    <a:pt x="1" y="5739"/>
                  </a:lnTo>
                  <a:cubicBezTo>
                    <a:pt x="1" y="6382"/>
                    <a:pt x="525" y="6906"/>
                    <a:pt x="1144" y="6906"/>
                  </a:cubicBezTo>
                  <a:lnTo>
                    <a:pt x="9550" y="6906"/>
                  </a:lnTo>
                  <a:cubicBezTo>
                    <a:pt x="10169" y="6906"/>
                    <a:pt x="10670" y="6382"/>
                    <a:pt x="10717" y="5739"/>
                  </a:cubicBezTo>
                  <a:lnTo>
                    <a:pt x="10717" y="1143"/>
                  </a:lnTo>
                  <a:cubicBezTo>
                    <a:pt x="10717" y="500"/>
                    <a:pt x="10169" y="0"/>
                    <a:pt x="9550"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3" name="Google Shape;24583;p147"/>
            <p:cNvSpPr/>
            <p:nvPr/>
          </p:nvSpPr>
          <p:spPr>
            <a:xfrm>
              <a:off x="4193302" y="2055152"/>
              <a:ext cx="173423" cy="223476"/>
            </a:xfrm>
            <a:custGeom>
              <a:avLst/>
              <a:gdLst/>
              <a:ahLst/>
              <a:cxnLst/>
              <a:rect l="l" t="t" r="r" b="b"/>
              <a:pathLst>
                <a:path w="5360" h="6907" extrusionOk="0">
                  <a:moveTo>
                    <a:pt x="1" y="0"/>
                  </a:moveTo>
                  <a:lnTo>
                    <a:pt x="1" y="6906"/>
                  </a:lnTo>
                  <a:lnTo>
                    <a:pt x="4192" y="6906"/>
                  </a:lnTo>
                  <a:cubicBezTo>
                    <a:pt x="4811" y="6906"/>
                    <a:pt x="5359" y="6382"/>
                    <a:pt x="5359" y="5739"/>
                  </a:cubicBezTo>
                  <a:lnTo>
                    <a:pt x="5359" y="1143"/>
                  </a:lnTo>
                  <a:cubicBezTo>
                    <a:pt x="5312" y="524"/>
                    <a:pt x="4811" y="0"/>
                    <a:pt x="4192"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4" name="Google Shape;24584;p147"/>
            <p:cNvSpPr/>
            <p:nvPr/>
          </p:nvSpPr>
          <p:spPr>
            <a:xfrm>
              <a:off x="4060777" y="2156842"/>
              <a:ext cx="128708" cy="80952"/>
            </a:xfrm>
            <a:custGeom>
              <a:avLst/>
              <a:gdLst/>
              <a:ahLst/>
              <a:cxnLst/>
              <a:rect l="l" t="t" r="r" b="b"/>
              <a:pathLst>
                <a:path w="3978" h="2502" extrusionOk="0">
                  <a:moveTo>
                    <a:pt x="1951" y="0"/>
                  </a:moveTo>
                  <a:cubicBezTo>
                    <a:pt x="1936" y="0"/>
                    <a:pt x="1921" y="0"/>
                    <a:pt x="1906" y="1"/>
                  </a:cubicBezTo>
                  <a:cubicBezTo>
                    <a:pt x="834" y="24"/>
                    <a:pt x="1" y="929"/>
                    <a:pt x="1" y="2001"/>
                  </a:cubicBezTo>
                  <a:lnTo>
                    <a:pt x="1" y="2168"/>
                  </a:lnTo>
                  <a:cubicBezTo>
                    <a:pt x="1" y="2358"/>
                    <a:pt x="168" y="2501"/>
                    <a:pt x="334" y="2501"/>
                  </a:cubicBezTo>
                  <a:lnTo>
                    <a:pt x="3668" y="2501"/>
                  </a:lnTo>
                  <a:cubicBezTo>
                    <a:pt x="3811" y="2501"/>
                    <a:pt x="3978" y="2358"/>
                    <a:pt x="3978" y="2215"/>
                  </a:cubicBezTo>
                  <a:lnTo>
                    <a:pt x="3978" y="2001"/>
                  </a:lnTo>
                  <a:cubicBezTo>
                    <a:pt x="3978" y="873"/>
                    <a:pt x="3073" y="0"/>
                    <a:pt x="1951" y="0"/>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5" name="Google Shape;24585;p147"/>
            <p:cNvSpPr/>
            <p:nvPr/>
          </p:nvSpPr>
          <p:spPr>
            <a:xfrm>
              <a:off x="4124742" y="2156842"/>
              <a:ext cx="64742" cy="80952"/>
            </a:xfrm>
            <a:custGeom>
              <a:avLst/>
              <a:gdLst/>
              <a:ahLst/>
              <a:cxnLst/>
              <a:rect l="l" t="t" r="r" b="b"/>
              <a:pathLst>
                <a:path w="2001" h="2502" extrusionOk="0">
                  <a:moveTo>
                    <a:pt x="0" y="1"/>
                  </a:moveTo>
                  <a:lnTo>
                    <a:pt x="0" y="2501"/>
                  </a:lnTo>
                  <a:lnTo>
                    <a:pt x="1667" y="2501"/>
                  </a:lnTo>
                  <a:cubicBezTo>
                    <a:pt x="1834" y="2501"/>
                    <a:pt x="2001" y="2358"/>
                    <a:pt x="2001" y="2168"/>
                  </a:cubicBezTo>
                  <a:lnTo>
                    <a:pt x="2001" y="1977"/>
                  </a:lnTo>
                  <a:cubicBezTo>
                    <a:pt x="2001" y="906"/>
                    <a:pt x="1096" y="1"/>
                    <a:pt x="0" y="1"/>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6" name="Google Shape;24586;p147"/>
            <p:cNvSpPr/>
            <p:nvPr/>
          </p:nvSpPr>
          <p:spPr>
            <a:xfrm>
              <a:off x="4208735" y="2217701"/>
              <a:ext cx="116381" cy="20092"/>
            </a:xfrm>
            <a:custGeom>
              <a:avLst/>
              <a:gdLst/>
              <a:ahLst/>
              <a:cxnLst/>
              <a:rect l="l" t="t" r="r" b="b"/>
              <a:pathLst>
                <a:path w="3597" h="621" extrusionOk="0">
                  <a:moveTo>
                    <a:pt x="310" y="1"/>
                  </a:moveTo>
                  <a:cubicBezTo>
                    <a:pt x="143" y="1"/>
                    <a:pt x="0" y="168"/>
                    <a:pt x="24" y="358"/>
                  </a:cubicBezTo>
                  <a:cubicBezTo>
                    <a:pt x="48" y="501"/>
                    <a:pt x="191" y="620"/>
                    <a:pt x="357" y="620"/>
                  </a:cubicBezTo>
                  <a:lnTo>
                    <a:pt x="3263" y="620"/>
                  </a:lnTo>
                  <a:cubicBezTo>
                    <a:pt x="3453" y="620"/>
                    <a:pt x="3596" y="477"/>
                    <a:pt x="3572" y="263"/>
                  </a:cubicBezTo>
                  <a:cubicBezTo>
                    <a:pt x="3525" y="120"/>
                    <a:pt x="3382" y="1"/>
                    <a:pt x="3239" y="1"/>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7" name="Google Shape;24587;p147"/>
            <p:cNvSpPr/>
            <p:nvPr/>
          </p:nvSpPr>
          <p:spPr>
            <a:xfrm>
              <a:off x="4208735" y="2176870"/>
              <a:ext cx="116381" cy="20837"/>
            </a:xfrm>
            <a:custGeom>
              <a:avLst/>
              <a:gdLst/>
              <a:ahLst/>
              <a:cxnLst/>
              <a:rect l="l" t="t" r="r" b="b"/>
              <a:pathLst>
                <a:path w="3597" h="644" extrusionOk="0">
                  <a:moveTo>
                    <a:pt x="310" y="1"/>
                  </a:moveTo>
                  <a:cubicBezTo>
                    <a:pt x="143" y="1"/>
                    <a:pt x="0" y="191"/>
                    <a:pt x="24" y="358"/>
                  </a:cubicBezTo>
                  <a:cubicBezTo>
                    <a:pt x="48" y="525"/>
                    <a:pt x="191" y="644"/>
                    <a:pt x="357" y="644"/>
                  </a:cubicBezTo>
                  <a:lnTo>
                    <a:pt x="3263" y="644"/>
                  </a:lnTo>
                  <a:cubicBezTo>
                    <a:pt x="3453" y="644"/>
                    <a:pt x="3596" y="453"/>
                    <a:pt x="3572" y="287"/>
                  </a:cubicBezTo>
                  <a:cubicBezTo>
                    <a:pt x="3525" y="120"/>
                    <a:pt x="3382" y="1"/>
                    <a:pt x="3239" y="1"/>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8" name="Google Shape;24588;p147"/>
            <p:cNvSpPr/>
            <p:nvPr/>
          </p:nvSpPr>
          <p:spPr>
            <a:xfrm>
              <a:off x="4208735" y="2136815"/>
              <a:ext cx="116381" cy="20060"/>
            </a:xfrm>
            <a:custGeom>
              <a:avLst/>
              <a:gdLst/>
              <a:ahLst/>
              <a:cxnLst/>
              <a:rect l="l" t="t" r="r" b="b"/>
              <a:pathLst>
                <a:path w="3597" h="620" extrusionOk="0">
                  <a:moveTo>
                    <a:pt x="310" y="0"/>
                  </a:moveTo>
                  <a:cubicBezTo>
                    <a:pt x="143" y="0"/>
                    <a:pt x="0" y="167"/>
                    <a:pt x="24" y="358"/>
                  </a:cubicBezTo>
                  <a:cubicBezTo>
                    <a:pt x="48" y="501"/>
                    <a:pt x="191" y="620"/>
                    <a:pt x="357" y="620"/>
                  </a:cubicBezTo>
                  <a:lnTo>
                    <a:pt x="3263" y="620"/>
                  </a:lnTo>
                  <a:cubicBezTo>
                    <a:pt x="3453" y="620"/>
                    <a:pt x="3596" y="453"/>
                    <a:pt x="3572" y="262"/>
                  </a:cubicBezTo>
                  <a:cubicBezTo>
                    <a:pt x="3525" y="120"/>
                    <a:pt x="3382" y="0"/>
                    <a:pt x="3239"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9" name="Google Shape;24589;p147"/>
            <p:cNvSpPr/>
            <p:nvPr/>
          </p:nvSpPr>
          <p:spPr>
            <a:xfrm>
              <a:off x="4162500" y="2013545"/>
              <a:ext cx="61669" cy="88620"/>
            </a:xfrm>
            <a:custGeom>
              <a:avLst/>
              <a:gdLst/>
              <a:ahLst/>
              <a:cxnLst/>
              <a:rect l="l" t="t" r="r" b="b"/>
              <a:pathLst>
                <a:path w="1906" h="2739" extrusionOk="0">
                  <a:moveTo>
                    <a:pt x="310" y="0"/>
                  </a:moveTo>
                  <a:cubicBezTo>
                    <a:pt x="143" y="0"/>
                    <a:pt x="0" y="143"/>
                    <a:pt x="0" y="334"/>
                  </a:cubicBezTo>
                  <a:lnTo>
                    <a:pt x="0" y="2405"/>
                  </a:lnTo>
                  <a:cubicBezTo>
                    <a:pt x="0" y="2596"/>
                    <a:pt x="143" y="2739"/>
                    <a:pt x="310" y="2739"/>
                  </a:cubicBezTo>
                  <a:lnTo>
                    <a:pt x="1572" y="2739"/>
                  </a:lnTo>
                  <a:cubicBezTo>
                    <a:pt x="1739" y="2739"/>
                    <a:pt x="1858" y="2620"/>
                    <a:pt x="1905" y="2405"/>
                  </a:cubicBezTo>
                  <a:lnTo>
                    <a:pt x="1905" y="334"/>
                  </a:lnTo>
                  <a:cubicBezTo>
                    <a:pt x="1905" y="143"/>
                    <a:pt x="1739" y="0"/>
                    <a:pt x="1572"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0" name="Google Shape;24590;p147"/>
            <p:cNvSpPr/>
            <p:nvPr/>
          </p:nvSpPr>
          <p:spPr>
            <a:xfrm>
              <a:off x="4193302" y="2014289"/>
              <a:ext cx="30867" cy="87876"/>
            </a:xfrm>
            <a:custGeom>
              <a:avLst/>
              <a:gdLst/>
              <a:ahLst/>
              <a:cxnLst/>
              <a:rect l="l" t="t" r="r" b="b"/>
              <a:pathLst>
                <a:path w="954" h="2716" extrusionOk="0">
                  <a:moveTo>
                    <a:pt x="1" y="1"/>
                  </a:moveTo>
                  <a:lnTo>
                    <a:pt x="1" y="2716"/>
                  </a:lnTo>
                  <a:lnTo>
                    <a:pt x="620" y="2716"/>
                  </a:lnTo>
                  <a:cubicBezTo>
                    <a:pt x="787" y="2716"/>
                    <a:pt x="953" y="2573"/>
                    <a:pt x="953" y="2382"/>
                  </a:cubicBezTo>
                  <a:lnTo>
                    <a:pt x="953" y="311"/>
                  </a:lnTo>
                  <a:cubicBezTo>
                    <a:pt x="906" y="144"/>
                    <a:pt x="787" y="1"/>
                    <a:pt x="620"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1" name="Google Shape;24591;p147"/>
            <p:cNvSpPr/>
            <p:nvPr/>
          </p:nvSpPr>
          <p:spPr>
            <a:xfrm>
              <a:off x="4083911" y="2095207"/>
              <a:ext cx="80920" cy="80920"/>
            </a:xfrm>
            <a:custGeom>
              <a:avLst/>
              <a:gdLst/>
              <a:ahLst/>
              <a:cxnLst/>
              <a:rect l="l" t="t" r="r" b="b"/>
              <a:pathLst>
                <a:path w="2501" h="2501" extrusionOk="0">
                  <a:moveTo>
                    <a:pt x="1262" y="0"/>
                  </a:moveTo>
                  <a:cubicBezTo>
                    <a:pt x="572" y="0"/>
                    <a:pt x="0" y="572"/>
                    <a:pt x="0" y="1263"/>
                  </a:cubicBezTo>
                  <a:cubicBezTo>
                    <a:pt x="0" y="1929"/>
                    <a:pt x="572" y="2501"/>
                    <a:pt x="1262" y="2501"/>
                  </a:cubicBezTo>
                  <a:cubicBezTo>
                    <a:pt x="1977" y="2501"/>
                    <a:pt x="2501" y="1929"/>
                    <a:pt x="2501" y="1263"/>
                  </a:cubicBezTo>
                  <a:cubicBezTo>
                    <a:pt x="2501" y="572"/>
                    <a:pt x="1953" y="0"/>
                    <a:pt x="1262"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2" name="Google Shape;24592;p147"/>
            <p:cNvSpPr/>
            <p:nvPr/>
          </p:nvSpPr>
          <p:spPr>
            <a:xfrm>
              <a:off x="4124742" y="2095207"/>
              <a:ext cx="40088" cy="80920"/>
            </a:xfrm>
            <a:custGeom>
              <a:avLst/>
              <a:gdLst/>
              <a:ahLst/>
              <a:cxnLst/>
              <a:rect l="l" t="t" r="r" b="b"/>
              <a:pathLst>
                <a:path w="1239" h="2501" extrusionOk="0">
                  <a:moveTo>
                    <a:pt x="0" y="0"/>
                  </a:moveTo>
                  <a:lnTo>
                    <a:pt x="0" y="2501"/>
                  </a:lnTo>
                  <a:cubicBezTo>
                    <a:pt x="691" y="2501"/>
                    <a:pt x="1239" y="1929"/>
                    <a:pt x="1239" y="1263"/>
                  </a:cubicBezTo>
                  <a:cubicBezTo>
                    <a:pt x="1239" y="572"/>
                    <a:pt x="715" y="0"/>
                    <a:pt x="0"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93" name="Google Shape;24593;p147"/>
          <p:cNvGrpSpPr/>
          <p:nvPr/>
        </p:nvGrpSpPr>
        <p:grpSpPr>
          <a:xfrm>
            <a:off x="4781217" y="1779450"/>
            <a:ext cx="319019" cy="346780"/>
            <a:chOff x="4781217" y="1931850"/>
            <a:chExt cx="319019" cy="346780"/>
          </a:xfrm>
        </p:grpSpPr>
        <p:sp>
          <p:nvSpPr>
            <p:cNvPr id="24594" name="Google Shape;24594;p147"/>
            <p:cNvSpPr/>
            <p:nvPr/>
          </p:nvSpPr>
          <p:spPr>
            <a:xfrm>
              <a:off x="4781217" y="2011992"/>
              <a:ext cx="61669" cy="75549"/>
            </a:xfrm>
            <a:custGeom>
              <a:avLst/>
              <a:gdLst/>
              <a:ahLst/>
              <a:cxnLst/>
              <a:rect l="l" t="t" r="r" b="b"/>
              <a:pathLst>
                <a:path w="1906" h="2335" extrusionOk="0">
                  <a:moveTo>
                    <a:pt x="1167" y="1"/>
                  </a:moveTo>
                  <a:cubicBezTo>
                    <a:pt x="524" y="1"/>
                    <a:pt x="0" y="524"/>
                    <a:pt x="0" y="1167"/>
                  </a:cubicBezTo>
                  <a:cubicBezTo>
                    <a:pt x="0" y="1834"/>
                    <a:pt x="548" y="2334"/>
                    <a:pt x="1167" y="2334"/>
                  </a:cubicBezTo>
                  <a:cubicBezTo>
                    <a:pt x="1358" y="2334"/>
                    <a:pt x="1477" y="2191"/>
                    <a:pt x="1501" y="2072"/>
                  </a:cubicBezTo>
                  <a:cubicBezTo>
                    <a:pt x="1501" y="1882"/>
                    <a:pt x="1358" y="1739"/>
                    <a:pt x="1167" y="1739"/>
                  </a:cubicBezTo>
                  <a:cubicBezTo>
                    <a:pt x="881" y="1739"/>
                    <a:pt x="643" y="1501"/>
                    <a:pt x="643" y="1191"/>
                  </a:cubicBezTo>
                  <a:cubicBezTo>
                    <a:pt x="643" y="905"/>
                    <a:pt x="881" y="667"/>
                    <a:pt x="1167" y="667"/>
                  </a:cubicBezTo>
                  <a:lnTo>
                    <a:pt x="1596" y="667"/>
                  </a:lnTo>
                  <a:cubicBezTo>
                    <a:pt x="1763" y="667"/>
                    <a:pt x="1906" y="524"/>
                    <a:pt x="1906" y="334"/>
                  </a:cubicBezTo>
                  <a:cubicBezTo>
                    <a:pt x="1906" y="167"/>
                    <a:pt x="1763" y="1"/>
                    <a:pt x="1596" y="1"/>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5" name="Google Shape;24595;p147"/>
            <p:cNvSpPr/>
            <p:nvPr/>
          </p:nvSpPr>
          <p:spPr>
            <a:xfrm>
              <a:off x="4820496" y="1931850"/>
              <a:ext cx="238133" cy="305949"/>
            </a:xfrm>
            <a:custGeom>
              <a:avLst/>
              <a:gdLst/>
              <a:ahLst/>
              <a:cxnLst/>
              <a:rect l="l" t="t" r="r" b="b"/>
              <a:pathLst>
                <a:path w="7360" h="9456" extrusionOk="0">
                  <a:moveTo>
                    <a:pt x="334" y="1"/>
                  </a:moveTo>
                  <a:cubicBezTo>
                    <a:pt x="168" y="1"/>
                    <a:pt x="1" y="144"/>
                    <a:pt x="1" y="310"/>
                  </a:cubicBezTo>
                  <a:lnTo>
                    <a:pt x="1" y="9122"/>
                  </a:lnTo>
                  <a:cubicBezTo>
                    <a:pt x="1" y="9312"/>
                    <a:pt x="168" y="9455"/>
                    <a:pt x="334" y="9455"/>
                  </a:cubicBezTo>
                  <a:lnTo>
                    <a:pt x="7026" y="9455"/>
                  </a:lnTo>
                  <a:cubicBezTo>
                    <a:pt x="7217" y="9455"/>
                    <a:pt x="7360" y="9312"/>
                    <a:pt x="7360" y="9122"/>
                  </a:cubicBezTo>
                  <a:lnTo>
                    <a:pt x="7360" y="310"/>
                  </a:lnTo>
                  <a:cubicBezTo>
                    <a:pt x="7360" y="144"/>
                    <a:pt x="7217" y="1"/>
                    <a:pt x="7026" y="1"/>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6" name="Google Shape;24596;p147"/>
            <p:cNvSpPr/>
            <p:nvPr/>
          </p:nvSpPr>
          <p:spPr>
            <a:xfrm>
              <a:off x="4939949" y="1931850"/>
              <a:ext cx="118678" cy="305172"/>
            </a:xfrm>
            <a:custGeom>
              <a:avLst/>
              <a:gdLst/>
              <a:ahLst/>
              <a:cxnLst/>
              <a:rect l="l" t="t" r="r" b="b"/>
              <a:pathLst>
                <a:path w="3668" h="9432" extrusionOk="0">
                  <a:moveTo>
                    <a:pt x="0" y="1"/>
                  </a:moveTo>
                  <a:lnTo>
                    <a:pt x="0" y="9431"/>
                  </a:lnTo>
                  <a:lnTo>
                    <a:pt x="3334" y="9431"/>
                  </a:lnTo>
                  <a:cubicBezTo>
                    <a:pt x="3525" y="9431"/>
                    <a:pt x="3668" y="9288"/>
                    <a:pt x="3668" y="9098"/>
                  </a:cubicBezTo>
                  <a:lnTo>
                    <a:pt x="3668" y="287"/>
                  </a:lnTo>
                  <a:cubicBezTo>
                    <a:pt x="3668" y="144"/>
                    <a:pt x="3525" y="1"/>
                    <a:pt x="3334" y="1"/>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7" name="Google Shape;24597;p147"/>
            <p:cNvSpPr/>
            <p:nvPr/>
          </p:nvSpPr>
          <p:spPr>
            <a:xfrm>
              <a:off x="4862104" y="1971937"/>
              <a:ext cx="238133" cy="306693"/>
            </a:xfrm>
            <a:custGeom>
              <a:avLst/>
              <a:gdLst/>
              <a:ahLst/>
              <a:cxnLst/>
              <a:rect l="l" t="t" r="r" b="b"/>
              <a:pathLst>
                <a:path w="7360" h="9479" extrusionOk="0">
                  <a:moveTo>
                    <a:pt x="334" y="0"/>
                  </a:moveTo>
                  <a:cubicBezTo>
                    <a:pt x="168" y="0"/>
                    <a:pt x="1" y="143"/>
                    <a:pt x="1" y="334"/>
                  </a:cubicBezTo>
                  <a:lnTo>
                    <a:pt x="1" y="9145"/>
                  </a:lnTo>
                  <a:cubicBezTo>
                    <a:pt x="1" y="9312"/>
                    <a:pt x="168" y="9478"/>
                    <a:pt x="334" y="9478"/>
                  </a:cubicBezTo>
                  <a:lnTo>
                    <a:pt x="7026" y="9478"/>
                  </a:lnTo>
                  <a:cubicBezTo>
                    <a:pt x="7193" y="9478"/>
                    <a:pt x="7336" y="9312"/>
                    <a:pt x="7360" y="9145"/>
                  </a:cubicBezTo>
                  <a:lnTo>
                    <a:pt x="7360" y="334"/>
                  </a:lnTo>
                  <a:cubicBezTo>
                    <a:pt x="7360" y="143"/>
                    <a:pt x="7217" y="0"/>
                    <a:pt x="7026"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8" name="Google Shape;24598;p147"/>
            <p:cNvSpPr/>
            <p:nvPr/>
          </p:nvSpPr>
          <p:spPr>
            <a:xfrm>
              <a:off x="4984631" y="1971937"/>
              <a:ext cx="115604" cy="306693"/>
            </a:xfrm>
            <a:custGeom>
              <a:avLst/>
              <a:gdLst/>
              <a:ahLst/>
              <a:cxnLst/>
              <a:rect l="l" t="t" r="r" b="b"/>
              <a:pathLst>
                <a:path w="3573" h="9479" extrusionOk="0">
                  <a:moveTo>
                    <a:pt x="0" y="0"/>
                  </a:moveTo>
                  <a:lnTo>
                    <a:pt x="0" y="9478"/>
                  </a:lnTo>
                  <a:lnTo>
                    <a:pt x="3239" y="9478"/>
                  </a:lnTo>
                  <a:cubicBezTo>
                    <a:pt x="3430" y="9478"/>
                    <a:pt x="3573" y="9312"/>
                    <a:pt x="3573" y="9145"/>
                  </a:cubicBezTo>
                  <a:lnTo>
                    <a:pt x="3573" y="334"/>
                  </a:lnTo>
                  <a:cubicBezTo>
                    <a:pt x="3549" y="143"/>
                    <a:pt x="3406" y="0"/>
                    <a:pt x="3239"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9" name="Google Shape;24599;p147"/>
            <p:cNvSpPr/>
            <p:nvPr/>
          </p:nvSpPr>
          <p:spPr>
            <a:xfrm>
              <a:off x="4919889" y="2072850"/>
              <a:ext cx="129485" cy="82505"/>
            </a:xfrm>
            <a:custGeom>
              <a:avLst/>
              <a:gdLst/>
              <a:ahLst/>
              <a:cxnLst/>
              <a:rect l="l" t="t" r="r" b="b"/>
              <a:pathLst>
                <a:path w="4002" h="2550" extrusionOk="0">
                  <a:moveTo>
                    <a:pt x="2001" y="1"/>
                  </a:moveTo>
                  <a:cubicBezTo>
                    <a:pt x="906" y="1"/>
                    <a:pt x="1" y="906"/>
                    <a:pt x="1" y="2001"/>
                  </a:cubicBezTo>
                  <a:lnTo>
                    <a:pt x="1" y="2216"/>
                  </a:lnTo>
                  <a:cubicBezTo>
                    <a:pt x="1" y="2382"/>
                    <a:pt x="144" y="2549"/>
                    <a:pt x="334" y="2549"/>
                  </a:cubicBezTo>
                  <a:lnTo>
                    <a:pt x="3668" y="2549"/>
                  </a:lnTo>
                  <a:cubicBezTo>
                    <a:pt x="3859" y="2549"/>
                    <a:pt x="3954" y="2382"/>
                    <a:pt x="4002" y="2216"/>
                  </a:cubicBezTo>
                  <a:lnTo>
                    <a:pt x="4002" y="2001"/>
                  </a:lnTo>
                  <a:cubicBezTo>
                    <a:pt x="4002" y="906"/>
                    <a:pt x="3097" y="1"/>
                    <a:pt x="2001" y="1"/>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0" name="Google Shape;24600;p147"/>
            <p:cNvSpPr/>
            <p:nvPr/>
          </p:nvSpPr>
          <p:spPr>
            <a:xfrm>
              <a:off x="4960753" y="2174573"/>
              <a:ext cx="88620" cy="20837"/>
            </a:xfrm>
            <a:custGeom>
              <a:avLst/>
              <a:gdLst/>
              <a:ahLst/>
              <a:cxnLst/>
              <a:rect l="l" t="t" r="r" b="b"/>
              <a:pathLst>
                <a:path w="2739" h="644" extrusionOk="0">
                  <a:moveTo>
                    <a:pt x="310" y="0"/>
                  </a:moveTo>
                  <a:cubicBezTo>
                    <a:pt x="143" y="0"/>
                    <a:pt x="0" y="143"/>
                    <a:pt x="0" y="310"/>
                  </a:cubicBezTo>
                  <a:cubicBezTo>
                    <a:pt x="0" y="500"/>
                    <a:pt x="143" y="643"/>
                    <a:pt x="310" y="643"/>
                  </a:cubicBezTo>
                  <a:lnTo>
                    <a:pt x="2405" y="643"/>
                  </a:lnTo>
                  <a:cubicBezTo>
                    <a:pt x="2596" y="643"/>
                    <a:pt x="2691" y="500"/>
                    <a:pt x="2739" y="310"/>
                  </a:cubicBezTo>
                  <a:cubicBezTo>
                    <a:pt x="2739" y="143"/>
                    <a:pt x="2596" y="0"/>
                    <a:pt x="2405" y="0"/>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1" name="Google Shape;24601;p147"/>
            <p:cNvSpPr/>
            <p:nvPr/>
          </p:nvSpPr>
          <p:spPr>
            <a:xfrm>
              <a:off x="4984631" y="2175349"/>
              <a:ext cx="64742" cy="20060"/>
            </a:xfrm>
            <a:custGeom>
              <a:avLst/>
              <a:gdLst/>
              <a:ahLst/>
              <a:cxnLst/>
              <a:rect l="l" t="t" r="r" b="b"/>
              <a:pathLst>
                <a:path w="2001" h="620" extrusionOk="0">
                  <a:moveTo>
                    <a:pt x="0" y="0"/>
                  </a:moveTo>
                  <a:lnTo>
                    <a:pt x="0" y="619"/>
                  </a:lnTo>
                  <a:lnTo>
                    <a:pt x="1667" y="619"/>
                  </a:lnTo>
                  <a:cubicBezTo>
                    <a:pt x="1858" y="619"/>
                    <a:pt x="2001" y="476"/>
                    <a:pt x="2001" y="286"/>
                  </a:cubicBezTo>
                  <a:cubicBezTo>
                    <a:pt x="1953" y="143"/>
                    <a:pt x="1858" y="0"/>
                    <a:pt x="1667"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2" name="Google Shape;24602;p147"/>
            <p:cNvSpPr/>
            <p:nvPr/>
          </p:nvSpPr>
          <p:spPr>
            <a:xfrm>
              <a:off x="4892938" y="2214627"/>
              <a:ext cx="156436" cy="21613"/>
            </a:xfrm>
            <a:custGeom>
              <a:avLst/>
              <a:gdLst/>
              <a:ahLst/>
              <a:cxnLst/>
              <a:rect l="l" t="t" r="r" b="b"/>
              <a:pathLst>
                <a:path w="4835" h="668" extrusionOk="0">
                  <a:moveTo>
                    <a:pt x="334" y="1"/>
                  </a:moveTo>
                  <a:cubicBezTo>
                    <a:pt x="143" y="1"/>
                    <a:pt x="0" y="144"/>
                    <a:pt x="0" y="334"/>
                  </a:cubicBezTo>
                  <a:cubicBezTo>
                    <a:pt x="0" y="501"/>
                    <a:pt x="143" y="668"/>
                    <a:pt x="334" y="668"/>
                  </a:cubicBezTo>
                  <a:lnTo>
                    <a:pt x="4501" y="668"/>
                  </a:lnTo>
                  <a:cubicBezTo>
                    <a:pt x="4692" y="668"/>
                    <a:pt x="4835" y="501"/>
                    <a:pt x="4835" y="334"/>
                  </a:cubicBezTo>
                  <a:cubicBezTo>
                    <a:pt x="4835" y="144"/>
                    <a:pt x="4692" y="1"/>
                    <a:pt x="4501" y="1"/>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3" name="Google Shape;24603;p147"/>
            <p:cNvSpPr/>
            <p:nvPr/>
          </p:nvSpPr>
          <p:spPr>
            <a:xfrm>
              <a:off x="4984631" y="2215404"/>
              <a:ext cx="64742" cy="20837"/>
            </a:xfrm>
            <a:custGeom>
              <a:avLst/>
              <a:gdLst/>
              <a:ahLst/>
              <a:cxnLst/>
              <a:rect l="l" t="t" r="r" b="b"/>
              <a:pathLst>
                <a:path w="2001" h="644" extrusionOk="0">
                  <a:moveTo>
                    <a:pt x="0" y="1"/>
                  </a:moveTo>
                  <a:lnTo>
                    <a:pt x="0" y="644"/>
                  </a:lnTo>
                  <a:lnTo>
                    <a:pt x="1667" y="644"/>
                  </a:lnTo>
                  <a:cubicBezTo>
                    <a:pt x="1858" y="644"/>
                    <a:pt x="2001" y="477"/>
                    <a:pt x="2001" y="310"/>
                  </a:cubicBezTo>
                  <a:cubicBezTo>
                    <a:pt x="2001" y="120"/>
                    <a:pt x="1858" y="1"/>
                    <a:pt x="1667" y="1"/>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4" name="Google Shape;24604;p147"/>
            <p:cNvSpPr/>
            <p:nvPr/>
          </p:nvSpPr>
          <p:spPr>
            <a:xfrm>
              <a:off x="4984631" y="2074403"/>
              <a:ext cx="64742" cy="80952"/>
            </a:xfrm>
            <a:custGeom>
              <a:avLst/>
              <a:gdLst/>
              <a:ahLst/>
              <a:cxnLst/>
              <a:rect l="l" t="t" r="r" b="b"/>
              <a:pathLst>
                <a:path w="2001" h="2502" extrusionOk="0">
                  <a:moveTo>
                    <a:pt x="0" y="1"/>
                  </a:moveTo>
                  <a:lnTo>
                    <a:pt x="0" y="2501"/>
                  </a:lnTo>
                  <a:lnTo>
                    <a:pt x="1667" y="2501"/>
                  </a:lnTo>
                  <a:cubicBezTo>
                    <a:pt x="1858" y="2501"/>
                    <a:pt x="2001" y="2334"/>
                    <a:pt x="2001" y="2168"/>
                  </a:cubicBezTo>
                  <a:lnTo>
                    <a:pt x="2001" y="1953"/>
                  </a:lnTo>
                  <a:cubicBezTo>
                    <a:pt x="1953" y="882"/>
                    <a:pt x="1096" y="1"/>
                    <a:pt x="0" y="1"/>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5" name="Google Shape;24605;p147"/>
            <p:cNvSpPr/>
            <p:nvPr/>
          </p:nvSpPr>
          <p:spPr>
            <a:xfrm>
              <a:off x="4944576" y="2013545"/>
              <a:ext cx="80920" cy="80920"/>
            </a:xfrm>
            <a:custGeom>
              <a:avLst/>
              <a:gdLst/>
              <a:ahLst/>
              <a:cxnLst/>
              <a:rect l="l" t="t" r="r" b="b"/>
              <a:pathLst>
                <a:path w="2501" h="2501" extrusionOk="0">
                  <a:moveTo>
                    <a:pt x="1238" y="0"/>
                  </a:moveTo>
                  <a:cubicBezTo>
                    <a:pt x="548" y="0"/>
                    <a:pt x="0" y="572"/>
                    <a:pt x="0" y="1239"/>
                  </a:cubicBezTo>
                  <a:cubicBezTo>
                    <a:pt x="0" y="1929"/>
                    <a:pt x="548" y="2501"/>
                    <a:pt x="1238" y="2501"/>
                  </a:cubicBezTo>
                  <a:cubicBezTo>
                    <a:pt x="1929" y="2501"/>
                    <a:pt x="2501" y="1929"/>
                    <a:pt x="2501" y="1239"/>
                  </a:cubicBezTo>
                  <a:cubicBezTo>
                    <a:pt x="2501" y="572"/>
                    <a:pt x="1929" y="0"/>
                    <a:pt x="1238"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6" name="Google Shape;24606;p147"/>
            <p:cNvSpPr/>
            <p:nvPr/>
          </p:nvSpPr>
          <p:spPr>
            <a:xfrm>
              <a:off x="4984631" y="2013545"/>
              <a:ext cx="40864" cy="80920"/>
            </a:xfrm>
            <a:custGeom>
              <a:avLst/>
              <a:gdLst/>
              <a:ahLst/>
              <a:cxnLst/>
              <a:rect l="l" t="t" r="r" b="b"/>
              <a:pathLst>
                <a:path w="1263" h="2501" extrusionOk="0">
                  <a:moveTo>
                    <a:pt x="0" y="0"/>
                  </a:moveTo>
                  <a:lnTo>
                    <a:pt x="0" y="2501"/>
                  </a:lnTo>
                  <a:cubicBezTo>
                    <a:pt x="691" y="2501"/>
                    <a:pt x="1263" y="1929"/>
                    <a:pt x="1263" y="1239"/>
                  </a:cubicBezTo>
                  <a:cubicBezTo>
                    <a:pt x="1263" y="572"/>
                    <a:pt x="691" y="0"/>
                    <a:pt x="0"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7" name="Google Shape;24607;p147"/>
            <p:cNvSpPr/>
            <p:nvPr/>
          </p:nvSpPr>
          <p:spPr>
            <a:xfrm>
              <a:off x="4808169" y="2010439"/>
              <a:ext cx="115637" cy="77102"/>
            </a:xfrm>
            <a:custGeom>
              <a:avLst/>
              <a:gdLst/>
              <a:ahLst/>
              <a:cxnLst/>
              <a:rect l="l" t="t" r="r" b="b"/>
              <a:pathLst>
                <a:path w="3574" h="2383" extrusionOk="0">
                  <a:moveTo>
                    <a:pt x="2001" y="1"/>
                  </a:moveTo>
                  <a:cubicBezTo>
                    <a:pt x="1811" y="1"/>
                    <a:pt x="1668" y="144"/>
                    <a:pt x="1668" y="334"/>
                  </a:cubicBezTo>
                  <a:cubicBezTo>
                    <a:pt x="1668" y="501"/>
                    <a:pt x="1811" y="644"/>
                    <a:pt x="2001" y="644"/>
                  </a:cubicBezTo>
                  <a:lnTo>
                    <a:pt x="2406" y="644"/>
                  </a:lnTo>
                  <a:cubicBezTo>
                    <a:pt x="2716" y="644"/>
                    <a:pt x="2954" y="906"/>
                    <a:pt x="2954" y="1192"/>
                  </a:cubicBezTo>
                  <a:cubicBezTo>
                    <a:pt x="2954" y="1501"/>
                    <a:pt x="2716" y="1739"/>
                    <a:pt x="2430" y="1739"/>
                  </a:cubicBezTo>
                  <a:lnTo>
                    <a:pt x="334" y="1739"/>
                  </a:lnTo>
                  <a:cubicBezTo>
                    <a:pt x="168" y="1739"/>
                    <a:pt x="1" y="1882"/>
                    <a:pt x="1" y="2049"/>
                  </a:cubicBezTo>
                  <a:cubicBezTo>
                    <a:pt x="1" y="2239"/>
                    <a:pt x="168" y="2382"/>
                    <a:pt x="334" y="2382"/>
                  </a:cubicBezTo>
                  <a:lnTo>
                    <a:pt x="2430" y="2382"/>
                  </a:lnTo>
                  <a:cubicBezTo>
                    <a:pt x="3049" y="2382"/>
                    <a:pt x="3573" y="1811"/>
                    <a:pt x="3573" y="1168"/>
                  </a:cubicBezTo>
                  <a:cubicBezTo>
                    <a:pt x="3573" y="501"/>
                    <a:pt x="3049" y="1"/>
                    <a:pt x="2406" y="1"/>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08" name="Google Shape;24608;p147"/>
          <p:cNvGrpSpPr/>
          <p:nvPr/>
        </p:nvGrpSpPr>
        <p:grpSpPr>
          <a:xfrm>
            <a:off x="5520132" y="1777929"/>
            <a:ext cx="347524" cy="348302"/>
            <a:chOff x="5520132" y="1930329"/>
            <a:chExt cx="347524" cy="348302"/>
          </a:xfrm>
        </p:grpSpPr>
        <p:sp>
          <p:nvSpPr>
            <p:cNvPr id="24609" name="Google Shape;24609;p147"/>
            <p:cNvSpPr/>
            <p:nvPr/>
          </p:nvSpPr>
          <p:spPr>
            <a:xfrm>
              <a:off x="5616451" y="1931850"/>
              <a:ext cx="251204" cy="346781"/>
            </a:xfrm>
            <a:custGeom>
              <a:avLst/>
              <a:gdLst/>
              <a:ahLst/>
              <a:cxnLst/>
              <a:rect l="l" t="t" r="r" b="b"/>
              <a:pathLst>
                <a:path w="7764" h="10718" extrusionOk="0">
                  <a:moveTo>
                    <a:pt x="1167" y="1"/>
                  </a:moveTo>
                  <a:cubicBezTo>
                    <a:pt x="500" y="1"/>
                    <a:pt x="0" y="525"/>
                    <a:pt x="0" y="1144"/>
                  </a:cubicBezTo>
                  <a:lnTo>
                    <a:pt x="0" y="9550"/>
                  </a:lnTo>
                  <a:cubicBezTo>
                    <a:pt x="0" y="10193"/>
                    <a:pt x="548" y="10717"/>
                    <a:pt x="1167" y="10717"/>
                  </a:cubicBezTo>
                  <a:lnTo>
                    <a:pt x="6621" y="10717"/>
                  </a:lnTo>
                  <a:cubicBezTo>
                    <a:pt x="7240" y="10717"/>
                    <a:pt x="7740" y="10193"/>
                    <a:pt x="7764" y="9550"/>
                  </a:cubicBezTo>
                  <a:lnTo>
                    <a:pt x="7764" y="1144"/>
                  </a:lnTo>
                  <a:cubicBezTo>
                    <a:pt x="7764" y="501"/>
                    <a:pt x="7240" y="1"/>
                    <a:pt x="6621" y="1"/>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0" name="Google Shape;24610;p147"/>
            <p:cNvSpPr/>
            <p:nvPr/>
          </p:nvSpPr>
          <p:spPr>
            <a:xfrm>
              <a:off x="5742796" y="1931850"/>
              <a:ext cx="124858" cy="346781"/>
            </a:xfrm>
            <a:custGeom>
              <a:avLst/>
              <a:gdLst/>
              <a:ahLst/>
              <a:cxnLst/>
              <a:rect l="l" t="t" r="r" b="b"/>
              <a:pathLst>
                <a:path w="3859" h="10718" extrusionOk="0">
                  <a:moveTo>
                    <a:pt x="1" y="1"/>
                  </a:moveTo>
                  <a:lnTo>
                    <a:pt x="1" y="10717"/>
                  </a:lnTo>
                  <a:lnTo>
                    <a:pt x="2716" y="10717"/>
                  </a:lnTo>
                  <a:cubicBezTo>
                    <a:pt x="3335" y="10717"/>
                    <a:pt x="3859" y="10193"/>
                    <a:pt x="3859" y="9550"/>
                  </a:cubicBezTo>
                  <a:lnTo>
                    <a:pt x="3859" y="1144"/>
                  </a:lnTo>
                  <a:cubicBezTo>
                    <a:pt x="3835" y="525"/>
                    <a:pt x="3335" y="1"/>
                    <a:pt x="2716"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1" name="Google Shape;24611;p147"/>
            <p:cNvSpPr/>
            <p:nvPr/>
          </p:nvSpPr>
          <p:spPr>
            <a:xfrm>
              <a:off x="5650359" y="2102131"/>
              <a:ext cx="184165" cy="142588"/>
            </a:xfrm>
            <a:custGeom>
              <a:avLst/>
              <a:gdLst/>
              <a:ahLst/>
              <a:cxnLst/>
              <a:rect l="l" t="t" r="r" b="b"/>
              <a:pathLst>
                <a:path w="5692" h="4407" extrusionOk="0">
                  <a:moveTo>
                    <a:pt x="333" y="1"/>
                  </a:moveTo>
                  <a:cubicBezTo>
                    <a:pt x="143" y="1"/>
                    <a:pt x="0" y="144"/>
                    <a:pt x="0" y="334"/>
                  </a:cubicBezTo>
                  <a:lnTo>
                    <a:pt x="0" y="4073"/>
                  </a:lnTo>
                  <a:cubicBezTo>
                    <a:pt x="0" y="4240"/>
                    <a:pt x="143" y="4406"/>
                    <a:pt x="333" y="4406"/>
                  </a:cubicBezTo>
                  <a:lnTo>
                    <a:pt x="5358" y="4406"/>
                  </a:lnTo>
                  <a:cubicBezTo>
                    <a:pt x="5525" y="4406"/>
                    <a:pt x="5692" y="4240"/>
                    <a:pt x="5692" y="4073"/>
                  </a:cubicBezTo>
                  <a:lnTo>
                    <a:pt x="5692" y="334"/>
                  </a:lnTo>
                  <a:cubicBezTo>
                    <a:pt x="5644" y="144"/>
                    <a:pt x="5525" y="1"/>
                    <a:pt x="5358" y="1"/>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2" name="Google Shape;24612;p147"/>
            <p:cNvSpPr/>
            <p:nvPr/>
          </p:nvSpPr>
          <p:spPr>
            <a:xfrm>
              <a:off x="5650359" y="1964237"/>
              <a:ext cx="184165" cy="104021"/>
            </a:xfrm>
            <a:custGeom>
              <a:avLst/>
              <a:gdLst/>
              <a:ahLst/>
              <a:cxnLst/>
              <a:rect l="l" t="t" r="r" b="b"/>
              <a:pathLst>
                <a:path w="5692" h="3215" extrusionOk="0">
                  <a:moveTo>
                    <a:pt x="333" y="0"/>
                  </a:moveTo>
                  <a:cubicBezTo>
                    <a:pt x="143" y="0"/>
                    <a:pt x="0" y="143"/>
                    <a:pt x="0" y="333"/>
                  </a:cubicBezTo>
                  <a:lnTo>
                    <a:pt x="0" y="2882"/>
                  </a:lnTo>
                  <a:cubicBezTo>
                    <a:pt x="0" y="3072"/>
                    <a:pt x="143" y="3215"/>
                    <a:pt x="333" y="3215"/>
                  </a:cubicBezTo>
                  <a:lnTo>
                    <a:pt x="5358" y="3215"/>
                  </a:lnTo>
                  <a:cubicBezTo>
                    <a:pt x="5525" y="3215"/>
                    <a:pt x="5644" y="3072"/>
                    <a:pt x="5692" y="2882"/>
                  </a:cubicBezTo>
                  <a:lnTo>
                    <a:pt x="5692" y="333"/>
                  </a:lnTo>
                  <a:cubicBezTo>
                    <a:pt x="5692" y="143"/>
                    <a:pt x="5525" y="0"/>
                    <a:pt x="5358" y="0"/>
                  </a:cubicBezTo>
                  <a:close/>
                </a:path>
              </a:pathLst>
            </a:custGeom>
            <a:solidFill>
              <a:srgbClr val="E8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3" name="Google Shape;24613;p147"/>
            <p:cNvSpPr/>
            <p:nvPr/>
          </p:nvSpPr>
          <p:spPr>
            <a:xfrm>
              <a:off x="5742796" y="1964981"/>
              <a:ext cx="91726" cy="103277"/>
            </a:xfrm>
            <a:custGeom>
              <a:avLst/>
              <a:gdLst/>
              <a:ahLst/>
              <a:cxnLst/>
              <a:rect l="l" t="t" r="r" b="b"/>
              <a:pathLst>
                <a:path w="2835" h="3192" extrusionOk="0">
                  <a:moveTo>
                    <a:pt x="1" y="1"/>
                  </a:moveTo>
                  <a:lnTo>
                    <a:pt x="1" y="3192"/>
                  </a:lnTo>
                  <a:lnTo>
                    <a:pt x="2501" y="3192"/>
                  </a:lnTo>
                  <a:cubicBezTo>
                    <a:pt x="2668" y="3192"/>
                    <a:pt x="2835" y="3049"/>
                    <a:pt x="2835" y="2859"/>
                  </a:cubicBezTo>
                  <a:lnTo>
                    <a:pt x="2835" y="310"/>
                  </a:lnTo>
                  <a:cubicBezTo>
                    <a:pt x="2787" y="168"/>
                    <a:pt x="2668" y="1"/>
                    <a:pt x="2501" y="1"/>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4" name="Google Shape;24614;p147"/>
            <p:cNvSpPr/>
            <p:nvPr/>
          </p:nvSpPr>
          <p:spPr>
            <a:xfrm>
              <a:off x="5650359" y="2102131"/>
              <a:ext cx="46235" cy="47821"/>
            </a:xfrm>
            <a:custGeom>
              <a:avLst/>
              <a:gdLst/>
              <a:ahLst/>
              <a:cxnLst/>
              <a:rect l="l" t="t" r="r" b="b"/>
              <a:pathLst>
                <a:path w="1429" h="1478" extrusionOk="0">
                  <a:moveTo>
                    <a:pt x="333" y="1"/>
                  </a:moveTo>
                  <a:cubicBezTo>
                    <a:pt x="143" y="1"/>
                    <a:pt x="0" y="144"/>
                    <a:pt x="0" y="334"/>
                  </a:cubicBezTo>
                  <a:lnTo>
                    <a:pt x="0" y="1477"/>
                  </a:lnTo>
                  <a:lnTo>
                    <a:pt x="1429" y="1477"/>
                  </a:lnTo>
                  <a:lnTo>
                    <a:pt x="1429" y="1"/>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5" name="Google Shape;24615;p147"/>
            <p:cNvSpPr/>
            <p:nvPr/>
          </p:nvSpPr>
          <p:spPr>
            <a:xfrm>
              <a:off x="5741276" y="2149142"/>
              <a:ext cx="46268" cy="47044"/>
            </a:xfrm>
            <a:custGeom>
              <a:avLst/>
              <a:gdLst/>
              <a:ahLst/>
              <a:cxnLst/>
              <a:rect l="l" t="t" r="r" b="b"/>
              <a:pathLst>
                <a:path w="1430" h="1454" extrusionOk="0">
                  <a:moveTo>
                    <a:pt x="0" y="0"/>
                  </a:moveTo>
                  <a:lnTo>
                    <a:pt x="0" y="1453"/>
                  </a:lnTo>
                  <a:lnTo>
                    <a:pt x="1429" y="1453"/>
                  </a:lnTo>
                  <a:lnTo>
                    <a:pt x="1429" y="0"/>
                  </a:ln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6" name="Google Shape;24616;p147"/>
            <p:cNvSpPr/>
            <p:nvPr/>
          </p:nvSpPr>
          <p:spPr>
            <a:xfrm>
              <a:off x="5696561" y="2102131"/>
              <a:ext cx="46268" cy="47044"/>
            </a:xfrm>
            <a:custGeom>
              <a:avLst/>
              <a:gdLst/>
              <a:ahLst/>
              <a:cxnLst/>
              <a:rect l="l" t="t" r="r" b="b"/>
              <a:pathLst>
                <a:path w="1430" h="1454" extrusionOk="0">
                  <a:moveTo>
                    <a:pt x="1" y="1"/>
                  </a:moveTo>
                  <a:lnTo>
                    <a:pt x="1" y="1453"/>
                  </a:lnTo>
                  <a:lnTo>
                    <a:pt x="1430" y="1453"/>
                  </a:lnTo>
                  <a:lnTo>
                    <a:pt x="1430" y="1"/>
                  </a:ln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7" name="Google Shape;24617;p147"/>
            <p:cNvSpPr/>
            <p:nvPr/>
          </p:nvSpPr>
          <p:spPr>
            <a:xfrm>
              <a:off x="5788254" y="2149142"/>
              <a:ext cx="46268" cy="47044"/>
            </a:xfrm>
            <a:custGeom>
              <a:avLst/>
              <a:gdLst/>
              <a:ahLst/>
              <a:cxnLst/>
              <a:rect l="l" t="t" r="r" b="b"/>
              <a:pathLst>
                <a:path w="1430" h="1454" extrusionOk="0">
                  <a:moveTo>
                    <a:pt x="1" y="0"/>
                  </a:moveTo>
                  <a:lnTo>
                    <a:pt x="1" y="1453"/>
                  </a:lnTo>
                  <a:lnTo>
                    <a:pt x="1430" y="1453"/>
                  </a:lnTo>
                  <a:lnTo>
                    <a:pt x="1430" y="0"/>
                  </a:ln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8" name="Google Shape;24618;p147"/>
            <p:cNvSpPr/>
            <p:nvPr/>
          </p:nvSpPr>
          <p:spPr>
            <a:xfrm>
              <a:off x="5786734" y="2101387"/>
              <a:ext cx="46268" cy="47012"/>
            </a:xfrm>
            <a:custGeom>
              <a:avLst/>
              <a:gdLst/>
              <a:ahLst/>
              <a:cxnLst/>
              <a:rect l="l" t="t" r="r" b="b"/>
              <a:pathLst>
                <a:path w="1430" h="1453" extrusionOk="0">
                  <a:moveTo>
                    <a:pt x="0" y="0"/>
                  </a:moveTo>
                  <a:lnTo>
                    <a:pt x="0" y="1453"/>
                  </a:lnTo>
                  <a:lnTo>
                    <a:pt x="1429" y="1453"/>
                  </a:lnTo>
                  <a:lnTo>
                    <a:pt x="1429" y="310"/>
                  </a:lnTo>
                  <a:cubicBezTo>
                    <a:pt x="1429" y="143"/>
                    <a:pt x="1286" y="0"/>
                    <a:pt x="1096"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9" name="Google Shape;24619;p147"/>
            <p:cNvSpPr/>
            <p:nvPr/>
          </p:nvSpPr>
          <p:spPr>
            <a:xfrm>
              <a:off x="5696561" y="2149142"/>
              <a:ext cx="46268" cy="47044"/>
            </a:xfrm>
            <a:custGeom>
              <a:avLst/>
              <a:gdLst/>
              <a:ahLst/>
              <a:cxnLst/>
              <a:rect l="l" t="t" r="r" b="b"/>
              <a:pathLst>
                <a:path w="1430" h="1454" extrusionOk="0">
                  <a:moveTo>
                    <a:pt x="1" y="0"/>
                  </a:moveTo>
                  <a:lnTo>
                    <a:pt x="1" y="1453"/>
                  </a:lnTo>
                  <a:lnTo>
                    <a:pt x="1430" y="1453"/>
                  </a:lnTo>
                  <a:lnTo>
                    <a:pt x="1430"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0" name="Google Shape;24620;p147"/>
            <p:cNvSpPr/>
            <p:nvPr/>
          </p:nvSpPr>
          <p:spPr>
            <a:xfrm>
              <a:off x="5741276" y="2102131"/>
              <a:ext cx="46268" cy="47044"/>
            </a:xfrm>
            <a:custGeom>
              <a:avLst/>
              <a:gdLst/>
              <a:ahLst/>
              <a:cxnLst/>
              <a:rect l="l" t="t" r="r" b="b"/>
              <a:pathLst>
                <a:path w="1430" h="1454" extrusionOk="0">
                  <a:moveTo>
                    <a:pt x="0" y="1"/>
                  </a:moveTo>
                  <a:lnTo>
                    <a:pt x="0" y="1453"/>
                  </a:lnTo>
                  <a:lnTo>
                    <a:pt x="1429" y="1453"/>
                  </a:lnTo>
                  <a:lnTo>
                    <a:pt x="1429" y="1"/>
                  </a:ln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1" name="Google Shape;24621;p147"/>
            <p:cNvSpPr/>
            <p:nvPr/>
          </p:nvSpPr>
          <p:spPr>
            <a:xfrm>
              <a:off x="5788254" y="2196153"/>
              <a:ext cx="46268" cy="48565"/>
            </a:xfrm>
            <a:custGeom>
              <a:avLst/>
              <a:gdLst/>
              <a:ahLst/>
              <a:cxnLst/>
              <a:rect l="l" t="t" r="r" b="b"/>
              <a:pathLst>
                <a:path w="1430" h="1501" extrusionOk="0">
                  <a:moveTo>
                    <a:pt x="1" y="0"/>
                  </a:moveTo>
                  <a:lnTo>
                    <a:pt x="1" y="1500"/>
                  </a:lnTo>
                  <a:lnTo>
                    <a:pt x="1096" y="1500"/>
                  </a:lnTo>
                  <a:cubicBezTo>
                    <a:pt x="1263" y="1500"/>
                    <a:pt x="1430" y="1358"/>
                    <a:pt x="1430" y="1167"/>
                  </a:cubicBezTo>
                  <a:lnTo>
                    <a:pt x="1430" y="0"/>
                  </a:ln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2" name="Google Shape;24622;p147"/>
            <p:cNvSpPr/>
            <p:nvPr/>
          </p:nvSpPr>
          <p:spPr>
            <a:xfrm>
              <a:off x="5651103" y="2149142"/>
              <a:ext cx="46268" cy="47044"/>
            </a:xfrm>
            <a:custGeom>
              <a:avLst/>
              <a:gdLst/>
              <a:ahLst/>
              <a:cxnLst/>
              <a:rect l="l" t="t" r="r" b="b"/>
              <a:pathLst>
                <a:path w="1430" h="1454" extrusionOk="0">
                  <a:moveTo>
                    <a:pt x="1" y="0"/>
                  </a:moveTo>
                  <a:lnTo>
                    <a:pt x="1" y="1453"/>
                  </a:lnTo>
                  <a:lnTo>
                    <a:pt x="1430" y="1453"/>
                  </a:lnTo>
                  <a:lnTo>
                    <a:pt x="1430" y="0"/>
                  </a:ln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3" name="Google Shape;24623;p147"/>
            <p:cNvSpPr/>
            <p:nvPr/>
          </p:nvSpPr>
          <p:spPr>
            <a:xfrm>
              <a:off x="5741276" y="2197674"/>
              <a:ext cx="46268" cy="47044"/>
            </a:xfrm>
            <a:custGeom>
              <a:avLst/>
              <a:gdLst/>
              <a:ahLst/>
              <a:cxnLst/>
              <a:rect l="l" t="t" r="r" b="b"/>
              <a:pathLst>
                <a:path w="1430" h="1454" extrusionOk="0">
                  <a:moveTo>
                    <a:pt x="0" y="1"/>
                  </a:moveTo>
                  <a:lnTo>
                    <a:pt x="0" y="1453"/>
                  </a:lnTo>
                  <a:lnTo>
                    <a:pt x="1429" y="1453"/>
                  </a:lnTo>
                  <a:lnTo>
                    <a:pt x="1429" y="1"/>
                  </a:ln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4" name="Google Shape;24624;p147"/>
            <p:cNvSpPr/>
            <p:nvPr/>
          </p:nvSpPr>
          <p:spPr>
            <a:xfrm>
              <a:off x="5651103" y="2198450"/>
              <a:ext cx="46268" cy="47044"/>
            </a:xfrm>
            <a:custGeom>
              <a:avLst/>
              <a:gdLst/>
              <a:ahLst/>
              <a:cxnLst/>
              <a:rect l="l" t="t" r="r" b="b"/>
              <a:pathLst>
                <a:path w="1430" h="1454" extrusionOk="0">
                  <a:moveTo>
                    <a:pt x="1" y="1"/>
                  </a:moveTo>
                  <a:lnTo>
                    <a:pt x="1" y="1120"/>
                  </a:lnTo>
                  <a:cubicBezTo>
                    <a:pt x="1" y="1310"/>
                    <a:pt x="144" y="1453"/>
                    <a:pt x="334" y="1453"/>
                  </a:cubicBezTo>
                  <a:lnTo>
                    <a:pt x="1430" y="1453"/>
                  </a:lnTo>
                  <a:lnTo>
                    <a:pt x="1430" y="1"/>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5" name="Google Shape;24625;p147"/>
            <p:cNvSpPr/>
            <p:nvPr/>
          </p:nvSpPr>
          <p:spPr>
            <a:xfrm>
              <a:off x="5696561" y="2197674"/>
              <a:ext cx="46268" cy="47044"/>
            </a:xfrm>
            <a:custGeom>
              <a:avLst/>
              <a:gdLst/>
              <a:ahLst/>
              <a:cxnLst/>
              <a:rect l="l" t="t" r="r" b="b"/>
              <a:pathLst>
                <a:path w="1430" h="1454" extrusionOk="0">
                  <a:moveTo>
                    <a:pt x="1" y="1"/>
                  </a:moveTo>
                  <a:lnTo>
                    <a:pt x="1" y="1453"/>
                  </a:lnTo>
                  <a:lnTo>
                    <a:pt x="1430" y="1453"/>
                  </a:lnTo>
                  <a:lnTo>
                    <a:pt x="1430" y="1"/>
                  </a:ln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6" name="Google Shape;24626;p147"/>
            <p:cNvSpPr/>
            <p:nvPr/>
          </p:nvSpPr>
          <p:spPr>
            <a:xfrm>
              <a:off x="5520132" y="1930329"/>
              <a:ext cx="65519" cy="104054"/>
            </a:xfrm>
            <a:custGeom>
              <a:avLst/>
              <a:gdLst/>
              <a:ahLst/>
              <a:cxnLst/>
              <a:rect l="l" t="t" r="r" b="b"/>
              <a:pathLst>
                <a:path w="2025" h="3216" extrusionOk="0">
                  <a:moveTo>
                    <a:pt x="1001" y="0"/>
                  </a:moveTo>
                  <a:cubicBezTo>
                    <a:pt x="858" y="0"/>
                    <a:pt x="739" y="95"/>
                    <a:pt x="715" y="238"/>
                  </a:cubicBezTo>
                  <a:lnTo>
                    <a:pt x="24" y="2810"/>
                  </a:lnTo>
                  <a:cubicBezTo>
                    <a:pt x="0" y="2953"/>
                    <a:pt x="72" y="3072"/>
                    <a:pt x="191" y="3168"/>
                  </a:cubicBezTo>
                  <a:cubicBezTo>
                    <a:pt x="239" y="3215"/>
                    <a:pt x="286" y="3215"/>
                    <a:pt x="358" y="3215"/>
                  </a:cubicBezTo>
                  <a:lnTo>
                    <a:pt x="1691" y="3215"/>
                  </a:lnTo>
                  <a:cubicBezTo>
                    <a:pt x="1763" y="3215"/>
                    <a:pt x="1810" y="3215"/>
                    <a:pt x="1834" y="3168"/>
                  </a:cubicBezTo>
                  <a:cubicBezTo>
                    <a:pt x="1953" y="3072"/>
                    <a:pt x="2025" y="2929"/>
                    <a:pt x="2001" y="2810"/>
                  </a:cubicBezTo>
                  <a:lnTo>
                    <a:pt x="1310" y="238"/>
                  </a:lnTo>
                  <a:cubicBezTo>
                    <a:pt x="1286" y="95"/>
                    <a:pt x="1167" y="0"/>
                    <a:pt x="1001"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7" name="Google Shape;24627;p147"/>
            <p:cNvSpPr/>
            <p:nvPr/>
          </p:nvSpPr>
          <p:spPr>
            <a:xfrm>
              <a:off x="5554039" y="1930329"/>
              <a:ext cx="32387" cy="104054"/>
            </a:xfrm>
            <a:custGeom>
              <a:avLst/>
              <a:gdLst/>
              <a:ahLst/>
              <a:cxnLst/>
              <a:rect l="l" t="t" r="r" b="b"/>
              <a:pathLst>
                <a:path w="1001" h="3216" extrusionOk="0">
                  <a:moveTo>
                    <a:pt x="0" y="0"/>
                  </a:moveTo>
                  <a:lnTo>
                    <a:pt x="0" y="3191"/>
                  </a:lnTo>
                  <a:lnTo>
                    <a:pt x="643" y="3191"/>
                  </a:lnTo>
                  <a:lnTo>
                    <a:pt x="643" y="3215"/>
                  </a:lnTo>
                  <a:cubicBezTo>
                    <a:pt x="715" y="3215"/>
                    <a:pt x="762" y="3215"/>
                    <a:pt x="834" y="3168"/>
                  </a:cubicBezTo>
                  <a:cubicBezTo>
                    <a:pt x="953" y="3072"/>
                    <a:pt x="1000" y="2953"/>
                    <a:pt x="977" y="2810"/>
                  </a:cubicBezTo>
                  <a:lnTo>
                    <a:pt x="286" y="238"/>
                  </a:lnTo>
                  <a:cubicBezTo>
                    <a:pt x="262" y="95"/>
                    <a:pt x="143" y="0"/>
                    <a:pt x="0"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8" name="Google Shape;24628;p147"/>
            <p:cNvSpPr/>
            <p:nvPr/>
          </p:nvSpPr>
          <p:spPr>
            <a:xfrm>
              <a:off x="5520908" y="2025095"/>
              <a:ext cx="64742" cy="200375"/>
            </a:xfrm>
            <a:custGeom>
              <a:avLst/>
              <a:gdLst/>
              <a:ahLst/>
              <a:cxnLst/>
              <a:rect l="l" t="t" r="r" b="b"/>
              <a:pathLst>
                <a:path w="2001" h="6193" extrusionOk="0">
                  <a:moveTo>
                    <a:pt x="0" y="0"/>
                  </a:moveTo>
                  <a:lnTo>
                    <a:pt x="0" y="5859"/>
                  </a:lnTo>
                  <a:cubicBezTo>
                    <a:pt x="0" y="6025"/>
                    <a:pt x="119" y="6192"/>
                    <a:pt x="286" y="6192"/>
                  </a:cubicBezTo>
                  <a:lnTo>
                    <a:pt x="1739" y="6192"/>
                  </a:lnTo>
                  <a:cubicBezTo>
                    <a:pt x="1882" y="6192"/>
                    <a:pt x="2001" y="6025"/>
                    <a:pt x="2001" y="5859"/>
                  </a:cubicBezTo>
                  <a:lnTo>
                    <a:pt x="2001" y="0"/>
                  </a:ln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9" name="Google Shape;24629;p147"/>
            <p:cNvSpPr/>
            <p:nvPr/>
          </p:nvSpPr>
          <p:spPr>
            <a:xfrm>
              <a:off x="5553263" y="2024319"/>
              <a:ext cx="32387" cy="200375"/>
            </a:xfrm>
            <a:custGeom>
              <a:avLst/>
              <a:gdLst/>
              <a:ahLst/>
              <a:cxnLst/>
              <a:rect l="l" t="t" r="r" b="b"/>
              <a:pathLst>
                <a:path w="1001" h="6193" extrusionOk="0">
                  <a:moveTo>
                    <a:pt x="0" y="1"/>
                  </a:moveTo>
                  <a:lnTo>
                    <a:pt x="0" y="6192"/>
                  </a:lnTo>
                  <a:lnTo>
                    <a:pt x="739" y="6192"/>
                  </a:lnTo>
                  <a:cubicBezTo>
                    <a:pt x="882" y="6192"/>
                    <a:pt x="1001" y="6026"/>
                    <a:pt x="1001" y="5859"/>
                  </a:cubicBezTo>
                  <a:lnTo>
                    <a:pt x="1001" y="1"/>
                  </a:ln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0" name="Google Shape;24630;p147"/>
            <p:cNvSpPr/>
            <p:nvPr/>
          </p:nvSpPr>
          <p:spPr>
            <a:xfrm>
              <a:off x="5520908" y="2213851"/>
              <a:ext cx="64742" cy="64775"/>
            </a:xfrm>
            <a:custGeom>
              <a:avLst/>
              <a:gdLst/>
              <a:ahLst/>
              <a:cxnLst/>
              <a:rect l="l" t="t" r="r" b="b"/>
              <a:pathLst>
                <a:path w="2001" h="2002" extrusionOk="0">
                  <a:moveTo>
                    <a:pt x="0" y="1"/>
                  </a:moveTo>
                  <a:lnTo>
                    <a:pt x="0" y="1358"/>
                  </a:lnTo>
                  <a:cubicBezTo>
                    <a:pt x="0" y="1716"/>
                    <a:pt x="262" y="2001"/>
                    <a:pt x="643" y="2001"/>
                  </a:cubicBezTo>
                  <a:lnTo>
                    <a:pt x="1381" y="2001"/>
                  </a:lnTo>
                  <a:cubicBezTo>
                    <a:pt x="1739" y="2001"/>
                    <a:pt x="2001" y="1716"/>
                    <a:pt x="2001" y="1358"/>
                  </a:cubicBezTo>
                  <a:lnTo>
                    <a:pt x="200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1" name="Google Shape;24631;p147"/>
            <p:cNvSpPr/>
            <p:nvPr/>
          </p:nvSpPr>
          <p:spPr>
            <a:xfrm>
              <a:off x="5553263" y="2213851"/>
              <a:ext cx="32387" cy="64775"/>
            </a:xfrm>
            <a:custGeom>
              <a:avLst/>
              <a:gdLst/>
              <a:ahLst/>
              <a:cxnLst/>
              <a:rect l="l" t="t" r="r" b="b"/>
              <a:pathLst>
                <a:path w="1001" h="2002" extrusionOk="0">
                  <a:moveTo>
                    <a:pt x="0" y="1"/>
                  </a:moveTo>
                  <a:lnTo>
                    <a:pt x="0" y="2001"/>
                  </a:lnTo>
                  <a:lnTo>
                    <a:pt x="381" y="2001"/>
                  </a:lnTo>
                  <a:cubicBezTo>
                    <a:pt x="739" y="2001"/>
                    <a:pt x="1001" y="1716"/>
                    <a:pt x="1001" y="1358"/>
                  </a:cubicBezTo>
                  <a:lnTo>
                    <a:pt x="1001"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32" name="Google Shape;24632;p147"/>
          <p:cNvGrpSpPr/>
          <p:nvPr/>
        </p:nvGrpSpPr>
        <p:grpSpPr>
          <a:xfrm>
            <a:off x="6267523" y="1778706"/>
            <a:ext cx="349075" cy="347523"/>
            <a:chOff x="6267523" y="1931106"/>
            <a:chExt cx="349075" cy="347523"/>
          </a:xfrm>
        </p:grpSpPr>
        <p:sp>
          <p:nvSpPr>
            <p:cNvPr id="24633" name="Google Shape;24633;p147"/>
            <p:cNvSpPr/>
            <p:nvPr/>
          </p:nvSpPr>
          <p:spPr>
            <a:xfrm>
              <a:off x="6553376" y="2236984"/>
              <a:ext cx="21613" cy="41641"/>
            </a:xfrm>
            <a:custGeom>
              <a:avLst/>
              <a:gdLst/>
              <a:ahLst/>
              <a:cxnLst/>
              <a:rect l="l" t="t" r="r" b="b"/>
              <a:pathLst>
                <a:path w="668" h="1287" extrusionOk="0">
                  <a:moveTo>
                    <a:pt x="334" y="0"/>
                  </a:moveTo>
                  <a:cubicBezTo>
                    <a:pt x="167" y="0"/>
                    <a:pt x="1" y="143"/>
                    <a:pt x="1" y="334"/>
                  </a:cubicBezTo>
                  <a:lnTo>
                    <a:pt x="1" y="953"/>
                  </a:lnTo>
                  <a:cubicBezTo>
                    <a:pt x="1" y="1120"/>
                    <a:pt x="167" y="1286"/>
                    <a:pt x="334" y="1286"/>
                  </a:cubicBezTo>
                  <a:cubicBezTo>
                    <a:pt x="525" y="1286"/>
                    <a:pt x="667" y="1120"/>
                    <a:pt x="667" y="953"/>
                  </a:cubicBezTo>
                  <a:lnTo>
                    <a:pt x="667" y="334"/>
                  </a:lnTo>
                  <a:cubicBezTo>
                    <a:pt x="667" y="143"/>
                    <a:pt x="525" y="0"/>
                    <a:pt x="334"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4" name="Google Shape;24634;p147"/>
            <p:cNvSpPr/>
            <p:nvPr/>
          </p:nvSpPr>
          <p:spPr>
            <a:xfrm>
              <a:off x="6553376" y="2013545"/>
              <a:ext cx="21613" cy="41641"/>
            </a:xfrm>
            <a:custGeom>
              <a:avLst/>
              <a:gdLst/>
              <a:ahLst/>
              <a:cxnLst/>
              <a:rect l="l" t="t" r="r" b="b"/>
              <a:pathLst>
                <a:path w="668" h="1287" extrusionOk="0">
                  <a:moveTo>
                    <a:pt x="334" y="0"/>
                  </a:moveTo>
                  <a:cubicBezTo>
                    <a:pt x="167" y="0"/>
                    <a:pt x="1" y="143"/>
                    <a:pt x="1" y="334"/>
                  </a:cubicBezTo>
                  <a:lnTo>
                    <a:pt x="1" y="953"/>
                  </a:lnTo>
                  <a:cubicBezTo>
                    <a:pt x="1" y="1119"/>
                    <a:pt x="167" y="1286"/>
                    <a:pt x="334" y="1286"/>
                  </a:cubicBezTo>
                  <a:cubicBezTo>
                    <a:pt x="525" y="1286"/>
                    <a:pt x="667" y="1119"/>
                    <a:pt x="667" y="953"/>
                  </a:cubicBezTo>
                  <a:lnTo>
                    <a:pt x="667" y="334"/>
                  </a:lnTo>
                  <a:cubicBezTo>
                    <a:pt x="667" y="143"/>
                    <a:pt x="525" y="0"/>
                    <a:pt x="334"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5" name="Google Shape;24635;p147"/>
            <p:cNvSpPr/>
            <p:nvPr/>
          </p:nvSpPr>
          <p:spPr>
            <a:xfrm>
              <a:off x="6553376" y="2115235"/>
              <a:ext cx="21613" cy="61669"/>
            </a:xfrm>
            <a:custGeom>
              <a:avLst/>
              <a:gdLst/>
              <a:ahLst/>
              <a:cxnLst/>
              <a:rect l="l" t="t" r="r" b="b"/>
              <a:pathLst>
                <a:path w="668" h="1906" extrusionOk="0">
                  <a:moveTo>
                    <a:pt x="334" y="1"/>
                  </a:moveTo>
                  <a:cubicBezTo>
                    <a:pt x="167" y="1"/>
                    <a:pt x="1" y="167"/>
                    <a:pt x="1" y="334"/>
                  </a:cubicBezTo>
                  <a:lnTo>
                    <a:pt x="1" y="1596"/>
                  </a:lnTo>
                  <a:cubicBezTo>
                    <a:pt x="1" y="1763"/>
                    <a:pt x="167" y="1906"/>
                    <a:pt x="334" y="1906"/>
                  </a:cubicBezTo>
                  <a:cubicBezTo>
                    <a:pt x="525" y="1906"/>
                    <a:pt x="667" y="1763"/>
                    <a:pt x="667" y="1596"/>
                  </a:cubicBezTo>
                  <a:lnTo>
                    <a:pt x="667" y="334"/>
                  </a:lnTo>
                  <a:cubicBezTo>
                    <a:pt x="667" y="167"/>
                    <a:pt x="525" y="1"/>
                    <a:pt x="334"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6" name="Google Shape;24636;p147"/>
            <p:cNvSpPr/>
            <p:nvPr/>
          </p:nvSpPr>
          <p:spPr>
            <a:xfrm>
              <a:off x="6554929" y="2146068"/>
              <a:ext cx="20060" cy="24687"/>
            </a:xfrm>
            <a:custGeom>
              <a:avLst/>
              <a:gdLst/>
              <a:ahLst/>
              <a:cxnLst/>
              <a:rect l="l" t="t" r="r" b="b"/>
              <a:pathLst>
                <a:path w="620" h="763" extrusionOk="0">
                  <a:moveTo>
                    <a:pt x="0" y="0"/>
                  </a:moveTo>
                  <a:lnTo>
                    <a:pt x="0" y="762"/>
                  </a:lnTo>
                  <a:lnTo>
                    <a:pt x="619" y="762"/>
                  </a:lnTo>
                  <a:lnTo>
                    <a:pt x="619" y="0"/>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7" name="Google Shape;24637;p147"/>
            <p:cNvSpPr/>
            <p:nvPr/>
          </p:nvSpPr>
          <p:spPr>
            <a:xfrm>
              <a:off x="6524095" y="2166872"/>
              <a:ext cx="80952" cy="80920"/>
            </a:xfrm>
            <a:custGeom>
              <a:avLst/>
              <a:gdLst/>
              <a:ahLst/>
              <a:cxnLst/>
              <a:rect l="l" t="t" r="r" b="b"/>
              <a:pathLst>
                <a:path w="2502" h="2501" extrusionOk="0">
                  <a:moveTo>
                    <a:pt x="1239" y="0"/>
                  </a:moveTo>
                  <a:cubicBezTo>
                    <a:pt x="548" y="0"/>
                    <a:pt x="1" y="548"/>
                    <a:pt x="1" y="1239"/>
                  </a:cubicBezTo>
                  <a:cubicBezTo>
                    <a:pt x="1" y="1929"/>
                    <a:pt x="548" y="2501"/>
                    <a:pt x="1239" y="2501"/>
                  </a:cubicBezTo>
                  <a:cubicBezTo>
                    <a:pt x="1930" y="2501"/>
                    <a:pt x="2501" y="1929"/>
                    <a:pt x="2501" y="1239"/>
                  </a:cubicBezTo>
                  <a:cubicBezTo>
                    <a:pt x="2501" y="548"/>
                    <a:pt x="1930" y="0"/>
                    <a:pt x="1239" y="0"/>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8" name="Google Shape;24638;p147"/>
            <p:cNvSpPr/>
            <p:nvPr/>
          </p:nvSpPr>
          <p:spPr>
            <a:xfrm>
              <a:off x="6524095" y="2045123"/>
              <a:ext cx="80952" cy="80952"/>
            </a:xfrm>
            <a:custGeom>
              <a:avLst/>
              <a:gdLst/>
              <a:ahLst/>
              <a:cxnLst/>
              <a:rect l="l" t="t" r="r" b="b"/>
              <a:pathLst>
                <a:path w="2502" h="2502" extrusionOk="0">
                  <a:moveTo>
                    <a:pt x="1239" y="1"/>
                  </a:moveTo>
                  <a:cubicBezTo>
                    <a:pt x="548" y="1"/>
                    <a:pt x="1" y="572"/>
                    <a:pt x="1" y="1263"/>
                  </a:cubicBezTo>
                  <a:cubicBezTo>
                    <a:pt x="1" y="1930"/>
                    <a:pt x="548" y="2501"/>
                    <a:pt x="1239" y="2501"/>
                  </a:cubicBezTo>
                  <a:cubicBezTo>
                    <a:pt x="1930" y="2501"/>
                    <a:pt x="2501" y="1930"/>
                    <a:pt x="2501" y="1263"/>
                  </a:cubicBezTo>
                  <a:cubicBezTo>
                    <a:pt x="2501" y="572"/>
                    <a:pt x="1930" y="1"/>
                    <a:pt x="1239" y="1"/>
                  </a:cubicBezTo>
                  <a:close/>
                </a:path>
              </a:pathLst>
            </a:custGeom>
            <a:solidFill>
              <a:srgbClr val="E8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9" name="Google Shape;24639;p147"/>
            <p:cNvSpPr/>
            <p:nvPr/>
          </p:nvSpPr>
          <p:spPr>
            <a:xfrm>
              <a:off x="6513321" y="2156066"/>
              <a:ext cx="101724" cy="101756"/>
            </a:xfrm>
            <a:custGeom>
              <a:avLst/>
              <a:gdLst/>
              <a:ahLst/>
              <a:cxnLst/>
              <a:rect l="l" t="t" r="r" b="b"/>
              <a:pathLst>
                <a:path w="3144" h="3145" extrusionOk="0">
                  <a:moveTo>
                    <a:pt x="1572" y="644"/>
                  </a:moveTo>
                  <a:cubicBezTo>
                    <a:pt x="2120" y="644"/>
                    <a:pt x="2525" y="1072"/>
                    <a:pt x="2525" y="1596"/>
                  </a:cubicBezTo>
                  <a:cubicBezTo>
                    <a:pt x="2525" y="2144"/>
                    <a:pt x="2120" y="2549"/>
                    <a:pt x="1572" y="2549"/>
                  </a:cubicBezTo>
                  <a:cubicBezTo>
                    <a:pt x="1048" y="2549"/>
                    <a:pt x="619" y="2144"/>
                    <a:pt x="619" y="1596"/>
                  </a:cubicBezTo>
                  <a:cubicBezTo>
                    <a:pt x="619" y="1072"/>
                    <a:pt x="1072" y="644"/>
                    <a:pt x="1572" y="644"/>
                  </a:cubicBezTo>
                  <a:close/>
                  <a:moveTo>
                    <a:pt x="1572" y="1"/>
                  </a:moveTo>
                  <a:cubicBezTo>
                    <a:pt x="715" y="1"/>
                    <a:pt x="0" y="715"/>
                    <a:pt x="0" y="1573"/>
                  </a:cubicBezTo>
                  <a:cubicBezTo>
                    <a:pt x="0" y="2430"/>
                    <a:pt x="715" y="3144"/>
                    <a:pt x="1572" y="3144"/>
                  </a:cubicBezTo>
                  <a:cubicBezTo>
                    <a:pt x="2429" y="3144"/>
                    <a:pt x="3144" y="2430"/>
                    <a:pt x="3144" y="1573"/>
                  </a:cubicBezTo>
                  <a:cubicBezTo>
                    <a:pt x="3144" y="715"/>
                    <a:pt x="2429" y="1"/>
                    <a:pt x="1572"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0" name="Google Shape;24640;p147"/>
            <p:cNvSpPr/>
            <p:nvPr/>
          </p:nvSpPr>
          <p:spPr>
            <a:xfrm>
              <a:off x="6513321" y="2033572"/>
              <a:ext cx="101724" cy="102501"/>
            </a:xfrm>
            <a:custGeom>
              <a:avLst/>
              <a:gdLst/>
              <a:ahLst/>
              <a:cxnLst/>
              <a:rect l="l" t="t" r="r" b="b"/>
              <a:pathLst>
                <a:path w="3144" h="3168" extrusionOk="0">
                  <a:moveTo>
                    <a:pt x="1572" y="667"/>
                  </a:moveTo>
                  <a:cubicBezTo>
                    <a:pt x="2120" y="667"/>
                    <a:pt x="2525" y="1072"/>
                    <a:pt x="2525" y="1620"/>
                  </a:cubicBezTo>
                  <a:cubicBezTo>
                    <a:pt x="2525" y="2144"/>
                    <a:pt x="2120" y="2572"/>
                    <a:pt x="1572" y="2572"/>
                  </a:cubicBezTo>
                  <a:cubicBezTo>
                    <a:pt x="1048" y="2572"/>
                    <a:pt x="619" y="2120"/>
                    <a:pt x="619" y="1620"/>
                  </a:cubicBezTo>
                  <a:cubicBezTo>
                    <a:pt x="619" y="1072"/>
                    <a:pt x="1072" y="667"/>
                    <a:pt x="1572" y="667"/>
                  </a:cubicBezTo>
                  <a:close/>
                  <a:moveTo>
                    <a:pt x="1572" y="0"/>
                  </a:moveTo>
                  <a:cubicBezTo>
                    <a:pt x="715" y="0"/>
                    <a:pt x="0" y="715"/>
                    <a:pt x="0" y="1572"/>
                  </a:cubicBezTo>
                  <a:cubicBezTo>
                    <a:pt x="0" y="2453"/>
                    <a:pt x="715" y="3168"/>
                    <a:pt x="1572" y="3168"/>
                  </a:cubicBezTo>
                  <a:cubicBezTo>
                    <a:pt x="2429" y="3168"/>
                    <a:pt x="3144" y="2477"/>
                    <a:pt x="3144" y="1572"/>
                  </a:cubicBezTo>
                  <a:cubicBezTo>
                    <a:pt x="3144" y="715"/>
                    <a:pt x="2429" y="0"/>
                    <a:pt x="1572"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1" name="Google Shape;24641;p147"/>
            <p:cNvSpPr/>
            <p:nvPr/>
          </p:nvSpPr>
          <p:spPr>
            <a:xfrm>
              <a:off x="6267523" y="2026648"/>
              <a:ext cx="211149" cy="251981"/>
            </a:xfrm>
            <a:custGeom>
              <a:avLst/>
              <a:gdLst/>
              <a:ahLst/>
              <a:cxnLst/>
              <a:rect l="l" t="t" r="r" b="b"/>
              <a:pathLst>
                <a:path w="6526" h="7788" extrusionOk="0">
                  <a:moveTo>
                    <a:pt x="334" y="0"/>
                  </a:moveTo>
                  <a:cubicBezTo>
                    <a:pt x="143" y="0"/>
                    <a:pt x="0" y="167"/>
                    <a:pt x="0" y="333"/>
                  </a:cubicBezTo>
                  <a:lnTo>
                    <a:pt x="0" y="7454"/>
                  </a:lnTo>
                  <a:cubicBezTo>
                    <a:pt x="0" y="7621"/>
                    <a:pt x="143" y="7787"/>
                    <a:pt x="334" y="7787"/>
                  </a:cubicBezTo>
                  <a:lnTo>
                    <a:pt x="6192" y="7787"/>
                  </a:lnTo>
                  <a:cubicBezTo>
                    <a:pt x="6383" y="7787"/>
                    <a:pt x="6526" y="7621"/>
                    <a:pt x="6526" y="7454"/>
                  </a:cubicBezTo>
                  <a:lnTo>
                    <a:pt x="6526" y="333"/>
                  </a:lnTo>
                  <a:cubicBezTo>
                    <a:pt x="6526" y="167"/>
                    <a:pt x="6383" y="0"/>
                    <a:pt x="6192"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2" name="Google Shape;24642;p147"/>
            <p:cNvSpPr/>
            <p:nvPr/>
          </p:nvSpPr>
          <p:spPr>
            <a:xfrm>
              <a:off x="6373840" y="2028169"/>
              <a:ext cx="104830" cy="250460"/>
            </a:xfrm>
            <a:custGeom>
              <a:avLst/>
              <a:gdLst/>
              <a:ahLst/>
              <a:cxnLst/>
              <a:rect l="l" t="t" r="r" b="b"/>
              <a:pathLst>
                <a:path w="3240" h="7741" extrusionOk="0">
                  <a:moveTo>
                    <a:pt x="1" y="1"/>
                  </a:moveTo>
                  <a:lnTo>
                    <a:pt x="1" y="7740"/>
                  </a:lnTo>
                  <a:lnTo>
                    <a:pt x="2906" y="7740"/>
                  </a:lnTo>
                  <a:cubicBezTo>
                    <a:pt x="3097" y="7740"/>
                    <a:pt x="3240" y="7574"/>
                    <a:pt x="3240" y="7407"/>
                  </a:cubicBezTo>
                  <a:lnTo>
                    <a:pt x="3240" y="286"/>
                  </a:lnTo>
                  <a:cubicBezTo>
                    <a:pt x="3240" y="144"/>
                    <a:pt x="3097" y="1"/>
                    <a:pt x="2906" y="1"/>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3" name="Google Shape;24643;p147"/>
            <p:cNvSpPr/>
            <p:nvPr/>
          </p:nvSpPr>
          <p:spPr>
            <a:xfrm>
              <a:off x="6390794" y="2084336"/>
              <a:ext cx="54745" cy="108098"/>
            </a:xfrm>
            <a:custGeom>
              <a:avLst/>
              <a:gdLst/>
              <a:ahLst/>
              <a:cxnLst/>
              <a:rect l="l" t="t" r="r" b="b"/>
              <a:pathLst>
                <a:path w="1692" h="3341" extrusionOk="0">
                  <a:moveTo>
                    <a:pt x="596" y="789"/>
                  </a:moveTo>
                  <a:lnTo>
                    <a:pt x="596" y="1241"/>
                  </a:lnTo>
                  <a:cubicBezTo>
                    <a:pt x="572" y="1194"/>
                    <a:pt x="572" y="1170"/>
                    <a:pt x="549" y="1170"/>
                  </a:cubicBezTo>
                  <a:cubicBezTo>
                    <a:pt x="477" y="1146"/>
                    <a:pt x="477" y="1051"/>
                    <a:pt x="477" y="956"/>
                  </a:cubicBezTo>
                  <a:cubicBezTo>
                    <a:pt x="477" y="908"/>
                    <a:pt x="549" y="813"/>
                    <a:pt x="596" y="789"/>
                  </a:cubicBezTo>
                  <a:close/>
                  <a:moveTo>
                    <a:pt x="1001" y="1837"/>
                  </a:moveTo>
                  <a:cubicBezTo>
                    <a:pt x="1263" y="1956"/>
                    <a:pt x="1263" y="2123"/>
                    <a:pt x="1215" y="2218"/>
                  </a:cubicBezTo>
                  <a:cubicBezTo>
                    <a:pt x="1192" y="2337"/>
                    <a:pt x="1144" y="2456"/>
                    <a:pt x="1001" y="2504"/>
                  </a:cubicBezTo>
                  <a:lnTo>
                    <a:pt x="1001" y="1837"/>
                  </a:lnTo>
                  <a:close/>
                  <a:moveTo>
                    <a:pt x="803" y="0"/>
                  </a:moveTo>
                  <a:cubicBezTo>
                    <a:pt x="695" y="0"/>
                    <a:pt x="596" y="109"/>
                    <a:pt x="596" y="217"/>
                  </a:cubicBezTo>
                  <a:lnTo>
                    <a:pt x="596" y="336"/>
                  </a:lnTo>
                  <a:lnTo>
                    <a:pt x="572" y="336"/>
                  </a:lnTo>
                  <a:cubicBezTo>
                    <a:pt x="334" y="432"/>
                    <a:pt x="120" y="622"/>
                    <a:pt x="96" y="908"/>
                  </a:cubicBezTo>
                  <a:cubicBezTo>
                    <a:pt x="25" y="1146"/>
                    <a:pt x="120" y="1384"/>
                    <a:pt x="310" y="1527"/>
                  </a:cubicBezTo>
                  <a:cubicBezTo>
                    <a:pt x="382" y="1575"/>
                    <a:pt x="477" y="1646"/>
                    <a:pt x="620" y="1694"/>
                  </a:cubicBezTo>
                  <a:lnTo>
                    <a:pt x="620" y="2599"/>
                  </a:lnTo>
                  <a:cubicBezTo>
                    <a:pt x="549" y="2599"/>
                    <a:pt x="477" y="2575"/>
                    <a:pt x="358" y="2480"/>
                  </a:cubicBezTo>
                  <a:cubicBezTo>
                    <a:pt x="314" y="2447"/>
                    <a:pt x="264" y="2429"/>
                    <a:pt x="220" y="2429"/>
                  </a:cubicBezTo>
                  <a:cubicBezTo>
                    <a:pt x="168" y="2429"/>
                    <a:pt x="122" y="2453"/>
                    <a:pt x="96" y="2504"/>
                  </a:cubicBezTo>
                  <a:cubicBezTo>
                    <a:pt x="1" y="2599"/>
                    <a:pt x="25" y="2742"/>
                    <a:pt x="120" y="2837"/>
                  </a:cubicBezTo>
                  <a:cubicBezTo>
                    <a:pt x="334" y="2956"/>
                    <a:pt x="453" y="3004"/>
                    <a:pt x="620" y="3004"/>
                  </a:cubicBezTo>
                  <a:lnTo>
                    <a:pt x="620" y="3123"/>
                  </a:lnTo>
                  <a:cubicBezTo>
                    <a:pt x="620" y="3242"/>
                    <a:pt x="691" y="3337"/>
                    <a:pt x="811" y="3337"/>
                  </a:cubicBezTo>
                  <a:cubicBezTo>
                    <a:pt x="821" y="3339"/>
                    <a:pt x="831" y="3340"/>
                    <a:pt x="842" y="3340"/>
                  </a:cubicBezTo>
                  <a:cubicBezTo>
                    <a:pt x="949" y="3340"/>
                    <a:pt x="1049" y="3231"/>
                    <a:pt x="1049" y="3123"/>
                  </a:cubicBezTo>
                  <a:lnTo>
                    <a:pt x="1049" y="2980"/>
                  </a:lnTo>
                  <a:cubicBezTo>
                    <a:pt x="1406" y="2885"/>
                    <a:pt x="1620" y="2599"/>
                    <a:pt x="1668" y="2289"/>
                  </a:cubicBezTo>
                  <a:cubicBezTo>
                    <a:pt x="1692" y="1908"/>
                    <a:pt x="1501" y="1551"/>
                    <a:pt x="1144" y="1432"/>
                  </a:cubicBezTo>
                  <a:cubicBezTo>
                    <a:pt x="1096" y="1432"/>
                    <a:pt x="1072" y="1408"/>
                    <a:pt x="1025" y="1408"/>
                  </a:cubicBezTo>
                  <a:lnTo>
                    <a:pt x="1025" y="718"/>
                  </a:lnTo>
                  <a:cubicBezTo>
                    <a:pt x="1072" y="741"/>
                    <a:pt x="1096" y="789"/>
                    <a:pt x="1096" y="789"/>
                  </a:cubicBezTo>
                  <a:cubicBezTo>
                    <a:pt x="1147" y="840"/>
                    <a:pt x="1205" y="864"/>
                    <a:pt x="1263" y="864"/>
                  </a:cubicBezTo>
                  <a:cubicBezTo>
                    <a:pt x="1312" y="864"/>
                    <a:pt x="1362" y="846"/>
                    <a:pt x="1406" y="813"/>
                  </a:cubicBezTo>
                  <a:cubicBezTo>
                    <a:pt x="1501" y="718"/>
                    <a:pt x="1501" y="598"/>
                    <a:pt x="1430" y="503"/>
                  </a:cubicBezTo>
                  <a:cubicBezTo>
                    <a:pt x="1382" y="432"/>
                    <a:pt x="1215" y="336"/>
                    <a:pt x="1025" y="313"/>
                  </a:cubicBezTo>
                  <a:lnTo>
                    <a:pt x="1025" y="217"/>
                  </a:lnTo>
                  <a:cubicBezTo>
                    <a:pt x="1025" y="98"/>
                    <a:pt x="953" y="3"/>
                    <a:pt x="834" y="3"/>
                  </a:cubicBezTo>
                  <a:cubicBezTo>
                    <a:pt x="824" y="1"/>
                    <a:pt x="814" y="0"/>
                    <a:pt x="8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4" name="Google Shape;24644;p147"/>
            <p:cNvSpPr/>
            <p:nvPr/>
          </p:nvSpPr>
          <p:spPr>
            <a:xfrm>
              <a:off x="6305281" y="2083657"/>
              <a:ext cx="69369" cy="20060"/>
            </a:xfrm>
            <a:custGeom>
              <a:avLst/>
              <a:gdLst/>
              <a:ahLst/>
              <a:cxnLst/>
              <a:rect l="l" t="t" r="r" b="b"/>
              <a:pathLst>
                <a:path w="2144" h="620" extrusionOk="0">
                  <a:moveTo>
                    <a:pt x="334" y="0"/>
                  </a:moveTo>
                  <a:cubicBezTo>
                    <a:pt x="143" y="0"/>
                    <a:pt x="0" y="191"/>
                    <a:pt x="24" y="357"/>
                  </a:cubicBezTo>
                  <a:cubicBezTo>
                    <a:pt x="48" y="500"/>
                    <a:pt x="215" y="619"/>
                    <a:pt x="358" y="619"/>
                  </a:cubicBezTo>
                  <a:lnTo>
                    <a:pt x="1810" y="619"/>
                  </a:lnTo>
                  <a:cubicBezTo>
                    <a:pt x="2001" y="619"/>
                    <a:pt x="2144" y="477"/>
                    <a:pt x="2120" y="262"/>
                  </a:cubicBezTo>
                  <a:cubicBezTo>
                    <a:pt x="2072" y="119"/>
                    <a:pt x="1929" y="0"/>
                    <a:pt x="1786" y="0"/>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5" name="Google Shape;24645;p147"/>
            <p:cNvSpPr/>
            <p:nvPr/>
          </p:nvSpPr>
          <p:spPr>
            <a:xfrm>
              <a:off x="6305281" y="2125264"/>
              <a:ext cx="69369" cy="20060"/>
            </a:xfrm>
            <a:custGeom>
              <a:avLst/>
              <a:gdLst/>
              <a:ahLst/>
              <a:cxnLst/>
              <a:rect l="l" t="t" r="r" b="b"/>
              <a:pathLst>
                <a:path w="2144" h="620" extrusionOk="0">
                  <a:moveTo>
                    <a:pt x="334" y="0"/>
                  </a:moveTo>
                  <a:cubicBezTo>
                    <a:pt x="143" y="0"/>
                    <a:pt x="0" y="167"/>
                    <a:pt x="24" y="357"/>
                  </a:cubicBezTo>
                  <a:cubicBezTo>
                    <a:pt x="48" y="500"/>
                    <a:pt x="215" y="619"/>
                    <a:pt x="358" y="619"/>
                  </a:cubicBezTo>
                  <a:lnTo>
                    <a:pt x="1810" y="619"/>
                  </a:lnTo>
                  <a:cubicBezTo>
                    <a:pt x="2001" y="619"/>
                    <a:pt x="2144" y="453"/>
                    <a:pt x="2120" y="262"/>
                  </a:cubicBezTo>
                  <a:cubicBezTo>
                    <a:pt x="2072" y="119"/>
                    <a:pt x="1929" y="0"/>
                    <a:pt x="1786" y="0"/>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6" name="Google Shape;24646;p147"/>
            <p:cNvSpPr/>
            <p:nvPr/>
          </p:nvSpPr>
          <p:spPr>
            <a:xfrm>
              <a:off x="6305281" y="2165319"/>
              <a:ext cx="69369" cy="20837"/>
            </a:xfrm>
            <a:custGeom>
              <a:avLst/>
              <a:gdLst/>
              <a:ahLst/>
              <a:cxnLst/>
              <a:rect l="l" t="t" r="r" b="b"/>
              <a:pathLst>
                <a:path w="2144" h="644" extrusionOk="0">
                  <a:moveTo>
                    <a:pt x="334" y="1"/>
                  </a:moveTo>
                  <a:cubicBezTo>
                    <a:pt x="143" y="1"/>
                    <a:pt x="0" y="191"/>
                    <a:pt x="24" y="358"/>
                  </a:cubicBezTo>
                  <a:cubicBezTo>
                    <a:pt x="48" y="525"/>
                    <a:pt x="215" y="644"/>
                    <a:pt x="358" y="644"/>
                  </a:cubicBezTo>
                  <a:lnTo>
                    <a:pt x="1810" y="644"/>
                  </a:lnTo>
                  <a:cubicBezTo>
                    <a:pt x="2001" y="644"/>
                    <a:pt x="2144" y="453"/>
                    <a:pt x="2120" y="286"/>
                  </a:cubicBezTo>
                  <a:cubicBezTo>
                    <a:pt x="2072" y="120"/>
                    <a:pt x="1929" y="1"/>
                    <a:pt x="1786" y="1"/>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7" name="Google Shape;24647;p147"/>
            <p:cNvSpPr/>
            <p:nvPr/>
          </p:nvSpPr>
          <p:spPr>
            <a:xfrm>
              <a:off x="6305281" y="2206150"/>
              <a:ext cx="130261" cy="20060"/>
            </a:xfrm>
            <a:custGeom>
              <a:avLst/>
              <a:gdLst/>
              <a:ahLst/>
              <a:cxnLst/>
              <a:rect l="l" t="t" r="r" b="b"/>
              <a:pathLst>
                <a:path w="4026" h="620" extrusionOk="0">
                  <a:moveTo>
                    <a:pt x="334" y="1"/>
                  </a:moveTo>
                  <a:cubicBezTo>
                    <a:pt x="143" y="1"/>
                    <a:pt x="0" y="167"/>
                    <a:pt x="24" y="358"/>
                  </a:cubicBezTo>
                  <a:cubicBezTo>
                    <a:pt x="48" y="501"/>
                    <a:pt x="215" y="620"/>
                    <a:pt x="358" y="620"/>
                  </a:cubicBezTo>
                  <a:lnTo>
                    <a:pt x="3692" y="620"/>
                  </a:lnTo>
                  <a:cubicBezTo>
                    <a:pt x="3858" y="620"/>
                    <a:pt x="4025" y="453"/>
                    <a:pt x="3977" y="263"/>
                  </a:cubicBezTo>
                  <a:cubicBezTo>
                    <a:pt x="3954" y="120"/>
                    <a:pt x="3811" y="1"/>
                    <a:pt x="3668" y="1"/>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8" name="Google Shape;24648;p147"/>
            <p:cNvSpPr/>
            <p:nvPr/>
          </p:nvSpPr>
          <p:spPr>
            <a:xfrm>
              <a:off x="6374617" y="2206150"/>
              <a:ext cx="61669" cy="20060"/>
            </a:xfrm>
            <a:custGeom>
              <a:avLst/>
              <a:gdLst/>
              <a:ahLst/>
              <a:cxnLst/>
              <a:rect l="l" t="t" r="r" b="b"/>
              <a:pathLst>
                <a:path w="1906" h="620" extrusionOk="0">
                  <a:moveTo>
                    <a:pt x="1" y="1"/>
                  </a:moveTo>
                  <a:lnTo>
                    <a:pt x="1" y="620"/>
                  </a:lnTo>
                  <a:lnTo>
                    <a:pt x="1572" y="620"/>
                  </a:lnTo>
                  <a:cubicBezTo>
                    <a:pt x="1763" y="620"/>
                    <a:pt x="1906" y="477"/>
                    <a:pt x="1882" y="263"/>
                  </a:cubicBezTo>
                  <a:cubicBezTo>
                    <a:pt x="1834" y="120"/>
                    <a:pt x="1692" y="1"/>
                    <a:pt x="1549" y="1"/>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9" name="Google Shape;24649;p147"/>
            <p:cNvSpPr/>
            <p:nvPr/>
          </p:nvSpPr>
          <p:spPr>
            <a:xfrm>
              <a:off x="6512545" y="1931979"/>
              <a:ext cx="102501" cy="64516"/>
            </a:xfrm>
            <a:custGeom>
              <a:avLst/>
              <a:gdLst/>
              <a:ahLst/>
              <a:cxnLst/>
              <a:rect l="l" t="t" r="r" b="b"/>
              <a:pathLst>
                <a:path w="3168" h="1994" extrusionOk="0">
                  <a:moveTo>
                    <a:pt x="298" y="1"/>
                  </a:moveTo>
                  <a:cubicBezTo>
                    <a:pt x="233" y="1"/>
                    <a:pt x="170" y="35"/>
                    <a:pt x="120" y="68"/>
                  </a:cubicBezTo>
                  <a:cubicBezTo>
                    <a:pt x="48" y="140"/>
                    <a:pt x="0" y="235"/>
                    <a:pt x="0" y="306"/>
                  </a:cubicBezTo>
                  <a:lnTo>
                    <a:pt x="0" y="1688"/>
                  </a:lnTo>
                  <a:cubicBezTo>
                    <a:pt x="0" y="1783"/>
                    <a:pt x="48" y="1854"/>
                    <a:pt x="120" y="1926"/>
                  </a:cubicBezTo>
                  <a:cubicBezTo>
                    <a:pt x="153" y="1959"/>
                    <a:pt x="223" y="1993"/>
                    <a:pt x="294" y="1993"/>
                  </a:cubicBezTo>
                  <a:cubicBezTo>
                    <a:pt x="324" y="1993"/>
                    <a:pt x="354" y="1987"/>
                    <a:pt x="382" y="1973"/>
                  </a:cubicBezTo>
                  <a:lnTo>
                    <a:pt x="2930" y="1307"/>
                  </a:lnTo>
                  <a:cubicBezTo>
                    <a:pt x="3096" y="1259"/>
                    <a:pt x="3168" y="1140"/>
                    <a:pt x="3168" y="997"/>
                  </a:cubicBezTo>
                  <a:cubicBezTo>
                    <a:pt x="3168" y="854"/>
                    <a:pt x="3096" y="735"/>
                    <a:pt x="2930" y="711"/>
                  </a:cubicBezTo>
                  <a:lnTo>
                    <a:pt x="382" y="21"/>
                  </a:lnTo>
                  <a:cubicBezTo>
                    <a:pt x="354" y="7"/>
                    <a:pt x="326" y="1"/>
                    <a:pt x="298"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0" name="Google Shape;24650;p147"/>
            <p:cNvSpPr/>
            <p:nvPr/>
          </p:nvSpPr>
          <p:spPr>
            <a:xfrm>
              <a:off x="6512545" y="1964981"/>
              <a:ext cx="104054" cy="32549"/>
            </a:xfrm>
            <a:custGeom>
              <a:avLst/>
              <a:gdLst/>
              <a:ahLst/>
              <a:cxnLst/>
              <a:rect l="l" t="t" r="r" b="b"/>
              <a:pathLst>
                <a:path w="3216" h="1006" extrusionOk="0">
                  <a:moveTo>
                    <a:pt x="24" y="1"/>
                  </a:moveTo>
                  <a:lnTo>
                    <a:pt x="24" y="668"/>
                  </a:lnTo>
                  <a:lnTo>
                    <a:pt x="0" y="668"/>
                  </a:lnTo>
                  <a:cubicBezTo>
                    <a:pt x="0" y="715"/>
                    <a:pt x="0" y="787"/>
                    <a:pt x="48" y="834"/>
                  </a:cubicBezTo>
                  <a:cubicBezTo>
                    <a:pt x="131" y="938"/>
                    <a:pt x="232" y="1006"/>
                    <a:pt x="351" y="1006"/>
                  </a:cubicBezTo>
                  <a:cubicBezTo>
                    <a:pt x="369" y="1006"/>
                    <a:pt x="387" y="1004"/>
                    <a:pt x="405" y="1001"/>
                  </a:cubicBezTo>
                  <a:lnTo>
                    <a:pt x="2977" y="310"/>
                  </a:lnTo>
                  <a:cubicBezTo>
                    <a:pt x="3120" y="263"/>
                    <a:pt x="3215" y="144"/>
                    <a:pt x="3215" y="1"/>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1" name="Google Shape;24651;p147"/>
            <p:cNvSpPr/>
            <p:nvPr/>
          </p:nvSpPr>
          <p:spPr>
            <a:xfrm>
              <a:off x="6322235" y="1931106"/>
              <a:ext cx="200375" cy="64742"/>
            </a:xfrm>
            <a:custGeom>
              <a:avLst/>
              <a:gdLst/>
              <a:ahLst/>
              <a:cxnLst/>
              <a:rect l="l" t="t" r="r" b="b"/>
              <a:pathLst>
                <a:path w="6193" h="2001" extrusionOk="0">
                  <a:moveTo>
                    <a:pt x="334" y="0"/>
                  </a:moveTo>
                  <a:cubicBezTo>
                    <a:pt x="143" y="0"/>
                    <a:pt x="0" y="119"/>
                    <a:pt x="0" y="286"/>
                  </a:cubicBezTo>
                  <a:lnTo>
                    <a:pt x="0" y="1738"/>
                  </a:lnTo>
                  <a:cubicBezTo>
                    <a:pt x="0" y="1881"/>
                    <a:pt x="143" y="2000"/>
                    <a:pt x="334" y="2000"/>
                  </a:cubicBezTo>
                  <a:lnTo>
                    <a:pt x="6192" y="2000"/>
                  </a:lnTo>
                  <a:lnTo>
                    <a:pt x="6192" y="0"/>
                  </a:ln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2" name="Google Shape;24652;p147"/>
            <p:cNvSpPr/>
            <p:nvPr/>
          </p:nvSpPr>
          <p:spPr>
            <a:xfrm>
              <a:off x="6323756" y="1963460"/>
              <a:ext cx="200375" cy="32387"/>
            </a:xfrm>
            <a:custGeom>
              <a:avLst/>
              <a:gdLst/>
              <a:ahLst/>
              <a:cxnLst/>
              <a:rect l="l" t="t" r="r" b="b"/>
              <a:pathLst>
                <a:path w="6193" h="1001" extrusionOk="0">
                  <a:moveTo>
                    <a:pt x="1" y="0"/>
                  </a:moveTo>
                  <a:lnTo>
                    <a:pt x="1" y="738"/>
                  </a:lnTo>
                  <a:cubicBezTo>
                    <a:pt x="1" y="881"/>
                    <a:pt x="144" y="1000"/>
                    <a:pt x="311" y="1000"/>
                  </a:cubicBezTo>
                  <a:lnTo>
                    <a:pt x="6193" y="1000"/>
                  </a:lnTo>
                  <a:lnTo>
                    <a:pt x="6193" y="0"/>
                  </a:ln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3" name="Google Shape;24653;p147"/>
            <p:cNvSpPr/>
            <p:nvPr/>
          </p:nvSpPr>
          <p:spPr>
            <a:xfrm>
              <a:off x="6268300" y="1931850"/>
              <a:ext cx="64742" cy="63998"/>
            </a:xfrm>
            <a:custGeom>
              <a:avLst/>
              <a:gdLst/>
              <a:ahLst/>
              <a:cxnLst/>
              <a:rect l="l" t="t" r="r" b="b"/>
              <a:pathLst>
                <a:path w="2001" h="1978" extrusionOk="0">
                  <a:moveTo>
                    <a:pt x="643" y="1"/>
                  </a:moveTo>
                  <a:cubicBezTo>
                    <a:pt x="286" y="1"/>
                    <a:pt x="0" y="263"/>
                    <a:pt x="0" y="620"/>
                  </a:cubicBezTo>
                  <a:lnTo>
                    <a:pt x="0" y="1358"/>
                  </a:lnTo>
                  <a:cubicBezTo>
                    <a:pt x="0" y="1715"/>
                    <a:pt x="286" y="1977"/>
                    <a:pt x="643" y="1977"/>
                  </a:cubicBezTo>
                  <a:lnTo>
                    <a:pt x="2001" y="1977"/>
                  </a:lnTo>
                  <a:lnTo>
                    <a:pt x="200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4" name="Google Shape;24654;p147"/>
            <p:cNvSpPr/>
            <p:nvPr/>
          </p:nvSpPr>
          <p:spPr>
            <a:xfrm>
              <a:off x="6268300" y="1963460"/>
              <a:ext cx="64742" cy="32387"/>
            </a:xfrm>
            <a:custGeom>
              <a:avLst/>
              <a:gdLst/>
              <a:ahLst/>
              <a:cxnLst/>
              <a:rect l="l" t="t" r="r" b="b"/>
              <a:pathLst>
                <a:path w="2001" h="1001" extrusionOk="0">
                  <a:moveTo>
                    <a:pt x="0" y="0"/>
                  </a:moveTo>
                  <a:lnTo>
                    <a:pt x="0" y="381"/>
                  </a:lnTo>
                  <a:cubicBezTo>
                    <a:pt x="0" y="738"/>
                    <a:pt x="286" y="1000"/>
                    <a:pt x="643" y="1000"/>
                  </a:cubicBezTo>
                  <a:lnTo>
                    <a:pt x="2001" y="1000"/>
                  </a:lnTo>
                  <a:lnTo>
                    <a:pt x="2001"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55" name="Google Shape;24655;p147"/>
          <p:cNvGrpSpPr/>
          <p:nvPr/>
        </p:nvGrpSpPr>
        <p:grpSpPr>
          <a:xfrm>
            <a:off x="7017988" y="1777929"/>
            <a:ext cx="348298" cy="348301"/>
            <a:chOff x="7017988" y="1930329"/>
            <a:chExt cx="348298" cy="348301"/>
          </a:xfrm>
        </p:grpSpPr>
        <p:sp>
          <p:nvSpPr>
            <p:cNvPr id="24656" name="Google Shape;24656;p147"/>
            <p:cNvSpPr/>
            <p:nvPr/>
          </p:nvSpPr>
          <p:spPr>
            <a:xfrm>
              <a:off x="7017988" y="1959610"/>
              <a:ext cx="251237" cy="319020"/>
            </a:xfrm>
            <a:custGeom>
              <a:avLst/>
              <a:gdLst/>
              <a:ahLst/>
              <a:cxnLst/>
              <a:rect l="l" t="t" r="r" b="b"/>
              <a:pathLst>
                <a:path w="7765" h="9860" extrusionOk="0">
                  <a:moveTo>
                    <a:pt x="1168" y="0"/>
                  </a:moveTo>
                  <a:cubicBezTo>
                    <a:pt x="501" y="0"/>
                    <a:pt x="1" y="524"/>
                    <a:pt x="1" y="1167"/>
                  </a:cubicBezTo>
                  <a:lnTo>
                    <a:pt x="1" y="8692"/>
                  </a:lnTo>
                  <a:cubicBezTo>
                    <a:pt x="1" y="9335"/>
                    <a:pt x="525" y="9859"/>
                    <a:pt x="1168" y="9859"/>
                  </a:cubicBezTo>
                  <a:lnTo>
                    <a:pt x="6597" y="9859"/>
                  </a:lnTo>
                  <a:cubicBezTo>
                    <a:pt x="7264" y="9859"/>
                    <a:pt x="7764" y="9335"/>
                    <a:pt x="7764" y="8692"/>
                  </a:cubicBezTo>
                  <a:lnTo>
                    <a:pt x="7764" y="1167"/>
                  </a:lnTo>
                  <a:cubicBezTo>
                    <a:pt x="7764" y="500"/>
                    <a:pt x="7240" y="0"/>
                    <a:pt x="6597" y="0"/>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7" name="Google Shape;24657;p147"/>
            <p:cNvSpPr/>
            <p:nvPr/>
          </p:nvSpPr>
          <p:spPr>
            <a:xfrm>
              <a:off x="7144365" y="1960354"/>
              <a:ext cx="124858" cy="318276"/>
            </a:xfrm>
            <a:custGeom>
              <a:avLst/>
              <a:gdLst/>
              <a:ahLst/>
              <a:cxnLst/>
              <a:rect l="l" t="t" r="r" b="b"/>
              <a:pathLst>
                <a:path w="3859" h="9837" extrusionOk="0">
                  <a:moveTo>
                    <a:pt x="0" y="1"/>
                  </a:moveTo>
                  <a:lnTo>
                    <a:pt x="0" y="9836"/>
                  </a:lnTo>
                  <a:lnTo>
                    <a:pt x="2691" y="9836"/>
                  </a:lnTo>
                  <a:cubicBezTo>
                    <a:pt x="3334" y="9836"/>
                    <a:pt x="3858" y="9312"/>
                    <a:pt x="3858" y="8669"/>
                  </a:cubicBezTo>
                  <a:lnTo>
                    <a:pt x="3858" y="1144"/>
                  </a:lnTo>
                  <a:cubicBezTo>
                    <a:pt x="3858" y="501"/>
                    <a:pt x="3358" y="1"/>
                    <a:pt x="2691" y="1"/>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8" name="Google Shape;24658;p147"/>
            <p:cNvSpPr/>
            <p:nvPr/>
          </p:nvSpPr>
          <p:spPr>
            <a:xfrm>
              <a:off x="7059596" y="1999665"/>
              <a:ext cx="169540" cy="238133"/>
            </a:xfrm>
            <a:custGeom>
              <a:avLst/>
              <a:gdLst/>
              <a:ahLst/>
              <a:cxnLst/>
              <a:rect l="l" t="t" r="r" b="b"/>
              <a:pathLst>
                <a:path w="5240" h="7360" extrusionOk="0">
                  <a:moveTo>
                    <a:pt x="310" y="1"/>
                  </a:moveTo>
                  <a:cubicBezTo>
                    <a:pt x="144" y="1"/>
                    <a:pt x="1" y="167"/>
                    <a:pt x="1" y="334"/>
                  </a:cubicBezTo>
                  <a:lnTo>
                    <a:pt x="1" y="7026"/>
                  </a:lnTo>
                  <a:cubicBezTo>
                    <a:pt x="1" y="7216"/>
                    <a:pt x="144" y="7359"/>
                    <a:pt x="310" y="7359"/>
                  </a:cubicBezTo>
                  <a:lnTo>
                    <a:pt x="4907" y="7359"/>
                  </a:lnTo>
                  <a:cubicBezTo>
                    <a:pt x="5073" y="7359"/>
                    <a:pt x="5240" y="7216"/>
                    <a:pt x="5240" y="7026"/>
                  </a:cubicBezTo>
                  <a:lnTo>
                    <a:pt x="5240" y="334"/>
                  </a:lnTo>
                  <a:cubicBezTo>
                    <a:pt x="5240" y="167"/>
                    <a:pt x="5073" y="1"/>
                    <a:pt x="4907"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9" name="Google Shape;24659;p147"/>
            <p:cNvSpPr/>
            <p:nvPr/>
          </p:nvSpPr>
          <p:spPr>
            <a:xfrm>
              <a:off x="7144365" y="2001218"/>
              <a:ext cx="84770" cy="236580"/>
            </a:xfrm>
            <a:custGeom>
              <a:avLst/>
              <a:gdLst/>
              <a:ahLst/>
              <a:cxnLst/>
              <a:rect l="l" t="t" r="r" b="b"/>
              <a:pathLst>
                <a:path w="2620" h="7312" extrusionOk="0">
                  <a:moveTo>
                    <a:pt x="0" y="0"/>
                  </a:moveTo>
                  <a:lnTo>
                    <a:pt x="0" y="7311"/>
                  </a:lnTo>
                  <a:lnTo>
                    <a:pt x="2287" y="7311"/>
                  </a:lnTo>
                  <a:cubicBezTo>
                    <a:pt x="2453" y="7311"/>
                    <a:pt x="2620" y="7168"/>
                    <a:pt x="2620" y="6978"/>
                  </a:cubicBezTo>
                  <a:lnTo>
                    <a:pt x="2620" y="286"/>
                  </a:lnTo>
                  <a:cubicBezTo>
                    <a:pt x="2620" y="143"/>
                    <a:pt x="2453" y="0"/>
                    <a:pt x="2287"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0" name="Google Shape;24660;p147"/>
            <p:cNvSpPr/>
            <p:nvPr/>
          </p:nvSpPr>
          <p:spPr>
            <a:xfrm>
              <a:off x="7086580" y="1932626"/>
              <a:ext cx="115604" cy="88653"/>
            </a:xfrm>
            <a:custGeom>
              <a:avLst/>
              <a:gdLst/>
              <a:ahLst/>
              <a:cxnLst/>
              <a:rect l="l" t="t" r="r" b="b"/>
              <a:pathLst>
                <a:path w="3573" h="2740" extrusionOk="0">
                  <a:moveTo>
                    <a:pt x="1143" y="1"/>
                  </a:moveTo>
                  <a:cubicBezTo>
                    <a:pt x="1000" y="1"/>
                    <a:pt x="881" y="96"/>
                    <a:pt x="858" y="239"/>
                  </a:cubicBezTo>
                  <a:lnTo>
                    <a:pt x="667" y="953"/>
                  </a:lnTo>
                  <a:cubicBezTo>
                    <a:pt x="262" y="1168"/>
                    <a:pt x="0" y="1572"/>
                    <a:pt x="0" y="2049"/>
                  </a:cubicBezTo>
                  <a:lnTo>
                    <a:pt x="0" y="2406"/>
                  </a:lnTo>
                  <a:cubicBezTo>
                    <a:pt x="0" y="2596"/>
                    <a:pt x="143" y="2739"/>
                    <a:pt x="310" y="2739"/>
                  </a:cubicBezTo>
                  <a:lnTo>
                    <a:pt x="3239" y="2739"/>
                  </a:lnTo>
                  <a:cubicBezTo>
                    <a:pt x="3406" y="2739"/>
                    <a:pt x="3572" y="2596"/>
                    <a:pt x="3572" y="2430"/>
                  </a:cubicBezTo>
                  <a:lnTo>
                    <a:pt x="3572" y="2049"/>
                  </a:lnTo>
                  <a:cubicBezTo>
                    <a:pt x="3572" y="1572"/>
                    <a:pt x="3287" y="1168"/>
                    <a:pt x="2882" y="953"/>
                  </a:cubicBezTo>
                  <a:lnTo>
                    <a:pt x="2691" y="239"/>
                  </a:lnTo>
                  <a:cubicBezTo>
                    <a:pt x="2668" y="96"/>
                    <a:pt x="2548" y="1"/>
                    <a:pt x="2406"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1" name="Google Shape;24661;p147"/>
            <p:cNvSpPr/>
            <p:nvPr/>
          </p:nvSpPr>
          <p:spPr>
            <a:xfrm>
              <a:off x="7144365" y="1932626"/>
              <a:ext cx="57818" cy="89429"/>
            </a:xfrm>
            <a:custGeom>
              <a:avLst/>
              <a:gdLst/>
              <a:ahLst/>
              <a:cxnLst/>
              <a:rect l="l" t="t" r="r" b="b"/>
              <a:pathLst>
                <a:path w="1787" h="2764" extrusionOk="0">
                  <a:moveTo>
                    <a:pt x="0" y="1"/>
                  </a:moveTo>
                  <a:lnTo>
                    <a:pt x="0" y="2763"/>
                  </a:lnTo>
                  <a:lnTo>
                    <a:pt x="1453" y="2763"/>
                  </a:lnTo>
                  <a:cubicBezTo>
                    <a:pt x="1620" y="2763"/>
                    <a:pt x="1786" y="2620"/>
                    <a:pt x="1786" y="2430"/>
                  </a:cubicBezTo>
                  <a:lnTo>
                    <a:pt x="1786" y="2049"/>
                  </a:lnTo>
                  <a:cubicBezTo>
                    <a:pt x="1786" y="1572"/>
                    <a:pt x="1501" y="1168"/>
                    <a:pt x="1096" y="953"/>
                  </a:cubicBezTo>
                  <a:lnTo>
                    <a:pt x="905" y="239"/>
                  </a:lnTo>
                  <a:cubicBezTo>
                    <a:pt x="882" y="96"/>
                    <a:pt x="762" y="1"/>
                    <a:pt x="620"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2" name="Google Shape;24662;p147"/>
            <p:cNvSpPr/>
            <p:nvPr/>
          </p:nvSpPr>
          <p:spPr>
            <a:xfrm>
              <a:off x="7125859" y="2041272"/>
              <a:ext cx="69401" cy="20060"/>
            </a:xfrm>
            <a:custGeom>
              <a:avLst/>
              <a:gdLst/>
              <a:ahLst/>
              <a:cxnLst/>
              <a:rect l="l" t="t" r="r" b="b"/>
              <a:pathLst>
                <a:path w="2145" h="620" extrusionOk="0">
                  <a:moveTo>
                    <a:pt x="334" y="0"/>
                  </a:moveTo>
                  <a:cubicBezTo>
                    <a:pt x="144" y="0"/>
                    <a:pt x="1" y="191"/>
                    <a:pt x="25" y="358"/>
                  </a:cubicBezTo>
                  <a:cubicBezTo>
                    <a:pt x="48" y="501"/>
                    <a:pt x="215" y="620"/>
                    <a:pt x="358" y="620"/>
                  </a:cubicBezTo>
                  <a:lnTo>
                    <a:pt x="1811" y="620"/>
                  </a:lnTo>
                  <a:cubicBezTo>
                    <a:pt x="2001" y="620"/>
                    <a:pt x="2144" y="477"/>
                    <a:pt x="2120" y="262"/>
                  </a:cubicBezTo>
                  <a:cubicBezTo>
                    <a:pt x="2073" y="120"/>
                    <a:pt x="1930" y="0"/>
                    <a:pt x="1787" y="0"/>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3" name="Google Shape;24663;p147"/>
            <p:cNvSpPr/>
            <p:nvPr/>
          </p:nvSpPr>
          <p:spPr>
            <a:xfrm>
              <a:off x="7092727" y="2040496"/>
              <a:ext cx="21613" cy="20837"/>
            </a:xfrm>
            <a:custGeom>
              <a:avLst/>
              <a:gdLst/>
              <a:ahLst/>
              <a:cxnLst/>
              <a:rect l="l" t="t" r="r" b="b"/>
              <a:pathLst>
                <a:path w="668" h="644" extrusionOk="0">
                  <a:moveTo>
                    <a:pt x="334" y="1"/>
                  </a:moveTo>
                  <a:cubicBezTo>
                    <a:pt x="144" y="1"/>
                    <a:pt x="1" y="144"/>
                    <a:pt x="1" y="310"/>
                  </a:cubicBezTo>
                  <a:cubicBezTo>
                    <a:pt x="1" y="501"/>
                    <a:pt x="144" y="644"/>
                    <a:pt x="334" y="644"/>
                  </a:cubicBezTo>
                  <a:cubicBezTo>
                    <a:pt x="525" y="644"/>
                    <a:pt x="668" y="501"/>
                    <a:pt x="668" y="310"/>
                  </a:cubicBezTo>
                  <a:cubicBezTo>
                    <a:pt x="668" y="144"/>
                    <a:pt x="525" y="1"/>
                    <a:pt x="334" y="1"/>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4" name="Google Shape;24664;p147"/>
            <p:cNvSpPr/>
            <p:nvPr/>
          </p:nvSpPr>
          <p:spPr>
            <a:xfrm>
              <a:off x="7125859" y="2082104"/>
              <a:ext cx="69401" cy="20060"/>
            </a:xfrm>
            <a:custGeom>
              <a:avLst/>
              <a:gdLst/>
              <a:ahLst/>
              <a:cxnLst/>
              <a:rect l="l" t="t" r="r" b="b"/>
              <a:pathLst>
                <a:path w="2145" h="620" extrusionOk="0">
                  <a:moveTo>
                    <a:pt x="334" y="1"/>
                  </a:moveTo>
                  <a:cubicBezTo>
                    <a:pt x="144" y="1"/>
                    <a:pt x="1" y="167"/>
                    <a:pt x="25" y="358"/>
                  </a:cubicBezTo>
                  <a:cubicBezTo>
                    <a:pt x="48" y="501"/>
                    <a:pt x="215" y="620"/>
                    <a:pt x="358" y="620"/>
                  </a:cubicBezTo>
                  <a:lnTo>
                    <a:pt x="1811" y="620"/>
                  </a:lnTo>
                  <a:cubicBezTo>
                    <a:pt x="2001" y="620"/>
                    <a:pt x="2144" y="477"/>
                    <a:pt x="2120" y="263"/>
                  </a:cubicBezTo>
                  <a:cubicBezTo>
                    <a:pt x="2073" y="120"/>
                    <a:pt x="1930" y="1"/>
                    <a:pt x="1787" y="1"/>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5" name="Google Shape;24665;p147"/>
            <p:cNvSpPr/>
            <p:nvPr/>
          </p:nvSpPr>
          <p:spPr>
            <a:xfrm>
              <a:off x="7092727" y="2081327"/>
              <a:ext cx="21613" cy="21613"/>
            </a:xfrm>
            <a:custGeom>
              <a:avLst/>
              <a:gdLst/>
              <a:ahLst/>
              <a:cxnLst/>
              <a:rect l="l" t="t" r="r" b="b"/>
              <a:pathLst>
                <a:path w="668" h="668" extrusionOk="0">
                  <a:moveTo>
                    <a:pt x="334" y="1"/>
                  </a:moveTo>
                  <a:cubicBezTo>
                    <a:pt x="144" y="1"/>
                    <a:pt x="1" y="168"/>
                    <a:pt x="1" y="334"/>
                  </a:cubicBezTo>
                  <a:cubicBezTo>
                    <a:pt x="1" y="525"/>
                    <a:pt x="144" y="668"/>
                    <a:pt x="334" y="668"/>
                  </a:cubicBezTo>
                  <a:cubicBezTo>
                    <a:pt x="525" y="668"/>
                    <a:pt x="668" y="525"/>
                    <a:pt x="668" y="334"/>
                  </a:cubicBezTo>
                  <a:cubicBezTo>
                    <a:pt x="668" y="168"/>
                    <a:pt x="525" y="1"/>
                    <a:pt x="334" y="1"/>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6" name="Google Shape;24666;p147"/>
            <p:cNvSpPr/>
            <p:nvPr/>
          </p:nvSpPr>
          <p:spPr>
            <a:xfrm>
              <a:off x="7125859" y="2122158"/>
              <a:ext cx="69401" cy="20092"/>
            </a:xfrm>
            <a:custGeom>
              <a:avLst/>
              <a:gdLst/>
              <a:ahLst/>
              <a:cxnLst/>
              <a:rect l="l" t="t" r="r" b="b"/>
              <a:pathLst>
                <a:path w="2145" h="621" extrusionOk="0">
                  <a:moveTo>
                    <a:pt x="334" y="1"/>
                  </a:moveTo>
                  <a:cubicBezTo>
                    <a:pt x="144" y="1"/>
                    <a:pt x="1" y="192"/>
                    <a:pt x="25" y="358"/>
                  </a:cubicBezTo>
                  <a:cubicBezTo>
                    <a:pt x="48" y="501"/>
                    <a:pt x="215" y="620"/>
                    <a:pt x="358" y="620"/>
                  </a:cubicBezTo>
                  <a:lnTo>
                    <a:pt x="1811" y="620"/>
                  </a:lnTo>
                  <a:cubicBezTo>
                    <a:pt x="2001" y="620"/>
                    <a:pt x="2144" y="477"/>
                    <a:pt x="2120" y="263"/>
                  </a:cubicBezTo>
                  <a:cubicBezTo>
                    <a:pt x="2073" y="120"/>
                    <a:pt x="1930" y="1"/>
                    <a:pt x="1787" y="1"/>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7" name="Google Shape;24667;p147"/>
            <p:cNvSpPr/>
            <p:nvPr/>
          </p:nvSpPr>
          <p:spPr>
            <a:xfrm>
              <a:off x="7092727" y="2122158"/>
              <a:ext cx="21613" cy="20837"/>
            </a:xfrm>
            <a:custGeom>
              <a:avLst/>
              <a:gdLst/>
              <a:ahLst/>
              <a:cxnLst/>
              <a:rect l="l" t="t" r="r" b="b"/>
              <a:pathLst>
                <a:path w="668" h="644" extrusionOk="0">
                  <a:moveTo>
                    <a:pt x="334" y="1"/>
                  </a:moveTo>
                  <a:cubicBezTo>
                    <a:pt x="144" y="1"/>
                    <a:pt x="1" y="144"/>
                    <a:pt x="1" y="334"/>
                  </a:cubicBezTo>
                  <a:cubicBezTo>
                    <a:pt x="1" y="501"/>
                    <a:pt x="144" y="644"/>
                    <a:pt x="334" y="644"/>
                  </a:cubicBezTo>
                  <a:cubicBezTo>
                    <a:pt x="525" y="644"/>
                    <a:pt x="668" y="501"/>
                    <a:pt x="668" y="334"/>
                  </a:cubicBezTo>
                  <a:cubicBezTo>
                    <a:pt x="668" y="144"/>
                    <a:pt x="525" y="1"/>
                    <a:pt x="334" y="1"/>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8" name="Google Shape;24668;p147"/>
            <p:cNvSpPr/>
            <p:nvPr/>
          </p:nvSpPr>
          <p:spPr>
            <a:xfrm>
              <a:off x="7125859" y="2163766"/>
              <a:ext cx="69401" cy="20092"/>
            </a:xfrm>
            <a:custGeom>
              <a:avLst/>
              <a:gdLst/>
              <a:ahLst/>
              <a:cxnLst/>
              <a:rect l="l" t="t" r="r" b="b"/>
              <a:pathLst>
                <a:path w="2145" h="621" extrusionOk="0">
                  <a:moveTo>
                    <a:pt x="334" y="1"/>
                  </a:moveTo>
                  <a:cubicBezTo>
                    <a:pt x="144" y="1"/>
                    <a:pt x="1" y="168"/>
                    <a:pt x="25" y="358"/>
                  </a:cubicBezTo>
                  <a:cubicBezTo>
                    <a:pt x="48" y="501"/>
                    <a:pt x="215" y="620"/>
                    <a:pt x="358" y="620"/>
                  </a:cubicBezTo>
                  <a:lnTo>
                    <a:pt x="1811" y="620"/>
                  </a:lnTo>
                  <a:cubicBezTo>
                    <a:pt x="2001" y="620"/>
                    <a:pt x="2144" y="453"/>
                    <a:pt x="2120" y="263"/>
                  </a:cubicBezTo>
                  <a:cubicBezTo>
                    <a:pt x="2073" y="120"/>
                    <a:pt x="1930" y="1"/>
                    <a:pt x="1787" y="1"/>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9" name="Google Shape;24669;p147"/>
            <p:cNvSpPr/>
            <p:nvPr/>
          </p:nvSpPr>
          <p:spPr>
            <a:xfrm>
              <a:off x="7144365" y="2041272"/>
              <a:ext cx="50894" cy="20060"/>
            </a:xfrm>
            <a:custGeom>
              <a:avLst/>
              <a:gdLst/>
              <a:ahLst/>
              <a:cxnLst/>
              <a:rect l="l" t="t" r="r" b="b"/>
              <a:pathLst>
                <a:path w="1573" h="620" extrusionOk="0">
                  <a:moveTo>
                    <a:pt x="0" y="0"/>
                  </a:moveTo>
                  <a:lnTo>
                    <a:pt x="0" y="620"/>
                  </a:lnTo>
                  <a:lnTo>
                    <a:pt x="1239" y="620"/>
                  </a:lnTo>
                  <a:cubicBezTo>
                    <a:pt x="1429" y="620"/>
                    <a:pt x="1572" y="477"/>
                    <a:pt x="1548" y="262"/>
                  </a:cubicBezTo>
                  <a:cubicBezTo>
                    <a:pt x="1548" y="120"/>
                    <a:pt x="1382" y="0"/>
                    <a:pt x="1239"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0" name="Google Shape;24670;p147"/>
            <p:cNvSpPr/>
            <p:nvPr/>
          </p:nvSpPr>
          <p:spPr>
            <a:xfrm>
              <a:off x="7144365" y="2082104"/>
              <a:ext cx="50894" cy="20060"/>
            </a:xfrm>
            <a:custGeom>
              <a:avLst/>
              <a:gdLst/>
              <a:ahLst/>
              <a:cxnLst/>
              <a:rect l="l" t="t" r="r" b="b"/>
              <a:pathLst>
                <a:path w="1573" h="620" extrusionOk="0">
                  <a:moveTo>
                    <a:pt x="0" y="1"/>
                  </a:moveTo>
                  <a:lnTo>
                    <a:pt x="0" y="620"/>
                  </a:lnTo>
                  <a:lnTo>
                    <a:pt x="1239" y="620"/>
                  </a:lnTo>
                  <a:cubicBezTo>
                    <a:pt x="1429" y="620"/>
                    <a:pt x="1572" y="477"/>
                    <a:pt x="1548" y="263"/>
                  </a:cubicBezTo>
                  <a:cubicBezTo>
                    <a:pt x="1548" y="120"/>
                    <a:pt x="1382" y="1"/>
                    <a:pt x="1239" y="1"/>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1" name="Google Shape;24671;p147"/>
            <p:cNvSpPr/>
            <p:nvPr/>
          </p:nvSpPr>
          <p:spPr>
            <a:xfrm>
              <a:off x="7144365" y="2122158"/>
              <a:ext cx="50894" cy="20092"/>
            </a:xfrm>
            <a:custGeom>
              <a:avLst/>
              <a:gdLst/>
              <a:ahLst/>
              <a:cxnLst/>
              <a:rect l="l" t="t" r="r" b="b"/>
              <a:pathLst>
                <a:path w="1573" h="621" extrusionOk="0">
                  <a:moveTo>
                    <a:pt x="0" y="1"/>
                  </a:moveTo>
                  <a:lnTo>
                    <a:pt x="0" y="620"/>
                  </a:lnTo>
                  <a:lnTo>
                    <a:pt x="1239" y="620"/>
                  </a:lnTo>
                  <a:cubicBezTo>
                    <a:pt x="1429" y="620"/>
                    <a:pt x="1572" y="477"/>
                    <a:pt x="1548" y="263"/>
                  </a:cubicBezTo>
                  <a:cubicBezTo>
                    <a:pt x="1548" y="120"/>
                    <a:pt x="1382" y="1"/>
                    <a:pt x="1239" y="1"/>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2" name="Google Shape;24672;p147"/>
            <p:cNvSpPr/>
            <p:nvPr/>
          </p:nvSpPr>
          <p:spPr>
            <a:xfrm>
              <a:off x="7144365" y="2163022"/>
              <a:ext cx="50894" cy="20060"/>
            </a:xfrm>
            <a:custGeom>
              <a:avLst/>
              <a:gdLst/>
              <a:ahLst/>
              <a:cxnLst/>
              <a:rect l="l" t="t" r="r" b="b"/>
              <a:pathLst>
                <a:path w="1573" h="620" extrusionOk="0">
                  <a:moveTo>
                    <a:pt x="0" y="0"/>
                  </a:moveTo>
                  <a:lnTo>
                    <a:pt x="0" y="619"/>
                  </a:lnTo>
                  <a:lnTo>
                    <a:pt x="1239" y="619"/>
                  </a:lnTo>
                  <a:cubicBezTo>
                    <a:pt x="1429" y="619"/>
                    <a:pt x="1572" y="476"/>
                    <a:pt x="1548" y="262"/>
                  </a:cubicBezTo>
                  <a:cubicBezTo>
                    <a:pt x="1548" y="119"/>
                    <a:pt x="1382" y="0"/>
                    <a:pt x="1239"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3" name="Google Shape;24673;p147"/>
            <p:cNvSpPr/>
            <p:nvPr/>
          </p:nvSpPr>
          <p:spPr>
            <a:xfrm>
              <a:off x="7092727" y="2163022"/>
              <a:ext cx="21613" cy="20837"/>
            </a:xfrm>
            <a:custGeom>
              <a:avLst/>
              <a:gdLst/>
              <a:ahLst/>
              <a:cxnLst/>
              <a:rect l="l" t="t" r="r" b="b"/>
              <a:pathLst>
                <a:path w="668" h="644" extrusionOk="0">
                  <a:moveTo>
                    <a:pt x="334" y="0"/>
                  </a:moveTo>
                  <a:cubicBezTo>
                    <a:pt x="144" y="0"/>
                    <a:pt x="1" y="143"/>
                    <a:pt x="1" y="310"/>
                  </a:cubicBezTo>
                  <a:cubicBezTo>
                    <a:pt x="1" y="500"/>
                    <a:pt x="144" y="643"/>
                    <a:pt x="334" y="643"/>
                  </a:cubicBezTo>
                  <a:cubicBezTo>
                    <a:pt x="525" y="643"/>
                    <a:pt x="668" y="500"/>
                    <a:pt x="668" y="310"/>
                  </a:cubicBezTo>
                  <a:cubicBezTo>
                    <a:pt x="668" y="143"/>
                    <a:pt x="525" y="0"/>
                    <a:pt x="334" y="0"/>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4" name="Google Shape;24674;p147"/>
            <p:cNvSpPr/>
            <p:nvPr/>
          </p:nvSpPr>
          <p:spPr>
            <a:xfrm>
              <a:off x="7299991" y="1930329"/>
              <a:ext cx="65551" cy="104054"/>
            </a:xfrm>
            <a:custGeom>
              <a:avLst/>
              <a:gdLst/>
              <a:ahLst/>
              <a:cxnLst/>
              <a:rect l="l" t="t" r="r" b="b"/>
              <a:pathLst>
                <a:path w="2026" h="3216" extrusionOk="0">
                  <a:moveTo>
                    <a:pt x="1001" y="0"/>
                  </a:moveTo>
                  <a:cubicBezTo>
                    <a:pt x="858" y="0"/>
                    <a:pt x="739" y="95"/>
                    <a:pt x="715" y="238"/>
                  </a:cubicBezTo>
                  <a:lnTo>
                    <a:pt x="25" y="2810"/>
                  </a:lnTo>
                  <a:cubicBezTo>
                    <a:pt x="1" y="2953"/>
                    <a:pt x="72" y="3072"/>
                    <a:pt x="191" y="3168"/>
                  </a:cubicBezTo>
                  <a:cubicBezTo>
                    <a:pt x="239" y="3215"/>
                    <a:pt x="287" y="3215"/>
                    <a:pt x="358" y="3215"/>
                  </a:cubicBezTo>
                  <a:lnTo>
                    <a:pt x="1692" y="3215"/>
                  </a:lnTo>
                  <a:cubicBezTo>
                    <a:pt x="1787" y="3215"/>
                    <a:pt x="1906" y="3191"/>
                    <a:pt x="1930" y="3072"/>
                  </a:cubicBezTo>
                  <a:cubicBezTo>
                    <a:pt x="2001" y="3025"/>
                    <a:pt x="2025" y="2906"/>
                    <a:pt x="2001" y="2810"/>
                  </a:cubicBezTo>
                  <a:lnTo>
                    <a:pt x="1311" y="238"/>
                  </a:lnTo>
                  <a:cubicBezTo>
                    <a:pt x="1287" y="95"/>
                    <a:pt x="1168" y="0"/>
                    <a:pt x="1001"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5" name="Google Shape;24675;p147"/>
            <p:cNvSpPr/>
            <p:nvPr/>
          </p:nvSpPr>
          <p:spPr>
            <a:xfrm>
              <a:off x="7333899" y="1930329"/>
              <a:ext cx="32387" cy="104054"/>
            </a:xfrm>
            <a:custGeom>
              <a:avLst/>
              <a:gdLst/>
              <a:ahLst/>
              <a:cxnLst/>
              <a:rect l="l" t="t" r="r" b="b"/>
              <a:pathLst>
                <a:path w="1001" h="3216" extrusionOk="0">
                  <a:moveTo>
                    <a:pt x="1" y="0"/>
                  </a:moveTo>
                  <a:lnTo>
                    <a:pt x="1" y="3191"/>
                  </a:lnTo>
                  <a:lnTo>
                    <a:pt x="644" y="3191"/>
                  </a:lnTo>
                  <a:lnTo>
                    <a:pt x="644" y="3215"/>
                  </a:lnTo>
                  <a:cubicBezTo>
                    <a:pt x="715" y="3215"/>
                    <a:pt x="763" y="3215"/>
                    <a:pt x="834" y="3168"/>
                  </a:cubicBezTo>
                  <a:cubicBezTo>
                    <a:pt x="953" y="3072"/>
                    <a:pt x="1001" y="2953"/>
                    <a:pt x="977" y="2810"/>
                  </a:cubicBezTo>
                  <a:lnTo>
                    <a:pt x="287" y="238"/>
                  </a:lnTo>
                  <a:cubicBezTo>
                    <a:pt x="263" y="95"/>
                    <a:pt x="144" y="0"/>
                    <a:pt x="1"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6" name="Google Shape;24676;p147"/>
            <p:cNvSpPr/>
            <p:nvPr/>
          </p:nvSpPr>
          <p:spPr>
            <a:xfrm>
              <a:off x="7300768" y="2025095"/>
              <a:ext cx="64775" cy="200375"/>
            </a:xfrm>
            <a:custGeom>
              <a:avLst/>
              <a:gdLst/>
              <a:ahLst/>
              <a:cxnLst/>
              <a:rect l="l" t="t" r="r" b="b"/>
              <a:pathLst>
                <a:path w="2002" h="6193" extrusionOk="0">
                  <a:moveTo>
                    <a:pt x="1" y="0"/>
                  </a:moveTo>
                  <a:lnTo>
                    <a:pt x="1" y="5859"/>
                  </a:lnTo>
                  <a:cubicBezTo>
                    <a:pt x="1" y="6025"/>
                    <a:pt x="120" y="6192"/>
                    <a:pt x="286" y="6192"/>
                  </a:cubicBezTo>
                  <a:lnTo>
                    <a:pt x="1739" y="6192"/>
                  </a:lnTo>
                  <a:cubicBezTo>
                    <a:pt x="1882" y="6192"/>
                    <a:pt x="2001" y="6025"/>
                    <a:pt x="2001" y="5859"/>
                  </a:cubicBezTo>
                  <a:lnTo>
                    <a:pt x="2001" y="0"/>
                  </a:ln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7" name="Google Shape;24677;p147"/>
            <p:cNvSpPr/>
            <p:nvPr/>
          </p:nvSpPr>
          <p:spPr>
            <a:xfrm>
              <a:off x="7333122" y="2024319"/>
              <a:ext cx="32420" cy="200375"/>
            </a:xfrm>
            <a:custGeom>
              <a:avLst/>
              <a:gdLst/>
              <a:ahLst/>
              <a:cxnLst/>
              <a:rect l="l" t="t" r="r" b="b"/>
              <a:pathLst>
                <a:path w="1002" h="6193" extrusionOk="0">
                  <a:moveTo>
                    <a:pt x="1" y="1"/>
                  </a:moveTo>
                  <a:lnTo>
                    <a:pt x="1" y="6192"/>
                  </a:lnTo>
                  <a:lnTo>
                    <a:pt x="739" y="6192"/>
                  </a:lnTo>
                  <a:cubicBezTo>
                    <a:pt x="882" y="6192"/>
                    <a:pt x="1001" y="6026"/>
                    <a:pt x="1001" y="5859"/>
                  </a:cubicBezTo>
                  <a:lnTo>
                    <a:pt x="1001" y="1"/>
                  </a:ln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8" name="Google Shape;24678;p147"/>
            <p:cNvSpPr/>
            <p:nvPr/>
          </p:nvSpPr>
          <p:spPr>
            <a:xfrm>
              <a:off x="7300768" y="2213851"/>
              <a:ext cx="64775" cy="64775"/>
            </a:xfrm>
            <a:custGeom>
              <a:avLst/>
              <a:gdLst/>
              <a:ahLst/>
              <a:cxnLst/>
              <a:rect l="l" t="t" r="r" b="b"/>
              <a:pathLst>
                <a:path w="2002" h="2002" extrusionOk="0">
                  <a:moveTo>
                    <a:pt x="1" y="1"/>
                  </a:moveTo>
                  <a:lnTo>
                    <a:pt x="1" y="1358"/>
                  </a:lnTo>
                  <a:cubicBezTo>
                    <a:pt x="1" y="1716"/>
                    <a:pt x="263" y="2001"/>
                    <a:pt x="644" y="2001"/>
                  </a:cubicBezTo>
                  <a:lnTo>
                    <a:pt x="1382" y="2001"/>
                  </a:lnTo>
                  <a:cubicBezTo>
                    <a:pt x="1739" y="2001"/>
                    <a:pt x="2001" y="1716"/>
                    <a:pt x="2001" y="1358"/>
                  </a:cubicBezTo>
                  <a:lnTo>
                    <a:pt x="200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9" name="Google Shape;24679;p147"/>
            <p:cNvSpPr/>
            <p:nvPr/>
          </p:nvSpPr>
          <p:spPr>
            <a:xfrm>
              <a:off x="7333122" y="2213851"/>
              <a:ext cx="32420" cy="64775"/>
            </a:xfrm>
            <a:custGeom>
              <a:avLst/>
              <a:gdLst/>
              <a:ahLst/>
              <a:cxnLst/>
              <a:rect l="l" t="t" r="r" b="b"/>
              <a:pathLst>
                <a:path w="1002" h="2002" extrusionOk="0">
                  <a:moveTo>
                    <a:pt x="1" y="1"/>
                  </a:moveTo>
                  <a:lnTo>
                    <a:pt x="1" y="2001"/>
                  </a:lnTo>
                  <a:lnTo>
                    <a:pt x="382" y="2001"/>
                  </a:lnTo>
                  <a:cubicBezTo>
                    <a:pt x="739" y="2001"/>
                    <a:pt x="1001" y="1716"/>
                    <a:pt x="1001" y="1358"/>
                  </a:cubicBezTo>
                  <a:lnTo>
                    <a:pt x="1001"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80" name="Google Shape;24680;p147"/>
          <p:cNvGrpSpPr/>
          <p:nvPr/>
        </p:nvGrpSpPr>
        <p:grpSpPr>
          <a:xfrm>
            <a:off x="7775410" y="1779450"/>
            <a:ext cx="332897" cy="346781"/>
            <a:chOff x="7775410" y="1931850"/>
            <a:chExt cx="332897" cy="346781"/>
          </a:xfrm>
        </p:grpSpPr>
        <p:sp>
          <p:nvSpPr>
            <p:cNvPr id="24681" name="Google Shape;24681;p147"/>
            <p:cNvSpPr/>
            <p:nvPr/>
          </p:nvSpPr>
          <p:spPr>
            <a:xfrm>
              <a:off x="7775410" y="2072850"/>
              <a:ext cx="62445" cy="61701"/>
            </a:xfrm>
            <a:custGeom>
              <a:avLst/>
              <a:gdLst/>
              <a:ahLst/>
              <a:cxnLst/>
              <a:rect l="l" t="t" r="r" b="b"/>
              <a:pathLst>
                <a:path w="1930" h="1907" extrusionOk="0">
                  <a:moveTo>
                    <a:pt x="977" y="1"/>
                  </a:moveTo>
                  <a:cubicBezTo>
                    <a:pt x="429" y="1"/>
                    <a:pt x="0" y="453"/>
                    <a:pt x="0" y="953"/>
                  </a:cubicBezTo>
                  <a:cubicBezTo>
                    <a:pt x="0" y="1501"/>
                    <a:pt x="453" y="1906"/>
                    <a:pt x="977" y="1906"/>
                  </a:cubicBezTo>
                  <a:lnTo>
                    <a:pt x="1596" y="1906"/>
                  </a:lnTo>
                  <a:cubicBezTo>
                    <a:pt x="1739" y="1906"/>
                    <a:pt x="1882" y="1763"/>
                    <a:pt x="1929" y="1644"/>
                  </a:cubicBezTo>
                  <a:cubicBezTo>
                    <a:pt x="1929" y="1477"/>
                    <a:pt x="1763" y="1311"/>
                    <a:pt x="1596" y="1311"/>
                  </a:cubicBezTo>
                  <a:lnTo>
                    <a:pt x="977" y="1311"/>
                  </a:lnTo>
                  <a:cubicBezTo>
                    <a:pt x="786" y="1311"/>
                    <a:pt x="643" y="1168"/>
                    <a:pt x="643" y="1001"/>
                  </a:cubicBezTo>
                  <a:cubicBezTo>
                    <a:pt x="643" y="811"/>
                    <a:pt x="786" y="668"/>
                    <a:pt x="977" y="668"/>
                  </a:cubicBezTo>
                  <a:lnTo>
                    <a:pt x="1596" y="668"/>
                  </a:lnTo>
                  <a:cubicBezTo>
                    <a:pt x="1763" y="668"/>
                    <a:pt x="1929" y="525"/>
                    <a:pt x="1929" y="334"/>
                  </a:cubicBezTo>
                  <a:cubicBezTo>
                    <a:pt x="1929" y="168"/>
                    <a:pt x="1763" y="1"/>
                    <a:pt x="1596"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2" name="Google Shape;24682;p147"/>
            <p:cNvSpPr/>
            <p:nvPr/>
          </p:nvSpPr>
          <p:spPr>
            <a:xfrm>
              <a:off x="7775410" y="1964981"/>
              <a:ext cx="62445" cy="61701"/>
            </a:xfrm>
            <a:custGeom>
              <a:avLst/>
              <a:gdLst/>
              <a:ahLst/>
              <a:cxnLst/>
              <a:rect l="l" t="t" r="r" b="b"/>
              <a:pathLst>
                <a:path w="1930" h="1907" extrusionOk="0">
                  <a:moveTo>
                    <a:pt x="977" y="1"/>
                  </a:moveTo>
                  <a:cubicBezTo>
                    <a:pt x="429" y="1"/>
                    <a:pt x="0" y="453"/>
                    <a:pt x="0" y="953"/>
                  </a:cubicBezTo>
                  <a:cubicBezTo>
                    <a:pt x="0" y="1501"/>
                    <a:pt x="453" y="1906"/>
                    <a:pt x="977" y="1906"/>
                  </a:cubicBezTo>
                  <a:lnTo>
                    <a:pt x="1596" y="1906"/>
                  </a:lnTo>
                  <a:cubicBezTo>
                    <a:pt x="1739" y="1906"/>
                    <a:pt x="1882" y="1763"/>
                    <a:pt x="1929" y="1644"/>
                  </a:cubicBezTo>
                  <a:cubicBezTo>
                    <a:pt x="1929" y="1477"/>
                    <a:pt x="1763" y="1311"/>
                    <a:pt x="1596" y="1311"/>
                  </a:cubicBezTo>
                  <a:lnTo>
                    <a:pt x="977" y="1311"/>
                  </a:lnTo>
                  <a:cubicBezTo>
                    <a:pt x="786" y="1311"/>
                    <a:pt x="643" y="1168"/>
                    <a:pt x="643" y="1001"/>
                  </a:cubicBezTo>
                  <a:cubicBezTo>
                    <a:pt x="643" y="811"/>
                    <a:pt x="786" y="668"/>
                    <a:pt x="977" y="668"/>
                  </a:cubicBezTo>
                  <a:lnTo>
                    <a:pt x="1596" y="668"/>
                  </a:lnTo>
                  <a:cubicBezTo>
                    <a:pt x="1763" y="668"/>
                    <a:pt x="1929" y="525"/>
                    <a:pt x="1929" y="334"/>
                  </a:cubicBezTo>
                  <a:cubicBezTo>
                    <a:pt x="1929" y="168"/>
                    <a:pt x="1763" y="1"/>
                    <a:pt x="1596"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3" name="Google Shape;24683;p147"/>
            <p:cNvSpPr/>
            <p:nvPr/>
          </p:nvSpPr>
          <p:spPr>
            <a:xfrm>
              <a:off x="7775410" y="2183049"/>
              <a:ext cx="62445" cy="61669"/>
            </a:xfrm>
            <a:custGeom>
              <a:avLst/>
              <a:gdLst/>
              <a:ahLst/>
              <a:cxnLst/>
              <a:rect l="l" t="t" r="r" b="b"/>
              <a:pathLst>
                <a:path w="1930" h="1906" extrusionOk="0">
                  <a:moveTo>
                    <a:pt x="977" y="0"/>
                  </a:moveTo>
                  <a:cubicBezTo>
                    <a:pt x="429" y="0"/>
                    <a:pt x="0" y="453"/>
                    <a:pt x="0" y="953"/>
                  </a:cubicBezTo>
                  <a:cubicBezTo>
                    <a:pt x="0" y="1477"/>
                    <a:pt x="453" y="1905"/>
                    <a:pt x="977" y="1905"/>
                  </a:cubicBezTo>
                  <a:lnTo>
                    <a:pt x="1596" y="1905"/>
                  </a:lnTo>
                  <a:cubicBezTo>
                    <a:pt x="1739" y="1905"/>
                    <a:pt x="1882" y="1763"/>
                    <a:pt x="1929" y="1644"/>
                  </a:cubicBezTo>
                  <a:cubicBezTo>
                    <a:pt x="1929" y="1453"/>
                    <a:pt x="1763" y="1310"/>
                    <a:pt x="1596" y="1310"/>
                  </a:cubicBezTo>
                  <a:lnTo>
                    <a:pt x="977" y="1310"/>
                  </a:lnTo>
                  <a:cubicBezTo>
                    <a:pt x="786" y="1310"/>
                    <a:pt x="643" y="1167"/>
                    <a:pt x="643" y="977"/>
                  </a:cubicBezTo>
                  <a:cubicBezTo>
                    <a:pt x="643" y="810"/>
                    <a:pt x="786" y="643"/>
                    <a:pt x="977" y="643"/>
                  </a:cubicBezTo>
                  <a:lnTo>
                    <a:pt x="1596" y="643"/>
                  </a:lnTo>
                  <a:cubicBezTo>
                    <a:pt x="1763" y="643"/>
                    <a:pt x="1929" y="500"/>
                    <a:pt x="1929" y="334"/>
                  </a:cubicBezTo>
                  <a:cubicBezTo>
                    <a:pt x="1929" y="143"/>
                    <a:pt x="1763" y="0"/>
                    <a:pt x="1596"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4" name="Google Shape;24684;p147"/>
            <p:cNvSpPr/>
            <p:nvPr/>
          </p:nvSpPr>
          <p:spPr>
            <a:xfrm>
              <a:off x="7816241" y="1931850"/>
              <a:ext cx="61669" cy="346781"/>
            </a:xfrm>
            <a:custGeom>
              <a:avLst/>
              <a:gdLst/>
              <a:ahLst/>
              <a:cxnLst/>
              <a:rect l="l" t="t" r="r" b="b"/>
              <a:pathLst>
                <a:path w="1906" h="10718" extrusionOk="0">
                  <a:moveTo>
                    <a:pt x="1168" y="1"/>
                  </a:moveTo>
                  <a:cubicBezTo>
                    <a:pt x="501" y="1"/>
                    <a:pt x="1" y="525"/>
                    <a:pt x="1" y="1144"/>
                  </a:cubicBezTo>
                  <a:lnTo>
                    <a:pt x="1" y="9550"/>
                  </a:lnTo>
                  <a:cubicBezTo>
                    <a:pt x="1" y="10193"/>
                    <a:pt x="548" y="10717"/>
                    <a:pt x="1168" y="10717"/>
                  </a:cubicBezTo>
                  <a:lnTo>
                    <a:pt x="1572" y="10717"/>
                  </a:lnTo>
                  <a:cubicBezTo>
                    <a:pt x="1763" y="10717"/>
                    <a:pt x="1882" y="10551"/>
                    <a:pt x="1906" y="10384"/>
                  </a:cubicBezTo>
                  <a:lnTo>
                    <a:pt x="1906" y="310"/>
                  </a:lnTo>
                  <a:cubicBezTo>
                    <a:pt x="1906" y="144"/>
                    <a:pt x="1763" y="1"/>
                    <a:pt x="1572" y="1"/>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5" name="Google Shape;24685;p147"/>
            <p:cNvSpPr/>
            <p:nvPr/>
          </p:nvSpPr>
          <p:spPr>
            <a:xfrm>
              <a:off x="8046638" y="1931850"/>
              <a:ext cx="61669" cy="150289"/>
            </a:xfrm>
            <a:custGeom>
              <a:avLst/>
              <a:gdLst/>
              <a:ahLst/>
              <a:cxnLst/>
              <a:rect l="l" t="t" r="r" b="b"/>
              <a:pathLst>
                <a:path w="1906" h="4645" extrusionOk="0">
                  <a:moveTo>
                    <a:pt x="334" y="1"/>
                  </a:moveTo>
                  <a:cubicBezTo>
                    <a:pt x="143" y="1"/>
                    <a:pt x="0" y="144"/>
                    <a:pt x="0" y="310"/>
                  </a:cubicBezTo>
                  <a:lnTo>
                    <a:pt x="0" y="4311"/>
                  </a:lnTo>
                  <a:cubicBezTo>
                    <a:pt x="0" y="4478"/>
                    <a:pt x="143" y="4645"/>
                    <a:pt x="334" y="4645"/>
                  </a:cubicBezTo>
                  <a:lnTo>
                    <a:pt x="1572" y="4645"/>
                  </a:lnTo>
                  <a:cubicBezTo>
                    <a:pt x="1715" y="4645"/>
                    <a:pt x="1881" y="4478"/>
                    <a:pt x="1905" y="4311"/>
                  </a:cubicBezTo>
                  <a:lnTo>
                    <a:pt x="1905" y="1573"/>
                  </a:lnTo>
                  <a:cubicBezTo>
                    <a:pt x="1905" y="715"/>
                    <a:pt x="1191" y="1"/>
                    <a:pt x="334" y="1"/>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6" name="Google Shape;24686;p147"/>
            <p:cNvSpPr/>
            <p:nvPr/>
          </p:nvSpPr>
          <p:spPr>
            <a:xfrm>
              <a:off x="8046638" y="2012768"/>
              <a:ext cx="61669" cy="150289"/>
            </a:xfrm>
            <a:custGeom>
              <a:avLst/>
              <a:gdLst/>
              <a:ahLst/>
              <a:cxnLst/>
              <a:rect l="l" t="t" r="r" b="b"/>
              <a:pathLst>
                <a:path w="1906" h="4645" extrusionOk="0">
                  <a:moveTo>
                    <a:pt x="334" y="0"/>
                  </a:moveTo>
                  <a:cubicBezTo>
                    <a:pt x="143" y="0"/>
                    <a:pt x="0" y="143"/>
                    <a:pt x="0" y="310"/>
                  </a:cubicBezTo>
                  <a:lnTo>
                    <a:pt x="0" y="4311"/>
                  </a:lnTo>
                  <a:cubicBezTo>
                    <a:pt x="0" y="4477"/>
                    <a:pt x="143" y="4644"/>
                    <a:pt x="334" y="4644"/>
                  </a:cubicBezTo>
                  <a:lnTo>
                    <a:pt x="1572" y="4644"/>
                  </a:lnTo>
                  <a:cubicBezTo>
                    <a:pt x="1715" y="4644"/>
                    <a:pt x="1881" y="4477"/>
                    <a:pt x="1905" y="4311"/>
                  </a:cubicBezTo>
                  <a:lnTo>
                    <a:pt x="1905" y="1572"/>
                  </a:lnTo>
                  <a:cubicBezTo>
                    <a:pt x="1905" y="715"/>
                    <a:pt x="1191" y="0"/>
                    <a:pt x="334" y="0"/>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7" name="Google Shape;24687;p147"/>
            <p:cNvSpPr/>
            <p:nvPr/>
          </p:nvSpPr>
          <p:spPr>
            <a:xfrm>
              <a:off x="8046638" y="2094431"/>
              <a:ext cx="61669" cy="184197"/>
            </a:xfrm>
            <a:custGeom>
              <a:avLst/>
              <a:gdLst/>
              <a:ahLst/>
              <a:cxnLst/>
              <a:rect l="l" t="t" r="r" b="b"/>
              <a:pathLst>
                <a:path w="1906" h="5693" extrusionOk="0">
                  <a:moveTo>
                    <a:pt x="334" y="1"/>
                  </a:moveTo>
                  <a:cubicBezTo>
                    <a:pt x="143" y="1"/>
                    <a:pt x="0" y="144"/>
                    <a:pt x="0" y="334"/>
                  </a:cubicBezTo>
                  <a:lnTo>
                    <a:pt x="0" y="5359"/>
                  </a:lnTo>
                  <a:cubicBezTo>
                    <a:pt x="0" y="5526"/>
                    <a:pt x="143" y="5692"/>
                    <a:pt x="334" y="5692"/>
                  </a:cubicBezTo>
                  <a:lnTo>
                    <a:pt x="1572" y="5692"/>
                  </a:lnTo>
                  <a:cubicBezTo>
                    <a:pt x="1715" y="5692"/>
                    <a:pt x="1881" y="5526"/>
                    <a:pt x="1905" y="5359"/>
                  </a:cubicBezTo>
                  <a:lnTo>
                    <a:pt x="1905" y="1572"/>
                  </a:lnTo>
                  <a:cubicBezTo>
                    <a:pt x="1905" y="715"/>
                    <a:pt x="1191" y="1"/>
                    <a:pt x="334" y="1"/>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8" name="Google Shape;24688;p147"/>
            <p:cNvSpPr/>
            <p:nvPr/>
          </p:nvSpPr>
          <p:spPr>
            <a:xfrm>
              <a:off x="8046638" y="2175349"/>
              <a:ext cx="61669" cy="103277"/>
            </a:xfrm>
            <a:custGeom>
              <a:avLst/>
              <a:gdLst/>
              <a:ahLst/>
              <a:cxnLst/>
              <a:rect l="l" t="t" r="r" b="b"/>
              <a:pathLst>
                <a:path w="1906" h="3192" extrusionOk="0">
                  <a:moveTo>
                    <a:pt x="334" y="0"/>
                  </a:moveTo>
                  <a:cubicBezTo>
                    <a:pt x="143" y="0"/>
                    <a:pt x="0" y="143"/>
                    <a:pt x="0" y="334"/>
                  </a:cubicBezTo>
                  <a:lnTo>
                    <a:pt x="0" y="2858"/>
                  </a:lnTo>
                  <a:cubicBezTo>
                    <a:pt x="0" y="3025"/>
                    <a:pt x="143" y="3191"/>
                    <a:pt x="334" y="3191"/>
                  </a:cubicBezTo>
                  <a:lnTo>
                    <a:pt x="1572" y="3191"/>
                  </a:lnTo>
                  <a:cubicBezTo>
                    <a:pt x="1715" y="3191"/>
                    <a:pt x="1881" y="3025"/>
                    <a:pt x="1905" y="2834"/>
                  </a:cubicBezTo>
                  <a:lnTo>
                    <a:pt x="1905" y="1572"/>
                  </a:lnTo>
                  <a:cubicBezTo>
                    <a:pt x="1905" y="715"/>
                    <a:pt x="1191" y="0"/>
                    <a:pt x="334" y="0"/>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9" name="Google Shape;24689;p147"/>
            <p:cNvSpPr/>
            <p:nvPr/>
          </p:nvSpPr>
          <p:spPr>
            <a:xfrm>
              <a:off x="7867103" y="1931850"/>
              <a:ext cx="190344" cy="346781"/>
            </a:xfrm>
            <a:custGeom>
              <a:avLst/>
              <a:gdLst/>
              <a:ahLst/>
              <a:cxnLst/>
              <a:rect l="l" t="t" r="r" b="b"/>
              <a:pathLst>
                <a:path w="5883" h="10718" extrusionOk="0">
                  <a:moveTo>
                    <a:pt x="0" y="1"/>
                  </a:moveTo>
                  <a:lnTo>
                    <a:pt x="0" y="10717"/>
                  </a:lnTo>
                  <a:lnTo>
                    <a:pt x="5883" y="10717"/>
                  </a:lnTo>
                  <a:lnTo>
                    <a:pt x="5883"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0" name="Google Shape;24690;p147"/>
            <p:cNvSpPr/>
            <p:nvPr/>
          </p:nvSpPr>
          <p:spPr>
            <a:xfrm>
              <a:off x="7961869" y="1931850"/>
              <a:ext cx="94024" cy="346781"/>
            </a:xfrm>
            <a:custGeom>
              <a:avLst/>
              <a:gdLst/>
              <a:ahLst/>
              <a:cxnLst/>
              <a:rect l="l" t="t" r="r" b="b"/>
              <a:pathLst>
                <a:path w="2906" h="10718" extrusionOk="0">
                  <a:moveTo>
                    <a:pt x="1" y="1"/>
                  </a:moveTo>
                  <a:lnTo>
                    <a:pt x="1" y="10717"/>
                  </a:lnTo>
                  <a:lnTo>
                    <a:pt x="2906" y="10717"/>
                  </a:lnTo>
                  <a:lnTo>
                    <a:pt x="2906"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1" name="Google Shape;24691;p147"/>
            <p:cNvSpPr/>
            <p:nvPr/>
          </p:nvSpPr>
          <p:spPr>
            <a:xfrm>
              <a:off x="7897160" y="2153769"/>
              <a:ext cx="129452" cy="21613"/>
            </a:xfrm>
            <a:custGeom>
              <a:avLst/>
              <a:gdLst/>
              <a:ahLst/>
              <a:cxnLst/>
              <a:rect l="l" t="t" r="r" b="b"/>
              <a:pathLst>
                <a:path w="4001" h="668" extrusionOk="0">
                  <a:moveTo>
                    <a:pt x="334" y="0"/>
                  </a:moveTo>
                  <a:cubicBezTo>
                    <a:pt x="143" y="0"/>
                    <a:pt x="0" y="167"/>
                    <a:pt x="0" y="334"/>
                  </a:cubicBezTo>
                  <a:cubicBezTo>
                    <a:pt x="0" y="524"/>
                    <a:pt x="143" y="667"/>
                    <a:pt x="334" y="667"/>
                  </a:cubicBezTo>
                  <a:lnTo>
                    <a:pt x="3668" y="667"/>
                  </a:lnTo>
                  <a:cubicBezTo>
                    <a:pt x="3834" y="667"/>
                    <a:pt x="4001" y="524"/>
                    <a:pt x="4001" y="334"/>
                  </a:cubicBezTo>
                  <a:cubicBezTo>
                    <a:pt x="4001" y="167"/>
                    <a:pt x="3834" y="0"/>
                    <a:pt x="3668" y="0"/>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2" name="Google Shape;24692;p147"/>
            <p:cNvSpPr/>
            <p:nvPr/>
          </p:nvSpPr>
          <p:spPr>
            <a:xfrm>
              <a:off x="7897160" y="2194600"/>
              <a:ext cx="129452" cy="20837"/>
            </a:xfrm>
            <a:custGeom>
              <a:avLst/>
              <a:gdLst/>
              <a:ahLst/>
              <a:cxnLst/>
              <a:rect l="l" t="t" r="r" b="b"/>
              <a:pathLst>
                <a:path w="4001" h="644" extrusionOk="0">
                  <a:moveTo>
                    <a:pt x="334" y="1"/>
                  </a:moveTo>
                  <a:cubicBezTo>
                    <a:pt x="143" y="1"/>
                    <a:pt x="0" y="143"/>
                    <a:pt x="0" y="334"/>
                  </a:cubicBezTo>
                  <a:cubicBezTo>
                    <a:pt x="0" y="501"/>
                    <a:pt x="143" y="644"/>
                    <a:pt x="334" y="644"/>
                  </a:cubicBezTo>
                  <a:lnTo>
                    <a:pt x="3668" y="644"/>
                  </a:lnTo>
                  <a:cubicBezTo>
                    <a:pt x="3834" y="644"/>
                    <a:pt x="4001" y="524"/>
                    <a:pt x="4001" y="334"/>
                  </a:cubicBezTo>
                  <a:cubicBezTo>
                    <a:pt x="4001" y="143"/>
                    <a:pt x="3834" y="1"/>
                    <a:pt x="3668" y="1"/>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3" name="Google Shape;24693;p147"/>
            <p:cNvSpPr/>
            <p:nvPr/>
          </p:nvSpPr>
          <p:spPr>
            <a:xfrm>
              <a:off x="7961869" y="2155322"/>
              <a:ext cx="64742" cy="20060"/>
            </a:xfrm>
            <a:custGeom>
              <a:avLst/>
              <a:gdLst/>
              <a:ahLst/>
              <a:cxnLst/>
              <a:rect l="l" t="t" r="r" b="b"/>
              <a:pathLst>
                <a:path w="2001" h="620" extrusionOk="0">
                  <a:moveTo>
                    <a:pt x="1" y="0"/>
                  </a:moveTo>
                  <a:lnTo>
                    <a:pt x="1" y="619"/>
                  </a:lnTo>
                  <a:lnTo>
                    <a:pt x="1668" y="619"/>
                  </a:lnTo>
                  <a:cubicBezTo>
                    <a:pt x="1834" y="619"/>
                    <a:pt x="2001" y="476"/>
                    <a:pt x="2001" y="286"/>
                  </a:cubicBezTo>
                  <a:cubicBezTo>
                    <a:pt x="2001" y="143"/>
                    <a:pt x="1834" y="0"/>
                    <a:pt x="1668"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4" name="Google Shape;24694;p147"/>
            <p:cNvSpPr/>
            <p:nvPr/>
          </p:nvSpPr>
          <p:spPr>
            <a:xfrm>
              <a:off x="7961869" y="2195376"/>
              <a:ext cx="64742" cy="20060"/>
            </a:xfrm>
            <a:custGeom>
              <a:avLst/>
              <a:gdLst/>
              <a:ahLst/>
              <a:cxnLst/>
              <a:rect l="l" t="t" r="r" b="b"/>
              <a:pathLst>
                <a:path w="2001" h="620" extrusionOk="0">
                  <a:moveTo>
                    <a:pt x="1" y="0"/>
                  </a:moveTo>
                  <a:lnTo>
                    <a:pt x="1" y="620"/>
                  </a:lnTo>
                  <a:lnTo>
                    <a:pt x="1668" y="620"/>
                  </a:lnTo>
                  <a:cubicBezTo>
                    <a:pt x="1834" y="620"/>
                    <a:pt x="2001" y="477"/>
                    <a:pt x="2001" y="310"/>
                  </a:cubicBezTo>
                  <a:cubicBezTo>
                    <a:pt x="2001" y="143"/>
                    <a:pt x="1834" y="0"/>
                    <a:pt x="1668"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5" name="Google Shape;24695;p147"/>
            <p:cNvSpPr/>
            <p:nvPr/>
          </p:nvSpPr>
          <p:spPr>
            <a:xfrm>
              <a:off x="7897160" y="2052823"/>
              <a:ext cx="129452" cy="81729"/>
            </a:xfrm>
            <a:custGeom>
              <a:avLst/>
              <a:gdLst/>
              <a:ahLst/>
              <a:cxnLst/>
              <a:rect l="l" t="t" r="r" b="b"/>
              <a:pathLst>
                <a:path w="4001" h="2526" extrusionOk="0">
                  <a:moveTo>
                    <a:pt x="2001" y="1"/>
                  </a:moveTo>
                  <a:cubicBezTo>
                    <a:pt x="881" y="1"/>
                    <a:pt x="0" y="906"/>
                    <a:pt x="0" y="2001"/>
                  </a:cubicBezTo>
                  <a:lnTo>
                    <a:pt x="0" y="2215"/>
                  </a:lnTo>
                  <a:cubicBezTo>
                    <a:pt x="0" y="2382"/>
                    <a:pt x="143" y="2525"/>
                    <a:pt x="334" y="2525"/>
                  </a:cubicBezTo>
                  <a:lnTo>
                    <a:pt x="3668" y="2525"/>
                  </a:lnTo>
                  <a:cubicBezTo>
                    <a:pt x="3834" y="2525"/>
                    <a:pt x="4001" y="2382"/>
                    <a:pt x="4001" y="2215"/>
                  </a:cubicBezTo>
                  <a:lnTo>
                    <a:pt x="4001" y="2001"/>
                  </a:lnTo>
                  <a:cubicBezTo>
                    <a:pt x="4001" y="906"/>
                    <a:pt x="3096" y="1"/>
                    <a:pt x="2001" y="1"/>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6" name="Google Shape;24696;p147"/>
            <p:cNvSpPr/>
            <p:nvPr/>
          </p:nvSpPr>
          <p:spPr>
            <a:xfrm>
              <a:off x="7961869" y="2052823"/>
              <a:ext cx="64742" cy="81729"/>
            </a:xfrm>
            <a:custGeom>
              <a:avLst/>
              <a:gdLst/>
              <a:ahLst/>
              <a:cxnLst/>
              <a:rect l="l" t="t" r="r" b="b"/>
              <a:pathLst>
                <a:path w="2001" h="2526" extrusionOk="0">
                  <a:moveTo>
                    <a:pt x="1" y="1"/>
                  </a:moveTo>
                  <a:lnTo>
                    <a:pt x="1" y="2501"/>
                  </a:lnTo>
                  <a:lnTo>
                    <a:pt x="1668" y="2501"/>
                  </a:lnTo>
                  <a:lnTo>
                    <a:pt x="1668" y="2525"/>
                  </a:lnTo>
                  <a:cubicBezTo>
                    <a:pt x="1834" y="2525"/>
                    <a:pt x="2001" y="2382"/>
                    <a:pt x="2001" y="2215"/>
                  </a:cubicBezTo>
                  <a:lnTo>
                    <a:pt x="2001" y="2001"/>
                  </a:lnTo>
                  <a:cubicBezTo>
                    <a:pt x="2001" y="906"/>
                    <a:pt x="1096" y="1"/>
                    <a:pt x="1" y="1"/>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7" name="Google Shape;24697;p147"/>
            <p:cNvSpPr/>
            <p:nvPr/>
          </p:nvSpPr>
          <p:spPr>
            <a:xfrm>
              <a:off x="7921038" y="1993485"/>
              <a:ext cx="80920" cy="80952"/>
            </a:xfrm>
            <a:custGeom>
              <a:avLst/>
              <a:gdLst/>
              <a:ahLst/>
              <a:cxnLst/>
              <a:rect l="l" t="t" r="r" b="b"/>
              <a:pathLst>
                <a:path w="2501" h="2502" extrusionOk="0">
                  <a:moveTo>
                    <a:pt x="1263" y="1"/>
                  </a:moveTo>
                  <a:cubicBezTo>
                    <a:pt x="572" y="1"/>
                    <a:pt x="0" y="549"/>
                    <a:pt x="0" y="1239"/>
                  </a:cubicBezTo>
                  <a:cubicBezTo>
                    <a:pt x="0" y="1930"/>
                    <a:pt x="572" y="2502"/>
                    <a:pt x="1263" y="2502"/>
                  </a:cubicBezTo>
                  <a:cubicBezTo>
                    <a:pt x="1953" y="2502"/>
                    <a:pt x="2501" y="1930"/>
                    <a:pt x="2501" y="1239"/>
                  </a:cubicBezTo>
                  <a:cubicBezTo>
                    <a:pt x="2501" y="549"/>
                    <a:pt x="1953" y="1"/>
                    <a:pt x="126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8" name="Google Shape;24698;p147"/>
            <p:cNvSpPr/>
            <p:nvPr/>
          </p:nvSpPr>
          <p:spPr>
            <a:xfrm>
              <a:off x="7961869" y="1993485"/>
              <a:ext cx="40088" cy="80952"/>
            </a:xfrm>
            <a:custGeom>
              <a:avLst/>
              <a:gdLst/>
              <a:ahLst/>
              <a:cxnLst/>
              <a:rect l="l" t="t" r="r" b="b"/>
              <a:pathLst>
                <a:path w="1239" h="2502" extrusionOk="0">
                  <a:moveTo>
                    <a:pt x="1" y="1"/>
                  </a:moveTo>
                  <a:lnTo>
                    <a:pt x="1" y="2502"/>
                  </a:lnTo>
                  <a:cubicBezTo>
                    <a:pt x="691" y="2502"/>
                    <a:pt x="1239" y="1930"/>
                    <a:pt x="1239" y="1239"/>
                  </a:cubicBezTo>
                  <a:cubicBezTo>
                    <a:pt x="1239" y="549"/>
                    <a:pt x="691" y="1"/>
                    <a:pt x="1" y="1"/>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99" name="Google Shape;24699;p147"/>
          <p:cNvGrpSpPr/>
          <p:nvPr/>
        </p:nvGrpSpPr>
        <p:grpSpPr>
          <a:xfrm>
            <a:off x="7768486" y="2338210"/>
            <a:ext cx="347525" cy="347393"/>
            <a:chOff x="7768486" y="2490610"/>
            <a:chExt cx="347525" cy="347393"/>
          </a:xfrm>
        </p:grpSpPr>
        <p:sp>
          <p:nvSpPr>
            <p:cNvPr id="24700" name="Google Shape;24700;p147"/>
            <p:cNvSpPr/>
            <p:nvPr/>
          </p:nvSpPr>
          <p:spPr>
            <a:xfrm>
              <a:off x="8011954" y="2490610"/>
              <a:ext cx="103277" cy="64484"/>
            </a:xfrm>
            <a:custGeom>
              <a:avLst/>
              <a:gdLst/>
              <a:ahLst/>
              <a:cxnLst/>
              <a:rect l="l" t="t" r="r" b="b"/>
              <a:pathLst>
                <a:path w="3192" h="1993" extrusionOk="0">
                  <a:moveTo>
                    <a:pt x="303" y="0"/>
                  </a:moveTo>
                  <a:cubicBezTo>
                    <a:pt x="242" y="0"/>
                    <a:pt x="187" y="34"/>
                    <a:pt x="120" y="68"/>
                  </a:cubicBezTo>
                  <a:cubicBezTo>
                    <a:pt x="48" y="139"/>
                    <a:pt x="0" y="211"/>
                    <a:pt x="0" y="306"/>
                  </a:cubicBezTo>
                  <a:lnTo>
                    <a:pt x="0" y="1687"/>
                  </a:lnTo>
                  <a:cubicBezTo>
                    <a:pt x="0" y="1806"/>
                    <a:pt x="48" y="1878"/>
                    <a:pt x="120" y="1925"/>
                  </a:cubicBezTo>
                  <a:cubicBezTo>
                    <a:pt x="153" y="1959"/>
                    <a:pt x="223" y="1993"/>
                    <a:pt x="294" y="1993"/>
                  </a:cubicBezTo>
                  <a:cubicBezTo>
                    <a:pt x="324" y="1993"/>
                    <a:pt x="354" y="1987"/>
                    <a:pt x="382" y="1973"/>
                  </a:cubicBezTo>
                  <a:lnTo>
                    <a:pt x="2953" y="1282"/>
                  </a:lnTo>
                  <a:cubicBezTo>
                    <a:pt x="3096" y="1258"/>
                    <a:pt x="3192" y="1139"/>
                    <a:pt x="3192" y="996"/>
                  </a:cubicBezTo>
                  <a:cubicBezTo>
                    <a:pt x="3192" y="854"/>
                    <a:pt x="3096" y="735"/>
                    <a:pt x="2953" y="687"/>
                  </a:cubicBezTo>
                  <a:lnTo>
                    <a:pt x="382" y="20"/>
                  </a:lnTo>
                  <a:cubicBezTo>
                    <a:pt x="354" y="6"/>
                    <a:pt x="328" y="0"/>
                    <a:pt x="30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1" name="Google Shape;24701;p147"/>
            <p:cNvSpPr/>
            <p:nvPr/>
          </p:nvSpPr>
          <p:spPr>
            <a:xfrm>
              <a:off x="8011954" y="2523612"/>
              <a:ext cx="104054" cy="32549"/>
            </a:xfrm>
            <a:custGeom>
              <a:avLst/>
              <a:gdLst/>
              <a:ahLst/>
              <a:cxnLst/>
              <a:rect l="l" t="t" r="r" b="b"/>
              <a:pathLst>
                <a:path w="3216" h="1006" extrusionOk="0">
                  <a:moveTo>
                    <a:pt x="24" y="0"/>
                  </a:moveTo>
                  <a:lnTo>
                    <a:pt x="24" y="667"/>
                  </a:lnTo>
                  <a:lnTo>
                    <a:pt x="0" y="667"/>
                  </a:lnTo>
                  <a:cubicBezTo>
                    <a:pt x="0" y="715"/>
                    <a:pt x="0" y="786"/>
                    <a:pt x="48" y="834"/>
                  </a:cubicBezTo>
                  <a:cubicBezTo>
                    <a:pt x="131" y="937"/>
                    <a:pt x="232" y="1005"/>
                    <a:pt x="351" y="1005"/>
                  </a:cubicBezTo>
                  <a:cubicBezTo>
                    <a:pt x="369" y="1005"/>
                    <a:pt x="387" y="1004"/>
                    <a:pt x="405" y="1000"/>
                  </a:cubicBezTo>
                  <a:lnTo>
                    <a:pt x="2977" y="310"/>
                  </a:lnTo>
                  <a:cubicBezTo>
                    <a:pt x="3120" y="262"/>
                    <a:pt x="3215" y="167"/>
                    <a:pt x="3215"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2" name="Google Shape;24702;p147"/>
            <p:cNvSpPr/>
            <p:nvPr/>
          </p:nvSpPr>
          <p:spPr>
            <a:xfrm>
              <a:off x="7822421" y="2491257"/>
              <a:ext cx="200342" cy="64742"/>
            </a:xfrm>
            <a:custGeom>
              <a:avLst/>
              <a:gdLst/>
              <a:ahLst/>
              <a:cxnLst/>
              <a:rect l="l" t="t" r="r" b="b"/>
              <a:pathLst>
                <a:path w="6192" h="2001" extrusionOk="0">
                  <a:moveTo>
                    <a:pt x="310" y="0"/>
                  </a:moveTo>
                  <a:cubicBezTo>
                    <a:pt x="143" y="0"/>
                    <a:pt x="0" y="119"/>
                    <a:pt x="0" y="262"/>
                  </a:cubicBezTo>
                  <a:lnTo>
                    <a:pt x="0" y="1715"/>
                  </a:lnTo>
                  <a:cubicBezTo>
                    <a:pt x="0" y="1881"/>
                    <a:pt x="143" y="2000"/>
                    <a:pt x="310" y="2000"/>
                  </a:cubicBezTo>
                  <a:lnTo>
                    <a:pt x="6192" y="2000"/>
                  </a:lnTo>
                  <a:lnTo>
                    <a:pt x="6192" y="0"/>
                  </a:ln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3" name="Google Shape;24703;p147"/>
            <p:cNvSpPr/>
            <p:nvPr/>
          </p:nvSpPr>
          <p:spPr>
            <a:xfrm>
              <a:off x="7822421" y="2522835"/>
              <a:ext cx="200342" cy="32387"/>
            </a:xfrm>
            <a:custGeom>
              <a:avLst/>
              <a:gdLst/>
              <a:ahLst/>
              <a:cxnLst/>
              <a:rect l="l" t="t" r="r" b="b"/>
              <a:pathLst>
                <a:path w="6192" h="1001" extrusionOk="0">
                  <a:moveTo>
                    <a:pt x="0" y="0"/>
                  </a:moveTo>
                  <a:lnTo>
                    <a:pt x="0" y="739"/>
                  </a:lnTo>
                  <a:cubicBezTo>
                    <a:pt x="0" y="882"/>
                    <a:pt x="143" y="1001"/>
                    <a:pt x="310" y="1001"/>
                  </a:cubicBezTo>
                  <a:lnTo>
                    <a:pt x="6192" y="1001"/>
                  </a:lnTo>
                  <a:lnTo>
                    <a:pt x="6192" y="0"/>
                  </a:ln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4" name="Google Shape;24704;p147"/>
            <p:cNvSpPr/>
            <p:nvPr/>
          </p:nvSpPr>
          <p:spPr>
            <a:xfrm>
              <a:off x="7768486" y="2491257"/>
              <a:ext cx="63966" cy="64742"/>
            </a:xfrm>
            <a:custGeom>
              <a:avLst/>
              <a:gdLst/>
              <a:ahLst/>
              <a:cxnLst/>
              <a:rect l="l" t="t" r="r" b="b"/>
              <a:pathLst>
                <a:path w="1977" h="2001" extrusionOk="0">
                  <a:moveTo>
                    <a:pt x="619" y="0"/>
                  </a:moveTo>
                  <a:cubicBezTo>
                    <a:pt x="262" y="0"/>
                    <a:pt x="0" y="262"/>
                    <a:pt x="0" y="619"/>
                  </a:cubicBezTo>
                  <a:lnTo>
                    <a:pt x="0" y="1357"/>
                  </a:lnTo>
                  <a:cubicBezTo>
                    <a:pt x="0" y="1715"/>
                    <a:pt x="262" y="2000"/>
                    <a:pt x="619" y="2000"/>
                  </a:cubicBezTo>
                  <a:lnTo>
                    <a:pt x="1977" y="2000"/>
                  </a:lnTo>
                  <a:lnTo>
                    <a:pt x="1977"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5" name="Google Shape;24705;p147"/>
            <p:cNvSpPr/>
            <p:nvPr/>
          </p:nvSpPr>
          <p:spPr>
            <a:xfrm>
              <a:off x="7768486" y="2522835"/>
              <a:ext cx="63966" cy="33164"/>
            </a:xfrm>
            <a:custGeom>
              <a:avLst/>
              <a:gdLst/>
              <a:ahLst/>
              <a:cxnLst/>
              <a:rect l="l" t="t" r="r" b="b"/>
              <a:pathLst>
                <a:path w="1977" h="1025" extrusionOk="0">
                  <a:moveTo>
                    <a:pt x="0" y="0"/>
                  </a:moveTo>
                  <a:lnTo>
                    <a:pt x="0" y="381"/>
                  </a:lnTo>
                  <a:cubicBezTo>
                    <a:pt x="0" y="739"/>
                    <a:pt x="262" y="1024"/>
                    <a:pt x="619" y="1024"/>
                  </a:cubicBezTo>
                  <a:lnTo>
                    <a:pt x="1977" y="1024"/>
                  </a:lnTo>
                  <a:lnTo>
                    <a:pt x="1977"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6" name="Google Shape;24706;p147"/>
            <p:cNvSpPr/>
            <p:nvPr/>
          </p:nvSpPr>
          <p:spPr>
            <a:xfrm>
              <a:off x="7768486" y="2614528"/>
              <a:ext cx="62445" cy="223476"/>
            </a:xfrm>
            <a:custGeom>
              <a:avLst/>
              <a:gdLst/>
              <a:ahLst/>
              <a:cxnLst/>
              <a:rect l="l" t="t" r="r" b="b"/>
              <a:pathLst>
                <a:path w="1930" h="6907" extrusionOk="0">
                  <a:moveTo>
                    <a:pt x="310" y="0"/>
                  </a:moveTo>
                  <a:cubicBezTo>
                    <a:pt x="143" y="0"/>
                    <a:pt x="0" y="143"/>
                    <a:pt x="0" y="334"/>
                  </a:cubicBezTo>
                  <a:lnTo>
                    <a:pt x="0" y="6573"/>
                  </a:lnTo>
                  <a:cubicBezTo>
                    <a:pt x="0" y="6764"/>
                    <a:pt x="143" y="6907"/>
                    <a:pt x="310" y="6907"/>
                  </a:cubicBezTo>
                  <a:lnTo>
                    <a:pt x="1929" y="6907"/>
                  </a:lnTo>
                  <a:lnTo>
                    <a:pt x="1929" y="0"/>
                  </a:ln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7" name="Google Shape;24707;p147"/>
            <p:cNvSpPr/>
            <p:nvPr/>
          </p:nvSpPr>
          <p:spPr>
            <a:xfrm>
              <a:off x="7810838" y="2614528"/>
              <a:ext cx="305172" cy="223476"/>
            </a:xfrm>
            <a:custGeom>
              <a:avLst/>
              <a:gdLst/>
              <a:ahLst/>
              <a:cxnLst/>
              <a:rect l="l" t="t" r="r" b="b"/>
              <a:pathLst>
                <a:path w="9432" h="6907" extrusionOk="0">
                  <a:moveTo>
                    <a:pt x="310" y="0"/>
                  </a:moveTo>
                  <a:cubicBezTo>
                    <a:pt x="144" y="0"/>
                    <a:pt x="1" y="143"/>
                    <a:pt x="1" y="334"/>
                  </a:cubicBezTo>
                  <a:lnTo>
                    <a:pt x="1" y="6287"/>
                  </a:lnTo>
                  <a:cubicBezTo>
                    <a:pt x="1" y="6645"/>
                    <a:pt x="263" y="6907"/>
                    <a:pt x="620" y="6907"/>
                  </a:cubicBezTo>
                  <a:lnTo>
                    <a:pt x="9074" y="6907"/>
                  </a:lnTo>
                  <a:cubicBezTo>
                    <a:pt x="9241" y="6907"/>
                    <a:pt x="9408" y="6764"/>
                    <a:pt x="9431" y="6573"/>
                  </a:cubicBezTo>
                  <a:lnTo>
                    <a:pt x="9431" y="334"/>
                  </a:lnTo>
                  <a:cubicBezTo>
                    <a:pt x="9431" y="143"/>
                    <a:pt x="9289" y="0"/>
                    <a:pt x="9098"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8" name="Google Shape;24708;p147"/>
            <p:cNvSpPr/>
            <p:nvPr/>
          </p:nvSpPr>
          <p:spPr>
            <a:xfrm>
              <a:off x="7941842" y="2614528"/>
              <a:ext cx="173390" cy="223476"/>
            </a:xfrm>
            <a:custGeom>
              <a:avLst/>
              <a:gdLst/>
              <a:ahLst/>
              <a:cxnLst/>
              <a:rect l="l" t="t" r="r" b="b"/>
              <a:pathLst>
                <a:path w="5359" h="6907" extrusionOk="0">
                  <a:moveTo>
                    <a:pt x="0" y="0"/>
                  </a:moveTo>
                  <a:lnTo>
                    <a:pt x="0" y="6907"/>
                  </a:lnTo>
                  <a:lnTo>
                    <a:pt x="5025" y="6907"/>
                  </a:lnTo>
                  <a:cubicBezTo>
                    <a:pt x="5192" y="6907"/>
                    <a:pt x="5359" y="6740"/>
                    <a:pt x="5359" y="6573"/>
                  </a:cubicBezTo>
                  <a:lnTo>
                    <a:pt x="5359" y="334"/>
                  </a:lnTo>
                  <a:cubicBezTo>
                    <a:pt x="5359" y="143"/>
                    <a:pt x="5192" y="0"/>
                    <a:pt x="5025"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9" name="Google Shape;24709;p147"/>
            <p:cNvSpPr/>
            <p:nvPr/>
          </p:nvSpPr>
          <p:spPr>
            <a:xfrm>
              <a:off x="8027355" y="2655779"/>
              <a:ext cx="54745" cy="108357"/>
            </a:xfrm>
            <a:custGeom>
              <a:avLst/>
              <a:gdLst/>
              <a:ahLst/>
              <a:cxnLst/>
              <a:rect l="l" t="t" r="r" b="b"/>
              <a:pathLst>
                <a:path w="1692" h="3349" extrusionOk="0">
                  <a:moveTo>
                    <a:pt x="596" y="773"/>
                  </a:moveTo>
                  <a:lnTo>
                    <a:pt x="596" y="1226"/>
                  </a:lnTo>
                  <a:cubicBezTo>
                    <a:pt x="572" y="1202"/>
                    <a:pt x="572" y="1154"/>
                    <a:pt x="525" y="1154"/>
                  </a:cubicBezTo>
                  <a:cubicBezTo>
                    <a:pt x="477" y="1131"/>
                    <a:pt x="477" y="1035"/>
                    <a:pt x="477" y="964"/>
                  </a:cubicBezTo>
                  <a:cubicBezTo>
                    <a:pt x="477" y="892"/>
                    <a:pt x="525" y="797"/>
                    <a:pt x="596" y="773"/>
                  </a:cubicBezTo>
                  <a:close/>
                  <a:moveTo>
                    <a:pt x="1001" y="1821"/>
                  </a:moveTo>
                  <a:cubicBezTo>
                    <a:pt x="1215" y="1940"/>
                    <a:pt x="1215" y="2131"/>
                    <a:pt x="1215" y="2202"/>
                  </a:cubicBezTo>
                  <a:cubicBezTo>
                    <a:pt x="1191" y="2321"/>
                    <a:pt x="1120" y="2440"/>
                    <a:pt x="1001" y="2512"/>
                  </a:cubicBezTo>
                  <a:lnTo>
                    <a:pt x="1001" y="1821"/>
                  </a:lnTo>
                  <a:close/>
                  <a:moveTo>
                    <a:pt x="779" y="1"/>
                  </a:moveTo>
                  <a:cubicBezTo>
                    <a:pt x="681" y="1"/>
                    <a:pt x="596" y="101"/>
                    <a:pt x="596" y="202"/>
                  </a:cubicBezTo>
                  <a:lnTo>
                    <a:pt x="596" y="321"/>
                  </a:lnTo>
                  <a:lnTo>
                    <a:pt x="572" y="321"/>
                  </a:lnTo>
                  <a:cubicBezTo>
                    <a:pt x="334" y="416"/>
                    <a:pt x="120" y="631"/>
                    <a:pt x="96" y="892"/>
                  </a:cubicBezTo>
                  <a:cubicBezTo>
                    <a:pt x="25" y="1131"/>
                    <a:pt x="120" y="1369"/>
                    <a:pt x="287" y="1512"/>
                  </a:cubicBezTo>
                  <a:cubicBezTo>
                    <a:pt x="382" y="1583"/>
                    <a:pt x="477" y="1631"/>
                    <a:pt x="620" y="1702"/>
                  </a:cubicBezTo>
                  <a:lnTo>
                    <a:pt x="620" y="2583"/>
                  </a:lnTo>
                  <a:cubicBezTo>
                    <a:pt x="525" y="2583"/>
                    <a:pt x="477" y="2559"/>
                    <a:pt x="358" y="2464"/>
                  </a:cubicBezTo>
                  <a:cubicBezTo>
                    <a:pt x="319" y="2444"/>
                    <a:pt x="275" y="2433"/>
                    <a:pt x="234" y="2433"/>
                  </a:cubicBezTo>
                  <a:cubicBezTo>
                    <a:pt x="176" y="2433"/>
                    <a:pt x="124" y="2456"/>
                    <a:pt x="96" y="2512"/>
                  </a:cubicBezTo>
                  <a:cubicBezTo>
                    <a:pt x="1" y="2583"/>
                    <a:pt x="25" y="2750"/>
                    <a:pt x="120" y="2821"/>
                  </a:cubicBezTo>
                  <a:cubicBezTo>
                    <a:pt x="334" y="2941"/>
                    <a:pt x="453" y="3012"/>
                    <a:pt x="620" y="3012"/>
                  </a:cubicBezTo>
                  <a:lnTo>
                    <a:pt x="620" y="3131"/>
                  </a:lnTo>
                  <a:cubicBezTo>
                    <a:pt x="620" y="3250"/>
                    <a:pt x="691" y="3345"/>
                    <a:pt x="810" y="3345"/>
                  </a:cubicBezTo>
                  <a:cubicBezTo>
                    <a:pt x="821" y="3347"/>
                    <a:pt x="831" y="3348"/>
                    <a:pt x="842" y="3348"/>
                  </a:cubicBezTo>
                  <a:cubicBezTo>
                    <a:pt x="949" y="3348"/>
                    <a:pt x="1049" y="3240"/>
                    <a:pt x="1049" y="3131"/>
                  </a:cubicBezTo>
                  <a:lnTo>
                    <a:pt x="1049" y="2988"/>
                  </a:lnTo>
                  <a:cubicBezTo>
                    <a:pt x="1406" y="2893"/>
                    <a:pt x="1596" y="2583"/>
                    <a:pt x="1668" y="2298"/>
                  </a:cubicBezTo>
                  <a:cubicBezTo>
                    <a:pt x="1692" y="1916"/>
                    <a:pt x="1477" y="1583"/>
                    <a:pt x="1120" y="1440"/>
                  </a:cubicBezTo>
                  <a:cubicBezTo>
                    <a:pt x="1096" y="1440"/>
                    <a:pt x="1072" y="1393"/>
                    <a:pt x="1001" y="1393"/>
                  </a:cubicBezTo>
                  <a:lnTo>
                    <a:pt x="1001" y="702"/>
                  </a:lnTo>
                  <a:cubicBezTo>
                    <a:pt x="1072" y="750"/>
                    <a:pt x="1096" y="773"/>
                    <a:pt x="1096" y="773"/>
                  </a:cubicBezTo>
                  <a:cubicBezTo>
                    <a:pt x="1147" y="824"/>
                    <a:pt x="1205" y="848"/>
                    <a:pt x="1263" y="848"/>
                  </a:cubicBezTo>
                  <a:cubicBezTo>
                    <a:pt x="1312" y="848"/>
                    <a:pt x="1362" y="830"/>
                    <a:pt x="1406" y="797"/>
                  </a:cubicBezTo>
                  <a:cubicBezTo>
                    <a:pt x="1477" y="702"/>
                    <a:pt x="1477" y="607"/>
                    <a:pt x="1430" y="511"/>
                  </a:cubicBezTo>
                  <a:cubicBezTo>
                    <a:pt x="1358" y="416"/>
                    <a:pt x="1215" y="321"/>
                    <a:pt x="1001" y="297"/>
                  </a:cubicBezTo>
                  <a:lnTo>
                    <a:pt x="1001" y="202"/>
                  </a:lnTo>
                  <a:cubicBezTo>
                    <a:pt x="1001" y="83"/>
                    <a:pt x="953" y="11"/>
                    <a:pt x="834" y="11"/>
                  </a:cubicBezTo>
                  <a:cubicBezTo>
                    <a:pt x="816" y="4"/>
                    <a:pt x="797" y="1"/>
                    <a:pt x="7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0" name="Google Shape;24710;p147"/>
            <p:cNvSpPr/>
            <p:nvPr/>
          </p:nvSpPr>
          <p:spPr>
            <a:xfrm>
              <a:off x="7890204" y="2654582"/>
              <a:ext cx="123337" cy="20837"/>
            </a:xfrm>
            <a:custGeom>
              <a:avLst/>
              <a:gdLst/>
              <a:ahLst/>
              <a:cxnLst/>
              <a:rect l="l" t="t" r="r" b="b"/>
              <a:pathLst>
                <a:path w="3812" h="644" extrusionOk="0">
                  <a:moveTo>
                    <a:pt x="334" y="1"/>
                  </a:moveTo>
                  <a:cubicBezTo>
                    <a:pt x="167" y="1"/>
                    <a:pt x="1" y="191"/>
                    <a:pt x="48" y="358"/>
                  </a:cubicBezTo>
                  <a:cubicBezTo>
                    <a:pt x="72" y="525"/>
                    <a:pt x="215" y="644"/>
                    <a:pt x="358" y="644"/>
                  </a:cubicBezTo>
                  <a:lnTo>
                    <a:pt x="3502" y="644"/>
                  </a:lnTo>
                  <a:cubicBezTo>
                    <a:pt x="3668" y="644"/>
                    <a:pt x="3811" y="477"/>
                    <a:pt x="3787" y="286"/>
                  </a:cubicBezTo>
                  <a:cubicBezTo>
                    <a:pt x="3763" y="120"/>
                    <a:pt x="3621" y="1"/>
                    <a:pt x="3454" y="1"/>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1" name="Google Shape;24711;p147"/>
            <p:cNvSpPr/>
            <p:nvPr/>
          </p:nvSpPr>
          <p:spPr>
            <a:xfrm>
              <a:off x="7890204" y="2695414"/>
              <a:ext cx="123337" cy="20092"/>
            </a:xfrm>
            <a:custGeom>
              <a:avLst/>
              <a:gdLst/>
              <a:ahLst/>
              <a:cxnLst/>
              <a:rect l="l" t="t" r="r" b="b"/>
              <a:pathLst>
                <a:path w="3812" h="621" extrusionOk="0">
                  <a:moveTo>
                    <a:pt x="334" y="1"/>
                  </a:moveTo>
                  <a:cubicBezTo>
                    <a:pt x="167" y="1"/>
                    <a:pt x="1" y="168"/>
                    <a:pt x="48" y="358"/>
                  </a:cubicBezTo>
                  <a:cubicBezTo>
                    <a:pt x="72" y="501"/>
                    <a:pt x="215" y="620"/>
                    <a:pt x="358" y="620"/>
                  </a:cubicBezTo>
                  <a:lnTo>
                    <a:pt x="3502" y="620"/>
                  </a:lnTo>
                  <a:cubicBezTo>
                    <a:pt x="3668" y="620"/>
                    <a:pt x="3811" y="477"/>
                    <a:pt x="3787" y="263"/>
                  </a:cubicBezTo>
                  <a:cubicBezTo>
                    <a:pt x="3763" y="120"/>
                    <a:pt x="3621" y="1"/>
                    <a:pt x="3454" y="1"/>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2" name="Google Shape;24712;p147"/>
            <p:cNvSpPr/>
            <p:nvPr/>
          </p:nvSpPr>
          <p:spPr>
            <a:xfrm>
              <a:off x="7890204" y="2737021"/>
              <a:ext cx="123337" cy="20092"/>
            </a:xfrm>
            <a:custGeom>
              <a:avLst/>
              <a:gdLst/>
              <a:ahLst/>
              <a:cxnLst/>
              <a:rect l="l" t="t" r="r" b="b"/>
              <a:pathLst>
                <a:path w="3812" h="621" extrusionOk="0">
                  <a:moveTo>
                    <a:pt x="334" y="1"/>
                  </a:moveTo>
                  <a:cubicBezTo>
                    <a:pt x="167" y="1"/>
                    <a:pt x="1" y="168"/>
                    <a:pt x="48" y="358"/>
                  </a:cubicBezTo>
                  <a:cubicBezTo>
                    <a:pt x="72" y="501"/>
                    <a:pt x="215" y="620"/>
                    <a:pt x="358" y="620"/>
                  </a:cubicBezTo>
                  <a:lnTo>
                    <a:pt x="3502" y="620"/>
                  </a:lnTo>
                  <a:cubicBezTo>
                    <a:pt x="3668" y="620"/>
                    <a:pt x="3811" y="430"/>
                    <a:pt x="3787" y="263"/>
                  </a:cubicBezTo>
                  <a:cubicBezTo>
                    <a:pt x="3763" y="120"/>
                    <a:pt x="3621" y="1"/>
                    <a:pt x="3454" y="1"/>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3" name="Google Shape;24713;p147"/>
            <p:cNvSpPr/>
            <p:nvPr/>
          </p:nvSpPr>
          <p:spPr>
            <a:xfrm>
              <a:off x="7890204" y="2777108"/>
              <a:ext cx="184197" cy="20060"/>
            </a:xfrm>
            <a:custGeom>
              <a:avLst/>
              <a:gdLst/>
              <a:ahLst/>
              <a:cxnLst/>
              <a:rect l="l" t="t" r="r" b="b"/>
              <a:pathLst>
                <a:path w="5693" h="620" extrusionOk="0">
                  <a:moveTo>
                    <a:pt x="334" y="0"/>
                  </a:moveTo>
                  <a:cubicBezTo>
                    <a:pt x="167" y="0"/>
                    <a:pt x="1" y="167"/>
                    <a:pt x="48" y="357"/>
                  </a:cubicBezTo>
                  <a:cubicBezTo>
                    <a:pt x="72" y="500"/>
                    <a:pt x="215" y="619"/>
                    <a:pt x="358" y="619"/>
                  </a:cubicBezTo>
                  <a:lnTo>
                    <a:pt x="5359" y="619"/>
                  </a:lnTo>
                  <a:cubicBezTo>
                    <a:pt x="5550" y="619"/>
                    <a:pt x="5692" y="453"/>
                    <a:pt x="5669" y="262"/>
                  </a:cubicBezTo>
                  <a:cubicBezTo>
                    <a:pt x="5645" y="119"/>
                    <a:pt x="5478" y="0"/>
                    <a:pt x="5335" y="0"/>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4" name="Google Shape;24714;p147"/>
            <p:cNvSpPr/>
            <p:nvPr/>
          </p:nvSpPr>
          <p:spPr>
            <a:xfrm>
              <a:off x="7941842" y="2654582"/>
              <a:ext cx="71699" cy="20837"/>
            </a:xfrm>
            <a:custGeom>
              <a:avLst/>
              <a:gdLst/>
              <a:ahLst/>
              <a:cxnLst/>
              <a:rect l="l" t="t" r="r" b="b"/>
              <a:pathLst>
                <a:path w="2216" h="644" extrusionOk="0">
                  <a:moveTo>
                    <a:pt x="0" y="1"/>
                  </a:moveTo>
                  <a:lnTo>
                    <a:pt x="0" y="644"/>
                  </a:lnTo>
                  <a:lnTo>
                    <a:pt x="1906" y="644"/>
                  </a:lnTo>
                  <a:cubicBezTo>
                    <a:pt x="2072" y="644"/>
                    <a:pt x="2215" y="477"/>
                    <a:pt x="2191" y="286"/>
                  </a:cubicBezTo>
                  <a:cubicBezTo>
                    <a:pt x="2191" y="120"/>
                    <a:pt x="2048" y="1"/>
                    <a:pt x="1906" y="1"/>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5" name="Google Shape;24715;p147"/>
            <p:cNvSpPr/>
            <p:nvPr/>
          </p:nvSpPr>
          <p:spPr>
            <a:xfrm>
              <a:off x="7941842" y="2695414"/>
              <a:ext cx="71699" cy="20092"/>
            </a:xfrm>
            <a:custGeom>
              <a:avLst/>
              <a:gdLst/>
              <a:ahLst/>
              <a:cxnLst/>
              <a:rect l="l" t="t" r="r" b="b"/>
              <a:pathLst>
                <a:path w="2216" h="621" extrusionOk="0">
                  <a:moveTo>
                    <a:pt x="0" y="1"/>
                  </a:moveTo>
                  <a:lnTo>
                    <a:pt x="0" y="620"/>
                  </a:lnTo>
                  <a:lnTo>
                    <a:pt x="1906" y="620"/>
                  </a:lnTo>
                  <a:cubicBezTo>
                    <a:pt x="2072" y="620"/>
                    <a:pt x="2215" y="477"/>
                    <a:pt x="2191" y="263"/>
                  </a:cubicBezTo>
                  <a:cubicBezTo>
                    <a:pt x="2191" y="120"/>
                    <a:pt x="2048" y="1"/>
                    <a:pt x="1906" y="1"/>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6" name="Google Shape;24716;p147"/>
            <p:cNvSpPr/>
            <p:nvPr/>
          </p:nvSpPr>
          <p:spPr>
            <a:xfrm>
              <a:off x="7941842" y="2737021"/>
              <a:ext cx="71699" cy="20092"/>
            </a:xfrm>
            <a:custGeom>
              <a:avLst/>
              <a:gdLst/>
              <a:ahLst/>
              <a:cxnLst/>
              <a:rect l="l" t="t" r="r" b="b"/>
              <a:pathLst>
                <a:path w="2216" h="621" extrusionOk="0">
                  <a:moveTo>
                    <a:pt x="0" y="1"/>
                  </a:moveTo>
                  <a:lnTo>
                    <a:pt x="0" y="620"/>
                  </a:lnTo>
                  <a:lnTo>
                    <a:pt x="1906" y="620"/>
                  </a:lnTo>
                  <a:cubicBezTo>
                    <a:pt x="2072" y="620"/>
                    <a:pt x="2215" y="477"/>
                    <a:pt x="2191" y="263"/>
                  </a:cubicBezTo>
                  <a:cubicBezTo>
                    <a:pt x="2191" y="120"/>
                    <a:pt x="2048" y="1"/>
                    <a:pt x="1906" y="1"/>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7" name="Google Shape;24717;p147"/>
            <p:cNvSpPr/>
            <p:nvPr/>
          </p:nvSpPr>
          <p:spPr>
            <a:xfrm>
              <a:off x="7941842" y="2777108"/>
              <a:ext cx="132558" cy="20060"/>
            </a:xfrm>
            <a:custGeom>
              <a:avLst/>
              <a:gdLst/>
              <a:ahLst/>
              <a:cxnLst/>
              <a:rect l="l" t="t" r="r" b="b"/>
              <a:pathLst>
                <a:path w="4097" h="620" extrusionOk="0">
                  <a:moveTo>
                    <a:pt x="0" y="0"/>
                  </a:moveTo>
                  <a:lnTo>
                    <a:pt x="0" y="619"/>
                  </a:lnTo>
                  <a:lnTo>
                    <a:pt x="3763" y="619"/>
                  </a:lnTo>
                  <a:cubicBezTo>
                    <a:pt x="3954" y="619"/>
                    <a:pt x="4096" y="476"/>
                    <a:pt x="4073" y="262"/>
                  </a:cubicBezTo>
                  <a:cubicBezTo>
                    <a:pt x="4073" y="119"/>
                    <a:pt x="3930" y="0"/>
                    <a:pt x="3763"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8" name="Google Shape;24718;p147"/>
            <p:cNvSpPr/>
            <p:nvPr/>
          </p:nvSpPr>
          <p:spPr>
            <a:xfrm>
              <a:off x="7809317" y="2587544"/>
              <a:ext cx="61669" cy="230432"/>
            </a:xfrm>
            <a:custGeom>
              <a:avLst/>
              <a:gdLst/>
              <a:ahLst/>
              <a:cxnLst/>
              <a:rect l="l" t="t" r="r" b="b"/>
              <a:pathLst>
                <a:path w="1906" h="7122" extrusionOk="0">
                  <a:moveTo>
                    <a:pt x="1167" y="1"/>
                  </a:moveTo>
                  <a:cubicBezTo>
                    <a:pt x="548" y="1"/>
                    <a:pt x="0" y="501"/>
                    <a:pt x="0" y="1168"/>
                  </a:cubicBezTo>
                  <a:lnTo>
                    <a:pt x="0" y="7121"/>
                  </a:lnTo>
                  <a:cubicBezTo>
                    <a:pt x="0" y="6764"/>
                    <a:pt x="286" y="6478"/>
                    <a:pt x="643" y="6478"/>
                  </a:cubicBezTo>
                  <a:lnTo>
                    <a:pt x="1882" y="6478"/>
                  </a:lnTo>
                  <a:lnTo>
                    <a:pt x="1882" y="334"/>
                  </a:lnTo>
                  <a:cubicBezTo>
                    <a:pt x="1905" y="144"/>
                    <a:pt x="1763" y="1"/>
                    <a:pt x="1596" y="1"/>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19" name="Google Shape;24719;p147"/>
          <p:cNvGrpSpPr/>
          <p:nvPr/>
        </p:nvGrpSpPr>
        <p:grpSpPr>
          <a:xfrm>
            <a:off x="7019541" y="2338857"/>
            <a:ext cx="346001" cy="346748"/>
            <a:chOff x="7019541" y="2491257"/>
            <a:chExt cx="346001" cy="346748"/>
          </a:xfrm>
        </p:grpSpPr>
        <p:sp>
          <p:nvSpPr>
            <p:cNvPr id="24720" name="Google Shape;24720;p147"/>
            <p:cNvSpPr/>
            <p:nvPr/>
          </p:nvSpPr>
          <p:spPr>
            <a:xfrm>
              <a:off x="7236835" y="2502031"/>
              <a:ext cx="20060" cy="41641"/>
            </a:xfrm>
            <a:custGeom>
              <a:avLst/>
              <a:gdLst/>
              <a:ahLst/>
              <a:cxnLst/>
              <a:rect l="l" t="t" r="r" b="b"/>
              <a:pathLst>
                <a:path w="620" h="1287" extrusionOk="0">
                  <a:moveTo>
                    <a:pt x="0" y="0"/>
                  </a:moveTo>
                  <a:lnTo>
                    <a:pt x="0" y="1286"/>
                  </a:lnTo>
                  <a:lnTo>
                    <a:pt x="619" y="1286"/>
                  </a:lnTo>
                  <a:lnTo>
                    <a:pt x="619" y="0"/>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1" name="Google Shape;24721;p147"/>
            <p:cNvSpPr/>
            <p:nvPr/>
          </p:nvSpPr>
          <p:spPr>
            <a:xfrm>
              <a:off x="7127412" y="2502031"/>
              <a:ext cx="20837" cy="41641"/>
            </a:xfrm>
            <a:custGeom>
              <a:avLst/>
              <a:gdLst/>
              <a:ahLst/>
              <a:cxnLst/>
              <a:rect l="l" t="t" r="r" b="b"/>
              <a:pathLst>
                <a:path w="644" h="1287" extrusionOk="0">
                  <a:moveTo>
                    <a:pt x="0" y="0"/>
                  </a:moveTo>
                  <a:lnTo>
                    <a:pt x="0" y="1286"/>
                  </a:lnTo>
                  <a:lnTo>
                    <a:pt x="643" y="1286"/>
                  </a:lnTo>
                  <a:lnTo>
                    <a:pt x="643"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2" name="Google Shape;24722;p147"/>
            <p:cNvSpPr/>
            <p:nvPr/>
          </p:nvSpPr>
          <p:spPr>
            <a:xfrm>
              <a:off x="7099684" y="2491257"/>
              <a:ext cx="184941" cy="20060"/>
            </a:xfrm>
            <a:custGeom>
              <a:avLst/>
              <a:gdLst/>
              <a:ahLst/>
              <a:cxnLst/>
              <a:rect l="l" t="t" r="r" b="b"/>
              <a:pathLst>
                <a:path w="5716" h="620" extrusionOk="0">
                  <a:moveTo>
                    <a:pt x="334" y="0"/>
                  </a:moveTo>
                  <a:cubicBezTo>
                    <a:pt x="143" y="0"/>
                    <a:pt x="0" y="167"/>
                    <a:pt x="24" y="357"/>
                  </a:cubicBezTo>
                  <a:cubicBezTo>
                    <a:pt x="72" y="500"/>
                    <a:pt x="214" y="619"/>
                    <a:pt x="357" y="619"/>
                  </a:cubicBezTo>
                  <a:lnTo>
                    <a:pt x="5358" y="619"/>
                  </a:lnTo>
                  <a:cubicBezTo>
                    <a:pt x="5573" y="619"/>
                    <a:pt x="5716" y="476"/>
                    <a:pt x="5668" y="262"/>
                  </a:cubicBezTo>
                  <a:cubicBezTo>
                    <a:pt x="5620" y="119"/>
                    <a:pt x="5477" y="0"/>
                    <a:pt x="5335"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3" name="Google Shape;24723;p147"/>
            <p:cNvSpPr/>
            <p:nvPr/>
          </p:nvSpPr>
          <p:spPr>
            <a:xfrm>
              <a:off x="7192121" y="2491257"/>
              <a:ext cx="91726" cy="20060"/>
            </a:xfrm>
            <a:custGeom>
              <a:avLst/>
              <a:gdLst/>
              <a:ahLst/>
              <a:cxnLst/>
              <a:rect l="l" t="t" r="r" b="b"/>
              <a:pathLst>
                <a:path w="2835" h="620" extrusionOk="0">
                  <a:moveTo>
                    <a:pt x="1" y="0"/>
                  </a:moveTo>
                  <a:lnTo>
                    <a:pt x="1" y="619"/>
                  </a:lnTo>
                  <a:lnTo>
                    <a:pt x="2501" y="619"/>
                  </a:lnTo>
                  <a:cubicBezTo>
                    <a:pt x="2692" y="619"/>
                    <a:pt x="2835" y="476"/>
                    <a:pt x="2811" y="262"/>
                  </a:cubicBezTo>
                  <a:cubicBezTo>
                    <a:pt x="2811" y="119"/>
                    <a:pt x="2692" y="0"/>
                    <a:pt x="2501"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4" name="Google Shape;24724;p147"/>
            <p:cNvSpPr/>
            <p:nvPr/>
          </p:nvSpPr>
          <p:spPr>
            <a:xfrm>
              <a:off x="7019541" y="2614528"/>
              <a:ext cx="102501" cy="223476"/>
            </a:xfrm>
            <a:custGeom>
              <a:avLst/>
              <a:gdLst/>
              <a:ahLst/>
              <a:cxnLst/>
              <a:rect l="l" t="t" r="r" b="b"/>
              <a:pathLst>
                <a:path w="3168" h="6907" extrusionOk="0">
                  <a:moveTo>
                    <a:pt x="334" y="0"/>
                  </a:moveTo>
                  <a:cubicBezTo>
                    <a:pt x="167" y="0"/>
                    <a:pt x="0" y="143"/>
                    <a:pt x="0" y="334"/>
                  </a:cubicBezTo>
                  <a:lnTo>
                    <a:pt x="0" y="6573"/>
                  </a:lnTo>
                  <a:cubicBezTo>
                    <a:pt x="0" y="6764"/>
                    <a:pt x="167" y="6907"/>
                    <a:pt x="334" y="6907"/>
                  </a:cubicBezTo>
                  <a:lnTo>
                    <a:pt x="2834" y="6907"/>
                  </a:lnTo>
                  <a:cubicBezTo>
                    <a:pt x="3025" y="6907"/>
                    <a:pt x="3144" y="6764"/>
                    <a:pt x="3168" y="6573"/>
                  </a:cubicBezTo>
                  <a:lnTo>
                    <a:pt x="3168" y="334"/>
                  </a:lnTo>
                  <a:cubicBezTo>
                    <a:pt x="3168" y="143"/>
                    <a:pt x="3025" y="0"/>
                    <a:pt x="2834"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5" name="Google Shape;24725;p147"/>
            <p:cNvSpPr/>
            <p:nvPr/>
          </p:nvSpPr>
          <p:spPr>
            <a:xfrm>
              <a:off x="7060373" y="2654570"/>
              <a:ext cx="20837" cy="21613"/>
            </a:xfrm>
            <a:custGeom>
              <a:avLst/>
              <a:gdLst/>
              <a:ahLst/>
              <a:cxnLst/>
              <a:rect l="l" t="t" r="r" b="b"/>
              <a:pathLst>
                <a:path w="644" h="668" extrusionOk="0">
                  <a:moveTo>
                    <a:pt x="310" y="1"/>
                  </a:moveTo>
                  <a:cubicBezTo>
                    <a:pt x="143" y="1"/>
                    <a:pt x="1" y="144"/>
                    <a:pt x="1" y="334"/>
                  </a:cubicBezTo>
                  <a:cubicBezTo>
                    <a:pt x="1" y="525"/>
                    <a:pt x="143" y="668"/>
                    <a:pt x="310" y="668"/>
                  </a:cubicBezTo>
                  <a:cubicBezTo>
                    <a:pt x="501" y="668"/>
                    <a:pt x="644" y="525"/>
                    <a:pt x="644" y="334"/>
                  </a:cubicBezTo>
                  <a:cubicBezTo>
                    <a:pt x="644" y="144"/>
                    <a:pt x="501" y="1"/>
                    <a:pt x="31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6" name="Google Shape;24726;p147"/>
            <p:cNvSpPr/>
            <p:nvPr/>
          </p:nvSpPr>
          <p:spPr>
            <a:xfrm>
              <a:off x="7060373" y="2695401"/>
              <a:ext cx="20837" cy="20837"/>
            </a:xfrm>
            <a:custGeom>
              <a:avLst/>
              <a:gdLst/>
              <a:ahLst/>
              <a:cxnLst/>
              <a:rect l="l" t="t" r="r" b="b"/>
              <a:pathLst>
                <a:path w="644" h="644" extrusionOk="0">
                  <a:moveTo>
                    <a:pt x="310" y="1"/>
                  </a:moveTo>
                  <a:cubicBezTo>
                    <a:pt x="143" y="1"/>
                    <a:pt x="1" y="144"/>
                    <a:pt x="1" y="310"/>
                  </a:cubicBezTo>
                  <a:cubicBezTo>
                    <a:pt x="1" y="501"/>
                    <a:pt x="143" y="644"/>
                    <a:pt x="310" y="644"/>
                  </a:cubicBezTo>
                  <a:cubicBezTo>
                    <a:pt x="501" y="644"/>
                    <a:pt x="644" y="501"/>
                    <a:pt x="644" y="310"/>
                  </a:cubicBezTo>
                  <a:cubicBezTo>
                    <a:pt x="644" y="144"/>
                    <a:pt x="501" y="1"/>
                    <a:pt x="31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7" name="Google Shape;24727;p147"/>
            <p:cNvSpPr/>
            <p:nvPr/>
          </p:nvSpPr>
          <p:spPr>
            <a:xfrm>
              <a:off x="7060373" y="2735488"/>
              <a:ext cx="20837" cy="21613"/>
            </a:xfrm>
            <a:custGeom>
              <a:avLst/>
              <a:gdLst/>
              <a:ahLst/>
              <a:cxnLst/>
              <a:rect l="l" t="t" r="r" b="b"/>
              <a:pathLst>
                <a:path w="644" h="668" extrusionOk="0">
                  <a:moveTo>
                    <a:pt x="310" y="0"/>
                  </a:moveTo>
                  <a:cubicBezTo>
                    <a:pt x="143" y="0"/>
                    <a:pt x="1" y="143"/>
                    <a:pt x="1" y="334"/>
                  </a:cubicBezTo>
                  <a:cubicBezTo>
                    <a:pt x="1" y="524"/>
                    <a:pt x="143" y="667"/>
                    <a:pt x="310" y="667"/>
                  </a:cubicBezTo>
                  <a:cubicBezTo>
                    <a:pt x="501" y="667"/>
                    <a:pt x="644" y="524"/>
                    <a:pt x="644" y="334"/>
                  </a:cubicBezTo>
                  <a:cubicBezTo>
                    <a:pt x="644" y="143"/>
                    <a:pt x="501" y="0"/>
                    <a:pt x="310"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8" name="Google Shape;24728;p147"/>
            <p:cNvSpPr/>
            <p:nvPr/>
          </p:nvSpPr>
          <p:spPr>
            <a:xfrm>
              <a:off x="7060373" y="2777011"/>
              <a:ext cx="20060" cy="60989"/>
            </a:xfrm>
            <a:custGeom>
              <a:avLst/>
              <a:gdLst/>
              <a:ahLst/>
              <a:cxnLst/>
              <a:rect l="l" t="t" r="r" b="b"/>
              <a:pathLst>
                <a:path w="620" h="1885" extrusionOk="0">
                  <a:moveTo>
                    <a:pt x="304" y="1"/>
                  </a:moveTo>
                  <a:cubicBezTo>
                    <a:pt x="290" y="1"/>
                    <a:pt x="277" y="1"/>
                    <a:pt x="263" y="3"/>
                  </a:cubicBezTo>
                  <a:cubicBezTo>
                    <a:pt x="120" y="27"/>
                    <a:pt x="1" y="194"/>
                    <a:pt x="1" y="337"/>
                  </a:cubicBezTo>
                  <a:lnTo>
                    <a:pt x="1" y="1885"/>
                  </a:lnTo>
                  <a:lnTo>
                    <a:pt x="620" y="1885"/>
                  </a:lnTo>
                  <a:lnTo>
                    <a:pt x="620" y="313"/>
                  </a:lnTo>
                  <a:cubicBezTo>
                    <a:pt x="620" y="136"/>
                    <a:pt x="477" y="1"/>
                    <a:pt x="304"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9" name="Google Shape;24729;p147"/>
            <p:cNvSpPr/>
            <p:nvPr/>
          </p:nvSpPr>
          <p:spPr>
            <a:xfrm>
              <a:off x="7263786" y="2614528"/>
              <a:ext cx="101756" cy="223476"/>
            </a:xfrm>
            <a:custGeom>
              <a:avLst/>
              <a:gdLst/>
              <a:ahLst/>
              <a:cxnLst/>
              <a:rect l="l" t="t" r="r" b="b"/>
              <a:pathLst>
                <a:path w="3145" h="6907" extrusionOk="0">
                  <a:moveTo>
                    <a:pt x="310" y="0"/>
                  </a:moveTo>
                  <a:cubicBezTo>
                    <a:pt x="144" y="0"/>
                    <a:pt x="1" y="143"/>
                    <a:pt x="1" y="334"/>
                  </a:cubicBezTo>
                  <a:lnTo>
                    <a:pt x="1" y="6573"/>
                  </a:lnTo>
                  <a:cubicBezTo>
                    <a:pt x="1" y="6764"/>
                    <a:pt x="144" y="6907"/>
                    <a:pt x="310" y="6907"/>
                  </a:cubicBezTo>
                  <a:lnTo>
                    <a:pt x="2811" y="6907"/>
                  </a:lnTo>
                  <a:cubicBezTo>
                    <a:pt x="3001" y="6907"/>
                    <a:pt x="3120" y="6764"/>
                    <a:pt x="3144" y="6573"/>
                  </a:cubicBezTo>
                  <a:lnTo>
                    <a:pt x="3144" y="334"/>
                  </a:lnTo>
                  <a:cubicBezTo>
                    <a:pt x="3144" y="143"/>
                    <a:pt x="3001" y="0"/>
                    <a:pt x="2811"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0" name="Google Shape;24730;p147"/>
            <p:cNvSpPr/>
            <p:nvPr/>
          </p:nvSpPr>
          <p:spPr>
            <a:xfrm>
              <a:off x="7303841" y="2654582"/>
              <a:ext cx="20837" cy="21613"/>
            </a:xfrm>
            <a:custGeom>
              <a:avLst/>
              <a:gdLst/>
              <a:ahLst/>
              <a:cxnLst/>
              <a:rect l="l" t="t" r="r" b="b"/>
              <a:pathLst>
                <a:path w="644" h="668" extrusionOk="0">
                  <a:moveTo>
                    <a:pt x="334" y="1"/>
                  </a:moveTo>
                  <a:cubicBezTo>
                    <a:pt x="144" y="1"/>
                    <a:pt x="1" y="144"/>
                    <a:pt x="1" y="334"/>
                  </a:cubicBezTo>
                  <a:cubicBezTo>
                    <a:pt x="1" y="525"/>
                    <a:pt x="144" y="668"/>
                    <a:pt x="334" y="668"/>
                  </a:cubicBezTo>
                  <a:cubicBezTo>
                    <a:pt x="501" y="668"/>
                    <a:pt x="644" y="525"/>
                    <a:pt x="644" y="334"/>
                  </a:cubicBezTo>
                  <a:cubicBezTo>
                    <a:pt x="644" y="144"/>
                    <a:pt x="501" y="1"/>
                    <a:pt x="334"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1" name="Google Shape;24731;p147"/>
            <p:cNvSpPr/>
            <p:nvPr/>
          </p:nvSpPr>
          <p:spPr>
            <a:xfrm>
              <a:off x="7303841" y="2695414"/>
              <a:ext cx="20837" cy="20837"/>
            </a:xfrm>
            <a:custGeom>
              <a:avLst/>
              <a:gdLst/>
              <a:ahLst/>
              <a:cxnLst/>
              <a:rect l="l" t="t" r="r" b="b"/>
              <a:pathLst>
                <a:path w="644" h="644" extrusionOk="0">
                  <a:moveTo>
                    <a:pt x="334" y="1"/>
                  </a:moveTo>
                  <a:cubicBezTo>
                    <a:pt x="144" y="1"/>
                    <a:pt x="1" y="144"/>
                    <a:pt x="1" y="310"/>
                  </a:cubicBezTo>
                  <a:cubicBezTo>
                    <a:pt x="1" y="501"/>
                    <a:pt x="144" y="644"/>
                    <a:pt x="334" y="644"/>
                  </a:cubicBezTo>
                  <a:cubicBezTo>
                    <a:pt x="501" y="644"/>
                    <a:pt x="644" y="501"/>
                    <a:pt x="644" y="310"/>
                  </a:cubicBezTo>
                  <a:cubicBezTo>
                    <a:pt x="644" y="144"/>
                    <a:pt x="501" y="1"/>
                    <a:pt x="334"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2" name="Google Shape;24732;p147"/>
            <p:cNvSpPr/>
            <p:nvPr/>
          </p:nvSpPr>
          <p:spPr>
            <a:xfrm>
              <a:off x="7303841" y="2735501"/>
              <a:ext cx="20837" cy="21613"/>
            </a:xfrm>
            <a:custGeom>
              <a:avLst/>
              <a:gdLst/>
              <a:ahLst/>
              <a:cxnLst/>
              <a:rect l="l" t="t" r="r" b="b"/>
              <a:pathLst>
                <a:path w="644" h="668" extrusionOk="0">
                  <a:moveTo>
                    <a:pt x="334" y="0"/>
                  </a:moveTo>
                  <a:cubicBezTo>
                    <a:pt x="144" y="0"/>
                    <a:pt x="1" y="143"/>
                    <a:pt x="1" y="334"/>
                  </a:cubicBezTo>
                  <a:cubicBezTo>
                    <a:pt x="1" y="524"/>
                    <a:pt x="144" y="667"/>
                    <a:pt x="334" y="667"/>
                  </a:cubicBezTo>
                  <a:cubicBezTo>
                    <a:pt x="501" y="667"/>
                    <a:pt x="644" y="524"/>
                    <a:pt x="644" y="334"/>
                  </a:cubicBezTo>
                  <a:cubicBezTo>
                    <a:pt x="644" y="143"/>
                    <a:pt x="501" y="0"/>
                    <a:pt x="334"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3" name="Google Shape;24733;p147"/>
            <p:cNvSpPr/>
            <p:nvPr/>
          </p:nvSpPr>
          <p:spPr>
            <a:xfrm>
              <a:off x="7303841" y="2777011"/>
              <a:ext cx="20092" cy="60989"/>
            </a:xfrm>
            <a:custGeom>
              <a:avLst/>
              <a:gdLst/>
              <a:ahLst/>
              <a:cxnLst/>
              <a:rect l="l" t="t" r="r" b="b"/>
              <a:pathLst>
                <a:path w="621" h="1885" extrusionOk="0">
                  <a:moveTo>
                    <a:pt x="304" y="1"/>
                  </a:moveTo>
                  <a:cubicBezTo>
                    <a:pt x="291" y="1"/>
                    <a:pt x="277" y="1"/>
                    <a:pt x="263" y="3"/>
                  </a:cubicBezTo>
                  <a:cubicBezTo>
                    <a:pt x="120" y="27"/>
                    <a:pt x="1" y="194"/>
                    <a:pt x="1" y="337"/>
                  </a:cubicBezTo>
                  <a:lnTo>
                    <a:pt x="1" y="1885"/>
                  </a:lnTo>
                  <a:lnTo>
                    <a:pt x="620" y="1885"/>
                  </a:lnTo>
                  <a:lnTo>
                    <a:pt x="620" y="313"/>
                  </a:lnTo>
                  <a:cubicBezTo>
                    <a:pt x="620" y="136"/>
                    <a:pt x="477" y="1"/>
                    <a:pt x="304" y="1"/>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4" name="Google Shape;24734;p147"/>
            <p:cNvSpPr/>
            <p:nvPr/>
          </p:nvSpPr>
          <p:spPr>
            <a:xfrm>
              <a:off x="7100428" y="2533609"/>
              <a:ext cx="184197" cy="304396"/>
            </a:xfrm>
            <a:custGeom>
              <a:avLst/>
              <a:gdLst/>
              <a:ahLst/>
              <a:cxnLst/>
              <a:rect l="l" t="t" r="r" b="b"/>
              <a:pathLst>
                <a:path w="5693" h="9408" extrusionOk="0">
                  <a:moveTo>
                    <a:pt x="334" y="1"/>
                  </a:moveTo>
                  <a:cubicBezTo>
                    <a:pt x="168" y="1"/>
                    <a:pt x="1" y="144"/>
                    <a:pt x="1" y="334"/>
                  </a:cubicBezTo>
                  <a:lnTo>
                    <a:pt x="1" y="9408"/>
                  </a:lnTo>
                  <a:lnTo>
                    <a:pt x="5693" y="9408"/>
                  </a:lnTo>
                  <a:lnTo>
                    <a:pt x="5693" y="334"/>
                  </a:lnTo>
                  <a:cubicBezTo>
                    <a:pt x="5693" y="144"/>
                    <a:pt x="5550" y="1"/>
                    <a:pt x="5359" y="1"/>
                  </a:cubicBezTo>
                  <a:close/>
                </a:path>
              </a:pathLst>
            </a:custGeom>
            <a:solidFill>
              <a:srgbClr val="E8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5" name="Google Shape;24735;p147"/>
            <p:cNvSpPr/>
            <p:nvPr/>
          </p:nvSpPr>
          <p:spPr>
            <a:xfrm>
              <a:off x="7192121" y="2533609"/>
              <a:ext cx="91726" cy="304396"/>
            </a:xfrm>
            <a:custGeom>
              <a:avLst/>
              <a:gdLst/>
              <a:ahLst/>
              <a:cxnLst/>
              <a:rect l="l" t="t" r="r" b="b"/>
              <a:pathLst>
                <a:path w="2835" h="9408" extrusionOk="0">
                  <a:moveTo>
                    <a:pt x="1" y="1"/>
                  </a:moveTo>
                  <a:lnTo>
                    <a:pt x="1" y="9408"/>
                  </a:lnTo>
                  <a:lnTo>
                    <a:pt x="2835" y="9408"/>
                  </a:lnTo>
                  <a:lnTo>
                    <a:pt x="2835" y="334"/>
                  </a:lnTo>
                  <a:cubicBezTo>
                    <a:pt x="2835" y="144"/>
                    <a:pt x="2692" y="1"/>
                    <a:pt x="2501"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6" name="Google Shape;24736;p147"/>
            <p:cNvSpPr/>
            <p:nvPr/>
          </p:nvSpPr>
          <p:spPr>
            <a:xfrm>
              <a:off x="7148992" y="2735501"/>
              <a:ext cx="88620" cy="102501"/>
            </a:xfrm>
            <a:custGeom>
              <a:avLst/>
              <a:gdLst/>
              <a:ahLst/>
              <a:cxnLst/>
              <a:rect l="l" t="t" r="r" b="b"/>
              <a:pathLst>
                <a:path w="2739" h="3168" extrusionOk="0">
                  <a:moveTo>
                    <a:pt x="334" y="0"/>
                  </a:moveTo>
                  <a:cubicBezTo>
                    <a:pt x="143" y="0"/>
                    <a:pt x="0" y="167"/>
                    <a:pt x="0" y="334"/>
                  </a:cubicBezTo>
                  <a:lnTo>
                    <a:pt x="0" y="3168"/>
                  </a:lnTo>
                  <a:lnTo>
                    <a:pt x="2739" y="3168"/>
                  </a:lnTo>
                  <a:lnTo>
                    <a:pt x="2739" y="334"/>
                  </a:lnTo>
                  <a:cubicBezTo>
                    <a:pt x="2739" y="167"/>
                    <a:pt x="2596" y="0"/>
                    <a:pt x="2406"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7" name="Google Shape;24737;p147"/>
            <p:cNvSpPr/>
            <p:nvPr/>
          </p:nvSpPr>
          <p:spPr>
            <a:xfrm>
              <a:off x="7192121" y="2735501"/>
              <a:ext cx="44747" cy="101724"/>
            </a:xfrm>
            <a:custGeom>
              <a:avLst/>
              <a:gdLst/>
              <a:ahLst/>
              <a:cxnLst/>
              <a:rect l="l" t="t" r="r" b="b"/>
              <a:pathLst>
                <a:path w="1383" h="3144" extrusionOk="0">
                  <a:moveTo>
                    <a:pt x="1" y="0"/>
                  </a:moveTo>
                  <a:lnTo>
                    <a:pt x="1" y="3144"/>
                  </a:lnTo>
                  <a:lnTo>
                    <a:pt x="1382" y="3144"/>
                  </a:lnTo>
                  <a:lnTo>
                    <a:pt x="1382" y="310"/>
                  </a:lnTo>
                  <a:cubicBezTo>
                    <a:pt x="1382" y="167"/>
                    <a:pt x="1215" y="0"/>
                    <a:pt x="1049"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8" name="Google Shape;24738;p147"/>
            <p:cNvSpPr/>
            <p:nvPr/>
          </p:nvSpPr>
          <p:spPr>
            <a:xfrm>
              <a:off x="7181347" y="2573696"/>
              <a:ext cx="21613" cy="21613"/>
            </a:xfrm>
            <a:custGeom>
              <a:avLst/>
              <a:gdLst/>
              <a:ahLst/>
              <a:cxnLst/>
              <a:rect l="l" t="t" r="r" b="b"/>
              <a:pathLst>
                <a:path w="668" h="668" extrusionOk="0">
                  <a:moveTo>
                    <a:pt x="334" y="0"/>
                  </a:moveTo>
                  <a:cubicBezTo>
                    <a:pt x="143" y="0"/>
                    <a:pt x="0" y="143"/>
                    <a:pt x="0" y="334"/>
                  </a:cubicBezTo>
                  <a:cubicBezTo>
                    <a:pt x="0" y="524"/>
                    <a:pt x="143" y="667"/>
                    <a:pt x="334" y="667"/>
                  </a:cubicBezTo>
                  <a:cubicBezTo>
                    <a:pt x="524" y="667"/>
                    <a:pt x="667" y="524"/>
                    <a:pt x="667" y="334"/>
                  </a:cubicBezTo>
                  <a:cubicBezTo>
                    <a:pt x="667" y="143"/>
                    <a:pt x="524" y="0"/>
                    <a:pt x="334"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9" name="Google Shape;24739;p147"/>
            <p:cNvSpPr/>
            <p:nvPr/>
          </p:nvSpPr>
          <p:spPr>
            <a:xfrm>
              <a:off x="7222178" y="2573696"/>
              <a:ext cx="20837" cy="21613"/>
            </a:xfrm>
            <a:custGeom>
              <a:avLst/>
              <a:gdLst/>
              <a:ahLst/>
              <a:cxnLst/>
              <a:rect l="l" t="t" r="r" b="b"/>
              <a:pathLst>
                <a:path w="644" h="668" extrusionOk="0">
                  <a:moveTo>
                    <a:pt x="310" y="0"/>
                  </a:moveTo>
                  <a:cubicBezTo>
                    <a:pt x="144" y="0"/>
                    <a:pt x="1" y="143"/>
                    <a:pt x="1" y="334"/>
                  </a:cubicBezTo>
                  <a:cubicBezTo>
                    <a:pt x="1" y="524"/>
                    <a:pt x="144" y="667"/>
                    <a:pt x="310" y="667"/>
                  </a:cubicBezTo>
                  <a:cubicBezTo>
                    <a:pt x="501" y="667"/>
                    <a:pt x="644" y="524"/>
                    <a:pt x="644" y="334"/>
                  </a:cubicBezTo>
                  <a:cubicBezTo>
                    <a:pt x="644" y="143"/>
                    <a:pt x="501" y="0"/>
                    <a:pt x="310"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0" name="Google Shape;24740;p147"/>
            <p:cNvSpPr/>
            <p:nvPr/>
          </p:nvSpPr>
          <p:spPr>
            <a:xfrm>
              <a:off x="7141292" y="2573696"/>
              <a:ext cx="20837" cy="21613"/>
            </a:xfrm>
            <a:custGeom>
              <a:avLst/>
              <a:gdLst/>
              <a:ahLst/>
              <a:cxnLst/>
              <a:rect l="l" t="t" r="r" b="b"/>
              <a:pathLst>
                <a:path w="644" h="668" extrusionOk="0">
                  <a:moveTo>
                    <a:pt x="334" y="0"/>
                  </a:moveTo>
                  <a:cubicBezTo>
                    <a:pt x="143" y="0"/>
                    <a:pt x="0" y="143"/>
                    <a:pt x="0" y="334"/>
                  </a:cubicBezTo>
                  <a:cubicBezTo>
                    <a:pt x="0" y="524"/>
                    <a:pt x="143" y="667"/>
                    <a:pt x="334" y="667"/>
                  </a:cubicBezTo>
                  <a:cubicBezTo>
                    <a:pt x="500" y="667"/>
                    <a:pt x="643" y="524"/>
                    <a:pt x="643" y="334"/>
                  </a:cubicBezTo>
                  <a:cubicBezTo>
                    <a:pt x="643" y="143"/>
                    <a:pt x="500" y="0"/>
                    <a:pt x="334"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1" name="Google Shape;24741;p147"/>
            <p:cNvSpPr/>
            <p:nvPr/>
          </p:nvSpPr>
          <p:spPr>
            <a:xfrm>
              <a:off x="7181347" y="2614528"/>
              <a:ext cx="21613" cy="20837"/>
            </a:xfrm>
            <a:custGeom>
              <a:avLst/>
              <a:gdLst/>
              <a:ahLst/>
              <a:cxnLst/>
              <a:rect l="l" t="t" r="r" b="b"/>
              <a:pathLst>
                <a:path w="668" h="644" extrusionOk="0">
                  <a:moveTo>
                    <a:pt x="334" y="0"/>
                  </a:moveTo>
                  <a:cubicBezTo>
                    <a:pt x="143" y="0"/>
                    <a:pt x="0" y="143"/>
                    <a:pt x="0" y="334"/>
                  </a:cubicBezTo>
                  <a:cubicBezTo>
                    <a:pt x="0" y="500"/>
                    <a:pt x="143" y="643"/>
                    <a:pt x="334" y="643"/>
                  </a:cubicBezTo>
                  <a:cubicBezTo>
                    <a:pt x="524" y="643"/>
                    <a:pt x="667" y="500"/>
                    <a:pt x="667" y="334"/>
                  </a:cubicBezTo>
                  <a:cubicBezTo>
                    <a:pt x="667" y="143"/>
                    <a:pt x="524" y="0"/>
                    <a:pt x="334"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2" name="Google Shape;24742;p147"/>
            <p:cNvSpPr/>
            <p:nvPr/>
          </p:nvSpPr>
          <p:spPr>
            <a:xfrm>
              <a:off x="7222178" y="2614528"/>
              <a:ext cx="20837" cy="20837"/>
            </a:xfrm>
            <a:custGeom>
              <a:avLst/>
              <a:gdLst/>
              <a:ahLst/>
              <a:cxnLst/>
              <a:rect l="l" t="t" r="r" b="b"/>
              <a:pathLst>
                <a:path w="644" h="644" extrusionOk="0">
                  <a:moveTo>
                    <a:pt x="310" y="0"/>
                  </a:moveTo>
                  <a:cubicBezTo>
                    <a:pt x="144" y="0"/>
                    <a:pt x="1" y="143"/>
                    <a:pt x="1" y="334"/>
                  </a:cubicBezTo>
                  <a:cubicBezTo>
                    <a:pt x="1" y="500"/>
                    <a:pt x="144" y="643"/>
                    <a:pt x="310" y="643"/>
                  </a:cubicBezTo>
                  <a:cubicBezTo>
                    <a:pt x="501" y="643"/>
                    <a:pt x="644" y="500"/>
                    <a:pt x="644" y="334"/>
                  </a:cubicBezTo>
                  <a:cubicBezTo>
                    <a:pt x="644" y="143"/>
                    <a:pt x="501" y="0"/>
                    <a:pt x="310"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3" name="Google Shape;24743;p147"/>
            <p:cNvSpPr/>
            <p:nvPr/>
          </p:nvSpPr>
          <p:spPr>
            <a:xfrm>
              <a:off x="7141292" y="2614528"/>
              <a:ext cx="20837" cy="20837"/>
            </a:xfrm>
            <a:custGeom>
              <a:avLst/>
              <a:gdLst/>
              <a:ahLst/>
              <a:cxnLst/>
              <a:rect l="l" t="t" r="r" b="b"/>
              <a:pathLst>
                <a:path w="644" h="644" extrusionOk="0">
                  <a:moveTo>
                    <a:pt x="334" y="0"/>
                  </a:moveTo>
                  <a:cubicBezTo>
                    <a:pt x="143" y="0"/>
                    <a:pt x="0" y="143"/>
                    <a:pt x="0" y="334"/>
                  </a:cubicBezTo>
                  <a:cubicBezTo>
                    <a:pt x="0" y="500"/>
                    <a:pt x="143" y="643"/>
                    <a:pt x="334" y="643"/>
                  </a:cubicBezTo>
                  <a:cubicBezTo>
                    <a:pt x="500" y="643"/>
                    <a:pt x="643" y="500"/>
                    <a:pt x="643" y="334"/>
                  </a:cubicBezTo>
                  <a:cubicBezTo>
                    <a:pt x="643" y="143"/>
                    <a:pt x="500" y="0"/>
                    <a:pt x="334"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4" name="Google Shape;24744;p147"/>
            <p:cNvSpPr/>
            <p:nvPr/>
          </p:nvSpPr>
          <p:spPr>
            <a:xfrm>
              <a:off x="7181347" y="2654582"/>
              <a:ext cx="21613" cy="21613"/>
            </a:xfrm>
            <a:custGeom>
              <a:avLst/>
              <a:gdLst/>
              <a:ahLst/>
              <a:cxnLst/>
              <a:rect l="l" t="t" r="r" b="b"/>
              <a:pathLst>
                <a:path w="668" h="668" extrusionOk="0">
                  <a:moveTo>
                    <a:pt x="334" y="1"/>
                  </a:moveTo>
                  <a:cubicBezTo>
                    <a:pt x="143" y="1"/>
                    <a:pt x="0" y="144"/>
                    <a:pt x="0" y="334"/>
                  </a:cubicBezTo>
                  <a:cubicBezTo>
                    <a:pt x="0" y="525"/>
                    <a:pt x="143" y="668"/>
                    <a:pt x="334" y="668"/>
                  </a:cubicBezTo>
                  <a:cubicBezTo>
                    <a:pt x="524" y="668"/>
                    <a:pt x="667" y="525"/>
                    <a:pt x="667" y="334"/>
                  </a:cubicBezTo>
                  <a:cubicBezTo>
                    <a:pt x="667" y="144"/>
                    <a:pt x="524" y="1"/>
                    <a:pt x="334"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5" name="Google Shape;24745;p147"/>
            <p:cNvSpPr/>
            <p:nvPr/>
          </p:nvSpPr>
          <p:spPr>
            <a:xfrm>
              <a:off x="7222178" y="2654582"/>
              <a:ext cx="20837" cy="21613"/>
            </a:xfrm>
            <a:custGeom>
              <a:avLst/>
              <a:gdLst/>
              <a:ahLst/>
              <a:cxnLst/>
              <a:rect l="l" t="t" r="r" b="b"/>
              <a:pathLst>
                <a:path w="644" h="668" extrusionOk="0">
                  <a:moveTo>
                    <a:pt x="310" y="1"/>
                  </a:moveTo>
                  <a:cubicBezTo>
                    <a:pt x="144" y="1"/>
                    <a:pt x="1" y="144"/>
                    <a:pt x="1" y="334"/>
                  </a:cubicBezTo>
                  <a:cubicBezTo>
                    <a:pt x="1" y="525"/>
                    <a:pt x="144" y="668"/>
                    <a:pt x="310" y="668"/>
                  </a:cubicBezTo>
                  <a:cubicBezTo>
                    <a:pt x="501" y="668"/>
                    <a:pt x="644" y="525"/>
                    <a:pt x="644" y="334"/>
                  </a:cubicBezTo>
                  <a:cubicBezTo>
                    <a:pt x="644" y="144"/>
                    <a:pt x="501" y="1"/>
                    <a:pt x="31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6" name="Google Shape;24746;p147"/>
            <p:cNvSpPr/>
            <p:nvPr/>
          </p:nvSpPr>
          <p:spPr>
            <a:xfrm>
              <a:off x="7141292" y="2654582"/>
              <a:ext cx="20837" cy="21613"/>
            </a:xfrm>
            <a:custGeom>
              <a:avLst/>
              <a:gdLst/>
              <a:ahLst/>
              <a:cxnLst/>
              <a:rect l="l" t="t" r="r" b="b"/>
              <a:pathLst>
                <a:path w="644" h="668" extrusionOk="0">
                  <a:moveTo>
                    <a:pt x="334" y="1"/>
                  </a:moveTo>
                  <a:cubicBezTo>
                    <a:pt x="143" y="1"/>
                    <a:pt x="0" y="144"/>
                    <a:pt x="0" y="334"/>
                  </a:cubicBezTo>
                  <a:cubicBezTo>
                    <a:pt x="0" y="525"/>
                    <a:pt x="143" y="668"/>
                    <a:pt x="334" y="668"/>
                  </a:cubicBezTo>
                  <a:cubicBezTo>
                    <a:pt x="500" y="668"/>
                    <a:pt x="643" y="525"/>
                    <a:pt x="643" y="334"/>
                  </a:cubicBezTo>
                  <a:cubicBezTo>
                    <a:pt x="643" y="144"/>
                    <a:pt x="500" y="1"/>
                    <a:pt x="334"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7" name="Google Shape;24747;p147"/>
            <p:cNvSpPr/>
            <p:nvPr/>
          </p:nvSpPr>
          <p:spPr>
            <a:xfrm>
              <a:off x="7181347" y="2695414"/>
              <a:ext cx="21613" cy="20837"/>
            </a:xfrm>
            <a:custGeom>
              <a:avLst/>
              <a:gdLst/>
              <a:ahLst/>
              <a:cxnLst/>
              <a:rect l="l" t="t" r="r" b="b"/>
              <a:pathLst>
                <a:path w="668" h="644" extrusionOk="0">
                  <a:moveTo>
                    <a:pt x="334" y="1"/>
                  </a:moveTo>
                  <a:cubicBezTo>
                    <a:pt x="143" y="1"/>
                    <a:pt x="0" y="144"/>
                    <a:pt x="0" y="310"/>
                  </a:cubicBezTo>
                  <a:cubicBezTo>
                    <a:pt x="0" y="501"/>
                    <a:pt x="143" y="644"/>
                    <a:pt x="334" y="644"/>
                  </a:cubicBezTo>
                  <a:cubicBezTo>
                    <a:pt x="524" y="644"/>
                    <a:pt x="667" y="501"/>
                    <a:pt x="667" y="310"/>
                  </a:cubicBezTo>
                  <a:cubicBezTo>
                    <a:pt x="667" y="144"/>
                    <a:pt x="524" y="1"/>
                    <a:pt x="334"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8" name="Google Shape;24748;p147"/>
            <p:cNvSpPr/>
            <p:nvPr/>
          </p:nvSpPr>
          <p:spPr>
            <a:xfrm>
              <a:off x="7222178" y="2695414"/>
              <a:ext cx="20837" cy="20837"/>
            </a:xfrm>
            <a:custGeom>
              <a:avLst/>
              <a:gdLst/>
              <a:ahLst/>
              <a:cxnLst/>
              <a:rect l="l" t="t" r="r" b="b"/>
              <a:pathLst>
                <a:path w="644" h="644" extrusionOk="0">
                  <a:moveTo>
                    <a:pt x="310" y="1"/>
                  </a:moveTo>
                  <a:cubicBezTo>
                    <a:pt x="144" y="1"/>
                    <a:pt x="1" y="144"/>
                    <a:pt x="1" y="310"/>
                  </a:cubicBezTo>
                  <a:cubicBezTo>
                    <a:pt x="1" y="501"/>
                    <a:pt x="144" y="644"/>
                    <a:pt x="310" y="644"/>
                  </a:cubicBezTo>
                  <a:cubicBezTo>
                    <a:pt x="501" y="644"/>
                    <a:pt x="644" y="501"/>
                    <a:pt x="644" y="310"/>
                  </a:cubicBezTo>
                  <a:cubicBezTo>
                    <a:pt x="644" y="144"/>
                    <a:pt x="501" y="1"/>
                    <a:pt x="31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9" name="Google Shape;24749;p147"/>
            <p:cNvSpPr/>
            <p:nvPr/>
          </p:nvSpPr>
          <p:spPr>
            <a:xfrm>
              <a:off x="7141292" y="2695414"/>
              <a:ext cx="20837" cy="20837"/>
            </a:xfrm>
            <a:custGeom>
              <a:avLst/>
              <a:gdLst/>
              <a:ahLst/>
              <a:cxnLst/>
              <a:rect l="l" t="t" r="r" b="b"/>
              <a:pathLst>
                <a:path w="644" h="644" extrusionOk="0">
                  <a:moveTo>
                    <a:pt x="334" y="1"/>
                  </a:moveTo>
                  <a:cubicBezTo>
                    <a:pt x="143" y="1"/>
                    <a:pt x="0" y="144"/>
                    <a:pt x="0" y="310"/>
                  </a:cubicBezTo>
                  <a:cubicBezTo>
                    <a:pt x="0" y="501"/>
                    <a:pt x="143" y="644"/>
                    <a:pt x="334" y="644"/>
                  </a:cubicBezTo>
                  <a:cubicBezTo>
                    <a:pt x="500" y="644"/>
                    <a:pt x="643" y="501"/>
                    <a:pt x="643" y="310"/>
                  </a:cubicBezTo>
                  <a:cubicBezTo>
                    <a:pt x="643" y="144"/>
                    <a:pt x="500" y="1"/>
                    <a:pt x="334"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0" name="Google Shape;24750;p147"/>
            <p:cNvSpPr/>
            <p:nvPr/>
          </p:nvSpPr>
          <p:spPr>
            <a:xfrm>
              <a:off x="7169020" y="2756305"/>
              <a:ext cx="47044" cy="80920"/>
            </a:xfrm>
            <a:custGeom>
              <a:avLst/>
              <a:gdLst/>
              <a:ahLst/>
              <a:cxnLst/>
              <a:rect l="l" t="t" r="r" b="b"/>
              <a:pathLst>
                <a:path w="1454" h="2501" extrusionOk="0">
                  <a:moveTo>
                    <a:pt x="0" y="0"/>
                  </a:moveTo>
                  <a:lnTo>
                    <a:pt x="0" y="2501"/>
                  </a:lnTo>
                  <a:lnTo>
                    <a:pt x="1453" y="2501"/>
                  </a:lnTo>
                  <a:lnTo>
                    <a:pt x="1453"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1" name="Google Shape;24751;p147"/>
            <p:cNvSpPr/>
            <p:nvPr/>
          </p:nvSpPr>
          <p:spPr>
            <a:xfrm>
              <a:off x="7192121" y="2573696"/>
              <a:ext cx="10839" cy="20837"/>
            </a:xfrm>
            <a:custGeom>
              <a:avLst/>
              <a:gdLst/>
              <a:ahLst/>
              <a:cxnLst/>
              <a:rect l="l" t="t" r="r" b="b"/>
              <a:pathLst>
                <a:path w="335" h="644" extrusionOk="0">
                  <a:moveTo>
                    <a:pt x="1" y="0"/>
                  </a:moveTo>
                  <a:lnTo>
                    <a:pt x="1" y="643"/>
                  </a:lnTo>
                  <a:cubicBezTo>
                    <a:pt x="191" y="643"/>
                    <a:pt x="334" y="500"/>
                    <a:pt x="334" y="334"/>
                  </a:cubicBezTo>
                  <a:cubicBezTo>
                    <a:pt x="334" y="167"/>
                    <a:pt x="191" y="0"/>
                    <a:pt x="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2" name="Google Shape;24752;p147"/>
            <p:cNvSpPr/>
            <p:nvPr/>
          </p:nvSpPr>
          <p:spPr>
            <a:xfrm>
              <a:off x="7192121" y="2614528"/>
              <a:ext cx="10839" cy="20060"/>
            </a:xfrm>
            <a:custGeom>
              <a:avLst/>
              <a:gdLst/>
              <a:ahLst/>
              <a:cxnLst/>
              <a:rect l="l" t="t" r="r" b="b"/>
              <a:pathLst>
                <a:path w="335" h="620" extrusionOk="0">
                  <a:moveTo>
                    <a:pt x="1" y="0"/>
                  </a:moveTo>
                  <a:lnTo>
                    <a:pt x="1" y="620"/>
                  </a:lnTo>
                  <a:cubicBezTo>
                    <a:pt x="191" y="620"/>
                    <a:pt x="334" y="500"/>
                    <a:pt x="334" y="334"/>
                  </a:cubicBezTo>
                  <a:cubicBezTo>
                    <a:pt x="334" y="143"/>
                    <a:pt x="191" y="0"/>
                    <a:pt x="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3" name="Google Shape;24753;p147"/>
            <p:cNvSpPr/>
            <p:nvPr/>
          </p:nvSpPr>
          <p:spPr>
            <a:xfrm>
              <a:off x="7192121" y="2654582"/>
              <a:ext cx="10839" cy="20837"/>
            </a:xfrm>
            <a:custGeom>
              <a:avLst/>
              <a:gdLst/>
              <a:ahLst/>
              <a:cxnLst/>
              <a:rect l="l" t="t" r="r" b="b"/>
              <a:pathLst>
                <a:path w="335" h="644" extrusionOk="0">
                  <a:moveTo>
                    <a:pt x="1" y="1"/>
                  </a:moveTo>
                  <a:lnTo>
                    <a:pt x="1" y="644"/>
                  </a:lnTo>
                  <a:cubicBezTo>
                    <a:pt x="191" y="644"/>
                    <a:pt x="334" y="525"/>
                    <a:pt x="334" y="334"/>
                  </a:cubicBezTo>
                  <a:cubicBezTo>
                    <a:pt x="334" y="144"/>
                    <a:pt x="191" y="1"/>
                    <a:pt x="1"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4" name="Google Shape;24754;p147"/>
            <p:cNvSpPr/>
            <p:nvPr/>
          </p:nvSpPr>
          <p:spPr>
            <a:xfrm>
              <a:off x="7192121" y="2695414"/>
              <a:ext cx="10839" cy="20157"/>
            </a:xfrm>
            <a:custGeom>
              <a:avLst/>
              <a:gdLst/>
              <a:ahLst/>
              <a:cxnLst/>
              <a:rect l="l" t="t" r="r" b="b"/>
              <a:pathLst>
                <a:path w="335" h="623" extrusionOk="0">
                  <a:moveTo>
                    <a:pt x="1" y="1"/>
                  </a:moveTo>
                  <a:lnTo>
                    <a:pt x="1" y="620"/>
                  </a:lnTo>
                  <a:cubicBezTo>
                    <a:pt x="15" y="622"/>
                    <a:pt x="29" y="623"/>
                    <a:pt x="42" y="623"/>
                  </a:cubicBezTo>
                  <a:cubicBezTo>
                    <a:pt x="212" y="623"/>
                    <a:pt x="334" y="487"/>
                    <a:pt x="334" y="310"/>
                  </a:cubicBezTo>
                  <a:cubicBezTo>
                    <a:pt x="334" y="144"/>
                    <a:pt x="191" y="1"/>
                    <a:pt x="1"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5" name="Google Shape;24755;p147"/>
            <p:cNvSpPr/>
            <p:nvPr/>
          </p:nvSpPr>
          <p:spPr>
            <a:xfrm>
              <a:off x="7192121" y="2756305"/>
              <a:ext cx="23943" cy="80920"/>
            </a:xfrm>
            <a:custGeom>
              <a:avLst/>
              <a:gdLst/>
              <a:ahLst/>
              <a:cxnLst/>
              <a:rect l="l" t="t" r="r" b="b"/>
              <a:pathLst>
                <a:path w="740" h="2501" extrusionOk="0">
                  <a:moveTo>
                    <a:pt x="1" y="0"/>
                  </a:moveTo>
                  <a:lnTo>
                    <a:pt x="1" y="2501"/>
                  </a:lnTo>
                  <a:lnTo>
                    <a:pt x="739" y="2501"/>
                  </a:lnTo>
                  <a:lnTo>
                    <a:pt x="739" y="0"/>
                  </a:ln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56" name="Google Shape;24756;p147"/>
          <p:cNvGrpSpPr/>
          <p:nvPr/>
        </p:nvGrpSpPr>
        <p:grpSpPr>
          <a:xfrm>
            <a:off x="6268300" y="2351929"/>
            <a:ext cx="346749" cy="319793"/>
            <a:chOff x="6268300" y="2504329"/>
            <a:chExt cx="346749" cy="319793"/>
          </a:xfrm>
        </p:grpSpPr>
        <p:sp>
          <p:nvSpPr>
            <p:cNvPr id="24757" name="Google Shape;24757;p147"/>
            <p:cNvSpPr/>
            <p:nvPr/>
          </p:nvSpPr>
          <p:spPr>
            <a:xfrm>
              <a:off x="6493294" y="2602977"/>
              <a:ext cx="74772" cy="61669"/>
            </a:xfrm>
            <a:custGeom>
              <a:avLst/>
              <a:gdLst/>
              <a:ahLst/>
              <a:cxnLst/>
              <a:rect l="l" t="t" r="r" b="b"/>
              <a:pathLst>
                <a:path w="2311" h="1906" extrusionOk="0">
                  <a:moveTo>
                    <a:pt x="524" y="0"/>
                  </a:moveTo>
                  <a:cubicBezTo>
                    <a:pt x="381" y="0"/>
                    <a:pt x="262" y="119"/>
                    <a:pt x="238" y="262"/>
                  </a:cubicBezTo>
                  <a:lnTo>
                    <a:pt x="24" y="1524"/>
                  </a:lnTo>
                  <a:cubicBezTo>
                    <a:pt x="0" y="1643"/>
                    <a:pt x="24" y="1715"/>
                    <a:pt x="72" y="1786"/>
                  </a:cubicBezTo>
                  <a:cubicBezTo>
                    <a:pt x="143" y="1881"/>
                    <a:pt x="238" y="1905"/>
                    <a:pt x="310" y="1905"/>
                  </a:cubicBezTo>
                  <a:lnTo>
                    <a:pt x="1977" y="1905"/>
                  </a:lnTo>
                  <a:cubicBezTo>
                    <a:pt x="2072" y="1905"/>
                    <a:pt x="2167" y="1881"/>
                    <a:pt x="2215" y="1786"/>
                  </a:cubicBezTo>
                  <a:cubicBezTo>
                    <a:pt x="2286" y="1691"/>
                    <a:pt x="2310" y="1596"/>
                    <a:pt x="2286" y="1524"/>
                  </a:cubicBezTo>
                  <a:lnTo>
                    <a:pt x="2072" y="262"/>
                  </a:lnTo>
                  <a:cubicBezTo>
                    <a:pt x="2072" y="119"/>
                    <a:pt x="1929" y="0"/>
                    <a:pt x="1786"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8" name="Google Shape;24758;p147"/>
            <p:cNvSpPr/>
            <p:nvPr/>
          </p:nvSpPr>
          <p:spPr>
            <a:xfrm>
              <a:off x="6531796" y="2603721"/>
              <a:ext cx="37014" cy="60924"/>
            </a:xfrm>
            <a:custGeom>
              <a:avLst/>
              <a:gdLst/>
              <a:ahLst/>
              <a:cxnLst/>
              <a:rect l="l" t="t" r="r" b="b"/>
              <a:pathLst>
                <a:path w="1144" h="1883" extrusionOk="0">
                  <a:moveTo>
                    <a:pt x="1" y="1"/>
                  </a:moveTo>
                  <a:lnTo>
                    <a:pt x="1" y="1882"/>
                  </a:lnTo>
                  <a:lnTo>
                    <a:pt x="811" y="1882"/>
                  </a:lnTo>
                  <a:cubicBezTo>
                    <a:pt x="906" y="1882"/>
                    <a:pt x="1001" y="1858"/>
                    <a:pt x="1049" y="1763"/>
                  </a:cubicBezTo>
                  <a:cubicBezTo>
                    <a:pt x="1120" y="1692"/>
                    <a:pt x="1144" y="1620"/>
                    <a:pt x="1120" y="1501"/>
                  </a:cubicBezTo>
                  <a:lnTo>
                    <a:pt x="906" y="263"/>
                  </a:lnTo>
                  <a:cubicBezTo>
                    <a:pt x="882" y="120"/>
                    <a:pt x="763" y="1"/>
                    <a:pt x="620" y="1"/>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9" name="Google Shape;24759;p147"/>
            <p:cNvSpPr/>
            <p:nvPr/>
          </p:nvSpPr>
          <p:spPr>
            <a:xfrm>
              <a:off x="6445506" y="2504329"/>
              <a:ext cx="169540" cy="115637"/>
            </a:xfrm>
            <a:custGeom>
              <a:avLst/>
              <a:gdLst/>
              <a:ahLst/>
              <a:cxnLst/>
              <a:rect l="l" t="t" r="r" b="b"/>
              <a:pathLst>
                <a:path w="5240" h="3574" extrusionOk="0">
                  <a:moveTo>
                    <a:pt x="334" y="1"/>
                  </a:moveTo>
                  <a:cubicBezTo>
                    <a:pt x="167" y="1"/>
                    <a:pt x="1" y="144"/>
                    <a:pt x="1" y="334"/>
                  </a:cubicBezTo>
                  <a:lnTo>
                    <a:pt x="1" y="3240"/>
                  </a:lnTo>
                  <a:cubicBezTo>
                    <a:pt x="1" y="3430"/>
                    <a:pt x="167" y="3573"/>
                    <a:pt x="334" y="3573"/>
                  </a:cubicBezTo>
                  <a:lnTo>
                    <a:pt x="4930" y="3573"/>
                  </a:lnTo>
                  <a:cubicBezTo>
                    <a:pt x="5097" y="3573"/>
                    <a:pt x="5240" y="3454"/>
                    <a:pt x="5240" y="3240"/>
                  </a:cubicBezTo>
                  <a:lnTo>
                    <a:pt x="5240" y="334"/>
                  </a:lnTo>
                  <a:cubicBezTo>
                    <a:pt x="5240" y="144"/>
                    <a:pt x="5097" y="1"/>
                    <a:pt x="4930"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0" name="Google Shape;24760;p147"/>
            <p:cNvSpPr/>
            <p:nvPr/>
          </p:nvSpPr>
          <p:spPr>
            <a:xfrm>
              <a:off x="6530275" y="2505882"/>
              <a:ext cx="84770" cy="114084"/>
            </a:xfrm>
            <a:custGeom>
              <a:avLst/>
              <a:gdLst/>
              <a:ahLst/>
              <a:cxnLst/>
              <a:rect l="l" t="t" r="r" b="b"/>
              <a:pathLst>
                <a:path w="2620" h="3526" extrusionOk="0">
                  <a:moveTo>
                    <a:pt x="0" y="1"/>
                  </a:moveTo>
                  <a:lnTo>
                    <a:pt x="0" y="3525"/>
                  </a:lnTo>
                  <a:lnTo>
                    <a:pt x="2310" y="3525"/>
                  </a:lnTo>
                  <a:cubicBezTo>
                    <a:pt x="2477" y="3525"/>
                    <a:pt x="2620" y="3382"/>
                    <a:pt x="2620" y="3192"/>
                  </a:cubicBezTo>
                  <a:lnTo>
                    <a:pt x="2620" y="286"/>
                  </a:lnTo>
                  <a:cubicBezTo>
                    <a:pt x="2620" y="143"/>
                    <a:pt x="2477" y="1"/>
                    <a:pt x="2310" y="1"/>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1" name="Google Shape;24761;p147"/>
            <p:cNvSpPr/>
            <p:nvPr/>
          </p:nvSpPr>
          <p:spPr>
            <a:xfrm>
              <a:off x="6466310" y="2525909"/>
              <a:ext cx="127932" cy="73996"/>
            </a:xfrm>
            <a:custGeom>
              <a:avLst/>
              <a:gdLst/>
              <a:ahLst/>
              <a:cxnLst/>
              <a:rect l="l" t="t" r="r" b="b"/>
              <a:pathLst>
                <a:path w="3954" h="2287" extrusionOk="0">
                  <a:moveTo>
                    <a:pt x="1" y="1"/>
                  </a:moveTo>
                  <a:lnTo>
                    <a:pt x="1" y="2287"/>
                  </a:lnTo>
                  <a:lnTo>
                    <a:pt x="3954" y="2287"/>
                  </a:lnTo>
                  <a:lnTo>
                    <a:pt x="3954" y="1"/>
                  </a:lnTo>
                  <a:close/>
                </a:path>
              </a:pathLst>
            </a:custGeom>
            <a:solidFill>
              <a:srgbClr val="E8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2" name="Google Shape;24762;p147"/>
            <p:cNvSpPr/>
            <p:nvPr/>
          </p:nvSpPr>
          <p:spPr>
            <a:xfrm>
              <a:off x="6530275" y="2525909"/>
              <a:ext cx="64742" cy="73996"/>
            </a:xfrm>
            <a:custGeom>
              <a:avLst/>
              <a:gdLst/>
              <a:ahLst/>
              <a:cxnLst/>
              <a:rect l="l" t="t" r="r" b="b"/>
              <a:pathLst>
                <a:path w="2001" h="2287" extrusionOk="0">
                  <a:moveTo>
                    <a:pt x="0" y="1"/>
                  </a:moveTo>
                  <a:lnTo>
                    <a:pt x="0" y="2287"/>
                  </a:lnTo>
                  <a:lnTo>
                    <a:pt x="2001" y="2287"/>
                  </a:lnTo>
                  <a:lnTo>
                    <a:pt x="2001" y="1"/>
                  </a:ln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3" name="Google Shape;24763;p147"/>
            <p:cNvSpPr/>
            <p:nvPr/>
          </p:nvSpPr>
          <p:spPr>
            <a:xfrm>
              <a:off x="6334562" y="2707741"/>
              <a:ext cx="91726" cy="116381"/>
            </a:xfrm>
            <a:custGeom>
              <a:avLst/>
              <a:gdLst/>
              <a:ahLst/>
              <a:cxnLst/>
              <a:rect l="l" t="t" r="r" b="b"/>
              <a:pathLst>
                <a:path w="2835" h="3597" extrusionOk="0">
                  <a:moveTo>
                    <a:pt x="1405" y="1"/>
                  </a:moveTo>
                  <a:cubicBezTo>
                    <a:pt x="1239" y="1"/>
                    <a:pt x="1072" y="144"/>
                    <a:pt x="1072" y="334"/>
                  </a:cubicBezTo>
                  <a:lnTo>
                    <a:pt x="1072" y="2097"/>
                  </a:lnTo>
                  <a:lnTo>
                    <a:pt x="119" y="3049"/>
                  </a:lnTo>
                  <a:cubicBezTo>
                    <a:pt x="0" y="3168"/>
                    <a:pt x="0" y="3359"/>
                    <a:pt x="119" y="3478"/>
                  </a:cubicBezTo>
                  <a:cubicBezTo>
                    <a:pt x="179" y="3537"/>
                    <a:pt x="262" y="3567"/>
                    <a:pt x="346" y="3567"/>
                  </a:cubicBezTo>
                  <a:cubicBezTo>
                    <a:pt x="429" y="3567"/>
                    <a:pt x="512" y="3537"/>
                    <a:pt x="572" y="3478"/>
                  </a:cubicBezTo>
                  <a:lnTo>
                    <a:pt x="1072" y="2978"/>
                  </a:lnTo>
                  <a:lnTo>
                    <a:pt x="1072" y="3287"/>
                  </a:lnTo>
                  <a:cubicBezTo>
                    <a:pt x="1072" y="3454"/>
                    <a:pt x="1239" y="3597"/>
                    <a:pt x="1405" y="3597"/>
                  </a:cubicBezTo>
                  <a:cubicBezTo>
                    <a:pt x="1596" y="3597"/>
                    <a:pt x="1739" y="3454"/>
                    <a:pt x="1739" y="3287"/>
                  </a:cubicBezTo>
                  <a:lnTo>
                    <a:pt x="1739" y="2978"/>
                  </a:lnTo>
                  <a:lnTo>
                    <a:pt x="2239" y="3478"/>
                  </a:lnTo>
                  <a:cubicBezTo>
                    <a:pt x="2310" y="3549"/>
                    <a:pt x="2406" y="3573"/>
                    <a:pt x="2453" y="3573"/>
                  </a:cubicBezTo>
                  <a:cubicBezTo>
                    <a:pt x="2525" y="3573"/>
                    <a:pt x="2596" y="3549"/>
                    <a:pt x="2668" y="3478"/>
                  </a:cubicBezTo>
                  <a:cubicBezTo>
                    <a:pt x="2834" y="3359"/>
                    <a:pt x="2834" y="3168"/>
                    <a:pt x="2691" y="3049"/>
                  </a:cubicBezTo>
                  <a:lnTo>
                    <a:pt x="1739" y="2097"/>
                  </a:lnTo>
                  <a:lnTo>
                    <a:pt x="1739" y="334"/>
                  </a:lnTo>
                  <a:cubicBezTo>
                    <a:pt x="1739" y="144"/>
                    <a:pt x="1596" y="1"/>
                    <a:pt x="1405"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4" name="Google Shape;24764;p147"/>
            <p:cNvSpPr/>
            <p:nvPr/>
          </p:nvSpPr>
          <p:spPr>
            <a:xfrm>
              <a:off x="6379244" y="2706997"/>
              <a:ext cx="45491" cy="115604"/>
            </a:xfrm>
            <a:custGeom>
              <a:avLst/>
              <a:gdLst/>
              <a:ahLst/>
              <a:cxnLst/>
              <a:rect l="l" t="t" r="r" b="b"/>
              <a:pathLst>
                <a:path w="1406" h="3573" extrusionOk="0">
                  <a:moveTo>
                    <a:pt x="1" y="0"/>
                  </a:moveTo>
                  <a:lnTo>
                    <a:pt x="1" y="3525"/>
                  </a:lnTo>
                  <a:cubicBezTo>
                    <a:pt x="43" y="3537"/>
                    <a:pt x="82" y="3543"/>
                    <a:pt x="117" y="3543"/>
                  </a:cubicBezTo>
                  <a:cubicBezTo>
                    <a:pt x="278" y="3543"/>
                    <a:pt x="358" y="3419"/>
                    <a:pt x="358" y="3263"/>
                  </a:cubicBezTo>
                  <a:lnTo>
                    <a:pt x="358" y="2977"/>
                  </a:lnTo>
                  <a:lnTo>
                    <a:pt x="858" y="3477"/>
                  </a:lnTo>
                  <a:cubicBezTo>
                    <a:pt x="929" y="3525"/>
                    <a:pt x="1025" y="3572"/>
                    <a:pt x="1072" y="3572"/>
                  </a:cubicBezTo>
                  <a:cubicBezTo>
                    <a:pt x="1144" y="3572"/>
                    <a:pt x="1215" y="3525"/>
                    <a:pt x="1287" y="3477"/>
                  </a:cubicBezTo>
                  <a:cubicBezTo>
                    <a:pt x="1406" y="3358"/>
                    <a:pt x="1406" y="3144"/>
                    <a:pt x="1287" y="3025"/>
                  </a:cubicBezTo>
                  <a:lnTo>
                    <a:pt x="334" y="2072"/>
                  </a:lnTo>
                  <a:lnTo>
                    <a:pt x="334" y="333"/>
                  </a:lnTo>
                  <a:cubicBezTo>
                    <a:pt x="334" y="143"/>
                    <a:pt x="191" y="0"/>
                    <a:pt x="1"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5" name="Google Shape;24765;p147"/>
            <p:cNvSpPr/>
            <p:nvPr/>
          </p:nvSpPr>
          <p:spPr>
            <a:xfrm>
              <a:off x="6289880" y="2680789"/>
              <a:ext cx="20837" cy="142588"/>
            </a:xfrm>
            <a:custGeom>
              <a:avLst/>
              <a:gdLst/>
              <a:ahLst/>
              <a:cxnLst/>
              <a:rect l="l" t="t" r="r" b="b"/>
              <a:pathLst>
                <a:path w="644" h="4407" extrusionOk="0">
                  <a:moveTo>
                    <a:pt x="334" y="0"/>
                  </a:moveTo>
                  <a:cubicBezTo>
                    <a:pt x="143" y="0"/>
                    <a:pt x="0" y="143"/>
                    <a:pt x="0" y="334"/>
                  </a:cubicBezTo>
                  <a:lnTo>
                    <a:pt x="0" y="4073"/>
                  </a:lnTo>
                  <a:cubicBezTo>
                    <a:pt x="0" y="4263"/>
                    <a:pt x="143" y="4406"/>
                    <a:pt x="334" y="4406"/>
                  </a:cubicBezTo>
                  <a:cubicBezTo>
                    <a:pt x="476" y="4406"/>
                    <a:pt x="619" y="4263"/>
                    <a:pt x="643" y="4073"/>
                  </a:cubicBezTo>
                  <a:lnTo>
                    <a:pt x="643" y="334"/>
                  </a:lnTo>
                  <a:cubicBezTo>
                    <a:pt x="643" y="143"/>
                    <a:pt x="500" y="0"/>
                    <a:pt x="334"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6" name="Google Shape;24766;p147"/>
            <p:cNvSpPr/>
            <p:nvPr/>
          </p:nvSpPr>
          <p:spPr>
            <a:xfrm>
              <a:off x="6462460" y="2681566"/>
              <a:ext cx="121008" cy="100948"/>
            </a:xfrm>
            <a:custGeom>
              <a:avLst/>
              <a:gdLst/>
              <a:ahLst/>
              <a:cxnLst/>
              <a:rect l="l" t="t" r="r" b="b"/>
              <a:pathLst>
                <a:path w="3740" h="3120" extrusionOk="0">
                  <a:moveTo>
                    <a:pt x="1" y="0"/>
                  </a:moveTo>
                  <a:lnTo>
                    <a:pt x="1" y="3120"/>
                  </a:lnTo>
                  <a:lnTo>
                    <a:pt x="3739" y="3120"/>
                  </a:lnTo>
                  <a:lnTo>
                    <a:pt x="3739" y="0"/>
                  </a:ln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7" name="Google Shape;24767;p147"/>
            <p:cNvSpPr/>
            <p:nvPr/>
          </p:nvSpPr>
          <p:spPr>
            <a:xfrm>
              <a:off x="6574180" y="2680789"/>
              <a:ext cx="20837" cy="142588"/>
            </a:xfrm>
            <a:custGeom>
              <a:avLst/>
              <a:gdLst/>
              <a:ahLst/>
              <a:cxnLst/>
              <a:rect l="l" t="t" r="r" b="b"/>
              <a:pathLst>
                <a:path w="644" h="4407" extrusionOk="0">
                  <a:moveTo>
                    <a:pt x="310" y="0"/>
                  </a:moveTo>
                  <a:cubicBezTo>
                    <a:pt x="144" y="0"/>
                    <a:pt x="1" y="143"/>
                    <a:pt x="1" y="334"/>
                  </a:cubicBezTo>
                  <a:lnTo>
                    <a:pt x="1" y="4073"/>
                  </a:lnTo>
                  <a:cubicBezTo>
                    <a:pt x="1" y="4263"/>
                    <a:pt x="144" y="4406"/>
                    <a:pt x="310" y="4406"/>
                  </a:cubicBezTo>
                  <a:cubicBezTo>
                    <a:pt x="477" y="4406"/>
                    <a:pt x="620" y="4263"/>
                    <a:pt x="644" y="4073"/>
                  </a:cubicBezTo>
                  <a:lnTo>
                    <a:pt x="644" y="334"/>
                  </a:lnTo>
                  <a:cubicBezTo>
                    <a:pt x="644" y="143"/>
                    <a:pt x="501" y="0"/>
                    <a:pt x="310"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8" name="Google Shape;24768;p147"/>
            <p:cNvSpPr/>
            <p:nvPr/>
          </p:nvSpPr>
          <p:spPr>
            <a:xfrm>
              <a:off x="6451686" y="2680789"/>
              <a:ext cx="20837" cy="142588"/>
            </a:xfrm>
            <a:custGeom>
              <a:avLst/>
              <a:gdLst/>
              <a:ahLst/>
              <a:cxnLst/>
              <a:rect l="l" t="t" r="r" b="b"/>
              <a:pathLst>
                <a:path w="644" h="4407" extrusionOk="0">
                  <a:moveTo>
                    <a:pt x="334" y="0"/>
                  </a:moveTo>
                  <a:cubicBezTo>
                    <a:pt x="143" y="0"/>
                    <a:pt x="0" y="143"/>
                    <a:pt x="0" y="334"/>
                  </a:cubicBezTo>
                  <a:lnTo>
                    <a:pt x="0" y="4073"/>
                  </a:lnTo>
                  <a:cubicBezTo>
                    <a:pt x="0" y="4263"/>
                    <a:pt x="143" y="4406"/>
                    <a:pt x="334" y="4406"/>
                  </a:cubicBezTo>
                  <a:cubicBezTo>
                    <a:pt x="500" y="4406"/>
                    <a:pt x="643" y="4263"/>
                    <a:pt x="643" y="4073"/>
                  </a:cubicBezTo>
                  <a:lnTo>
                    <a:pt x="643" y="334"/>
                  </a:lnTo>
                  <a:cubicBezTo>
                    <a:pt x="643" y="143"/>
                    <a:pt x="500" y="0"/>
                    <a:pt x="334"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9" name="Google Shape;24769;p147"/>
            <p:cNvSpPr/>
            <p:nvPr/>
          </p:nvSpPr>
          <p:spPr>
            <a:xfrm>
              <a:off x="6498665" y="2720844"/>
              <a:ext cx="48597" cy="21613"/>
            </a:xfrm>
            <a:custGeom>
              <a:avLst/>
              <a:gdLst/>
              <a:ahLst/>
              <a:cxnLst/>
              <a:rect l="l" t="t" r="r" b="b"/>
              <a:pathLst>
                <a:path w="1502" h="668" extrusionOk="0">
                  <a:moveTo>
                    <a:pt x="334" y="1"/>
                  </a:moveTo>
                  <a:cubicBezTo>
                    <a:pt x="144" y="1"/>
                    <a:pt x="1" y="167"/>
                    <a:pt x="1" y="334"/>
                  </a:cubicBezTo>
                  <a:cubicBezTo>
                    <a:pt x="1" y="525"/>
                    <a:pt x="144" y="668"/>
                    <a:pt x="334" y="668"/>
                  </a:cubicBezTo>
                  <a:lnTo>
                    <a:pt x="1168" y="668"/>
                  </a:lnTo>
                  <a:cubicBezTo>
                    <a:pt x="1334" y="668"/>
                    <a:pt x="1501" y="525"/>
                    <a:pt x="1501" y="334"/>
                  </a:cubicBezTo>
                  <a:cubicBezTo>
                    <a:pt x="1501" y="167"/>
                    <a:pt x="1334" y="1"/>
                    <a:pt x="1168" y="1"/>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0" name="Google Shape;24770;p147"/>
            <p:cNvSpPr/>
            <p:nvPr/>
          </p:nvSpPr>
          <p:spPr>
            <a:xfrm>
              <a:off x="6268300" y="2649956"/>
              <a:ext cx="346749" cy="41641"/>
            </a:xfrm>
            <a:custGeom>
              <a:avLst/>
              <a:gdLst/>
              <a:ahLst/>
              <a:cxnLst/>
              <a:rect l="l" t="t" r="r" b="b"/>
              <a:pathLst>
                <a:path w="10717" h="1287" extrusionOk="0">
                  <a:moveTo>
                    <a:pt x="334" y="1"/>
                  </a:moveTo>
                  <a:cubicBezTo>
                    <a:pt x="167" y="1"/>
                    <a:pt x="0" y="144"/>
                    <a:pt x="0" y="334"/>
                  </a:cubicBezTo>
                  <a:lnTo>
                    <a:pt x="0" y="953"/>
                  </a:lnTo>
                  <a:cubicBezTo>
                    <a:pt x="0" y="1120"/>
                    <a:pt x="167" y="1287"/>
                    <a:pt x="334" y="1287"/>
                  </a:cubicBezTo>
                  <a:lnTo>
                    <a:pt x="10407" y="1287"/>
                  </a:lnTo>
                  <a:cubicBezTo>
                    <a:pt x="10574" y="1287"/>
                    <a:pt x="10717" y="1120"/>
                    <a:pt x="10717" y="953"/>
                  </a:cubicBezTo>
                  <a:lnTo>
                    <a:pt x="10717" y="334"/>
                  </a:lnTo>
                  <a:cubicBezTo>
                    <a:pt x="10717" y="144"/>
                    <a:pt x="10574" y="1"/>
                    <a:pt x="10407"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1" name="Google Shape;24771;p147"/>
            <p:cNvSpPr/>
            <p:nvPr/>
          </p:nvSpPr>
          <p:spPr>
            <a:xfrm>
              <a:off x="6381573" y="2650732"/>
              <a:ext cx="233474" cy="40864"/>
            </a:xfrm>
            <a:custGeom>
              <a:avLst/>
              <a:gdLst/>
              <a:ahLst/>
              <a:cxnLst/>
              <a:rect l="l" t="t" r="r" b="b"/>
              <a:pathLst>
                <a:path w="7216" h="1263" extrusionOk="0">
                  <a:moveTo>
                    <a:pt x="0" y="1"/>
                  </a:moveTo>
                  <a:lnTo>
                    <a:pt x="0" y="1263"/>
                  </a:lnTo>
                  <a:lnTo>
                    <a:pt x="6906" y="1263"/>
                  </a:lnTo>
                  <a:cubicBezTo>
                    <a:pt x="7073" y="1263"/>
                    <a:pt x="7216" y="1096"/>
                    <a:pt x="7216" y="929"/>
                  </a:cubicBezTo>
                  <a:lnTo>
                    <a:pt x="7216" y="310"/>
                  </a:lnTo>
                  <a:cubicBezTo>
                    <a:pt x="7216" y="167"/>
                    <a:pt x="7073" y="1"/>
                    <a:pt x="6906"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2" name="Google Shape;24772;p147"/>
            <p:cNvSpPr/>
            <p:nvPr/>
          </p:nvSpPr>
          <p:spPr>
            <a:xfrm>
              <a:off x="6323756" y="2586023"/>
              <a:ext cx="115637" cy="143333"/>
            </a:xfrm>
            <a:custGeom>
              <a:avLst/>
              <a:gdLst/>
              <a:ahLst/>
              <a:cxnLst/>
              <a:rect l="l" t="t" r="r" b="b"/>
              <a:pathLst>
                <a:path w="3574" h="4430" extrusionOk="0">
                  <a:moveTo>
                    <a:pt x="1358" y="0"/>
                  </a:moveTo>
                  <a:cubicBezTo>
                    <a:pt x="596" y="0"/>
                    <a:pt x="1" y="643"/>
                    <a:pt x="1" y="1381"/>
                  </a:cubicBezTo>
                  <a:lnTo>
                    <a:pt x="1" y="4096"/>
                  </a:lnTo>
                  <a:cubicBezTo>
                    <a:pt x="1" y="4263"/>
                    <a:pt x="144" y="4430"/>
                    <a:pt x="311" y="4430"/>
                  </a:cubicBezTo>
                  <a:lnTo>
                    <a:pt x="3240" y="4430"/>
                  </a:lnTo>
                  <a:cubicBezTo>
                    <a:pt x="3406" y="4430"/>
                    <a:pt x="3573" y="4263"/>
                    <a:pt x="3573" y="4096"/>
                  </a:cubicBezTo>
                  <a:lnTo>
                    <a:pt x="3573" y="1381"/>
                  </a:lnTo>
                  <a:cubicBezTo>
                    <a:pt x="3573" y="596"/>
                    <a:pt x="2930" y="0"/>
                    <a:pt x="2192" y="0"/>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3" name="Google Shape;24773;p147"/>
            <p:cNvSpPr/>
            <p:nvPr/>
          </p:nvSpPr>
          <p:spPr>
            <a:xfrm>
              <a:off x="6381573" y="2586800"/>
              <a:ext cx="57818" cy="141035"/>
            </a:xfrm>
            <a:custGeom>
              <a:avLst/>
              <a:gdLst/>
              <a:ahLst/>
              <a:cxnLst/>
              <a:rect l="l" t="t" r="r" b="b"/>
              <a:pathLst>
                <a:path w="1787" h="4359" extrusionOk="0">
                  <a:moveTo>
                    <a:pt x="0" y="0"/>
                  </a:moveTo>
                  <a:lnTo>
                    <a:pt x="0" y="4358"/>
                  </a:lnTo>
                  <a:lnTo>
                    <a:pt x="1453" y="4358"/>
                  </a:lnTo>
                  <a:cubicBezTo>
                    <a:pt x="1619" y="4358"/>
                    <a:pt x="1786" y="4215"/>
                    <a:pt x="1786" y="4025"/>
                  </a:cubicBezTo>
                  <a:lnTo>
                    <a:pt x="1786" y="1334"/>
                  </a:lnTo>
                  <a:cubicBezTo>
                    <a:pt x="1786" y="619"/>
                    <a:pt x="1143" y="0"/>
                    <a:pt x="405" y="0"/>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74" name="Google Shape;24774;p147"/>
          <p:cNvGrpSpPr/>
          <p:nvPr/>
        </p:nvGrpSpPr>
        <p:grpSpPr>
          <a:xfrm>
            <a:off x="5520908" y="2338081"/>
            <a:ext cx="349077" cy="348297"/>
            <a:chOff x="5520908" y="2490481"/>
            <a:chExt cx="349077" cy="348297"/>
          </a:xfrm>
        </p:grpSpPr>
        <p:sp>
          <p:nvSpPr>
            <p:cNvPr id="24775" name="Google Shape;24775;p147"/>
            <p:cNvSpPr/>
            <p:nvPr/>
          </p:nvSpPr>
          <p:spPr>
            <a:xfrm>
              <a:off x="5732022" y="2544901"/>
              <a:ext cx="20060" cy="75322"/>
            </a:xfrm>
            <a:custGeom>
              <a:avLst/>
              <a:gdLst/>
              <a:ahLst/>
              <a:cxnLst/>
              <a:rect l="l" t="t" r="r" b="b"/>
              <a:pathLst>
                <a:path w="620" h="2328" extrusionOk="0">
                  <a:moveTo>
                    <a:pt x="329" y="1"/>
                  </a:moveTo>
                  <a:cubicBezTo>
                    <a:pt x="307" y="1"/>
                    <a:pt x="285" y="3"/>
                    <a:pt x="262" y="9"/>
                  </a:cubicBezTo>
                  <a:cubicBezTo>
                    <a:pt x="119" y="33"/>
                    <a:pt x="0" y="176"/>
                    <a:pt x="0" y="342"/>
                  </a:cubicBezTo>
                  <a:lnTo>
                    <a:pt x="0" y="2033"/>
                  </a:lnTo>
                  <a:cubicBezTo>
                    <a:pt x="0" y="2176"/>
                    <a:pt x="119" y="2319"/>
                    <a:pt x="262" y="2319"/>
                  </a:cubicBezTo>
                  <a:cubicBezTo>
                    <a:pt x="288" y="2325"/>
                    <a:pt x="312" y="2327"/>
                    <a:pt x="335" y="2327"/>
                  </a:cubicBezTo>
                  <a:cubicBezTo>
                    <a:pt x="508" y="2327"/>
                    <a:pt x="620" y="2180"/>
                    <a:pt x="620" y="2033"/>
                  </a:cubicBezTo>
                  <a:lnTo>
                    <a:pt x="620" y="295"/>
                  </a:lnTo>
                  <a:cubicBezTo>
                    <a:pt x="620" y="148"/>
                    <a:pt x="490" y="1"/>
                    <a:pt x="329" y="1"/>
                  </a:cubicBez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6" name="Google Shape;24776;p147"/>
            <p:cNvSpPr/>
            <p:nvPr/>
          </p:nvSpPr>
          <p:spPr>
            <a:xfrm>
              <a:off x="5741276" y="2543639"/>
              <a:ext cx="10807" cy="76584"/>
            </a:xfrm>
            <a:custGeom>
              <a:avLst/>
              <a:gdLst/>
              <a:ahLst/>
              <a:cxnLst/>
              <a:rect l="l" t="t" r="r" b="b"/>
              <a:pathLst>
                <a:path w="334" h="2367" extrusionOk="0">
                  <a:moveTo>
                    <a:pt x="0" y="0"/>
                  </a:moveTo>
                  <a:lnTo>
                    <a:pt x="0" y="2358"/>
                  </a:lnTo>
                  <a:cubicBezTo>
                    <a:pt x="23" y="2364"/>
                    <a:pt x="45" y="2366"/>
                    <a:pt x="66" y="2366"/>
                  </a:cubicBezTo>
                  <a:cubicBezTo>
                    <a:pt x="222" y="2366"/>
                    <a:pt x="334" y="2219"/>
                    <a:pt x="334" y="2072"/>
                  </a:cubicBezTo>
                  <a:lnTo>
                    <a:pt x="334" y="334"/>
                  </a:lnTo>
                  <a:cubicBezTo>
                    <a:pt x="334" y="167"/>
                    <a:pt x="191" y="0"/>
                    <a:pt x="0" y="0"/>
                  </a:cubicBezTo>
                  <a:close/>
                </a:path>
              </a:pathLst>
            </a:custGeom>
            <a:solidFill>
              <a:srgbClr val="94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7" name="Google Shape;24777;p147"/>
            <p:cNvSpPr/>
            <p:nvPr/>
          </p:nvSpPr>
          <p:spPr>
            <a:xfrm>
              <a:off x="5731246" y="2490481"/>
              <a:ext cx="101756" cy="74772"/>
            </a:xfrm>
            <a:custGeom>
              <a:avLst/>
              <a:gdLst/>
              <a:ahLst/>
              <a:cxnLst/>
              <a:rect l="l" t="t" r="r" b="b"/>
              <a:pathLst>
                <a:path w="3145" h="2311" extrusionOk="0">
                  <a:moveTo>
                    <a:pt x="334" y="0"/>
                  </a:moveTo>
                  <a:cubicBezTo>
                    <a:pt x="143" y="0"/>
                    <a:pt x="1" y="143"/>
                    <a:pt x="1" y="310"/>
                  </a:cubicBezTo>
                  <a:lnTo>
                    <a:pt x="1" y="2310"/>
                  </a:lnTo>
                  <a:lnTo>
                    <a:pt x="2835" y="2310"/>
                  </a:lnTo>
                  <a:cubicBezTo>
                    <a:pt x="2977" y="2310"/>
                    <a:pt x="3096" y="2215"/>
                    <a:pt x="3120" y="2072"/>
                  </a:cubicBezTo>
                  <a:cubicBezTo>
                    <a:pt x="3144" y="1977"/>
                    <a:pt x="3120" y="1882"/>
                    <a:pt x="3073" y="1810"/>
                  </a:cubicBezTo>
                  <a:lnTo>
                    <a:pt x="2596" y="1143"/>
                  </a:lnTo>
                  <a:lnTo>
                    <a:pt x="3073" y="500"/>
                  </a:lnTo>
                  <a:cubicBezTo>
                    <a:pt x="3144" y="381"/>
                    <a:pt x="3144" y="215"/>
                    <a:pt x="3073" y="96"/>
                  </a:cubicBezTo>
                  <a:cubicBezTo>
                    <a:pt x="3001" y="24"/>
                    <a:pt x="2906" y="0"/>
                    <a:pt x="2835" y="0"/>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8" name="Google Shape;24778;p147"/>
            <p:cNvSpPr/>
            <p:nvPr/>
          </p:nvSpPr>
          <p:spPr>
            <a:xfrm>
              <a:off x="5742052" y="2490481"/>
              <a:ext cx="90950" cy="74772"/>
            </a:xfrm>
            <a:custGeom>
              <a:avLst/>
              <a:gdLst/>
              <a:ahLst/>
              <a:cxnLst/>
              <a:rect l="l" t="t" r="r" b="b"/>
              <a:pathLst>
                <a:path w="2811" h="2311" extrusionOk="0">
                  <a:moveTo>
                    <a:pt x="0" y="0"/>
                  </a:moveTo>
                  <a:lnTo>
                    <a:pt x="0" y="2286"/>
                  </a:lnTo>
                  <a:lnTo>
                    <a:pt x="2501" y="2286"/>
                  </a:lnTo>
                  <a:lnTo>
                    <a:pt x="2501" y="2310"/>
                  </a:lnTo>
                  <a:cubicBezTo>
                    <a:pt x="2643" y="2310"/>
                    <a:pt x="2762" y="2215"/>
                    <a:pt x="2786" y="2072"/>
                  </a:cubicBezTo>
                  <a:cubicBezTo>
                    <a:pt x="2810" y="1977"/>
                    <a:pt x="2786" y="1858"/>
                    <a:pt x="2739" y="1810"/>
                  </a:cubicBezTo>
                  <a:lnTo>
                    <a:pt x="2262" y="1143"/>
                  </a:lnTo>
                  <a:lnTo>
                    <a:pt x="2739" y="500"/>
                  </a:lnTo>
                  <a:cubicBezTo>
                    <a:pt x="2810" y="381"/>
                    <a:pt x="2810" y="238"/>
                    <a:pt x="2739" y="119"/>
                  </a:cubicBezTo>
                  <a:cubicBezTo>
                    <a:pt x="2667" y="48"/>
                    <a:pt x="2572" y="0"/>
                    <a:pt x="2501" y="0"/>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9" name="Google Shape;24779;p147"/>
            <p:cNvSpPr/>
            <p:nvPr/>
          </p:nvSpPr>
          <p:spPr>
            <a:xfrm>
              <a:off x="5520908" y="2725471"/>
              <a:ext cx="156436" cy="113307"/>
            </a:xfrm>
            <a:custGeom>
              <a:avLst/>
              <a:gdLst/>
              <a:ahLst/>
              <a:cxnLst/>
              <a:rect l="l" t="t" r="r" b="b"/>
              <a:pathLst>
                <a:path w="4835" h="3502" extrusionOk="0">
                  <a:moveTo>
                    <a:pt x="4382" y="1"/>
                  </a:moveTo>
                  <a:lnTo>
                    <a:pt x="4120" y="48"/>
                  </a:lnTo>
                  <a:cubicBezTo>
                    <a:pt x="4001" y="72"/>
                    <a:pt x="3930" y="120"/>
                    <a:pt x="3811" y="191"/>
                  </a:cubicBezTo>
                  <a:cubicBezTo>
                    <a:pt x="3644" y="310"/>
                    <a:pt x="3430" y="477"/>
                    <a:pt x="3049" y="477"/>
                  </a:cubicBezTo>
                  <a:cubicBezTo>
                    <a:pt x="2644" y="477"/>
                    <a:pt x="2429" y="310"/>
                    <a:pt x="2263" y="191"/>
                  </a:cubicBezTo>
                  <a:cubicBezTo>
                    <a:pt x="2191" y="144"/>
                    <a:pt x="2096" y="72"/>
                    <a:pt x="1977" y="48"/>
                  </a:cubicBezTo>
                  <a:lnTo>
                    <a:pt x="1548" y="286"/>
                  </a:lnTo>
                  <a:lnTo>
                    <a:pt x="72" y="3025"/>
                  </a:lnTo>
                  <a:cubicBezTo>
                    <a:pt x="0" y="3144"/>
                    <a:pt x="48" y="3335"/>
                    <a:pt x="119" y="3406"/>
                  </a:cubicBezTo>
                  <a:cubicBezTo>
                    <a:pt x="191" y="3478"/>
                    <a:pt x="286" y="3501"/>
                    <a:pt x="334" y="3501"/>
                  </a:cubicBezTo>
                  <a:lnTo>
                    <a:pt x="4501" y="3501"/>
                  </a:lnTo>
                  <a:cubicBezTo>
                    <a:pt x="4692" y="3501"/>
                    <a:pt x="4835" y="3358"/>
                    <a:pt x="4835" y="3168"/>
                  </a:cubicBezTo>
                  <a:lnTo>
                    <a:pt x="4835" y="882"/>
                  </a:lnTo>
                  <a:cubicBezTo>
                    <a:pt x="4835" y="787"/>
                    <a:pt x="4811" y="763"/>
                    <a:pt x="4763" y="715"/>
                  </a:cubicBezTo>
                  <a:lnTo>
                    <a:pt x="4382" y="1"/>
                  </a:lnTo>
                  <a:close/>
                </a:path>
              </a:pathLst>
            </a:custGeom>
            <a:solidFill>
              <a:srgbClr val="94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0" name="Google Shape;24780;p147"/>
            <p:cNvSpPr/>
            <p:nvPr/>
          </p:nvSpPr>
          <p:spPr>
            <a:xfrm>
              <a:off x="5620302" y="2725471"/>
              <a:ext cx="57042" cy="113307"/>
            </a:xfrm>
            <a:custGeom>
              <a:avLst/>
              <a:gdLst/>
              <a:ahLst/>
              <a:cxnLst/>
              <a:rect l="l" t="t" r="r" b="b"/>
              <a:pathLst>
                <a:path w="1763" h="3502" extrusionOk="0">
                  <a:moveTo>
                    <a:pt x="1334" y="1"/>
                  </a:moveTo>
                  <a:lnTo>
                    <a:pt x="1072" y="48"/>
                  </a:lnTo>
                  <a:cubicBezTo>
                    <a:pt x="953" y="72"/>
                    <a:pt x="905" y="120"/>
                    <a:pt x="786" y="191"/>
                  </a:cubicBezTo>
                  <a:cubicBezTo>
                    <a:pt x="596" y="310"/>
                    <a:pt x="381" y="477"/>
                    <a:pt x="0" y="477"/>
                  </a:cubicBezTo>
                  <a:lnTo>
                    <a:pt x="0" y="3501"/>
                  </a:lnTo>
                  <a:lnTo>
                    <a:pt x="1429" y="3501"/>
                  </a:lnTo>
                  <a:lnTo>
                    <a:pt x="1429" y="3478"/>
                  </a:lnTo>
                  <a:cubicBezTo>
                    <a:pt x="1620" y="3478"/>
                    <a:pt x="1763" y="3335"/>
                    <a:pt x="1763" y="3144"/>
                  </a:cubicBezTo>
                  <a:lnTo>
                    <a:pt x="1763" y="858"/>
                  </a:lnTo>
                  <a:cubicBezTo>
                    <a:pt x="1763" y="787"/>
                    <a:pt x="1763" y="763"/>
                    <a:pt x="1739" y="715"/>
                  </a:cubicBezTo>
                  <a:lnTo>
                    <a:pt x="1334"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1" name="Google Shape;24781;p147"/>
            <p:cNvSpPr/>
            <p:nvPr/>
          </p:nvSpPr>
          <p:spPr>
            <a:xfrm>
              <a:off x="5570993" y="2653806"/>
              <a:ext cx="96321" cy="96353"/>
            </a:xfrm>
            <a:custGeom>
              <a:avLst/>
              <a:gdLst/>
              <a:ahLst/>
              <a:cxnLst/>
              <a:rect l="l" t="t" r="r" b="b"/>
              <a:pathLst>
                <a:path w="2977" h="2978" extrusionOk="0">
                  <a:moveTo>
                    <a:pt x="1501" y="1"/>
                  </a:moveTo>
                  <a:cubicBezTo>
                    <a:pt x="1381" y="1"/>
                    <a:pt x="1286" y="72"/>
                    <a:pt x="1239" y="191"/>
                  </a:cubicBezTo>
                  <a:lnTo>
                    <a:pt x="0" y="2478"/>
                  </a:lnTo>
                  <a:lnTo>
                    <a:pt x="429" y="2573"/>
                  </a:lnTo>
                  <a:cubicBezTo>
                    <a:pt x="548" y="2597"/>
                    <a:pt x="596" y="2620"/>
                    <a:pt x="715" y="2716"/>
                  </a:cubicBezTo>
                  <a:cubicBezTo>
                    <a:pt x="905" y="2835"/>
                    <a:pt x="1096" y="2978"/>
                    <a:pt x="1501" y="2978"/>
                  </a:cubicBezTo>
                  <a:cubicBezTo>
                    <a:pt x="1882" y="2978"/>
                    <a:pt x="2120" y="2835"/>
                    <a:pt x="2263" y="2716"/>
                  </a:cubicBezTo>
                  <a:cubicBezTo>
                    <a:pt x="2358" y="2644"/>
                    <a:pt x="2453" y="2597"/>
                    <a:pt x="2572" y="2573"/>
                  </a:cubicBezTo>
                  <a:lnTo>
                    <a:pt x="2977" y="2478"/>
                  </a:lnTo>
                  <a:lnTo>
                    <a:pt x="1762" y="191"/>
                  </a:lnTo>
                  <a:cubicBezTo>
                    <a:pt x="1691" y="96"/>
                    <a:pt x="1620" y="1"/>
                    <a:pt x="1501"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2" name="Google Shape;24782;p147"/>
            <p:cNvSpPr/>
            <p:nvPr/>
          </p:nvSpPr>
          <p:spPr>
            <a:xfrm>
              <a:off x="5619525" y="2653062"/>
              <a:ext cx="47788" cy="94574"/>
            </a:xfrm>
            <a:custGeom>
              <a:avLst/>
              <a:gdLst/>
              <a:ahLst/>
              <a:cxnLst/>
              <a:rect l="l" t="t" r="r" b="b"/>
              <a:pathLst>
                <a:path w="1477" h="2923" extrusionOk="0">
                  <a:moveTo>
                    <a:pt x="1" y="0"/>
                  </a:moveTo>
                  <a:lnTo>
                    <a:pt x="1" y="2905"/>
                  </a:lnTo>
                  <a:cubicBezTo>
                    <a:pt x="65" y="2917"/>
                    <a:pt x="125" y="2923"/>
                    <a:pt x="181" y="2923"/>
                  </a:cubicBezTo>
                  <a:cubicBezTo>
                    <a:pt x="459" y="2923"/>
                    <a:pt x="644" y="2794"/>
                    <a:pt x="763" y="2715"/>
                  </a:cubicBezTo>
                  <a:cubicBezTo>
                    <a:pt x="858" y="2643"/>
                    <a:pt x="953" y="2596"/>
                    <a:pt x="1072" y="2548"/>
                  </a:cubicBezTo>
                  <a:lnTo>
                    <a:pt x="1477" y="2477"/>
                  </a:lnTo>
                  <a:lnTo>
                    <a:pt x="262" y="167"/>
                  </a:lnTo>
                  <a:cubicBezTo>
                    <a:pt x="191" y="95"/>
                    <a:pt x="120" y="0"/>
                    <a:pt x="1"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3" name="Google Shape;24783;p147"/>
            <p:cNvSpPr/>
            <p:nvPr/>
          </p:nvSpPr>
          <p:spPr>
            <a:xfrm>
              <a:off x="5609495" y="2695414"/>
              <a:ext cx="260490" cy="142588"/>
            </a:xfrm>
            <a:custGeom>
              <a:avLst/>
              <a:gdLst/>
              <a:ahLst/>
              <a:cxnLst/>
              <a:rect l="l" t="t" r="r" b="b"/>
              <a:pathLst>
                <a:path w="8051" h="4407" extrusionOk="0">
                  <a:moveTo>
                    <a:pt x="2692" y="1"/>
                  </a:moveTo>
                  <a:lnTo>
                    <a:pt x="2168" y="287"/>
                  </a:lnTo>
                  <a:lnTo>
                    <a:pt x="1" y="4407"/>
                  </a:lnTo>
                  <a:lnTo>
                    <a:pt x="7622" y="4407"/>
                  </a:lnTo>
                  <a:cubicBezTo>
                    <a:pt x="7907" y="4407"/>
                    <a:pt x="8050" y="4145"/>
                    <a:pt x="7931" y="3930"/>
                  </a:cubicBezTo>
                  <a:lnTo>
                    <a:pt x="6002" y="287"/>
                  </a:lnTo>
                  <a:lnTo>
                    <a:pt x="5478" y="1"/>
                  </a:lnTo>
                  <a:cubicBezTo>
                    <a:pt x="5240" y="1"/>
                    <a:pt x="5121" y="96"/>
                    <a:pt x="4978" y="168"/>
                  </a:cubicBezTo>
                  <a:cubicBezTo>
                    <a:pt x="4764" y="287"/>
                    <a:pt x="4526" y="406"/>
                    <a:pt x="4073" y="406"/>
                  </a:cubicBezTo>
                  <a:cubicBezTo>
                    <a:pt x="3645" y="406"/>
                    <a:pt x="3406" y="263"/>
                    <a:pt x="3192" y="168"/>
                  </a:cubicBezTo>
                  <a:cubicBezTo>
                    <a:pt x="3049" y="96"/>
                    <a:pt x="2930" y="25"/>
                    <a:pt x="2692" y="1"/>
                  </a:cubicBez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4" name="Google Shape;24784;p147"/>
            <p:cNvSpPr/>
            <p:nvPr/>
          </p:nvSpPr>
          <p:spPr>
            <a:xfrm>
              <a:off x="5740499" y="2696190"/>
              <a:ext cx="128708" cy="141812"/>
            </a:xfrm>
            <a:custGeom>
              <a:avLst/>
              <a:gdLst/>
              <a:ahLst/>
              <a:cxnLst/>
              <a:rect l="l" t="t" r="r" b="b"/>
              <a:pathLst>
                <a:path w="3978" h="4383" extrusionOk="0">
                  <a:moveTo>
                    <a:pt x="1405" y="1"/>
                  </a:moveTo>
                  <a:cubicBezTo>
                    <a:pt x="1167" y="1"/>
                    <a:pt x="1048" y="96"/>
                    <a:pt x="905" y="191"/>
                  </a:cubicBezTo>
                  <a:cubicBezTo>
                    <a:pt x="691" y="310"/>
                    <a:pt x="453" y="429"/>
                    <a:pt x="0" y="429"/>
                  </a:cubicBezTo>
                  <a:lnTo>
                    <a:pt x="0" y="4383"/>
                  </a:lnTo>
                  <a:lnTo>
                    <a:pt x="3573" y="4383"/>
                  </a:lnTo>
                  <a:cubicBezTo>
                    <a:pt x="3811" y="4383"/>
                    <a:pt x="3977" y="4144"/>
                    <a:pt x="3858" y="3930"/>
                  </a:cubicBezTo>
                  <a:lnTo>
                    <a:pt x="1906" y="310"/>
                  </a:lnTo>
                  <a:lnTo>
                    <a:pt x="1405" y="1"/>
                  </a:lnTo>
                  <a:close/>
                </a:path>
              </a:pathLst>
            </a:custGeom>
            <a:solidFill>
              <a:srgbClr val="94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5" name="Google Shape;24785;p147"/>
            <p:cNvSpPr/>
            <p:nvPr/>
          </p:nvSpPr>
          <p:spPr>
            <a:xfrm>
              <a:off x="5680384" y="2599321"/>
              <a:ext cx="124081" cy="119261"/>
            </a:xfrm>
            <a:custGeom>
              <a:avLst/>
              <a:gdLst/>
              <a:ahLst/>
              <a:cxnLst/>
              <a:rect l="l" t="t" r="r" b="b"/>
              <a:pathLst>
                <a:path w="3835" h="3686" extrusionOk="0">
                  <a:moveTo>
                    <a:pt x="1906" y="0"/>
                  </a:moveTo>
                  <a:cubicBezTo>
                    <a:pt x="1793" y="0"/>
                    <a:pt x="1680" y="54"/>
                    <a:pt x="1620" y="161"/>
                  </a:cubicBezTo>
                  <a:lnTo>
                    <a:pt x="1" y="3233"/>
                  </a:lnTo>
                  <a:lnTo>
                    <a:pt x="501" y="3257"/>
                  </a:lnTo>
                  <a:cubicBezTo>
                    <a:pt x="739" y="3280"/>
                    <a:pt x="858" y="3352"/>
                    <a:pt x="1025" y="3447"/>
                  </a:cubicBezTo>
                  <a:cubicBezTo>
                    <a:pt x="1239" y="3566"/>
                    <a:pt x="1477" y="3685"/>
                    <a:pt x="1930" y="3685"/>
                  </a:cubicBezTo>
                  <a:cubicBezTo>
                    <a:pt x="2382" y="3685"/>
                    <a:pt x="2597" y="3542"/>
                    <a:pt x="2811" y="3447"/>
                  </a:cubicBezTo>
                  <a:cubicBezTo>
                    <a:pt x="2978" y="3352"/>
                    <a:pt x="3073" y="3280"/>
                    <a:pt x="3335" y="3257"/>
                  </a:cubicBezTo>
                  <a:lnTo>
                    <a:pt x="3835" y="3233"/>
                  </a:lnTo>
                  <a:lnTo>
                    <a:pt x="2192" y="161"/>
                  </a:lnTo>
                  <a:cubicBezTo>
                    <a:pt x="2132" y="54"/>
                    <a:pt x="2019" y="0"/>
                    <a:pt x="1906"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6" name="Google Shape;24786;p147"/>
            <p:cNvSpPr/>
            <p:nvPr/>
          </p:nvSpPr>
          <p:spPr>
            <a:xfrm>
              <a:off x="5742052" y="2599127"/>
              <a:ext cx="61669" cy="118516"/>
            </a:xfrm>
            <a:custGeom>
              <a:avLst/>
              <a:gdLst/>
              <a:ahLst/>
              <a:cxnLst/>
              <a:rect l="l" t="t" r="r" b="b"/>
              <a:pathLst>
                <a:path w="1906" h="3663" extrusionOk="0">
                  <a:moveTo>
                    <a:pt x="0" y="0"/>
                  </a:moveTo>
                  <a:lnTo>
                    <a:pt x="0" y="3644"/>
                  </a:lnTo>
                  <a:cubicBezTo>
                    <a:pt x="80" y="3657"/>
                    <a:pt x="153" y="3663"/>
                    <a:pt x="220" y="3663"/>
                  </a:cubicBezTo>
                  <a:cubicBezTo>
                    <a:pt x="516" y="3663"/>
                    <a:pt x="707" y="3550"/>
                    <a:pt x="881" y="3453"/>
                  </a:cubicBezTo>
                  <a:cubicBezTo>
                    <a:pt x="1024" y="3358"/>
                    <a:pt x="1143" y="3286"/>
                    <a:pt x="1381" y="3263"/>
                  </a:cubicBezTo>
                  <a:lnTo>
                    <a:pt x="1905" y="3239"/>
                  </a:lnTo>
                  <a:lnTo>
                    <a:pt x="262" y="167"/>
                  </a:lnTo>
                  <a:cubicBezTo>
                    <a:pt x="191" y="48"/>
                    <a:pt x="71" y="0"/>
                    <a:pt x="0"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87" name="Google Shape;24787;p147"/>
          <p:cNvGrpSpPr/>
          <p:nvPr/>
        </p:nvGrpSpPr>
        <p:grpSpPr>
          <a:xfrm>
            <a:off x="4767337" y="2337304"/>
            <a:ext cx="346778" cy="348297"/>
            <a:chOff x="4767337" y="2489704"/>
            <a:chExt cx="346778" cy="348297"/>
          </a:xfrm>
        </p:grpSpPr>
        <p:sp>
          <p:nvSpPr>
            <p:cNvPr id="24788" name="Google Shape;24788;p147"/>
            <p:cNvSpPr/>
            <p:nvPr/>
          </p:nvSpPr>
          <p:spPr>
            <a:xfrm>
              <a:off x="5051669" y="2489704"/>
              <a:ext cx="62445" cy="21613"/>
            </a:xfrm>
            <a:custGeom>
              <a:avLst/>
              <a:gdLst/>
              <a:ahLst/>
              <a:cxnLst/>
              <a:rect l="l" t="t" r="r" b="b"/>
              <a:pathLst>
                <a:path w="1930" h="668" extrusionOk="0">
                  <a:moveTo>
                    <a:pt x="334" y="0"/>
                  </a:moveTo>
                  <a:cubicBezTo>
                    <a:pt x="167" y="0"/>
                    <a:pt x="0" y="167"/>
                    <a:pt x="0" y="334"/>
                  </a:cubicBezTo>
                  <a:cubicBezTo>
                    <a:pt x="0" y="524"/>
                    <a:pt x="167" y="667"/>
                    <a:pt x="334" y="667"/>
                  </a:cubicBezTo>
                  <a:lnTo>
                    <a:pt x="1596" y="667"/>
                  </a:lnTo>
                  <a:cubicBezTo>
                    <a:pt x="1763" y="667"/>
                    <a:pt x="1929" y="548"/>
                    <a:pt x="1929" y="334"/>
                  </a:cubicBezTo>
                  <a:cubicBezTo>
                    <a:pt x="1929" y="167"/>
                    <a:pt x="1763" y="0"/>
                    <a:pt x="1596"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9" name="Google Shape;24789;p147"/>
            <p:cNvSpPr/>
            <p:nvPr/>
          </p:nvSpPr>
          <p:spPr>
            <a:xfrm>
              <a:off x="4767337" y="2776332"/>
              <a:ext cx="47821" cy="20837"/>
            </a:xfrm>
            <a:custGeom>
              <a:avLst/>
              <a:gdLst/>
              <a:ahLst/>
              <a:cxnLst/>
              <a:rect l="l" t="t" r="r" b="b"/>
              <a:pathLst>
                <a:path w="1478" h="644" extrusionOk="0">
                  <a:moveTo>
                    <a:pt x="310" y="0"/>
                  </a:moveTo>
                  <a:cubicBezTo>
                    <a:pt x="144" y="0"/>
                    <a:pt x="1" y="143"/>
                    <a:pt x="1" y="310"/>
                  </a:cubicBezTo>
                  <a:cubicBezTo>
                    <a:pt x="1" y="500"/>
                    <a:pt x="144" y="643"/>
                    <a:pt x="310" y="643"/>
                  </a:cubicBezTo>
                  <a:lnTo>
                    <a:pt x="1144" y="643"/>
                  </a:lnTo>
                  <a:cubicBezTo>
                    <a:pt x="1334" y="643"/>
                    <a:pt x="1477" y="500"/>
                    <a:pt x="1477" y="310"/>
                  </a:cubicBezTo>
                  <a:cubicBezTo>
                    <a:pt x="1477" y="143"/>
                    <a:pt x="1334" y="0"/>
                    <a:pt x="1144"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0" name="Google Shape;24790;p147"/>
            <p:cNvSpPr/>
            <p:nvPr/>
          </p:nvSpPr>
          <p:spPr>
            <a:xfrm>
              <a:off x="4768114" y="2491257"/>
              <a:ext cx="142588" cy="142556"/>
            </a:xfrm>
            <a:custGeom>
              <a:avLst/>
              <a:gdLst/>
              <a:ahLst/>
              <a:cxnLst/>
              <a:rect l="l" t="t" r="r" b="b"/>
              <a:pathLst>
                <a:path w="4407" h="4406" extrusionOk="0">
                  <a:moveTo>
                    <a:pt x="4073" y="0"/>
                  </a:moveTo>
                  <a:cubicBezTo>
                    <a:pt x="1810" y="0"/>
                    <a:pt x="1" y="1834"/>
                    <a:pt x="1" y="4072"/>
                  </a:cubicBezTo>
                  <a:cubicBezTo>
                    <a:pt x="1" y="4239"/>
                    <a:pt x="143" y="4406"/>
                    <a:pt x="310" y="4406"/>
                  </a:cubicBezTo>
                  <a:lnTo>
                    <a:pt x="4073" y="4406"/>
                  </a:lnTo>
                  <a:cubicBezTo>
                    <a:pt x="4263" y="4406"/>
                    <a:pt x="4406" y="4287"/>
                    <a:pt x="4406" y="4072"/>
                  </a:cubicBezTo>
                  <a:lnTo>
                    <a:pt x="4406" y="333"/>
                  </a:lnTo>
                  <a:cubicBezTo>
                    <a:pt x="4406" y="143"/>
                    <a:pt x="4263" y="0"/>
                    <a:pt x="4073"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1" name="Google Shape;24791;p147"/>
            <p:cNvSpPr/>
            <p:nvPr/>
          </p:nvSpPr>
          <p:spPr>
            <a:xfrm>
              <a:off x="4768114" y="2586800"/>
              <a:ext cx="142588" cy="47788"/>
            </a:xfrm>
            <a:custGeom>
              <a:avLst/>
              <a:gdLst/>
              <a:ahLst/>
              <a:cxnLst/>
              <a:rect l="l" t="t" r="r" b="b"/>
              <a:pathLst>
                <a:path w="4407" h="1477" extrusionOk="0">
                  <a:moveTo>
                    <a:pt x="167" y="0"/>
                  </a:moveTo>
                  <a:cubicBezTo>
                    <a:pt x="48" y="381"/>
                    <a:pt x="1" y="738"/>
                    <a:pt x="1" y="1143"/>
                  </a:cubicBezTo>
                  <a:cubicBezTo>
                    <a:pt x="1" y="1334"/>
                    <a:pt x="143" y="1477"/>
                    <a:pt x="334" y="1477"/>
                  </a:cubicBezTo>
                  <a:lnTo>
                    <a:pt x="4073" y="1477"/>
                  </a:lnTo>
                  <a:cubicBezTo>
                    <a:pt x="4263" y="1477"/>
                    <a:pt x="4406" y="1334"/>
                    <a:pt x="4406" y="1143"/>
                  </a:cubicBezTo>
                  <a:lnTo>
                    <a:pt x="4406" y="0"/>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2" name="Google Shape;24792;p147"/>
            <p:cNvSpPr/>
            <p:nvPr/>
          </p:nvSpPr>
          <p:spPr>
            <a:xfrm>
              <a:off x="4773517" y="2539012"/>
              <a:ext cx="137185" cy="47821"/>
            </a:xfrm>
            <a:custGeom>
              <a:avLst/>
              <a:gdLst/>
              <a:ahLst/>
              <a:cxnLst/>
              <a:rect l="l" t="t" r="r" b="b"/>
              <a:pathLst>
                <a:path w="4240" h="1478" extrusionOk="0">
                  <a:moveTo>
                    <a:pt x="786" y="1"/>
                  </a:moveTo>
                  <a:cubicBezTo>
                    <a:pt x="429" y="429"/>
                    <a:pt x="143" y="929"/>
                    <a:pt x="0" y="1477"/>
                  </a:cubicBezTo>
                  <a:lnTo>
                    <a:pt x="4239" y="1477"/>
                  </a:lnTo>
                  <a:lnTo>
                    <a:pt x="423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3" name="Google Shape;24793;p147"/>
            <p:cNvSpPr/>
            <p:nvPr/>
          </p:nvSpPr>
          <p:spPr>
            <a:xfrm>
              <a:off x="4808169" y="2531312"/>
              <a:ext cx="265117" cy="265085"/>
            </a:xfrm>
            <a:custGeom>
              <a:avLst/>
              <a:gdLst/>
              <a:ahLst/>
              <a:cxnLst/>
              <a:rect l="l" t="t" r="r" b="b"/>
              <a:pathLst>
                <a:path w="8194" h="8193" extrusionOk="0">
                  <a:moveTo>
                    <a:pt x="4121" y="0"/>
                  </a:moveTo>
                  <a:cubicBezTo>
                    <a:pt x="3930" y="0"/>
                    <a:pt x="3787" y="143"/>
                    <a:pt x="3787" y="334"/>
                  </a:cubicBezTo>
                  <a:lnTo>
                    <a:pt x="3787" y="3787"/>
                  </a:lnTo>
                  <a:lnTo>
                    <a:pt x="334" y="3787"/>
                  </a:lnTo>
                  <a:cubicBezTo>
                    <a:pt x="168" y="3787"/>
                    <a:pt x="1" y="3930"/>
                    <a:pt x="1" y="4120"/>
                  </a:cubicBezTo>
                  <a:cubicBezTo>
                    <a:pt x="1" y="6383"/>
                    <a:pt x="1858" y="8193"/>
                    <a:pt x="4097" y="8193"/>
                  </a:cubicBezTo>
                  <a:cubicBezTo>
                    <a:pt x="6359" y="8193"/>
                    <a:pt x="8169" y="6383"/>
                    <a:pt x="8193" y="4073"/>
                  </a:cubicBezTo>
                  <a:cubicBezTo>
                    <a:pt x="8193" y="1810"/>
                    <a:pt x="6359" y="0"/>
                    <a:pt x="4121" y="0"/>
                  </a:cubicBezTo>
                  <a:close/>
                </a:path>
              </a:pathLst>
            </a:custGeom>
            <a:solidFill>
              <a:srgbClr val="F8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4" name="Google Shape;24794;p147"/>
            <p:cNvSpPr/>
            <p:nvPr/>
          </p:nvSpPr>
          <p:spPr>
            <a:xfrm>
              <a:off x="4939949" y="2532865"/>
              <a:ext cx="132558" cy="263531"/>
            </a:xfrm>
            <a:custGeom>
              <a:avLst/>
              <a:gdLst/>
              <a:ahLst/>
              <a:cxnLst/>
              <a:rect l="l" t="t" r="r" b="b"/>
              <a:pathLst>
                <a:path w="4097" h="8145" extrusionOk="0">
                  <a:moveTo>
                    <a:pt x="0" y="0"/>
                  </a:moveTo>
                  <a:lnTo>
                    <a:pt x="0" y="8145"/>
                  </a:lnTo>
                  <a:cubicBezTo>
                    <a:pt x="2286" y="8145"/>
                    <a:pt x="4096" y="6335"/>
                    <a:pt x="4096" y="4072"/>
                  </a:cubicBezTo>
                  <a:cubicBezTo>
                    <a:pt x="4096" y="1834"/>
                    <a:pt x="2263" y="0"/>
                    <a:pt x="0"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5" name="Google Shape;24795;p147"/>
            <p:cNvSpPr/>
            <p:nvPr/>
          </p:nvSpPr>
          <p:spPr>
            <a:xfrm>
              <a:off x="5015432" y="2531312"/>
              <a:ext cx="98683" cy="57042"/>
            </a:xfrm>
            <a:custGeom>
              <a:avLst/>
              <a:gdLst/>
              <a:ahLst/>
              <a:cxnLst/>
              <a:rect l="l" t="t" r="r" b="b"/>
              <a:pathLst>
                <a:path w="3050" h="1763" extrusionOk="0">
                  <a:moveTo>
                    <a:pt x="1454" y="0"/>
                  </a:moveTo>
                  <a:cubicBezTo>
                    <a:pt x="1406" y="0"/>
                    <a:pt x="1311" y="24"/>
                    <a:pt x="1239" y="96"/>
                  </a:cubicBezTo>
                  <a:lnTo>
                    <a:pt x="120" y="1215"/>
                  </a:lnTo>
                  <a:cubicBezTo>
                    <a:pt x="1" y="1334"/>
                    <a:pt x="1" y="1548"/>
                    <a:pt x="120" y="1667"/>
                  </a:cubicBezTo>
                  <a:cubicBezTo>
                    <a:pt x="191" y="1739"/>
                    <a:pt x="239" y="1763"/>
                    <a:pt x="334" y="1763"/>
                  </a:cubicBezTo>
                  <a:cubicBezTo>
                    <a:pt x="406" y="1763"/>
                    <a:pt x="501" y="1739"/>
                    <a:pt x="549" y="1715"/>
                  </a:cubicBezTo>
                  <a:lnTo>
                    <a:pt x="1573" y="667"/>
                  </a:lnTo>
                  <a:lnTo>
                    <a:pt x="2716" y="667"/>
                  </a:lnTo>
                  <a:cubicBezTo>
                    <a:pt x="2883" y="667"/>
                    <a:pt x="3049" y="524"/>
                    <a:pt x="3049" y="334"/>
                  </a:cubicBezTo>
                  <a:cubicBezTo>
                    <a:pt x="3049" y="143"/>
                    <a:pt x="2883" y="0"/>
                    <a:pt x="2716"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6" name="Google Shape;24796;p147"/>
            <p:cNvSpPr/>
            <p:nvPr/>
          </p:nvSpPr>
          <p:spPr>
            <a:xfrm>
              <a:off x="4767337" y="2758019"/>
              <a:ext cx="121008" cy="79982"/>
            </a:xfrm>
            <a:custGeom>
              <a:avLst/>
              <a:gdLst/>
              <a:ahLst/>
              <a:cxnLst/>
              <a:rect l="l" t="t" r="r" b="b"/>
              <a:pathLst>
                <a:path w="3740" h="2472" extrusionOk="0">
                  <a:moveTo>
                    <a:pt x="3394" y="1"/>
                  </a:moveTo>
                  <a:cubicBezTo>
                    <a:pt x="3311" y="1"/>
                    <a:pt x="3228" y="31"/>
                    <a:pt x="3168" y="90"/>
                  </a:cubicBezTo>
                  <a:lnTo>
                    <a:pt x="1453" y="1805"/>
                  </a:lnTo>
                  <a:lnTo>
                    <a:pt x="310" y="1805"/>
                  </a:lnTo>
                  <a:cubicBezTo>
                    <a:pt x="144" y="1805"/>
                    <a:pt x="1" y="1948"/>
                    <a:pt x="1" y="2138"/>
                  </a:cubicBezTo>
                  <a:cubicBezTo>
                    <a:pt x="1" y="2329"/>
                    <a:pt x="144" y="2472"/>
                    <a:pt x="310" y="2472"/>
                  </a:cubicBezTo>
                  <a:lnTo>
                    <a:pt x="1572" y="2472"/>
                  </a:lnTo>
                  <a:cubicBezTo>
                    <a:pt x="1668" y="2472"/>
                    <a:pt x="1715" y="2448"/>
                    <a:pt x="1811" y="2352"/>
                  </a:cubicBezTo>
                  <a:lnTo>
                    <a:pt x="3620" y="519"/>
                  </a:lnTo>
                  <a:cubicBezTo>
                    <a:pt x="3740" y="424"/>
                    <a:pt x="3740" y="209"/>
                    <a:pt x="3620" y="90"/>
                  </a:cubicBezTo>
                  <a:cubicBezTo>
                    <a:pt x="3561" y="31"/>
                    <a:pt x="3478" y="1"/>
                    <a:pt x="3394"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97" name="Google Shape;24797;p147"/>
          <p:cNvGrpSpPr/>
          <p:nvPr/>
        </p:nvGrpSpPr>
        <p:grpSpPr>
          <a:xfrm>
            <a:off x="4018425" y="2337304"/>
            <a:ext cx="349043" cy="348297"/>
            <a:chOff x="4018425" y="2489704"/>
            <a:chExt cx="349043" cy="348297"/>
          </a:xfrm>
        </p:grpSpPr>
        <p:sp>
          <p:nvSpPr>
            <p:cNvPr id="24798" name="Google Shape;24798;p147"/>
            <p:cNvSpPr/>
            <p:nvPr/>
          </p:nvSpPr>
          <p:spPr>
            <a:xfrm>
              <a:off x="4019169" y="2560593"/>
              <a:ext cx="347557" cy="208852"/>
            </a:xfrm>
            <a:custGeom>
              <a:avLst/>
              <a:gdLst/>
              <a:ahLst/>
              <a:cxnLst/>
              <a:rect l="l" t="t" r="r" b="b"/>
              <a:pathLst>
                <a:path w="10742" h="6455" extrusionOk="0">
                  <a:moveTo>
                    <a:pt x="5383" y="0"/>
                  </a:moveTo>
                  <a:cubicBezTo>
                    <a:pt x="4692" y="0"/>
                    <a:pt x="4002" y="143"/>
                    <a:pt x="3287" y="477"/>
                  </a:cubicBezTo>
                  <a:cubicBezTo>
                    <a:pt x="2716" y="715"/>
                    <a:pt x="2168" y="1072"/>
                    <a:pt x="1620" y="1501"/>
                  </a:cubicBezTo>
                  <a:cubicBezTo>
                    <a:pt x="691" y="2263"/>
                    <a:pt x="144" y="3001"/>
                    <a:pt x="96" y="3025"/>
                  </a:cubicBezTo>
                  <a:cubicBezTo>
                    <a:pt x="1" y="3144"/>
                    <a:pt x="1" y="3287"/>
                    <a:pt x="96" y="3406"/>
                  </a:cubicBezTo>
                  <a:cubicBezTo>
                    <a:pt x="96" y="3453"/>
                    <a:pt x="691" y="4192"/>
                    <a:pt x="1620" y="4930"/>
                  </a:cubicBezTo>
                  <a:cubicBezTo>
                    <a:pt x="2168" y="5382"/>
                    <a:pt x="2716" y="5716"/>
                    <a:pt x="3287" y="5978"/>
                  </a:cubicBezTo>
                  <a:cubicBezTo>
                    <a:pt x="4002" y="6311"/>
                    <a:pt x="4692" y="6454"/>
                    <a:pt x="5383" y="6454"/>
                  </a:cubicBezTo>
                  <a:cubicBezTo>
                    <a:pt x="6050" y="6454"/>
                    <a:pt x="6740" y="6264"/>
                    <a:pt x="7455" y="5978"/>
                  </a:cubicBezTo>
                  <a:cubicBezTo>
                    <a:pt x="8026" y="5740"/>
                    <a:pt x="8598" y="5382"/>
                    <a:pt x="9122" y="4930"/>
                  </a:cubicBezTo>
                  <a:cubicBezTo>
                    <a:pt x="10051" y="4192"/>
                    <a:pt x="10622" y="3453"/>
                    <a:pt x="10646" y="3406"/>
                  </a:cubicBezTo>
                  <a:cubicBezTo>
                    <a:pt x="10741" y="3287"/>
                    <a:pt x="10741" y="3144"/>
                    <a:pt x="10646" y="3025"/>
                  </a:cubicBezTo>
                  <a:cubicBezTo>
                    <a:pt x="10646" y="3001"/>
                    <a:pt x="10051" y="2263"/>
                    <a:pt x="9122" y="1501"/>
                  </a:cubicBezTo>
                  <a:cubicBezTo>
                    <a:pt x="8598" y="1072"/>
                    <a:pt x="8026" y="739"/>
                    <a:pt x="7455" y="477"/>
                  </a:cubicBezTo>
                  <a:cubicBezTo>
                    <a:pt x="6740" y="143"/>
                    <a:pt x="6050" y="0"/>
                    <a:pt x="538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9" name="Google Shape;24799;p147"/>
            <p:cNvSpPr/>
            <p:nvPr/>
          </p:nvSpPr>
          <p:spPr>
            <a:xfrm>
              <a:off x="4193302" y="2560593"/>
              <a:ext cx="173423" cy="208852"/>
            </a:xfrm>
            <a:custGeom>
              <a:avLst/>
              <a:gdLst/>
              <a:ahLst/>
              <a:cxnLst/>
              <a:rect l="l" t="t" r="r" b="b"/>
              <a:pathLst>
                <a:path w="5360" h="6455" extrusionOk="0">
                  <a:moveTo>
                    <a:pt x="1" y="0"/>
                  </a:moveTo>
                  <a:lnTo>
                    <a:pt x="1" y="6454"/>
                  </a:lnTo>
                  <a:cubicBezTo>
                    <a:pt x="668" y="6454"/>
                    <a:pt x="1358" y="6264"/>
                    <a:pt x="2073" y="5978"/>
                  </a:cubicBezTo>
                  <a:cubicBezTo>
                    <a:pt x="2644" y="5716"/>
                    <a:pt x="3216" y="5382"/>
                    <a:pt x="3740" y="4930"/>
                  </a:cubicBezTo>
                  <a:cubicBezTo>
                    <a:pt x="4669" y="4192"/>
                    <a:pt x="5264" y="3453"/>
                    <a:pt x="5264" y="3406"/>
                  </a:cubicBezTo>
                  <a:cubicBezTo>
                    <a:pt x="5359" y="3287"/>
                    <a:pt x="5359" y="3144"/>
                    <a:pt x="5264" y="3025"/>
                  </a:cubicBezTo>
                  <a:cubicBezTo>
                    <a:pt x="5240" y="3001"/>
                    <a:pt x="4669" y="2263"/>
                    <a:pt x="3740" y="1501"/>
                  </a:cubicBezTo>
                  <a:cubicBezTo>
                    <a:pt x="3216" y="1072"/>
                    <a:pt x="2644" y="715"/>
                    <a:pt x="2073" y="477"/>
                  </a:cubicBezTo>
                  <a:cubicBezTo>
                    <a:pt x="1358" y="143"/>
                    <a:pt x="668" y="0"/>
                    <a:pt x="1"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0" name="Google Shape;24800;p147"/>
            <p:cNvSpPr/>
            <p:nvPr/>
          </p:nvSpPr>
          <p:spPr>
            <a:xfrm>
              <a:off x="4087761" y="2559816"/>
              <a:ext cx="210372" cy="209628"/>
            </a:xfrm>
            <a:custGeom>
              <a:avLst/>
              <a:gdLst/>
              <a:ahLst/>
              <a:cxnLst/>
              <a:rect l="l" t="t" r="r" b="b"/>
              <a:pathLst>
                <a:path w="6502" h="6479" extrusionOk="0">
                  <a:moveTo>
                    <a:pt x="3263" y="1"/>
                  </a:moveTo>
                  <a:cubicBezTo>
                    <a:pt x="1477" y="1"/>
                    <a:pt x="0" y="1453"/>
                    <a:pt x="0" y="3239"/>
                  </a:cubicBezTo>
                  <a:cubicBezTo>
                    <a:pt x="0" y="5025"/>
                    <a:pt x="1477" y="6478"/>
                    <a:pt x="3263" y="6478"/>
                  </a:cubicBezTo>
                  <a:cubicBezTo>
                    <a:pt x="5049" y="6478"/>
                    <a:pt x="6502" y="5025"/>
                    <a:pt x="6502" y="3239"/>
                  </a:cubicBezTo>
                  <a:cubicBezTo>
                    <a:pt x="6502" y="1453"/>
                    <a:pt x="5049" y="1"/>
                    <a:pt x="3263"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1" name="Google Shape;24801;p147"/>
            <p:cNvSpPr/>
            <p:nvPr/>
          </p:nvSpPr>
          <p:spPr>
            <a:xfrm>
              <a:off x="4193302" y="2559816"/>
              <a:ext cx="104830" cy="209628"/>
            </a:xfrm>
            <a:custGeom>
              <a:avLst/>
              <a:gdLst/>
              <a:ahLst/>
              <a:cxnLst/>
              <a:rect l="l" t="t" r="r" b="b"/>
              <a:pathLst>
                <a:path w="3240" h="6479" extrusionOk="0">
                  <a:moveTo>
                    <a:pt x="1" y="1"/>
                  </a:moveTo>
                  <a:lnTo>
                    <a:pt x="1" y="6478"/>
                  </a:lnTo>
                  <a:cubicBezTo>
                    <a:pt x="1787" y="6478"/>
                    <a:pt x="3240" y="5025"/>
                    <a:pt x="3240" y="3239"/>
                  </a:cubicBezTo>
                  <a:cubicBezTo>
                    <a:pt x="3240" y="1453"/>
                    <a:pt x="1787" y="1"/>
                    <a:pt x="1"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2" name="Google Shape;24802;p147"/>
            <p:cNvSpPr/>
            <p:nvPr/>
          </p:nvSpPr>
          <p:spPr>
            <a:xfrm>
              <a:off x="4159426" y="2630705"/>
              <a:ext cx="67040" cy="67848"/>
            </a:xfrm>
            <a:custGeom>
              <a:avLst/>
              <a:gdLst/>
              <a:ahLst/>
              <a:cxnLst/>
              <a:rect l="l" t="t" r="r" b="b"/>
              <a:pathLst>
                <a:path w="2072" h="2097" extrusionOk="0">
                  <a:moveTo>
                    <a:pt x="1048" y="0"/>
                  </a:moveTo>
                  <a:cubicBezTo>
                    <a:pt x="476" y="0"/>
                    <a:pt x="0" y="477"/>
                    <a:pt x="0" y="1048"/>
                  </a:cubicBezTo>
                  <a:cubicBezTo>
                    <a:pt x="0" y="1620"/>
                    <a:pt x="476" y="2096"/>
                    <a:pt x="1048" y="2096"/>
                  </a:cubicBezTo>
                  <a:cubicBezTo>
                    <a:pt x="1596" y="2096"/>
                    <a:pt x="2072" y="1620"/>
                    <a:pt x="2072" y="1048"/>
                  </a:cubicBezTo>
                  <a:cubicBezTo>
                    <a:pt x="2072" y="477"/>
                    <a:pt x="1596" y="0"/>
                    <a:pt x="104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3" name="Google Shape;24803;p147"/>
            <p:cNvSpPr/>
            <p:nvPr/>
          </p:nvSpPr>
          <p:spPr>
            <a:xfrm>
              <a:off x="4193302" y="2630705"/>
              <a:ext cx="33164" cy="67848"/>
            </a:xfrm>
            <a:custGeom>
              <a:avLst/>
              <a:gdLst/>
              <a:ahLst/>
              <a:cxnLst/>
              <a:rect l="l" t="t" r="r" b="b"/>
              <a:pathLst>
                <a:path w="1025" h="2097" extrusionOk="0">
                  <a:moveTo>
                    <a:pt x="1" y="0"/>
                  </a:moveTo>
                  <a:lnTo>
                    <a:pt x="1" y="2096"/>
                  </a:lnTo>
                  <a:cubicBezTo>
                    <a:pt x="549" y="2096"/>
                    <a:pt x="1025" y="1620"/>
                    <a:pt x="1025" y="1048"/>
                  </a:cubicBezTo>
                  <a:cubicBezTo>
                    <a:pt x="1025" y="477"/>
                    <a:pt x="549" y="0"/>
                    <a:pt x="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4" name="Google Shape;24804;p147"/>
            <p:cNvSpPr/>
            <p:nvPr/>
          </p:nvSpPr>
          <p:spPr>
            <a:xfrm>
              <a:off x="4018425" y="2491257"/>
              <a:ext cx="88620" cy="88620"/>
            </a:xfrm>
            <a:custGeom>
              <a:avLst/>
              <a:gdLst/>
              <a:ahLst/>
              <a:cxnLst/>
              <a:rect l="l" t="t" r="r" b="b"/>
              <a:pathLst>
                <a:path w="2739" h="2739" extrusionOk="0">
                  <a:moveTo>
                    <a:pt x="333" y="0"/>
                  </a:moveTo>
                  <a:cubicBezTo>
                    <a:pt x="167" y="0"/>
                    <a:pt x="0" y="143"/>
                    <a:pt x="0" y="333"/>
                  </a:cubicBezTo>
                  <a:lnTo>
                    <a:pt x="0" y="2405"/>
                  </a:lnTo>
                  <a:cubicBezTo>
                    <a:pt x="0" y="2596"/>
                    <a:pt x="167" y="2739"/>
                    <a:pt x="333" y="2739"/>
                  </a:cubicBezTo>
                  <a:cubicBezTo>
                    <a:pt x="524" y="2739"/>
                    <a:pt x="667" y="2596"/>
                    <a:pt x="643" y="2429"/>
                  </a:cubicBezTo>
                  <a:lnTo>
                    <a:pt x="643" y="643"/>
                  </a:lnTo>
                  <a:lnTo>
                    <a:pt x="2429" y="643"/>
                  </a:lnTo>
                  <a:cubicBezTo>
                    <a:pt x="2596" y="643"/>
                    <a:pt x="2739" y="500"/>
                    <a:pt x="2739" y="333"/>
                  </a:cubicBezTo>
                  <a:cubicBezTo>
                    <a:pt x="2739" y="143"/>
                    <a:pt x="2596" y="0"/>
                    <a:pt x="2429" y="0"/>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5" name="Google Shape;24805;p147"/>
            <p:cNvSpPr/>
            <p:nvPr/>
          </p:nvSpPr>
          <p:spPr>
            <a:xfrm>
              <a:off x="4276518" y="2489704"/>
              <a:ext cx="88653" cy="90173"/>
            </a:xfrm>
            <a:custGeom>
              <a:avLst/>
              <a:gdLst/>
              <a:ahLst/>
              <a:cxnLst/>
              <a:rect l="l" t="t" r="r" b="b"/>
              <a:pathLst>
                <a:path w="2740" h="2787" extrusionOk="0">
                  <a:moveTo>
                    <a:pt x="334" y="0"/>
                  </a:moveTo>
                  <a:cubicBezTo>
                    <a:pt x="144" y="0"/>
                    <a:pt x="1" y="167"/>
                    <a:pt x="1" y="334"/>
                  </a:cubicBezTo>
                  <a:cubicBezTo>
                    <a:pt x="1" y="524"/>
                    <a:pt x="144" y="667"/>
                    <a:pt x="334" y="667"/>
                  </a:cubicBezTo>
                  <a:lnTo>
                    <a:pt x="2120" y="667"/>
                  </a:lnTo>
                  <a:lnTo>
                    <a:pt x="2120" y="2453"/>
                  </a:lnTo>
                  <a:cubicBezTo>
                    <a:pt x="2120" y="2644"/>
                    <a:pt x="2263" y="2787"/>
                    <a:pt x="2454" y="2787"/>
                  </a:cubicBezTo>
                  <a:cubicBezTo>
                    <a:pt x="2620" y="2787"/>
                    <a:pt x="2740" y="2644"/>
                    <a:pt x="2740" y="2430"/>
                  </a:cubicBezTo>
                  <a:lnTo>
                    <a:pt x="2740" y="334"/>
                  </a:lnTo>
                  <a:cubicBezTo>
                    <a:pt x="2740" y="167"/>
                    <a:pt x="2597" y="0"/>
                    <a:pt x="2406" y="0"/>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6" name="Google Shape;24806;p147"/>
            <p:cNvSpPr/>
            <p:nvPr/>
          </p:nvSpPr>
          <p:spPr>
            <a:xfrm>
              <a:off x="4019946" y="2749348"/>
              <a:ext cx="89429" cy="88653"/>
            </a:xfrm>
            <a:custGeom>
              <a:avLst/>
              <a:gdLst/>
              <a:ahLst/>
              <a:cxnLst/>
              <a:rect l="l" t="t" r="r" b="b"/>
              <a:pathLst>
                <a:path w="2764" h="2740" extrusionOk="0">
                  <a:moveTo>
                    <a:pt x="310" y="1"/>
                  </a:moveTo>
                  <a:cubicBezTo>
                    <a:pt x="144" y="1"/>
                    <a:pt x="1" y="144"/>
                    <a:pt x="1" y="334"/>
                  </a:cubicBezTo>
                  <a:lnTo>
                    <a:pt x="1" y="2406"/>
                  </a:lnTo>
                  <a:cubicBezTo>
                    <a:pt x="1" y="2597"/>
                    <a:pt x="144" y="2740"/>
                    <a:pt x="310" y="2740"/>
                  </a:cubicBezTo>
                  <a:lnTo>
                    <a:pt x="2406" y="2740"/>
                  </a:lnTo>
                  <a:cubicBezTo>
                    <a:pt x="2549" y="2740"/>
                    <a:pt x="2692" y="2597"/>
                    <a:pt x="2763" y="2430"/>
                  </a:cubicBezTo>
                  <a:cubicBezTo>
                    <a:pt x="2763" y="2263"/>
                    <a:pt x="2620" y="2120"/>
                    <a:pt x="2430" y="2120"/>
                  </a:cubicBezTo>
                  <a:lnTo>
                    <a:pt x="644" y="2120"/>
                  </a:lnTo>
                  <a:lnTo>
                    <a:pt x="644" y="334"/>
                  </a:lnTo>
                  <a:cubicBezTo>
                    <a:pt x="644" y="144"/>
                    <a:pt x="501" y="1"/>
                    <a:pt x="310" y="1"/>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7" name="Google Shape;24807;p147"/>
            <p:cNvSpPr/>
            <p:nvPr/>
          </p:nvSpPr>
          <p:spPr>
            <a:xfrm>
              <a:off x="4277294" y="2747828"/>
              <a:ext cx="90173" cy="90173"/>
            </a:xfrm>
            <a:custGeom>
              <a:avLst/>
              <a:gdLst/>
              <a:ahLst/>
              <a:cxnLst/>
              <a:rect l="l" t="t" r="r" b="b"/>
              <a:pathLst>
                <a:path w="2787" h="2787" extrusionOk="0">
                  <a:moveTo>
                    <a:pt x="2454" y="0"/>
                  </a:moveTo>
                  <a:cubicBezTo>
                    <a:pt x="2287" y="0"/>
                    <a:pt x="2120" y="167"/>
                    <a:pt x="2120" y="334"/>
                  </a:cubicBezTo>
                  <a:lnTo>
                    <a:pt x="2120" y="2120"/>
                  </a:lnTo>
                  <a:lnTo>
                    <a:pt x="334" y="2120"/>
                  </a:lnTo>
                  <a:cubicBezTo>
                    <a:pt x="167" y="2120"/>
                    <a:pt x="1" y="2263"/>
                    <a:pt x="1" y="2453"/>
                  </a:cubicBezTo>
                  <a:cubicBezTo>
                    <a:pt x="1" y="2644"/>
                    <a:pt x="167" y="2787"/>
                    <a:pt x="334" y="2787"/>
                  </a:cubicBezTo>
                  <a:lnTo>
                    <a:pt x="2430" y="2787"/>
                  </a:lnTo>
                  <a:cubicBezTo>
                    <a:pt x="2596" y="2787"/>
                    <a:pt x="2716" y="2644"/>
                    <a:pt x="2787" y="2429"/>
                  </a:cubicBezTo>
                  <a:lnTo>
                    <a:pt x="2787" y="334"/>
                  </a:lnTo>
                  <a:cubicBezTo>
                    <a:pt x="2787" y="167"/>
                    <a:pt x="2644" y="0"/>
                    <a:pt x="2454" y="0"/>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08" name="Google Shape;24808;p147"/>
          <p:cNvGrpSpPr/>
          <p:nvPr/>
        </p:nvGrpSpPr>
        <p:grpSpPr>
          <a:xfrm>
            <a:off x="3296432" y="2338857"/>
            <a:ext cx="290516" cy="346748"/>
            <a:chOff x="3296432" y="2491257"/>
            <a:chExt cx="290516" cy="346748"/>
          </a:xfrm>
        </p:grpSpPr>
        <p:sp>
          <p:nvSpPr>
            <p:cNvPr id="24809" name="Google Shape;24809;p147"/>
            <p:cNvSpPr/>
            <p:nvPr/>
          </p:nvSpPr>
          <p:spPr>
            <a:xfrm>
              <a:off x="3296432" y="2531312"/>
              <a:ext cx="290516" cy="306693"/>
            </a:xfrm>
            <a:custGeom>
              <a:avLst/>
              <a:gdLst/>
              <a:ahLst/>
              <a:cxnLst/>
              <a:rect l="l" t="t" r="r" b="b"/>
              <a:pathLst>
                <a:path w="8979" h="9479" extrusionOk="0">
                  <a:moveTo>
                    <a:pt x="334" y="0"/>
                  </a:moveTo>
                  <a:cubicBezTo>
                    <a:pt x="144" y="0"/>
                    <a:pt x="1" y="143"/>
                    <a:pt x="1" y="334"/>
                  </a:cubicBezTo>
                  <a:lnTo>
                    <a:pt x="1" y="9145"/>
                  </a:lnTo>
                  <a:cubicBezTo>
                    <a:pt x="1" y="9336"/>
                    <a:pt x="144" y="9479"/>
                    <a:pt x="334" y="9479"/>
                  </a:cubicBezTo>
                  <a:lnTo>
                    <a:pt x="8669" y="9479"/>
                  </a:lnTo>
                  <a:cubicBezTo>
                    <a:pt x="8836" y="9479"/>
                    <a:pt x="8979" y="9336"/>
                    <a:pt x="8979" y="9145"/>
                  </a:cubicBezTo>
                  <a:lnTo>
                    <a:pt x="8979" y="334"/>
                  </a:lnTo>
                  <a:cubicBezTo>
                    <a:pt x="8979" y="143"/>
                    <a:pt x="8836" y="0"/>
                    <a:pt x="8669"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0" name="Google Shape;24810;p147"/>
            <p:cNvSpPr/>
            <p:nvPr/>
          </p:nvSpPr>
          <p:spPr>
            <a:xfrm>
              <a:off x="3442060" y="2531312"/>
              <a:ext cx="144886" cy="305917"/>
            </a:xfrm>
            <a:custGeom>
              <a:avLst/>
              <a:gdLst/>
              <a:ahLst/>
              <a:cxnLst/>
              <a:rect l="l" t="t" r="r" b="b"/>
              <a:pathLst>
                <a:path w="4478" h="9455" extrusionOk="0">
                  <a:moveTo>
                    <a:pt x="1" y="0"/>
                  </a:moveTo>
                  <a:lnTo>
                    <a:pt x="1" y="9455"/>
                  </a:lnTo>
                  <a:lnTo>
                    <a:pt x="4168" y="9455"/>
                  </a:lnTo>
                  <a:cubicBezTo>
                    <a:pt x="4335" y="9455"/>
                    <a:pt x="4478" y="9288"/>
                    <a:pt x="4478" y="9121"/>
                  </a:cubicBezTo>
                  <a:lnTo>
                    <a:pt x="4478" y="310"/>
                  </a:lnTo>
                  <a:cubicBezTo>
                    <a:pt x="4478" y="167"/>
                    <a:pt x="4335" y="0"/>
                    <a:pt x="4168"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1" name="Google Shape;24811;p147"/>
            <p:cNvSpPr/>
            <p:nvPr/>
          </p:nvSpPr>
          <p:spPr>
            <a:xfrm>
              <a:off x="3389678" y="2612975"/>
              <a:ext cx="102501" cy="224867"/>
            </a:xfrm>
            <a:custGeom>
              <a:avLst/>
              <a:gdLst/>
              <a:ahLst/>
              <a:cxnLst/>
              <a:rect l="l" t="t" r="r" b="b"/>
              <a:pathLst>
                <a:path w="3168" h="6950" extrusionOk="0">
                  <a:moveTo>
                    <a:pt x="1072" y="1"/>
                  </a:moveTo>
                  <a:cubicBezTo>
                    <a:pt x="929" y="1"/>
                    <a:pt x="810" y="120"/>
                    <a:pt x="786" y="287"/>
                  </a:cubicBezTo>
                  <a:lnTo>
                    <a:pt x="24" y="5073"/>
                  </a:lnTo>
                  <a:cubicBezTo>
                    <a:pt x="0" y="5168"/>
                    <a:pt x="24" y="5240"/>
                    <a:pt x="96" y="5311"/>
                  </a:cubicBezTo>
                  <a:lnTo>
                    <a:pt x="1334" y="6835"/>
                  </a:lnTo>
                  <a:cubicBezTo>
                    <a:pt x="1404" y="6905"/>
                    <a:pt x="1499" y="6949"/>
                    <a:pt x="1592" y="6949"/>
                  </a:cubicBezTo>
                  <a:cubicBezTo>
                    <a:pt x="1626" y="6949"/>
                    <a:pt x="1659" y="6943"/>
                    <a:pt x="1691" y="6931"/>
                  </a:cubicBezTo>
                  <a:cubicBezTo>
                    <a:pt x="1763" y="6931"/>
                    <a:pt x="1810" y="6859"/>
                    <a:pt x="1858" y="6835"/>
                  </a:cubicBezTo>
                  <a:lnTo>
                    <a:pt x="3096" y="5311"/>
                  </a:lnTo>
                  <a:cubicBezTo>
                    <a:pt x="3168" y="5240"/>
                    <a:pt x="3168" y="5168"/>
                    <a:pt x="3168" y="5073"/>
                  </a:cubicBezTo>
                  <a:lnTo>
                    <a:pt x="2406" y="287"/>
                  </a:lnTo>
                  <a:cubicBezTo>
                    <a:pt x="2406" y="120"/>
                    <a:pt x="2263" y="1"/>
                    <a:pt x="2120" y="1"/>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2" name="Google Shape;24812;p147"/>
            <p:cNvSpPr/>
            <p:nvPr/>
          </p:nvSpPr>
          <p:spPr>
            <a:xfrm>
              <a:off x="3442060" y="2613751"/>
              <a:ext cx="50894" cy="224253"/>
            </a:xfrm>
            <a:custGeom>
              <a:avLst/>
              <a:gdLst/>
              <a:ahLst/>
              <a:cxnLst/>
              <a:rect l="l" t="t" r="r" b="b"/>
              <a:pathLst>
                <a:path w="1573" h="6931" extrusionOk="0">
                  <a:moveTo>
                    <a:pt x="1" y="1"/>
                  </a:moveTo>
                  <a:lnTo>
                    <a:pt x="1" y="6931"/>
                  </a:lnTo>
                  <a:cubicBezTo>
                    <a:pt x="72" y="6931"/>
                    <a:pt x="167" y="6907"/>
                    <a:pt x="239" y="6811"/>
                  </a:cubicBezTo>
                  <a:lnTo>
                    <a:pt x="1477" y="5287"/>
                  </a:lnTo>
                  <a:cubicBezTo>
                    <a:pt x="1549" y="5240"/>
                    <a:pt x="1573" y="5144"/>
                    <a:pt x="1549" y="5049"/>
                  </a:cubicBezTo>
                  <a:lnTo>
                    <a:pt x="834" y="263"/>
                  </a:lnTo>
                  <a:cubicBezTo>
                    <a:pt x="787" y="120"/>
                    <a:pt x="668" y="1"/>
                    <a:pt x="525"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3" name="Google Shape;24813;p147"/>
            <p:cNvSpPr/>
            <p:nvPr/>
          </p:nvSpPr>
          <p:spPr>
            <a:xfrm>
              <a:off x="3443613" y="2700817"/>
              <a:ext cx="62445" cy="20837"/>
            </a:xfrm>
            <a:custGeom>
              <a:avLst/>
              <a:gdLst/>
              <a:ahLst/>
              <a:cxnLst/>
              <a:rect l="l" t="t" r="r" b="b"/>
              <a:pathLst>
                <a:path w="1930" h="644" extrusionOk="0">
                  <a:moveTo>
                    <a:pt x="334" y="1"/>
                  </a:moveTo>
                  <a:cubicBezTo>
                    <a:pt x="143" y="1"/>
                    <a:pt x="0" y="191"/>
                    <a:pt x="24" y="358"/>
                  </a:cubicBezTo>
                  <a:cubicBezTo>
                    <a:pt x="72" y="524"/>
                    <a:pt x="215" y="644"/>
                    <a:pt x="358" y="644"/>
                  </a:cubicBezTo>
                  <a:lnTo>
                    <a:pt x="1620" y="644"/>
                  </a:lnTo>
                  <a:cubicBezTo>
                    <a:pt x="1786" y="644"/>
                    <a:pt x="1929" y="477"/>
                    <a:pt x="1906" y="286"/>
                  </a:cubicBezTo>
                  <a:cubicBezTo>
                    <a:pt x="1882" y="120"/>
                    <a:pt x="1739" y="1"/>
                    <a:pt x="1572"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4" name="Google Shape;24814;p147"/>
            <p:cNvSpPr/>
            <p:nvPr/>
          </p:nvSpPr>
          <p:spPr>
            <a:xfrm>
              <a:off x="3403558" y="2572920"/>
              <a:ext cx="77846" cy="52415"/>
            </a:xfrm>
            <a:custGeom>
              <a:avLst/>
              <a:gdLst/>
              <a:ahLst/>
              <a:cxnLst/>
              <a:rect l="l" t="t" r="r" b="b"/>
              <a:pathLst>
                <a:path w="2406" h="1620" extrusionOk="0">
                  <a:moveTo>
                    <a:pt x="310" y="0"/>
                  </a:moveTo>
                  <a:cubicBezTo>
                    <a:pt x="143" y="0"/>
                    <a:pt x="0" y="143"/>
                    <a:pt x="0" y="334"/>
                  </a:cubicBezTo>
                  <a:lnTo>
                    <a:pt x="0" y="834"/>
                  </a:lnTo>
                  <a:cubicBezTo>
                    <a:pt x="0" y="905"/>
                    <a:pt x="0" y="929"/>
                    <a:pt x="24" y="953"/>
                  </a:cubicBezTo>
                  <a:lnTo>
                    <a:pt x="357" y="1620"/>
                  </a:lnTo>
                  <a:lnTo>
                    <a:pt x="2048" y="1620"/>
                  </a:lnTo>
                  <a:lnTo>
                    <a:pt x="2381" y="953"/>
                  </a:lnTo>
                  <a:cubicBezTo>
                    <a:pt x="2405" y="929"/>
                    <a:pt x="2405" y="858"/>
                    <a:pt x="2405" y="834"/>
                  </a:cubicBezTo>
                  <a:lnTo>
                    <a:pt x="2405" y="334"/>
                  </a:lnTo>
                  <a:cubicBezTo>
                    <a:pt x="2405" y="143"/>
                    <a:pt x="2262" y="0"/>
                    <a:pt x="2072" y="0"/>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5" name="Google Shape;24815;p147"/>
            <p:cNvSpPr/>
            <p:nvPr/>
          </p:nvSpPr>
          <p:spPr>
            <a:xfrm>
              <a:off x="3442060" y="2572920"/>
              <a:ext cx="38567" cy="52415"/>
            </a:xfrm>
            <a:custGeom>
              <a:avLst/>
              <a:gdLst/>
              <a:ahLst/>
              <a:cxnLst/>
              <a:rect l="l" t="t" r="r" b="b"/>
              <a:pathLst>
                <a:path w="1192" h="1620" extrusionOk="0">
                  <a:moveTo>
                    <a:pt x="1" y="0"/>
                  </a:moveTo>
                  <a:lnTo>
                    <a:pt x="1" y="1620"/>
                  </a:lnTo>
                  <a:lnTo>
                    <a:pt x="834" y="1620"/>
                  </a:lnTo>
                  <a:lnTo>
                    <a:pt x="1144" y="953"/>
                  </a:lnTo>
                  <a:cubicBezTo>
                    <a:pt x="1191" y="929"/>
                    <a:pt x="1191" y="858"/>
                    <a:pt x="1191" y="834"/>
                  </a:cubicBezTo>
                  <a:lnTo>
                    <a:pt x="1191" y="334"/>
                  </a:lnTo>
                  <a:cubicBezTo>
                    <a:pt x="1191" y="119"/>
                    <a:pt x="1025" y="0"/>
                    <a:pt x="882"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6" name="Google Shape;24816;p147"/>
            <p:cNvSpPr/>
            <p:nvPr/>
          </p:nvSpPr>
          <p:spPr>
            <a:xfrm>
              <a:off x="3363471" y="2492002"/>
              <a:ext cx="156469" cy="100980"/>
            </a:xfrm>
            <a:custGeom>
              <a:avLst/>
              <a:gdLst/>
              <a:ahLst/>
              <a:cxnLst/>
              <a:rect l="l" t="t" r="r" b="b"/>
              <a:pathLst>
                <a:path w="4836" h="3121" extrusionOk="0">
                  <a:moveTo>
                    <a:pt x="334" y="1"/>
                  </a:moveTo>
                  <a:cubicBezTo>
                    <a:pt x="239" y="1"/>
                    <a:pt x="167" y="72"/>
                    <a:pt x="96" y="120"/>
                  </a:cubicBezTo>
                  <a:cubicBezTo>
                    <a:pt x="1" y="239"/>
                    <a:pt x="1" y="382"/>
                    <a:pt x="96" y="501"/>
                  </a:cubicBezTo>
                  <a:lnTo>
                    <a:pt x="2192" y="3001"/>
                  </a:lnTo>
                  <a:cubicBezTo>
                    <a:pt x="2239" y="3097"/>
                    <a:pt x="2335" y="3121"/>
                    <a:pt x="2430" y="3121"/>
                  </a:cubicBezTo>
                  <a:cubicBezTo>
                    <a:pt x="2501" y="3121"/>
                    <a:pt x="2596" y="3073"/>
                    <a:pt x="2668" y="3001"/>
                  </a:cubicBezTo>
                  <a:lnTo>
                    <a:pt x="4740" y="501"/>
                  </a:lnTo>
                  <a:cubicBezTo>
                    <a:pt x="4835" y="430"/>
                    <a:pt x="4835" y="239"/>
                    <a:pt x="4740" y="120"/>
                  </a:cubicBezTo>
                  <a:cubicBezTo>
                    <a:pt x="4692" y="25"/>
                    <a:pt x="4597" y="1"/>
                    <a:pt x="4502" y="1"/>
                  </a:cubicBezTo>
                  <a:close/>
                </a:path>
              </a:pathLst>
            </a:custGeom>
            <a:solidFill>
              <a:srgbClr val="E8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7" name="Google Shape;24817;p147"/>
            <p:cNvSpPr/>
            <p:nvPr/>
          </p:nvSpPr>
          <p:spPr>
            <a:xfrm>
              <a:off x="3442060" y="2491257"/>
              <a:ext cx="77878" cy="100948"/>
            </a:xfrm>
            <a:custGeom>
              <a:avLst/>
              <a:gdLst/>
              <a:ahLst/>
              <a:cxnLst/>
              <a:rect l="l" t="t" r="r" b="b"/>
              <a:pathLst>
                <a:path w="2407" h="3120" extrusionOk="0">
                  <a:moveTo>
                    <a:pt x="1" y="0"/>
                  </a:moveTo>
                  <a:lnTo>
                    <a:pt x="1" y="3120"/>
                  </a:lnTo>
                  <a:cubicBezTo>
                    <a:pt x="72" y="3120"/>
                    <a:pt x="167" y="3096"/>
                    <a:pt x="239" y="3001"/>
                  </a:cubicBezTo>
                  <a:lnTo>
                    <a:pt x="2311" y="500"/>
                  </a:lnTo>
                  <a:cubicBezTo>
                    <a:pt x="2406" y="381"/>
                    <a:pt x="2406" y="238"/>
                    <a:pt x="2311" y="119"/>
                  </a:cubicBezTo>
                  <a:cubicBezTo>
                    <a:pt x="2263" y="48"/>
                    <a:pt x="2168" y="0"/>
                    <a:pt x="2073" y="0"/>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8" name="Google Shape;24818;p147"/>
            <p:cNvSpPr/>
            <p:nvPr/>
          </p:nvSpPr>
          <p:spPr>
            <a:xfrm>
              <a:off x="3341890" y="2496628"/>
              <a:ext cx="198077" cy="122852"/>
            </a:xfrm>
            <a:custGeom>
              <a:avLst/>
              <a:gdLst/>
              <a:ahLst/>
              <a:cxnLst/>
              <a:rect l="l" t="t" r="r" b="b"/>
              <a:pathLst>
                <a:path w="6122" h="3797" extrusionOk="0">
                  <a:moveTo>
                    <a:pt x="668" y="1"/>
                  </a:moveTo>
                  <a:lnTo>
                    <a:pt x="49" y="1263"/>
                  </a:lnTo>
                  <a:cubicBezTo>
                    <a:pt x="1" y="1358"/>
                    <a:pt x="25" y="1453"/>
                    <a:pt x="49" y="1549"/>
                  </a:cubicBezTo>
                  <a:lnTo>
                    <a:pt x="1287" y="3644"/>
                  </a:lnTo>
                  <a:cubicBezTo>
                    <a:pt x="1353" y="3743"/>
                    <a:pt x="1464" y="3796"/>
                    <a:pt x="1573" y="3796"/>
                  </a:cubicBezTo>
                  <a:cubicBezTo>
                    <a:pt x="1622" y="3796"/>
                    <a:pt x="1671" y="3786"/>
                    <a:pt x="1716" y="3763"/>
                  </a:cubicBezTo>
                  <a:lnTo>
                    <a:pt x="3025" y="3001"/>
                  </a:lnTo>
                  <a:lnTo>
                    <a:pt x="4335" y="3763"/>
                  </a:lnTo>
                  <a:cubicBezTo>
                    <a:pt x="4379" y="3786"/>
                    <a:pt x="4428" y="3796"/>
                    <a:pt x="4477" y="3796"/>
                  </a:cubicBezTo>
                  <a:cubicBezTo>
                    <a:pt x="4585" y="3796"/>
                    <a:pt x="4691" y="3743"/>
                    <a:pt x="4740" y="3644"/>
                  </a:cubicBezTo>
                  <a:lnTo>
                    <a:pt x="6002" y="1549"/>
                  </a:lnTo>
                  <a:cubicBezTo>
                    <a:pt x="6121" y="1477"/>
                    <a:pt x="6121" y="1358"/>
                    <a:pt x="6074" y="1263"/>
                  </a:cubicBezTo>
                  <a:lnTo>
                    <a:pt x="5431" y="1"/>
                  </a:lnTo>
                  <a:lnTo>
                    <a:pt x="3049" y="2739"/>
                  </a:lnTo>
                  <a:lnTo>
                    <a:pt x="668" y="1"/>
                  </a:ln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9" name="Google Shape;24819;p147"/>
            <p:cNvSpPr/>
            <p:nvPr/>
          </p:nvSpPr>
          <p:spPr>
            <a:xfrm>
              <a:off x="3440539" y="2496628"/>
              <a:ext cx="99427" cy="123175"/>
            </a:xfrm>
            <a:custGeom>
              <a:avLst/>
              <a:gdLst/>
              <a:ahLst/>
              <a:cxnLst/>
              <a:rect l="l" t="t" r="r" b="b"/>
              <a:pathLst>
                <a:path w="3073" h="3807" extrusionOk="0">
                  <a:moveTo>
                    <a:pt x="2382" y="1"/>
                  </a:moveTo>
                  <a:lnTo>
                    <a:pt x="0" y="2739"/>
                  </a:lnTo>
                  <a:lnTo>
                    <a:pt x="0" y="3025"/>
                  </a:lnTo>
                  <a:lnTo>
                    <a:pt x="1358" y="3763"/>
                  </a:lnTo>
                  <a:cubicBezTo>
                    <a:pt x="1402" y="3793"/>
                    <a:pt x="1450" y="3807"/>
                    <a:pt x="1496" y="3807"/>
                  </a:cubicBezTo>
                  <a:cubicBezTo>
                    <a:pt x="1598" y="3807"/>
                    <a:pt x="1697" y="3742"/>
                    <a:pt x="1762" y="3644"/>
                  </a:cubicBezTo>
                  <a:lnTo>
                    <a:pt x="3001" y="1549"/>
                  </a:lnTo>
                  <a:cubicBezTo>
                    <a:pt x="3072" y="1477"/>
                    <a:pt x="3072" y="1358"/>
                    <a:pt x="3001" y="1263"/>
                  </a:cubicBezTo>
                  <a:lnTo>
                    <a:pt x="2382" y="1"/>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20" name="Google Shape;24820;p147"/>
          <p:cNvGrpSpPr/>
          <p:nvPr/>
        </p:nvGrpSpPr>
        <p:grpSpPr>
          <a:xfrm>
            <a:off x="2530566" y="2341155"/>
            <a:ext cx="345226" cy="346004"/>
            <a:chOff x="2530566" y="2493555"/>
            <a:chExt cx="345226" cy="346004"/>
          </a:xfrm>
        </p:grpSpPr>
        <p:sp>
          <p:nvSpPr>
            <p:cNvPr id="24821" name="Google Shape;24821;p147"/>
            <p:cNvSpPr/>
            <p:nvPr/>
          </p:nvSpPr>
          <p:spPr>
            <a:xfrm>
              <a:off x="2530566" y="2493555"/>
              <a:ext cx="344451" cy="344451"/>
            </a:xfrm>
            <a:custGeom>
              <a:avLst/>
              <a:gdLst/>
              <a:ahLst/>
              <a:cxnLst/>
              <a:rect l="l" t="t" r="r" b="b"/>
              <a:pathLst>
                <a:path w="10646" h="10646" extrusionOk="0">
                  <a:moveTo>
                    <a:pt x="5335" y="1"/>
                  </a:moveTo>
                  <a:cubicBezTo>
                    <a:pt x="5239" y="1"/>
                    <a:pt x="5144" y="48"/>
                    <a:pt x="5097" y="120"/>
                  </a:cubicBezTo>
                  <a:lnTo>
                    <a:pt x="3834" y="1787"/>
                  </a:lnTo>
                  <a:cubicBezTo>
                    <a:pt x="3739" y="1929"/>
                    <a:pt x="3739" y="2072"/>
                    <a:pt x="3834" y="2191"/>
                  </a:cubicBezTo>
                  <a:cubicBezTo>
                    <a:pt x="3906" y="2263"/>
                    <a:pt x="3977" y="2311"/>
                    <a:pt x="4073" y="2311"/>
                  </a:cubicBezTo>
                  <a:lnTo>
                    <a:pt x="4382" y="2311"/>
                  </a:lnTo>
                  <a:lnTo>
                    <a:pt x="4382" y="3049"/>
                  </a:lnTo>
                  <a:cubicBezTo>
                    <a:pt x="3739" y="2596"/>
                    <a:pt x="3025" y="2358"/>
                    <a:pt x="2286" y="2311"/>
                  </a:cubicBezTo>
                  <a:lnTo>
                    <a:pt x="2286" y="1953"/>
                  </a:lnTo>
                  <a:cubicBezTo>
                    <a:pt x="2286" y="1929"/>
                    <a:pt x="2286" y="1858"/>
                    <a:pt x="2263" y="1834"/>
                  </a:cubicBezTo>
                  <a:cubicBezTo>
                    <a:pt x="2192" y="1721"/>
                    <a:pt x="2087" y="1666"/>
                    <a:pt x="1983" y="1666"/>
                  </a:cubicBezTo>
                  <a:cubicBezTo>
                    <a:pt x="1913" y="1666"/>
                    <a:pt x="1844" y="1691"/>
                    <a:pt x="1786" y="1739"/>
                  </a:cubicBezTo>
                  <a:lnTo>
                    <a:pt x="119" y="2977"/>
                  </a:lnTo>
                  <a:cubicBezTo>
                    <a:pt x="48" y="3049"/>
                    <a:pt x="0" y="3144"/>
                    <a:pt x="0" y="3239"/>
                  </a:cubicBezTo>
                  <a:cubicBezTo>
                    <a:pt x="0" y="3311"/>
                    <a:pt x="24" y="3406"/>
                    <a:pt x="119" y="3477"/>
                  </a:cubicBezTo>
                  <a:lnTo>
                    <a:pt x="1786" y="4716"/>
                  </a:lnTo>
                  <a:cubicBezTo>
                    <a:pt x="1840" y="4751"/>
                    <a:pt x="1903" y="4770"/>
                    <a:pt x="1967" y="4770"/>
                  </a:cubicBezTo>
                  <a:cubicBezTo>
                    <a:pt x="2076" y="4770"/>
                    <a:pt x="2188" y="4716"/>
                    <a:pt x="2263" y="4597"/>
                  </a:cubicBezTo>
                  <a:cubicBezTo>
                    <a:pt x="2286" y="4573"/>
                    <a:pt x="2286" y="4501"/>
                    <a:pt x="2286" y="4478"/>
                  </a:cubicBezTo>
                  <a:lnTo>
                    <a:pt x="2286" y="4144"/>
                  </a:lnTo>
                  <a:cubicBezTo>
                    <a:pt x="3453" y="4311"/>
                    <a:pt x="4382" y="5311"/>
                    <a:pt x="4382" y="6526"/>
                  </a:cubicBezTo>
                  <a:lnTo>
                    <a:pt x="4382" y="10407"/>
                  </a:lnTo>
                  <a:cubicBezTo>
                    <a:pt x="4382" y="10526"/>
                    <a:pt x="4501" y="10646"/>
                    <a:pt x="4620" y="10646"/>
                  </a:cubicBezTo>
                  <a:lnTo>
                    <a:pt x="5954" y="10646"/>
                  </a:lnTo>
                  <a:cubicBezTo>
                    <a:pt x="6144" y="10646"/>
                    <a:pt x="6240" y="10503"/>
                    <a:pt x="6287" y="10384"/>
                  </a:cubicBezTo>
                  <a:lnTo>
                    <a:pt x="6287" y="8645"/>
                  </a:lnTo>
                  <a:cubicBezTo>
                    <a:pt x="6287" y="7431"/>
                    <a:pt x="7168" y="6407"/>
                    <a:pt x="8359" y="6264"/>
                  </a:cubicBezTo>
                  <a:lnTo>
                    <a:pt x="8359" y="6549"/>
                  </a:lnTo>
                  <a:cubicBezTo>
                    <a:pt x="8359" y="6669"/>
                    <a:pt x="8431" y="6764"/>
                    <a:pt x="8550" y="6835"/>
                  </a:cubicBezTo>
                  <a:cubicBezTo>
                    <a:pt x="8592" y="6852"/>
                    <a:pt x="8634" y="6860"/>
                    <a:pt x="8674" y="6860"/>
                  </a:cubicBezTo>
                  <a:cubicBezTo>
                    <a:pt x="8747" y="6860"/>
                    <a:pt x="8813" y="6834"/>
                    <a:pt x="8859" y="6788"/>
                  </a:cubicBezTo>
                  <a:lnTo>
                    <a:pt x="10526" y="5549"/>
                  </a:lnTo>
                  <a:cubicBezTo>
                    <a:pt x="10598" y="5478"/>
                    <a:pt x="10645" y="5406"/>
                    <a:pt x="10645" y="5311"/>
                  </a:cubicBezTo>
                  <a:cubicBezTo>
                    <a:pt x="10645" y="5216"/>
                    <a:pt x="10621" y="5121"/>
                    <a:pt x="10526" y="5073"/>
                  </a:cubicBezTo>
                  <a:lnTo>
                    <a:pt x="8859" y="3811"/>
                  </a:lnTo>
                  <a:cubicBezTo>
                    <a:pt x="8800" y="3775"/>
                    <a:pt x="8734" y="3757"/>
                    <a:pt x="8669" y="3757"/>
                  </a:cubicBezTo>
                  <a:cubicBezTo>
                    <a:pt x="8603" y="3757"/>
                    <a:pt x="8538" y="3775"/>
                    <a:pt x="8478" y="3811"/>
                  </a:cubicBezTo>
                  <a:cubicBezTo>
                    <a:pt x="8383" y="3882"/>
                    <a:pt x="8359" y="3978"/>
                    <a:pt x="8359" y="4049"/>
                  </a:cubicBezTo>
                  <a:lnTo>
                    <a:pt x="8359" y="4382"/>
                  </a:lnTo>
                  <a:cubicBezTo>
                    <a:pt x="7621" y="4454"/>
                    <a:pt x="6906" y="4716"/>
                    <a:pt x="6287" y="5121"/>
                  </a:cubicBezTo>
                  <a:lnTo>
                    <a:pt x="6287" y="2311"/>
                  </a:lnTo>
                  <a:lnTo>
                    <a:pt x="6573" y="2311"/>
                  </a:lnTo>
                  <a:cubicBezTo>
                    <a:pt x="6668" y="2311"/>
                    <a:pt x="6764" y="2239"/>
                    <a:pt x="6811" y="2191"/>
                  </a:cubicBezTo>
                  <a:cubicBezTo>
                    <a:pt x="6906" y="2072"/>
                    <a:pt x="6906" y="1906"/>
                    <a:pt x="6811" y="1787"/>
                  </a:cubicBezTo>
                  <a:lnTo>
                    <a:pt x="5573" y="120"/>
                  </a:lnTo>
                  <a:cubicBezTo>
                    <a:pt x="5501" y="72"/>
                    <a:pt x="5406" y="1"/>
                    <a:pt x="5335"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2" name="Google Shape;24822;p147"/>
            <p:cNvSpPr/>
            <p:nvPr/>
          </p:nvSpPr>
          <p:spPr>
            <a:xfrm>
              <a:off x="2703146" y="2493555"/>
              <a:ext cx="172646" cy="346004"/>
            </a:xfrm>
            <a:custGeom>
              <a:avLst/>
              <a:gdLst/>
              <a:ahLst/>
              <a:cxnLst/>
              <a:rect l="l" t="t" r="r" b="b"/>
              <a:pathLst>
                <a:path w="5336" h="10694" extrusionOk="0">
                  <a:moveTo>
                    <a:pt x="1" y="1"/>
                  </a:moveTo>
                  <a:lnTo>
                    <a:pt x="1" y="10693"/>
                  </a:lnTo>
                  <a:lnTo>
                    <a:pt x="620" y="10693"/>
                  </a:lnTo>
                  <a:lnTo>
                    <a:pt x="620" y="10646"/>
                  </a:lnTo>
                  <a:cubicBezTo>
                    <a:pt x="810" y="10646"/>
                    <a:pt x="953" y="10503"/>
                    <a:pt x="953" y="10312"/>
                  </a:cubicBezTo>
                  <a:lnTo>
                    <a:pt x="953" y="8621"/>
                  </a:lnTo>
                  <a:cubicBezTo>
                    <a:pt x="953" y="7407"/>
                    <a:pt x="1882" y="6383"/>
                    <a:pt x="3025" y="6240"/>
                  </a:cubicBezTo>
                  <a:lnTo>
                    <a:pt x="3025" y="6573"/>
                  </a:lnTo>
                  <a:cubicBezTo>
                    <a:pt x="3025" y="6621"/>
                    <a:pt x="3025" y="6645"/>
                    <a:pt x="3073" y="6692"/>
                  </a:cubicBezTo>
                  <a:cubicBezTo>
                    <a:pt x="3142" y="6790"/>
                    <a:pt x="3236" y="6838"/>
                    <a:pt x="3335" y="6838"/>
                  </a:cubicBezTo>
                  <a:cubicBezTo>
                    <a:pt x="3406" y="6838"/>
                    <a:pt x="3480" y="6813"/>
                    <a:pt x="3549" y="6764"/>
                  </a:cubicBezTo>
                  <a:lnTo>
                    <a:pt x="5216" y="5525"/>
                  </a:lnTo>
                  <a:cubicBezTo>
                    <a:pt x="5287" y="5454"/>
                    <a:pt x="5335" y="5383"/>
                    <a:pt x="5335" y="5287"/>
                  </a:cubicBezTo>
                  <a:cubicBezTo>
                    <a:pt x="5335" y="5192"/>
                    <a:pt x="5264" y="5097"/>
                    <a:pt x="5216" y="5049"/>
                  </a:cubicBezTo>
                  <a:lnTo>
                    <a:pt x="3549" y="3787"/>
                  </a:lnTo>
                  <a:cubicBezTo>
                    <a:pt x="3488" y="3743"/>
                    <a:pt x="3424" y="3722"/>
                    <a:pt x="3361" y="3722"/>
                  </a:cubicBezTo>
                  <a:cubicBezTo>
                    <a:pt x="3252" y="3722"/>
                    <a:pt x="3148" y="3785"/>
                    <a:pt x="3073" y="3906"/>
                  </a:cubicBezTo>
                  <a:cubicBezTo>
                    <a:pt x="3025" y="3954"/>
                    <a:pt x="3025" y="4001"/>
                    <a:pt x="3025" y="4025"/>
                  </a:cubicBezTo>
                  <a:lnTo>
                    <a:pt x="3025" y="4382"/>
                  </a:lnTo>
                  <a:cubicBezTo>
                    <a:pt x="2287" y="4454"/>
                    <a:pt x="1572" y="4692"/>
                    <a:pt x="953" y="5121"/>
                  </a:cubicBezTo>
                  <a:lnTo>
                    <a:pt x="953" y="2311"/>
                  </a:lnTo>
                  <a:lnTo>
                    <a:pt x="1239" y="2311"/>
                  </a:lnTo>
                  <a:cubicBezTo>
                    <a:pt x="1334" y="2311"/>
                    <a:pt x="1430" y="2263"/>
                    <a:pt x="1477" y="2191"/>
                  </a:cubicBezTo>
                  <a:cubicBezTo>
                    <a:pt x="1572" y="2072"/>
                    <a:pt x="1572" y="1929"/>
                    <a:pt x="1477" y="1787"/>
                  </a:cubicBezTo>
                  <a:lnTo>
                    <a:pt x="239" y="120"/>
                  </a:lnTo>
                  <a:cubicBezTo>
                    <a:pt x="167" y="48"/>
                    <a:pt x="96" y="1"/>
                    <a:pt x="1"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3" name="Google Shape;24823;p147"/>
            <p:cNvSpPr/>
            <p:nvPr/>
          </p:nvSpPr>
          <p:spPr>
            <a:xfrm>
              <a:off x="2576024" y="2726247"/>
              <a:ext cx="76293" cy="20060"/>
            </a:xfrm>
            <a:custGeom>
              <a:avLst/>
              <a:gdLst/>
              <a:ahLst/>
              <a:cxnLst/>
              <a:rect l="l" t="t" r="r" b="b"/>
              <a:pathLst>
                <a:path w="2358" h="620" extrusionOk="0">
                  <a:moveTo>
                    <a:pt x="310" y="0"/>
                  </a:moveTo>
                  <a:cubicBezTo>
                    <a:pt x="143" y="0"/>
                    <a:pt x="0" y="167"/>
                    <a:pt x="24" y="358"/>
                  </a:cubicBezTo>
                  <a:cubicBezTo>
                    <a:pt x="48" y="501"/>
                    <a:pt x="191" y="620"/>
                    <a:pt x="358" y="620"/>
                  </a:cubicBezTo>
                  <a:lnTo>
                    <a:pt x="2025" y="620"/>
                  </a:lnTo>
                  <a:cubicBezTo>
                    <a:pt x="2191" y="620"/>
                    <a:pt x="2358" y="477"/>
                    <a:pt x="2310" y="262"/>
                  </a:cubicBezTo>
                  <a:cubicBezTo>
                    <a:pt x="2286" y="120"/>
                    <a:pt x="2144" y="0"/>
                    <a:pt x="1977" y="0"/>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4" name="Google Shape;24824;p147"/>
            <p:cNvSpPr/>
            <p:nvPr/>
          </p:nvSpPr>
          <p:spPr>
            <a:xfrm>
              <a:off x="2539043" y="2726247"/>
              <a:ext cx="21581" cy="20837"/>
            </a:xfrm>
            <a:custGeom>
              <a:avLst/>
              <a:gdLst/>
              <a:ahLst/>
              <a:cxnLst/>
              <a:rect l="l" t="t" r="r" b="b"/>
              <a:pathLst>
                <a:path w="667" h="644" extrusionOk="0">
                  <a:moveTo>
                    <a:pt x="334" y="0"/>
                  </a:moveTo>
                  <a:cubicBezTo>
                    <a:pt x="143" y="0"/>
                    <a:pt x="0" y="143"/>
                    <a:pt x="0" y="334"/>
                  </a:cubicBezTo>
                  <a:cubicBezTo>
                    <a:pt x="0" y="501"/>
                    <a:pt x="143" y="643"/>
                    <a:pt x="334" y="643"/>
                  </a:cubicBezTo>
                  <a:cubicBezTo>
                    <a:pt x="524" y="643"/>
                    <a:pt x="667" y="501"/>
                    <a:pt x="667" y="334"/>
                  </a:cubicBezTo>
                  <a:cubicBezTo>
                    <a:pt x="667" y="143"/>
                    <a:pt x="524" y="0"/>
                    <a:pt x="334" y="0"/>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5" name="Google Shape;24825;p147"/>
            <p:cNvSpPr/>
            <p:nvPr/>
          </p:nvSpPr>
          <p:spPr>
            <a:xfrm>
              <a:off x="2576024" y="2726247"/>
              <a:ext cx="76293" cy="20060"/>
            </a:xfrm>
            <a:custGeom>
              <a:avLst/>
              <a:gdLst/>
              <a:ahLst/>
              <a:cxnLst/>
              <a:rect l="l" t="t" r="r" b="b"/>
              <a:pathLst>
                <a:path w="2358" h="620" extrusionOk="0">
                  <a:moveTo>
                    <a:pt x="310" y="0"/>
                  </a:moveTo>
                  <a:cubicBezTo>
                    <a:pt x="143" y="0"/>
                    <a:pt x="0" y="167"/>
                    <a:pt x="24" y="358"/>
                  </a:cubicBezTo>
                  <a:cubicBezTo>
                    <a:pt x="48" y="501"/>
                    <a:pt x="191" y="620"/>
                    <a:pt x="358" y="620"/>
                  </a:cubicBezTo>
                  <a:lnTo>
                    <a:pt x="2025" y="620"/>
                  </a:lnTo>
                  <a:cubicBezTo>
                    <a:pt x="2191" y="620"/>
                    <a:pt x="2358" y="477"/>
                    <a:pt x="2310" y="262"/>
                  </a:cubicBezTo>
                  <a:cubicBezTo>
                    <a:pt x="2286" y="120"/>
                    <a:pt x="2144" y="0"/>
                    <a:pt x="1977" y="0"/>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6" name="Google Shape;24826;p147"/>
            <p:cNvSpPr/>
            <p:nvPr/>
          </p:nvSpPr>
          <p:spPr>
            <a:xfrm>
              <a:off x="2539043" y="2726247"/>
              <a:ext cx="21581" cy="20837"/>
            </a:xfrm>
            <a:custGeom>
              <a:avLst/>
              <a:gdLst/>
              <a:ahLst/>
              <a:cxnLst/>
              <a:rect l="l" t="t" r="r" b="b"/>
              <a:pathLst>
                <a:path w="667" h="644" extrusionOk="0">
                  <a:moveTo>
                    <a:pt x="334" y="0"/>
                  </a:moveTo>
                  <a:cubicBezTo>
                    <a:pt x="143" y="0"/>
                    <a:pt x="0" y="143"/>
                    <a:pt x="0" y="334"/>
                  </a:cubicBezTo>
                  <a:cubicBezTo>
                    <a:pt x="0" y="501"/>
                    <a:pt x="143" y="643"/>
                    <a:pt x="334" y="643"/>
                  </a:cubicBezTo>
                  <a:cubicBezTo>
                    <a:pt x="524" y="643"/>
                    <a:pt x="667" y="501"/>
                    <a:pt x="667" y="334"/>
                  </a:cubicBezTo>
                  <a:cubicBezTo>
                    <a:pt x="667" y="143"/>
                    <a:pt x="524" y="0"/>
                    <a:pt x="334" y="0"/>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7" name="Google Shape;24827;p147"/>
            <p:cNvSpPr/>
            <p:nvPr/>
          </p:nvSpPr>
          <p:spPr>
            <a:xfrm>
              <a:off x="2576024" y="2685416"/>
              <a:ext cx="76293" cy="20060"/>
            </a:xfrm>
            <a:custGeom>
              <a:avLst/>
              <a:gdLst/>
              <a:ahLst/>
              <a:cxnLst/>
              <a:rect l="l" t="t" r="r" b="b"/>
              <a:pathLst>
                <a:path w="2358" h="620" extrusionOk="0">
                  <a:moveTo>
                    <a:pt x="310" y="0"/>
                  </a:moveTo>
                  <a:cubicBezTo>
                    <a:pt x="143" y="0"/>
                    <a:pt x="0" y="191"/>
                    <a:pt x="24" y="358"/>
                  </a:cubicBezTo>
                  <a:cubicBezTo>
                    <a:pt x="48" y="524"/>
                    <a:pt x="191" y="619"/>
                    <a:pt x="358" y="619"/>
                  </a:cubicBezTo>
                  <a:lnTo>
                    <a:pt x="2025" y="619"/>
                  </a:lnTo>
                  <a:cubicBezTo>
                    <a:pt x="2191" y="619"/>
                    <a:pt x="2358" y="453"/>
                    <a:pt x="2310" y="286"/>
                  </a:cubicBezTo>
                  <a:cubicBezTo>
                    <a:pt x="2286" y="119"/>
                    <a:pt x="2144" y="0"/>
                    <a:pt x="1977" y="0"/>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8" name="Google Shape;24828;p147"/>
            <p:cNvSpPr/>
            <p:nvPr/>
          </p:nvSpPr>
          <p:spPr>
            <a:xfrm>
              <a:off x="2539043" y="2685416"/>
              <a:ext cx="21581" cy="21613"/>
            </a:xfrm>
            <a:custGeom>
              <a:avLst/>
              <a:gdLst/>
              <a:ahLst/>
              <a:cxnLst/>
              <a:rect l="l" t="t" r="r" b="b"/>
              <a:pathLst>
                <a:path w="667" h="668" extrusionOk="0">
                  <a:moveTo>
                    <a:pt x="334" y="0"/>
                  </a:moveTo>
                  <a:cubicBezTo>
                    <a:pt x="143" y="0"/>
                    <a:pt x="0" y="143"/>
                    <a:pt x="0" y="334"/>
                  </a:cubicBezTo>
                  <a:cubicBezTo>
                    <a:pt x="0" y="524"/>
                    <a:pt x="143" y="667"/>
                    <a:pt x="334" y="667"/>
                  </a:cubicBezTo>
                  <a:cubicBezTo>
                    <a:pt x="524" y="667"/>
                    <a:pt x="667" y="524"/>
                    <a:pt x="667" y="334"/>
                  </a:cubicBezTo>
                  <a:cubicBezTo>
                    <a:pt x="667" y="143"/>
                    <a:pt x="524" y="0"/>
                    <a:pt x="334" y="0"/>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9" name="Google Shape;24829;p147"/>
            <p:cNvSpPr/>
            <p:nvPr/>
          </p:nvSpPr>
          <p:spPr>
            <a:xfrm>
              <a:off x="2576024" y="2766302"/>
              <a:ext cx="76293" cy="20837"/>
            </a:xfrm>
            <a:custGeom>
              <a:avLst/>
              <a:gdLst/>
              <a:ahLst/>
              <a:cxnLst/>
              <a:rect l="l" t="t" r="r" b="b"/>
              <a:pathLst>
                <a:path w="2358" h="644" extrusionOk="0">
                  <a:moveTo>
                    <a:pt x="310" y="1"/>
                  </a:moveTo>
                  <a:cubicBezTo>
                    <a:pt x="143" y="1"/>
                    <a:pt x="0" y="191"/>
                    <a:pt x="24" y="358"/>
                  </a:cubicBezTo>
                  <a:cubicBezTo>
                    <a:pt x="48" y="525"/>
                    <a:pt x="191" y="644"/>
                    <a:pt x="358" y="644"/>
                  </a:cubicBezTo>
                  <a:lnTo>
                    <a:pt x="2025" y="644"/>
                  </a:lnTo>
                  <a:cubicBezTo>
                    <a:pt x="2191" y="644"/>
                    <a:pt x="2358" y="477"/>
                    <a:pt x="2310" y="287"/>
                  </a:cubicBezTo>
                  <a:cubicBezTo>
                    <a:pt x="2286" y="120"/>
                    <a:pt x="2144" y="1"/>
                    <a:pt x="1977" y="1"/>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0" name="Google Shape;24830;p147"/>
            <p:cNvSpPr/>
            <p:nvPr/>
          </p:nvSpPr>
          <p:spPr>
            <a:xfrm>
              <a:off x="2539043" y="2766302"/>
              <a:ext cx="21581" cy="21613"/>
            </a:xfrm>
            <a:custGeom>
              <a:avLst/>
              <a:gdLst/>
              <a:ahLst/>
              <a:cxnLst/>
              <a:rect l="l" t="t" r="r" b="b"/>
              <a:pathLst>
                <a:path w="667" h="668" extrusionOk="0">
                  <a:moveTo>
                    <a:pt x="334" y="1"/>
                  </a:moveTo>
                  <a:cubicBezTo>
                    <a:pt x="143" y="1"/>
                    <a:pt x="0" y="144"/>
                    <a:pt x="0" y="334"/>
                  </a:cubicBezTo>
                  <a:cubicBezTo>
                    <a:pt x="0" y="525"/>
                    <a:pt x="143" y="668"/>
                    <a:pt x="334" y="668"/>
                  </a:cubicBezTo>
                  <a:cubicBezTo>
                    <a:pt x="524" y="668"/>
                    <a:pt x="667" y="525"/>
                    <a:pt x="667" y="334"/>
                  </a:cubicBezTo>
                  <a:cubicBezTo>
                    <a:pt x="667" y="144"/>
                    <a:pt x="524" y="1"/>
                    <a:pt x="334" y="1"/>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1" name="Google Shape;24831;p147"/>
            <p:cNvSpPr/>
            <p:nvPr/>
          </p:nvSpPr>
          <p:spPr>
            <a:xfrm>
              <a:off x="2576024" y="2807133"/>
              <a:ext cx="76293" cy="20092"/>
            </a:xfrm>
            <a:custGeom>
              <a:avLst/>
              <a:gdLst/>
              <a:ahLst/>
              <a:cxnLst/>
              <a:rect l="l" t="t" r="r" b="b"/>
              <a:pathLst>
                <a:path w="2358" h="621" extrusionOk="0">
                  <a:moveTo>
                    <a:pt x="310" y="1"/>
                  </a:moveTo>
                  <a:cubicBezTo>
                    <a:pt x="143" y="1"/>
                    <a:pt x="0" y="168"/>
                    <a:pt x="24" y="358"/>
                  </a:cubicBezTo>
                  <a:cubicBezTo>
                    <a:pt x="48" y="501"/>
                    <a:pt x="191" y="620"/>
                    <a:pt x="358" y="620"/>
                  </a:cubicBezTo>
                  <a:lnTo>
                    <a:pt x="2025" y="620"/>
                  </a:lnTo>
                  <a:cubicBezTo>
                    <a:pt x="2191" y="620"/>
                    <a:pt x="2358" y="477"/>
                    <a:pt x="2310" y="263"/>
                  </a:cubicBezTo>
                  <a:cubicBezTo>
                    <a:pt x="2286" y="120"/>
                    <a:pt x="2144" y="1"/>
                    <a:pt x="1977" y="1"/>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2" name="Google Shape;24832;p147"/>
            <p:cNvSpPr/>
            <p:nvPr/>
          </p:nvSpPr>
          <p:spPr>
            <a:xfrm>
              <a:off x="2539043" y="2807133"/>
              <a:ext cx="21581" cy="20837"/>
            </a:xfrm>
            <a:custGeom>
              <a:avLst/>
              <a:gdLst/>
              <a:ahLst/>
              <a:cxnLst/>
              <a:rect l="l" t="t" r="r" b="b"/>
              <a:pathLst>
                <a:path w="667" h="644" extrusionOk="0">
                  <a:moveTo>
                    <a:pt x="334" y="1"/>
                  </a:moveTo>
                  <a:cubicBezTo>
                    <a:pt x="143" y="1"/>
                    <a:pt x="0" y="144"/>
                    <a:pt x="0" y="334"/>
                  </a:cubicBezTo>
                  <a:cubicBezTo>
                    <a:pt x="0" y="501"/>
                    <a:pt x="143" y="644"/>
                    <a:pt x="334" y="644"/>
                  </a:cubicBezTo>
                  <a:cubicBezTo>
                    <a:pt x="524" y="644"/>
                    <a:pt x="667" y="501"/>
                    <a:pt x="667" y="334"/>
                  </a:cubicBezTo>
                  <a:cubicBezTo>
                    <a:pt x="667" y="144"/>
                    <a:pt x="524" y="1"/>
                    <a:pt x="334" y="1"/>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33" name="Google Shape;24833;p147"/>
          <p:cNvGrpSpPr/>
          <p:nvPr/>
        </p:nvGrpSpPr>
        <p:grpSpPr>
          <a:xfrm>
            <a:off x="1771592" y="2338857"/>
            <a:ext cx="349853" cy="346745"/>
            <a:chOff x="1771592" y="2491257"/>
            <a:chExt cx="349853" cy="346745"/>
          </a:xfrm>
        </p:grpSpPr>
        <p:sp>
          <p:nvSpPr>
            <p:cNvPr id="24834" name="Google Shape;24834;p147"/>
            <p:cNvSpPr/>
            <p:nvPr/>
          </p:nvSpPr>
          <p:spPr>
            <a:xfrm>
              <a:off x="1855584" y="2648435"/>
              <a:ext cx="109457" cy="109425"/>
            </a:xfrm>
            <a:custGeom>
              <a:avLst/>
              <a:gdLst/>
              <a:ahLst/>
              <a:cxnLst/>
              <a:rect l="l" t="t" r="r" b="b"/>
              <a:pathLst>
                <a:path w="3383" h="3382" extrusionOk="0">
                  <a:moveTo>
                    <a:pt x="2358" y="0"/>
                  </a:moveTo>
                  <a:lnTo>
                    <a:pt x="1" y="2334"/>
                  </a:lnTo>
                  <a:lnTo>
                    <a:pt x="1049" y="3382"/>
                  </a:lnTo>
                  <a:lnTo>
                    <a:pt x="3382" y="1024"/>
                  </a:lnTo>
                  <a:lnTo>
                    <a:pt x="2358"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5" name="Google Shape;24835;p147"/>
            <p:cNvSpPr/>
            <p:nvPr/>
          </p:nvSpPr>
          <p:spPr>
            <a:xfrm>
              <a:off x="1871762" y="2664612"/>
              <a:ext cx="93279" cy="92503"/>
            </a:xfrm>
            <a:custGeom>
              <a:avLst/>
              <a:gdLst/>
              <a:ahLst/>
              <a:cxnLst/>
              <a:rect l="l" t="t" r="r" b="b"/>
              <a:pathLst>
                <a:path w="2883" h="2859" extrusionOk="0">
                  <a:moveTo>
                    <a:pt x="2382" y="0"/>
                  </a:moveTo>
                  <a:lnTo>
                    <a:pt x="1" y="2358"/>
                  </a:lnTo>
                  <a:cubicBezTo>
                    <a:pt x="263" y="2620"/>
                    <a:pt x="549" y="2858"/>
                    <a:pt x="549" y="2858"/>
                  </a:cubicBezTo>
                  <a:lnTo>
                    <a:pt x="2882" y="500"/>
                  </a:lnTo>
                  <a:lnTo>
                    <a:pt x="2382"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6" name="Google Shape;24836;p147"/>
            <p:cNvSpPr/>
            <p:nvPr/>
          </p:nvSpPr>
          <p:spPr>
            <a:xfrm>
              <a:off x="1897969" y="2491257"/>
              <a:ext cx="223476" cy="223476"/>
            </a:xfrm>
            <a:custGeom>
              <a:avLst/>
              <a:gdLst/>
              <a:ahLst/>
              <a:cxnLst/>
              <a:rect l="l" t="t" r="r" b="b"/>
              <a:pathLst>
                <a:path w="6907" h="6907" extrusionOk="0">
                  <a:moveTo>
                    <a:pt x="3454" y="0"/>
                  </a:moveTo>
                  <a:cubicBezTo>
                    <a:pt x="1548" y="0"/>
                    <a:pt x="1" y="1548"/>
                    <a:pt x="1" y="3453"/>
                  </a:cubicBezTo>
                  <a:cubicBezTo>
                    <a:pt x="1" y="5358"/>
                    <a:pt x="1548" y="6906"/>
                    <a:pt x="3454" y="6906"/>
                  </a:cubicBezTo>
                  <a:cubicBezTo>
                    <a:pt x="5359" y="6906"/>
                    <a:pt x="6907" y="5358"/>
                    <a:pt x="6907" y="3453"/>
                  </a:cubicBezTo>
                  <a:cubicBezTo>
                    <a:pt x="6907" y="1548"/>
                    <a:pt x="5359" y="0"/>
                    <a:pt x="3454" y="0"/>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7" name="Google Shape;24837;p147"/>
            <p:cNvSpPr/>
            <p:nvPr/>
          </p:nvSpPr>
          <p:spPr>
            <a:xfrm>
              <a:off x="1930324" y="2523612"/>
              <a:ext cx="191121" cy="191121"/>
            </a:xfrm>
            <a:custGeom>
              <a:avLst/>
              <a:gdLst/>
              <a:ahLst/>
              <a:cxnLst/>
              <a:rect l="l" t="t" r="r" b="b"/>
              <a:pathLst>
                <a:path w="5907" h="5907" extrusionOk="0">
                  <a:moveTo>
                    <a:pt x="4883" y="0"/>
                  </a:moveTo>
                  <a:lnTo>
                    <a:pt x="1" y="4882"/>
                  </a:lnTo>
                  <a:cubicBezTo>
                    <a:pt x="644" y="5525"/>
                    <a:pt x="1501" y="5906"/>
                    <a:pt x="2454" y="5906"/>
                  </a:cubicBezTo>
                  <a:cubicBezTo>
                    <a:pt x="4359" y="5906"/>
                    <a:pt x="5907" y="4358"/>
                    <a:pt x="5907" y="2453"/>
                  </a:cubicBezTo>
                  <a:cubicBezTo>
                    <a:pt x="5907" y="1501"/>
                    <a:pt x="5526" y="619"/>
                    <a:pt x="4883" y="0"/>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8" name="Google Shape;24838;p147"/>
            <p:cNvSpPr/>
            <p:nvPr/>
          </p:nvSpPr>
          <p:spPr>
            <a:xfrm>
              <a:off x="1917996" y="2511285"/>
              <a:ext cx="183420" cy="183420"/>
            </a:xfrm>
            <a:custGeom>
              <a:avLst/>
              <a:gdLst/>
              <a:ahLst/>
              <a:cxnLst/>
              <a:rect l="l" t="t" r="r" b="b"/>
              <a:pathLst>
                <a:path w="5669" h="5669" extrusionOk="0">
                  <a:moveTo>
                    <a:pt x="2835" y="0"/>
                  </a:moveTo>
                  <a:cubicBezTo>
                    <a:pt x="1263" y="0"/>
                    <a:pt x="1" y="1262"/>
                    <a:pt x="1" y="2834"/>
                  </a:cubicBezTo>
                  <a:cubicBezTo>
                    <a:pt x="1" y="4382"/>
                    <a:pt x="1263" y="5668"/>
                    <a:pt x="2835" y="5668"/>
                  </a:cubicBezTo>
                  <a:cubicBezTo>
                    <a:pt x="4383" y="5668"/>
                    <a:pt x="5669" y="4382"/>
                    <a:pt x="5669" y="2834"/>
                  </a:cubicBezTo>
                  <a:cubicBezTo>
                    <a:pt x="5669" y="1262"/>
                    <a:pt x="4383" y="0"/>
                    <a:pt x="2835"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9" name="Google Shape;24839;p147"/>
            <p:cNvSpPr/>
            <p:nvPr/>
          </p:nvSpPr>
          <p:spPr>
            <a:xfrm>
              <a:off x="1944980" y="2538236"/>
              <a:ext cx="156436" cy="156469"/>
            </a:xfrm>
            <a:custGeom>
              <a:avLst/>
              <a:gdLst/>
              <a:ahLst/>
              <a:cxnLst/>
              <a:rect l="l" t="t" r="r" b="b"/>
              <a:pathLst>
                <a:path w="4835" h="4836" extrusionOk="0">
                  <a:moveTo>
                    <a:pt x="4001" y="1"/>
                  </a:moveTo>
                  <a:lnTo>
                    <a:pt x="0" y="3978"/>
                  </a:lnTo>
                  <a:cubicBezTo>
                    <a:pt x="548" y="4502"/>
                    <a:pt x="1215" y="4835"/>
                    <a:pt x="2001" y="4835"/>
                  </a:cubicBezTo>
                  <a:cubicBezTo>
                    <a:pt x="3549" y="4835"/>
                    <a:pt x="4835" y="3549"/>
                    <a:pt x="4835" y="2001"/>
                  </a:cubicBezTo>
                  <a:cubicBezTo>
                    <a:pt x="4835" y="1215"/>
                    <a:pt x="4501" y="501"/>
                    <a:pt x="4001" y="1"/>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0" name="Google Shape;24840;p147"/>
            <p:cNvSpPr/>
            <p:nvPr/>
          </p:nvSpPr>
          <p:spPr>
            <a:xfrm>
              <a:off x="1771592" y="2705638"/>
              <a:ext cx="137185" cy="132364"/>
            </a:xfrm>
            <a:custGeom>
              <a:avLst/>
              <a:gdLst/>
              <a:ahLst/>
              <a:cxnLst/>
              <a:rect l="l" t="t" r="r" b="b"/>
              <a:pathLst>
                <a:path w="4240" h="4091" extrusionOk="0">
                  <a:moveTo>
                    <a:pt x="2760" y="0"/>
                  </a:moveTo>
                  <a:cubicBezTo>
                    <a:pt x="2627" y="0"/>
                    <a:pt x="2490" y="54"/>
                    <a:pt x="2382" y="161"/>
                  </a:cubicBezTo>
                  <a:lnTo>
                    <a:pt x="453" y="2090"/>
                  </a:lnTo>
                  <a:cubicBezTo>
                    <a:pt x="1" y="2543"/>
                    <a:pt x="1" y="3281"/>
                    <a:pt x="453" y="3733"/>
                  </a:cubicBezTo>
                  <a:cubicBezTo>
                    <a:pt x="680" y="3971"/>
                    <a:pt x="977" y="4091"/>
                    <a:pt x="1275" y="4091"/>
                  </a:cubicBezTo>
                  <a:cubicBezTo>
                    <a:pt x="1573" y="4091"/>
                    <a:pt x="1870" y="3971"/>
                    <a:pt x="2097" y="3733"/>
                  </a:cubicBezTo>
                  <a:lnTo>
                    <a:pt x="4026" y="1781"/>
                  </a:lnTo>
                  <a:cubicBezTo>
                    <a:pt x="4240" y="1590"/>
                    <a:pt x="4240" y="1257"/>
                    <a:pt x="4026" y="1042"/>
                  </a:cubicBezTo>
                  <a:lnTo>
                    <a:pt x="3121" y="161"/>
                  </a:lnTo>
                  <a:cubicBezTo>
                    <a:pt x="3025" y="54"/>
                    <a:pt x="2894" y="0"/>
                    <a:pt x="2760" y="0"/>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1" name="Google Shape;24841;p147"/>
            <p:cNvSpPr/>
            <p:nvPr/>
          </p:nvSpPr>
          <p:spPr>
            <a:xfrm>
              <a:off x="1786248" y="2724694"/>
              <a:ext cx="122528" cy="112142"/>
            </a:xfrm>
            <a:custGeom>
              <a:avLst/>
              <a:gdLst/>
              <a:ahLst/>
              <a:cxnLst/>
              <a:rect l="l" t="t" r="r" b="b"/>
              <a:pathLst>
                <a:path w="3787" h="3466" extrusionOk="0">
                  <a:moveTo>
                    <a:pt x="3120" y="1"/>
                  </a:moveTo>
                  <a:lnTo>
                    <a:pt x="0" y="3144"/>
                  </a:lnTo>
                  <a:cubicBezTo>
                    <a:pt x="227" y="3359"/>
                    <a:pt x="524" y="3466"/>
                    <a:pt x="822" y="3466"/>
                  </a:cubicBezTo>
                  <a:cubicBezTo>
                    <a:pt x="1120" y="3466"/>
                    <a:pt x="1417" y="3359"/>
                    <a:pt x="1644" y="3144"/>
                  </a:cubicBezTo>
                  <a:lnTo>
                    <a:pt x="3573" y="1192"/>
                  </a:lnTo>
                  <a:cubicBezTo>
                    <a:pt x="3787" y="1001"/>
                    <a:pt x="3787" y="668"/>
                    <a:pt x="3573" y="453"/>
                  </a:cubicBezTo>
                  <a:lnTo>
                    <a:pt x="3120" y="1"/>
                  </a:ln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2" name="Google Shape;24842;p147"/>
            <p:cNvSpPr/>
            <p:nvPr/>
          </p:nvSpPr>
          <p:spPr>
            <a:xfrm>
              <a:off x="1971932" y="2566190"/>
              <a:ext cx="76325" cy="74578"/>
            </a:xfrm>
            <a:custGeom>
              <a:avLst/>
              <a:gdLst/>
              <a:ahLst/>
              <a:cxnLst/>
              <a:rect l="l" t="t" r="r" b="b"/>
              <a:pathLst>
                <a:path w="2359" h="2305" extrusionOk="0">
                  <a:moveTo>
                    <a:pt x="2013" y="0"/>
                  </a:moveTo>
                  <a:cubicBezTo>
                    <a:pt x="1930" y="0"/>
                    <a:pt x="1846" y="30"/>
                    <a:pt x="1787" y="89"/>
                  </a:cubicBezTo>
                  <a:lnTo>
                    <a:pt x="120" y="1756"/>
                  </a:lnTo>
                  <a:cubicBezTo>
                    <a:pt x="1" y="1875"/>
                    <a:pt x="1" y="2090"/>
                    <a:pt x="120" y="2209"/>
                  </a:cubicBezTo>
                  <a:cubicBezTo>
                    <a:pt x="191" y="2256"/>
                    <a:pt x="239" y="2304"/>
                    <a:pt x="334" y="2304"/>
                  </a:cubicBezTo>
                  <a:cubicBezTo>
                    <a:pt x="429" y="2304"/>
                    <a:pt x="501" y="2256"/>
                    <a:pt x="572" y="2209"/>
                  </a:cubicBezTo>
                  <a:lnTo>
                    <a:pt x="2239" y="542"/>
                  </a:lnTo>
                  <a:cubicBezTo>
                    <a:pt x="2358" y="423"/>
                    <a:pt x="2358" y="208"/>
                    <a:pt x="2239" y="89"/>
                  </a:cubicBezTo>
                  <a:cubicBezTo>
                    <a:pt x="2180" y="30"/>
                    <a:pt x="2096" y="0"/>
                    <a:pt x="2013" y="0"/>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3" name="Google Shape;24843;p147"/>
            <p:cNvSpPr/>
            <p:nvPr/>
          </p:nvSpPr>
          <p:spPr>
            <a:xfrm>
              <a:off x="2022793" y="2616081"/>
              <a:ext cx="21613" cy="21581"/>
            </a:xfrm>
            <a:custGeom>
              <a:avLst/>
              <a:gdLst/>
              <a:ahLst/>
              <a:cxnLst/>
              <a:rect l="l" t="t" r="r" b="b"/>
              <a:pathLst>
                <a:path w="668" h="667" extrusionOk="0">
                  <a:moveTo>
                    <a:pt x="334" y="0"/>
                  </a:moveTo>
                  <a:cubicBezTo>
                    <a:pt x="143" y="0"/>
                    <a:pt x="0" y="143"/>
                    <a:pt x="0" y="333"/>
                  </a:cubicBezTo>
                  <a:cubicBezTo>
                    <a:pt x="0" y="524"/>
                    <a:pt x="143" y="667"/>
                    <a:pt x="334" y="667"/>
                  </a:cubicBezTo>
                  <a:cubicBezTo>
                    <a:pt x="524" y="667"/>
                    <a:pt x="667" y="524"/>
                    <a:pt x="667" y="333"/>
                  </a:cubicBezTo>
                  <a:cubicBezTo>
                    <a:pt x="667" y="143"/>
                    <a:pt x="524" y="0"/>
                    <a:pt x="334" y="0"/>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4" name="Google Shape;24844;p147"/>
            <p:cNvSpPr/>
            <p:nvPr/>
          </p:nvSpPr>
          <p:spPr>
            <a:xfrm>
              <a:off x="1975782" y="2569070"/>
              <a:ext cx="20837" cy="20837"/>
            </a:xfrm>
            <a:custGeom>
              <a:avLst/>
              <a:gdLst/>
              <a:ahLst/>
              <a:cxnLst/>
              <a:rect l="l" t="t" r="r" b="b"/>
              <a:pathLst>
                <a:path w="644" h="644" extrusionOk="0">
                  <a:moveTo>
                    <a:pt x="334" y="0"/>
                  </a:moveTo>
                  <a:cubicBezTo>
                    <a:pt x="144" y="0"/>
                    <a:pt x="1" y="143"/>
                    <a:pt x="1" y="334"/>
                  </a:cubicBezTo>
                  <a:cubicBezTo>
                    <a:pt x="1" y="500"/>
                    <a:pt x="144" y="643"/>
                    <a:pt x="334" y="643"/>
                  </a:cubicBezTo>
                  <a:cubicBezTo>
                    <a:pt x="501" y="643"/>
                    <a:pt x="644" y="500"/>
                    <a:pt x="644" y="334"/>
                  </a:cubicBezTo>
                  <a:cubicBezTo>
                    <a:pt x="644" y="143"/>
                    <a:pt x="501" y="0"/>
                    <a:pt x="334" y="0"/>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5" name="Google Shape;24845;p147"/>
            <p:cNvSpPr/>
            <p:nvPr/>
          </p:nvSpPr>
          <p:spPr>
            <a:xfrm>
              <a:off x="1975005" y="2569070"/>
              <a:ext cx="72475" cy="71699"/>
            </a:xfrm>
            <a:custGeom>
              <a:avLst/>
              <a:gdLst/>
              <a:ahLst/>
              <a:cxnLst/>
              <a:rect l="l" t="t" r="r" b="b"/>
              <a:pathLst>
                <a:path w="2240" h="2216" extrusionOk="0">
                  <a:moveTo>
                    <a:pt x="2120" y="0"/>
                  </a:moveTo>
                  <a:lnTo>
                    <a:pt x="1" y="2120"/>
                  </a:lnTo>
                  <a:cubicBezTo>
                    <a:pt x="96" y="2167"/>
                    <a:pt x="168" y="2215"/>
                    <a:pt x="239" y="2215"/>
                  </a:cubicBezTo>
                  <a:cubicBezTo>
                    <a:pt x="334" y="2215"/>
                    <a:pt x="382" y="2167"/>
                    <a:pt x="453" y="2120"/>
                  </a:cubicBezTo>
                  <a:lnTo>
                    <a:pt x="2120" y="453"/>
                  </a:lnTo>
                  <a:cubicBezTo>
                    <a:pt x="2240" y="334"/>
                    <a:pt x="2240" y="119"/>
                    <a:pt x="2120" y="0"/>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46" name="Google Shape;24846;p147"/>
          <p:cNvGrpSpPr/>
          <p:nvPr/>
        </p:nvGrpSpPr>
        <p:grpSpPr>
          <a:xfrm>
            <a:off x="1028827" y="2341931"/>
            <a:ext cx="349076" cy="346749"/>
            <a:chOff x="1028827" y="2494331"/>
            <a:chExt cx="349076" cy="346749"/>
          </a:xfrm>
        </p:grpSpPr>
        <p:sp>
          <p:nvSpPr>
            <p:cNvPr id="24847" name="Google Shape;24847;p147"/>
            <p:cNvSpPr/>
            <p:nvPr/>
          </p:nvSpPr>
          <p:spPr>
            <a:xfrm>
              <a:off x="1193739" y="2527365"/>
              <a:ext cx="20060" cy="40282"/>
            </a:xfrm>
            <a:custGeom>
              <a:avLst/>
              <a:gdLst/>
              <a:ahLst/>
              <a:cxnLst/>
              <a:rect l="l" t="t" r="r" b="b"/>
              <a:pathLst>
                <a:path w="620" h="1245" extrusionOk="0">
                  <a:moveTo>
                    <a:pt x="304" y="1"/>
                  </a:moveTo>
                  <a:cubicBezTo>
                    <a:pt x="290" y="1"/>
                    <a:pt x="276" y="2"/>
                    <a:pt x="262" y="3"/>
                  </a:cubicBezTo>
                  <a:cubicBezTo>
                    <a:pt x="119" y="51"/>
                    <a:pt x="0" y="194"/>
                    <a:pt x="0" y="337"/>
                  </a:cubicBezTo>
                  <a:lnTo>
                    <a:pt x="0" y="932"/>
                  </a:lnTo>
                  <a:cubicBezTo>
                    <a:pt x="0" y="1123"/>
                    <a:pt x="119" y="1242"/>
                    <a:pt x="262" y="1242"/>
                  </a:cubicBezTo>
                  <a:cubicBezTo>
                    <a:pt x="278" y="1243"/>
                    <a:pt x="293" y="1244"/>
                    <a:pt x="308" y="1244"/>
                  </a:cubicBezTo>
                  <a:cubicBezTo>
                    <a:pt x="497" y="1244"/>
                    <a:pt x="619" y="1109"/>
                    <a:pt x="619" y="932"/>
                  </a:cubicBezTo>
                  <a:lnTo>
                    <a:pt x="619" y="313"/>
                  </a:lnTo>
                  <a:cubicBezTo>
                    <a:pt x="619" y="136"/>
                    <a:pt x="476" y="1"/>
                    <a:pt x="304"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8" name="Google Shape;24848;p147"/>
            <p:cNvSpPr/>
            <p:nvPr/>
          </p:nvSpPr>
          <p:spPr>
            <a:xfrm>
              <a:off x="1193739" y="2527365"/>
              <a:ext cx="20060" cy="40282"/>
            </a:xfrm>
            <a:custGeom>
              <a:avLst/>
              <a:gdLst/>
              <a:ahLst/>
              <a:cxnLst/>
              <a:rect l="l" t="t" r="r" b="b"/>
              <a:pathLst>
                <a:path w="620" h="1245" extrusionOk="0">
                  <a:moveTo>
                    <a:pt x="304" y="1"/>
                  </a:moveTo>
                  <a:cubicBezTo>
                    <a:pt x="290" y="1"/>
                    <a:pt x="276" y="2"/>
                    <a:pt x="262" y="3"/>
                  </a:cubicBezTo>
                  <a:cubicBezTo>
                    <a:pt x="119" y="51"/>
                    <a:pt x="0" y="194"/>
                    <a:pt x="0" y="337"/>
                  </a:cubicBezTo>
                  <a:lnTo>
                    <a:pt x="0" y="932"/>
                  </a:lnTo>
                  <a:cubicBezTo>
                    <a:pt x="0" y="1123"/>
                    <a:pt x="119" y="1242"/>
                    <a:pt x="262" y="1242"/>
                  </a:cubicBezTo>
                  <a:cubicBezTo>
                    <a:pt x="278" y="1243"/>
                    <a:pt x="293" y="1244"/>
                    <a:pt x="308" y="1244"/>
                  </a:cubicBezTo>
                  <a:cubicBezTo>
                    <a:pt x="497" y="1244"/>
                    <a:pt x="619" y="1109"/>
                    <a:pt x="619" y="932"/>
                  </a:cubicBezTo>
                  <a:lnTo>
                    <a:pt x="619" y="313"/>
                  </a:lnTo>
                  <a:cubicBezTo>
                    <a:pt x="619" y="136"/>
                    <a:pt x="476" y="1"/>
                    <a:pt x="304"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9" name="Google Shape;24849;p147"/>
            <p:cNvSpPr/>
            <p:nvPr/>
          </p:nvSpPr>
          <p:spPr>
            <a:xfrm>
              <a:off x="1127476" y="2545645"/>
              <a:ext cx="33908" cy="37338"/>
            </a:xfrm>
            <a:custGeom>
              <a:avLst/>
              <a:gdLst/>
              <a:ahLst/>
              <a:cxnLst/>
              <a:rect l="l" t="t" r="r" b="b"/>
              <a:pathLst>
                <a:path w="1048" h="1154" extrusionOk="0">
                  <a:moveTo>
                    <a:pt x="351" y="1"/>
                  </a:moveTo>
                  <a:cubicBezTo>
                    <a:pt x="305" y="1"/>
                    <a:pt x="259" y="12"/>
                    <a:pt x="214" y="34"/>
                  </a:cubicBezTo>
                  <a:cubicBezTo>
                    <a:pt x="48" y="129"/>
                    <a:pt x="0" y="319"/>
                    <a:pt x="95" y="462"/>
                  </a:cubicBezTo>
                  <a:lnTo>
                    <a:pt x="405" y="986"/>
                  </a:lnTo>
                  <a:cubicBezTo>
                    <a:pt x="467" y="1096"/>
                    <a:pt x="571" y="1154"/>
                    <a:pt x="675" y="1154"/>
                  </a:cubicBezTo>
                  <a:cubicBezTo>
                    <a:pt x="730" y="1154"/>
                    <a:pt x="785" y="1138"/>
                    <a:pt x="834" y="1105"/>
                  </a:cubicBezTo>
                  <a:cubicBezTo>
                    <a:pt x="976" y="1034"/>
                    <a:pt x="1048" y="820"/>
                    <a:pt x="953" y="701"/>
                  </a:cubicBezTo>
                  <a:lnTo>
                    <a:pt x="619" y="153"/>
                  </a:lnTo>
                  <a:cubicBezTo>
                    <a:pt x="553" y="54"/>
                    <a:pt x="454" y="1"/>
                    <a:pt x="351"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0" name="Google Shape;24850;p147"/>
            <p:cNvSpPr/>
            <p:nvPr/>
          </p:nvSpPr>
          <p:spPr>
            <a:xfrm>
              <a:off x="1081242" y="2591556"/>
              <a:ext cx="40088" cy="30770"/>
            </a:xfrm>
            <a:custGeom>
              <a:avLst/>
              <a:gdLst/>
              <a:ahLst/>
              <a:cxnLst/>
              <a:rect l="l" t="t" r="r" b="b"/>
              <a:pathLst>
                <a:path w="1239" h="951" extrusionOk="0">
                  <a:moveTo>
                    <a:pt x="356" y="0"/>
                  </a:moveTo>
                  <a:cubicBezTo>
                    <a:pt x="247" y="0"/>
                    <a:pt x="137" y="65"/>
                    <a:pt x="72" y="163"/>
                  </a:cubicBezTo>
                  <a:cubicBezTo>
                    <a:pt x="0" y="306"/>
                    <a:pt x="48" y="496"/>
                    <a:pt x="215" y="591"/>
                  </a:cubicBezTo>
                  <a:lnTo>
                    <a:pt x="738" y="901"/>
                  </a:lnTo>
                  <a:cubicBezTo>
                    <a:pt x="789" y="935"/>
                    <a:pt x="846" y="950"/>
                    <a:pt x="902" y="950"/>
                  </a:cubicBezTo>
                  <a:cubicBezTo>
                    <a:pt x="1004" y="950"/>
                    <a:pt x="1106" y="898"/>
                    <a:pt x="1167" y="806"/>
                  </a:cubicBezTo>
                  <a:cubicBezTo>
                    <a:pt x="1239" y="639"/>
                    <a:pt x="1191" y="472"/>
                    <a:pt x="1048" y="377"/>
                  </a:cubicBezTo>
                  <a:lnTo>
                    <a:pt x="500" y="44"/>
                  </a:lnTo>
                  <a:cubicBezTo>
                    <a:pt x="455" y="14"/>
                    <a:pt x="406" y="0"/>
                    <a:pt x="356"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1" name="Google Shape;24851;p147"/>
            <p:cNvSpPr/>
            <p:nvPr/>
          </p:nvSpPr>
          <p:spPr>
            <a:xfrm>
              <a:off x="1063511" y="2656912"/>
              <a:ext cx="41641" cy="20837"/>
            </a:xfrm>
            <a:custGeom>
              <a:avLst/>
              <a:gdLst/>
              <a:ahLst/>
              <a:cxnLst/>
              <a:rect l="l" t="t" r="r" b="b"/>
              <a:pathLst>
                <a:path w="1287" h="644" extrusionOk="0">
                  <a:moveTo>
                    <a:pt x="334" y="0"/>
                  </a:moveTo>
                  <a:cubicBezTo>
                    <a:pt x="167" y="0"/>
                    <a:pt x="0" y="143"/>
                    <a:pt x="0" y="310"/>
                  </a:cubicBezTo>
                  <a:cubicBezTo>
                    <a:pt x="0" y="500"/>
                    <a:pt x="167" y="643"/>
                    <a:pt x="334" y="643"/>
                  </a:cubicBezTo>
                  <a:lnTo>
                    <a:pt x="953" y="643"/>
                  </a:lnTo>
                  <a:cubicBezTo>
                    <a:pt x="1144" y="643"/>
                    <a:pt x="1286" y="500"/>
                    <a:pt x="1286" y="310"/>
                  </a:cubicBezTo>
                  <a:cubicBezTo>
                    <a:pt x="1286" y="143"/>
                    <a:pt x="1144" y="0"/>
                    <a:pt x="9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2" name="Google Shape;24852;p147"/>
            <p:cNvSpPr/>
            <p:nvPr/>
          </p:nvSpPr>
          <p:spPr>
            <a:xfrm>
              <a:off x="1081242" y="2711300"/>
              <a:ext cx="40088" cy="30673"/>
            </a:xfrm>
            <a:custGeom>
              <a:avLst/>
              <a:gdLst/>
              <a:ahLst/>
              <a:cxnLst/>
              <a:rect l="l" t="t" r="r" b="b"/>
              <a:pathLst>
                <a:path w="1239" h="948" extrusionOk="0">
                  <a:moveTo>
                    <a:pt x="870" y="1"/>
                  </a:moveTo>
                  <a:cubicBezTo>
                    <a:pt x="821" y="1"/>
                    <a:pt x="775" y="12"/>
                    <a:pt x="738" y="34"/>
                  </a:cubicBezTo>
                  <a:lnTo>
                    <a:pt x="215" y="367"/>
                  </a:lnTo>
                  <a:cubicBezTo>
                    <a:pt x="48" y="462"/>
                    <a:pt x="0" y="629"/>
                    <a:pt x="72" y="796"/>
                  </a:cubicBezTo>
                  <a:cubicBezTo>
                    <a:pt x="137" y="895"/>
                    <a:pt x="249" y="948"/>
                    <a:pt x="358" y="948"/>
                  </a:cubicBezTo>
                  <a:cubicBezTo>
                    <a:pt x="407" y="948"/>
                    <a:pt x="456" y="937"/>
                    <a:pt x="500" y="915"/>
                  </a:cubicBezTo>
                  <a:lnTo>
                    <a:pt x="1048" y="582"/>
                  </a:lnTo>
                  <a:cubicBezTo>
                    <a:pt x="1191" y="486"/>
                    <a:pt x="1239" y="320"/>
                    <a:pt x="1167" y="153"/>
                  </a:cubicBezTo>
                  <a:cubicBezTo>
                    <a:pt x="1101" y="54"/>
                    <a:pt x="979" y="1"/>
                    <a:pt x="870"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3" name="Google Shape;24853;p147"/>
            <p:cNvSpPr/>
            <p:nvPr/>
          </p:nvSpPr>
          <p:spPr>
            <a:xfrm>
              <a:off x="1127476" y="2750837"/>
              <a:ext cx="33908" cy="37111"/>
            </a:xfrm>
            <a:custGeom>
              <a:avLst/>
              <a:gdLst/>
              <a:ahLst/>
              <a:cxnLst/>
              <a:rect l="l" t="t" r="r" b="b"/>
              <a:pathLst>
                <a:path w="1048" h="1147" extrusionOk="0">
                  <a:moveTo>
                    <a:pt x="670" y="1"/>
                  </a:moveTo>
                  <a:cubicBezTo>
                    <a:pt x="568" y="1"/>
                    <a:pt x="466" y="53"/>
                    <a:pt x="405" y="145"/>
                  </a:cubicBezTo>
                  <a:lnTo>
                    <a:pt x="95" y="693"/>
                  </a:lnTo>
                  <a:cubicBezTo>
                    <a:pt x="0" y="836"/>
                    <a:pt x="48" y="1027"/>
                    <a:pt x="214" y="1098"/>
                  </a:cubicBezTo>
                  <a:cubicBezTo>
                    <a:pt x="263" y="1131"/>
                    <a:pt x="315" y="1147"/>
                    <a:pt x="366" y="1147"/>
                  </a:cubicBezTo>
                  <a:cubicBezTo>
                    <a:pt x="463" y="1147"/>
                    <a:pt x="557" y="1088"/>
                    <a:pt x="619" y="979"/>
                  </a:cubicBezTo>
                  <a:lnTo>
                    <a:pt x="953" y="455"/>
                  </a:lnTo>
                  <a:cubicBezTo>
                    <a:pt x="1048" y="312"/>
                    <a:pt x="976" y="122"/>
                    <a:pt x="834" y="50"/>
                  </a:cubicBezTo>
                  <a:cubicBezTo>
                    <a:pt x="783" y="16"/>
                    <a:pt x="726" y="1"/>
                    <a:pt x="670"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4" name="Google Shape;24854;p147"/>
            <p:cNvSpPr/>
            <p:nvPr/>
          </p:nvSpPr>
          <p:spPr>
            <a:xfrm>
              <a:off x="1193739" y="2767499"/>
              <a:ext cx="20060" cy="39764"/>
            </a:xfrm>
            <a:custGeom>
              <a:avLst/>
              <a:gdLst/>
              <a:ahLst/>
              <a:cxnLst/>
              <a:rect l="l" t="t" r="r" b="b"/>
              <a:pathLst>
                <a:path w="620" h="1229" extrusionOk="0">
                  <a:moveTo>
                    <a:pt x="419" y="1"/>
                  </a:moveTo>
                  <a:cubicBezTo>
                    <a:pt x="399" y="1"/>
                    <a:pt x="379" y="4"/>
                    <a:pt x="357" y="11"/>
                  </a:cubicBezTo>
                  <a:cubicBezTo>
                    <a:pt x="332" y="6"/>
                    <a:pt x="308" y="3"/>
                    <a:pt x="285" y="3"/>
                  </a:cubicBezTo>
                  <a:cubicBezTo>
                    <a:pt x="111" y="3"/>
                    <a:pt x="0" y="150"/>
                    <a:pt x="0" y="297"/>
                  </a:cubicBezTo>
                  <a:lnTo>
                    <a:pt x="0" y="916"/>
                  </a:lnTo>
                  <a:cubicBezTo>
                    <a:pt x="0" y="1093"/>
                    <a:pt x="143" y="1229"/>
                    <a:pt x="316" y="1229"/>
                  </a:cubicBezTo>
                  <a:cubicBezTo>
                    <a:pt x="330" y="1229"/>
                    <a:pt x="343" y="1228"/>
                    <a:pt x="357" y="1226"/>
                  </a:cubicBezTo>
                  <a:cubicBezTo>
                    <a:pt x="500" y="1202"/>
                    <a:pt x="619" y="1035"/>
                    <a:pt x="619" y="893"/>
                  </a:cubicBezTo>
                  <a:lnTo>
                    <a:pt x="619" y="273"/>
                  </a:lnTo>
                  <a:cubicBezTo>
                    <a:pt x="619" y="111"/>
                    <a:pt x="533" y="1"/>
                    <a:pt x="419"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5" name="Google Shape;24855;p147"/>
            <p:cNvSpPr/>
            <p:nvPr/>
          </p:nvSpPr>
          <p:spPr>
            <a:xfrm>
              <a:off x="1246897" y="2750837"/>
              <a:ext cx="33940" cy="37111"/>
            </a:xfrm>
            <a:custGeom>
              <a:avLst/>
              <a:gdLst/>
              <a:ahLst/>
              <a:cxnLst/>
              <a:rect l="l" t="t" r="r" b="b"/>
              <a:pathLst>
                <a:path w="1049" h="1147" extrusionOk="0">
                  <a:moveTo>
                    <a:pt x="371" y="1"/>
                  </a:moveTo>
                  <a:cubicBezTo>
                    <a:pt x="319" y="1"/>
                    <a:pt x="265" y="16"/>
                    <a:pt x="215" y="50"/>
                  </a:cubicBezTo>
                  <a:cubicBezTo>
                    <a:pt x="48" y="122"/>
                    <a:pt x="0" y="336"/>
                    <a:pt x="96" y="455"/>
                  </a:cubicBezTo>
                  <a:lnTo>
                    <a:pt x="405" y="979"/>
                  </a:lnTo>
                  <a:cubicBezTo>
                    <a:pt x="468" y="1088"/>
                    <a:pt x="571" y="1147"/>
                    <a:pt x="676" y="1147"/>
                  </a:cubicBezTo>
                  <a:cubicBezTo>
                    <a:pt x="730" y="1147"/>
                    <a:pt x="785" y="1131"/>
                    <a:pt x="834" y="1098"/>
                  </a:cubicBezTo>
                  <a:cubicBezTo>
                    <a:pt x="977" y="1027"/>
                    <a:pt x="1048" y="836"/>
                    <a:pt x="953" y="693"/>
                  </a:cubicBezTo>
                  <a:lnTo>
                    <a:pt x="619" y="145"/>
                  </a:lnTo>
                  <a:cubicBezTo>
                    <a:pt x="558" y="53"/>
                    <a:pt x="467" y="1"/>
                    <a:pt x="371"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6" name="Google Shape;24856;p147"/>
            <p:cNvSpPr/>
            <p:nvPr/>
          </p:nvSpPr>
          <p:spPr>
            <a:xfrm>
              <a:off x="1286176" y="2711300"/>
              <a:ext cx="40897" cy="30673"/>
            </a:xfrm>
            <a:custGeom>
              <a:avLst/>
              <a:gdLst/>
              <a:ahLst/>
              <a:cxnLst/>
              <a:rect l="l" t="t" r="r" b="b"/>
              <a:pathLst>
                <a:path w="1264" h="948" extrusionOk="0">
                  <a:moveTo>
                    <a:pt x="364" y="1"/>
                  </a:moveTo>
                  <a:cubicBezTo>
                    <a:pt x="262" y="1"/>
                    <a:pt x="162" y="54"/>
                    <a:pt x="96" y="153"/>
                  </a:cubicBezTo>
                  <a:cubicBezTo>
                    <a:pt x="1" y="320"/>
                    <a:pt x="72" y="486"/>
                    <a:pt x="215" y="582"/>
                  </a:cubicBezTo>
                  <a:lnTo>
                    <a:pt x="739" y="915"/>
                  </a:lnTo>
                  <a:cubicBezTo>
                    <a:pt x="791" y="937"/>
                    <a:pt x="842" y="948"/>
                    <a:pt x="892" y="948"/>
                  </a:cubicBezTo>
                  <a:cubicBezTo>
                    <a:pt x="1002" y="948"/>
                    <a:pt x="1102" y="895"/>
                    <a:pt x="1168" y="796"/>
                  </a:cubicBezTo>
                  <a:cubicBezTo>
                    <a:pt x="1263" y="629"/>
                    <a:pt x="1192" y="462"/>
                    <a:pt x="1049" y="367"/>
                  </a:cubicBezTo>
                  <a:lnTo>
                    <a:pt x="501" y="34"/>
                  </a:lnTo>
                  <a:cubicBezTo>
                    <a:pt x="457" y="12"/>
                    <a:pt x="410" y="1"/>
                    <a:pt x="364"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7" name="Google Shape;24857;p147"/>
            <p:cNvSpPr/>
            <p:nvPr/>
          </p:nvSpPr>
          <p:spPr>
            <a:xfrm>
              <a:off x="1302353" y="2656912"/>
              <a:ext cx="30867" cy="20837"/>
            </a:xfrm>
            <a:custGeom>
              <a:avLst/>
              <a:gdLst/>
              <a:ahLst/>
              <a:cxnLst/>
              <a:rect l="l" t="t" r="r" b="b"/>
              <a:pathLst>
                <a:path w="954" h="644" extrusionOk="0">
                  <a:moveTo>
                    <a:pt x="334" y="0"/>
                  </a:moveTo>
                  <a:cubicBezTo>
                    <a:pt x="168" y="0"/>
                    <a:pt x="1" y="143"/>
                    <a:pt x="1" y="334"/>
                  </a:cubicBezTo>
                  <a:cubicBezTo>
                    <a:pt x="1" y="500"/>
                    <a:pt x="168" y="643"/>
                    <a:pt x="334" y="643"/>
                  </a:cubicBezTo>
                  <a:lnTo>
                    <a:pt x="954" y="643"/>
                  </a:lnTo>
                  <a:lnTo>
                    <a:pt x="811" y="24"/>
                  </a:lnTo>
                  <a:lnTo>
                    <a:pt x="334" y="24"/>
                  </a:lnTo>
                  <a:lnTo>
                    <a:pt x="334"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8" name="Google Shape;24858;p147"/>
            <p:cNvSpPr/>
            <p:nvPr/>
          </p:nvSpPr>
          <p:spPr>
            <a:xfrm>
              <a:off x="1203736" y="2526685"/>
              <a:ext cx="10062" cy="40411"/>
            </a:xfrm>
            <a:custGeom>
              <a:avLst/>
              <a:gdLst/>
              <a:ahLst/>
              <a:cxnLst/>
              <a:rect l="l" t="t" r="r" b="b"/>
              <a:pathLst>
                <a:path w="311" h="1249" extrusionOk="0">
                  <a:moveTo>
                    <a:pt x="1" y="1"/>
                  </a:moveTo>
                  <a:lnTo>
                    <a:pt x="1" y="1239"/>
                  </a:lnTo>
                  <a:cubicBezTo>
                    <a:pt x="26" y="1245"/>
                    <a:pt x="50" y="1248"/>
                    <a:pt x="72" y="1248"/>
                  </a:cubicBezTo>
                  <a:cubicBezTo>
                    <a:pt x="220" y="1248"/>
                    <a:pt x="310" y="1119"/>
                    <a:pt x="310" y="953"/>
                  </a:cubicBezTo>
                  <a:lnTo>
                    <a:pt x="310" y="334"/>
                  </a:lnTo>
                  <a:cubicBezTo>
                    <a:pt x="310" y="143"/>
                    <a:pt x="167" y="1"/>
                    <a:pt x="1"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9" name="Google Shape;24859;p147"/>
            <p:cNvSpPr/>
            <p:nvPr/>
          </p:nvSpPr>
          <p:spPr>
            <a:xfrm>
              <a:off x="1203736" y="2765526"/>
              <a:ext cx="10062" cy="40185"/>
            </a:xfrm>
            <a:custGeom>
              <a:avLst/>
              <a:gdLst/>
              <a:ahLst/>
              <a:cxnLst/>
              <a:rect l="l" t="t" r="r" b="b"/>
              <a:pathLst>
                <a:path w="311" h="1242" extrusionOk="0">
                  <a:moveTo>
                    <a:pt x="1" y="1"/>
                  </a:moveTo>
                  <a:lnTo>
                    <a:pt x="1" y="1239"/>
                  </a:lnTo>
                  <a:cubicBezTo>
                    <a:pt x="13" y="1241"/>
                    <a:pt x="25" y="1242"/>
                    <a:pt x="37" y="1242"/>
                  </a:cubicBezTo>
                  <a:cubicBezTo>
                    <a:pt x="206" y="1242"/>
                    <a:pt x="310" y="1087"/>
                    <a:pt x="310" y="954"/>
                  </a:cubicBezTo>
                  <a:lnTo>
                    <a:pt x="310" y="334"/>
                  </a:lnTo>
                  <a:cubicBezTo>
                    <a:pt x="310" y="144"/>
                    <a:pt x="167" y="1"/>
                    <a:pt x="1"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0" name="Google Shape;24860;p147"/>
            <p:cNvSpPr/>
            <p:nvPr/>
          </p:nvSpPr>
          <p:spPr>
            <a:xfrm>
              <a:off x="1209139" y="2666877"/>
              <a:ext cx="64742" cy="44003"/>
            </a:xfrm>
            <a:custGeom>
              <a:avLst/>
              <a:gdLst/>
              <a:ahLst/>
              <a:cxnLst/>
              <a:rect l="l" t="t" r="r" b="b"/>
              <a:pathLst>
                <a:path w="2001" h="1360" extrusionOk="0">
                  <a:moveTo>
                    <a:pt x="343" y="1"/>
                  </a:moveTo>
                  <a:cubicBezTo>
                    <a:pt x="241" y="1"/>
                    <a:pt x="143" y="59"/>
                    <a:pt x="96" y="168"/>
                  </a:cubicBezTo>
                  <a:cubicBezTo>
                    <a:pt x="0" y="311"/>
                    <a:pt x="48" y="478"/>
                    <a:pt x="215" y="573"/>
                  </a:cubicBezTo>
                  <a:lnTo>
                    <a:pt x="1477" y="1312"/>
                  </a:lnTo>
                  <a:cubicBezTo>
                    <a:pt x="1525" y="1359"/>
                    <a:pt x="1572" y="1359"/>
                    <a:pt x="1644" y="1359"/>
                  </a:cubicBezTo>
                  <a:cubicBezTo>
                    <a:pt x="1763" y="1359"/>
                    <a:pt x="1882" y="1288"/>
                    <a:pt x="1906" y="1192"/>
                  </a:cubicBezTo>
                  <a:cubicBezTo>
                    <a:pt x="2001" y="1050"/>
                    <a:pt x="1929" y="883"/>
                    <a:pt x="1786" y="788"/>
                  </a:cubicBezTo>
                  <a:lnTo>
                    <a:pt x="500" y="49"/>
                  </a:lnTo>
                  <a:cubicBezTo>
                    <a:pt x="451" y="17"/>
                    <a:pt x="397" y="1"/>
                    <a:pt x="343"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1" name="Google Shape;24861;p147"/>
            <p:cNvSpPr/>
            <p:nvPr/>
          </p:nvSpPr>
          <p:spPr>
            <a:xfrm>
              <a:off x="1155204" y="2592915"/>
              <a:ext cx="50118" cy="67104"/>
            </a:xfrm>
            <a:custGeom>
              <a:avLst/>
              <a:gdLst/>
              <a:ahLst/>
              <a:cxnLst/>
              <a:rect l="l" t="t" r="r" b="b"/>
              <a:pathLst>
                <a:path w="1549" h="2074" extrusionOk="0">
                  <a:moveTo>
                    <a:pt x="372" y="1"/>
                  </a:moveTo>
                  <a:cubicBezTo>
                    <a:pt x="318" y="1"/>
                    <a:pt x="264" y="17"/>
                    <a:pt x="215" y="49"/>
                  </a:cubicBezTo>
                  <a:cubicBezTo>
                    <a:pt x="72" y="121"/>
                    <a:pt x="0" y="311"/>
                    <a:pt x="96" y="454"/>
                  </a:cubicBezTo>
                  <a:lnTo>
                    <a:pt x="929" y="1907"/>
                  </a:lnTo>
                  <a:cubicBezTo>
                    <a:pt x="977" y="2002"/>
                    <a:pt x="1072" y="2073"/>
                    <a:pt x="1191" y="2073"/>
                  </a:cubicBezTo>
                  <a:cubicBezTo>
                    <a:pt x="1263" y="2073"/>
                    <a:pt x="1310" y="2026"/>
                    <a:pt x="1334" y="2026"/>
                  </a:cubicBezTo>
                  <a:cubicBezTo>
                    <a:pt x="1501" y="1954"/>
                    <a:pt x="1548" y="1764"/>
                    <a:pt x="1453" y="1621"/>
                  </a:cubicBezTo>
                  <a:lnTo>
                    <a:pt x="620" y="168"/>
                  </a:lnTo>
                  <a:cubicBezTo>
                    <a:pt x="573" y="59"/>
                    <a:pt x="474" y="1"/>
                    <a:pt x="372"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2" name="Google Shape;24862;p147"/>
            <p:cNvSpPr/>
            <p:nvPr/>
          </p:nvSpPr>
          <p:spPr>
            <a:xfrm>
              <a:off x="1179082" y="2642255"/>
              <a:ext cx="50118" cy="50118"/>
            </a:xfrm>
            <a:custGeom>
              <a:avLst/>
              <a:gdLst/>
              <a:ahLst/>
              <a:cxnLst/>
              <a:rect l="l" t="t" r="r" b="b"/>
              <a:pathLst>
                <a:path w="1549" h="1549" extrusionOk="0">
                  <a:moveTo>
                    <a:pt x="787" y="1"/>
                  </a:moveTo>
                  <a:cubicBezTo>
                    <a:pt x="358" y="1"/>
                    <a:pt x="1" y="334"/>
                    <a:pt x="1" y="763"/>
                  </a:cubicBezTo>
                  <a:cubicBezTo>
                    <a:pt x="1" y="1191"/>
                    <a:pt x="334" y="1549"/>
                    <a:pt x="787" y="1549"/>
                  </a:cubicBezTo>
                  <a:cubicBezTo>
                    <a:pt x="1191" y="1549"/>
                    <a:pt x="1549" y="1191"/>
                    <a:pt x="1549" y="763"/>
                  </a:cubicBezTo>
                  <a:cubicBezTo>
                    <a:pt x="1549" y="358"/>
                    <a:pt x="1215" y="1"/>
                    <a:pt x="78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3" name="Google Shape;24863;p147"/>
            <p:cNvSpPr/>
            <p:nvPr/>
          </p:nvSpPr>
          <p:spPr>
            <a:xfrm>
              <a:off x="1204513" y="2642255"/>
              <a:ext cx="24687" cy="50894"/>
            </a:xfrm>
            <a:custGeom>
              <a:avLst/>
              <a:gdLst/>
              <a:ahLst/>
              <a:cxnLst/>
              <a:rect l="l" t="t" r="r" b="b"/>
              <a:pathLst>
                <a:path w="763" h="1573" extrusionOk="0">
                  <a:moveTo>
                    <a:pt x="1" y="1"/>
                  </a:moveTo>
                  <a:lnTo>
                    <a:pt x="1" y="1572"/>
                  </a:lnTo>
                  <a:cubicBezTo>
                    <a:pt x="405" y="1549"/>
                    <a:pt x="763" y="1191"/>
                    <a:pt x="763" y="763"/>
                  </a:cubicBezTo>
                  <a:cubicBezTo>
                    <a:pt x="763" y="334"/>
                    <a:pt x="405" y="1"/>
                    <a:pt x="1"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4" name="Google Shape;24864;p147"/>
            <p:cNvSpPr/>
            <p:nvPr/>
          </p:nvSpPr>
          <p:spPr>
            <a:xfrm>
              <a:off x="1028827" y="2494331"/>
              <a:ext cx="346781" cy="346749"/>
            </a:xfrm>
            <a:custGeom>
              <a:avLst/>
              <a:gdLst/>
              <a:ahLst/>
              <a:cxnLst/>
              <a:rect l="l" t="t" r="r" b="b"/>
              <a:pathLst>
                <a:path w="10718" h="10717" extrusionOk="0">
                  <a:moveTo>
                    <a:pt x="5359" y="0"/>
                  </a:moveTo>
                  <a:cubicBezTo>
                    <a:pt x="3930" y="0"/>
                    <a:pt x="2597" y="548"/>
                    <a:pt x="1596" y="1572"/>
                  </a:cubicBezTo>
                  <a:cubicBezTo>
                    <a:pt x="572" y="2572"/>
                    <a:pt x="1" y="3930"/>
                    <a:pt x="1" y="5359"/>
                  </a:cubicBezTo>
                  <a:cubicBezTo>
                    <a:pt x="1" y="6787"/>
                    <a:pt x="572" y="8121"/>
                    <a:pt x="1596" y="9121"/>
                  </a:cubicBezTo>
                  <a:cubicBezTo>
                    <a:pt x="2597" y="10145"/>
                    <a:pt x="3930" y="10717"/>
                    <a:pt x="5359" y="10717"/>
                  </a:cubicBezTo>
                  <a:cubicBezTo>
                    <a:pt x="6788" y="10717"/>
                    <a:pt x="8145" y="10145"/>
                    <a:pt x="9146" y="9121"/>
                  </a:cubicBezTo>
                  <a:cubicBezTo>
                    <a:pt x="10170" y="8121"/>
                    <a:pt x="10717" y="6787"/>
                    <a:pt x="10717" y="5359"/>
                  </a:cubicBezTo>
                  <a:cubicBezTo>
                    <a:pt x="10717" y="5168"/>
                    <a:pt x="10574" y="5049"/>
                    <a:pt x="10408" y="5049"/>
                  </a:cubicBezTo>
                  <a:lnTo>
                    <a:pt x="9217" y="5049"/>
                  </a:lnTo>
                  <a:lnTo>
                    <a:pt x="9217" y="5335"/>
                  </a:lnTo>
                  <a:lnTo>
                    <a:pt x="9241" y="5335"/>
                  </a:lnTo>
                  <a:cubicBezTo>
                    <a:pt x="9241" y="7454"/>
                    <a:pt x="7502" y="9193"/>
                    <a:pt x="5407" y="9193"/>
                  </a:cubicBezTo>
                  <a:cubicBezTo>
                    <a:pt x="3287" y="9193"/>
                    <a:pt x="1596" y="7454"/>
                    <a:pt x="1549" y="5335"/>
                  </a:cubicBezTo>
                  <a:cubicBezTo>
                    <a:pt x="1549" y="3239"/>
                    <a:pt x="3287" y="1501"/>
                    <a:pt x="5407" y="1501"/>
                  </a:cubicBezTo>
                  <a:cubicBezTo>
                    <a:pt x="6073" y="1501"/>
                    <a:pt x="6740" y="1691"/>
                    <a:pt x="7312" y="2025"/>
                  </a:cubicBezTo>
                  <a:lnTo>
                    <a:pt x="7121" y="2191"/>
                  </a:lnTo>
                  <a:cubicBezTo>
                    <a:pt x="7074" y="2263"/>
                    <a:pt x="7026" y="2334"/>
                    <a:pt x="7026" y="2429"/>
                  </a:cubicBezTo>
                  <a:cubicBezTo>
                    <a:pt x="7026" y="2572"/>
                    <a:pt x="7145" y="2691"/>
                    <a:pt x="7312" y="2739"/>
                  </a:cubicBezTo>
                  <a:lnTo>
                    <a:pt x="9026" y="2906"/>
                  </a:lnTo>
                  <a:cubicBezTo>
                    <a:pt x="9122" y="2906"/>
                    <a:pt x="9217" y="2882"/>
                    <a:pt x="9288" y="2810"/>
                  </a:cubicBezTo>
                  <a:cubicBezTo>
                    <a:pt x="9360" y="2763"/>
                    <a:pt x="9384" y="2668"/>
                    <a:pt x="9384" y="2548"/>
                  </a:cubicBezTo>
                  <a:lnTo>
                    <a:pt x="9217" y="834"/>
                  </a:lnTo>
                  <a:cubicBezTo>
                    <a:pt x="9217" y="715"/>
                    <a:pt x="9122" y="620"/>
                    <a:pt x="9003" y="548"/>
                  </a:cubicBezTo>
                  <a:cubicBezTo>
                    <a:pt x="8973" y="542"/>
                    <a:pt x="8943" y="539"/>
                    <a:pt x="8914" y="539"/>
                  </a:cubicBezTo>
                  <a:cubicBezTo>
                    <a:pt x="8826" y="539"/>
                    <a:pt x="8741" y="566"/>
                    <a:pt x="8669" y="620"/>
                  </a:cubicBezTo>
                  <a:lnTo>
                    <a:pt x="8384" y="905"/>
                  </a:lnTo>
                  <a:cubicBezTo>
                    <a:pt x="7479" y="310"/>
                    <a:pt x="6431" y="0"/>
                    <a:pt x="5359" y="0"/>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5" name="Google Shape;24865;p147"/>
            <p:cNvSpPr/>
            <p:nvPr/>
          </p:nvSpPr>
          <p:spPr>
            <a:xfrm>
              <a:off x="1203736" y="2494331"/>
              <a:ext cx="129485" cy="94024"/>
            </a:xfrm>
            <a:custGeom>
              <a:avLst/>
              <a:gdLst/>
              <a:ahLst/>
              <a:cxnLst/>
              <a:rect l="l" t="t" r="r" b="b"/>
              <a:pathLst>
                <a:path w="4002" h="2906" extrusionOk="0">
                  <a:moveTo>
                    <a:pt x="1" y="0"/>
                  </a:moveTo>
                  <a:lnTo>
                    <a:pt x="1" y="1501"/>
                  </a:lnTo>
                  <a:cubicBezTo>
                    <a:pt x="715" y="1501"/>
                    <a:pt x="1358" y="1691"/>
                    <a:pt x="1930" y="2025"/>
                  </a:cubicBezTo>
                  <a:lnTo>
                    <a:pt x="1739" y="2191"/>
                  </a:lnTo>
                  <a:cubicBezTo>
                    <a:pt x="1692" y="2263"/>
                    <a:pt x="1644" y="2334"/>
                    <a:pt x="1644" y="2429"/>
                  </a:cubicBezTo>
                  <a:cubicBezTo>
                    <a:pt x="1644" y="2572"/>
                    <a:pt x="1787" y="2691"/>
                    <a:pt x="1930" y="2739"/>
                  </a:cubicBezTo>
                  <a:lnTo>
                    <a:pt x="3644" y="2906"/>
                  </a:lnTo>
                  <a:cubicBezTo>
                    <a:pt x="3740" y="2906"/>
                    <a:pt x="3835" y="2882"/>
                    <a:pt x="3930" y="2810"/>
                  </a:cubicBezTo>
                  <a:cubicBezTo>
                    <a:pt x="3978" y="2763"/>
                    <a:pt x="4002" y="2668"/>
                    <a:pt x="4002" y="2548"/>
                  </a:cubicBezTo>
                  <a:lnTo>
                    <a:pt x="3835" y="834"/>
                  </a:lnTo>
                  <a:cubicBezTo>
                    <a:pt x="3835" y="715"/>
                    <a:pt x="3740" y="620"/>
                    <a:pt x="3620" y="548"/>
                  </a:cubicBezTo>
                  <a:cubicBezTo>
                    <a:pt x="3591" y="542"/>
                    <a:pt x="3561" y="539"/>
                    <a:pt x="3532" y="539"/>
                  </a:cubicBezTo>
                  <a:cubicBezTo>
                    <a:pt x="3443" y="539"/>
                    <a:pt x="3359" y="566"/>
                    <a:pt x="3287" y="620"/>
                  </a:cubicBezTo>
                  <a:lnTo>
                    <a:pt x="3001" y="905"/>
                  </a:lnTo>
                  <a:cubicBezTo>
                    <a:pt x="2096" y="310"/>
                    <a:pt x="1072" y="0"/>
                    <a:pt x="1" y="0"/>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6" name="Google Shape;24866;p147"/>
            <p:cNvSpPr/>
            <p:nvPr/>
          </p:nvSpPr>
          <p:spPr>
            <a:xfrm>
              <a:off x="1204513" y="2656912"/>
              <a:ext cx="173390" cy="184165"/>
            </a:xfrm>
            <a:custGeom>
              <a:avLst/>
              <a:gdLst/>
              <a:ahLst/>
              <a:cxnLst/>
              <a:rect l="l" t="t" r="r" b="b"/>
              <a:pathLst>
                <a:path w="5359" h="5692" extrusionOk="0">
                  <a:moveTo>
                    <a:pt x="3835" y="0"/>
                  </a:moveTo>
                  <a:lnTo>
                    <a:pt x="3835" y="334"/>
                  </a:lnTo>
                  <a:cubicBezTo>
                    <a:pt x="3835" y="2429"/>
                    <a:pt x="2096" y="4168"/>
                    <a:pt x="1" y="4168"/>
                  </a:cubicBezTo>
                  <a:lnTo>
                    <a:pt x="1" y="5692"/>
                  </a:lnTo>
                  <a:cubicBezTo>
                    <a:pt x="1429" y="5692"/>
                    <a:pt x="2763" y="5120"/>
                    <a:pt x="3763" y="4096"/>
                  </a:cubicBezTo>
                  <a:cubicBezTo>
                    <a:pt x="4787" y="3096"/>
                    <a:pt x="5359" y="1762"/>
                    <a:pt x="5359" y="334"/>
                  </a:cubicBezTo>
                  <a:cubicBezTo>
                    <a:pt x="5335" y="143"/>
                    <a:pt x="5192" y="0"/>
                    <a:pt x="5025" y="0"/>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67" name="Google Shape;24867;p147"/>
          <p:cNvGrpSpPr/>
          <p:nvPr/>
        </p:nvGrpSpPr>
        <p:grpSpPr>
          <a:xfrm>
            <a:off x="1030335" y="2908136"/>
            <a:ext cx="346731" cy="347507"/>
            <a:chOff x="1054614" y="3128406"/>
            <a:chExt cx="319420" cy="320136"/>
          </a:xfrm>
        </p:grpSpPr>
        <p:sp>
          <p:nvSpPr>
            <p:cNvPr id="24868" name="Google Shape;24868;p147"/>
            <p:cNvSpPr/>
            <p:nvPr/>
          </p:nvSpPr>
          <p:spPr>
            <a:xfrm>
              <a:off x="1169602" y="3176690"/>
              <a:ext cx="18479" cy="38359"/>
            </a:xfrm>
            <a:custGeom>
              <a:avLst/>
              <a:gdLst/>
              <a:ahLst/>
              <a:cxnLst/>
              <a:rect l="l" t="t" r="r" b="b"/>
              <a:pathLst>
                <a:path w="620" h="1287" extrusionOk="0">
                  <a:moveTo>
                    <a:pt x="0" y="0"/>
                  </a:moveTo>
                  <a:lnTo>
                    <a:pt x="0" y="1286"/>
                  </a:lnTo>
                  <a:lnTo>
                    <a:pt x="620" y="1286"/>
                  </a:lnTo>
                  <a:lnTo>
                    <a:pt x="620"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9" name="Google Shape;24869;p147"/>
            <p:cNvSpPr/>
            <p:nvPr/>
          </p:nvSpPr>
          <p:spPr>
            <a:xfrm>
              <a:off x="1179527" y="3176690"/>
              <a:ext cx="9985" cy="38359"/>
            </a:xfrm>
            <a:custGeom>
              <a:avLst/>
              <a:gdLst/>
              <a:ahLst/>
              <a:cxnLst/>
              <a:rect l="l" t="t" r="r" b="b"/>
              <a:pathLst>
                <a:path w="335" h="1287" extrusionOk="0">
                  <a:moveTo>
                    <a:pt x="1" y="0"/>
                  </a:moveTo>
                  <a:lnTo>
                    <a:pt x="1" y="1286"/>
                  </a:lnTo>
                  <a:lnTo>
                    <a:pt x="334" y="1286"/>
                  </a:lnTo>
                  <a:lnTo>
                    <a:pt x="334"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0" name="Google Shape;24870;p147"/>
            <p:cNvSpPr/>
            <p:nvPr/>
          </p:nvSpPr>
          <p:spPr>
            <a:xfrm>
              <a:off x="1251923" y="3214304"/>
              <a:ext cx="40505" cy="40475"/>
            </a:xfrm>
            <a:custGeom>
              <a:avLst/>
              <a:gdLst/>
              <a:ahLst/>
              <a:cxnLst/>
              <a:rect l="l" t="t" r="r" b="b"/>
              <a:pathLst>
                <a:path w="1359" h="1358" extrusionOk="0">
                  <a:moveTo>
                    <a:pt x="906" y="0"/>
                  </a:moveTo>
                  <a:lnTo>
                    <a:pt x="1" y="905"/>
                  </a:lnTo>
                  <a:lnTo>
                    <a:pt x="453" y="1358"/>
                  </a:lnTo>
                  <a:lnTo>
                    <a:pt x="1358" y="453"/>
                  </a:lnTo>
                  <a:lnTo>
                    <a:pt x="906"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1" name="Google Shape;24871;p147"/>
            <p:cNvSpPr/>
            <p:nvPr/>
          </p:nvSpPr>
          <p:spPr>
            <a:xfrm>
              <a:off x="1066685" y="3214304"/>
              <a:ext cx="39760" cy="40475"/>
            </a:xfrm>
            <a:custGeom>
              <a:avLst/>
              <a:gdLst/>
              <a:ahLst/>
              <a:cxnLst/>
              <a:rect l="l" t="t" r="r" b="b"/>
              <a:pathLst>
                <a:path w="1334" h="1358" extrusionOk="0">
                  <a:moveTo>
                    <a:pt x="453" y="0"/>
                  </a:moveTo>
                  <a:lnTo>
                    <a:pt x="0" y="453"/>
                  </a:lnTo>
                  <a:lnTo>
                    <a:pt x="905" y="1358"/>
                  </a:lnTo>
                  <a:lnTo>
                    <a:pt x="1334" y="905"/>
                  </a:lnTo>
                  <a:lnTo>
                    <a:pt x="453"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2" name="Google Shape;24872;p147"/>
            <p:cNvSpPr/>
            <p:nvPr/>
          </p:nvSpPr>
          <p:spPr>
            <a:xfrm>
              <a:off x="1067400" y="3215019"/>
              <a:ext cx="223597" cy="223597"/>
            </a:xfrm>
            <a:custGeom>
              <a:avLst/>
              <a:gdLst/>
              <a:ahLst/>
              <a:cxnLst/>
              <a:rect l="l" t="t" r="r" b="b"/>
              <a:pathLst>
                <a:path w="7502" h="7502" extrusionOk="0">
                  <a:moveTo>
                    <a:pt x="3763" y="0"/>
                  </a:moveTo>
                  <a:cubicBezTo>
                    <a:pt x="1691" y="0"/>
                    <a:pt x="0" y="1691"/>
                    <a:pt x="0" y="3763"/>
                  </a:cubicBezTo>
                  <a:cubicBezTo>
                    <a:pt x="0" y="5835"/>
                    <a:pt x="1691" y="7502"/>
                    <a:pt x="3763" y="7502"/>
                  </a:cubicBezTo>
                  <a:cubicBezTo>
                    <a:pt x="5835" y="7502"/>
                    <a:pt x="7502" y="5835"/>
                    <a:pt x="7502" y="3763"/>
                  </a:cubicBezTo>
                  <a:cubicBezTo>
                    <a:pt x="7502" y="1691"/>
                    <a:pt x="5835" y="0"/>
                    <a:pt x="376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3" name="Google Shape;24873;p147"/>
            <p:cNvSpPr/>
            <p:nvPr/>
          </p:nvSpPr>
          <p:spPr>
            <a:xfrm>
              <a:off x="1179527" y="3214304"/>
              <a:ext cx="111471" cy="225028"/>
            </a:xfrm>
            <a:custGeom>
              <a:avLst/>
              <a:gdLst/>
              <a:ahLst/>
              <a:cxnLst/>
              <a:rect l="l" t="t" r="r" b="b"/>
              <a:pathLst>
                <a:path w="3740" h="7550" extrusionOk="0">
                  <a:moveTo>
                    <a:pt x="1" y="0"/>
                  </a:moveTo>
                  <a:lnTo>
                    <a:pt x="1" y="7549"/>
                  </a:lnTo>
                  <a:cubicBezTo>
                    <a:pt x="2073" y="7549"/>
                    <a:pt x="3740" y="5835"/>
                    <a:pt x="3740" y="3787"/>
                  </a:cubicBezTo>
                  <a:cubicBezTo>
                    <a:pt x="3740" y="1715"/>
                    <a:pt x="2049" y="48"/>
                    <a:pt x="1"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4" name="Google Shape;24874;p147"/>
            <p:cNvSpPr/>
            <p:nvPr/>
          </p:nvSpPr>
          <p:spPr>
            <a:xfrm>
              <a:off x="1066685" y="3317220"/>
              <a:ext cx="29119" cy="19194"/>
            </a:xfrm>
            <a:custGeom>
              <a:avLst/>
              <a:gdLst/>
              <a:ahLst/>
              <a:cxnLst/>
              <a:rect l="l" t="t" r="r" b="b"/>
              <a:pathLst>
                <a:path w="977" h="644" extrusionOk="0">
                  <a:moveTo>
                    <a:pt x="0" y="0"/>
                  </a:moveTo>
                  <a:lnTo>
                    <a:pt x="0" y="643"/>
                  </a:lnTo>
                  <a:lnTo>
                    <a:pt x="643" y="643"/>
                  </a:lnTo>
                  <a:cubicBezTo>
                    <a:pt x="834" y="643"/>
                    <a:pt x="977" y="453"/>
                    <a:pt x="953" y="286"/>
                  </a:cubicBezTo>
                  <a:cubicBezTo>
                    <a:pt x="929" y="119"/>
                    <a:pt x="786" y="0"/>
                    <a:pt x="619"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5" name="Google Shape;24875;p147"/>
            <p:cNvSpPr/>
            <p:nvPr/>
          </p:nvSpPr>
          <p:spPr>
            <a:xfrm>
              <a:off x="1250522" y="3263273"/>
              <a:ext cx="30550" cy="27003"/>
            </a:xfrm>
            <a:custGeom>
              <a:avLst/>
              <a:gdLst/>
              <a:ahLst/>
              <a:cxnLst/>
              <a:rect l="l" t="t" r="r" b="b"/>
              <a:pathLst>
                <a:path w="1025" h="906" extrusionOk="0">
                  <a:moveTo>
                    <a:pt x="738" y="0"/>
                  </a:moveTo>
                  <a:lnTo>
                    <a:pt x="191" y="334"/>
                  </a:lnTo>
                  <a:cubicBezTo>
                    <a:pt x="48" y="429"/>
                    <a:pt x="0" y="596"/>
                    <a:pt x="72" y="739"/>
                  </a:cubicBezTo>
                  <a:cubicBezTo>
                    <a:pt x="143" y="834"/>
                    <a:pt x="238" y="905"/>
                    <a:pt x="357" y="905"/>
                  </a:cubicBezTo>
                  <a:cubicBezTo>
                    <a:pt x="405" y="905"/>
                    <a:pt x="429" y="905"/>
                    <a:pt x="500" y="858"/>
                  </a:cubicBezTo>
                  <a:lnTo>
                    <a:pt x="1024" y="548"/>
                  </a:lnTo>
                  <a:lnTo>
                    <a:pt x="738"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6" name="Google Shape;24876;p147"/>
            <p:cNvSpPr/>
            <p:nvPr/>
          </p:nvSpPr>
          <p:spPr>
            <a:xfrm>
              <a:off x="1077325" y="3364193"/>
              <a:ext cx="31265" cy="26854"/>
            </a:xfrm>
            <a:custGeom>
              <a:avLst/>
              <a:gdLst/>
              <a:ahLst/>
              <a:cxnLst/>
              <a:rect l="l" t="t" r="r" b="b"/>
              <a:pathLst>
                <a:path w="1049" h="901" extrusionOk="0">
                  <a:moveTo>
                    <a:pt x="687" y="0"/>
                  </a:moveTo>
                  <a:cubicBezTo>
                    <a:pt x="640" y="0"/>
                    <a:pt x="593" y="14"/>
                    <a:pt x="548" y="44"/>
                  </a:cubicBezTo>
                  <a:lnTo>
                    <a:pt x="0" y="377"/>
                  </a:lnTo>
                  <a:lnTo>
                    <a:pt x="310" y="901"/>
                  </a:lnTo>
                  <a:lnTo>
                    <a:pt x="834" y="568"/>
                  </a:lnTo>
                  <a:cubicBezTo>
                    <a:pt x="977" y="496"/>
                    <a:pt x="1048" y="306"/>
                    <a:pt x="953" y="163"/>
                  </a:cubicBezTo>
                  <a:cubicBezTo>
                    <a:pt x="888" y="65"/>
                    <a:pt x="789" y="0"/>
                    <a:pt x="687"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7" name="Google Shape;24877;p147"/>
            <p:cNvSpPr/>
            <p:nvPr/>
          </p:nvSpPr>
          <p:spPr>
            <a:xfrm>
              <a:off x="1215024" y="3226375"/>
              <a:ext cx="28434" cy="29119"/>
            </a:xfrm>
            <a:custGeom>
              <a:avLst/>
              <a:gdLst/>
              <a:ahLst/>
              <a:cxnLst/>
              <a:rect l="l" t="t" r="r" b="b"/>
              <a:pathLst>
                <a:path w="954" h="977" extrusionOk="0">
                  <a:moveTo>
                    <a:pt x="405" y="0"/>
                  </a:moveTo>
                  <a:lnTo>
                    <a:pt x="96" y="524"/>
                  </a:lnTo>
                  <a:cubicBezTo>
                    <a:pt x="1" y="667"/>
                    <a:pt x="48" y="857"/>
                    <a:pt x="215" y="953"/>
                  </a:cubicBezTo>
                  <a:cubicBezTo>
                    <a:pt x="239" y="976"/>
                    <a:pt x="286" y="976"/>
                    <a:pt x="358" y="976"/>
                  </a:cubicBezTo>
                  <a:cubicBezTo>
                    <a:pt x="477" y="976"/>
                    <a:pt x="572" y="905"/>
                    <a:pt x="620" y="834"/>
                  </a:cubicBezTo>
                  <a:lnTo>
                    <a:pt x="953" y="286"/>
                  </a:lnTo>
                  <a:lnTo>
                    <a:pt x="405"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8" name="Google Shape;24878;p147"/>
            <p:cNvSpPr/>
            <p:nvPr/>
          </p:nvSpPr>
          <p:spPr>
            <a:xfrm>
              <a:off x="1115655" y="3398827"/>
              <a:ext cx="28434" cy="29865"/>
            </a:xfrm>
            <a:custGeom>
              <a:avLst/>
              <a:gdLst/>
              <a:ahLst/>
              <a:cxnLst/>
              <a:rect l="l" t="t" r="r" b="b"/>
              <a:pathLst>
                <a:path w="954" h="1002" extrusionOk="0">
                  <a:moveTo>
                    <a:pt x="582" y="0"/>
                  </a:moveTo>
                  <a:cubicBezTo>
                    <a:pt x="479" y="0"/>
                    <a:pt x="381" y="58"/>
                    <a:pt x="334" y="168"/>
                  </a:cubicBezTo>
                  <a:lnTo>
                    <a:pt x="0" y="692"/>
                  </a:lnTo>
                  <a:lnTo>
                    <a:pt x="524" y="1001"/>
                  </a:lnTo>
                  <a:lnTo>
                    <a:pt x="858" y="453"/>
                  </a:lnTo>
                  <a:cubicBezTo>
                    <a:pt x="953" y="311"/>
                    <a:pt x="882" y="120"/>
                    <a:pt x="739" y="49"/>
                  </a:cubicBezTo>
                  <a:cubicBezTo>
                    <a:pt x="690" y="16"/>
                    <a:pt x="635" y="0"/>
                    <a:pt x="582"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9" name="Google Shape;24879;p147"/>
            <p:cNvSpPr/>
            <p:nvPr/>
          </p:nvSpPr>
          <p:spPr>
            <a:xfrm>
              <a:off x="1169602" y="3215705"/>
              <a:ext cx="18479" cy="27272"/>
            </a:xfrm>
            <a:custGeom>
              <a:avLst/>
              <a:gdLst/>
              <a:ahLst/>
              <a:cxnLst/>
              <a:rect l="l" t="t" r="r" b="b"/>
              <a:pathLst>
                <a:path w="620" h="915" extrusionOk="0">
                  <a:moveTo>
                    <a:pt x="0" y="1"/>
                  </a:moveTo>
                  <a:lnTo>
                    <a:pt x="0" y="620"/>
                  </a:lnTo>
                  <a:cubicBezTo>
                    <a:pt x="0" y="767"/>
                    <a:pt x="149" y="914"/>
                    <a:pt x="298" y="914"/>
                  </a:cubicBezTo>
                  <a:cubicBezTo>
                    <a:pt x="318" y="914"/>
                    <a:pt x="338" y="911"/>
                    <a:pt x="358" y="906"/>
                  </a:cubicBezTo>
                  <a:cubicBezTo>
                    <a:pt x="500" y="882"/>
                    <a:pt x="620" y="739"/>
                    <a:pt x="620" y="596"/>
                  </a:cubicBezTo>
                  <a:lnTo>
                    <a:pt x="620"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0" name="Google Shape;24880;p147"/>
            <p:cNvSpPr/>
            <p:nvPr/>
          </p:nvSpPr>
          <p:spPr>
            <a:xfrm>
              <a:off x="1169602" y="3410123"/>
              <a:ext cx="18479" cy="27778"/>
            </a:xfrm>
            <a:custGeom>
              <a:avLst/>
              <a:gdLst/>
              <a:ahLst/>
              <a:cxnLst/>
              <a:rect l="l" t="t" r="r" b="b"/>
              <a:pathLst>
                <a:path w="620" h="932" extrusionOk="0">
                  <a:moveTo>
                    <a:pt x="304" y="0"/>
                  </a:moveTo>
                  <a:cubicBezTo>
                    <a:pt x="290" y="0"/>
                    <a:pt x="276" y="1"/>
                    <a:pt x="262" y="3"/>
                  </a:cubicBezTo>
                  <a:cubicBezTo>
                    <a:pt x="119" y="51"/>
                    <a:pt x="0" y="193"/>
                    <a:pt x="0" y="336"/>
                  </a:cubicBezTo>
                  <a:lnTo>
                    <a:pt x="0" y="932"/>
                  </a:lnTo>
                  <a:lnTo>
                    <a:pt x="620" y="932"/>
                  </a:lnTo>
                  <a:lnTo>
                    <a:pt x="620" y="313"/>
                  </a:lnTo>
                  <a:cubicBezTo>
                    <a:pt x="620" y="136"/>
                    <a:pt x="476" y="0"/>
                    <a:pt x="304"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1" name="Google Shape;24881;p147"/>
            <p:cNvSpPr/>
            <p:nvPr/>
          </p:nvSpPr>
          <p:spPr>
            <a:xfrm>
              <a:off x="1115655" y="3224944"/>
              <a:ext cx="28434" cy="29835"/>
            </a:xfrm>
            <a:custGeom>
              <a:avLst/>
              <a:gdLst/>
              <a:ahLst/>
              <a:cxnLst/>
              <a:rect l="l" t="t" r="r" b="b"/>
              <a:pathLst>
                <a:path w="954" h="1001" extrusionOk="0">
                  <a:moveTo>
                    <a:pt x="524" y="0"/>
                  </a:moveTo>
                  <a:lnTo>
                    <a:pt x="0" y="310"/>
                  </a:lnTo>
                  <a:lnTo>
                    <a:pt x="310" y="834"/>
                  </a:lnTo>
                  <a:cubicBezTo>
                    <a:pt x="382" y="929"/>
                    <a:pt x="477" y="1001"/>
                    <a:pt x="596" y="1001"/>
                  </a:cubicBezTo>
                  <a:cubicBezTo>
                    <a:pt x="643" y="1001"/>
                    <a:pt x="667" y="1001"/>
                    <a:pt x="739" y="953"/>
                  </a:cubicBezTo>
                  <a:cubicBezTo>
                    <a:pt x="882" y="882"/>
                    <a:pt x="953" y="691"/>
                    <a:pt x="858" y="548"/>
                  </a:cubicBezTo>
                  <a:lnTo>
                    <a:pt x="524"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2" name="Google Shape;24882;p147"/>
            <p:cNvSpPr/>
            <p:nvPr/>
          </p:nvSpPr>
          <p:spPr>
            <a:xfrm>
              <a:off x="1215024" y="3398827"/>
              <a:ext cx="28434" cy="29865"/>
            </a:xfrm>
            <a:custGeom>
              <a:avLst/>
              <a:gdLst/>
              <a:ahLst/>
              <a:cxnLst/>
              <a:rect l="l" t="t" r="r" b="b"/>
              <a:pathLst>
                <a:path w="954" h="1002" extrusionOk="0">
                  <a:moveTo>
                    <a:pt x="366" y="0"/>
                  </a:moveTo>
                  <a:cubicBezTo>
                    <a:pt x="316" y="0"/>
                    <a:pt x="264" y="16"/>
                    <a:pt x="215" y="49"/>
                  </a:cubicBezTo>
                  <a:cubicBezTo>
                    <a:pt x="48" y="120"/>
                    <a:pt x="1" y="311"/>
                    <a:pt x="96" y="453"/>
                  </a:cubicBezTo>
                  <a:lnTo>
                    <a:pt x="405" y="1001"/>
                  </a:lnTo>
                  <a:lnTo>
                    <a:pt x="953" y="692"/>
                  </a:lnTo>
                  <a:lnTo>
                    <a:pt x="620" y="168"/>
                  </a:lnTo>
                  <a:cubicBezTo>
                    <a:pt x="557" y="58"/>
                    <a:pt x="464" y="0"/>
                    <a:pt x="366"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3" name="Google Shape;24883;p147"/>
            <p:cNvSpPr/>
            <p:nvPr/>
          </p:nvSpPr>
          <p:spPr>
            <a:xfrm>
              <a:off x="1078041" y="3262558"/>
              <a:ext cx="31265" cy="26288"/>
            </a:xfrm>
            <a:custGeom>
              <a:avLst/>
              <a:gdLst/>
              <a:ahLst/>
              <a:cxnLst/>
              <a:rect l="l" t="t" r="r" b="b"/>
              <a:pathLst>
                <a:path w="1049" h="882" extrusionOk="0">
                  <a:moveTo>
                    <a:pt x="310" y="1"/>
                  </a:moveTo>
                  <a:lnTo>
                    <a:pt x="0" y="525"/>
                  </a:lnTo>
                  <a:lnTo>
                    <a:pt x="548" y="858"/>
                  </a:lnTo>
                  <a:cubicBezTo>
                    <a:pt x="572" y="882"/>
                    <a:pt x="643" y="882"/>
                    <a:pt x="691" y="882"/>
                  </a:cubicBezTo>
                  <a:cubicBezTo>
                    <a:pt x="810" y="882"/>
                    <a:pt x="905" y="834"/>
                    <a:pt x="953" y="739"/>
                  </a:cubicBezTo>
                  <a:cubicBezTo>
                    <a:pt x="1048" y="596"/>
                    <a:pt x="1001" y="405"/>
                    <a:pt x="834" y="334"/>
                  </a:cubicBezTo>
                  <a:lnTo>
                    <a:pt x="310"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4" name="Google Shape;24884;p147"/>
            <p:cNvSpPr/>
            <p:nvPr/>
          </p:nvSpPr>
          <p:spPr>
            <a:xfrm>
              <a:off x="1140482" y="3333971"/>
              <a:ext cx="39790" cy="50698"/>
            </a:xfrm>
            <a:custGeom>
              <a:avLst/>
              <a:gdLst/>
              <a:ahLst/>
              <a:cxnLst/>
              <a:rect l="l" t="t" r="r" b="b"/>
              <a:pathLst>
                <a:path w="1335" h="1701" extrusionOk="0">
                  <a:moveTo>
                    <a:pt x="979" y="1"/>
                  </a:moveTo>
                  <a:cubicBezTo>
                    <a:pt x="871" y="1"/>
                    <a:pt x="765" y="54"/>
                    <a:pt x="715" y="153"/>
                  </a:cubicBezTo>
                  <a:lnTo>
                    <a:pt x="96" y="1272"/>
                  </a:lnTo>
                  <a:cubicBezTo>
                    <a:pt x="1" y="1415"/>
                    <a:pt x="49" y="1582"/>
                    <a:pt x="215" y="1677"/>
                  </a:cubicBezTo>
                  <a:cubicBezTo>
                    <a:pt x="239" y="1701"/>
                    <a:pt x="287" y="1701"/>
                    <a:pt x="358" y="1701"/>
                  </a:cubicBezTo>
                  <a:cubicBezTo>
                    <a:pt x="477" y="1701"/>
                    <a:pt x="596" y="1653"/>
                    <a:pt x="620" y="1558"/>
                  </a:cubicBezTo>
                  <a:lnTo>
                    <a:pt x="1239" y="462"/>
                  </a:lnTo>
                  <a:cubicBezTo>
                    <a:pt x="1335" y="319"/>
                    <a:pt x="1287" y="129"/>
                    <a:pt x="1120" y="34"/>
                  </a:cubicBezTo>
                  <a:cubicBezTo>
                    <a:pt x="1076" y="12"/>
                    <a:pt x="1027" y="1"/>
                    <a:pt x="979"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5" name="Google Shape;24885;p147"/>
            <p:cNvSpPr/>
            <p:nvPr/>
          </p:nvSpPr>
          <p:spPr>
            <a:xfrm>
              <a:off x="1136935" y="3263959"/>
              <a:ext cx="43336" cy="56123"/>
            </a:xfrm>
            <a:custGeom>
              <a:avLst/>
              <a:gdLst/>
              <a:ahLst/>
              <a:cxnLst/>
              <a:rect l="l" t="t" r="r" b="b"/>
              <a:pathLst>
                <a:path w="1454" h="1883" extrusionOk="0">
                  <a:moveTo>
                    <a:pt x="367" y="0"/>
                  </a:moveTo>
                  <a:cubicBezTo>
                    <a:pt x="316" y="0"/>
                    <a:pt x="264" y="16"/>
                    <a:pt x="215" y="49"/>
                  </a:cubicBezTo>
                  <a:cubicBezTo>
                    <a:pt x="49" y="120"/>
                    <a:pt x="1" y="311"/>
                    <a:pt x="72" y="454"/>
                  </a:cubicBezTo>
                  <a:lnTo>
                    <a:pt x="834" y="1740"/>
                  </a:lnTo>
                  <a:cubicBezTo>
                    <a:pt x="882" y="1835"/>
                    <a:pt x="977" y="1883"/>
                    <a:pt x="1096" y="1883"/>
                  </a:cubicBezTo>
                  <a:cubicBezTo>
                    <a:pt x="1168" y="1883"/>
                    <a:pt x="1215" y="1883"/>
                    <a:pt x="1239" y="1859"/>
                  </a:cubicBezTo>
                  <a:cubicBezTo>
                    <a:pt x="1406" y="1763"/>
                    <a:pt x="1454" y="1597"/>
                    <a:pt x="1358" y="1430"/>
                  </a:cubicBezTo>
                  <a:lnTo>
                    <a:pt x="620" y="168"/>
                  </a:lnTo>
                  <a:cubicBezTo>
                    <a:pt x="558" y="58"/>
                    <a:pt x="464" y="0"/>
                    <a:pt x="367"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6" name="Google Shape;24886;p147"/>
            <p:cNvSpPr/>
            <p:nvPr/>
          </p:nvSpPr>
          <p:spPr>
            <a:xfrm>
              <a:off x="1156100" y="3303719"/>
              <a:ext cx="46168" cy="46883"/>
            </a:xfrm>
            <a:custGeom>
              <a:avLst/>
              <a:gdLst/>
              <a:ahLst/>
              <a:cxnLst/>
              <a:rect l="l" t="t" r="r" b="b"/>
              <a:pathLst>
                <a:path w="1549" h="1573" extrusionOk="0">
                  <a:moveTo>
                    <a:pt x="787" y="1"/>
                  </a:moveTo>
                  <a:cubicBezTo>
                    <a:pt x="358" y="1"/>
                    <a:pt x="1" y="334"/>
                    <a:pt x="1" y="787"/>
                  </a:cubicBezTo>
                  <a:cubicBezTo>
                    <a:pt x="1" y="1215"/>
                    <a:pt x="334" y="1573"/>
                    <a:pt x="787" y="1573"/>
                  </a:cubicBezTo>
                  <a:cubicBezTo>
                    <a:pt x="1192" y="1573"/>
                    <a:pt x="1549" y="1215"/>
                    <a:pt x="1549" y="787"/>
                  </a:cubicBezTo>
                  <a:cubicBezTo>
                    <a:pt x="1549" y="358"/>
                    <a:pt x="1239" y="1"/>
                    <a:pt x="78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7" name="Google Shape;24887;p147"/>
            <p:cNvSpPr/>
            <p:nvPr/>
          </p:nvSpPr>
          <p:spPr>
            <a:xfrm>
              <a:off x="1266140" y="3203127"/>
              <a:ext cx="39045" cy="37465"/>
            </a:xfrm>
            <a:custGeom>
              <a:avLst/>
              <a:gdLst/>
              <a:ahLst/>
              <a:cxnLst/>
              <a:rect l="l" t="t" r="r" b="b"/>
              <a:pathLst>
                <a:path w="1310" h="1257" extrusionOk="0">
                  <a:moveTo>
                    <a:pt x="345" y="0"/>
                  </a:moveTo>
                  <a:cubicBezTo>
                    <a:pt x="262" y="0"/>
                    <a:pt x="179" y="30"/>
                    <a:pt x="119" y="89"/>
                  </a:cubicBezTo>
                  <a:cubicBezTo>
                    <a:pt x="0" y="209"/>
                    <a:pt x="0" y="423"/>
                    <a:pt x="119" y="542"/>
                  </a:cubicBezTo>
                  <a:lnTo>
                    <a:pt x="762" y="1161"/>
                  </a:lnTo>
                  <a:cubicBezTo>
                    <a:pt x="810" y="1209"/>
                    <a:pt x="857" y="1256"/>
                    <a:pt x="953" y="1256"/>
                  </a:cubicBezTo>
                  <a:cubicBezTo>
                    <a:pt x="1024" y="1256"/>
                    <a:pt x="1096" y="1209"/>
                    <a:pt x="1191" y="1161"/>
                  </a:cubicBezTo>
                  <a:cubicBezTo>
                    <a:pt x="1310" y="1042"/>
                    <a:pt x="1310" y="828"/>
                    <a:pt x="1191" y="709"/>
                  </a:cubicBezTo>
                  <a:lnTo>
                    <a:pt x="572" y="89"/>
                  </a:lnTo>
                  <a:cubicBezTo>
                    <a:pt x="512" y="30"/>
                    <a:pt x="429" y="0"/>
                    <a:pt x="345" y="0"/>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8" name="Google Shape;24888;p147"/>
            <p:cNvSpPr/>
            <p:nvPr/>
          </p:nvSpPr>
          <p:spPr>
            <a:xfrm>
              <a:off x="1054614" y="3203127"/>
              <a:ext cx="39074" cy="37465"/>
            </a:xfrm>
            <a:custGeom>
              <a:avLst/>
              <a:gdLst/>
              <a:ahLst/>
              <a:cxnLst/>
              <a:rect l="l" t="t" r="r" b="b"/>
              <a:pathLst>
                <a:path w="1311" h="1257" extrusionOk="0">
                  <a:moveTo>
                    <a:pt x="956" y="0"/>
                  </a:moveTo>
                  <a:cubicBezTo>
                    <a:pt x="876" y="0"/>
                    <a:pt x="798" y="30"/>
                    <a:pt x="739" y="89"/>
                  </a:cubicBezTo>
                  <a:lnTo>
                    <a:pt x="120" y="709"/>
                  </a:lnTo>
                  <a:cubicBezTo>
                    <a:pt x="0" y="828"/>
                    <a:pt x="0" y="1042"/>
                    <a:pt x="120" y="1161"/>
                  </a:cubicBezTo>
                  <a:cubicBezTo>
                    <a:pt x="167" y="1209"/>
                    <a:pt x="239" y="1256"/>
                    <a:pt x="310" y="1256"/>
                  </a:cubicBezTo>
                  <a:cubicBezTo>
                    <a:pt x="405" y="1256"/>
                    <a:pt x="501" y="1209"/>
                    <a:pt x="548" y="1161"/>
                  </a:cubicBezTo>
                  <a:lnTo>
                    <a:pt x="1191" y="542"/>
                  </a:lnTo>
                  <a:cubicBezTo>
                    <a:pt x="1310" y="423"/>
                    <a:pt x="1310" y="209"/>
                    <a:pt x="1191" y="89"/>
                  </a:cubicBezTo>
                  <a:cubicBezTo>
                    <a:pt x="1120" y="30"/>
                    <a:pt x="1036" y="0"/>
                    <a:pt x="956" y="0"/>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9" name="Google Shape;24889;p147"/>
            <p:cNvSpPr/>
            <p:nvPr/>
          </p:nvSpPr>
          <p:spPr>
            <a:xfrm>
              <a:off x="1179527" y="3214304"/>
              <a:ext cx="9985" cy="28404"/>
            </a:xfrm>
            <a:custGeom>
              <a:avLst/>
              <a:gdLst/>
              <a:ahLst/>
              <a:cxnLst/>
              <a:rect l="l" t="t" r="r" b="b"/>
              <a:pathLst>
                <a:path w="335" h="953" extrusionOk="0">
                  <a:moveTo>
                    <a:pt x="1" y="0"/>
                  </a:moveTo>
                  <a:lnTo>
                    <a:pt x="1" y="953"/>
                  </a:lnTo>
                  <a:cubicBezTo>
                    <a:pt x="167" y="953"/>
                    <a:pt x="334" y="810"/>
                    <a:pt x="334" y="619"/>
                  </a:cubicBezTo>
                  <a:lnTo>
                    <a:pt x="334"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0" name="Google Shape;24890;p147"/>
            <p:cNvSpPr/>
            <p:nvPr/>
          </p:nvSpPr>
          <p:spPr>
            <a:xfrm>
              <a:off x="1179527" y="3411613"/>
              <a:ext cx="9985" cy="28434"/>
            </a:xfrm>
            <a:custGeom>
              <a:avLst/>
              <a:gdLst/>
              <a:ahLst/>
              <a:cxnLst/>
              <a:rect l="l" t="t" r="r" b="b"/>
              <a:pathLst>
                <a:path w="335" h="954" extrusionOk="0">
                  <a:moveTo>
                    <a:pt x="1" y="1"/>
                  </a:moveTo>
                  <a:lnTo>
                    <a:pt x="1" y="953"/>
                  </a:lnTo>
                  <a:lnTo>
                    <a:pt x="334" y="953"/>
                  </a:lnTo>
                  <a:lnTo>
                    <a:pt x="334" y="310"/>
                  </a:lnTo>
                  <a:cubicBezTo>
                    <a:pt x="287" y="120"/>
                    <a:pt x="167" y="1"/>
                    <a:pt x="1"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1" name="Google Shape;24891;p147"/>
            <p:cNvSpPr/>
            <p:nvPr/>
          </p:nvSpPr>
          <p:spPr>
            <a:xfrm>
              <a:off x="1179527" y="3303033"/>
              <a:ext cx="22741" cy="47569"/>
            </a:xfrm>
            <a:custGeom>
              <a:avLst/>
              <a:gdLst/>
              <a:ahLst/>
              <a:cxnLst/>
              <a:rect l="l" t="t" r="r" b="b"/>
              <a:pathLst>
                <a:path w="763" h="1596" extrusionOk="0">
                  <a:moveTo>
                    <a:pt x="1" y="0"/>
                  </a:moveTo>
                  <a:lnTo>
                    <a:pt x="1" y="1596"/>
                  </a:lnTo>
                  <a:cubicBezTo>
                    <a:pt x="453" y="1596"/>
                    <a:pt x="763" y="1238"/>
                    <a:pt x="763" y="810"/>
                  </a:cubicBezTo>
                  <a:cubicBezTo>
                    <a:pt x="763" y="357"/>
                    <a:pt x="406" y="0"/>
                    <a:pt x="1"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2" name="Google Shape;24892;p147"/>
            <p:cNvSpPr/>
            <p:nvPr/>
          </p:nvSpPr>
          <p:spPr>
            <a:xfrm>
              <a:off x="1058161" y="3205780"/>
              <a:ext cx="242792" cy="242762"/>
            </a:xfrm>
            <a:custGeom>
              <a:avLst/>
              <a:gdLst/>
              <a:ahLst/>
              <a:cxnLst/>
              <a:rect l="l" t="t" r="r" b="b"/>
              <a:pathLst>
                <a:path w="8146" h="8145" extrusionOk="0">
                  <a:moveTo>
                    <a:pt x="4073" y="620"/>
                  </a:moveTo>
                  <a:cubicBezTo>
                    <a:pt x="5978" y="620"/>
                    <a:pt x="7478" y="2168"/>
                    <a:pt x="7526" y="4073"/>
                  </a:cubicBezTo>
                  <a:cubicBezTo>
                    <a:pt x="7526" y="5978"/>
                    <a:pt x="5978" y="7526"/>
                    <a:pt x="4073" y="7526"/>
                  </a:cubicBezTo>
                  <a:cubicBezTo>
                    <a:pt x="2168" y="7526"/>
                    <a:pt x="620" y="5978"/>
                    <a:pt x="620" y="4073"/>
                  </a:cubicBezTo>
                  <a:cubicBezTo>
                    <a:pt x="620" y="2168"/>
                    <a:pt x="2168" y="620"/>
                    <a:pt x="4073" y="620"/>
                  </a:cubicBezTo>
                  <a:close/>
                  <a:moveTo>
                    <a:pt x="4073" y="0"/>
                  </a:moveTo>
                  <a:cubicBezTo>
                    <a:pt x="1810" y="0"/>
                    <a:pt x="1" y="1834"/>
                    <a:pt x="1" y="4073"/>
                  </a:cubicBezTo>
                  <a:cubicBezTo>
                    <a:pt x="1" y="6335"/>
                    <a:pt x="1834" y="8145"/>
                    <a:pt x="4073" y="8145"/>
                  </a:cubicBezTo>
                  <a:cubicBezTo>
                    <a:pt x="6288" y="8145"/>
                    <a:pt x="8145" y="6311"/>
                    <a:pt x="8145" y="4073"/>
                  </a:cubicBezTo>
                  <a:cubicBezTo>
                    <a:pt x="8145" y="1810"/>
                    <a:pt x="6288" y="0"/>
                    <a:pt x="4073" y="0"/>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3" name="Google Shape;24893;p147"/>
            <p:cNvSpPr/>
            <p:nvPr/>
          </p:nvSpPr>
          <p:spPr>
            <a:xfrm>
              <a:off x="1179527" y="3205780"/>
              <a:ext cx="121426" cy="242762"/>
            </a:xfrm>
            <a:custGeom>
              <a:avLst/>
              <a:gdLst/>
              <a:ahLst/>
              <a:cxnLst/>
              <a:rect l="l" t="t" r="r" b="b"/>
              <a:pathLst>
                <a:path w="4074" h="8145" extrusionOk="0">
                  <a:moveTo>
                    <a:pt x="1" y="0"/>
                  </a:moveTo>
                  <a:lnTo>
                    <a:pt x="1" y="620"/>
                  </a:lnTo>
                  <a:cubicBezTo>
                    <a:pt x="1906" y="620"/>
                    <a:pt x="3454" y="2168"/>
                    <a:pt x="3454" y="4073"/>
                  </a:cubicBezTo>
                  <a:cubicBezTo>
                    <a:pt x="3454" y="5978"/>
                    <a:pt x="1906" y="7526"/>
                    <a:pt x="1" y="7526"/>
                  </a:cubicBezTo>
                  <a:lnTo>
                    <a:pt x="1" y="8145"/>
                  </a:lnTo>
                  <a:cubicBezTo>
                    <a:pt x="2239" y="8145"/>
                    <a:pt x="4073" y="6311"/>
                    <a:pt x="4073" y="4073"/>
                  </a:cubicBezTo>
                  <a:cubicBezTo>
                    <a:pt x="4049" y="1810"/>
                    <a:pt x="2216" y="0"/>
                    <a:pt x="1" y="0"/>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4" name="Google Shape;24894;p147"/>
            <p:cNvSpPr/>
            <p:nvPr/>
          </p:nvSpPr>
          <p:spPr>
            <a:xfrm>
              <a:off x="1151152" y="3128406"/>
              <a:ext cx="56808" cy="56808"/>
            </a:xfrm>
            <a:custGeom>
              <a:avLst/>
              <a:gdLst/>
              <a:ahLst/>
              <a:cxnLst/>
              <a:rect l="l" t="t" r="r" b="b"/>
              <a:pathLst>
                <a:path w="1906" h="1906" extrusionOk="0">
                  <a:moveTo>
                    <a:pt x="953" y="667"/>
                  </a:moveTo>
                  <a:cubicBezTo>
                    <a:pt x="1119" y="667"/>
                    <a:pt x="1239" y="810"/>
                    <a:pt x="1286" y="977"/>
                  </a:cubicBezTo>
                  <a:cubicBezTo>
                    <a:pt x="1286" y="1168"/>
                    <a:pt x="1119" y="1310"/>
                    <a:pt x="953" y="1310"/>
                  </a:cubicBezTo>
                  <a:cubicBezTo>
                    <a:pt x="762" y="1310"/>
                    <a:pt x="619" y="1168"/>
                    <a:pt x="619" y="977"/>
                  </a:cubicBezTo>
                  <a:cubicBezTo>
                    <a:pt x="619" y="810"/>
                    <a:pt x="762" y="667"/>
                    <a:pt x="953" y="667"/>
                  </a:cubicBezTo>
                  <a:close/>
                  <a:moveTo>
                    <a:pt x="953" y="1"/>
                  </a:moveTo>
                  <a:cubicBezTo>
                    <a:pt x="405" y="1"/>
                    <a:pt x="0" y="453"/>
                    <a:pt x="0" y="953"/>
                  </a:cubicBezTo>
                  <a:cubicBezTo>
                    <a:pt x="0" y="1501"/>
                    <a:pt x="453" y="1906"/>
                    <a:pt x="953" y="1906"/>
                  </a:cubicBezTo>
                  <a:cubicBezTo>
                    <a:pt x="1453" y="1906"/>
                    <a:pt x="1905" y="1501"/>
                    <a:pt x="1905" y="953"/>
                  </a:cubicBezTo>
                  <a:cubicBezTo>
                    <a:pt x="1905" y="429"/>
                    <a:pt x="1453" y="1"/>
                    <a:pt x="953" y="1"/>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5" name="Google Shape;24895;p147"/>
            <p:cNvSpPr/>
            <p:nvPr/>
          </p:nvSpPr>
          <p:spPr>
            <a:xfrm>
              <a:off x="1179527" y="3129121"/>
              <a:ext cx="28434" cy="56808"/>
            </a:xfrm>
            <a:custGeom>
              <a:avLst/>
              <a:gdLst/>
              <a:ahLst/>
              <a:cxnLst/>
              <a:rect l="l" t="t" r="r" b="b"/>
              <a:pathLst>
                <a:path w="954" h="1906" extrusionOk="0">
                  <a:moveTo>
                    <a:pt x="1" y="0"/>
                  </a:moveTo>
                  <a:lnTo>
                    <a:pt x="1" y="643"/>
                  </a:lnTo>
                  <a:cubicBezTo>
                    <a:pt x="167" y="643"/>
                    <a:pt x="334" y="786"/>
                    <a:pt x="334" y="953"/>
                  </a:cubicBezTo>
                  <a:cubicBezTo>
                    <a:pt x="334" y="1144"/>
                    <a:pt x="167" y="1286"/>
                    <a:pt x="1" y="1286"/>
                  </a:cubicBezTo>
                  <a:lnTo>
                    <a:pt x="1" y="1906"/>
                  </a:lnTo>
                  <a:cubicBezTo>
                    <a:pt x="501" y="1906"/>
                    <a:pt x="953" y="1501"/>
                    <a:pt x="953" y="953"/>
                  </a:cubicBezTo>
                  <a:cubicBezTo>
                    <a:pt x="930" y="429"/>
                    <a:pt x="501" y="0"/>
                    <a:pt x="1" y="0"/>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6" name="Google Shape;24896;p147"/>
            <p:cNvSpPr/>
            <p:nvPr/>
          </p:nvSpPr>
          <p:spPr>
            <a:xfrm>
              <a:off x="1229927" y="3305149"/>
              <a:ext cx="144107" cy="143392"/>
            </a:xfrm>
            <a:custGeom>
              <a:avLst/>
              <a:gdLst/>
              <a:ahLst/>
              <a:cxnLst/>
              <a:rect l="l" t="t" r="r" b="b"/>
              <a:pathLst>
                <a:path w="4835" h="4811" extrusionOk="0">
                  <a:moveTo>
                    <a:pt x="2406" y="0"/>
                  </a:moveTo>
                  <a:cubicBezTo>
                    <a:pt x="1072" y="0"/>
                    <a:pt x="1" y="1072"/>
                    <a:pt x="1" y="2406"/>
                  </a:cubicBezTo>
                  <a:cubicBezTo>
                    <a:pt x="1" y="3739"/>
                    <a:pt x="1072" y="4811"/>
                    <a:pt x="2406" y="4811"/>
                  </a:cubicBezTo>
                  <a:cubicBezTo>
                    <a:pt x="3739" y="4811"/>
                    <a:pt x="4835" y="3739"/>
                    <a:pt x="4835" y="2406"/>
                  </a:cubicBezTo>
                  <a:cubicBezTo>
                    <a:pt x="4835" y="1072"/>
                    <a:pt x="3739" y="0"/>
                    <a:pt x="2406"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7" name="Google Shape;24897;p147"/>
            <p:cNvSpPr/>
            <p:nvPr/>
          </p:nvSpPr>
          <p:spPr>
            <a:xfrm>
              <a:off x="1301608" y="3305149"/>
              <a:ext cx="72426" cy="142706"/>
            </a:xfrm>
            <a:custGeom>
              <a:avLst/>
              <a:gdLst/>
              <a:ahLst/>
              <a:cxnLst/>
              <a:rect l="l" t="t" r="r" b="b"/>
              <a:pathLst>
                <a:path w="2430" h="4788" extrusionOk="0">
                  <a:moveTo>
                    <a:pt x="1" y="0"/>
                  </a:moveTo>
                  <a:lnTo>
                    <a:pt x="1" y="4787"/>
                  </a:lnTo>
                  <a:cubicBezTo>
                    <a:pt x="15" y="4787"/>
                    <a:pt x="30" y="4788"/>
                    <a:pt x="44" y="4788"/>
                  </a:cubicBezTo>
                  <a:cubicBezTo>
                    <a:pt x="1381" y="4788"/>
                    <a:pt x="2430" y="3701"/>
                    <a:pt x="2430" y="2406"/>
                  </a:cubicBezTo>
                  <a:cubicBezTo>
                    <a:pt x="2430" y="1072"/>
                    <a:pt x="1358" y="0"/>
                    <a:pt x="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8" name="Google Shape;24898;p147"/>
            <p:cNvSpPr/>
            <p:nvPr/>
          </p:nvSpPr>
          <p:spPr>
            <a:xfrm>
              <a:off x="1248376" y="3323599"/>
              <a:ext cx="106493" cy="106493"/>
            </a:xfrm>
            <a:custGeom>
              <a:avLst/>
              <a:gdLst/>
              <a:ahLst/>
              <a:cxnLst/>
              <a:rect l="l" t="t" r="r" b="b"/>
              <a:pathLst>
                <a:path w="3573" h="3573" extrusionOk="0">
                  <a:moveTo>
                    <a:pt x="1787" y="1"/>
                  </a:moveTo>
                  <a:cubicBezTo>
                    <a:pt x="810" y="1"/>
                    <a:pt x="1" y="810"/>
                    <a:pt x="1" y="1787"/>
                  </a:cubicBezTo>
                  <a:cubicBezTo>
                    <a:pt x="1" y="2763"/>
                    <a:pt x="810" y="3573"/>
                    <a:pt x="1787" y="3573"/>
                  </a:cubicBezTo>
                  <a:cubicBezTo>
                    <a:pt x="2787" y="3573"/>
                    <a:pt x="3573" y="2763"/>
                    <a:pt x="3573" y="1787"/>
                  </a:cubicBezTo>
                  <a:cubicBezTo>
                    <a:pt x="3573" y="810"/>
                    <a:pt x="2787" y="1"/>
                    <a:pt x="178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9" name="Google Shape;24899;p147"/>
            <p:cNvSpPr/>
            <p:nvPr/>
          </p:nvSpPr>
          <p:spPr>
            <a:xfrm>
              <a:off x="1301608" y="3323599"/>
              <a:ext cx="53262" cy="106493"/>
            </a:xfrm>
            <a:custGeom>
              <a:avLst/>
              <a:gdLst/>
              <a:ahLst/>
              <a:cxnLst/>
              <a:rect l="l" t="t" r="r" b="b"/>
              <a:pathLst>
                <a:path w="1787" h="3573" extrusionOk="0">
                  <a:moveTo>
                    <a:pt x="1" y="1"/>
                  </a:moveTo>
                  <a:lnTo>
                    <a:pt x="1" y="3573"/>
                  </a:lnTo>
                  <a:cubicBezTo>
                    <a:pt x="1025" y="3573"/>
                    <a:pt x="1787" y="2763"/>
                    <a:pt x="1787" y="1787"/>
                  </a:cubicBezTo>
                  <a:cubicBezTo>
                    <a:pt x="1787" y="810"/>
                    <a:pt x="1001" y="1"/>
                    <a:pt x="1"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0" name="Google Shape;24900;p147"/>
            <p:cNvSpPr/>
            <p:nvPr/>
          </p:nvSpPr>
          <p:spPr>
            <a:xfrm>
              <a:off x="1284589" y="3335640"/>
              <a:ext cx="40475" cy="83096"/>
            </a:xfrm>
            <a:custGeom>
              <a:avLst/>
              <a:gdLst/>
              <a:ahLst/>
              <a:cxnLst/>
              <a:rect l="l" t="t" r="r" b="b"/>
              <a:pathLst>
                <a:path w="1358" h="2788" extrusionOk="0">
                  <a:moveTo>
                    <a:pt x="429" y="573"/>
                  </a:moveTo>
                  <a:lnTo>
                    <a:pt x="429" y="1025"/>
                  </a:lnTo>
                  <a:cubicBezTo>
                    <a:pt x="405" y="1025"/>
                    <a:pt x="381" y="1002"/>
                    <a:pt x="334" y="1002"/>
                  </a:cubicBezTo>
                  <a:cubicBezTo>
                    <a:pt x="286" y="978"/>
                    <a:pt x="286" y="883"/>
                    <a:pt x="286" y="787"/>
                  </a:cubicBezTo>
                  <a:cubicBezTo>
                    <a:pt x="286" y="740"/>
                    <a:pt x="334" y="644"/>
                    <a:pt x="429" y="573"/>
                  </a:cubicBezTo>
                  <a:close/>
                  <a:moveTo>
                    <a:pt x="762" y="1502"/>
                  </a:moveTo>
                  <a:cubicBezTo>
                    <a:pt x="1001" y="1597"/>
                    <a:pt x="977" y="1811"/>
                    <a:pt x="977" y="1859"/>
                  </a:cubicBezTo>
                  <a:cubicBezTo>
                    <a:pt x="929" y="1978"/>
                    <a:pt x="881" y="2097"/>
                    <a:pt x="762" y="2169"/>
                  </a:cubicBezTo>
                  <a:lnTo>
                    <a:pt x="762" y="1502"/>
                  </a:lnTo>
                  <a:close/>
                  <a:moveTo>
                    <a:pt x="607" y="1"/>
                  </a:moveTo>
                  <a:cubicBezTo>
                    <a:pt x="522" y="1"/>
                    <a:pt x="453" y="78"/>
                    <a:pt x="453" y="168"/>
                  </a:cubicBezTo>
                  <a:lnTo>
                    <a:pt x="453" y="311"/>
                  </a:lnTo>
                  <a:lnTo>
                    <a:pt x="429" y="311"/>
                  </a:lnTo>
                  <a:cubicBezTo>
                    <a:pt x="215" y="383"/>
                    <a:pt x="72" y="549"/>
                    <a:pt x="48" y="764"/>
                  </a:cubicBezTo>
                  <a:cubicBezTo>
                    <a:pt x="0" y="978"/>
                    <a:pt x="72" y="1145"/>
                    <a:pt x="215" y="1264"/>
                  </a:cubicBezTo>
                  <a:cubicBezTo>
                    <a:pt x="286" y="1311"/>
                    <a:pt x="524" y="1407"/>
                    <a:pt x="524" y="1407"/>
                  </a:cubicBezTo>
                  <a:lnTo>
                    <a:pt x="524" y="2216"/>
                  </a:lnTo>
                  <a:cubicBezTo>
                    <a:pt x="429" y="2216"/>
                    <a:pt x="358" y="2192"/>
                    <a:pt x="286" y="2121"/>
                  </a:cubicBezTo>
                  <a:cubicBezTo>
                    <a:pt x="260" y="2112"/>
                    <a:pt x="231" y="2107"/>
                    <a:pt x="202" y="2107"/>
                  </a:cubicBezTo>
                  <a:cubicBezTo>
                    <a:pt x="151" y="2107"/>
                    <a:pt x="102" y="2123"/>
                    <a:pt x="72" y="2169"/>
                  </a:cubicBezTo>
                  <a:cubicBezTo>
                    <a:pt x="0" y="2216"/>
                    <a:pt x="48" y="2311"/>
                    <a:pt x="96" y="2359"/>
                  </a:cubicBezTo>
                  <a:cubicBezTo>
                    <a:pt x="238" y="2478"/>
                    <a:pt x="358" y="2502"/>
                    <a:pt x="524" y="2502"/>
                  </a:cubicBezTo>
                  <a:lnTo>
                    <a:pt x="524" y="2621"/>
                  </a:lnTo>
                  <a:cubicBezTo>
                    <a:pt x="524" y="2716"/>
                    <a:pt x="572" y="2788"/>
                    <a:pt x="667" y="2788"/>
                  </a:cubicBezTo>
                  <a:cubicBezTo>
                    <a:pt x="762" y="2788"/>
                    <a:pt x="810" y="2716"/>
                    <a:pt x="810" y="2621"/>
                  </a:cubicBezTo>
                  <a:lnTo>
                    <a:pt x="810" y="2502"/>
                  </a:lnTo>
                  <a:cubicBezTo>
                    <a:pt x="810" y="2502"/>
                    <a:pt x="1310" y="2192"/>
                    <a:pt x="1358" y="1954"/>
                  </a:cubicBezTo>
                  <a:cubicBezTo>
                    <a:pt x="1334" y="1621"/>
                    <a:pt x="1143" y="1335"/>
                    <a:pt x="858" y="1240"/>
                  </a:cubicBezTo>
                  <a:cubicBezTo>
                    <a:pt x="810" y="1240"/>
                    <a:pt x="762" y="1216"/>
                    <a:pt x="762" y="1216"/>
                  </a:cubicBezTo>
                  <a:lnTo>
                    <a:pt x="762" y="621"/>
                  </a:lnTo>
                  <a:cubicBezTo>
                    <a:pt x="858" y="644"/>
                    <a:pt x="881" y="668"/>
                    <a:pt x="905" y="668"/>
                  </a:cubicBezTo>
                  <a:cubicBezTo>
                    <a:pt x="935" y="698"/>
                    <a:pt x="994" y="729"/>
                    <a:pt x="1051" y="729"/>
                  </a:cubicBezTo>
                  <a:cubicBezTo>
                    <a:pt x="1084" y="729"/>
                    <a:pt x="1117" y="718"/>
                    <a:pt x="1143" y="692"/>
                  </a:cubicBezTo>
                  <a:cubicBezTo>
                    <a:pt x="1215" y="644"/>
                    <a:pt x="1239" y="525"/>
                    <a:pt x="1167" y="454"/>
                  </a:cubicBezTo>
                  <a:cubicBezTo>
                    <a:pt x="1120" y="406"/>
                    <a:pt x="977" y="287"/>
                    <a:pt x="786" y="287"/>
                  </a:cubicBezTo>
                  <a:lnTo>
                    <a:pt x="786" y="168"/>
                  </a:lnTo>
                  <a:cubicBezTo>
                    <a:pt x="786" y="97"/>
                    <a:pt x="762" y="49"/>
                    <a:pt x="691" y="25"/>
                  </a:cubicBezTo>
                  <a:cubicBezTo>
                    <a:pt x="663" y="8"/>
                    <a:pt x="634" y="1"/>
                    <a:pt x="607"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1" name="Google Shape;24901;p147"/>
            <p:cNvSpPr/>
            <p:nvPr/>
          </p:nvSpPr>
          <p:spPr>
            <a:xfrm>
              <a:off x="1303039" y="3334239"/>
              <a:ext cx="22026" cy="85212"/>
            </a:xfrm>
            <a:custGeom>
              <a:avLst/>
              <a:gdLst/>
              <a:ahLst/>
              <a:cxnLst/>
              <a:rect l="l" t="t" r="r" b="b"/>
              <a:pathLst>
                <a:path w="739" h="2859" extrusionOk="0">
                  <a:moveTo>
                    <a:pt x="143" y="1549"/>
                  </a:moveTo>
                  <a:cubicBezTo>
                    <a:pt x="382" y="1644"/>
                    <a:pt x="358" y="1858"/>
                    <a:pt x="358" y="1906"/>
                  </a:cubicBezTo>
                  <a:cubicBezTo>
                    <a:pt x="310" y="2025"/>
                    <a:pt x="262" y="2144"/>
                    <a:pt x="143" y="2216"/>
                  </a:cubicBezTo>
                  <a:lnTo>
                    <a:pt x="143" y="1549"/>
                  </a:lnTo>
                  <a:close/>
                  <a:moveTo>
                    <a:pt x="1" y="1"/>
                  </a:moveTo>
                  <a:lnTo>
                    <a:pt x="1" y="2859"/>
                  </a:lnTo>
                  <a:cubicBezTo>
                    <a:pt x="72" y="2859"/>
                    <a:pt x="143" y="2763"/>
                    <a:pt x="143" y="2716"/>
                  </a:cubicBezTo>
                  <a:lnTo>
                    <a:pt x="143" y="2549"/>
                  </a:lnTo>
                  <a:cubicBezTo>
                    <a:pt x="429" y="2501"/>
                    <a:pt x="643" y="2239"/>
                    <a:pt x="667" y="2001"/>
                  </a:cubicBezTo>
                  <a:cubicBezTo>
                    <a:pt x="739" y="1668"/>
                    <a:pt x="548" y="1382"/>
                    <a:pt x="239" y="1287"/>
                  </a:cubicBezTo>
                  <a:cubicBezTo>
                    <a:pt x="191" y="1287"/>
                    <a:pt x="167" y="1263"/>
                    <a:pt x="120" y="1263"/>
                  </a:cubicBezTo>
                  <a:lnTo>
                    <a:pt x="120" y="620"/>
                  </a:lnTo>
                  <a:cubicBezTo>
                    <a:pt x="191" y="668"/>
                    <a:pt x="239" y="691"/>
                    <a:pt x="239" y="691"/>
                  </a:cubicBezTo>
                  <a:cubicBezTo>
                    <a:pt x="262" y="715"/>
                    <a:pt x="298" y="727"/>
                    <a:pt x="340" y="727"/>
                  </a:cubicBezTo>
                  <a:cubicBezTo>
                    <a:pt x="382" y="727"/>
                    <a:pt x="429" y="715"/>
                    <a:pt x="477" y="691"/>
                  </a:cubicBezTo>
                  <a:cubicBezTo>
                    <a:pt x="524" y="620"/>
                    <a:pt x="524" y="525"/>
                    <a:pt x="501" y="453"/>
                  </a:cubicBezTo>
                  <a:cubicBezTo>
                    <a:pt x="429" y="382"/>
                    <a:pt x="310" y="287"/>
                    <a:pt x="143" y="263"/>
                  </a:cubicBezTo>
                  <a:lnTo>
                    <a:pt x="143" y="144"/>
                  </a:lnTo>
                  <a:cubicBezTo>
                    <a:pt x="143" y="48"/>
                    <a:pt x="72"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02" name="Google Shape;24902;p147"/>
          <p:cNvGrpSpPr/>
          <p:nvPr/>
        </p:nvGrpSpPr>
        <p:grpSpPr>
          <a:xfrm>
            <a:off x="1774698" y="2890435"/>
            <a:ext cx="346745" cy="347619"/>
            <a:chOff x="1774698" y="3042835"/>
            <a:chExt cx="346745" cy="347619"/>
          </a:xfrm>
        </p:grpSpPr>
        <p:sp>
          <p:nvSpPr>
            <p:cNvPr id="24903" name="Google Shape;24903;p147"/>
            <p:cNvSpPr/>
            <p:nvPr/>
          </p:nvSpPr>
          <p:spPr>
            <a:xfrm>
              <a:off x="1863285" y="3254821"/>
              <a:ext cx="61701" cy="47012"/>
            </a:xfrm>
            <a:custGeom>
              <a:avLst/>
              <a:gdLst/>
              <a:ahLst/>
              <a:cxnLst/>
              <a:rect l="l" t="t" r="r" b="b"/>
              <a:pathLst>
                <a:path w="1907" h="1453" extrusionOk="0">
                  <a:moveTo>
                    <a:pt x="1" y="0"/>
                  </a:moveTo>
                  <a:lnTo>
                    <a:pt x="1" y="1453"/>
                  </a:lnTo>
                  <a:lnTo>
                    <a:pt x="1358" y="1453"/>
                  </a:lnTo>
                  <a:cubicBezTo>
                    <a:pt x="1644" y="1453"/>
                    <a:pt x="1882" y="1215"/>
                    <a:pt x="1906" y="953"/>
                  </a:cubicBezTo>
                  <a:lnTo>
                    <a:pt x="1906" y="548"/>
                  </a:lnTo>
                  <a:cubicBezTo>
                    <a:pt x="1906" y="238"/>
                    <a:pt x="1668" y="0"/>
                    <a:pt x="1358" y="0"/>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4" name="Google Shape;24904;p147"/>
            <p:cNvSpPr/>
            <p:nvPr/>
          </p:nvSpPr>
          <p:spPr>
            <a:xfrm>
              <a:off x="1822453" y="3207810"/>
              <a:ext cx="60924" cy="182644"/>
            </a:xfrm>
            <a:custGeom>
              <a:avLst/>
              <a:gdLst/>
              <a:ahLst/>
              <a:cxnLst/>
              <a:rect l="l" t="t" r="r" b="b"/>
              <a:pathLst>
                <a:path w="1883" h="5645" extrusionOk="0">
                  <a:moveTo>
                    <a:pt x="1" y="0"/>
                  </a:moveTo>
                  <a:lnTo>
                    <a:pt x="1" y="4668"/>
                  </a:lnTo>
                  <a:cubicBezTo>
                    <a:pt x="1" y="5168"/>
                    <a:pt x="406" y="5597"/>
                    <a:pt x="906" y="5644"/>
                  </a:cubicBezTo>
                  <a:cubicBezTo>
                    <a:pt x="1430" y="5644"/>
                    <a:pt x="1882" y="5240"/>
                    <a:pt x="1882" y="4692"/>
                  </a:cubicBezTo>
                  <a:lnTo>
                    <a:pt x="1882" y="0"/>
                  </a:ln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5" name="Google Shape;24905;p147"/>
            <p:cNvSpPr/>
            <p:nvPr/>
          </p:nvSpPr>
          <p:spPr>
            <a:xfrm>
              <a:off x="1774698" y="3112268"/>
              <a:ext cx="130229" cy="114828"/>
            </a:xfrm>
            <a:custGeom>
              <a:avLst/>
              <a:gdLst/>
              <a:ahLst/>
              <a:cxnLst/>
              <a:rect l="l" t="t" r="r" b="b"/>
              <a:pathLst>
                <a:path w="4025" h="3549" extrusionOk="0">
                  <a:moveTo>
                    <a:pt x="1810" y="0"/>
                  </a:moveTo>
                  <a:cubicBezTo>
                    <a:pt x="810" y="0"/>
                    <a:pt x="0" y="834"/>
                    <a:pt x="24" y="1858"/>
                  </a:cubicBezTo>
                  <a:cubicBezTo>
                    <a:pt x="48" y="2811"/>
                    <a:pt x="858" y="3549"/>
                    <a:pt x="1810" y="3549"/>
                  </a:cubicBezTo>
                  <a:lnTo>
                    <a:pt x="3691" y="3549"/>
                  </a:lnTo>
                  <a:cubicBezTo>
                    <a:pt x="3834" y="3549"/>
                    <a:pt x="3977" y="3430"/>
                    <a:pt x="4025" y="3239"/>
                  </a:cubicBezTo>
                  <a:lnTo>
                    <a:pt x="4025" y="334"/>
                  </a:lnTo>
                  <a:cubicBezTo>
                    <a:pt x="4025" y="143"/>
                    <a:pt x="3858" y="0"/>
                    <a:pt x="3691" y="0"/>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6" name="Google Shape;24906;p147"/>
            <p:cNvSpPr/>
            <p:nvPr/>
          </p:nvSpPr>
          <p:spPr>
            <a:xfrm>
              <a:off x="1775474" y="3169276"/>
              <a:ext cx="127932" cy="57818"/>
            </a:xfrm>
            <a:custGeom>
              <a:avLst/>
              <a:gdLst/>
              <a:ahLst/>
              <a:cxnLst/>
              <a:rect l="l" t="t" r="r" b="b"/>
              <a:pathLst>
                <a:path w="3954" h="1787" extrusionOk="0">
                  <a:moveTo>
                    <a:pt x="0" y="1"/>
                  </a:moveTo>
                  <a:cubicBezTo>
                    <a:pt x="0" y="1001"/>
                    <a:pt x="786" y="1787"/>
                    <a:pt x="1762" y="1787"/>
                  </a:cubicBezTo>
                  <a:lnTo>
                    <a:pt x="3644" y="1787"/>
                  </a:lnTo>
                  <a:cubicBezTo>
                    <a:pt x="3810" y="1787"/>
                    <a:pt x="3953" y="1644"/>
                    <a:pt x="3953" y="1453"/>
                  </a:cubicBezTo>
                  <a:lnTo>
                    <a:pt x="3953" y="1"/>
                  </a:ln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7" name="Google Shape;24907;p147"/>
            <p:cNvSpPr/>
            <p:nvPr/>
          </p:nvSpPr>
          <p:spPr>
            <a:xfrm>
              <a:off x="1894119" y="3061407"/>
              <a:ext cx="169540" cy="218849"/>
            </a:xfrm>
            <a:custGeom>
              <a:avLst/>
              <a:gdLst/>
              <a:ahLst/>
              <a:cxnLst/>
              <a:rect l="l" t="t" r="r" b="b"/>
              <a:pathLst>
                <a:path w="5240" h="6764" extrusionOk="0">
                  <a:moveTo>
                    <a:pt x="5240" y="1"/>
                  </a:moveTo>
                  <a:cubicBezTo>
                    <a:pt x="3811" y="1049"/>
                    <a:pt x="2072" y="1596"/>
                    <a:pt x="286" y="1596"/>
                  </a:cubicBezTo>
                  <a:lnTo>
                    <a:pt x="0" y="1596"/>
                  </a:lnTo>
                  <a:lnTo>
                    <a:pt x="0" y="5145"/>
                  </a:lnTo>
                  <a:lnTo>
                    <a:pt x="286" y="5145"/>
                  </a:lnTo>
                  <a:cubicBezTo>
                    <a:pt x="2072" y="5145"/>
                    <a:pt x="3787" y="5716"/>
                    <a:pt x="5240" y="6764"/>
                  </a:cubicBezTo>
                  <a:lnTo>
                    <a:pt x="5240"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8" name="Google Shape;24908;p147"/>
            <p:cNvSpPr/>
            <p:nvPr/>
          </p:nvSpPr>
          <p:spPr>
            <a:xfrm>
              <a:off x="1894119" y="3170053"/>
              <a:ext cx="169540" cy="110201"/>
            </a:xfrm>
            <a:custGeom>
              <a:avLst/>
              <a:gdLst/>
              <a:ahLst/>
              <a:cxnLst/>
              <a:rect l="l" t="t" r="r" b="b"/>
              <a:pathLst>
                <a:path w="5240" h="3406" extrusionOk="0">
                  <a:moveTo>
                    <a:pt x="0" y="1"/>
                  </a:moveTo>
                  <a:lnTo>
                    <a:pt x="0" y="1787"/>
                  </a:lnTo>
                  <a:lnTo>
                    <a:pt x="286" y="1787"/>
                  </a:lnTo>
                  <a:cubicBezTo>
                    <a:pt x="2072" y="1787"/>
                    <a:pt x="3811" y="2358"/>
                    <a:pt x="5240" y="3406"/>
                  </a:cubicBezTo>
                  <a:lnTo>
                    <a:pt x="5240"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9" name="Google Shape;24909;p147"/>
            <p:cNvSpPr/>
            <p:nvPr/>
          </p:nvSpPr>
          <p:spPr>
            <a:xfrm>
              <a:off x="2074431" y="3113044"/>
              <a:ext cx="47012" cy="111754"/>
            </a:xfrm>
            <a:custGeom>
              <a:avLst/>
              <a:gdLst/>
              <a:ahLst/>
              <a:cxnLst/>
              <a:rect l="l" t="t" r="r" b="b"/>
              <a:pathLst>
                <a:path w="1453" h="3454" extrusionOk="0">
                  <a:moveTo>
                    <a:pt x="0" y="0"/>
                  </a:moveTo>
                  <a:lnTo>
                    <a:pt x="0" y="3453"/>
                  </a:lnTo>
                  <a:lnTo>
                    <a:pt x="1262" y="2834"/>
                  </a:lnTo>
                  <a:cubicBezTo>
                    <a:pt x="1381" y="2810"/>
                    <a:pt x="1453" y="2691"/>
                    <a:pt x="1453" y="2572"/>
                  </a:cubicBezTo>
                  <a:lnTo>
                    <a:pt x="1453" y="905"/>
                  </a:lnTo>
                  <a:cubicBezTo>
                    <a:pt x="1453" y="786"/>
                    <a:pt x="1381" y="691"/>
                    <a:pt x="1262" y="643"/>
                  </a:cubicBezTo>
                  <a:lnTo>
                    <a:pt x="0"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0" name="Google Shape;24910;p147"/>
            <p:cNvSpPr/>
            <p:nvPr/>
          </p:nvSpPr>
          <p:spPr>
            <a:xfrm>
              <a:off x="2074431" y="3170829"/>
              <a:ext cx="47012" cy="56265"/>
            </a:xfrm>
            <a:custGeom>
              <a:avLst/>
              <a:gdLst/>
              <a:ahLst/>
              <a:cxnLst/>
              <a:rect l="l" t="t" r="r" b="b"/>
              <a:pathLst>
                <a:path w="1453" h="1739" extrusionOk="0">
                  <a:moveTo>
                    <a:pt x="0" y="0"/>
                  </a:moveTo>
                  <a:lnTo>
                    <a:pt x="0" y="1739"/>
                  </a:lnTo>
                  <a:lnTo>
                    <a:pt x="1262" y="1120"/>
                  </a:lnTo>
                  <a:cubicBezTo>
                    <a:pt x="1381" y="1048"/>
                    <a:pt x="1453" y="953"/>
                    <a:pt x="1453" y="834"/>
                  </a:cubicBezTo>
                  <a:lnTo>
                    <a:pt x="1453" y="0"/>
                  </a:ln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1" name="Google Shape;24911;p147"/>
            <p:cNvSpPr/>
            <p:nvPr/>
          </p:nvSpPr>
          <p:spPr>
            <a:xfrm>
              <a:off x="2059774" y="3042835"/>
              <a:ext cx="20060" cy="252919"/>
            </a:xfrm>
            <a:custGeom>
              <a:avLst/>
              <a:gdLst/>
              <a:ahLst/>
              <a:cxnLst/>
              <a:rect l="l" t="t" r="r" b="b"/>
              <a:pathLst>
                <a:path w="620" h="7817" extrusionOk="0">
                  <a:moveTo>
                    <a:pt x="304" y="1"/>
                  </a:moveTo>
                  <a:cubicBezTo>
                    <a:pt x="291" y="1"/>
                    <a:pt x="277" y="1"/>
                    <a:pt x="263" y="3"/>
                  </a:cubicBezTo>
                  <a:cubicBezTo>
                    <a:pt x="120" y="27"/>
                    <a:pt x="1" y="194"/>
                    <a:pt x="1" y="337"/>
                  </a:cubicBezTo>
                  <a:lnTo>
                    <a:pt x="1" y="7505"/>
                  </a:lnTo>
                  <a:cubicBezTo>
                    <a:pt x="1" y="7695"/>
                    <a:pt x="120" y="7814"/>
                    <a:pt x="263" y="7814"/>
                  </a:cubicBezTo>
                  <a:cubicBezTo>
                    <a:pt x="278" y="7816"/>
                    <a:pt x="294" y="7817"/>
                    <a:pt x="309" y="7817"/>
                  </a:cubicBezTo>
                  <a:cubicBezTo>
                    <a:pt x="497" y="7817"/>
                    <a:pt x="620" y="7681"/>
                    <a:pt x="620" y="7505"/>
                  </a:cubicBezTo>
                  <a:lnTo>
                    <a:pt x="620" y="289"/>
                  </a:lnTo>
                  <a:cubicBezTo>
                    <a:pt x="620" y="135"/>
                    <a:pt x="477" y="1"/>
                    <a:pt x="304" y="1"/>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2" name="Google Shape;24912;p147"/>
            <p:cNvSpPr/>
            <p:nvPr/>
          </p:nvSpPr>
          <p:spPr>
            <a:xfrm>
              <a:off x="2059774" y="3170053"/>
              <a:ext cx="20060" cy="126476"/>
            </a:xfrm>
            <a:custGeom>
              <a:avLst/>
              <a:gdLst/>
              <a:ahLst/>
              <a:cxnLst/>
              <a:rect l="l" t="t" r="r" b="b"/>
              <a:pathLst>
                <a:path w="620" h="3909" extrusionOk="0">
                  <a:moveTo>
                    <a:pt x="1" y="1"/>
                  </a:moveTo>
                  <a:lnTo>
                    <a:pt x="1" y="3573"/>
                  </a:lnTo>
                  <a:cubicBezTo>
                    <a:pt x="1" y="3716"/>
                    <a:pt x="120" y="3882"/>
                    <a:pt x="263" y="3906"/>
                  </a:cubicBezTo>
                  <a:cubicBezTo>
                    <a:pt x="277" y="3908"/>
                    <a:pt x="290" y="3909"/>
                    <a:pt x="304" y="3909"/>
                  </a:cubicBezTo>
                  <a:cubicBezTo>
                    <a:pt x="477" y="3909"/>
                    <a:pt x="620" y="3773"/>
                    <a:pt x="620" y="3596"/>
                  </a:cubicBezTo>
                  <a:lnTo>
                    <a:pt x="620" y="1"/>
                  </a:ln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13" name="Google Shape;24913;p147"/>
          <p:cNvGrpSpPr/>
          <p:nvPr/>
        </p:nvGrpSpPr>
        <p:grpSpPr>
          <a:xfrm>
            <a:off x="2542893" y="2891276"/>
            <a:ext cx="319018" cy="346001"/>
            <a:chOff x="2542893" y="3043676"/>
            <a:chExt cx="319018" cy="346001"/>
          </a:xfrm>
        </p:grpSpPr>
        <p:sp>
          <p:nvSpPr>
            <p:cNvPr id="24914" name="Google Shape;24914;p147"/>
            <p:cNvSpPr/>
            <p:nvPr/>
          </p:nvSpPr>
          <p:spPr>
            <a:xfrm>
              <a:off x="2564474" y="3045974"/>
              <a:ext cx="168764" cy="141909"/>
            </a:xfrm>
            <a:custGeom>
              <a:avLst/>
              <a:gdLst/>
              <a:ahLst/>
              <a:cxnLst/>
              <a:rect l="l" t="t" r="r" b="b"/>
              <a:pathLst>
                <a:path w="5216" h="4386" extrusionOk="0">
                  <a:moveTo>
                    <a:pt x="2613" y="0"/>
                  </a:moveTo>
                  <a:cubicBezTo>
                    <a:pt x="2584" y="0"/>
                    <a:pt x="2554" y="0"/>
                    <a:pt x="2524" y="1"/>
                  </a:cubicBezTo>
                  <a:cubicBezTo>
                    <a:pt x="1119" y="49"/>
                    <a:pt x="0" y="1216"/>
                    <a:pt x="0" y="2645"/>
                  </a:cubicBezTo>
                  <a:lnTo>
                    <a:pt x="0" y="4074"/>
                  </a:lnTo>
                  <a:cubicBezTo>
                    <a:pt x="0" y="4250"/>
                    <a:pt x="143" y="4386"/>
                    <a:pt x="316" y="4386"/>
                  </a:cubicBezTo>
                  <a:cubicBezTo>
                    <a:pt x="329" y="4386"/>
                    <a:pt x="343" y="4385"/>
                    <a:pt x="357" y="4383"/>
                  </a:cubicBezTo>
                  <a:cubicBezTo>
                    <a:pt x="500" y="4336"/>
                    <a:pt x="619" y="4193"/>
                    <a:pt x="619" y="4050"/>
                  </a:cubicBezTo>
                  <a:lnTo>
                    <a:pt x="619" y="2573"/>
                  </a:lnTo>
                  <a:cubicBezTo>
                    <a:pt x="619" y="1482"/>
                    <a:pt x="1502" y="595"/>
                    <a:pt x="2583" y="595"/>
                  </a:cubicBezTo>
                  <a:cubicBezTo>
                    <a:pt x="2611" y="595"/>
                    <a:pt x="2639" y="596"/>
                    <a:pt x="2667" y="597"/>
                  </a:cubicBezTo>
                  <a:cubicBezTo>
                    <a:pt x="3739" y="621"/>
                    <a:pt x="4572" y="1502"/>
                    <a:pt x="4572" y="2573"/>
                  </a:cubicBezTo>
                  <a:lnTo>
                    <a:pt x="4572" y="4026"/>
                  </a:lnTo>
                  <a:cubicBezTo>
                    <a:pt x="4572" y="4180"/>
                    <a:pt x="4736" y="4314"/>
                    <a:pt x="4892" y="4314"/>
                  </a:cubicBezTo>
                  <a:cubicBezTo>
                    <a:pt x="4905" y="4314"/>
                    <a:pt x="4917" y="4314"/>
                    <a:pt x="4930" y="4312"/>
                  </a:cubicBezTo>
                  <a:cubicBezTo>
                    <a:pt x="5096" y="4288"/>
                    <a:pt x="5192" y="4145"/>
                    <a:pt x="5215" y="4074"/>
                  </a:cubicBezTo>
                  <a:lnTo>
                    <a:pt x="5215" y="2621"/>
                  </a:lnTo>
                  <a:cubicBezTo>
                    <a:pt x="5215" y="1150"/>
                    <a:pt x="4071" y="0"/>
                    <a:pt x="261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5" name="Google Shape;24915;p147"/>
            <p:cNvSpPr/>
            <p:nvPr/>
          </p:nvSpPr>
          <p:spPr>
            <a:xfrm>
              <a:off x="2647690" y="3043676"/>
              <a:ext cx="84770" cy="141909"/>
            </a:xfrm>
            <a:custGeom>
              <a:avLst/>
              <a:gdLst/>
              <a:ahLst/>
              <a:cxnLst/>
              <a:rect l="l" t="t" r="r" b="b"/>
              <a:pathLst>
                <a:path w="2620" h="4386" extrusionOk="0">
                  <a:moveTo>
                    <a:pt x="0" y="1"/>
                  </a:moveTo>
                  <a:lnTo>
                    <a:pt x="0" y="644"/>
                  </a:lnTo>
                  <a:cubicBezTo>
                    <a:pt x="28" y="643"/>
                    <a:pt x="56" y="642"/>
                    <a:pt x="84" y="642"/>
                  </a:cubicBezTo>
                  <a:cubicBezTo>
                    <a:pt x="1163" y="642"/>
                    <a:pt x="2000" y="1529"/>
                    <a:pt x="2000" y="2597"/>
                  </a:cubicBezTo>
                  <a:lnTo>
                    <a:pt x="2000" y="4049"/>
                  </a:lnTo>
                  <a:cubicBezTo>
                    <a:pt x="2000" y="4216"/>
                    <a:pt x="2120" y="4359"/>
                    <a:pt x="2286" y="4383"/>
                  </a:cubicBezTo>
                  <a:cubicBezTo>
                    <a:pt x="2299" y="4385"/>
                    <a:pt x="2311" y="4385"/>
                    <a:pt x="2323" y="4385"/>
                  </a:cubicBezTo>
                  <a:cubicBezTo>
                    <a:pt x="2477" y="4385"/>
                    <a:pt x="2620" y="4251"/>
                    <a:pt x="2620" y="4097"/>
                  </a:cubicBezTo>
                  <a:lnTo>
                    <a:pt x="2620" y="2621"/>
                  </a:lnTo>
                  <a:cubicBezTo>
                    <a:pt x="2620" y="1192"/>
                    <a:pt x="1477" y="1"/>
                    <a:pt x="0"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6" name="Google Shape;24916;p147"/>
            <p:cNvSpPr/>
            <p:nvPr/>
          </p:nvSpPr>
          <p:spPr>
            <a:xfrm>
              <a:off x="2542893" y="3164649"/>
              <a:ext cx="211149" cy="183420"/>
            </a:xfrm>
            <a:custGeom>
              <a:avLst/>
              <a:gdLst/>
              <a:ahLst/>
              <a:cxnLst/>
              <a:rect l="l" t="t" r="r" b="b"/>
              <a:pathLst>
                <a:path w="6526" h="5669" extrusionOk="0">
                  <a:moveTo>
                    <a:pt x="334" y="1"/>
                  </a:moveTo>
                  <a:cubicBezTo>
                    <a:pt x="167" y="1"/>
                    <a:pt x="0" y="144"/>
                    <a:pt x="0" y="310"/>
                  </a:cubicBezTo>
                  <a:lnTo>
                    <a:pt x="0" y="5359"/>
                  </a:lnTo>
                  <a:cubicBezTo>
                    <a:pt x="0" y="5526"/>
                    <a:pt x="167" y="5669"/>
                    <a:pt x="334" y="5669"/>
                  </a:cubicBezTo>
                  <a:lnTo>
                    <a:pt x="6192" y="5669"/>
                  </a:lnTo>
                  <a:cubicBezTo>
                    <a:pt x="6383" y="5669"/>
                    <a:pt x="6502" y="5526"/>
                    <a:pt x="6525" y="5359"/>
                  </a:cubicBezTo>
                  <a:lnTo>
                    <a:pt x="6525" y="310"/>
                  </a:lnTo>
                  <a:cubicBezTo>
                    <a:pt x="6525" y="144"/>
                    <a:pt x="6383" y="1"/>
                    <a:pt x="6192" y="1"/>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7" name="Google Shape;24917;p147"/>
            <p:cNvSpPr/>
            <p:nvPr/>
          </p:nvSpPr>
          <p:spPr>
            <a:xfrm>
              <a:off x="2649211" y="3165426"/>
              <a:ext cx="104830" cy="182644"/>
            </a:xfrm>
            <a:custGeom>
              <a:avLst/>
              <a:gdLst/>
              <a:ahLst/>
              <a:cxnLst/>
              <a:rect l="l" t="t" r="r" b="b"/>
              <a:pathLst>
                <a:path w="3240" h="5645" extrusionOk="0">
                  <a:moveTo>
                    <a:pt x="1" y="1"/>
                  </a:moveTo>
                  <a:lnTo>
                    <a:pt x="1" y="5645"/>
                  </a:lnTo>
                  <a:lnTo>
                    <a:pt x="2906" y="5645"/>
                  </a:lnTo>
                  <a:cubicBezTo>
                    <a:pt x="3097" y="5645"/>
                    <a:pt x="3239" y="5502"/>
                    <a:pt x="3239" y="5335"/>
                  </a:cubicBezTo>
                  <a:lnTo>
                    <a:pt x="3239" y="286"/>
                  </a:lnTo>
                  <a:cubicBezTo>
                    <a:pt x="3216" y="144"/>
                    <a:pt x="3097" y="1"/>
                    <a:pt x="2906" y="1"/>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8" name="Google Shape;24918;p147"/>
            <p:cNvSpPr/>
            <p:nvPr/>
          </p:nvSpPr>
          <p:spPr>
            <a:xfrm>
              <a:off x="2616856" y="3211660"/>
              <a:ext cx="62445" cy="95674"/>
            </a:xfrm>
            <a:custGeom>
              <a:avLst/>
              <a:gdLst/>
              <a:ahLst/>
              <a:cxnLst/>
              <a:rect l="l" t="t" r="r" b="b"/>
              <a:pathLst>
                <a:path w="1930" h="2957" extrusionOk="0">
                  <a:moveTo>
                    <a:pt x="929" y="1"/>
                  </a:moveTo>
                  <a:cubicBezTo>
                    <a:pt x="453" y="24"/>
                    <a:pt x="72" y="405"/>
                    <a:pt x="48" y="882"/>
                  </a:cubicBezTo>
                  <a:cubicBezTo>
                    <a:pt x="0" y="1334"/>
                    <a:pt x="286" y="1691"/>
                    <a:pt x="667" y="1834"/>
                  </a:cubicBezTo>
                  <a:lnTo>
                    <a:pt x="667" y="2620"/>
                  </a:lnTo>
                  <a:cubicBezTo>
                    <a:pt x="667" y="2763"/>
                    <a:pt x="786" y="2906"/>
                    <a:pt x="929" y="2953"/>
                  </a:cubicBezTo>
                  <a:cubicBezTo>
                    <a:pt x="943" y="2955"/>
                    <a:pt x="957" y="2956"/>
                    <a:pt x="971" y="2956"/>
                  </a:cubicBezTo>
                  <a:cubicBezTo>
                    <a:pt x="1143" y="2956"/>
                    <a:pt x="1286" y="2820"/>
                    <a:pt x="1286" y="2644"/>
                  </a:cubicBezTo>
                  <a:lnTo>
                    <a:pt x="1286" y="1882"/>
                  </a:lnTo>
                  <a:cubicBezTo>
                    <a:pt x="1644" y="1715"/>
                    <a:pt x="1929" y="1358"/>
                    <a:pt x="1929" y="953"/>
                  </a:cubicBezTo>
                  <a:cubicBezTo>
                    <a:pt x="1929" y="405"/>
                    <a:pt x="1477" y="1"/>
                    <a:pt x="929"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9" name="Google Shape;24919;p147"/>
            <p:cNvSpPr/>
            <p:nvPr/>
          </p:nvSpPr>
          <p:spPr>
            <a:xfrm>
              <a:off x="2649211" y="3211660"/>
              <a:ext cx="30867" cy="95577"/>
            </a:xfrm>
            <a:custGeom>
              <a:avLst/>
              <a:gdLst/>
              <a:ahLst/>
              <a:cxnLst/>
              <a:rect l="l" t="t" r="r" b="b"/>
              <a:pathLst>
                <a:path w="954" h="2954" extrusionOk="0">
                  <a:moveTo>
                    <a:pt x="1" y="1"/>
                  </a:moveTo>
                  <a:lnTo>
                    <a:pt x="1" y="2953"/>
                  </a:lnTo>
                  <a:cubicBezTo>
                    <a:pt x="167" y="2953"/>
                    <a:pt x="334" y="2787"/>
                    <a:pt x="334" y="2620"/>
                  </a:cubicBezTo>
                  <a:lnTo>
                    <a:pt x="334" y="1834"/>
                  </a:lnTo>
                  <a:cubicBezTo>
                    <a:pt x="691" y="1715"/>
                    <a:pt x="953" y="1358"/>
                    <a:pt x="953" y="953"/>
                  </a:cubicBezTo>
                  <a:cubicBezTo>
                    <a:pt x="953" y="453"/>
                    <a:pt x="525" y="1"/>
                    <a:pt x="1"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0" name="Google Shape;24920;p147"/>
            <p:cNvSpPr/>
            <p:nvPr/>
          </p:nvSpPr>
          <p:spPr>
            <a:xfrm>
              <a:off x="2706219" y="3233241"/>
              <a:ext cx="155692" cy="156436"/>
            </a:xfrm>
            <a:custGeom>
              <a:avLst/>
              <a:gdLst/>
              <a:ahLst/>
              <a:cxnLst/>
              <a:rect l="l" t="t" r="r" b="b"/>
              <a:pathLst>
                <a:path w="4812" h="4835" extrusionOk="0">
                  <a:moveTo>
                    <a:pt x="2406" y="0"/>
                  </a:moveTo>
                  <a:cubicBezTo>
                    <a:pt x="1073" y="0"/>
                    <a:pt x="1" y="1096"/>
                    <a:pt x="1" y="2429"/>
                  </a:cubicBezTo>
                  <a:cubicBezTo>
                    <a:pt x="1" y="3763"/>
                    <a:pt x="1073" y="4835"/>
                    <a:pt x="2406" y="4835"/>
                  </a:cubicBezTo>
                  <a:cubicBezTo>
                    <a:pt x="3740" y="4835"/>
                    <a:pt x="4811" y="3763"/>
                    <a:pt x="4811" y="2429"/>
                  </a:cubicBezTo>
                  <a:cubicBezTo>
                    <a:pt x="4811" y="1096"/>
                    <a:pt x="3740" y="0"/>
                    <a:pt x="2406"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1" name="Google Shape;24921;p147"/>
            <p:cNvSpPr/>
            <p:nvPr/>
          </p:nvSpPr>
          <p:spPr>
            <a:xfrm>
              <a:off x="2784065" y="3234017"/>
              <a:ext cx="77846" cy="154916"/>
            </a:xfrm>
            <a:custGeom>
              <a:avLst/>
              <a:gdLst/>
              <a:ahLst/>
              <a:cxnLst/>
              <a:rect l="l" t="t" r="r" b="b"/>
              <a:pathLst>
                <a:path w="2406" h="4788" extrusionOk="0">
                  <a:moveTo>
                    <a:pt x="0" y="0"/>
                  </a:moveTo>
                  <a:lnTo>
                    <a:pt x="0" y="4787"/>
                  </a:lnTo>
                  <a:cubicBezTo>
                    <a:pt x="15" y="4787"/>
                    <a:pt x="29" y="4787"/>
                    <a:pt x="44" y="4787"/>
                  </a:cubicBezTo>
                  <a:cubicBezTo>
                    <a:pt x="1357" y="4787"/>
                    <a:pt x="2405" y="3724"/>
                    <a:pt x="2405" y="2405"/>
                  </a:cubicBezTo>
                  <a:cubicBezTo>
                    <a:pt x="2405" y="1072"/>
                    <a:pt x="1334"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2" name="Google Shape;24922;p147"/>
            <p:cNvSpPr/>
            <p:nvPr/>
          </p:nvSpPr>
          <p:spPr>
            <a:xfrm>
              <a:off x="2726279" y="3254045"/>
              <a:ext cx="115604" cy="115604"/>
            </a:xfrm>
            <a:custGeom>
              <a:avLst/>
              <a:gdLst/>
              <a:ahLst/>
              <a:cxnLst/>
              <a:rect l="l" t="t" r="r" b="b"/>
              <a:pathLst>
                <a:path w="3573" h="3573" extrusionOk="0">
                  <a:moveTo>
                    <a:pt x="1786" y="0"/>
                  </a:moveTo>
                  <a:cubicBezTo>
                    <a:pt x="786" y="0"/>
                    <a:pt x="0" y="786"/>
                    <a:pt x="0" y="1786"/>
                  </a:cubicBezTo>
                  <a:cubicBezTo>
                    <a:pt x="0" y="2763"/>
                    <a:pt x="786" y="3572"/>
                    <a:pt x="1786" y="3572"/>
                  </a:cubicBezTo>
                  <a:cubicBezTo>
                    <a:pt x="2763" y="3572"/>
                    <a:pt x="3572" y="2763"/>
                    <a:pt x="3572" y="1786"/>
                  </a:cubicBezTo>
                  <a:cubicBezTo>
                    <a:pt x="3572" y="786"/>
                    <a:pt x="2763" y="0"/>
                    <a:pt x="1786"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3" name="Google Shape;24923;p147"/>
            <p:cNvSpPr/>
            <p:nvPr/>
          </p:nvSpPr>
          <p:spPr>
            <a:xfrm>
              <a:off x="2784065" y="3254045"/>
              <a:ext cx="57818" cy="114860"/>
            </a:xfrm>
            <a:custGeom>
              <a:avLst/>
              <a:gdLst/>
              <a:ahLst/>
              <a:cxnLst/>
              <a:rect l="l" t="t" r="r" b="b"/>
              <a:pathLst>
                <a:path w="1787" h="3550" extrusionOk="0">
                  <a:moveTo>
                    <a:pt x="0" y="0"/>
                  </a:moveTo>
                  <a:lnTo>
                    <a:pt x="0" y="3549"/>
                  </a:lnTo>
                  <a:cubicBezTo>
                    <a:pt x="14" y="3549"/>
                    <a:pt x="28" y="3549"/>
                    <a:pt x="42" y="3549"/>
                  </a:cubicBezTo>
                  <a:cubicBezTo>
                    <a:pt x="1000" y="3549"/>
                    <a:pt x="1786" y="2749"/>
                    <a:pt x="1786" y="1786"/>
                  </a:cubicBezTo>
                  <a:cubicBezTo>
                    <a:pt x="1786" y="810"/>
                    <a:pt x="977" y="0"/>
                    <a:pt x="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4" name="Google Shape;24924;p147"/>
            <p:cNvSpPr/>
            <p:nvPr/>
          </p:nvSpPr>
          <p:spPr>
            <a:xfrm>
              <a:off x="2760931" y="3266372"/>
              <a:ext cx="47044" cy="88620"/>
            </a:xfrm>
            <a:custGeom>
              <a:avLst/>
              <a:gdLst/>
              <a:ahLst/>
              <a:cxnLst/>
              <a:rect l="l" t="t" r="r" b="b"/>
              <a:pathLst>
                <a:path w="1454" h="2739" extrusionOk="0">
                  <a:moveTo>
                    <a:pt x="572" y="596"/>
                  </a:moveTo>
                  <a:lnTo>
                    <a:pt x="572" y="1048"/>
                  </a:lnTo>
                  <a:cubicBezTo>
                    <a:pt x="501" y="1048"/>
                    <a:pt x="477" y="1024"/>
                    <a:pt x="477" y="1024"/>
                  </a:cubicBezTo>
                  <a:cubicBezTo>
                    <a:pt x="406" y="977"/>
                    <a:pt x="406" y="905"/>
                    <a:pt x="406" y="810"/>
                  </a:cubicBezTo>
                  <a:cubicBezTo>
                    <a:pt x="406" y="739"/>
                    <a:pt x="477" y="667"/>
                    <a:pt x="572" y="596"/>
                  </a:cubicBezTo>
                  <a:close/>
                  <a:moveTo>
                    <a:pt x="858" y="1548"/>
                  </a:moveTo>
                  <a:cubicBezTo>
                    <a:pt x="1096" y="1644"/>
                    <a:pt x="1096" y="1858"/>
                    <a:pt x="1072" y="1905"/>
                  </a:cubicBezTo>
                  <a:cubicBezTo>
                    <a:pt x="1025" y="2025"/>
                    <a:pt x="977" y="2144"/>
                    <a:pt x="858" y="2215"/>
                  </a:cubicBezTo>
                  <a:lnTo>
                    <a:pt x="858" y="1548"/>
                  </a:lnTo>
                  <a:close/>
                  <a:moveTo>
                    <a:pt x="715" y="0"/>
                  </a:moveTo>
                  <a:cubicBezTo>
                    <a:pt x="620" y="0"/>
                    <a:pt x="525" y="48"/>
                    <a:pt x="525" y="143"/>
                  </a:cubicBezTo>
                  <a:lnTo>
                    <a:pt x="525" y="262"/>
                  </a:lnTo>
                  <a:lnTo>
                    <a:pt x="477" y="262"/>
                  </a:lnTo>
                  <a:cubicBezTo>
                    <a:pt x="263" y="334"/>
                    <a:pt x="120" y="500"/>
                    <a:pt x="96" y="715"/>
                  </a:cubicBezTo>
                  <a:cubicBezTo>
                    <a:pt x="48" y="929"/>
                    <a:pt x="120" y="1096"/>
                    <a:pt x="263" y="1215"/>
                  </a:cubicBezTo>
                  <a:cubicBezTo>
                    <a:pt x="334" y="1286"/>
                    <a:pt x="406" y="1334"/>
                    <a:pt x="525" y="1358"/>
                  </a:cubicBezTo>
                  <a:lnTo>
                    <a:pt x="525" y="2167"/>
                  </a:lnTo>
                  <a:cubicBezTo>
                    <a:pt x="453" y="2167"/>
                    <a:pt x="382" y="2144"/>
                    <a:pt x="263" y="2048"/>
                  </a:cubicBezTo>
                  <a:cubicBezTo>
                    <a:pt x="245" y="2040"/>
                    <a:pt x="221" y="2034"/>
                    <a:pt x="195" y="2034"/>
                  </a:cubicBezTo>
                  <a:cubicBezTo>
                    <a:pt x="149" y="2034"/>
                    <a:pt x="94" y="2051"/>
                    <a:pt x="48" y="2096"/>
                  </a:cubicBezTo>
                  <a:cubicBezTo>
                    <a:pt x="1" y="2144"/>
                    <a:pt x="1" y="2263"/>
                    <a:pt x="96" y="2334"/>
                  </a:cubicBezTo>
                  <a:cubicBezTo>
                    <a:pt x="263" y="2429"/>
                    <a:pt x="382" y="2477"/>
                    <a:pt x="525" y="2477"/>
                  </a:cubicBezTo>
                  <a:lnTo>
                    <a:pt x="525" y="2596"/>
                  </a:lnTo>
                  <a:cubicBezTo>
                    <a:pt x="525" y="2691"/>
                    <a:pt x="596" y="2739"/>
                    <a:pt x="691" y="2739"/>
                  </a:cubicBezTo>
                  <a:cubicBezTo>
                    <a:pt x="763" y="2739"/>
                    <a:pt x="858" y="2691"/>
                    <a:pt x="858" y="2596"/>
                  </a:cubicBezTo>
                  <a:lnTo>
                    <a:pt x="858" y="2501"/>
                  </a:lnTo>
                  <a:cubicBezTo>
                    <a:pt x="1168" y="2453"/>
                    <a:pt x="1334" y="2167"/>
                    <a:pt x="1406" y="1929"/>
                  </a:cubicBezTo>
                  <a:cubicBezTo>
                    <a:pt x="1453" y="1644"/>
                    <a:pt x="1287" y="1334"/>
                    <a:pt x="977" y="1262"/>
                  </a:cubicBezTo>
                  <a:cubicBezTo>
                    <a:pt x="953" y="1262"/>
                    <a:pt x="930" y="1215"/>
                    <a:pt x="858" y="1215"/>
                  </a:cubicBezTo>
                  <a:lnTo>
                    <a:pt x="858" y="596"/>
                  </a:lnTo>
                  <a:cubicBezTo>
                    <a:pt x="953" y="619"/>
                    <a:pt x="977" y="643"/>
                    <a:pt x="977" y="643"/>
                  </a:cubicBezTo>
                  <a:cubicBezTo>
                    <a:pt x="1013" y="679"/>
                    <a:pt x="1049" y="697"/>
                    <a:pt x="1084" y="697"/>
                  </a:cubicBezTo>
                  <a:cubicBezTo>
                    <a:pt x="1120" y="697"/>
                    <a:pt x="1156" y="679"/>
                    <a:pt x="1191" y="643"/>
                  </a:cubicBezTo>
                  <a:cubicBezTo>
                    <a:pt x="1239" y="596"/>
                    <a:pt x="1239" y="500"/>
                    <a:pt x="1215" y="453"/>
                  </a:cubicBezTo>
                  <a:cubicBezTo>
                    <a:pt x="1168" y="381"/>
                    <a:pt x="1049" y="310"/>
                    <a:pt x="858" y="262"/>
                  </a:cubicBezTo>
                  <a:lnTo>
                    <a:pt x="858" y="143"/>
                  </a:lnTo>
                  <a:cubicBezTo>
                    <a:pt x="858" y="48"/>
                    <a:pt x="810" y="0"/>
                    <a:pt x="715"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5" name="Google Shape;24925;p147"/>
            <p:cNvSpPr/>
            <p:nvPr/>
          </p:nvSpPr>
          <p:spPr>
            <a:xfrm>
              <a:off x="2784841" y="3265595"/>
              <a:ext cx="23134" cy="92503"/>
            </a:xfrm>
            <a:custGeom>
              <a:avLst/>
              <a:gdLst/>
              <a:ahLst/>
              <a:cxnLst/>
              <a:rect l="l" t="t" r="r" b="b"/>
              <a:pathLst>
                <a:path w="715" h="2859" extrusionOk="0">
                  <a:moveTo>
                    <a:pt x="119" y="1572"/>
                  </a:moveTo>
                  <a:cubicBezTo>
                    <a:pt x="357" y="1668"/>
                    <a:pt x="357" y="1882"/>
                    <a:pt x="333" y="1929"/>
                  </a:cubicBezTo>
                  <a:cubicBezTo>
                    <a:pt x="286" y="2049"/>
                    <a:pt x="238" y="2168"/>
                    <a:pt x="119" y="2239"/>
                  </a:cubicBezTo>
                  <a:lnTo>
                    <a:pt x="119" y="1572"/>
                  </a:lnTo>
                  <a:close/>
                  <a:moveTo>
                    <a:pt x="0" y="1"/>
                  </a:moveTo>
                  <a:lnTo>
                    <a:pt x="0" y="2858"/>
                  </a:lnTo>
                  <a:cubicBezTo>
                    <a:pt x="95" y="2858"/>
                    <a:pt x="143" y="2763"/>
                    <a:pt x="143" y="2715"/>
                  </a:cubicBezTo>
                  <a:lnTo>
                    <a:pt x="143" y="2549"/>
                  </a:lnTo>
                  <a:cubicBezTo>
                    <a:pt x="452" y="2501"/>
                    <a:pt x="667" y="2239"/>
                    <a:pt x="691" y="2001"/>
                  </a:cubicBezTo>
                  <a:cubicBezTo>
                    <a:pt x="714" y="1668"/>
                    <a:pt x="548" y="1358"/>
                    <a:pt x="238" y="1286"/>
                  </a:cubicBezTo>
                  <a:cubicBezTo>
                    <a:pt x="214" y="1286"/>
                    <a:pt x="191" y="1239"/>
                    <a:pt x="119" y="1239"/>
                  </a:cubicBezTo>
                  <a:lnTo>
                    <a:pt x="119" y="620"/>
                  </a:lnTo>
                  <a:cubicBezTo>
                    <a:pt x="214" y="643"/>
                    <a:pt x="238" y="667"/>
                    <a:pt x="238" y="667"/>
                  </a:cubicBezTo>
                  <a:cubicBezTo>
                    <a:pt x="274" y="703"/>
                    <a:pt x="310" y="721"/>
                    <a:pt x="348" y="721"/>
                  </a:cubicBezTo>
                  <a:cubicBezTo>
                    <a:pt x="387" y="721"/>
                    <a:pt x="429" y="703"/>
                    <a:pt x="476" y="667"/>
                  </a:cubicBezTo>
                  <a:cubicBezTo>
                    <a:pt x="548" y="620"/>
                    <a:pt x="548" y="524"/>
                    <a:pt x="500" y="429"/>
                  </a:cubicBezTo>
                  <a:cubicBezTo>
                    <a:pt x="452" y="382"/>
                    <a:pt x="333" y="286"/>
                    <a:pt x="143" y="262"/>
                  </a:cubicBezTo>
                  <a:lnTo>
                    <a:pt x="143" y="143"/>
                  </a:lnTo>
                  <a:cubicBezTo>
                    <a:pt x="143" y="48"/>
                    <a:pt x="95" y="1"/>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26" name="Google Shape;24926;p147"/>
          <p:cNvSpPr/>
          <p:nvPr/>
        </p:nvSpPr>
        <p:spPr>
          <a:xfrm>
            <a:off x="3307238" y="2897456"/>
            <a:ext cx="308990" cy="308246"/>
          </a:xfrm>
          <a:custGeom>
            <a:avLst/>
            <a:gdLst/>
            <a:ahLst/>
            <a:cxnLst/>
            <a:rect l="l" t="t" r="r" b="b"/>
            <a:pathLst>
              <a:path w="9550" h="9527" extrusionOk="0">
                <a:moveTo>
                  <a:pt x="6252" y="0"/>
                </a:moveTo>
                <a:cubicBezTo>
                  <a:pt x="6168" y="0"/>
                  <a:pt x="6085" y="24"/>
                  <a:pt x="6025" y="72"/>
                </a:cubicBezTo>
                <a:lnTo>
                  <a:pt x="5954" y="167"/>
                </a:lnTo>
                <a:cubicBezTo>
                  <a:pt x="5787" y="313"/>
                  <a:pt x="5602" y="386"/>
                  <a:pt x="5399" y="386"/>
                </a:cubicBezTo>
                <a:cubicBezTo>
                  <a:pt x="5370" y="386"/>
                  <a:pt x="5341" y="384"/>
                  <a:pt x="5311" y="382"/>
                </a:cubicBezTo>
                <a:cubicBezTo>
                  <a:pt x="5259" y="375"/>
                  <a:pt x="5207" y="372"/>
                  <a:pt x="5155" y="372"/>
                </a:cubicBezTo>
                <a:cubicBezTo>
                  <a:pt x="4794" y="372"/>
                  <a:pt x="4417" y="513"/>
                  <a:pt x="4168" y="763"/>
                </a:cubicBezTo>
                <a:lnTo>
                  <a:pt x="0" y="4930"/>
                </a:lnTo>
                <a:lnTo>
                  <a:pt x="4549" y="9526"/>
                </a:lnTo>
                <a:lnTo>
                  <a:pt x="8740" y="5359"/>
                </a:lnTo>
                <a:cubicBezTo>
                  <a:pt x="9050" y="5049"/>
                  <a:pt x="9193" y="4620"/>
                  <a:pt x="9121" y="4192"/>
                </a:cubicBezTo>
                <a:cubicBezTo>
                  <a:pt x="9097" y="3954"/>
                  <a:pt x="9193" y="3716"/>
                  <a:pt x="9336" y="3573"/>
                </a:cubicBezTo>
                <a:lnTo>
                  <a:pt x="9431" y="3477"/>
                </a:lnTo>
                <a:cubicBezTo>
                  <a:pt x="9550" y="3358"/>
                  <a:pt x="9550" y="3144"/>
                  <a:pt x="9431" y="3025"/>
                </a:cubicBezTo>
                <a:lnTo>
                  <a:pt x="6478" y="72"/>
                </a:lnTo>
                <a:cubicBezTo>
                  <a:pt x="6418" y="24"/>
                  <a:pt x="6335" y="0"/>
                  <a:pt x="6252"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7" name="Google Shape;24927;p147"/>
          <p:cNvSpPr/>
          <p:nvPr/>
        </p:nvSpPr>
        <p:spPr>
          <a:xfrm>
            <a:off x="3381406" y="2946559"/>
            <a:ext cx="235059" cy="258161"/>
          </a:xfrm>
          <a:custGeom>
            <a:avLst/>
            <a:gdLst/>
            <a:ahLst/>
            <a:cxnLst/>
            <a:rect l="l" t="t" r="r" b="b"/>
            <a:pathLst>
              <a:path w="7265" h="7979" extrusionOk="0">
                <a:moveTo>
                  <a:pt x="5645" y="0"/>
                </a:moveTo>
                <a:lnTo>
                  <a:pt x="1" y="5692"/>
                </a:lnTo>
                <a:lnTo>
                  <a:pt x="2287" y="7978"/>
                </a:lnTo>
                <a:lnTo>
                  <a:pt x="6454" y="3811"/>
                </a:lnTo>
                <a:cubicBezTo>
                  <a:pt x="6740" y="3501"/>
                  <a:pt x="6907" y="3072"/>
                  <a:pt x="6835" y="2644"/>
                </a:cubicBezTo>
                <a:cubicBezTo>
                  <a:pt x="6812" y="2406"/>
                  <a:pt x="6907" y="2191"/>
                  <a:pt x="7050" y="2025"/>
                </a:cubicBezTo>
                <a:lnTo>
                  <a:pt x="7145" y="1929"/>
                </a:lnTo>
                <a:cubicBezTo>
                  <a:pt x="7264" y="1810"/>
                  <a:pt x="7264" y="1596"/>
                  <a:pt x="7145" y="1477"/>
                </a:cubicBezTo>
                <a:lnTo>
                  <a:pt x="5645"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928" name="Google Shape;24928;p147"/>
          <p:cNvGrpSpPr/>
          <p:nvPr/>
        </p:nvGrpSpPr>
        <p:grpSpPr>
          <a:xfrm>
            <a:off x="3267151" y="2896097"/>
            <a:ext cx="338301" cy="335582"/>
            <a:chOff x="3267151" y="3048497"/>
            <a:chExt cx="338301" cy="335582"/>
          </a:xfrm>
        </p:grpSpPr>
        <p:sp>
          <p:nvSpPr>
            <p:cNvPr id="24929" name="Google Shape;24929;p147"/>
            <p:cNvSpPr/>
            <p:nvPr/>
          </p:nvSpPr>
          <p:spPr>
            <a:xfrm>
              <a:off x="3267151" y="3048497"/>
              <a:ext cx="292069" cy="290127"/>
            </a:xfrm>
            <a:custGeom>
              <a:avLst/>
              <a:gdLst/>
              <a:ahLst/>
              <a:cxnLst/>
              <a:rect l="l" t="t" r="r" b="b"/>
              <a:pathLst>
                <a:path w="9027" h="8967" extrusionOk="0">
                  <a:moveTo>
                    <a:pt x="3299" y="1"/>
                  </a:moveTo>
                  <a:cubicBezTo>
                    <a:pt x="3216" y="1"/>
                    <a:pt x="3132" y="31"/>
                    <a:pt x="3073" y="90"/>
                  </a:cubicBezTo>
                  <a:lnTo>
                    <a:pt x="120" y="3043"/>
                  </a:lnTo>
                  <a:cubicBezTo>
                    <a:pt x="1" y="3162"/>
                    <a:pt x="1" y="3376"/>
                    <a:pt x="120" y="3496"/>
                  </a:cubicBezTo>
                  <a:lnTo>
                    <a:pt x="215" y="3591"/>
                  </a:lnTo>
                  <a:cubicBezTo>
                    <a:pt x="358" y="3758"/>
                    <a:pt x="453" y="3972"/>
                    <a:pt x="430" y="4210"/>
                  </a:cubicBezTo>
                  <a:cubicBezTo>
                    <a:pt x="358" y="4615"/>
                    <a:pt x="525" y="5067"/>
                    <a:pt x="811" y="5377"/>
                  </a:cubicBezTo>
                  <a:lnTo>
                    <a:pt x="4335" y="8878"/>
                  </a:lnTo>
                  <a:cubicBezTo>
                    <a:pt x="4395" y="8937"/>
                    <a:pt x="4472" y="8967"/>
                    <a:pt x="4549" y="8967"/>
                  </a:cubicBezTo>
                  <a:cubicBezTo>
                    <a:pt x="4627" y="8967"/>
                    <a:pt x="4704" y="8937"/>
                    <a:pt x="4764" y="8878"/>
                  </a:cubicBezTo>
                  <a:lnTo>
                    <a:pt x="8908" y="4734"/>
                  </a:lnTo>
                  <a:cubicBezTo>
                    <a:pt x="9027" y="4615"/>
                    <a:pt x="9027" y="4424"/>
                    <a:pt x="8908" y="4305"/>
                  </a:cubicBezTo>
                  <a:lnTo>
                    <a:pt x="5407" y="781"/>
                  </a:lnTo>
                  <a:cubicBezTo>
                    <a:pt x="5146" y="540"/>
                    <a:pt x="4782" y="383"/>
                    <a:pt x="4432" y="383"/>
                  </a:cubicBezTo>
                  <a:cubicBezTo>
                    <a:pt x="4367" y="383"/>
                    <a:pt x="4303" y="389"/>
                    <a:pt x="4240" y="400"/>
                  </a:cubicBezTo>
                  <a:cubicBezTo>
                    <a:pt x="4215" y="402"/>
                    <a:pt x="4191" y="403"/>
                    <a:pt x="4166" y="403"/>
                  </a:cubicBezTo>
                  <a:cubicBezTo>
                    <a:pt x="3954" y="403"/>
                    <a:pt x="3749" y="314"/>
                    <a:pt x="3621" y="185"/>
                  </a:cubicBezTo>
                  <a:lnTo>
                    <a:pt x="3525" y="90"/>
                  </a:lnTo>
                  <a:cubicBezTo>
                    <a:pt x="3466" y="31"/>
                    <a:pt x="3383" y="1"/>
                    <a:pt x="3299" y="1"/>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0" name="Google Shape;24930;p147"/>
            <p:cNvSpPr/>
            <p:nvPr/>
          </p:nvSpPr>
          <p:spPr>
            <a:xfrm>
              <a:off x="3318789" y="3048497"/>
              <a:ext cx="239653" cy="220208"/>
            </a:xfrm>
            <a:custGeom>
              <a:avLst/>
              <a:gdLst/>
              <a:ahLst/>
              <a:cxnLst/>
              <a:rect l="l" t="t" r="r" b="b"/>
              <a:pathLst>
                <a:path w="7407" h="6806" extrusionOk="0">
                  <a:moveTo>
                    <a:pt x="1703" y="1"/>
                  </a:moveTo>
                  <a:cubicBezTo>
                    <a:pt x="1620" y="1"/>
                    <a:pt x="1536" y="31"/>
                    <a:pt x="1477" y="90"/>
                  </a:cubicBezTo>
                  <a:lnTo>
                    <a:pt x="0" y="1590"/>
                  </a:lnTo>
                  <a:lnTo>
                    <a:pt x="5192" y="6806"/>
                  </a:lnTo>
                  <a:lnTo>
                    <a:pt x="7288" y="4710"/>
                  </a:lnTo>
                  <a:cubicBezTo>
                    <a:pt x="7407" y="4591"/>
                    <a:pt x="7407" y="4377"/>
                    <a:pt x="7288" y="4258"/>
                  </a:cubicBezTo>
                  <a:lnTo>
                    <a:pt x="3811" y="781"/>
                  </a:lnTo>
                  <a:cubicBezTo>
                    <a:pt x="3550" y="540"/>
                    <a:pt x="3186" y="383"/>
                    <a:pt x="2836" y="383"/>
                  </a:cubicBezTo>
                  <a:cubicBezTo>
                    <a:pt x="2771" y="383"/>
                    <a:pt x="2707" y="389"/>
                    <a:pt x="2644" y="400"/>
                  </a:cubicBezTo>
                  <a:cubicBezTo>
                    <a:pt x="2619" y="402"/>
                    <a:pt x="2595" y="403"/>
                    <a:pt x="2571" y="403"/>
                  </a:cubicBezTo>
                  <a:cubicBezTo>
                    <a:pt x="2362" y="403"/>
                    <a:pt x="2174" y="314"/>
                    <a:pt x="2025" y="185"/>
                  </a:cubicBezTo>
                  <a:lnTo>
                    <a:pt x="1929" y="90"/>
                  </a:lnTo>
                  <a:cubicBezTo>
                    <a:pt x="1870" y="31"/>
                    <a:pt x="1787" y="1"/>
                    <a:pt x="170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1" name="Google Shape;24931;p147"/>
            <p:cNvSpPr/>
            <p:nvPr/>
          </p:nvSpPr>
          <p:spPr>
            <a:xfrm>
              <a:off x="3436689" y="3254045"/>
              <a:ext cx="94800" cy="92859"/>
            </a:xfrm>
            <a:custGeom>
              <a:avLst/>
              <a:gdLst/>
              <a:ahLst/>
              <a:cxnLst/>
              <a:rect l="l" t="t" r="r" b="b"/>
              <a:pathLst>
                <a:path w="2930" h="2870" extrusionOk="0">
                  <a:moveTo>
                    <a:pt x="1143" y="0"/>
                  </a:moveTo>
                  <a:lnTo>
                    <a:pt x="0" y="1120"/>
                  </a:lnTo>
                  <a:lnTo>
                    <a:pt x="1500" y="2620"/>
                  </a:lnTo>
                  <a:cubicBezTo>
                    <a:pt x="1643" y="2787"/>
                    <a:pt x="1846" y="2870"/>
                    <a:pt x="2051" y="2870"/>
                  </a:cubicBezTo>
                  <a:cubicBezTo>
                    <a:pt x="2256" y="2870"/>
                    <a:pt x="2465" y="2787"/>
                    <a:pt x="2620" y="2620"/>
                  </a:cubicBezTo>
                  <a:cubicBezTo>
                    <a:pt x="2929" y="2310"/>
                    <a:pt x="2929" y="1786"/>
                    <a:pt x="2620" y="1477"/>
                  </a:cubicBezTo>
                  <a:lnTo>
                    <a:pt x="1143" y="0"/>
                  </a:ln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2" name="Google Shape;24932;p147"/>
            <p:cNvSpPr/>
            <p:nvPr/>
          </p:nvSpPr>
          <p:spPr>
            <a:xfrm>
              <a:off x="3473671" y="3217064"/>
              <a:ext cx="95577" cy="92859"/>
            </a:xfrm>
            <a:custGeom>
              <a:avLst/>
              <a:gdLst/>
              <a:ahLst/>
              <a:cxnLst/>
              <a:rect l="l" t="t" r="r" b="b"/>
              <a:pathLst>
                <a:path w="2954" h="2870" extrusionOk="0">
                  <a:moveTo>
                    <a:pt x="1119" y="0"/>
                  </a:moveTo>
                  <a:lnTo>
                    <a:pt x="0" y="1143"/>
                  </a:lnTo>
                  <a:lnTo>
                    <a:pt x="1477" y="2620"/>
                  </a:lnTo>
                  <a:cubicBezTo>
                    <a:pt x="1631" y="2786"/>
                    <a:pt x="1834" y="2870"/>
                    <a:pt x="2039" y="2870"/>
                  </a:cubicBezTo>
                  <a:cubicBezTo>
                    <a:pt x="2245" y="2870"/>
                    <a:pt x="2453" y="2786"/>
                    <a:pt x="2620" y="2620"/>
                  </a:cubicBezTo>
                  <a:cubicBezTo>
                    <a:pt x="2953" y="2310"/>
                    <a:pt x="2953" y="1786"/>
                    <a:pt x="2620" y="1501"/>
                  </a:cubicBezTo>
                  <a:lnTo>
                    <a:pt x="1119"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3" name="Google Shape;24933;p147"/>
            <p:cNvSpPr/>
            <p:nvPr/>
          </p:nvSpPr>
          <p:spPr>
            <a:xfrm>
              <a:off x="3399676" y="3291802"/>
              <a:ext cx="94833" cy="92276"/>
            </a:xfrm>
            <a:custGeom>
              <a:avLst/>
              <a:gdLst/>
              <a:ahLst/>
              <a:cxnLst/>
              <a:rect l="l" t="t" r="r" b="b"/>
              <a:pathLst>
                <a:path w="2931" h="2852" extrusionOk="0">
                  <a:moveTo>
                    <a:pt x="1120" y="0"/>
                  </a:moveTo>
                  <a:lnTo>
                    <a:pt x="1" y="1119"/>
                  </a:lnTo>
                  <a:lnTo>
                    <a:pt x="1477" y="2620"/>
                  </a:lnTo>
                  <a:cubicBezTo>
                    <a:pt x="1632" y="2775"/>
                    <a:pt x="1835" y="2852"/>
                    <a:pt x="2040" y="2852"/>
                  </a:cubicBezTo>
                  <a:cubicBezTo>
                    <a:pt x="2245" y="2852"/>
                    <a:pt x="2454" y="2775"/>
                    <a:pt x="2621" y="2620"/>
                  </a:cubicBezTo>
                  <a:cubicBezTo>
                    <a:pt x="2930" y="2286"/>
                    <a:pt x="2930" y="1786"/>
                    <a:pt x="2621" y="1477"/>
                  </a:cubicBezTo>
                  <a:lnTo>
                    <a:pt x="1120" y="0"/>
                  </a:ln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4" name="Google Shape;24934;p147"/>
            <p:cNvSpPr/>
            <p:nvPr/>
          </p:nvSpPr>
          <p:spPr>
            <a:xfrm>
              <a:off x="3511428" y="3180082"/>
              <a:ext cx="94024" cy="92276"/>
            </a:xfrm>
            <a:custGeom>
              <a:avLst/>
              <a:gdLst/>
              <a:ahLst/>
              <a:cxnLst/>
              <a:rect l="l" t="t" r="r" b="b"/>
              <a:pathLst>
                <a:path w="2906" h="2852" extrusionOk="0">
                  <a:moveTo>
                    <a:pt x="1119" y="0"/>
                  </a:moveTo>
                  <a:lnTo>
                    <a:pt x="0" y="1119"/>
                  </a:lnTo>
                  <a:lnTo>
                    <a:pt x="1477" y="2620"/>
                  </a:lnTo>
                  <a:cubicBezTo>
                    <a:pt x="1631" y="2774"/>
                    <a:pt x="1834" y="2852"/>
                    <a:pt x="2039" y="2852"/>
                  </a:cubicBezTo>
                  <a:cubicBezTo>
                    <a:pt x="2245" y="2852"/>
                    <a:pt x="2453" y="2774"/>
                    <a:pt x="2620" y="2620"/>
                  </a:cubicBezTo>
                  <a:cubicBezTo>
                    <a:pt x="2905" y="2310"/>
                    <a:pt x="2905" y="1786"/>
                    <a:pt x="2620" y="1477"/>
                  </a:cubicBezTo>
                  <a:lnTo>
                    <a:pt x="1119"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5" name="Google Shape;24935;p147"/>
            <p:cNvSpPr/>
            <p:nvPr/>
          </p:nvSpPr>
          <p:spPr>
            <a:xfrm>
              <a:off x="3314162" y="3203572"/>
              <a:ext cx="112531" cy="106351"/>
            </a:xfrm>
            <a:custGeom>
              <a:avLst/>
              <a:gdLst/>
              <a:ahLst/>
              <a:cxnLst/>
              <a:rect l="l" t="t" r="r" b="b"/>
              <a:pathLst>
                <a:path w="3478" h="3287" extrusionOk="0">
                  <a:moveTo>
                    <a:pt x="2581" y="0"/>
                  </a:moveTo>
                  <a:cubicBezTo>
                    <a:pt x="2376" y="0"/>
                    <a:pt x="2168" y="84"/>
                    <a:pt x="2001" y="251"/>
                  </a:cubicBezTo>
                  <a:lnTo>
                    <a:pt x="334" y="1918"/>
                  </a:lnTo>
                  <a:cubicBezTo>
                    <a:pt x="1" y="2203"/>
                    <a:pt x="48" y="2727"/>
                    <a:pt x="334" y="3037"/>
                  </a:cubicBezTo>
                  <a:cubicBezTo>
                    <a:pt x="489" y="3203"/>
                    <a:pt x="691" y="3287"/>
                    <a:pt x="897" y="3287"/>
                  </a:cubicBezTo>
                  <a:cubicBezTo>
                    <a:pt x="1102" y="3287"/>
                    <a:pt x="1310" y="3203"/>
                    <a:pt x="1477" y="3037"/>
                  </a:cubicBezTo>
                  <a:lnTo>
                    <a:pt x="3144" y="1370"/>
                  </a:lnTo>
                  <a:cubicBezTo>
                    <a:pt x="3477" y="1060"/>
                    <a:pt x="3477" y="536"/>
                    <a:pt x="3144" y="251"/>
                  </a:cubicBezTo>
                  <a:cubicBezTo>
                    <a:pt x="2989" y="84"/>
                    <a:pt x="2787" y="0"/>
                    <a:pt x="2581"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6" name="Google Shape;24936;p147"/>
            <p:cNvSpPr/>
            <p:nvPr/>
          </p:nvSpPr>
          <p:spPr>
            <a:xfrm>
              <a:off x="3277958" y="3175844"/>
              <a:ext cx="102501" cy="96515"/>
            </a:xfrm>
            <a:custGeom>
              <a:avLst/>
              <a:gdLst/>
              <a:ahLst/>
              <a:cxnLst/>
              <a:rect l="l" t="t" r="r" b="b"/>
              <a:pathLst>
                <a:path w="3168" h="2983" extrusionOk="0">
                  <a:moveTo>
                    <a:pt x="2272" y="0"/>
                  </a:moveTo>
                  <a:cubicBezTo>
                    <a:pt x="2066" y="0"/>
                    <a:pt x="1858" y="83"/>
                    <a:pt x="1691" y="250"/>
                  </a:cubicBezTo>
                  <a:lnTo>
                    <a:pt x="334" y="1608"/>
                  </a:lnTo>
                  <a:cubicBezTo>
                    <a:pt x="0" y="1917"/>
                    <a:pt x="24" y="2417"/>
                    <a:pt x="334" y="2751"/>
                  </a:cubicBezTo>
                  <a:cubicBezTo>
                    <a:pt x="477" y="2905"/>
                    <a:pt x="673" y="2983"/>
                    <a:pt x="875" y="2983"/>
                  </a:cubicBezTo>
                  <a:cubicBezTo>
                    <a:pt x="1078" y="2983"/>
                    <a:pt x="1286" y="2905"/>
                    <a:pt x="1453" y="2751"/>
                  </a:cubicBezTo>
                  <a:lnTo>
                    <a:pt x="2834" y="1369"/>
                  </a:lnTo>
                  <a:cubicBezTo>
                    <a:pt x="3168" y="1084"/>
                    <a:pt x="3168" y="560"/>
                    <a:pt x="2834" y="250"/>
                  </a:cubicBezTo>
                  <a:cubicBezTo>
                    <a:pt x="2679" y="83"/>
                    <a:pt x="2477" y="0"/>
                    <a:pt x="227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7" name="Google Shape;24937;p147"/>
            <p:cNvSpPr/>
            <p:nvPr/>
          </p:nvSpPr>
          <p:spPr>
            <a:xfrm>
              <a:off x="3351920" y="3254433"/>
              <a:ext cx="97874" cy="92471"/>
            </a:xfrm>
            <a:custGeom>
              <a:avLst/>
              <a:gdLst/>
              <a:ahLst/>
              <a:cxnLst/>
              <a:rect l="l" t="t" r="r" b="b"/>
              <a:pathLst>
                <a:path w="3025" h="2858" extrusionOk="0">
                  <a:moveTo>
                    <a:pt x="2129" y="0"/>
                  </a:moveTo>
                  <a:cubicBezTo>
                    <a:pt x="1923" y="0"/>
                    <a:pt x="1715" y="84"/>
                    <a:pt x="1548" y="250"/>
                  </a:cubicBezTo>
                  <a:lnTo>
                    <a:pt x="334" y="1465"/>
                  </a:lnTo>
                  <a:cubicBezTo>
                    <a:pt x="0" y="1774"/>
                    <a:pt x="24" y="2274"/>
                    <a:pt x="334" y="2608"/>
                  </a:cubicBezTo>
                  <a:cubicBezTo>
                    <a:pt x="477" y="2775"/>
                    <a:pt x="679" y="2858"/>
                    <a:pt x="888" y="2858"/>
                  </a:cubicBezTo>
                  <a:cubicBezTo>
                    <a:pt x="1096" y="2858"/>
                    <a:pt x="1310" y="2775"/>
                    <a:pt x="1477" y="2608"/>
                  </a:cubicBezTo>
                  <a:lnTo>
                    <a:pt x="2692" y="1393"/>
                  </a:lnTo>
                  <a:cubicBezTo>
                    <a:pt x="3025" y="1084"/>
                    <a:pt x="2977" y="584"/>
                    <a:pt x="2692" y="250"/>
                  </a:cubicBezTo>
                  <a:cubicBezTo>
                    <a:pt x="2537" y="84"/>
                    <a:pt x="2334" y="0"/>
                    <a:pt x="2129"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8" name="Google Shape;24938;p147"/>
            <p:cNvSpPr/>
            <p:nvPr/>
          </p:nvSpPr>
          <p:spPr>
            <a:xfrm>
              <a:off x="3388902" y="3306815"/>
              <a:ext cx="82473" cy="77264"/>
            </a:xfrm>
            <a:custGeom>
              <a:avLst/>
              <a:gdLst/>
              <a:ahLst/>
              <a:cxnLst/>
              <a:rect l="l" t="t" r="r" b="b"/>
              <a:pathLst>
                <a:path w="2549" h="2388" extrusionOk="0">
                  <a:moveTo>
                    <a:pt x="1677" y="1"/>
                  </a:moveTo>
                  <a:cubicBezTo>
                    <a:pt x="1471" y="1"/>
                    <a:pt x="1263" y="84"/>
                    <a:pt x="1096" y="251"/>
                  </a:cubicBezTo>
                  <a:lnTo>
                    <a:pt x="334" y="1013"/>
                  </a:lnTo>
                  <a:cubicBezTo>
                    <a:pt x="1" y="1322"/>
                    <a:pt x="24" y="1822"/>
                    <a:pt x="334" y="2156"/>
                  </a:cubicBezTo>
                  <a:cubicBezTo>
                    <a:pt x="477" y="2311"/>
                    <a:pt x="673" y="2388"/>
                    <a:pt x="876" y="2388"/>
                  </a:cubicBezTo>
                  <a:cubicBezTo>
                    <a:pt x="1078" y="2388"/>
                    <a:pt x="1287" y="2311"/>
                    <a:pt x="1453" y="2156"/>
                  </a:cubicBezTo>
                  <a:lnTo>
                    <a:pt x="2239" y="1370"/>
                  </a:lnTo>
                  <a:cubicBezTo>
                    <a:pt x="2549" y="1037"/>
                    <a:pt x="2525" y="560"/>
                    <a:pt x="2239" y="251"/>
                  </a:cubicBezTo>
                  <a:cubicBezTo>
                    <a:pt x="2084" y="84"/>
                    <a:pt x="1882" y="1"/>
                    <a:pt x="1677"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9" name="Google Shape;24939;p147"/>
            <p:cNvSpPr/>
            <p:nvPr/>
          </p:nvSpPr>
          <p:spPr>
            <a:xfrm>
              <a:off x="3377351" y="3049856"/>
              <a:ext cx="186494" cy="122367"/>
            </a:xfrm>
            <a:custGeom>
              <a:avLst/>
              <a:gdLst/>
              <a:ahLst/>
              <a:cxnLst/>
              <a:rect l="l" t="t" r="r" b="b"/>
              <a:pathLst>
                <a:path w="5764" h="3782" extrusionOk="0">
                  <a:moveTo>
                    <a:pt x="4061" y="0"/>
                  </a:moveTo>
                  <a:cubicBezTo>
                    <a:pt x="3977" y="0"/>
                    <a:pt x="3894" y="24"/>
                    <a:pt x="3834" y="72"/>
                  </a:cubicBezTo>
                  <a:lnTo>
                    <a:pt x="3739" y="167"/>
                  </a:lnTo>
                  <a:cubicBezTo>
                    <a:pt x="3614" y="313"/>
                    <a:pt x="3416" y="386"/>
                    <a:pt x="3209" y="386"/>
                  </a:cubicBezTo>
                  <a:cubicBezTo>
                    <a:pt x="3180" y="386"/>
                    <a:pt x="3150" y="384"/>
                    <a:pt x="3120" y="382"/>
                  </a:cubicBezTo>
                  <a:cubicBezTo>
                    <a:pt x="3069" y="375"/>
                    <a:pt x="3016" y="372"/>
                    <a:pt x="2964" y="372"/>
                  </a:cubicBezTo>
                  <a:cubicBezTo>
                    <a:pt x="2603" y="372"/>
                    <a:pt x="2223" y="513"/>
                    <a:pt x="1953" y="763"/>
                  </a:cubicBezTo>
                  <a:lnTo>
                    <a:pt x="334" y="2406"/>
                  </a:lnTo>
                  <a:cubicBezTo>
                    <a:pt x="0" y="2739"/>
                    <a:pt x="0" y="3239"/>
                    <a:pt x="334" y="3549"/>
                  </a:cubicBezTo>
                  <a:cubicBezTo>
                    <a:pt x="489" y="3704"/>
                    <a:pt x="703" y="3781"/>
                    <a:pt x="914" y="3781"/>
                  </a:cubicBezTo>
                  <a:cubicBezTo>
                    <a:pt x="1126" y="3781"/>
                    <a:pt x="1334" y="3704"/>
                    <a:pt x="1477" y="3549"/>
                  </a:cubicBezTo>
                  <a:lnTo>
                    <a:pt x="2668" y="2358"/>
                  </a:lnTo>
                  <a:lnTo>
                    <a:pt x="2787" y="2453"/>
                  </a:lnTo>
                  <a:cubicBezTo>
                    <a:pt x="3096" y="2763"/>
                    <a:pt x="3358" y="2953"/>
                    <a:pt x="3668" y="3001"/>
                  </a:cubicBezTo>
                  <a:lnTo>
                    <a:pt x="3692" y="3001"/>
                  </a:lnTo>
                  <a:cubicBezTo>
                    <a:pt x="3761" y="3015"/>
                    <a:pt x="3830" y="3022"/>
                    <a:pt x="3897" y="3022"/>
                  </a:cubicBezTo>
                  <a:cubicBezTo>
                    <a:pt x="4176" y="3022"/>
                    <a:pt x="4433" y="2907"/>
                    <a:pt x="4644" y="2715"/>
                  </a:cubicBezTo>
                  <a:lnTo>
                    <a:pt x="5763" y="1572"/>
                  </a:lnTo>
                  <a:lnTo>
                    <a:pt x="4287" y="72"/>
                  </a:lnTo>
                  <a:cubicBezTo>
                    <a:pt x="4227" y="24"/>
                    <a:pt x="4144" y="0"/>
                    <a:pt x="4061"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40" name="Google Shape;24940;p147"/>
          <p:cNvGrpSpPr/>
          <p:nvPr/>
        </p:nvGrpSpPr>
        <p:grpSpPr>
          <a:xfrm>
            <a:off x="4019946" y="2890532"/>
            <a:ext cx="346002" cy="346746"/>
            <a:chOff x="4019946" y="3042932"/>
            <a:chExt cx="346002" cy="346746"/>
          </a:xfrm>
        </p:grpSpPr>
        <p:sp>
          <p:nvSpPr>
            <p:cNvPr id="24941" name="Google Shape;24941;p147"/>
            <p:cNvSpPr/>
            <p:nvPr/>
          </p:nvSpPr>
          <p:spPr>
            <a:xfrm>
              <a:off x="4193302" y="3042932"/>
              <a:ext cx="77878" cy="154883"/>
            </a:xfrm>
            <a:custGeom>
              <a:avLst/>
              <a:gdLst/>
              <a:ahLst/>
              <a:cxnLst/>
              <a:rect l="l" t="t" r="r" b="b"/>
              <a:pathLst>
                <a:path w="2407" h="4787" extrusionOk="0">
                  <a:moveTo>
                    <a:pt x="1" y="0"/>
                  </a:moveTo>
                  <a:lnTo>
                    <a:pt x="1" y="4787"/>
                  </a:lnTo>
                  <a:cubicBezTo>
                    <a:pt x="1335" y="4787"/>
                    <a:pt x="2406" y="3715"/>
                    <a:pt x="2406" y="2382"/>
                  </a:cubicBezTo>
                  <a:cubicBezTo>
                    <a:pt x="2382" y="1096"/>
                    <a:pt x="1311" y="0"/>
                    <a:pt x="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2" name="Google Shape;24942;p147"/>
            <p:cNvSpPr/>
            <p:nvPr/>
          </p:nvSpPr>
          <p:spPr>
            <a:xfrm>
              <a:off x="4114712" y="3042932"/>
              <a:ext cx="156469" cy="156436"/>
            </a:xfrm>
            <a:custGeom>
              <a:avLst/>
              <a:gdLst/>
              <a:ahLst/>
              <a:cxnLst/>
              <a:rect l="l" t="t" r="r" b="b"/>
              <a:pathLst>
                <a:path w="4836" h="4835" extrusionOk="0">
                  <a:moveTo>
                    <a:pt x="2430" y="0"/>
                  </a:moveTo>
                  <a:cubicBezTo>
                    <a:pt x="1072" y="0"/>
                    <a:pt x="1" y="1072"/>
                    <a:pt x="1" y="2405"/>
                  </a:cubicBezTo>
                  <a:cubicBezTo>
                    <a:pt x="1" y="3763"/>
                    <a:pt x="1072" y="4834"/>
                    <a:pt x="2430" y="4834"/>
                  </a:cubicBezTo>
                  <a:cubicBezTo>
                    <a:pt x="3740" y="4834"/>
                    <a:pt x="4811" y="3763"/>
                    <a:pt x="4835" y="2405"/>
                  </a:cubicBezTo>
                  <a:cubicBezTo>
                    <a:pt x="4835" y="1072"/>
                    <a:pt x="3764" y="0"/>
                    <a:pt x="243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3" name="Google Shape;24943;p147"/>
            <p:cNvSpPr/>
            <p:nvPr/>
          </p:nvSpPr>
          <p:spPr>
            <a:xfrm>
              <a:off x="4193302" y="3042932"/>
              <a:ext cx="77878" cy="154883"/>
            </a:xfrm>
            <a:custGeom>
              <a:avLst/>
              <a:gdLst/>
              <a:ahLst/>
              <a:cxnLst/>
              <a:rect l="l" t="t" r="r" b="b"/>
              <a:pathLst>
                <a:path w="2407" h="4787" extrusionOk="0">
                  <a:moveTo>
                    <a:pt x="1" y="0"/>
                  </a:moveTo>
                  <a:lnTo>
                    <a:pt x="1" y="4787"/>
                  </a:lnTo>
                  <a:cubicBezTo>
                    <a:pt x="1335" y="4787"/>
                    <a:pt x="2406" y="3715"/>
                    <a:pt x="2406" y="2382"/>
                  </a:cubicBezTo>
                  <a:cubicBezTo>
                    <a:pt x="2382" y="1096"/>
                    <a:pt x="1311" y="0"/>
                    <a:pt x="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4" name="Google Shape;24944;p147"/>
            <p:cNvSpPr/>
            <p:nvPr/>
          </p:nvSpPr>
          <p:spPr>
            <a:xfrm>
              <a:off x="4135516" y="3062960"/>
              <a:ext cx="115604" cy="115604"/>
            </a:xfrm>
            <a:custGeom>
              <a:avLst/>
              <a:gdLst/>
              <a:ahLst/>
              <a:cxnLst/>
              <a:rect l="l" t="t" r="r" b="b"/>
              <a:pathLst>
                <a:path w="3573" h="3573" extrusionOk="0">
                  <a:moveTo>
                    <a:pt x="1787" y="0"/>
                  </a:moveTo>
                  <a:cubicBezTo>
                    <a:pt x="787" y="0"/>
                    <a:pt x="1" y="810"/>
                    <a:pt x="1" y="1786"/>
                  </a:cubicBezTo>
                  <a:cubicBezTo>
                    <a:pt x="1" y="2787"/>
                    <a:pt x="787" y="3572"/>
                    <a:pt x="1787" y="3572"/>
                  </a:cubicBezTo>
                  <a:cubicBezTo>
                    <a:pt x="2763" y="3572"/>
                    <a:pt x="3573" y="2787"/>
                    <a:pt x="3573" y="1786"/>
                  </a:cubicBezTo>
                  <a:cubicBezTo>
                    <a:pt x="3573" y="810"/>
                    <a:pt x="2763" y="0"/>
                    <a:pt x="1787"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5" name="Google Shape;24945;p147"/>
            <p:cNvSpPr/>
            <p:nvPr/>
          </p:nvSpPr>
          <p:spPr>
            <a:xfrm>
              <a:off x="4192763" y="3062960"/>
              <a:ext cx="57818" cy="114860"/>
            </a:xfrm>
            <a:custGeom>
              <a:avLst/>
              <a:gdLst/>
              <a:ahLst/>
              <a:cxnLst/>
              <a:rect l="l" t="t" r="r" b="b"/>
              <a:pathLst>
                <a:path w="1787" h="3550" extrusionOk="0">
                  <a:moveTo>
                    <a:pt x="0" y="0"/>
                  </a:moveTo>
                  <a:lnTo>
                    <a:pt x="0" y="3549"/>
                  </a:lnTo>
                  <a:cubicBezTo>
                    <a:pt x="15" y="3549"/>
                    <a:pt x="30" y="3549"/>
                    <a:pt x="46" y="3549"/>
                  </a:cubicBezTo>
                  <a:cubicBezTo>
                    <a:pt x="1047" y="3549"/>
                    <a:pt x="1786" y="2772"/>
                    <a:pt x="1786" y="1786"/>
                  </a:cubicBezTo>
                  <a:cubicBezTo>
                    <a:pt x="1786" y="810"/>
                    <a:pt x="1000" y="0"/>
                    <a:pt x="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6" name="Google Shape;24946;p147"/>
            <p:cNvSpPr/>
            <p:nvPr/>
          </p:nvSpPr>
          <p:spPr>
            <a:xfrm>
              <a:off x="4168648" y="3075287"/>
              <a:ext cx="47821" cy="88620"/>
            </a:xfrm>
            <a:custGeom>
              <a:avLst/>
              <a:gdLst/>
              <a:ahLst/>
              <a:cxnLst/>
              <a:rect l="l" t="t" r="r" b="b"/>
              <a:pathLst>
                <a:path w="1478" h="2739" extrusionOk="0">
                  <a:moveTo>
                    <a:pt x="572" y="620"/>
                  </a:moveTo>
                  <a:lnTo>
                    <a:pt x="572" y="1048"/>
                  </a:lnTo>
                  <a:cubicBezTo>
                    <a:pt x="549" y="1048"/>
                    <a:pt x="525" y="1024"/>
                    <a:pt x="477" y="1024"/>
                  </a:cubicBezTo>
                  <a:cubicBezTo>
                    <a:pt x="429" y="1001"/>
                    <a:pt x="429" y="905"/>
                    <a:pt x="429" y="810"/>
                  </a:cubicBezTo>
                  <a:cubicBezTo>
                    <a:pt x="429" y="762"/>
                    <a:pt x="477" y="667"/>
                    <a:pt x="572" y="620"/>
                  </a:cubicBezTo>
                  <a:close/>
                  <a:moveTo>
                    <a:pt x="906" y="1572"/>
                  </a:moveTo>
                  <a:cubicBezTo>
                    <a:pt x="1144" y="1644"/>
                    <a:pt x="1120" y="1858"/>
                    <a:pt x="1120" y="1929"/>
                  </a:cubicBezTo>
                  <a:cubicBezTo>
                    <a:pt x="1072" y="2048"/>
                    <a:pt x="1025" y="2167"/>
                    <a:pt x="906" y="2215"/>
                  </a:cubicBezTo>
                  <a:lnTo>
                    <a:pt x="906" y="1572"/>
                  </a:lnTo>
                  <a:close/>
                  <a:moveTo>
                    <a:pt x="715" y="0"/>
                  </a:moveTo>
                  <a:cubicBezTo>
                    <a:pt x="644" y="0"/>
                    <a:pt x="549" y="72"/>
                    <a:pt x="549" y="167"/>
                  </a:cubicBezTo>
                  <a:lnTo>
                    <a:pt x="549" y="286"/>
                  </a:lnTo>
                  <a:lnTo>
                    <a:pt x="477" y="286"/>
                  </a:lnTo>
                  <a:cubicBezTo>
                    <a:pt x="287" y="334"/>
                    <a:pt x="120" y="524"/>
                    <a:pt x="96" y="715"/>
                  </a:cubicBezTo>
                  <a:cubicBezTo>
                    <a:pt x="72" y="929"/>
                    <a:pt x="120" y="1120"/>
                    <a:pt x="287" y="1239"/>
                  </a:cubicBezTo>
                  <a:cubicBezTo>
                    <a:pt x="334" y="1286"/>
                    <a:pt x="429" y="1358"/>
                    <a:pt x="549" y="1382"/>
                  </a:cubicBezTo>
                  <a:lnTo>
                    <a:pt x="549" y="2191"/>
                  </a:lnTo>
                  <a:cubicBezTo>
                    <a:pt x="453" y="2191"/>
                    <a:pt x="406" y="2144"/>
                    <a:pt x="287" y="2072"/>
                  </a:cubicBezTo>
                  <a:cubicBezTo>
                    <a:pt x="254" y="2051"/>
                    <a:pt x="218" y="2039"/>
                    <a:pt x="182" y="2039"/>
                  </a:cubicBezTo>
                  <a:cubicBezTo>
                    <a:pt x="139" y="2039"/>
                    <a:pt x="98" y="2057"/>
                    <a:pt x="72" y="2096"/>
                  </a:cubicBezTo>
                  <a:cubicBezTo>
                    <a:pt x="1" y="2144"/>
                    <a:pt x="1" y="2287"/>
                    <a:pt x="96" y="2334"/>
                  </a:cubicBezTo>
                  <a:cubicBezTo>
                    <a:pt x="287" y="2453"/>
                    <a:pt x="406" y="2477"/>
                    <a:pt x="549" y="2477"/>
                  </a:cubicBezTo>
                  <a:lnTo>
                    <a:pt x="549" y="2596"/>
                  </a:lnTo>
                  <a:cubicBezTo>
                    <a:pt x="549" y="2691"/>
                    <a:pt x="596" y="2739"/>
                    <a:pt x="691" y="2739"/>
                  </a:cubicBezTo>
                  <a:cubicBezTo>
                    <a:pt x="787" y="2739"/>
                    <a:pt x="882" y="2691"/>
                    <a:pt x="882" y="2596"/>
                  </a:cubicBezTo>
                  <a:lnTo>
                    <a:pt x="882" y="2453"/>
                  </a:lnTo>
                  <a:cubicBezTo>
                    <a:pt x="1168" y="2382"/>
                    <a:pt x="1358" y="2120"/>
                    <a:pt x="1406" y="1882"/>
                  </a:cubicBezTo>
                  <a:cubicBezTo>
                    <a:pt x="1477" y="1644"/>
                    <a:pt x="1311" y="1358"/>
                    <a:pt x="1001" y="1263"/>
                  </a:cubicBezTo>
                  <a:cubicBezTo>
                    <a:pt x="953" y="1263"/>
                    <a:pt x="930" y="1239"/>
                    <a:pt x="882" y="1239"/>
                  </a:cubicBezTo>
                  <a:lnTo>
                    <a:pt x="882" y="596"/>
                  </a:lnTo>
                  <a:cubicBezTo>
                    <a:pt x="953" y="643"/>
                    <a:pt x="1001" y="667"/>
                    <a:pt x="1001" y="667"/>
                  </a:cubicBezTo>
                  <a:cubicBezTo>
                    <a:pt x="1025" y="691"/>
                    <a:pt x="1061" y="703"/>
                    <a:pt x="1096" y="703"/>
                  </a:cubicBezTo>
                  <a:cubicBezTo>
                    <a:pt x="1132" y="703"/>
                    <a:pt x="1168" y="691"/>
                    <a:pt x="1192" y="667"/>
                  </a:cubicBezTo>
                  <a:cubicBezTo>
                    <a:pt x="1263" y="596"/>
                    <a:pt x="1263" y="524"/>
                    <a:pt x="1239" y="453"/>
                  </a:cubicBezTo>
                  <a:cubicBezTo>
                    <a:pt x="1168" y="405"/>
                    <a:pt x="1049" y="310"/>
                    <a:pt x="882" y="286"/>
                  </a:cubicBezTo>
                  <a:lnTo>
                    <a:pt x="882" y="167"/>
                  </a:lnTo>
                  <a:cubicBezTo>
                    <a:pt x="882" y="72"/>
                    <a:pt x="811" y="0"/>
                    <a:pt x="715"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7" name="Google Shape;24947;p147"/>
            <p:cNvSpPr/>
            <p:nvPr/>
          </p:nvSpPr>
          <p:spPr>
            <a:xfrm>
              <a:off x="4193302" y="3074510"/>
              <a:ext cx="23166" cy="92503"/>
            </a:xfrm>
            <a:custGeom>
              <a:avLst/>
              <a:gdLst/>
              <a:ahLst/>
              <a:cxnLst/>
              <a:rect l="l" t="t" r="r" b="b"/>
              <a:pathLst>
                <a:path w="716" h="2859" extrusionOk="0">
                  <a:moveTo>
                    <a:pt x="144" y="1596"/>
                  </a:moveTo>
                  <a:cubicBezTo>
                    <a:pt x="382" y="1668"/>
                    <a:pt x="358" y="1882"/>
                    <a:pt x="358" y="1953"/>
                  </a:cubicBezTo>
                  <a:cubicBezTo>
                    <a:pt x="310" y="2072"/>
                    <a:pt x="263" y="2191"/>
                    <a:pt x="144" y="2239"/>
                  </a:cubicBezTo>
                  <a:lnTo>
                    <a:pt x="144" y="1596"/>
                  </a:lnTo>
                  <a:close/>
                  <a:moveTo>
                    <a:pt x="1" y="1"/>
                  </a:moveTo>
                  <a:lnTo>
                    <a:pt x="1" y="2858"/>
                  </a:lnTo>
                  <a:cubicBezTo>
                    <a:pt x="72" y="2858"/>
                    <a:pt x="144" y="2763"/>
                    <a:pt x="144" y="2715"/>
                  </a:cubicBezTo>
                  <a:lnTo>
                    <a:pt x="144" y="2572"/>
                  </a:lnTo>
                  <a:cubicBezTo>
                    <a:pt x="430" y="2501"/>
                    <a:pt x="644" y="2239"/>
                    <a:pt x="668" y="2001"/>
                  </a:cubicBezTo>
                  <a:cubicBezTo>
                    <a:pt x="715" y="1668"/>
                    <a:pt x="549" y="1382"/>
                    <a:pt x="239" y="1287"/>
                  </a:cubicBezTo>
                  <a:cubicBezTo>
                    <a:pt x="191" y="1287"/>
                    <a:pt x="168" y="1263"/>
                    <a:pt x="120" y="1263"/>
                  </a:cubicBezTo>
                  <a:lnTo>
                    <a:pt x="120" y="620"/>
                  </a:lnTo>
                  <a:cubicBezTo>
                    <a:pt x="191" y="667"/>
                    <a:pt x="239" y="691"/>
                    <a:pt x="239" y="691"/>
                  </a:cubicBezTo>
                  <a:cubicBezTo>
                    <a:pt x="263" y="715"/>
                    <a:pt x="299" y="727"/>
                    <a:pt x="340" y="727"/>
                  </a:cubicBezTo>
                  <a:cubicBezTo>
                    <a:pt x="382" y="727"/>
                    <a:pt x="430" y="715"/>
                    <a:pt x="477" y="691"/>
                  </a:cubicBezTo>
                  <a:cubicBezTo>
                    <a:pt x="525" y="620"/>
                    <a:pt x="525" y="548"/>
                    <a:pt x="501" y="453"/>
                  </a:cubicBezTo>
                  <a:cubicBezTo>
                    <a:pt x="430" y="382"/>
                    <a:pt x="310" y="310"/>
                    <a:pt x="144" y="263"/>
                  </a:cubicBezTo>
                  <a:lnTo>
                    <a:pt x="144" y="143"/>
                  </a:lnTo>
                  <a:cubicBezTo>
                    <a:pt x="144" y="72"/>
                    <a:pt x="72"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8" name="Google Shape;24948;p147"/>
            <p:cNvSpPr/>
            <p:nvPr/>
          </p:nvSpPr>
          <p:spPr>
            <a:xfrm>
              <a:off x="4274221" y="3311830"/>
              <a:ext cx="90950" cy="77846"/>
            </a:xfrm>
            <a:custGeom>
              <a:avLst/>
              <a:gdLst/>
              <a:ahLst/>
              <a:cxnLst/>
              <a:rect l="l" t="t" r="r" b="b"/>
              <a:pathLst>
                <a:path w="2811" h="2406" extrusionOk="0">
                  <a:moveTo>
                    <a:pt x="0" y="0"/>
                  </a:moveTo>
                  <a:lnTo>
                    <a:pt x="0" y="2072"/>
                  </a:lnTo>
                  <a:cubicBezTo>
                    <a:pt x="0" y="2263"/>
                    <a:pt x="143" y="2406"/>
                    <a:pt x="310" y="2406"/>
                  </a:cubicBezTo>
                  <a:lnTo>
                    <a:pt x="2525" y="2406"/>
                  </a:lnTo>
                  <a:cubicBezTo>
                    <a:pt x="2691" y="2406"/>
                    <a:pt x="2811" y="2263"/>
                    <a:pt x="2811" y="2120"/>
                  </a:cubicBezTo>
                  <a:lnTo>
                    <a:pt x="2811" y="334"/>
                  </a:lnTo>
                  <a:cubicBezTo>
                    <a:pt x="2811" y="143"/>
                    <a:pt x="2668" y="0"/>
                    <a:pt x="2477"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9" name="Google Shape;24949;p147"/>
            <p:cNvSpPr/>
            <p:nvPr/>
          </p:nvSpPr>
          <p:spPr>
            <a:xfrm>
              <a:off x="4234166" y="3166202"/>
              <a:ext cx="131782" cy="223476"/>
            </a:xfrm>
            <a:custGeom>
              <a:avLst/>
              <a:gdLst/>
              <a:ahLst/>
              <a:cxnLst/>
              <a:rect l="l" t="t" r="r" b="b"/>
              <a:pathLst>
                <a:path w="4073" h="6907" extrusionOk="0">
                  <a:moveTo>
                    <a:pt x="2929" y="0"/>
                  </a:moveTo>
                  <a:cubicBezTo>
                    <a:pt x="2286" y="0"/>
                    <a:pt x="1786" y="524"/>
                    <a:pt x="1786" y="1167"/>
                  </a:cubicBezTo>
                  <a:lnTo>
                    <a:pt x="1786" y="3239"/>
                  </a:lnTo>
                  <a:lnTo>
                    <a:pt x="834" y="3239"/>
                  </a:lnTo>
                  <a:cubicBezTo>
                    <a:pt x="405" y="3239"/>
                    <a:pt x="0" y="3596"/>
                    <a:pt x="0" y="4073"/>
                  </a:cubicBezTo>
                  <a:lnTo>
                    <a:pt x="0" y="6287"/>
                  </a:lnTo>
                  <a:cubicBezTo>
                    <a:pt x="0" y="6645"/>
                    <a:pt x="286" y="6907"/>
                    <a:pt x="643" y="6907"/>
                  </a:cubicBezTo>
                  <a:cubicBezTo>
                    <a:pt x="953" y="6907"/>
                    <a:pt x="1262" y="6621"/>
                    <a:pt x="1262" y="6311"/>
                  </a:cubicBezTo>
                  <a:lnTo>
                    <a:pt x="1262" y="4525"/>
                  </a:lnTo>
                  <a:lnTo>
                    <a:pt x="2929" y="4525"/>
                  </a:lnTo>
                  <a:cubicBezTo>
                    <a:pt x="3572" y="4525"/>
                    <a:pt x="4072" y="4001"/>
                    <a:pt x="4072" y="3358"/>
                  </a:cubicBezTo>
                  <a:lnTo>
                    <a:pt x="4072" y="1167"/>
                  </a:lnTo>
                  <a:cubicBezTo>
                    <a:pt x="4072" y="501"/>
                    <a:pt x="3572" y="0"/>
                    <a:pt x="2929" y="0"/>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0" name="Google Shape;24950;p147"/>
            <p:cNvSpPr/>
            <p:nvPr/>
          </p:nvSpPr>
          <p:spPr>
            <a:xfrm>
              <a:off x="4295025" y="3112268"/>
              <a:ext cx="67848" cy="67848"/>
            </a:xfrm>
            <a:custGeom>
              <a:avLst/>
              <a:gdLst/>
              <a:ahLst/>
              <a:cxnLst/>
              <a:rect l="l" t="t" r="r" b="b"/>
              <a:pathLst>
                <a:path w="2097" h="2097" extrusionOk="0">
                  <a:moveTo>
                    <a:pt x="1048" y="0"/>
                  </a:moveTo>
                  <a:cubicBezTo>
                    <a:pt x="477" y="0"/>
                    <a:pt x="0" y="477"/>
                    <a:pt x="0" y="1048"/>
                  </a:cubicBezTo>
                  <a:cubicBezTo>
                    <a:pt x="0" y="1620"/>
                    <a:pt x="477" y="2096"/>
                    <a:pt x="1048" y="2096"/>
                  </a:cubicBezTo>
                  <a:cubicBezTo>
                    <a:pt x="1620" y="2096"/>
                    <a:pt x="2096" y="1620"/>
                    <a:pt x="2096" y="1048"/>
                  </a:cubicBezTo>
                  <a:cubicBezTo>
                    <a:pt x="2096" y="477"/>
                    <a:pt x="1620" y="0"/>
                    <a:pt x="1048"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1" name="Google Shape;24951;p147"/>
            <p:cNvSpPr/>
            <p:nvPr/>
          </p:nvSpPr>
          <p:spPr>
            <a:xfrm>
              <a:off x="4019946" y="3311053"/>
              <a:ext cx="90950" cy="77943"/>
            </a:xfrm>
            <a:custGeom>
              <a:avLst/>
              <a:gdLst/>
              <a:ahLst/>
              <a:cxnLst/>
              <a:rect l="l" t="t" r="r" b="b"/>
              <a:pathLst>
                <a:path w="2811" h="2409" extrusionOk="0">
                  <a:moveTo>
                    <a:pt x="310" y="1"/>
                  </a:moveTo>
                  <a:cubicBezTo>
                    <a:pt x="144" y="1"/>
                    <a:pt x="1" y="143"/>
                    <a:pt x="1" y="310"/>
                  </a:cubicBezTo>
                  <a:lnTo>
                    <a:pt x="1" y="2096"/>
                  </a:lnTo>
                  <a:cubicBezTo>
                    <a:pt x="1" y="2273"/>
                    <a:pt x="123" y="2408"/>
                    <a:pt x="255" y="2408"/>
                  </a:cubicBezTo>
                  <a:cubicBezTo>
                    <a:pt x="265" y="2408"/>
                    <a:pt x="276" y="2408"/>
                    <a:pt x="286" y="2406"/>
                  </a:cubicBezTo>
                  <a:lnTo>
                    <a:pt x="2501" y="2406"/>
                  </a:lnTo>
                  <a:cubicBezTo>
                    <a:pt x="2668" y="2406"/>
                    <a:pt x="2811" y="2263"/>
                    <a:pt x="2811" y="2072"/>
                  </a:cubicBezTo>
                  <a:lnTo>
                    <a:pt x="2811" y="1"/>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2" name="Google Shape;24952;p147"/>
            <p:cNvSpPr/>
            <p:nvPr/>
          </p:nvSpPr>
          <p:spPr>
            <a:xfrm>
              <a:off x="4019946" y="3165426"/>
              <a:ext cx="131782" cy="223476"/>
            </a:xfrm>
            <a:custGeom>
              <a:avLst/>
              <a:gdLst/>
              <a:ahLst/>
              <a:cxnLst/>
              <a:rect l="l" t="t" r="r" b="b"/>
              <a:pathLst>
                <a:path w="4073" h="6907" extrusionOk="0">
                  <a:moveTo>
                    <a:pt x="1144" y="1"/>
                  </a:moveTo>
                  <a:cubicBezTo>
                    <a:pt x="525" y="1"/>
                    <a:pt x="1" y="525"/>
                    <a:pt x="1" y="1168"/>
                  </a:cubicBezTo>
                  <a:lnTo>
                    <a:pt x="1" y="3358"/>
                  </a:lnTo>
                  <a:cubicBezTo>
                    <a:pt x="1" y="4025"/>
                    <a:pt x="525" y="4525"/>
                    <a:pt x="1144" y="4525"/>
                  </a:cubicBezTo>
                  <a:lnTo>
                    <a:pt x="2811" y="4525"/>
                  </a:lnTo>
                  <a:lnTo>
                    <a:pt x="2811" y="6311"/>
                  </a:lnTo>
                  <a:cubicBezTo>
                    <a:pt x="2811" y="6645"/>
                    <a:pt x="3073" y="6907"/>
                    <a:pt x="3454" y="6907"/>
                  </a:cubicBezTo>
                  <a:cubicBezTo>
                    <a:pt x="3811" y="6907"/>
                    <a:pt x="4073" y="6645"/>
                    <a:pt x="4073" y="6288"/>
                  </a:cubicBezTo>
                  <a:lnTo>
                    <a:pt x="4073" y="4073"/>
                  </a:lnTo>
                  <a:cubicBezTo>
                    <a:pt x="4073" y="3620"/>
                    <a:pt x="3716" y="3239"/>
                    <a:pt x="3239" y="3239"/>
                  </a:cubicBezTo>
                  <a:lnTo>
                    <a:pt x="2287" y="3239"/>
                  </a:lnTo>
                  <a:lnTo>
                    <a:pt x="2287" y="1168"/>
                  </a:lnTo>
                  <a:cubicBezTo>
                    <a:pt x="2287" y="525"/>
                    <a:pt x="1787" y="1"/>
                    <a:pt x="1144" y="1"/>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3" name="Google Shape;24953;p147"/>
            <p:cNvSpPr/>
            <p:nvPr/>
          </p:nvSpPr>
          <p:spPr>
            <a:xfrm>
              <a:off x="4022275" y="3112268"/>
              <a:ext cx="67816" cy="67848"/>
            </a:xfrm>
            <a:custGeom>
              <a:avLst/>
              <a:gdLst/>
              <a:ahLst/>
              <a:cxnLst/>
              <a:rect l="l" t="t" r="r" b="b"/>
              <a:pathLst>
                <a:path w="2096" h="2097" extrusionOk="0">
                  <a:moveTo>
                    <a:pt x="1048" y="0"/>
                  </a:moveTo>
                  <a:cubicBezTo>
                    <a:pt x="476" y="0"/>
                    <a:pt x="0" y="477"/>
                    <a:pt x="0" y="1048"/>
                  </a:cubicBezTo>
                  <a:cubicBezTo>
                    <a:pt x="0" y="1620"/>
                    <a:pt x="476" y="2096"/>
                    <a:pt x="1048" y="2096"/>
                  </a:cubicBezTo>
                  <a:cubicBezTo>
                    <a:pt x="1619" y="2096"/>
                    <a:pt x="2096" y="1620"/>
                    <a:pt x="2096" y="1048"/>
                  </a:cubicBezTo>
                  <a:cubicBezTo>
                    <a:pt x="2096" y="477"/>
                    <a:pt x="1619" y="0"/>
                    <a:pt x="1048"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4" name="Google Shape;24954;p147"/>
            <p:cNvSpPr/>
            <p:nvPr/>
          </p:nvSpPr>
          <p:spPr>
            <a:xfrm>
              <a:off x="4182528" y="3230911"/>
              <a:ext cx="20060" cy="147992"/>
            </a:xfrm>
            <a:custGeom>
              <a:avLst/>
              <a:gdLst/>
              <a:ahLst/>
              <a:cxnLst/>
              <a:rect l="l" t="t" r="r" b="b"/>
              <a:pathLst>
                <a:path w="620" h="4574" extrusionOk="0">
                  <a:moveTo>
                    <a:pt x="0" y="1"/>
                  </a:moveTo>
                  <a:lnTo>
                    <a:pt x="0" y="4573"/>
                  </a:lnTo>
                  <a:lnTo>
                    <a:pt x="620" y="4573"/>
                  </a:lnTo>
                  <a:lnTo>
                    <a:pt x="620" y="1"/>
                  </a:ln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5" name="Google Shape;24955;p147"/>
            <p:cNvSpPr/>
            <p:nvPr/>
          </p:nvSpPr>
          <p:spPr>
            <a:xfrm>
              <a:off x="4193302" y="3230911"/>
              <a:ext cx="10062" cy="147992"/>
            </a:xfrm>
            <a:custGeom>
              <a:avLst/>
              <a:gdLst/>
              <a:ahLst/>
              <a:cxnLst/>
              <a:rect l="l" t="t" r="r" b="b"/>
              <a:pathLst>
                <a:path w="311" h="4574" extrusionOk="0">
                  <a:moveTo>
                    <a:pt x="1" y="1"/>
                  </a:moveTo>
                  <a:lnTo>
                    <a:pt x="1" y="4573"/>
                  </a:lnTo>
                  <a:lnTo>
                    <a:pt x="310" y="4573"/>
                  </a:lnTo>
                  <a:lnTo>
                    <a:pt x="310" y="1"/>
                  </a:ln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6" name="Google Shape;24956;p147"/>
            <p:cNvSpPr/>
            <p:nvPr/>
          </p:nvSpPr>
          <p:spPr>
            <a:xfrm>
              <a:off x="4114712" y="3219361"/>
              <a:ext cx="156469" cy="20837"/>
            </a:xfrm>
            <a:custGeom>
              <a:avLst/>
              <a:gdLst/>
              <a:ahLst/>
              <a:cxnLst/>
              <a:rect l="l" t="t" r="r" b="b"/>
              <a:pathLst>
                <a:path w="4836" h="644" extrusionOk="0">
                  <a:moveTo>
                    <a:pt x="334" y="1"/>
                  </a:moveTo>
                  <a:cubicBezTo>
                    <a:pt x="168" y="1"/>
                    <a:pt x="1" y="144"/>
                    <a:pt x="1" y="310"/>
                  </a:cubicBezTo>
                  <a:cubicBezTo>
                    <a:pt x="1" y="501"/>
                    <a:pt x="168" y="644"/>
                    <a:pt x="334" y="644"/>
                  </a:cubicBezTo>
                  <a:lnTo>
                    <a:pt x="4502" y="644"/>
                  </a:lnTo>
                  <a:cubicBezTo>
                    <a:pt x="4692" y="644"/>
                    <a:pt x="4811" y="525"/>
                    <a:pt x="4835" y="310"/>
                  </a:cubicBezTo>
                  <a:cubicBezTo>
                    <a:pt x="4835" y="144"/>
                    <a:pt x="4692" y="1"/>
                    <a:pt x="4502"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7" name="Google Shape;24957;p147"/>
            <p:cNvSpPr/>
            <p:nvPr/>
          </p:nvSpPr>
          <p:spPr>
            <a:xfrm>
              <a:off x="4193302" y="3220137"/>
              <a:ext cx="77878" cy="20060"/>
            </a:xfrm>
            <a:custGeom>
              <a:avLst/>
              <a:gdLst/>
              <a:ahLst/>
              <a:cxnLst/>
              <a:rect l="l" t="t" r="r" b="b"/>
              <a:pathLst>
                <a:path w="2407" h="620" extrusionOk="0">
                  <a:moveTo>
                    <a:pt x="1" y="0"/>
                  </a:moveTo>
                  <a:lnTo>
                    <a:pt x="1" y="620"/>
                  </a:lnTo>
                  <a:lnTo>
                    <a:pt x="2073" y="620"/>
                  </a:lnTo>
                  <a:cubicBezTo>
                    <a:pt x="2263" y="620"/>
                    <a:pt x="2406" y="477"/>
                    <a:pt x="2406" y="310"/>
                  </a:cubicBezTo>
                  <a:cubicBezTo>
                    <a:pt x="2382" y="143"/>
                    <a:pt x="2216" y="0"/>
                    <a:pt x="2073"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8" name="Google Shape;24958;p147"/>
            <p:cNvSpPr/>
            <p:nvPr/>
          </p:nvSpPr>
          <p:spPr>
            <a:xfrm>
              <a:off x="4168648" y="3368062"/>
              <a:ext cx="48597" cy="21613"/>
            </a:xfrm>
            <a:custGeom>
              <a:avLst/>
              <a:gdLst/>
              <a:ahLst/>
              <a:cxnLst/>
              <a:rect l="l" t="t" r="r" b="b"/>
              <a:pathLst>
                <a:path w="1502" h="668" extrusionOk="0">
                  <a:moveTo>
                    <a:pt x="334" y="1"/>
                  </a:moveTo>
                  <a:cubicBezTo>
                    <a:pt x="144" y="1"/>
                    <a:pt x="1" y="168"/>
                    <a:pt x="1" y="334"/>
                  </a:cubicBezTo>
                  <a:cubicBezTo>
                    <a:pt x="1" y="525"/>
                    <a:pt x="144" y="668"/>
                    <a:pt x="334" y="668"/>
                  </a:cubicBezTo>
                  <a:lnTo>
                    <a:pt x="1168" y="668"/>
                  </a:lnTo>
                  <a:cubicBezTo>
                    <a:pt x="1358" y="668"/>
                    <a:pt x="1501" y="525"/>
                    <a:pt x="1501" y="334"/>
                  </a:cubicBezTo>
                  <a:cubicBezTo>
                    <a:pt x="1501" y="168"/>
                    <a:pt x="1358" y="1"/>
                    <a:pt x="1168"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9" name="Google Shape;24959;p147"/>
            <p:cNvSpPr/>
            <p:nvPr/>
          </p:nvSpPr>
          <p:spPr>
            <a:xfrm>
              <a:off x="4193302" y="3369615"/>
              <a:ext cx="23943" cy="20060"/>
            </a:xfrm>
            <a:custGeom>
              <a:avLst/>
              <a:gdLst/>
              <a:ahLst/>
              <a:cxnLst/>
              <a:rect l="l" t="t" r="r" b="b"/>
              <a:pathLst>
                <a:path w="740" h="620" extrusionOk="0">
                  <a:moveTo>
                    <a:pt x="1" y="0"/>
                  </a:moveTo>
                  <a:lnTo>
                    <a:pt x="1" y="620"/>
                  </a:lnTo>
                  <a:lnTo>
                    <a:pt x="406" y="620"/>
                  </a:lnTo>
                  <a:cubicBezTo>
                    <a:pt x="596" y="620"/>
                    <a:pt x="739" y="477"/>
                    <a:pt x="739" y="286"/>
                  </a:cubicBezTo>
                  <a:cubicBezTo>
                    <a:pt x="739" y="120"/>
                    <a:pt x="596" y="0"/>
                    <a:pt x="406"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60" name="Google Shape;24960;p147"/>
          <p:cNvGrpSpPr/>
          <p:nvPr/>
        </p:nvGrpSpPr>
        <p:grpSpPr>
          <a:xfrm>
            <a:off x="4768114" y="2890532"/>
            <a:ext cx="346002" cy="347520"/>
            <a:chOff x="4768114" y="3042932"/>
            <a:chExt cx="346002" cy="347520"/>
          </a:xfrm>
        </p:grpSpPr>
        <p:sp>
          <p:nvSpPr>
            <p:cNvPr id="24961" name="Google Shape;24961;p147"/>
            <p:cNvSpPr/>
            <p:nvPr/>
          </p:nvSpPr>
          <p:spPr>
            <a:xfrm>
              <a:off x="4937619" y="3301800"/>
              <a:ext cx="176497" cy="88653"/>
            </a:xfrm>
            <a:custGeom>
              <a:avLst/>
              <a:gdLst/>
              <a:ahLst/>
              <a:cxnLst/>
              <a:rect l="l" t="t" r="r" b="b"/>
              <a:pathLst>
                <a:path w="5455" h="2740" extrusionOk="0">
                  <a:moveTo>
                    <a:pt x="1" y="1"/>
                  </a:moveTo>
                  <a:lnTo>
                    <a:pt x="1" y="1263"/>
                  </a:lnTo>
                  <a:lnTo>
                    <a:pt x="1239" y="1263"/>
                  </a:lnTo>
                  <a:cubicBezTo>
                    <a:pt x="1096" y="1549"/>
                    <a:pt x="1025" y="1858"/>
                    <a:pt x="1025" y="2216"/>
                  </a:cubicBezTo>
                  <a:lnTo>
                    <a:pt x="1025" y="2430"/>
                  </a:lnTo>
                  <a:cubicBezTo>
                    <a:pt x="1025" y="2597"/>
                    <a:pt x="1191" y="2739"/>
                    <a:pt x="1358" y="2739"/>
                  </a:cubicBezTo>
                  <a:lnTo>
                    <a:pt x="5121" y="2739"/>
                  </a:lnTo>
                  <a:cubicBezTo>
                    <a:pt x="5288" y="2739"/>
                    <a:pt x="5454" y="2597"/>
                    <a:pt x="5454" y="2430"/>
                  </a:cubicBezTo>
                  <a:lnTo>
                    <a:pt x="5454" y="2216"/>
                  </a:lnTo>
                  <a:cubicBezTo>
                    <a:pt x="5454" y="1001"/>
                    <a:pt x="4454" y="1"/>
                    <a:pt x="3239"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2" name="Google Shape;24962;p147"/>
            <p:cNvSpPr/>
            <p:nvPr/>
          </p:nvSpPr>
          <p:spPr>
            <a:xfrm>
              <a:off x="5042416" y="3301023"/>
              <a:ext cx="71699" cy="88653"/>
            </a:xfrm>
            <a:custGeom>
              <a:avLst/>
              <a:gdLst/>
              <a:ahLst/>
              <a:cxnLst/>
              <a:rect l="l" t="t" r="r" b="b"/>
              <a:pathLst>
                <a:path w="2216" h="2740" extrusionOk="0">
                  <a:moveTo>
                    <a:pt x="0" y="1"/>
                  </a:moveTo>
                  <a:lnTo>
                    <a:pt x="0" y="2716"/>
                  </a:lnTo>
                  <a:lnTo>
                    <a:pt x="1882" y="2716"/>
                  </a:lnTo>
                  <a:lnTo>
                    <a:pt x="1882" y="2740"/>
                  </a:lnTo>
                  <a:cubicBezTo>
                    <a:pt x="2049" y="2740"/>
                    <a:pt x="2215" y="2597"/>
                    <a:pt x="2215" y="2406"/>
                  </a:cubicBezTo>
                  <a:lnTo>
                    <a:pt x="2215" y="2216"/>
                  </a:lnTo>
                  <a:cubicBezTo>
                    <a:pt x="2215" y="977"/>
                    <a:pt x="1215" y="1"/>
                    <a:pt x="0"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3" name="Google Shape;24963;p147"/>
            <p:cNvSpPr/>
            <p:nvPr/>
          </p:nvSpPr>
          <p:spPr>
            <a:xfrm>
              <a:off x="4994628" y="3227061"/>
              <a:ext cx="94056" cy="94056"/>
            </a:xfrm>
            <a:custGeom>
              <a:avLst/>
              <a:gdLst/>
              <a:ahLst/>
              <a:cxnLst/>
              <a:rect l="l" t="t" r="r" b="b"/>
              <a:pathLst>
                <a:path w="2907" h="2907" extrusionOk="0">
                  <a:moveTo>
                    <a:pt x="1454" y="1"/>
                  </a:moveTo>
                  <a:cubicBezTo>
                    <a:pt x="644" y="1"/>
                    <a:pt x="1" y="644"/>
                    <a:pt x="1" y="1453"/>
                  </a:cubicBezTo>
                  <a:cubicBezTo>
                    <a:pt x="1" y="2287"/>
                    <a:pt x="644" y="2906"/>
                    <a:pt x="1454" y="2906"/>
                  </a:cubicBezTo>
                  <a:cubicBezTo>
                    <a:pt x="2240" y="2906"/>
                    <a:pt x="2906" y="2263"/>
                    <a:pt x="2906" y="1453"/>
                  </a:cubicBezTo>
                  <a:cubicBezTo>
                    <a:pt x="2906" y="644"/>
                    <a:pt x="2240" y="1"/>
                    <a:pt x="1454"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4" name="Google Shape;24964;p147"/>
            <p:cNvSpPr/>
            <p:nvPr/>
          </p:nvSpPr>
          <p:spPr>
            <a:xfrm>
              <a:off x="5042416" y="3227061"/>
              <a:ext cx="47044" cy="94121"/>
            </a:xfrm>
            <a:custGeom>
              <a:avLst/>
              <a:gdLst/>
              <a:ahLst/>
              <a:cxnLst/>
              <a:rect l="l" t="t" r="r" b="b"/>
              <a:pathLst>
                <a:path w="1454" h="2909" extrusionOk="0">
                  <a:moveTo>
                    <a:pt x="0" y="1"/>
                  </a:moveTo>
                  <a:lnTo>
                    <a:pt x="0" y="2906"/>
                  </a:lnTo>
                  <a:cubicBezTo>
                    <a:pt x="28" y="2908"/>
                    <a:pt x="55" y="2909"/>
                    <a:pt x="82" y="2909"/>
                  </a:cubicBezTo>
                  <a:cubicBezTo>
                    <a:pt x="853" y="2909"/>
                    <a:pt x="1453" y="2259"/>
                    <a:pt x="1453" y="1453"/>
                  </a:cubicBezTo>
                  <a:cubicBezTo>
                    <a:pt x="1453" y="644"/>
                    <a:pt x="810" y="1"/>
                    <a:pt x="0" y="1"/>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5" name="Google Shape;24965;p147"/>
            <p:cNvSpPr/>
            <p:nvPr/>
          </p:nvSpPr>
          <p:spPr>
            <a:xfrm>
              <a:off x="4768114" y="3301800"/>
              <a:ext cx="177241" cy="88653"/>
            </a:xfrm>
            <a:custGeom>
              <a:avLst/>
              <a:gdLst/>
              <a:ahLst/>
              <a:cxnLst/>
              <a:rect l="l" t="t" r="r" b="b"/>
              <a:pathLst>
                <a:path w="5478" h="2740" extrusionOk="0">
                  <a:moveTo>
                    <a:pt x="2191" y="1"/>
                  </a:moveTo>
                  <a:cubicBezTo>
                    <a:pt x="977" y="1"/>
                    <a:pt x="1" y="1001"/>
                    <a:pt x="1" y="2216"/>
                  </a:cubicBezTo>
                  <a:lnTo>
                    <a:pt x="1" y="2430"/>
                  </a:lnTo>
                  <a:cubicBezTo>
                    <a:pt x="1" y="2597"/>
                    <a:pt x="143" y="2739"/>
                    <a:pt x="334" y="2739"/>
                  </a:cubicBezTo>
                  <a:lnTo>
                    <a:pt x="4073" y="2739"/>
                  </a:lnTo>
                  <a:cubicBezTo>
                    <a:pt x="4263" y="2739"/>
                    <a:pt x="4406" y="2597"/>
                    <a:pt x="4406" y="2430"/>
                  </a:cubicBezTo>
                  <a:lnTo>
                    <a:pt x="4406" y="2216"/>
                  </a:lnTo>
                  <a:cubicBezTo>
                    <a:pt x="4406" y="1882"/>
                    <a:pt x="4311" y="1549"/>
                    <a:pt x="4192" y="1263"/>
                  </a:cubicBezTo>
                  <a:lnTo>
                    <a:pt x="5144" y="1263"/>
                  </a:lnTo>
                  <a:cubicBezTo>
                    <a:pt x="5335" y="1263"/>
                    <a:pt x="5478" y="1120"/>
                    <a:pt x="5478" y="930"/>
                  </a:cubicBezTo>
                  <a:lnTo>
                    <a:pt x="5478" y="310"/>
                  </a:lnTo>
                  <a:cubicBezTo>
                    <a:pt x="5454" y="120"/>
                    <a:pt x="5287" y="1"/>
                    <a:pt x="5121" y="1"/>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6" name="Google Shape;24966;p147"/>
            <p:cNvSpPr/>
            <p:nvPr/>
          </p:nvSpPr>
          <p:spPr>
            <a:xfrm>
              <a:off x="4840556" y="3300279"/>
              <a:ext cx="104798" cy="89397"/>
            </a:xfrm>
            <a:custGeom>
              <a:avLst/>
              <a:gdLst/>
              <a:ahLst/>
              <a:cxnLst/>
              <a:rect l="l" t="t" r="r" b="b"/>
              <a:pathLst>
                <a:path w="3239" h="2763" extrusionOk="0">
                  <a:moveTo>
                    <a:pt x="0" y="0"/>
                  </a:moveTo>
                  <a:lnTo>
                    <a:pt x="0" y="2691"/>
                  </a:lnTo>
                  <a:lnTo>
                    <a:pt x="1834" y="2691"/>
                  </a:lnTo>
                  <a:lnTo>
                    <a:pt x="1834" y="2763"/>
                  </a:lnTo>
                  <a:cubicBezTo>
                    <a:pt x="2024" y="2763"/>
                    <a:pt x="2167" y="2620"/>
                    <a:pt x="2167" y="2429"/>
                  </a:cubicBezTo>
                  <a:lnTo>
                    <a:pt x="2167" y="2239"/>
                  </a:lnTo>
                  <a:cubicBezTo>
                    <a:pt x="2167" y="1905"/>
                    <a:pt x="2072" y="1572"/>
                    <a:pt x="1953" y="1286"/>
                  </a:cubicBezTo>
                  <a:lnTo>
                    <a:pt x="2905" y="1286"/>
                  </a:lnTo>
                  <a:cubicBezTo>
                    <a:pt x="3096" y="1286"/>
                    <a:pt x="3239" y="1119"/>
                    <a:pt x="3239" y="953"/>
                  </a:cubicBezTo>
                  <a:lnTo>
                    <a:pt x="3239" y="310"/>
                  </a:lnTo>
                  <a:cubicBezTo>
                    <a:pt x="3239" y="143"/>
                    <a:pt x="3096" y="0"/>
                    <a:pt x="2905" y="0"/>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7" name="Google Shape;24967;p147"/>
            <p:cNvSpPr/>
            <p:nvPr/>
          </p:nvSpPr>
          <p:spPr>
            <a:xfrm>
              <a:off x="4791991" y="3227838"/>
              <a:ext cx="94800" cy="94800"/>
            </a:xfrm>
            <a:custGeom>
              <a:avLst/>
              <a:gdLst/>
              <a:ahLst/>
              <a:cxnLst/>
              <a:rect l="l" t="t" r="r" b="b"/>
              <a:pathLst>
                <a:path w="2930" h="2930" extrusionOk="0">
                  <a:moveTo>
                    <a:pt x="1453" y="1"/>
                  </a:moveTo>
                  <a:cubicBezTo>
                    <a:pt x="668" y="1"/>
                    <a:pt x="1" y="667"/>
                    <a:pt x="1" y="1453"/>
                  </a:cubicBezTo>
                  <a:cubicBezTo>
                    <a:pt x="1" y="2263"/>
                    <a:pt x="668" y="2930"/>
                    <a:pt x="1453" y="2930"/>
                  </a:cubicBezTo>
                  <a:cubicBezTo>
                    <a:pt x="2263" y="2930"/>
                    <a:pt x="2930" y="2263"/>
                    <a:pt x="2930" y="1453"/>
                  </a:cubicBezTo>
                  <a:cubicBezTo>
                    <a:pt x="2930" y="667"/>
                    <a:pt x="2263" y="1"/>
                    <a:pt x="145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8" name="Google Shape;24968;p147"/>
            <p:cNvSpPr/>
            <p:nvPr/>
          </p:nvSpPr>
          <p:spPr>
            <a:xfrm>
              <a:off x="4839003" y="3227061"/>
              <a:ext cx="47788" cy="94121"/>
            </a:xfrm>
            <a:custGeom>
              <a:avLst/>
              <a:gdLst/>
              <a:ahLst/>
              <a:cxnLst/>
              <a:rect l="l" t="t" r="r" b="b"/>
              <a:pathLst>
                <a:path w="1477" h="2909" extrusionOk="0">
                  <a:moveTo>
                    <a:pt x="0" y="1"/>
                  </a:moveTo>
                  <a:lnTo>
                    <a:pt x="0" y="2906"/>
                  </a:lnTo>
                  <a:cubicBezTo>
                    <a:pt x="28" y="2908"/>
                    <a:pt x="55" y="2909"/>
                    <a:pt x="82" y="2909"/>
                  </a:cubicBezTo>
                  <a:cubicBezTo>
                    <a:pt x="854" y="2909"/>
                    <a:pt x="1477" y="2259"/>
                    <a:pt x="1477" y="1453"/>
                  </a:cubicBezTo>
                  <a:cubicBezTo>
                    <a:pt x="1477" y="644"/>
                    <a:pt x="810" y="1"/>
                    <a:pt x="0" y="1"/>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9" name="Google Shape;24969;p147"/>
            <p:cNvSpPr/>
            <p:nvPr/>
          </p:nvSpPr>
          <p:spPr>
            <a:xfrm>
              <a:off x="4795097" y="3042932"/>
              <a:ext cx="292036" cy="169831"/>
            </a:xfrm>
            <a:custGeom>
              <a:avLst/>
              <a:gdLst/>
              <a:ahLst/>
              <a:cxnLst/>
              <a:rect l="l" t="t" r="r" b="b"/>
              <a:pathLst>
                <a:path w="9026" h="5249" extrusionOk="0">
                  <a:moveTo>
                    <a:pt x="953" y="0"/>
                  </a:moveTo>
                  <a:cubicBezTo>
                    <a:pt x="405" y="0"/>
                    <a:pt x="0" y="453"/>
                    <a:pt x="0" y="953"/>
                  </a:cubicBezTo>
                  <a:lnTo>
                    <a:pt x="0" y="3453"/>
                  </a:lnTo>
                  <a:cubicBezTo>
                    <a:pt x="0" y="4001"/>
                    <a:pt x="452" y="4406"/>
                    <a:pt x="953" y="4406"/>
                  </a:cubicBezTo>
                  <a:lnTo>
                    <a:pt x="1072" y="4406"/>
                  </a:lnTo>
                  <a:lnTo>
                    <a:pt x="1072" y="4954"/>
                  </a:lnTo>
                  <a:cubicBezTo>
                    <a:pt x="1072" y="5073"/>
                    <a:pt x="1119" y="5144"/>
                    <a:pt x="1238" y="5216"/>
                  </a:cubicBezTo>
                  <a:cubicBezTo>
                    <a:pt x="1292" y="5237"/>
                    <a:pt x="1345" y="5249"/>
                    <a:pt x="1397" y="5249"/>
                  </a:cubicBezTo>
                  <a:cubicBezTo>
                    <a:pt x="1460" y="5249"/>
                    <a:pt x="1519" y="5231"/>
                    <a:pt x="1572" y="5192"/>
                  </a:cubicBezTo>
                  <a:lnTo>
                    <a:pt x="2524" y="4406"/>
                  </a:lnTo>
                  <a:lnTo>
                    <a:pt x="6454" y="4406"/>
                  </a:lnTo>
                  <a:lnTo>
                    <a:pt x="7406" y="5192"/>
                  </a:lnTo>
                  <a:cubicBezTo>
                    <a:pt x="7478" y="5216"/>
                    <a:pt x="7549" y="5239"/>
                    <a:pt x="7621" y="5239"/>
                  </a:cubicBezTo>
                  <a:cubicBezTo>
                    <a:pt x="7668" y="5239"/>
                    <a:pt x="7740" y="5239"/>
                    <a:pt x="7764" y="5216"/>
                  </a:cubicBezTo>
                  <a:cubicBezTo>
                    <a:pt x="7883" y="5192"/>
                    <a:pt x="7954" y="5073"/>
                    <a:pt x="7954" y="4954"/>
                  </a:cubicBezTo>
                  <a:lnTo>
                    <a:pt x="7954" y="4406"/>
                  </a:lnTo>
                  <a:lnTo>
                    <a:pt x="8073" y="4406"/>
                  </a:lnTo>
                  <a:cubicBezTo>
                    <a:pt x="8597" y="4406"/>
                    <a:pt x="9026" y="3953"/>
                    <a:pt x="9026" y="3453"/>
                  </a:cubicBezTo>
                  <a:lnTo>
                    <a:pt x="9026" y="953"/>
                  </a:lnTo>
                  <a:cubicBezTo>
                    <a:pt x="9026" y="429"/>
                    <a:pt x="8573" y="0"/>
                    <a:pt x="807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0" name="Google Shape;24970;p147"/>
            <p:cNvSpPr/>
            <p:nvPr/>
          </p:nvSpPr>
          <p:spPr>
            <a:xfrm>
              <a:off x="4940693" y="3042932"/>
              <a:ext cx="147215" cy="168764"/>
            </a:xfrm>
            <a:custGeom>
              <a:avLst/>
              <a:gdLst/>
              <a:ahLst/>
              <a:cxnLst/>
              <a:rect l="l" t="t" r="r" b="b"/>
              <a:pathLst>
                <a:path w="4550" h="5216" extrusionOk="0">
                  <a:moveTo>
                    <a:pt x="1" y="0"/>
                  </a:moveTo>
                  <a:lnTo>
                    <a:pt x="1" y="4382"/>
                  </a:lnTo>
                  <a:lnTo>
                    <a:pt x="1978" y="4382"/>
                  </a:lnTo>
                  <a:lnTo>
                    <a:pt x="2930" y="5144"/>
                  </a:lnTo>
                  <a:cubicBezTo>
                    <a:pt x="3002" y="5216"/>
                    <a:pt x="3049" y="5216"/>
                    <a:pt x="3144" y="5216"/>
                  </a:cubicBezTo>
                  <a:cubicBezTo>
                    <a:pt x="3216" y="5216"/>
                    <a:pt x="3240" y="5216"/>
                    <a:pt x="3287" y="5168"/>
                  </a:cubicBezTo>
                  <a:cubicBezTo>
                    <a:pt x="3406" y="5120"/>
                    <a:pt x="3478" y="5025"/>
                    <a:pt x="3478" y="4906"/>
                  </a:cubicBezTo>
                  <a:lnTo>
                    <a:pt x="3478" y="4382"/>
                  </a:lnTo>
                  <a:lnTo>
                    <a:pt x="3597" y="4382"/>
                  </a:lnTo>
                  <a:cubicBezTo>
                    <a:pt x="4097" y="4382"/>
                    <a:pt x="4550" y="3953"/>
                    <a:pt x="4550" y="3429"/>
                  </a:cubicBezTo>
                  <a:lnTo>
                    <a:pt x="4550" y="929"/>
                  </a:lnTo>
                  <a:cubicBezTo>
                    <a:pt x="4478" y="453"/>
                    <a:pt x="4073" y="0"/>
                    <a:pt x="3525"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1" name="Google Shape;24971;p147"/>
            <p:cNvSpPr/>
            <p:nvPr/>
          </p:nvSpPr>
          <p:spPr>
            <a:xfrm>
              <a:off x="4902191" y="3117088"/>
              <a:ext cx="77070" cy="32193"/>
            </a:xfrm>
            <a:custGeom>
              <a:avLst/>
              <a:gdLst/>
              <a:ahLst/>
              <a:cxnLst/>
              <a:rect l="l" t="t" r="r" b="b"/>
              <a:pathLst>
                <a:path w="2382" h="995" extrusionOk="0">
                  <a:moveTo>
                    <a:pt x="334" y="0"/>
                  </a:moveTo>
                  <a:cubicBezTo>
                    <a:pt x="256" y="0"/>
                    <a:pt x="179" y="30"/>
                    <a:pt x="119" y="90"/>
                  </a:cubicBezTo>
                  <a:cubicBezTo>
                    <a:pt x="0" y="209"/>
                    <a:pt x="0" y="423"/>
                    <a:pt x="119" y="542"/>
                  </a:cubicBezTo>
                  <a:cubicBezTo>
                    <a:pt x="405" y="828"/>
                    <a:pt x="786" y="995"/>
                    <a:pt x="1191" y="995"/>
                  </a:cubicBezTo>
                  <a:cubicBezTo>
                    <a:pt x="1596" y="995"/>
                    <a:pt x="1953" y="828"/>
                    <a:pt x="2263" y="542"/>
                  </a:cubicBezTo>
                  <a:cubicBezTo>
                    <a:pt x="2382" y="423"/>
                    <a:pt x="2382" y="209"/>
                    <a:pt x="2263" y="90"/>
                  </a:cubicBezTo>
                  <a:cubicBezTo>
                    <a:pt x="2203" y="30"/>
                    <a:pt x="2120" y="0"/>
                    <a:pt x="2036" y="0"/>
                  </a:cubicBezTo>
                  <a:cubicBezTo>
                    <a:pt x="1953" y="0"/>
                    <a:pt x="1870" y="30"/>
                    <a:pt x="1810" y="90"/>
                  </a:cubicBezTo>
                  <a:cubicBezTo>
                    <a:pt x="1620" y="256"/>
                    <a:pt x="1429" y="352"/>
                    <a:pt x="1191" y="352"/>
                  </a:cubicBezTo>
                  <a:cubicBezTo>
                    <a:pt x="929" y="352"/>
                    <a:pt x="738" y="280"/>
                    <a:pt x="548" y="90"/>
                  </a:cubicBezTo>
                  <a:cubicBezTo>
                    <a:pt x="488" y="30"/>
                    <a:pt x="411" y="0"/>
                    <a:pt x="334" y="0"/>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2" name="Google Shape;24972;p147"/>
            <p:cNvSpPr/>
            <p:nvPr/>
          </p:nvSpPr>
          <p:spPr>
            <a:xfrm>
              <a:off x="4940693" y="3117865"/>
              <a:ext cx="38567" cy="32193"/>
            </a:xfrm>
            <a:custGeom>
              <a:avLst/>
              <a:gdLst/>
              <a:ahLst/>
              <a:cxnLst/>
              <a:rect l="l" t="t" r="r" b="b"/>
              <a:pathLst>
                <a:path w="1192" h="995" extrusionOk="0">
                  <a:moveTo>
                    <a:pt x="846" y="0"/>
                  </a:moveTo>
                  <a:cubicBezTo>
                    <a:pt x="763" y="0"/>
                    <a:pt x="680" y="30"/>
                    <a:pt x="620" y="89"/>
                  </a:cubicBezTo>
                  <a:cubicBezTo>
                    <a:pt x="430" y="280"/>
                    <a:pt x="239" y="351"/>
                    <a:pt x="1" y="351"/>
                  </a:cubicBezTo>
                  <a:lnTo>
                    <a:pt x="1" y="994"/>
                  </a:lnTo>
                  <a:cubicBezTo>
                    <a:pt x="406" y="971"/>
                    <a:pt x="763" y="804"/>
                    <a:pt x="1073" y="542"/>
                  </a:cubicBezTo>
                  <a:cubicBezTo>
                    <a:pt x="1192" y="423"/>
                    <a:pt x="1192" y="208"/>
                    <a:pt x="1073" y="89"/>
                  </a:cubicBezTo>
                  <a:cubicBezTo>
                    <a:pt x="1013" y="30"/>
                    <a:pt x="930" y="0"/>
                    <a:pt x="846" y="0"/>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3" name="Google Shape;24973;p147"/>
            <p:cNvSpPr/>
            <p:nvPr/>
          </p:nvSpPr>
          <p:spPr>
            <a:xfrm>
              <a:off x="4956903" y="3083763"/>
              <a:ext cx="20837" cy="20837"/>
            </a:xfrm>
            <a:custGeom>
              <a:avLst/>
              <a:gdLst/>
              <a:ahLst/>
              <a:cxnLst/>
              <a:rect l="l" t="t" r="r" b="b"/>
              <a:pathLst>
                <a:path w="644" h="644" extrusionOk="0">
                  <a:moveTo>
                    <a:pt x="333" y="0"/>
                  </a:moveTo>
                  <a:cubicBezTo>
                    <a:pt x="143" y="0"/>
                    <a:pt x="0" y="143"/>
                    <a:pt x="0" y="310"/>
                  </a:cubicBezTo>
                  <a:cubicBezTo>
                    <a:pt x="0" y="500"/>
                    <a:pt x="143" y="643"/>
                    <a:pt x="333" y="643"/>
                  </a:cubicBezTo>
                  <a:cubicBezTo>
                    <a:pt x="500" y="643"/>
                    <a:pt x="643" y="500"/>
                    <a:pt x="643" y="310"/>
                  </a:cubicBezTo>
                  <a:cubicBezTo>
                    <a:pt x="643" y="143"/>
                    <a:pt x="500" y="0"/>
                    <a:pt x="333"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4" name="Google Shape;24974;p147"/>
            <p:cNvSpPr/>
            <p:nvPr/>
          </p:nvSpPr>
          <p:spPr>
            <a:xfrm>
              <a:off x="4902968" y="3083763"/>
              <a:ext cx="20837" cy="20837"/>
            </a:xfrm>
            <a:custGeom>
              <a:avLst/>
              <a:gdLst/>
              <a:ahLst/>
              <a:cxnLst/>
              <a:rect l="l" t="t" r="r" b="b"/>
              <a:pathLst>
                <a:path w="644" h="644" extrusionOk="0">
                  <a:moveTo>
                    <a:pt x="310" y="0"/>
                  </a:moveTo>
                  <a:cubicBezTo>
                    <a:pt x="143" y="0"/>
                    <a:pt x="0" y="143"/>
                    <a:pt x="0" y="310"/>
                  </a:cubicBezTo>
                  <a:cubicBezTo>
                    <a:pt x="0" y="500"/>
                    <a:pt x="143" y="643"/>
                    <a:pt x="310" y="643"/>
                  </a:cubicBezTo>
                  <a:cubicBezTo>
                    <a:pt x="500" y="643"/>
                    <a:pt x="643" y="500"/>
                    <a:pt x="643" y="310"/>
                  </a:cubicBezTo>
                  <a:cubicBezTo>
                    <a:pt x="643" y="143"/>
                    <a:pt x="500" y="0"/>
                    <a:pt x="310"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5" name="Google Shape;24975;p147"/>
            <p:cNvSpPr/>
            <p:nvPr/>
          </p:nvSpPr>
          <p:spPr>
            <a:xfrm>
              <a:off x="4933769" y="3301800"/>
              <a:ext cx="30867" cy="40864"/>
            </a:xfrm>
            <a:custGeom>
              <a:avLst/>
              <a:gdLst/>
              <a:ahLst/>
              <a:cxnLst/>
              <a:rect l="l" t="t" r="r" b="b"/>
              <a:pathLst>
                <a:path w="954" h="1263" extrusionOk="0">
                  <a:moveTo>
                    <a:pt x="1" y="1"/>
                  </a:moveTo>
                  <a:lnTo>
                    <a:pt x="1" y="1263"/>
                  </a:lnTo>
                  <a:lnTo>
                    <a:pt x="334" y="1263"/>
                  </a:lnTo>
                  <a:cubicBezTo>
                    <a:pt x="691" y="1263"/>
                    <a:pt x="953" y="1001"/>
                    <a:pt x="953" y="644"/>
                  </a:cubicBezTo>
                  <a:cubicBezTo>
                    <a:pt x="953" y="263"/>
                    <a:pt x="691" y="1"/>
                    <a:pt x="334" y="1"/>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76" name="Google Shape;24976;p147"/>
          <p:cNvGrpSpPr/>
          <p:nvPr/>
        </p:nvGrpSpPr>
        <p:grpSpPr>
          <a:xfrm>
            <a:off x="5520908" y="2890306"/>
            <a:ext cx="345969" cy="346972"/>
            <a:chOff x="5520908" y="3042706"/>
            <a:chExt cx="345969" cy="346972"/>
          </a:xfrm>
        </p:grpSpPr>
        <p:grpSp>
          <p:nvGrpSpPr>
            <p:cNvPr id="24977" name="Google Shape;24977;p147"/>
            <p:cNvGrpSpPr/>
            <p:nvPr/>
          </p:nvGrpSpPr>
          <p:grpSpPr>
            <a:xfrm>
              <a:off x="5805985" y="3079913"/>
              <a:ext cx="60892" cy="82472"/>
              <a:chOff x="5805985" y="3079913"/>
              <a:chExt cx="60892" cy="82472"/>
            </a:xfrm>
          </p:grpSpPr>
          <p:sp>
            <p:nvSpPr>
              <p:cNvPr id="24978" name="Google Shape;24978;p147"/>
              <p:cNvSpPr/>
              <p:nvPr/>
            </p:nvSpPr>
            <p:spPr>
              <a:xfrm>
                <a:off x="5805985" y="3079913"/>
                <a:ext cx="60892" cy="81696"/>
              </a:xfrm>
              <a:custGeom>
                <a:avLst/>
                <a:gdLst/>
                <a:ahLst/>
                <a:cxnLst/>
                <a:rect l="l" t="t" r="r" b="b"/>
                <a:pathLst>
                  <a:path w="1882" h="2525" extrusionOk="0">
                    <a:moveTo>
                      <a:pt x="644" y="0"/>
                    </a:moveTo>
                    <a:cubicBezTo>
                      <a:pt x="477" y="0"/>
                      <a:pt x="358" y="24"/>
                      <a:pt x="215" y="72"/>
                    </a:cubicBezTo>
                    <a:cubicBezTo>
                      <a:pt x="96" y="143"/>
                      <a:pt x="1" y="262"/>
                      <a:pt x="1" y="381"/>
                    </a:cubicBezTo>
                    <a:lnTo>
                      <a:pt x="1" y="2144"/>
                    </a:lnTo>
                    <a:cubicBezTo>
                      <a:pt x="1" y="2286"/>
                      <a:pt x="96" y="2405"/>
                      <a:pt x="215" y="2429"/>
                    </a:cubicBezTo>
                    <a:cubicBezTo>
                      <a:pt x="358" y="2501"/>
                      <a:pt x="477" y="2525"/>
                      <a:pt x="644" y="2525"/>
                    </a:cubicBezTo>
                    <a:cubicBezTo>
                      <a:pt x="1310" y="2525"/>
                      <a:pt x="1882" y="1953"/>
                      <a:pt x="1882" y="1239"/>
                    </a:cubicBezTo>
                    <a:cubicBezTo>
                      <a:pt x="1882" y="548"/>
                      <a:pt x="1310" y="0"/>
                      <a:pt x="644"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9" name="Google Shape;24979;p147"/>
              <p:cNvSpPr/>
              <p:nvPr/>
            </p:nvSpPr>
            <p:spPr>
              <a:xfrm>
                <a:off x="5805985" y="3122298"/>
                <a:ext cx="60892" cy="40088"/>
              </a:xfrm>
              <a:custGeom>
                <a:avLst/>
                <a:gdLst/>
                <a:ahLst/>
                <a:cxnLst/>
                <a:rect l="l" t="t" r="r" b="b"/>
                <a:pathLst>
                  <a:path w="1882" h="1239" extrusionOk="0">
                    <a:moveTo>
                      <a:pt x="1" y="0"/>
                    </a:moveTo>
                    <a:lnTo>
                      <a:pt x="1" y="857"/>
                    </a:lnTo>
                    <a:cubicBezTo>
                      <a:pt x="1" y="976"/>
                      <a:pt x="96" y="1095"/>
                      <a:pt x="215" y="1143"/>
                    </a:cubicBezTo>
                    <a:cubicBezTo>
                      <a:pt x="358" y="1215"/>
                      <a:pt x="477" y="1238"/>
                      <a:pt x="644" y="1238"/>
                    </a:cubicBezTo>
                    <a:cubicBezTo>
                      <a:pt x="1310" y="1238"/>
                      <a:pt x="1882" y="667"/>
                      <a:pt x="1882"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80" name="Google Shape;24980;p147"/>
            <p:cNvGrpSpPr/>
            <p:nvPr/>
          </p:nvGrpSpPr>
          <p:grpSpPr>
            <a:xfrm>
              <a:off x="5520908" y="3042706"/>
              <a:ext cx="306691" cy="346972"/>
              <a:chOff x="5520908" y="3042706"/>
              <a:chExt cx="306691" cy="346972"/>
            </a:xfrm>
          </p:grpSpPr>
          <p:sp>
            <p:nvSpPr>
              <p:cNvPr id="24981" name="Google Shape;24981;p147"/>
              <p:cNvSpPr/>
              <p:nvPr/>
            </p:nvSpPr>
            <p:spPr>
              <a:xfrm>
                <a:off x="5712771" y="3042706"/>
                <a:ext cx="114828" cy="156663"/>
              </a:xfrm>
              <a:custGeom>
                <a:avLst/>
                <a:gdLst/>
                <a:ahLst/>
                <a:cxnLst/>
                <a:rect l="l" t="t" r="r" b="b"/>
                <a:pathLst>
                  <a:path w="3549" h="4842" extrusionOk="0">
                    <a:moveTo>
                      <a:pt x="3234" y="1"/>
                    </a:moveTo>
                    <a:cubicBezTo>
                      <a:pt x="3151" y="1"/>
                      <a:pt x="3059" y="44"/>
                      <a:pt x="3001" y="102"/>
                    </a:cubicBezTo>
                    <a:lnTo>
                      <a:pt x="2953" y="150"/>
                    </a:lnTo>
                    <a:cubicBezTo>
                      <a:pt x="2262" y="864"/>
                      <a:pt x="1310" y="1246"/>
                      <a:pt x="333" y="1246"/>
                    </a:cubicBezTo>
                    <a:cubicBezTo>
                      <a:pt x="143" y="1246"/>
                      <a:pt x="0" y="1412"/>
                      <a:pt x="0" y="1579"/>
                    </a:cubicBezTo>
                    <a:lnTo>
                      <a:pt x="0" y="3246"/>
                    </a:lnTo>
                    <a:cubicBezTo>
                      <a:pt x="0" y="3436"/>
                      <a:pt x="119" y="3579"/>
                      <a:pt x="310" y="3579"/>
                    </a:cubicBezTo>
                    <a:cubicBezTo>
                      <a:pt x="1286" y="3603"/>
                      <a:pt x="2239" y="3960"/>
                      <a:pt x="2929" y="4651"/>
                    </a:cubicBezTo>
                    <a:lnTo>
                      <a:pt x="3001" y="4746"/>
                    </a:lnTo>
                    <a:cubicBezTo>
                      <a:pt x="3072" y="4794"/>
                      <a:pt x="3120" y="4841"/>
                      <a:pt x="3215" y="4841"/>
                    </a:cubicBezTo>
                    <a:cubicBezTo>
                      <a:pt x="3239" y="4841"/>
                      <a:pt x="3263" y="4794"/>
                      <a:pt x="3334" y="4770"/>
                    </a:cubicBezTo>
                    <a:cubicBezTo>
                      <a:pt x="3453" y="4699"/>
                      <a:pt x="3548" y="4580"/>
                      <a:pt x="3548" y="4460"/>
                    </a:cubicBezTo>
                    <a:lnTo>
                      <a:pt x="3548" y="293"/>
                    </a:lnTo>
                    <a:cubicBezTo>
                      <a:pt x="3548" y="150"/>
                      <a:pt x="3429" y="31"/>
                      <a:pt x="3286" y="7"/>
                    </a:cubicBezTo>
                    <a:cubicBezTo>
                      <a:pt x="3270" y="3"/>
                      <a:pt x="3252" y="1"/>
                      <a:pt x="3234"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982" name="Google Shape;24982;p147"/>
              <p:cNvGrpSpPr/>
              <p:nvPr/>
            </p:nvGrpSpPr>
            <p:grpSpPr>
              <a:xfrm>
                <a:off x="5520908" y="3084540"/>
                <a:ext cx="305914" cy="305138"/>
                <a:chOff x="5520908" y="3084540"/>
                <a:chExt cx="305914" cy="305138"/>
              </a:xfrm>
            </p:grpSpPr>
            <p:sp>
              <p:nvSpPr>
                <p:cNvPr id="24983" name="Google Shape;24983;p147"/>
                <p:cNvSpPr/>
                <p:nvPr/>
              </p:nvSpPr>
              <p:spPr>
                <a:xfrm>
                  <a:off x="5520908" y="3199333"/>
                  <a:ext cx="207298" cy="190344"/>
                </a:xfrm>
                <a:custGeom>
                  <a:avLst/>
                  <a:gdLst/>
                  <a:ahLst/>
                  <a:cxnLst/>
                  <a:rect l="l" t="t" r="r" b="b"/>
                  <a:pathLst>
                    <a:path w="6407" h="5883" extrusionOk="0">
                      <a:moveTo>
                        <a:pt x="5120" y="0"/>
                      </a:moveTo>
                      <a:lnTo>
                        <a:pt x="5120" y="24"/>
                      </a:lnTo>
                      <a:lnTo>
                        <a:pt x="5120" y="1906"/>
                      </a:lnTo>
                      <a:lnTo>
                        <a:pt x="2429" y="1906"/>
                      </a:lnTo>
                      <a:cubicBezTo>
                        <a:pt x="1072" y="1906"/>
                        <a:pt x="0" y="2977"/>
                        <a:pt x="0" y="4311"/>
                      </a:cubicBezTo>
                      <a:lnTo>
                        <a:pt x="0" y="5549"/>
                      </a:lnTo>
                      <a:cubicBezTo>
                        <a:pt x="0" y="5740"/>
                        <a:pt x="167" y="5883"/>
                        <a:pt x="334" y="5883"/>
                      </a:cubicBezTo>
                      <a:lnTo>
                        <a:pt x="4501" y="5883"/>
                      </a:lnTo>
                      <a:cubicBezTo>
                        <a:pt x="4692" y="5883"/>
                        <a:pt x="4835" y="5740"/>
                        <a:pt x="4835" y="5549"/>
                      </a:cubicBezTo>
                      <a:lnTo>
                        <a:pt x="4835" y="4311"/>
                      </a:lnTo>
                      <a:cubicBezTo>
                        <a:pt x="4835" y="3882"/>
                        <a:pt x="4716" y="3501"/>
                        <a:pt x="4525" y="3144"/>
                      </a:cubicBezTo>
                      <a:lnTo>
                        <a:pt x="5454" y="3144"/>
                      </a:lnTo>
                      <a:cubicBezTo>
                        <a:pt x="5954" y="3144"/>
                        <a:pt x="6406" y="2739"/>
                        <a:pt x="6406" y="2191"/>
                      </a:cubicBezTo>
                      <a:lnTo>
                        <a:pt x="6406" y="0"/>
                      </a:ln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4" name="Google Shape;24984;p147"/>
                <p:cNvSpPr/>
                <p:nvPr/>
              </p:nvSpPr>
              <p:spPr>
                <a:xfrm>
                  <a:off x="5599498" y="3199333"/>
                  <a:ext cx="128708" cy="190344"/>
                </a:xfrm>
                <a:custGeom>
                  <a:avLst/>
                  <a:gdLst/>
                  <a:ahLst/>
                  <a:cxnLst/>
                  <a:rect l="l" t="t" r="r" b="b"/>
                  <a:pathLst>
                    <a:path w="3978" h="5883" extrusionOk="0">
                      <a:moveTo>
                        <a:pt x="2739" y="0"/>
                      </a:moveTo>
                      <a:lnTo>
                        <a:pt x="2739" y="1858"/>
                      </a:lnTo>
                      <a:lnTo>
                        <a:pt x="0" y="1858"/>
                      </a:lnTo>
                      <a:lnTo>
                        <a:pt x="0" y="5835"/>
                      </a:lnTo>
                      <a:lnTo>
                        <a:pt x="2072" y="5835"/>
                      </a:lnTo>
                      <a:lnTo>
                        <a:pt x="2072" y="5883"/>
                      </a:lnTo>
                      <a:cubicBezTo>
                        <a:pt x="2263" y="5883"/>
                        <a:pt x="2406" y="5740"/>
                        <a:pt x="2406" y="5549"/>
                      </a:cubicBezTo>
                      <a:lnTo>
                        <a:pt x="2406" y="4311"/>
                      </a:lnTo>
                      <a:cubicBezTo>
                        <a:pt x="2406" y="3882"/>
                        <a:pt x="2287" y="3501"/>
                        <a:pt x="2096" y="3144"/>
                      </a:cubicBezTo>
                      <a:lnTo>
                        <a:pt x="3025" y="3144"/>
                      </a:lnTo>
                      <a:cubicBezTo>
                        <a:pt x="3525" y="3144"/>
                        <a:pt x="3977" y="2739"/>
                        <a:pt x="3977" y="2191"/>
                      </a:cubicBezTo>
                      <a:lnTo>
                        <a:pt x="3977" y="0"/>
                      </a:ln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5" name="Google Shape;24985;p147"/>
                <p:cNvSpPr/>
                <p:nvPr/>
              </p:nvSpPr>
              <p:spPr>
                <a:xfrm>
                  <a:off x="5696561" y="3136145"/>
                  <a:ext cx="20837" cy="63998"/>
                </a:xfrm>
                <a:custGeom>
                  <a:avLst/>
                  <a:gdLst/>
                  <a:ahLst/>
                  <a:cxnLst/>
                  <a:rect l="l" t="t" r="r" b="b"/>
                  <a:pathLst>
                    <a:path w="644" h="1978" extrusionOk="0">
                      <a:moveTo>
                        <a:pt x="334" y="1"/>
                      </a:moveTo>
                      <a:cubicBezTo>
                        <a:pt x="144" y="1"/>
                        <a:pt x="1" y="167"/>
                        <a:pt x="1" y="334"/>
                      </a:cubicBezTo>
                      <a:lnTo>
                        <a:pt x="1" y="1644"/>
                      </a:lnTo>
                      <a:cubicBezTo>
                        <a:pt x="1" y="1834"/>
                        <a:pt x="144" y="1977"/>
                        <a:pt x="334" y="1977"/>
                      </a:cubicBezTo>
                      <a:cubicBezTo>
                        <a:pt x="501" y="1977"/>
                        <a:pt x="620" y="1834"/>
                        <a:pt x="644" y="1644"/>
                      </a:cubicBezTo>
                      <a:lnTo>
                        <a:pt x="644" y="334"/>
                      </a:lnTo>
                      <a:cubicBezTo>
                        <a:pt x="644" y="167"/>
                        <a:pt x="501" y="1"/>
                        <a:pt x="334" y="1"/>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6" name="Google Shape;24986;p147"/>
                <p:cNvSpPr/>
                <p:nvPr/>
              </p:nvSpPr>
              <p:spPr>
                <a:xfrm>
                  <a:off x="5711995" y="3120745"/>
                  <a:ext cx="114828" cy="78623"/>
                </a:xfrm>
                <a:custGeom>
                  <a:avLst/>
                  <a:gdLst/>
                  <a:ahLst/>
                  <a:cxnLst/>
                  <a:rect l="l" t="t" r="r" b="b"/>
                  <a:pathLst>
                    <a:path w="3549" h="2430" extrusionOk="0">
                      <a:moveTo>
                        <a:pt x="0" y="0"/>
                      </a:moveTo>
                      <a:lnTo>
                        <a:pt x="0" y="834"/>
                      </a:lnTo>
                      <a:cubicBezTo>
                        <a:pt x="0" y="1024"/>
                        <a:pt x="143" y="1167"/>
                        <a:pt x="334" y="1167"/>
                      </a:cubicBezTo>
                      <a:cubicBezTo>
                        <a:pt x="1310" y="1167"/>
                        <a:pt x="2263" y="1548"/>
                        <a:pt x="2953" y="2263"/>
                      </a:cubicBezTo>
                      <a:lnTo>
                        <a:pt x="3001" y="2334"/>
                      </a:lnTo>
                      <a:cubicBezTo>
                        <a:pt x="3072" y="2382"/>
                        <a:pt x="3144" y="2429"/>
                        <a:pt x="3215" y="2429"/>
                      </a:cubicBezTo>
                      <a:cubicBezTo>
                        <a:pt x="3263" y="2429"/>
                        <a:pt x="3358" y="2382"/>
                        <a:pt x="3430" y="2358"/>
                      </a:cubicBezTo>
                      <a:cubicBezTo>
                        <a:pt x="3501" y="2310"/>
                        <a:pt x="3549" y="2215"/>
                        <a:pt x="3549" y="2120"/>
                      </a:cubicBezTo>
                      <a:lnTo>
                        <a:pt x="3549" y="48"/>
                      </a:lnTo>
                      <a:lnTo>
                        <a:pt x="0"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7" name="Google Shape;24987;p147"/>
                <p:cNvSpPr/>
                <p:nvPr/>
              </p:nvSpPr>
              <p:spPr>
                <a:xfrm>
                  <a:off x="5654953" y="3084540"/>
                  <a:ext cx="66328" cy="73996"/>
                </a:xfrm>
                <a:custGeom>
                  <a:avLst/>
                  <a:gdLst/>
                  <a:ahLst/>
                  <a:cxnLst/>
                  <a:rect l="l" t="t" r="r" b="b"/>
                  <a:pathLst>
                    <a:path w="2050" h="2287" extrusionOk="0">
                      <a:moveTo>
                        <a:pt x="1192" y="0"/>
                      </a:moveTo>
                      <a:cubicBezTo>
                        <a:pt x="549" y="0"/>
                        <a:pt x="1" y="524"/>
                        <a:pt x="25" y="1191"/>
                      </a:cubicBezTo>
                      <a:cubicBezTo>
                        <a:pt x="72" y="1810"/>
                        <a:pt x="573" y="2286"/>
                        <a:pt x="1192" y="2286"/>
                      </a:cubicBezTo>
                      <a:lnTo>
                        <a:pt x="2049" y="2286"/>
                      </a:lnTo>
                      <a:lnTo>
                        <a:pt x="2049" y="0"/>
                      </a:ln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8" name="Google Shape;24988;p147"/>
                <p:cNvSpPr/>
                <p:nvPr/>
              </p:nvSpPr>
              <p:spPr>
                <a:xfrm>
                  <a:off x="5655730" y="3120745"/>
                  <a:ext cx="65551" cy="37791"/>
                </a:xfrm>
                <a:custGeom>
                  <a:avLst/>
                  <a:gdLst/>
                  <a:ahLst/>
                  <a:cxnLst/>
                  <a:rect l="l" t="t" r="r" b="b"/>
                  <a:pathLst>
                    <a:path w="2026" h="1168" extrusionOk="0">
                      <a:moveTo>
                        <a:pt x="1" y="0"/>
                      </a:moveTo>
                      <a:cubicBezTo>
                        <a:pt x="1" y="667"/>
                        <a:pt x="549" y="1167"/>
                        <a:pt x="1168" y="1167"/>
                      </a:cubicBezTo>
                      <a:lnTo>
                        <a:pt x="2025" y="1167"/>
                      </a:lnTo>
                      <a:lnTo>
                        <a:pt x="2025" y="0"/>
                      </a:ln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9" name="Google Shape;24989;p147"/>
                <p:cNvSpPr/>
                <p:nvPr/>
              </p:nvSpPr>
              <p:spPr>
                <a:xfrm>
                  <a:off x="5547860" y="3178529"/>
                  <a:ext cx="102533" cy="102501"/>
                </a:xfrm>
                <a:custGeom>
                  <a:avLst/>
                  <a:gdLst/>
                  <a:ahLst/>
                  <a:cxnLst/>
                  <a:rect l="l" t="t" r="r" b="b"/>
                  <a:pathLst>
                    <a:path w="3169" h="3168" extrusionOk="0">
                      <a:moveTo>
                        <a:pt x="1596" y="0"/>
                      </a:moveTo>
                      <a:cubicBezTo>
                        <a:pt x="715" y="0"/>
                        <a:pt x="1" y="715"/>
                        <a:pt x="1" y="1596"/>
                      </a:cubicBezTo>
                      <a:cubicBezTo>
                        <a:pt x="1" y="2453"/>
                        <a:pt x="715" y="3168"/>
                        <a:pt x="1596" y="3168"/>
                      </a:cubicBezTo>
                      <a:cubicBezTo>
                        <a:pt x="2454" y="3168"/>
                        <a:pt x="3144" y="2477"/>
                        <a:pt x="3168" y="1596"/>
                      </a:cubicBezTo>
                      <a:cubicBezTo>
                        <a:pt x="3168" y="715"/>
                        <a:pt x="2454" y="0"/>
                        <a:pt x="1596"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0" name="Google Shape;24990;p147"/>
                <p:cNvSpPr/>
                <p:nvPr/>
              </p:nvSpPr>
              <p:spPr>
                <a:xfrm>
                  <a:off x="5597945" y="3180082"/>
                  <a:ext cx="51671" cy="100948"/>
                </a:xfrm>
                <a:custGeom>
                  <a:avLst/>
                  <a:gdLst/>
                  <a:ahLst/>
                  <a:cxnLst/>
                  <a:rect l="l" t="t" r="r" b="b"/>
                  <a:pathLst>
                    <a:path w="1597" h="3120" extrusionOk="0">
                      <a:moveTo>
                        <a:pt x="1" y="0"/>
                      </a:moveTo>
                      <a:lnTo>
                        <a:pt x="1" y="3120"/>
                      </a:lnTo>
                      <a:cubicBezTo>
                        <a:pt x="906" y="3120"/>
                        <a:pt x="1596" y="2429"/>
                        <a:pt x="1596" y="1572"/>
                      </a:cubicBezTo>
                      <a:cubicBezTo>
                        <a:pt x="1596" y="715"/>
                        <a:pt x="882" y="0"/>
                        <a:pt x="1"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1" name="Google Shape;24991;p147"/>
                <p:cNvSpPr/>
                <p:nvPr/>
              </p:nvSpPr>
              <p:spPr>
                <a:xfrm>
                  <a:off x="5686564" y="3179921"/>
                  <a:ext cx="40864" cy="29475"/>
                </a:xfrm>
                <a:custGeom>
                  <a:avLst/>
                  <a:gdLst/>
                  <a:ahLst/>
                  <a:cxnLst/>
                  <a:rect l="l" t="t" r="r" b="b"/>
                  <a:pathLst>
                    <a:path w="1263" h="911" extrusionOk="0">
                      <a:moveTo>
                        <a:pt x="649" y="0"/>
                      </a:moveTo>
                      <a:cubicBezTo>
                        <a:pt x="624" y="0"/>
                        <a:pt x="598" y="2"/>
                        <a:pt x="572" y="5"/>
                      </a:cubicBezTo>
                      <a:cubicBezTo>
                        <a:pt x="239" y="29"/>
                        <a:pt x="0" y="291"/>
                        <a:pt x="0" y="624"/>
                      </a:cubicBezTo>
                      <a:lnTo>
                        <a:pt x="0" y="910"/>
                      </a:lnTo>
                      <a:lnTo>
                        <a:pt x="1263" y="910"/>
                      </a:lnTo>
                      <a:lnTo>
                        <a:pt x="1263" y="624"/>
                      </a:lnTo>
                      <a:cubicBezTo>
                        <a:pt x="1263" y="292"/>
                        <a:pt x="994" y="0"/>
                        <a:pt x="649"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4992" name="Google Shape;24992;p147"/>
          <p:cNvGrpSpPr/>
          <p:nvPr/>
        </p:nvGrpSpPr>
        <p:grpSpPr>
          <a:xfrm>
            <a:off x="6269820" y="2890532"/>
            <a:ext cx="344449" cy="346744"/>
            <a:chOff x="6269820" y="3042932"/>
            <a:chExt cx="344449" cy="346744"/>
          </a:xfrm>
        </p:grpSpPr>
        <p:sp>
          <p:nvSpPr>
            <p:cNvPr id="24993" name="Google Shape;24993;p147"/>
            <p:cNvSpPr/>
            <p:nvPr/>
          </p:nvSpPr>
          <p:spPr>
            <a:xfrm>
              <a:off x="6498665" y="3104567"/>
              <a:ext cx="115604" cy="81696"/>
            </a:xfrm>
            <a:custGeom>
              <a:avLst/>
              <a:gdLst/>
              <a:ahLst/>
              <a:cxnLst/>
              <a:rect l="l" t="t" r="r" b="b"/>
              <a:pathLst>
                <a:path w="3573" h="2525" extrusionOk="0">
                  <a:moveTo>
                    <a:pt x="1787" y="0"/>
                  </a:moveTo>
                  <a:cubicBezTo>
                    <a:pt x="811" y="0"/>
                    <a:pt x="1" y="810"/>
                    <a:pt x="1" y="1786"/>
                  </a:cubicBezTo>
                  <a:lnTo>
                    <a:pt x="1" y="2525"/>
                  </a:lnTo>
                  <a:lnTo>
                    <a:pt x="3240" y="2525"/>
                  </a:lnTo>
                  <a:cubicBezTo>
                    <a:pt x="3430" y="2525"/>
                    <a:pt x="3573" y="2382"/>
                    <a:pt x="3573" y="2215"/>
                  </a:cubicBezTo>
                  <a:lnTo>
                    <a:pt x="3573" y="1786"/>
                  </a:lnTo>
                  <a:cubicBezTo>
                    <a:pt x="3573" y="762"/>
                    <a:pt x="2763" y="0"/>
                    <a:pt x="1787" y="0"/>
                  </a:cubicBezTo>
                  <a:close/>
                </a:path>
              </a:pathLst>
            </a:custGeom>
            <a:solidFill>
              <a:srgbClr val="F8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4" name="Google Shape;24994;p147"/>
            <p:cNvSpPr/>
            <p:nvPr/>
          </p:nvSpPr>
          <p:spPr>
            <a:xfrm>
              <a:off x="6556450" y="3104567"/>
              <a:ext cx="57818" cy="80920"/>
            </a:xfrm>
            <a:custGeom>
              <a:avLst/>
              <a:gdLst/>
              <a:ahLst/>
              <a:cxnLst/>
              <a:rect l="l" t="t" r="r" b="b"/>
              <a:pathLst>
                <a:path w="1787" h="2501" extrusionOk="0">
                  <a:moveTo>
                    <a:pt x="1" y="0"/>
                  </a:moveTo>
                  <a:lnTo>
                    <a:pt x="1" y="2501"/>
                  </a:lnTo>
                  <a:lnTo>
                    <a:pt x="1454" y="2501"/>
                  </a:lnTo>
                  <a:cubicBezTo>
                    <a:pt x="1644" y="2501"/>
                    <a:pt x="1787" y="2358"/>
                    <a:pt x="1787" y="2167"/>
                  </a:cubicBezTo>
                  <a:lnTo>
                    <a:pt x="1787" y="1763"/>
                  </a:lnTo>
                  <a:cubicBezTo>
                    <a:pt x="1787" y="762"/>
                    <a:pt x="977" y="0"/>
                    <a:pt x="1"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5" name="Google Shape;24995;p147"/>
            <p:cNvSpPr/>
            <p:nvPr/>
          </p:nvSpPr>
          <p:spPr>
            <a:xfrm>
              <a:off x="6269820" y="3103791"/>
              <a:ext cx="115637" cy="81696"/>
            </a:xfrm>
            <a:custGeom>
              <a:avLst/>
              <a:gdLst/>
              <a:ahLst/>
              <a:cxnLst/>
              <a:rect l="l" t="t" r="r" b="b"/>
              <a:pathLst>
                <a:path w="3574" h="2525" extrusionOk="0">
                  <a:moveTo>
                    <a:pt x="1787" y="0"/>
                  </a:moveTo>
                  <a:cubicBezTo>
                    <a:pt x="787" y="24"/>
                    <a:pt x="1" y="786"/>
                    <a:pt x="1" y="1787"/>
                  </a:cubicBezTo>
                  <a:lnTo>
                    <a:pt x="1" y="2191"/>
                  </a:lnTo>
                  <a:cubicBezTo>
                    <a:pt x="1" y="2382"/>
                    <a:pt x="144" y="2525"/>
                    <a:pt x="311" y="2525"/>
                  </a:cubicBezTo>
                  <a:lnTo>
                    <a:pt x="3573" y="2525"/>
                  </a:lnTo>
                  <a:lnTo>
                    <a:pt x="3573" y="1787"/>
                  </a:lnTo>
                  <a:cubicBezTo>
                    <a:pt x="3573" y="786"/>
                    <a:pt x="2763" y="0"/>
                    <a:pt x="1787" y="0"/>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6" name="Google Shape;24996;p147"/>
            <p:cNvSpPr/>
            <p:nvPr/>
          </p:nvSpPr>
          <p:spPr>
            <a:xfrm>
              <a:off x="6383870" y="3103791"/>
              <a:ext cx="114828" cy="81696"/>
            </a:xfrm>
            <a:custGeom>
              <a:avLst/>
              <a:gdLst/>
              <a:ahLst/>
              <a:cxnLst/>
              <a:rect l="l" t="t" r="r" b="b"/>
              <a:pathLst>
                <a:path w="3549" h="2525" extrusionOk="0">
                  <a:moveTo>
                    <a:pt x="1763" y="0"/>
                  </a:moveTo>
                  <a:cubicBezTo>
                    <a:pt x="786" y="0"/>
                    <a:pt x="0" y="786"/>
                    <a:pt x="0" y="1787"/>
                  </a:cubicBezTo>
                  <a:lnTo>
                    <a:pt x="0" y="2525"/>
                  </a:lnTo>
                  <a:lnTo>
                    <a:pt x="3549" y="2525"/>
                  </a:lnTo>
                  <a:lnTo>
                    <a:pt x="3549" y="1787"/>
                  </a:lnTo>
                  <a:cubicBezTo>
                    <a:pt x="3549" y="786"/>
                    <a:pt x="2739" y="0"/>
                    <a:pt x="1763"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7" name="Google Shape;24997;p147"/>
            <p:cNvSpPr/>
            <p:nvPr/>
          </p:nvSpPr>
          <p:spPr>
            <a:xfrm>
              <a:off x="6327638" y="3104567"/>
              <a:ext cx="57818" cy="80920"/>
            </a:xfrm>
            <a:custGeom>
              <a:avLst/>
              <a:gdLst/>
              <a:ahLst/>
              <a:cxnLst/>
              <a:rect l="l" t="t" r="r" b="b"/>
              <a:pathLst>
                <a:path w="1787" h="2501" extrusionOk="0">
                  <a:moveTo>
                    <a:pt x="0" y="0"/>
                  </a:moveTo>
                  <a:lnTo>
                    <a:pt x="0" y="2501"/>
                  </a:lnTo>
                  <a:lnTo>
                    <a:pt x="1786" y="2501"/>
                  </a:lnTo>
                  <a:lnTo>
                    <a:pt x="1786" y="1763"/>
                  </a:lnTo>
                  <a:cubicBezTo>
                    <a:pt x="1738" y="762"/>
                    <a:pt x="976" y="0"/>
                    <a:pt x="0" y="0"/>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8" name="Google Shape;24998;p147"/>
            <p:cNvSpPr/>
            <p:nvPr/>
          </p:nvSpPr>
          <p:spPr>
            <a:xfrm>
              <a:off x="6441656" y="3104567"/>
              <a:ext cx="57818" cy="80920"/>
            </a:xfrm>
            <a:custGeom>
              <a:avLst/>
              <a:gdLst/>
              <a:ahLst/>
              <a:cxnLst/>
              <a:rect l="l" t="t" r="r" b="b"/>
              <a:pathLst>
                <a:path w="1787" h="2501" extrusionOk="0">
                  <a:moveTo>
                    <a:pt x="1" y="0"/>
                  </a:moveTo>
                  <a:lnTo>
                    <a:pt x="1" y="2501"/>
                  </a:lnTo>
                  <a:lnTo>
                    <a:pt x="1787" y="2501"/>
                  </a:lnTo>
                  <a:lnTo>
                    <a:pt x="1787" y="1763"/>
                  </a:lnTo>
                  <a:cubicBezTo>
                    <a:pt x="1787" y="762"/>
                    <a:pt x="1001" y="0"/>
                    <a:pt x="1"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9" name="Google Shape;24999;p147"/>
            <p:cNvSpPr/>
            <p:nvPr/>
          </p:nvSpPr>
          <p:spPr>
            <a:xfrm>
              <a:off x="6518724" y="3042932"/>
              <a:ext cx="75517" cy="75517"/>
            </a:xfrm>
            <a:custGeom>
              <a:avLst/>
              <a:gdLst/>
              <a:ahLst/>
              <a:cxnLst/>
              <a:rect l="l" t="t" r="r" b="b"/>
              <a:pathLst>
                <a:path w="2334" h="2334" extrusionOk="0">
                  <a:moveTo>
                    <a:pt x="1167" y="0"/>
                  </a:moveTo>
                  <a:cubicBezTo>
                    <a:pt x="524" y="0"/>
                    <a:pt x="0" y="548"/>
                    <a:pt x="0" y="1167"/>
                  </a:cubicBezTo>
                  <a:cubicBezTo>
                    <a:pt x="0" y="1810"/>
                    <a:pt x="548" y="2334"/>
                    <a:pt x="1167" y="2334"/>
                  </a:cubicBezTo>
                  <a:cubicBezTo>
                    <a:pt x="1834" y="2334"/>
                    <a:pt x="2334" y="1786"/>
                    <a:pt x="2334" y="1167"/>
                  </a:cubicBezTo>
                  <a:cubicBezTo>
                    <a:pt x="2334" y="500"/>
                    <a:pt x="1810" y="0"/>
                    <a:pt x="1167"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0" name="Google Shape;25000;p147"/>
            <p:cNvSpPr/>
            <p:nvPr/>
          </p:nvSpPr>
          <p:spPr>
            <a:xfrm>
              <a:off x="6556450" y="3042932"/>
              <a:ext cx="37791" cy="74093"/>
            </a:xfrm>
            <a:custGeom>
              <a:avLst/>
              <a:gdLst/>
              <a:ahLst/>
              <a:cxnLst/>
              <a:rect l="l" t="t" r="r" b="b"/>
              <a:pathLst>
                <a:path w="1168" h="2290" extrusionOk="0">
                  <a:moveTo>
                    <a:pt x="1" y="0"/>
                  </a:moveTo>
                  <a:lnTo>
                    <a:pt x="1" y="2286"/>
                  </a:lnTo>
                  <a:cubicBezTo>
                    <a:pt x="28" y="2288"/>
                    <a:pt x="55" y="2289"/>
                    <a:pt x="82" y="2289"/>
                  </a:cubicBezTo>
                  <a:cubicBezTo>
                    <a:pt x="708" y="2289"/>
                    <a:pt x="1168" y="1761"/>
                    <a:pt x="1168" y="1167"/>
                  </a:cubicBezTo>
                  <a:cubicBezTo>
                    <a:pt x="1168" y="548"/>
                    <a:pt x="644" y="0"/>
                    <a:pt x="1"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1" name="Google Shape;25001;p147"/>
            <p:cNvSpPr/>
            <p:nvPr/>
          </p:nvSpPr>
          <p:spPr>
            <a:xfrm>
              <a:off x="6404674" y="3042932"/>
              <a:ext cx="74772" cy="75517"/>
            </a:xfrm>
            <a:custGeom>
              <a:avLst/>
              <a:gdLst/>
              <a:ahLst/>
              <a:cxnLst/>
              <a:rect l="l" t="t" r="r" b="b"/>
              <a:pathLst>
                <a:path w="2311" h="2334" extrusionOk="0">
                  <a:moveTo>
                    <a:pt x="1144" y="0"/>
                  </a:moveTo>
                  <a:cubicBezTo>
                    <a:pt x="501" y="0"/>
                    <a:pt x="0" y="548"/>
                    <a:pt x="0" y="1167"/>
                  </a:cubicBezTo>
                  <a:cubicBezTo>
                    <a:pt x="0" y="1810"/>
                    <a:pt x="524" y="2334"/>
                    <a:pt x="1144" y="2334"/>
                  </a:cubicBezTo>
                  <a:cubicBezTo>
                    <a:pt x="1787" y="2334"/>
                    <a:pt x="2310" y="1786"/>
                    <a:pt x="2310" y="1167"/>
                  </a:cubicBezTo>
                  <a:cubicBezTo>
                    <a:pt x="2310" y="500"/>
                    <a:pt x="1810" y="0"/>
                    <a:pt x="1144"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2" name="Google Shape;25002;p147"/>
            <p:cNvSpPr/>
            <p:nvPr/>
          </p:nvSpPr>
          <p:spPr>
            <a:xfrm>
              <a:off x="6441656" y="3042932"/>
              <a:ext cx="37791" cy="74093"/>
            </a:xfrm>
            <a:custGeom>
              <a:avLst/>
              <a:gdLst/>
              <a:ahLst/>
              <a:cxnLst/>
              <a:rect l="l" t="t" r="r" b="b"/>
              <a:pathLst>
                <a:path w="1168" h="2290" extrusionOk="0">
                  <a:moveTo>
                    <a:pt x="1" y="0"/>
                  </a:moveTo>
                  <a:lnTo>
                    <a:pt x="1" y="2286"/>
                  </a:lnTo>
                  <a:cubicBezTo>
                    <a:pt x="27" y="2288"/>
                    <a:pt x="53" y="2289"/>
                    <a:pt x="79" y="2289"/>
                  </a:cubicBezTo>
                  <a:cubicBezTo>
                    <a:pt x="685" y="2289"/>
                    <a:pt x="1167" y="1761"/>
                    <a:pt x="1167" y="1167"/>
                  </a:cubicBezTo>
                  <a:cubicBezTo>
                    <a:pt x="1167" y="548"/>
                    <a:pt x="667" y="0"/>
                    <a:pt x="1"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3" name="Google Shape;25003;p147"/>
            <p:cNvSpPr/>
            <p:nvPr/>
          </p:nvSpPr>
          <p:spPr>
            <a:xfrm>
              <a:off x="6289880" y="3042932"/>
              <a:ext cx="74772" cy="75517"/>
            </a:xfrm>
            <a:custGeom>
              <a:avLst/>
              <a:gdLst/>
              <a:ahLst/>
              <a:cxnLst/>
              <a:rect l="l" t="t" r="r" b="b"/>
              <a:pathLst>
                <a:path w="2311" h="2334" extrusionOk="0">
                  <a:moveTo>
                    <a:pt x="1167" y="0"/>
                  </a:moveTo>
                  <a:cubicBezTo>
                    <a:pt x="500" y="0"/>
                    <a:pt x="0" y="548"/>
                    <a:pt x="0" y="1167"/>
                  </a:cubicBezTo>
                  <a:cubicBezTo>
                    <a:pt x="0" y="1810"/>
                    <a:pt x="524" y="2334"/>
                    <a:pt x="1167" y="2334"/>
                  </a:cubicBezTo>
                  <a:cubicBezTo>
                    <a:pt x="1786" y="2334"/>
                    <a:pt x="2286" y="1786"/>
                    <a:pt x="2310" y="1167"/>
                  </a:cubicBezTo>
                  <a:cubicBezTo>
                    <a:pt x="2310" y="500"/>
                    <a:pt x="1786" y="0"/>
                    <a:pt x="1167"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4" name="Google Shape;25004;p147"/>
            <p:cNvSpPr/>
            <p:nvPr/>
          </p:nvSpPr>
          <p:spPr>
            <a:xfrm>
              <a:off x="6326085" y="3042932"/>
              <a:ext cx="37791" cy="74093"/>
            </a:xfrm>
            <a:custGeom>
              <a:avLst/>
              <a:gdLst/>
              <a:ahLst/>
              <a:cxnLst/>
              <a:rect l="l" t="t" r="r" b="b"/>
              <a:pathLst>
                <a:path w="1168" h="2290" extrusionOk="0">
                  <a:moveTo>
                    <a:pt x="0" y="0"/>
                  </a:moveTo>
                  <a:lnTo>
                    <a:pt x="0" y="2286"/>
                  </a:lnTo>
                  <a:cubicBezTo>
                    <a:pt x="28" y="2288"/>
                    <a:pt x="54" y="2289"/>
                    <a:pt x="81" y="2289"/>
                  </a:cubicBezTo>
                  <a:cubicBezTo>
                    <a:pt x="707" y="2289"/>
                    <a:pt x="1167" y="1761"/>
                    <a:pt x="1167" y="1167"/>
                  </a:cubicBezTo>
                  <a:cubicBezTo>
                    <a:pt x="1167" y="548"/>
                    <a:pt x="667" y="0"/>
                    <a:pt x="0"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5" name="Google Shape;25005;p147"/>
            <p:cNvSpPr/>
            <p:nvPr/>
          </p:nvSpPr>
          <p:spPr>
            <a:xfrm>
              <a:off x="6363843" y="3287176"/>
              <a:ext cx="156436" cy="102501"/>
            </a:xfrm>
            <a:custGeom>
              <a:avLst/>
              <a:gdLst/>
              <a:ahLst/>
              <a:cxnLst/>
              <a:rect l="l" t="t" r="r" b="b"/>
              <a:pathLst>
                <a:path w="4835" h="3168" extrusionOk="0">
                  <a:moveTo>
                    <a:pt x="2406" y="0"/>
                  </a:moveTo>
                  <a:cubicBezTo>
                    <a:pt x="1072" y="0"/>
                    <a:pt x="0" y="1096"/>
                    <a:pt x="0" y="2429"/>
                  </a:cubicBezTo>
                  <a:lnTo>
                    <a:pt x="0" y="2834"/>
                  </a:lnTo>
                  <a:cubicBezTo>
                    <a:pt x="0" y="3025"/>
                    <a:pt x="143" y="3168"/>
                    <a:pt x="334" y="3168"/>
                  </a:cubicBezTo>
                  <a:lnTo>
                    <a:pt x="4501" y="3168"/>
                  </a:lnTo>
                  <a:cubicBezTo>
                    <a:pt x="4668" y="3168"/>
                    <a:pt x="4835" y="3025"/>
                    <a:pt x="4835" y="2834"/>
                  </a:cubicBezTo>
                  <a:lnTo>
                    <a:pt x="4835" y="2429"/>
                  </a:lnTo>
                  <a:cubicBezTo>
                    <a:pt x="4835" y="1096"/>
                    <a:pt x="3763" y="0"/>
                    <a:pt x="2406" y="0"/>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6" name="Google Shape;25006;p147"/>
            <p:cNvSpPr/>
            <p:nvPr/>
          </p:nvSpPr>
          <p:spPr>
            <a:xfrm>
              <a:off x="6441656" y="3287176"/>
              <a:ext cx="78623" cy="102501"/>
            </a:xfrm>
            <a:custGeom>
              <a:avLst/>
              <a:gdLst/>
              <a:ahLst/>
              <a:cxnLst/>
              <a:rect l="l" t="t" r="r" b="b"/>
              <a:pathLst>
                <a:path w="2430" h="3168" extrusionOk="0">
                  <a:moveTo>
                    <a:pt x="1" y="0"/>
                  </a:moveTo>
                  <a:lnTo>
                    <a:pt x="1" y="3144"/>
                  </a:lnTo>
                  <a:lnTo>
                    <a:pt x="2096" y="3144"/>
                  </a:lnTo>
                  <a:lnTo>
                    <a:pt x="2096" y="3168"/>
                  </a:lnTo>
                  <a:cubicBezTo>
                    <a:pt x="2263" y="3168"/>
                    <a:pt x="2430" y="3025"/>
                    <a:pt x="2430" y="2834"/>
                  </a:cubicBezTo>
                  <a:lnTo>
                    <a:pt x="2430" y="2429"/>
                  </a:lnTo>
                  <a:cubicBezTo>
                    <a:pt x="2430" y="1096"/>
                    <a:pt x="1358" y="0"/>
                    <a:pt x="1" y="0"/>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7" name="Google Shape;25007;p147"/>
            <p:cNvSpPr/>
            <p:nvPr/>
          </p:nvSpPr>
          <p:spPr>
            <a:xfrm>
              <a:off x="6390794" y="3207034"/>
              <a:ext cx="102533" cy="101756"/>
            </a:xfrm>
            <a:custGeom>
              <a:avLst/>
              <a:gdLst/>
              <a:ahLst/>
              <a:cxnLst/>
              <a:rect l="l" t="t" r="r" b="b"/>
              <a:pathLst>
                <a:path w="3169" h="3145" extrusionOk="0">
                  <a:moveTo>
                    <a:pt x="1573" y="1"/>
                  </a:moveTo>
                  <a:cubicBezTo>
                    <a:pt x="715" y="1"/>
                    <a:pt x="1" y="691"/>
                    <a:pt x="1" y="1572"/>
                  </a:cubicBezTo>
                  <a:cubicBezTo>
                    <a:pt x="1" y="2430"/>
                    <a:pt x="715" y="3144"/>
                    <a:pt x="1573" y="3144"/>
                  </a:cubicBezTo>
                  <a:cubicBezTo>
                    <a:pt x="2454" y="3144"/>
                    <a:pt x="3168" y="2430"/>
                    <a:pt x="3168" y="1572"/>
                  </a:cubicBezTo>
                  <a:cubicBezTo>
                    <a:pt x="3168" y="691"/>
                    <a:pt x="2454" y="1"/>
                    <a:pt x="157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8" name="Google Shape;25008;p147"/>
            <p:cNvSpPr/>
            <p:nvPr/>
          </p:nvSpPr>
          <p:spPr>
            <a:xfrm>
              <a:off x="6441656" y="3207034"/>
              <a:ext cx="51671" cy="101756"/>
            </a:xfrm>
            <a:custGeom>
              <a:avLst/>
              <a:gdLst/>
              <a:ahLst/>
              <a:cxnLst/>
              <a:rect l="l" t="t" r="r" b="b"/>
              <a:pathLst>
                <a:path w="1597" h="3145" extrusionOk="0">
                  <a:moveTo>
                    <a:pt x="1" y="1"/>
                  </a:moveTo>
                  <a:lnTo>
                    <a:pt x="1" y="3144"/>
                  </a:lnTo>
                  <a:cubicBezTo>
                    <a:pt x="882" y="3144"/>
                    <a:pt x="1596" y="2430"/>
                    <a:pt x="1596" y="1572"/>
                  </a:cubicBezTo>
                  <a:cubicBezTo>
                    <a:pt x="1596" y="715"/>
                    <a:pt x="882" y="1"/>
                    <a:pt x="1" y="1"/>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09" name="Google Shape;25009;p147"/>
          <p:cNvGrpSpPr/>
          <p:nvPr/>
        </p:nvGrpSpPr>
        <p:grpSpPr>
          <a:xfrm>
            <a:off x="7019541" y="2890532"/>
            <a:ext cx="346004" cy="346746"/>
            <a:chOff x="7019541" y="3042932"/>
            <a:chExt cx="346004" cy="346746"/>
          </a:xfrm>
        </p:grpSpPr>
        <p:sp>
          <p:nvSpPr>
            <p:cNvPr id="25010" name="Google Shape;25010;p147"/>
            <p:cNvSpPr/>
            <p:nvPr/>
          </p:nvSpPr>
          <p:spPr>
            <a:xfrm>
              <a:off x="7235282" y="3103791"/>
              <a:ext cx="109457" cy="81696"/>
            </a:xfrm>
            <a:custGeom>
              <a:avLst/>
              <a:gdLst/>
              <a:ahLst/>
              <a:cxnLst/>
              <a:rect l="l" t="t" r="r" b="b"/>
              <a:pathLst>
                <a:path w="3383" h="2525" extrusionOk="0">
                  <a:moveTo>
                    <a:pt x="1667" y="0"/>
                  </a:moveTo>
                  <a:cubicBezTo>
                    <a:pt x="763" y="0"/>
                    <a:pt x="0" y="739"/>
                    <a:pt x="0" y="1667"/>
                  </a:cubicBezTo>
                  <a:lnTo>
                    <a:pt x="0" y="2191"/>
                  </a:lnTo>
                  <a:cubicBezTo>
                    <a:pt x="0" y="2382"/>
                    <a:pt x="167" y="2525"/>
                    <a:pt x="334" y="2525"/>
                  </a:cubicBezTo>
                  <a:lnTo>
                    <a:pt x="3073" y="2525"/>
                  </a:lnTo>
                  <a:cubicBezTo>
                    <a:pt x="3215" y="2525"/>
                    <a:pt x="3382" y="2382"/>
                    <a:pt x="3335" y="2191"/>
                  </a:cubicBezTo>
                  <a:lnTo>
                    <a:pt x="3335" y="1667"/>
                  </a:lnTo>
                  <a:cubicBezTo>
                    <a:pt x="3335" y="739"/>
                    <a:pt x="2596" y="0"/>
                    <a:pt x="1667" y="0"/>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1" name="Google Shape;25011;p147"/>
            <p:cNvSpPr/>
            <p:nvPr/>
          </p:nvSpPr>
          <p:spPr>
            <a:xfrm>
              <a:off x="7291514" y="3103791"/>
              <a:ext cx="53968" cy="81696"/>
            </a:xfrm>
            <a:custGeom>
              <a:avLst/>
              <a:gdLst/>
              <a:ahLst/>
              <a:cxnLst/>
              <a:rect l="l" t="t" r="r" b="b"/>
              <a:pathLst>
                <a:path w="1668" h="2525" extrusionOk="0">
                  <a:moveTo>
                    <a:pt x="1" y="0"/>
                  </a:moveTo>
                  <a:lnTo>
                    <a:pt x="1" y="2501"/>
                  </a:lnTo>
                  <a:lnTo>
                    <a:pt x="1335" y="2501"/>
                  </a:lnTo>
                  <a:lnTo>
                    <a:pt x="1335" y="2525"/>
                  </a:lnTo>
                  <a:cubicBezTo>
                    <a:pt x="1525" y="2525"/>
                    <a:pt x="1668" y="2382"/>
                    <a:pt x="1668" y="2191"/>
                  </a:cubicBezTo>
                  <a:lnTo>
                    <a:pt x="1668" y="1667"/>
                  </a:lnTo>
                  <a:cubicBezTo>
                    <a:pt x="1668" y="739"/>
                    <a:pt x="930" y="0"/>
                    <a:pt x="1" y="0"/>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2" name="Google Shape;25012;p147"/>
            <p:cNvSpPr/>
            <p:nvPr/>
          </p:nvSpPr>
          <p:spPr>
            <a:xfrm>
              <a:off x="7253012" y="3042932"/>
              <a:ext cx="74772" cy="75517"/>
            </a:xfrm>
            <a:custGeom>
              <a:avLst/>
              <a:gdLst/>
              <a:ahLst/>
              <a:cxnLst/>
              <a:rect l="l" t="t" r="r" b="b"/>
              <a:pathLst>
                <a:path w="2311" h="2334" extrusionOk="0">
                  <a:moveTo>
                    <a:pt x="1167" y="0"/>
                  </a:moveTo>
                  <a:cubicBezTo>
                    <a:pt x="500" y="0"/>
                    <a:pt x="0" y="548"/>
                    <a:pt x="0" y="1167"/>
                  </a:cubicBezTo>
                  <a:cubicBezTo>
                    <a:pt x="0" y="1810"/>
                    <a:pt x="524" y="2334"/>
                    <a:pt x="1167" y="2334"/>
                  </a:cubicBezTo>
                  <a:cubicBezTo>
                    <a:pt x="1786" y="2334"/>
                    <a:pt x="2310" y="1786"/>
                    <a:pt x="2310" y="1167"/>
                  </a:cubicBezTo>
                  <a:cubicBezTo>
                    <a:pt x="2310" y="500"/>
                    <a:pt x="1786" y="0"/>
                    <a:pt x="1167"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3" name="Google Shape;25013;p147"/>
            <p:cNvSpPr/>
            <p:nvPr/>
          </p:nvSpPr>
          <p:spPr>
            <a:xfrm>
              <a:off x="7290770" y="3042932"/>
              <a:ext cx="37014" cy="74093"/>
            </a:xfrm>
            <a:custGeom>
              <a:avLst/>
              <a:gdLst/>
              <a:ahLst/>
              <a:cxnLst/>
              <a:rect l="l" t="t" r="r" b="b"/>
              <a:pathLst>
                <a:path w="1144" h="2290" extrusionOk="0">
                  <a:moveTo>
                    <a:pt x="0" y="0"/>
                  </a:moveTo>
                  <a:lnTo>
                    <a:pt x="0" y="2286"/>
                  </a:lnTo>
                  <a:cubicBezTo>
                    <a:pt x="25" y="2288"/>
                    <a:pt x="50" y="2289"/>
                    <a:pt x="75" y="2289"/>
                  </a:cubicBezTo>
                  <a:cubicBezTo>
                    <a:pt x="661" y="2289"/>
                    <a:pt x="1143" y="1761"/>
                    <a:pt x="1143" y="1167"/>
                  </a:cubicBezTo>
                  <a:cubicBezTo>
                    <a:pt x="1143" y="548"/>
                    <a:pt x="643" y="0"/>
                    <a:pt x="0"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4" name="Google Shape;25014;p147"/>
            <p:cNvSpPr/>
            <p:nvPr/>
          </p:nvSpPr>
          <p:spPr>
            <a:xfrm>
              <a:off x="7019541" y="3211660"/>
              <a:ext cx="107904" cy="81696"/>
            </a:xfrm>
            <a:custGeom>
              <a:avLst/>
              <a:gdLst/>
              <a:ahLst/>
              <a:cxnLst/>
              <a:rect l="l" t="t" r="r" b="b"/>
              <a:pathLst>
                <a:path w="3335" h="2525" extrusionOk="0">
                  <a:moveTo>
                    <a:pt x="1667" y="1"/>
                  </a:moveTo>
                  <a:cubicBezTo>
                    <a:pt x="762" y="1"/>
                    <a:pt x="0" y="739"/>
                    <a:pt x="0" y="1668"/>
                  </a:cubicBezTo>
                  <a:lnTo>
                    <a:pt x="0" y="2191"/>
                  </a:lnTo>
                  <a:cubicBezTo>
                    <a:pt x="0" y="2382"/>
                    <a:pt x="167" y="2525"/>
                    <a:pt x="334" y="2525"/>
                  </a:cubicBezTo>
                  <a:lnTo>
                    <a:pt x="3049" y="2525"/>
                  </a:lnTo>
                  <a:cubicBezTo>
                    <a:pt x="3215" y="2525"/>
                    <a:pt x="3334" y="2382"/>
                    <a:pt x="3334" y="2191"/>
                  </a:cubicBezTo>
                  <a:lnTo>
                    <a:pt x="3334" y="1668"/>
                  </a:lnTo>
                  <a:cubicBezTo>
                    <a:pt x="3334" y="739"/>
                    <a:pt x="2596" y="1"/>
                    <a:pt x="1667" y="1"/>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5" name="Google Shape;25015;p147"/>
            <p:cNvSpPr/>
            <p:nvPr/>
          </p:nvSpPr>
          <p:spPr>
            <a:xfrm>
              <a:off x="7075029" y="3211660"/>
              <a:ext cx="53968" cy="81696"/>
            </a:xfrm>
            <a:custGeom>
              <a:avLst/>
              <a:gdLst/>
              <a:ahLst/>
              <a:cxnLst/>
              <a:rect l="l" t="t" r="r" b="b"/>
              <a:pathLst>
                <a:path w="1668" h="2525" extrusionOk="0">
                  <a:moveTo>
                    <a:pt x="0" y="1"/>
                  </a:moveTo>
                  <a:lnTo>
                    <a:pt x="0" y="2501"/>
                  </a:lnTo>
                  <a:lnTo>
                    <a:pt x="1334" y="2501"/>
                  </a:lnTo>
                  <a:lnTo>
                    <a:pt x="1334" y="2525"/>
                  </a:lnTo>
                  <a:cubicBezTo>
                    <a:pt x="1500" y="2525"/>
                    <a:pt x="1667" y="2382"/>
                    <a:pt x="1667" y="2191"/>
                  </a:cubicBezTo>
                  <a:lnTo>
                    <a:pt x="1667" y="1668"/>
                  </a:lnTo>
                  <a:cubicBezTo>
                    <a:pt x="1667" y="739"/>
                    <a:pt x="905" y="1"/>
                    <a:pt x="0"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6" name="Google Shape;25016;p147"/>
            <p:cNvSpPr/>
            <p:nvPr/>
          </p:nvSpPr>
          <p:spPr>
            <a:xfrm>
              <a:off x="7036495" y="3150802"/>
              <a:ext cx="74772" cy="75517"/>
            </a:xfrm>
            <a:custGeom>
              <a:avLst/>
              <a:gdLst/>
              <a:ahLst/>
              <a:cxnLst/>
              <a:rect l="l" t="t" r="r" b="b"/>
              <a:pathLst>
                <a:path w="2311" h="2334" extrusionOk="0">
                  <a:moveTo>
                    <a:pt x="1143" y="0"/>
                  </a:moveTo>
                  <a:cubicBezTo>
                    <a:pt x="500" y="0"/>
                    <a:pt x="0" y="500"/>
                    <a:pt x="0" y="1167"/>
                  </a:cubicBezTo>
                  <a:cubicBezTo>
                    <a:pt x="0" y="1810"/>
                    <a:pt x="524" y="2334"/>
                    <a:pt x="1143" y="2334"/>
                  </a:cubicBezTo>
                  <a:cubicBezTo>
                    <a:pt x="1810" y="2334"/>
                    <a:pt x="2310" y="1810"/>
                    <a:pt x="2310" y="1167"/>
                  </a:cubicBezTo>
                  <a:cubicBezTo>
                    <a:pt x="2310" y="500"/>
                    <a:pt x="1810" y="0"/>
                    <a:pt x="11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7" name="Google Shape;25017;p147"/>
            <p:cNvSpPr/>
            <p:nvPr/>
          </p:nvSpPr>
          <p:spPr>
            <a:xfrm>
              <a:off x="7073476" y="3150802"/>
              <a:ext cx="37791" cy="74093"/>
            </a:xfrm>
            <a:custGeom>
              <a:avLst/>
              <a:gdLst/>
              <a:ahLst/>
              <a:cxnLst/>
              <a:rect l="l" t="t" r="r" b="b"/>
              <a:pathLst>
                <a:path w="1168" h="2290" extrusionOk="0">
                  <a:moveTo>
                    <a:pt x="0" y="0"/>
                  </a:moveTo>
                  <a:lnTo>
                    <a:pt x="0" y="2286"/>
                  </a:lnTo>
                  <a:cubicBezTo>
                    <a:pt x="29" y="2288"/>
                    <a:pt x="57" y="2289"/>
                    <a:pt x="84" y="2289"/>
                  </a:cubicBezTo>
                  <a:cubicBezTo>
                    <a:pt x="709" y="2289"/>
                    <a:pt x="1167" y="1783"/>
                    <a:pt x="1167" y="1167"/>
                  </a:cubicBezTo>
                  <a:cubicBezTo>
                    <a:pt x="1167" y="548"/>
                    <a:pt x="667" y="0"/>
                    <a:pt x="0"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8" name="Google Shape;25018;p147"/>
            <p:cNvSpPr/>
            <p:nvPr/>
          </p:nvSpPr>
          <p:spPr>
            <a:xfrm>
              <a:off x="7127412" y="3158502"/>
              <a:ext cx="109457" cy="80920"/>
            </a:xfrm>
            <a:custGeom>
              <a:avLst/>
              <a:gdLst/>
              <a:ahLst/>
              <a:cxnLst/>
              <a:rect l="l" t="t" r="r" b="b"/>
              <a:pathLst>
                <a:path w="3383" h="2501" extrusionOk="0">
                  <a:moveTo>
                    <a:pt x="1667" y="0"/>
                  </a:moveTo>
                  <a:cubicBezTo>
                    <a:pt x="763" y="0"/>
                    <a:pt x="0" y="739"/>
                    <a:pt x="0" y="1667"/>
                  </a:cubicBezTo>
                  <a:lnTo>
                    <a:pt x="0" y="2167"/>
                  </a:lnTo>
                  <a:cubicBezTo>
                    <a:pt x="0" y="2358"/>
                    <a:pt x="167" y="2501"/>
                    <a:pt x="334" y="2501"/>
                  </a:cubicBezTo>
                  <a:lnTo>
                    <a:pt x="3049" y="2501"/>
                  </a:lnTo>
                  <a:cubicBezTo>
                    <a:pt x="3215" y="2501"/>
                    <a:pt x="3382" y="2358"/>
                    <a:pt x="3334" y="2215"/>
                  </a:cubicBezTo>
                  <a:lnTo>
                    <a:pt x="3334" y="1667"/>
                  </a:lnTo>
                  <a:cubicBezTo>
                    <a:pt x="3334" y="739"/>
                    <a:pt x="2596" y="0"/>
                    <a:pt x="1667"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9" name="Google Shape;25019;p147"/>
            <p:cNvSpPr/>
            <p:nvPr/>
          </p:nvSpPr>
          <p:spPr>
            <a:xfrm>
              <a:off x="7182900" y="3158502"/>
              <a:ext cx="53968" cy="80920"/>
            </a:xfrm>
            <a:custGeom>
              <a:avLst/>
              <a:gdLst/>
              <a:ahLst/>
              <a:cxnLst/>
              <a:rect l="l" t="t" r="r" b="b"/>
              <a:pathLst>
                <a:path w="1668" h="2501" extrusionOk="0">
                  <a:moveTo>
                    <a:pt x="0" y="0"/>
                  </a:moveTo>
                  <a:lnTo>
                    <a:pt x="0" y="2501"/>
                  </a:lnTo>
                  <a:lnTo>
                    <a:pt x="1334" y="2501"/>
                  </a:lnTo>
                  <a:cubicBezTo>
                    <a:pt x="1500" y="2501"/>
                    <a:pt x="1667" y="2358"/>
                    <a:pt x="1667" y="2167"/>
                  </a:cubicBezTo>
                  <a:lnTo>
                    <a:pt x="1667" y="1667"/>
                  </a:lnTo>
                  <a:cubicBezTo>
                    <a:pt x="1667" y="739"/>
                    <a:pt x="905" y="0"/>
                    <a:pt x="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0" name="Google Shape;25020;p147"/>
            <p:cNvSpPr/>
            <p:nvPr/>
          </p:nvSpPr>
          <p:spPr>
            <a:xfrm>
              <a:off x="7145142" y="3096867"/>
              <a:ext cx="74772" cy="75517"/>
            </a:xfrm>
            <a:custGeom>
              <a:avLst/>
              <a:gdLst/>
              <a:ahLst/>
              <a:cxnLst/>
              <a:rect l="l" t="t" r="r" b="b"/>
              <a:pathLst>
                <a:path w="2311" h="2334" extrusionOk="0">
                  <a:moveTo>
                    <a:pt x="1167" y="0"/>
                  </a:moveTo>
                  <a:cubicBezTo>
                    <a:pt x="500" y="0"/>
                    <a:pt x="0" y="548"/>
                    <a:pt x="0" y="1167"/>
                  </a:cubicBezTo>
                  <a:cubicBezTo>
                    <a:pt x="0" y="1810"/>
                    <a:pt x="524" y="2334"/>
                    <a:pt x="1167" y="2334"/>
                  </a:cubicBezTo>
                  <a:cubicBezTo>
                    <a:pt x="1786" y="2334"/>
                    <a:pt x="2286" y="1786"/>
                    <a:pt x="2310" y="1167"/>
                  </a:cubicBezTo>
                  <a:cubicBezTo>
                    <a:pt x="2310" y="500"/>
                    <a:pt x="1810" y="0"/>
                    <a:pt x="1167"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1" name="Google Shape;25021;p147"/>
            <p:cNvSpPr/>
            <p:nvPr/>
          </p:nvSpPr>
          <p:spPr>
            <a:xfrm>
              <a:off x="7181347" y="3096867"/>
              <a:ext cx="37791" cy="74093"/>
            </a:xfrm>
            <a:custGeom>
              <a:avLst/>
              <a:gdLst/>
              <a:ahLst/>
              <a:cxnLst/>
              <a:rect l="l" t="t" r="r" b="b"/>
              <a:pathLst>
                <a:path w="1168" h="2290" extrusionOk="0">
                  <a:moveTo>
                    <a:pt x="0" y="0"/>
                  </a:moveTo>
                  <a:lnTo>
                    <a:pt x="0" y="2286"/>
                  </a:lnTo>
                  <a:cubicBezTo>
                    <a:pt x="28" y="2288"/>
                    <a:pt x="55" y="2289"/>
                    <a:pt x="81" y="2289"/>
                  </a:cubicBezTo>
                  <a:cubicBezTo>
                    <a:pt x="707" y="2289"/>
                    <a:pt x="1167" y="1761"/>
                    <a:pt x="1167" y="1167"/>
                  </a:cubicBezTo>
                  <a:cubicBezTo>
                    <a:pt x="1167" y="524"/>
                    <a:pt x="667" y="0"/>
                    <a:pt x="0"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2" name="Google Shape;25022;p147"/>
            <p:cNvSpPr/>
            <p:nvPr/>
          </p:nvSpPr>
          <p:spPr>
            <a:xfrm>
              <a:off x="7019541" y="3165426"/>
              <a:ext cx="346004" cy="224253"/>
            </a:xfrm>
            <a:custGeom>
              <a:avLst/>
              <a:gdLst/>
              <a:ahLst/>
              <a:cxnLst/>
              <a:rect l="l" t="t" r="r" b="b"/>
              <a:pathLst>
                <a:path w="10694" h="6931" extrusionOk="0">
                  <a:moveTo>
                    <a:pt x="6716" y="1"/>
                  </a:moveTo>
                  <a:lnTo>
                    <a:pt x="6716" y="1668"/>
                  </a:lnTo>
                  <a:lnTo>
                    <a:pt x="3334" y="1668"/>
                  </a:lnTo>
                  <a:lnTo>
                    <a:pt x="3334" y="3335"/>
                  </a:lnTo>
                  <a:lnTo>
                    <a:pt x="0" y="3335"/>
                  </a:lnTo>
                  <a:lnTo>
                    <a:pt x="0" y="6597"/>
                  </a:lnTo>
                  <a:cubicBezTo>
                    <a:pt x="0" y="6788"/>
                    <a:pt x="143" y="6931"/>
                    <a:pt x="334" y="6931"/>
                  </a:cubicBezTo>
                  <a:lnTo>
                    <a:pt x="10360" y="6931"/>
                  </a:lnTo>
                  <a:cubicBezTo>
                    <a:pt x="10550" y="6931"/>
                    <a:pt x="10669" y="6788"/>
                    <a:pt x="10693" y="6621"/>
                  </a:cubicBezTo>
                  <a:lnTo>
                    <a:pt x="10693" y="310"/>
                  </a:lnTo>
                  <a:cubicBezTo>
                    <a:pt x="10693" y="144"/>
                    <a:pt x="10550" y="1"/>
                    <a:pt x="10360" y="1"/>
                  </a:cubicBez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3" name="Google Shape;25023;p147"/>
            <p:cNvSpPr/>
            <p:nvPr/>
          </p:nvSpPr>
          <p:spPr>
            <a:xfrm>
              <a:off x="7192121" y="3165426"/>
              <a:ext cx="173423" cy="224253"/>
            </a:xfrm>
            <a:custGeom>
              <a:avLst/>
              <a:gdLst/>
              <a:ahLst/>
              <a:cxnLst/>
              <a:rect l="l" t="t" r="r" b="b"/>
              <a:pathLst>
                <a:path w="5360" h="6931" extrusionOk="0">
                  <a:moveTo>
                    <a:pt x="1382" y="1"/>
                  </a:moveTo>
                  <a:lnTo>
                    <a:pt x="1382" y="1668"/>
                  </a:lnTo>
                  <a:lnTo>
                    <a:pt x="1" y="1668"/>
                  </a:lnTo>
                  <a:lnTo>
                    <a:pt x="1" y="6931"/>
                  </a:lnTo>
                  <a:lnTo>
                    <a:pt x="5026" y="6931"/>
                  </a:lnTo>
                  <a:cubicBezTo>
                    <a:pt x="5216" y="6931"/>
                    <a:pt x="5359" y="6788"/>
                    <a:pt x="5359" y="6597"/>
                  </a:cubicBezTo>
                  <a:lnTo>
                    <a:pt x="5359" y="286"/>
                  </a:lnTo>
                  <a:cubicBezTo>
                    <a:pt x="5335" y="120"/>
                    <a:pt x="5216" y="1"/>
                    <a:pt x="5026" y="1"/>
                  </a:cubicBezTo>
                  <a:close/>
                </a:path>
              </a:pathLst>
            </a:custGeom>
            <a:solidFill>
              <a:srgbClr val="94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24" name="Google Shape;25024;p147"/>
          <p:cNvGrpSpPr/>
          <p:nvPr/>
        </p:nvGrpSpPr>
        <p:grpSpPr>
          <a:xfrm>
            <a:off x="7769230" y="2890532"/>
            <a:ext cx="346004" cy="346745"/>
            <a:chOff x="7769230" y="3042932"/>
            <a:chExt cx="346004" cy="346745"/>
          </a:xfrm>
        </p:grpSpPr>
        <p:sp>
          <p:nvSpPr>
            <p:cNvPr id="25025" name="Google Shape;25025;p147"/>
            <p:cNvSpPr/>
            <p:nvPr/>
          </p:nvSpPr>
          <p:spPr>
            <a:xfrm>
              <a:off x="7769230" y="3042932"/>
              <a:ext cx="155692" cy="156436"/>
            </a:xfrm>
            <a:custGeom>
              <a:avLst/>
              <a:gdLst/>
              <a:ahLst/>
              <a:cxnLst/>
              <a:rect l="l" t="t" r="r" b="b"/>
              <a:pathLst>
                <a:path w="4812" h="4835" extrusionOk="0">
                  <a:moveTo>
                    <a:pt x="2406" y="0"/>
                  </a:moveTo>
                  <a:cubicBezTo>
                    <a:pt x="1073" y="0"/>
                    <a:pt x="1" y="1072"/>
                    <a:pt x="1" y="2405"/>
                  </a:cubicBezTo>
                  <a:cubicBezTo>
                    <a:pt x="1" y="3739"/>
                    <a:pt x="1073" y="4834"/>
                    <a:pt x="2406" y="4834"/>
                  </a:cubicBezTo>
                  <a:cubicBezTo>
                    <a:pt x="3740" y="4834"/>
                    <a:pt x="4811" y="3739"/>
                    <a:pt x="4811" y="2405"/>
                  </a:cubicBezTo>
                  <a:cubicBezTo>
                    <a:pt x="4811" y="1072"/>
                    <a:pt x="3740" y="0"/>
                    <a:pt x="2406"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6" name="Google Shape;25026;p147"/>
            <p:cNvSpPr/>
            <p:nvPr/>
          </p:nvSpPr>
          <p:spPr>
            <a:xfrm>
              <a:off x="7846299" y="3042932"/>
              <a:ext cx="77846" cy="154948"/>
            </a:xfrm>
            <a:custGeom>
              <a:avLst/>
              <a:gdLst/>
              <a:ahLst/>
              <a:cxnLst/>
              <a:rect l="l" t="t" r="r" b="b"/>
              <a:pathLst>
                <a:path w="2406" h="4789" extrusionOk="0">
                  <a:moveTo>
                    <a:pt x="0" y="0"/>
                  </a:moveTo>
                  <a:lnTo>
                    <a:pt x="0" y="4787"/>
                  </a:lnTo>
                  <a:cubicBezTo>
                    <a:pt x="29" y="4788"/>
                    <a:pt x="57" y="4788"/>
                    <a:pt x="86" y="4788"/>
                  </a:cubicBezTo>
                  <a:cubicBezTo>
                    <a:pt x="1379" y="4788"/>
                    <a:pt x="2406" y="3734"/>
                    <a:pt x="2406" y="2405"/>
                  </a:cubicBezTo>
                  <a:cubicBezTo>
                    <a:pt x="2406" y="1072"/>
                    <a:pt x="1334"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7" name="Google Shape;25027;p147"/>
            <p:cNvSpPr/>
            <p:nvPr/>
          </p:nvSpPr>
          <p:spPr>
            <a:xfrm>
              <a:off x="7789290" y="3062960"/>
              <a:ext cx="115604" cy="115604"/>
            </a:xfrm>
            <a:custGeom>
              <a:avLst/>
              <a:gdLst/>
              <a:ahLst/>
              <a:cxnLst/>
              <a:rect l="l" t="t" r="r" b="b"/>
              <a:pathLst>
                <a:path w="3573" h="3573" extrusionOk="0">
                  <a:moveTo>
                    <a:pt x="1786" y="0"/>
                  </a:moveTo>
                  <a:cubicBezTo>
                    <a:pt x="810" y="0"/>
                    <a:pt x="0" y="810"/>
                    <a:pt x="0" y="1786"/>
                  </a:cubicBezTo>
                  <a:cubicBezTo>
                    <a:pt x="0" y="2787"/>
                    <a:pt x="810" y="3572"/>
                    <a:pt x="1786" y="3572"/>
                  </a:cubicBezTo>
                  <a:cubicBezTo>
                    <a:pt x="2763" y="3572"/>
                    <a:pt x="3572" y="2787"/>
                    <a:pt x="3572" y="1786"/>
                  </a:cubicBezTo>
                  <a:cubicBezTo>
                    <a:pt x="3572" y="810"/>
                    <a:pt x="2763" y="0"/>
                    <a:pt x="1786"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8" name="Google Shape;25028;p147"/>
            <p:cNvSpPr/>
            <p:nvPr/>
          </p:nvSpPr>
          <p:spPr>
            <a:xfrm>
              <a:off x="7846299" y="3062960"/>
              <a:ext cx="57818" cy="114860"/>
            </a:xfrm>
            <a:custGeom>
              <a:avLst/>
              <a:gdLst/>
              <a:ahLst/>
              <a:cxnLst/>
              <a:rect l="l" t="t" r="r" b="b"/>
              <a:pathLst>
                <a:path w="1787" h="3550" extrusionOk="0">
                  <a:moveTo>
                    <a:pt x="0" y="0"/>
                  </a:moveTo>
                  <a:lnTo>
                    <a:pt x="0" y="3549"/>
                  </a:lnTo>
                  <a:cubicBezTo>
                    <a:pt x="15" y="3549"/>
                    <a:pt x="30" y="3549"/>
                    <a:pt x="45" y="3549"/>
                  </a:cubicBezTo>
                  <a:cubicBezTo>
                    <a:pt x="1024" y="3549"/>
                    <a:pt x="1786" y="2772"/>
                    <a:pt x="1786" y="1786"/>
                  </a:cubicBezTo>
                  <a:cubicBezTo>
                    <a:pt x="1786" y="810"/>
                    <a:pt x="977" y="0"/>
                    <a:pt x="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9" name="Google Shape;25029;p147"/>
            <p:cNvSpPr/>
            <p:nvPr/>
          </p:nvSpPr>
          <p:spPr>
            <a:xfrm>
              <a:off x="7823165" y="3075287"/>
              <a:ext cx="47044" cy="88620"/>
            </a:xfrm>
            <a:custGeom>
              <a:avLst/>
              <a:gdLst/>
              <a:ahLst/>
              <a:cxnLst/>
              <a:rect l="l" t="t" r="r" b="b"/>
              <a:pathLst>
                <a:path w="1454" h="2739" extrusionOk="0">
                  <a:moveTo>
                    <a:pt x="572" y="620"/>
                  </a:moveTo>
                  <a:lnTo>
                    <a:pt x="572" y="1048"/>
                  </a:lnTo>
                  <a:cubicBezTo>
                    <a:pt x="525" y="1048"/>
                    <a:pt x="501" y="1024"/>
                    <a:pt x="477" y="1024"/>
                  </a:cubicBezTo>
                  <a:cubicBezTo>
                    <a:pt x="406" y="1001"/>
                    <a:pt x="406" y="905"/>
                    <a:pt x="406" y="810"/>
                  </a:cubicBezTo>
                  <a:cubicBezTo>
                    <a:pt x="406" y="762"/>
                    <a:pt x="477" y="667"/>
                    <a:pt x="572" y="620"/>
                  </a:cubicBezTo>
                  <a:close/>
                  <a:moveTo>
                    <a:pt x="882" y="1572"/>
                  </a:moveTo>
                  <a:cubicBezTo>
                    <a:pt x="1120" y="1644"/>
                    <a:pt x="1096" y="1858"/>
                    <a:pt x="1096" y="1929"/>
                  </a:cubicBezTo>
                  <a:cubicBezTo>
                    <a:pt x="1073" y="2048"/>
                    <a:pt x="1001" y="2167"/>
                    <a:pt x="882" y="2215"/>
                  </a:cubicBezTo>
                  <a:lnTo>
                    <a:pt x="882" y="1572"/>
                  </a:lnTo>
                  <a:close/>
                  <a:moveTo>
                    <a:pt x="715" y="0"/>
                  </a:moveTo>
                  <a:cubicBezTo>
                    <a:pt x="620" y="0"/>
                    <a:pt x="525" y="72"/>
                    <a:pt x="525" y="167"/>
                  </a:cubicBezTo>
                  <a:lnTo>
                    <a:pt x="525" y="286"/>
                  </a:lnTo>
                  <a:lnTo>
                    <a:pt x="477" y="286"/>
                  </a:lnTo>
                  <a:cubicBezTo>
                    <a:pt x="263" y="334"/>
                    <a:pt x="120" y="524"/>
                    <a:pt x="96" y="715"/>
                  </a:cubicBezTo>
                  <a:cubicBezTo>
                    <a:pt x="49" y="929"/>
                    <a:pt x="120" y="1120"/>
                    <a:pt x="263" y="1239"/>
                  </a:cubicBezTo>
                  <a:cubicBezTo>
                    <a:pt x="334" y="1286"/>
                    <a:pt x="406" y="1358"/>
                    <a:pt x="525" y="1382"/>
                  </a:cubicBezTo>
                  <a:lnTo>
                    <a:pt x="525" y="2191"/>
                  </a:lnTo>
                  <a:cubicBezTo>
                    <a:pt x="453" y="2191"/>
                    <a:pt x="382" y="2144"/>
                    <a:pt x="263" y="2072"/>
                  </a:cubicBezTo>
                  <a:cubicBezTo>
                    <a:pt x="241" y="2051"/>
                    <a:pt x="210" y="2039"/>
                    <a:pt x="176" y="2039"/>
                  </a:cubicBezTo>
                  <a:cubicBezTo>
                    <a:pt x="134" y="2039"/>
                    <a:pt x="88" y="2057"/>
                    <a:pt x="49" y="2096"/>
                  </a:cubicBezTo>
                  <a:cubicBezTo>
                    <a:pt x="1" y="2144"/>
                    <a:pt x="1" y="2287"/>
                    <a:pt x="96" y="2334"/>
                  </a:cubicBezTo>
                  <a:cubicBezTo>
                    <a:pt x="263" y="2453"/>
                    <a:pt x="382" y="2477"/>
                    <a:pt x="525" y="2477"/>
                  </a:cubicBezTo>
                  <a:lnTo>
                    <a:pt x="525" y="2596"/>
                  </a:lnTo>
                  <a:cubicBezTo>
                    <a:pt x="525" y="2691"/>
                    <a:pt x="596" y="2739"/>
                    <a:pt x="692" y="2739"/>
                  </a:cubicBezTo>
                  <a:cubicBezTo>
                    <a:pt x="763" y="2739"/>
                    <a:pt x="858" y="2691"/>
                    <a:pt x="858" y="2596"/>
                  </a:cubicBezTo>
                  <a:lnTo>
                    <a:pt x="858" y="2453"/>
                  </a:lnTo>
                  <a:cubicBezTo>
                    <a:pt x="1168" y="2382"/>
                    <a:pt x="1335" y="2120"/>
                    <a:pt x="1406" y="1882"/>
                  </a:cubicBezTo>
                  <a:cubicBezTo>
                    <a:pt x="1454" y="1644"/>
                    <a:pt x="1311" y="1358"/>
                    <a:pt x="977" y="1263"/>
                  </a:cubicBezTo>
                  <a:cubicBezTo>
                    <a:pt x="954" y="1263"/>
                    <a:pt x="930" y="1239"/>
                    <a:pt x="858" y="1239"/>
                  </a:cubicBezTo>
                  <a:lnTo>
                    <a:pt x="858" y="596"/>
                  </a:lnTo>
                  <a:cubicBezTo>
                    <a:pt x="954" y="643"/>
                    <a:pt x="977" y="667"/>
                    <a:pt x="977" y="667"/>
                  </a:cubicBezTo>
                  <a:cubicBezTo>
                    <a:pt x="1013" y="691"/>
                    <a:pt x="1049" y="703"/>
                    <a:pt x="1084" y="703"/>
                  </a:cubicBezTo>
                  <a:cubicBezTo>
                    <a:pt x="1120" y="703"/>
                    <a:pt x="1156" y="691"/>
                    <a:pt x="1192" y="667"/>
                  </a:cubicBezTo>
                  <a:cubicBezTo>
                    <a:pt x="1239" y="596"/>
                    <a:pt x="1239" y="524"/>
                    <a:pt x="1215" y="453"/>
                  </a:cubicBezTo>
                  <a:cubicBezTo>
                    <a:pt x="1168" y="405"/>
                    <a:pt x="1049" y="310"/>
                    <a:pt x="858" y="286"/>
                  </a:cubicBezTo>
                  <a:lnTo>
                    <a:pt x="858" y="167"/>
                  </a:lnTo>
                  <a:cubicBezTo>
                    <a:pt x="858" y="72"/>
                    <a:pt x="811" y="0"/>
                    <a:pt x="715"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0" name="Google Shape;25030;p147"/>
            <p:cNvSpPr/>
            <p:nvPr/>
          </p:nvSpPr>
          <p:spPr>
            <a:xfrm>
              <a:off x="7847075" y="3074510"/>
              <a:ext cx="23910" cy="92503"/>
            </a:xfrm>
            <a:custGeom>
              <a:avLst/>
              <a:gdLst/>
              <a:ahLst/>
              <a:cxnLst/>
              <a:rect l="l" t="t" r="r" b="b"/>
              <a:pathLst>
                <a:path w="739" h="2859" extrusionOk="0">
                  <a:moveTo>
                    <a:pt x="143" y="1596"/>
                  </a:moveTo>
                  <a:cubicBezTo>
                    <a:pt x="381" y="1668"/>
                    <a:pt x="357" y="1882"/>
                    <a:pt x="357" y="1953"/>
                  </a:cubicBezTo>
                  <a:cubicBezTo>
                    <a:pt x="334" y="2072"/>
                    <a:pt x="262" y="2191"/>
                    <a:pt x="143" y="2239"/>
                  </a:cubicBezTo>
                  <a:lnTo>
                    <a:pt x="143" y="1596"/>
                  </a:lnTo>
                  <a:close/>
                  <a:moveTo>
                    <a:pt x="0" y="1"/>
                  </a:moveTo>
                  <a:lnTo>
                    <a:pt x="0" y="2858"/>
                  </a:lnTo>
                  <a:cubicBezTo>
                    <a:pt x="95" y="2858"/>
                    <a:pt x="143" y="2763"/>
                    <a:pt x="143" y="2715"/>
                  </a:cubicBezTo>
                  <a:lnTo>
                    <a:pt x="143" y="2572"/>
                  </a:lnTo>
                  <a:cubicBezTo>
                    <a:pt x="453" y="2501"/>
                    <a:pt x="667" y="2239"/>
                    <a:pt x="691" y="2001"/>
                  </a:cubicBezTo>
                  <a:cubicBezTo>
                    <a:pt x="738" y="1668"/>
                    <a:pt x="572" y="1382"/>
                    <a:pt x="238" y="1287"/>
                  </a:cubicBezTo>
                  <a:cubicBezTo>
                    <a:pt x="215" y="1287"/>
                    <a:pt x="191" y="1263"/>
                    <a:pt x="119" y="1263"/>
                  </a:cubicBezTo>
                  <a:lnTo>
                    <a:pt x="119" y="620"/>
                  </a:lnTo>
                  <a:cubicBezTo>
                    <a:pt x="215" y="667"/>
                    <a:pt x="238" y="691"/>
                    <a:pt x="238" y="691"/>
                  </a:cubicBezTo>
                  <a:cubicBezTo>
                    <a:pt x="274" y="715"/>
                    <a:pt x="310" y="727"/>
                    <a:pt x="348" y="727"/>
                  </a:cubicBezTo>
                  <a:cubicBezTo>
                    <a:pt x="387" y="727"/>
                    <a:pt x="429" y="715"/>
                    <a:pt x="476" y="691"/>
                  </a:cubicBezTo>
                  <a:cubicBezTo>
                    <a:pt x="548" y="620"/>
                    <a:pt x="548" y="548"/>
                    <a:pt x="500" y="453"/>
                  </a:cubicBezTo>
                  <a:cubicBezTo>
                    <a:pt x="453" y="382"/>
                    <a:pt x="334" y="310"/>
                    <a:pt x="143" y="263"/>
                  </a:cubicBezTo>
                  <a:lnTo>
                    <a:pt x="143" y="143"/>
                  </a:lnTo>
                  <a:cubicBezTo>
                    <a:pt x="143" y="72"/>
                    <a:pt x="95" y="1"/>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1" name="Google Shape;25031;p147"/>
            <p:cNvSpPr/>
            <p:nvPr/>
          </p:nvSpPr>
          <p:spPr>
            <a:xfrm>
              <a:off x="7897160" y="3247088"/>
              <a:ext cx="88620" cy="142588"/>
            </a:xfrm>
            <a:custGeom>
              <a:avLst/>
              <a:gdLst/>
              <a:ahLst/>
              <a:cxnLst/>
              <a:rect l="l" t="t" r="r" b="b"/>
              <a:pathLst>
                <a:path w="2739" h="4407" extrusionOk="0">
                  <a:moveTo>
                    <a:pt x="334" y="1"/>
                  </a:moveTo>
                  <a:cubicBezTo>
                    <a:pt x="143" y="1"/>
                    <a:pt x="0" y="144"/>
                    <a:pt x="0" y="334"/>
                  </a:cubicBezTo>
                  <a:lnTo>
                    <a:pt x="0" y="4073"/>
                  </a:lnTo>
                  <a:cubicBezTo>
                    <a:pt x="0" y="4264"/>
                    <a:pt x="143" y="4407"/>
                    <a:pt x="334" y="4407"/>
                  </a:cubicBezTo>
                  <a:lnTo>
                    <a:pt x="2405" y="4407"/>
                  </a:lnTo>
                  <a:cubicBezTo>
                    <a:pt x="2596" y="4407"/>
                    <a:pt x="2739" y="4264"/>
                    <a:pt x="2739" y="4073"/>
                  </a:cubicBezTo>
                  <a:lnTo>
                    <a:pt x="2739" y="334"/>
                  </a:lnTo>
                  <a:cubicBezTo>
                    <a:pt x="2739" y="144"/>
                    <a:pt x="2596" y="1"/>
                    <a:pt x="2405"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2" name="Google Shape;25032;p147"/>
            <p:cNvSpPr/>
            <p:nvPr/>
          </p:nvSpPr>
          <p:spPr>
            <a:xfrm>
              <a:off x="8026578" y="3205481"/>
              <a:ext cx="88653" cy="184197"/>
            </a:xfrm>
            <a:custGeom>
              <a:avLst/>
              <a:gdLst/>
              <a:ahLst/>
              <a:cxnLst/>
              <a:rect l="l" t="t" r="r" b="b"/>
              <a:pathLst>
                <a:path w="2740" h="5693" extrusionOk="0">
                  <a:moveTo>
                    <a:pt x="311" y="1"/>
                  </a:moveTo>
                  <a:cubicBezTo>
                    <a:pt x="144" y="1"/>
                    <a:pt x="1" y="144"/>
                    <a:pt x="1" y="334"/>
                  </a:cubicBezTo>
                  <a:lnTo>
                    <a:pt x="1" y="5359"/>
                  </a:lnTo>
                  <a:cubicBezTo>
                    <a:pt x="1" y="5550"/>
                    <a:pt x="144" y="5693"/>
                    <a:pt x="311" y="5693"/>
                  </a:cubicBezTo>
                  <a:lnTo>
                    <a:pt x="2406" y="5693"/>
                  </a:lnTo>
                  <a:cubicBezTo>
                    <a:pt x="2549" y="5693"/>
                    <a:pt x="2692" y="5550"/>
                    <a:pt x="2740" y="5359"/>
                  </a:cubicBezTo>
                  <a:lnTo>
                    <a:pt x="2740" y="334"/>
                  </a:lnTo>
                  <a:cubicBezTo>
                    <a:pt x="2740" y="144"/>
                    <a:pt x="2573" y="1"/>
                    <a:pt x="2406"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3" name="Google Shape;25033;p147"/>
            <p:cNvSpPr/>
            <p:nvPr/>
          </p:nvSpPr>
          <p:spPr>
            <a:xfrm>
              <a:off x="7769230" y="3287176"/>
              <a:ext cx="88653" cy="102501"/>
            </a:xfrm>
            <a:custGeom>
              <a:avLst/>
              <a:gdLst/>
              <a:ahLst/>
              <a:cxnLst/>
              <a:rect l="l" t="t" r="r" b="b"/>
              <a:pathLst>
                <a:path w="2740" h="3168" extrusionOk="0">
                  <a:moveTo>
                    <a:pt x="334" y="0"/>
                  </a:moveTo>
                  <a:cubicBezTo>
                    <a:pt x="144" y="0"/>
                    <a:pt x="1" y="167"/>
                    <a:pt x="1" y="334"/>
                  </a:cubicBezTo>
                  <a:lnTo>
                    <a:pt x="1" y="2834"/>
                  </a:lnTo>
                  <a:cubicBezTo>
                    <a:pt x="1" y="3025"/>
                    <a:pt x="144" y="3168"/>
                    <a:pt x="334" y="3168"/>
                  </a:cubicBezTo>
                  <a:lnTo>
                    <a:pt x="2406" y="3168"/>
                  </a:lnTo>
                  <a:cubicBezTo>
                    <a:pt x="2597" y="3168"/>
                    <a:pt x="2716" y="3025"/>
                    <a:pt x="2740" y="2834"/>
                  </a:cubicBezTo>
                  <a:lnTo>
                    <a:pt x="2740" y="334"/>
                  </a:lnTo>
                  <a:cubicBezTo>
                    <a:pt x="2740" y="167"/>
                    <a:pt x="2597" y="0"/>
                    <a:pt x="2406" y="0"/>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4" name="Google Shape;25034;p147"/>
            <p:cNvSpPr/>
            <p:nvPr/>
          </p:nvSpPr>
          <p:spPr>
            <a:xfrm>
              <a:off x="7770006" y="3042932"/>
              <a:ext cx="345228" cy="208819"/>
            </a:xfrm>
            <a:custGeom>
              <a:avLst/>
              <a:gdLst/>
              <a:ahLst/>
              <a:cxnLst/>
              <a:rect l="l" t="t" r="r" b="b"/>
              <a:pathLst>
                <a:path w="10670" h="6454" extrusionOk="0">
                  <a:moveTo>
                    <a:pt x="8645" y="0"/>
                  </a:moveTo>
                  <a:cubicBezTo>
                    <a:pt x="8550" y="0"/>
                    <a:pt x="8455" y="48"/>
                    <a:pt x="8407" y="143"/>
                  </a:cubicBezTo>
                  <a:cubicBezTo>
                    <a:pt x="8241" y="381"/>
                    <a:pt x="8431" y="619"/>
                    <a:pt x="8669" y="619"/>
                  </a:cubicBezTo>
                  <a:lnTo>
                    <a:pt x="9527" y="619"/>
                  </a:lnTo>
                  <a:lnTo>
                    <a:pt x="9122" y="1048"/>
                  </a:lnTo>
                  <a:cubicBezTo>
                    <a:pt x="7240" y="2882"/>
                    <a:pt x="4383" y="5692"/>
                    <a:pt x="310" y="5835"/>
                  </a:cubicBezTo>
                  <a:cubicBezTo>
                    <a:pt x="120" y="5835"/>
                    <a:pt x="1" y="5978"/>
                    <a:pt x="1" y="6168"/>
                  </a:cubicBezTo>
                  <a:cubicBezTo>
                    <a:pt x="1" y="6335"/>
                    <a:pt x="144" y="6454"/>
                    <a:pt x="334" y="6454"/>
                  </a:cubicBezTo>
                  <a:cubicBezTo>
                    <a:pt x="4668" y="6287"/>
                    <a:pt x="7621" y="3406"/>
                    <a:pt x="9550" y="1500"/>
                  </a:cubicBezTo>
                  <a:cubicBezTo>
                    <a:pt x="9717" y="1334"/>
                    <a:pt x="9884" y="1167"/>
                    <a:pt x="10027" y="1048"/>
                  </a:cubicBezTo>
                  <a:lnTo>
                    <a:pt x="10027" y="2024"/>
                  </a:lnTo>
                  <a:cubicBezTo>
                    <a:pt x="10027" y="2120"/>
                    <a:pt x="10098" y="2215"/>
                    <a:pt x="10193" y="2263"/>
                  </a:cubicBezTo>
                  <a:cubicBezTo>
                    <a:pt x="10254" y="2299"/>
                    <a:pt x="10315" y="2315"/>
                    <a:pt x="10372" y="2315"/>
                  </a:cubicBezTo>
                  <a:cubicBezTo>
                    <a:pt x="10538" y="2315"/>
                    <a:pt x="10670" y="2178"/>
                    <a:pt x="10670" y="2001"/>
                  </a:cubicBezTo>
                  <a:lnTo>
                    <a:pt x="10670" y="334"/>
                  </a:lnTo>
                  <a:cubicBezTo>
                    <a:pt x="10622" y="143"/>
                    <a:pt x="10479" y="0"/>
                    <a:pt x="10336"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5" name="Google Shape;25035;p147"/>
            <p:cNvSpPr/>
            <p:nvPr/>
          </p:nvSpPr>
          <p:spPr>
            <a:xfrm>
              <a:off x="7941842" y="3042932"/>
              <a:ext cx="171837" cy="159510"/>
            </a:xfrm>
            <a:custGeom>
              <a:avLst/>
              <a:gdLst/>
              <a:ahLst/>
              <a:cxnLst/>
              <a:rect l="l" t="t" r="r" b="b"/>
              <a:pathLst>
                <a:path w="5311" h="4930" extrusionOk="0">
                  <a:moveTo>
                    <a:pt x="3358" y="0"/>
                  </a:moveTo>
                  <a:cubicBezTo>
                    <a:pt x="3215" y="0"/>
                    <a:pt x="3049" y="119"/>
                    <a:pt x="3025" y="262"/>
                  </a:cubicBezTo>
                  <a:cubicBezTo>
                    <a:pt x="3001" y="453"/>
                    <a:pt x="3144" y="619"/>
                    <a:pt x="3334" y="619"/>
                  </a:cubicBezTo>
                  <a:lnTo>
                    <a:pt x="4192" y="619"/>
                  </a:lnTo>
                  <a:lnTo>
                    <a:pt x="3763" y="1048"/>
                  </a:lnTo>
                  <a:cubicBezTo>
                    <a:pt x="2787" y="2001"/>
                    <a:pt x="1548" y="3239"/>
                    <a:pt x="0" y="4191"/>
                  </a:cubicBezTo>
                  <a:lnTo>
                    <a:pt x="0" y="4930"/>
                  </a:lnTo>
                  <a:cubicBezTo>
                    <a:pt x="1739" y="3906"/>
                    <a:pt x="3144" y="2548"/>
                    <a:pt x="4216" y="1477"/>
                  </a:cubicBezTo>
                  <a:cubicBezTo>
                    <a:pt x="4358" y="1334"/>
                    <a:pt x="4549" y="1167"/>
                    <a:pt x="4692" y="1048"/>
                  </a:cubicBezTo>
                  <a:lnTo>
                    <a:pt x="4692" y="2001"/>
                  </a:lnTo>
                  <a:cubicBezTo>
                    <a:pt x="4692" y="2143"/>
                    <a:pt x="4811" y="2286"/>
                    <a:pt x="4954" y="2310"/>
                  </a:cubicBezTo>
                  <a:cubicBezTo>
                    <a:pt x="4976" y="2316"/>
                    <a:pt x="4998" y="2318"/>
                    <a:pt x="5020" y="2318"/>
                  </a:cubicBezTo>
                  <a:cubicBezTo>
                    <a:pt x="5181" y="2318"/>
                    <a:pt x="5311" y="2171"/>
                    <a:pt x="5311" y="2024"/>
                  </a:cubicBezTo>
                  <a:lnTo>
                    <a:pt x="5311" y="357"/>
                  </a:lnTo>
                  <a:cubicBezTo>
                    <a:pt x="5311" y="143"/>
                    <a:pt x="5168" y="0"/>
                    <a:pt x="5025"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6" name="Google Shape;25036;p147"/>
            <p:cNvSpPr/>
            <p:nvPr/>
          </p:nvSpPr>
          <p:spPr>
            <a:xfrm>
              <a:off x="7941842" y="3247088"/>
              <a:ext cx="43938" cy="141812"/>
            </a:xfrm>
            <a:custGeom>
              <a:avLst/>
              <a:gdLst/>
              <a:ahLst/>
              <a:cxnLst/>
              <a:rect l="l" t="t" r="r" b="b"/>
              <a:pathLst>
                <a:path w="1358" h="4383" extrusionOk="0">
                  <a:moveTo>
                    <a:pt x="0" y="1"/>
                  </a:moveTo>
                  <a:lnTo>
                    <a:pt x="0" y="4383"/>
                  </a:lnTo>
                  <a:lnTo>
                    <a:pt x="1024" y="4383"/>
                  </a:lnTo>
                  <a:cubicBezTo>
                    <a:pt x="1215" y="4383"/>
                    <a:pt x="1358" y="4240"/>
                    <a:pt x="1358" y="4049"/>
                  </a:cubicBezTo>
                  <a:lnTo>
                    <a:pt x="1358" y="311"/>
                  </a:lnTo>
                  <a:cubicBezTo>
                    <a:pt x="1358" y="144"/>
                    <a:pt x="1215" y="1"/>
                    <a:pt x="102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37" name="Google Shape;25037;p147"/>
          <p:cNvGrpSpPr/>
          <p:nvPr/>
        </p:nvGrpSpPr>
        <p:grpSpPr>
          <a:xfrm>
            <a:off x="7768486" y="3443728"/>
            <a:ext cx="346747" cy="347553"/>
            <a:chOff x="7768486" y="3596128"/>
            <a:chExt cx="346747" cy="347553"/>
          </a:xfrm>
        </p:grpSpPr>
        <p:sp>
          <p:nvSpPr>
            <p:cNvPr id="25038" name="Google Shape;25038;p147"/>
            <p:cNvSpPr/>
            <p:nvPr/>
          </p:nvSpPr>
          <p:spPr>
            <a:xfrm>
              <a:off x="7890204" y="3596128"/>
              <a:ext cx="225029" cy="196524"/>
            </a:xfrm>
            <a:custGeom>
              <a:avLst/>
              <a:gdLst/>
              <a:ahLst/>
              <a:cxnLst/>
              <a:rect l="l" t="t" r="r" b="b"/>
              <a:pathLst>
                <a:path w="6955" h="6074" extrusionOk="0">
                  <a:moveTo>
                    <a:pt x="953" y="1"/>
                  </a:moveTo>
                  <a:cubicBezTo>
                    <a:pt x="429" y="1"/>
                    <a:pt x="1" y="430"/>
                    <a:pt x="1" y="953"/>
                  </a:cubicBezTo>
                  <a:lnTo>
                    <a:pt x="1" y="5121"/>
                  </a:lnTo>
                  <a:cubicBezTo>
                    <a:pt x="1" y="5645"/>
                    <a:pt x="453" y="6074"/>
                    <a:pt x="953" y="6074"/>
                  </a:cubicBezTo>
                  <a:lnTo>
                    <a:pt x="6002" y="6074"/>
                  </a:lnTo>
                  <a:cubicBezTo>
                    <a:pt x="6526" y="6074"/>
                    <a:pt x="6955" y="5645"/>
                    <a:pt x="6955" y="5121"/>
                  </a:cubicBezTo>
                  <a:lnTo>
                    <a:pt x="6955" y="953"/>
                  </a:lnTo>
                  <a:cubicBezTo>
                    <a:pt x="6955" y="406"/>
                    <a:pt x="6502" y="1"/>
                    <a:pt x="6002"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9" name="Google Shape;25039;p147"/>
            <p:cNvSpPr/>
            <p:nvPr/>
          </p:nvSpPr>
          <p:spPr>
            <a:xfrm>
              <a:off x="8003477" y="3596904"/>
              <a:ext cx="111754" cy="196524"/>
            </a:xfrm>
            <a:custGeom>
              <a:avLst/>
              <a:gdLst/>
              <a:ahLst/>
              <a:cxnLst/>
              <a:rect l="l" t="t" r="r" b="b"/>
              <a:pathLst>
                <a:path w="3454" h="6074" extrusionOk="0">
                  <a:moveTo>
                    <a:pt x="1" y="1"/>
                  </a:moveTo>
                  <a:lnTo>
                    <a:pt x="1" y="6073"/>
                  </a:lnTo>
                  <a:lnTo>
                    <a:pt x="2501" y="6073"/>
                  </a:lnTo>
                  <a:cubicBezTo>
                    <a:pt x="3001" y="6073"/>
                    <a:pt x="3454" y="5645"/>
                    <a:pt x="3454" y="5121"/>
                  </a:cubicBezTo>
                  <a:lnTo>
                    <a:pt x="3454" y="953"/>
                  </a:lnTo>
                  <a:cubicBezTo>
                    <a:pt x="3454" y="406"/>
                    <a:pt x="3025" y="1"/>
                    <a:pt x="2501" y="1"/>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0" name="Google Shape;25040;p147"/>
            <p:cNvSpPr/>
            <p:nvPr/>
          </p:nvSpPr>
          <p:spPr>
            <a:xfrm>
              <a:off x="8053562" y="3636215"/>
              <a:ext cx="20837" cy="115604"/>
            </a:xfrm>
            <a:custGeom>
              <a:avLst/>
              <a:gdLst/>
              <a:ahLst/>
              <a:cxnLst/>
              <a:rect l="l" t="t" r="r" b="b"/>
              <a:pathLst>
                <a:path w="644" h="3573" extrusionOk="0">
                  <a:moveTo>
                    <a:pt x="310" y="0"/>
                  </a:moveTo>
                  <a:cubicBezTo>
                    <a:pt x="143" y="0"/>
                    <a:pt x="0" y="143"/>
                    <a:pt x="0" y="334"/>
                  </a:cubicBezTo>
                  <a:lnTo>
                    <a:pt x="0" y="3239"/>
                  </a:lnTo>
                  <a:cubicBezTo>
                    <a:pt x="0" y="3429"/>
                    <a:pt x="143" y="3572"/>
                    <a:pt x="310" y="3572"/>
                  </a:cubicBezTo>
                  <a:cubicBezTo>
                    <a:pt x="501" y="3572"/>
                    <a:pt x="643" y="3429"/>
                    <a:pt x="643" y="3239"/>
                  </a:cubicBezTo>
                  <a:lnTo>
                    <a:pt x="643" y="334"/>
                  </a:lnTo>
                  <a:cubicBezTo>
                    <a:pt x="643" y="143"/>
                    <a:pt x="501" y="0"/>
                    <a:pt x="310"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1" name="Google Shape;25041;p147"/>
            <p:cNvSpPr/>
            <p:nvPr/>
          </p:nvSpPr>
          <p:spPr>
            <a:xfrm>
              <a:off x="8012731" y="3656242"/>
              <a:ext cx="21613" cy="95577"/>
            </a:xfrm>
            <a:custGeom>
              <a:avLst/>
              <a:gdLst/>
              <a:ahLst/>
              <a:cxnLst/>
              <a:rect l="l" t="t" r="r" b="b"/>
              <a:pathLst>
                <a:path w="668" h="2954" extrusionOk="0">
                  <a:moveTo>
                    <a:pt x="334" y="0"/>
                  </a:moveTo>
                  <a:cubicBezTo>
                    <a:pt x="143" y="0"/>
                    <a:pt x="0" y="167"/>
                    <a:pt x="0" y="334"/>
                  </a:cubicBezTo>
                  <a:lnTo>
                    <a:pt x="0" y="2620"/>
                  </a:lnTo>
                  <a:cubicBezTo>
                    <a:pt x="0" y="2810"/>
                    <a:pt x="143" y="2953"/>
                    <a:pt x="334" y="2953"/>
                  </a:cubicBezTo>
                  <a:cubicBezTo>
                    <a:pt x="500" y="2953"/>
                    <a:pt x="667" y="2810"/>
                    <a:pt x="667" y="2620"/>
                  </a:cubicBezTo>
                  <a:lnTo>
                    <a:pt x="667" y="334"/>
                  </a:lnTo>
                  <a:cubicBezTo>
                    <a:pt x="667" y="167"/>
                    <a:pt x="500" y="0"/>
                    <a:pt x="334"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2" name="Google Shape;25042;p147"/>
            <p:cNvSpPr/>
            <p:nvPr/>
          </p:nvSpPr>
          <p:spPr>
            <a:xfrm>
              <a:off x="7972643" y="3676269"/>
              <a:ext cx="20837" cy="75549"/>
            </a:xfrm>
            <a:custGeom>
              <a:avLst/>
              <a:gdLst/>
              <a:ahLst/>
              <a:cxnLst/>
              <a:rect l="l" t="t" r="r" b="b"/>
              <a:pathLst>
                <a:path w="644" h="2335" extrusionOk="0">
                  <a:moveTo>
                    <a:pt x="311" y="1"/>
                  </a:moveTo>
                  <a:cubicBezTo>
                    <a:pt x="144" y="1"/>
                    <a:pt x="1" y="167"/>
                    <a:pt x="1" y="334"/>
                  </a:cubicBezTo>
                  <a:lnTo>
                    <a:pt x="1" y="2001"/>
                  </a:lnTo>
                  <a:cubicBezTo>
                    <a:pt x="1" y="2191"/>
                    <a:pt x="144" y="2334"/>
                    <a:pt x="311" y="2334"/>
                  </a:cubicBezTo>
                  <a:cubicBezTo>
                    <a:pt x="501" y="2334"/>
                    <a:pt x="620" y="2191"/>
                    <a:pt x="644" y="2001"/>
                  </a:cubicBezTo>
                  <a:lnTo>
                    <a:pt x="644" y="334"/>
                  </a:lnTo>
                  <a:cubicBezTo>
                    <a:pt x="644" y="167"/>
                    <a:pt x="501" y="1"/>
                    <a:pt x="311" y="1"/>
                  </a:cubicBezTo>
                  <a:close/>
                </a:path>
              </a:pathLst>
            </a:custGeom>
            <a:solidFill>
              <a:srgbClr val="F8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3" name="Google Shape;25043;p147"/>
            <p:cNvSpPr/>
            <p:nvPr/>
          </p:nvSpPr>
          <p:spPr>
            <a:xfrm>
              <a:off x="7931812" y="3697073"/>
              <a:ext cx="21613" cy="54745"/>
            </a:xfrm>
            <a:custGeom>
              <a:avLst/>
              <a:gdLst/>
              <a:ahLst/>
              <a:cxnLst/>
              <a:rect l="l" t="t" r="r" b="b"/>
              <a:pathLst>
                <a:path w="668" h="1692" extrusionOk="0">
                  <a:moveTo>
                    <a:pt x="334" y="1"/>
                  </a:moveTo>
                  <a:cubicBezTo>
                    <a:pt x="144" y="1"/>
                    <a:pt x="1" y="143"/>
                    <a:pt x="1" y="334"/>
                  </a:cubicBezTo>
                  <a:lnTo>
                    <a:pt x="1" y="1358"/>
                  </a:lnTo>
                  <a:cubicBezTo>
                    <a:pt x="1" y="1548"/>
                    <a:pt x="144" y="1691"/>
                    <a:pt x="334" y="1691"/>
                  </a:cubicBezTo>
                  <a:cubicBezTo>
                    <a:pt x="501" y="1691"/>
                    <a:pt x="620" y="1548"/>
                    <a:pt x="668" y="1358"/>
                  </a:cubicBezTo>
                  <a:lnTo>
                    <a:pt x="668" y="334"/>
                  </a:lnTo>
                  <a:cubicBezTo>
                    <a:pt x="668" y="143"/>
                    <a:pt x="501" y="1"/>
                    <a:pt x="334" y="1"/>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4" name="Google Shape;25044;p147"/>
            <p:cNvSpPr/>
            <p:nvPr/>
          </p:nvSpPr>
          <p:spPr>
            <a:xfrm>
              <a:off x="7931035" y="3636991"/>
              <a:ext cx="62445" cy="20837"/>
            </a:xfrm>
            <a:custGeom>
              <a:avLst/>
              <a:gdLst/>
              <a:ahLst/>
              <a:cxnLst/>
              <a:rect l="l" t="t" r="r" b="b"/>
              <a:pathLst>
                <a:path w="1930" h="644" extrusionOk="0">
                  <a:moveTo>
                    <a:pt x="334" y="0"/>
                  </a:moveTo>
                  <a:cubicBezTo>
                    <a:pt x="144" y="0"/>
                    <a:pt x="1" y="191"/>
                    <a:pt x="25" y="357"/>
                  </a:cubicBezTo>
                  <a:cubicBezTo>
                    <a:pt x="49" y="524"/>
                    <a:pt x="215" y="643"/>
                    <a:pt x="358" y="643"/>
                  </a:cubicBezTo>
                  <a:lnTo>
                    <a:pt x="1597" y="643"/>
                  </a:lnTo>
                  <a:cubicBezTo>
                    <a:pt x="1787" y="643"/>
                    <a:pt x="1930" y="453"/>
                    <a:pt x="1906" y="286"/>
                  </a:cubicBezTo>
                  <a:cubicBezTo>
                    <a:pt x="1882" y="119"/>
                    <a:pt x="1716" y="0"/>
                    <a:pt x="1573" y="0"/>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5" name="Google Shape;25045;p147"/>
            <p:cNvSpPr/>
            <p:nvPr/>
          </p:nvSpPr>
          <p:spPr>
            <a:xfrm>
              <a:off x="7937992" y="3759194"/>
              <a:ext cx="75549" cy="108195"/>
            </a:xfrm>
            <a:custGeom>
              <a:avLst/>
              <a:gdLst/>
              <a:ahLst/>
              <a:cxnLst/>
              <a:rect l="l" t="t" r="r" b="b"/>
              <a:pathLst>
                <a:path w="2335" h="3344" extrusionOk="0">
                  <a:moveTo>
                    <a:pt x="1991" y="1"/>
                  </a:moveTo>
                  <a:cubicBezTo>
                    <a:pt x="1881" y="1"/>
                    <a:pt x="1781" y="54"/>
                    <a:pt x="1715" y="152"/>
                  </a:cubicBezTo>
                  <a:lnTo>
                    <a:pt x="72" y="2867"/>
                  </a:lnTo>
                  <a:cubicBezTo>
                    <a:pt x="0" y="3010"/>
                    <a:pt x="48" y="3201"/>
                    <a:pt x="191" y="3296"/>
                  </a:cubicBezTo>
                  <a:cubicBezTo>
                    <a:pt x="238" y="3344"/>
                    <a:pt x="286" y="3344"/>
                    <a:pt x="358" y="3344"/>
                  </a:cubicBezTo>
                  <a:cubicBezTo>
                    <a:pt x="429" y="3344"/>
                    <a:pt x="548" y="3320"/>
                    <a:pt x="619" y="3177"/>
                  </a:cubicBezTo>
                  <a:lnTo>
                    <a:pt x="2263" y="462"/>
                  </a:lnTo>
                  <a:cubicBezTo>
                    <a:pt x="2334" y="319"/>
                    <a:pt x="2286" y="129"/>
                    <a:pt x="2144" y="33"/>
                  </a:cubicBezTo>
                  <a:cubicBezTo>
                    <a:pt x="2092" y="11"/>
                    <a:pt x="2040" y="1"/>
                    <a:pt x="1991" y="1"/>
                  </a:cubicBez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6" name="Google Shape;25046;p147"/>
            <p:cNvSpPr/>
            <p:nvPr/>
          </p:nvSpPr>
          <p:spPr>
            <a:xfrm>
              <a:off x="8003477" y="3760261"/>
              <a:ext cx="10062" cy="27761"/>
            </a:xfrm>
            <a:custGeom>
              <a:avLst/>
              <a:gdLst/>
              <a:ahLst/>
              <a:cxnLst/>
              <a:rect l="l" t="t" r="r" b="b"/>
              <a:pathLst>
                <a:path w="311" h="858" extrusionOk="0">
                  <a:moveTo>
                    <a:pt x="1" y="0"/>
                  </a:moveTo>
                  <a:lnTo>
                    <a:pt x="1" y="858"/>
                  </a:lnTo>
                  <a:lnTo>
                    <a:pt x="239" y="477"/>
                  </a:lnTo>
                  <a:cubicBezTo>
                    <a:pt x="310" y="310"/>
                    <a:pt x="262" y="119"/>
                    <a:pt x="120" y="48"/>
                  </a:cubicBezTo>
                  <a:cubicBezTo>
                    <a:pt x="72" y="0"/>
                    <a:pt x="24" y="0"/>
                    <a:pt x="1" y="0"/>
                  </a:cubicBezTo>
                  <a:close/>
                </a:path>
              </a:pathLst>
            </a:custGeom>
            <a:solidFill>
              <a:srgbClr val="94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7" name="Google Shape;25047;p147"/>
            <p:cNvSpPr/>
            <p:nvPr/>
          </p:nvSpPr>
          <p:spPr>
            <a:xfrm>
              <a:off x="7768486" y="3841147"/>
              <a:ext cx="177241" cy="102533"/>
            </a:xfrm>
            <a:custGeom>
              <a:avLst/>
              <a:gdLst/>
              <a:ahLst/>
              <a:cxnLst/>
              <a:rect l="l" t="t" r="r" b="b"/>
              <a:pathLst>
                <a:path w="5478" h="3169" extrusionOk="0">
                  <a:moveTo>
                    <a:pt x="2191" y="1"/>
                  </a:moveTo>
                  <a:cubicBezTo>
                    <a:pt x="977" y="1"/>
                    <a:pt x="0" y="1001"/>
                    <a:pt x="0" y="2216"/>
                  </a:cubicBezTo>
                  <a:lnTo>
                    <a:pt x="0" y="2835"/>
                  </a:lnTo>
                  <a:cubicBezTo>
                    <a:pt x="0" y="3025"/>
                    <a:pt x="143" y="3168"/>
                    <a:pt x="310" y="3168"/>
                  </a:cubicBezTo>
                  <a:lnTo>
                    <a:pt x="4072" y="3168"/>
                  </a:lnTo>
                  <a:cubicBezTo>
                    <a:pt x="4239" y="3168"/>
                    <a:pt x="4406" y="3025"/>
                    <a:pt x="4406" y="2835"/>
                  </a:cubicBezTo>
                  <a:lnTo>
                    <a:pt x="4406" y="2216"/>
                  </a:lnTo>
                  <a:cubicBezTo>
                    <a:pt x="4406" y="1882"/>
                    <a:pt x="4311" y="1549"/>
                    <a:pt x="4191" y="1263"/>
                  </a:cubicBezTo>
                  <a:lnTo>
                    <a:pt x="5144" y="1263"/>
                  </a:lnTo>
                  <a:cubicBezTo>
                    <a:pt x="5311" y="1263"/>
                    <a:pt x="5477" y="1120"/>
                    <a:pt x="5477" y="930"/>
                  </a:cubicBezTo>
                  <a:lnTo>
                    <a:pt x="5477" y="310"/>
                  </a:lnTo>
                  <a:cubicBezTo>
                    <a:pt x="5430" y="120"/>
                    <a:pt x="5287" y="1"/>
                    <a:pt x="5120"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8" name="Google Shape;25048;p147"/>
            <p:cNvSpPr/>
            <p:nvPr/>
          </p:nvSpPr>
          <p:spPr>
            <a:xfrm>
              <a:off x="7839375" y="3841147"/>
              <a:ext cx="106351" cy="101756"/>
            </a:xfrm>
            <a:custGeom>
              <a:avLst/>
              <a:gdLst/>
              <a:ahLst/>
              <a:cxnLst/>
              <a:rect l="l" t="t" r="r" b="b"/>
              <a:pathLst>
                <a:path w="3287" h="3145" extrusionOk="0">
                  <a:moveTo>
                    <a:pt x="0" y="1"/>
                  </a:moveTo>
                  <a:lnTo>
                    <a:pt x="0" y="3144"/>
                  </a:lnTo>
                  <a:lnTo>
                    <a:pt x="1881" y="3144"/>
                  </a:lnTo>
                  <a:cubicBezTo>
                    <a:pt x="2048" y="3144"/>
                    <a:pt x="2215" y="2978"/>
                    <a:pt x="2215" y="2811"/>
                  </a:cubicBezTo>
                  <a:lnTo>
                    <a:pt x="2215" y="2192"/>
                  </a:lnTo>
                  <a:cubicBezTo>
                    <a:pt x="2215" y="1858"/>
                    <a:pt x="2120" y="1525"/>
                    <a:pt x="2000" y="1239"/>
                  </a:cubicBezTo>
                  <a:lnTo>
                    <a:pt x="2953" y="1239"/>
                  </a:lnTo>
                  <a:cubicBezTo>
                    <a:pt x="3120" y="1239"/>
                    <a:pt x="3286" y="1072"/>
                    <a:pt x="3286" y="906"/>
                  </a:cubicBezTo>
                  <a:lnTo>
                    <a:pt x="3286" y="263"/>
                  </a:lnTo>
                  <a:cubicBezTo>
                    <a:pt x="3239" y="120"/>
                    <a:pt x="3096" y="1"/>
                    <a:pt x="2929"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9" name="Google Shape;25049;p147"/>
            <p:cNvSpPr/>
            <p:nvPr/>
          </p:nvSpPr>
          <p:spPr>
            <a:xfrm>
              <a:off x="7934141" y="3841147"/>
              <a:ext cx="31611" cy="40864"/>
            </a:xfrm>
            <a:custGeom>
              <a:avLst/>
              <a:gdLst/>
              <a:ahLst/>
              <a:cxnLst/>
              <a:rect l="l" t="t" r="r" b="b"/>
              <a:pathLst>
                <a:path w="977" h="1263" extrusionOk="0">
                  <a:moveTo>
                    <a:pt x="0" y="1"/>
                  </a:moveTo>
                  <a:lnTo>
                    <a:pt x="0" y="1263"/>
                  </a:lnTo>
                  <a:lnTo>
                    <a:pt x="310" y="1263"/>
                  </a:lnTo>
                  <a:cubicBezTo>
                    <a:pt x="667" y="1263"/>
                    <a:pt x="977" y="953"/>
                    <a:pt x="953" y="572"/>
                  </a:cubicBezTo>
                  <a:cubicBezTo>
                    <a:pt x="905" y="239"/>
                    <a:pt x="643" y="1"/>
                    <a:pt x="286" y="1"/>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0" name="Google Shape;25050;p147"/>
            <p:cNvSpPr/>
            <p:nvPr/>
          </p:nvSpPr>
          <p:spPr>
            <a:xfrm>
              <a:off x="7792363" y="3767185"/>
              <a:ext cx="94024" cy="94800"/>
            </a:xfrm>
            <a:custGeom>
              <a:avLst/>
              <a:gdLst/>
              <a:ahLst/>
              <a:cxnLst/>
              <a:rect l="l" t="t" r="r" b="b"/>
              <a:pathLst>
                <a:path w="2906" h="2930" extrusionOk="0">
                  <a:moveTo>
                    <a:pt x="1453" y="1"/>
                  </a:moveTo>
                  <a:cubicBezTo>
                    <a:pt x="643" y="1"/>
                    <a:pt x="0" y="667"/>
                    <a:pt x="0" y="1453"/>
                  </a:cubicBezTo>
                  <a:cubicBezTo>
                    <a:pt x="0" y="2263"/>
                    <a:pt x="643" y="2930"/>
                    <a:pt x="1453" y="2930"/>
                  </a:cubicBezTo>
                  <a:cubicBezTo>
                    <a:pt x="2263" y="2930"/>
                    <a:pt x="2906" y="2263"/>
                    <a:pt x="2906" y="1453"/>
                  </a:cubicBezTo>
                  <a:cubicBezTo>
                    <a:pt x="2906" y="667"/>
                    <a:pt x="2263" y="1"/>
                    <a:pt x="145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1" name="Google Shape;25051;p147"/>
            <p:cNvSpPr/>
            <p:nvPr/>
          </p:nvSpPr>
          <p:spPr>
            <a:xfrm>
              <a:off x="7839375" y="3766409"/>
              <a:ext cx="47012" cy="94121"/>
            </a:xfrm>
            <a:custGeom>
              <a:avLst/>
              <a:gdLst/>
              <a:ahLst/>
              <a:cxnLst/>
              <a:rect l="l" t="t" r="r" b="b"/>
              <a:pathLst>
                <a:path w="1453" h="2909" extrusionOk="0">
                  <a:moveTo>
                    <a:pt x="0" y="1"/>
                  </a:moveTo>
                  <a:lnTo>
                    <a:pt x="0" y="2906"/>
                  </a:lnTo>
                  <a:cubicBezTo>
                    <a:pt x="27" y="2908"/>
                    <a:pt x="55" y="2909"/>
                    <a:pt x="81" y="2909"/>
                  </a:cubicBezTo>
                  <a:cubicBezTo>
                    <a:pt x="852" y="2909"/>
                    <a:pt x="1453" y="2259"/>
                    <a:pt x="1453" y="1454"/>
                  </a:cubicBezTo>
                  <a:cubicBezTo>
                    <a:pt x="1453" y="644"/>
                    <a:pt x="810" y="1"/>
                    <a:pt x="0" y="1"/>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52" name="Google Shape;25052;p147"/>
          <p:cNvGrpSpPr/>
          <p:nvPr/>
        </p:nvGrpSpPr>
        <p:grpSpPr>
          <a:xfrm>
            <a:off x="7030315" y="3443728"/>
            <a:ext cx="324422" cy="347554"/>
            <a:chOff x="7030315" y="3596128"/>
            <a:chExt cx="324422" cy="347554"/>
          </a:xfrm>
        </p:grpSpPr>
        <p:sp>
          <p:nvSpPr>
            <p:cNvPr id="25053" name="Google Shape;25053;p147"/>
            <p:cNvSpPr/>
            <p:nvPr/>
          </p:nvSpPr>
          <p:spPr>
            <a:xfrm>
              <a:off x="7030315" y="3752561"/>
              <a:ext cx="214255" cy="191121"/>
            </a:xfrm>
            <a:custGeom>
              <a:avLst/>
              <a:gdLst/>
              <a:ahLst/>
              <a:cxnLst/>
              <a:rect l="l" t="t" r="r" b="b"/>
              <a:pathLst>
                <a:path w="6622" h="5907" extrusionOk="0">
                  <a:moveTo>
                    <a:pt x="5978" y="0"/>
                  </a:moveTo>
                  <a:lnTo>
                    <a:pt x="5335" y="334"/>
                  </a:lnTo>
                  <a:lnTo>
                    <a:pt x="5335" y="1905"/>
                  </a:lnTo>
                  <a:lnTo>
                    <a:pt x="2406" y="1905"/>
                  </a:lnTo>
                  <a:cubicBezTo>
                    <a:pt x="1072" y="1905"/>
                    <a:pt x="1" y="2977"/>
                    <a:pt x="1" y="4334"/>
                  </a:cubicBezTo>
                  <a:lnTo>
                    <a:pt x="1" y="5573"/>
                  </a:lnTo>
                  <a:cubicBezTo>
                    <a:pt x="1" y="5763"/>
                    <a:pt x="144" y="5906"/>
                    <a:pt x="334" y="5906"/>
                  </a:cubicBezTo>
                  <a:lnTo>
                    <a:pt x="4502" y="5906"/>
                  </a:lnTo>
                  <a:cubicBezTo>
                    <a:pt x="4668" y="5906"/>
                    <a:pt x="4835" y="5763"/>
                    <a:pt x="4835" y="5573"/>
                  </a:cubicBezTo>
                  <a:lnTo>
                    <a:pt x="4835" y="4334"/>
                  </a:lnTo>
                  <a:cubicBezTo>
                    <a:pt x="4835" y="3906"/>
                    <a:pt x="4716" y="3525"/>
                    <a:pt x="4526" y="3167"/>
                  </a:cubicBezTo>
                  <a:lnTo>
                    <a:pt x="5669" y="3167"/>
                  </a:lnTo>
                  <a:cubicBezTo>
                    <a:pt x="6169" y="3167"/>
                    <a:pt x="6621" y="2739"/>
                    <a:pt x="6621" y="2215"/>
                  </a:cubicBezTo>
                  <a:lnTo>
                    <a:pt x="6621" y="334"/>
                  </a:lnTo>
                  <a:lnTo>
                    <a:pt x="5978"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4" name="Google Shape;25054;p147"/>
            <p:cNvSpPr/>
            <p:nvPr/>
          </p:nvSpPr>
          <p:spPr>
            <a:xfrm>
              <a:off x="7109681" y="3751785"/>
              <a:ext cx="134888" cy="191121"/>
            </a:xfrm>
            <a:custGeom>
              <a:avLst/>
              <a:gdLst/>
              <a:ahLst/>
              <a:cxnLst/>
              <a:rect l="l" t="t" r="r" b="b"/>
              <a:pathLst>
                <a:path w="4169" h="5907" extrusionOk="0">
                  <a:moveTo>
                    <a:pt x="3525" y="0"/>
                  </a:moveTo>
                  <a:lnTo>
                    <a:pt x="2906" y="334"/>
                  </a:lnTo>
                  <a:lnTo>
                    <a:pt x="2906" y="1906"/>
                  </a:lnTo>
                  <a:lnTo>
                    <a:pt x="1" y="1906"/>
                  </a:lnTo>
                  <a:lnTo>
                    <a:pt x="1" y="5859"/>
                  </a:lnTo>
                  <a:lnTo>
                    <a:pt x="2049" y="5859"/>
                  </a:lnTo>
                  <a:lnTo>
                    <a:pt x="2049" y="5906"/>
                  </a:lnTo>
                  <a:cubicBezTo>
                    <a:pt x="2215" y="5906"/>
                    <a:pt x="2382" y="5740"/>
                    <a:pt x="2382" y="5573"/>
                  </a:cubicBezTo>
                  <a:lnTo>
                    <a:pt x="2382" y="4311"/>
                  </a:lnTo>
                  <a:cubicBezTo>
                    <a:pt x="2382" y="3906"/>
                    <a:pt x="2263" y="3525"/>
                    <a:pt x="2073" y="3168"/>
                  </a:cubicBezTo>
                  <a:lnTo>
                    <a:pt x="3216" y="3168"/>
                  </a:lnTo>
                  <a:cubicBezTo>
                    <a:pt x="3716" y="3168"/>
                    <a:pt x="4168" y="2739"/>
                    <a:pt x="4168" y="2215"/>
                  </a:cubicBezTo>
                  <a:lnTo>
                    <a:pt x="4168" y="334"/>
                  </a:lnTo>
                  <a:lnTo>
                    <a:pt x="3525"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5" name="Google Shape;25055;p147"/>
            <p:cNvSpPr/>
            <p:nvPr/>
          </p:nvSpPr>
          <p:spPr>
            <a:xfrm>
              <a:off x="7056523" y="3732534"/>
              <a:ext cx="101756" cy="102501"/>
            </a:xfrm>
            <a:custGeom>
              <a:avLst/>
              <a:gdLst/>
              <a:ahLst/>
              <a:cxnLst/>
              <a:rect l="l" t="t" r="r" b="b"/>
              <a:pathLst>
                <a:path w="3145" h="3168" extrusionOk="0">
                  <a:moveTo>
                    <a:pt x="1572" y="0"/>
                  </a:moveTo>
                  <a:cubicBezTo>
                    <a:pt x="715" y="0"/>
                    <a:pt x="1" y="714"/>
                    <a:pt x="1" y="1572"/>
                  </a:cubicBezTo>
                  <a:cubicBezTo>
                    <a:pt x="1" y="2453"/>
                    <a:pt x="715" y="3167"/>
                    <a:pt x="1572" y="3167"/>
                  </a:cubicBezTo>
                  <a:cubicBezTo>
                    <a:pt x="2430" y="3167"/>
                    <a:pt x="3144" y="2453"/>
                    <a:pt x="3144" y="1572"/>
                  </a:cubicBezTo>
                  <a:cubicBezTo>
                    <a:pt x="3144" y="714"/>
                    <a:pt x="2430" y="0"/>
                    <a:pt x="1572"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6" name="Google Shape;25056;p147"/>
            <p:cNvSpPr/>
            <p:nvPr/>
          </p:nvSpPr>
          <p:spPr>
            <a:xfrm>
              <a:off x="7107384" y="3732534"/>
              <a:ext cx="50894" cy="101012"/>
            </a:xfrm>
            <a:custGeom>
              <a:avLst/>
              <a:gdLst/>
              <a:ahLst/>
              <a:cxnLst/>
              <a:rect l="l" t="t" r="r" b="b"/>
              <a:pathLst>
                <a:path w="1573" h="3122" extrusionOk="0">
                  <a:moveTo>
                    <a:pt x="0" y="0"/>
                  </a:moveTo>
                  <a:lnTo>
                    <a:pt x="0" y="3120"/>
                  </a:lnTo>
                  <a:cubicBezTo>
                    <a:pt x="27" y="3121"/>
                    <a:pt x="54" y="3122"/>
                    <a:pt x="81" y="3122"/>
                  </a:cubicBezTo>
                  <a:cubicBezTo>
                    <a:pt x="902" y="3122"/>
                    <a:pt x="1572" y="2425"/>
                    <a:pt x="1572" y="1572"/>
                  </a:cubicBezTo>
                  <a:cubicBezTo>
                    <a:pt x="1572" y="714"/>
                    <a:pt x="858" y="0"/>
                    <a:pt x="0"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7" name="Google Shape;25057;p147"/>
            <p:cNvSpPr/>
            <p:nvPr/>
          </p:nvSpPr>
          <p:spPr>
            <a:xfrm>
              <a:off x="7202927" y="3732534"/>
              <a:ext cx="40088" cy="30834"/>
            </a:xfrm>
            <a:custGeom>
              <a:avLst/>
              <a:gdLst/>
              <a:ahLst/>
              <a:cxnLst/>
              <a:rect l="l" t="t" r="r" b="b"/>
              <a:pathLst>
                <a:path w="1239" h="953" extrusionOk="0">
                  <a:moveTo>
                    <a:pt x="619" y="0"/>
                  </a:moveTo>
                  <a:cubicBezTo>
                    <a:pt x="262" y="0"/>
                    <a:pt x="0" y="262"/>
                    <a:pt x="0" y="619"/>
                  </a:cubicBezTo>
                  <a:lnTo>
                    <a:pt x="0" y="953"/>
                  </a:lnTo>
                  <a:lnTo>
                    <a:pt x="1239" y="953"/>
                  </a:lnTo>
                  <a:lnTo>
                    <a:pt x="1239" y="619"/>
                  </a:lnTo>
                  <a:cubicBezTo>
                    <a:pt x="1239" y="262"/>
                    <a:pt x="977" y="0"/>
                    <a:pt x="619"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8" name="Google Shape;25058;p147"/>
            <p:cNvSpPr/>
            <p:nvPr/>
          </p:nvSpPr>
          <p:spPr>
            <a:xfrm>
              <a:off x="7185197" y="3596128"/>
              <a:ext cx="169540" cy="169573"/>
            </a:xfrm>
            <a:custGeom>
              <a:avLst/>
              <a:gdLst/>
              <a:ahLst/>
              <a:cxnLst/>
              <a:rect l="l" t="t" r="r" b="b"/>
              <a:pathLst>
                <a:path w="5240" h="5241" extrusionOk="0">
                  <a:moveTo>
                    <a:pt x="2620" y="1"/>
                  </a:moveTo>
                  <a:cubicBezTo>
                    <a:pt x="1167" y="1"/>
                    <a:pt x="1" y="1168"/>
                    <a:pt x="1" y="2620"/>
                  </a:cubicBezTo>
                  <a:cubicBezTo>
                    <a:pt x="1" y="4049"/>
                    <a:pt x="1167" y="5240"/>
                    <a:pt x="2620" y="5240"/>
                  </a:cubicBezTo>
                  <a:cubicBezTo>
                    <a:pt x="4073" y="5240"/>
                    <a:pt x="5240" y="4049"/>
                    <a:pt x="5240" y="2620"/>
                  </a:cubicBezTo>
                  <a:cubicBezTo>
                    <a:pt x="5240" y="1168"/>
                    <a:pt x="4073" y="1"/>
                    <a:pt x="2620"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9" name="Google Shape;25059;p147"/>
            <p:cNvSpPr/>
            <p:nvPr/>
          </p:nvSpPr>
          <p:spPr>
            <a:xfrm>
              <a:off x="7269966" y="3596128"/>
              <a:ext cx="84770" cy="169573"/>
            </a:xfrm>
            <a:custGeom>
              <a:avLst/>
              <a:gdLst/>
              <a:ahLst/>
              <a:cxnLst/>
              <a:rect l="l" t="t" r="r" b="b"/>
              <a:pathLst>
                <a:path w="2620" h="5241" extrusionOk="0">
                  <a:moveTo>
                    <a:pt x="0" y="1"/>
                  </a:moveTo>
                  <a:lnTo>
                    <a:pt x="0" y="5240"/>
                  </a:lnTo>
                  <a:cubicBezTo>
                    <a:pt x="1429" y="5240"/>
                    <a:pt x="2620" y="4073"/>
                    <a:pt x="2620" y="2620"/>
                  </a:cubicBezTo>
                  <a:cubicBezTo>
                    <a:pt x="2620" y="1192"/>
                    <a:pt x="1477" y="1"/>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0" name="Google Shape;25060;p147"/>
            <p:cNvSpPr/>
            <p:nvPr/>
          </p:nvSpPr>
          <p:spPr>
            <a:xfrm>
              <a:off x="7206001" y="3616187"/>
              <a:ext cx="128708" cy="128708"/>
            </a:xfrm>
            <a:custGeom>
              <a:avLst/>
              <a:gdLst/>
              <a:ahLst/>
              <a:cxnLst/>
              <a:rect l="l" t="t" r="r" b="b"/>
              <a:pathLst>
                <a:path w="3978" h="3978" extrusionOk="0">
                  <a:moveTo>
                    <a:pt x="1977" y="0"/>
                  </a:moveTo>
                  <a:cubicBezTo>
                    <a:pt x="882" y="0"/>
                    <a:pt x="1" y="881"/>
                    <a:pt x="1" y="2000"/>
                  </a:cubicBezTo>
                  <a:cubicBezTo>
                    <a:pt x="1" y="3096"/>
                    <a:pt x="882" y="3977"/>
                    <a:pt x="1977" y="3977"/>
                  </a:cubicBezTo>
                  <a:cubicBezTo>
                    <a:pt x="3096" y="3977"/>
                    <a:pt x="3978" y="3096"/>
                    <a:pt x="3978" y="2000"/>
                  </a:cubicBezTo>
                  <a:cubicBezTo>
                    <a:pt x="3978" y="881"/>
                    <a:pt x="3096" y="0"/>
                    <a:pt x="1977"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1" name="Google Shape;25061;p147"/>
            <p:cNvSpPr/>
            <p:nvPr/>
          </p:nvSpPr>
          <p:spPr>
            <a:xfrm>
              <a:off x="7269966" y="3616187"/>
              <a:ext cx="64742" cy="127932"/>
            </a:xfrm>
            <a:custGeom>
              <a:avLst/>
              <a:gdLst/>
              <a:ahLst/>
              <a:cxnLst/>
              <a:rect l="l" t="t" r="r" b="b"/>
              <a:pathLst>
                <a:path w="2001" h="3954" extrusionOk="0">
                  <a:moveTo>
                    <a:pt x="0" y="0"/>
                  </a:moveTo>
                  <a:lnTo>
                    <a:pt x="0" y="3953"/>
                  </a:lnTo>
                  <a:cubicBezTo>
                    <a:pt x="15" y="3954"/>
                    <a:pt x="30" y="3954"/>
                    <a:pt x="44" y="3954"/>
                  </a:cubicBezTo>
                  <a:cubicBezTo>
                    <a:pt x="1143" y="3954"/>
                    <a:pt x="2001" y="3081"/>
                    <a:pt x="2001" y="2000"/>
                  </a:cubicBezTo>
                  <a:cubicBezTo>
                    <a:pt x="2001" y="881"/>
                    <a:pt x="1119" y="0"/>
                    <a:pt x="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2" name="Google Shape;25062;p147"/>
            <p:cNvSpPr/>
            <p:nvPr/>
          </p:nvSpPr>
          <p:spPr>
            <a:xfrm>
              <a:off x="7246832" y="3635438"/>
              <a:ext cx="46268" cy="88653"/>
            </a:xfrm>
            <a:custGeom>
              <a:avLst/>
              <a:gdLst/>
              <a:ahLst/>
              <a:cxnLst/>
              <a:rect l="l" t="t" r="r" b="b"/>
              <a:pathLst>
                <a:path w="1430" h="2740" extrusionOk="0">
                  <a:moveTo>
                    <a:pt x="548" y="596"/>
                  </a:moveTo>
                  <a:lnTo>
                    <a:pt x="548" y="1048"/>
                  </a:lnTo>
                  <a:cubicBezTo>
                    <a:pt x="525" y="1048"/>
                    <a:pt x="477" y="1048"/>
                    <a:pt x="453" y="1001"/>
                  </a:cubicBezTo>
                  <a:cubicBezTo>
                    <a:pt x="406" y="977"/>
                    <a:pt x="406" y="882"/>
                    <a:pt x="406" y="810"/>
                  </a:cubicBezTo>
                  <a:cubicBezTo>
                    <a:pt x="406" y="739"/>
                    <a:pt x="453" y="643"/>
                    <a:pt x="548" y="596"/>
                  </a:cubicBezTo>
                  <a:close/>
                  <a:moveTo>
                    <a:pt x="882" y="1548"/>
                  </a:moveTo>
                  <a:cubicBezTo>
                    <a:pt x="1120" y="1644"/>
                    <a:pt x="1120" y="1834"/>
                    <a:pt x="1072" y="1906"/>
                  </a:cubicBezTo>
                  <a:cubicBezTo>
                    <a:pt x="1049" y="2025"/>
                    <a:pt x="1001" y="2144"/>
                    <a:pt x="882" y="2191"/>
                  </a:cubicBezTo>
                  <a:lnTo>
                    <a:pt x="882" y="1548"/>
                  </a:lnTo>
                  <a:close/>
                  <a:moveTo>
                    <a:pt x="715" y="0"/>
                  </a:moveTo>
                  <a:cubicBezTo>
                    <a:pt x="644" y="0"/>
                    <a:pt x="548" y="48"/>
                    <a:pt x="548" y="143"/>
                  </a:cubicBezTo>
                  <a:lnTo>
                    <a:pt x="548" y="262"/>
                  </a:lnTo>
                  <a:lnTo>
                    <a:pt x="477" y="262"/>
                  </a:lnTo>
                  <a:cubicBezTo>
                    <a:pt x="263" y="310"/>
                    <a:pt x="120" y="501"/>
                    <a:pt x="96" y="715"/>
                  </a:cubicBezTo>
                  <a:cubicBezTo>
                    <a:pt x="72" y="905"/>
                    <a:pt x="120" y="1096"/>
                    <a:pt x="286" y="1215"/>
                  </a:cubicBezTo>
                  <a:cubicBezTo>
                    <a:pt x="334" y="1263"/>
                    <a:pt x="429" y="1334"/>
                    <a:pt x="548" y="1358"/>
                  </a:cubicBezTo>
                  <a:lnTo>
                    <a:pt x="548" y="2168"/>
                  </a:lnTo>
                  <a:cubicBezTo>
                    <a:pt x="453" y="2168"/>
                    <a:pt x="406" y="2144"/>
                    <a:pt x="286" y="2048"/>
                  </a:cubicBezTo>
                  <a:cubicBezTo>
                    <a:pt x="256" y="2033"/>
                    <a:pt x="224" y="2025"/>
                    <a:pt x="193" y="2025"/>
                  </a:cubicBezTo>
                  <a:cubicBezTo>
                    <a:pt x="125" y="2025"/>
                    <a:pt x="65" y="2062"/>
                    <a:pt x="48" y="2144"/>
                  </a:cubicBezTo>
                  <a:cubicBezTo>
                    <a:pt x="1" y="2191"/>
                    <a:pt x="48" y="2287"/>
                    <a:pt x="96" y="2310"/>
                  </a:cubicBezTo>
                  <a:cubicBezTo>
                    <a:pt x="286" y="2429"/>
                    <a:pt x="406" y="2477"/>
                    <a:pt x="548" y="2477"/>
                  </a:cubicBezTo>
                  <a:lnTo>
                    <a:pt x="548" y="2596"/>
                  </a:lnTo>
                  <a:cubicBezTo>
                    <a:pt x="548" y="2668"/>
                    <a:pt x="596" y="2739"/>
                    <a:pt x="691" y="2739"/>
                  </a:cubicBezTo>
                  <a:cubicBezTo>
                    <a:pt x="787" y="2739"/>
                    <a:pt x="882" y="2668"/>
                    <a:pt x="882" y="2596"/>
                  </a:cubicBezTo>
                  <a:lnTo>
                    <a:pt x="882" y="2429"/>
                  </a:lnTo>
                  <a:cubicBezTo>
                    <a:pt x="1168" y="2382"/>
                    <a:pt x="1358" y="2096"/>
                    <a:pt x="1406" y="1882"/>
                  </a:cubicBezTo>
                  <a:cubicBezTo>
                    <a:pt x="1430" y="1644"/>
                    <a:pt x="1287" y="1358"/>
                    <a:pt x="1001" y="1239"/>
                  </a:cubicBezTo>
                  <a:cubicBezTo>
                    <a:pt x="953" y="1239"/>
                    <a:pt x="929" y="1215"/>
                    <a:pt x="882" y="1215"/>
                  </a:cubicBezTo>
                  <a:lnTo>
                    <a:pt x="882" y="596"/>
                  </a:lnTo>
                  <a:cubicBezTo>
                    <a:pt x="953" y="620"/>
                    <a:pt x="1001" y="643"/>
                    <a:pt x="1001" y="643"/>
                  </a:cubicBezTo>
                  <a:cubicBezTo>
                    <a:pt x="1025" y="679"/>
                    <a:pt x="1060" y="697"/>
                    <a:pt x="1096" y="697"/>
                  </a:cubicBezTo>
                  <a:cubicBezTo>
                    <a:pt x="1132" y="697"/>
                    <a:pt x="1168" y="679"/>
                    <a:pt x="1191" y="643"/>
                  </a:cubicBezTo>
                  <a:cubicBezTo>
                    <a:pt x="1263" y="596"/>
                    <a:pt x="1263" y="501"/>
                    <a:pt x="1239" y="453"/>
                  </a:cubicBezTo>
                  <a:cubicBezTo>
                    <a:pt x="1168" y="381"/>
                    <a:pt x="1049" y="286"/>
                    <a:pt x="882" y="262"/>
                  </a:cubicBezTo>
                  <a:lnTo>
                    <a:pt x="882" y="143"/>
                  </a:lnTo>
                  <a:cubicBezTo>
                    <a:pt x="882" y="48"/>
                    <a:pt x="810" y="0"/>
                    <a:pt x="715"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3" name="Google Shape;25063;p147"/>
            <p:cNvSpPr/>
            <p:nvPr/>
          </p:nvSpPr>
          <p:spPr>
            <a:xfrm>
              <a:off x="7270710" y="3633885"/>
              <a:ext cx="23943" cy="93279"/>
            </a:xfrm>
            <a:custGeom>
              <a:avLst/>
              <a:gdLst/>
              <a:ahLst/>
              <a:cxnLst/>
              <a:rect l="l" t="t" r="r" b="b"/>
              <a:pathLst>
                <a:path w="740" h="2883" extrusionOk="0">
                  <a:moveTo>
                    <a:pt x="144" y="1596"/>
                  </a:moveTo>
                  <a:cubicBezTo>
                    <a:pt x="382" y="1692"/>
                    <a:pt x="382" y="1882"/>
                    <a:pt x="334" y="1954"/>
                  </a:cubicBezTo>
                  <a:cubicBezTo>
                    <a:pt x="311" y="2073"/>
                    <a:pt x="263" y="2192"/>
                    <a:pt x="144" y="2239"/>
                  </a:cubicBezTo>
                  <a:lnTo>
                    <a:pt x="144" y="1596"/>
                  </a:lnTo>
                  <a:close/>
                  <a:moveTo>
                    <a:pt x="1" y="1"/>
                  </a:moveTo>
                  <a:lnTo>
                    <a:pt x="1" y="2882"/>
                  </a:lnTo>
                  <a:cubicBezTo>
                    <a:pt x="96" y="2882"/>
                    <a:pt x="168" y="2787"/>
                    <a:pt x="168" y="2716"/>
                  </a:cubicBezTo>
                  <a:lnTo>
                    <a:pt x="168" y="2573"/>
                  </a:lnTo>
                  <a:cubicBezTo>
                    <a:pt x="453" y="2525"/>
                    <a:pt x="668" y="2239"/>
                    <a:pt x="692" y="2001"/>
                  </a:cubicBezTo>
                  <a:cubicBezTo>
                    <a:pt x="739" y="1692"/>
                    <a:pt x="549" y="1406"/>
                    <a:pt x="263" y="1287"/>
                  </a:cubicBezTo>
                  <a:cubicBezTo>
                    <a:pt x="215" y="1287"/>
                    <a:pt x="191" y="1263"/>
                    <a:pt x="144" y="1263"/>
                  </a:cubicBezTo>
                  <a:lnTo>
                    <a:pt x="144" y="644"/>
                  </a:lnTo>
                  <a:cubicBezTo>
                    <a:pt x="215" y="668"/>
                    <a:pt x="263" y="691"/>
                    <a:pt x="263" y="691"/>
                  </a:cubicBezTo>
                  <a:cubicBezTo>
                    <a:pt x="287" y="727"/>
                    <a:pt x="322" y="745"/>
                    <a:pt x="364" y="745"/>
                  </a:cubicBezTo>
                  <a:cubicBezTo>
                    <a:pt x="406" y="745"/>
                    <a:pt x="453" y="727"/>
                    <a:pt x="501" y="691"/>
                  </a:cubicBezTo>
                  <a:cubicBezTo>
                    <a:pt x="549" y="644"/>
                    <a:pt x="549" y="549"/>
                    <a:pt x="525" y="453"/>
                  </a:cubicBezTo>
                  <a:cubicBezTo>
                    <a:pt x="453" y="406"/>
                    <a:pt x="334" y="310"/>
                    <a:pt x="168" y="287"/>
                  </a:cubicBezTo>
                  <a:lnTo>
                    <a:pt x="168" y="167"/>
                  </a:lnTo>
                  <a:cubicBezTo>
                    <a:pt x="168" y="72"/>
                    <a:pt x="96"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64" name="Google Shape;25064;p147"/>
          <p:cNvGrpSpPr/>
          <p:nvPr/>
        </p:nvGrpSpPr>
        <p:grpSpPr>
          <a:xfrm>
            <a:off x="6290624" y="3444504"/>
            <a:ext cx="304394" cy="346777"/>
            <a:chOff x="6290624" y="3596904"/>
            <a:chExt cx="304394" cy="346777"/>
          </a:xfrm>
        </p:grpSpPr>
        <p:sp>
          <p:nvSpPr>
            <p:cNvPr id="25065" name="Google Shape;25065;p147"/>
            <p:cNvSpPr/>
            <p:nvPr/>
          </p:nvSpPr>
          <p:spPr>
            <a:xfrm>
              <a:off x="6455536" y="3607711"/>
              <a:ext cx="20060" cy="220467"/>
            </a:xfrm>
            <a:custGeom>
              <a:avLst/>
              <a:gdLst/>
              <a:ahLst/>
              <a:cxnLst/>
              <a:rect l="l" t="t" r="r" b="b"/>
              <a:pathLst>
                <a:path w="620" h="6814" extrusionOk="0">
                  <a:moveTo>
                    <a:pt x="0" y="0"/>
                  </a:moveTo>
                  <a:lnTo>
                    <a:pt x="0" y="6501"/>
                  </a:lnTo>
                  <a:cubicBezTo>
                    <a:pt x="0" y="6678"/>
                    <a:pt x="143" y="6814"/>
                    <a:pt x="316" y="6814"/>
                  </a:cubicBezTo>
                  <a:cubicBezTo>
                    <a:pt x="330" y="6814"/>
                    <a:pt x="343" y="6813"/>
                    <a:pt x="357" y="6811"/>
                  </a:cubicBezTo>
                  <a:cubicBezTo>
                    <a:pt x="500" y="6763"/>
                    <a:pt x="619" y="6620"/>
                    <a:pt x="619" y="6478"/>
                  </a:cubicBezTo>
                  <a:lnTo>
                    <a:pt x="619" y="0"/>
                  </a:lnTo>
                  <a:close/>
                </a:path>
              </a:pathLst>
            </a:custGeom>
            <a:solidFill>
              <a:srgbClr val="94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6" name="Google Shape;25066;p147"/>
            <p:cNvSpPr/>
            <p:nvPr/>
          </p:nvSpPr>
          <p:spPr>
            <a:xfrm>
              <a:off x="6455536" y="3596904"/>
              <a:ext cx="139482" cy="100203"/>
            </a:xfrm>
            <a:custGeom>
              <a:avLst/>
              <a:gdLst/>
              <a:ahLst/>
              <a:cxnLst/>
              <a:rect l="l" t="t" r="r" b="b"/>
              <a:pathLst>
                <a:path w="4311" h="3097" extrusionOk="0">
                  <a:moveTo>
                    <a:pt x="286" y="1"/>
                  </a:moveTo>
                  <a:cubicBezTo>
                    <a:pt x="143" y="1"/>
                    <a:pt x="0" y="120"/>
                    <a:pt x="0" y="263"/>
                  </a:cubicBezTo>
                  <a:lnTo>
                    <a:pt x="0" y="3097"/>
                  </a:lnTo>
                  <a:lnTo>
                    <a:pt x="3953" y="3097"/>
                  </a:lnTo>
                  <a:cubicBezTo>
                    <a:pt x="4073" y="3097"/>
                    <a:pt x="4215" y="3025"/>
                    <a:pt x="4263" y="2882"/>
                  </a:cubicBezTo>
                  <a:cubicBezTo>
                    <a:pt x="4287" y="2787"/>
                    <a:pt x="4287" y="2716"/>
                    <a:pt x="4215" y="2620"/>
                  </a:cubicBezTo>
                  <a:lnTo>
                    <a:pt x="3501" y="1549"/>
                  </a:lnTo>
                  <a:lnTo>
                    <a:pt x="4215" y="477"/>
                  </a:lnTo>
                  <a:cubicBezTo>
                    <a:pt x="4311" y="358"/>
                    <a:pt x="4287" y="215"/>
                    <a:pt x="4192" y="96"/>
                  </a:cubicBezTo>
                  <a:cubicBezTo>
                    <a:pt x="4144" y="24"/>
                    <a:pt x="4049" y="1"/>
                    <a:pt x="3953" y="1"/>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7" name="Google Shape;25067;p147"/>
            <p:cNvSpPr/>
            <p:nvPr/>
          </p:nvSpPr>
          <p:spPr>
            <a:xfrm>
              <a:off x="6455536" y="3646989"/>
              <a:ext cx="138706" cy="50894"/>
            </a:xfrm>
            <a:custGeom>
              <a:avLst/>
              <a:gdLst/>
              <a:ahLst/>
              <a:cxnLst/>
              <a:rect l="l" t="t" r="r" b="b"/>
              <a:pathLst>
                <a:path w="4287" h="1573" extrusionOk="0">
                  <a:moveTo>
                    <a:pt x="0" y="1"/>
                  </a:moveTo>
                  <a:lnTo>
                    <a:pt x="0" y="1572"/>
                  </a:lnTo>
                  <a:lnTo>
                    <a:pt x="3953" y="1572"/>
                  </a:lnTo>
                  <a:cubicBezTo>
                    <a:pt x="4096" y="1572"/>
                    <a:pt x="4215" y="1477"/>
                    <a:pt x="4263" y="1358"/>
                  </a:cubicBezTo>
                  <a:cubicBezTo>
                    <a:pt x="4287" y="1239"/>
                    <a:pt x="4287" y="1168"/>
                    <a:pt x="4215" y="1072"/>
                  </a:cubicBezTo>
                  <a:lnTo>
                    <a:pt x="3501"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8" name="Google Shape;25068;p147"/>
            <p:cNvSpPr/>
            <p:nvPr/>
          </p:nvSpPr>
          <p:spPr>
            <a:xfrm>
              <a:off x="6290624" y="3808017"/>
              <a:ext cx="177273" cy="135665"/>
            </a:xfrm>
            <a:custGeom>
              <a:avLst/>
              <a:gdLst/>
              <a:ahLst/>
              <a:cxnLst/>
              <a:rect l="l" t="t" r="r" b="b"/>
              <a:pathLst>
                <a:path w="5479" h="4193" extrusionOk="0">
                  <a:moveTo>
                    <a:pt x="2216" y="1"/>
                  </a:moveTo>
                  <a:cubicBezTo>
                    <a:pt x="977" y="1"/>
                    <a:pt x="1" y="977"/>
                    <a:pt x="1" y="2192"/>
                  </a:cubicBezTo>
                  <a:lnTo>
                    <a:pt x="1" y="3859"/>
                  </a:lnTo>
                  <a:cubicBezTo>
                    <a:pt x="1" y="4049"/>
                    <a:pt x="144" y="4192"/>
                    <a:pt x="334" y="4192"/>
                  </a:cubicBezTo>
                  <a:lnTo>
                    <a:pt x="4073" y="4192"/>
                  </a:lnTo>
                  <a:cubicBezTo>
                    <a:pt x="4264" y="4192"/>
                    <a:pt x="4407" y="4049"/>
                    <a:pt x="4407" y="3859"/>
                  </a:cubicBezTo>
                  <a:lnTo>
                    <a:pt x="4407" y="2192"/>
                  </a:lnTo>
                  <a:cubicBezTo>
                    <a:pt x="4407" y="1858"/>
                    <a:pt x="4311" y="1549"/>
                    <a:pt x="4192" y="1239"/>
                  </a:cubicBezTo>
                  <a:lnTo>
                    <a:pt x="5145" y="1239"/>
                  </a:lnTo>
                  <a:lnTo>
                    <a:pt x="5478" y="906"/>
                  </a:lnTo>
                  <a:lnTo>
                    <a:pt x="5121"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9" name="Google Shape;25069;p147"/>
            <p:cNvSpPr/>
            <p:nvPr/>
          </p:nvSpPr>
          <p:spPr>
            <a:xfrm>
              <a:off x="6362290" y="3805719"/>
              <a:ext cx="104830" cy="137185"/>
            </a:xfrm>
            <a:custGeom>
              <a:avLst/>
              <a:gdLst/>
              <a:ahLst/>
              <a:cxnLst/>
              <a:rect l="l" t="t" r="r" b="b"/>
              <a:pathLst>
                <a:path w="3240" h="4240" extrusionOk="0">
                  <a:moveTo>
                    <a:pt x="1" y="0"/>
                  </a:moveTo>
                  <a:lnTo>
                    <a:pt x="1" y="4168"/>
                  </a:lnTo>
                  <a:lnTo>
                    <a:pt x="1834" y="4168"/>
                  </a:lnTo>
                  <a:lnTo>
                    <a:pt x="1834" y="4239"/>
                  </a:lnTo>
                  <a:cubicBezTo>
                    <a:pt x="2025" y="4239"/>
                    <a:pt x="2168" y="4073"/>
                    <a:pt x="2168" y="3906"/>
                  </a:cubicBezTo>
                  <a:lnTo>
                    <a:pt x="2168" y="2239"/>
                  </a:lnTo>
                  <a:cubicBezTo>
                    <a:pt x="2168" y="1906"/>
                    <a:pt x="2073" y="1572"/>
                    <a:pt x="1953" y="1286"/>
                  </a:cubicBezTo>
                  <a:lnTo>
                    <a:pt x="2906" y="1286"/>
                  </a:lnTo>
                  <a:lnTo>
                    <a:pt x="3239" y="953"/>
                  </a:lnTo>
                  <a:lnTo>
                    <a:pt x="2906"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0" name="Google Shape;25070;p147"/>
            <p:cNvSpPr/>
            <p:nvPr/>
          </p:nvSpPr>
          <p:spPr>
            <a:xfrm>
              <a:off x="6455536" y="3808017"/>
              <a:ext cx="30834" cy="40120"/>
            </a:xfrm>
            <a:custGeom>
              <a:avLst/>
              <a:gdLst/>
              <a:ahLst/>
              <a:cxnLst/>
              <a:rect l="l" t="t" r="r" b="b"/>
              <a:pathLst>
                <a:path w="953" h="1240" extrusionOk="0">
                  <a:moveTo>
                    <a:pt x="0" y="1"/>
                  </a:moveTo>
                  <a:lnTo>
                    <a:pt x="0" y="1239"/>
                  </a:lnTo>
                  <a:lnTo>
                    <a:pt x="286" y="1239"/>
                  </a:lnTo>
                  <a:cubicBezTo>
                    <a:pt x="643" y="1239"/>
                    <a:pt x="953" y="953"/>
                    <a:pt x="929" y="549"/>
                  </a:cubicBezTo>
                  <a:cubicBezTo>
                    <a:pt x="881" y="239"/>
                    <a:pt x="619" y="1"/>
                    <a:pt x="286" y="1"/>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1" name="Google Shape;25071;p147"/>
            <p:cNvSpPr/>
            <p:nvPr/>
          </p:nvSpPr>
          <p:spPr>
            <a:xfrm>
              <a:off x="6313758" y="3733278"/>
              <a:ext cx="94800" cy="94800"/>
            </a:xfrm>
            <a:custGeom>
              <a:avLst/>
              <a:gdLst/>
              <a:ahLst/>
              <a:cxnLst/>
              <a:rect l="l" t="t" r="r" b="b"/>
              <a:pathLst>
                <a:path w="2930" h="2930" extrusionOk="0">
                  <a:moveTo>
                    <a:pt x="1453" y="1"/>
                  </a:moveTo>
                  <a:cubicBezTo>
                    <a:pt x="667" y="1"/>
                    <a:pt x="0" y="668"/>
                    <a:pt x="0" y="1477"/>
                  </a:cubicBezTo>
                  <a:cubicBezTo>
                    <a:pt x="0" y="2263"/>
                    <a:pt x="667" y="2930"/>
                    <a:pt x="1453" y="2930"/>
                  </a:cubicBezTo>
                  <a:cubicBezTo>
                    <a:pt x="2263" y="2930"/>
                    <a:pt x="2930" y="2263"/>
                    <a:pt x="2930" y="1477"/>
                  </a:cubicBezTo>
                  <a:cubicBezTo>
                    <a:pt x="2930" y="668"/>
                    <a:pt x="2263" y="1"/>
                    <a:pt x="145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2" name="Google Shape;25072;p147"/>
            <p:cNvSpPr/>
            <p:nvPr/>
          </p:nvSpPr>
          <p:spPr>
            <a:xfrm>
              <a:off x="6360769" y="3733278"/>
              <a:ext cx="47788" cy="94800"/>
            </a:xfrm>
            <a:custGeom>
              <a:avLst/>
              <a:gdLst/>
              <a:ahLst/>
              <a:cxnLst/>
              <a:rect l="l" t="t" r="r" b="b"/>
              <a:pathLst>
                <a:path w="1477" h="2930" extrusionOk="0">
                  <a:moveTo>
                    <a:pt x="0" y="1"/>
                  </a:moveTo>
                  <a:lnTo>
                    <a:pt x="0" y="2930"/>
                  </a:lnTo>
                  <a:cubicBezTo>
                    <a:pt x="810" y="2930"/>
                    <a:pt x="1477" y="2263"/>
                    <a:pt x="1477" y="1477"/>
                  </a:cubicBezTo>
                  <a:cubicBezTo>
                    <a:pt x="1477" y="668"/>
                    <a:pt x="810" y="1"/>
                    <a:pt x="0" y="1"/>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73" name="Google Shape;25073;p147"/>
          <p:cNvGrpSpPr/>
          <p:nvPr/>
        </p:nvGrpSpPr>
        <p:grpSpPr>
          <a:xfrm>
            <a:off x="5520908" y="3443728"/>
            <a:ext cx="346749" cy="346781"/>
            <a:chOff x="5520908" y="3596128"/>
            <a:chExt cx="346749" cy="346781"/>
          </a:xfrm>
        </p:grpSpPr>
        <p:sp>
          <p:nvSpPr>
            <p:cNvPr id="25074" name="Google Shape;25074;p147"/>
            <p:cNvSpPr/>
            <p:nvPr/>
          </p:nvSpPr>
          <p:spPr>
            <a:xfrm>
              <a:off x="5622599" y="3774012"/>
              <a:ext cx="142588" cy="87973"/>
            </a:xfrm>
            <a:custGeom>
              <a:avLst/>
              <a:gdLst/>
              <a:ahLst/>
              <a:cxnLst/>
              <a:rect l="l" t="t" r="r" b="b"/>
              <a:pathLst>
                <a:path w="4407" h="2719" extrusionOk="0">
                  <a:moveTo>
                    <a:pt x="2269" y="0"/>
                  </a:moveTo>
                  <a:cubicBezTo>
                    <a:pt x="2227" y="0"/>
                    <a:pt x="2186" y="2"/>
                    <a:pt x="2144" y="4"/>
                  </a:cubicBezTo>
                  <a:cubicBezTo>
                    <a:pt x="953" y="28"/>
                    <a:pt x="1" y="1004"/>
                    <a:pt x="1" y="2195"/>
                  </a:cubicBezTo>
                  <a:lnTo>
                    <a:pt x="1" y="2385"/>
                  </a:lnTo>
                  <a:cubicBezTo>
                    <a:pt x="1" y="2552"/>
                    <a:pt x="144" y="2719"/>
                    <a:pt x="310" y="2719"/>
                  </a:cubicBezTo>
                  <a:lnTo>
                    <a:pt x="4073" y="2719"/>
                  </a:lnTo>
                  <a:cubicBezTo>
                    <a:pt x="4240" y="2719"/>
                    <a:pt x="4406" y="2552"/>
                    <a:pt x="4406" y="2385"/>
                  </a:cubicBezTo>
                  <a:lnTo>
                    <a:pt x="4406" y="2171"/>
                  </a:lnTo>
                  <a:cubicBezTo>
                    <a:pt x="4406" y="975"/>
                    <a:pt x="3450" y="0"/>
                    <a:pt x="2269" y="0"/>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5" name="Google Shape;25075;p147"/>
            <p:cNvSpPr/>
            <p:nvPr/>
          </p:nvSpPr>
          <p:spPr>
            <a:xfrm>
              <a:off x="5694264" y="3773365"/>
              <a:ext cx="71699" cy="87100"/>
            </a:xfrm>
            <a:custGeom>
              <a:avLst/>
              <a:gdLst/>
              <a:ahLst/>
              <a:cxnLst/>
              <a:rect l="l" t="t" r="r" b="b"/>
              <a:pathLst>
                <a:path w="2216" h="2692" extrusionOk="0">
                  <a:moveTo>
                    <a:pt x="1" y="0"/>
                  </a:moveTo>
                  <a:lnTo>
                    <a:pt x="1" y="2691"/>
                  </a:lnTo>
                  <a:lnTo>
                    <a:pt x="1882" y="2691"/>
                  </a:lnTo>
                  <a:cubicBezTo>
                    <a:pt x="2049" y="2691"/>
                    <a:pt x="2215" y="2548"/>
                    <a:pt x="2215" y="2382"/>
                  </a:cubicBezTo>
                  <a:lnTo>
                    <a:pt x="2215" y="2167"/>
                  </a:lnTo>
                  <a:cubicBezTo>
                    <a:pt x="2191" y="977"/>
                    <a:pt x="1191" y="0"/>
                    <a:pt x="1" y="0"/>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6" name="Google Shape;25076;p147"/>
            <p:cNvSpPr/>
            <p:nvPr/>
          </p:nvSpPr>
          <p:spPr>
            <a:xfrm>
              <a:off x="5650359" y="3704774"/>
              <a:ext cx="88620" cy="88653"/>
            </a:xfrm>
            <a:custGeom>
              <a:avLst/>
              <a:gdLst/>
              <a:ahLst/>
              <a:cxnLst/>
              <a:rect l="l" t="t" r="r" b="b"/>
              <a:pathLst>
                <a:path w="2739" h="2740" extrusionOk="0">
                  <a:moveTo>
                    <a:pt x="1358" y="1"/>
                  </a:moveTo>
                  <a:cubicBezTo>
                    <a:pt x="595" y="1"/>
                    <a:pt x="0" y="596"/>
                    <a:pt x="0" y="1358"/>
                  </a:cubicBezTo>
                  <a:cubicBezTo>
                    <a:pt x="0" y="2144"/>
                    <a:pt x="619" y="2739"/>
                    <a:pt x="1358" y="2739"/>
                  </a:cubicBezTo>
                  <a:cubicBezTo>
                    <a:pt x="2120" y="2739"/>
                    <a:pt x="2739" y="2144"/>
                    <a:pt x="2739" y="1358"/>
                  </a:cubicBezTo>
                  <a:cubicBezTo>
                    <a:pt x="2739" y="596"/>
                    <a:pt x="2143" y="1"/>
                    <a:pt x="1358"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7" name="Google Shape;25077;p147"/>
            <p:cNvSpPr/>
            <p:nvPr/>
          </p:nvSpPr>
          <p:spPr>
            <a:xfrm>
              <a:off x="5693488" y="3704774"/>
              <a:ext cx="44715" cy="87909"/>
            </a:xfrm>
            <a:custGeom>
              <a:avLst/>
              <a:gdLst/>
              <a:ahLst/>
              <a:cxnLst/>
              <a:rect l="l" t="t" r="r" b="b"/>
              <a:pathLst>
                <a:path w="1382" h="2717" extrusionOk="0">
                  <a:moveTo>
                    <a:pt x="1" y="1"/>
                  </a:moveTo>
                  <a:lnTo>
                    <a:pt x="1" y="2716"/>
                  </a:lnTo>
                  <a:cubicBezTo>
                    <a:pt x="15" y="2716"/>
                    <a:pt x="30" y="2716"/>
                    <a:pt x="44" y="2716"/>
                  </a:cubicBezTo>
                  <a:cubicBezTo>
                    <a:pt x="809" y="2716"/>
                    <a:pt x="1382" y="2106"/>
                    <a:pt x="1382" y="1358"/>
                  </a:cubicBezTo>
                  <a:cubicBezTo>
                    <a:pt x="1382" y="620"/>
                    <a:pt x="787" y="1"/>
                    <a:pt x="1" y="1"/>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8" name="Google Shape;25078;p147"/>
            <p:cNvSpPr/>
            <p:nvPr/>
          </p:nvSpPr>
          <p:spPr>
            <a:xfrm>
              <a:off x="5520908" y="3596128"/>
              <a:ext cx="346749" cy="346781"/>
            </a:xfrm>
            <a:custGeom>
              <a:avLst/>
              <a:gdLst/>
              <a:ahLst/>
              <a:cxnLst/>
              <a:rect l="l" t="t" r="r" b="b"/>
              <a:pathLst>
                <a:path w="10717" h="10718" extrusionOk="0">
                  <a:moveTo>
                    <a:pt x="5359" y="2763"/>
                  </a:moveTo>
                  <a:cubicBezTo>
                    <a:pt x="6787" y="2763"/>
                    <a:pt x="7978" y="3930"/>
                    <a:pt x="7978" y="5383"/>
                  </a:cubicBezTo>
                  <a:cubicBezTo>
                    <a:pt x="7978" y="6836"/>
                    <a:pt x="6811" y="8002"/>
                    <a:pt x="5359" y="8002"/>
                  </a:cubicBezTo>
                  <a:cubicBezTo>
                    <a:pt x="3906" y="8002"/>
                    <a:pt x="2739" y="6836"/>
                    <a:pt x="2739" y="5383"/>
                  </a:cubicBezTo>
                  <a:cubicBezTo>
                    <a:pt x="2739" y="3930"/>
                    <a:pt x="3930" y="2763"/>
                    <a:pt x="5359" y="2763"/>
                  </a:cubicBezTo>
                  <a:close/>
                  <a:moveTo>
                    <a:pt x="5359" y="1"/>
                  </a:moveTo>
                  <a:cubicBezTo>
                    <a:pt x="3930" y="1"/>
                    <a:pt x="2596" y="549"/>
                    <a:pt x="1572" y="1573"/>
                  </a:cubicBezTo>
                  <a:cubicBezTo>
                    <a:pt x="572" y="2573"/>
                    <a:pt x="0" y="3930"/>
                    <a:pt x="0" y="5359"/>
                  </a:cubicBezTo>
                  <a:cubicBezTo>
                    <a:pt x="0" y="6788"/>
                    <a:pt x="572" y="8122"/>
                    <a:pt x="1572" y="9122"/>
                  </a:cubicBezTo>
                  <a:cubicBezTo>
                    <a:pt x="2596" y="10146"/>
                    <a:pt x="3930" y="10717"/>
                    <a:pt x="5359" y="10717"/>
                  </a:cubicBezTo>
                  <a:cubicBezTo>
                    <a:pt x="6787" y="10717"/>
                    <a:pt x="8145" y="10146"/>
                    <a:pt x="9145" y="9122"/>
                  </a:cubicBezTo>
                  <a:cubicBezTo>
                    <a:pt x="10169" y="8122"/>
                    <a:pt x="10717" y="6788"/>
                    <a:pt x="10717" y="5359"/>
                  </a:cubicBezTo>
                  <a:cubicBezTo>
                    <a:pt x="10717" y="3930"/>
                    <a:pt x="10169" y="2573"/>
                    <a:pt x="9145" y="1573"/>
                  </a:cubicBezTo>
                  <a:cubicBezTo>
                    <a:pt x="8121" y="549"/>
                    <a:pt x="6787" y="1"/>
                    <a:pt x="5359"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9" name="Google Shape;25079;p147"/>
            <p:cNvSpPr/>
            <p:nvPr/>
          </p:nvSpPr>
          <p:spPr>
            <a:xfrm>
              <a:off x="5694264" y="3596128"/>
              <a:ext cx="87100" cy="100203"/>
            </a:xfrm>
            <a:custGeom>
              <a:avLst/>
              <a:gdLst/>
              <a:ahLst/>
              <a:cxnLst/>
              <a:rect l="l" t="t" r="r" b="b"/>
              <a:pathLst>
                <a:path w="2692" h="3097" extrusionOk="0">
                  <a:moveTo>
                    <a:pt x="1" y="1"/>
                  </a:moveTo>
                  <a:lnTo>
                    <a:pt x="1" y="2740"/>
                  </a:lnTo>
                  <a:cubicBezTo>
                    <a:pt x="477" y="2763"/>
                    <a:pt x="929" y="2882"/>
                    <a:pt x="1310" y="3097"/>
                  </a:cubicBezTo>
                  <a:lnTo>
                    <a:pt x="2692" y="715"/>
                  </a:lnTo>
                  <a:cubicBezTo>
                    <a:pt x="1882" y="239"/>
                    <a:pt x="953" y="1"/>
                    <a:pt x="1"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0" name="Google Shape;25080;p147"/>
            <p:cNvSpPr/>
            <p:nvPr/>
          </p:nvSpPr>
          <p:spPr>
            <a:xfrm>
              <a:off x="5607975" y="3596904"/>
              <a:ext cx="86323" cy="100203"/>
            </a:xfrm>
            <a:custGeom>
              <a:avLst/>
              <a:gdLst/>
              <a:ahLst/>
              <a:cxnLst/>
              <a:rect l="l" t="t" r="r" b="b"/>
              <a:pathLst>
                <a:path w="2668" h="3097" extrusionOk="0">
                  <a:moveTo>
                    <a:pt x="2668" y="1"/>
                  </a:moveTo>
                  <a:cubicBezTo>
                    <a:pt x="1715" y="1"/>
                    <a:pt x="810" y="239"/>
                    <a:pt x="0" y="715"/>
                  </a:cubicBezTo>
                  <a:lnTo>
                    <a:pt x="1358" y="3097"/>
                  </a:lnTo>
                  <a:cubicBezTo>
                    <a:pt x="1739" y="2858"/>
                    <a:pt x="2191" y="2739"/>
                    <a:pt x="2668" y="2739"/>
                  </a:cubicBezTo>
                  <a:lnTo>
                    <a:pt x="2668" y="1"/>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1" name="Google Shape;25081;p147"/>
            <p:cNvSpPr/>
            <p:nvPr/>
          </p:nvSpPr>
          <p:spPr>
            <a:xfrm>
              <a:off x="5766706" y="3683193"/>
              <a:ext cx="100171" cy="87100"/>
            </a:xfrm>
            <a:custGeom>
              <a:avLst/>
              <a:gdLst/>
              <a:ahLst/>
              <a:cxnLst/>
              <a:rect l="l" t="t" r="r" b="b"/>
              <a:pathLst>
                <a:path w="3096" h="2692" extrusionOk="0">
                  <a:moveTo>
                    <a:pt x="2382" y="1"/>
                  </a:moveTo>
                  <a:lnTo>
                    <a:pt x="0" y="1382"/>
                  </a:lnTo>
                  <a:cubicBezTo>
                    <a:pt x="238" y="1763"/>
                    <a:pt x="357" y="2216"/>
                    <a:pt x="357" y="2692"/>
                  </a:cubicBezTo>
                  <a:lnTo>
                    <a:pt x="3096" y="2692"/>
                  </a:lnTo>
                  <a:cubicBezTo>
                    <a:pt x="3096" y="1739"/>
                    <a:pt x="2858" y="811"/>
                    <a:pt x="238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2" name="Google Shape;25082;p147"/>
            <p:cNvSpPr/>
            <p:nvPr/>
          </p:nvSpPr>
          <p:spPr>
            <a:xfrm>
              <a:off x="5736649" y="3619261"/>
              <a:ext cx="107904" cy="107904"/>
            </a:xfrm>
            <a:custGeom>
              <a:avLst/>
              <a:gdLst/>
              <a:ahLst/>
              <a:cxnLst/>
              <a:rect l="l" t="t" r="r" b="b"/>
              <a:pathLst>
                <a:path w="3335" h="3335" extrusionOk="0">
                  <a:moveTo>
                    <a:pt x="1382" y="0"/>
                  </a:moveTo>
                  <a:lnTo>
                    <a:pt x="0" y="2382"/>
                  </a:lnTo>
                  <a:cubicBezTo>
                    <a:pt x="405" y="2620"/>
                    <a:pt x="715" y="2929"/>
                    <a:pt x="953" y="3334"/>
                  </a:cubicBezTo>
                  <a:lnTo>
                    <a:pt x="3334" y="1953"/>
                  </a:lnTo>
                  <a:cubicBezTo>
                    <a:pt x="3096" y="1572"/>
                    <a:pt x="2834" y="1167"/>
                    <a:pt x="2477" y="858"/>
                  </a:cubicBezTo>
                  <a:cubicBezTo>
                    <a:pt x="2144" y="524"/>
                    <a:pt x="1763" y="215"/>
                    <a:pt x="1382"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3" name="Google Shape;25083;p147"/>
            <p:cNvSpPr/>
            <p:nvPr/>
          </p:nvSpPr>
          <p:spPr>
            <a:xfrm>
              <a:off x="5544010" y="3619261"/>
              <a:ext cx="107904" cy="107904"/>
            </a:xfrm>
            <a:custGeom>
              <a:avLst/>
              <a:gdLst/>
              <a:ahLst/>
              <a:cxnLst/>
              <a:rect l="l" t="t" r="r" b="b"/>
              <a:pathLst>
                <a:path w="3335" h="3335" extrusionOk="0">
                  <a:moveTo>
                    <a:pt x="1977" y="0"/>
                  </a:moveTo>
                  <a:cubicBezTo>
                    <a:pt x="1596" y="238"/>
                    <a:pt x="1191" y="500"/>
                    <a:pt x="858" y="858"/>
                  </a:cubicBezTo>
                  <a:cubicBezTo>
                    <a:pt x="548" y="1191"/>
                    <a:pt x="239" y="1572"/>
                    <a:pt x="1" y="1953"/>
                  </a:cubicBezTo>
                  <a:lnTo>
                    <a:pt x="2382" y="3334"/>
                  </a:lnTo>
                  <a:cubicBezTo>
                    <a:pt x="2596" y="2929"/>
                    <a:pt x="2930" y="2620"/>
                    <a:pt x="3335" y="2382"/>
                  </a:cubicBezTo>
                  <a:lnTo>
                    <a:pt x="1977"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4" name="Google Shape;25084;p147"/>
            <p:cNvSpPr/>
            <p:nvPr/>
          </p:nvSpPr>
          <p:spPr>
            <a:xfrm>
              <a:off x="5607975" y="3842700"/>
              <a:ext cx="86323" cy="99427"/>
            </a:xfrm>
            <a:custGeom>
              <a:avLst/>
              <a:gdLst/>
              <a:ahLst/>
              <a:cxnLst/>
              <a:rect l="l" t="t" r="r" b="b"/>
              <a:pathLst>
                <a:path w="2668" h="3073" extrusionOk="0">
                  <a:moveTo>
                    <a:pt x="1358" y="0"/>
                  </a:moveTo>
                  <a:lnTo>
                    <a:pt x="0" y="2382"/>
                  </a:lnTo>
                  <a:cubicBezTo>
                    <a:pt x="810" y="2858"/>
                    <a:pt x="1715" y="3073"/>
                    <a:pt x="2668" y="3073"/>
                  </a:cubicBezTo>
                  <a:lnTo>
                    <a:pt x="2668" y="358"/>
                  </a:lnTo>
                  <a:cubicBezTo>
                    <a:pt x="2191" y="358"/>
                    <a:pt x="1739" y="239"/>
                    <a:pt x="1358" y="0"/>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5" name="Google Shape;25085;p147"/>
            <p:cNvSpPr/>
            <p:nvPr/>
          </p:nvSpPr>
          <p:spPr>
            <a:xfrm>
              <a:off x="5735872" y="3811867"/>
              <a:ext cx="107904" cy="107904"/>
            </a:xfrm>
            <a:custGeom>
              <a:avLst/>
              <a:gdLst/>
              <a:ahLst/>
              <a:cxnLst/>
              <a:rect l="l" t="t" r="r" b="b"/>
              <a:pathLst>
                <a:path w="3335" h="3335" extrusionOk="0">
                  <a:moveTo>
                    <a:pt x="953" y="1"/>
                  </a:moveTo>
                  <a:cubicBezTo>
                    <a:pt x="739" y="382"/>
                    <a:pt x="429" y="739"/>
                    <a:pt x="0" y="953"/>
                  </a:cubicBezTo>
                  <a:lnTo>
                    <a:pt x="1382" y="3335"/>
                  </a:lnTo>
                  <a:cubicBezTo>
                    <a:pt x="1763" y="3097"/>
                    <a:pt x="2144" y="2811"/>
                    <a:pt x="2477" y="2454"/>
                  </a:cubicBezTo>
                  <a:cubicBezTo>
                    <a:pt x="2811" y="2144"/>
                    <a:pt x="3096" y="1739"/>
                    <a:pt x="3335" y="1358"/>
                  </a:cubicBezTo>
                  <a:lnTo>
                    <a:pt x="953" y="1"/>
                  </a:ln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6" name="Google Shape;25086;p147"/>
            <p:cNvSpPr/>
            <p:nvPr/>
          </p:nvSpPr>
          <p:spPr>
            <a:xfrm>
              <a:off x="5694264" y="3842701"/>
              <a:ext cx="87100" cy="100203"/>
            </a:xfrm>
            <a:custGeom>
              <a:avLst/>
              <a:gdLst/>
              <a:ahLst/>
              <a:cxnLst/>
              <a:rect l="l" t="t" r="r" b="b"/>
              <a:pathLst>
                <a:path w="2692" h="3097" extrusionOk="0">
                  <a:moveTo>
                    <a:pt x="1310" y="0"/>
                  </a:moveTo>
                  <a:cubicBezTo>
                    <a:pt x="929" y="239"/>
                    <a:pt x="477" y="358"/>
                    <a:pt x="1" y="358"/>
                  </a:cubicBezTo>
                  <a:lnTo>
                    <a:pt x="1" y="3096"/>
                  </a:lnTo>
                  <a:cubicBezTo>
                    <a:pt x="953" y="3096"/>
                    <a:pt x="1882" y="2858"/>
                    <a:pt x="2692" y="2382"/>
                  </a:cubicBezTo>
                  <a:lnTo>
                    <a:pt x="1310"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7" name="Google Shape;25087;p147"/>
            <p:cNvSpPr/>
            <p:nvPr/>
          </p:nvSpPr>
          <p:spPr>
            <a:xfrm>
              <a:off x="5766706" y="3770259"/>
              <a:ext cx="100171" cy="86355"/>
            </a:xfrm>
            <a:custGeom>
              <a:avLst/>
              <a:gdLst/>
              <a:ahLst/>
              <a:cxnLst/>
              <a:rect l="l" t="t" r="r" b="b"/>
              <a:pathLst>
                <a:path w="3096" h="2669" extrusionOk="0">
                  <a:moveTo>
                    <a:pt x="357" y="1"/>
                  </a:moveTo>
                  <a:cubicBezTo>
                    <a:pt x="357" y="477"/>
                    <a:pt x="238" y="930"/>
                    <a:pt x="0" y="1311"/>
                  </a:cubicBezTo>
                  <a:lnTo>
                    <a:pt x="2382" y="2668"/>
                  </a:lnTo>
                  <a:cubicBezTo>
                    <a:pt x="2858" y="1882"/>
                    <a:pt x="3096" y="953"/>
                    <a:pt x="3096"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8" name="Google Shape;25088;p147"/>
            <p:cNvSpPr/>
            <p:nvPr/>
          </p:nvSpPr>
          <p:spPr>
            <a:xfrm>
              <a:off x="5544010" y="3811867"/>
              <a:ext cx="107904" cy="107904"/>
            </a:xfrm>
            <a:custGeom>
              <a:avLst/>
              <a:gdLst/>
              <a:ahLst/>
              <a:cxnLst/>
              <a:rect l="l" t="t" r="r" b="b"/>
              <a:pathLst>
                <a:path w="3335" h="3335" extrusionOk="0">
                  <a:moveTo>
                    <a:pt x="2382" y="1"/>
                  </a:moveTo>
                  <a:lnTo>
                    <a:pt x="1" y="1358"/>
                  </a:lnTo>
                  <a:cubicBezTo>
                    <a:pt x="239" y="1739"/>
                    <a:pt x="525" y="2144"/>
                    <a:pt x="858" y="2454"/>
                  </a:cubicBezTo>
                  <a:cubicBezTo>
                    <a:pt x="1191" y="2787"/>
                    <a:pt x="1572" y="3097"/>
                    <a:pt x="1977" y="3335"/>
                  </a:cubicBezTo>
                  <a:lnTo>
                    <a:pt x="3335" y="953"/>
                  </a:lnTo>
                  <a:cubicBezTo>
                    <a:pt x="2930" y="739"/>
                    <a:pt x="2596" y="382"/>
                    <a:pt x="2382"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9" name="Google Shape;25089;p147"/>
            <p:cNvSpPr/>
            <p:nvPr/>
          </p:nvSpPr>
          <p:spPr>
            <a:xfrm>
              <a:off x="5520908" y="3683193"/>
              <a:ext cx="100203" cy="87100"/>
            </a:xfrm>
            <a:custGeom>
              <a:avLst/>
              <a:gdLst/>
              <a:ahLst/>
              <a:cxnLst/>
              <a:rect l="l" t="t" r="r" b="b"/>
              <a:pathLst>
                <a:path w="3097" h="2692" extrusionOk="0">
                  <a:moveTo>
                    <a:pt x="715" y="1"/>
                  </a:moveTo>
                  <a:cubicBezTo>
                    <a:pt x="238" y="811"/>
                    <a:pt x="0" y="1739"/>
                    <a:pt x="0" y="2692"/>
                  </a:cubicBezTo>
                  <a:lnTo>
                    <a:pt x="2739" y="2692"/>
                  </a:lnTo>
                  <a:cubicBezTo>
                    <a:pt x="2739" y="2216"/>
                    <a:pt x="2858" y="1763"/>
                    <a:pt x="3096" y="1382"/>
                  </a:cubicBezTo>
                  <a:lnTo>
                    <a:pt x="715" y="1"/>
                  </a:ln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0" name="Google Shape;25090;p147"/>
            <p:cNvSpPr/>
            <p:nvPr/>
          </p:nvSpPr>
          <p:spPr>
            <a:xfrm>
              <a:off x="5520908" y="3770259"/>
              <a:ext cx="100203" cy="86355"/>
            </a:xfrm>
            <a:custGeom>
              <a:avLst/>
              <a:gdLst/>
              <a:ahLst/>
              <a:cxnLst/>
              <a:rect l="l" t="t" r="r" b="b"/>
              <a:pathLst>
                <a:path w="3097" h="2669" extrusionOk="0">
                  <a:moveTo>
                    <a:pt x="0" y="1"/>
                  </a:moveTo>
                  <a:cubicBezTo>
                    <a:pt x="0" y="953"/>
                    <a:pt x="238" y="1882"/>
                    <a:pt x="715" y="2668"/>
                  </a:cubicBezTo>
                  <a:lnTo>
                    <a:pt x="3096" y="1311"/>
                  </a:lnTo>
                  <a:cubicBezTo>
                    <a:pt x="2858" y="930"/>
                    <a:pt x="2739" y="477"/>
                    <a:pt x="2739"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91" name="Google Shape;25091;p147"/>
          <p:cNvGrpSpPr/>
          <p:nvPr/>
        </p:nvGrpSpPr>
        <p:grpSpPr>
          <a:xfrm>
            <a:off x="4814348" y="3442983"/>
            <a:ext cx="251981" cy="347519"/>
            <a:chOff x="4814348" y="3595383"/>
            <a:chExt cx="251981" cy="347519"/>
          </a:xfrm>
        </p:grpSpPr>
        <p:sp>
          <p:nvSpPr>
            <p:cNvPr id="25092" name="Google Shape;25092;p147"/>
            <p:cNvSpPr/>
            <p:nvPr/>
          </p:nvSpPr>
          <p:spPr>
            <a:xfrm>
              <a:off x="5003882" y="3656857"/>
              <a:ext cx="48597" cy="94962"/>
            </a:xfrm>
            <a:custGeom>
              <a:avLst/>
              <a:gdLst/>
              <a:ahLst/>
              <a:cxnLst/>
              <a:rect l="l" t="t" r="r" b="b"/>
              <a:pathLst>
                <a:path w="1502" h="2935" extrusionOk="0">
                  <a:moveTo>
                    <a:pt x="355" y="1"/>
                  </a:moveTo>
                  <a:cubicBezTo>
                    <a:pt x="241" y="1"/>
                    <a:pt x="124" y="67"/>
                    <a:pt x="72" y="172"/>
                  </a:cubicBezTo>
                  <a:cubicBezTo>
                    <a:pt x="1" y="315"/>
                    <a:pt x="72" y="481"/>
                    <a:pt x="215" y="577"/>
                  </a:cubicBezTo>
                  <a:lnTo>
                    <a:pt x="858" y="910"/>
                  </a:lnTo>
                  <a:lnTo>
                    <a:pt x="858" y="2601"/>
                  </a:lnTo>
                  <a:cubicBezTo>
                    <a:pt x="858" y="2791"/>
                    <a:pt x="1025" y="2934"/>
                    <a:pt x="1191" y="2934"/>
                  </a:cubicBezTo>
                  <a:cubicBezTo>
                    <a:pt x="1334" y="2934"/>
                    <a:pt x="1501" y="2791"/>
                    <a:pt x="1477" y="2577"/>
                  </a:cubicBezTo>
                  <a:lnTo>
                    <a:pt x="1477" y="696"/>
                  </a:lnTo>
                  <a:cubicBezTo>
                    <a:pt x="1477" y="577"/>
                    <a:pt x="1430" y="481"/>
                    <a:pt x="1311" y="434"/>
                  </a:cubicBezTo>
                  <a:lnTo>
                    <a:pt x="477" y="29"/>
                  </a:lnTo>
                  <a:cubicBezTo>
                    <a:pt x="439" y="10"/>
                    <a:pt x="397" y="1"/>
                    <a:pt x="355"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3" name="Google Shape;25093;p147"/>
            <p:cNvSpPr/>
            <p:nvPr/>
          </p:nvSpPr>
          <p:spPr>
            <a:xfrm>
              <a:off x="4828973" y="3657310"/>
              <a:ext cx="48597" cy="94509"/>
            </a:xfrm>
            <a:custGeom>
              <a:avLst/>
              <a:gdLst/>
              <a:ahLst/>
              <a:cxnLst/>
              <a:rect l="l" t="t" r="r" b="b"/>
              <a:pathLst>
                <a:path w="1502" h="2921" extrusionOk="0">
                  <a:moveTo>
                    <a:pt x="1133" y="0"/>
                  </a:moveTo>
                  <a:cubicBezTo>
                    <a:pt x="1086" y="0"/>
                    <a:pt x="1041" y="12"/>
                    <a:pt x="1001" y="39"/>
                  </a:cubicBezTo>
                  <a:lnTo>
                    <a:pt x="168" y="444"/>
                  </a:lnTo>
                  <a:cubicBezTo>
                    <a:pt x="48" y="467"/>
                    <a:pt x="1" y="610"/>
                    <a:pt x="1" y="729"/>
                  </a:cubicBezTo>
                  <a:lnTo>
                    <a:pt x="1" y="2587"/>
                  </a:lnTo>
                  <a:cubicBezTo>
                    <a:pt x="1" y="2777"/>
                    <a:pt x="144" y="2920"/>
                    <a:pt x="310" y="2920"/>
                  </a:cubicBezTo>
                  <a:cubicBezTo>
                    <a:pt x="501" y="2920"/>
                    <a:pt x="620" y="2777"/>
                    <a:pt x="620" y="2635"/>
                  </a:cubicBezTo>
                  <a:lnTo>
                    <a:pt x="620" y="920"/>
                  </a:lnTo>
                  <a:lnTo>
                    <a:pt x="1263" y="610"/>
                  </a:lnTo>
                  <a:cubicBezTo>
                    <a:pt x="1430" y="539"/>
                    <a:pt x="1501" y="325"/>
                    <a:pt x="1430" y="182"/>
                  </a:cubicBezTo>
                  <a:cubicBezTo>
                    <a:pt x="1378" y="79"/>
                    <a:pt x="1253" y="0"/>
                    <a:pt x="113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4" name="Google Shape;25094;p147"/>
            <p:cNvSpPr/>
            <p:nvPr/>
          </p:nvSpPr>
          <p:spPr>
            <a:xfrm>
              <a:off x="4869060" y="3663942"/>
              <a:ext cx="142556" cy="87876"/>
            </a:xfrm>
            <a:custGeom>
              <a:avLst/>
              <a:gdLst/>
              <a:ahLst/>
              <a:cxnLst/>
              <a:rect l="l" t="t" r="r" b="b"/>
              <a:pathLst>
                <a:path w="4406" h="2716" extrusionOk="0">
                  <a:moveTo>
                    <a:pt x="2189" y="0"/>
                  </a:moveTo>
                  <a:cubicBezTo>
                    <a:pt x="2174" y="0"/>
                    <a:pt x="2159" y="0"/>
                    <a:pt x="2144" y="1"/>
                  </a:cubicBezTo>
                  <a:cubicBezTo>
                    <a:pt x="953" y="24"/>
                    <a:pt x="0" y="1025"/>
                    <a:pt x="0" y="2215"/>
                  </a:cubicBezTo>
                  <a:lnTo>
                    <a:pt x="0" y="2382"/>
                  </a:lnTo>
                  <a:cubicBezTo>
                    <a:pt x="0" y="2572"/>
                    <a:pt x="143" y="2715"/>
                    <a:pt x="334" y="2715"/>
                  </a:cubicBezTo>
                  <a:lnTo>
                    <a:pt x="4072" y="2715"/>
                  </a:lnTo>
                  <a:cubicBezTo>
                    <a:pt x="4263" y="2715"/>
                    <a:pt x="4406" y="2572"/>
                    <a:pt x="4406" y="2406"/>
                  </a:cubicBezTo>
                  <a:lnTo>
                    <a:pt x="4406" y="2215"/>
                  </a:lnTo>
                  <a:cubicBezTo>
                    <a:pt x="4406" y="968"/>
                    <a:pt x="3429" y="0"/>
                    <a:pt x="2189" y="0"/>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5" name="Google Shape;25095;p147"/>
            <p:cNvSpPr/>
            <p:nvPr/>
          </p:nvSpPr>
          <p:spPr>
            <a:xfrm>
              <a:off x="4940693" y="3663166"/>
              <a:ext cx="70922" cy="88653"/>
            </a:xfrm>
            <a:custGeom>
              <a:avLst/>
              <a:gdLst/>
              <a:ahLst/>
              <a:cxnLst/>
              <a:rect l="l" t="t" r="r" b="b"/>
              <a:pathLst>
                <a:path w="2192" h="2740" extrusionOk="0">
                  <a:moveTo>
                    <a:pt x="1" y="1"/>
                  </a:moveTo>
                  <a:lnTo>
                    <a:pt x="1" y="2716"/>
                  </a:lnTo>
                  <a:lnTo>
                    <a:pt x="1858" y="2716"/>
                  </a:lnTo>
                  <a:lnTo>
                    <a:pt x="1858" y="2739"/>
                  </a:lnTo>
                  <a:cubicBezTo>
                    <a:pt x="2049" y="2739"/>
                    <a:pt x="2192" y="2596"/>
                    <a:pt x="2192" y="2406"/>
                  </a:cubicBezTo>
                  <a:lnTo>
                    <a:pt x="2192" y="2215"/>
                  </a:lnTo>
                  <a:cubicBezTo>
                    <a:pt x="2192" y="977"/>
                    <a:pt x="1215" y="1"/>
                    <a:pt x="1" y="1"/>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6" name="Google Shape;25096;p147"/>
            <p:cNvSpPr/>
            <p:nvPr/>
          </p:nvSpPr>
          <p:spPr>
            <a:xfrm>
              <a:off x="4847480" y="3771812"/>
              <a:ext cx="184197" cy="161840"/>
            </a:xfrm>
            <a:custGeom>
              <a:avLst/>
              <a:gdLst/>
              <a:ahLst/>
              <a:cxnLst/>
              <a:rect l="l" t="t" r="r" b="b"/>
              <a:pathLst>
                <a:path w="5693" h="5002" extrusionOk="0">
                  <a:moveTo>
                    <a:pt x="334" y="1"/>
                  </a:moveTo>
                  <a:cubicBezTo>
                    <a:pt x="310" y="1"/>
                    <a:pt x="262" y="1"/>
                    <a:pt x="215" y="24"/>
                  </a:cubicBezTo>
                  <a:cubicBezTo>
                    <a:pt x="96" y="96"/>
                    <a:pt x="0" y="239"/>
                    <a:pt x="48" y="358"/>
                  </a:cubicBezTo>
                  <a:lnTo>
                    <a:pt x="667" y="5002"/>
                  </a:lnTo>
                  <a:lnTo>
                    <a:pt x="5049" y="5002"/>
                  </a:lnTo>
                  <a:lnTo>
                    <a:pt x="5668" y="358"/>
                  </a:lnTo>
                  <a:cubicBezTo>
                    <a:pt x="5692" y="239"/>
                    <a:pt x="5597" y="96"/>
                    <a:pt x="5502" y="24"/>
                  </a:cubicBezTo>
                  <a:cubicBezTo>
                    <a:pt x="5454" y="1"/>
                    <a:pt x="5430" y="1"/>
                    <a:pt x="5382" y="1"/>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7" name="Google Shape;25097;p147"/>
            <p:cNvSpPr/>
            <p:nvPr/>
          </p:nvSpPr>
          <p:spPr>
            <a:xfrm>
              <a:off x="4941470" y="3771812"/>
              <a:ext cx="91726" cy="161840"/>
            </a:xfrm>
            <a:custGeom>
              <a:avLst/>
              <a:gdLst/>
              <a:ahLst/>
              <a:cxnLst/>
              <a:rect l="l" t="t" r="r" b="b"/>
              <a:pathLst>
                <a:path w="2835" h="5002" extrusionOk="0">
                  <a:moveTo>
                    <a:pt x="1" y="1"/>
                  </a:moveTo>
                  <a:lnTo>
                    <a:pt x="1" y="5002"/>
                  </a:lnTo>
                  <a:lnTo>
                    <a:pt x="2192" y="5002"/>
                  </a:lnTo>
                  <a:lnTo>
                    <a:pt x="2835" y="358"/>
                  </a:lnTo>
                  <a:cubicBezTo>
                    <a:pt x="2835" y="286"/>
                    <a:pt x="2787" y="191"/>
                    <a:pt x="2739" y="120"/>
                  </a:cubicBezTo>
                  <a:cubicBezTo>
                    <a:pt x="2644" y="48"/>
                    <a:pt x="2597" y="1"/>
                    <a:pt x="2501"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8" name="Google Shape;25098;p147"/>
            <p:cNvSpPr/>
            <p:nvPr/>
          </p:nvSpPr>
          <p:spPr>
            <a:xfrm>
              <a:off x="4895235" y="3812643"/>
              <a:ext cx="90206" cy="89429"/>
            </a:xfrm>
            <a:custGeom>
              <a:avLst/>
              <a:gdLst/>
              <a:ahLst/>
              <a:cxnLst/>
              <a:rect l="l" t="t" r="r" b="b"/>
              <a:pathLst>
                <a:path w="2788" h="2764" extrusionOk="0">
                  <a:moveTo>
                    <a:pt x="334" y="1"/>
                  </a:moveTo>
                  <a:cubicBezTo>
                    <a:pt x="287" y="1"/>
                    <a:pt x="239" y="1"/>
                    <a:pt x="215" y="25"/>
                  </a:cubicBezTo>
                  <a:cubicBezTo>
                    <a:pt x="96" y="96"/>
                    <a:pt x="1" y="239"/>
                    <a:pt x="25" y="358"/>
                  </a:cubicBezTo>
                  <a:lnTo>
                    <a:pt x="334" y="2501"/>
                  </a:lnTo>
                  <a:cubicBezTo>
                    <a:pt x="334" y="2644"/>
                    <a:pt x="477" y="2763"/>
                    <a:pt x="620" y="2763"/>
                  </a:cubicBezTo>
                  <a:lnTo>
                    <a:pt x="2168" y="2763"/>
                  </a:lnTo>
                  <a:cubicBezTo>
                    <a:pt x="2335" y="2763"/>
                    <a:pt x="2478" y="2644"/>
                    <a:pt x="2478" y="2501"/>
                  </a:cubicBezTo>
                  <a:lnTo>
                    <a:pt x="2763" y="358"/>
                  </a:lnTo>
                  <a:cubicBezTo>
                    <a:pt x="2787" y="239"/>
                    <a:pt x="2716" y="96"/>
                    <a:pt x="2597" y="25"/>
                  </a:cubicBezTo>
                  <a:cubicBezTo>
                    <a:pt x="2549" y="1"/>
                    <a:pt x="2525" y="1"/>
                    <a:pt x="2478"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9" name="Google Shape;25099;p147"/>
            <p:cNvSpPr/>
            <p:nvPr/>
          </p:nvSpPr>
          <p:spPr>
            <a:xfrm>
              <a:off x="4940693" y="3812643"/>
              <a:ext cx="43970" cy="89429"/>
            </a:xfrm>
            <a:custGeom>
              <a:avLst/>
              <a:gdLst/>
              <a:ahLst/>
              <a:cxnLst/>
              <a:rect l="l" t="t" r="r" b="b"/>
              <a:pathLst>
                <a:path w="1359" h="2764" extrusionOk="0">
                  <a:moveTo>
                    <a:pt x="1" y="1"/>
                  </a:moveTo>
                  <a:lnTo>
                    <a:pt x="1" y="2763"/>
                  </a:lnTo>
                  <a:lnTo>
                    <a:pt x="763" y="2763"/>
                  </a:lnTo>
                  <a:cubicBezTo>
                    <a:pt x="906" y="2763"/>
                    <a:pt x="1073" y="2644"/>
                    <a:pt x="1073" y="2501"/>
                  </a:cubicBezTo>
                  <a:lnTo>
                    <a:pt x="1358" y="358"/>
                  </a:lnTo>
                  <a:cubicBezTo>
                    <a:pt x="1358" y="263"/>
                    <a:pt x="1335" y="167"/>
                    <a:pt x="1263" y="120"/>
                  </a:cubicBezTo>
                  <a:cubicBezTo>
                    <a:pt x="1239" y="48"/>
                    <a:pt x="1144" y="1"/>
                    <a:pt x="1073" y="1"/>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0" name="Google Shape;25100;p147"/>
            <p:cNvSpPr/>
            <p:nvPr/>
          </p:nvSpPr>
          <p:spPr>
            <a:xfrm>
              <a:off x="4820496" y="3922066"/>
              <a:ext cx="238133" cy="20837"/>
            </a:xfrm>
            <a:custGeom>
              <a:avLst/>
              <a:gdLst/>
              <a:ahLst/>
              <a:cxnLst/>
              <a:rect l="l" t="t" r="r" b="b"/>
              <a:pathLst>
                <a:path w="7360" h="644" extrusionOk="0">
                  <a:moveTo>
                    <a:pt x="334" y="0"/>
                  </a:moveTo>
                  <a:cubicBezTo>
                    <a:pt x="168" y="0"/>
                    <a:pt x="1" y="191"/>
                    <a:pt x="49" y="358"/>
                  </a:cubicBezTo>
                  <a:cubicBezTo>
                    <a:pt x="72" y="524"/>
                    <a:pt x="215" y="643"/>
                    <a:pt x="382" y="643"/>
                  </a:cubicBezTo>
                  <a:lnTo>
                    <a:pt x="7026" y="643"/>
                  </a:lnTo>
                  <a:cubicBezTo>
                    <a:pt x="7217" y="643"/>
                    <a:pt x="7360" y="477"/>
                    <a:pt x="7336" y="286"/>
                  </a:cubicBezTo>
                  <a:cubicBezTo>
                    <a:pt x="7312" y="119"/>
                    <a:pt x="7145" y="0"/>
                    <a:pt x="7002"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1" name="Google Shape;25101;p147"/>
            <p:cNvSpPr/>
            <p:nvPr/>
          </p:nvSpPr>
          <p:spPr>
            <a:xfrm>
              <a:off x="4939949" y="3922066"/>
              <a:ext cx="118678" cy="20837"/>
            </a:xfrm>
            <a:custGeom>
              <a:avLst/>
              <a:gdLst/>
              <a:ahLst/>
              <a:cxnLst/>
              <a:rect l="l" t="t" r="r" b="b"/>
              <a:pathLst>
                <a:path w="3668" h="644" extrusionOk="0">
                  <a:moveTo>
                    <a:pt x="0" y="0"/>
                  </a:moveTo>
                  <a:lnTo>
                    <a:pt x="0" y="643"/>
                  </a:lnTo>
                  <a:lnTo>
                    <a:pt x="3334" y="643"/>
                  </a:lnTo>
                  <a:cubicBezTo>
                    <a:pt x="3525" y="643"/>
                    <a:pt x="3668" y="477"/>
                    <a:pt x="3644" y="286"/>
                  </a:cubicBezTo>
                  <a:cubicBezTo>
                    <a:pt x="3644" y="119"/>
                    <a:pt x="3525" y="0"/>
                    <a:pt x="3334"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2" name="Google Shape;25102;p147"/>
            <p:cNvSpPr/>
            <p:nvPr/>
          </p:nvSpPr>
          <p:spPr>
            <a:xfrm>
              <a:off x="4814348" y="3732534"/>
              <a:ext cx="251981" cy="60116"/>
            </a:xfrm>
            <a:custGeom>
              <a:avLst/>
              <a:gdLst/>
              <a:ahLst/>
              <a:cxnLst/>
              <a:rect l="l" t="t" r="r" b="b"/>
              <a:pathLst>
                <a:path w="7788" h="1858" extrusionOk="0">
                  <a:moveTo>
                    <a:pt x="334" y="0"/>
                  </a:moveTo>
                  <a:cubicBezTo>
                    <a:pt x="215" y="0"/>
                    <a:pt x="119" y="24"/>
                    <a:pt x="48" y="119"/>
                  </a:cubicBezTo>
                  <a:cubicBezTo>
                    <a:pt x="0" y="191"/>
                    <a:pt x="0" y="310"/>
                    <a:pt x="24" y="381"/>
                  </a:cubicBezTo>
                  <a:lnTo>
                    <a:pt x="453" y="1643"/>
                  </a:lnTo>
                  <a:cubicBezTo>
                    <a:pt x="477" y="1762"/>
                    <a:pt x="596" y="1858"/>
                    <a:pt x="739" y="1858"/>
                  </a:cubicBezTo>
                  <a:lnTo>
                    <a:pt x="7026" y="1858"/>
                  </a:lnTo>
                  <a:cubicBezTo>
                    <a:pt x="7169" y="1858"/>
                    <a:pt x="7288" y="1762"/>
                    <a:pt x="7311" y="1667"/>
                  </a:cubicBezTo>
                  <a:lnTo>
                    <a:pt x="7740" y="429"/>
                  </a:lnTo>
                  <a:cubicBezTo>
                    <a:pt x="7788" y="310"/>
                    <a:pt x="7740" y="143"/>
                    <a:pt x="7621" y="71"/>
                  </a:cubicBezTo>
                  <a:cubicBezTo>
                    <a:pt x="7550" y="24"/>
                    <a:pt x="7502" y="0"/>
                    <a:pt x="7430"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3" name="Google Shape;25103;p147"/>
            <p:cNvSpPr/>
            <p:nvPr/>
          </p:nvSpPr>
          <p:spPr>
            <a:xfrm>
              <a:off x="4941470" y="3731757"/>
              <a:ext cx="124858" cy="60892"/>
            </a:xfrm>
            <a:custGeom>
              <a:avLst/>
              <a:gdLst/>
              <a:ahLst/>
              <a:cxnLst/>
              <a:rect l="l" t="t" r="r" b="b"/>
              <a:pathLst>
                <a:path w="3859" h="1882" extrusionOk="0">
                  <a:moveTo>
                    <a:pt x="1" y="0"/>
                  </a:moveTo>
                  <a:lnTo>
                    <a:pt x="1" y="1882"/>
                  </a:lnTo>
                  <a:lnTo>
                    <a:pt x="3120" y="1882"/>
                  </a:lnTo>
                  <a:cubicBezTo>
                    <a:pt x="3263" y="1882"/>
                    <a:pt x="3382" y="1786"/>
                    <a:pt x="3430" y="1667"/>
                  </a:cubicBezTo>
                  <a:lnTo>
                    <a:pt x="3835" y="405"/>
                  </a:lnTo>
                  <a:cubicBezTo>
                    <a:pt x="3859" y="334"/>
                    <a:pt x="3859" y="215"/>
                    <a:pt x="3811" y="143"/>
                  </a:cubicBezTo>
                  <a:cubicBezTo>
                    <a:pt x="3716" y="48"/>
                    <a:pt x="3621" y="0"/>
                    <a:pt x="3549"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4" name="Google Shape;25104;p147"/>
            <p:cNvSpPr/>
            <p:nvPr/>
          </p:nvSpPr>
          <p:spPr>
            <a:xfrm>
              <a:off x="4896011" y="3595383"/>
              <a:ext cx="88653" cy="89397"/>
            </a:xfrm>
            <a:custGeom>
              <a:avLst/>
              <a:gdLst/>
              <a:ahLst/>
              <a:cxnLst/>
              <a:rect l="l" t="t" r="r" b="b"/>
              <a:pathLst>
                <a:path w="2740" h="2763" extrusionOk="0">
                  <a:moveTo>
                    <a:pt x="1382" y="0"/>
                  </a:moveTo>
                  <a:cubicBezTo>
                    <a:pt x="596" y="0"/>
                    <a:pt x="1" y="595"/>
                    <a:pt x="1" y="1381"/>
                  </a:cubicBezTo>
                  <a:cubicBezTo>
                    <a:pt x="1" y="2167"/>
                    <a:pt x="620" y="2763"/>
                    <a:pt x="1382" y="2763"/>
                  </a:cubicBezTo>
                  <a:cubicBezTo>
                    <a:pt x="2120" y="2763"/>
                    <a:pt x="2739" y="2167"/>
                    <a:pt x="2739" y="1381"/>
                  </a:cubicBezTo>
                  <a:cubicBezTo>
                    <a:pt x="2739" y="595"/>
                    <a:pt x="2144" y="0"/>
                    <a:pt x="1382"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5" name="Google Shape;25105;p147"/>
            <p:cNvSpPr/>
            <p:nvPr/>
          </p:nvSpPr>
          <p:spPr>
            <a:xfrm>
              <a:off x="4940693" y="3595383"/>
              <a:ext cx="43970" cy="87941"/>
            </a:xfrm>
            <a:custGeom>
              <a:avLst/>
              <a:gdLst/>
              <a:ahLst/>
              <a:cxnLst/>
              <a:rect l="l" t="t" r="r" b="b"/>
              <a:pathLst>
                <a:path w="1359" h="2718" extrusionOk="0">
                  <a:moveTo>
                    <a:pt x="1" y="0"/>
                  </a:moveTo>
                  <a:lnTo>
                    <a:pt x="1" y="2715"/>
                  </a:lnTo>
                  <a:cubicBezTo>
                    <a:pt x="27" y="2717"/>
                    <a:pt x="52" y="2717"/>
                    <a:pt x="78" y="2717"/>
                  </a:cubicBezTo>
                  <a:cubicBezTo>
                    <a:pt x="782" y="2717"/>
                    <a:pt x="1358" y="2094"/>
                    <a:pt x="1358" y="1381"/>
                  </a:cubicBezTo>
                  <a:cubicBezTo>
                    <a:pt x="1358" y="643"/>
                    <a:pt x="763" y="0"/>
                    <a:pt x="1"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06" name="Google Shape;25106;p147"/>
          <p:cNvGrpSpPr/>
          <p:nvPr/>
        </p:nvGrpSpPr>
        <p:grpSpPr>
          <a:xfrm>
            <a:off x="4020722" y="3444504"/>
            <a:ext cx="344449" cy="346776"/>
            <a:chOff x="4020722" y="3596904"/>
            <a:chExt cx="344449" cy="346776"/>
          </a:xfrm>
        </p:grpSpPr>
        <p:sp>
          <p:nvSpPr>
            <p:cNvPr id="25107" name="Google Shape;25107;p147"/>
            <p:cNvSpPr/>
            <p:nvPr/>
          </p:nvSpPr>
          <p:spPr>
            <a:xfrm>
              <a:off x="4249566" y="3867355"/>
              <a:ext cx="115604" cy="75549"/>
            </a:xfrm>
            <a:custGeom>
              <a:avLst/>
              <a:gdLst/>
              <a:ahLst/>
              <a:cxnLst/>
              <a:rect l="l" t="t" r="r" b="b"/>
              <a:pathLst>
                <a:path w="3573" h="2335" extrusionOk="0">
                  <a:moveTo>
                    <a:pt x="1782" y="0"/>
                  </a:moveTo>
                  <a:cubicBezTo>
                    <a:pt x="1768" y="0"/>
                    <a:pt x="1753" y="0"/>
                    <a:pt x="1739" y="1"/>
                  </a:cubicBezTo>
                  <a:cubicBezTo>
                    <a:pt x="786" y="72"/>
                    <a:pt x="0" y="858"/>
                    <a:pt x="0" y="1810"/>
                  </a:cubicBezTo>
                  <a:lnTo>
                    <a:pt x="0" y="2334"/>
                  </a:lnTo>
                  <a:lnTo>
                    <a:pt x="3239" y="2334"/>
                  </a:lnTo>
                  <a:cubicBezTo>
                    <a:pt x="3430" y="2334"/>
                    <a:pt x="3573" y="2168"/>
                    <a:pt x="3573" y="2001"/>
                  </a:cubicBezTo>
                  <a:lnTo>
                    <a:pt x="3573" y="1787"/>
                  </a:lnTo>
                  <a:cubicBezTo>
                    <a:pt x="3573" y="801"/>
                    <a:pt x="2763" y="0"/>
                    <a:pt x="1782" y="0"/>
                  </a:cubicBezTo>
                  <a:close/>
                </a:path>
              </a:pathLst>
            </a:custGeom>
            <a:solidFill>
              <a:srgbClr val="F8FA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8" name="Google Shape;25108;p147"/>
            <p:cNvSpPr/>
            <p:nvPr/>
          </p:nvSpPr>
          <p:spPr>
            <a:xfrm>
              <a:off x="4307352" y="3868131"/>
              <a:ext cx="57818" cy="74772"/>
            </a:xfrm>
            <a:custGeom>
              <a:avLst/>
              <a:gdLst/>
              <a:ahLst/>
              <a:cxnLst/>
              <a:rect l="l" t="t" r="r" b="b"/>
              <a:pathLst>
                <a:path w="1787" h="2311" extrusionOk="0">
                  <a:moveTo>
                    <a:pt x="0" y="0"/>
                  </a:moveTo>
                  <a:lnTo>
                    <a:pt x="0" y="2310"/>
                  </a:lnTo>
                  <a:lnTo>
                    <a:pt x="1453" y="2310"/>
                  </a:lnTo>
                  <a:cubicBezTo>
                    <a:pt x="1644" y="2310"/>
                    <a:pt x="1787" y="2144"/>
                    <a:pt x="1787" y="1977"/>
                  </a:cubicBezTo>
                  <a:lnTo>
                    <a:pt x="1787" y="1763"/>
                  </a:lnTo>
                  <a:cubicBezTo>
                    <a:pt x="1787" y="810"/>
                    <a:pt x="1001" y="0"/>
                    <a:pt x="0"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9" name="Google Shape;25109;p147"/>
            <p:cNvSpPr/>
            <p:nvPr/>
          </p:nvSpPr>
          <p:spPr>
            <a:xfrm>
              <a:off x="4020722" y="3868066"/>
              <a:ext cx="114828" cy="75614"/>
            </a:xfrm>
            <a:custGeom>
              <a:avLst/>
              <a:gdLst/>
              <a:ahLst/>
              <a:cxnLst/>
              <a:rect l="l" t="t" r="r" b="b"/>
              <a:pathLst>
                <a:path w="3549" h="2337" extrusionOk="0">
                  <a:moveTo>
                    <a:pt x="1761" y="1"/>
                  </a:moveTo>
                  <a:cubicBezTo>
                    <a:pt x="782" y="1"/>
                    <a:pt x="0" y="801"/>
                    <a:pt x="0" y="1788"/>
                  </a:cubicBezTo>
                  <a:lnTo>
                    <a:pt x="0" y="2146"/>
                  </a:lnTo>
                  <a:cubicBezTo>
                    <a:pt x="0" y="2241"/>
                    <a:pt x="96" y="2336"/>
                    <a:pt x="167" y="2336"/>
                  </a:cubicBezTo>
                  <a:lnTo>
                    <a:pt x="3549" y="2336"/>
                  </a:lnTo>
                  <a:lnTo>
                    <a:pt x="3549" y="1360"/>
                  </a:lnTo>
                  <a:cubicBezTo>
                    <a:pt x="3549" y="1074"/>
                    <a:pt x="3430" y="812"/>
                    <a:pt x="3215" y="598"/>
                  </a:cubicBezTo>
                  <a:cubicBezTo>
                    <a:pt x="2727" y="178"/>
                    <a:pt x="2222" y="1"/>
                    <a:pt x="1761" y="1"/>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0" name="Google Shape;25110;p147"/>
            <p:cNvSpPr/>
            <p:nvPr/>
          </p:nvSpPr>
          <p:spPr>
            <a:xfrm>
              <a:off x="4135516" y="3867355"/>
              <a:ext cx="114084" cy="75549"/>
            </a:xfrm>
            <a:custGeom>
              <a:avLst/>
              <a:gdLst/>
              <a:ahLst/>
              <a:cxnLst/>
              <a:rect l="l" t="t" r="r" b="b"/>
              <a:pathLst>
                <a:path w="3526" h="2335" extrusionOk="0">
                  <a:moveTo>
                    <a:pt x="1735" y="0"/>
                  </a:moveTo>
                  <a:cubicBezTo>
                    <a:pt x="1720" y="0"/>
                    <a:pt x="1706" y="0"/>
                    <a:pt x="1692" y="1"/>
                  </a:cubicBezTo>
                  <a:cubicBezTo>
                    <a:pt x="739" y="72"/>
                    <a:pt x="1" y="858"/>
                    <a:pt x="1" y="1810"/>
                  </a:cubicBezTo>
                  <a:lnTo>
                    <a:pt x="1" y="2334"/>
                  </a:lnTo>
                  <a:lnTo>
                    <a:pt x="3525" y="2334"/>
                  </a:lnTo>
                  <a:lnTo>
                    <a:pt x="3525" y="1787"/>
                  </a:lnTo>
                  <a:cubicBezTo>
                    <a:pt x="3525" y="801"/>
                    <a:pt x="2716" y="0"/>
                    <a:pt x="1735"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1" name="Google Shape;25111;p147"/>
            <p:cNvSpPr/>
            <p:nvPr/>
          </p:nvSpPr>
          <p:spPr>
            <a:xfrm>
              <a:off x="4077731" y="3868131"/>
              <a:ext cx="57818" cy="74772"/>
            </a:xfrm>
            <a:custGeom>
              <a:avLst/>
              <a:gdLst/>
              <a:ahLst/>
              <a:cxnLst/>
              <a:rect l="l" t="t" r="r" b="b"/>
              <a:pathLst>
                <a:path w="1787" h="2311" extrusionOk="0">
                  <a:moveTo>
                    <a:pt x="1" y="0"/>
                  </a:moveTo>
                  <a:lnTo>
                    <a:pt x="1" y="2310"/>
                  </a:lnTo>
                  <a:lnTo>
                    <a:pt x="1787" y="2310"/>
                  </a:lnTo>
                  <a:lnTo>
                    <a:pt x="1787" y="1763"/>
                  </a:lnTo>
                  <a:cubicBezTo>
                    <a:pt x="1787" y="810"/>
                    <a:pt x="977" y="0"/>
                    <a:pt x="1" y="0"/>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2" name="Google Shape;25112;p147"/>
            <p:cNvSpPr/>
            <p:nvPr/>
          </p:nvSpPr>
          <p:spPr>
            <a:xfrm>
              <a:off x="4193302" y="3868131"/>
              <a:ext cx="57818" cy="74772"/>
            </a:xfrm>
            <a:custGeom>
              <a:avLst/>
              <a:gdLst/>
              <a:ahLst/>
              <a:cxnLst/>
              <a:rect l="l" t="t" r="r" b="b"/>
              <a:pathLst>
                <a:path w="1787" h="2311" extrusionOk="0">
                  <a:moveTo>
                    <a:pt x="1" y="0"/>
                  </a:moveTo>
                  <a:lnTo>
                    <a:pt x="1" y="2310"/>
                  </a:lnTo>
                  <a:lnTo>
                    <a:pt x="1787" y="2310"/>
                  </a:lnTo>
                  <a:lnTo>
                    <a:pt x="1787" y="1763"/>
                  </a:lnTo>
                  <a:cubicBezTo>
                    <a:pt x="1739" y="810"/>
                    <a:pt x="977" y="0"/>
                    <a:pt x="1"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3" name="Google Shape;25113;p147"/>
            <p:cNvSpPr/>
            <p:nvPr/>
          </p:nvSpPr>
          <p:spPr>
            <a:xfrm>
              <a:off x="4113968" y="3721727"/>
              <a:ext cx="156436" cy="64775"/>
            </a:xfrm>
            <a:custGeom>
              <a:avLst/>
              <a:gdLst/>
              <a:ahLst/>
              <a:cxnLst/>
              <a:rect l="l" t="t" r="r" b="b"/>
              <a:pathLst>
                <a:path w="4835" h="2002" extrusionOk="0">
                  <a:moveTo>
                    <a:pt x="0" y="1"/>
                  </a:moveTo>
                  <a:lnTo>
                    <a:pt x="0" y="1668"/>
                  </a:lnTo>
                  <a:cubicBezTo>
                    <a:pt x="0" y="1858"/>
                    <a:pt x="143" y="2001"/>
                    <a:pt x="333" y="2001"/>
                  </a:cubicBezTo>
                  <a:lnTo>
                    <a:pt x="4501" y="2001"/>
                  </a:lnTo>
                  <a:cubicBezTo>
                    <a:pt x="4668" y="2001"/>
                    <a:pt x="4834" y="1858"/>
                    <a:pt x="4834" y="1668"/>
                  </a:cubicBezTo>
                  <a:lnTo>
                    <a:pt x="4834" y="1"/>
                  </a:lnTo>
                  <a:close/>
                </a:path>
              </a:pathLst>
            </a:custGeom>
            <a:solidFill>
              <a:srgbClr val="94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4" name="Google Shape;25114;p147"/>
            <p:cNvSpPr/>
            <p:nvPr/>
          </p:nvSpPr>
          <p:spPr>
            <a:xfrm>
              <a:off x="4193302" y="3720951"/>
              <a:ext cx="77878" cy="64775"/>
            </a:xfrm>
            <a:custGeom>
              <a:avLst/>
              <a:gdLst/>
              <a:ahLst/>
              <a:cxnLst/>
              <a:rect l="l" t="t" r="r" b="b"/>
              <a:pathLst>
                <a:path w="2407" h="2002" extrusionOk="0">
                  <a:moveTo>
                    <a:pt x="1" y="1"/>
                  </a:moveTo>
                  <a:lnTo>
                    <a:pt x="1" y="2001"/>
                  </a:lnTo>
                  <a:lnTo>
                    <a:pt x="2073" y="2001"/>
                  </a:lnTo>
                  <a:cubicBezTo>
                    <a:pt x="2263" y="2001"/>
                    <a:pt x="2406" y="1858"/>
                    <a:pt x="2406" y="1668"/>
                  </a:cubicBezTo>
                  <a:lnTo>
                    <a:pt x="2406"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5" name="Google Shape;25115;p147"/>
            <p:cNvSpPr/>
            <p:nvPr/>
          </p:nvSpPr>
          <p:spPr>
            <a:xfrm>
              <a:off x="4128593" y="3657795"/>
              <a:ext cx="128708" cy="63966"/>
            </a:xfrm>
            <a:custGeom>
              <a:avLst/>
              <a:gdLst/>
              <a:ahLst/>
              <a:cxnLst/>
              <a:rect l="l" t="t" r="r" b="b"/>
              <a:pathLst>
                <a:path w="3978" h="1977" extrusionOk="0">
                  <a:moveTo>
                    <a:pt x="2001" y="0"/>
                  </a:moveTo>
                  <a:cubicBezTo>
                    <a:pt x="882" y="0"/>
                    <a:pt x="0" y="881"/>
                    <a:pt x="0" y="1977"/>
                  </a:cubicBezTo>
                  <a:lnTo>
                    <a:pt x="3978" y="1977"/>
                  </a:lnTo>
                  <a:cubicBezTo>
                    <a:pt x="3978" y="881"/>
                    <a:pt x="3096" y="0"/>
                    <a:pt x="2001" y="0"/>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6" name="Google Shape;25116;p147"/>
            <p:cNvSpPr/>
            <p:nvPr/>
          </p:nvSpPr>
          <p:spPr>
            <a:xfrm>
              <a:off x="4191781" y="3657795"/>
              <a:ext cx="64742" cy="63966"/>
            </a:xfrm>
            <a:custGeom>
              <a:avLst/>
              <a:gdLst/>
              <a:ahLst/>
              <a:cxnLst/>
              <a:rect l="l" t="t" r="r" b="b"/>
              <a:pathLst>
                <a:path w="2001" h="1977" extrusionOk="0">
                  <a:moveTo>
                    <a:pt x="0" y="0"/>
                  </a:moveTo>
                  <a:lnTo>
                    <a:pt x="0" y="1977"/>
                  </a:lnTo>
                  <a:lnTo>
                    <a:pt x="2001" y="1977"/>
                  </a:lnTo>
                  <a:cubicBezTo>
                    <a:pt x="2001" y="881"/>
                    <a:pt x="1120" y="0"/>
                    <a:pt x="0" y="0"/>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7" name="Google Shape;25117;p147"/>
            <p:cNvSpPr/>
            <p:nvPr/>
          </p:nvSpPr>
          <p:spPr>
            <a:xfrm>
              <a:off x="4152470" y="3596904"/>
              <a:ext cx="80952" cy="80952"/>
            </a:xfrm>
            <a:custGeom>
              <a:avLst/>
              <a:gdLst/>
              <a:ahLst/>
              <a:cxnLst/>
              <a:rect l="l" t="t" r="r" b="b"/>
              <a:pathLst>
                <a:path w="2502" h="2502" extrusionOk="0">
                  <a:moveTo>
                    <a:pt x="1263" y="1"/>
                  </a:moveTo>
                  <a:cubicBezTo>
                    <a:pt x="572" y="1"/>
                    <a:pt x="1" y="572"/>
                    <a:pt x="1" y="1239"/>
                  </a:cubicBezTo>
                  <a:cubicBezTo>
                    <a:pt x="1" y="1930"/>
                    <a:pt x="572" y="2501"/>
                    <a:pt x="1263" y="2501"/>
                  </a:cubicBezTo>
                  <a:cubicBezTo>
                    <a:pt x="1930" y="2501"/>
                    <a:pt x="2501" y="1930"/>
                    <a:pt x="2501" y="1239"/>
                  </a:cubicBezTo>
                  <a:cubicBezTo>
                    <a:pt x="2501" y="572"/>
                    <a:pt x="1930" y="1"/>
                    <a:pt x="126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8" name="Google Shape;25118;p147"/>
            <p:cNvSpPr/>
            <p:nvPr/>
          </p:nvSpPr>
          <p:spPr>
            <a:xfrm>
              <a:off x="4193302" y="3596904"/>
              <a:ext cx="40120" cy="80952"/>
            </a:xfrm>
            <a:custGeom>
              <a:avLst/>
              <a:gdLst/>
              <a:ahLst/>
              <a:cxnLst/>
              <a:rect l="l" t="t" r="r" b="b"/>
              <a:pathLst>
                <a:path w="1240" h="2502" extrusionOk="0">
                  <a:moveTo>
                    <a:pt x="1" y="1"/>
                  </a:moveTo>
                  <a:lnTo>
                    <a:pt x="1" y="2501"/>
                  </a:lnTo>
                  <a:cubicBezTo>
                    <a:pt x="668" y="2501"/>
                    <a:pt x="1239" y="1930"/>
                    <a:pt x="1239" y="1239"/>
                  </a:cubicBezTo>
                  <a:cubicBezTo>
                    <a:pt x="1239" y="572"/>
                    <a:pt x="668" y="1"/>
                    <a:pt x="1" y="1"/>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9" name="Google Shape;25119;p147"/>
            <p:cNvSpPr/>
            <p:nvPr/>
          </p:nvSpPr>
          <p:spPr>
            <a:xfrm>
              <a:off x="4093908" y="3711730"/>
              <a:ext cx="197301" cy="20060"/>
            </a:xfrm>
            <a:custGeom>
              <a:avLst/>
              <a:gdLst/>
              <a:ahLst/>
              <a:cxnLst/>
              <a:rect l="l" t="t" r="r" b="b"/>
              <a:pathLst>
                <a:path w="6098" h="620" extrusionOk="0">
                  <a:moveTo>
                    <a:pt x="334" y="0"/>
                  </a:moveTo>
                  <a:cubicBezTo>
                    <a:pt x="144" y="0"/>
                    <a:pt x="1" y="167"/>
                    <a:pt x="25" y="357"/>
                  </a:cubicBezTo>
                  <a:cubicBezTo>
                    <a:pt x="48" y="500"/>
                    <a:pt x="215" y="619"/>
                    <a:pt x="358" y="619"/>
                  </a:cubicBezTo>
                  <a:lnTo>
                    <a:pt x="5764" y="619"/>
                  </a:lnTo>
                  <a:cubicBezTo>
                    <a:pt x="5954" y="619"/>
                    <a:pt x="6097" y="476"/>
                    <a:pt x="6074" y="262"/>
                  </a:cubicBezTo>
                  <a:cubicBezTo>
                    <a:pt x="6050" y="119"/>
                    <a:pt x="5883" y="0"/>
                    <a:pt x="5740" y="0"/>
                  </a:cubicBez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0" name="Google Shape;25120;p147"/>
            <p:cNvSpPr/>
            <p:nvPr/>
          </p:nvSpPr>
          <p:spPr>
            <a:xfrm>
              <a:off x="4193302" y="3711730"/>
              <a:ext cx="97906" cy="20060"/>
            </a:xfrm>
            <a:custGeom>
              <a:avLst/>
              <a:gdLst/>
              <a:ahLst/>
              <a:cxnLst/>
              <a:rect l="l" t="t" r="r" b="b"/>
              <a:pathLst>
                <a:path w="3026" h="620" extrusionOk="0">
                  <a:moveTo>
                    <a:pt x="1" y="0"/>
                  </a:moveTo>
                  <a:lnTo>
                    <a:pt x="1" y="619"/>
                  </a:lnTo>
                  <a:lnTo>
                    <a:pt x="2692" y="619"/>
                  </a:lnTo>
                  <a:cubicBezTo>
                    <a:pt x="2882" y="619"/>
                    <a:pt x="3025" y="476"/>
                    <a:pt x="3002" y="262"/>
                  </a:cubicBezTo>
                  <a:cubicBezTo>
                    <a:pt x="3002" y="119"/>
                    <a:pt x="2859" y="0"/>
                    <a:pt x="2692" y="0"/>
                  </a:cubicBezTo>
                  <a:close/>
                </a:path>
              </a:pathLst>
            </a:custGeom>
            <a:solidFill>
              <a:srgbClr val="94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1" name="Google Shape;25121;p147"/>
            <p:cNvSpPr/>
            <p:nvPr/>
          </p:nvSpPr>
          <p:spPr>
            <a:xfrm>
              <a:off x="4270370" y="3806496"/>
              <a:ext cx="74772" cy="75517"/>
            </a:xfrm>
            <a:custGeom>
              <a:avLst/>
              <a:gdLst/>
              <a:ahLst/>
              <a:cxnLst/>
              <a:rect l="l" t="t" r="r" b="b"/>
              <a:pathLst>
                <a:path w="2311" h="2334" extrusionOk="0">
                  <a:moveTo>
                    <a:pt x="1143" y="0"/>
                  </a:moveTo>
                  <a:cubicBezTo>
                    <a:pt x="500" y="0"/>
                    <a:pt x="0" y="548"/>
                    <a:pt x="0" y="1167"/>
                  </a:cubicBezTo>
                  <a:cubicBezTo>
                    <a:pt x="0" y="1834"/>
                    <a:pt x="524" y="2334"/>
                    <a:pt x="1143" y="2334"/>
                  </a:cubicBezTo>
                  <a:cubicBezTo>
                    <a:pt x="1786" y="2334"/>
                    <a:pt x="2310" y="1786"/>
                    <a:pt x="2310" y="1167"/>
                  </a:cubicBezTo>
                  <a:cubicBezTo>
                    <a:pt x="2310" y="524"/>
                    <a:pt x="1786" y="0"/>
                    <a:pt x="11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2" name="Google Shape;25122;p147"/>
            <p:cNvSpPr/>
            <p:nvPr/>
          </p:nvSpPr>
          <p:spPr>
            <a:xfrm>
              <a:off x="4307352" y="3806496"/>
              <a:ext cx="37791" cy="74772"/>
            </a:xfrm>
            <a:custGeom>
              <a:avLst/>
              <a:gdLst/>
              <a:ahLst/>
              <a:cxnLst/>
              <a:rect l="l" t="t" r="r" b="b"/>
              <a:pathLst>
                <a:path w="1168" h="2311" extrusionOk="0">
                  <a:moveTo>
                    <a:pt x="0" y="0"/>
                  </a:moveTo>
                  <a:lnTo>
                    <a:pt x="0" y="2310"/>
                  </a:lnTo>
                  <a:cubicBezTo>
                    <a:pt x="14" y="2311"/>
                    <a:pt x="27" y="2311"/>
                    <a:pt x="41" y="2311"/>
                  </a:cubicBezTo>
                  <a:cubicBezTo>
                    <a:pt x="665" y="2311"/>
                    <a:pt x="1167" y="1773"/>
                    <a:pt x="1167" y="1167"/>
                  </a:cubicBezTo>
                  <a:cubicBezTo>
                    <a:pt x="1167" y="548"/>
                    <a:pt x="667" y="0"/>
                    <a:pt x="0"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3" name="Google Shape;25123;p147"/>
            <p:cNvSpPr/>
            <p:nvPr/>
          </p:nvSpPr>
          <p:spPr>
            <a:xfrm>
              <a:off x="4155544" y="3806496"/>
              <a:ext cx="74772" cy="75517"/>
            </a:xfrm>
            <a:custGeom>
              <a:avLst/>
              <a:gdLst/>
              <a:ahLst/>
              <a:cxnLst/>
              <a:rect l="l" t="t" r="r" b="b"/>
              <a:pathLst>
                <a:path w="2311" h="2334" extrusionOk="0">
                  <a:moveTo>
                    <a:pt x="1168" y="0"/>
                  </a:moveTo>
                  <a:cubicBezTo>
                    <a:pt x="501" y="0"/>
                    <a:pt x="1" y="548"/>
                    <a:pt x="1" y="1167"/>
                  </a:cubicBezTo>
                  <a:cubicBezTo>
                    <a:pt x="1" y="1834"/>
                    <a:pt x="525" y="2334"/>
                    <a:pt x="1168" y="2334"/>
                  </a:cubicBezTo>
                  <a:cubicBezTo>
                    <a:pt x="1787" y="2334"/>
                    <a:pt x="2287" y="1786"/>
                    <a:pt x="2311" y="1167"/>
                  </a:cubicBezTo>
                  <a:cubicBezTo>
                    <a:pt x="2311" y="524"/>
                    <a:pt x="1787" y="0"/>
                    <a:pt x="1168"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4" name="Google Shape;25124;p147"/>
            <p:cNvSpPr/>
            <p:nvPr/>
          </p:nvSpPr>
          <p:spPr>
            <a:xfrm>
              <a:off x="4191781" y="3806496"/>
              <a:ext cx="37791" cy="74772"/>
            </a:xfrm>
            <a:custGeom>
              <a:avLst/>
              <a:gdLst/>
              <a:ahLst/>
              <a:cxnLst/>
              <a:rect l="l" t="t" r="r" b="b"/>
              <a:pathLst>
                <a:path w="1168" h="2311" extrusionOk="0">
                  <a:moveTo>
                    <a:pt x="0" y="0"/>
                  </a:moveTo>
                  <a:lnTo>
                    <a:pt x="0" y="2310"/>
                  </a:lnTo>
                  <a:cubicBezTo>
                    <a:pt x="14" y="2311"/>
                    <a:pt x="28" y="2311"/>
                    <a:pt x="42" y="2311"/>
                  </a:cubicBezTo>
                  <a:cubicBezTo>
                    <a:pt x="688" y="2311"/>
                    <a:pt x="1167" y="1773"/>
                    <a:pt x="1167" y="1167"/>
                  </a:cubicBezTo>
                  <a:cubicBezTo>
                    <a:pt x="1167" y="548"/>
                    <a:pt x="667" y="0"/>
                    <a:pt x="0"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5" name="Google Shape;25125;p147"/>
            <p:cNvSpPr/>
            <p:nvPr/>
          </p:nvSpPr>
          <p:spPr>
            <a:xfrm>
              <a:off x="4039973" y="3806496"/>
              <a:ext cx="74772" cy="75517"/>
            </a:xfrm>
            <a:custGeom>
              <a:avLst/>
              <a:gdLst/>
              <a:ahLst/>
              <a:cxnLst/>
              <a:rect l="l" t="t" r="r" b="b"/>
              <a:pathLst>
                <a:path w="2311" h="2334" extrusionOk="0">
                  <a:moveTo>
                    <a:pt x="1168" y="0"/>
                  </a:moveTo>
                  <a:cubicBezTo>
                    <a:pt x="501" y="0"/>
                    <a:pt x="1" y="548"/>
                    <a:pt x="1" y="1167"/>
                  </a:cubicBezTo>
                  <a:cubicBezTo>
                    <a:pt x="1" y="1834"/>
                    <a:pt x="525" y="2334"/>
                    <a:pt x="1168" y="2334"/>
                  </a:cubicBezTo>
                  <a:cubicBezTo>
                    <a:pt x="1811" y="2334"/>
                    <a:pt x="2311" y="1786"/>
                    <a:pt x="2311" y="1167"/>
                  </a:cubicBezTo>
                  <a:cubicBezTo>
                    <a:pt x="2311" y="524"/>
                    <a:pt x="1787" y="0"/>
                    <a:pt x="1168"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6" name="Google Shape;25126;p147"/>
            <p:cNvSpPr/>
            <p:nvPr/>
          </p:nvSpPr>
          <p:spPr>
            <a:xfrm>
              <a:off x="4077731" y="3806496"/>
              <a:ext cx="37014" cy="74772"/>
            </a:xfrm>
            <a:custGeom>
              <a:avLst/>
              <a:gdLst/>
              <a:ahLst/>
              <a:cxnLst/>
              <a:rect l="l" t="t" r="r" b="b"/>
              <a:pathLst>
                <a:path w="1144" h="2311" extrusionOk="0">
                  <a:moveTo>
                    <a:pt x="1" y="0"/>
                  </a:moveTo>
                  <a:lnTo>
                    <a:pt x="1" y="2310"/>
                  </a:lnTo>
                  <a:cubicBezTo>
                    <a:pt x="14" y="2311"/>
                    <a:pt x="28" y="2311"/>
                    <a:pt x="41" y="2311"/>
                  </a:cubicBezTo>
                  <a:cubicBezTo>
                    <a:pt x="665" y="2311"/>
                    <a:pt x="1144" y="1773"/>
                    <a:pt x="1144" y="1167"/>
                  </a:cubicBezTo>
                  <a:cubicBezTo>
                    <a:pt x="1144" y="548"/>
                    <a:pt x="644" y="0"/>
                    <a:pt x="1"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27" name="Google Shape;25127;p147"/>
          <p:cNvGrpSpPr/>
          <p:nvPr/>
        </p:nvGrpSpPr>
        <p:grpSpPr>
          <a:xfrm>
            <a:off x="3266407" y="3442983"/>
            <a:ext cx="349076" cy="347327"/>
            <a:chOff x="3266407" y="3595383"/>
            <a:chExt cx="349076" cy="347327"/>
          </a:xfrm>
        </p:grpSpPr>
        <p:sp>
          <p:nvSpPr>
            <p:cNvPr id="25128" name="Google Shape;25128;p147"/>
            <p:cNvSpPr/>
            <p:nvPr/>
          </p:nvSpPr>
          <p:spPr>
            <a:xfrm>
              <a:off x="3459014" y="3676981"/>
              <a:ext cx="156469" cy="101789"/>
            </a:xfrm>
            <a:custGeom>
              <a:avLst/>
              <a:gdLst/>
              <a:ahLst/>
              <a:cxnLst/>
              <a:rect l="l" t="t" r="r" b="b"/>
              <a:pathLst>
                <a:path w="4836" h="3146" extrusionOk="0">
                  <a:moveTo>
                    <a:pt x="2421" y="1"/>
                  </a:moveTo>
                  <a:cubicBezTo>
                    <a:pt x="2393" y="1"/>
                    <a:pt x="2364" y="1"/>
                    <a:pt x="2335" y="2"/>
                  </a:cubicBezTo>
                  <a:cubicBezTo>
                    <a:pt x="1049" y="50"/>
                    <a:pt x="1" y="1122"/>
                    <a:pt x="1" y="2431"/>
                  </a:cubicBezTo>
                  <a:lnTo>
                    <a:pt x="1" y="2812"/>
                  </a:lnTo>
                  <a:cubicBezTo>
                    <a:pt x="1" y="3003"/>
                    <a:pt x="144" y="3146"/>
                    <a:pt x="334" y="3146"/>
                  </a:cubicBezTo>
                  <a:lnTo>
                    <a:pt x="4502" y="3146"/>
                  </a:lnTo>
                  <a:cubicBezTo>
                    <a:pt x="4668" y="3146"/>
                    <a:pt x="4835" y="3027"/>
                    <a:pt x="4787" y="2812"/>
                  </a:cubicBezTo>
                  <a:lnTo>
                    <a:pt x="4787" y="2408"/>
                  </a:lnTo>
                  <a:cubicBezTo>
                    <a:pt x="4787" y="1056"/>
                    <a:pt x="3738" y="1"/>
                    <a:pt x="2421" y="1"/>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9" name="Google Shape;25129;p147"/>
            <p:cNvSpPr/>
            <p:nvPr/>
          </p:nvSpPr>
          <p:spPr>
            <a:xfrm>
              <a:off x="3536827" y="3677046"/>
              <a:ext cx="78655" cy="101724"/>
            </a:xfrm>
            <a:custGeom>
              <a:avLst/>
              <a:gdLst/>
              <a:ahLst/>
              <a:cxnLst/>
              <a:rect l="l" t="t" r="r" b="b"/>
              <a:pathLst>
                <a:path w="2431" h="3144" extrusionOk="0">
                  <a:moveTo>
                    <a:pt x="1" y="0"/>
                  </a:moveTo>
                  <a:lnTo>
                    <a:pt x="1" y="3120"/>
                  </a:lnTo>
                  <a:lnTo>
                    <a:pt x="2097" y="3120"/>
                  </a:lnTo>
                  <a:lnTo>
                    <a:pt x="2097" y="3144"/>
                  </a:lnTo>
                  <a:cubicBezTo>
                    <a:pt x="2263" y="3144"/>
                    <a:pt x="2430" y="3001"/>
                    <a:pt x="2430" y="2810"/>
                  </a:cubicBezTo>
                  <a:lnTo>
                    <a:pt x="2430" y="2406"/>
                  </a:lnTo>
                  <a:cubicBezTo>
                    <a:pt x="2430" y="1072"/>
                    <a:pt x="1358" y="0"/>
                    <a:pt x="1" y="0"/>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0" name="Google Shape;25130;p147"/>
            <p:cNvSpPr/>
            <p:nvPr/>
          </p:nvSpPr>
          <p:spPr>
            <a:xfrm>
              <a:off x="3485998" y="3595383"/>
              <a:ext cx="102501" cy="102501"/>
            </a:xfrm>
            <a:custGeom>
              <a:avLst/>
              <a:gdLst/>
              <a:ahLst/>
              <a:cxnLst/>
              <a:rect l="l" t="t" r="r" b="b"/>
              <a:pathLst>
                <a:path w="3168" h="3168" extrusionOk="0">
                  <a:moveTo>
                    <a:pt x="1572" y="0"/>
                  </a:moveTo>
                  <a:cubicBezTo>
                    <a:pt x="715" y="0"/>
                    <a:pt x="0" y="714"/>
                    <a:pt x="0" y="1596"/>
                  </a:cubicBezTo>
                  <a:cubicBezTo>
                    <a:pt x="0" y="2453"/>
                    <a:pt x="715" y="3167"/>
                    <a:pt x="1572" y="3167"/>
                  </a:cubicBezTo>
                  <a:cubicBezTo>
                    <a:pt x="2453" y="3167"/>
                    <a:pt x="3168" y="2453"/>
                    <a:pt x="3168" y="1596"/>
                  </a:cubicBezTo>
                  <a:cubicBezTo>
                    <a:pt x="3168" y="714"/>
                    <a:pt x="2453" y="0"/>
                    <a:pt x="1572"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1" name="Google Shape;25131;p147"/>
            <p:cNvSpPr/>
            <p:nvPr/>
          </p:nvSpPr>
          <p:spPr>
            <a:xfrm>
              <a:off x="3536827" y="3596128"/>
              <a:ext cx="51671" cy="101012"/>
            </a:xfrm>
            <a:custGeom>
              <a:avLst/>
              <a:gdLst/>
              <a:ahLst/>
              <a:cxnLst/>
              <a:rect l="l" t="t" r="r" b="b"/>
              <a:pathLst>
                <a:path w="1597" h="3122" extrusionOk="0">
                  <a:moveTo>
                    <a:pt x="1" y="1"/>
                  </a:moveTo>
                  <a:lnTo>
                    <a:pt x="1" y="3121"/>
                  </a:lnTo>
                  <a:cubicBezTo>
                    <a:pt x="15" y="3121"/>
                    <a:pt x="30" y="3121"/>
                    <a:pt x="44" y="3121"/>
                  </a:cubicBezTo>
                  <a:cubicBezTo>
                    <a:pt x="905" y="3121"/>
                    <a:pt x="1597" y="2416"/>
                    <a:pt x="1597" y="1573"/>
                  </a:cubicBezTo>
                  <a:cubicBezTo>
                    <a:pt x="1597" y="715"/>
                    <a:pt x="882" y="1"/>
                    <a:pt x="1" y="1"/>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2" name="Google Shape;25132;p147"/>
            <p:cNvSpPr/>
            <p:nvPr/>
          </p:nvSpPr>
          <p:spPr>
            <a:xfrm>
              <a:off x="3266407" y="3801869"/>
              <a:ext cx="142556" cy="140841"/>
            </a:xfrm>
            <a:custGeom>
              <a:avLst/>
              <a:gdLst/>
              <a:ahLst/>
              <a:cxnLst/>
              <a:rect l="l" t="t" r="r" b="b"/>
              <a:pathLst>
                <a:path w="4406" h="4353" extrusionOk="0">
                  <a:moveTo>
                    <a:pt x="3310" y="0"/>
                  </a:moveTo>
                  <a:lnTo>
                    <a:pt x="310" y="3001"/>
                  </a:lnTo>
                  <a:cubicBezTo>
                    <a:pt x="0" y="3310"/>
                    <a:pt x="0" y="3811"/>
                    <a:pt x="310" y="4120"/>
                  </a:cubicBezTo>
                  <a:cubicBezTo>
                    <a:pt x="453" y="4275"/>
                    <a:pt x="649" y="4352"/>
                    <a:pt x="848" y="4352"/>
                  </a:cubicBezTo>
                  <a:cubicBezTo>
                    <a:pt x="1048" y="4352"/>
                    <a:pt x="1250" y="4275"/>
                    <a:pt x="1405" y="4120"/>
                  </a:cubicBezTo>
                  <a:lnTo>
                    <a:pt x="4406" y="1096"/>
                  </a:lnTo>
                  <a:lnTo>
                    <a:pt x="3310" y="0"/>
                  </a:ln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3" name="Google Shape;25133;p147"/>
            <p:cNvSpPr/>
            <p:nvPr/>
          </p:nvSpPr>
          <p:spPr>
            <a:xfrm>
              <a:off x="3276405" y="3819599"/>
              <a:ext cx="132558" cy="123111"/>
            </a:xfrm>
            <a:custGeom>
              <a:avLst/>
              <a:gdLst/>
              <a:ahLst/>
              <a:cxnLst/>
              <a:rect l="l" t="t" r="r" b="b"/>
              <a:pathLst>
                <a:path w="4097" h="3805" extrusionOk="0">
                  <a:moveTo>
                    <a:pt x="3525" y="0"/>
                  </a:moveTo>
                  <a:lnTo>
                    <a:pt x="1" y="3572"/>
                  </a:lnTo>
                  <a:cubicBezTo>
                    <a:pt x="144" y="3727"/>
                    <a:pt x="340" y="3804"/>
                    <a:pt x="539" y="3804"/>
                  </a:cubicBezTo>
                  <a:cubicBezTo>
                    <a:pt x="739" y="3804"/>
                    <a:pt x="941" y="3727"/>
                    <a:pt x="1096" y="3572"/>
                  </a:cubicBezTo>
                  <a:lnTo>
                    <a:pt x="4097" y="548"/>
                  </a:lnTo>
                  <a:lnTo>
                    <a:pt x="3525" y="0"/>
                  </a:ln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4" name="Google Shape;25134;p147"/>
            <p:cNvSpPr/>
            <p:nvPr/>
          </p:nvSpPr>
          <p:spPr>
            <a:xfrm>
              <a:off x="3351144" y="3690732"/>
              <a:ext cx="169540" cy="168958"/>
            </a:xfrm>
            <a:custGeom>
              <a:avLst/>
              <a:gdLst/>
              <a:ahLst/>
              <a:cxnLst/>
              <a:rect l="l" t="t" r="r" b="b"/>
              <a:pathLst>
                <a:path w="5240" h="5222" extrusionOk="0">
                  <a:moveTo>
                    <a:pt x="2623" y="0"/>
                  </a:moveTo>
                  <a:cubicBezTo>
                    <a:pt x="1953" y="0"/>
                    <a:pt x="1287" y="256"/>
                    <a:pt x="787" y="768"/>
                  </a:cubicBezTo>
                  <a:cubicBezTo>
                    <a:pt x="263" y="1268"/>
                    <a:pt x="1" y="1911"/>
                    <a:pt x="1" y="2602"/>
                  </a:cubicBezTo>
                  <a:cubicBezTo>
                    <a:pt x="1" y="3292"/>
                    <a:pt x="263" y="3935"/>
                    <a:pt x="787" y="4459"/>
                  </a:cubicBezTo>
                  <a:cubicBezTo>
                    <a:pt x="1287" y="4959"/>
                    <a:pt x="1930" y="5221"/>
                    <a:pt x="2620" y="5221"/>
                  </a:cubicBezTo>
                  <a:cubicBezTo>
                    <a:pt x="3311" y="5221"/>
                    <a:pt x="3954" y="4959"/>
                    <a:pt x="4478" y="4459"/>
                  </a:cubicBezTo>
                  <a:cubicBezTo>
                    <a:pt x="4978" y="3935"/>
                    <a:pt x="5240" y="3292"/>
                    <a:pt x="5240" y="2602"/>
                  </a:cubicBezTo>
                  <a:cubicBezTo>
                    <a:pt x="5240" y="1911"/>
                    <a:pt x="4978" y="1268"/>
                    <a:pt x="4478" y="768"/>
                  </a:cubicBezTo>
                  <a:cubicBezTo>
                    <a:pt x="3966" y="256"/>
                    <a:pt x="3293" y="0"/>
                    <a:pt x="262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5" name="Google Shape;25135;p147"/>
            <p:cNvSpPr/>
            <p:nvPr/>
          </p:nvSpPr>
          <p:spPr>
            <a:xfrm>
              <a:off x="3376574" y="3715580"/>
              <a:ext cx="144109" cy="144109"/>
            </a:xfrm>
            <a:custGeom>
              <a:avLst/>
              <a:gdLst/>
              <a:ahLst/>
              <a:cxnLst/>
              <a:rect l="l" t="t" r="r" b="b"/>
              <a:pathLst>
                <a:path w="4454" h="4454" extrusionOk="0">
                  <a:moveTo>
                    <a:pt x="3692" y="0"/>
                  </a:moveTo>
                  <a:lnTo>
                    <a:pt x="1" y="3691"/>
                  </a:lnTo>
                  <a:cubicBezTo>
                    <a:pt x="477" y="4191"/>
                    <a:pt x="1120" y="4453"/>
                    <a:pt x="1834" y="4453"/>
                  </a:cubicBezTo>
                  <a:cubicBezTo>
                    <a:pt x="2525" y="4453"/>
                    <a:pt x="3168" y="4191"/>
                    <a:pt x="3692" y="3691"/>
                  </a:cubicBezTo>
                  <a:cubicBezTo>
                    <a:pt x="4192" y="3167"/>
                    <a:pt x="4454" y="2524"/>
                    <a:pt x="4454" y="1834"/>
                  </a:cubicBezTo>
                  <a:cubicBezTo>
                    <a:pt x="4454" y="1143"/>
                    <a:pt x="4192" y="500"/>
                    <a:pt x="3692"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6" name="Google Shape;25136;p147"/>
            <p:cNvSpPr/>
            <p:nvPr/>
          </p:nvSpPr>
          <p:spPr>
            <a:xfrm>
              <a:off x="3371171" y="3710953"/>
              <a:ext cx="129485" cy="128708"/>
            </a:xfrm>
            <a:custGeom>
              <a:avLst/>
              <a:gdLst/>
              <a:ahLst/>
              <a:cxnLst/>
              <a:rect l="l" t="t" r="r" b="b"/>
              <a:pathLst>
                <a:path w="4002" h="3978" extrusionOk="0">
                  <a:moveTo>
                    <a:pt x="2001" y="0"/>
                  </a:moveTo>
                  <a:cubicBezTo>
                    <a:pt x="1495" y="0"/>
                    <a:pt x="989" y="191"/>
                    <a:pt x="596" y="572"/>
                  </a:cubicBezTo>
                  <a:cubicBezTo>
                    <a:pt x="215" y="977"/>
                    <a:pt x="1" y="1453"/>
                    <a:pt x="1" y="1977"/>
                  </a:cubicBezTo>
                  <a:cubicBezTo>
                    <a:pt x="1" y="2525"/>
                    <a:pt x="215" y="3025"/>
                    <a:pt x="596" y="3382"/>
                  </a:cubicBezTo>
                  <a:cubicBezTo>
                    <a:pt x="1001" y="3763"/>
                    <a:pt x="1477" y="3977"/>
                    <a:pt x="2001" y="3977"/>
                  </a:cubicBezTo>
                  <a:cubicBezTo>
                    <a:pt x="2549" y="3977"/>
                    <a:pt x="3049" y="3763"/>
                    <a:pt x="3406" y="3382"/>
                  </a:cubicBezTo>
                  <a:cubicBezTo>
                    <a:pt x="3787" y="2977"/>
                    <a:pt x="4002" y="2525"/>
                    <a:pt x="4002" y="1977"/>
                  </a:cubicBezTo>
                  <a:cubicBezTo>
                    <a:pt x="4002" y="1453"/>
                    <a:pt x="3787" y="929"/>
                    <a:pt x="3406" y="572"/>
                  </a:cubicBezTo>
                  <a:cubicBezTo>
                    <a:pt x="3013" y="191"/>
                    <a:pt x="2507" y="0"/>
                    <a:pt x="2001"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7" name="Google Shape;25137;p147"/>
            <p:cNvSpPr/>
            <p:nvPr/>
          </p:nvSpPr>
          <p:spPr>
            <a:xfrm>
              <a:off x="3390455" y="3729428"/>
              <a:ext cx="110201" cy="110233"/>
            </a:xfrm>
            <a:custGeom>
              <a:avLst/>
              <a:gdLst/>
              <a:ahLst/>
              <a:cxnLst/>
              <a:rect l="l" t="t" r="r" b="b"/>
              <a:pathLst>
                <a:path w="3406" h="3407" extrusionOk="0">
                  <a:moveTo>
                    <a:pt x="2810" y="1"/>
                  </a:moveTo>
                  <a:lnTo>
                    <a:pt x="0" y="2811"/>
                  </a:lnTo>
                  <a:cubicBezTo>
                    <a:pt x="357" y="3192"/>
                    <a:pt x="881" y="3406"/>
                    <a:pt x="1405" y="3406"/>
                  </a:cubicBezTo>
                  <a:cubicBezTo>
                    <a:pt x="1953" y="3406"/>
                    <a:pt x="2453" y="3192"/>
                    <a:pt x="2810" y="2811"/>
                  </a:cubicBezTo>
                  <a:cubicBezTo>
                    <a:pt x="3191" y="2430"/>
                    <a:pt x="3406" y="1954"/>
                    <a:pt x="3406" y="1406"/>
                  </a:cubicBezTo>
                  <a:cubicBezTo>
                    <a:pt x="3406" y="882"/>
                    <a:pt x="3191" y="358"/>
                    <a:pt x="2810" y="1"/>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38" name="Google Shape;25138;p147"/>
          <p:cNvGrpSpPr/>
          <p:nvPr/>
        </p:nvGrpSpPr>
        <p:grpSpPr>
          <a:xfrm>
            <a:off x="2529790" y="3444698"/>
            <a:ext cx="349852" cy="345806"/>
            <a:chOff x="2529790" y="3597098"/>
            <a:chExt cx="349852" cy="345806"/>
          </a:xfrm>
        </p:grpSpPr>
        <p:sp>
          <p:nvSpPr>
            <p:cNvPr id="25139" name="Google Shape;25139;p147"/>
            <p:cNvSpPr/>
            <p:nvPr/>
          </p:nvSpPr>
          <p:spPr>
            <a:xfrm>
              <a:off x="2529790" y="3798375"/>
              <a:ext cx="144109" cy="144530"/>
            </a:xfrm>
            <a:custGeom>
              <a:avLst/>
              <a:gdLst/>
              <a:ahLst/>
              <a:cxnLst/>
              <a:rect l="l" t="t" r="r" b="b"/>
              <a:pathLst>
                <a:path w="4454" h="4467" extrusionOk="0">
                  <a:moveTo>
                    <a:pt x="2256" y="0"/>
                  </a:moveTo>
                  <a:cubicBezTo>
                    <a:pt x="2190" y="0"/>
                    <a:pt x="2124" y="19"/>
                    <a:pt x="2072" y="61"/>
                  </a:cubicBezTo>
                  <a:cubicBezTo>
                    <a:pt x="1453" y="466"/>
                    <a:pt x="905" y="1037"/>
                    <a:pt x="572" y="1680"/>
                  </a:cubicBezTo>
                  <a:cubicBezTo>
                    <a:pt x="167" y="2347"/>
                    <a:pt x="0" y="3109"/>
                    <a:pt x="0" y="3871"/>
                  </a:cubicBezTo>
                  <a:lnTo>
                    <a:pt x="0" y="4133"/>
                  </a:lnTo>
                  <a:cubicBezTo>
                    <a:pt x="0" y="4300"/>
                    <a:pt x="143" y="4466"/>
                    <a:pt x="334" y="4466"/>
                  </a:cubicBezTo>
                  <a:lnTo>
                    <a:pt x="596" y="4466"/>
                  </a:lnTo>
                  <a:cubicBezTo>
                    <a:pt x="1358" y="4466"/>
                    <a:pt x="2096" y="4276"/>
                    <a:pt x="2739" y="3871"/>
                  </a:cubicBezTo>
                  <a:cubicBezTo>
                    <a:pt x="3430" y="3514"/>
                    <a:pt x="3954" y="2966"/>
                    <a:pt x="4382" y="2347"/>
                  </a:cubicBezTo>
                  <a:cubicBezTo>
                    <a:pt x="4454" y="2228"/>
                    <a:pt x="4454" y="2085"/>
                    <a:pt x="4335" y="1966"/>
                  </a:cubicBezTo>
                  <a:lnTo>
                    <a:pt x="2477" y="84"/>
                  </a:lnTo>
                  <a:cubicBezTo>
                    <a:pt x="2424" y="31"/>
                    <a:pt x="2340" y="0"/>
                    <a:pt x="2256"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0" name="Google Shape;25140;p147"/>
            <p:cNvSpPr/>
            <p:nvPr/>
          </p:nvSpPr>
          <p:spPr>
            <a:xfrm>
              <a:off x="2532087" y="3832671"/>
              <a:ext cx="141812" cy="110233"/>
            </a:xfrm>
            <a:custGeom>
              <a:avLst/>
              <a:gdLst/>
              <a:ahLst/>
              <a:cxnLst/>
              <a:rect l="l" t="t" r="r" b="b"/>
              <a:pathLst>
                <a:path w="4383" h="3407" extrusionOk="0">
                  <a:moveTo>
                    <a:pt x="3335" y="1"/>
                  </a:moveTo>
                  <a:lnTo>
                    <a:pt x="1" y="3335"/>
                  </a:lnTo>
                  <a:cubicBezTo>
                    <a:pt x="72" y="3359"/>
                    <a:pt x="144" y="3406"/>
                    <a:pt x="215" y="3406"/>
                  </a:cubicBezTo>
                  <a:lnTo>
                    <a:pt x="501" y="3406"/>
                  </a:lnTo>
                  <a:cubicBezTo>
                    <a:pt x="1239" y="3406"/>
                    <a:pt x="2001" y="3216"/>
                    <a:pt x="2668" y="2835"/>
                  </a:cubicBezTo>
                  <a:cubicBezTo>
                    <a:pt x="3311" y="2478"/>
                    <a:pt x="3883" y="1930"/>
                    <a:pt x="4311" y="1311"/>
                  </a:cubicBezTo>
                  <a:cubicBezTo>
                    <a:pt x="4383" y="1192"/>
                    <a:pt x="4359" y="1025"/>
                    <a:pt x="4264" y="930"/>
                  </a:cubicBezTo>
                  <a:lnTo>
                    <a:pt x="3335"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1" name="Google Shape;25141;p147"/>
            <p:cNvSpPr/>
            <p:nvPr/>
          </p:nvSpPr>
          <p:spPr>
            <a:xfrm>
              <a:off x="2705475" y="3780645"/>
              <a:ext cx="113275" cy="145306"/>
            </a:xfrm>
            <a:custGeom>
              <a:avLst/>
              <a:gdLst/>
              <a:ahLst/>
              <a:cxnLst/>
              <a:rect l="l" t="t" r="r" b="b"/>
              <a:pathLst>
                <a:path w="3501" h="4491" extrusionOk="0">
                  <a:moveTo>
                    <a:pt x="3086" y="1"/>
                  </a:moveTo>
                  <a:cubicBezTo>
                    <a:pt x="3015" y="1"/>
                    <a:pt x="2951" y="31"/>
                    <a:pt x="2905" y="61"/>
                  </a:cubicBezTo>
                  <a:lnTo>
                    <a:pt x="167" y="2085"/>
                  </a:lnTo>
                  <a:cubicBezTo>
                    <a:pt x="48" y="2180"/>
                    <a:pt x="0" y="2323"/>
                    <a:pt x="72" y="2466"/>
                  </a:cubicBezTo>
                  <a:lnTo>
                    <a:pt x="1000" y="4324"/>
                  </a:lnTo>
                  <a:cubicBezTo>
                    <a:pt x="1048" y="4419"/>
                    <a:pt x="1143" y="4467"/>
                    <a:pt x="1238" y="4490"/>
                  </a:cubicBezTo>
                  <a:lnTo>
                    <a:pt x="1286" y="4490"/>
                  </a:lnTo>
                  <a:cubicBezTo>
                    <a:pt x="1381" y="4490"/>
                    <a:pt x="1477" y="4467"/>
                    <a:pt x="1500" y="4395"/>
                  </a:cubicBezTo>
                  <a:lnTo>
                    <a:pt x="2096" y="3800"/>
                  </a:lnTo>
                  <a:cubicBezTo>
                    <a:pt x="3025" y="2895"/>
                    <a:pt x="3501" y="1609"/>
                    <a:pt x="3406" y="299"/>
                  </a:cubicBezTo>
                  <a:cubicBezTo>
                    <a:pt x="3406" y="180"/>
                    <a:pt x="3310" y="85"/>
                    <a:pt x="3215" y="37"/>
                  </a:cubicBezTo>
                  <a:cubicBezTo>
                    <a:pt x="3171" y="11"/>
                    <a:pt x="3128" y="1"/>
                    <a:pt x="3086"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2" name="Google Shape;25142;p147"/>
            <p:cNvSpPr/>
            <p:nvPr/>
          </p:nvSpPr>
          <p:spPr>
            <a:xfrm>
              <a:off x="2545190" y="3655077"/>
              <a:ext cx="147215" cy="109069"/>
            </a:xfrm>
            <a:custGeom>
              <a:avLst/>
              <a:gdLst/>
              <a:ahLst/>
              <a:cxnLst/>
              <a:rect l="l" t="t" r="r" b="b"/>
              <a:pathLst>
                <a:path w="4550" h="3371" extrusionOk="0">
                  <a:moveTo>
                    <a:pt x="3887" y="1"/>
                  </a:moveTo>
                  <a:cubicBezTo>
                    <a:pt x="2696" y="1"/>
                    <a:pt x="1566" y="472"/>
                    <a:pt x="715" y="1322"/>
                  </a:cubicBezTo>
                  <a:lnTo>
                    <a:pt x="120" y="1918"/>
                  </a:lnTo>
                  <a:cubicBezTo>
                    <a:pt x="48" y="1989"/>
                    <a:pt x="1" y="2084"/>
                    <a:pt x="25" y="2180"/>
                  </a:cubicBezTo>
                  <a:cubicBezTo>
                    <a:pt x="48" y="2299"/>
                    <a:pt x="120" y="2370"/>
                    <a:pt x="215" y="2418"/>
                  </a:cubicBezTo>
                  <a:lnTo>
                    <a:pt x="2049" y="3347"/>
                  </a:lnTo>
                  <a:cubicBezTo>
                    <a:pt x="2120" y="3370"/>
                    <a:pt x="2144" y="3370"/>
                    <a:pt x="2192" y="3370"/>
                  </a:cubicBezTo>
                  <a:cubicBezTo>
                    <a:pt x="2287" y="3370"/>
                    <a:pt x="2382" y="3347"/>
                    <a:pt x="2430" y="3251"/>
                  </a:cubicBezTo>
                  <a:lnTo>
                    <a:pt x="4454" y="513"/>
                  </a:lnTo>
                  <a:cubicBezTo>
                    <a:pt x="4525" y="441"/>
                    <a:pt x="4549" y="275"/>
                    <a:pt x="4502" y="203"/>
                  </a:cubicBezTo>
                  <a:cubicBezTo>
                    <a:pt x="4430" y="108"/>
                    <a:pt x="4335" y="13"/>
                    <a:pt x="4216" y="13"/>
                  </a:cubicBezTo>
                  <a:cubicBezTo>
                    <a:pt x="4106" y="5"/>
                    <a:pt x="3996" y="1"/>
                    <a:pt x="3887" y="1"/>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3" name="Google Shape;25143;p147"/>
            <p:cNvSpPr/>
            <p:nvPr/>
          </p:nvSpPr>
          <p:spPr>
            <a:xfrm>
              <a:off x="2583725" y="3604605"/>
              <a:ext cx="282039" cy="282039"/>
            </a:xfrm>
            <a:custGeom>
              <a:avLst/>
              <a:gdLst/>
              <a:ahLst/>
              <a:cxnLst/>
              <a:rect l="l" t="t" r="r" b="b"/>
              <a:pathLst>
                <a:path w="8717" h="8717" extrusionOk="0">
                  <a:moveTo>
                    <a:pt x="5549" y="1"/>
                  </a:moveTo>
                  <a:cubicBezTo>
                    <a:pt x="4525" y="287"/>
                    <a:pt x="3573" y="858"/>
                    <a:pt x="2787" y="1668"/>
                  </a:cubicBezTo>
                  <a:lnTo>
                    <a:pt x="2763" y="1692"/>
                  </a:lnTo>
                  <a:cubicBezTo>
                    <a:pt x="1548" y="2906"/>
                    <a:pt x="620" y="4335"/>
                    <a:pt x="24" y="5954"/>
                  </a:cubicBezTo>
                  <a:cubicBezTo>
                    <a:pt x="0" y="6073"/>
                    <a:pt x="0" y="6193"/>
                    <a:pt x="72" y="6288"/>
                  </a:cubicBezTo>
                  <a:lnTo>
                    <a:pt x="2430" y="8622"/>
                  </a:lnTo>
                  <a:cubicBezTo>
                    <a:pt x="2501" y="8693"/>
                    <a:pt x="2572" y="8717"/>
                    <a:pt x="2644" y="8717"/>
                  </a:cubicBezTo>
                  <a:cubicBezTo>
                    <a:pt x="2668" y="8717"/>
                    <a:pt x="2691" y="8717"/>
                    <a:pt x="2763" y="8693"/>
                  </a:cubicBezTo>
                  <a:cubicBezTo>
                    <a:pt x="4358" y="8098"/>
                    <a:pt x="5787" y="7169"/>
                    <a:pt x="7026" y="5954"/>
                  </a:cubicBezTo>
                  <a:lnTo>
                    <a:pt x="7050" y="5931"/>
                  </a:lnTo>
                  <a:cubicBezTo>
                    <a:pt x="7812" y="5145"/>
                    <a:pt x="8383" y="4168"/>
                    <a:pt x="8717" y="3144"/>
                  </a:cubicBezTo>
                  <a:lnTo>
                    <a:pt x="8717" y="3144"/>
                  </a:lnTo>
                  <a:lnTo>
                    <a:pt x="8621" y="3192"/>
                  </a:lnTo>
                  <a:cubicBezTo>
                    <a:pt x="7835" y="3144"/>
                    <a:pt x="7073" y="2787"/>
                    <a:pt x="6502" y="2239"/>
                  </a:cubicBezTo>
                  <a:cubicBezTo>
                    <a:pt x="5954" y="1668"/>
                    <a:pt x="5621" y="930"/>
                    <a:pt x="5549" y="120"/>
                  </a:cubicBezTo>
                  <a:lnTo>
                    <a:pt x="5549" y="1"/>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4" name="Google Shape;25144;p147"/>
            <p:cNvSpPr/>
            <p:nvPr/>
          </p:nvSpPr>
          <p:spPr>
            <a:xfrm>
              <a:off x="2625333" y="3677046"/>
              <a:ext cx="241207" cy="210372"/>
            </a:xfrm>
            <a:custGeom>
              <a:avLst/>
              <a:gdLst/>
              <a:ahLst/>
              <a:cxnLst/>
              <a:rect l="l" t="t" r="r" b="b"/>
              <a:pathLst>
                <a:path w="7455" h="6502" extrusionOk="0">
                  <a:moveTo>
                    <a:pt x="5240" y="0"/>
                  </a:moveTo>
                  <a:lnTo>
                    <a:pt x="0" y="5240"/>
                  </a:lnTo>
                  <a:lnTo>
                    <a:pt x="1191" y="6430"/>
                  </a:lnTo>
                  <a:cubicBezTo>
                    <a:pt x="1239" y="6478"/>
                    <a:pt x="1334" y="6502"/>
                    <a:pt x="1382" y="6502"/>
                  </a:cubicBezTo>
                  <a:cubicBezTo>
                    <a:pt x="1429" y="6502"/>
                    <a:pt x="1453" y="6502"/>
                    <a:pt x="1501" y="6478"/>
                  </a:cubicBezTo>
                  <a:cubicBezTo>
                    <a:pt x="3120" y="5883"/>
                    <a:pt x="4549" y="4954"/>
                    <a:pt x="5764" y="3739"/>
                  </a:cubicBezTo>
                  <a:lnTo>
                    <a:pt x="5787" y="3715"/>
                  </a:lnTo>
                  <a:cubicBezTo>
                    <a:pt x="6573" y="2930"/>
                    <a:pt x="7145" y="1953"/>
                    <a:pt x="7454" y="953"/>
                  </a:cubicBezTo>
                  <a:lnTo>
                    <a:pt x="7335" y="953"/>
                  </a:lnTo>
                  <a:cubicBezTo>
                    <a:pt x="6549" y="905"/>
                    <a:pt x="5787" y="548"/>
                    <a:pt x="5240"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5" name="Google Shape;25145;p147"/>
            <p:cNvSpPr/>
            <p:nvPr/>
          </p:nvSpPr>
          <p:spPr>
            <a:xfrm>
              <a:off x="2757857" y="3597098"/>
              <a:ext cx="121784" cy="118516"/>
            </a:xfrm>
            <a:custGeom>
              <a:avLst/>
              <a:gdLst/>
              <a:ahLst/>
              <a:cxnLst/>
              <a:rect l="l" t="t" r="r" b="b"/>
              <a:pathLst>
                <a:path w="3764" h="3663" extrusionOk="0">
                  <a:moveTo>
                    <a:pt x="2101" y="0"/>
                  </a:moveTo>
                  <a:cubicBezTo>
                    <a:pt x="1380" y="0"/>
                    <a:pt x="675" y="122"/>
                    <a:pt x="1" y="352"/>
                  </a:cubicBezTo>
                  <a:lnTo>
                    <a:pt x="1" y="590"/>
                  </a:lnTo>
                  <a:cubicBezTo>
                    <a:pt x="24" y="1400"/>
                    <a:pt x="382" y="2138"/>
                    <a:pt x="953" y="2710"/>
                  </a:cubicBezTo>
                  <a:cubicBezTo>
                    <a:pt x="1525" y="3257"/>
                    <a:pt x="2263" y="3591"/>
                    <a:pt x="3073" y="3662"/>
                  </a:cubicBezTo>
                  <a:lnTo>
                    <a:pt x="3311" y="3662"/>
                  </a:lnTo>
                  <a:cubicBezTo>
                    <a:pt x="3668" y="2590"/>
                    <a:pt x="3763" y="1447"/>
                    <a:pt x="3549" y="352"/>
                  </a:cubicBezTo>
                  <a:cubicBezTo>
                    <a:pt x="3501" y="233"/>
                    <a:pt x="3430" y="114"/>
                    <a:pt x="3311" y="114"/>
                  </a:cubicBezTo>
                  <a:cubicBezTo>
                    <a:pt x="2904" y="37"/>
                    <a:pt x="2500" y="0"/>
                    <a:pt x="2101" y="0"/>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6" name="Google Shape;25146;p147"/>
            <p:cNvSpPr/>
            <p:nvPr/>
          </p:nvSpPr>
          <p:spPr>
            <a:xfrm>
              <a:off x="2787915" y="3601531"/>
              <a:ext cx="90173" cy="112531"/>
            </a:xfrm>
            <a:custGeom>
              <a:avLst/>
              <a:gdLst/>
              <a:ahLst/>
              <a:cxnLst/>
              <a:rect l="l" t="t" r="r" b="b"/>
              <a:pathLst>
                <a:path w="2787" h="3478" extrusionOk="0">
                  <a:moveTo>
                    <a:pt x="2501" y="1"/>
                  </a:moveTo>
                  <a:lnTo>
                    <a:pt x="0" y="2525"/>
                  </a:lnTo>
                  <a:cubicBezTo>
                    <a:pt x="572" y="3096"/>
                    <a:pt x="1310" y="3430"/>
                    <a:pt x="2120" y="3477"/>
                  </a:cubicBezTo>
                  <a:lnTo>
                    <a:pt x="2358" y="3477"/>
                  </a:lnTo>
                  <a:cubicBezTo>
                    <a:pt x="2715" y="2453"/>
                    <a:pt x="2787" y="1310"/>
                    <a:pt x="2596" y="167"/>
                  </a:cubicBezTo>
                  <a:cubicBezTo>
                    <a:pt x="2596" y="120"/>
                    <a:pt x="2548" y="72"/>
                    <a:pt x="2501"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7" name="Google Shape;25147;p147"/>
            <p:cNvSpPr/>
            <p:nvPr/>
          </p:nvSpPr>
          <p:spPr>
            <a:xfrm>
              <a:off x="2699295" y="3686299"/>
              <a:ext cx="86323" cy="87100"/>
            </a:xfrm>
            <a:custGeom>
              <a:avLst/>
              <a:gdLst/>
              <a:ahLst/>
              <a:cxnLst/>
              <a:rect l="l" t="t" r="r" b="b"/>
              <a:pathLst>
                <a:path w="2668" h="2692" extrusionOk="0">
                  <a:moveTo>
                    <a:pt x="1334" y="0"/>
                  </a:moveTo>
                  <a:cubicBezTo>
                    <a:pt x="977" y="0"/>
                    <a:pt x="644" y="119"/>
                    <a:pt x="382" y="381"/>
                  </a:cubicBezTo>
                  <a:cubicBezTo>
                    <a:pt x="143" y="619"/>
                    <a:pt x="1" y="977"/>
                    <a:pt x="1" y="1334"/>
                  </a:cubicBezTo>
                  <a:cubicBezTo>
                    <a:pt x="1" y="1691"/>
                    <a:pt x="120" y="2024"/>
                    <a:pt x="382" y="2286"/>
                  </a:cubicBezTo>
                  <a:cubicBezTo>
                    <a:pt x="620" y="2524"/>
                    <a:pt x="977" y="2691"/>
                    <a:pt x="1334" y="2691"/>
                  </a:cubicBezTo>
                  <a:cubicBezTo>
                    <a:pt x="1691" y="2691"/>
                    <a:pt x="2049" y="2572"/>
                    <a:pt x="2287" y="2286"/>
                  </a:cubicBezTo>
                  <a:cubicBezTo>
                    <a:pt x="2525" y="2048"/>
                    <a:pt x="2668" y="1691"/>
                    <a:pt x="2668" y="1334"/>
                  </a:cubicBezTo>
                  <a:cubicBezTo>
                    <a:pt x="2668" y="977"/>
                    <a:pt x="2549" y="667"/>
                    <a:pt x="2287" y="381"/>
                  </a:cubicBezTo>
                  <a:cubicBezTo>
                    <a:pt x="2049" y="143"/>
                    <a:pt x="1691" y="0"/>
                    <a:pt x="1334" y="0"/>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8" name="Google Shape;25148;p147"/>
            <p:cNvSpPr/>
            <p:nvPr/>
          </p:nvSpPr>
          <p:spPr>
            <a:xfrm>
              <a:off x="2592978" y="3772006"/>
              <a:ext cx="107904" cy="106157"/>
            </a:xfrm>
            <a:custGeom>
              <a:avLst/>
              <a:gdLst/>
              <a:ahLst/>
              <a:cxnLst/>
              <a:rect l="l" t="t" r="r" b="b"/>
              <a:pathLst>
                <a:path w="3335" h="3281" extrusionOk="0">
                  <a:moveTo>
                    <a:pt x="2992" y="0"/>
                  </a:moveTo>
                  <a:cubicBezTo>
                    <a:pt x="2912" y="0"/>
                    <a:pt x="2834" y="30"/>
                    <a:pt x="2787" y="90"/>
                  </a:cubicBezTo>
                  <a:lnTo>
                    <a:pt x="119" y="2733"/>
                  </a:lnTo>
                  <a:cubicBezTo>
                    <a:pt x="0" y="2852"/>
                    <a:pt x="0" y="3067"/>
                    <a:pt x="119" y="3186"/>
                  </a:cubicBezTo>
                  <a:cubicBezTo>
                    <a:pt x="191" y="3257"/>
                    <a:pt x="238" y="3281"/>
                    <a:pt x="334" y="3281"/>
                  </a:cubicBezTo>
                  <a:cubicBezTo>
                    <a:pt x="429" y="3281"/>
                    <a:pt x="524" y="3257"/>
                    <a:pt x="572" y="3186"/>
                  </a:cubicBezTo>
                  <a:lnTo>
                    <a:pt x="3215" y="542"/>
                  </a:lnTo>
                  <a:cubicBezTo>
                    <a:pt x="3334" y="423"/>
                    <a:pt x="3334" y="209"/>
                    <a:pt x="3215" y="90"/>
                  </a:cubicBezTo>
                  <a:cubicBezTo>
                    <a:pt x="3156" y="30"/>
                    <a:pt x="3072" y="0"/>
                    <a:pt x="2992" y="0"/>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9" name="Google Shape;25149;p147"/>
            <p:cNvSpPr/>
            <p:nvPr/>
          </p:nvSpPr>
          <p:spPr>
            <a:xfrm>
              <a:off x="2711623" y="3698626"/>
              <a:ext cx="73996" cy="74772"/>
            </a:xfrm>
            <a:custGeom>
              <a:avLst/>
              <a:gdLst/>
              <a:ahLst/>
              <a:cxnLst/>
              <a:rect l="l" t="t" r="r" b="b"/>
              <a:pathLst>
                <a:path w="2287" h="2311" extrusionOk="0">
                  <a:moveTo>
                    <a:pt x="1906" y="0"/>
                  </a:moveTo>
                  <a:lnTo>
                    <a:pt x="1" y="1905"/>
                  </a:lnTo>
                  <a:cubicBezTo>
                    <a:pt x="263" y="2167"/>
                    <a:pt x="596" y="2310"/>
                    <a:pt x="953" y="2310"/>
                  </a:cubicBezTo>
                  <a:cubicBezTo>
                    <a:pt x="1310" y="2310"/>
                    <a:pt x="1668" y="2143"/>
                    <a:pt x="1906" y="1905"/>
                  </a:cubicBezTo>
                  <a:cubicBezTo>
                    <a:pt x="2168" y="1643"/>
                    <a:pt x="2287" y="1310"/>
                    <a:pt x="2287" y="953"/>
                  </a:cubicBezTo>
                  <a:cubicBezTo>
                    <a:pt x="2287" y="596"/>
                    <a:pt x="2144" y="238"/>
                    <a:pt x="1906" y="0"/>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0" name="Google Shape;25150;p147"/>
            <p:cNvSpPr/>
            <p:nvPr/>
          </p:nvSpPr>
          <p:spPr>
            <a:xfrm>
              <a:off x="2596828" y="3774886"/>
              <a:ext cx="103277" cy="103277"/>
            </a:xfrm>
            <a:custGeom>
              <a:avLst/>
              <a:gdLst/>
              <a:ahLst/>
              <a:cxnLst/>
              <a:rect l="l" t="t" r="r" b="b"/>
              <a:pathLst>
                <a:path w="3192" h="3192" extrusionOk="0">
                  <a:moveTo>
                    <a:pt x="3072" y="1"/>
                  </a:moveTo>
                  <a:lnTo>
                    <a:pt x="0" y="3097"/>
                  </a:lnTo>
                  <a:cubicBezTo>
                    <a:pt x="72" y="3168"/>
                    <a:pt x="167" y="3192"/>
                    <a:pt x="215" y="3192"/>
                  </a:cubicBezTo>
                  <a:cubicBezTo>
                    <a:pt x="286" y="3192"/>
                    <a:pt x="358" y="3168"/>
                    <a:pt x="429" y="3097"/>
                  </a:cubicBezTo>
                  <a:lnTo>
                    <a:pt x="3072" y="453"/>
                  </a:lnTo>
                  <a:cubicBezTo>
                    <a:pt x="3191" y="334"/>
                    <a:pt x="3191" y="120"/>
                    <a:pt x="3072"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1" name="Google Shape;25151;p147"/>
            <p:cNvSpPr/>
            <p:nvPr/>
          </p:nvSpPr>
          <p:spPr>
            <a:xfrm>
              <a:off x="2719323" y="3706327"/>
              <a:ext cx="46268" cy="46268"/>
            </a:xfrm>
            <a:custGeom>
              <a:avLst/>
              <a:gdLst/>
              <a:ahLst/>
              <a:cxnLst/>
              <a:rect l="l" t="t" r="r" b="b"/>
              <a:pathLst>
                <a:path w="1430" h="1430" extrusionOk="0">
                  <a:moveTo>
                    <a:pt x="715" y="0"/>
                  </a:moveTo>
                  <a:cubicBezTo>
                    <a:pt x="549" y="0"/>
                    <a:pt x="358" y="72"/>
                    <a:pt x="215" y="215"/>
                  </a:cubicBezTo>
                  <a:cubicBezTo>
                    <a:pt x="96" y="334"/>
                    <a:pt x="1" y="524"/>
                    <a:pt x="1" y="715"/>
                  </a:cubicBezTo>
                  <a:cubicBezTo>
                    <a:pt x="1" y="905"/>
                    <a:pt x="72" y="1072"/>
                    <a:pt x="215" y="1239"/>
                  </a:cubicBezTo>
                  <a:cubicBezTo>
                    <a:pt x="334" y="1358"/>
                    <a:pt x="501" y="1429"/>
                    <a:pt x="715" y="1429"/>
                  </a:cubicBezTo>
                  <a:cubicBezTo>
                    <a:pt x="930" y="1429"/>
                    <a:pt x="1096" y="1358"/>
                    <a:pt x="1215" y="1239"/>
                  </a:cubicBezTo>
                  <a:cubicBezTo>
                    <a:pt x="1334" y="1120"/>
                    <a:pt x="1430" y="929"/>
                    <a:pt x="1430" y="715"/>
                  </a:cubicBezTo>
                  <a:cubicBezTo>
                    <a:pt x="1430" y="548"/>
                    <a:pt x="1358" y="358"/>
                    <a:pt x="1215" y="215"/>
                  </a:cubicBezTo>
                  <a:cubicBezTo>
                    <a:pt x="1096" y="96"/>
                    <a:pt x="930" y="0"/>
                    <a:pt x="715" y="0"/>
                  </a:cubicBezTo>
                  <a:close/>
                </a:path>
              </a:pathLst>
            </a:custGeom>
            <a:solidFill>
              <a:srgbClr val="E8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2" name="Google Shape;25152;p147"/>
            <p:cNvSpPr/>
            <p:nvPr/>
          </p:nvSpPr>
          <p:spPr>
            <a:xfrm>
              <a:off x="2726279" y="3713251"/>
              <a:ext cx="39311" cy="39344"/>
            </a:xfrm>
            <a:custGeom>
              <a:avLst/>
              <a:gdLst/>
              <a:ahLst/>
              <a:cxnLst/>
              <a:rect l="l" t="t" r="r" b="b"/>
              <a:pathLst>
                <a:path w="1215" h="1216" extrusionOk="0">
                  <a:moveTo>
                    <a:pt x="1000" y="1"/>
                  </a:moveTo>
                  <a:lnTo>
                    <a:pt x="0" y="1025"/>
                  </a:lnTo>
                  <a:cubicBezTo>
                    <a:pt x="143" y="1168"/>
                    <a:pt x="334" y="1215"/>
                    <a:pt x="500" y="1215"/>
                  </a:cubicBezTo>
                  <a:cubicBezTo>
                    <a:pt x="715" y="1215"/>
                    <a:pt x="881" y="1120"/>
                    <a:pt x="1000" y="1025"/>
                  </a:cubicBezTo>
                  <a:cubicBezTo>
                    <a:pt x="1143" y="858"/>
                    <a:pt x="1215" y="691"/>
                    <a:pt x="1215" y="501"/>
                  </a:cubicBezTo>
                  <a:cubicBezTo>
                    <a:pt x="1215" y="310"/>
                    <a:pt x="1119" y="120"/>
                    <a:pt x="1000" y="1"/>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53" name="Google Shape;25153;p147"/>
          <p:cNvGrpSpPr/>
          <p:nvPr/>
        </p:nvGrpSpPr>
        <p:grpSpPr>
          <a:xfrm>
            <a:off x="1774698" y="3444504"/>
            <a:ext cx="346746" cy="346781"/>
            <a:chOff x="1774698" y="3596904"/>
            <a:chExt cx="346746" cy="346781"/>
          </a:xfrm>
        </p:grpSpPr>
        <p:sp>
          <p:nvSpPr>
            <p:cNvPr id="25154" name="Google Shape;25154;p147"/>
            <p:cNvSpPr/>
            <p:nvPr/>
          </p:nvSpPr>
          <p:spPr>
            <a:xfrm>
              <a:off x="1837110" y="3596904"/>
              <a:ext cx="223476" cy="346781"/>
            </a:xfrm>
            <a:custGeom>
              <a:avLst/>
              <a:gdLst/>
              <a:ahLst/>
              <a:cxnLst/>
              <a:rect l="l" t="t" r="r" b="b"/>
              <a:pathLst>
                <a:path w="6907" h="10718" extrusionOk="0">
                  <a:moveTo>
                    <a:pt x="1167" y="1"/>
                  </a:moveTo>
                  <a:cubicBezTo>
                    <a:pt x="548" y="1"/>
                    <a:pt x="0" y="501"/>
                    <a:pt x="0" y="1144"/>
                  </a:cubicBezTo>
                  <a:lnTo>
                    <a:pt x="0" y="9550"/>
                  </a:lnTo>
                  <a:cubicBezTo>
                    <a:pt x="0" y="10169"/>
                    <a:pt x="500" y="10717"/>
                    <a:pt x="1167" y="10717"/>
                  </a:cubicBezTo>
                  <a:lnTo>
                    <a:pt x="5739" y="10717"/>
                  </a:lnTo>
                  <a:cubicBezTo>
                    <a:pt x="6382" y="10717"/>
                    <a:pt x="6906" y="10193"/>
                    <a:pt x="6906" y="9550"/>
                  </a:cubicBezTo>
                  <a:lnTo>
                    <a:pt x="6906" y="1144"/>
                  </a:lnTo>
                  <a:cubicBezTo>
                    <a:pt x="6883" y="501"/>
                    <a:pt x="6382" y="1"/>
                    <a:pt x="5739"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5" name="Google Shape;25155;p147"/>
            <p:cNvSpPr/>
            <p:nvPr/>
          </p:nvSpPr>
          <p:spPr>
            <a:xfrm>
              <a:off x="1948830" y="3596904"/>
              <a:ext cx="111754" cy="345228"/>
            </a:xfrm>
            <a:custGeom>
              <a:avLst/>
              <a:gdLst/>
              <a:ahLst/>
              <a:cxnLst/>
              <a:rect l="l" t="t" r="r" b="b"/>
              <a:pathLst>
                <a:path w="3454" h="10670" extrusionOk="0">
                  <a:moveTo>
                    <a:pt x="0" y="1"/>
                  </a:moveTo>
                  <a:lnTo>
                    <a:pt x="0" y="10670"/>
                  </a:lnTo>
                  <a:lnTo>
                    <a:pt x="2286" y="10670"/>
                  </a:lnTo>
                  <a:cubicBezTo>
                    <a:pt x="2929" y="10670"/>
                    <a:pt x="3453" y="10169"/>
                    <a:pt x="3453" y="9526"/>
                  </a:cubicBezTo>
                  <a:lnTo>
                    <a:pt x="3453" y="1120"/>
                  </a:lnTo>
                  <a:cubicBezTo>
                    <a:pt x="3430" y="501"/>
                    <a:pt x="2929" y="1"/>
                    <a:pt x="2286"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6" name="Google Shape;25156;p147"/>
            <p:cNvSpPr/>
            <p:nvPr/>
          </p:nvSpPr>
          <p:spPr>
            <a:xfrm>
              <a:off x="1857137" y="3616187"/>
              <a:ext cx="183420" cy="238877"/>
            </a:xfrm>
            <a:custGeom>
              <a:avLst/>
              <a:gdLst/>
              <a:ahLst/>
              <a:cxnLst/>
              <a:rect l="l" t="t" r="r" b="b"/>
              <a:pathLst>
                <a:path w="5669" h="7383" extrusionOk="0">
                  <a:moveTo>
                    <a:pt x="548" y="0"/>
                  </a:moveTo>
                  <a:cubicBezTo>
                    <a:pt x="239" y="0"/>
                    <a:pt x="0" y="238"/>
                    <a:pt x="0" y="524"/>
                  </a:cubicBezTo>
                  <a:lnTo>
                    <a:pt x="0" y="7382"/>
                  </a:lnTo>
                  <a:lnTo>
                    <a:pt x="5668" y="7382"/>
                  </a:lnTo>
                  <a:lnTo>
                    <a:pt x="5668" y="524"/>
                  </a:lnTo>
                  <a:cubicBezTo>
                    <a:pt x="5668" y="238"/>
                    <a:pt x="5430" y="0"/>
                    <a:pt x="5120" y="0"/>
                  </a:cubicBezTo>
                  <a:close/>
                </a:path>
              </a:pathLst>
            </a:custGeom>
            <a:solidFill>
              <a:srgbClr val="E8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7" name="Google Shape;25157;p147"/>
            <p:cNvSpPr/>
            <p:nvPr/>
          </p:nvSpPr>
          <p:spPr>
            <a:xfrm>
              <a:off x="1948830" y="3616932"/>
              <a:ext cx="91726" cy="238133"/>
            </a:xfrm>
            <a:custGeom>
              <a:avLst/>
              <a:gdLst/>
              <a:ahLst/>
              <a:cxnLst/>
              <a:rect l="l" t="t" r="r" b="b"/>
              <a:pathLst>
                <a:path w="2835" h="7360" extrusionOk="0">
                  <a:moveTo>
                    <a:pt x="0" y="1"/>
                  </a:moveTo>
                  <a:lnTo>
                    <a:pt x="0" y="7359"/>
                  </a:lnTo>
                  <a:lnTo>
                    <a:pt x="2834" y="7359"/>
                  </a:lnTo>
                  <a:lnTo>
                    <a:pt x="2834" y="501"/>
                  </a:lnTo>
                  <a:cubicBezTo>
                    <a:pt x="2810" y="215"/>
                    <a:pt x="2572" y="1"/>
                    <a:pt x="2286" y="1"/>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8" name="Google Shape;25158;p147"/>
            <p:cNvSpPr/>
            <p:nvPr/>
          </p:nvSpPr>
          <p:spPr>
            <a:xfrm>
              <a:off x="1774698" y="3722504"/>
              <a:ext cx="155660" cy="110201"/>
            </a:xfrm>
            <a:custGeom>
              <a:avLst/>
              <a:gdLst/>
              <a:ahLst/>
              <a:cxnLst/>
              <a:rect l="l" t="t" r="r" b="b"/>
              <a:pathLst>
                <a:path w="4811" h="3406" extrusionOk="0">
                  <a:moveTo>
                    <a:pt x="334" y="0"/>
                  </a:moveTo>
                  <a:cubicBezTo>
                    <a:pt x="143" y="0"/>
                    <a:pt x="0" y="167"/>
                    <a:pt x="0" y="334"/>
                  </a:cubicBezTo>
                  <a:lnTo>
                    <a:pt x="0" y="2429"/>
                  </a:lnTo>
                  <a:cubicBezTo>
                    <a:pt x="0" y="2596"/>
                    <a:pt x="143" y="2763"/>
                    <a:pt x="334" y="2763"/>
                  </a:cubicBezTo>
                  <a:lnTo>
                    <a:pt x="3382" y="2763"/>
                  </a:lnTo>
                  <a:lnTo>
                    <a:pt x="4382" y="3358"/>
                  </a:lnTo>
                  <a:cubicBezTo>
                    <a:pt x="4406" y="3382"/>
                    <a:pt x="4454" y="3406"/>
                    <a:pt x="4525" y="3406"/>
                  </a:cubicBezTo>
                  <a:cubicBezTo>
                    <a:pt x="4620" y="3406"/>
                    <a:pt x="4668" y="3382"/>
                    <a:pt x="4739" y="3263"/>
                  </a:cubicBezTo>
                  <a:cubicBezTo>
                    <a:pt x="4787" y="3192"/>
                    <a:pt x="4811" y="3144"/>
                    <a:pt x="4811" y="3049"/>
                  </a:cubicBezTo>
                  <a:lnTo>
                    <a:pt x="4811" y="334"/>
                  </a:lnTo>
                  <a:cubicBezTo>
                    <a:pt x="4811" y="167"/>
                    <a:pt x="4668" y="0"/>
                    <a:pt x="4501"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9" name="Google Shape;25159;p147"/>
            <p:cNvSpPr/>
            <p:nvPr/>
          </p:nvSpPr>
          <p:spPr>
            <a:xfrm>
              <a:off x="1922623" y="3888935"/>
              <a:ext cx="49341" cy="20060"/>
            </a:xfrm>
            <a:custGeom>
              <a:avLst/>
              <a:gdLst/>
              <a:ahLst/>
              <a:cxnLst/>
              <a:rect l="l" t="t" r="r" b="b"/>
              <a:pathLst>
                <a:path w="1525" h="620" extrusionOk="0">
                  <a:moveTo>
                    <a:pt x="334" y="0"/>
                  </a:moveTo>
                  <a:cubicBezTo>
                    <a:pt x="167" y="0"/>
                    <a:pt x="1" y="167"/>
                    <a:pt x="48" y="358"/>
                  </a:cubicBezTo>
                  <a:cubicBezTo>
                    <a:pt x="72" y="500"/>
                    <a:pt x="215" y="619"/>
                    <a:pt x="358" y="619"/>
                  </a:cubicBezTo>
                  <a:lnTo>
                    <a:pt x="1191" y="619"/>
                  </a:lnTo>
                  <a:cubicBezTo>
                    <a:pt x="1382" y="619"/>
                    <a:pt x="1525" y="477"/>
                    <a:pt x="1501" y="262"/>
                  </a:cubicBezTo>
                  <a:cubicBezTo>
                    <a:pt x="1477" y="119"/>
                    <a:pt x="1310" y="0"/>
                    <a:pt x="1168" y="0"/>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0" name="Google Shape;25160;p147"/>
            <p:cNvSpPr/>
            <p:nvPr/>
          </p:nvSpPr>
          <p:spPr>
            <a:xfrm>
              <a:off x="1948054" y="3888935"/>
              <a:ext cx="23910" cy="20060"/>
            </a:xfrm>
            <a:custGeom>
              <a:avLst/>
              <a:gdLst/>
              <a:ahLst/>
              <a:cxnLst/>
              <a:rect l="l" t="t" r="r" b="b"/>
              <a:pathLst>
                <a:path w="739" h="620" extrusionOk="0">
                  <a:moveTo>
                    <a:pt x="0" y="0"/>
                  </a:moveTo>
                  <a:lnTo>
                    <a:pt x="0" y="619"/>
                  </a:lnTo>
                  <a:lnTo>
                    <a:pt x="405" y="619"/>
                  </a:lnTo>
                  <a:cubicBezTo>
                    <a:pt x="596" y="619"/>
                    <a:pt x="739" y="477"/>
                    <a:pt x="715" y="262"/>
                  </a:cubicBezTo>
                  <a:cubicBezTo>
                    <a:pt x="715" y="119"/>
                    <a:pt x="596" y="0"/>
                    <a:pt x="405"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1" name="Google Shape;25161;p147"/>
            <p:cNvSpPr/>
            <p:nvPr/>
          </p:nvSpPr>
          <p:spPr>
            <a:xfrm>
              <a:off x="1990438" y="3888935"/>
              <a:ext cx="35461" cy="20060"/>
            </a:xfrm>
            <a:custGeom>
              <a:avLst/>
              <a:gdLst/>
              <a:ahLst/>
              <a:cxnLst/>
              <a:rect l="l" t="t" r="r" b="b"/>
              <a:pathLst>
                <a:path w="1096" h="620" extrusionOk="0">
                  <a:moveTo>
                    <a:pt x="334" y="0"/>
                  </a:moveTo>
                  <a:cubicBezTo>
                    <a:pt x="143" y="0"/>
                    <a:pt x="0" y="167"/>
                    <a:pt x="24" y="358"/>
                  </a:cubicBezTo>
                  <a:cubicBezTo>
                    <a:pt x="48" y="500"/>
                    <a:pt x="215" y="619"/>
                    <a:pt x="358" y="619"/>
                  </a:cubicBezTo>
                  <a:lnTo>
                    <a:pt x="762" y="619"/>
                  </a:lnTo>
                  <a:cubicBezTo>
                    <a:pt x="977" y="619"/>
                    <a:pt x="1096" y="477"/>
                    <a:pt x="1072" y="262"/>
                  </a:cubicBezTo>
                  <a:cubicBezTo>
                    <a:pt x="1048" y="119"/>
                    <a:pt x="881" y="0"/>
                    <a:pt x="739"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2" name="Google Shape;25162;p147"/>
            <p:cNvSpPr/>
            <p:nvPr/>
          </p:nvSpPr>
          <p:spPr>
            <a:xfrm>
              <a:off x="1868688" y="3888935"/>
              <a:ext cx="36238" cy="20060"/>
            </a:xfrm>
            <a:custGeom>
              <a:avLst/>
              <a:gdLst/>
              <a:ahLst/>
              <a:cxnLst/>
              <a:rect l="l" t="t" r="r" b="b"/>
              <a:pathLst>
                <a:path w="1120" h="620" extrusionOk="0">
                  <a:moveTo>
                    <a:pt x="334" y="0"/>
                  </a:moveTo>
                  <a:cubicBezTo>
                    <a:pt x="167" y="0"/>
                    <a:pt x="1" y="167"/>
                    <a:pt x="48" y="358"/>
                  </a:cubicBezTo>
                  <a:cubicBezTo>
                    <a:pt x="72" y="500"/>
                    <a:pt x="215" y="619"/>
                    <a:pt x="358" y="619"/>
                  </a:cubicBezTo>
                  <a:lnTo>
                    <a:pt x="786" y="619"/>
                  </a:lnTo>
                  <a:cubicBezTo>
                    <a:pt x="953" y="619"/>
                    <a:pt x="1120" y="477"/>
                    <a:pt x="1072" y="262"/>
                  </a:cubicBezTo>
                  <a:cubicBezTo>
                    <a:pt x="1048" y="119"/>
                    <a:pt x="906" y="0"/>
                    <a:pt x="763" y="0"/>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3" name="Google Shape;25163;p147"/>
            <p:cNvSpPr/>
            <p:nvPr/>
          </p:nvSpPr>
          <p:spPr>
            <a:xfrm>
              <a:off x="1965008" y="3636991"/>
              <a:ext cx="156436" cy="107904"/>
            </a:xfrm>
            <a:custGeom>
              <a:avLst/>
              <a:gdLst/>
              <a:ahLst/>
              <a:cxnLst/>
              <a:rect l="l" t="t" r="r" b="b"/>
              <a:pathLst>
                <a:path w="4835" h="3335" extrusionOk="0">
                  <a:moveTo>
                    <a:pt x="334" y="0"/>
                  </a:moveTo>
                  <a:cubicBezTo>
                    <a:pt x="167" y="0"/>
                    <a:pt x="0" y="167"/>
                    <a:pt x="0" y="333"/>
                  </a:cubicBezTo>
                  <a:lnTo>
                    <a:pt x="0" y="3048"/>
                  </a:lnTo>
                  <a:cubicBezTo>
                    <a:pt x="0" y="3096"/>
                    <a:pt x="48" y="3191"/>
                    <a:pt x="96" y="3263"/>
                  </a:cubicBezTo>
                  <a:cubicBezTo>
                    <a:pt x="167" y="3310"/>
                    <a:pt x="239" y="3334"/>
                    <a:pt x="334" y="3334"/>
                  </a:cubicBezTo>
                  <a:lnTo>
                    <a:pt x="477" y="3334"/>
                  </a:lnTo>
                  <a:lnTo>
                    <a:pt x="1477" y="2739"/>
                  </a:lnTo>
                  <a:lnTo>
                    <a:pt x="4501" y="2739"/>
                  </a:lnTo>
                  <a:cubicBezTo>
                    <a:pt x="4668" y="2739"/>
                    <a:pt x="4835" y="2596"/>
                    <a:pt x="4835" y="2429"/>
                  </a:cubicBezTo>
                  <a:lnTo>
                    <a:pt x="4835" y="333"/>
                  </a:lnTo>
                  <a:cubicBezTo>
                    <a:pt x="4835" y="167"/>
                    <a:pt x="4668" y="0"/>
                    <a:pt x="4501"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4" name="Google Shape;25164;p147"/>
            <p:cNvSpPr/>
            <p:nvPr/>
          </p:nvSpPr>
          <p:spPr>
            <a:xfrm>
              <a:off x="2005063" y="3670866"/>
              <a:ext cx="75549" cy="20092"/>
            </a:xfrm>
            <a:custGeom>
              <a:avLst/>
              <a:gdLst/>
              <a:ahLst/>
              <a:cxnLst/>
              <a:rect l="l" t="t" r="r" b="b"/>
              <a:pathLst>
                <a:path w="2335" h="621" extrusionOk="0">
                  <a:moveTo>
                    <a:pt x="310" y="1"/>
                  </a:moveTo>
                  <a:cubicBezTo>
                    <a:pt x="144" y="1"/>
                    <a:pt x="1" y="191"/>
                    <a:pt x="25" y="358"/>
                  </a:cubicBezTo>
                  <a:cubicBezTo>
                    <a:pt x="48" y="501"/>
                    <a:pt x="191" y="620"/>
                    <a:pt x="358" y="620"/>
                  </a:cubicBezTo>
                  <a:lnTo>
                    <a:pt x="2025" y="620"/>
                  </a:lnTo>
                  <a:cubicBezTo>
                    <a:pt x="2192" y="620"/>
                    <a:pt x="2335" y="453"/>
                    <a:pt x="2311" y="263"/>
                  </a:cubicBezTo>
                  <a:cubicBezTo>
                    <a:pt x="2287" y="120"/>
                    <a:pt x="2144" y="1"/>
                    <a:pt x="1977" y="1"/>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5" name="Google Shape;25165;p147"/>
            <p:cNvSpPr/>
            <p:nvPr/>
          </p:nvSpPr>
          <p:spPr>
            <a:xfrm>
              <a:off x="1813976" y="3758708"/>
              <a:ext cx="76325" cy="20060"/>
            </a:xfrm>
            <a:custGeom>
              <a:avLst/>
              <a:gdLst/>
              <a:ahLst/>
              <a:cxnLst/>
              <a:rect l="l" t="t" r="r" b="b"/>
              <a:pathLst>
                <a:path w="2359" h="620" extrusionOk="0">
                  <a:moveTo>
                    <a:pt x="334" y="1"/>
                  </a:moveTo>
                  <a:cubicBezTo>
                    <a:pt x="144" y="1"/>
                    <a:pt x="1" y="167"/>
                    <a:pt x="25" y="358"/>
                  </a:cubicBezTo>
                  <a:cubicBezTo>
                    <a:pt x="72" y="501"/>
                    <a:pt x="215" y="620"/>
                    <a:pt x="358" y="620"/>
                  </a:cubicBezTo>
                  <a:lnTo>
                    <a:pt x="2025" y="620"/>
                  </a:lnTo>
                  <a:cubicBezTo>
                    <a:pt x="2216" y="620"/>
                    <a:pt x="2358" y="477"/>
                    <a:pt x="2335" y="263"/>
                  </a:cubicBezTo>
                  <a:cubicBezTo>
                    <a:pt x="2287" y="120"/>
                    <a:pt x="2144" y="1"/>
                    <a:pt x="2001" y="1"/>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66" name="Google Shape;25166;p147"/>
          <p:cNvGrpSpPr/>
          <p:nvPr/>
        </p:nvGrpSpPr>
        <p:grpSpPr>
          <a:xfrm>
            <a:off x="1028005" y="3449305"/>
            <a:ext cx="349837" cy="346731"/>
            <a:chOff x="1052468" y="3799167"/>
            <a:chExt cx="322281" cy="319420"/>
          </a:xfrm>
        </p:grpSpPr>
        <p:sp>
          <p:nvSpPr>
            <p:cNvPr id="25167" name="Google Shape;25167;p147"/>
            <p:cNvSpPr/>
            <p:nvPr/>
          </p:nvSpPr>
          <p:spPr>
            <a:xfrm>
              <a:off x="1290968" y="4020618"/>
              <a:ext cx="83782" cy="97969"/>
            </a:xfrm>
            <a:custGeom>
              <a:avLst/>
              <a:gdLst/>
              <a:ahLst/>
              <a:cxnLst/>
              <a:rect l="l" t="t" r="r" b="b"/>
              <a:pathLst>
                <a:path w="2811" h="3287" extrusionOk="0">
                  <a:moveTo>
                    <a:pt x="334" y="0"/>
                  </a:moveTo>
                  <a:cubicBezTo>
                    <a:pt x="167" y="0"/>
                    <a:pt x="1" y="167"/>
                    <a:pt x="1" y="334"/>
                  </a:cubicBezTo>
                  <a:lnTo>
                    <a:pt x="1" y="1310"/>
                  </a:lnTo>
                  <a:cubicBezTo>
                    <a:pt x="1" y="1382"/>
                    <a:pt x="48" y="1453"/>
                    <a:pt x="72" y="1501"/>
                  </a:cubicBezTo>
                  <a:lnTo>
                    <a:pt x="1168" y="3144"/>
                  </a:lnTo>
                  <a:cubicBezTo>
                    <a:pt x="1239" y="3239"/>
                    <a:pt x="1310" y="3287"/>
                    <a:pt x="1430" y="3287"/>
                  </a:cubicBezTo>
                  <a:lnTo>
                    <a:pt x="2477" y="3287"/>
                  </a:lnTo>
                  <a:cubicBezTo>
                    <a:pt x="2525" y="3287"/>
                    <a:pt x="2596" y="3263"/>
                    <a:pt x="2644" y="3239"/>
                  </a:cubicBezTo>
                  <a:cubicBezTo>
                    <a:pt x="2787" y="3168"/>
                    <a:pt x="2811" y="3025"/>
                    <a:pt x="2739" y="2834"/>
                  </a:cubicBezTo>
                  <a:lnTo>
                    <a:pt x="1882" y="215"/>
                  </a:lnTo>
                  <a:cubicBezTo>
                    <a:pt x="1858" y="96"/>
                    <a:pt x="1739" y="0"/>
                    <a:pt x="1596"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8" name="Google Shape;25168;p147"/>
            <p:cNvSpPr/>
            <p:nvPr/>
          </p:nvSpPr>
          <p:spPr>
            <a:xfrm>
              <a:off x="1129842" y="4022019"/>
              <a:ext cx="83096" cy="96568"/>
            </a:xfrm>
            <a:custGeom>
              <a:avLst/>
              <a:gdLst/>
              <a:ahLst/>
              <a:cxnLst/>
              <a:rect l="l" t="t" r="r" b="b"/>
              <a:pathLst>
                <a:path w="2788" h="3240" extrusionOk="0">
                  <a:moveTo>
                    <a:pt x="1215" y="1"/>
                  </a:moveTo>
                  <a:cubicBezTo>
                    <a:pt x="1072" y="1"/>
                    <a:pt x="953" y="96"/>
                    <a:pt x="930" y="215"/>
                  </a:cubicBezTo>
                  <a:lnTo>
                    <a:pt x="48" y="2835"/>
                  </a:lnTo>
                  <a:cubicBezTo>
                    <a:pt x="1" y="2954"/>
                    <a:pt x="48" y="3097"/>
                    <a:pt x="167" y="3192"/>
                  </a:cubicBezTo>
                  <a:cubicBezTo>
                    <a:pt x="239" y="3216"/>
                    <a:pt x="287" y="3240"/>
                    <a:pt x="358" y="3240"/>
                  </a:cubicBezTo>
                  <a:lnTo>
                    <a:pt x="1406" y="3240"/>
                  </a:lnTo>
                  <a:cubicBezTo>
                    <a:pt x="1525" y="3240"/>
                    <a:pt x="1596" y="3192"/>
                    <a:pt x="1644" y="3121"/>
                  </a:cubicBezTo>
                  <a:lnTo>
                    <a:pt x="2739" y="1477"/>
                  </a:lnTo>
                  <a:cubicBezTo>
                    <a:pt x="2763" y="1430"/>
                    <a:pt x="2787" y="1358"/>
                    <a:pt x="2787" y="1311"/>
                  </a:cubicBezTo>
                  <a:lnTo>
                    <a:pt x="2787" y="334"/>
                  </a:lnTo>
                  <a:cubicBezTo>
                    <a:pt x="2787" y="144"/>
                    <a:pt x="2644" y="1"/>
                    <a:pt x="2477"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9" name="Google Shape;25169;p147"/>
            <p:cNvSpPr/>
            <p:nvPr/>
          </p:nvSpPr>
          <p:spPr>
            <a:xfrm>
              <a:off x="1223549" y="3799167"/>
              <a:ext cx="56808" cy="75258"/>
            </a:xfrm>
            <a:custGeom>
              <a:avLst/>
              <a:gdLst/>
              <a:ahLst/>
              <a:cxnLst/>
              <a:rect l="l" t="t" r="r" b="b"/>
              <a:pathLst>
                <a:path w="1906" h="2525" extrusionOk="0">
                  <a:moveTo>
                    <a:pt x="334" y="0"/>
                  </a:moveTo>
                  <a:cubicBezTo>
                    <a:pt x="167" y="0"/>
                    <a:pt x="0" y="143"/>
                    <a:pt x="0" y="334"/>
                  </a:cubicBezTo>
                  <a:lnTo>
                    <a:pt x="0" y="2215"/>
                  </a:lnTo>
                  <a:cubicBezTo>
                    <a:pt x="0" y="2382"/>
                    <a:pt x="167" y="2525"/>
                    <a:pt x="334" y="2525"/>
                  </a:cubicBezTo>
                  <a:lnTo>
                    <a:pt x="1596" y="2525"/>
                  </a:lnTo>
                  <a:cubicBezTo>
                    <a:pt x="1763" y="2525"/>
                    <a:pt x="1905" y="2382"/>
                    <a:pt x="1905" y="2215"/>
                  </a:cubicBezTo>
                  <a:lnTo>
                    <a:pt x="1905" y="334"/>
                  </a:lnTo>
                  <a:cubicBezTo>
                    <a:pt x="1905" y="143"/>
                    <a:pt x="1763" y="0"/>
                    <a:pt x="1596"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0" name="Google Shape;25170;p147"/>
            <p:cNvSpPr/>
            <p:nvPr/>
          </p:nvSpPr>
          <p:spPr>
            <a:xfrm>
              <a:off x="1251923" y="3799883"/>
              <a:ext cx="28434" cy="74542"/>
            </a:xfrm>
            <a:custGeom>
              <a:avLst/>
              <a:gdLst/>
              <a:ahLst/>
              <a:cxnLst/>
              <a:rect l="l" t="t" r="r" b="b"/>
              <a:pathLst>
                <a:path w="954" h="2501" extrusionOk="0">
                  <a:moveTo>
                    <a:pt x="1" y="0"/>
                  </a:moveTo>
                  <a:lnTo>
                    <a:pt x="1" y="2501"/>
                  </a:lnTo>
                  <a:lnTo>
                    <a:pt x="644" y="2501"/>
                  </a:lnTo>
                  <a:cubicBezTo>
                    <a:pt x="811" y="2501"/>
                    <a:pt x="953" y="2358"/>
                    <a:pt x="953" y="2167"/>
                  </a:cubicBezTo>
                  <a:lnTo>
                    <a:pt x="953" y="310"/>
                  </a:lnTo>
                  <a:cubicBezTo>
                    <a:pt x="953" y="119"/>
                    <a:pt x="811" y="0"/>
                    <a:pt x="644"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1" name="Google Shape;25171;p147"/>
            <p:cNvSpPr/>
            <p:nvPr/>
          </p:nvSpPr>
          <p:spPr>
            <a:xfrm>
              <a:off x="1130557" y="3838212"/>
              <a:ext cx="243477" cy="243477"/>
            </a:xfrm>
            <a:custGeom>
              <a:avLst/>
              <a:gdLst/>
              <a:ahLst/>
              <a:cxnLst/>
              <a:rect l="l" t="t" r="r" b="b"/>
              <a:pathLst>
                <a:path w="8169" h="8169" extrusionOk="0">
                  <a:moveTo>
                    <a:pt x="4073" y="0"/>
                  </a:moveTo>
                  <a:cubicBezTo>
                    <a:pt x="1810" y="0"/>
                    <a:pt x="1" y="1810"/>
                    <a:pt x="1" y="4072"/>
                  </a:cubicBezTo>
                  <a:cubicBezTo>
                    <a:pt x="1" y="6335"/>
                    <a:pt x="1858" y="8168"/>
                    <a:pt x="4073" y="8168"/>
                  </a:cubicBezTo>
                  <a:cubicBezTo>
                    <a:pt x="6335" y="8168"/>
                    <a:pt x="8169" y="6335"/>
                    <a:pt x="8169" y="4072"/>
                  </a:cubicBezTo>
                  <a:cubicBezTo>
                    <a:pt x="8169" y="1810"/>
                    <a:pt x="6311" y="0"/>
                    <a:pt x="4073" y="0"/>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2" name="Google Shape;25172;p147"/>
            <p:cNvSpPr/>
            <p:nvPr/>
          </p:nvSpPr>
          <p:spPr>
            <a:xfrm>
              <a:off x="1251923" y="3838212"/>
              <a:ext cx="122111" cy="243477"/>
            </a:xfrm>
            <a:custGeom>
              <a:avLst/>
              <a:gdLst/>
              <a:ahLst/>
              <a:cxnLst/>
              <a:rect l="l" t="t" r="r" b="b"/>
              <a:pathLst>
                <a:path w="4097" h="8169" extrusionOk="0">
                  <a:moveTo>
                    <a:pt x="1" y="0"/>
                  </a:moveTo>
                  <a:lnTo>
                    <a:pt x="1" y="8168"/>
                  </a:lnTo>
                  <a:cubicBezTo>
                    <a:pt x="2263" y="8168"/>
                    <a:pt x="4097" y="6311"/>
                    <a:pt x="4097" y="4072"/>
                  </a:cubicBezTo>
                  <a:cubicBezTo>
                    <a:pt x="4097" y="1858"/>
                    <a:pt x="2263" y="0"/>
                    <a:pt x="1" y="0"/>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3" name="Google Shape;25173;p147"/>
            <p:cNvSpPr/>
            <p:nvPr/>
          </p:nvSpPr>
          <p:spPr>
            <a:xfrm>
              <a:off x="1168171" y="3875826"/>
              <a:ext cx="168249" cy="168249"/>
            </a:xfrm>
            <a:custGeom>
              <a:avLst/>
              <a:gdLst/>
              <a:ahLst/>
              <a:cxnLst/>
              <a:rect l="l" t="t" r="r" b="b"/>
              <a:pathLst>
                <a:path w="5645" h="5645" extrusionOk="0">
                  <a:moveTo>
                    <a:pt x="2811" y="0"/>
                  </a:moveTo>
                  <a:cubicBezTo>
                    <a:pt x="1263" y="0"/>
                    <a:pt x="1" y="1262"/>
                    <a:pt x="1" y="2810"/>
                  </a:cubicBezTo>
                  <a:cubicBezTo>
                    <a:pt x="1" y="4358"/>
                    <a:pt x="1263" y="5644"/>
                    <a:pt x="2811" y="5644"/>
                  </a:cubicBezTo>
                  <a:cubicBezTo>
                    <a:pt x="4383" y="5644"/>
                    <a:pt x="5645" y="4358"/>
                    <a:pt x="5645" y="2810"/>
                  </a:cubicBezTo>
                  <a:cubicBezTo>
                    <a:pt x="5645" y="1262"/>
                    <a:pt x="4359" y="0"/>
                    <a:pt x="2811"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4" name="Google Shape;25174;p147"/>
            <p:cNvSpPr/>
            <p:nvPr/>
          </p:nvSpPr>
          <p:spPr>
            <a:xfrm>
              <a:off x="1251923" y="3875826"/>
              <a:ext cx="84497" cy="168249"/>
            </a:xfrm>
            <a:custGeom>
              <a:avLst/>
              <a:gdLst/>
              <a:ahLst/>
              <a:cxnLst/>
              <a:rect l="l" t="t" r="r" b="b"/>
              <a:pathLst>
                <a:path w="2835" h="5645" extrusionOk="0">
                  <a:moveTo>
                    <a:pt x="1" y="0"/>
                  </a:moveTo>
                  <a:lnTo>
                    <a:pt x="1" y="5644"/>
                  </a:lnTo>
                  <a:cubicBezTo>
                    <a:pt x="1573" y="5644"/>
                    <a:pt x="2835" y="4358"/>
                    <a:pt x="2835" y="2810"/>
                  </a:cubicBezTo>
                  <a:cubicBezTo>
                    <a:pt x="2835" y="1262"/>
                    <a:pt x="1549" y="0"/>
                    <a:pt x="1"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5" name="Google Shape;25175;p147"/>
            <p:cNvSpPr/>
            <p:nvPr/>
          </p:nvSpPr>
          <p:spPr>
            <a:xfrm>
              <a:off x="1205099" y="3912724"/>
              <a:ext cx="94422" cy="94422"/>
            </a:xfrm>
            <a:custGeom>
              <a:avLst/>
              <a:gdLst/>
              <a:ahLst/>
              <a:cxnLst/>
              <a:rect l="l" t="t" r="r" b="b"/>
              <a:pathLst>
                <a:path w="3168" h="3168" extrusionOk="0">
                  <a:moveTo>
                    <a:pt x="1572" y="1"/>
                  </a:moveTo>
                  <a:cubicBezTo>
                    <a:pt x="715" y="1"/>
                    <a:pt x="0" y="715"/>
                    <a:pt x="0" y="1572"/>
                  </a:cubicBezTo>
                  <a:cubicBezTo>
                    <a:pt x="0" y="2453"/>
                    <a:pt x="715" y="3168"/>
                    <a:pt x="1572" y="3168"/>
                  </a:cubicBezTo>
                  <a:cubicBezTo>
                    <a:pt x="2453" y="3168"/>
                    <a:pt x="3167" y="2453"/>
                    <a:pt x="3167" y="1572"/>
                  </a:cubicBezTo>
                  <a:cubicBezTo>
                    <a:pt x="3167" y="715"/>
                    <a:pt x="2453" y="1"/>
                    <a:pt x="1572" y="1"/>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6" name="Google Shape;25176;p147"/>
            <p:cNvSpPr/>
            <p:nvPr/>
          </p:nvSpPr>
          <p:spPr>
            <a:xfrm>
              <a:off x="1251923" y="3912724"/>
              <a:ext cx="46883" cy="94422"/>
            </a:xfrm>
            <a:custGeom>
              <a:avLst/>
              <a:gdLst/>
              <a:ahLst/>
              <a:cxnLst/>
              <a:rect l="l" t="t" r="r" b="b"/>
              <a:pathLst>
                <a:path w="1573" h="3168" extrusionOk="0">
                  <a:moveTo>
                    <a:pt x="1" y="1"/>
                  </a:moveTo>
                  <a:lnTo>
                    <a:pt x="1" y="3168"/>
                  </a:lnTo>
                  <a:cubicBezTo>
                    <a:pt x="882" y="3168"/>
                    <a:pt x="1573" y="2453"/>
                    <a:pt x="1573" y="1572"/>
                  </a:cubicBezTo>
                  <a:cubicBezTo>
                    <a:pt x="1573" y="715"/>
                    <a:pt x="858" y="1"/>
                    <a:pt x="1"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7" name="Google Shape;25177;p147"/>
            <p:cNvSpPr/>
            <p:nvPr/>
          </p:nvSpPr>
          <p:spPr>
            <a:xfrm>
              <a:off x="1052468" y="3925600"/>
              <a:ext cx="208724" cy="68790"/>
            </a:xfrm>
            <a:custGeom>
              <a:avLst/>
              <a:gdLst/>
              <a:ahLst/>
              <a:cxnLst/>
              <a:rect l="l" t="t" r="r" b="b"/>
              <a:pathLst>
                <a:path w="7003" h="2308" extrusionOk="0">
                  <a:moveTo>
                    <a:pt x="363" y="1"/>
                  </a:moveTo>
                  <a:cubicBezTo>
                    <a:pt x="313" y="1"/>
                    <a:pt x="261" y="14"/>
                    <a:pt x="215" y="45"/>
                  </a:cubicBezTo>
                  <a:cubicBezTo>
                    <a:pt x="25" y="140"/>
                    <a:pt x="1" y="354"/>
                    <a:pt x="120" y="497"/>
                  </a:cubicBezTo>
                  <a:lnTo>
                    <a:pt x="358" y="831"/>
                  </a:lnTo>
                  <a:cubicBezTo>
                    <a:pt x="192" y="831"/>
                    <a:pt x="25" y="974"/>
                    <a:pt x="25" y="1140"/>
                  </a:cubicBezTo>
                  <a:cubicBezTo>
                    <a:pt x="25" y="1331"/>
                    <a:pt x="192" y="1474"/>
                    <a:pt x="358" y="1474"/>
                  </a:cubicBezTo>
                  <a:lnTo>
                    <a:pt x="120" y="1807"/>
                  </a:lnTo>
                  <a:cubicBezTo>
                    <a:pt x="25" y="1950"/>
                    <a:pt x="25" y="2140"/>
                    <a:pt x="192" y="2260"/>
                  </a:cubicBezTo>
                  <a:cubicBezTo>
                    <a:pt x="239" y="2283"/>
                    <a:pt x="311" y="2307"/>
                    <a:pt x="358" y="2307"/>
                  </a:cubicBezTo>
                  <a:cubicBezTo>
                    <a:pt x="453" y="2307"/>
                    <a:pt x="549" y="2283"/>
                    <a:pt x="596" y="2188"/>
                  </a:cubicBezTo>
                  <a:lnTo>
                    <a:pt x="1144" y="1474"/>
                  </a:lnTo>
                  <a:lnTo>
                    <a:pt x="1620" y="1474"/>
                  </a:lnTo>
                  <a:lnTo>
                    <a:pt x="1382" y="1807"/>
                  </a:lnTo>
                  <a:cubicBezTo>
                    <a:pt x="1287" y="1950"/>
                    <a:pt x="1287" y="2140"/>
                    <a:pt x="1430" y="2260"/>
                  </a:cubicBezTo>
                  <a:cubicBezTo>
                    <a:pt x="1501" y="2283"/>
                    <a:pt x="1549" y="2307"/>
                    <a:pt x="1620" y="2307"/>
                  </a:cubicBezTo>
                  <a:cubicBezTo>
                    <a:pt x="1692" y="2307"/>
                    <a:pt x="1787" y="2283"/>
                    <a:pt x="1859" y="2188"/>
                  </a:cubicBezTo>
                  <a:lnTo>
                    <a:pt x="2382" y="1474"/>
                  </a:lnTo>
                  <a:lnTo>
                    <a:pt x="6669" y="1474"/>
                  </a:lnTo>
                  <a:cubicBezTo>
                    <a:pt x="6836" y="1474"/>
                    <a:pt x="7002" y="1331"/>
                    <a:pt x="6955" y="1116"/>
                  </a:cubicBezTo>
                  <a:cubicBezTo>
                    <a:pt x="7002" y="974"/>
                    <a:pt x="6883" y="855"/>
                    <a:pt x="6693" y="855"/>
                  </a:cubicBezTo>
                  <a:lnTo>
                    <a:pt x="2454" y="855"/>
                  </a:lnTo>
                  <a:lnTo>
                    <a:pt x="1906" y="140"/>
                  </a:lnTo>
                  <a:cubicBezTo>
                    <a:pt x="1848" y="53"/>
                    <a:pt x="1754" y="1"/>
                    <a:pt x="1652" y="1"/>
                  </a:cubicBezTo>
                  <a:cubicBezTo>
                    <a:pt x="1587" y="1"/>
                    <a:pt x="1519" y="22"/>
                    <a:pt x="1454" y="69"/>
                  </a:cubicBezTo>
                  <a:cubicBezTo>
                    <a:pt x="1311" y="164"/>
                    <a:pt x="1287" y="378"/>
                    <a:pt x="1406" y="521"/>
                  </a:cubicBezTo>
                  <a:lnTo>
                    <a:pt x="1644" y="855"/>
                  </a:lnTo>
                  <a:lnTo>
                    <a:pt x="1168" y="855"/>
                  </a:lnTo>
                  <a:lnTo>
                    <a:pt x="620" y="140"/>
                  </a:lnTo>
                  <a:cubicBezTo>
                    <a:pt x="572" y="59"/>
                    <a:pt x="469" y="1"/>
                    <a:pt x="363"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8" name="Google Shape;25178;p147"/>
            <p:cNvSpPr/>
            <p:nvPr/>
          </p:nvSpPr>
          <p:spPr>
            <a:xfrm>
              <a:off x="1251923" y="3951054"/>
              <a:ext cx="11386" cy="18479"/>
            </a:xfrm>
            <a:custGeom>
              <a:avLst/>
              <a:gdLst/>
              <a:ahLst/>
              <a:cxnLst/>
              <a:rect l="l" t="t" r="r" b="b"/>
              <a:pathLst>
                <a:path w="382" h="620" extrusionOk="0">
                  <a:moveTo>
                    <a:pt x="1" y="1"/>
                  </a:moveTo>
                  <a:lnTo>
                    <a:pt x="1" y="620"/>
                  </a:lnTo>
                  <a:cubicBezTo>
                    <a:pt x="168" y="620"/>
                    <a:pt x="287" y="524"/>
                    <a:pt x="310" y="405"/>
                  </a:cubicBezTo>
                  <a:cubicBezTo>
                    <a:pt x="382" y="167"/>
                    <a:pt x="215" y="1"/>
                    <a:pt x="1"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79" name="Google Shape;25179;p147"/>
          <p:cNvGrpSpPr/>
          <p:nvPr/>
        </p:nvGrpSpPr>
        <p:grpSpPr>
          <a:xfrm>
            <a:off x="1063465" y="3989680"/>
            <a:ext cx="279727" cy="347507"/>
            <a:chOff x="1085134" y="4185291"/>
            <a:chExt cx="257694" cy="320136"/>
          </a:xfrm>
        </p:grpSpPr>
        <p:sp>
          <p:nvSpPr>
            <p:cNvPr id="25180" name="Google Shape;25180;p147"/>
            <p:cNvSpPr/>
            <p:nvPr/>
          </p:nvSpPr>
          <p:spPr>
            <a:xfrm>
              <a:off x="1190882" y="4186006"/>
              <a:ext cx="151946" cy="205148"/>
            </a:xfrm>
            <a:custGeom>
              <a:avLst/>
              <a:gdLst/>
              <a:ahLst/>
              <a:cxnLst/>
              <a:rect l="l" t="t" r="r" b="b"/>
              <a:pathLst>
                <a:path w="5098" h="6883" extrusionOk="0">
                  <a:moveTo>
                    <a:pt x="953" y="0"/>
                  </a:moveTo>
                  <a:cubicBezTo>
                    <a:pt x="739" y="0"/>
                    <a:pt x="501" y="24"/>
                    <a:pt x="263" y="72"/>
                  </a:cubicBezTo>
                  <a:cubicBezTo>
                    <a:pt x="120" y="72"/>
                    <a:pt x="1" y="214"/>
                    <a:pt x="1" y="357"/>
                  </a:cubicBezTo>
                  <a:lnTo>
                    <a:pt x="1" y="1643"/>
                  </a:lnTo>
                  <a:cubicBezTo>
                    <a:pt x="1" y="1691"/>
                    <a:pt x="25" y="1762"/>
                    <a:pt x="72" y="1810"/>
                  </a:cubicBezTo>
                  <a:lnTo>
                    <a:pt x="3240" y="6740"/>
                  </a:lnTo>
                  <a:cubicBezTo>
                    <a:pt x="3311" y="6811"/>
                    <a:pt x="3406" y="6882"/>
                    <a:pt x="3525" y="6882"/>
                  </a:cubicBezTo>
                  <a:cubicBezTo>
                    <a:pt x="4383" y="6882"/>
                    <a:pt x="5097" y="6192"/>
                    <a:pt x="5073" y="5311"/>
                  </a:cubicBezTo>
                  <a:lnTo>
                    <a:pt x="5073" y="4120"/>
                  </a:lnTo>
                  <a:cubicBezTo>
                    <a:pt x="5073" y="1858"/>
                    <a:pt x="3216" y="0"/>
                    <a:pt x="9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1" name="Google Shape;25181;p147"/>
            <p:cNvSpPr/>
            <p:nvPr/>
          </p:nvSpPr>
          <p:spPr>
            <a:xfrm>
              <a:off x="1215024" y="4186006"/>
              <a:ext cx="127804" cy="205863"/>
            </a:xfrm>
            <a:custGeom>
              <a:avLst/>
              <a:gdLst/>
              <a:ahLst/>
              <a:cxnLst/>
              <a:rect l="l" t="t" r="r" b="b"/>
              <a:pathLst>
                <a:path w="4288" h="6907" extrusionOk="0">
                  <a:moveTo>
                    <a:pt x="1" y="0"/>
                  </a:moveTo>
                  <a:lnTo>
                    <a:pt x="1" y="2953"/>
                  </a:lnTo>
                  <a:lnTo>
                    <a:pt x="2430" y="6763"/>
                  </a:lnTo>
                  <a:cubicBezTo>
                    <a:pt x="2501" y="6859"/>
                    <a:pt x="2572" y="6906"/>
                    <a:pt x="2692" y="6906"/>
                  </a:cubicBezTo>
                  <a:cubicBezTo>
                    <a:pt x="3573" y="6906"/>
                    <a:pt x="4287" y="6192"/>
                    <a:pt x="4287" y="5334"/>
                  </a:cubicBezTo>
                  <a:lnTo>
                    <a:pt x="4287" y="4144"/>
                  </a:lnTo>
                  <a:cubicBezTo>
                    <a:pt x="4287" y="1858"/>
                    <a:pt x="2406" y="0"/>
                    <a:pt x="143"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2" name="Google Shape;25182;p147"/>
            <p:cNvSpPr/>
            <p:nvPr/>
          </p:nvSpPr>
          <p:spPr>
            <a:xfrm>
              <a:off x="1085134" y="4185291"/>
              <a:ext cx="220050" cy="281091"/>
            </a:xfrm>
            <a:custGeom>
              <a:avLst/>
              <a:gdLst/>
              <a:ahLst/>
              <a:cxnLst/>
              <a:rect l="l" t="t" r="r" b="b"/>
              <a:pathLst>
                <a:path w="7383" h="9431" extrusionOk="0">
                  <a:moveTo>
                    <a:pt x="3168" y="0"/>
                  </a:moveTo>
                  <a:cubicBezTo>
                    <a:pt x="3025" y="0"/>
                    <a:pt x="2858" y="143"/>
                    <a:pt x="2858" y="334"/>
                  </a:cubicBezTo>
                  <a:lnTo>
                    <a:pt x="2858" y="1786"/>
                  </a:lnTo>
                  <a:cubicBezTo>
                    <a:pt x="2668" y="1929"/>
                    <a:pt x="2453" y="2072"/>
                    <a:pt x="2310" y="2286"/>
                  </a:cubicBezTo>
                  <a:lnTo>
                    <a:pt x="310" y="4692"/>
                  </a:lnTo>
                  <a:cubicBezTo>
                    <a:pt x="0" y="5097"/>
                    <a:pt x="0" y="5620"/>
                    <a:pt x="358" y="5978"/>
                  </a:cubicBezTo>
                  <a:lnTo>
                    <a:pt x="667" y="6287"/>
                  </a:lnTo>
                  <a:cubicBezTo>
                    <a:pt x="840" y="6460"/>
                    <a:pt x="1083" y="6555"/>
                    <a:pt x="1327" y="6555"/>
                  </a:cubicBezTo>
                  <a:cubicBezTo>
                    <a:pt x="1486" y="6555"/>
                    <a:pt x="1646" y="6515"/>
                    <a:pt x="1787" y="6430"/>
                  </a:cubicBezTo>
                  <a:lnTo>
                    <a:pt x="2787" y="5859"/>
                  </a:lnTo>
                  <a:lnTo>
                    <a:pt x="3025" y="5859"/>
                  </a:lnTo>
                  <a:lnTo>
                    <a:pt x="3025" y="6049"/>
                  </a:lnTo>
                  <a:lnTo>
                    <a:pt x="2549" y="6454"/>
                  </a:lnTo>
                  <a:cubicBezTo>
                    <a:pt x="1763" y="7121"/>
                    <a:pt x="1310" y="8097"/>
                    <a:pt x="1310" y="9097"/>
                  </a:cubicBezTo>
                  <a:cubicBezTo>
                    <a:pt x="1310" y="9288"/>
                    <a:pt x="1477" y="9431"/>
                    <a:pt x="1644" y="9431"/>
                  </a:cubicBezTo>
                  <a:lnTo>
                    <a:pt x="7097" y="9431"/>
                  </a:lnTo>
                  <a:cubicBezTo>
                    <a:pt x="7240" y="9431"/>
                    <a:pt x="7383" y="9288"/>
                    <a:pt x="7383" y="9097"/>
                  </a:cubicBezTo>
                  <a:lnTo>
                    <a:pt x="7383" y="4120"/>
                  </a:lnTo>
                  <a:cubicBezTo>
                    <a:pt x="7383" y="2644"/>
                    <a:pt x="6240" y="1381"/>
                    <a:pt x="4740" y="1262"/>
                  </a:cubicBezTo>
                  <a:lnTo>
                    <a:pt x="4740" y="1143"/>
                  </a:lnTo>
                  <a:cubicBezTo>
                    <a:pt x="4740" y="500"/>
                    <a:pt x="4216" y="0"/>
                    <a:pt x="357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3" name="Google Shape;25183;p147"/>
            <p:cNvSpPr/>
            <p:nvPr/>
          </p:nvSpPr>
          <p:spPr>
            <a:xfrm>
              <a:off x="1215024" y="4193815"/>
              <a:ext cx="90160" cy="271851"/>
            </a:xfrm>
            <a:custGeom>
              <a:avLst/>
              <a:gdLst/>
              <a:ahLst/>
              <a:cxnLst/>
              <a:rect l="l" t="t" r="r" b="b"/>
              <a:pathLst>
                <a:path w="3025" h="9121" extrusionOk="0">
                  <a:moveTo>
                    <a:pt x="1" y="0"/>
                  </a:moveTo>
                  <a:lnTo>
                    <a:pt x="1" y="9121"/>
                  </a:lnTo>
                  <a:lnTo>
                    <a:pt x="2692" y="9121"/>
                  </a:lnTo>
                  <a:cubicBezTo>
                    <a:pt x="2882" y="9121"/>
                    <a:pt x="3025" y="8978"/>
                    <a:pt x="3025" y="8788"/>
                  </a:cubicBezTo>
                  <a:lnTo>
                    <a:pt x="3025" y="3810"/>
                  </a:lnTo>
                  <a:cubicBezTo>
                    <a:pt x="3025" y="2358"/>
                    <a:pt x="1882" y="1119"/>
                    <a:pt x="382" y="1000"/>
                  </a:cubicBezTo>
                  <a:lnTo>
                    <a:pt x="382" y="881"/>
                  </a:lnTo>
                  <a:cubicBezTo>
                    <a:pt x="382" y="548"/>
                    <a:pt x="239" y="214"/>
                    <a:pt x="1"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4" name="Google Shape;25184;p147"/>
            <p:cNvSpPr/>
            <p:nvPr/>
          </p:nvSpPr>
          <p:spPr>
            <a:xfrm>
              <a:off x="1248376" y="4372407"/>
              <a:ext cx="19194" cy="55020"/>
            </a:xfrm>
            <a:custGeom>
              <a:avLst/>
              <a:gdLst/>
              <a:ahLst/>
              <a:cxnLst/>
              <a:rect l="l" t="t" r="r" b="b"/>
              <a:pathLst>
                <a:path w="644" h="1846" extrusionOk="0">
                  <a:moveTo>
                    <a:pt x="346" y="1"/>
                  </a:moveTo>
                  <a:cubicBezTo>
                    <a:pt x="326" y="1"/>
                    <a:pt x="306" y="4"/>
                    <a:pt x="287" y="9"/>
                  </a:cubicBezTo>
                  <a:cubicBezTo>
                    <a:pt x="120" y="33"/>
                    <a:pt x="1" y="176"/>
                    <a:pt x="1" y="319"/>
                  </a:cubicBezTo>
                  <a:lnTo>
                    <a:pt x="1" y="1581"/>
                  </a:lnTo>
                  <a:cubicBezTo>
                    <a:pt x="1" y="1713"/>
                    <a:pt x="103" y="1846"/>
                    <a:pt x="250" y="1846"/>
                  </a:cubicBezTo>
                  <a:cubicBezTo>
                    <a:pt x="262" y="1846"/>
                    <a:pt x="274" y="1845"/>
                    <a:pt x="287" y="1843"/>
                  </a:cubicBezTo>
                  <a:cubicBezTo>
                    <a:pt x="301" y="1845"/>
                    <a:pt x="315" y="1846"/>
                    <a:pt x="328" y="1846"/>
                  </a:cubicBezTo>
                  <a:cubicBezTo>
                    <a:pt x="501" y="1846"/>
                    <a:pt x="644" y="1712"/>
                    <a:pt x="644" y="1557"/>
                  </a:cubicBezTo>
                  <a:lnTo>
                    <a:pt x="644" y="295"/>
                  </a:lnTo>
                  <a:cubicBezTo>
                    <a:pt x="644" y="148"/>
                    <a:pt x="496" y="1"/>
                    <a:pt x="346" y="1"/>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5" name="Google Shape;25185;p147"/>
            <p:cNvSpPr/>
            <p:nvPr/>
          </p:nvSpPr>
          <p:spPr>
            <a:xfrm>
              <a:off x="1176695" y="4275421"/>
              <a:ext cx="19910" cy="19910"/>
            </a:xfrm>
            <a:custGeom>
              <a:avLst/>
              <a:gdLst/>
              <a:ahLst/>
              <a:cxnLst/>
              <a:rect l="l" t="t" r="r" b="b"/>
              <a:pathLst>
                <a:path w="668" h="668" extrusionOk="0">
                  <a:moveTo>
                    <a:pt x="334" y="1"/>
                  </a:moveTo>
                  <a:cubicBezTo>
                    <a:pt x="143" y="1"/>
                    <a:pt x="1" y="144"/>
                    <a:pt x="1" y="334"/>
                  </a:cubicBezTo>
                  <a:cubicBezTo>
                    <a:pt x="1" y="525"/>
                    <a:pt x="143" y="667"/>
                    <a:pt x="334" y="667"/>
                  </a:cubicBezTo>
                  <a:cubicBezTo>
                    <a:pt x="501" y="667"/>
                    <a:pt x="667" y="525"/>
                    <a:pt x="667" y="334"/>
                  </a:cubicBezTo>
                  <a:cubicBezTo>
                    <a:pt x="667" y="144"/>
                    <a:pt x="501" y="1"/>
                    <a:pt x="334"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6" name="Google Shape;25186;p147"/>
            <p:cNvSpPr/>
            <p:nvPr/>
          </p:nvSpPr>
          <p:spPr>
            <a:xfrm>
              <a:off x="1086565" y="4447188"/>
              <a:ext cx="256263" cy="57524"/>
            </a:xfrm>
            <a:custGeom>
              <a:avLst/>
              <a:gdLst/>
              <a:ahLst/>
              <a:cxnLst/>
              <a:rect l="l" t="t" r="r" b="b"/>
              <a:pathLst>
                <a:path w="8598" h="1930" extrusionOk="0">
                  <a:moveTo>
                    <a:pt x="1143" y="1"/>
                  </a:moveTo>
                  <a:cubicBezTo>
                    <a:pt x="500" y="1"/>
                    <a:pt x="0" y="525"/>
                    <a:pt x="0" y="1144"/>
                  </a:cubicBezTo>
                  <a:lnTo>
                    <a:pt x="0" y="1596"/>
                  </a:lnTo>
                  <a:cubicBezTo>
                    <a:pt x="0" y="1787"/>
                    <a:pt x="143" y="1930"/>
                    <a:pt x="310" y="1930"/>
                  </a:cubicBezTo>
                  <a:lnTo>
                    <a:pt x="8264" y="1930"/>
                  </a:lnTo>
                  <a:cubicBezTo>
                    <a:pt x="8454" y="1930"/>
                    <a:pt x="8597" y="1811"/>
                    <a:pt x="8597" y="1596"/>
                  </a:cubicBezTo>
                  <a:lnTo>
                    <a:pt x="8597" y="1144"/>
                  </a:lnTo>
                  <a:cubicBezTo>
                    <a:pt x="8597" y="501"/>
                    <a:pt x="8049" y="1"/>
                    <a:pt x="7430"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7" name="Google Shape;25187;p147"/>
            <p:cNvSpPr/>
            <p:nvPr/>
          </p:nvSpPr>
          <p:spPr>
            <a:xfrm>
              <a:off x="1215024" y="4447903"/>
              <a:ext cx="127804" cy="57524"/>
            </a:xfrm>
            <a:custGeom>
              <a:avLst/>
              <a:gdLst/>
              <a:ahLst/>
              <a:cxnLst/>
              <a:rect l="l" t="t" r="r" b="b"/>
              <a:pathLst>
                <a:path w="4288" h="1930" extrusionOk="0">
                  <a:moveTo>
                    <a:pt x="1" y="1"/>
                  </a:moveTo>
                  <a:lnTo>
                    <a:pt x="1" y="1930"/>
                  </a:lnTo>
                  <a:lnTo>
                    <a:pt x="3954" y="1930"/>
                  </a:lnTo>
                  <a:cubicBezTo>
                    <a:pt x="4144" y="1930"/>
                    <a:pt x="4287" y="1787"/>
                    <a:pt x="4287" y="1596"/>
                  </a:cubicBezTo>
                  <a:lnTo>
                    <a:pt x="4287" y="1167"/>
                  </a:lnTo>
                  <a:cubicBezTo>
                    <a:pt x="4287" y="501"/>
                    <a:pt x="3739" y="1"/>
                    <a:pt x="3120"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88" name="Google Shape;25188;p147"/>
          <p:cNvGrpSpPr/>
          <p:nvPr/>
        </p:nvGrpSpPr>
        <p:grpSpPr>
          <a:xfrm>
            <a:off x="1773921" y="4004656"/>
            <a:ext cx="347525" cy="348296"/>
            <a:chOff x="1773921" y="4157056"/>
            <a:chExt cx="347525" cy="348296"/>
          </a:xfrm>
        </p:grpSpPr>
        <p:sp>
          <p:nvSpPr>
            <p:cNvPr id="25189" name="Google Shape;25189;p147"/>
            <p:cNvSpPr/>
            <p:nvPr/>
          </p:nvSpPr>
          <p:spPr>
            <a:xfrm>
              <a:off x="2045150" y="4453713"/>
              <a:ext cx="50118" cy="50118"/>
            </a:xfrm>
            <a:custGeom>
              <a:avLst/>
              <a:gdLst/>
              <a:ahLst/>
              <a:cxnLst/>
              <a:rect l="l" t="t" r="r" b="b"/>
              <a:pathLst>
                <a:path w="1549" h="1549" extrusionOk="0">
                  <a:moveTo>
                    <a:pt x="786" y="0"/>
                  </a:moveTo>
                  <a:cubicBezTo>
                    <a:pt x="357" y="0"/>
                    <a:pt x="0" y="334"/>
                    <a:pt x="0" y="786"/>
                  </a:cubicBezTo>
                  <a:cubicBezTo>
                    <a:pt x="0" y="1191"/>
                    <a:pt x="334" y="1548"/>
                    <a:pt x="786" y="1548"/>
                  </a:cubicBezTo>
                  <a:cubicBezTo>
                    <a:pt x="1215" y="1548"/>
                    <a:pt x="1548" y="1239"/>
                    <a:pt x="1548" y="786"/>
                  </a:cubicBezTo>
                  <a:cubicBezTo>
                    <a:pt x="1548" y="357"/>
                    <a:pt x="1215" y="0"/>
                    <a:pt x="786"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0" name="Google Shape;25190;p147"/>
            <p:cNvSpPr/>
            <p:nvPr/>
          </p:nvSpPr>
          <p:spPr>
            <a:xfrm>
              <a:off x="1828633" y="4453713"/>
              <a:ext cx="50862" cy="50118"/>
            </a:xfrm>
            <a:custGeom>
              <a:avLst/>
              <a:gdLst/>
              <a:ahLst/>
              <a:cxnLst/>
              <a:rect l="l" t="t" r="r" b="b"/>
              <a:pathLst>
                <a:path w="1572" h="1549" extrusionOk="0">
                  <a:moveTo>
                    <a:pt x="762" y="0"/>
                  </a:moveTo>
                  <a:cubicBezTo>
                    <a:pt x="357" y="0"/>
                    <a:pt x="0" y="334"/>
                    <a:pt x="0" y="786"/>
                  </a:cubicBezTo>
                  <a:cubicBezTo>
                    <a:pt x="0" y="1191"/>
                    <a:pt x="334" y="1548"/>
                    <a:pt x="762" y="1548"/>
                  </a:cubicBezTo>
                  <a:cubicBezTo>
                    <a:pt x="1215" y="1548"/>
                    <a:pt x="1572" y="1239"/>
                    <a:pt x="1548" y="786"/>
                  </a:cubicBezTo>
                  <a:cubicBezTo>
                    <a:pt x="1548" y="357"/>
                    <a:pt x="1215" y="0"/>
                    <a:pt x="762"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1" name="Google Shape;25191;p147"/>
            <p:cNvSpPr/>
            <p:nvPr/>
          </p:nvSpPr>
          <p:spPr>
            <a:xfrm>
              <a:off x="1937280" y="4453713"/>
              <a:ext cx="50118" cy="50118"/>
            </a:xfrm>
            <a:custGeom>
              <a:avLst/>
              <a:gdLst/>
              <a:ahLst/>
              <a:cxnLst/>
              <a:rect l="l" t="t" r="r" b="b"/>
              <a:pathLst>
                <a:path w="1549" h="1549" extrusionOk="0">
                  <a:moveTo>
                    <a:pt x="786" y="0"/>
                  </a:moveTo>
                  <a:cubicBezTo>
                    <a:pt x="357" y="0"/>
                    <a:pt x="0" y="334"/>
                    <a:pt x="0" y="786"/>
                  </a:cubicBezTo>
                  <a:cubicBezTo>
                    <a:pt x="0" y="1191"/>
                    <a:pt x="333" y="1548"/>
                    <a:pt x="786" y="1548"/>
                  </a:cubicBezTo>
                  <a:cubicBezTo>
                    <a:pt x="1191" y="1548"/>
                    <a:pt x="1548" y="1239"/>
                    <a:pt x="1548" y="786"/>
                  </a:cubicBezTo>
                  <a:cubicBezTo>
                    <a:pt x="1548" y="357"/>
                    <a:pt x="1215" y="0"/>
                    <a:pt x="786"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2" name="Google Shape;25192;p147"/>
            <p:cNvSpPr/>
            <p:nvPr/>
          </p:nvSpPr>
          <p:spPr>
            <a:xfrm>
              <a:off x="1962678" y="4453713"/>
              <a:ext cx="24719" cy="51639"/>
            </a:xfrm>
            <a:custGeom>
              <a:avLst/>
              <a:gdLst/>
              <a:ahLst/>
              <a:cxnLst/>
              <a:rect l="l" t="t" r="r" b="b"/>
              <a:pathLst>
                <a:path w="764" h="1596" extrusionOk="0">
                  <a:moveTo>
                    <a:pt x="1" y="0"/>
                  </a:moveTo>
                  <a:lnTo>
                    <a:pt x="1" y="1596"/>
                  </a:lnTo>
                  <a:cubicBezTo>
                    <a:pt x="430" y="1548"/>
                    <a:pt x="763" y="1239"/>
                    <a:pt x="763" y="786"/>
                  </a:cubicBezTo>
                  <a:cubicBezTo>
                    <a:pt x="763" y="334"/>
                    <a:pt x="406" y="0"/>
                    <a:pt x="1"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3" name="Google Shape;25193;p147"/>
            <p:cNvSpPr/>
            <p:nvPr/>
          </p:nvSpPr>
          <p:spPr>
            <a:xfrm>
              <a:off x="1773921" y="4157056"/>
              <a:ext cx="347525" cy="298216"/>
            </a:xfrm>
            <a:custGeom>
              <a:avLst/>
              <a:gdLst/>
              <a:ahLst/>
              <a:cxnLst/>
              <a:rect l="l" t="t" r="r" b="b"/>
              <a:pathLst>
                <a:path w="10741" h="9217" extrusionOk="0">
                  <a:moveTo>
                    <a:pt x="2144" y="1"/>
                  </a:moveTo>
                  <a:cubicBezTo>
                    <a:pt x="1953" y="1"/>
                    <a:pt x="1810" y="167"/>
                    <a:pt x="1810" y="334"/>
                  </a:cubicBezTo>
                  <a:lnTo>
                    <a:pt x="1810" y="1430"/>
                  </a:lnTo>
                  <a:lnTo>
                    <a:pt x="1620" y="1620"/>
                  </a:lnTo>
                  <a:lnTo>
                    <a:pt x="239" y="3287"/>
                  </a:lnTo>
                  <a:cubicBezTo>
                    <a:pt x="24" y="3525"/>
                    <a:pt x="0" y="3882"/>
                    <a:pt x="167" y="4144"/>
                  </a:cubicBezTo>
                  <a:lnTo>
                    <a:pt x="477" y="4597"/>
                  </a:lnTo>
                  <a:cubicBezTo>
                    <a:pt x="628" y="4809"/>
                    <a:pt x="857" y="4915"/>
                    <a:pt x="1089" y="4915"/>
                  </a:cubicBezTo>
                  <a:cubicBezTo>
                    <a:pt x="1222" y="4915"/>
                    <a:pt x="1356" y="4881"/>
                    <a:pt x="1477" y="4811"/>
                  </a:cubicBezTo>
                  <a:lnTo>
                    <a:pt x="1953" y="4502"/>
                  </a:lnTo>
                  <a:lnTo>
                    <a:pt x="1953" y="9217"/>
                  </a:lnTo>
                  <a:lnTo>
                    <a:pt x="3620" y="9217"/>
                  </a:lnTo>
                  <a:lnTo>
                    <a:pt x="4168" y="6859"/>
                  </a:lnTo>
                  <a:cubicBezTo>
                    <a:pt x="4668" y="7074"/>
                    <a:pt x="5192" y="7145"/>
                    <a:pt x="5764" y="7145"/>
                  </a:cubicBezTo>
                  <a:cubicBezTo>
                    <a:pt x="6311" y="7145"/>
                    <a:pt x="6859" y="7026"/>
                    <a:pt x="7502" y="6835"/>
                  </a:cubicBezTo>
                  <a:lnTo>
                    <a:pt x="8026" y="9217"/>
                  </a:lnTo>
                  <a:lnTo>
                    <a:pt x="9693" y="9217"/>
                  </a:lnTo>
                  <a:lnTo>
                    <a:pt x="9693" y="5430"/>
                  </a:lnTo>
                  <a:cubicBezTo>
                    <a:pt x="9693" y="5073"/>
                    <a:pt x="9598" y="4740"/>
                    <a:pt x="9431" y="4454"/>
                  </a:cubicBezTo>
                  <a:lnTo>
                    <a:pt x="9431" y="4454"/>
                  </a:lnTo>
                  <a:cubicBezTo>
                    <a:pt x="10122" y="4859"/>
                    <a:pt x="10122" y="5549"/>
                    <a:pt x="10122" y="5835"/>
                  </a:cubicBezTo>
                  <a:cubicBezTo>
                    <a:pt x="10122" y="6012"/>
                    <a:pt x="10244" y="6147"/>
                    <a:pt x="10433" y="6147"/>
                  </a:cubicBezTo>
                  <a:cubicBezTo>
                    <a:pt x="10448" y="6147"/>
                    <a:pt x="10463" y="6147"/>
                    <a:pt x="10479" y="6145"/>
                  </a:cubicBezTo>
                  <a:cubicBezTo>
                    <a:pt x="10622" y="6121"/>
                    <a:pt x="10741" y="6002"/>
                    <a:pt x="10741" y="5811"/>
                  </a:cubicBezTo>
                  <a:cubicBezTo>
                    <a:pt x="10741" y="5002"/>
                    <a:pt x="10431" y="4383"/>
                    <a:pt x="9883" y="3978"/>
                  </a:cubicBezTo>
                  <a:cubicBezTo>
                    <a:pt x="9360" y="3621"/>
                    <a:pt x="8621" y="3406"/>
                    <a:pt x="7692" y="3406"/>
                  </a:cubicBezTo>
                  <a:lnTo>
                    <a:pt x="5144" y="3406"/>
                  </a:lnTo>
                  <a:lnTo>
                    <a:pt x="5144" y="3144"/>
                  </a:lnTo>
                  <a:cubicBezTo>
                    <a:pt x="5144" y="2620"/>
                    <a:pt x="5001" y="2144"/>
                    <a:pt x="4668" y="1739"/>
                  </a:cubicBezTo>
                  <a:cubicBezTo>
                    <a:pt x="4406" y="1382"/>
                    <a:pt x="4049" y="1120"/>
                    <a:pt x="3644" y="953"/>
                  </a:cubicBezTo>
                  <a:cubicBezTo>
                    <a:pt x="3525" y="429"/>
                    <a:pt x="3049" y="1"/>
                    <a:pt x="2501"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4" name="Google Shape;25194;p147"/>
            <p:cNvSpPr/>
            <p:nvPr/>
          </p:nvSpPr>
          <p:spPr>
            <a:xfrm>
              <a:off x="1961934" y="4267999"/>
              <a:ext cx="159510" cy="188047"/>
            </a:xfrm>
            <a:custGeom>
              <a:avLst/>
              <a:gdLst/>
              <a:ahLst/>
              <a:cxnLst/>
              <a:rect l="l" t="t" r="r" b="b"/>
              <a:pathLst>
                <a:path w="4930" h="5812" extrusionOk="0">
                  <a:moveTo>
                    <a:pt x="0" y="1"/>
                  </a:moveTo>
                  <a:lnTo>
                    <a:pt x="0" y="3764"/>
                  </a:lnTo>
                  <a:cubicBezTo>
                    <a:pt x="524" y="3716"/>
                    <a:pt x="1072" y="3645"/>
                    <a:pt x="1667" y="3430"/>
                  </a:cubicBezTo>
                  <a:lnTo>
                    <a:pt x="2215" y="5812"/>
                  </a:lnTo>
                  <a:lnTo>
                    <a:pt x="3882" y="5812"/>
                  </a:lnTo>
                  <a:lnTo>
                    <a:pt x="3882" y="1978"/>
                  </a:lnTo>
                  <a:cubicBezTo>
                    <a:pt x="3882" y="1620"/>
                    <a:pt x="3787" y="1287"/>
                    <a:pt x="3620" y="977"/>
                  </a:cubicBezTo>
                  <a:lnTo>
                    <a:pt x="3620" y="977"/>
                  </a:lnTo>
                  <a:cubicBezTo>
                    <a:pt x="4311" y="1406"/>
                    <a:pt x="4311" y="2097"/>
                    <a:pt x="4311" y="2382"/>
                  </a:cubicBezTo>
                  <a:cubicBezTo>
                    <a:pt x="4311" y="2559"/>
                    <a:pt x="4433" y="2695"/>
                    <a:pt x="4603" y="2695"/>
                  </a:cubicBezTo>
                  <a:cubicBezTo>
                    <a:pt x="4616" y="2695"/>
                    <a:pt x="4630" y="2694"/>
                    <a:pt x="4644" y="2692"/>
                  </a:cubicBezTo>
                  <a:cubicBezTo>
                    <a:pt x="4811" y="2644"/>
                    <a:pt x="4930" y="2525"/>
                    <a:pt x="4930" y="2359"/>
                  </a:cubicBezTo>
                  <a:cubicBezTo>
                    <a:pt x="4930" y="1573"/>
                    <a:pt x="4620" y="954"/>
                    <a:pt x="4072" y="573"/>
                  </a:cubicBezTo>
                  <a:cubicBezTo>
                    <a:pt x="3549" y="215"/>
                    <a:pt x="2810" y="1"/>
                    <a:pt x="1881"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5" name="Google Shape;25195;p147"/>
            <p:cNvSpPr/>
            <p:nvPr/>
          </p:nvSpPr>
          <p:spPr>
            <a:xfrm>
              <a:off x="1847884" y="4230274"/>
              <a:ext cx="20837" cy="21581"/>
            </a:xfrm>
            <a:custGeom>
              <a:avLst/>
              <a:gdLst/>
              <a:ahLst/>
              <a:cxnLst/>
              <a:rect l="l" t="t" r="r" b="b"/>
              <a:pathLst>
                <a:path w="644" h="667" extrusionOk="0">
                  <a:moveTo>
                    <a:pt x="334" y="0"/>
                  </a:moveTo>
                  <a:cubicBezTo>
                    <a:pt x="143" y="0"/>
                    <a:pt x="1" y="143"/>
                    <a:pt x="1" y="333"/>
                  </a:cubicBezTo>
                  <a:cubicBezTo>
                    <a:pt x="1" y="524"/>
                    <a:pt x="143" y="667"/>
                    <a:pt x="334" y="667"/>
                  </a:cubicBezTo>
                  <a:cubicBezTo>
                    <a:pt x="501" y="667"/>
                    <a:pt x="644" y="524"/>
                    <a:pt x="644" y="333"/>
                  </a:cubicBezTo>
                  <a:cubicBezTo>
                    <a:pt x="644" y="143"/>
                    <a:pt x="501" y="0"/>
                    <a:pt x="334"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6" name="Google Shape;25196;p147"/>
            <p:cNvSpPr/>
            <p:nvPr/>
          </p:nvSpPr>
          <p:spPr>
            <a:xfrm>
              <a:off x="1801649" y="4443683"/>
              <a:ext cx="319797" cy="20060"/>
            </a:xfrm>
            <a:custGeom>
              <a:avLst/>
              <a:gdLst/>
              <a:ahLst/>
              <a:cxnLst/>
              <a:rect l="l" t="t" r="r" b="b"/>
              <a:pathLst>
                <a:path w="9884" h="620" extrusionOk="0">
                  <a:moveTo>
                    <a:pt x="334" y="1"/>
                  </a:moveTo>
                  <a:cubicBezTo>
                    <a:pt x="144" y="1"/>
                    <a:pt x="1" y="167"/>
                    <a:pt x="25" y="358"/>
                  </a:cubicBezTo>
                  <a:cubicBezTo>
                    <a:pt x="48" y="501"/>
                    <a:pt x="215" y="620"/>
                    <a:pt x="358" y="620"/>
                  </a:cubicBezTo>
                  <a:lnTo>
                    <a:pt x="9550" y="620"/>
                  </a:lnTo>
                  <a:cubicBezTo>
                    <a:pt x="9741" y="620"/>
                    <a:pt x="9884" y="477"/>
                    <a:pt x="9860" y="263"/>
                  </a:cubicBezTo>
                  <a:cubicBezTo>
                    <a:pt x="9812" y="120"/>
                    <a:pt x="9669" y="1"/>
                    <a:pt x="9527" y="1"/>
                  </a:cubicBezTo>
                  <a:close/>
                </a:path>
              </a:pathLst>
            </a:custGeom>
            <a:solidFill>
              <a:srgbClr val="94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7" name="Google Shape;25197;p147"/>
            <p:cNvSpPr/>
            <p:nvPr/>
          </p:nvSpPr>
          <p:spPr>
            <a:xfrm>
              <a:off x="1962678" y="4443683"/>
              <a:ext cx="158766" cy="20060"/>
            </a:xfrm>
            <a:custGeom>
              <a:avLst/>
              <a:gdLst/>
              <a:ahLst/>
              <a:cxnLst/>
              <a:rect l="l" t="t" r="r" b="b"/>
              <a:pathLst>
                <a:path w="4907" h="620" extrusionOk="0">
                  <a:moveTo>
                    <a:pt x="1" y="1"/>
                  </a:moveTo>
                  <a:lnTo>
                    <a:pt x="1" y="620"/>
                  </a:lnTo>
                  <a:lnTo>
                    <a:pt x="4573" y="620"/>
                  </a:lnTo>
                  <a:cubicBezTo>
                    <a:pt x="4764" y="620"/>
                    <a:pt x="4907" y="477"/>
                    <a:pt x="4883" y="263"/>
                  </a:cubicBezTo>
                  <a:cubicBezTo>
                    <a:pt x="4883" y="120"/>
                    <a:pt x="4764" y="1"/>
                    <a:pt x="457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98" name="Google Shape;25198;p147"/>
          <p:cNvGrpSpPr/>
          <p:nvPr/>
        </p:nvGrpSpPr>
        <p:grpSpPr>
          <a:xfrm>
            <a:off x="2542893" y="4004656"/>
            <a:ext cx="319018" cy="348296"/>
            <a:chOff x="2542893" y="4157056"/>
            <a:chExt cx="319018" cy="348296"/>
          </a:xfrm>
        </p:grpSpPr>
        <p:sp>
          <p:nvSpPr>
            <p:cNvPr id="25199" name="Google Shape;25199;p147"/>
            <p:cNvSpPr/>
            <p:nvPr/>
          </p:nvSpPr>
          <p:spPr>
            <a:xfrm>
              <a:off x="2542893" y="4186337"/>
              <a:ext cx="92471" cy="155692"/>
            </a:xfrm>
            <a:custGeom>
              <a:avLst/>
              <a:gdLst/>
              <a:ahLst/>
              <a:cxnLst/>
              <a:rect l="l" t="t" r="r" b="b"/>
              <a:pathLst>
                <a:path w="2858" h="4812" extrusionOk="0">
                  <a:moveTo>
                    <a:pt x="1167" y="1"/>
                  </a:moveTo>
                  <a:cubicBezTo>
                    <a:pt x="500" y="1"/>
                    <a:pt x="0" y="525"/>
                    <a:pt x="0" y="1168"/>
                  </a:cubicBezTo>
                  <a:lnTo>
                    <a:pt x="0" y="2192"/>
                  </a:lnTo>
                  <a:cubicBezTo>
                    <a:pt x="0" y="3597"/>
                    <a:pt x="1096" y="4764"/>
                    <a:pt x="2501" y="4811"/>
                  </a:cubicBezTo>
                  <a:lnTo>
                    <a:pt x="2834" y="4811"/>
                  </a:lnTo>
                  <a:lnTo>
                    <a:pt x="2858" y="4192"/>
                  </a:lnTo>
                  <a:lnTo>
                    <a:pt x="2525" y="4192"/>
                  </a:lnTo>
                  <a:cubicBezTo>
                    <a:pt x="1453" y="4144"/>
                    <a:pt x="619" y="3263"/>
                    <a:pt x="619" y="2192"/>
                  </a:cubicBezTo>
                  <a:lnTo>
                    <a:pt x="619" y="1168"/>
                  </a:lnTo>
                  <a:cubicBezTo>
                    <a:pt x="619" y="858"/>
                    <a:pt x="858" y="620"/>
                    <a:pt x="1167" y="620"/>
                  </a:cubicBezTo>
                  <a:lnTo>
                    <a:pt x="2334" y="620"/>
                  </a:lnTo>
                  <a:lnTo>
                    <a:pt x="2334"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0" name="Google Shape;25200;p147"/>
            <p:cNvSpPr/>
            <p:nvPr/>
          </p:nvSpPr>
          <p:spPr>
            <a:xfrm>
              <a:off x="2769408" y="4186337"/>
              <a:ext cx="92503" cy="155692"/>
            </a:xfrm>
            <a:custGeom>
              <a:avLst/>
              <a:gdLst/>
              <a:ahLst/>
              <a:cxnLst/>
              <a:rect l="l" t="t" r="r" b="b"/>
              <a:pathLst>
                <a:path w="2859" h="4812" extrusionOk="0">
                  <a:moveTo>
                    <a:pt x="548" y="1"/>
                  </a:moveTo>
                  <a:lnTo>
                    <a:pt x="548" y="620"/>
                  </a:lnTo>
                  <a:lnTo>
                    <a:pt x="1692" y="620"/>
                  </a:lnTo>
                  <a:cubicBezTo>
                    <a:pt x="2001" y="620"/>
                    <a:pt x="2239" y="858"/>
                    <a:pt x="2239" y="1168"/>
                  </a:cubicBezTo>
                  <a:lnTo>
                    <a:pt x="2239" y="2192"/>
                  </a:lnTo>
                  <a:cubicBezTo>
                    <a:pt x="2239" y="3263"/>
                    <a:pt x="1406" y="4144"/>
                    <a:pt x="334" y="4192"/>
                  </a:cubicBezTo>
                  <a:lnTo>
                    <a:pt x="1" y="4192"/>
                  </a:lnTo>
                  <a:lnTo>
                    <a:pt x="25" y="4811"/>
                  </a:lnTo>
                  <a:lnTo>
                    <a:pt x="358" y="4811"/>
                  </a:lnTo>
                  <a:cubicBezTo>
                    <a:pt x="1763" y="4716"/>
                    <a:pt x="2858" y="3597"/>
                    <a:pt x="2858" y="2192"/>
                  </a:cubicBezTo>
                  <a:lnTo>
                    <a:pt x="2858" y="1144"/>
                  </a:lnTo>
                  <a:cubicBezTo>
                    <a:pt x="2858" y="501"/>
                    <a:pt x="2335" y="1"/>
                    <a:pt x="1692"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1" name="Google Shape;25201;p147"/>
            <p:cNvSpPr/>
            <p:nvPr/>
          </p:nvSpPr>
          <p:spPr>
            <a:xfrm>
              <a:off x="2676194" y="4356618"/>
              <a:ext cx="53968" cy="104830"/>
            </a:xfrm>
            <a:custGeom>
              <a:avLst/>
              <a:gdLst/>
              <a:ahLst/>
              <a:cxnLst/>
              <a:rect l="l" t="t" r="r" b="b"/>
              <a:pathLst>
                <a:path w="1668" h="3240" extrusionOk="0">
                  <a:moveTo>
                    <a:pt x="0" y="1"/>
                  </a:moveTo>
                  <a:lnTo>
                    <a:pt x="0" y="3239"/>
                  </a:lnTo>
                  <a:lnTo>
                    <a:pt x="1667" y="3239"/>
                  </a:lnTo>
                  <a:lnTo>
                    <a:pt x="1667"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2" name="Google Shape;25202;p147"/>
            <p:cNvSpPr/>
            <p:nvPr/>
          </p:nvSpPr>
          <p:spPr>
            <a:xfrm>
              <a:off x="2703146" y="4356618"/>
              <a:ext cx="27016" cy="104830"/>
            </a:xfrm>
            <a:custGeom>
              <a:avLst/>
              <a:gdLst/>
              <a:ahLst/>
              <a:cxnLst/>
              <a:rect l="l" t="t" r="r" b="b"/>
              <a:pathLst>
                <a:path w="835" h="3240" extrusionOk="0">
                  <a:moveTo>
                    <a:pt x="1" y="1"/>
                  </a:moveTo>
                  <a:lnTo>
                    <a:pt x="1" y="3239"/>
                  </a:lnTo>
                  <a:lnTo>
                    <a:pt x="834" y="3239"/>
                  </a:lnTo>
                  <a:lnTo>
                    <a:pt x="834" y="1"/>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3" name="Google Shape;25203;p147"/>
            <p:cNvSpPr/>
            <p:nvPr/>
          </p:nvSpPr>
          <p:spPr>
            <a:xfrm>
              <a:off x="2609156" y="4444460"/>
              <a:ext cx="185718" cy="60892"/>
            </a:xfrm>
            <a:custGeom>
              <a:avLst/>
              <a:gdLst/>
              <a:ahLst/>
              <a:cxnLst/>
              <a:rect l="l" t="t" r="r" b="b"/>
              <a:pathLst>
                <a:path w="5740" h="1882" extrusionOk="0">
                  <a:moveTo>
                    <a:pt x="1382" y="0"/>
                  </a:moveTo>
                  <a:cubicBezTo>
                    <a:pt x="881" y="0"/>
                    <a:pt x="453" y="334"/>
                    <a:pt x="286" y="763"/>
                  </a:cubicBezTo>
                  <a:lnTo>
                    <a:pt x="48" y="1453"/>
                  </a:lnTo>
                  <a:cubicBezTo>
                    <a:pt x="0" y="1572"/>
                    <a:pt x="48" y="1715"/>
                    <a:pt x="167" y="1810"/>
                  </a:cubicBezTo>
                  <a:cubicBezTo>
                    <a:pt x="215" y="1834"/>
                    <a:pt x="286" y="1882"/>
                    <a:pt x="334" y="1882"/>
                  </a:cubicBezTo>
                  <a:lnTo>
                    <a:pt x="5335" y="1882"/>
                  </a:lnTo>
                  <a:cubicBezTo>
                    <a:pt x="5406" y="1882"/>
                    <a:pt x="5454" y="1834"/>
                    <a:pt x="5525" y="1810"/>
                  </a:cubicBezTo>
                  <a:cubicBezTo>
                    <a:pt x="5692" y="1715"/>
                    <a:pt x="5740" y="1572"/>
                    <a:pt x="5692" y="1453"/>
                  </a:cubicBezTo>
                  <a:lnTo>
                    <a:pt x="5454" y="763"/>
                  </a:lnTo>
                  <a:cubicBezTo>
                    <a:pt x="5311" y="286"/>
                    <a:pt x="4858" y="0"/>
                    <a:pt x="4358"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4" name="Google Shape;25204;p147"/>
            <p:cNvSpPr/>
            <p:nvPr/>
          </p:nvSpPr>
          <p:spPr>
            <a:xfrm>
              <a:off x="2597605" y="4158609"/>
              <a:ext cx="210372" cy="225029"/>
            </a:xfrm>
            <a:custGeom>
              <a:avLst/>
              <a:gdLst/>
              <a:ahLst/>
              <a:cxnLst/>
              <a:rect l="l" t="t" r="r" b="b"/>
              <a:pathLst>
                <a:path w="6502" h="6955" extrusionOk="0">
                  <a:moveTo>
                    <a:pt x="310" y="0"/>
                  </a:moveTo>
                  <a:cubicBezTo>
                    <a:pt x="167" y="0"/>
                    <a:pt x="0" y="143"/>
                    <a:pt x="0" y="310"/>
                  </a:cubicBezTo>
                  <a:lnTo>
                    <a:pt x="0" y="3692"/>
                  </a:lnTo>
                  <a:cubicBezTo>
                    <a:pt x="0" y="5430"/>
                    <a:pt x="1405" y="6930"/>
                    <a:pt x="3191" y="6954"/>
                  </a:cubicBezTo>
                  <a:cubicBezTo>
                    <a:pt x="3206" y="6954"/>
                    <a:pt x="3221" y="6954"/>
                    <a:pt x="3236" y="6954"/>
                  </a:cubicBezTo>
                  <a:cubicBezTo>
                    <a:pt x="5049" y="6954"/>
                    <a:pt x="6501" y="5511"/>
                    <a:pt x="6501" y="3715"/>
                  </a:cubicBezTo>
                  <a:lnTo>
                    <a:pt x="6501" y="310"/>
                  </a:lnTo>
                  <a:cubicBezTo>
                    <a:pt x="6501" y="143"/>
                    <a:pt x="6359" y="0"/>
                    <a:pt x="6168"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5" name="Google Shape;25205;p147"/>
            <p:cNvSpPr/>
            <p:nvPr/>
          </p:nvSpPr>
          <p:spPr>
            <a:xfrm>
              <a:off x="2702369" y="4443683"/>
              <a:ext cx="93279" cy="60148"/>
            </a:xfrm>
            <a:custGeom>
              <a:avLst/>
              <a:gdLst/>
              <a:ahLst/>
              <a:cxnLst/>
              <a:rect l="l" t="t" r="r" b="b"/>
              <a:pathLst>
                <a:path w="2883" h="1859" extrusionOk="0">
                  <a:moveTo>
                    <a:pt x="1" y="1"/>
                  </a:moveTo>
                  <a:lnTo>
                    <a:pt x="1" y="1858"/>
                  </a:lnTo>
                  <a:lnTo>
                    <a:pt x="2525" y="1858"/>
                  </a:lnTo>
                  <a:cubicBezTo>
                    <a:pt x="2573" y="1858"/>
                    <a:pt x="2644" y="1834"/>
                    <a:pt x="2692" y="1811"/>
                  </a:cubicBezTo>
                  <a:cubicBezTo>
                    <a:pt x="2811" y="1715"/>
                    <a:pt x="2882" y="1572"/>
                    <a:pt x="2811" y="1453"/>
                  </a:cubicBezTo>
                  <a:lnTo>
                    <a:pt x="2573" y="763"/>
                  </a:lnTo>
                  <a:cubicBezTo>
                    <a:pt x="2430" y="286"/>
                    <a:pt x="1977" y="1"/>
                    <a:pt x="1477"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6" name="Google Shape;25206;p147"/>
            <p:cNvSpPr/>
            <p:nvPr/>
          </p:nvSpPr>
          <p:spPr>
            <a:xfrm>
              <a:off x="2703146" y="4157056"/>
              <a:ext cx="104830" cy="225806"/>
            </a:xfrm>
            <a:custGeom>
              <a:avLst/>
              <a:gdLst/>
              <a:ahLst/>
              <a:cxnLst/>
              <a:rect l="l" t="t" r="r" b="b"/>
              <a:pathLst>
                <a:path w="3240" h="6979" extrusionOk="0">
                  <a:moveTo>
                    <a:pt x="1" y="1"/>
                  </a:moveTo>
                  <a:lnTo>
                    <a:pt x="1" y="6978"/>
                  </a:lnTo>
                  <a:cubicBezTo>
                    <a:pt x="1787" y="6978"/>
                    <a:pt x="3239" y="5526"/>
                    <a:pt x="3239" y="3740"/>
                  </a:cubicBezTo>
                  <a:lnTo>
                    <a:pt x="3239" y="334"/>
                  </a:lnTo>
                  <a:cubicBezTo>
                    <a:pt x="3239" y="167"/>
                    <a:pt x="3097" y="1"/>
                    <a:pt x="2906"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7" name="Google Shape;25207;p147"/>
            <p:cNvSpPr/>
            <p:nvPr/>
          </p:nvSpPr>
          <p:spPr>
            <a:xfrm>
              <a:off x="2638436" y="4200993"/>
              <a:ext cx="129485" cy="123305"/>
            </a:xfrm>
            <a:custGeom>
              <a:avLst/>
              <a:gdLst/>
              <a:ahLst/>
              <a:cxnLst/>
              <a:rect l="l" t="t" r="r" b="b"/>
              <a:pathLst>
                <a:path w="4002" h="3811" extrusionOk="0">
                  <a:moveTo>
                    <a:pt x="2001" y="0"/>
                  </a:moveTo>
                  <a:cubicBezTo>
                    <a:pt x="1882" y="0"/>
                    <a:pt x="1786" y="48"/>
                    <a:pt x="1739" y="167"/>
                  </a:cubicBezTo>
                  <a:lnTo>
                    <a:pt x="1286" y="1072"/>
                  </a:lnTo>
                  <a:lnTo>
                    <a:pt x="310" y="1215"/>
                  </a:lnTo>
                  <a:cubicBezTo>
                    <a:pt x="191" y="1215"/>
                    <a:pt x="72" y="1310"/>
                    <a:pt x="24" y="1429"/>
                  </a:cubicBezTo>
                  <a:cubicBezTo>
                    <a:pt x="0" y="1548"/>
                    <a:pt x="24" y="1667"/>
                    <a:pt x="119" y="1739"/>
                  </a:cubicBezTo>
                  <a:lnTo>
                    <a:pt x="834" y="2453"/>
                  </a:lnTo>
                  <a:lnTo>
                    <a:pt x="667" y="3453"/>
                  </a:lnTo>
                  <a:cubicBezTo>
                    <a:pt x="619" y="3572"/>
                    <a:pt x="691" y="3691"/>
                    <a:pt x="786" y="3739"/>
                  </a:cubicBezTo>
                  <a:cubicBezTo>
                    <a:pt x="834" y="3763"/>
                    <a:pt x="905" y="3810"/>
                    <a:pt x="953" y="3810"/>
                  </a:cubicBezTo>
                  <a:cubicBezTo>
                    <a:pt x="977" y="3810"/>
                    <a:pt x="1048" y="3763"/>
                    <a:pt x="1096" y="3763"/>
                  </a:cubicBezTo>
                  <a:lnTo>
                    <a:pt x="2001" y="3287"/>
                  </a:lnTo>
                  <a:lnTo>
                    <a:pt x="2882" y="3763"/>
                  </a:lnTo>
                  <a:cubicBezTo>
                    <a:pt x="2922" y="3793"/>
                    <a:pt x="2970" y="3806"/>
                    <a:pt x="3020" y="3806"/>
                  </a:cubicBezTo>
                  <a:cubicBezTo>
                    <a:pt x="3088" y="3806"/>
                    <a:pt x="3160" y="3781"/>
                    <a:pt x="3215" y="3739"/>
                  </a:cubicBezTo>
                  <a:cubicBezTo>
                    <a:pt x="3310" y="3691"/>
                    <a:pt x="3358" y="3572"/>
                    <a:pt x="3334" y="3453"/>
                  </a:cubicBezTo>
                  <a:lnTo>
                    <a:pt x="3168" y="2453"/>
                  </a:lnTo>
                  <a:lnTo>
                    <a:pt x="3858" y="1739"/>
                  </a:lnTo>
                  <a:cubicBezTo>
                    <a:pt x="3953" y="1667"/>
                    <a:pt x="4001" y="1524"/>
                    <a:pt x="3953" y="1429"/>
                  </a:cubicBezTo>
                  <a:cubicBezTo>
                    <a:pt x="3906" y="1310"/>
                    <a:pt x="3811" y="1238"/>
                    <a:pt x="3692" y="1215"/>
                  </a:cubicBezTo>
                  <a:lnTo>
                    <a:pt x="2715" y="1072"/>
                  </a:lnTo>
                  <a:lnTo>
                    <a:pt x="2263" y="167"/>
                  </a:lnTo>
                  <a:cubicBezTo>
                    <a:pt x="2239" y="48"/>
                    <a:pt x="2120" y="0"/>
                    <a:pt x="2001"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8" name="Google Shape;25208;p147"/>
            <p:cNvSpPr/>
            <p:nvPr/>
          </p:nvSpPr>
          <p:spPr>
            <a:xfrm>
              <a:off x="2703146" y="4198664"/>
              <a:ext cx="63998" cy="124405"/>
            </a:xfrm>
            <a:custGeom>
              <a:avLst/>
              <a:gdLst/>
              <a:ahLst/>
              <a:cxnLst/>
              <a:rect l="l" t="t" r="r" b="b"/>
              <a:pathLst>
                <a:path w="1978" h="3845" extrusionOk="0">
                  <a:moveTo>
                    <a:pt x="1" y="1"/>
                  </a:moveTo>
                  <a:lnTo>
                    <a:pt x="1" y="3311"/>
                  </a:lnTo>
                  <a:lnTo>
                    <a:pt x="882" y="3811"/>
                  </a:lnTo>
                  <a:cubicBezTo>
                    <a:pt x="920" y="3834"/>
                    <a:pt x="965" y="3845"/>
                    <a:pt x="1013" y="3845"/>
                  </a:cubicBezTo>
                  <a:cubicBezTo>
                    <a:pt x="1113" y="3845"/>
                    <a:pt x="1222" y="3797"/>
                    <a:pt x="1287" y="3716"/>
                  </a:cubicBezTo>
                  <a:cubicBezTo>
                    <a:pt x="1334" y="3668"/>
                    <a:pt x="1358" y="3549"/>
                    <a:pt x="1334" y="3454"/>
                  </a:cubicBezTo>
                  <a:lnTo>
                    <a:pt x="1168" y="2477"/>
                  </a:lnTo>
                  <a:lnTo>
                    <a:pt x="1858" y="1763"/>
                  </a:lnTo>
                  <a:cubicBezTo>
                    <a:pt x="1953" y="1668"/>
                    <a:pt x="1977" y="1549"/>
                    <a:pt x="1953" y="1430"/>
                  </a:cubicBezTo>
                  <a:cubicBezTo>
                    <a:pt x="1930" y="1310"/>
                    <a:pt x="1811" y="1215"/>
                    <a:pt x="1692" y="1215"/>
                  </a:cubicBezTo>
                  <a:lnTo>
                    <a:pt x="715" y="1072"/>
                  </a:lnTo>
                  <a:lnTo>
                    <a:pt x="263" y="191"/>
                  </a:lnTo>
                  <a:cubicBezTo>
                    <a:pt x="215" y="72"/>
                    <a:pt x="120" y="1"/>
                    <a:pt x="1"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09" name="Google Shape;25209;p147"/>
          <p:cNvGrpSpPr/>
          <p:nvPr/>
        </p:nvGrpSpPr>
        <p:grpSpPr>
          <a:xfrm>
            <a:off x="3290285" y="4006209"/>
            <a:ext cx="303619" cy="346749"/>
            <a:chOff x="3290285" y="4158609"/>
            <a:chExt cx="303619" cy="346749"/>
          </a:xfrm>
        </p:grpSpPr>
        <p:sp>
          <p:nvSpPr>
            <p:cNvPr id="25210" name="Google Shape;25210;p147"/>
            <p:cNvSpPr/>
            <p:nvPr/>
          </p:nvSpPr>
          <p:spPr>
            <a:xfrm>
              <a:off x="3290285" y="4158803"/>
              <a:ext cx="303619" cy="346554"/>
            </a:xfrm>
            <a:custGeom>
              <a:avLst/>
              <a:gdLst/>
              <a:ahLst/>
              <a:cxnLst/>
              <a:rect l="l" t="t" r="r" b="b"/>
              <a:pathLst>
                <a:path w="9384" h="10711" extrusionOk="0">
                  <a:moveTo>
                    <a:pt x="4941" y="1"/>
                  </a:moveTo>
                  <a:cubicBezTo>
                    <a:pt x="4511" y="1"/>
                    <a:pt x="4089" y="81"/>
                    <a:pt x="3668" y="232"/>
                  </a:cubicBezTo>
                  <a:cubicBezTo>
                    <a:pt x="3096" y="399"/>
                    <a:pt x="2596" y="709"/>
                    <a:pt x="2144" y="1090"/>
                  </a:cubicBezTo>
                  <a:cubicBezTo>
                    <a:pt x="1262" y="1852"/>
                    <a:pt x="715" y="3019"/>
                    <a:pt x="715" y="4209"/>
                  </a:cubicBezTo>
                  <a:lnTo>
                    <a:pt x="96" y="6115"/>
                  </a:lnTo>
                  <a:cubicBezTo>
                    <a:pt x="0" y="6329"/>
                    <a:pt x="48" y="6591"/>
                    <a:pt x="191" y="6781"/>
                  </a:cubicBezTo>
                  <a:cubicBezTo>
                    <a:pt x="334" y="6948"/>
                    <a:pt x="548" y="7067"/>
                    <a:pt x="786" y="7067"/>
                  </a:cubicBezTo>
                  <a:lnTo>
                    <a:pt x="1358" y="7067"/>
                  </a:lnTo>
                  <a:lnTo>
                    <a:pt x="1358" y="8234"/>
                  </a:lnTo>
                  <a:cubicBezTo>
                    <a:pt x="1358" y="8758"/>
                    <a:pt x="1786" y="9187"/>
                    <a:pt x="2310" y="9187"/>
                  </a:cubicBezTo>
                  <a:lnTo>
                    <a:pt x="3215" y="9187"/>
                  </a:lnTo>
                  <a:lnTo>
                    <a:pt x="3215" y="10425"/>
                  </a:lnTo>
                  <a:cubicBezTo>
                    <a:pt x="3215" y="10592"/>
                    <a:pt x="3334" y="10711"/>
                    <a:pt x="3501" y="10711"/>
                  </a:cubicBezTo>
                  <a:lnTo>
                    <a:pt x="7740" y="10711"/>
                  </a:lnTo>
                  <a:cubicBezTo>
                    <a:pt x="7907" y="10711"/>
                    <a:pt x="8050" y="10544"/>
                    <a:pt x="8026" y="10401"/>
                  </a:cubicBezTo>
                  <a:lnTo>
                    <a:pt x="8026" y="7329"/>
                  </a:lnTo>
                  <a:cubicBezTo>
                    <a:pt x="8931" y="6448"/>
                    <a:pt x="9383" y="5234"/>
                    <a:pt x="9264" y="3948"/>
                  </a:cubicBezTo>
                  <a:cubicBezTo>
                    <a:pt x="9217" y="2971"/>
                    <a:pt x="8764" y="2042"/>
                    <a:pt x="8073" y="1328"/>
                  </a:cubicBezTo>
                  <a:cubicBezTo>
                    <a:pt x="7359" y="614"/>
                    <a:pt x="6478" y="161"/>
                    <a:pt x="5478" y="42"/>
                  </a:cubicBezTo>
                  <a:cubicBezTo>
                    <a:pt x="5297" y="14"/>
                    <a:pt x="5118" y="1"/>
                    <a:pt x="4941"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1" name="Google Shape;25211;p147"/>
            <p:cNvSpPr/>
            <p:nvPr/>
          </p:nvSpPr>
          <p:spPr>
            <a:xfrm>
              <a:off x="3452090" y="4158609"/>
              <a:ext cx="141812" cy="345228"/>
            </a:xfrm>
            <a:custGeom>
              <a:avLst/>
              <a:gdLst/>
              <a:ahLst/>
              <a:cxnLst/>
              <a:rect l="l" t="t" r="r" b="b"/>
              <a:pathLst>
                <a:path w="4383" h="10670" extrusionOk="0">
                  <a:moveTo>
                    <a:pt x="0" y="0"/>
                  </a:moveTo>
                  <a:lnTo>
                    <a:pt x="0" y="10669"/>
                  </a:lnTo>
                  <a:lnTo>
                    <a:pt x="2715" y="10669"/>
                  </a:lnTo>
                  <a:cubicBezTo>
                    <a:pt x="2906" y="10669"/>
                    <a:pt x="3049" y="10526"/>
                    <a:pt x="3049" y="10336"/>
                  </a:cubicBezTo>
                  <a:lnTo>
                    <a:pt x="3049" y="7288"/>
                  </a:lnTo>
                  <a:cubicBezTo>
                    <a:pt x="3930" y="6383"/>
                    <a:pt x="4382" y="5144"/>
                    <a:pt x="4287" y="3882"/>
                  </a:cubicBezTo>
                  <a:cubicBezTo>
                    <a:pt x="4216" y="2930"/>
                    <a:pt x="3787" y="1977"/>
                    <a:pt x="3072" y="1310"/>
                  </a:cubicBezTo>
                  <a:cubicBezTo>
                    <a:pt x="2382" y="596"/>
                    <a:pt x="1477" y="143"/>
                    <a:pt x="477" y="24"/>
                  </a:cubicBezTo>
                  <a:cubicBezTo>
                    <a:pt x="334" y="0"/>
                    <a:pt x="167" y="0"/>
                    <a:pt x="0"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2" name="Google Shape;25212;p147"/>
            <p:cNvSpPr/>
            <p:nvPr/>
          </p:nvSpPr>
          <p:spPr>
            <a:xfrm>
              <a:off x="3375021" y="4209373"/>
              <a:ext cx="157245" cy="174329"/>
            </a:xfrm>
            <a:custGeom>
              <a:avLst/>
              <a:gdLst/>
              <a:ahLst/>
              <a:cxnLst/>
              <a:rect l="l" t="t" r="r" b="b"/>
              <a:pathLst>
                <a:path w="4860" h="5388" extrusionOk="0">
                  <a:moveTo>
                    <a:pt x="2382" y="1456"/>
                  </a:moveTo>
                  <a:cubicBezTo>
                    <a:pt x="3073" y="1456"/>
                    <a:pt x="3645" y="2027"/>
                    <a:pt x="3645" y="2718"/>
                  </a:cubicBezTo>
                  <a:cubicBezTo>
                    <a:pt x="3668" y="3385"/>
                    <a:pt x="3097" y="3956"/>
                    <a:pt x="2382" y="3956"/>
                  </a:cubicBezTo>
                  <a:cubicBezTo>
                    <a:pt x="1716" y="3956"/>
                    <a:pt x="1144" y="3385"/>
                    <a:pt x="1144" y="2718"/>
                  </a:cubicBezTo>
                  <a:cubicBezTo>
                    <a:pt x="1144" y="2027"/>
                    <a:pt x="1716" y="1456"/>
                    <a:pt x="2382" y="1456"/>
                  </a:cubicBezTo>
                  <a:close/>
                  <a:moveTo>
                    <a:pt x="2436" y="0"/>
                  </a:moveTo>
                  <a:cubicBezTo>
                    <a:pt x="2263" y="0"/>
                    <a:pt x="2120" y="134"/>
                    <a:pt x="2120" y="289"/>
                  </a:cubicBezTo>
                  <a:lnTo>
                    <a:pt x="2120" y="837"/>
                  </a:lnTo>
                  <a:cubicBezTo>
                    <a:pt x="1668" y="932"/>
                    <a:pt x="1263" y="1170"/>
                    <a:pt x="1001" y="1480"/>
                  </a:cubicBezTo>
                  <a:lnTo>
                    <a:pt x="501" y="1218"/>
                  </a:lnTo>
                  <a:cubicBezTo>
                    <a:pt x="456" y="1188"/>
                    <a:pt x="409" y="1174"/>
                    <a:pt x="362" y="1174"/>
                  </a:cubicBezTo>
                  <a:cubicBezTo>
                    <a:pt x="261" y="1174"/>
                    <a:pt x="162" y="1239"/>
                    <a:pt x="96" y="1337"/>
                  </a:cubicBezTo>
                  <a:cubicBezTo>
                    <a:pt x="1" y="1480"/>
                    <a:pt x="72" y="1670"/>
                    <a:pt x="215" y="1765"/>
                  </a:cubicBezTo>
                  <a:lnTo>
                    <a:pt x="692" y="2027"/>
                  </a:lnTo>
                  <a:cubicBezTo>
                    <a:pt x="596" y="2218"/>
                    <a:pt x="572" y="2432"/>
                    <a:pt x="572" y="2670"/>
                  </a:cubicBezTo>
                  <a:cubicBezTo>
                    <a:pt x="572" y="2908"/>
                    <a:pt x="596" y="3123"/>
                    <a:pt x="692" y="3337"/>
                  </a:cubicBezTo>
                  <a:lnTo>
                    <a:pt x="215" y="3599"/>
                  </a:lnTo>
                  <a:cubicBezTo>
                    <a:pt x="72" y="3694"/>
                    <a:pt x="1" y="3861"/>
                    <a:pt x="96" y="4004"/>
                  </a:cubicBezTo>
                  <a:cubicBezTo>
                    <a:pt x="168" y="4099"/>
                    <a:pt x="239" y="4171"/>
                    <a:pt x="358" y="4171"/>
                  </a:cubicBezTo>
                  <a:cubicBezTo>
                    <a:pt x="430" y="4171"/>
                    <a:pt x="477" y="4171"/>
                    <a:pt x="501" y="4123"/>
                  </a:cubicBezTo>
                  <a:lnTo>
                    <a:pt x="1001" y="3861"/>
                  </a:lnTo>
                  <a:cubicBezTo>
                    <a:pt x="1263" y="4194"/>
                    <a:pt x="1668" y="4433"/>
                    <a:pt x="2120" y="4528"/>
                  </a:cubicBezTo>
                  <a:lnTo>
                    <a:pt x="2120" y="5052"/>
                  </a:lnTo>
                  <a:cubicBezTo>
                    <a:pt x="2120" y="5195"/>
                    <a:pt x="2239" y="5361"/>
                    <a:pt x="2382" y="5385"/>
                  </a:cubicBezTo>
                  <a:cubicBezTo>
                    <a:pt x="2396" y="5387"/>
                    <a:pt x="2410" y="5388"/>
                    <a:pt x="2424" y="5388"/>
                  </a:cubicBezTo>
                  <a:cubicBezTo>
                    <a:pt x="2596" y="5388"/>
                    <a:pt x="2740" y="5252"/>
                    <a:pt x="2740" y="5076"/>
                  </a:cubicBezTo>
                  <a:lnTo>
                    <a:pt x="2740" y="4552"/>
                  </a:lnTo>
                  <a:cubicBezTo>
                    <a:pt x="3192" y="4456"/>
                    <a:pt x="3597" y="4218"/>
                    <a:pt x="3883" y="3885"/>
                  </a:cubicBezTo>
                  <a:lnTo>
                    <a:pt x="4359" y="4171"/>
                  </a:lnTo>
                  <a:cubicBezTo>
                    <a:pt x="4407" y="4194"/>
                    <a:pt x="4454" y="4194"/>
                    <a:pt x="4502" y="4194"/>
                  </a:cubicBezTo>
                  <a:cubicBezTo>
                    <a:pt x="4621" y="4194"/>
                    <a:pt x="4716" y="4123"/>
                    <a:pt x="4764" y="4052"/>
                  </a:cubicBezTo>
                  <a:cubicBezTo>
                    <a:pt x="4835" y="3932"/>
                    <a:pt x="4811" y="3718"/>
                    <a:pt x="4645" y="3623"/>
                  </a:cubicBezTo>
                  <a:lnTo>
                    <a:pt x="4168" y="3361"/>
                  </a:lnTo>
                  <a:cubicBezTo>
                    <a:pt x="4264" y="3147"/>
                    <a:pt x="4288" y="2956"/>
                    <a:pt x="4288" y="2718"/>
                  </a:cubicBezTo>
                  <a:cubicBezTo>
                    <a:pt x="4288" y="2480"/>
                    <a:pt x="4264" y="2265"/>
                    <a:pt x="4168" y="2051"/>
                  </a:cubicBezTo>
                  <a:lnTo>
                    <a:pt x="4645" y="1789"/>
                  </a:lnTo>
                  <a:cubicBezTo>
                    <a:pt x="4811" y="1694"/>
                    <a:pt x="4859" y="1527"/>
                    <a:pt x="4811" y="1408"/>
                  </a:cubicBezTo>
                  <a:cubicBezTo>
                    <a:pt x="4744" y="1273"/>
                    <a:pt x="4617" y="1210"/>
                    <a:pt x="4497" y="1210"/>
                  </a:cubicBezTo>
                  <a:cubicBezTo>
                    <a:pt x="4448" y="1210"/>
                    <a:pt x="4401" y="1221"/>
                    <a:pt x="4359" y="1241"/>
                  </a:cubicBezTo>
                  <a:lnTo>
                    <a:pt x="3883" y="1527"/>
                  </a:lnTo>
                  <a:cubicBezTo>
                    <a:pt x="3621" y="1194"/>
                    <a:pt x="3192" y="956"/>
                    <a:pt x="2740" y="860"/>
                  </a:cubicBezTo>
                  <a:lnTo>
                    <a:pt x="2740" y="337"/>
                  </a:lnTo>
                  <a:cubicBezTo>
                    <a:pt x="2740" y="170"/>
                    <a:pt x="2621" y="27"/>
                    <a:pt x="2478" y="3"/>
                  </a:cubicBezTo>
                  <a:cubicBezTo>
                    <a:pt x="2464" y="1"/>
                    <a:pt x="2450" y="0"/>
                    <a:pt x="2436"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3" name="Google Shape;25213;p147"/>
            <p:cNvSpPr/>
            <p:nvPr/>
          </p:nvSpPr>
          <p:spPr>
            <a:xfrm>
              <a:off x="3452867" y="4209470"/>
              <a:ext cx="79399" cy="174911"/>
            </a:xfrm>
            <a:custGeom>
              <a:avLst/>
              <a:gdLst/>
              <a:ahLst/>
              <a:cxnLst/>
              <a:rect l="l" t="t" r="r" b="b"/>
              <a:pathLst>
                <a:path w="2454" h="5406" extrusionOk="0">
                  <a:moveTo>
                    <a:pt x="0" y="0"/>
                  </a:moveTo>
                  <a:lnTo>
                    <a:pt x="0" y="1453"/>
                  </a:lnTo>
                  <a:cubicBezTo>
                    <a:pt x="691" y="1453"/>
                    <a:pt x="1262" y="2024"/>
                    <a:pt x="1262" y="2715"/>
                  </a:cubicBezTo>
                  <a:cubicBezTo>
                    <a:pt x="1262" y="3382"/>
                    <a:pt x="691" y="3953"/>
                    <a:pt x="0" y="3953"/>
                  </a:cubicBezTo>
                  <a:lnTo>
                    <a:pt x="0" y="5406"/>
                  </a:lnTo>
                  <a:cubicBezTo>
                    <a:pt x="191" y="5406"/>
                    <a:pt x="334" y="5263"/>
                    <a:pt x="334" y="5073"/>
                  </a:cubicBezTo>
                  <a:lnTo>
                    <a:pt x="334" y="4549"/>
                  </a:lnTo>
                  <a:cubicBezTo>
                    <a:pt x="786" y="4453"/>
                    <a:pt x="1191" y="4215"/>
                    <a:pt x="1477" y="3882"/>
                  </a:cubicBezTo>
                  <a:lnTo>
                    <a:pt x="1953" y="4168"/>
                  </a:lnTo>
                  <a:cubicBezTo>
                    <a:pt x="2001" y="4191"/>
                    <a:pt x="2048" y="4191"/>
                    <a:pt x="2096" y="4191"/>
                  </a:cubicBezTo>
                  <a:cubicBezTo>
                    <a:pt x="2215" y="4191"/>
                    <a:pt x="2310" y="4120"/>
                    <a:pt x="2358" y="4049"/>
                  </a:cubicBezTo>
                  <a:cubicBezTo>
                    <a:pt x="2429" y="3929"/>
                    <a:pt x="2405" y="3715"/>
                    <a:pt x="2239" y="3620"/>
                  </a:cubicBezTo>
                  <a:lnTo>
                    <a:pt x="1762" y="3358"/>
                  </a:lnTo>
                  <a:cubicBezTo>
                    <a:pt x="1858" y="3144"/>
                    <a:pt x="1882" y="2953"/>
                    <a:pt x="1882" y="2715"/>
                  </a:cubicBezTo>
                  <a:cubicBezTo>
                    <a:pt x="1882" y="2477"/>
                    <a:pt x="1858" y="2262"/>
                    <a:pt x="1762" y="2048"/>
                  </a:cubicBezTo>
                  <a:lnTo>
                    <a:pt x="2239" y="1786"/>
                  </a:lnTo>
                  <a:cubicBezTo>
                    <a:pt x="2405" y="1691"/>
                    <a:pt x="2453" y="1524"/>
                    <a:pt x="2405" y="1405"/>
                  </a:cubicBezTo>
                  <a:cubicBezTo>
                    <a:pt x="2338" y="1270"/>
                    <a:pt x="2211" y="1207"/>
                    <a:pt x="2091" y="1207"/>
                  </a:cubicBezTo>
                  <a:cubicBezTo>
                    <a:pt x="2042" y="1207"/>
                    <a:pt x="1995" y="1218"/>
                    <a:pt x="1953" y="1238"/>
                  </a:cubicBezTo>
                  <a:lnTo>
                    <a:pt x="1477" y="1524"/>
                  </a:lnTo>
                  <a:cubicBezTo>
                    <a:pt x="1215" y="1191"/>
                    <a:pt x="786" y="953"/>
                    <a:pt x="334" y="857"/>
                  </a:cubicBezTo>
                  <a:lnTo>
                    <a:pt x="334" y="334"/>
                  </a:lnTo>
                  <a:cubicBezTo>
                    <a:pt x="334" y="143"/>
                    <a:pt x="191" y="0"/>
                    <a:pt x="0"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14" name="Google Shape;25214;p147"/>
          <p:cNvGrpSpPr/>
          <p:nvPr/>
        </p:nvGrpSpPr>
        <p:grpSpPr>
          <a:xfrm>
            <a:off x="4041526" y="4006209"/>
            <a:ext cx="303619" cy="346749"/>
            <a:chOff x="4041526" y="4158609"/>
            <a:chExt cx="303619" cy="346749"/>
          </a:xfrm>
        </p:grpSpPr>
        <p:sp>
          <p:nvSpPr>
            <p:cNvPr id="25215" name="Google Shape;25215;p147"/>
            <p:cNvSpPr/>
            <p:nvPr/>
          </p:nvSpPr>
          <p:spPr>
            <a:xfrm>
              <a:off x="4041526" y="4158803"/>
              <a:ext cx="303619" cy="346554"/>
            </a:xfrm>
            <a:custGeom>
              <a:avLst/>
              <a:gdLst/>
              <a:ahLst/>
              <a:cxnLst/>
              <a:rect l="l" t="t" r="r" b="b"/>
              <a:pathLst>
                <a:path w="9384" h="10711" extrusionOk="0">
                  <a:moveTo>
                    <a:pt x="4941" y="1"/>
                  </a:moveTo>
                  <a:cubicBezTo>
                    <a:pt x="4511" y="1"/>
                    <a:pt x="4090" y="81"/>
                    <a:pt x="3668" y="232"/>
                  </a:cubicBezTo>
                  <a:cubicBezTo>
                    <a:pt x="3096" y="399"/>
                    <a:pt x="2596" y="709"/>
                    <a:pt x="2144" y="1090"/>
                  </a:cubicBezTo>
                  <a:cubicBezTo>
                    <a:pt x="1263" y="1852"/>
                    <a:pt x="715" y="3019"/>
                    <a:pt x="715" y="4209"/>
                  </a:cubicBezTo>
                  <a:lnTo>
                    <a:pt x="96" y="6115"/>
                  </a:lnTo>
                  <a:cubicBezTo>
                    <a:pt x="0" y="6329"/>
                    <a:pt x="48" y="6591"/>
                    <a:pt x="191" y="6781"/>
                  </a:cubicBezTo>
                  <a:cubicBezTo>
                    <a:pt x="334" y="6948"/>
                    <a:pt x="548" y="7067"/>
                    <a:pt x="786" y="7067"/>
                  </a:cubicBezTo>
                  <a:lnTo>
                    <a:pt x="1358" y="7067"/>
                  </a:lnTo>
                  <a:lnTo>
                    <a:pt x="1358" y="8234"/>
                  </a:lnTo>
                  <a:cubicBezTo>
                    <a:pt x="1358" y="8758"/>
                    <a:pt x="1787" y="9187"/>
                    <a:pt x="2310" y="9187"/>
                  </a:cubicBezTo>
                  <a:lnTo>
                    <a:pt x="3215" y="9187"/>
                  </a:lnTo>
                  <a:lnTo>
                    <a:pt x="3215" y="10425"/>
                  </a:lnTo>
                  <a:cubicBezTo>
                    <a:pt x="3215" y="10592"/>
                    <a:pt x="3334" y="10711"/>
                    <a:pt x="3501" y="10711"/>
                  </a:cubicBezTo>
                  <a:lnTo>
                    <a:pt x="7716" y="10711"/>
                  </a:lnTo>
                  <a:cubicBezTo>
                    <a:pt x="7907" y="10711"/>
                    <a:pt x="8050" y="10544"/>
                    <a:pt x="8026" y="10401"/>
                  </a:cubicBezTo>
                  <a:lnTo>
                    <a:pt x="8026" y="7329"/>
                  </a:lnTo>
                  <a:cubicBezTo>
                    <a:pt x="8931" y="6448"/>
                    <a:pt x="9383" y="5234"/>
                    <a:pt x="9264" y="3948"/>
                  </a:cubicBezTo>
                  <a:cubicBezTo>
                    <a:pt x="9217" y="2971"/>
                    <a:pt x="8764" y="2042"/>
                    <a:pt x="8074" y="1328"/>
                  </a:cubicBezTo>
                  <a:cubicBezTo>
                    <a:pt x="7359" y="614"/>
                    <a:pt x="6478" y="161"/>
                    <a:pt x="5478" y="42"/>
                  </a:cubicBezTo>
                  <a:cubicBezTo>
                    <a:pt x="5297" y="14"/>
                    <a:pt x="5118" y="1"/>
                    <a:pt x="4941"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6" name="Google Shape;25216;p147"/>
            <p:cNvSpPr/>
            <p:nvPr/>
          </p:nvSpPr>
          <p:spPr>
            <a:xfrm>
              <a:off x="4203332" y="4158609"/>
              <a:ext cx="141812" cy="345228"/>
            </a:xfrm>
            <a:custGeom>
              <a:avLst/>
              <a:gdLst/>
              <a:ahLst/>
              <a:cxnLst/>
              <a:rect l="l" t="t" r="r" b="b"/>
              <a:pathLst>
                <a:path w="4383" h="10670" extrusionOk="0">
                  <a:moveTo>
                    <a:pt x="0" y="0"/>
                  </a:moveTo>
                  <a:lnTo>
                    <a:pt x="0" y="10669"/>
                  </a:lnTo>
                  <a:lnTo>
                    <a:pt x="2715" y="10669"/>
                  </a:lnTo>
                  <a:cubicBezTo>
                    <a:pt x="2906" y="10669"/>
                    <a:pt x="3049" y="10526"/>
                    <a:pt x="3049" y="10336"/>
                  </a:cubicBezTo>
                  <a:lnTo>
                    <a:pt x="3049" y="7288"/>
                  </a:lnTo>
                  <a:cubicBezTo>
                    <a:pt x="3930" y="6383"/>
                    <a:pt x="4382" y="5144"/>
                    <a:pt x="4287" y="3882"/>
                  </a:cubicBezTo>
                  <a:cubicBezTo>
                    <a:pt x="4216" y="2930"/>
                    <a:pt x="3763" y="1977"/>
                    <a:pt x="3073" y="1310"/>
                  </a:cubicBezTo>
                  <a:cubicBezTo>
                    <a:pt x="2382" y="596"/>
                    <a:pt x="1477" y="143"/>
                    <a:pt x="477" y="24"/>
                  </a:cubicBezTo>
                  <a:cubicBezTo>
                    <a:pt x="334" y="0"/>
                    <a:pt x="167" y="0"/>
                    <a:pt x="0"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7" name="Google Shape;25217;p147"/>
            <p:cNvSpPr/>
            <p:nvPr/>
          </p:nvSpPr>
          <p:spPr>
            <a:xfrm>
              <a:off x="4118563" y="4198761"/>
              <a:ext cx="171870" cy="183323"/>
            </a:xfrm>
            <a:custGeom>
              <a:avLst/>
              <a:gdLst/>
              <a:ahLst/>
              <a:cxnLst/>
              <a:rect l="l" t="t" r="r" b="b"/>
              <a:pathLst>
                <a:path w="5312" h="5666" extrusionOk="0">
                  <a:moveTo>
                    <a:pt x="2610" y="1"/>
                  </a:moveTo>
                  <a:cubicBezTo>
                    <a:pt x="1976" y="1"/>
                    <a:pt x="1351" y="240"/>
                    <a:pt x="882" y="688"/>
                  </a:cubicBezTo>
                  <a:cubicBezTo>
                    <a:pt x="334" y="1165"/>
                    <a:pt x="1" y="1879"/>
                    <a:pt x="1" y="2617"/>
                  </a:cubicBezTo>
                  <a:cubicBezTo>
                    <a:pt x="1" y="3236"/>
                    <a:pt x="239" y="3856"/>
                    <a:pt x="668" y="4332"/>
                  </a:cubicBezTo>
                  <a:cubicBezTo>
                    <a:pt x="906" y="4618"/>
                    <a:pt x="1049" y="4927"/>
                    <a:pt x="1049" y="5284"/>
                  </a:cubicBezTo>
                  <a:lnTo>
                    <a:pt x="1049" y="5332"/>
                  </a:lnTo>
                  <a:cubicBezTo>
                    <a:pt x="1049" y="5499"/>
                    <a:pt x="1192" y="5666"/>
                    <a:pt x="1382" y="5666"/>
                  </a:cubicBezTo>
                  <a:lnTo>
                    <a:pt x="3883" y="5666"/>
                  </a:lnTo>
                  <a:cubicBezTo>
                    <a:pt x="4049" y="5666"/>
                    <a:pt x="4216" y="5499"/>
                    <a:pt x="4192" y="5356"/>
                  </a:cubicBezTo>
                  <a:lnTo>
                    <a:pt x="4192" y="5332"/>
                  </a:lnTo>
                  <a:cubicBezTo>
                    <a:pt x="4192" y="4975"/>
                    <a:pt x="4359" y="4641"/>
                    <a:pt x="4597" y="4332"/>
                  </a:cubicBezTo>
                  <a:cubicBezTo>
                    <a:pt x="5073" y="3784"/>
                    <a:pt x="5312" y="3070"/>
                    <a:pt x="5216" y="2308"/>
                  </a:cubicBezTo>
                  <a:cubicBezTo>
                    <a:pt x="5097" y="1117"/>
                    <a:pt x="4121" y="141"/>
                    <a:pt x="2930" y="22"/>
                  </a:cubicBezTo>
                  <a:cubicBezTo>
                    <a:pt x="2824" y="8"/>
                    <a:pt x="2716" y="1"/>
                    <a:pt x="2610"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8" name="Google Shape;25218;p147"/>
            <p:cNvSpPr/>
            <p:nvPr/>
          </p:nvSpPr>
          <p:spPr>
            <a:xfrm>
              <a:off x="4203332" y="4198664"/>
              <a:ext cx="87100" cy="183420"/>
            </a:xfrm>
            <a:custGeom>
              <a:avLst/>
              <a:gdLst/>
              <a:ahLst/>
              <a:cxnLst/>
              <a:rect l="l" t="t" r="r" b="b"/>
              <a:pathLst>
                <a:path w="2692" h="5669" extrusionOk="0">
                  <a:moveTo>
                    <a:pt x="0" y="1"/>
                  </a:moveTo>
                  <a:lnTo>
                    <a:pt x="0" y="5669"/>
                  </a:lnTo>
                  <a:lnTo>
                    <a:pt x="1263" y="5669"/>
                  </a:lnTo>
                  <a:cubicBezTo>
                    <a:pt x="1429" y="5669"/>
                    <a:pt x="1596" y="5502"/>
                    <a:pt x="1596" y="5335"/>
                  </a:cubicBezTo>
                  <a:lnTo>
                    <a:pt x="1596" y="5287"/>
                  </a:lnTo>
                  <a:cubicBezTo>
                    <a:pt x="1596" y="4930"/>
                    <a:pt x="1739" y="4621"/>
                    <a:pt x="1977" y="4311"/>
                  </a:cubicBezTo>
                  <a:cubicBezTo>
                    <a:pt x="2477" y="3740"/>
                    <a:pt x="2692" y="3025"/>
                    <a:pt x="2596" y="2287"/>
                  </a:cubicBezTo>
                  <a:cubicBezTo>
                    <a:pt x="2477" y="1096"/>
                    <a:pt x="1501" y="144"/>
                    <a:pt x="310" y="25"/>
                  </a:cubicBezTo>
                  <a:cubicBezTo>
                    <a:pt x="215" y="25"/>
                    <a:pt x="96" y="1"/>
                    <a:pt x="0"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9" name="Google Shape;25219;p147"/>
            <p:cNvSpPr/>
            <p:nvPr/>
          </p:nvSpPr>
          <p:spPr>
            <a:xfrm>
              <a:off x="4172498" y="4272820"/>
              <a:ext cx="63222" cy="110104"/>
            </a:xfrm>
            <a:custGeom>
              <a:avLst/>
              <a:gdLst/>
              <a:ahLst/>
              <a:cxnLst/>
              <a:rect l="l" t="t" r="r" b="b"/>
              <a:pathLst>
                <a:path w="1954" h="3403" extrusionOk="0">
                  <a:moveTo>
                    <a:pt x="1608" y="1"/>
                  </a:moveTo>
                  <a:cubicBezTo>
                    <a:pt x="1525" y="1"/>
                    <a:pt x="1442" y="31"/>
                    <a:pt x="1382" y="90"/>
                  </a:cubicBezTo>
                  <a:lnTo>
                    <a:pt x="953" y="495"/>
                  </a:lnTo>
                  <a:lnTo>
                    <a:pt x="572" y="114"/>
                  </a:lnTo>
                  <a:cubicBezTo>
                    <a:pt x="510" y="51"/>
                    <a:pt x="433" y="21"/>
                    <a:pt x="358" y="21"/>
                  </a:cubicBezTo>
                  <a:cubicBezTo>
                    <a:pt x="291" y="21"/>
                    <a:pt x="224" y="45"/>
                    <a:pt x="168" y="90"/>
                  </a:cubicBezTo>
                  <a:cubicBezTo>
                    <a:pt x="1" y="209"/>
                    <a:pt x="1" y="424"/>
                    <a:pt x="120" y="566"/>
                  </a:cubicBezTo>
                  <a:lnTo>
                    <a:pt x="668" y="1090"/>
                  </a:lnTo>
                  <a:lnTo>
                    <a:pt x="668" y="3067"/>
                  </a:lnTo>
                  <a:cubicBezTo>
                    <a:pt x="668" y="3210"/>
                    <a:pt x="787" y="3377"/>
                    <a:pt x="930" y="3400"/>
                  </a:cubicBezTo>
                  <a:cubicBezTo>
                    <a:pt x="944" y="3402"/>
                    <a:pt x="957" y="3403"/>
                    <a:pt x="971" y="3403"/>
                  </a:cubicBezTo>
                  <a:cubicBezTo>
                    <a:pt x="1144" y="3403"/>
                    <a:pt x="1287" y="3267"/>
                    <a:pt x="1287" y="3091"/>
                  </a:cubicBezTo>
                  <a:lnTo>
                    <a:pt x="1287" y="1138"/>
                  </a:lnTo>
                  <a:lnTo>
                    <a:pt x="1835" y="590"/>
                  </a:lnTo>
                  <a:cubicBezTo>
                    <a:pt x="1954" y="424"/>
                    <a:pt x="1954" y="233"/>
                    <a:pt x="1835" y="90"/>
                  </a:cubicBezTo>
                  <a:cubicBezTo>
                    <a:pt x="1775" y="31"/>
                    <a:pt x="1692" y="1"/>
                    <a:pt x="1608"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0" name="Google Shape;25220;p147"/>
            <p:cNvSpPr/>
            <p:nvPr/>
          </p:nvSpPr>
          <p:spPr>
            <a:xfrm>
              <a:off x="4203332" y="4272820"/>
              <a:ext cx="32387" cy="109263"/>
            </a:xfrm>
            <a:custGeom>
              <a:avLst/>
              <a:gdLst/>
              <a:ahLst/>
              <a:cxnLst/>
              <a:rect l="l" t="t" r="r" b="b"/>
              <a:pathLst>
                <a:path w="1001" h="3377" extrusionOk="0">
                  <a:moveTo>
                    <a:pt x="638" y="1"/>
                  </a:moveTo>
                  <a:cubicBezTo>
                    <a:pt x="560" y="1"/>
                    <a:pt x="489" y="31"/>
                    <a:pt x="429" y="90"/>
                  </a:cubicBezTo>
                  <a:lnTo>
                    <a:pt x="0" y="495"/>
                  </a:lnTo>
                  <a:lnTo>
                    <a:pt x="0" y="3377"/>
                  </a:lnTo>
                  <a:cubicBezTo>
                    <a:pt x="191" y="3377"/>
                    <a:pt x="334" y="3210"/>
                    <a:pt x="334" y="3043"/>
                  </a:cubicBezTo>
                  <a:lnTo>
                    <a:pt x="334" y="1067"/>
                  </a:lnTo>
                  <a:lnTo>
                    <a:pt x="882" y="543"/>
                  </a:lnTo>
                  <a:cubicBezTo>
                    <a:pt x="1001" y="424"/>
                    <a:pt x="1001" y="209"/>
                    <a:pt x="882" y="90"/>
                  </a:cubicBezTo>
                  <a:cubicBezTo>
                    <a:pt x="798" y="31"/>
                    <a:pt x="715" y="1"/>
                    <a:pt x="638"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1" name="Google Shape;25221;p147"/>
            <p:cNvSpPr/>
            <p:nvPr/>
          </p:nvSpPr>
          <p:spPr>
            <a:xfrm>
              <a:off x="4152470" y="4371274"/>
              <a:ext cx="102533" cy="50862"/>
            </a:xfrm>
            <a:custGeom>
              <a:avLst/>
              <a:gdLst/>
              <a:ahLst/>
              <a:cxnLst/>
              <a:rect l="l" t="t" r="r" b="b"/>
              <a:pathLst>
                <a:path w="3169" h="1572" extrusionOk="0">
                  <a:moveTo>
                    <a:pt x="1" y="0"/>
                  </a:moveTo>
                  <a:lnTo>
                    <a:pt x="1" y="834"/>
                  </a:lnTo>
                  <a:cubicBezTo>
                    <a:pt x="1" y="1238"/>
                    <a:pt x="334" y="1572"/>
                    <a:pt x="739" y="1572"/>
                  </a:cubicBezTo>
                  <a:lnTo>
                    <a:pt x="2406" y="1572"/>
                  </a:lnTo>
                  <a:cubicBezTo>
                    <a:pt x="2835" y="1572"/>
                    <a:pt x="3168" y="1238"/>
                    <a:pt x="3168" y="834"/>
                  </a:cubicBezTo>
                  <a:lnTo>
                    <a:pt x="3168"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2" name="Google Shape;25222;p147"/>
            <p:cNvSpPr/>
            <p:nvPr/>
          </p:nvSpPr>
          <p:spPr>
            <a:xfrm>
              <a:off x="4203332" y="4371274"/>
              <a:ext cx="51671" cy="50862"/>
            </a:xfrm>
            <a:custGeom>
              <a:avLst/>
              <a:gdLst/>
              <a:ahLst/>
              <a:cxnLst/>
              <a:rect l="l" t="t" r="r" b="b"/>
              <a:pathLst>
                <a:path w="1597" h="1572" extrusionOk="0">
                  <a:moveTo>
                    <a:pt x="0" y="0"/>
                  </a:moveTo>
                  <a:lnTo>
                    <a:pt x="0" y="1572"/>
                  </a:lnTo>
                  <a:lnTo>
                    <a:pt x="834" y="1572"/>
                  </a:lnTo>
                  <a:cubicBezTo>
                    <a:pt x="1263" y="1572"/>
                    <a:pt x="1596" y="1238"/>
                    <a:pt x="1596" y="834"/>
                  </a:cubicBezTo>
                  <a:lnTo>
                    <a:pt x="1596"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23" name="Google Shape;25223;p147"/>
          <p:cNvGrpSpPr/>
          <p:nvPr/>
        </p:nvGrpSpPr>
        <p:grpSpPr>
          <a:xfrm>
            <a:off x="4788918" y="4006209"/>
            <a:ext cx="303619" cy="346749"/>
            <a:chOff x="4788918" y="4158609"/>
            <a:chExt cx="303619" cy="346749"/>
          </a:xfrm>
        </p:grpSpPr>
        <p:sp>
          <p:nvSpPr>
            <p:cNvPr id="25224" name="Google Shape;25224;p147"/>
            <p:cNvSpPr/>
            <p:nvPr/>
          </p:nvSpPr>
          <p:spPr>
            <a:xfrm>
              <a:off x="4788918" y="4158803"/>
              <a:ext cx="303619" cy="346554"/>
            </a:xfrm>
            <a:custGeom>
              <a:avLst/>
              <a:gdLst/>
              <a:ahLst/>
              <a:cxnLst/>
              <a:rect l="l" t="t" r="r" b="b"/>
              <a:pathLst>
                <a:path w="9384" h="10711" extrusionOk="0">
                  <a:moveTo>
                    <a:pt x="4941" y="1"/>
                  </a:moveTo>
                  <a:cubicBezTo>
                    <a:pt x="4511" y="1"/>
                    <a:pt x="4090" y="81"/>
                    <a:pt x="3668" y="232"/>
                  </a:cubicBezTo>
                  <a:cubicBezTo>
                    <a:pt x="3096" y="399"/>
                    <a:pt x="2596" y="709"/>
                    <a:pt x="2144" y="1090"/>
                  </a:cubicBezTo>
                  <a:cubicBezTo>
                    <a:pt x="1263" y="1852"/>
                    <a:pt x="715" y="3019"/>
                    <a:pt x="715" y="4209"/>
                  </a:cubicBezTo>
                  <a:lnTo>
                    <a:pt x="96" y="6115"/>
                  </a:lnTo>
                  <a:cubicBezTo>
                    <a:pt x="0" y="6329"/>
                    <a:pt x="48" y="6591"/>
                    <a:pt x="191" y="6781"/>
                  </a:cubicBezTo>
                  <a:cubicBezTo>
                    <a:pt x="334" y="6948"/>
                    <a:pt x="548" y="7067"/>
                    <a:pt x="786" y="7067"/>
                  </a:cubicBezTo>
                  <a:lnTo>
                    <a:pt x="1358" y="7067"/>
                  </a:lnTo>
                  <a:lnTo>
                    <a:pt x="1358" y="8234"/>
                  </a:lnTo>
                  <a:cubicBezTo>
                    <a:pt x="1358" y="8758"/>
                    <a:pt x="1787" y="9187"/>
                    <a:pt x="2311" y="9187"/>
                  </a:cubicBezTo>
                  <a:lnTo>
                    <a:pt x="3239" y="9187"/>
                  </a:lnTo>
                  <a:lnTo>
                    <a:pt x="3239" y="10425"/>
                  </a:lnTo>
                  <a:cubicBezTo>
                    <a:pt x="3239" y="10592"/>
                    <a:pt x="3358" y="10711"/>
                    <a:pt x="3525" y="10711"/>
                  </a:cubicBezTo>
                  <a:lnTo>
                    <a:pt x="7740" y="10711"/>
                  </a:lnTo>
                  <a:cubicBezTo>
                    <a:pt x="7931" y="10711"/>
                    <a:pt x="8050" y="10544"/>
                    <a:pt x="8026" y="10401"/>
                  </a:cubicBezTo>
                  <a:lnTo>
                    <a:pt x="8026" y="7329"/>
                  </a:lnTo>
                  <a:cubicBezTo>
                    <a:pt x="8931" y="6448"/>
                    <a:pt x="9383" y="5234"/>
                    <a:pt x="9264" y="3948"/>
                  </a:cubicBezTo>
                  <a:cubicBezTo>
                    <a:pt x="9217" y="2971"/>
                    <a:pt x="8764" y="2042"/>
                    <a:pt x="8074" y="1328"/>
                  </a:cubicBezTo>
                  <a:cubicBezTo>
                    <a:pt x="7359" y="614"/>
                    <a:pt x="6478" y="161"/>
                    <a:pt x="5478" y="42"/>
                  </a:cubicBezTo>
                  <a:cubicBezTo>
                    <a:pt x="5297" y="14"/>
                    <a:pt x="5119" y="1"/>
                    <a:pt x="4941"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5" name="Google Shape;25225;p147"/>
            <p:cNvSpPr/>
            <p:nvPr/>
          </p:nvSpPr>
          <p:spPr>
            <a:xfrm>
              <a:off x="4950723" y="4158609"/>
              <a:ext cx="141812" cy="345228"/>
            </a:xfrm>
            <a:custGeom>
              <a:avLst/>
              <a:gdLst/>
              <a:ahLst/>
              <a:cxnLst/>
              <a:rect l="l" t="t" r="r" b="b"/>
              <a:pathLst>
                <a:path w="4383" h="10670" extrusionOk="0">
                  <a:moveTo>
                    <a:pt x="1" y="0"/>
                  </a:moveTo>
                  <a:lnTo>
                    <a:pt x="1" y="10669"/>
                  </a:lnTo>
                  <a:lnTo>
                    <a:pt x="2715" y="10669"/>
                  </a:lnTo>
                  <a:cubicBezTo>
                    <a:pt x="2906" y="10669"/>
                    <a:pt x="3049" y="10526"/>
                    <a:pt x="3049" y="10336"/>
                  </a:cubicBezTo>
                  <a:lnTo>
                    <a:pt x="3049" y="7288"/>
                  </a:lnTo>
                  <a:cubicBezTo>
                    <a:pt x="3930" y="6383"/>
                    <a:pt x="4382" y="5144"/>
                    <a:pt x="4287" y="3882"/>
                  </a:cubicBezTo>
                  <a:cubicBezTo>
                    <a:pt x="4192" y="2930"/>
                    <a:pt x="3787" y="1977"/>
                    <a:pt x="3073" y="1310"/>
                  </a:cubicBezTo>
                  <a:cubicBezTo>
                    <a:pt x="2382" y="596"/>
                    <a:pt x="1477" y="143"/>
                    <a:pt x="477" y="24"/>
                  </a:cubicBezTo>
                  <a:cubicBezTo>
                    <a:pt x="334" y="0"/>
                    <a:pt x="143" y="0"/>
                    <a:pt x="1"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6" name="Google Shape;25226;p147"/>
            <p:cNvSpPr/>
            <p:nvPr/>
          </p:nvSpPr>
          <p:spPr>
            <a:xfrm>
              <a:off x="4852106" y="4198664"/>
              <a:ext cx="198045" cy="107904"/>
            </a:xfrm>
            <a:custGeom>
              <a:avLst/>
              <a:gdLst/>
              <a:ahLst/>
              <a:cxnLst/>
              <a:rect l="l" t="t" r="r" b="b"/>
              <a:pathLst>
                <a:path w="6121" h="3335" extrusionOk="0">
                  <a:moveTo>
                    <a:pt x="3049" y="1"/>
                  </a:moveTo>
                  <a:cubicBezTo>
                    <a:pt x="1358" y="1"/>
                    <a:pt x="0" y="1406"/>
                    <a:pt x="24" y="3097"/>
                  </a:cubicBezTo>
                  <a:cubicBezTo>
                    <a:pt x="24" y="3239"/>
                    <a:pt x="143" y="3335"/>
                    <a:pt x="286" y="3335"/>
                  </a:cubicBezTo>
                  <a:lnTo>
                    <a:pt x="1000" y="3335"/>
                  </a:lnTo>
                  <a:cubicBezTo>
                    <a:pt x="1096" y="3335"/>
                    <a:pt x="1191" y="3287"/>
                    <a:pt x="1239" y="3216"/>
                  </a:cubicBezTo>
                  <a:cubicBezTo>
                    <a:pt x="1382" y="2977"/>
                    <a:pt x="1215" y="2716"/>
                    <a:pt x="977" y="2716"/>
                  </a:cubicBezTo>
                  <a:lnTo>
                    <a:pt x="667" y="2716"/>
                  </a:lnTo>
                  <a:cubicBezTo>
                    <a:pt x="739" y="2287"/>
                    <a:pt x="905" y="1882"/>
                    <a:pt x="1143" y="1549"/>
                  </a:cubicBezTo>
                  <a:lnTo>
                    <a:pt x="1358" y="1763"/>
                  </a:lnTo>
                  <a:cubicBezTo>
                    <a:pt x="1429" y="1811"/>
                    <a:pt x="1501" y="1858"/>
                    <a:pt x="1572" y="1858"/>
                  </a:cubicBezTo>
                  <a:cubicBezTo>
                    <a:pt x="1715" y="1858"/>
                    <a:pt x="1834" y="1763"/>
                    <a:pt x="1905" y="1572"/>
                  </a:cubicBezTo>
                  <a:cubicBezTo>
                    <a:pt x="1929" y="1501"/>
                    <a:pt x="1905" y="1406"/>
                    <a:pt x="1834" y="1334"/>
                  </a:cubicBezTo>
                  <a:lnTo>
                    <a:pt x="1596" y="1096"/>
                  </a:lnTo>
                  <a:cubicBezTo>
                    <a:pt x="1929" y="858"/>
                    <a:pt x="2310" y="691"/>
                    <a:pt x="2763" y="620"/>
                  </a:cubicBezTo>
                  <a:lnTo>
                    <a:pt x="2763" y="953"/>
                  </a:lnTo>
                  <a:cubicBezTo>
                    <a:pt x="2763" y="1049"/>
                    <a:pt x="2810" y="1144"/>
                    <a:pt x="2882" y="1191"/>
                  </a:cubicBezTo>
                  <a:cubicBezTo>
                    <a:pt x="2943" y="1228"/>
                    <a:pt x="3005" y="1244"/>
                    <a:pt x="3065" y="1244"/>
                  </a:cubicBezTo>
                  <a:cubicBezTo>
                    <a:pt x="3237" y="1244"/>
                    <a:pt x="3382" y="1107"/>
                    <a:pt x="3382" y="929"/>
                  </a:cubicBezTo>
                  <a:lnTo>
                    <a:pt x="3382" y="620"/>
                  </a:lnTo>
                  <a:cubicBezTo>
                    <a:pt x="3811" y="691"/>
                    <a:pt x="4215" y="858"/>
                    <a:pt x="4549" y="1096"/>
                  </a:cubicBezTo>
                  <a:lnTo>
                    <a:pt x="4311" y="1334"/>
                  </a:lnTo>
                  <a:cubicBezTo>
                    <a:pt x="4239" y="1406"/>
                    <a:pt x="4215" y="1501"/>
                    <a:pt x="4239" y="1572"/>
                  </a:cubicBezTo>
                  <a:cubicBezTo>
                    <a:pt x="4287" y="1763"/>
                    <a:pt x="4430" y="1858"/>
                    <a:pt x="4573" y="1858"/>
                  </a:cubicBezTo>
                  <a:cubicBezTo>
                    <a:pt x="4668" y="1858"/>
                    <a:pt x="4716" y="1811"/>
                    <a:pt x="4787" y="1763"/>
                  </a:cubicBezTo>
                  <a:lnTo>
                    <a:pt x="5001" y="1549"/>
                  </a:lnTo>
                  <a:cubicBezTo>
                    <a:pt x="5239" y="1882"/>
                    <a:pt x="5406" y="2263"/>
                    <a:pt x="5478" y="2716"/>
                  </a:cubicBezTo>
                  <a:lnTo>
                    <a:pt x="5144" y="2716"/>
                  </a:lnTo>
                  <a:cubicBezTo>
                    <a:pt x="5049" y="2716"/>
                    <a:pt x="4954" y="2763"/>
                    <a:pt x="4906" y="2835"/>
                  </a:cubicBezTo>
                  <a:cubicBezTo>
                    <a:pt x="4763" y="3073"/>
                    <a:pt x="4930" y="3335"/>
                    <a:pt x="5168" y="3335"/>
                  </a:cubicBezTo>
                  <a:lnTo>
                    <a:pt x="5859" y="3335"/>
                  </a:lnTo>
                  <a:cubicBezTo>
                    <a:pt x="6002" y="3335"/>
                    <a:pt x="6121" y="3216"/>
                    <a:pt x="6121" y="3097"/>
                  </a:cubicBezTo>
                  <a:cubicBezTo>
                    <a:pt x="6121" y="1406"/>
                    <a:pt x="4763" y="1"/>
                    <a:pt x="3049"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7" name="Google Shape;25227;p147"/>
            <p:cNvSpPr/>
            <p:nvPr/>
          </p:nvSpPr>
          <p:spPr>
            <a:xfrm>
              <a:off x="4950723" y="4198664"/>
              <a:ext cx="99427" cy="107904"/>
            </a:xfrm>
            <a:custGeom>
              <a:avLst/>
              <a:gdLst/>
              <a:ahLst/>
              <a:cxnLst/>
              <a:rect l="l" t="t" r="r" b="b"/>
              <a:pathLst>
                <a:path w="3073" h="3335" extrusionOk="0">
                  <a:moveTo>
                    <a:pt x="1" y="1"/>
                  </a:moveTo>
                  <a:lnTo>
                    <a:pt x="1" y="1263"/>
                  </a:lnTo>
                  <a:cubicBezTo>
                    <a:pt x="191" y="1263"/>
                    <a:pt x="334" y="1096"/>
                    <a:pt x="334" y="929"/>
                  </a:cubicBezTo>
                  <a:lnTo>
                    <a:pt x="334" y="620"/>
                  </a:lnTo>
                  <a:cubicBezTo>
                    <a:pt x="763" y="691"/>
                    <a:pt x="1167" y="858"/>
                    <a:pt x="1501" y="1096"/>
                  </a:cubicBezTo>
                  <a:lnTo>
                    <a:pt x="1263" y="1334"/>
                  </a:lnTo>
                  <a:cubicBezTo>
                    <a:pt x="1191" y="1406"/>
                    <a:pt x="1167" y="1501"/>
                    <a:pt x="1191" y="1572"/>
                  </a:cubicBezTo>
                  <a:cubicBezTo>
                    <a:pt x="1239" y="1763"/>
                    <a:pt x="1382" y="1858"/>
                    <a:pt x="1525" y="1858"/>
                  </a:cubicBezTo>
                  <a:cubicBezTo>
                    <a:pt x="1620" y="1858"/>
                    <a:pt x="1668" y="1811"/>
                    <a:pt x="1739" y="1763"/>
                  </a:cubicBezTo>
                  <a:lnTo>
                    <a:pt x="1953" y="1549"/>
                  </a:lnTo>
                  <a:cubicBezTo>
                    <a:pt x="2191" y="1882"/>
                    <a:pt x="2358" y="2263"/>
                    <a:pt x="2430" y="2716"/>
                  </a:cubicBezTo>
                  <a:lnTo>
                    <a:pt x="2096" y="2716"/>
                  </a:lnTo>
                  <a:cubicBezTo>
                    <a:pt x="2001" y="2716"/>
                    <a:pt x="1906" y="2763"/>
                    <a:pt x="1858" y="2835"/>
                  </a:cubicBezTo>
                  <a:cubicBezTo>
                    <a:pt x="1715" y="3073"/>
                    <a:pt x="1882" y="3335"/>
                    <a:pt x="2120" y="3335"/>
                  </a:cubicBezTo>
                  <a:lnTo>
                    <a:pt x="2811" y="3335"/>
                  </a:lnTo>
                  <a:cubicBezTo>
                    <a:pt x="2954" y="3335"/>
                    <a:pt x="3073" y="3216"/>
                    <a:pt x="3073" y="3097"/>
                  </a:cubicBezTo>
                  <a:cubicBezTo>
                    <a:pt x="3073" y="1406"/>
                    <a:pt x="1715" y="1"/>
                    <a:pt x="1"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8" name="Google Shape;25228;p147"/>
            <p:cNvSpPr/>
            <p:nvPr/>
          </p:nvSpPr>
          <p:spPr>
            <a:xfrm>
              <a:off x="4941470" y="4259263"/>
              <a:ext cx="20060" cy="73575"/>
            </a:xfrm>
            <a:custGeom>
              <a:avLst/>
              <a:gdLst/>
              <a:ahLst/>
              <a:cxnLst/>
              <a:rect l="l" t="t" r="r" b="b"/>
              <a:pathLst>
                <a:path w="620" h="2274" extrusionOk="0">
                  <a:moveTo>
                    <a:pt x="329" y="1"/>
                  </a:moveTo>
                  <a:cubicBezTo>
                    <a:pt x="307" y="1"/>
                    <a:pt x="285" y="3"/>
                    <a:pt x="263" y="9"/>
                  </a:cubicBezTo>
                  <a:cubicBezTo>
                    <a:pt x="120" y="33"/>
                    <a:pt x="1" y="176"/>
                    <a:pt x="1" y="319"/>
                  </a:cubicBezTo>
                  <a:lnTo>
                    <a:pt x="1" y="2009"/>
                  </a:lnTo>
                  <a:cubicBezTo>
                    <a:pt x="1" y="2142"/>
                    <a:pt x="103" y="2274"/>
                    <a:pt x="231" y="2274"/>
                  </a:cubicBezTo>
                  <a:cubicBezTo>
                    <a:pt x="242" y="2274"/>
                    <a:pt x="252" y="2273"/>
                    <a:pt x="263" y="2271"/>
                  </a:cubicBezTo>
                  <a:cubicBezTo>
                    <a:pt x="278" y="2273"/>
                    <a:pt x="294" y="2274"/>
                    <a:pt x="309" y="2274"/>
                  </a:cubicBezTo>
                  <a:cubicBezTo>
                    <a:pt x="497" y="2274"/>
                    <a:pt x="620" y="2138"/>
                    <a:pt x="620" y="1962"/>
                  </a:cubicBezTo>
                  <a:lnTo>
                    <a:pt x="620" y="295"/>
                  </a:lnTo>
                  <a:cubicBezTo>
                    <a:pt x="620" y="148"/>
                    <a:pt x="490" y="1"/>
                    <a:pt x="329"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9" name="Google Shape;25229;p147"/>
            <p:cNvSpPr/>
            <p:nvPr/>
          </p:nvSpPr>
          <p:spPr>
            <a:xfrm>
              <a:off x="4950723" y="4259555"/>
              <a:ext cx="10807" cy="73996"/>
            </a:xfrm>
            <a:custGeom>
              <a:avLst/>
              <a:gdLst/>
              <a:ahLst/>
              <a:cxnLst/>
              <a:rect l="l" t="t" r="r" b="b"/>
              <a:pathLst>
                <a:path w="334" h="2287" extrusionOk="0">
                  <a:moveTo>
                    <a:pt x="1" y="0"/>
                  </a:moveTo>
                  <a:lnTo>
                    <a:pt x="1" y="2286"/>
                  </a:lnTo>
                  <a:cubicBezTo>
                    <a:pt x="191" y="2286"/>
                    <a:pt x="334" y="2143"/>
                    <a:pt x="334" y="1953"/>
                  </a:cubicBezTo>
                  <a:lnTo>
                    <a:pt x="334" y="286"/>
                  </a:lnTo>
                  <a:cubicBezTo>
                    <a:pt x="334" y="143"/>
                    <a:pt x="191" y="0"/>
                    <a:pt x="1"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0" name="Google Shape;25230;p147"/>
            <p:cNvSpPr/>
            <p:nvPr/>
          </p:nvSpPr>
          <p:spPr>
            <a:xfrm>
              <a:off x="4926845" y="4318860"/>
              <a:ext cx="50118" cy="50118"/>
            </a:xfrm>
            <a:custGeom>
              <a:avLst/>
              <a:gdLst/>
              <a:ahLst/>
              <a:cxnLst/>
              <a:rect l="l" t="t" r="r" b="b"/>
              <a:pathLst>
                <a:path w="1549" h="1549" extrusionOk="0">
                  <a:moveTo>
                    <a:pt x="762" y="1"/>
                  </a:moveTo>
                  <a:cubicBezTo>
                    <a:pt x="358" y="1"/>
                    <a:pt x="0" y="334"/>
                    <a:pt x="0" y="787"/>
                  </a:cubicBezTo>
                  <a:cubicBezTo>
                    <a:pt x="0" y="1191"/>
                    <a:pt x="334" y="1549"/>
                    <a:pt x="762" y="1549"/>
                  </a:cubicBezTo>
                  <a:cubicBezTo>
                    <a:pt x="1191" y="1549"/>
                    <a:pt x="1548" y="1239"/>
                    <a:pt x="1548" y="787"/>
                  </a:cubicBezTo>
                  <a:cubicBezTo>
                    <a:pt x="1548" y="358"/>
                    <a:pt x="1191" y="1"/>
                    <a:pt x="762" y="1"/>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1" name="Google Shape;25231;p147"/>
            <p:cNvSpPr/>
            <p:nvPr/>
          </p:nvSpPr>
          <p:spPr>
            <a:xfrm>
              <a:off x="4950723" y="4318860"/>
              <a:ext cx="26240" cy="51671"/>
            </a:xfrm>
            <a:custGeom>
              <a:avLst/>
              <a:gdLst/>
              <a:ahLst/>
              <a:cxnLst/>
              <a:rect l="l" t="t" r="r" b="b"/>
              <a:pathLst>
                <a:path w="811" h="1597" extrusionOk="0">
                  <a:moveTo>
                    <a:pt x="1" y="1"/>
                  </a:moveTo>
                  <a:lnTo>
                    <a:pt x="1" y="1596"/>
                  </a:lnTo>
                  <a:cubicBezTo>
                    <a:pt x="453" y="1596"/>
                    <a:pt x="786" y="1239"/>
                    <a:pt x="786" y="810"/>
                  </a:cubicBezTo>
                  <a:cubicBezTo>
                    <a:pt x="810" y="358"/>
                    <a:pt x="453" y="1"/>
                    <a:pt x="1" y="1"/>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32" name="Google Shape;25232;p147"/>
          <p:cNvGrpSpPr/>
          <p:nvPr/>
        </p:nvGrpSpPr>
        <p:grpSpPr>
          <a:xfrm>
            <a:off x="5520132" y="4004656"/>
            <a:ext cx="352928" cy="348297"/>
            <a:chOff x="5520132" y="4157056"/>
            <a:chExt cx="352928" cy="348297"/>
          </a:xfrm>
        </p:grpSpPr>
        <p:sp>
          <p:nvSpPr>
            <p:cNvPr id="25233" name="Google Shape;25233;p147"/>
            <p:cNvSpPr/>
            <p:nvPr/>
          </p:nvSpPr>
          <p:spPr>
            <a:xfrm>
              <a:off x="5520132" y="4158609"/>
              <a:ext cx="352928" cy="182644"/>
            </a:xfrm>
            <a:custGeom>
              <a:avLst/>
              <a:gdLst/>
              <a:ahLst/>
              <a:cxnLst/>
              <a:rect l="l" t="t" r="r" b="b"/>
              <a:pathLst>
                <a:path w="10908" h="5645" extrusionOk="0">
                  <a:moveTo>
                    <a:pt x="5430" y="0"/>
                  </a:moveTo>
                  <a:cubicBezTo>
                    <a:pt x="4716" y="0"/>
                    <a:pt x="4049" y="429"/>
                    <a:pt x="3787" y="1072"/>
                  </a:cubicBezTo>
                  <a:cubicBezTo>
                    <a:pt x="3692" y="1024"/>
                    <a:pt x="3596" y="1024"/>
                    <a:pt x="3525" y="1024"/>
                  </a:cubicBezTo>
                  <a:cubicBezTo>
                    <a:pt x="2834" y="1024"/>
                    <a:pt x="2215" y="1453"/>
                    <a:pt x="1906" y="2072"/>
                  </a:cubicBezTo>
                  <a:lnTo>
                    <a:pt x="1858" y="2072"/>
                  </a:lnTo>
                  <a:cubicBezTo>
                    <a:pt x="810" y="2072"/>
                    <a:pt x="0" y="2930"/>
                    <a:pt x="72" y="3977"/>
                  </a:cubicBezTo>
                  <a:cubicBezTo>
                    <a:pt x="120" y="4930"/>
                    <a:pt x="882" y="5644"/>
                    <a:pt x="1858" y="5644"/>
                  </a:cubicBezTo>
                  <a:lnTo>
                    <a:pt x="8907" y="5644"/>
                  </a:lnTo>
                  <a:cubicBezTo>
                    <a:pt x="9788" y="5644"/>
                    <a:pt x="10574" y="5001"/>
                    <a:pt x="10741" y="4168"/>
                  </a:cubicBezTo>
                  <a:cubicBezTo>
                    <a:pt x="10907" y="3263"/>
                    <a:pt x="10336" y="2429"/>
                    <a:pt x="9526" y="2191"/>
                  </a:cubicBezTo>
                  <a:cubicBezTo>
                    <a:pt x="9502" y="1215"/>
                    <a:pt x="8717" y="429"/>
                    <a:pt x="7740" y="429"/>
                  </a:cubicBezTo>
                  <a:cubicBezTo>
                    <a:pt x="7407" y="429"/>
                    <a:pt x="7097" y="500"/>
                    <a:pt x="6811" y="667"/>
                  </a:cubicBezTo>
                  <a:cubicBezTo>
                    <a:pt x="6454" y="238"/>
                    <a:pt x="5954" y="0"/>
                    <a:pt x="5430"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4" name="Google Shape;25234;p147"/>
            <p:cNvSpPr/>
            <p:nvPr/>
          </p:nvSpPr>
          <p:spPr>
            <a:xfrm>
              <a:off x="5692711" y="4157056"/>
              <a:ext cx="176497" cy="183453"/>
            </a:xfrm>
            <a:custGeom>
              <a:avLst/>
              <a:gdLst/>
              <a:ahLst/>
              <a:cxnLst/>
              <a:rect l="l" t="t" r="r" b="b"/>
              <a:pathLst>
                <a:path w="5455" h="5670" extrusionOk="0">
                  <a:moveTo>
                    <a:pt x="1" y="1"/>
                  </a:moveTo>
                  <a:lnTo>
                    <a:pt x="1" y="5669"/>
                  </a:lnTo>
                  <a:lnTo>
                    <a:pt x="3525" y="5669"/>
                  </a:lnTo>
                  <a:cubicBezTo>
                    <a:pt x="3541" y="5669"/>
                    <a:pt x="3557" y="5669"/>
                    <a:pt x="3573" y="5669"/>
                  </a:cubicBezTo>
                  <a:cubicBezTo>
                    <a:pt x="4504" y="5669"/>
                    <a:pt x="5265" y="4987"/>
                    <a:pt x="5359" y="4121"/>
                  </a:cubicBezTo>
                  <a:cubicBezTo>
                    <a:pt x="5454" y="3263"/>
                    <a:pt x="4907" y="2454"/>
                    <a:pt x="4097" y="2215"/>
                  </a:cubicBezTo>
                  <a:cubicBezTo>
                    <a:pt x="4097" y="1239"/>
                    <a:pt x="3287" y="453"/>
                    <a:pt x="2311" y="453"/>
                  </a:cubicBezTo>
                  <a:cubicBezTo>
                    <a:pt x="2001" y="453"/>
                    <a:pt x="1692" y="548"/>
                    <a:pt x="1406" y="691"/>
                  </a:cubicBezTo>
                  <a:cubicBezTo>
                    <a:pt x="1073" y="286"/>
                    <a:pt x="572" y="1"/>
                    <a:pt x="1"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5" name="Google Shape;25235;p147"/>
            <p:cNvSpPr/>
            <p:nvPr/>
          </p:nvSpPr>
          <p:spPr>
            <a:xfrm>
              <a:off x="5660357" y="4220115"/>
              <a:ext cx="63998" cy="101109"/>
            </a:xfrm>
            <a:custGeom>
              <a:avLst/>
              <a:gdLst/>
              <a:ahLst/>
              <a:cxnLst/>
              <a:rect l="l" t="t" r="r" b="b"/>
              <a:pathLst>
                <a:path w="1978" h="3125" extrusionOk="0">
                  <a:moveTo>
                    <a:pt x="987" y="0"/>
                  </a:moveTo>
                  <a:cubicBezTo>
                    <a:pt x="869" y="0"/>
                    <a:pt x="761" y="67"/>
                    <a:pt x="691" y="171"/>
                  </a:cubicBezTo>
                  <a:lnTo>
                    <a:pt x="72" y="1433"/>
                  </a:lnTo>
                  <a:cubicBezTo>
                    <a:pt x="1" y="1552"/>
                    <a:pt x="48" y="1719"/>
                    <a:pt x="167" y="1814"/>
                  </a:cubicBezTo>
                  <a:cubicBezTo>
                    <a:pt x="215" y="1838"/>
                    <a:pt x="286" y="1862"/>
                    <a:pt x="358" y="1862"/>
                  </a:cubicBezTo>
                  <a:lnTo>
                    <a:pt x="1120" y="1862"/>
                  </a:lnTo>
                  <a:lnTo>
                    <a:pt x="715" y="2672"/>
                  </a:lnTo>
                  <a:cubicBezTo>
                    <a:pt x="667" y="2815"/>
                    <a:pt x="715" y="3005"/>
                    <a:pt x="882" y="3100"/>
                  </a:cubicBezTo>
                  <a:cubicBezTo>
                    <a:pt x="929" y="3124"/>
                    <a:pt x="953" y="3124"/>
                    <a:pt x="1025" y="3124"/>
                  </a:cubicBezTo>
                  <a:cubicBezTo>
                    <a:pt x="1144" y="3124"/>
                    <a:pt x="1263" y="3029"/>
                    <a:pt x="1287" y="2934"/>
                  </a:cubicBezTo>
                  <a:lnTo>
                    <a:pt x="1906" y="1695"/>
                  </a:lnTo>
                  <a:cubicBezTo>
                    <a:pt x="1977" y="1576"/>
                    <a:pt x="1953" y="1386"/>
                    <a:pt x="1834" y="1314"/>
                  </a:cubicBezTo>
                  <a:cubicBezTo>
                    <a:pt x="1763" y="1267"/>
                    <a:pt x="1715" y="1243"/>
                    <a:pt x="1620" y="1243"/>
                  </a:cubicBezTo>
                  <a:lnTo>
                    <a:pt x="882" y="1243"/>
                  </a:lnTo>
                  <a:lnTo>
                    <a:pt x="1263" y="433"/>
                  </a:lnTo>
                  <a:cubicBezTo>
                    <a:pt x="1310" y="290"/>
                    <a:pt x="1263" y="124"/>
                    <a:pt x="1120" y="28"/>
                  </a:cubicBezTo>
                  <a:cubicBezTo>
                    <a:pt x="1075" y="9"/>
                    <a:pt x="1031" y="0"/>
                    <a:pt x="987"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6" name="Google Shape;25236;p147"/>
            <p:cNvSpPr/>
            <p:nvPr/>
          </p:nvSpPr>
          <p:spPr>
            <a:xfrm>
              <a:off x="5694264" y="4259555"/>
              <a:ext cx="30867" cy="60892"/>
            </a:xfrm>
            <a:custGeom>
              <a:avLst/>
              <a:gdLst/>
              <a:ahLst/>
              <a:cxnLst/>
              <a:rect l="l" t="t" r="r" b="b"/>
              <a:pathLst>
                <a:path w="954" h="1882" extrusionOk="0">
                  <a:moveTo>
                    <a:pt x="1" y="0"/>
                  </a:moveTo>
                  <a:lnTo>
                    <a:pt x="1" y="619"/>
                  </a:lnTo>
                  <a:lnTo>
                    <a:pt x="120" y="619"/>
                  </a:lnTo>
                  <a:lnTo>
                    <a:pt x="1" y="857"/>
                  </a:lnTo>
                  <a:lnTo>
                    <a:pt x="1" y="1881"/>
                  </a:lnTo>
                  <a:cubicBezTo>
                    <a:pt x="120" y="1881"/>
                    <a:pt x="239" y="1810"/>
                    <a:pt x="262" y="1691"/>
                  </a:cubicBezTo>
                  <a:lnTo>
                    <a:pt x="905" y="453"/>
                  </a:lnTo>
                  <a:cubicBezTo>
                    <a:pt x="953" y="357"/>
                    <a:pt x="929" y="238"/>
                    <a:pt x="905" y="143"/>
                  </a:cubicBezTo>
                  <a:cubicBezTo>
                    <a:pt x="834" y="48"/>
                    <a:pt x="715" y="0"/>
                    <a:pt x="64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7" name="Google Shape;25237;p147"/>
            <p:cNvSpPr/>
            <p:nvPr/>
          </p:nvSpPr>
          <p:spPr>
            <a:xfrm>
              <a:off x="5693488" y="4218691"/>
              <a:ext cx="12360" cy="33164"/>
            </a:xfrm>
            <a:custGeom>
              <a:avLst/>
              <a:gdLst/>
              <a:ahLst/>
              <a:cxnLst/>
              <a:rect l="l" t="t" r="r" b="b"/>
              <a:pathLst>
                <a:path w="382" h="1025" extrusionOk="0">
                  <a:moveTo>
                    <a:pt x="1" y="1"/>
                  </a:moveTo>
                  <a:lnTo>
                    <a:pt x="1" y="1025"/>
                  </a:lnTo>
                  <a:lnTo>
                    <a:pt x="263" y="453"/>
                  </a:lnTo>
                  <a:cubicBezTo>
                    <a:pt x="382" y="310"/>
                    <a:pt x="334" y="120"/>
                    <a:pt x="144" y="49"/>
                  </a:cubicBezTo>
                  <a:cubicBezTo>
                    <a:pt x="96" y="1"/>
                    <a:pt x="72" y="1"/>
                    <a:pt x="1"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8" name="Google Shape;25238;p147"/>
            <p:cNvSpPr/>
            <p:nvPr/>
          </p:nvSpPr>
          <p:spPr>
            <a:xfrm>
              <a:off x="5751273" y="4422880"/>
              <a:ext cx="115604" cy="82473"/>
            </a:xfrm>
            <a:custGeom>
              <a:avLst/>
              <a:gdLst/>
              <a:ahLst/>
              <a:cxnLst/>
              <a:rect l="l" t="t" r="r" b="b"/>
              <a:pathLst>
                <a:path w="3573" h="2549" extrusionOk="0">
                  <a:moveTo>
                    <a:pt x="1759" y="0"/>
                  </a:moveTo>
                  <a:cubicBezTo>
                    <a:pt x="1745" y="0"/>
                    <a:pt x="1730" y="0"/>
                    <a:pt x="1715" y="1"/>
                  </a:cubicBezTo>
                  <a:cubicBezTo>
                    <a:pt x="787" y="48"/>
                    <a:pt x="1" y="834"/>
                    <a:pt x="1" y="1834"/>
                  </a:cubicBezTo>
                  <a:lnTo>
                    <a:pt x="1" y="2549"/>
                  </a:lnTo>
                  <a:lnTo>
                    <a:pt x="3240" y="2549"/>
                  </a:lnTo>
                  <a:cubicBezTo>
                    <a:pt x="3430" y="2549"/>
                    <a:pt x="3573" y="2382"/>
                    <a:pt x="3573" y="2215"/>
                  </a:cubicBezTo>
                  <a:lnTo>
                    <a:pt x="3573" y="1787"/>
                  </a:lnTo>
                  <a:cubicBezTo>
                    <a:pt x="3573" y="801"/>
                    <a:pt x="2763" y="0"/>
                    <a:pt x="1759" y="0"/>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9" name="Google Shape;25239;p147"/>
            <p:cNvSpPr/>
            <p:nvPr/>
          </p:nvSpPr>
          <p:spPr>
            <a:xfrm>
              <a:off x="5809058" y="4422880"/>
              <a:ext cx="57818" cy="80952"/>
            </a:xfrm>
            <a:custGeom>
              <a:avLst/>
              <a:gdLst/>
              <a:ahLst/>
              <a:cxnLst/>
              <a:rect l="l" t="t" r="r" b="b"/>
              <a:pathLst>
                <a:path w="1787" h="2502" extrusionOk="0">
                  <a:moveTo>
                    <a:pt x="1" y="1"/>
                  </a:moveTo>
                  <a:lnTo>
                    <a:pt x="1" y="2501"/>
                  </a:lnTo>
                  <a:lnTo>
                    <a:pt x="1454" y="2501"/>
                  </a:lnTo>
                  <a:cubicBezTo>
                    <a:pt x="1644" y="2501"/>
                    <a:pt x="1787" y="2358"/>
                    <a:pt x="1787" y="2168"/>
                  </a:cubicBezTo>
                  <a:lnTo>
                    <a:pt x="1787" y="1763"/>
                  </a:lnTo>
                  <a:cubicBezTo>
                    <a:pt x="1787" y="810"/>
                    <a:pt x="977" y="1"/>
                    <a:pt x="1"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0" name="Google Shape;25240;p147"/>
            <p:cNvSpPr/>
            <p:nvPr/>
          </p:nvSpPr>
          <p:spPr>
            <a:xfrm>
              <a:off x="5522429" y="4423527"/>
              <a:ext cx="115637" cy="81826"/>
            </a:xfrm>
            <a:custGeom>
              <a:avLst/>
              <a:gdLst/>
              <a:ahLst/>
              <a:cxnLst/>
              <a:rect l="l" t="t" r="r" b="b"/>
              <a:pathLst>
                <a:path w="3574" h="2529" extrusionOk="0">
                  <a:moveTo>
                    <a:pt x="1748" y="0"/>
                  </a:moveTo>
                  <a:cubicBezTo>
                    <a:pt x="771" y="0"/>
                    <a:pt x="1" y="782"/>
                    <a:pt x="1" y="1767"/>
                  </a:cubicBezTo>
                  <a:lnTo>
                    <a:pt x="1" y="2314"/>
                  </a:lnTo>
                  <a:cubicBezTo>
                    <a:pt x="1" y="2434"/>
                    <a:pt x="72" y="2529"/>
                    <a:pt x="191" y="2529"/>
                  </a:cubicBezTo>
                  <a:lnTo>
                    <a:pt x="3573" y="2529"/>
                  </a:lnTo>
                  <a:lnTo>
                    <a:pt x="3573" y="1386"/>
                  </a:lnTo>
                  <a:cubicBezTo>
                    <a:pt x="3573" y="1052"/>
                    <a:pt x="3406" y="743"/>
                    <a:pt x="3144" y="528"/>
                  </a:cubicBezTo>
                  <a:cubicBezTo>
                    <a:pt x="2671" y="159"/>
                    <a:pt x="2189" y="0"/>
                    <a:pt x="1748" y="0"/>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1" name="Google Shape;25241;p147"/>
            <p:cNvSpPr/>
            <p:nvPr/>
          </p:nvSpPr>
          <p:spPr>
            <a:xfrm>
              <a:off x="5636479" y="4422880"/>
              <a:ext cx="114828" cy="82473"/>
            </a:xfrm>
            <a:custGeom>
              <a:avLst/>
              <a:gdLst/>
              <a:ahLst/>
              <a:cxnLst/>
              <a:rect l="l" t="t" r="r" b="b"/>
              <a:pathLst>
                <a:path w="3549" h="2549" extrusionOk="0">
                  <a:moveTo>
                    <a:pt x="1735" y="0"/>
                  </a:moveTo>
                  <a:cubicBezTo>
                    <a:pt x="1721" y="0"/>
                    <a:pt x="1706" y="0"/>
                    <a:pt x="1691" y="1"/>
                  </a:cubicBezTo>
                  <a:cubicBezTo>
                    <a:pt x="762" y="48"/>
                    <a:pt x="0" y="834"/>
                    <a:pt x="0" y="1834"/>
                  </a:cubicBezTo>
                  <a:lnTo>
                    <a:pt x="0" y="2549"/>
                  </a:lnTo>
                  <a:lnTo>
                    <a:pt x="3549" y="2549"/>
                  </a:lnTo>
                  <a:lnTo>
                    <a:pt x="3549" y="1787"/>
                  </a:lnTo>
                  <a:cubicBezTo>
                    <a:pt x="3549" y="801"/>
                    <a:pt x="2739" y="0"/>
                    <a:pt x="1735"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2" name="Google Shape;25242;p147"/>
            <p:cNvSpPr/>
            <p:nvPr/>
          </p:nvSpPr>
          <p:spPr>
            <a:xfrm>
              <a:off x="5578694" y="4422880"/>
              <a:ext cx="57818" cy="80952"/>
            </a:xfrm>
            <a:custGeom>
              <a:avLst/>
              <a:gdLst/>
              <a:ahLst/>
              <a:cxnLst/>
              <a:rect l="l" t="t" r="r" b="b"/>
              <a:pathLst>
                <a:path w="1787" h="2502" extrusionOk="0">
                  <a:moveTo>
                    <a:pt x="0" y="1"/>
                  </a:moveTo>
                  <a:lnTo>
                    <a:pt x="0" y="2501"/>
                  </a:lnTo>
                  <a:lnTo>
                    <a:pt x="1786" y="2501"/>
                  </a:lnTo>
                  <a:lnTo>
                    <a:pt x="1786" y="1763"/>
                  </a:lnTo>
                  <a:cubicBezTo>
                    <a:pt x="1786" y="810"/>
                    <a:pt x="1001" y="1"/>
                    <a:pt x="0" y="1"/>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3" name="Google Shape;25243;p147"/>
            <p:cNvSpPr/>
            <p:nvPr/>
          </p:nvSpPr>
          <p:spPr>
            <a:xfrm>
              <a:off x="5694264" y="4422880"/>
              <a:ext cx="57818" cy="80952"/>
            </a:xfrm>
            <a:custGeom>
              <a:avLst/>
              <a:gdLst/>
              <a:ahLst/>
              <a:cxnLst/>
              <a:rect l="l" t="t" r="r" b="b"/>
              <a:pathLst>
                <a:path w="1787" h="2502" extrusionOk="0">
                  <a:moveTo>
                    <a:pt x="1" y="1"/>
                  </a:moveTo>
                  <a:lnTo>
                    <a:pt x="1" y="2501"/>
                  </a:lnTo>
                  <a:lnTo>
                    <a:pt x="1787" y="2501"/>
                  </a:lnTo>
                  <a:lnTo>
                    <a:pt x="1787" y="1763"/>
                  </a:lnTo>
                  <a:cubicBezTo>
                    <a:pt x="1763" y="810"/>
                    <a:pt x="1001" y="1"/>
                    <a:pt x="1"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4" name="Google Shape;25244;p147"/>
            <p:cNvSpPr/>
            <p:nvPr/>
          </p:nvSpPr>
          <p:spPr>
            <a:xfrm>
              <a:off x="5771301" y="4361244"/>
              <a:ext cx="75549" cy="75549"/>
            </a:xfrm>
            <a:custGeom>
              <a:avLst/>
              <a:gdLst/>
              <a:ahLst/>
              <a:cxnLst/>
              <a:rect l="l" t="t" r="r" b="b"/>
              <a:pathLst>
                <a:path w="2335" h="2335" extrusionOk="0">
                  <a:moveTo>
                    <a:pt x="1168" y="1"/>
                  </a:moveTo>
                  <a:cubicBezTo>
                    <a:pt x="525" y="1"/>
                    <a:pt x="1" y="548"/>
                    <a:pt x="1" y="1167"/>
                  </a:cubicBezTo>
                  <a:cubicBezTo>
                    <a:pt x="1" y="1834"/>
                    <a:pt x="549" y="2334"/>
                    <a:pt x="1168" y="2334"/>
                  </a:cubicBezTo>
                  <a:cubicBezTo>
                    <a:pt x="1787" y="2334"/>
                    <a:pt x="2311" y="1834"/>
                    <a:pt x="2335" y="1167"/>
                  </a:cubicBezTo>
                  <a:cubicBezTo>
                    <a:pt x="2335" y="524"/>
                    <a:pt x="1811" y="1"/>
                    <a:pt x="1168"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5" name="Google Shape;25245;p147"/>
            <p:cNvSpPr/>
            <p:nvPr/>
          </p:nvSpPr>
          <p:spPr>
            <a:xfrm>
              <a:off x="5809058" y="4362797"/>
              <a:ext cx="37791" cy="73996"/>
            </a:xfrm>
            <a:custGeom>
              <a:avLst/>
              <a:gdLst/>
              <a:ahLst/>
              <a:cxnLst/>
              <a:rect l="l" t="t" r="r" b="b"/>
              <a:pathLst>
                <a:path w="1168" h="2287" extrusionOk="0">
                  <a:moveTo>
                    <a:pt x="1" y="0"/>
                  </a:moveTo>
                  <a:lnTo>
                    <a:pt x="1" y="2286"/>
                  </a:lnTo>
                  <a:cubicBezTo>
                    <a:pt x="620" y="2286"/>
                    <a:pt x="1168" y="1786"/>
                    <a:pt x="1168" y="1143"/>
                  </a:cubicBezTo>
                  <a:cubicBezTo>
                    <a:pt x="1168" y="524"/>
                    <a:pt x="668" y="0"/>
                    <a:pt x="1"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6" name="Google Shape;25246;p147"/>
            <p:cNvSpPr/>
            <p:nvPr/>
          </p:nvSpPr>
          <p:spPr>
            <a:xfrm>
              <a:off x="5655730" y="4361244"/>
              <a:ext cx="75549" cy="75549"/>
            </a:xfrm>
            <a:custGeom>
              <a:avLst/>
              <a:gdLst/>
              <a:ahLst/>
              <a:cxnLst/>
              <a:rect l="l" t="t" r="r" b="b"/>
              <a:pathLst>
                <a:path w="2335" h="2335" extrusionOk="0">
                  <a:moveTo>
                    <a:pt x="1168" y="1"/>
                  </a:moveTo>
                  <a:cubicBezTo>
                    <a:pt x="525" y="1"/>
                    <a:pt x="1" y="548"/>
                    <a:pt x="1" y="1167"/>
                  </a:cubicBezTo>
                  <a:cubicBezTo>
                    <a:pt x="1" y="1834"/>
                    <a:pt x="549" y="2334"/>
                    <a:pt x="1168" y="2334"/>
                  </a:cubicBezTo>
                  <a:cubicBezTo>
                    <a:pt x="1835" y="2334"/>
                    <a:pt x="2335" y="1834"/>
                    <a:pt x="2335" y="1167"/>
                  </a:cubicBezTo>
                  <a:cubicBezTo>
                    <a:pt x="2335" y="524"/>
                    <a:pt x="1811" y="1"/>
                    <a:pt x="1168"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7" name="Google Shape;25247;p147"/>
            <p:cNvSpPr/>
            <p:nvPr/>
          </p:nvSpPr>
          <p:spPr>
            <a:xfrm>
              <a:off x="5693488" y="4362797"/>
              <a:ext cx="37791" cy="73996"/>
            </a:xfrm>
            <a:custGeom>
              <a:avLst/>
              <a:gdLst/>
              <a:ahLst/>
              <a:cxnLst/>
              <a:rect l="l" t="t" r="r" b="b"/>
              <a:pathLst>
                <a:path w="1168" h="2287" extrusionOk="0">
                  <a:moveTo>
                    <a:pt x="1" y="0"/>
                  </a:moveTo>
                  <a:lnTo>
                    <a:pt x="1" y="2286"/>
                  </a:lnTo>
                  <a:cubicBezTo>
                    <a:pt x="668" y="2286"/>
                    <a:pt x="1168" y="1786"/>
                    <a:pt x="1168" y="1143"/>
                  </a:cubicBezTo>
                  <a:cubicBezTo>
                    <a:pt x="1168" y="524"/>
                    <a:pt x="668" y="0"/>
                    <a:pt x="1"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8" name="Google Shape;25248;p147"/>
            <p:cNvSpPr/>
            <p:nvPr/>
          </p:nvSpPr>
          <p:spPr>
            <a:xfrm>
              <a:off x="5541712" y="4361244"/>
              <a:ext cx="74772" cy="75549"/>
            </a:xfrm>
            <a:custGeom>
              <a:avLst/>
              <a:gdLst/>
              <a:ahLst/>
              <a:cxnLst/>
              <a:rect l="l" t="t" r="r" b="b"/>
              <a:pathLst>
                <a:path w="2311" h="2335" extrusionOk="0">
                  <a:moveTo>
                    <a:pt x="1143" y="1"/>
                  </a:moveTo>
                  <a:cubicBezTo>
                    <a:pt x="500" y="1"/>
                    <a:pt x="0" y="548"/>
                    <a:pt x="0" y="1167"/>
                  </a:cubicBezTo>
                  <a:cubicBezTo>
                    <a:pt x="0" y="1834"/>
                    <a:pt x="524" y="2334"/>
                    <a:pt x="1143" y="2334"/>
                  </a:cubicBezTo>
                  <a:cubicBezTo>
                    <a:pt x="1786" y="2334"/>
                    <a:pt x="2310" y="1834"/>
                    <a:pt x="2310" y="1167"/>
                  </a:cubicBezTo>
                  <a:cubicBezTo>
                    <a:pt x="2310" y="524"/>
                    <a:pt x="1810" y="1"/>
                    <a:pt x="11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9" name="Google Shape;25249;p147"/>
            <p:cNvSpPr/>
            <p:nvPr/>
          </p:nvSpPr>
          <p:spPr>
            <a:xfrm>
              <a:off x="5578694" y="4362797"/>
              <a:ext cx="37791" cy="73996"/>
            </a:xfrm>
            <a:custGeom>
              <a:avLst/>
              <a:gdLst/>
              <a:ahLst/>
              <a:cxnLst/>
              <a:rect l="l" t="t" r="r" b="b"/>
              <a:pathLst>
                <a:path w="1168" h="2287" extrusionOk="0">
                  <a:moveTo>
                    <a:pt x="0" y="0"/>
                  </a:moveTo>
                  <a:lnTo>
                    <a:pt x="0" y="2286"/>
                  </a:lnTo>
                  <a:cubicBezTo>
                    <a:pt x="667" y="2286"/>
                    <a:pt x="1167" y="1786"/>
                    <a:pt x="1167" y="1143"/>
                  </a:cubicBezTo>
                  <a:cubicBezTo>
                    <a:pt x="1167" y="524"/>
                    <a:pt x="667" y="0"/>
                    <a:pt x="0"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50" name="Google Shape;25250;p147"/>
          <p:cNvGrpSpPr/>
          <p:nvPr/>
        </p:nvGrpSpPr>
        <p:grpSpPr>
          <a:xfrm>
            <a:off x="6269820" y="4004656"/>
            <a:ext cx="345225" cy="348297"/>
            <a:chOff x="6269820" y="4157056"/>
            <a:chExt cx="345225" cy="348297"/>
          </a:xfrm>
        </p:grpSpPr>
        <p:sp>
          <p:nvSpPr>
            <p:cNvPr id="25251" name="Google Shape;25251;p147"/>
            <p:cNvSpPr/>
            <p:nvPr/>
          </p:nvSpPr>
          <p:spPr>
            <a:xfrm>
              <a:off x="6295251" y="4157056"/>
              <a:ext cx="292069" cy="115604"/>
            </a:xfrm>
            <a:custGeom>
              <a:avLst/>
              <a:gdLst/>
              <a:ahLst/>
              <a:cxnLst/>
              <a:rect l="l" t="t" r="r" b="b"/>
              <a:pathLst>
                <a:path w="9027" h="3573" extrusionOk="0">
                  <a:moveTo>
                    <a:pt x="1168" y="1"/>
                  </a:moveTo>
                  <a:cubicBezTo>
                    <a:pt x="525" y="1"/>
                    <a:pt x="1" y="548"/>
                    <a:pt x="1" y="1168"/>
                  </a:cubicBezTo>
                  <a:lnTo>
                    <a:pt x="1" y="2430"/>
                  </a:lnTo>
                  <a:cubicBezTo>
                    <a:pt x="1" y="3073"/>
                    <a:pt x="549" y="3573"/>
                    <a:pt x="1168" y="3573"/>
                  </a:cubicBezTo>
                  <a:lnTo>
                    <a:pt x="7860" y="3573"/>
                  </a:lnTo>
                  <a:cubicBezTo>
                    <a:pt x="8526" y="3573"/>
                    <a:pt x="9027" y="3073"/>
                    <a:pt x="9027" y="2430"/>
                  </a:cubicBezTo>
                  <a:lnTo>
                    <a:pt x="9027" y="1168"/>
                  </a:lnTo>
                  <a:cubicBezTo>
                    <a:pt x="9027" y="525"/>
                    <a:pt x="8503" y="1"/>
                    <a:pt x="7860"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2" name="Google Shape;25252;p147"/>
            <p:cNvSpPr/>
            <p:nvPr/>
          </p:nvSpPr>
          <p:spPr>
            <a:xfrm>
              <a:off x="6441656" y="4158609"/>
              <a:ext cx="145662" cy="114051"/>
            </a:xfrm>
            <a:custGeom>
              <a:avLst/>
              <a:gdLst/>
              <a:ahLst/>
              <a:cxnLst/>
              <a:rect l="l" t="t" r="r" b="b"/>
              <a:pathLst>
                <a:path w="4502" h="3525" extrusionOk="0">
                  <a:moveTo>
                    <a:pt x="1" y="0"/>
                  </a:moveTo>
                  <a:lnTo>
                    <a:pt x="1" y="3525"/>
                  </a:lnTo>
                  <a:lnTo>
                    <a:pt x="3335" y="3525"/>
                  </a:lnTo>
                  <a:cubicBezTo>
                    <a:pt x="3978" y="3525"/>
                    <a:pt x="4502" y="3025"/>
                    <a:pt x="4502" y="2382"/>
                  </a:cubicBezTo>
                  <a:lnTo>
                    <a:pt x="4502" y="1120"/>
                  </a:lnTo>
                  <a:cubicBezTo>
                    <a:pt x="4502" y="500"/>
                    <a:pt x="4001" y="0"/>
                    <a:pt x="3335"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3" name="Google Shape;25253;p147"/>
            <p:cNvSpPr/>
            <p:nvPr/>
          </p:nvSpPr>
          <p:spPr>
            <a:xfrm>
              <a:off x="6336083" y="4205620"/>
              <a:ext cx="211925" cy="20060"/>
            </a:xfrm>
            <a:custGeom>
              <a:avLst/>
              <a:gdLst/>
              <a:ahLst/>
              <a:cxnLst/>
              <a:rect l="l" t="t" r="r" b="b"/>
              <a:pathLst>
                <a:path w="6550" h="620" extrusionOk="0">
                  <a:moveTo>
                    <a:pt x="311" y="0"/>
                  </a:moveTo>
                  <a:cubicBezTo>
                    <a:pt x="144" y="0"/>
                    <a:pt x="1" y="167"/>
                    <a:pt x="25" y="357"/>
                  </a:cubicBezTo>
                  <a:cubicBezTo>
                    <a:pt x="49" y="500"/>
                    <a:pt x="215" y="619"/>
                    <a:pt x="358" y="619"/>
                  </a:cubicBezTo>
                  <a:lnTo>
                    <a:pt x="6193" y="619"/>
                  </a:lnTo>
                  <a:cubicBezTo>
                    <a:pt x="6407" y="619"/>
                    <a:pt x="6550" y="476"/>
                    <a:pt x="6479" y="262"/>
                  </a:cubicBezTo>
                  <a:cubicBezTo>
                    <a:pt x="6455" y="119"/>
                    <a:pt x="6312" y="0"/>
                    <a:pt x="6169" y="0"/>
                  </a:cubicBezTo>
                  <a:close/>
                </a:path>
              </a:pathLst>
            </a:custGeom>
            <a:solidFill>
              <a:srgbClr val="CA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4" name="Google Shape;25254;p147"/>
            <p:cNvSpPr/>
            <p:nvPr/>
          </p:nvSpPr>
          <p:spPr>
            <a:xfrm>
              <a:off x="6441656" y="4205620"/>
              <a:ext cx="105607" cy="20060"/>
            </a:xfrm>
            <a:custGeom>
              <a:avLst/>
              <a:gdLst/>
              <a:ahLst/>
              <a:cxnLst/>
              <a:rect l="l" t="t" r="r" b="b"/>
              <a:pathLst>
                <a:path w="3264" h="620" extrusionOk="0">
                  <a:moveTo>
                    <a:pt x="1" y="0"/>
                  </a:moveTo>
                  <a:lnTo>
                    <a:pt x="1" y="619"/>
                  </a:lnTo>
                  <a:lnTo>
                    <a:pt x="2930" y="619"/>
                  </a:lnTo>
                  <a:cubicBezTo>
                    <a:pt x="3096" y="619"/>
                    <a:pt x="3263" y="476"/>
                    <a:pt x="3216" y="262"/>
                  </a:cubicBezTo>
                  <a:cubicBezTo>
                    <a:pt x="3216" y="119"/>
                    <a:pt x="3096" y="0"/>
                    <a:pt x="2930"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5" name="Google Shape;25255;p147"/>
            <p:cNvSpPr/>
            <p:nvPr/>
          </p:nvSpPr>
          <p:spPr>
            <a:xfrm>
              <a:off x="6523319" y="4294853"/>
              <a:ext cx="29314" cy="47174"/>
            </a:xfrm>
            <a:custGeom>
              <a:avLst/>
              <a:gdLst/>
              <a:ahLst/>
              <a:cxnLst/>
              <a:rect l="l" t="t" r="r" b="b"/>
              <a:pathLst>
                <a:path w="906" h="1458" extrusionOk="0">
                  <a:moveTo>
                    <a:pt x="337" y="1"/>
                  </a:moveTo>
                  <a:cubicBezTo>
                    <a:pt x="320" y="1"/>
                    <a:pt x="304" y="2"/>
                    <a:pt x="287" y="4"/>
                  </a:cubicBezTo>
                  <a:cubicBezTo>
                    <a:pt x="96" y="76"/>
                    <a:pt x="1" y="219"/>
                    <a:pt x="49" y="386"/>
                  </a:cubicBezTo>
                  <a:lnTo>
                    <a:pt x="263" y="1219"/>
                  </a:lnTo>
                  <a:cubicBezTo>
                    <a:pt x="287" y="1386"/>
                    <a:pt x="406" y="1457"/>
                    <a:pt x="549" y="1457"/>
                  </a:cubicBezTo>
                  <a:lnTo>
                    <a:pt x="644" y="1457"/>
                  </a:lnTo>
                  <a:cubicBezTo>
                    <a:pt x="811" y="1410"/>
                    <a:pt x="906" y="1267"/>
                    <a:pt x="882" y="1076"/>
                  </a:cubicBezTo>
                  <a:lnTo>
                    <a:pt x="668" y="243"/>
                  </a:lnTo>
                  <a:cubicBezTo>
                    <a:pt x="604" y="93"/>
                    <a:pt x="482" y="1"/>
                    <a:pt x="337" y="1"/>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6" name="Google Shape;25256;p147"/>
            <p:cNvSpPr/>
            <p:nvPr/>
          </p:nvSpPr>
          <p:spPr>
            <a:xfrm>
              <a:off x="6332232" y="4294853"/>
              <a:ext cx="28569" cy="47174"/>
            </a:xfrm>
            <a:custGeom>
              <a:avLst/>
              <a:gdLst/>
              <a:ahLst/>
              <a:cxnLst/>
              <a:rect l="l" t="t" r="r" b="b"/>
              <a:pathLst>
                <a:path w="883" h="1458" extrusionOk="0">
                  <a:moveTo>
                    <a:pt x="568" y="1"/>
                  </a:moveTo>
                  <a:cubicBezTo>
                    <a:pt x="416" y="1"/>
                    <a:pt x="260" y="93"/>
                    <a:pt x="239" y="243"/>
                  </a:cubicBezTo>
                  <a:lnTo>
                    <a:pt x="25" y="1076"/>
                  </a:lnTo>
                  <a:cubicBezTo>
                    <a:pt x="1" y="1267"/>
                    <a:pt x="96" y="1433"/>
                    <a:pt x="263" y="1457"/>
                  </a:cubicBezTo>
                  <a:lnTo>
                    <a:pt x="358" y="1457"/>
                  </a:lnTo>
                  <a:cubicBezTo>
                    <a:pt x="477" y="1457"/>
                    <a:pt x="620" y="1386"/>
                    <a:pt x="644" y="1219"/>
                  </a:cubicBezTo>
                  <a:lnTo>
                    <a:pt x="858" y="386"/>
                  </a:lnTo>
                  <a:cubicBezTo>
                    <a:pt x="882" y="219"/>
                    <a:pt x="811" y="28"/>
                    <a:pt x="620" y="4"/>
                  </a:cubicBezTo>
                  <a:cubicBezTo>
                    <a:pt x="603" y="2"/>
                    <a:pt x="586" y="1"/>
                    <a:pt x="568"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7" name="Google Shape;25257;p147"/>
            <p:cNvSpPr/>
            <p:nvPr/>
          </p:nvSpPr>
          <p:spPr>
            <a:xfrm>
              <a:off x="6431626" y="4294206"/>
              <a:ext cx="20837" cy="47821"/>
            </a:xfrm>
            <a:custGeom>
              <a:avLst/>
              <a:gdLst/>
              <a:ahLst/>
              <a:cxnLst/>
              <a:rect l="l" t="t" r="r" b="b"/>
              <a:pathLst>
                <a:path w="644" h="1478" extrusionOk="0">
                  <a:moveTo>
                    <a:pt x="311" y="1"/>
                  </a:moveTo>
                  <a:cubicBezTo>
                    <a:pt x="144" y="1"/>
                    <a:pt x="1" y="144"/>
                    <a:pt x="1" y="334"/>
                  </a:cubicBezTo>
                  <a:lnTo>
                    <a:pt x="1" y="1168"/>
                  </a:lnTo>
                  <a:cubicBezTo>
                    <a:pt x="1" y="1334"/>
                    <a:pt x="144" y="1477"/>
                    <a:pt x="311" y="1477"/>
                  </a:cubicBezTo>
                  <a:cubicBezTo>
                    <a:pt x="501" y="1477"/>
                    <a:pt x="644" y="1334"/>
                    <a:pt x="644" y="1168"/>
                  </a:cubicBezTo>
                  <a:lnTo>
                    <a:pt x="644" y="334"/>
                  </a:lnTo>
                  <a:cubicBezTo>
                    <a:pt x="644" y="144"/>
                    <a:pt x="501" y="1"/>
                    <a:pt x="311"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8" name="Google Shape;25258;p147"/>
            <p:cNvSpPr/>
            <p:nvPr/>
          </p:nvSpPr>
          <p:spPr>
            <a:xfrm>
              <a:off x="6441656" y="4294206"/>
              <a:ext cx="10807" cy="47109"/>
            </a:xfrm>
            <a:custGeom>
              <a:avLst/>
              <a:gdLst/>
              <a:ahLst/>
              <a:cxnLst/>
              <a:rect l="l" t="t" r="r" b="b"/>
              <a:pathLst>
                <a:path w="334" h="1456" extrusionOk="0">
                  <a:moveTo>
                    <a:pt x="1" y="1"/>
                  </a:moveTo>
                  <a:lnTo>
                    <a:pt x="1" y="1453"/>
                  </a:lnTo>
                  <a:cubicBezTo>
                    <a:pt x="15" y="1455"/>
                    <a:pt x="28" y="1456"/>
                    <a:pt x="42" y="1456"/>
                  </a:cubicBezTo>
                  <a:cubicBezTo>
                    <a:pt x="211" y="1456"/>
                    <a:pt x="334" y="1322"/>
                    <a:pt x="334" y="1168"/>
                  </a:cubicBezTo>
                  <a:lnTo>
                    <a:pt x="334" y="334"/>
                  </a:lnTo>
                  <a:cubicBezTo>
                    <a:pt x="334" y="144"/>
                    <a:pt x="191" y="1"/>
                    <a:pt x="1" y="1"/>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9" name="Google Shape;25259;p147"/>
            <p:cNvSpPr/>
            <p:nvPr/>
          </p:nvSpPr>
          <p:spPr>
            <a:xfrm>
              <a:off x="6499441" y="4422880"/>
              <a:ext cx="115604" cy="82473"/>
            </a:xfrm>
            <a:custGeom>
              <a:avLst/>
              <a:gdLst/>
              <a:ahLst/>
              <a:cxnLst/>
              <a:rect l="l" t="t" r="r" b="b"/>
              <a:pathLst>
                <a:path w="3573" h="2549" extrusionOk="0">
                  <a:moveTo>
                    <a:pt x="1782" y="0"/>
                  </a:moveTo>
                  <a:cubicBezTo>
                    <a:pt x="1768" y="0"/>
                    <a:pt x="1753" y="0"/>
                    <a:pt x="1739" y="1"/>
                  </a:cubicBezTo>
                  <a:cubicBezTo>
                    <a:pt x="763" y="48"/>
                    <a:pt x="1" y="834"/>
                    <a:pt x="1" y="1834"/>
                  </a:cubicBezTo>
                  <a:lnTo>
                    <a:pt x="1" y="2549"/>
                  </a:lnTo>
                  <a:lnTo>
                    <a:pt x="3263" y="2549"/>
                  </a:lnTo>
                  <a:cubicBezTo>
                    <a:pt x="3430" y="2549"/>
                    <a:pt x="3573" y="2382"/>
                    <a:pt x="3573" y="2215"/>
                  </a:cubicBezTo>
                  <a:lnTo>
                    <a:pt x="3573" y="1787"/>
                  </a:lnTo>
                  <a:cubicBezTo>
                    <a:pt x="3573" y="801"/>
                    <a:pt x="2763" y="0"/>
                    <a:pt x="1782" y="0"/>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0" name="Google Shape;25260;p147"/>
            <p:cNvSpPr/>
            <p:nvPr/>
          </p:nvSpPr>
          <p:spPr>
            <a:xfrm>
              <a:off x="6556450" y="4422880"/>
              <a:ext cx="57818" cy="80952"/>
            </a:xfrm>
            <a:custGeom>
              <a:avLst/>
              <a:gdLst/>
              <a:ahLst/>
              <a:cxnLst/>
              <a:rect l="l" t="t" r="r" b="b"/>
              <a:pathLst>
                <a:path w="1787" h="2502" extrusionOk="0">
                  <a:moveTo>
                    <a:pt x="1" y="1"/>
                  </a:moveTo>
                  <a:lnTo>
                    <a:pt x="1" y="2501"/>
                  </a:lnTo>
                  <a:lnTo>
                    <a:pt x="1454" y="2501"/>
                  </a:lnTo>
                  <a:cubicBezTo>
                    <a:pt x="1644" y="2501"/>
                    <a:pt x="1787" y="2358"/>
                    <a:pt x="1787" y="2168"/>
                  </a:cubicBezTo>
                  <a:lnTo>
                    <a:pt x="1787" y="1763"/>
                  </a:lnTo>
                  <a:cubicBezTo>
                    <a:pt x="1787" y="810"/>
                    <a:pt x="977" y="1"/>
                    <a:pt x="1"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1" name="Google Shape;25261;p147"/>
            <p:cNvSpPr/>
            <p:nvPr/>
          </p:nvSpPr>
          <p:spPr>
            <a:xfrm>
              <a:off x="6269820" y="4423527"/>
              <a:ext cx="115637" cy="81826"/>
            </a:xfrm>
            <a:custGeom>
              <a:avLst/>
              <a:gdLst/>
              <a:ahLst/>
              <a:cxnLst/>
              <a:rect l="l" t="t" r="r" b="b"/>
              <a:pathLst>
                <a:path w="3574" h="2529" extrusionOk="0">
                  <a:moveTo>
                    <a:pt x="1770" y="0"/>
                  </a:moveTo>
                  <a:cubicBezTo>
                    <a:pt x="793" y="0"/>
                    <a:pt x="1" y="782"/>
                    <a:pt x="1" y="1767"/>
                  </a:cubicBezTo>
                  <a:lnTo>
                    <a:pt x="1" y="2314"/>
                  </a:lnTo>
                  <a:cubicBezTo>
                    <a:pt x="1" y="2434"/>
                    <a:pt x="72" y="2529"/>
                    <a:pt x="191" y="2529"/>
                  </a:cubicBezTo>
                  <a:lnTo>
                    <a:pt x="3573" y="2529"/>
                  </a:lnTo>
                  <a:lnTo>
                    <a:pt x="3573" y="1386"/>
                  </a:lnTo>
                  <a:cubicBezTo>
                    <a:pt x="3573" y="1052"/>
                    <a:pt x="3406" y="743"/>
                    <a:pt x="3144" y="528"/>
                  </a:cubicBezTo>
                  <a:cubicBezTo>
                    <a:pt x="2686" y="159"/>
                    <a:pt x="2209" y="0"/>
                    <a:pt x="1770" y="0"/>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2" name="Google Shape;25262;p147"/>
            <p:cNvSpPr/>
            <p:nvPr/>
          </p:nvSpPr>
          <p:spPr>
            <a:xfrm>
              <a:off x="6383870" y="4422880"/>
              <a:ext cx="114828" cy="82473"/>
            </a:xfrm>
            <a:custGeom>
              <a:avLst/>
              <a:gdLst/>
              <a:ahLst/>
              <a:cxnLst/>
              <a:rect l="l" t="t" r="r" b="b"/>
              <a:pathLst>
                <a:path w="3549" h="2549" extrusionOk="0">
                  <a:moveTo>
                    <a:pt x="1758" y="0"/>
                  </a:moveTo>
                  <a:cubicBezTo>
                    <a:pt x="1744" y="0"/>
                    <a:pt x="1729" y="0"/>
                    <a:pt x="1715" y="1"/>
                  </a:cubicBezTo>
                  <a:cubicBezTo>
                    <a:pt x="786" y="48"/>
                    <a:pt x="0" y="834"/>
                    <a:pt x="0" y="1834"/>
                  </a:cubicBezTo>
                  <a:lnTo>
                    <a:pt x="0" y="2549"/>
                  </a:lnTo>
                  <a:lnTo>
                    <a:pt x="3549" y="2549"/>
                  </a:lnTo>
                  <a:lnTo>
                    <a:pt x="3549" y="1787"/>
                  </a:lnTo>
                  <a:cubicBezTo>
                    <a:pt x="3549" y="801"/>
                    <a:pt x="2739" y="0"/>
                    <a:pt x="1758"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3" name="Google Shape;25263;p147"/>
            <p:cNvSpPr/>
            <p:nvPr/>
          </p:nvSpPr>
          <p:spPr>
            <a:xfrm>
              <a:off x="6327638" y="4422880"/>
              <a:ext cx="57818" cy="80952"/>
            </a:xfrm>
            <a:custGeom>
              <a:avLst/>
              <a:gdLst/>
              <a:ahLst/>
              <a:cxnLst/>
              <a:rect l="l" t="t" r="r" b="b"/>
              <a:pathLst>
                <a:path w="1787" h="2502" extrusionOk="0">
                  <a:moveTo>
                    <a:pt x="0" y="1"/>
                  </a:moveTo>
                  <a:lnTo>
                    <a:pt x="0" y="2501"/>
                  </a:lnTo>
                  <a:lnTo>
                    <a:pt x="1786" y="2501"/>
                  </a:lnTo>
                  <a:lnTo>
                    <a:pt x="1786" y="1763"/>
                  </a:lnTo>
                  <a:cubicBezTo>
                    <a:pt x="1738" y="810"/>
                    <a:pt x="976" y="1"/>
                    <a:pt x="0" y="1"/>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4" name="Google Shape;25264;p147"/>
            <p:cNvSpPr/>
            <p:nvPr/>
          </p:nvSpPr>
          <p:spPr>
            <a:xfrm>
              <a:off x="6441656" y="4422880"/>
              <a:ext cx="57818" cy="80952"/>
            </a:xfrm>
            <a:custGeom>
              <a:avLst/>
              <a:gdLst/>
              <a:ahLst/>
              <a:cxnLst/>
              <a:rect l="l" t="t" r="r" b="b"/>
              <a:pathLst>
                <a:path w="1787" h="2502" extrusionOk="0">
                  <a:moveTo>
                    <a:pt x="1" y="1"/>
                  </a:moveTo>
                  <a:lnTo>
                    <a:pt x="1" y="2501"/>
                  </a:lnTo>
                  <a:lnTo>
                    <a:pt x="1787" y="2501"/>
                  </a:lnTo>
                  <a:lnTo>
                    <a:pt x="1787" y="1763"/>
                  </a:lnTo>
                  <a:cubicBezTo>
                    <a:pt x="1787" y="810"/>
                    <a:pt x="1001" y="1"/>
                    <a:pt x="1"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5" name="Google Shape;25265;p147"/>
            <p:cNvSpPr/>
            <p:nvPr/>
          </p:nvSpPr>
          <p:spPr>
            <a:xfrm>
              <a:off x="6518724" y="4361244"/>
              <a:ext cx="75517" cy="75549"/>
            </a:xfrm>
            <a:custGeom>
              <a:avLst/>
              <a:gdLst/>
              <a:ahLst/>
              <a:cxnLst/>
              <a:rect l="l" t="t" r="r" b="b"/>
              <a:pathLst>
                <a:path w="2334" h="2335" extrusionOk="0">
                  <a:moveTo>
                    <a:pt x="1167" y="1"/>
                  </a:moveTo>
                  <a:cubicBezTo>
                    <a:pt x="524" y="1"/>
                    <a:pt x="0" y="548"/>
                    <a:pt x="0" y="1167"/>
                  </a:cubicBezTo>
                  <a:cubicBezTo>
                    <a:pt x="0" y="1834"/>
                    <a:pt x="548" y="2334"/>
                    <a:pt x="1167" y="2334"/>
                  </a:cubicBezTo>
                  <a:cubicBezTo>
                    <a:pt x="1834" y="2334"/>
                    <a:pt x="2334" y="1834"/>
                    <a:pt x="2334" y="1167"/>
                  </a:cubicBezTo>
                  <a:cubicBezTo>
                    <a:pt x="2334" y="524"/>
                    <a:pt x="1810" y="1"/>
                    <a:pt x="1167"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6" name="Google Shape;25266;p147"/>
            <p:cNvSpPr/>
            <p:nvPr/>
          </p:nvSpPr>
          <p:spPr>
            <a:xfrm>
              <a:off x="6556450" y="4362797"/>
              <a:ext cx="37791" cy="73996"/>
            </a:xfrm>
            <a:custGeom>
              <a:avLst/>
              <a:gdLst/>
              <a:ahLst/>
              <a:cxnLst/>
              <a:rect l="l" t="t" r="r" b="b"/>
              <a:pathLst>
                <a:path w="1168" h="2287" extrusionOk="0">
                  <a:moveTo>
                    <a:pt x="1" y="0"/>
                  </a:moveTo>
                  <a:lnTo>
                    <a:pt x="1" y="2286"/>
                  </a:lnTo>
                  <a:cubicBezTo>
                    <a:pt x="668" y="2286"/>
                    <a:pt x="1168" y="1786"/>
                    <a:pt x="1168" y="1143"/>
                  </a:cubicBezTo>
                  <a:cubicBezTo>
                    <a:pt x="1168" y="524"/>
                    <a:pt x="644" y="0"/>
                    <a:pt x="1"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7" name="Google Shape;25267;p147"/>
            <p:cNvSpPr/>
            <p:nvPr/>
          </p:nvSpPr>
          <p:spPr>
            <a:xfrm>
              <a:off x="6404674" y="4361244"/>
              <a:ext cx="74772" cy="75549"/>
            </a:xfrm>
            <a:custGeom>
              <a:avLst/>
              <a:gdLst/>
              <a:ahLst/>
              <a:cxnLst/>
              <a:rect l="l" t="t" r="r" b="b"/>
              <a:pathLst>
                <a:path w="2311" h="2335" extrusionOk="0">
                  <a:moveTo>
                    <a:pt x="1144" y="1"/>
                  </a:moveTo>
                  <a:cubicBezTo>
                    <a:pt x="501" y="1"/>
                    <a:pt x="0" y="548"/>
                    <a:pt x="0" y="1167"/>
                  </a:cubicBezTo>
                  <a:cubicBezTo>
                    <a:pt x="0" y="1834"/>
                    <a:pt x="524" y="2334"/>
                    <a:pt x="1144" y="2334"/>
                  </a:cubicBezTo>
                  <a:cubicBezTo>
                    <a:pt x="1787" y="2334"/>
                    <a:pt x="2310" y="1834"/>
                    <a:pt x="2310" y="1167"/>
                  </a:cubicBezTo>
                  <a:cubicBezTo>
                    <a:pt x="2310" y="524"/>
                    <a:pt x="1810" y="1"/>
                    <a:pt x="1144"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8" name="Google Shape;25268;p147"/>
            <p:cNvSpPr/>
            <p:nvPr/>
          </p:nvSpPr>
          <p:spPr>
            <a:xfrm>
              <a:off x="6441656" y="4362797"/>
              <a:ext cx="37791" cy="73996"/>
            </a:xfrm>
            <a:custGeom>
              <a:avLst/>
              <a:gdLst/>
              <a:ahLst/>
              <a:cxnLst/>
              <a:rect l="l" t="t" r="r" b="b"/>
              <a:pathLst>
                <a:path w="1168" h="2287" extrusionOk="0">
                  <a:moveTo>
                    <a:pt x="1" y="0"/>
                  </a:moveTo>
                  <a:lnTo>
                    <a:pt x="1" y="2286"/>
                  </a:lnTo>
                  <a:cubicBezTo>
                    <a:pt x="644" y="2286"/>
                    <a:pt x="1167" y="1786"/>
                    <a:pt x="1167" y="1143"/>
                  </a:cubicBezTo>
                  <a:cubicBezTo>
                    <a:pt x="1167" y="524"/>
                    <a:pt x="667" y="0"/>
                    <a:pt x="1"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9" name="Google Shape;25269;p147"/>
            <p:cNvSpPr/>
            <p:nvPr/>
          </p:nvSpPr>
          <p:spPr>
            <a:xfrm>
              <a:off x="6289880" y="4361244"/>
              <a:ext cx="74772" cy="75549"/>
            </a:xfrm>
            <a:custGeom>
              <a:avLst/>
              <a:gdLst/>
              <a:ahLst/>
              <a:cxnLst/>
              <a:rect l="l" t="t" r="r" b="b"/>
              <a:pathLst>
                <a:path w="2311" h="2335" extrusionOk="0">
                  <a:moveTo>
                    <a:pt x="1167" y="1"/>
                  </a:moveTo>
                  <a:cubicBezTo>
                    <a:pt x="500" y="1"/>
                    <a:pt x="0" y="548"/>
                    <a:pt x="0" y="1167"/>
                  </a:cubicBezTo>
                  <a:cubicBezTo>
                    <a:pt x="0" y="1834"/>
                    <a:pt x="524" y="2334"/>
                    <a:pt x="1167" y="2334"/>
                  </a:cubicBezTo>
                  <a:cubicBezTo>
                    <a:pt x="1786" y="2334"/>
                    <a:pt x="2286" y="1834"/>
                    <a:pt x="2310" y="1167"/>
                  </a:cubicBezTo>
                  <a:cubicBezTo>
                    <a:pt x="2310" y="524"/>
                    <a:pt x="1786" y="1"/>
                    <a:pt x="1167"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0" name="Google Shape;25270;p147"/>
            <p:cNvSpPr/>
            <p:nvPr/>
          </p:nvSpPr>
          <p:spPr>
            <a:xfrm>
              <a:off x="6326085" y="4362797"/>
              <a:ext cx="37791" cy="73996"/>
            </a:xfrm>
            <a:custGeom>
              <a:avLst/>
              <a:gdLst/>
              <a:ahLst/>
              <a:cxnLst/>
              <a:rect l="l" t="t" r="r" b="b"/>
              <a:pathLst>
                <a:path w="1168" h="2287" extrusionOk="0">
                  <a:moveTo>
                    <a:pt x="0" y="0"/>
                  </a:moveTo>
                  <a:lnTo>
                    <a:pt x="0" y="2286"/>
                  </a:lnTo>
                  <a:cubicBezTo>
                    <a:pt x="667" y="2286"/>
                    <a:pt x="1167" y="1786"/>
                    <a:pt x="1167" y="1143"/>
                  </a:cubicBezTo>
                  <a:cubicBezTo>
                    <a:pt x="1167" y="524"/>
                    <a:pt x="667" y="0"/>
                    <a:pt x="0"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71" name="Google Shape;25271;p147"/>
          <p:cNvGrpSpPr/>
          <p:nvPr/>
        </p:nvGrpSpPr>
        <p:grpSpPr>
          <a:xfrm>
            <a:off x="7018765" y="4006209"/>
            <a:ext cx="346778" cy="345223"/>
            <a:chOff x="7018765" y="4158609"/>
            <a:chExt cx="346778" cy="345223"/>
          </a:xfrm>
        </p:grpSpPr>
        <p:sp>
          <p:nvSpPr>
            <p:cNvPr id="25272" name="Google Shape;25272;p147"/>
            <p:cNvSpPr/>
            <p:nvPr/>
          </p:nvSpPr>
          <p:spPr>
            <a:xfrm>
              <a:off x="7236058" y="4218691"/>
              <a:ext cx="129485" cy="80952"/>
            </a:xfrm>
            <a:custGeom>
              <a:avLst/>
              <a:gdLst/>
              <a:ahLst/>
              <a:cxnLst/>
              <a:rect l="l" t="t" r="r" b="b"/>
              <a:pathLst>
                <a:path w="4002" h="2502" extrusionOk="0">
                  <a:moveTo>
                    <a:pt x="1951" y="0"/>
                  </a:moveTo>
                  <a:cubicBezTo>
                    <a:pt x="1936" y="0"/>
                    <a:pt x="1921" y="1"/>
                    <a:pt x="1905" y="1"/>
                  </a:cubicBezTo>
                  <a:cubicBezTo>
                    <a:pt x="834" y="25"/>
                    <a:pt x="0" y="930"/>
                    <a:pt x="0" y="2001"/>
                  </a:cubicBezTo>
                  <a:lnTo>
                    <a:pt x="0" y="2168"/>
                  </a:lnTo>
                  <a:cubicBezTo>
                    <a:pt x="0" y="2358"/>
                    <a:pt x="167" y="2501"/>
                    <a:pt x="334" y="2501"/>
                  </a:cubicBezTo>
                  <a:lnTo>
                    <a:pt x="3668" y="2501"/>
                  </a:lnTo>
                  <a:cubicBezTo>
                    <a:pt x="3858" y="2501"/>
                    <a:pt x="4001" y="2382"/>
                    <a:pt x="3977" y="2216"/>
                  </a:cubicBezTo>
                  <a:lnTo>
                    <a:pt x="3977" y="2001"/>
                  </a:lnTo>
                  <a:cubicBezTo>
                    <a:pt x="3977" y="873"/>
                    <a:pt x="3073" y="0"/>
                    <a:pt x="1951"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3" name="Google Shape;25273;p147"/>
            <p:cNvSpPr/>
            <p:nvPr/>
          </p:nvSpPr>
          <p:spPr>
            <a:xfrm>
              <a:off x="7300768" y="4217947"/>
              <a:ext cx="64775" cy="81696"/>
            </a:xfrm>
            <a:custGeom>
              <a:avLst/>
              <a:gdLst/>
              <a:ahLst/>
              <a:cxnLst/>
              <a:rect l="l" t="t" r="r" b="b"/>
              <a:pathLst>
                <a:path w="2002" h="2525" extrusionOk="0">
                  <a:moveTo>
                    <a:pt x="1" y="0"/>
                  </a:moveTo>
                  <a:lnTo>
                    <a:pt x="1" y="2501"/>
                  </a:lnTo>
                  <a:lnTo>
                    <a:pt x="1668" y="2501"/>
                  </a:lnTo>
                  <a:lnTo>
                    <a:pt x="1668" y="2524"/>
                  </a:lnTo>
                  <a:cubicBezTo>
                    <a:pt x="1858" y="2524"/>
                    <a:pt x="2001" y="2381"/>
                    <a:pt x="2001" y="2191"/>
                  </a:cubicBezTo>
                  <a:lnTo>
                    <a:pt x="2001" y="2000"/>
                  </a:lnTo>
                  <a:cubicBezTo>
                    <a:pt x="2001" y="905"/>
                    <a:pt x="1120" y="0"/>
                    <a:pt x="1"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4" name="Google Shape;25274;p147"/>
            <p:cNvSpPr/>
            <p:nvPr/>
          </p:nvSpPr>
          <p:spPr>
            <a:xfrm>
              <a:off x="7018765" y="4218691"/>
              <a:ext cx="129485" cy="80952"/>
            </a:xfrm>
            <a:custGeom>
              <a:avLst/>
              <a:gdLst/>
              <a:ahLst/>
              <a:cxnLst/>
              <a:rect l="l" t="t" r="r" b="b"/>
              <a:pathLst>
                <a:path w="4002" h="2502" extrusionOk="0">
                  <a:moveTo>
                    <a:pt x="1950" y="0"/>
                  </a:moveTo>
                  <a:cubicBezTo>
                    <a:pt x="1935" y="0"/>
                    <a:pt x="1921" y="1"/>
                    <a:pt x="1906" y="1"/>
                  </a:cubicBezTo>
                  <a:cubicBezTo>
                    <a:pt x="834" y="25"/>
                    <a:pt x="1" y="930"/>
                    <a:pt x="1" y="2001"/>
                  </a:cubicBezTo>
                  <a:lnTo>
                    <a:pt x="1" y="2168"/>
                  </a:lnTo>
                  <a:cubicBezTo>
                    <a:pt x="1" y="2358"/>
                    <a:pt x="144" y="2501"/>
                    <a:pt x="334" y="2501"/>
                  </a:cubicBezTo>
                  <a:lnTo>
                    <a:pt x="3668" y="2501"/>
                  </a:lnTo>
                  <a:cubicBezTo>
                    <a:pt x="3835" y="2501"/>
                    <a:pt x="4001" y="2382"/>
                    <a:pt x="3954" y="2216"/>
                  </a:cubicBezTo>
                  <a:lnTo>
                    <a:pt x="3954" y="2001"/>
                  </a:lnTo>
                  <a:cubicBezTo>
                    <a:pt x="3954" y="873"/>
                    <a:pt x="3049" y="0"/>
                    <a:pt x="1950" y="0"/>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5" name="Google Shape;25275;p147"/>
            <p:cNvSpPr/>
            <p:nvPr/>
          </p:nvSpPr>
          <p:spPr>
            <a:xfrm>
              <a:off x="7083506" y="4217947"/>
              <a:ext cx="64742" cy="81696"/>
            </a:xfrm>
            <a:custGeom>
              <a:avLst/>
              <a:gdLst/>
              <a:ahLst/>
              <a:cxnLst/>
              <a:rect l="l" t="t" r="r" b="b"/>
              <a:pathLst>
                <a:path w="2001" h="2525" extrusionOk="0">
                  <a:moveTo>
                    <a:pt x="0" y="0"/>
                  </a:moveTo>
                  <a:lnTo>
                    <a:pt x="0" y="2501"/>
                  </a:lnTo>
                  <a:lnTo>
                    <a:pt x="1667" y="2501"/>
                  </a:lnTo>
                  <a:lnTo>
                    <a:pt x="1667" y="2524"/>
                  </a:lnTo>
                  <a:cubicBezTo>
                    <a:pt x="1834" y="2524"/>
                    <a:pt x="2000" y="2381"/>
                    <a:pt x="2000" y="2191"/>
                  </a:cubicBezTo>
                  <a:lnTo>
                    <a:pt x="2000" y="2000"/>
                  </a:lnTo>
                  <a:cubicBezTo>
                    <a:pt x="2000" y="905"/>
                    <a:pt x="1095" y="0"/>
                    <a:pt x="0" y="0"/>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6" name="Google Shape;25276;p147"/>
            <p:cNvSpPr/>
            <p:nvPr/>
          </p:nvSpPr>
          <p:spPr>
            <a:xfrm>
              <a:off x="7127412" y="4422880"/>
              <a:ext cx="129485" cy="80952"/>
            </a:xfrm>
            <a:custGeom>
              <a:avLst/>
              <a:gdLst/>
              <a:ahLst/>
              <a:cxnLst/>
              <a:rect l="l" t="t" r="r" b="b"/>
              <a:pathLst>
                <a:path w="4002" h="2502" extrusionOk="0">
                  <a:moveTo>
                    <a:pt x="1950" y="0"/>
                  </a:moveTo>
                  <a:cubicBezTo>
                    <a:pt x="1935" y="0"/>
                    <a:pt x="1920" y="0"/>
                    <a:pt x="1906" y="1"/>
                  </a:cubicBezTo>
                  <a:cubicBezTo>
                    <a:pt x="834" y="24"/>
                    <a:pt x="0" y="929"/>
                    <a:pt x="0" y="2001"/>
                  </a:cubicBezTo>
                  <a:lnTo>
                    <a:pt x="0" y="2192"/>
                  </a:lnTo>
                  <a:cubicBezTo>
                    <a:pt x="0" y="2358"/>
                    <a:pt x="167" y="2501"/>
                    <a:pt x="334" y="2501"/>
                  </a:cubicBezTo>
                  <a:lnTo>
                    <a:pt x="3668" y="2501"/>
                  </a:lnTo>
                  <a:cubicBezTo>
                    <a:pt x="3858" y="2501"/>
                    <a:pt x="4001" y="2382"/>
                    <a:pt x="3954" y="2215"/>
                  </a:cubicBezTo>
                  <a:lnTo>
                    <a:pt x="3954" y="2001"/>
                  </a:lnTo>
                  <a:cubicBezTo>
                    <a:pt x="3954" y="896"/>
                    <a:pt x="3072" y="0"/>
                    <a:pt x="1950" y="0"/>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7" name="Google Shape;25277;p147"/>
            <p:cNvSpPr/>
            <p:nvPr/>
          </p:nvSpPr>
          <p:spPr>
            <a:xfrm>
              <a:off x="7192121" y="4422103"/>
              <a:ext cx="64775" cy="81729"/>
            </a:xfrm>
            <a:custGeom>
              <a:avLst/>
              <a:gdLst/>
              <a:ahLst/>
              <a:cxnLst/>
              <a:rect l="l" t="t" r="r" b="b"/>
              <a:pathLst>
                <a:path w="2002" h="2526" extrusionOk="0">
                  <a:moveTo>
                    <a:pt x="1" y="1"/>
                  </a:moveTo>
                  <a:lnTo>
                    <a:pt x="1" y="2501"/>
                  </a:lnTo>
                  <a:lnTo>
                    <a:pt x="1668" y="2501"/>
                  </a:lnTo>
                  <a:lnTo>
                    <a:pt x="1668" y="2525"/>
                  </a:lnTo>
                  <a:cubicBezTo>
                    <a:pt x="1858" y="2525"/>
                    <a:pt x="2001" y="2382"/>
                    <a:pt x="2001" y="2216"/>
                  </a:cubicBezTo>
                  <a:lnTo>
                    <a:pt x="2001" y="2001"/>
                  </a:lnTo>
                  <a:cubicBezTo>
                    <a:pt x="2001" y="906"/>
                    <a:pt x="1096" y="1"/>
                    <a:pt x="1"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8" name="Google Shape;25278;p147"/>
            <p:cNvSpPr/>
            <p:nvPr/>
          </p:nvSpPr>
          <p:spPr>
            <a:xfrm>
              <a:off x="7142812" y="4161780"/>
              <a:ext cx="97906" cy="74675"/>
            </a:xfrm>
            <a:custGeom>
              <a:avLst/>
              <a:gdLst/>
              <a:ahLst/>
              <a:cxnLst/>
              <a:rect l="l" t="t" r="r" b="b"/>
              <a:pathLst>
                <a:path w="3026" h="2308" extrusionOk="0">
                  <a:moveTo>
                    <a:pt x="1845" y="0"/>
                  </a:moveTo>
                  <a:cubicBezTo>
                    <a:pt x="1772" y="0"/>
                    <a:pt x="1700" y="24"/>
                    <a:pt x="1644" y="69"/>
                  </a:cubicBezTo>
                  <a:cubicBezTo>
                    <a:pt x="1501" y="188"/>
                    <a:pt x="1501" y="402"/>
                    <a:pt x="1620" y="545"/>
                  </a:cubicBezTo>
                  <a:lnTo>
                    <a:pt x="1906" y="855"/>
                  </a:lnTo>
                  <a:lnTo>
                    <a:pt x="358" y="855"/>
                  </a:lnTo>
                  <a:cubicBezTo>
                    <a:pt x="215" y="855"/>
                    <a:pt x="72" y="950"/>
                    <a:pt x="48" y="1117"/>
                  </a:cubicBezTo>
                  <a:cubicBezTo>
                    <a:pt x="1" y="1284"/>
                    <a:pt x="167" y="1474"/>
                    <a:pt x="334" y="1474"/>
                  </a:cubicBezTo>
                  <a:lnTo>
                    <a:pt x="1882" y="1474"/>
                  </a:lnTo>
                  <a:lnTo>
                    <a:pt x="1596" y="1760"/>
                  </a:lnTo>
                  <a:cubicBezTo>
                    <a:pt x="1477" y="1879"/>
                    <a:pt x="1477" y="2093"/>
                    <a:pt x="1596" y="2212"/>
                  </a:cubicBezTo>
                  <a:cubicBezTo>
                    <a:pt x="1644" y="2260"/>
                    <a:pt x="1739" y="2308"/>
                    <a:pt x="1787" y="2308"/>
                  </a:cubicBezTo>
                  <a:cubicBezTo>
                    <a:pt x="1882" y="2308"/>
                    <a:pt x="1954" y="2260"/>
                    <a:pt x="2001" y="2212"/>
                  </a:cubicBezTo>
                  <a:lnTo>
                    <a:pt x="2835" y="1379"/>
                  </a:lnTo>
                  <a:cubicBezTo>
                    <a:pt x="3025" y="1236"/>
                    <a:pt x="3025" y="1045"/>
                    <a:pt x="2906" y="926"/>
                  </a:cubicBezTo>
                  <a:lnTo>
                    <a:pt x="2073" y="93"/>
                  </a:lnTo>
                  <a:cubicBezTo>
                    <a:pt x="2010" y="30"/>
                    <a:pt x="1927" y="0"/>
                    <a:pt x="1845"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9" name="Google Shape;25279;p147"/>
            <p:cNvSpPr/>
            <p:nvPr/>
          </p:nvSpPr>
          <p:spPr>
            <a:xfrm>
              <a:off x="7192121" y="4161780"/>
              <a:ext cx="47044" cy="72378"/>
            </a:xfrm>
            <a:custGeom>
              <a:avLst/>
              <a:gdLst/>
              <a:ahLst/>
              <a:cxnLst/>
              <a:rect l="l" t="t" r="r" b="b"/>
              <a:pathLst>
                <a:path w="1454" h="2237" extrusionOk="0">
                  <a:moveTo>
                    <a:pt x="321" y="0"/>
                  </a:moveTo>
                  <a:cubicBezTo>
                    <a:pt x="248" y="0"/>
                    <a:pt x="176" y="24"/>
                    <a:pt x="120" y="69"/>
                  </a:cubicBezTo>
                  <a:cubicBezTo>
                    <a:pt x="25" y="117"/>
                    <a:pt x="1" y="212"/>
                    <a:pt x="1" y="307"/>
                  </a:cubicBezTo>
                  <a:cubicBezTo>
                    <a:pt x="1" y="402"/>
                    <a:pt x="25" y="450"/>
                    <a:pt x="96" y="522"/>
                  </a:cubicBezTo>
                  <a:lnTo>
                    <a:pt x="382" y="807"/>
                  </a:lnTo>
                  <a:lnTo>
                    <a:pt x="1" y="807"/>
                  </a:lnTo>
                  <a:lnTo>
                    <a:pt x="1" y="1450"/>
                  </a:lnTo>
                  <a:lnTo>
                    <a:pt x="382" y="1450"/>
                  </a:lnTo>
                  <a:lnTo>
                    <a:pt x="96" y="1736"/>
                  </a:lnTo>
                  <a:cubicBezTo>
                    <a:pt x="25" y="1808"/>
                    <a:pt x="1" y="1879"/>
                    <a:pt x="1" y="1950"/>
                  </a:cubicBezTo>
                  <a:cubicBezTo>
                    <a:pt x="1" y="2046"/>
                    <a:pt x="25" y="2093"/>
                    <a:pt x="96" y="2141"/>
                  </a:cubicBezTo>
                  <a:cubicBezTo>
                    <a:pt x="144" y="2212"/>
                    <a:pt x="239" y="2236"/>
                    <a:pt x="310" y="2236"/>
                  </a:cubicBezTo>
                  <a:cubicBezTo>
                    <a:pt x="358" y="2236"/>
                    <a:pt x="453" y="2212"/>
                    <a:pt x="501" y="2141"/>
                  </a:cubicBezTo>
                  <a:lnTo>
                    <a:pt x="1334" y="1307"/>
                  </a:lnTo>
                  <a:cubicBezTo>
                    <a:pt x="1454" y="1212"/>
                    <a:pt x="1454" y="998"/>
                    <a:pt x="1334" y="879"/>
                  </a:cubicBezTo>
                  <a:lnTo>
                    <a:pt x="549" y="93"/>
                  </a:lnTo>
                  <a:cubicBezTo>
                    <a:pt x="486" y="30"/>
                    <a:pt x="403" y="0"/>
                    <a:pt x="321"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0" name="Google Shape;25280;p147"/>
            <p:cNvSpPr/>
            <p:nvPr/>
          </p:nvSpPr>
          <p:spPr>
            <a:xfrm>
              <a:off x="7052672" y="4325040"/>
              <a:ext cx="76325" cy="73219"/>
            </a:xfrm>
            <a:custGeom>
              <a:avLst/>
              <a:gdLst/>
              <a:ahLst/>
              <a:cxnLst/>
              <a:rect l="l" t="t" r="r" b="b"/>
              <a:pathLst>
                <a:path w="2359" h="2263" extrusionOk="0">
                  <a:moveTo>
                    <a:pt x="215" y="0"/>
                  </a:moveTo>
                  <a:cubicBezTo>
                    <a:pt x="96" y="0"/>
                    <a:pt x="0" y="96"/>
                    <a:pt x="0" y="215"/>
                  </a:cubicBezTo>
                  <a:lnTo>
                    <a:pt x="0" y="1572"/>
                  </a:lnTo>
                  <a:cubicBezTo>
                    <a:pt x="0" y="1643"/>
                    <a:pt x="24" y="1691"/>
                    <a:pt x="96" y="1715"/>
                  </a:cubicBezTo>
                  <a:cubicBezTo>
                    <a:pt x="178" y="1782"/>
                    <a:pt x="261" y="1812"/>
                    <a:pt x="335" y="1812"/>
                  </a:cubicBezTo>
                  <a:cubicBezTo>
                    <a:pt x="497" y="1812"/>
                    <a:pt x="620" y="1672"/>
                    <a:pt x="620" y="1477"/>
                  </a:cubicBezTo>
                  <a:lnTo>
                    <a:pt x="620" y="1072"/>
                  </a:lnTo>
                  <a:lnTo>
                    <a:pt x="1715" y="2167"/>
                  </a:lnTo>
                  <a:cubicBezTo>
                    <a:pt x="1787" y="2239"/>
                    <a:pt x="1882" y="2263"/>
                    <a:pt x="1929" y="2263"/>
                  </a:cubicBezTo>
                  <a:cubicBezTo>
                    <a:pt x="2025" y="2263"/>
                    <a:pt x="2072" y="2239"/>
                    <a:pt x="2144" y="2167"/>
                  </a:cubicBezTo>
                  <a:cubicBezTo>
                    <a:pt x="2358" y="2048"/>
                    <a:pt x="2358" y="1834"/>
                    <a:pt x="2239" y="1715"/>
                  </a:cubicBezTo>
                  <a:lnTo>
                    <a:pt x="1120" y="619"/>
                  </a:lnTo>
                  <a:lnTo>
                    <a:pt x="1596" y="619"/>
                  </a:lnTo>
                  <a:cubicBezTo>
                    <a:pt x="1667" y="619"/>
                    <a:pt x="1715" y="596"/>
                    <a:pt x="1763" y="524"/>
                  </a:cubicBezTo>
                  <a:cubicBezTo>
                    <a:pt x="1953" y="262"/>
                    <a:pt x="1787" y="0"/>
                    <a:pt x="1525"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1" name="Google Shape;25281;p147"/>
            <p:cNvSpPr/>
            <p:nvPr/>
          </p:nvSpPr>
          <p:spPr>
            <a:xfrm>
              <a:off x="7256862" y="4326010"/>
              <a:ext cx="73996" cy="74578"/>
            </a:xfrm>
            <a:custGeom>
              <a:avLst/>
              <a:gdLst/>
              <a:ahLst/>
              <a:cxnLst/>
              <a:rect l="l" t="t" r="r" b="b"/>
              <a:pathLst>
                <a:path w="2287" h="2305" extrusionOk="0">
                  <a:moveTo>
                    <a:pt x="1941" y="0"/>
                  </a:moveTo>
                  <a:cubicBezTo>
                    <a:pt x="1858" y="0"/>
                    <a:pt x="1774" y="30"/>
                    <a:pt x="1715" y="89"/>
                  </a:cubicBezTo>
                  <a:lnTo>
                    <a:pt x="619" y="1185"/>
                  </a:lnTo>
                  <a:lnTo>
                    <a:pt x="619" y="708"/>
                  </a:lnTo>
                  <a:cubicBezTo>
                    <a:pt x="619" y="637"/>
                    <a:pt x="596" y="589"/>
                    <a:pt x="524" y="566"/>
                  </a:cubicBezTo>
                  <a:cubicBezTo>
                    <a:pt x="442" y="498"/>
                    <a:pt x="359" y="468"/>
                    <a:pt x="285" y="468"/>
                  </a:cubicBezTo>
                  <a:cubicBezTo>
                    <a:pt x="123" y="468"/>
                    <a:pt x="0" y="608"/>
                    <a:pt x="0" y="804"/>
                  </a:cubicBezTo>
                  <a:lnTo>
                    <a:pt x="0" y="2114"/>
                  </a:lnTo>
                  <a:cubicBezTo>
                    <a:pt x="0" y="2233"/>
                    <a:pt x="96" y="2304"/>
                    <a:pt x="215" y="2304"/>
                  </a:cubicBezTo>
                  <a:lnTo>
                    <a:pt x="1572" y="2304"/>
                  </a:lnTo>
                  <a:cubicBezTo>
                    <a:pt x="1643" y="2304"/>
                    <a:pt x="1691" y="2280"/>
                    <a:pt x="1715" y="2233"/>
                  </a:cubicBezTo>
                  <a:cubicBezTo>
                    <a:pt x="1929" y="1947"/>
                    <a:pt x="1763" y="1685"/>
                    <a:pt x="1477" y="1685"/>
                  </a:cubicBezTo>
                  <a:lnTo>
                    <a:pt x="1072" y="1685"/>
                  </a:lnTo>
                  <a:lnTo>
                    <a:pt x="2167" y="589"/>
                  </a:lnTo>
                  <a:cubicBezTo>
                    <a:pt x="2286" y="375"/>
                    <a:pt x="2286" y="208"/>
                    <a:pt x="2167" y="89"/>
                  </a:cubicBezTo>
                  <a:cubicBezTo>
                    <a:pt x="2108" y="30"/>
                    <a:pt x="2025" y="0"/>
                    <a:pt x="1941"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2" name="Google Shape;25282;p147"/>
            <p:cNvSpPr/>
            <p:nvPr/>
          </p:nvSpPr>
          <p:spPr>
            <a:xfrm>
              <a:off x="7152066" y="4362797"/>
              <a:ext cx="80952" cy="80920"/>
            </a:xfrm>
            <a:custGeom>
              <a:avLst/>
              <a:gdLst/>
              <a:ahLst/>
              <a:cxnLst/>
              <a:rect l="l" t="t" r="r" b="b"/>
              <a:pathLst>
                <a:path w="2502" h="2501" extrusionOk="0">
                  <a:moveTo>
                    <a:pt x="1239" y="0"/>
                  </a:moveTo>
                  <a:cubicBezTo>
                    <a:pt x="548" y="0"/>
                    <a:pt x="1" y="548"/>
                    <a:pt x="1" y="1239"/>
                  </a:cubicBezTo>
                  <a:cubicBezTo>
                    <a:pt x="1" y="1929"/>
                    <a:pt x="548" y="2501"/>
                    <a:pt x="1239" y="2501"/>
                  </a:cubicBezTo>
                  <a:cubicBezTo>
                    <a:pt x="1929" y="2501"/>
                    <a:pt x="2501" y="1929"/>
                    <a:pt x="2501" y="1239"/>
                  </a:cubicBezTo>
                  <a:cubicBezTo>
                    <a:pt x="2501" y="548"/>
                    <a:pt x="1929" y="0"/>
                    <a:pt x="1239"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3" name="Google Shape;25283;p147"/>
            <p:cNvSpPr/>
            <p:nvPr/>
          </p:nvSpPr>
          <p:spPr>
            <a:xfrm>
              <a:off x="7192121" y="4362797"/>
              <a:ext cx="40897" cy="80920"/>
            </a:xfrm>
            <a:custGeom>
              <a:avLst/>
              <a:gdLst/>
              <a:ahLst/>
              <a:cxnLst/>
              <a:rect l="l" t="t" r="r" b="b"/>
              <a:pathLst>
                <a:path w="1264" h="2501" extrusionOk="0">
                  <a:moveTo>
                    <a:pt x="1" y="0"/>
                  </a:moveTo>
                  <a:lnTo>
                    <a:pt x="1" y="2501"/>
                  </a:lnTo>
                  <a:cubicBezTo>
                    <a:pt x="691" y="2501"/>
                    <a:pt x="1263" y="1929"/>
                    <a:pt x="1263" y="1239"/>
                  </a:cubicBezTo>
                  <a:cubicBezTo>
                    <a:pt x="1263" y="548"/>
                    <a:pt x="691" y="0"/>
                    <a:pt x="1"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4" name="Google Shape;25284;p147"/>
            <p:cNvSpPr/>
            <p:nvPr/>
          </p:nvSpPr>
          <p:spPr>
            <a:xfrm>
              <a:off x="7042643" y="4158609"/>
              <a:ext cx="80952" cy="80920"/>
            </a:xfrm>
            <a:custGeom>
              <a:avLst/>
              <a:gdLst/>
              <a:ahLst/>
              <a:cxnLst/>
              <a:rect l="l" t="t" r="r" b="b"/>
              <a:pathLst>
                <a:path w="2502" h="2501" extrusionOk="0">
                  <a:moveTo>
                    <a:pt x="1263" y="0"/>
                  </a:moveTo>
                  <a:cubicBezTo>
                    <a:pt x="572" y="0"/>
                    <a:pt x="1" y="548"/>
                    <a:pt x="1" y="1239"/>
                  </a:cubicBezTo>
                  <a:cubicBezTo>
                    <a:pt x="1" y="1929"/>
                    <a:pt x="572" y="2501"/>
                    <a:pt x="1263" y="2501"/>
                  </a:cubicBezTo>
                  <a:cubicBezTo>
                    <a:pt x="1954" y="2501"/>
                    <a:pt x="2501" y="1929"/>
                    <a:pt x="2501" y="1239"/>
                  </a:cubicBezTo>
                  <a:cubicBezTo>
                    <a:pt x="2501" y="548"/>
                    <a:pt x="1954" y="0"/>
                    <a:pt x="126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5" name="Google Shape;25285;p147"/>
            <p:cNvSpPr/>
            <p:nvPr/>
          </p:nvSpPr>
          <p:spPr>
            <a:xfrm>
              <a:off x="7083506" y="4158609"/>
              <a:ext cx="40088" cy="80920"/>
            </a:xfrm>
            <a:custGeom>
              <a:avLst/>
              <a:gdLst/>
              <a:ahLst/>
              <a:cxnLst/>
              <a:rect l="l" t="t" r="r" b="b"/>
              <a:pathLst>
                <a:path w="1239" h="2501" extrusionOk="0">
                  <a:moveTo>
                    <a:pt x="0" y="0"/>
                  </a:moveTo>
                  <a:lnTo>
                    <a:pt x="0" y="2501"/>
                  </a:lnTo>
                  <a:cubicBezTo>
                    <a:pt x="691" y="2501"/>
                    <a:pt x="1238" y="1929"/>
                    <a:pt x="1238" y="1239"/>
                  </a:cubicBezTo>
                  <a:cubicBezTo>
                    <a:pt x="1238" y="548"/>
                    <a:pt x="691" y="0"/>
                    <a:pt x="0"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6" name="Google Shape;25286;p147"/>
            <p:cNvSpPr/>
            <p:nvPr/>
          </p:nvSpPr>
          <p:spPr>
            <a:xfrm>
              <a:off x="7260713" y="4158609"/>
              <a:ext cx="80920" cy="80920"/>
            </a:xfrm>
            <a:custGeom>
              <a:avLst/>
              <a:gdLst/>
              <a:ahLst/>
              <a:cxnLst/>
              <a:rect l="l" t="t" r="r" b="b"/>
              <a:pathLst>
                <a:path w="2501" h="2501" extrusionOk="0">
                  <a:moveTo>
                    <a:pt x="1239" y="0"/>
                  </a:moveTo>
                  <a:cubicBezTo>
                    <a:pt x="572" y="0"/>
                    <a:pt x="0" y="548"/>
                    <a:pt x="0" y="1239"/>
                  </a:cubicBezTo>
                  <a:cubicBezTo>
                    <a:pt x="0" y="1929"/>
                    <a:pt x="572" y="2501"/>
                    <a:pt x="1239" y="2501"/>
                  </a:cubicBezTo>
                  <a:cubicBezTo>
                    <a:pt x="1929" y="2501"/>
                    <a:pt x="2501" y="1929"/>
                    <a:pt x="2501" y="1239"/>
                  </a:cubicBezTo>
                  <a:cubicBezTo>
                    <a:pt x="2501" y="548"/>
                    <a:pt x="1929" y="0"/>
                    <a:pt x="1239"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7" name="Google Shape;25287;p147"/>
            <p:cNvSpPr/>
            <p:nvPr/>
          </p:nvSpPr>
          <p:spPr>
            <a:xfrm>
              <a:off x="7300768" y="4158609"/>
              <a:ext cx="40864" cy="80920"/>
            </a:xfrm>
            <a:custGeom>
              <a:avLst/>
              <a:gdLst/>
              <a:ahLst/>
              <a:cxnLst/>
              <a:rect l="l" t="t" r="r" b="b"/>
              <a:pathLst>
                <a:path w="1263" h="2501" extrusionOk="0">
                  <a:moveTo>
                    <a:pt x="1" y="0"/>
                  </a:moveTo>
                  <a:lnTo>
                    <a:pt x="1" y="2501"/>
                  </a:lnTo>
                  <a:cubicBezTo>
                    <a:pt x="691" y="2501"/>
                    <a:pt x="1263" y="1929"/>
                    <a:pt x="1263" y="1239"/>
                  </a:cubicBezTo>
                  <a:cubicBezTo>
                    <a:pt x="1263" y="548"/>
                    <a:pt x="691" y="0"/>
                    <a:pt x="1"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88" name="Google Shape;25288;p147"/>
          <p:cNvGrpSpPr/>
          <p:nvPr/>
        </p:nvGrpSpPr>
        <p:grpSpPr>
          <a:xfrm>
            <a:off x="7768486" y="4006209"/>
            <a:ext cx="346746" cy="346744"/>
            <a:chOff x="7768486" y="4158609"/>
            <a:chExt cx="346746" cy="346744"/>
          </a:xfrm>
        </p:grpSpPr>
        <p:sp>
          <p:nvSpPr>
            <p:cNvPr id="25289" name="Google Shape;25289;p147"/>
            <p:cNvSpPr/>
            <p:nvPr/>
          </p:nvSpPr>
          <p:spPr>
            <a:xfrm>
              <a:off x="7820868" y="4279485"/>
              <a:ext cx="240430" cy="103439"/>
            </a:xfrm>
            <a:custGeom>
              <a:avLst/>
              <a:gdLst/>
              <a:ahLst/>
              <a:cxnLst/>
              <a:rect l="l" t="t" r="r" b="b"/>
              <a:pathLst>
                <a:path w="7431" h="3197" extrusionOk="0">
                  <a:moveTo>
                    <a:pt x="3721" y="1"/>
                  </a:moveTo>
                  <a:cubicBezTo>
                    <a:pt x="3549" y="1"/>
                    <a:pt x="3406" y="135"/>
                    <a:pt x="3406" y="289"/>
                  </a:cubicBezTo>
                  <a:lnTo>
                    <a:pt x="3406" y="1289"/>
                  </a:lnTo>
                  <a:lnTo>
                    <a:pt x="334" y="1289"/>
                  </a:lnTo>
                  <a:cubicBezTo>
                    <a:pt x="167" y="1289"/>
                    <a:pt x="0" y="1432"/>
                    <a:pt x="0" y="1623"/>
                  </a:cubicBezTo>
                  <a:lnTo>
                    <a:pt x="0" y="2861"/>
                  </a:lnTo>
                  <a:cubicBezTo>
                    <a:pt x="0" y="3004"/>
                    <a:pt x="120" y="3171"/>
                    <a:pt x="286" y="3194"/>
                  </a:cubicBezTo>
                  <a:cubicBezTo>
                    <a:pt x="298" y="3196"/>
                    <a:pt x="311" y="3197"/>
                    <a:pt x="323" y="3197"/>
                  </a:cubicBezTo>
                  <a:cubicBezTo>
                    <a:pt x="480" y="3197"/>
                    <a:pt x="643" y="3061"/>
                    <a:pt x="643" y="2885"/>
                  </a:cubicBezTo>
                  <a:lnTo>
                    <a:pt x="643" y="1932"/>
                  </a:lnTo>
                  <a:lnTo>
                    <a:pt x="6740" y="1932"/>
                  </a:lnTo>
                  <a:lnTo>
                    <a:pt x="6740" y="2861"/>
                  </a:lnTo>
                  <a:cubicBezTo>
                    <a:pt x="6740" y="3004"/>
                    <a:pt x="6859" y="3171"/>
                    <a:pt x="7002" y="3194"/>
                  </a:cubicBezTo>
                  <a:cubicBezTo>
                    <a:pt x="7016" y="3196"/>
                    <a:pt x="7030" y="3197"/>
                    <a:pt x="7043" y="3197"/>
                  </a:cubicBezTo>
                  <a:cubicBezTo>
                    <a:pt x="7216" y="3197"/>
                    <a:pt x="7359" y="3061"/>
                    <a:pt x="7359" y="2885"/>
                  </a:cubicBezTo>
                  <a:lnTo>
                    <a:pt x="7359" y="1646"/>
                  </a:lnTo>
                  <a:cubicBezTo>
                    <a:pt x="7431" y="1456"/>
                    <a:pt x="7264" y="1313"/>
                    <a:pt x="7097" y="1313"/>
                  </a:cubicBezTo>
                  <a:lnTo>
                    <a:pt x="4025" y="1313"/>
                  </a:lnTo>
                  <a:lnTo>
                    <a:pt x="4025" y="337"/>
                  </a:lnTo>
                  <a:cubicBezTo>
                    <a:pt x="4025" y="194"/>
                    <a:pt x="3906" y="27"/>
                    <a:pt x="3763" y="3"/>
                  </a:cubicBezTo>
                  <a:cubicBezTo>
                    <a:pt x="3749" y="1"/>
                    <a:pt x="3735" y="1"/>
                    <a:pt x="3721"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0" name="Google Shape;25290;p147"/>
            <p:cNvSpPr/>
            <p:nvPr/>
          </p:nvSpPr>
          <p:spPr>
            <a:xfrm>
              <a:off x="7940289" y="4279582"/>
              <a:ext cx="121008" cy="103342"/>
            </a:xfrm>
            <a:custGeom>
              <a:avLst/>
              <a:gdLst/>
              <a:ahLst/>
              <a:cxnLst/>
              <a:rect l="l" t="t" r="r" b="b"/>
              <a:pathLst>
                <a:path w="3740" h="3194" extrusionOk="0">
                  <a:moveTo>
                    <a:pt x="1" y="0"/>
                  </a:moveTo>
                  <a:lnTo>
                    <a:pt x="1" y="1929"/>
                  </a:lnTo>
                  <a:lnTo>
                    <a:pt x="3097" y="1929"/>
                  </a:lnTo>
                  <a:lnTo>
                    <a:pt x="3097" y="2858"/>
                  </a:lnTo>
                  <a:cubicBezTo>
                    <a:pt x="3097" y="3001"/>
                    <a:pt x="3216" y="3168"/>
                    <a:pt x="3382" y="3191"/>
                  </a:cubicBezTo>
                  <a:cubicBezTo>
                    <a:pt x="3395" y="3193"/>
                    <a:pt x="3407" y="3194"/>
                    <a:pt x="3419" y="3194"/>
                  </a:cubicBezTo>
                  <a:cubicBezTo>
                    <a:pt x="3576" y="3194"/>
                    <a:pt x="3740" y="3058"/>
                    <a:pt x="3740" y="2882"/>
                  </a:cubicBezTo>
                  <a:lnTo>
                    <a:pt x="3740" y="1643"/>
                  </a:lnTo>
                  <a:cubicBezTo>
                    <a:pt x="3740" y="1453"/>
                    <a:pt x="3573" y="1310"/>
                    <a:pt x="3406" y="1310"/>
                  </a:cubicBezTo>
                  <a:lnTo>
                    <a:pt x="334" y="1310"/>
                  </a:lnTo>
                  <a:lnTo>
                    <a:pt x="334" y="334"/>
                  </a:lnTo>
                  <a:cubicBezTo>
                    <a:pt x="334" y="143"/>
                    <a:pt x="191" y="0"/>
                    <a:pt x="1"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1" name="Google Shape;25291;p147"/>
            <p:cNvSpPr/>
            <p:nvPr/>
          </p:nvSpPr>
          <p:spPr>
            <a:xfrm>
              <a:off x="7985747" y="4423656"/>
              <a:ext cx="129485" cy="81696"/>
            </a:xfrm>
            <a:custGeom>
              <a:avLst/>
              <a:gdLst/>
              <a:ahLst/>
              <a:cxnLst/>
              <a:rect l="l" t="t" r="r" b="b"/>
              <a:pathLst>
                <a:path w="4002" h="2525" extrusionOk="0">
                  <a:moveTo>
                    <a:pt x="1949" y="0"/>
                  </a:moveTo>
                  <a:cubicBezTo>
                    <a:pt x="1935" y="0"/>
                    <a:pt x="1920" y="0"/>
                    <a:pt x="1906" y="0"/>
                  </a:cubicBezTo>
                  <a:cubicBezTo>
                    <a:pt x="834" y="48"/>
                    <a:pt x="1" y="929"/>
                    <a:pt x="1" y="2001"/>
                  </a:cubicBezTo>
                  <a:lnTo>
                    <a:pt x="1" y="2191"/>
                  </a:lnTo>
                  <a:cubicBezTo>
                    <a:pt x="1" y="2358"/>
                    <a:pt x="144" y="2525"/>
                    <a:pt x="334" y="2525"/>
                  </a:cubicBezTo>
                  <a:lnTo>
                    <a:pt x="3668" y="2525"/>
                  </a:lnTo>
                  <a:cubicBezTo>
                    <a:pt x="3835" y="2525"/>
                    <a:pt x="4002" y="2358"/>
                    <a:pt x="3954" y="2215"/>
                  </a:cubicBezTo>
                  <a:lnTo>
                    <a:pt x="3954" y="2001"/>
                  </a:lnTo>
                  <a:cubicBezTo>
                    <a:pt x="3954" y="896"/>
                    <a:pt x="3049" y="0"/>
                    <a:pt x="1949"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2" name="Google Shape;25292;p147"/>
            <p:cNvSpPr/>
            <p:nvPr/>
          </p:nvSpPr>
          <p:spPr>
            <a:xfrm>
              <a:off x="8050489" y="4422880"/>
              <a:ext cx="64742" cy="82473"/>
            </a:xfrm>
            <a:custGeom>
              <a:avLst/>
              <a:gdLst/>
              <a:ahLst/>
              <a:cxnLst/>
              <a:rect l="l" t="t" r="r" b="b"/>
              <a:pathLst>
                <a:path w="2001" h="2549" extrusionOk="0">
                  <a:moveTo>
                    <a:pt x="0" y="1"/>
                  </a:moveTo>
                  <a:lnTo>
                    <a:pt x="0" y="2501"/>
                  </a:lnTo>
                  <a:lnTo>
                    <a:pt x="1667" y="2501"/>
                  </a:lnTo>
                  <a:lnTo>
                    <a:pt x="1667" y="2549"/>
                  </a:lnTo>
                  <a:cubicBezTo>
                    <a:pt x="1834" y="2549"/>
                    <a:pt x="2001" y="2382"/>
                    <a:pt x="2001" y="2215"/>
                  </a:cubicBezTo>
                  <a:lnTo>
                    <a:pt x="2001" y="2001"/>
                  </a:lnTo>
                  <a:cubicBezTo>
                    <a:pt x="2001" y="906"/>
                    <a:pt x="1096" y="1"/>
                    <a:pt x="0"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3" name="Google Shape;25293;p147"/>
            <p:cNvSpPr/>
            <p:nvPr/>
          </p:nvSpPr>
          <p:spPr>
            <a:xfrm>
              <a:off x="7768486" y="4423656"/>
              <a:ext cx="128708" cy="81696"/>
            </a:xfrm>
            <a:custGeom>
              <a:avLst/>
              <a:gdLst/>
              <a:ahLst/>
              <a:cxnLst/>
              <a:rect l="l" t="t" r="r" b="b"/>
              <a:pathLst>
                <a:path w="3978" h="2525" extrusionOk="0">
                  <a:moveTo>
                    <a:pt x="1926" y="0"/>
                  </a:moveTo>
                  <a:cubicBezTo>
                    <a:pt x="1911" y="0"/>
                    <a:pt x="1896" y="0"/>
                    <a:pt x="1881" y="0"/>
                  </a:cubicBezTo>
                  <a:cubicBezTo>
                    <a:pt x="810" y="48"/>
                    <a:pt x="0" y="929"/>
                    <a:pt x="0" y="2001"/>
                  </a:cubicBezTo>
                  <a:lnTo>
                    <a:pt x="0" y="2191"/>
                  </a:lnTo>
                  <a:cubicBezTo>
                    <a:pt x="0" y="2358"/>
                    <a:pt x="143" y="2525"/>
                    <a:pt x="310" y="2525"/>
                  </a:cubicBezTo>
                  <a:lnTo>
                    <a:pt x="3644" y="2525"/>
                  </a:lnTo>
                  <a:cubicBezTo>
                    <a:pt x="3834" y="2525"/>
                    <a:pt x="3977" y="2358"/>
                    <a:pt x="3953" y="2215"/>
                  </a:cubicBezTo>
                  <a:lnTo>
                    <a:pt x="3953" y="2001"/>
                  </a:lnTo>
                  <a:cubicBezTo>
                    <a:pt x="3953" y="896"/>
                    <a:pt x="3048" y="0"/>
                    <a:pt x="1926" y="0"/>
                  </a:cubicBezTo>
                  <a:close/>
                </a:path>
              </a:pathLst>
            </a:custGeom>
            <a:solidFill>
              <a:srgbClr val="BCC7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4" name="Google Shape;25294;p147"/>
            <p:cNvSpPr/>
            <p:nvPr/>
          </p:nvSpPr>
          <p:spPr>
            <a:xfrm>
              <a:off x="7832418" y="4422880"/>
              <a:ext cx="64775" cy="82473"/>
            </a:xfrm>
            <a:custGeom>
              <a:avLst/>
              <a:gdLst/>
              <a:ahLst/>
              <a:cxnLst/>
              <a:rect l="l" t="t" r="r" b="b"/>
              <a:pathLst>
                <a:path w="2002" h="2549" extrusionOk="0">
                  <a:moveTo>
                    <a:pt x="1" y="1"/>
                  </a:moveTo>
                  <a:lnTo>
                    <a:pt x="1" y="2501"/>
                  </a:lnTo>
                  <a:lnTo>
                    <a:pt x="1668" y="2501"/>
                  </a:lnTo>
                  <a:lnTo>
                    <a:pt x="1668" y="2549"/>
                  </a:lnTo>
                  <a:cubicBezTo>
                    <a:pt x="1858" y="2549"/>
                    <a:pt x="2001" y="2382"/>
                    <a:pt x="2001" y="2215"/>
                  </a:cubicBezTo>
                  <a:lnTo>
                    <a:pt x="2001" y="2001"/>
                  </a:lnTo>
                  <a:cubicBezTo>
                    <a:pt x="2001" y="906"/>
                    <a:pt x="1120" y="1"/>
                    <a:pt x="1"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5" name="Google Shape;25295;p147"/>
            <p:cNvSpPr/>
            <p:nvPr/>
          </p:nvSpPr>
          <p:spPr>
            <a:xfrm>
              <a:off x="7877100" y="4218691"/>
              <a:ext cx="128708" cy="80952"/>
            </a:xfrm>
            <a:custGeom>
              <a:avLst/>
              <a:gdLst/>
              <a:ahLst/>
              <a:cxnLst/>
              <a:rect l="l" t="t" r="r" b="b"/>
              <a:pathLst>
                <a:path w="3978" h="2502" extrusionOk="0">
                  <a:moveTo>
                    <a:pt x="1950" y="0"/>
                  </a:moveTo>
                  <a:cubicBezTo>
                    <a:pt x="1936" y="0"/>
                    <a:pt x="1921" y="1"/>
                    <a:pt x="1906" y="1"/>
                  </a:cubicBezTo>
                  <a:cubicBezTo>
                    <a:pt x="834" y="25"/>
                    <a:pt x="1" y="930"/>
                    <a:pt x="1" y="2001"/>
                  </a:cubicBezTo>
                  <a:lnTo>
                    <a:pt x="1" y="2168"/>
                  </a:lnTo>
                  <a:cubicBezTo>
                    <a:pt x="1" y="2358"/>
                    <a:pt x="144" y="2501"/>
                    <a:pt x="311" y="2501"/>
                  </a:cubicBezTo>
                  <a:lnTo>
                    <a:pt x="3668" y="2501"/>
                  </a:lnTo>
                  <a:cubicBezTo>
                    <a:pt x="3835" y="2501"/>
                    <a:pt x="3978" y="2382"/>
                    <a:pt x="3954" y="2216"/>
                  </a:cubicBezTo>
                  <a:lnTo>
                    <a:pt x="3954" y="2001"/>
                  </a:lnTo>
                  <a:cubicBezTo>
                    <a:pt x="3954" y="873"/>
                    <a:pt x="3050" y="0"/>
                    <a:pt x="1950" y="0"/>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6" name="Google Shape;25296;p147"/>
            <p:cNvSpPr/>
            <p:nvPr/>
          </p:nvSpPr>
          <p:spPr>
            <a:xfrm>
              <a:off x="7941842" y="4217947"/>
              <a:ext cx="63966" cy="81696"/>
            </a:xfrm>
            <a:custGeom>
              <a:avLst/>
              <a:gdLst/>
              <a:ahLst/>
              <a:cxnLst/>
              <a:rect l="l" t="t" r="r" b="b"/>
              <a:pathLst>
                <a:path w="1977" h="2525" extrusionOk="0">
                  <a:moveTo>
                    <a:pt x="0" y="0"/>
                  </a:moveTo>
                  <a:lnTo>
                    <a:pt x="0" y="2501"/>
                  </a:lnTo>
                  <a:lnTo>
                    <a:pt x="1667" y="2501"/>
                  </a:lnTo>
                  <a:lnTo>
                    <a:pt x="1667" y="2524"/>
                  </a:lnTo>
                  <a:cubicBezTo>
                    <a:pt x="1834" y="2524"/>
                    <a:pt x="1977" y="2381"/>
                    <a:pt x="1977" y="2191"/>
                  </a:cubicBezTo>
                  <a:lnTo>
                    <a:pt x="1977" y="2000"/>
                  </a:lnTo>
                  <a:cubicBezTo>
                    <a:pt x="1977" y="905"/>
                    <a:pt x="1096" y="0"/>
                    <a:pt x="0" y="0"/>
                  </a:cubicBezTo>
                  <a:close/>
                </a:path>
              </a:pathLst>
            </a:custGeom>
            <a:solidFill>
              <a:srgbClr val="CED4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7" name="Google Shape;25297;p147"/>
            <p:cNvSpPr/>
            <p:nvPr/>
          </p:nvSpPr>
          <p:spPr>
            <a:xfrm>
              <a:off x="7901010" y="4158609"/>
              <a:ext cx="80920" cy="80920"/>
            </a:xfrm>
            <a:custGeom>
              <a:avLst/>
              <a:gdLst/>
              <a:ahLst/>
              <a:cxnLst/>
              <a:rect l="l" t="t" r="r" b="b"/>
              <a:pathLst>
                <a:path w="2501" h="2501" extrusionOk="0">
                  <a:moveTo>
                    <a:pt x="1262" y="0"/>
                  </a:moveTo>
                  <a:cubicBezTo>
                    <a:pt x="572" y="0"/>
                    <a:pt x="0" y="548"/>
                    <a:pt x="0" y="1239"/>
                  </a:cubicBezTo>
                  <a:cubicBezTo>
                    <a:pt x="0" y="1929"/>
                    <a:pt x="572" y="2501"/>
                    <a:pt x="1262" y="2501"/>
                  </a:cubicBezTo>
                  <a:cubicBezTo>
                    <a:pt x="1929" y="2501"/>
                    <a:pt x="2501" y="1929"/>
                    <a:pt x="2501" y="1239"/>
                  </a:cubicBezTo>
                  <a:cubicBezTo>
                    <a:pt x="2501" y="548"/>
                    <a:pt x="1929" y="0"/>
                    <a:pt x="1262"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8" name="Google Shape;25298;p147"/>
            <p:cNvSpPr/>
            <p:nvPr/>
          </p:nvSpPr>
          <p:spPr>
            <a:xfrm>
              <a:off x="7941842" y="4158609"/>
              <a:ext cx="40088" cy="80920"/>
            </a:xfrm>
            <a:custGeom>
              <a:avLst/>
              <a:gdLst/>
              <a:ahLst/>
              <a:cxnLst/>
              <a:rect l="l" t="t" r="r" b="b"/>
              <a:pathLst>
                <a:path w="1239" h="2501" extrusionOk="0">
                  <a:moveTo>
                    <a:pt x="0" y="0"/>
                  </a:moveTo>
                  <a:lnTo>
                    <a:pt x="0" y="2501"/>
                  </a:lnTo>
                  <a:cubicBezTo>
                    <a:pt x="667" y="2501"/>
                    <a:pt x="1239" y="1929"/>
                    <a:pt x="1239" y="1239"/>
                  </a:cubicBezTo>
                  <a:cubicBezTo>
                    <a:pt x="1239" y="548"/>
                    <a:pt x="667" y="0"/>
                    <a:pt x="0"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9" name="Google Shape;25299;p147"/>
            <p:cNvSpPr/>
            <p:nvPr/>
          </p:nvSpPr>
          <p:spPr>
            <a:xfrm>
              <a:off x="7792363" y="4362797"/>
              <a:ext cx="80920" cy="80920"/>
            </a:xfrm>
            <a:custGeom>
              <a:avLst/>
              <a:gdLst/>
              <a:ahLst/>
              <a:cxnLst/>
              <a:rect l="l" t="t" r="r" b="b"/>
              <a:pathLst>
                <a:path w="2501" h="2501" extrusionOk="0">
                  <a:moveTo>
                    <a:pt x="1239" y="0"/>
                  </a:moveTo>
                  <a:cubicBezTo>
                    <a:pt x="548" y="0"/>
                    <a:pt x="0" y="548"/>
                    <a:pt x="0" y="1239"/>
                  </a:cubicBezTo>
                  <a:cubicBezTo>
                    <a:pt x="0" y="1929"/>
                    <a:pt x="572" y="2501"/>
                    <a:pt x="1239" y="2501"/>
                  </a:cubicBezTo>
                  <a:cubicBezTo>
                    <a:pt x="1929" y="2501"/>
                    <a:pt x="2501" y="1929"/>
                    <a:pt x="2501" y="1239"/>
                  </a:cubicBezTo>
                  <a:cubicBezTo>
                    <a:pt x="2501" y="548"/>
                    <a:pt x="1929" y="0"/>
                    <a:pt x="1239"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0" name="Google Shape;25300;p147"/>
            <p:cNvSpPr/>
            <p:nvPr/>
          </p:nvSpPr>
          <p:spPr>
            <a:xfrm>
              <a:off x="7832418" y="4362797"/>
              <a:ext cx="40864" cy="80920"/>
            </a:xfrm>
            <a:custGeom>
              <a:avLst/>
              <a:gdLst/>
              <a:ahLst/>
              <a:cxnLst/>
              <a:rect l="l" t="t" r="r" b="b"/>
              <a:pathLst>
                <a:path w="1263" h="2501" extrusionOk="0">
                  <a:moveTo>
                    <a:pt x="1" y="0"/>
                  </a:moveTo>
                  <a:lnTo>
                    <a:pt x="1" y="2501"/>
                  </a:lnTo>
                  <a:cubicBezTo>
                    <a:pt x="691" y="2501"/>
                    <a:pt x="1263" y="1929"/>
                    <a:pt x="1263" y="1239"/>
                  </a:cubicBezTo>
                  <a:cubicBezTo>
                    <a:pt x="1263" y="548"/>
                    <a:pt x="691" y="0"/>
                    <a:pt x="1"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1" name="Google Shape;25301;p147"/>
            <p:cNvSpPr/>
            <p:nvPr/>
          </p:nvSpPr>
          <p:spPr>
            <a:xfrm>
              <a:off x="8009657" y="4362797"/>
              <a:ext cx="80920" cy="80920"/>
            </a:xfrm>
            <a:custGeom>
              <a:avLst/>
              <a:gdLst/>
              <a:ahLst/>
              <a:cxnLst/>
              <a:rect l="l" t="t" r="r" b="b"/>
              <a:pathLst>
                <a:path w="2501" h="2501" extrusionOk="0">
                  <a:moveTo>
                    <a:pt x="1262" y="0"/>
                  </a:moveTo>
                  <a:cubicBezTo>
                    <a:pt x="572" y="0"/>
                    <a:pt x="0" y="548"/>
                    <a:pt x="0" y="1239"/>
                  </a:cubicBezTo>
                  <a:cubicBezTo>
                    <a:pt x="0" y="1929"/>
                    <a:pt x="572" y="2501"/>
                    <a:pt x="1262" y="2501"/>
                  </a:cubicBezTo>
                  <a:cubicBezTo>
                    <a:pt x="1953" y="2501"/>
                    <a:pt x="2501" y="1929"/>
                    <a:pt x="2501" y="1239"/>
                  </a:cubicBezTo>
                  <a:cubicBezTo>
                    <a:pt x="2501" y="548"/>
                    <a:pt x="1953" y="0"/>
                    <a:pt x="1262"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2" name="Google Shape;25302;p147"/>
            <p:cNvSpPr/>
            <p:nvPr/>
          </p:nvSpPr>
          <p:spPr>
            <a:xfrm>
              <a:off x="8050488" y="4362797"/>
              <a:ext cx="40088" cy="80920"/>
            </a:xfrm>
            <a:custGeom>
              <a:avLst/>
              <a:gdLst/>
              <a:ahLst/>
              <a:cxnLst/>
              <a:rect l="l" t="t" r="r" b="b"/>
              <a:pathLst>
                <a:path w="1239" h="2501" extrusionOk="0">
                  <a:moveTo>
                    <a:pt x="0" y="0"/>
                  </a:moveTo>
                  <a:lnTo>
                    <a:pt x="0" y="2501"/>
                  </a:lnTo>
                  <a:cubicBezTo>
                    <a:pt x="691" y="2501"/>
                    <a:pt x="1239" y="1929"/>
                    <a:pt x="1239" y="1239"/>
                  </a:cubicBezTo>
                  <a:cubicBezTo>
                    <a:pt x="1239" y="548"/>
                    <a:pt x="691" y="0"/>
                    <a:pt x="0" y="0"/>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03" name="Google Shape;25303;p147"/>
          <p:cNvSpPr txBox="1"/>
          <p:nvPr/>
        </p:nvSpPr>
        <p:spPr>
          <a:xfrm>
            <a:off x="1048350" y="11586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rgbClr val="FFFFFF"/>
                </a:solidFill>
              </a:rPr>
              <a:t>Goals &amp; Results</a:t>
            </a:r>
            <a:endParaRPr sz="1600">
              <a:solidFill>
                <a:srgbClr val="FFFFFF"/>
              </a:solidFill>
            </a:endParaRPr>
          </a:p>
        </p:txBody>
      </p:sp>
      <p:sp>
        <p:nvSpPr>
          <p:cNvPr id="25304" name="Google Shape;25304;p147"/>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Premium Icons</a:t>
            </a:r>
            <a:endParaRPr sz="2400">
              <a:solidFill>
                <a:srgbClr val="FFFFFF"/>
              </a:solidFill>
            </a:endParaRPr>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Shape 25308"/>
        <p:cNvGrpSpPr/>
        <p:nvPr/>
      </p:nvGrpSpPr>
      <p:grpSpPr>
        <a:xfrm>
          <a:off x="0" y="0"/>
          <a:ext cx="0" cy="0"/>
          <a:chOff x="0" y="0"/>
          <a:chExt cx="0" cy="0"/>
        </a:xfrm>
      </p:grpSpPr>
      <p:grpSp>
        <p:nvGrpSpPr>
          <p:cNvPr id="25309" name="Google Shape;25309;p148"/>
          <p:cNvGrpSpPr/>
          <p:nvPr/>
        </p:nvGrpSpPr>
        <p:grpSpPr>
          <a:xfrm>
            <a:off x="1083801" y="1795083"/>
            <a:ext cx="343827" cy="342422"/>
            <a:chOff x="1393209" y="1923560"/>
            <a:chExt cx="343827" cy="342422"/>
          </a:xfrm>
        </p:grpSpPr>
        <p:sp>
          <p:nvSpPr>
            <p:cNvPr id="25310" name="Google Shape;25310;p148"/>
            <p:cNvSpPr/>
            <p:nvPr/>
          </p:nvSpPr>
          <p:spPr>
            <a:xfrm>
              <a:off x="1555513" y="2117876"/>
              <a:ext cx="20654" cy="55566"/>
            </a:xfrm>
            <a:custGeom>
              <a:avLst/>
              <a:gdLst/>
              <a:ahLst/>
              <a:cxnLst/>
              <a:rect l="l" t="t" r="r" b="b"/>
              <a:pathLst>
                <a:path w="691" h="1859" extrusionOk="0">
                  <a:moveTo>
                    <a:pt x="0" y="1"/>
                  </a:moveTo>
                  <a:lnTo>
                    <a:pt x="0" y="1858"/>
                  </a:lnTo>
                  <a:lnTo>
                    <a:pt x="691" y="1858"/>
                  </a:lnTo>
                  <a:lnTo>
                    <a:pt x="69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1" name="Google Shape;25311;p148"/>
            <p:cNvSpPr/>
            <p:nvPr/>
          </p:nvSpPr>
          <p:spPr>
            <a:xfrm>
              <a:off x="1565466" y="2117876"/>
              <a:ext cx="9296" cy="55566"/>
            </a:xfrm>
            <a:custGeom>
              <a:avLst/>
              <a:gdLst/>
              <a:ahLst/>
              <a:cxnLst/>
              <a:rect l="l" t="t" r="r" b="b"/>
              <a:pathLst>
                <a:path w="311" h="1859" extrusionOk="0">
                  <a:moveTo>
                    <a:pt x="1" y="1"/>
                  </a:moveTo>
                  <a:lnTo>
                    <a:pt x="1" y="1858"/>
                  </a:lnTo>
                  <a:lnTo>
                    <a:pt x="310" y="1858"/>
                  </a:lnTo>
                  <a:lnTo>
                    <a:pt x="310"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2" name="Google Shape;25312;p148"/>
            <p:cNvSpPr/>
            <p:nvPr/>
          </p:nvSpPr>
          <p:spPr>
            <a:xfrm>
              <a:off x="1642344" y="2016100"/>
              <a:ext cx="20684" cy="56253"/>
            </a:xfrm>
            <a:custGeom>
              <a:avLst/>
              <a:gdLst/>
              <a:ahLst/>
              <a:cxnLst/>
              <a:rect l="l" t="t" r="r" b="b"/>
              <a:pathLst>
                <a:path w="692" h="1882" extrusionOk="0">
                  <a:moveTo>
                    <a:pt x="1" y="0"/>
                  </a:moveTo>
                  <a:lnTo>
                    <a:pt x="1" y="1882"/>
                  </a:lnTo>
                  <a:lnTo>
                    <a:pt x="691" y="1882"/>
                  </a:lnTo>
                  <a:lnTo>
                    <a:pt x="691"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3" name="Google Shape;25313;p148"/>
            <p:cNvSpPr/>
            <p:nvPr/>
          </p:nvSpPr>
          <p:spPr>
            <a:xfrm>
              <a:off x="1467964" y="2016100"/>
              <a:ext cx="20654" cy="56253"/>
            </a:xfrm>
            <a:custGeom>
              <a:avLst/>
              <a:gdLst/>
              <a:ahLst/>
              <a:cxnLst/>
              <a:rect l="l" t="t" r="r" b="b"/>
              <a:pathLst>
                <a:path w="691" h="1882" extrusionOk="0">
                  <a:moveTo>
                    <a:pt x="0" y="0"/>
                  </a:moveTo>
                  <a:lnTo>
                    <a:pt x="0" y="1882"/>
                  </a:lnTo>
                  <a:lnTo>
                    <a:pt x="691" y="1882"/>
                  </a:lnTo>
                  <a:lnTo>
                    <a:pt x="691"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4" name="Google Shape;25314;p148"/>
            <p:cNvSpPr/>
            <p:nvPr/>
          </p:nvSpPr>
          <p:spPr>
            <a:xfrm>
              <a:off x="1393209" y="2084429"/>
              <a:ext cx="62679" cy="20684"/>
            </a:xfrm>
            <a:custGeom>
              <a:avLst/>
              <a:gdLst/>
              <a:ahLst/>
              <a:cxnLst/>
              <a:rect l="l" t="t" r="r" b="b"/>
              <a:pathLst>
                <a:path w="2097" h="692" extrusionOk="0">
                  <a:moveTo>
                    <a:pt x="1" y="1"/>
                  </a:moveTo>
                  <a:lnTo>
                    <a:pt x="1" y="691"/>
                  </a:lnTo>
                  <a:lnTo>
                    <a:pt x="2096" y="691"/>
                  </a:lnTo>
                  <a:lnTo>
                    <a:pt x="2096"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5" name="Google Shape;25315;p148"/>
            <p:cNvSpPr/>
            <p:nvPr/>
          </p:nvSpPr>
          <p:spPr>
            <a:xfrm>
              <a:off x="1673669" y="2084429"/>
              <a:ext cx="63367" cy="20684"/>
            </a:xfrm>
            <a:custGeom>
              <a:avLst/>
              <a:gdLst/>
              <a:ahLst/>
              <a:cxnLst/>
              <a:rect l="l" t="t" r="r" b="b"/>
              <a:pathLst>
                <a:path w="2120" h="692" extrusionOk="0">
                  <a:moveTo>
                    <a:pt x="0" y="1"/>
                  </a:moveTo>
                  <a:lnTo>
                    <a:pt x="0" y="691"/>
                  </a:lnTo>
                  <a:lnTo>
                    <a:pt x="2120" y="691"/>
                  </a:lnTo>
                  <a:lnTo>
                    <a:pt x="2120"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6" name="Google Shape;25316;p148"/>
            <p:cNvSpPr/>
            <p:nvPr/>
          </p:nvSpPr>
          <p:spPr>
            <a:xfrm>
              <a:off x="1586838" y="2084429"/>
              <a:ext cx="43430" cy="20684"/>
            </a:xfrm>
            <a:custGeom>
              <a:avLst/>
              <a:gdLst/>
              <a:ahLst/>
              <a:cxnLst/>
              <a:rect l="l" t="t" r="r" b="b"/>
              <a:pathLst>
                <a:path w="1453" h="692" extrusionOk="0">
                  <a:moveTo>
                    <a:pt x="0" y="1"/>
                  </a:moveTo>
                  <a:lnTo>
                    <a:pt x="0" y="691"/>
                  </a:lnTo>
                  <a:lnTo>
                    <a:pt x="1453" y="691"/>
                  </a:lnTo>
                  <a:lnTo>
                    <a:pt x="1453"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7" name="Google Shape;25317;p148"/>
            <p:cNvSpPr/>
            <p:nvPr/>
          </p:nvSpPr>
          <p:spPr>
            <a:xfrm>
              <a:off x="1499977" y="2084429"/>
              <a:ext cx="44177" cy="20684"/>
            </a:xfrm>
            <a:custGeom>
              <a:avLst/>
              <a:gdLst/>
              <a:ahLst/>
              <a:cxnLst/>
              <a:rect l="l" t="t" r="r" b="b"/>
              <a:pathLst>
                <a:path w="1478" h="692" extrusionOk="0">
                  <a:moveTo>
                    <a:pt x="1" y="1"/>
                  </a:moveTo>
                  <a:lnTo>
                    <a:pt x="1" y="691"/>
                  </a:lnTo>
                  <a:lnTo>
                    <a:pt x="1477" y="691"/>
                  </a:lnTo>
                  <a:lnTo>
                    <a:pt x="1477"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8" name="Google Shape;25318;p148"/>
            <p:cNvSpPr/>
            <p:nvPr/>
          </p:nvSpPr>
          <p:spPr>
            <a:xfrm>
              <a:off x="1534859" y="2064492"/>
              <a:ext cx="60527" cy="60557"/>
            </a:xfrm>
            <a:custGeom>
              <a:avLst/>
              <a:gdLst/>
              <a:ahLst/>
              <a:cxnLst/>
              <a:rect l="l" t="t" r="r" b="b"/>
              <a:pathLst>
                <a:path w="2025" h="2026" extrusionOk="0">
                  <a:moveTo>
                    <a:pt x="1025" y="1"/>
                  </a:moveTo>
                  <a:cubicBezTo>
                    <a:pt x="453" y="1"/>
                    <a:pt x="1" y="453"/>
                    <a:pt x="1" y="1001"/>
                  </a:cubicBezTo>
                  <a:cubicBezTo>
                    <a:pt x="1" y="1549"/>
                    <a:pt x="453" y="2025"/>
                    <a:pt x="1025" y="2025"/>
                  </a:cubicBezTo>
                  <a:cubicBezTo>
                    <a:pt x="1572" y="2025"/>
                    <a:pt x="2025" y="1549"/>
                    <a:pt x="2025" y="1001"/>
                  </a:cubicBezTo>
                  <a:cubicBezTo>
                    <a:pt x="2025" y="453"/>
                    <a:pt x="1572" y="1"/>
                    <a:pt x="1025"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9" name="Google Shape;25319;p148"/>
            <p:cNvSpPr/>
            <p:nvPr/>
          </p:nvSpPr>
          <p:spPr>
            <a:xfrm>
              <a:off x="1447310" y="2064492"/>
              <a:ext cx="60527" cy="60557"/>
            </a:xfrm>
            <a:custGeom>
              <a:avLst/>
              <a:gdLst/>
              <a:ahLst/>
              <a:cxnLst/>
              <a:rect l="l" t="t" r="r" b="b"/>
              <a:pathLst>
                <a:path w="2025" h="2026" extrusionOk="0">
                  <a:moveTo>
                    <a:pt x="1024" y="1"/>
                  </a:moveTo>
                  <a:cubicBezTo>
                    <a:pt x="477" y="1"/>
                    <a:pt x="0" y="453"/>
                    <a:pt x="0" y="1001"/>
                  </a:cubicBezTo>
                  <a:cubicBezTo>
                    <a:pt x="0" y="1549"/>
                    <a:pt x="477" y="2025"/>
                    <a:pt x="1024" y="2025"/>
                  </a:cubicBezTo>
                  <a:cubicBezTo>
                    <a:pt x="1572" y="2025"/>
                    <a:pt x="2025" y="1549"/>
                    <a:pt x="2025" y="1001"/>
                  </a:cubicBezTo>
                  <a:cubicBezTo>
                    <a:pt x="2025" y="453"/>
                    <a:pt x="1572" y="1"/>
                    <a:pt x="1024"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0" name="Google Shape;25320;p148"/>
            <p:cNvSpPr/>
            <p:nvPr/>
          </p:nvSpPr>
          <p:spPr>
            <a:xfrm>
              <a:off x="1622407" y="2064492"/>
              <a:ext cx="60557" cy="60557"/>
            </a:xfrm>
            <a:custGeom>
              <a:avLst/>
              <a:gdLst/>
              <a:ahLst/>
              <a:cxnLst/>
              <a:rect l="l" t="t" r="r" b="b"/>
              <a:pathLst>
                <a:path w="2026" h="2026" extrusionOk="0">
                  <a:moveTo>
                    <a:pt x="1001" y="1"/>
                  </a:moveTo>
                  <a:cubicBezTo>
                    <a:pt x="453" y="1"/>
                    <a:pt x="1" y="453"/>
                    <a:pt x="1" y="1001"/>
                  </a:cubicBezTo>
                  <a:cubicBezTo>
                    <a:pt x="1" y="1549"/>
                    <a:pt x="453" y="2025"/>
                    <a:pt x="1001" y="2025"/>
                  </a:cubicBezTo>
                  <a:cubicBezTo>
                    <a:pt x="1549" y="2025"/>
                    <a:pt x="2025" y="1549"/>
                    <a:pt x="2025" y="1001"/>
                  </a:cubicBezTo>
                  <a:cubicBezTo>
                    <a:pt x="2025" y="453"/>
                    <a:pt x="1549" y="1"/>
                    <a:pt x="1001"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1" name="Google Shape;25321;p148"/>
            <p:cNvSpPr/>
            <p:nvPr/>
          </p:nvSpPr>
          <p:spPr>
            <a:xfrm>
              <a:off x="1428808" y="1923560"/>
              <a:ext cx="98248" cy="98248"/>
            </a:xfrm>
            <a:custGeom>
              <a:avLst/>
              <a:gdLst/>
              <a:ahLst/>
              <a:cxnLst/>
              <a:rect l="l" t="t" r="r" b="b"/>
              <a:pathLst>
                <a:path w="3287" h="3287" extrusionOk="0">
                  <a:moveTo>
                    <a:pt x="1643" y="1"/>
                  </a:moveTo>
                  <a:cubicBezTo>
                    <a:pt x="739" y="1"/>
                    <a:pt x="0" y="739"/>
                    <a:pt x="0" y="1644"/>
                  </a:cubicBezTo>
                  <a:cubicBezTo>
                    <a:pt x="0" y="2549"/>
                    <a:pt x="739" y="3287"/>
                    <a:pt x="1643" y="3287"/>
                  </a:cubicBezTo>
                  <a:cubicBezTo>
                    <a:pt x="2548" y="3287"/>
                    <a:pt x="3287" y="2549"/>
                    <a:pt x="3287" y="1644"/>
                  </a:cubicBezTo>
                  <a:cubicBezTo>
                    <a:pt x="3287" y="739"/>
                    <a:pt x="2548" y="1"/>
                    <a:pt x="1643"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2" name="Google Shape;25322;p148"/>
            <p:cNvSpPr/>
            <p:nvPr/>
          </p:nvSpPr>
          <p:spPr>
            <a:xfrm>
              <a:off x="1603188" y="1923560"/>
              <a:ext cx="98278" cy="98248"/>
            </a:xfrm>
            <a:custGeom>
              <a:avLst/>
              <a:gdLst/>
              <a:ahLst/>
              <a:cxnLst/>
              <a:rect l="l" t="t" r="r" b="b"/>
              <a:pathLst>
                <a:path w="3288" h="3287" extrusionOk="0">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3" name="Google Shape;25323;p148"/>
            <p:cNvSpPr/>
            <p:nvPr/>
          </p:nvSpPr>
          <p:spPr>
            <a:xfrm>
              <a:off x="1516357" y="2168421"/>
              <a:ext cx="97561" cy="97561"/>
            </a:xfrm>
            <a:custGeom>
              <a:avLst/>
              <a:gdLst/>
              <a:ahLst/>
              <a:cxnLst/>
              <a:rect l="l" t="t" r="r" b="b"/>
              <a:pathLst>
                <a:path w="3264" h="3264" extrusionOk="0">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4" name="Google Shape;25324;p148"/>
            <p:cNvSpPr/>
            <p:nvPr/>
          </p:nvSpPr>
          <p:spPr>
            <a:xfrm>
              <a:off x="1565466" y="2063805"/>
              <a:ext cx="29920" cy="61245"/>
            </a:xfrm>
            <a:custGeom>
              <a:avLst/>
              <a:gdLst/>
              <a:ahLst/>
              <a:cxnLst/>
              <a:rect l="l" t="t" r="r" b="b"/>
              <a:pathLst>
                <a:path w="1001" h="2049" extrusionOk="0">
                  <a:moveTo>
                    <a:pt x="1" y="0"/>
                  </a:moveTo>
                  <a:lnTo>
                    <a:pt x="1" y="2048"/>
                  </a:lnTo>
                  <a:cubicBezTo>
                    <a:pt x="548" y="2048"/>
                    <a:pt x="1001" y="1596"/>
                    <a:pt x="1001" y="1024"/>
                  </a:cubicBezTo>
                  <a:cubicBezTo>
                    <a:pt x="1001" y="453"/>
                    <a:pt x="548" y="0"/>
                    <a:pt x="1"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5" name="Google Shape;25325;p148"/>
            <p:cNvSpPr/>
            <p:nvPr/>
          </p:nvSpPr>
          <p:spPr>
            <a:xfrm>
              <a:off x="1565466" y="2167703"/>
              <a:ext cx="48452" cy="98278"/>
            </a:xfrm>
            <a:custGeom>
              <a:avLst/>
              <a:gdLst/>
              <a:ahLst/>
              <a:cxnLst/>
              <a:rect l="l" t="t" r="r" b="b"/>
              <a:pathLst>
                <a:path w="1621" h="3288" extrusionOk="0">
                  <a:moveTo>
                    <a:pt x="1" y="1"/>
                  </a:moveTo>
                  <a:lnTo>
                    <a:pt x="1" y="3287"/>
                  </a:lnTo>
                  <a:cubicBezTo>
                    <a:pt x="882" y="3287"/>
                    <a:pt x="1620" y="2573"/>
                    <a:pt x="1620" y="1668"/>
                  </a:cubicBezTo>
                  <a:cubicBezTo>
                    <a:pt x="1620" y="739"/>
                    <a:pt x="906" y="25"/>
                    <a:pt x="1" y="1"/>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26" name="Google Shape;25326;p148"/>
          <p:cNvGrpSpPr/>
          <p:nvPr/>
        </p:nvGrpSpPr>
        <p:grpSpPr>
          <a:xfrm>
            <a:off x="1818367" y="1781320"/>
            <a:ext cx="343108" cy="312532"/>
            <a:chOff x="2065928" y="1938505"/>
            <a:chExt cx="343108" cy="312532"/>
          </a:xfrm>
        </p:grpSpPr>
        <p:sp>
          <p:nvSpPr>
            <p:cNvPr id="25327" name="Google Shape;25327;p148"/>
            <p:cNvSpPr/>
            <p:nvPr/>
          </p:nvSpPr>
          <p:spPr>
            <a:xfrm>
              <a:off x="2119312" y="2194754"/>
              <a:ext cx="64084" cy="20684"/>
            </a:xfrm>
            <a:custGeom>
              <a:avLst/>
              <a:gdLst/>
              <a:ahLst/>
              <a:cxnLst/>
              <a:rect l="l" t="t" r="r" b="b"/>
              <a:pathLst>
                <a:path w="2144" h="692" extrusionOk="0">
                  <a:moveTo>
                    <a:pt x="0" y="1"/>
                  </a:moveTo>
                  <a:lnTo>
                    <a:pt x="0" y="691"/>
                  </a:lnTo>
                  <a:lnTo>
                    <a:pt x="2143" y="691"/>
                  </a:lnTo>
                  <a:lnTo>
                    <a:pt x="2143"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8" name="Google Shape;25328;p148"/>
            <p:cNvSpPr/>
            <p:nvPr/>
          </p:nvSpPr>
          <p:spPr>
            <a:xfrm>
              <a:off x="2119312" y="2204737"/>
              <a:ext cx="64084" cy="9983"/>
            </a:xfrm>
            <a:custGeom>
              <a:avLst/>
              <a:gdLst/>
              <a:ahLst/>
              <a:cxnLst/>
              <a:rect l="l" t="t" r="r" b="b"/>
              <a:pathLst>
                <a:path w="2144" h="334" extrusionOk="0">
                  <a:moveTo>
                    <a:pt x="0" y="0"/>
                  </a:moveTo>
                  <a:lnTo>
                    <a:pt x="0" y="334"/>
                  </a:lnTo>
                  <a:lnTo>
                    <a:pt x="2143" y="334"/>
                  </a:lnTo>
                  <a:lnTo>
                    <a:pt x="2143"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9" name="Google Shape;25329;p148"/>
            <p:cNvSpPr/>
            <p:nvPr/>
          </p:nvSpPr>
          <p:spPr>
            <a:xfrm>
              <a:off x="2119312" y="1976944"/>
              <a:ext cx="64084" cy="20684"/>
            </a:xfrm>
            <a:custGeom>
              <a:avLst/>
              <a:gdLst/>
              <a:ahLst/>
              <a:cxnLst/>
              <a:rect l="l" t="t" r="r" b="b"/>
              <a:pathLst>
                <a:path w="2144" h="692" extrusionOk="0">
                  <a:moveTo>
                    <a:pt x="0" y="1"/>
                  </a:moveTo>
                  <a:lnTo>
                    <a:pt x="0" y="691"/>
                  </a:lnTo>
                  <a:lnTo>
                    <a:pt x="2143" y="691"/>
                  </a:lnTo>
                  <a:lnTo>
                    <a:pt x="2143"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0" name="Google Shape;25330;p148"/>
            <p:cNvSpPr/>
            <p:nvPr/>
          </p:nvSpPr>
          <p:spPr>
            <a:xfrm>
              <a:off x="2119312" y="1986927"/>
              <a:ext cx="64084" cy="9983"/>
            </a:xfrm>
            <a:custGeom>
              <a:avLst/>
              <a:gdLst/>
              <a:ahLst/>
              <a:cxnLst/>
              <a:rect l="l" t="t" r="r" b="b"/>
              <a:pathLst>
                <a:path w="2144" h="334" extrusionOk="0">
                  <a:moveTo>
                    <a:pt x="0" y="0"/>
                  </a:moveTo>
                  <a:lnTo>
                    <a:pt x="0" y="333"/>
                  </a:lnTo>
                  <a:lnTo>
                    <a:pt x="2143" y="333"/>
                  </a:lnTo>
                  <a:lnTo>
                    <a:pt x="2143"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1" name="Google Shape;25331;p148"/>
            <p:cNvSpPr/>
            <p:nvPr/>
          </p:nvSpPr>
          <p:spPr>
            <a:xfrm>
              <a:off x="2119312" y="2085864"/>
              <a:ext cx="64084" cy="19967"/>
            </a:xfrm>
            <a:custGeom>
              <a:avLst/>
              <a:gdLst/>
              <a:ahLst/>
              <a:cxnLst/>
              <a:rect l="l" t="t" r="r" b="b"/>
              <a:pathLst>
                <a:path w="2144" h="668" extrusionOk="0">
                  <a:moveTo>
                    <a:pt x="0" y="0"/>
                  </a:moveTo>
                  <a:lnTo>
                    <a:pt x="0" y="667"/>
                  </a:lnTo>
                  <a:lnTo>
                    <a:pt x="2143" y="667"/>
                  </a:lnTo>
                  <a:lnTo>
                    <a:pt x="2143"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2" name="Google Shape;25332;p148"/>
            <p:cNvSpPr/>
            <p:nvPr/>
          </p:nvSpPr>
          <p:spPr>
            <a:xfrm>
              <a:off x="2065928" y="1954885"/>
              <a:ext cx="64084" cy="64084"/>
            </a:xfrm>
            <a:custGeom>
              <a:avLst/>
              <a:gdLst/>
              <a:ahLst/>
              <a:cxnLst/>
              <a:rect l="l" t="t" r="r" b="b"/>
              <a:pathLst>
                <a:path w="2144" h="2144" extrusionOk="0">
                  <a:moveTo>
                    <a:pt x="1072" y="0"/>
                  </a:moveTo>
                  <a:cubicBezTo>
                    <a:pt x="476" y="0"/>
                    <a:pt x="0" y="477"/>
                    <a:pt x="0" y="1072"/>
                  </a:cubicBezTo>
                  <a:cubicBezTo>
                    <a:pt x="0" y="1667"/>
                    <a:pt x="476" y="2144"/>
                    <a:pt x="1072" y="2144"/>
                  </a:cubicBezTo>
                  <a:cubicBezTo>
                    <a:pt x="1667" y="2144"/>
                    <a:pt x="2143" y="1667"/>
                    <a:pt x="2143" y="1072"/>
                  </a:cubicBezTo>
                  <a:cubicBezTo>
                    <a:pt x="2143" y="477"/>
                    <a:pt x="1667" y="0"/>
                    <a:pt x="1072" y="0"/>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3" name="Google Shape;25333;p148"/>
            <p:cNvSpPr/>
            <p:nvPr/>
          </p:nvSpPr>
          <p:spPr>
            <a:xfrm>
              <a:off x="2153477" y="1938505"/>
              <a:ext cx="150915" cy="96126"/>
            </a:xfrm>
            <a:custGeom>
              <a:avLst/>
              <a:gdLst/>
              <a:ahLst/>
              <a:cxnLst/>
              <a:rect l="l" t="t" r="r" b="b"/>
              <a:pathLst>
                <a:path w="5049" h="3216" extrusionOk="0">
                  <a:moveTo>
                    <a:pt x="2763" y="1"/>
                  </a:moveTo>
                  <a:lnTo>
                    <a:pt x="2763" y="810"/>
                  </a:lnTo>
                  <a:lnTo>
                    <a:pt x="0" y="810"/>
                  </a:lnTo>
                  <a:lnTo>
                    <a:pt x="0" y="2430"/>
                  </a:lnTo>
                  <a:lnTo>
                    <a:pt x="2763" y="2430"/>
                  </a:lnTo>
                  <a:lnTo>
                    <a:pt x="2763" y="3216"/>
                  </a:lnTo>
                  <a:lnTo>
                    <a:pt x="5049" y="1620"/>
                  </a:lnTo>
                  <a:lnTo>
                    <a:pt x="2763" y="1"/>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4" name="Google Shape;25334;p148"/>
            <p:cNvSpPr/>
            <p:nvPr/>
          </p:nvSpPr>
          <p:spPr>
            <a:xfrm>
              <a:off x="2065928" y="2064492"/>
              <a:ext cx="64084" cy="63397"/>
            </a:xfrm>
            <a:custGeom>
              <a:avLst/>
              <a:gdLst/>
              <a:ahLst/>
              <a:cxnLst/>
              <a:rect l="l" t="t" r="r" b="b"/>
              <a:pathLst>
                <a:path w="2144" h="2121" extrusionOk="0">
                  <a:moveTo>
                    <a:pt x="1072" y="1"/>
                  </a:moveTo>
                  <a:cubicBezTo>
                    <a:pt x="476" y="1"/>
                    <a:pt x="0" y="477"/>
                    <a:pt x="0" y="1072"/>
                  </a:cubicBezTo>
                  <a:cubicBezTo>
                    <a:pt x="0" y="1644"/>
                    <a:pt x="476" y="2120"/>
                    <a:pt x="1072" y="2120"/>
                  </a:cubicBezTo>
                  <a:cubicBezTo>
                    <a:pt x="1667" y="2120"/>
                    <a:pt x="2143" y="1644"/>
                    <a:pt x="2143" y="1072"/>
                  </a:cubicBezTo>
                  <a:cubicBezTo>
                    <a:pt x="2143" y="477"/>
                    <a:pt x="1667" y="1"/>
                    <a:pt x="1072" y="1"/>
                  </a:cubicBez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5" name="Google Shape;25335;p148"/>
            <p:cNvSpPr/>
            <p:nvPr/>
          </p:nvSpPr>
          <p:spPr>
            <a:xfrm>
              <a:off x="2154882" y="2048830"/>
              <a:ext cx="202923" cy="94004"/>
            </a:xfrm>
            <a:custGeom>
              <a:avLst/>
              <a:gdLst/>
              <a:ahLst/>
              <a:cxnLst/>
              <a:rect l="l" t="t" r="r" b="b"/>
              <a:pathLst>
                <a:path w="6789" h="3145" extrusionOk="0">
                  <a:moveTo>
                    <a:pt x="4549" y="1"/>
                  </a:moveTo>
                  <a:lnTo>
                    <a:pt x="4549" y="787"/>
                  </a:lnTo>
                  <a:lnTo>
                    <a:pt x="1" y="787"/>
                  </a:lnTo>
                  <a:lnTo>
                    <a:pt x="1" y="2359"/>
                  </a:lnTo>
                  <a:lnTo>
                    <a:pt x="4549" y="2359"/>
                  </a:lnTo>
                  <a:lnTo>
                    <a:pt x="4549" y="3144"/>
                  </a:lnTo>
                  <a:lnTo>
                    <a:pt x="6788" y="1549"/>
                  </a:lnTo>
                  <a:lnTo>
                    <a:pt x="4549"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6" name="Google Shape;25336;p148"/>
            <p:cNvSpPr/>
            <p:nvPr/>
          </p:nvSpPr>
          <p:spPr>
            <a:xfrm>
              <a:off x="2065928" y="2172695"/>
              <a:ext cx="64084" cy="64084"/>
            </a:xfrm>
            <a:custGeom>
              <a:avLst/>
              <a:gdLst/>
              <a:ahLst/>
              <a:cxnLst/>
              <a:rect l="l" t="t" r="r" b="b"/>
              <a:pathLst>
                <a:path w="2144" h="2144" extrusionOk="0">
                  <a:moveTo>
                    <a:pt x="1072" y="1"/>
                  </a:moveTo>
                  <a:cubicBezTo>
                    <a:pt x="476" y="1"/>
                    <a:pt x="0" y="477"/>
                    <a:pt x="0" y="1072"/>
                  </a:cubicBezTo>
                  <a:cubicBezTo>
                    <a:pt x="0" y="1668"/>
                    <a:pt x="476" y="2144"/>
                    <a:pt x="1072" y="2144"/>
                  </a:cubicBezTo>
                  <a:cubicBezTo>
                    <a:pt x="1667" y="2144"/>
                    <a:pt x="2143" y="1668"/>
                    <a:pt x="2143" y="1072"/>
                  </a:cubicBezTo>
                  <a:cubicBezTo>
                    <a:pt x="2143" y="477"/>
                    <a:pt x="1667" y="1"/>
                    <a:pt x="1072"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7" name="Google Shape;25337;p148"/>
            <p:cNvSpPr/>
            <p:nvPr/>
          </p:nvSpPr>
          <p:spPr>
            <a:xfrm>
              <a:off x="2154882" y="2158467"/>
              <a:ext cx="254155" cy="92569"/>
            </a:xfrm>
            <a:custGeom>
              <a:avLst/>
              <a:gdLst/>
              <a:ahLst/>
              <a:cxnLst/>
              <a:rect l="l" t="t" r="r" b="b"/>
              <a:pathLst>
                <a:path w="8503" h="3097" extrusionOk="0">
                  <a:moveTo>
                    <a:pt x="6336" y="0"/>
                  </a:moveTo>
                  <a:lnTo>
                    <a:pt x="6336" y="786"/>
                  </a:lnTo>
                  <a:lnTo>
                    <a:pt x="1" y="786"/>
                  </a:lnTo>
                  <a:lnTo>
                    <a:pt x="1" y="2334"/>
                  </a:lnTo>
                  <a:lnTo>
                    <a:pt x="6336" y="2334"/>
                  </a:lnTo>
                  <a:lnTo>
                    <a:pt x="6336" y="3096"/>
                  </a:lnTo>
                  <a:lnTo>
                    <a:pt x="8503" y="1548"/>
                  </a:lnTo>
                  <a:lnTo>
                    <a:pt x="6336"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8" name="Google Shape;25338;p148"/>
            <p:cNvSpPr/>
            <p:nvPr/>
          </p:nvSpPr>
          <p:spPr>
            <a:xfrm>
              <a:off x="2065928" y="1986927"/>
              <a:ext cx="64084" cy="32042"/>
            </a:xfrm>
            <a:custGeom>
              <a:avLst/>
              <a:gdLst/>
              <a:ahLst/>
              <a:cxnLst/>
              <a:rect l="l" t="t" r="r" b="b"/>
              <a:pathLst>
                <a:path w="2144" h="1072" extrusionOk="0">
                  <a:moveTo>
                    <a:pt x="0" y="0"/>
                  </a:moveTo>
                  <a:cubicBezTo>
                    <a:pt x="0" y="595"/>
                    <a:pt x="476" y="1072"/>
                    <a:pt x="1072" y="1072"/>
                  </a:cubicBezTo>
                  <a:cubicBezTo>
                    <a:pt x="1667" y="1072"/>
                    <a:pt x="2143" y="595"/>
                    <a:pt x="2143"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9" name="Google Shape;25339;p148"/>
            <p:cNvSpPr/>
            <p:nvPr/>
          </p:nvSpPr>
          <p:spPr>
            <a:xfrm>
              <a:off x="2153477" y="1986927"/>
              <a:ext cx="150915" cy="47704"/>
            </a:xfrm>
            <a:custGeom>
              <a:avLst/>
              <a:gdLst/>
              <a:ahLst/>
              <a:cxnLst/>
              <a:rect l="l" t="t" r="r" b="b"/>
              <a:pathLst>
                <a:path w="5049" h="1596" extrusionOk="0">
                  <a:moveTo>
                    <a:pt x="0" y="0"/>
                  </a:moveTo>
                  <a:lnTo>
                    <a:pt x="0" y="810"/>
                  </a:lnTo>
                  <a:lnTo>
                    <a:pt x="2763" y="810"/>
                  </a:lnTo>
                  <a:lnTo>
                    <a:pt x="2763" y="1596"/>
                  </a:lnTo>
                  <a:lnTo>
                    <a:pt x="5049"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0" name="Google Shape;25340;p148"/>
            <p:cNvSpPr/>
            <p:nvPr/>
          </p:nvSpPr>
          <p:spPr>
            <a:xfrm>
              <a:off x="2119312" y="2095100"/>
              <a:ext cx="64084" cy="10013"/>
            </a:xfrm>
            <a:custGeom>
              <a:avLst/>
              <a:gdLst/>
              <a:ahLst/>
              <a:cxnLst/>
              <a:rect l="l" t="t" r="r" b="b"/>
              <a:pathLst>
                <a:path w="2144" h="335" extrusionOk="0">
                  <a:moveTo>
                    <a:pt x="0" y="1"/>
                  </a:moveTo>
                  <a:lnTo>
                    <a:pt x="0" y="334"/>
                  </a:lnTo>
                  <a:lnTo>
                    <a:pt x="2143" y="334"/>
                  </a:lnTo>
                  <a:lnTo>
                    <a:pt x="2143"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1" name="Google Shape;25341;p148"/>
            <p:cNvSpPr/>
            <p:nvPr/>
          </p:nvSpPr>
          <p:spPr>
            <a:xfrm>
              <a:off x="2065928" y="2095100"/>
              <a:ext cx="64084" cy="32072"/>
            </a:xfrm>
            <a:custGeom>
              <a:avLst/>
              <a:gdLst/>
              <a:ahLst/>
              <a:cxnLst/>
              <a:rect l="l" t="t" r="r" b="b"/>
              <a:pathLst>
                <a:path w="2144" h="1073" extrusionOk="0">
                  <a:moveTo>
                    <a:pt x="0" y="1"/>
                  </a:moveTo>
                  <a:cubicBezTo>
                    <a:pt x="0" y="596"/>
                    <a:pt x="476" y="1073"/>
                    <a:pt x="1072" y="1073"/>
                  </a:cubicBezTo>
                  <a:cubicBezTo>
                    <a:pt x="1667" y="1073"/>
                    <a:pt x="2143" y="596"/>
                    <a:pt x="2143"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2" name="Google Shape;25342;p148"/>
            <p:cNvSpPr/>
            <p:nvPr/>
          </p:nvSpPr>
          <p:spPr>
            <a:xfrm>
              <a:off x="2154882" y="2094703"/>
              <a:ext cx="202923" cy="46300"/>
            </a:xfrm>
            <a:custGeom>
              <a:avLst/>
              <a:gdLst/>
              <a:ahLst/>
              <a:cxnLst/>
              <a:rect l="l" t="t" r="r" b="b"/>
              <a:pathLst>
                <a:path w="6789" h="1549" extrusionOk="0">
                  <a:moveTo>
                    <a:pt x="1" y="0"/>
                  </a:moveTo>
                  <a:lnTo>
                    <a:pt x="1" y="763"/>
                  </a:lnTo>
                  <a:lnTo>
                    <a:pt x="4549" y="763"/>
                  </a:lnTo>
                  <a:lnTo>
                    <a:pt x="4549" y="1548"/>
                  </a:lnTo>
                  <a:lnTo>
                    <a:pt x="6788" y="0"/>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3" name="Google Shape;25343;p148"/>
            <p:cNvSpPr/>
            <p:nvPr/>
          </p:nvSpPr>
          <p:spPr>
            <a:xfrm>
              <a:off x="2065928" y="2204737"/>
              <a:ext cx="64084" cy="32042"/>
            </a:xfrm>
            <a:custGeom>
              <a:avLst/>
              <a:gdLst/>
              <a:ahLst/>
              <a:cxnLst/>
              <a:rect l="l" t="t" r="r" b="b"/>
              <a:pathLst>
                <a:path w="2144" h="1072" extrusionOk="0">
                  <a:moveTo>
                    <a:pt x="0" y="0"/>
                  </a:moveTo>
                  <a:cubicBezTo>
                    <a:pt x="0" y="596"/>
                    <a:pt x="476" y="1072"/>
                    <a:pt x="1072" y="1072"/>
                  </a:cubicBezTo>
                  <a:cubicBezTo>
                    <a:pt x="1667" y="1072"/>
                    <a:pt x="2143" y="596"/>
                    <a:pt x="2143" y="0"/>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4" name="Google Shape;25344;p148"/>
            <p:cNvSpPr/>
            <p:nvPr/>
          </p:nvSpPr>
          <p:spPr>
            <a:xfrm>
              <a:off x="2154882" y="2204737"/>
              <a:ext cx="254155" cy="45582"/>
            </a:xfrm>
            <a:custGeom>
              <a:avLst/>
              <a:gdLst/>
              <a:ahLst/>
              <a:cxnLst/>
              <a:rect l="l" t="t" r="r" b="b"/>
              <a:pathLst>
                <a:path w="8503" h="1525" extrusionOk="0">
                  <a:moveTo>
                    <a:pt x="1" y="0"/>
                  </a:moveTo>
                  <a:lnTo>
                    <a:pt x="1" y="786"/>
                  </a:lnTo>
                  <a:lnTo>
                    <a:pt x="6336" y="786"/>
                  </a:lnTo>
                  <a:lnTo>
                    <a:pt x="6336" y="1524"/>
                  </a:lnTo>
                  <a:lnTo>
                    <a:pt x="8503"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45" name="Google Shape;25345;p148"/>
          <p:cNvGrpSpPr/>
          <p:nvPr/>
        </p:nvGrpSpPr>
        <p:grpSpPr>
          <a:xfrm>
            <a:off x="2588805" y="1784796"/>
            <a:ext cx="308973" cy="344544"/>
            <a:chOff x="2764952" y="1922842"/>
            <a:chExt cx="308973" cy="344544"/>
          </a:xfrm>
        </p:grpSpPr>
        <p:sp>
          <p:nvSpPr>
            <p:cNvPr id="25346" name="Google Shape;25346;p148"/>
            <p:cNvSpPr/>
            <p:nvPr/>
          </p:nvSpPr>
          <p:spPr>
            <a:xfrm>
              <a:off x="2883825" y="1922842"/>
              <a:ext cx="69793" cy="90447"/>
            </a:xfrm>
            <a:custGeom>
              <a:avLst/>
              <a:gdLst/>
              <a:ahLst/>
              <a:cxnLst/>
              <a:rect l="l" t="t" r="r" b="b"/>
              <a:pathLst>
                <a:path w="2335" h="3026" extrusionOk="0">
                  <a:moveTo>
                    <a:pt x="1168" y="1"/>
                  </a:moveTo>
                  <a:lnTo>
                    <a:pt x="1" y="2597"/>
                  </a:lnTo>
                  <a:lnTo>
                    <a:pt x="1168" y="3025"/>
                  </a:lnTo>
                  <a:lnTo>
                    <a:pt x="2335" y="2597"/>
                  </a:lnTo>
                  <a:lnTo>
                    <a:pt x="1168" y="1"/>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7" name="Google Shape;25347;p148"/>
            <p:cNvSpPr/>
            <p:nvPr/>
          </p:nvSpPr>
          <p:spPr>
            <a:xfrm>
              <a:off x="2918707" y="1922842"/>
              <a:ext cx="34912" cy="90447"/>
            </a:xfrm>
            <a:custGeom>
              <a:avLst/>
              <a:gdLst/>
              <a:ahLst/>
              <a:cxnLst/>
              <a:rect l="l" t="t" r="r" b="b"/>
              <a:pathLst>
                <a:path w="1168" h="3026" extrusionOk="0">
                  <a:moveTo>
                    <a:pt x="1" y="1"/>
                  </a:moveTo>
                  <a:lnTo>
                    <a:pt x="1" y="3025"/>
                  </a:lnTo>
                  <a:lnTo>
                    <a:pt x="1168" y="2597"/>
                  </a:lnTo>
                  <a:lnTo>
                    <a:pt x="1"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8" name="Google Shape;25348;p148"/>
            <p:cNvSpPr/>
            <p:nvPr/>
          </p:nvSpPr>
          <p:spPr>
            <a:xfrm>
              <a:off x="2852500" y="2000437"/>
              <a:ext cx="132443" cy="82616"/>
            </a:xfrm>
            <a:custGeom>
              <a:avLst/>
              <a:gdLst/>
              <a:ahLst/>
              <a:cxnLst/>
              <a:rect l="l" t="t" r="r" b="b"/>
              <a:pathLst>
                <a:path w="4431" h="2764" extrusionOk="0">
                  <a:moveTo>
                    <a:pt x="1049" y="1"/>
                  </a:moveTo>
                  <a:lnTo>
                    <a:pt x="1" y="2311"/>
                  </a:lnTo>
                  <a:lnTo>
                    <a:pt x="2216" y="2763"/>
                  </a:lnTo>
                  <a:lnTo>
                    <a:pt x="4430" y="2311"/>
                  </a:lnTo>
                  <a:lnTo>
                    <a:pt x="3383"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9" name="Google Shape;25349;p148"/>
            <p:cNvSpPr/>
            <p:nvPr/>
          </p:nvSpPr>
          <p:spPr>
            <a:xfrm>
              <a:off x="2918707" y="2000437"/>
              <a:ext cx="66236" cy="82616"/>
            </a:xfrm>
            <a:custGeom>
              <a:avLst/>
              <a:gdLst/>
              <a:ahLst/>
              <a:cxnLst/>
              <a:rect l="l" t="t" r="r" b="b"/>
              <a:pathLst>
                <a:path w="2216" h="2764" extrusionOk="0">
                  <a:moveTo>
                    <a:pt x="1" y="1"/>
                  </a:moveTo>
                  <a:lnTo>
                    <a:pt x="1" y="2763"/>
                  </a:lnTo>
                  <a:lnTo>
                    <a:pt x="2215" y="2311"/>
                  </a:lnTo>
                  <a:lnTo>
                    <a:pt x="1168"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0" name="Google Shape;25350;p148"/>
            <p:cNvSpPr/>
            <p:nvPr/>
          </p:nvSpPr>
          <p:spPr>
            <a:xfrm>
              <a:off x="2821892" y="2069484"/>
              <a:ext cx="193657" cy="82616"/>
            </a:xfrm>
            <a:custGeom>
              <a:avLst/>
              <a:gdLst/>
              <a:ahLst/>
              <a:cxnLst/>
              <a:rect l="l" t="t" r="r" b="b"/>
              <a:pathLst>
                <a:path w="6479" h="2764" extrusionOk="0">
                  <a:moveTo>
                    <a:pt x="1025" y="1"/>
                  </a:moveTo>
                  <a:lnTo>
                    <a:pt x="1" y="2334"/>
                  </a:lnTo>
                  <a:lnTo>
                    <a:pt x="3240" y="2763"/>
                  </a:lnTo>
                  <a:lnTo>
                    <a:pt x="6478" y="2334"/>
                  </a:lnTo>
                  <a:lnTo>
                    <a:pt x="5431"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1" name="Google Shape;25351;p148"/>
            <p:cNvSpPr/>
            <p:nvPr/>
          </p:nvSpPr>
          <p:spPr>
            <a:xfrm>
              <a:off x="2918707" y="2069484"/>
              <a:ext cx="96844" cy="82616"/>
            </a:xfrm>
            <a:custGeom>
              <a:avLst/>
              <a:gdLst/>
              <a:ahLst/>
              <a:cxnLst/>
              <a:rect l="l" t="t" r="r" b="b"/>
              <a:pathLst>
                <a:path w="3240" h="2764" extrusionOk="0">
                  <a:moveTo>
                    <a:pt x="1" y="1"/>
                  </a:moveTo>
                  <a:lnTo>
                    <a:pt x="1" y="2763"/>
                  </a:lnTo>
                  <a:lnTo>
                    <a:pt x="3239" y="2334"/>
                  </a:lnTo>
                  <a:lnTo>
                    <a:pt x="2215"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2" name="Google Shape;25352;p148"/>
            <p:cNvSpPr/>
            <p:nvPr/>
          </p:nvSpPr>
          <p:spPr>
            <a:xfrm>
              <a:off x="2790597" y="2139248"/>
              <a:ext cx="256277" cy="82586"/>
            </a:xfrm>
            <a:custGeom>
              <a:avLst/>
              <a:gdLst/>
              <a:ahLst/>
              <a:cxnLst/>
              <a:rect l="l" t="t" r="r" b="b"/>
              <a:pathLst>
                <a:path w="8574" h="2763" extrusionOk="0">
                  <a:moveTo>
                    <a:pt x="1048" y="0"/>
                  </a:moveTo>
                  <a:lnTo>
                    <a:pt x="0" y="2310"/>
                  </a:lnTo>
                  <a:lnTo>
                    <a:pt x="4287" y="2763"/>
                  </a:lnTo>
                  <a:lnTo>
                    <a:pt x="8573" y="2310"/>
                  </a:lnTo>
                  <a:lnTo>
                    <a:pt x="7525"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3" name="Google Shape;25353;p148"/>
            <p:cNvSpPr/>
            <p:nvPr/>
          </p:nvSpPr>
          <p:spPr>
            <a:xfrm>
              <a:off x="2918707" y="2139248"/>
              <a:ext cx="128168" cy="82586"/>
            </a:xfrm>
            <a:custGeom>
              <a:avLst/>
              <a:gdLst/>
              <a:ahLst/>
              <a:cxnLst/>
              <a:rect l="l" t="t" r="r" b="b"/>
              <a:pathLst>
                <a:path w="4288" h="2763" extrusionOk="0">
                  <a:moveTo>
                    <a:pt x="1" y="0"/>
                  </a:moveTo>
                  <a:lnTo>
                    <a:pt x="1" y="2763"/>
                  </a:lnTo>
                  <a:lnTo>
                    <a:pt x="4287" y="2310"/>
                  </a:lnTo>
                  <a:lnTo>
                    <a:pt x="3239"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4" name="Google Shape;25354;p148"/>
            <p:cNvSpPr/>
            <p:nvPr/>
          </p:nvSpPr>
          <p:spPr>
            <a:xfrm>
              <a:off x="2764952" y="2208294"/>
              <a:ext cx="308973" cy="59093"/>
            </a:xfrm>
            <a:custGeom>
              <a:avLst/>
              <a:gdLst/>
              <a:ahLst/>
              <a:cxnLst/>
              <a:rect l="l" t="t" r="r" b="b"/>
              <a:pathLst>
                <a:path w="10337" h="1977" extrusionOk="0">
                  <a:moveTo>
                    <a:pt x="882" y="0"/>
                  </a:moveTo>
                  <a:lnTo>
                    <a:pt x="1" y="1977"/>
                  </a:lnTo>
                  <a:lnTo>
                    <a:pt x="10336" y="1977"/>
                  </a:lnTo>
                  <a:lnTo>
                    <a:pt x="9455"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5" name="Google Shape;25355;p148"/>
            <p:cNvSpPr/>
            <p:nvPr/>
          </p:nvSpPr>
          <p:spPr>
            <a:xfrm>
              <a:off x="2918707" y="2208294"/>
              <a:ext cx="153784" cy="59093"/>
            </a:xfrm>
            <a:custGeom>
              <a:avLst/>
              <a:gdLst/>
              <a:ahLst/>
              <a:cxnLst/>
              <a:rect l="l" t="t" r="r" b="b"/>
              <a:pathLst>
                <a:path w="5145" h="1977" extrusionOk="0">
                  <a:moveTo>
                    <a:pt x="1" y="0"/>
                  </a:moveTo>
                  <a:lnTo>
                    <a:pt x="1" y="1977"/>
                  </a:lnTo>
                  <a:lnTo>
                    <a:pt x="5145" y="1977"/>
                  </a:lnTo>
                  <a:lnTo>
                    <a:pt x="4287"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56" name="Google Shape;25356;p148"/>
          <p:cNvGrpSpPr/>
          <p:nvPr/>
        </p:nvGrpSpPr>
        <p:grpSpPr>
          <a:xfrm>
            <a:off x="3274565" y="1784796"/>
            <a:ext cx="343826" cy="344544"/>
            <a:chOff x="3379296" y="1922842"/>
            <a:chExt cx="343826" cy="344544"/>
          </a:xfrm>
        </p:grpSpPr>
        <p:sp>
          <p:nvSpPr>
            <p:cNvPr id="25357" name="Google Shape;25357;p148"/>
            <p:cNvSpPr/>
            <p:nvPr/>
          </p:nvSpPr>
          <p:spPr>
            <a:xfrm>
              <a:off x="3540165" y="1984058"/>
              <a:ext cx="20684" cy="55566"/>
            </a:xfrm>
            <a:custGeom>
              <a:avLst/>
              <a:gdLst/>
              <a:ahLst/>
              <a:cxnLst/>
              <a:rect l="l" t="t" r="r" b="b"/>
              <a:pathLst>
                <a:path w="692" h="1859" extrusionOk="0">
                  <a:moveTo>
                    <a:pt x="1" y="1"/>
                  </a:moveTo>
                  <a:lnTo>
                    <a:pt x="1" y="1858"/>
                  </a:lnTo>
                  <a:lnTo>
                    <a:pt x="691" y="1858"/>
                  </a:lnTo>
                  <a:lnTo>
                    <a:pt x="69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8" name="Google Shape;25358;p148"/>
            <p:cNvSpPr/>
            <p:nvPr/>
          </p:nvSpPr>
          <p:spPr>
            <a:xfrm>
              <a:off x="3478232" y="2023931"/>
              <a:ext cx="145236" cy="53413"/>
            </a:xfrm>
            <a:custGeom>
              <a:avLst/>
              <a:gdLst/>
              <a:ahLst/>
              <a:cxnLst/>
              <a:rect l="l" t="t" r="r" b="b"/>
              <a:pathLst>
                <a:path w="4859" h="1787" extrusionOk="0">
                  <a:moveTo>
                    <a:pt x="1" y="0"/>
                  </a:moveTo>
                  <a:lnTo>
                    <a:pt x="1" y="1787"/>
                  </a:lnTo>
                  <a:lnTo>
                    <a:pt x="4859" y="1787"/>
                  </a:lnTo>
                  <a:lnTo>
                    <a:pt x="4859"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9" name="Google Shape;25359;p148"/>
            <p:cNvSpPr/>
            <p:nvPr/>
          </p:nvSpPr>
          <p:spPr>
            <a:xfrm>
              <a:off x="3550836" y="1984058"/>
              <a:ext cx="10013" cy="55566"/>
            </a:xfrm>
            <a:custGeom>
              <a:avLst/>
              <a:gdLst/>
              <a:ahLst/>
              <a:cxnLst/>
              <a:rect l="l" t="t" r="r" b="b"/>
              <a:pathLst>
                <a:path w="335" h="1859" extrusionOk="0">
                  <a:moveTo>
                    <a:pt x="1" y="1"/>
                  </a:moveTo>
                  <a:lnTo>
                    <a:pt x="1" y="1858"/>
                  </a:lnTo>
                  <a:lnTo>
                    <a:pt x="334" y="1858"/>
                  </a:lnTo>
                  <a:lnTo>
                    <a:pt x="334"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0" name="Google Shape;25360;p148"/>
            <p:cNvSpPr/>
            <p:nvPr/>
          </p:nvSpPr>
          <p:spPr>
            <a:xfrm>
              <a:off x="3550836" y="2023931"/>
              <a:ext cx="73350" cy="53413"/>
            </a:xfrm>
            <a:custGeom>
              <a:avLst/>
              <a:gdLst/>
              <a:ahLst/>
              <a:cxnLst/>
              <a:rect l="l" t="t" r="r" b="b"/>
              <a:pathLst>
                <a:path w="2454" h="1787" extrusionOk="0">
                  <a:moveTo>
                    <a:pt x="1" y="0"/>
                  </a:moveTo>
                  <a:lnTo>
                    <a:pt x="1" y="1787"/>
                  </a:lnTo>
                  <a:lnTo>
                    <a:pt x="2454" y="1787"/>
                  </a:lnTo>
                  <a:lnTo>
                    <a:pt x="2454"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1" name="Google Shape;25361;p148"/>
            <p:cNvSpPr/>
            <p:nvPr/>
          </p:nvSpPr>
          <p:spPr>
            <a:xfrm>
              <a:off x="3540165" y="1922842"/>
              <a:ext cx="104675" cy="63397"/>
            </a:xfrm>
            <a:custGeom>
              <a:avLst/>
              <a:gdLst/>
              <a:ahLst/>
              <a:cxnLst/>
              <a:rect l="l" t="t" r="r" b="b"/>
              <a:pathLst>
                <a:path w="3502" h="2121" extrusionOk="0">
                  <a:moveTo>
                    <a:pt x="1" y="1"/>
                  </a:moveTo>
                  <a:lnTo>
                    <a:pt x="1" y="2120"/>
                  </a:lnTo>
                  <a:lnTo>
                    <a:pt x="3501" y="2120"/>
                  </a:lnTo>
                  <a:lnTo>
                    <a:pt x="3501"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2" name="Google Shape;25362;p148"/>
            <p:cNvSpPr/>
            <p:nvPr/>
          </p:nvSpPr>
          <p:spPr>
            <a:xfrm>
              <a:off x="3452616" y="2073041"/>
              <a:ext cx="196497" cy="52009"/>
            </a:xfrm>
            <a:custGeom>
              <a:avLst/>
              <a:gdLst/>
              <a:ahLst/>
              <a:cxnLst/>
              <a:rect l="l" t="t" r="r" b="b"/>
              <a:pathLst>
                <a:path w="6574" h="1740" extrusionOk="0">
                  <a:moveTo>
                    <a:pt x="0" y="1"/>
                  </a:moveTo>
                  <a:lnTo>
                    <a:pt x="0" y="1739"/>
                  </a:lnTo>
                  <a:lnTo>
                    <a:pt x="6573" y="1739"/>
                  </a:lnTo>
                  <a:lnTo>
                    <a:pt x="6573"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3" name="Google Shape;25363;p148"/>
            <p:cNvSpPr/>
            <p:nvPr/>
          </p:nvSpPr>
          <p:spPr>
            <a:xfrm>
              <a:off x="3550836" y="2073041"/>
              <a:ext cx="98966" cy="52009"/>
            </a:xfrm>
            <a:custGeom>
              <a:avLst/>
              <a:gdLst/>
              <a:ahLst/>
              <a:cxnLst/>
              <a:rect l="l" t="t" r="r" b="b"/>
              <a:pathLst>
                <a:path w="3311" h="1740" extrusionOk="0">
                  <a:moveTo>
                    <a:pt x="1" y="1"/>
                  </a:moveTo>
                  <a:lnTo>
                    <a:pt x="1" y="1739"/>
                  </a:lnTo>
                  <a:lnTo>
                    <a:pt x="3311" y="1739"/>
                  </a:lnTo>
                  <a:lnTo>
                    <a:pt x="3311"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4" name="Google Shape;25364;p148"/>
            <p:cNvSpPr/>
            <p:nvPr/>
          </p:nvSpPr>
          <p:spPr>
            <a:xfrm>
              <a:off x="3427000" y="2121433"/>
              <a:ext cx="247011" cy="52009"/>
            </a:xfrm>
            <a:custGeom>
              <a:avLst/>
              <a:gdLst/>
              <a:ahLst/>
              <a:cxnLst/>
              <a:rect l="l" t="t" r="r" b="b"/>
              <a:pathLst>
                <a:path w="8264" h="1740" extrusionOk="0">
                  <a:moveTo>
                    <a:pt x="0" y="1"/>
                  </a:moveTo>
                  <a:lnTo>
                    <a:pt x="0" y="1739"/>
                  </a:lnTo>
                  <a:lnTo>
                    <a:pt x="8264" y="1739"/>
                  </a:lnTo>
                  <a:lnTo>
                    <a:pt x="8264"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5" name="Google Shape;25365;p148"/>
            <p:cNvSpPr/>
            <p:nvPr/>
          </p:nvSpPr>
          <p:spPr>
            <a:xfrm>
              <a:off x="3550118" y="2121433"/>
              <a:ext cx="123894" cy="52009"/>
            </a:xfrm>
            <a:custGeom>
              <a:avLst/>
              <a:gdLst/>
              <a:ahLst/>
              <a:cxnLst/>
              <a:rect l="l" t="t" r="r" b="b"/>
              <a:pathLst>
                <a:path w="4145" h="1740" extrusionOk="0">
                  <a:moveTo>
                    <a:pt x="1" y="1"/>
                  </a:moveTo>
                  <a:lnTo>
                    <a:pt x="1" y="1739"/>
                  </a:lnTo>
                  <a:lnTo>
                    <a:pt x="4145" y="1739"/>
                  </a:lnTo>
                  <a:lnTo>
                    <a:pt x="4145"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6" name="Google Shape;25366;p148"/>
            <p:cNvSpPr/>
            <p:nvPr/>
          </p:nvSpPr>
          <p:spPr>
            <a:xfrm>
              <a:off x="3404224" y="2169855"/>
              <a:ext cx="292563" cy="52696"/>
            </a:xfrm>
            <a:custGeom>
              <a:avLst/>
              <a:gdLst/>
              <a:ahLst/>
              <a:cxnLst/>
              <a:rect l="l" t="t" r="r" b="b"/>
              <a:pathLst>
                <a:path w="9788" h="1763" extrusionOk="0">
                  <a:moveTo>
                    <a:pt x="0" y="0"/>
                  </a:moveTo>
                  <a:lnTo>
                    <a:pt x="0" y="1763"/>
                  </a:lnTo>
                  <a:lnTo>
                    <a:pt x="9788" y="1763"/>
                  </a:lnTo>
                  <a:lnTo>
                    <a:pt x="9788"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7" name="Google Shape;25367;p148"/>
            <p:cNvSpPr/>
            <p:nvPr/>
          </p:nvSpPr>
          <p:spPr>
            <a:xfrm>
              <a:off x="3550836" y="2169855"/>
              <a:ext cx="147388" cy="52696"/>
            </a:xfrm>
            <a:custGeom>
              <a:avLst/>
              <a:gdLst/>
              <a:ahLst/>
              <a:cxnLst/>
              <a:rect l="l" t="t" r="r" b="b"/>
              <a:pathLst>
                <a:path w="4931" h="1763" extrusionOk="0">
                  <a:moveTo>
                    <a:pt x="1" y="0"/>
                  </a:moveTo>
                  <a:lnTo>
                    <a:pt x="1" y="1763"/>
                  </a:lnTo>
                  <a:lnTo>
                    <a:pt x="4930" y="1763"/>
                  </a:lnTo>
                  <a:lnTo>
                    <a:pt x="4930"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8" name="Google Shape;25368;p148"/>
            <p:cNvSpPr/>
            <p:nvPr/>
          </p:nvSpPr>
          <p:spPr>
            <a:xfrm>
              <a:off x="3379296" y="2218965"/>
              <a:ext cx="343825" cy="48422"/>
            </a:xfrm>
            <a:custGeom>
              <a:avLst/>
              <a:gdLst/>
              <a:ahLst/>
              <a:cxnLst/>
              <a:rect l="l" t="t" r="r" b="b"/>
              <a:pathLst>
                <a:path w="11503" h="1620" extrusionOk="0">
                  <a:moveTo>
                    <a:pt x="1" y="1"/>
                  </a:moveTo>
                  <a:lnTo>
                    <a:pt x="1" y="1620"/>
                  </a:lnTo>
                  <a:lnTo>
                    <a:pt x="11503" y="1620"/>
                  </a:lnTo>
                  <a:lnTo>
                    <a:pt x="115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9" name="Google Shape;25369;p148"/>
            <p:cNvSpPr/>
            <p:nvPr/>
          </p:nvSpPr>
          <p:spPr>
            <a:xfrm>
              <a:off x="3550836" y="2218965"/>
              <a:ext cx="172286" cy="48422"/>
            </a:xfrm>
            <a:custGeom>
              <a:avLst/>
              <a:gdLst/>
              <a:ahLst/>
              <a:cxnLst/>
              <a:rect l="l" t="t" r="r" b="b"/>
              <a:pathLst>
                <a:path w="5764" h="1620" extrusionOk="0">
                  <a:moveTo>
                    <a:pt x="1" y="1"/>
                  </a:moveTo>
                  <a:lnTo>
                    <a:pt x="1" y="1620"/>
                  </a:lnTo>
                  <a:lnTo>
                    <a:pt x="5764" y="1620"/>
                  </a:lnTo>
                  <a:lnTo>
                    <a:pt x="5764"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70" name="Google Shape;25370;p148"/>
          <p:cNvGrpSpPr/>
          <p:nvPr/>
        </p:nvGrpSpPr>
        <p:grpSpPr>
          <a:xfrm>
            <a:off x="4038814" y="1784079"/>
            <a:ext cx="343826" cy="345261"/>
            <a:chOff x="4076914" y="1922125"/>
            <a:chExt cx="343826" cy="345261"/>
          </a:xfrm>
        </p:grpSpPr>
        <p:sp>
          <p:nvSpPr>
            <p:cNvPr id="25371" name="Google Shape;25371;p148"/>
            <p:cNvSpPr/>
            <p:nvPr/>
          </p:nvSpPr>
          <p:spPr>
            <a:xfrm>
              <a:off x="4076914" y="1922125"/>
              <a:ext cx="181552" cy="179430"/>
            </a:xfrm>
            <a:custGeom>
              <a:avLst/>
              <a:gdLst/>
              <a:ahLst/>
              <a:cxnLst/>
              <a:rect l="l" t="t" r="r" b="b"/>
              <a:pathLst>
                <a:path w="6074" h="6003" extrusionOk="0">
                  <a:moveTo>
                    <a:pt x="1" y="1"/>
                  </a:moveTo>
                  <a:lnTo>
                    <a:pt x="1" y="1858"/>
                  </a:lnTo>
                  <a:cubicBezTo>
                    <a:pt x="1" y="4049"/>
                    <a:pt x="1739" y="5764"/>
                    <a:pt x="3882" y="5764"/>
                  </a:cubicBezTo>
                  <a:lnTo>
                    <a:pt x="4335" y="5764"/>
                  </a:lnTo>
                  <a:lnTo>
                    <a:pt x="5121" y="6002"/>
                  </a:lnTo>
                  <a:lnTo>
                    <a:pt x="5764" y="5764"/>
                  </a:lnTo>
                  <a:lnTo>
                    <a:pt x="6073" y="5026"/>
                  </a:lnTo>
                  <a:lnTo>
                    <a:pt x="5764" y="4335"/>
                  </a:lnTo>
                  <a:lnTo>
                    <a:pt x="5764" y="3883"/>
                  </a:lnTo>
                  <a:cubicBezTo>
                    <a:pt x="5764" y="1716"/>
                    <a:pt x="4001" y="1"/>
                    <a:pt x="1858" y="1"/>
                  </a:cubicBez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2" name="Google Shape;25372;p148"/>
            <p:cNvSpPr/>
            <p:nvPr/>
          </p:nvSpPr>
          <p:spPr>
            <a:xfrm>
              <a:off x="4235661" y="2085864"/>
              <a:ext cx="185079" cy="181522"/>
            </a:xfrm>
            <a:custGeom>
              <a:avLst/>
              <a:gdLst/>
              <a:ahLst/>
              <a:cxnLst/>
              <a:rect l="l" t="t" r="r" b="b"/>
              <a:pathLst>
                <a:path w="6192" h="6073" extrusionOk="0">
                  <a:moveTo>
                    <a:pt x="1167" y="0"/>
                  </a:moveTo>
                  <a:lnTo>
                    <a:pt x="429" y="286"/>
                  </a:lnTo>
                  <a:lnTo>
                    <a:pt x="0" y="1000"/>
                  </a:lnTo>
                  <a:lnTo>
                    <a:pt x="429" y="1691"/>
                  </a:lnTo>
                  <a:lnTo>
                    <a:pt x="429" y="2167"/>
                  </a:lnTo>
                  <a:cubicBezTo>
                    <a:pt x="429" y="4334"/>
                    <a:pt x="2191" y="6073"/>
                    <a:pt x="4334" y="6073"/>
                  </a:cubicBezTo>
                  <a:lnTo>
                    <a:pt x="6192" y="6073"/>
                  </a:lnTo>
                  <a:lnTo>
                    <a:pt x="6192" y="4192"/>
                  </a:lnTo>
                  <a:cubicBezTo>
                    <a:pt x="6192" y="2048"/>
                    <a:pt x="4454" y="286"/>
                    <a:pt x="2310" y="286"/>
                  </a:cubicBezTo>
                  <a:lnTo>
                    <a:pt x="1834" y="286"/>
                  </a:lnTo>
                  <a:lnTo>
                    <a:pt x="1167"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3" name="Google Shape;25373;p148"/>
            <p:cNvSpPr/>
            <p:nvPr/>
          </p:nvSpPr>
          <p:spPr>
            <a:xfrm>
              <a:off x="4249171" y="2086581"/>
              <a:ext cx="171569" cy="180805"/>
            </a:xfrm>
            <a:custGeom>
              <a:avLst/>
              <a:gdLst/>
              <a:ahLst/>
              <a:cxnLst/>
              <a:rect l="l" t="t" r="r" b="b"/>
              <a:pathLst>
                <a:path w="5740" h="6049" extrusionOk="0">
                  <a:moveTo>
                    <a:pt x="739" y="0"/>
                  </a:moveTo>
                  <a:lnTo>
                    <a:pt x="1" y="286"/>
                  </a:lnTo>
                  <a:lnTo>
                    <a:pt x="5740" y="6049"/>
                  </a:lnTo>
                  <a:lnTo>
                    <a:pt x="5740" y="4168"/>
                  </a:lnTo>
                  <a:cubicBezTo>
                    <a:pt x="5740" y="2039"/>
                    <a:pt x="4025" y="286"/>
                    <a:pt x="1924" y="286"/>
                  </a:cubicBezTo>
                  <a:cubicBezTo>
                    <a:pt x="1910" y="286"/>
                    <a:pt x="1896" y="286"/>
                    <a:pt x="1882" y="286"/>
                  </a:cubicBezTo>
                  <a:lnTo>
                    <a:pt x="1406" y="286"/>
                  </a:lnTo>
                  <a:lnTo>
                    <a:pt x="739"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4" name="Google Shape;25374;p148"/>
            <p:cNvSpPr/>
            <p:nvPr/>
          </p:nvSpPr>
          <p:spPr>
            <a:xfrm>
              <a:off x="4077631" y="1922842"/>
              <a:ext cx="180835" cy="171598"/>
            </a:xfrm>
            <a:custGeom>
              <a:avLst/>
              <a:gdLst/>
              <a:ahLst/>
              <a:cxnLst/>
              <a:rect l="l" t="t" r="r" b="b"/>
              <a:pathLst>
                <a:path w="6050" h="5741" extrusionOk="0">
                  <a:moveTo>
                    <a:pt x="0" y="1"/>
                  </a:moveTo>
                  <a:lnTo>
                    <a:pt x="5740" y="5740"/>
                  </a:lnTo>
                  <a:lnTo>
                    <a:pt x="6049" y="5002"/>
                  </a:lnTo>
                  <a:lnTo>
                    <a:pt x="5763" y="4335"/>
                  </a:lnTo>
                  <a:lnTo>
                    <a:pt x="5763" y="3906"/>
                  </a:lnTo>
                  <a:cubicBezTo>
                    <a:pt x="5763" y="1715"/>
                    <a:pt x="4025" y="1"/>
                    <a:pt x="1882"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5" name="Google Shape;25375;p148"/>
            <p:cNvSpPr/>
            <p:nvPr/>
          </p:nvSpPr>
          <p:spPr>
            <a:xfrm>
              <a:off x="4248454" y="1961281"/>
              <a:ext cx="134565" cy="133847"/>
            </a:xfrm>
            <a:custGeom>
              <a:avLst/>
              <a:gdLst/>
              <a:ahLst/>
              <a:cxnLst/>
              <a:rect l="l" t="t" r="r" b="b"/>
              <a:pathLst>
                <a:path w="4502" h="4478" extrusionOk="0">
                  <a:moveTo>
                    <a:pt x="3097" y="1"/>
                  </a:moveTo>
                  <a:cubicBezTo>
                    <a:pt x="1358" y="1"/>
                    <a:pt x="1" y="1382"/>
                    <a:pt x="1" y="3097"/>
                  </a:cubicBezTo>
                  <a:lnTo>
                    <a:pt x="1" y="4478"/>
                  </a:lnTo>
                  <a:lnTo>
                    <a:pt x="1406" y="4478"/>
                  </a:lnTo>
                  <a:cubicBezTo>
                    <a:pt x="3121" y="4478"/>
                    <a:pt x="4502" y="3097"/>
                    <a:pt x="4502" y="1382"/>
                  </a:cubicBezTo>
                  <a:lnTo>
                    <a:pt x="4502" y="1"/>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6" name="Google Shape;25376;p148"/>
            <p:cNvSpPr/>
            <p:nvPr/>
          </p:nvSpPr>
          <p:spPr>
            <a:xfrm>
              <a:off x="4114635" y="2094412"/>
              <a:ext cx="134565" cy="134535"/>
            </a:xfrm>
            <a:custGeom>
              <a:avLst/>
              <a:gdLst/>
              <a:ahLst/>
              <a:cxnLst/>
              <a:rect l="l" t="t" r="r" b="b"/>
              <a:pathLst>
                <a:path w="4502" h="4501" extrusionOk="0">
                  <a:moveTo>
                    <a:pt x="3097" y="0"/>
                  </a:moveTo>
                  <a:cubicBezTo>
                    <a:pt x="1382" y="0"/>
                    <a:pt x="1" y="1405"/>
                    <a:pt x="1" y="3096"/>
                  </a:cubicBezTo>
                  <a:lnTo>
                    <a:pt x="1" y="4501"/>
                  </a:lnTo>
                  <a:lnTo>
                    <a:pt x="1406" y="4501"/>
                  </a:lnTo>
                  <a:cubicBezTo>
                    <a:pt x="3144" y="4501"/>
                    <a:pt x="4502" y="3096"/>
                    <a:pt x="4502" y="1405"/>
                  </a:cubicBezTo>
                  <a:lnTo>
                    <a:pt x="4502"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7" name="Google Shape;25377;p148"/>
            <p:cNvSpPr/>
            <p:nvPr/>
          </p:nvSpPr>
          <p:spPr>
            <a:xfrm>
              <a:off x="4139564" y="1979096"/>
              <a:ext cx="52696" cy="19937"/>
            </a:xfrm>
            <a:custGeom>
              <a:avLst/>
              <a:gdLst/>
              <a:ahLst/>
              <a:cxnLst/>
              <a:rect l="l" t="t" r="r" b="b"/>
              <a:pathLst>
                <a:path w="1763" h="667" extrusionOk="0">
                  <a:moveTo>
                    <a:pt x="0" y="0"/>
                  </a:moveTo>
                  <a:lnTo>
                    <a:pt x="0" y="667"/>
                  </a:lnTo>
                  <a:lnTo>
                    <a:pt x="1763" y="667"/>
                  </a:lnTo>
                  <a:lnTo>
                    <a:pt x="1763" y="0"/>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8" name="Google Shape;25378;p148"/>
            <p:cNvSpPr/>
            <p:nvPr/>
          </p:nvSpPr>
          <p:spPr>
            <a:xfrm>
              <a:off x="4139564" y="2021779"/>
              <a:ext cx="52696" cy="19967"/>
            </a:xfrm>
            <a:custGeom>
              <a:avLst/>
              <a:gdLst/>
              <a:ahLst/>
              <a:cxnLst/>
              <a:rect l="l" t="t" r="r" b="b"/>
              <a:pathLst>
                <a:path w="1763" h="668" extrusionOk="0">
                  <a:moveTo>
                    <a:pt x="0" y="1"/>
                  </a:moveTo>
                  <a:lnTo>
                    <a:pt x="0" y="668"/>
                  </a:lnTo>
                  <a:lnTo>
                    <a:pt x="1763" y="668"/>
                  </a:lnTo>
                  <a:lnTo>
                    <a:pt x="1763"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9" name="Google Shape;25379;p148"/>
            <p:cNvSpPr/>
            <p:nvPr/>
          </p:nvSpPr>
          <p:spPr>
            <a:xfrm>
              <a:off x="4304707" y="2147079"/>
              <a:ext cx="51979" cy="20654"/>
            </a:xfrm>
            <a:custGeom>
              <a:avLst/>
              <a:gdLst/>
              <a:ahLst/>
              <a:cxnLst/>
              <a:rect l="l" t="t" r="r" b="b"/>
              <a:pathLst>
                <a:path w="1739" h="691" extrusionOk="0">
                  <a:moveTo>
                    <a:pt x="0" y="0"/>
                  </a:moveTo>
                  <a:lnTo>
                    <a:pt x="0" y="691"/>
                  </a:lnTo>
                  <a:lnTo>
                    <a:pt x="1739" y="691"/>
                  </a:lnTo>
                  <a:lnTo>
                    <a:pt x="1739" y="0"/>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0" name="Google Shape;25380;p148"/>
            <p:cNvSpPr/>
            <p:nvPr/>
          </p:nvSpPr>
          <p:spPr>
            <a:xfrm>
              <a:off x="4304707" y="2190480"/>
              <a:ext cx="51979" cy="20684"/>
            </a:xfrm>
            <a:custGeom>
              <a:avLst/>
              <a:gdLst/>
              <a:ahLst/>
              <a:cxnLst/>
              <a:rect l="l" t="t" r="r" b="b"/>
              <a:pathLst>
                <a:path w="1739" h="692" extrusionOk="0">
                  <a:moveTo>
                    <a:pt x="0" y="1"/>
                  </a:moveTo>
                  <a:lnTo>
                    <a:pt x="0" y="692"/>
                  </a:lnTo>
                  <a:lnTo>
                    <a:pt x="1739" y="692"/>
                  </a:lnTo>
                  <a:lnTo>
                    <a:pt x="1739"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1" name="Google Shape;25381;p148"/>
            <p:cNvSpPr/>
            <p:nvPr/>
          </p:nvSpPr>
          <p:spPr>
            <a:xfrm>
              <a:off x="4114635" y="2094412"/>
              <a:ext cx="134565" cy="134535"/>
            </a:xfrm>
            <a:custGeom>
              <a:avLst/>
              <a:gdLst/>
              <a:ahLst/>
              <a:cxnLst/>
              <a:rect l="l" t="t" r="r" b="b"/>
              <a:pathLst>
                <a:path w="4502" h="4501" extrusionOk="0">
                  <a:moveTo>
                    <a:pt x="4502" y="0"/>
                  </a:moveTo>
                  <a:lnTo>
                    <a:pt x="1" y="4501"/>
                  </a:lnTo>
                  <a:lnTo>
                    <a:pt x="1406" y="4501"/>
                  </a:lnTo>
                  <a:cubicBezTo>
                    <a:pt x="3144" y="4501"/>
                    <a:pt x="4502" y="3096"/>
                    <a:pt x="4502" y="1405"/>
                  </a:cubicBezTo>
                  <a:lnTo>
                    <a:pt x="450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2" name="Google Shape;25382;p148"/>
            <p:cNvSpPr/>
            <p:nvPr/>
          </p:nvSpPr>
          <p:spPr>
            <a:xfrm>
              <a:off x="4248454" y="1961281"/>
              <a:ext cx="134565" cy="133847"/>
            </a:xfrm>
            <a:custGeom>
              <a:avLst/>
              <a:gdLst/>
              <a:ahLst/>
              <a:cxnLst/>
              <a:rect l="l" t="t" r="r" b="b"/>
              <a:pathLst>
                <a:path w="4502" h="4478" extrusionOk="0">
                  <a:moveTo>
                    <a:pt x="4502" y="1"/>
                  </a:moveTo>
                  <a:lnTo>
                    <a:pt x="1" y="4478"/>
                  </a:lnTo>
                  <a:lnTo>
                    <a:pt x="1406" y="4478"/>
                  </a:lnTo>
                  <a:cubicBezTo>
                    <a:pt x="3121" y="4478"/>
                    <a:pt x="4502" y="3097"/>
                    <a:pt x="4502" y="1382"/>
                  </a:cubicBezTo>
                  <a:lnTo>
                    <a:pt x="4502"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3" name="Google Shape;25383;p148"/>
            <p:cNvSpPr/>
            <p:nvPr/>
          </p:nvSpPr>
          <p:spPr>
            <a:xfrm>
              <a:off x="4139564" y="1979096"/>
              <a:ext cx="52696" cy="19937"/>
            </a:xfrm>
            <a:custGeom>
              <a:avLst/>
              <a:gdLst/>
              <a:ahLst/>
              <a:cxnLst/>
              <a:rect l="l" t="t" r="r" b="b"/>
              <a:pathLst>
                <a:path w="1763" h="667" extrusionOk="0">
                  <a:moveTo>
                    <a:pt x="0" y="0"/>
                  </a:moveTo>
                  <a:lnTo>
                    <a:pt x="0" y="262"/>
                  </a:lnTo>
                  <a:lnTo>
                    <a:pt x="429" y="667"/>
                  </a:lnTo>
                  <a:lnTo>
                    <a:pt x="1763" y="667"/>
                  </a:lnTo>
                  <a:lnTo>
                    <a:pt x="176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4" name="Google Shape;25384;p148"/>
            <p:cNvSpPr/>
            <p:nvPr/>
          </p:nvSpPr>
          <p:spPr>
            <a:xfrm>
              <a:off x="4175133" y="2021779"/>
              <a:ext cx="17127" cy="16410"/>
            </a:xfrm>
            <a:custGeom>
              <a:avLst/>
              <a:gdLst/>
              <a:ahLst/>
              <a:cxnLst/>
              <a:rect l="l" t="t" r="r" b="b"/>
              <a:pathLst>
                <a:path w="573" h="549" extrusionOk="0">
                  <a:moveTo>
                    <a:pt x="1" y="1"/>
                  </a:moveTo>
                  <a:lnTo>
                    <a:pt x="573" y="549"/>
                  </a:lnTo>
                  <a:lnTo>
                    <a:pt x="57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5" name="Google Shape;25385;p148"/>
            <p:cNvSpPr/>
            <p:nvPr/>
          </p:nvSpPr>
          <p:spPr>
            <a:xfrm>
              <a:off x="4304707" y="2147079"/>
              <a:ext cx="51979" cy="20654"/>
            </a:xfrm>
            <a:custGeom>
              <a:avLst/>
              <a:gdLst/>
              <a:ahLst/>
              <a:cxnLst/>
              <a:rect l="l" t="t" r="r" b="b"/>
              <a:pathLst>
                <a:path w="1739" h="691" extrusionOk="0">
                  <a:moveTo>
                    <a:pt x="0" y="0"/>
                  </a:moveTo>
                  <a:lnTo>
                    <a:pt x="0" y="119"/>
                  </a:lnTo>
                  <a:lnTo>
                    <a:pt x="548" y="691"/>
                  </a:lnTo>
                  <a:lnTo>
                    <a:pt x="1739" y="691"/>
                  </a:lnTo>
                  <a:lnTo>
                    <a:pt x="173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6" name="Google Shape;25386;p148"/>
            <p:cNvSpPr/>
            <p:nvPr/>
          </p:nvSpPr>
          <p:spPr>
            <a:xfrm>
              <a:off x="4343834" y="2190480"/>
              <a:ext cx="12853" cy="13570"/>
            </a:xfrm>
            <a:custGeom>
              <a:avLst/>
              <a:gdLst/>
              <a:ahLst/>
              <a:cxnLst/>
              <a:rect l="l" t="t" r="r" b="b"/>
              <a:pathLst>
                <a:path w="430" h="454" extrusionOk="0">
                  <a:moveTo>
                    <a:pt x="1" y="1"/>
                  </a:moveTo>
                  <a:lnTo>
                    <a:pt x="430" y="453"/>
                  </a:lnTo>
                  <a:lnTo>
                    <a:pt x="43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87" name="Google Shape;25387;p148"/>
          <p:cNvGrpSpPr/>
          <p:nvPr/>
        </p:nvGrpSpPr>
        <p:grpSpPr>
          <a:xfrm>
            <a:off x="4782742" y="1780012"/>
            <a:ext cx="343827" cy="344544"/>
            <a:chOff x="4744642" y="1922842"/>
            <a:chExt cx="343827" cy="344544"/>
          </a:xfrm>
        </p:grpSpPr>
        <p:sp>
          <p:nvSpPr>
            <p:cNvPr id="25388" name="Google Shape;25388;p148"/>
            <p:cNvSpPr/>
            <p:nvPr/>
          </p:nvSpPr>
          <p:spPr>
            <a:xfrm>
              <a:off x="4798743" y="1984775"/>
              <a:ext cx="237775" cy="220708"/>
            </a:xfrm>
            <a:custGeom>
              <a:avLst/>
              <a:gdLst/>
              <a:ahLst/>
              <a:cxnLst/>
              <a:rect l="l" t="t" r="r" b="b"/>
              <a:pathLst>
                <a:path w="7955" h="7384" extrusionOk="0">
                  <a:moveTo>
                    <a:pt x="6668" y="1"/>
                  </a:moveTo>
                  <a:cubicBezTo>
                    <a:pt x="5978" y="1"/>
                    <a:pt x="5359" y="405"/>
                    <a:pt x="5025" y="1001"/>
                  </a:cubicBezTo>
                  <a:lnTo>
                    <a:pt x="4001" y="2930"/>
                  </a:lnTo>
                  <a:lnTo>
                    <a:pt x="2286" y="6073"/>
                  </a:lnTo>
                  <a:cubicBezTo>
                    <a:pt x="2096" y="6478"/>
                    <a:pt x="1691" y="6716"/>
                    <a:pt x="1262" y="6716"/>
                  </a:cubicBezTo>
                  <a:lnTo>
                    <a:pt x="0" y="6716"/>
                  </a:lnTo>
                  <a:lnTo>
                    <a:pt x="0" y="7383"/>
                  </a:lnTo>
                  <a:lnTo>
                    <a:pt x="1262" y="7383"/>
                  </a:lnTo>
                  <a:cubicBezTo>
                    <a:pt x="1929" y="7383"/>
                    <a:pt x="2572" y="7002"/>
                    <a:pt x="2882" y="6407"/>
                  </a:cubicBezTo>
                  <a:lnTo>
                    <a:pt x="4001" y="4359"/>
                  </a:lnTo>
                  <a:lnTo>
                    <a:pt x="5621" y="1287"/>
                  </a:lnTo>
                  <a:cubicBezTo>
                    <a:pt x="5835" y="906"/>
                    <a:pt x="6216" y="667"/>
                    <a:pt x="6668" y="667"/>
                  </a:cubicBezTo>
                  <a:lnTo>
                    <a:pt x="7954" y="667"/>
                  </a:lnTo>
                  <a:lnTo>
                    <a:pt x="7954"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9" name="Google Shape;25389;p148"/>
            <p:cNvSpPr/>
            <p:nvPr/>
          </p:nvSpPr>
          <p:spPr>
            <a:xfrm>
              <a:off x="4918334" y="1984775"/>
              <a:ext cx="118185" cy="130291"/>
            </a:xfrm>
            <a:custGeom>
              <a:avLst/>
              <a:gdLst/>
              <a:ahLst/>
              <a:cxnLst/>
              <a:rect l="l" t="t" r="r" b="b"/>
              <a:pathLst>
                <a:path w="3954" h="4359" extrusionOk="0">
                  <a:moveTo>
                    <a:pt x="2667" y="1"/>
                  </a:moveTo>
                  <a:cubicBezTo>
                    <a:pt x="1977" y="1"/>
                    <a:pt x="1358" y="405"/>
                    <a:pt x="1024" y="1001"/>
                  </a:cubicBezTo>
                  <a:lnTo>
                    <a:pt x="0" y="2930"/>
                  </a:lnTo>
                  <a:lnTo>
                    <a:pt x="0" y="4359"/>
                  </a:lnTo>
                  <a:lnTo>
                    <a:pt x="1620" y="1287"/>
                  </a:lnTo>
                  <a:cubicBezTo>
                    <a:pt x="1834" y="906"/>
                    <a:pt x="2215" y="667"/>
                    <a:pt x="2667" y="667"/>
                  </a:cubicBezTo>
                  <a:lnTo>
                    <a:pt x="3953" y="667"/>
                  </a:lnTo>
                  <a:lnTo>
                    <a:pt x="3953"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0" name="Google Shape;25390;p148"/>
            <p:cNvSpPr/>
            <p:nvPr/>
          </p:nvSpPr>
          <p:spPr>
            <a:xfrm>
              <a:off x="4766701" y="2116471"/>
              <a:ext cx="20684" cy="56970"/>
            </a:xfrm>
            <a:custGeom>
              <a:avLst/>
              <a:gdLst/>
              <a:ahLst/>
              <a:cxnLst/>
              <a:rect l="l" t="t" r="r" b="b"/>
              <a:pathLst>
                <a:path w="692" h="1906" extrusionOk="0">
                  <a:moveTo>
                    <a:pt x="1" y="0"/>
                  </a:moveTo>
                  <a:lnTo>
                    <a:pt x="1" y="1905"/>
                  </a:lnTo>
                  <a:lnTo>
                    <a:pt x="691" y="1905"/>
                  </a:lnTo>
                  <a:lnTo>
                    <a:pt x="69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1" name="Google Shape;25391;p148"/>
            <p:cNvSpPr/>
            <p:nvPr/>
          </p:nvSpPr>
          <p:spPr>
            <a:xfrm>
              <a:off x="4766701" y="1922842"/>
              <a:ext cx="20684" cy="49857"/>
            </a:xfrm>
            <a:custGeom>
              <a:avLst/>
              <a:gdLst/>
              <a:ahLst/>
              <a:cxnLst/>
              <a:rect l="l" t="t" r="r" b="b"/>
              <a:pathLst>
                <a:path w="692" h="1668" extrusionOk="0">
                  <a:moveTo>
                    <a:pt x="1" y="1"/>
                  </a:moveTo>
                  <a:lnTo>
                    <a:pt x="1" y="1668"/>
                  </a:lnTo>
                  <a:lnTo>
                    <a:pt x="691" y="1668"/>
                  </a:lnTo>
                  <a:lnTo>
                    <a:pt x="69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2" name="Google Shape;25392;p148"/>
            <p:cNvSpPr/>
            <p:nvPr/>
          </p:nvSpPr>
          <p:spPr>
            <a:xfrm>
              <a:off x="4766701" y="2016100"/>
              <a:ext cx="20684" cy="56970"/>
            </a:xfrm>
            <a:custGeom>
              <a:avLst/>
              <a:gdLst/>
              <a:ahLst/>
              <a:cxnLst/>
              <a:rect l="l" t="t" r="r" b="b"/>
              <a:pathLst>
                <a:path w="692" h="1906" extrusionOk="0">
                  <a:moveTo>
                    <a:pt x="1" y="0"/>
                  </a:moveTo>
                  <a:lnTo>
                    <a:pt x="1" y="1906"/>
                  </a:lnTo>
                  <a:lnTo>
                    <a:pt x="691" y="1906"/>
                  </a:lnTo>
                  <a:lnTo>
                    <a:pt x="69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3" name="Google Shape;25393;p148"/>
            <p:cNvSpPr/>
            <p:nvPr/>
          </p:nvSpPr>
          <p:spPr>
            <a:xfrm>
              <a:off x="4766701" y="2217530"/>
              <a:ext cx="20684" cy="49857"/>
            </a:xfrm>
            <a:custGeom>
              <a:avLst/>
              <a:gdLst/>
              <a:ahLst/>
              <a:cxnLst/>
              <a:rect l="l" t="t" r="r" b="b"/>
              <a:pathLst>
                <a:path w="692" h="1668" extrusionOk="0">
                  <a:moveTo>
                    <a:pt x="1" y="1"/>
                  </a:moveTo>
                  <a:lnTo>
                    <a:pt x="1" y="1668"/>
                  </a:lnTo>
                  <a:lnTo>
                    <a:pt x="691" y="1668"/>
                  </a:lnTo>
                  <a:lnTo>
                    <a:pt x="69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4" name="Google Shape;25394;p148"/>
            <p:cNvSpPr/>
            <p:nvPr/>
          </p:nvSpPr>
          <p:spPr>
            <a:xfrm>
              <a:off x="5046444" y="2116471"/>
              <a:ext cx="19967" cy="56970"/>
            </a:xfrm>
            <a:custGeom>
              <a:avLst/>
              <a:gdLst/>
              <a:ahLst/>
              <a:cxnLst/>
              <a:rect l="l" t="t" r="r" b="b"/>
              <a:pathLst>
                <a:path w="668" h="1906" extrusionOk="0">
                  <a:moveTo>
                    <a:pt x="1" y="0"/>
                  </a:moveTo>
                  <a:lnTo>
                    <a:pt x="1" y="1905"/>
                  </a:lnTo>
                  <a:lnTo>
                    <a:pt x="668" y="1905"/>
                  </a:lnTo>
                  <a:lnTo>
                    <a:pt x="668" y="0"/>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5" name="Google Shape;25395;p148"/>
            <p:cNvSpPr/>
            <p:nvPr/>
          </p:nvSpPr>
          <p:spPr>
            <a:xfrm>
              <a:off x="5046444" y="1922842"/>
              <a:ext cx="19967" cy="49857"/>
            </a:xfrm>
            <a:custGeom>
              <a:avLst/>
              <a:gdLst/>
              <a:ahLst/>
              <a:cxnLst/>
              <a:rect l="l" t="t" r="r" b="b"/>
              <a:pathLst>
                <a:path w="668" h="1668" extrusionOk="0">
                  <a:moveTo>
                    <a:pt x="1" y="1"/>
                  </a:moveTo>
                  <a:lnTo>
                    <a:pt x="1" y="1668"/>
                  </a:lnTo>
                  <a:lnTo>
                    <a:pt x="668" y="1668"/>
                  </a:lnTo>
                  <a:lnTo>
                    <a:pt x="668"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6" name="Google Shape;25396;p148"/>
            <p:cNvSpPr/>
            <p:nvPr/>
          </p:nvSpPr>
          <p:spPr>
            <a:xfrm>
              <a:off x="5046444" y="2016100"/>
              <a:ext cx="19967" cy="56970"/>
            </a:xfrm>
            <a:custGeom>
              <a:avLst/>
              <a:gdLst/>
              <a:ahLst/>
              <a:cxnLst/>
              <a:rect l="l" t="t" r="r" b="b"/>
              <a:pathLst>
                <a:path w="668" h="1906" extrusionOk="0">
                  <a:moveTo>
                    <a:pt x="1" y="0"/>
                  </a:moveTo>
                  <a:lnTo>
                    <a:pt x="1" y="1906"/>
                  </a:lnTo>
                  <a:lnTo>
                    <a:pt x="668" y="1906"/>
                  </a:lnTo>
                  <a:lnTo>
                    <a:pt x="668" y="0"/>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7" name="Google Shape;25397;p148"/>
            <p:cNvSpPr/>
            <p:nvPr/>
          </p:nvSpPr>
          <p:spPr>
            <a:xfrm>
              <a:off x="5046444" y="2217530"/>
              <a:ext cx="19967" cy="49857"/>
            </a:xfrm>
            <a:custGeom>
              <a:avLst/>
              <a:gdLst/>
              <a:ahLst/>
              <a:cxnLst/>
              <a:rect l="l" t="t" r="r" b="b"/>
              <a:pathLst>
                <a:path w="668" h="1668" extrusionOk="0">
                  <a:moveTo>
                    <a:pt x="1" y="1"/>
                  </a:moveTo>
                  <a:lnTo>
                    <a:pt x="1" y="1668"/>
                  </a:lnTo>
                  <a:lnTo>
                    <a:pt x="668" y="1668"/>
                  </a:lnTo>
                  <a:lnTo>
                    <a:pt x="668"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8" name="Google Shape;25398;p148"/>
            <p:cNvSpPr/>
            <p:nvPr/>
          </p:nvSpPr>
          <p:spPr>
            <a:xfrm>
              <a:off x="4799460" y="1983370"/>
              <a:ext cx="236340" cy="121742"/>
            </a:xfrm>
            <a:custGeom>
              <a:avLst/>
              <a:gdLst/>
              <a:ahLst/>
              <a:cxnLst/>
              <a:rect l="l" t="t" r="r" b="b"/>
              <a:pathLst>
                <a:path w="7907" h="4073" extrusionOk="0">
                  <a:moveTo>
                    <a:pt x="0" y="0"/>
                  </a:moveTo>
                  <a:lnTo>
                    <a:pt x="0" y="667"/>
                  </a:lnTo>
                  <a:lnTo>
                    <a:pt x="1477" y="667"/>
                  </a:lnTo>
                  <a:cubicBezTo>
                    <a:pt x="1834" y="667"/>
                    <a:pt x="2143" y="834"/>
                    <a:pt x="2429" y="1072"/>
                  </a:cubicBezTo>
                  <a:lnTo>
                    <a:pt x="3977" y="2524"/>
                  </a:lnTo>
                  <a:lnTo>
                    <a:pt x="5001" y="3501"/>
                  </a:lnTo>
                  <a:cubicBezTo>
                    <a:pt x="5406" y="3858"/>
                    <a:pt x="5906" y="4072"/>
                    <a:pt x="6430" y="4072"/>
                  </a:cubicBezTo>
                  <a:lnTo>
                    <a:pt x="7907" y="4072"/>
                  </a:lnTo>
                  <a:lnTo>
                    <a:pt x="7907" y="3382"/>
                  </a:lnTo>
                  <a:lnTo>
                    <a:pt x="6430" y="3358"/>
                  </a:lnTo>
                  <a:cubicBezTo>
                    <a:pt x="6073" y="3358"/>
                    <a:pt x="5763" y="3215"/>
                    <a:pt x="5477" y="2977"/>
                  </a:cubicBezTo>
                  <a:lnTo>
                    <a:pt x="4001" y="1572"/>
                  </a:lnTo>
                  <a:lnTo>
                    <a:pt x="2905" y="548"/>
                  </a:lnTo>
                  <a:cubicBezTo>
                    <a:pt x="2501" y="191"/>
                    <a:pt x="2001" y="0"/>
                    <a:pt x="1477" y="0"/>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9" name="Google Shape;25399;p148"/>
            <p:cNvSpPr/>
            <p:nvPr/>
          </p:nvSpPr>
          <p:spPr>
            <a:xfrm>
              <a:off x="4802300" y="2083712"/>
              <a:ext cx="233501" cy="121772"/>
            </a:xfrm>
            <a:custGeom>
              <a:avLst/>
              <a:gdLst/>
              <a:ahLst/>
              <a:cxnLst/>
              <a:rect l="l" t="t" r="r" b="b"/>
              <a:pathLst>
                <a:path w="7812" h="4074" extrusionOk="0">
                  <a:moveTo>
                    <a:pt x="0" y="1"/>
                  </a:moveTo>
                  <a:lnTo>
                    <a:pt x="0" y="691"/>
                  </a:lnTo>
                  <a:lnTo>
                    <a:pt x="1334" y="691"/>
                  </a:lnTo>
                  <a:cubicBezTo>
                    <a:pt x="1739" y="691"/>
                    <a:pt x="2048" y="834"/>
                    <a:pt x="2334" y="1072"/>
                  </a:cubicBezTo>
                  <a:lnTo>
                    <a:pt x="3882" y="2525"/>
                  </a:lnTo>
                  <a:lnTo>
                    <a:pt x="4906" y="3525"/>
                  </a:lnTo>
                  <a:cubicBezTo>
                    <a:pt x="5311" y="3883"/>
                    <a:pt x="5811" y="4073"/>
                    <a:pt x="6335" y="4073"/>
                  </a:cubicBezTo>
                  <a:lnTo>
                    <a:pt x="7812" y="4073"/>
                  </a:lnTo>
                  <a:lnTo>
                    <a:pt x="7812" y="3406"/>
                  </a:lnTo>
                  <a:lnTo>
                    <a:pt x="7812" y="3359"/>
                  </a:lnTo>
                  <a:lnTo>
                    <a:pt x="6335" y="3359"/>
                  </a:lnTo>
                  <a:cubicBezTo>
                    <a:pt x="5954" y="3359"/>
                    <a:pt x="5621" y="3216"/>
                    <a:pt x="5359" y="2978"/>
                  </a:cubicBezTo>
                  <a:lnTo>
                    <a:pt x="3882" y="1573"/>
                  </a:lnTo>
                  <a:lnTo>
                    <a:pt x="2763" y="572"/>
                  </a:lnTo>
                  <a:cubicBezTo>
                    <a:pt x="2382" y="215"/>
                    <a:pt x="1882" y="1"/>
                    <a:pt x="1334" y="1"/>
                  </a:cubicBezTo>
                  <a:close/>
                </a:path>
              </a:pathLst>
            </a:custGeom>
            <a:solidFill>
              <a:srgbClr val="9BA7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0" name="Google Shape;25400;p148"/>
            <p:cNvSpPr/>
            <p:nvPr/>
          </p:nvSpPr>
          <p:spPr>
            <a:xfrm>
              <a:off x="4744642" y="1961999"/>
              <a:ext cx="64084" cy="64084"/>
            </a:xfrm>
            <a:custGeom>
              <a:avLst/>
              <a:gdLst/>
              <a:ahLst/>
              <a:cxnLst/>
              <a:rect l="l" t="t" r="r" b="b"/>
              <a:pathLst>
                <a:path w="2144" h="2144" extrusionOk="0">
                  <a:moveTo>
                    <a:pt x="1072" y="1"/>
                  </a:moveTo>
                  <a:cubicBezTo>
                    <a:pt x="477" y="1"/>
                    <a:pt x="0" y="477"/>
                    <a:pt x="0" y="1072"/>
                  </a:cubicBezTo>
                  <a:cubicBezTo>
                    <a:pt x="0" y="1668"/>
                    <a:pt x="477" y="2144"/>
                    <a:pt x="1072" y="2144"/>
                  </a:cubicBezTo>
                  <a:cubicBezTo>
                    <a:pt x="1667" y="2144"/>
                    <a:pt x="2144" y="1668"/>
                    <a:pt x="2144" y="1072"/>
                  </a:cubicBezTo>
                  <a:cubicBezTo>
                    <a:pt x="2144" y="477"/>
                    <a:pt x="1667" y="1"/>
                    <a:pt x="1072" y="1"/>
                  </a:cubicBez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1" name="Google Shape;25401;p148"/>
            <p:cNvSpPr/>
            <p:nvPr/>
          </p:nvSpPr>
          <p:spPr>
            <a:xfrm>
              <a:off x="4744642" y="2062370"/>
              <a:ext cx="64084" cy="64084"/>
            </a:xfrm>
            <a:custGeom>
              <a:avLst/>
              <a:gdLst/>
              <a:ahLst/>
              <a:cxnLst/>
              <a:rect l="l" t="t" r="r" b="b"/>
              <a:pathLst>
                <a:path w="2144" h="2144" extrusionOk="0">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2" name="Google Shape;25402;p148"/>
            <p:cNvSpPr/>
            <p:nvPr/>
          </p:nvSpPr>
          <p:spPr>
            <a:xfrm>
              <a:off x="4744642" y="2163459"/>
              <a:ext cx="64084" cy="64084"/>
            </a:xfrm>
            <a:custGeom>
              <a:avLst/>
              <a:gdLst/>
              <a:ahLst/>
              <a:cxnLst/>
              <a:rect l="l" t="t" r="r" b="b"/>
              <a:pathLst>
                <a:path w="2144" h="2144" extrusionOk="0">
                  <a:moveTo>
                    <a:pt x="1072" y="0"/>
                  </a:moveTo>
                  <a:cubicBezTo>
                    <a:pt x="477" y="0"/>
                    <a:pt x="0" y="500"/>
                    <a:pt x="0" y="1072"/>
                  </a:cubicBezTo>
                  <a:cubicBezTo>
                    <a:pt x="0" y="1667"/>
                    <a:pt x="477" y="2143"/>
                    <a:pt x="1072" y="2143"/>
                  </a:cubicBezTo>
                  <a:cubicBezTo>
                    <a:pt x="1667" y="2143"/>
                    <a:pt x="2144" y="1667"/>
                    <a:pt x="2144" y="1072"/>
                  </a:cubicBezTo>
                  <a:cubicBezTo>
                    <a:pt x="2144" y="500"/>
                    <a:pt x="1667" y="0"/>
                    <a:pt x="1072" y="0"/>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3" name="Google Shape;25403;p148"/>
            <p:cNvSpPr/>
            <p:nvPr/>
          </p:nvSpPr>
          <p:spPr>
            <a:xfrm>
              <a:off x="5024385" y="1961999"/>
              <a:ext cx="64084" cy="64084"/>
            </a:xfrm>
            <a:custGeom>
              <a:avLst/>
              <a:gdLst/>
              <a:ahLst/>
              <a:cxnLst/>
              <a:rect l="l" t="t" r="r" b="b"/>
              <a:pathLst>
                <a:path w="2144" h="2144" extrusionOk="0">
                  <a:moveTo>
                    <a:pt x="1072" y="1"/>
                  </a:moveTo>
                  <a:cubicBezTo>
                    <a:pt x="501" y="1"/>
                    <a:pt x="0" y="477"/>
                    <a:pt x="0" y="1072"/>
                  </a:cubicBezTo>
                  <a:cubicBezTo>
                    <a:pt x="0" y="1668"/>
                    <a:pt x="501" y="2144"/>
                    <a:pt x="1072" y="2144"/>
                  </a:cubicBezTo>
                  <a:cubicBezTo>
                    <a:pt x="1668" y="2144"/>
                    <a:pt x="2144" y="1668"/>
                    <a:pt x="2144" y="1072"/>
                  </a:cubicBezTo>
                  <a:cubicBezTo>
                    <a:pt x="2144" y="477"/>
                    <a:pt x="1668" y="1"/>
                    <a:pt x="1072" y="1"/>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4" name="Google Shape;25404;p148"/>
            <p:cNvSpPr/>
            <p:nvPr/>
          </p:nvSpPr>
          <p:spPr>
            <a:xfrm>
              <a:off x="4918334" y="2031045"/>
              <a:ext cx="117468" cy="74067"/>
            </a:xfrm>
            <a:custGeom>
              <a:avLst/>
              <a:gdLst/>
              <a:ahLst/>
              <a:cxnLst/>
              <a:rect l="l" t="t" r="r" b="b"/>
              <a:pathLst>
                <a:path w="3930" h="2478" extrusionOk="0">
                  <a:moveTo>
                    <a:pt x="0" y="1"/>
                  </a:moveTo>
                  <a:lnTo>
                    <a:pt x="0" y="929"/>
                  </a:lnTo>
                  <a:lnTo>
                    <a:pt x="1024" y="1906"/>
                  </a:lnTo>
                  <a:cubicBezTo>
                    <a:pt x="1429" y="2263"/>
                    <a:pt x="1929" y="2477"/>
                    <a:pt x="2453" y="2477"/>
                  </a:cubicBezTo>
                  <a:lnTo>
                    <a:pt x="3930" y="2477"/>
                  </a:lnTo>
                  <a:lnTo>
                    <a:pt x="3930" y="1787"/>
                  </a:lnTo>
                  <a:lnTo>
                    <a:pt x="2453" y="1787"/>
                  </a:lnTo>
                  <a:cubicBezTo>
                    <a:pt x="2072" y="1787"/>
                    <a:pt x="1739" y="1644"/>
                    <a:pt x="1477" y="1406"/>
                  </a:cubicBezTo>
                  <a:lnTo>
                    <a:pt x="0" y="1"/>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5" name="Google Shape;25405;p148"/>
            <p:cNvSpPr/>
            <p:nvPr/>
          </p:nvSpPr>
          <p:spPr>
            <a:xfrm>
              <a:off x="4916899" y="2132134"/>
              <a:ext cx="117468" cy="73350"/>
            </a:xfrm>
            <a:custGeom>
              <a:avLst/>
              <a:gdLst/>
              <a:ahLst/>
              <a:cxnLst/>
              <a:rect l="l" t="t" r="r" b="b"/>
              <a:pathLst>
                <a:path w="3930" h="2454" extrusionOk="0">
                  <a:moveTo>
                    <a:pt x="1" y="0"/>
                  </a:moveTo>
                  <a:lnTo>
                    <a:pt x="1" y="905"/>
                  </a:lnTo>
                  <a:lnTo>
                    <a:pt x="1048" y="1905"/>
                  </a:lnTo>
                  <a:cubicBezTo>
                    <a:pt x="1429" y="2263"/>
                    <a:pt x="1953" y="2453"/>
                    <a:pt x="2477" y="2453"/>
                  </a:cubicBezTo>
                  <a:lnTo>
                    <a:pt x="3930" y="2453"/>
                  </a:lnTo>
                  <a:lnTo>
                    <a:pt x="3930" y="1786"/>
                  </a:lnTo>
                  <a:lnTo>
                    <a:pt x="2477" y="1786"/>
                  </a:lnTo>
                  <a:cubicBezTo>
                    <a:pt x="2120" y="1786"/>
                    <a:pt x="1787" y="1667"/>
                    <a:pt x="1501" y="1381"/>
                  </a:cubicBezTo>
                  <a:lnTo>
                    <a:pt x="1" y="0"/>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6" name="Google Shape;25406;p148"/>
            <p:cNvSpPr/>
            <p:nvPr/>
          </p:nvSpPr>
          <p:spPr>
            <a:xfrm>
              <a:off x="5024385" y="2062370"/>
              <a:ext cx="64084" cy="64084"/>
            </a:xfrm>
            <a:custGeom>
              <a:avLst/>
              <a:gdLst/>
              <a:ahLst/>
              <a:cxnLst/>
              <a:rect l="l" t="t" r="r" b="b"/>
              <a:pathLst>
                <a:path w="2144" h="2144" extrusionOk="0">
                  <a:moveTo>
                    <a:pt x="1072" y="0"/>
                  </a:moveTo>
                  <a:cubicBezTo>
                    <a:pt x="501" y="0"/>
                    <a:pt x="0" y="477"/>
                    <a:pt x="0" y="1072"/>
                  </a:cubicBezTo>
                  <a:cubicBezTo>
                    <a:pt x="0" y="1667"/>
                    <a:pt x="501" y="2144"/>
                    <a:pt x="1072" y="2144"/>
                  </a:cubicBezTo>
                  <a:cubicBezTo>
                    <a:pt x="1668" y="2144"/>
                    <a:pt x="2144" y="1667"/>
                    <a:pt x="2144" y="1072"/>
                  </a:cubicBezTo>
                  <a:cubicBezTo>
                    <a:pt x="2144" y="477"/>
                    <a:pt x="1668" y="0"/>
                    <a:pt x="1072" y="0"/>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7" name="Google Shape;25407;p148"/>
            <p:cNvSpPr/>
            <p:nvPr/>
          </p:nvSpPr>
          <p:spPr>
            <a:xfrm>
              <a:off x="5024385" y="2163459"/>
              <a:ext cx="64084" cy="64084"/>
            </a:xfrm>
            <a:custGeom>
              <a:avLst/>
              <a:gdLst/>
              <a:ahLst/>
              <a:cxnLst/>
              <a:rect l="l" t="t" r="r" b="b"/>
              <a:pathLst>
                <a:path w="2144" h="2144" extrusionOk="0">
                  <a:moveTo>
                    <a:pt x="1072" y="0"/>
                  </a:moveTo>
                  <a:cubicBezTo>
                    <a:pt x="501" y="0"/>
                    <a:pt x="0" y="500"/>
                    <a:pt x="0" y="1072"/>
                  </a:cubicBezTo>
                  <a:cubicBezTo>
                    <a:pt x="0" y="1667"/>
                    <a:pt x="501" y="2143"/>
                    <a:pt x="1072" y="2143"/>
                  </a:cubicBezTo>
                  <a:cubicBezTo>
                    <a:pt x="1668" y="2143"/>
                    <a:pt x="2144" y="1667"/>
                    <a:pt x="2144" y="1072"/>
                  </a:cubicBezTo>
                  <a:cubicBezTo>
                    <a:pt x="2144" y="500"/>
                    <a:pt x="1668" y="0"/>
                    <a:pt x="1072"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08" name="Google Shape;25408;p148"/>
          <p:cNvGrpSpPr/>
          <p:nvPr/>
        </p:nvGrpSpPr>
        <p:grpSpPr>
          <a:xfrm>
            <a:off x="5523800" y="1770442"/>
            <a:ext cx="343856" cy="344545"/>
            <a:chOff x="5409500" y="1922842"/>
            <a:chExt cx="343856" cy="344545"/>
          </a:xfrm>
        </p:grpSpPr>
        <p:sp>
          <p:nvSpPr>
            <p:cNvPr id="25409" name="Google Shape;25409;p148"/>
            <p:cNvSpPr/>
            <p:nvPr/>
          </p:nvSpPr>
          <p:spPr>
            <a:xfrm>
              <a:off x="5441543" y="2066644"/>
              <a:ext cx="56253" cy="190071"/>
            </a:xfrm>
            <a:custGeom>
              <a:avLst/>
              <a:gdLst/>
              <a:ahLst/>
              <a:cxnLst/>
              <a:rect l="l" t="t" r="r" b="b"/>
              <a:pathLst>
                <a:path w="1882" h="6359" extrusionOk="0">
                  <a:moveTo>
                    <a:pt x="1" y="0"/>
                  </a:moveTo>
                  <a:lnTo>
                    <a:pt x="1" y="6359"/>
                  </a:lnTo>
                  <a:lnTo>
                    <a:pt x="1882" y="6359"/>
                  </a:lnTo>
                  <a:lnTo>
                    <a:pt x="1882"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0" name="Google Shape;25410;p148"/>
            <p:cNvSpPr/>
            <p:nvPr/>
          </p:nvSpPr>
          <p:spPr>
            <a:xfrm>
              <a:off x="5469311" y="2066644"/>
              <a:ext cx="28485" cy="190071"/>
            </a:xfrm>
            <a:custGeom>
              <a:avLst/>
              <a:gdLst/>
              <a:ahLst/>
              <a:cxnLst/>
              <a:rect l="l" t="t" r="r" b="b"/>
              <a:pathLst>
                <a:path w="953" h="6359" extrusionOk="0">
                  <a:moveTo>
                    <a:pt x="0" y="0"/>
                  </a:moveTo>
                  <a:lnTo>
                    <a:pt x="0" y="6359"/>
                  </a:lnTo>
                  <a:lnTo>
                    <a:pt x="953" y="6359"/>
                  </a:lnTo>
                  <a:lnTo>
                    <a:pt x="953"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1" name="Google Shape;25411;p148"/>
            <p:cNvSpPr/>
            <p:nvPr/>
          </p:nvSpPr>
          <p:spPr>
            <a:xfrm>
              <a:off x="5553302" y="2022496"/>
              <a:ext cx="55566" cy="234218"/>
            </a:xfrm>
            <a:custGeom>
              <a:avLst/>
              <a:gdLst/>
              <a:ahLst/>
              <a:cxnLst/>
              <a:rect l="l" t="t" r="r" b="b"/>
              <a:pathLst>
                <a:path w="1859" h="7836" extrusionOk="0">
                  <a:moveTo>
                    <a:pt x="1" y="1"/>
                  </a:moveTo>
                  <a:lnTo>
                    <a:pt x="1" y="7836"/>
                  </a:lnTo>
                  <a:lnTo>
                    <a:pt x="1858" y="7836"/>
                  </a:lnTo>
                  <a:lnTo>
                    <a:pt x="1858"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2" name="Google Shape;25412;p148"/>
            <p:cNvSpPr/>
            <p:nvPr/>
          </p:nvSpPr>
          <p:spPr>
            <a:xfrm>
              <a:off x="5580353" y="2022496"/>
              <a:ext cx="28515" cy="234218"/>
            </a:xfrm>
            <a:custGeom>
              <a:avLst/>
              <a:gdLst/>
              <a:ahLst/>
              <a:cxnLst/>
              <a:rect l="l" t="t" r="r" b="b"/>
              <a:pathLst>
                <a:path w="954" h="7836" extrusionOk="0">
                  <a:moveTo>
                    <a:pt x="0" y="1"/>
                  </a:moveTo>
                  <a:lnTo>
                    <a:pt x="0" y="7836"/>
                  </a:lnTo>
                  <a:lnTo>
                    <a:pt x="953" y="7836"/>
                  </a:lnTo>
                  <a:lnTo>
                    <a:pt x="953"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3" name="Google Shape;25413;p148"/>
            <p:cNvSpPr/>
            <p:nvPr/>
          </p:nvSpPr>
          <p:spPr>
            <a:xfrm>
              <a:off x="5665062" y="1976944"/>
              <a:ext cx="56253" cy="279770"/>
            </a:xfrm>
            <a:custGeom>
              <a:avLst/>
              <a:gdLst/>
              <a:ahLst/>
              <a:cxnLst/>
              <a:rect l="l" t="t" r="r" b="b"/>
              <a:pathLst>
                <a:path w="1882" h="9360" extrusionOk="0">
                  <a:moveTo>
                    <a:pt x="0" y="1"/>
                  </a:moveTo>
                  <a:lnTo>
                    <a:pt x="0" y="9360"/>
                  </a:lnTo>
                  <a:lnTo>
                    <a:pt x="1882" y="9360"/>
                  </a:lnTo>
                  <a:lnTo>
                    <a:pt x="1882"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4" name="Google Shape;25414;p148"/>
            <p:cNvSpPr/>
            <p:nvPr/>
          </p:nvSpPr>
          <p:spPr>
            <a:xfrm>
              <a:off x="5692830" y="1976944"/>
              <a:ext cx="28485" cy="279770"/>
            </a:xfrm>
            <a:custGeom>
              <a:avLst/>
              <a:gdLst/>
              <a:ahLst/>
              <a:cxnLst/>
              <a:rect l="l" t="t" r="r" b="b"/>
              <a:pathLst>
                <a:path w="953" h="9360" extrusionOk="0">
                  <a:moveTo>
                    <a:pt x="0" y="1"/>
                  </a:moveTo>
                  <a:lnTo>
                    <a:pt x="0" y="9360"/>
                  </a:lnTo>
                  <a:lnTo>
                    <a:pt x="953" y="9360"/>
                  </a:lnTo>
                  <a:lnTo>
                    <a:pt x="953"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5" name="Google Shape;25415;p148"/>
            <p:cNvSpPr/>
            <p:nvPr/>
          </p:nvSpPr>
          <p:spPr>
            <a:xfrm>
              <a:off x="5497766" y="1976944"/>
              <a:ext cx="56283" cy="279770"/>
            </a:xfrm>
            <a:custGeom>
              <a:avLst/>
              <a:gdLst/>
              <a:ahLst/>
              <a:cxnLst/>
              <a:rect l="l" t="t" r="r" b="b"/>
              <a:pathLst>
                <a:path w="1883" h="9360" extrusionOk="0">
                  <a:moveTo>
                    <a:pt x="1" y="1"/>
                  </a:moveTo>
                  <a:lnTo>
                    <a:pt x="1" y="9360"/>
                  </a:lnTo>
                  <a:lnTo>
                    <a:pt x="1882" y="9360"/>
                  </a:lnTo>
                  <a:lnTo>
                    <a:pt x="1882"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6" name="Google Shape;25416;p148"/>
            <p:cNvSpPr/>
            <p:nvPr/>
          </p:nvSpPr>
          <p:spPr>
            <a:xfrm>
              <a:off x="5525534" y="1976944"/>
              <a:ext cx="28515" cy="279770"/>
            </a:xfrm>
            <a:custGeom>
              <a:avLst/>
              <a:gdLst/>
              <a:ahLst/>
              <a:cxnLst/>
              <a:rect l="l" t="t" r="r" b="b"/>
              <a:pathLst>
                <a:path w="954" h="9360" extrusionOk="0">
                  <a:moveTo>
                    <a:pt x="1" y="1"/>
                  </a:moveTo>
                  <a:lnTo>
                    <a:pt x="1" y="9360"/>
                  </a:lnTo>
                  <a:lnTo>
                    <a:pt x="953" y="9360"/>
                  </a:lnTo>
                  <a:lnTo>
                    <a:pt x="953"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7" name="Google Shape;25417;p148"/>
            <p:cNvSpPr/>
            <p:nvPr/>
          </p:nvSpPr>
          <p:spPr>
            <a:xfrm>
              <a:off x="5608838" y="1922842"/>
              <a:ext cx="56253" cy="333871"/>
            </a:xfrm>
            <a:custGeom>
              <a:avLst/>
              <a:gdLst/>
              <a:ahLst/>
              <a:cxnLst/>
              <a:rect l="l" t="t" r="r" b="b"/>
              <a:pathLst>
                <a:path w="1882" h="11170" extrusionOk="0">
                  <a:moveTo>
                    <a:pt x="0" y="1"/>
                  </a:moveTo>
                  <a:lnTo>
                    <a:pt x="0" y="11170"/>
                  </a:lnTo>
                  <a:lnTo>
                    <a:pt x="1881" y="11170"/>
                  </a:lnTo>
                  <a:lnTo>
                    <a:pt x="1881"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8" name="Google Shape;25418;p148"/>
            <p:cNvSpPr/>
            <p:nvPr/>
          </p:nvSpPr>
          <p:spPr>
            <a:xfrm>
              <a:off x="5637294" y="1922842"/>
              <a:ext cx="28515" cy="333871"/>
            </a:xfrm>
            <a:custGeom>
              <a:avLst/>
              <a:gdLst/>
              <a:ahLst/>
              <a:cxnLst/>
              <a:rect l="l" t="t" r="r" b="b"/>
              <a:pathLst>
                <a:path w="954" h="11170" extrusionOk="0">
                  <a:moveTo>
                    <a:pt x="1" y="1"/>
                  </a:moveTo>
                  <a:lnTo>
                    <a:pt x="1" y="11170"/>
                  </a:lnTo>
                  <a:lnTo>
                    <a:pt x="953" y="11170"/>
                  </a:lnTo>
                  <a:lnTo>
                    <a:pt x="953"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9" name="Google Shape;25419;p148"/>
            <p:cNvSpPr/>
            <p:nvPr/>
          </p:nvSpPr>
          <p:spPr>
            <a:xfrm>
              <a:off x="5409500" y="2246733"/>
              <a:ext cx="343855" cy="20654"/>
            </a:xfrm>
            <a:custGeom>
              <a:avLst/>
              <a:gdLst/>
              <a:ahLst/>
              <a:cxnLst/>
              <a:rect l="l" t="t" r="r" b="b"/>
              <a:pathLst>
                <a:path w="11504" h="691" extrusionOk="0">
                  <a:moveTo>
                    <a:pt x="1" y="0"/>
                  </a:moveTo>
                  <a:lnTo>
                    <a:pt x="1" y="691"/>
                  </a:lnTo>
                  <a:lnTo>
                    <a:pt x="11503" y="691"/>
                  </a:lnTo>
                  <a:lnTo>
                    <a:pt x="11503"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0" name="Google Shape;25420;p148"/>
            <p:cNvSpPr/>
            <p:nvPr/>
          </p:nvSpPr>
          <p:spPr>
            <a:xfrm>
              <a:off x="5581788" y="2246733"/>
              <a:ext cx="171569" cy="20654"/>
            </a:xfrm>
            <a:custGeom>
              <a:avLst/>
              <a:gdLst/>
              <a:ahLst/>
              <a:cxnLst/>
              <a:rect l="l" t="t" r="r" b="b"/>
              <a:pathLst>
                <a:path w="5740" h="691" extrusionOk="0">
                  <a:moveTo>
                    <a:pt x="0" y="0"/>
                  </a:moveTo>
                  <a:lnTo>
                    <a:pt x="0" y="691"/>
                  </a:lnTo>
                  <a:lnTo>
                    <a:pt x="5739" y="691"/>
                  </a:lnTo>
                  <a:lnTo>
                    <a:pt x="5739"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21" name="Google Shape;25421;p148"/>
          <p:cNvGrpSpPr/>
          <p:nvPr/>
        </p:nvGrpSpPr>
        <p:grpSpPr>
          <a:xfrm>
            <a:off x="6253581" y="1796902"/>
            <a:ext cx="344544" cy="319646"/>
            <a:chOff x="6082220" y="1934948"/>
            <a:chExt cx="344544" cy="319646"/>
          </a:xfrm>
        </p:grpSpPr>
        <p:sp>
          <p:nvSpPr>
            <p:cNvPr id="25422" name="Google Shape;25422;p148"/>
            <p:cNvSpPr/>
            <p:nvPr/>
          </p:nvSpPr>
          <p:spPr>
            <a:xfrm>
              <a:off x="6211047" y="2190480"/>
              <a:ext cx="215716" cy="64114"/>
            </a:xfrm>
            <a:custGeom>
              <a:avLst/>
              <a:gdLst/>
              <a:ahLst/>
              <a:cxnLst/>
              <a:rect l="l" t="t" r="r" b="b"/>
              <a:pathLst>
                <a:path w="7217" h="2145" extrusionOk="0">
                  <a:moveTo>
                    <a:pt x="1" y="1"/>
                  </a:moveTo>
                  <a:lnTo>
                    <a:pt x="1" y="2144"/>
                  </a:lnTo>
                  <a:lnTo>
                    <a:pt x="7217" y="2144"/>
                  </a:lnTo>
                  <a:lnTo>
                    <a:pt x="721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3" name="Google Shape;25423;p148"/>
            <p:cNvSpPr/>
            <p:nvPr/>
          </p:nvSpPr>
          <p:spPr>
            <a:xfrm>
              <a:off x="6211047" y="2222522"/>
              <a:ext cx="215716" cy="32072"/>
            </a:xfrm>
            <a:custGeom>
              <a:avLst/>
              <a:gdLst/>
              <a:ahLst/>
              <a:cxnLst/>
              <a:rect l="l" t="t" r="r" b="b"/>
              <a:pathLst>
                <a:path w="7217" h="1073" extrusionOk="0">
                  <a:moveTo>
                    <a:pt x="1" y="1"/>
                  </a:moveTo>
                  <a:lnTo>
                    <a:pt x="1" y="1072"/>
                  </a:lnTo>
                  <a:lnTo>
                    <a:pt x="7217" y="1072"/>
                  </a:lnTo>
                  <a:lnTo>
                    <a:pt x="7217"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4" name="Google Shape;25424;p148"/>
            <p:cNvSpPr/>
            <p:nvPr/>
          </p:nvSpPr>
          <p:spPr>
            <a:xfrm>
              <a:off x="6267300" y="2102244"/>
              <a:ext cx="159463" cy="64084"/>
            </a:xfrm>
            <a:custGeom>
              <a:avLst/>
              <a:gdLst/>
              <a:ahLst/>
              <a:cxnLst/>
              <a:rect l="l" t="t" r="r" b="b"/>
              <a:pathLst>
                <a:path w="5335" h="2144" extrusionOk="0">
                  <a:moveTo>
                    <a:pt x="0" y="0"/>
                  </a:moveTo>
                  <a:lnTo>
                    <a:pt x="0" y="2143"/>
                  </a:lnTo>
                  <a:lnTo>
                    <a:pt x="5335" y="2143"/>
                  </a:lnTo>
                  <a:lnTo>
                    <a:pt x="533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5" name="Google Shape;25425;p148"/>
            <p:cNvSpPr/>
            <p:nvPr/>
          </p:nvSpPr>
          <p:spPr>
            <a:xfrm>
              <a:off x="6267300" y="2135691"/>
              <a:ext cx="159463" cy="32042"/>
            </a:xfrm>
            <a:custGeom>
              <a:avLst/>
              <a:gdLst/>
              <a:ahLst/>
              <a:cxnLst/>
              <a:rect l="l" t="t" r="r" b="b"/>
              <a:pathLst>
                <a:path w="5335" h="1072" extrusionOk="0">
                  <a:moveTo>
                    <a:pt x="0" y="0"/>
                  </a:moveTo>
                  <a:lnTo>
                    <a:pt x="0" y="1072"/>
                  </a:lnTo>
                  <a:lnTo>
                    <a:pt x="5335" y="1072"/>
                  </a:lnTo>
                  <a:lnTo>
                    <a:pt x="5335" y="0"/>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6" name="Google Shape;25426;p148"/>
            <p:cNvSpPr/>
            <p:nvPr/>
          </p:nvSpPr>
          <p:spPr>
            <a:xfrm>
              <a:off x="6320684" y="2015383"/>
              <a:ext cx="106080" cy="64084"/>
            </a:xfrm>
            <a:custGeom>
              <a:avLst/>
              <a:gdLst/>
              <a:ahLst/>
              <a:cxnLst/>
              <a:rect l="l" t="t" r="r" b="b"/>
              <a:pathLst>
                <a:path w="3549" h="2144" extrusionOk="0">
                  <a:moveTo>
                    <a:pt x="0" y="1"/>
                  </a:moveTo>
                  <a:lnTo>
                    <a:pt x="0" y="2144"/>
                  </a:lnTo>
                  <a:lnTo>
                    <a:pt x="3549" y="2144"/>
                  </a:lnTo>
                  <a:lnTo>
                    <a:pt x="354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7" name="Google Shape;25427;p148"/>
            <p:cNvSpPr/>
            <p:nvPr/>
          </p:nvSpPr>
          <p:spPr>
            <a:xfrm>
              <a:off x="6320684" y="2048142"/>
              <a:ext cx="106080" cy="32042"/>
            </a:xfrm>
            <a:custGeom>
              <a:avLst/>
              <a:gdLst/>
              <a:ahLst/>
              <a:cxnLst/>
              <a:rect l="l" t="t" r="r" b="b"/>
              <a:pathLst>
                <a:path w="3549" h="1072" extrusionOk="0">
                  <a:moveTo>
                    <a:pt x="0" y="0"/>
                  </a:moveTo>
                  <a:lnTo>
                    <a:pt x="0" y="1072"/>
                  </a:lnTo>
                  <a:lnTo>
                    <a:pt x="3549" y="1072"/>
                  </a:lnTo>
                  <a:lnTo>
                    <a:pt x="3549" y="0"/>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8" name="Google Shape;25428;p148"/>
            <p:cNvSpPr/>
            <p:nvPr/>
          </p:nvSpPr>
          <p:spPr>
            <a:xfrm>
              <a:off x="6082220" y="2015383"/>
              <a:ext cx="270504" cy="64084"/>
            </a:xfrm>
            <a:custGeom>
              <a:avLst/>
              <a:gdLst/>
              <a:ahLst/>
              <a:cxnLst/>
              <a:rect l="l" t="t" r="r" b="b"/>
              <a:pathLst>
                <a:path w="9050" h="2144" extrusionOk="0">
                  <a:moveTo>
                    <a:pt x="1" y="1"/>
                  </a:moveTo>
                  <a:lnTo>
                    <a:pt x="1" y="2144"/>
                  </a:lnTo>
                  <a:lnTo>
                    <a:pt x="7978" y="2144"/>
                  </a:lnTo>
                  <a:lnTo>
                    <a:pt x="9050" y="1072"/>
                  </a:lnTo>
                  <a:lnTo>
                    <a:pt x="7978"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9" name="Google Shape;25429;p148"/>
            <p:cNvSpPr/>
            <p:nvPr/>
          </p:nvSpPr>
          <p:spPr>
            <a:xfrm>
              <a:off x="6082937" y="2102244"/>
              <a:ext cx="219273" cy="64084"/>
            </a:xfrm>
            <a:custGeom>
              <a:avLst/>
              <a:gdLst/>
              <a:ahLst/>
              <a:cxnLst/>
              <a:rect l="l" t="t" r="r" b="b"/>
              <a:pathLst>
                <a:path w="7336" h="2144" extrusionOk="0">
                  <a:moveTo>
                    <a:pt x="0" y="0"/>
                  </a:moveTo>
                  <a:lnTo>
                    <a:pt x="0" y="2143"/>
                  </a:lnTo>
                  <a:lnTo>
                    <a:pt x="6264" y="2143"/>
                  </a:lnTo>
                  <a:lnTo>
                    <a:pt x="7335" y="1072"/>
                  </a:lnTo>
                  <a:lnTo>
                    <a:pt x="6264"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0" name="Google Shape;25430;p148"/>
            <p:cNvSpPr/>
            <p:nvPr/>
          </p:nvSpPr>
          <p:spPr>
            <a:xfrm>
              <a:off x="6082220" y="2189792"/>
              <a:ext cx="160898" cy="64084"/>
            </a:xfrm>
            <a:custGeom>
              <a:avLst/>
              <a:gdLst/>
              <a:ahLst/>
              <a:cxnLst/>
              <a:rect l="l" t="t" r="r" b="b"/>
              <a:pathLst>
                <a:path w="5383" h="2144" extrusionOk="0">
                  <a:moveTo>
                    <a:pt x="1" y="0"/>
                  </a:moveTo>
                  <a:lnTo>
                    <a:pt x="1" y="2143"/>
                  </a:lnTo>
                  <a:lnTo>
                    <a:pt x="4311" y="2143"/>
                  </a:lnTo>
                  <a:lnTo>
                    <a:pt x="5383" y="1072"/>
                  </a:lnTo>
                  <a:lnTo>
                    <a:pt x="4311" y="0"/>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1" name="Google Shape;25431;p148"/>
            <p:cNvSpPr/>
            <p:nvPr/>
          </p:nvSpPr>
          <p:spPr>
            <a:xfrm>
              <a:off x="6364802" y="1974104"/>
              <a:ext cx="61962" cy="20684"/>
            </a:xfrm>
            <a:custGeom>
              <a:avLst/>
              <a:gdLst/>
              <a:ahLst/>
              <a:cxnLst/>
              <a:rect l="l" t="t" r="r" b="b"/>
              <a:pathLst>
                <a:path w="2073" h="692" extrusionOk="0">
                  <a:moveTo>
                    <a:pt x="1" y="0"/>
                  </a:moveTo>
                  <a:lnTo>
                    <a:pt x="1" y="691"/>
                  </a:lnTo>
                  <a:lnTo>
                    <a:pt x="2073" y="691"/>
                  </a:lnTo>
                  <a:lnTo>
                    <a:pt x="2073"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2" name="Google Shape;25432;p148"/>
            <p:cNvSpPr/>
            <p:nvPr/>
          </p:nvSpPr>
          <p:spPr>
            <a:xfrm>
              <a:off x="6364802" y="1934948"/>
              <a:ext cx="61962" cy="20684"/>
            </a:xfrm>
            <a:custGeom>
              <a:avLst/>
              <a:gdLst/>
              <a:ahLst/>
              <a:cxnLst/>
              <a:rect l="l" t="t" r="r" b="b"/>
              <a:pathLst>
                <a:path w="2073" h="692" extrusionOk="0">
                  <a:moveTo>
                    <a:pt x="1" y="1"/>
                  </a:moveTo>
                  <a:lnTo>
                    <a:pt x="1" y="691"/>
                  </a:lnTo>
                  <a:lnTo>
                    <a:pt x="2073" y="691"/>
                  </a:lnTo>
                  <a:lnTo>
                    <a:pt x="2073"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3" name="Google Shape;25433;p148"/>
            <p:cNvSpPr/>
            <p:nvPr/>
          </p:nvSpPr>
          <p:spPr>
            <a:xfrm>
              <a:off x="6324241" y="1974104"/>
              <a:ext cx="20684" cy="20684"/>
            </a:xfrm>
            <a:custGeom>
              <a:avLst/>
              <a:gdLst/>
              <a:ahLst/>
              <a:cxnLst/>
              <a:rect l="l" t="t" r="r" b="b"/>
              <a:pathLst>
                <a:path w="692" h="692" extrusionOk="0">
                  <a:moveTo>
                    <a:pt x="0" y="0"/>
                  </a:moveTo>
                  <a:lnTo>
                    <a:pt x="0" y="691"/>
                  </a:lnTo>
                  <a:lnTo>
                    <a:pt x="691" y="691"/>
                  </a:lnTo>
                  <a:lnTo>
                    <a:pt x="691"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4" name="Google Shape;25434;p148"/>
            <p:cNvSpPr/>
            <p:nvPr/>
          </p:nvSpPr>
          <p:spPr>
            <a:xfrm>
              <a:off x="6324241" y="1934948"/>
              <a:ext cx="20684" cy="20684"/>
            </a:xfrm>
            <a:custGeom>
              <a:avLst/>
              <a:gdLst/>
              <a:ahLst/>
              <a:cxnLst/>
              <a:rect l="l" t="t" r="r" b="b"/>
              <a:pathLst>
                <a:path w="692" h="692" extrusionOk="0">
                  <a:moveTo>
                    <a:pt x="0" y="1"/>
                  </a:moveTo>
                  <a:lnTo>
                    <a:pt x="0" y="691"/>
                  </a:lnTo>
                  <a:lnTo>
                    <a:pt x="691" y="691"/>
                  </a:lnTo>
                  <a:lnTo>
                    <a:pt x="69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5" name="Google Shape;25435;p148"/>
            <p:cNvSpPr/>
            <p:nvPr/>
          </p:nvSpPr>
          <p:spPr>
            <a:xfrm>
              <a:off x="6082220" y="2048142"/>
              <a:ext cx="270504" cy="32042"/>
            </a:xfrm>
            <a:custGeom>
              <a:avLst/>
              <a:gdLst/>
              <a:ahLst/>
              <a:cxnLst/>
              <a:rect l="l" t="t" r="r" b="b"/>
              <a:pathLst>
                <a:path w="9050" h="1072" extrusionOk="0">
                  <a:moveTo>
                    <a:pt x="1" y="0"/>
                  </a:moveTo>
                  <a:lnTo>
                    <a:pt x="1" y="1072"/>
                  </a:lnTo>
                  <a:lnTo>
                    <a:pt x="7978" y="1072"/>
                  </a:lnTo>
                  <a:lnTo>
                    <a:pt x="9050"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6" name="Google Shape;25436;p148"/>
            <p:cNvSpPr/>
            <p:nvPr/>
          </p:nvSpPr>
          <p:spPr>
            <a:xfrm>
              <a:off x="6082937" y="2135691"/>
              <a:ext cx="219273" cy="32042"/>
            </a:xfrm>
            <a:custGeom>
              <a:avLst/>
              <a:gdLst/>
              <a:ahLst/>
              <a:cxnLst/>
              <a:rect l="l" t="t" r="r" b="b"/>
              <a:pathLst>
                <a:path w="7336" h="1072" extrusionOk="0">
                  <a:moveTo>
                    <a:pt x="0" y="0"/>
                  </a:moveTo>
                  <a:lnTo>
                    <a:pt x="0" y="1072"/>
                  </a:lnTo>
                  <a:lnTo>
                    <a:pt x="6264" y="1072"/>
                  </a:lnTo>
                  <a:lnTo>
                    <a:pt x="7335"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7" name="Google Shape;25437;p148"/>
            <p:cNvSpPr/>
            <p:nvPr/>
          </p:nvSpPr>
          <p:spPr>
            <a:xfrm>
              <a:off x="6082937" y="2222522"/>
              <a:ext cx="162333" cy="32072"/>
            </a:xfrm>
            <a:custGeom>
              <a:avLst/>
              <a:gdLst/>
              <a:ahLst/>
              <a:cxnLst/>
              <a:rect l="l" t="t" r="r" b="b"/>
              <a:pathLst>
                <a:path w="5431" h="1073" extrusionOk="0">
                  <a:moveTo>
                    <a:pt x="0" y="1"/>
                  </a:moveTo>
                  <a:lnTo>
                    <a:pt x="0" y="1072"/>
                  </a:lnTo>
                  <a:lnTo>
                    <a:pt x="4358" y="1072"/>
                  </a:lnTo>
                  <a:lnTo>
                    <a:pt x="5430"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38" name="Google Shape;25438;p148"/>
          <p:cNvGrpSpPr/>
          <p:nvPr/>
        </p:nvGrpSpPr>
        <p:grpSpPr>
          <a:xfrm>
            <a:off x="6984893" y="1765658"/>
            <a:ext cx="343110" cy="344544"/>
            <a:chOff x="6742117" y="1922842"/>
            <a:chExt cx="343110" cy="344544"/>
          </a:xfrm>
        </p:grpSpPr>
        <p:sp>
          <p:nvSpPr>
            <p:cNvPr id="25439" name="Google Shape;25439;p148"/>
            <p:cNvSpPr/>
            <p:nvPr/>
          </p:nvSpPr>
          <p:spPr>
            <a:xfrm>
              <a:off x="6770572" y="2078750"/>
              <a:ext cx="20684" cy="125299"/>
            </a:xfrm>
            <a:custGeom>
              <a:avLst/>
              <a:gdLst/>
              <a:ahLst/>
              <a:cxnLst/>
              <a:rect l="l" t="t" r="r" b="b"/>
              <a:pathLst>
                <a:path w="692" h="4192" extrusionOk="0">
                  <a:moveTo>
                    <a:pt x="1" y="0"/>
                  </a:moveTo>
                  <a:lnTo>
                    <a:pt x="1" y="4191"/>
                  </a:lnTo>
                  <a:lnTo>
                    <a:pt x="692" y="4191"/>
                  </a:lnTo>
                  <a:lnTo>
                    <a:pt x="692"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0" name="Google Shape;25440;p148"/>
            <p:cNvSpPr/>
            <p:nvPr/>
          </p:nvSpPr>
          <p:spPr>
            <a:xfrm>
              <a:off x="6859556" y="1991171"/>
              <a:ext cx="20684" cy="217868"/>
            </a:xfrm>
            <a:custGeom>
              <a:avLst/>
              <a:gdLst/>
              <a:ahLst/>
              <a:cxnLst/>
              <a:rect l="l" t="t" r="r" b="b"/>
              <a:pathLst>
                <a:path w="692" h="7289" extrusionOk="0">
                  <a:moveTo>
                    <a:pt x="1" y="1"/>
                  </a:moveTo>
                  <a:lnTo>
                    <a:pt x="1" y="7288"/>
                  </a:lnTo>
                  <a:lnTo>
                    <a:pt x="691" y="7288"/>
                  </a:lnTo>
                  <a:lnTo>
                    <a:pt x="69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1" name="Google Shape;25441;p148"/>
            <p:cNvSpPr/>
            <p:nvPr/>
          </p:nvSpPr>
          <p:spPr>
            <a:xfrm>
              <a:off x="6947821" y="2101526"/>
              <a:ext cx="19967" cy="102523"/>
            </a:xfrm>
            <a:custGeom>
              <a:avLst/>
              <a:gdLst/>
              <a:ahLst/>
              <a:cxnLst/>
              <a:rect l="l" t="t" r="r" b="b"/>
              <a:pathLst>
                <a:path w="668" h="3430" extrusionOk="0">
                  <a:moveTo>
                    <a:pt x="1" y="0"/>
                  </a:moveTo>
                  <a:lnTo>
                    <a:pt x="1" y="3429"/>
                  </a:lnTo>
                  <a:lnTo>
                    <a:pt x="668" y="3429"/>
                  </a:lnTo>
                  <a:lnTo>
                    <a:pt x="66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2" name="Google Shape;25442;p148"/>
            <p:cNvSpPr/>
            <p:nvPr/>
          </p:nvSpPr>
          <p:spPr>
            <a:xfrm>
              <a:off x="7036805" y="2019657"/>
              <a:ext cx="19967" cy="188666"/>
            </a:xfrm>
            <a:custGeom>
              <a:avLst/>
              <a:gdLst/>
              <a:ahLst/>
              <a:cxnLst/>
              <a:rect l="l" t="t" r="r" b="b"/>
              <a:pathLst>
                <a:path w="668" h="6312" extrusionOk="0">
                  <a:moveTo>
                    <a:pt x="1" y="1"/>
                  </a:moveTo>
                  <a:lnTo>
                    <a:pt x="1" y="6311"/>
                  </a:lnTo>
                  <a:lnTo>
                    <a:pt x="667" y="6311"/>
                  </a:lnTo>
                  <a:lnTo>
                    <a:pt x="667"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3" name="Google Shape;25443;p148"/>
            <p:cNvSpPr/>
            <p:nvPr/>
          </p:nvSpPr>
          <p:spPr>
            <a:xfrm>
              <a:off x="6742117" y="2009703"/>
              <a:ext cx="78312" cy="78312"/>
            </a:xfrm>
            <a:custGeom>
              <a:avLst/>
              <a:gdLst/>
              <a:ahLst/>
              <a:cxnLst/>
              <a:rect l="l" t="t" r="r" b="b"/>
              <a:pathLst>
                <a:path w="2620" h="2620" extrusionOk="0">
                  <a:moveTo>
                    <a:pt x="1310" y="0"/>
                  </a:moveTo>
                  <a:cubicBezTo>
                    <a:pt x="572" y="0"/>
                    <a:pt x="0" y="595"/>
                    <a:pt x="0" y="1310"/>
                  </a:cubicBezTo>
                  <a:cubicBezTo>
                    <a:pt x="0" y="2048"/>
                    <a:pt x="572" y="2620"/>
                    <a:pt x="1310" y="2620"/>
                  </a:cubicBezTo>
                  <a:cubicBezTo>
                    <a:pt x="2025" y="2620"/>
                    <a:pt x="2620" y="2048"/>
                    <a:pt x="2620" y="1310"/>
                  </a:cubicBezTo>
                  <a:cubicBezTo>
                    <a:pt x="2620" y="595"/>
                    <a:pt x="2025" y="0"/>
                    <a:pt x="1310" y="0"/>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4" name="Google Shape;25444;p148"/>
            <p:cNvSpPr/>
            <p:nvPr/>
          </p:nvSpPr>
          <p:spPr>
            <a:xfrm>
              <a:off x="6829665" y="1922842"/>
              <a:ext cx="78342" cy="78342"/>
            </a:xfrm>
            <a:custGeom>
              <a:avLst/>
              <a:gdLst/>
              <a:ahLst/>
              <a:cxnLst/>
              <a:rect l="l" t="t" r="r" b="b"/>
              <a:pathLst>
                <a:path w="2621" h="2621" extrusionOk="0">
                  <a:moveTo>
                    <a:pt x="1310" y="1"/>
                  </a:moveTo>
                  <a:cubicBezTo>
                    <a:pt x="596" y="1"/>
                    <a:pt x="1" y="572"/>
                    <a:pt x="1" y="1311"/>
                  </a:cubicBezTo>
                  <a:cubicBezTo>
                    <a:pt x="1" y="2025"/>
                    <a:pt x="596" y="2620"/>
                    <a:pt x="1310" y="2620"/>
                  </a:cubicBezTo>
                  <a:cubicBezTo>
                    <a:pt x="2049" y="2620"/>
                    <a:pt x="2620" y="2025"/>
                    <a:pt x="2620" y="1311"/>
                  </a:cubicBezTo>
                  <a:cubicBezTo>
                    <a:pt x="2620" y="572"/>
                    <a:pt x="2049" y="1"/>
                    <a:pt x="1310"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5" name="Google Shape;25445;p148"/>
            <p:cNvSpPr/>
            <p:nvPr/>
          </p:nvSpPr>
          <p:spPr>
            <a:xfrm>
              <a:off x="6918649" y="2033885"/>
              <a:ext cx="78312" cy="78342"/>
            </a:xfrm>
            <a:custGeom>
              <a:avLst/>
              <a:gdLst/>
              <a:ahLst/>
              <a:cxnLst/>
              <a:rect l="l" t="t" r="r" b="b"/>
              <a:pathLst>
                <a:path w="2620" h="2621" extrusionOk="0">
                  <a:moveTo>
                    <a:pt x="1310" y="1"/>
                  </a:moveTo>
                  <a:cubicBezTo>
                    <a:pt x="596" y="1"/>
                    <a:pt x="0" y="596"/>
                    <a:pt x="0" y="1311"/>
                  </a:cubicBezTo>
                  <a:cubicBezTo>
                    <a:pt x="0" y="2025"/>
                    <a:pt x="596" y="2620"/>
                    <a:pt x="1310" y="2620"/>
                  </a:cubicBezTo>
                  <a:cubicBezTo>
                    <a:pt x="2048" y="2620"/>
                    <a:pt x="2620" y="2025"/>
                    <a:pt x="2620" y="1311"/>
                  </a:cubicBezTo>
                  <a:cubicBezTo>
                    <a:pt x="2620" y="596"/>
                    <a:pt x="2048" y="1"/>
                    <a:pt x="1310"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6" name="Google Shape;25446;p148"/>
            <p:cNvSpPr/>
            <p:nvPr/>
          </p:nvSpPr>
          <p:spPr>
            <a:xfrm>
              <a:off x="7006914" y="1951328"/>
              <a:ext cx="78312" cy="78312"/>
            </a:xfrm>
            <a:custGeom>
              <a:avLst/>
              <a:gdLst/>
              <a:ahLst/>
              <a:cxnLst/>
              <a:rect l="l" t="t" r="r" b="b"/>
              <a:pathLst>
                <a:path w="2620" h="2620" extrusionOk="0">
                  <a:moveTo>
                    <a:pt x="1310" y="0"/>
                  </a:moveTo>
                  <a:cubicBezTo>
                    <a:pt x="596" y="0"/>
                    <a:pt x="0" y="572"/>
                    <a:pt x="0" y="1310"/>
                  </a:cubicBezTo>
                  <a:cubicBezTo>
                    <a:pt x="0" y="2025"/>
                    <a:pt x="596" y="2620"/>
                    <a:pt x="1310" y="2620"/>
                  </a:cubicBezTo>
                  <a:cubicBezTo>
                    <a:pt x="2048" y="2620"/>
                    <a:pt x="2620" y="2025"/>
                    <a:pt x="2620" y="1310"/>
                  </a:cubicBezTo>
                  <a:cubicBezTo>
                    <a:pt x="2620" y="572"/>
                    <a:pt x="2048" y="0"/>
                    <a:pt x="1310"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7" name="Google Shape;25447;p148"/>
            <p:cNvSpPr/>
            <p:nvPr/>
          </p:nvSpPr>
          <p:spPr>
            <a:xfrm>
              <a:off x="6742117" y="2204020"/>
              <a:ext cx="99683" cy="63367"/>
            </a:xfrm>
            <a:custGeom>
              <a:avLst/>
              <a:gdLst/>
              <a:ahLst/>
              <a:cxnLst/>
              <a:rect l="l" t="t" r="r" b="b"/>
              <a:pathLst>
                <a:path w="3335" h="2120" extrusionOk="0">
                  <a:moveTo>
                    <a:pt x="0" y="0"/>
                  </a:moveTo>
                  <a:lnTo>
                    <a:pt x="0" y="2120"/>
                  </a:lnTo>
                  <a:lnTo>
                    <a:pt x="2882" y="2120"/>
                  </a:lnTo>
                  <a:lnTo>
                    <a:pt x="3334" y="1048"/>
                  </a:lnTo>
                  <a:lnTo>
                    <a:pt x="2882"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8" name="Google Shape;25448;p148"/>
            <p:cNvSpPr/>
            <p:nvPr/>
          </p:nvSpPr>
          <p:spPr>
            <a:xfrm>
              <a:off x="6827543" y="2204020"/>
              <a:ext cx="99683" cy="63367"/>
            </a:xfrm>
            <a:custGeom>
              <a:avLst/>
              <a:gdLst/>
              <a:ahLst/>
              <a:cxnLst/>
              <a:rect l="l" t="t" r="r" b="b"/>
              <a:pathLst>
                <a:path w="3335" h="2120" extrusionOk="0">
                  <a:moveTo>
                    <a:pt x="0" y="0"/>
                  </a:moveTo>
                  <a:lnTo>
                    <a:pt x="0" y="2120"/>
                  </a:lnTo>
                  <a:lnTo>
                    <a:pt x="2882" y="2120"/>
                  </a:lnTo>
                  <a:lnTo>
                    <a:pt x="3334" y="1048"/>
                  </a:lnTo>
                  <a:lnTo>
                    <a:pt x="2882"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9" name="Google Shape;25449;p148"/>
            <p:cNvSpPr/>
            <p:nvPr/>
          </p:nvSpPr>
          <p:spPr>
            <a:xfrm>
              <a:off x="6913657" y="2204020"/>
              <a:ext cx="99683" cy="63367"/>
            </a:xfrm>
            <a:custGeom>
              <a:avLst/>
              <a:gdLst/>
              <a:ahLst/>
              <a:cxnLst/>
              <a:rect l="l" t="t" r="r" b="b"/>
              <a:pathLst>
                <a:path w="3335" h="2120" extrusionOk="0">
                  <a:moveTo>
                    <a:pt x="1" y="0"/>
                  </a:moveTo>
                  <a:lnTo>
                    <a:pt x="1" y="2120"/>
                  </a:lnTo>
                  <a:lnTo>
                    <a:pt x="2882" y="2120"/>
                  </a:lnTo>
                  <a:lnTo>
                    <a:pt x="3335" y="1048"/>
                  </a:lnTo>
                  <a:lnTo>
                    <a:pt x="288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0" name="Google Shape;25450;p148"/>
            <p:cNvSpPr/>
            <p:nvPr/>
          </p:nvSpPr>
          <p:spPr>
            <a:xfrm>
              <a:off x="6999083" y="2204020"/>
              <a:ext cx="86143" cy="63367"/>
            </a:xfrm>
            <a:custGeom>
              <a:avLst/>
              <a:gdLst/>
              <a:ahLst/>
              <a:cxnLst/>
              <a:rect l="l" t="t" r="r" b="b"/>
              <a:pathLst>
                <a:path w="2882" h="2120" extrusionOk="0">
                  <a:moveTo>
                    <a:pt x="0" y="0"/>
                  </a:moveTo>
                  <a:lnTo>
                    <a:pt x="0" y="2120"/>
                  </a:lnTo>
                  <a:lnTo>
                    <a:pt x="2882" y="2120"/>
                  </a:lnTo>
                  <a:lnTo>
                    <a:pt x="2882"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51" name="Google Shape;25451;p148"/>
          <p:cNvGrpSpPr/>
          <p:nvPr/>
        </p:nvGrpSpPr>
        <p:grpSpPr>
          <a:xfrm>
            <a:off x="7711598" y="1770442"/>
            <a:ext cx="344573" cy="344543"/>
            <a:chOff x="7406975" y="1922842"/>
            <a:chExt cx="344573" cy="344543"/>
          </a:xfrm>
        </p:grpSpPr>
        <p:sp>
          <p:nvSpPr>
            <p:cNvPr id="25452" name="Google Shape;25452;p148"/>
            <p:cNvSpPr/>
            <p:nvPr/>
          </p:nvSpPr>
          <p:spPr>
            <a:xfrm>
              <a:off x="7406975" y="1923739"/>
              <a:ext cx="344572" cy="177816"/>
            </a:xfrm>
            <a:custGeom>
              <a:avLst/>
              <a:gdLst/>
              <a:ahLst/>
              <a:cxnLst/>
              <a:rect l="l" t="t" r="r" b="b"/>
              <a:pathLst>
                <a:path w="11528" h="5949" extrusionOk="0">
                  <a:moveTo>
                    <a:pt x="5748" y="1"/>
                  </a:moveTo>
                  <a:cubicBezTo>
                    <a:pt x="4217" y="1"/>
                    <a:pt x="2783" y="599"/>
                    <a:pt x="1716" y="1685"/>
                  </a:cubicBezTo>
                  <a:cubicBezTo>
                    <a:pt x="644" y="2757"/>
                    <a:pt x="1" y="4234"/>
                    <a:pt x="1" y="5781"/>
                  </a:cubicBezTo>
                  <a:lnTo>
                    <a:pt x="1" y="5948"/>
                  </a:lnTo>
                  <a:lnTo>
                    <a:pt x="11527" y="5948"/>
                  </a:lnTo>
                  <a:lnTo>
                    <a:pt x="11527" y="5924"/>
                  </a:lnTo>
                  <a:lnTo>
                    <a:pt x="11527" y="5734"/>
                  </a:lnTo>
                  <a:cubicBezTo>
                    <a:pt x="11527" y="3829"/>
                    <a:pt x="10598" y="2043"/>
                    <a:pt x="8931" y="947"/>
                  </a:cubicBezTo>
                  <a:cubicBezTo>
                    <a:pt x="8336" y="542"/>
                    <a:pt x="7669" y="257"/>
                    <a:pt x="6907" y="114"/>
                  </a:cubicBezTo>
                  <a:cubicBezTo>
                    <a:pt x="6518" y="38"/>
                    <a:pt x="6130" y="1"/>
                    <a:pt x="5748"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3" name="Google Shape;25453;p148"/>
            <p:cNvSpPr/>
            <p:nvPr/>
          </p:nvSpPr>
          <p:spPr>
            <a:xfrm>
              <a:off x="7579263" y="1922842"/>
              <a:ext cx="172286" cy="177278"/>
            </a:xfrm>
            <a:custGeom>
              <a:avLst/>
              <a:gdLst/>
              <a:ahLst/>
              <a:cxnLst/>
              <a:rect l="l" t="t" r="r" b="b"/>
              <a:pathLst>
                <a:path w="5764" h="5931" extrusionOk="0">
                  <a:moveTo>
                    <a:pt x="0" y="1"/>
                  </a:moveTo>
                  <a:lnTo>
                    <a:pt x="0" y="5931"/>
                  </a:lnTo>
                  <a:lnTo>
                    <a:pt x="5763" y="5931"/>
                  </a:lnTo>
                  <a:lnTo>
                    <a:pt x="5763" y="5764"/>
                  </a:lnTo>
                  <a:cubicBezTo>
                    <a:pt x="5763" y="4216"/>
                    <a:pt x="5168" y="2787"/>
                    <a:pt x="4072" y="1692"/>
                  </a:cubicBezTo>
                  <a:cubicBezTo>
                    <a:pt x="2977" y="596"/>
                    <a:pt x="1548" y="1"/>
                    <a:pt x="0" y="1"/>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4" name="Google Shape;25454;p148"/>
            <p:cNvSpPr/>
            <p:nvPr/>
          </p:nvSpPr>
          <p:spPr>
            <a:xfrm>
              <a:off x="7406975" y="2093695"/>
              <a:ext cx="344572" cy="172435"/>
            </a:xfrm>
            <a:custGeom>
              <a:avLst/>
              <a:gdLst/>
              <a:ahLst/>
              <a:cxnLst/>
              <a:rect l="l" t="t" r="r" b="b"/>
              <a:pathLst>
                <a:path w="11528" h="5769" extrusionOk="0">
                  <a:moveTo>
                    <a:pt x="1" y="0"/>
                  </a:moveTo>
                  <a:cubicBezTo>
                    <a:pt x="1" y="1548"/>
                    <a:pt x="644" y="3001"/>
                    <a:pt x="1716" y="4072"/>
                  </a:cubicBezTo>
                  <a:cubicBezTo>
                    <a:pt x="2773" y="5168"/>
                    <a:pt x="4190" y="5769"/>
                    <a:pt x="5705" y="5769"/>
                  </a:cubicBezTo>
                  <a:cubicBezTo>
                    <a:pt x="6101" y="5769"/>
                    <a:pt x="6503" y="5728"/>
                    <a:pt x="6907" y="5644"/>
                  </a:cubicBezTo>
                  <a:cubicBezTo>
                    <a:pt x="7669" y="5501"/>
                    <a:pt x="8336" y="5239"/>
                    <a:pt x="8931" y="4811"/>
                  </a:cubicBezTo>
                  <a:cubicBezTo>
                    <a:pt x="10598" y="3715"/>
                    <a:pt x="11527" y="1929"/>
                    <a:pt x="11527" y="24"/>
                  </a:cubicBezTo>
                  <a:lnTo>
                    <a:pt x="11527"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5" name="Google Shape;25455;p148"/>
            <p:cNvSpPr/>
            <p:nvPr/>
          </p:nvSpPr>
          <p:spPr>
            <a:xfrm>
              <a:off x="7579263" y="2094412"/>
              <a:ext cx="172286" cy="172973"/>
            </a:xfrm>
            <a:custGeom>
              <a:avLst/>
              <a:gdLst/>
              <a:ahLst/>
              <a:cxnLst/>
              <a:rect l="l" t="t" r="r" b="b"/>
              <a:pathLst>
                <a:path w="5764" h="5787" extrusionOk="0">
                  <a:moveTo>
                    <a:pt x="5763" y="0"/>
                  </a:moveTo>
                  <a:cubicBezTo>
                    <a:pt x="5763" y="8"/>
                    <a:pt x="5763" y="16"/>
                    <a:pt x="5763" y="24"/>
                  </a:cubicBezTo>
                  <a:lnTo>
                    <a:pt x="5763" y="24"/>
                  </a:lnTo>
                  <a:lnTo>
                    <a:pt x="5763" y="0"/>
                  </a:lnTo>
                  <a:close/>
                  <a:moveTo>
                    <a:pt x="0" y="24"/>
                  </a:moveTo>
                  <a:lnTo>
                    <a:pt x="0" y="5787"/>
                  </a:lnTo>
                  <a:cubicBezTo>
                    <a:pt x="1548" y="5787"/>
                    <a:pt x="2977" y="5192"/>
                    <a:pt x="4072" y="4072"/>
                  </a:cubicBezTo>
                  <a:cubicBezTo>
                    <a:pt x="5162" y="2982"/>
                    <a:pt x="5757" y="1563"/>
                    <a:pt x="5763" y="24"/>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6" name="Google Shape;25456;p148"/>
            <p:cNvSpPr/>
            <p:nvPr/>
          </p:nvSpPr>
          <p:spPr>
            <a:xfrm>
              <a:off x="7455397" y="1969830"/>
              <a:ext cx="131725" cy="249163"/>
            </a:xfrm>
            <a:custGeom>
              <a:avLst/>
              <a:gdLst/>
              <a:ahLst/>
              <a:cxnLst/>
              <a:rect l="l" t="t" r="r" b="b"/>
              <a:pathLst>
                <a:path w="4407" h="8336" extrusionOk="0">
                  <a:moveTo>
                    <a:pt x="4168" y="1"/>
                  </a:moveTo>
                  <a:cubicBezTo>
                    <a:pt x="1882" y="1"/>
                    <a:pt x="0" y="1882"/>
                    <a:pt x="0" y="4168"/>
                  </a:cubicBezTo>
                  <a:cubicBezTo>
                    <a:pt x="0" y="6454"/>
                    <a:pt x="1882" y="8336"/>
                    <a:pt x="4168" y="8336"/>
                  </a:cubicBezTo>
                  <a:cubicBezTo>
                    <a:pt x="4263" y="8336"/>
                    <a:pt x="4335" y="8097"/>
                    <a:pt x="4406" y="8097"/>
                  </a:cubicBezTo>
                  <a:lnTo>
                    <a:pt x="4406" y="239"/>
                  </a:lnTo>
                  <a:cubicBezTo>
                    <a:pt x="4311" y="239"/>
                    <a:pt x="4216" y="1"/>
                    <a:pt x="4168"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7" name="Google Shape;25457;p148"/>
            <p:cNvSpPr/>
            <p:nvPr/>
          </p:nvSpPr>
          <p:spPr>
            <a:xfrm>
              <a:off x="7579950" y="1969112"/>
              <a:ext cx="124611" cy="249880"/>
            </a:xfrm>
            <a:custGeom>
              <a:avLst/>
              <a:gdLst/>
              <a:ahLst/>
              <a:cxnLst/>
              <a:rect l="l" t="t" r="r" b="b"/>
              <a:pathLst>
                <a:path w="4169" h="8360" extrusionOk="0">
                  <a:moveTo>
                    <a:pt x="1" y="1"/>
                  </a:moveTo>
                  <a:lnTo>
                    <a:pt x="1" y="8360"/>
                  </a:lnTo>
                  <a:cubicBezTo>
                    <a:pt x="2287" y="8360"/>
                    <a:pt x="4168" y="6478"/>
                    <a:pt x="4168" y="4192"/>
                  </a:cubicBezTo>
                  <a:cubicBezTo>
                    <a:pt x="4168" y="1906"/>
                    <a:pt x="2287" y="25"/>
                    <a:pt x="1"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8" name="Google Shape;25458;p148"/>
            <p:cNvSpPr/>
            <p:nvPr/>
          </p:nvSpPr>
          <p:spPr>
            <a:xfrm>
              <a:off x="7500950" y="2015383"/>
              <a:ext cx="158058" cy="158058"/>
            </a:xfrm>
            <a:custGeom>
              <a:avLst/>
              <a:gdLst/>
              <a:ahLst/>
              <a:cxnLst/>
              <a:rect l="l" t="t" r="r" b="b"/>
              <a:pathLst>
                <a:path w="5288" h="5288" extrusionOk="0">
                  <a:moveTo>
                    <a:pt x="2644" y="1"/>
                  </a:moveTo>
                  <a:cubicBezTo>
                    <a:pt x="1167" y="1"/>
                    <a:pt x="0" y="1191"/>
                    <a:pt x="0" y="2644"/>
                  </a:cubicBezTo>
                  <a:cubicBezTo>
                    <a:pt x="0" y="4097"/>
                    <a:pt x="1167" y="5287"/>
                    <a:pt x="2644" y="5287"/>
                  </a:cubicBezTo>
                  <a:cubicBezTo>
                    <a:pt x="4097" y="5287"/>
                    <a:pt x="5287" y="4097"/>
                    <a:pt x="5287" y="2644"/>
                  </a:cubicBezTo>
                  <a:cubicBezTo>
                    <a:pt x="5287" y="1191"/>
                    <a:pt x="4097" y="1"/>
                    <a:pt x="264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9" name="Google Shape;25459;p148"/>
            <p:cNvSpPr/>
            <p:nvPr/>
          </p:nvSpPr>
          <p:spPr>
            <a:xfrm>
              <a:off x="7579850" y="2015475"/>
              <a:ext cx="79750" cy="158802"/>
            </a:xfrm>
            <a:custGeom>
              <a:avLst/>
              <a:gdLst/>
              <a:ahLst/>
              <a:cxnLst/>
              <a:rect l="l" t="t" r="r" b="b"/>
              <a:pathLst>
                <a:path w="2644" h="5264" extrusionOk="0">
                  <a:moveTo>
                    <a:pt x="0" y="0"/>
                  </a:moveTo>
                  <a:lnTo>
                    <a:pt x="0" y="5263"/>
                  </a:lnTo>
                  <a:cubicBezTo>
                    <a:pt x="1453" y="5263"/>
                    <a:pt x="2643" y="4073"/>
                    <a:pt x="2643" y="2620"/>
                  </a:cubicBezTo>
                  <a:cubicBezTo>
                    <a:pt x="2643" y="1167"/>
                    <a:pt x="1477" y="0"/>
                    <a:pt x="0" y="0"/>
                  </a:cubicBez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0" name="Google Shape;25460;p148"/>
            <p:cNvSpPr/>
            <p:nvPr/>
          </p:nvSpPr>
          <p:spPr>
            <a:xfrm>
              <a:off x="7554334" y="2062370"/>
              <a:ext cx="50574" cy="20684"/>
            </a:xfrm>
            <a:custGeom>
              <a:avLst/>
              <a:gdLst/>
              <a:ahLst/>
              <a:cxnLst/>
              <a:rect l="l" t="t" r="r" b="b"/>
              <a:pathLst>
                <a:path w="1692" h="692" extrusionOk="0">
                  <a:moveTo>
                    <a:pt x="1" y="0"/>
                  </a:moveTo>
                  <a:lnTo>
                    <a:pt x="1" y="691"/>
                  </a:lnTo>
                  <a:lnTo>
                    <a:pt x="1691" y="691"/>
                  </a:lnTo>
                  <a:lnTo>
                    <a:pt x="1691"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1" name="Google Shape;25461;p148"/>
            <p:cNvSpPr/>
            <p:nvPr/>
          </p:nvSpPr>
          <p:spPr>
            <a:xfrm>
              <a:off x="7554334" y="2105801"/>
              <a:ext cx="50574" cy="20654"/>
            </a:xfrm>
            <a:custGeom>
              <a:avLst/>
              <a:gdLst/>
              <a:ahLst/>
              <a:cxnLst/>
              <a:rect l="l" t="t" r="r" b="b"/>
              <a:pathLst>
                <a:path w="1692" h="691" extrusionOk="0">
                  <a:moveTo>
                    <a:pt x="1" y="0"/>
                  </a:moveTo>
                  <a:lnTo>
                    <a:pt x="1" y="691"/>
                  </a:lnTo>
                  <a:lnTo>
                    <a:pt x="1691" y="691"/>
                  </a:lnTo>
                  <a:lnTo>
                    <a:pt x="1691"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2" name="Google Shape;25462;p148"/>
            <p:cNvSpPr/>
            <p:nvPr/>
          </p:nvSpPr>
          <p:spPr>
            <a:xfrm>
              <a:off x="7579950" y="2062370"/>
              <a:ext cx="25676" cy="20684"/>
            </a:xfrm>
            <a:custGeom>
              <a:avLst/>
              <a:gdLst/>
              <a:ahLst/>
              <a:cxnLst/>
              <a:rect l="l" t="t" r="r" b="b"/>
              <a:pathLst>
                <a:path w="859" h="692" extrusionOk="0">
                  <a:moveTo>
                    <a:pt x="1" y="0"/>
                  </a:moveTo>
                  <a:lnTo>
                    <a:pt x="1" y="691"/>
                  </a:lnTo>
                  <a:lnTo>
                    <a:pt x="858" y="691"/>
                  </a:lnTo>
                  <a:lnTo>
                    <a:pt x="85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3" name="Google Shape;25463;p148"/>
            <p:cNvSpPr/>
            <p:nvPr/>
          </p:nvSpPr>
          <p:spPr>
            <a:xfrm>
              <a:off x="7579950" y="2105801"/>
              <a:ext cx="25676" cy="20654"/>
            </a:xfrm>
            <a:custGeom>
              <a:avLst/>
              <a:gdLst/>
              <a:ahLst/>
              <a:cxnLst/>
              <a:rect l="l" t="t" r="r" b="b"/>
              <a:pathLst>
                <a:path w="859" h="691" extrusionOk="0">
                  <a:moveTo>
                    <a:pt x="1" y="0"/>
                  </a:moveTo>
                  <a:lnTo>
                    <a:pt x="1" y="691"/>
                  </a:lnTo>
                  <a:lnTo>
                    <a:pt x="858" y="691"/>
                  </a:lnTo>
                  <a:lnTo>
                    <a:pt x="85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64" name="Google Shape;25464;p148"/>
          <p:cNvGrpSpPr/>
          <p:nvPr/>
        </p:nvGrpSpPr>
        <p:grpSpPr>
          <a:xfrm>
            <a:off x="7711598" y="2296688"/>
            <a:ext cx="344573" cy="344545"/>
            <a:chOff x="7406975" y="2453873"/>
            <a:chExt cx="344573" cy="344545"/>
          </a:xfrm>
        </p:grpSpPr>
        <p:sp>
          <p:nvSpPr>
            <p:cNvPr id="25465" name="Google Shape;25465;p148"/>
            <p:cNvSpPr/>
            <p:nvPr/>
          </p:nvSpPr>
          <p:spPr>
            <a:xfrm>
              <a:off x="7547938" y="2497273"/>
              <a:ext cx="64084" cy="133160"/>
            </a:xfrm>
            <a:custGeom>
              <a:avLst/>
              <a:gdLst/>
              <a:ahLst/>
              <a:cxnLst/>
              <a:rect l="l" t="t" r="r" b="b"/>
              <a:pathLst>
                <a:path w="2144" h="4455" extrusionOk="0">
                  <a:moveTo>
                    <a:pt x="0" y="1"/>
                  </a:moveTo>
                  <a:lnTo>
                    <a:pt x="0" y="4454"/>
                  </a:lnTo>
                  <a:lnTo>
                    <a:pt x="2144" y="4454"/>
                  </a:lnTo>
                  <a:lnTo>
                    <a:pt x="2144"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6" name="Google Shape;25466;p148"/>
            <p:cNvSpPr/>
            <p:nvPr/>
          </p:nvSpPr>
          <p:spPr>
            <a:xfrm>
              <a:off x="7579950" y="2497273"/>
              <a:ext cx="32072" cy="133160"/>
            </a:xfrm>
            <a:custGeom>
              <a:avLst/>
              <a:gdLst/>
              <a:ahLst/>
              <a:cxnLst/>
              <a:rect l="l" t="t" r="r" b="b"/>
              <a:pathLst>
                <a:path w="1073" h="4455" extrusionOk="0">
                  <a:moveTo>
                    <a:pt x="1" y="1"/>
                  </a:moveTo>
                  <a:lnTo>
                    <a:pt x="1" y="4454"/>
                  </a:lnTo>
                  <a:lnTo>
                    <a:pt x="1073" y="4454"/>
                  </a:lnTo>
                  <a:lnTo>
                    <a:pt x="1073"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7" name="Google Shape;25467;p148"/>
            <p:cNvSpPr/>
            <p:nvPr/>
          </p:nvSpPr>
          <p:spPr>
            <a:xfrm>
              <a:off x="7634769" y="2453873"/>
              <a:ext cx="64084" cy="134565"/>
            </a:xfrm>
            <a:custGeom>
              <a:avLst/>
              <a:gdLst/>
              <a:ahLst/>
              <a:cxnLst/>
              <a:rect l="l" t="t" r="r" b="b"/>
              <a:pathLst>
                <a:path w="2144" h="4502" extrusionOk="0">
                  <a:moveTo>
                    <a:pt x="1" y="0"/>
                  </a:moveTo>
                  <a:lnTo>
                    <a:pt x="1" y="4501"/>
                  </a:lnTo>
                  <a:lnTo>
                    <a:pt x="2144" y="4501"/>
                  </a:lnTo>
                  <a:lnTo>
                    <a:pt x="2144"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8" name="Google Shape;25468;p148"/>
            <p:cNvSpPr/>
            <p:nvPr/>
          </p:nvSpPr>
          <p:spPr>
            <a:xfrm>
              <a:off x="7665376" y="2453873"/>
              <a:ext cx="33477" cy="134565"/>
            </a:xfrm>
            <a:custGeom>
              <a:avLst/>
              <a:gdLst/>
              <a:ahLst/>
              <a:cxnLst/>
              <a:rect l="l" t="t" r="r" b="b"/>
              <a:pathLst>
                <a:path w="1120" h="4502" extrusionOk="0">
                  <a:moveTo>
                    <a:pt x="1" y="0"/>
                  </a:moveTo>
                  <a:lnTo>
                    <a:pt x="1" y="4501"/>
                  </a:lnTo>
                  <a:lnTo>
                    <a:pt x="1120" y="4501"/>
                  </a:lnTo>
                  <a:lnTo>
                    <a:pt x="112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9" name="Google Shape;25469;p148"/>
            <p:cNvSpPr/>
            <p:nvPr/>
          </p:nvSpPr>
          <p:spPr>
            <a:xfrm>
              <a:off x="7459794" y="2541421"/>
              <a:ext cx="64084" cy="133847"/>
            </a:xfrm>
            <a:custGeom>
              <a:avLst/>
              <a:gdLst/>
              <a:ahLst/>
              <a:cxnLst/>
              <a:rect l="l" t="t" r="r" b="b"/>
              <a:pathLst>
                <a:path w="2144" h="4478" extrusionOk="0">
                  <a:moveTo>
                    <a:pt x="0" y="0"/>
                  </a:moveTo>
                  <a:lnTo>
                    <a:pt x="0" y="4478"/>
                  </a:lnTo>
                  <a:lnTo>
                    <a:pt x="2143" y="4478"/>
                  </a:lnTo>
                  <a:lnTo>
                    <a:pt x="2143"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0" name="Google Shape;25470;p148"/>
            <p:cNvSpPr/>
            <p:nvPr/>
          </p:nvSpPr>
          <p:spPr>
            <a:xfrm>
              <a:off x="7492280" y="2541421"/>
              <a:ext cx="32072" cy="133847"/>
            </a:xfrm>
            <a:custGeom>
              <a:avLst/>
              <a:gdLst/>
              <a:ahLst/>
              <a:cxnLst/>
              <a:rect l="l" t="t" r="r" b="b"/>
              <a:pathLst>
                <a:path w="1073" h="4478" extrusionOk="0">
                  <a:moveTo>
                    <a:pt x="1" y="0"/>
                  </a:moveTo>
                  <a:lnTo>
                    <a:pt x="1" y="4478"/>
                  </a:lnTo>
                  <a:lnTo>
                    <a:pt x="1073" y="4478"/>
                  </a:lnTo>
                  <a:lnTo>
                    <a:pt x="107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1" name="Google Shape;25471;p148"/>
            <p:cNvSpPr/>
            <p:nvPr/>
          </p:nvSpPr>
          <p:spPr>
            <a:xfrm>
              <a:off x="7547938" y="2628252"/>
              <a:ext cx="64084" cy="116780"/>
            </a:xfrm>
            <a:custGeom>
              <a:avLst/>
              <a:gdLst/>
              <a:ahLst/>
              <a:cxnLst/>
              <a:rect l="l" t="t" r="r" b="b"/>
              <a:pathLst>
                <a:path w="2144" h="3907" extrusionOk="0">
                  <a:moveTo>
                    <a:pt x="0" y="1"/>
                  </a:moveTo>
                  <a:lnTo>
                    <a:pt x="0" y="3906"/>
                  </a:lnTo>
                  <a:lnTo>
                    <a:pt x="2144" y="3906"/>
                  </a:lnTo>
                  <a:lnTo>
                    <a:pt x="2144"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2" name="Google Shape;25472;p148"/>
            <p:cNvSpPr/>
            <p:nvPr/>
          </p:nvSpPr>
          <p:spPr>
            <a:xfrm>
              <a:off x="7634769" y="2584852"/>
              <a:ext cx="64084" cy="160181"/>
            </a:xfrm>
            <a:custGeom>
              <a:avLst/>
              <a:gdLst/>
              <a:ahLst/>
              <a:cxnLst/>
              <a:rect l="l" t="t" r="r" b="b"/>
              <a:pathLst>
                <a:path w="2144" h="5359" extrusionOk="0">
                  <a:moveTo>
                    <a:pt x="1" y="0"/>
                  </a:moveTo>
                  <a:lnTo>
                    <a:pt x="1" y="5358"/>
                  </a:lnTo>
                  <a:lnTo>
                    <a:pt x="2144" y="5358"/>
                  </a:lnTo>
                  <a:lnTo>
                    <a:pt x="2144"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3" name="Google Shape;25473;p148"/>
            <p:cNvSpPr/>
            <p:nvPr/>
          </p:nvSpPr>
          <p:spPr>
            <a:xfrm>
              <a:off x="7579950" y="2628252"/>
              <a:ext cx="32072" cy="116780"/>
            </a:xfrm>
            <a:custGeom>
              <a:avLst/>
              <a:gdLst/>
              <a:ahLst/>
              <a:cxnLst/>
              <a:rect l="l" t="t" r="r" b="b"/>
              <a:pathLst>
                <a:path w="1073" h="3907" extrusionOk="0">
                  <a:moveTo>
                    <a:pt x="1" y="1"/>
                  </a:moveTo>
                  <a:lnTo>
                    <a:pt x="1" y="3906"/>
                  </a:lnTo>
                  <a:lnTo>
                    <a:pt x="1073" y="3906"/>
                  </a:lnTo>
                  <a:lnTo>
                    <a:pt x="1073"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4" name="Google Shape;25474;p148"/>
            <p:cNvSpPr/>
            <p:nvPr/>
          </p:nvSpPr>
          <p:spPr>
            <a:xfrm>
              <a:off x="7665376" y="2584852"/>
              <a:ext cx="33477" cy="160181"/>
            </a:xfrm>
            <a:custGeom>
              <a:avLst/>
              <a:gdLst/>
              <a:ahLst/>
              <a:cxnLst/>
              <a:rect l="l" t="t" r="r" b="b"/>
              <a:pathLst>
                <a:path w="1120" h="5359" extrusionOk="0">
                  <a:moveTo>
                    <a:pt x="1" y="0"/>
                  </a:moveTo>
                  <a:lnTo>
                    <a:pt x="1" y="5358"/>
                  </a:lnTo>
                  <a:lnTo>
                    <a:pt x="1120" y="5358"/>
                  </a:lnTo>
                  <a:lnTo>
                    <a:pt x="1120"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5" name="Google Shape;25475;p148"/>
            <p:cNvSpPr/>
            <p:nvPr/>
          </p:nvSpPr>
          <p:spPr>
            <a:xfrm>
              <a:off x="7459794" y="2671683"/>
              <a:ext cx="64084" cy="73350"/>
            </a:xfrm>
            <a:custGeom>
              <a:avLst/>
              <a:gdLst/>
              <a:ahLst/>
              <a:cxnLst/>
              <a:rect l="l" t="t" r="r" b="b"/>
              <a:pathLst>
                <a:path w="2144" h="2454" extrusionOk="0">
                  <a:moveTo>
                    <a:pt x="0" y="0"/>
                  </a:moveTo>
                  <a:lnTo>
                    <a:pt x="0" y="2453"/>
                  </a:lnTo>
                  <a:lnTo>
                    <a:pt x="2143" y="2453"/>
                  </a:lnTo>
                  <a:lnTo>
                    <a:pt x="2143"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6" name="Google Shape;25476;p148"/>
            <p:cNvSpPr/>
            <p:nvPr/>
          </p:nvSpPr>
          <p:spPr>
            <a:xfrm>
              <a:off x="7492280" y="2671683"/>
              <a:ext cx="32072" cy="73350"/>
            </a:xfrm>
            <a:custGeom>
              <a:avLst/>
              <a:gdLst/>
              <a:ahLst/>
              <a:cxnLst/>
              <a:rect l="l" t="t" r="r" b="b"/>
              <a:pathLst>
                <a:path w="1073" h="2454" extrusionOk="0">
                  <a:moveTo>
                    <a:pt x="1" y="0"/>
                  </a:moveTo>
                  <a:lnTo>
                    <a:pt x="1" y="2453"/>
                  </a:lnTo>
                  <a:lnTo>
                    <a:pt x="1073" y="2453"/>
                  </a:lnTo>
                  <a:lnTo>
                    <a:pt x="1073"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7" name="Google Shape;25477;p148"/>
            <p:cNvSpPr/>
            <p:nvPr/>
          </p:nvSpPr>
          <p:spPr>
            <a:xfrm>
              <a:off x="7470343" y="2777733"/>
              <a:ext cx="43460" cy="20684"/>
            </a:xfrm>
            <a:custGeom>
              <a:avLst/>
              <a:gdLst/>
              <a:ahLst/>
              <a:cxnLst/>
              <a:rect l="l" t="t" r="r" b="b"/>
              <a:pathLst>
                <a:path w="1454" h="692" extrusionOk="0">
                  <a:moveTo>
                    <a:pt x="0" y="1"/>
                  </a:moveTo>
                  <a:lnTo>
                    <a:pt x="0" y="691"/>
                  </a:lnTo>
                  <a:lnTo>
                    <a:pt x="1453" y="691"/>
                  </a:lnTo>
                  <a:lnTo>
                    <a:pt x="1453" y="1"/>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8" name="Google Shape;25478;p148"/>
            <p:cNvSpPr/>
            <p:nvPr/>
          </p:nvSpPr>
          <p:spPr>
            <a:xfrm>
              <a:off x="7557891" y="2777733"/>
              <a:ext cx="43460" cy="20684"/>
            </a:xfrm>
            <a:custGeom>
              <a:avLst/>
              <a:gdLst/>
              <a:ahLst/>
              <a:cxnLst/>
              <a:rect l="l" t="t" r="r" b="b"/>
              <a:pathLst>
                <a:path w="1454" h="692" extrusionOk="0">
                  <a:moveTo>
                    <a:pt x="1" y="1"/>
                  </a:moveTo>
                  <a:lnTo>
                    <a:pt x="1" y="691"/>
                  </a:lnTo>
                  <a:lnTo>
                    <a:pt x="1453" y="691"/>
                  </a:lnTo>
                  <a:lnTo>
                    <a:pt x="1453"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9" name="Google Shape;25479;p148"/>
            <p:cNvSpPr/>
            <p:nvPr/>
          </p:nvSpPr>
          <p:spPr>
            <a:xfrm>
              <a:off x="7645440" y="2777733"/>
              <a:ext cx="44177" cy="20684"/>
            </a:xfrm>
            <a:custGeom>
              <a:avLst/>
              <a:gdLst/>
              <a:ahLst/>
              <a:cxnLst/>
              <a:rect l="l" t="t" r="r" b="b"/>
              <a:pathLst>
                <a:path w="1478" h="692" extrusionOk="0">
                  <a:moveTo>
                    <a:pt x="1" y="1"/>
                  </a:moveTo>
                  <a:lnTo>
                    <a:pt x="1" y="691"/>
                  </a:lnTo>
                  <a:lnTo>
                    <a:pt x="1477" y="691"/>
                  </a:lnTo>
                  <a:lnTo>
                    <a:pt x="1477"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0" name="Google Shape;25480;p148"/>
            <p:cNvSpPr/>
            <p:nvPr/>
          </p:nvSpPr>
          <p:spPr>
            <a:xfrm>
              <a:off x="7491684" y="2777733"/>
              <a:ext cx="22119" cy="20684"/>
            </a:xfrm>
            <a:custGeom>
              <a:avLst/>
              <a:gdLst/>
              <a:ahLst/>
              <a:cxnLst/>
              <a:rect l="l" t="t" r="r" b="b"/>
              <a:pathLst>
                <a:path w="740" h="692" extrusionOk="0">
                  <a:moveTo>
                    <a:pt x="1" y="1"/>
                  </a:moveTo>
                  <a:lnTo>
                    <a:pt x="1" y="691"/>
                  </a:lnTo>
                  <a:lnTo>
                    <a:pt x="739" y="691"/>
                  </a:lnTo>
                  <a:lnTo>
                    <a:pt x="739"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1" name="Google Shape;25481;p148"/>
            <p:cNvSpPr/>
            <p:nvPr/>
          </p:nvSpPr>
          <p:spPr>
            <a:xfrm>
              <a:off x="7579950" y="2777733"/>
              <a:ext cx="22119" cy="20684"/>
            </a:xfrm>
            <a:custGeom>
              <a:avLst/>
              <a:gdLst/>
              <a:ahLst/>
              <a:cxnLst/>
              <a:rect l="l" t="t" r="r" b="b"/>
              <a:pathLst>
                <a:path w="740" h="692" extrusionOk="0">
                  <a:moveTo>
                    <a:pt x="1" y="1"/>
                  </a:moveTo>
                  <a:lnTo>
                    <a:pt x="1" y="691"/>
                  </a:lnTo>
                  <a:lnTo>
                    <a:pt x="739" y="691"/>
                  </a:lnTo>
                  <a:lnTo>
                    <a:pt x="739"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2" name="Google Shape;25482;p148"/>
            <p:cNvSpPr/>
            <p:nvPr/>
          </p:nvSpPr>
          <p:spPr>
            <a:xfrm>
              <a:off x="7406975" y="2731463"/>
              <a:ext cx="343855" cy="20684"/>
            </a:xfrm>
            <a:custGeom>
              <a:avLst/>
              <a:gdLst/>
              <a:ahLst/>
              <a:cxnLst/>
              <a:rect l="l" t="t" r="r" b="b"/>
              <a:pathLst>
                <a:path w="11504" h="692" extrusionOk="0">
                  <a:moveTo>
                    <a:pt x="1" y="1"/>
                  </a:moveTo>
                  <a:lnTo>
                    <a:pt x="1" y="692"/>
                  </a:lnTo>
                  <a:lnTo>
                    <a:pt x="11503" y="692"/>
                  </a:lnTo>
                  <a:lnTo>
                    <a:pt x="11503"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3" name="Google Shape;25483;p148"/>
            <p:cNvSpPr/>
            <p:nvPr/>
          </p:nvSpPr>
          <p:spPr>
            <a:xfrm>
              <a:off x="7579950" y="2731463"/>
              <a:ext cx="171598" cy="20684"/>
            </a:xfrm>
            <a:custGeom>
              <a:avLst/>
              <a:gdLst/>
              <a:ahLst/>
              <a:cxnLst/>
              <a:rect l="l" t="t" r="r" b="b"/>
              <a:pathLst>
                <a:path w="5741" h="692" extrusionOk="0">
                  <a:moveTo>
                    <a:pt x="1" y="1"/>
                  </a:moveTo>
                  <a:lnTo>
                    <a:pt x="1" y="692"/>
                  </a:lnTo>
                  <a:lnTo>
                    <a:pt x="5740" y="692"/>
                  </a:lnTo>
                  <a:lnTo>
                    <a:pt x="5740"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4" name="Google Shape;25484;p148"/>
            <p:cNvSpPr/>
            <p:nvPr/>
          </p:nvSpPr>
          <p:spPr>
            <a:xfrm>
              <a:off x="7665376" y="2777733"/>
              <a:ext cx="22806" cy="20684"/>
            </a:xfrm>
            <a:custGeom>
              <a:avLst/>
              <a:gdLst/>
              <a:ahLst/>
              <a:cxnLst/>
              <a:rect l="l" t="t" r="r" b="b"/>
              <a:pathLst>
                <a:path w="763" h="692" extrusionOk="0">
                  <a:moveTo>
                    <a:pt x="1" y="1"/>
                  </a:moveTo>
                  <a:lnTo>
                    <a:pt x="1" y="691"/>
                  </a:lnTo>
                  <a:lnTo>
                    <a:pt x="763" y="691"/>
                  </a:lnTo>
                  <a:lnTo>
                    <a:pt x="763"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85" name="Google Shape;25485;p148"/>
          <p:cNvGrpSpPr/>
          <p:nvPr/>
        </p:nvGrpSpPr>
        <p:grpSpPr>
          <a:xfrm>
            <a:off x="6984893" y="2281920"/>
            <a:ext cx="343109" cy="343856"/>
            <a:chOff x="6742117" y="2443889"/>
            <a:chExt cx="343109" cy="343856"/>
          </a:xfrm>
        </p:grpSpPr>
        <p:sp>
          <p:nvSpPr>
            <p:cNvPr id="25486" name="Google Shape;25486;p148"/>
            <p:cNvSpPr/>
            <p:nvPr/>
          </p:nvSpPr>
          <p:spPr>
            <a:xfrm>
              <a:off x="6764893" y="2467383"/>
              <a:ext cx="297555" cy="296867"/>
            </a:xfrm>
            <a:custGeom>
              <a:avLst/>
              <a:gdLst/>
              <a:ahLst/>
              <a:cxnLst/>
              <a:rect l="l" t="t" r="r" b="b"/>
              <a:pathLst>
                <a:path w="9955" h="9932" extrusionOk="0">
                  <a:moveTo>
                    <a:pt x="4978" y="1"/>
                  </a:moveTo>
                  <a:cubicBezTo>
                    <a:pt x="2239" y="1"/>
                    <a:pt x="0" y="2216"/>
                    <a:pt x="0" y="4954"/>
                  </a:cubicBezTo>
                  <a:cubicBezTo>
                    <a:pt x="0" y="7717"/>
                    <a:pt x="2239" y="9931"/>
                    <a:pt x="4978" y="9931"/>
                  </a:cubicBezTo>
                  <a:cubicBezTo>
                    <a:pt x="7716" y="9931"/>
                    <a:pt x="9955" y="7717"/>
                    <a:pt x="9955" y="4954"/>
                  </a:cubicBezTo>
                  <a:cubicBezTo>
                    <a:pt x="9955" y="2216"/>
                    <a:pt x="7716" y="1"/>
                    <a:pt x="4978"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7" name="Google Shape;25487;p148"/>
            <p:cNvSpPr/>
            <p:nvPr/>
          </p:nvSpPr>
          <p:spPr>
            <a:xfrm>
              <a:off x="6742117" y="2615459"/>
              <a:ext cx="171569" cy="172286"/>
            </a:xfrm>
            <a:custGeom>
              <a:avLst/>
              <a:gdLst/>
              <a:ahLst/>
              <a:cxnLst/>
              <a:rect l="l" t="t" r="r" b="b"/>
              <a:pathLst>
                <a:path w="5740" h="5764" extrusionOk="0">
                  <a:moveTo>
                    <a:pt x="0" y="0"/>
                  </a:moveTo>
                  <a:cubicBezTo>
                    <a:pt x="0" y="3191"/>
                    <a:pt x="2596" y="5763"/>
                    <a:pt x="5740" y="5763"/>
                  </a:cubicBezTo>
                  <a:lnTo>
                    <a:pt x="5740"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488" name="Google Shape;25488;p148"/>
            <p:cNvGrpSpPr/>
            <p:nvPr/>
          </p:nvGrpSpPr>
          <p:grpSpPr>
            <a:xfrm>
              <a:off x="6823986" y="2443889"/>
              <a:ext cx="261239" cy="320362"/>
              <a:chOff x="6823986" y="2443889"/>
              <a:chExt cx="261239" cy="320362"/>
            </a:xfrm>
          </p:grpSpPr>
          <p:sp>
            <p:nvSpPr>
              <p:cNvPr id="25489" name="Google Shape;25489;p148"/>
              <p:cNvSpPr/>
              <p:nvPr/>
            </p:nvSpPr>
            <p:spPr>
              <a:xfrm>
                <a:off x="6913657" y="2579352"/>
                <a:ext cx="148792" cy="184900"/>
              </a:xfrm>
              <a:custGeom>
                <a:avLst/>
                <a:gdLst/>
                <a:ahLst/>
                <a:cxnLst/>
                <a:rect l="l" t="t" r="r" b="b"/>
                <a:pathLst>
                  <a:path w="4978" h="6186" extrusionOk="0">
                    <a:moveTo>
                      <a:pt x="4294" y="1"/>
                    </a:moveTo>
                    <a:cubicBezTo>
                      <a:pt x="3433" y="1"/>
                      <a:pt x="1846" y="1184"/>
                      <a:pt x="37" y="1184"/>
                    </a:cubicBezTo>
                    <a:cubicBezTo>
                      <a:pt x="25" y="1184"/>
                      <a:pt x="13" y="1184"/>
                      <a:pt x="1" y="1184"/>
                    </a:cubicBezTo>
                    <a:lnTo>
                      <a:pt x="1" y="6185"/>
                    </a:lnTo>
                    <a:cubicBezTo>
                      <a:pt x="2739" y="6185"/>
                      <a:pt x="4978" y="3947"/>
                      <a:pt x="4978" y="1208"/>
                    </a:cubicBezTo>
                    <a:cubicBezTo>
                      <a:pt x="4978" y="302"/>
                      <a:pt x="4728" y="1"/>
                      <a:pt x="4294"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0" name="Google Shape;25490;p148"/>
              <p:cNvSpPr/>
              <p:nvPr/>
            </p:nvSpPr>
            <p:spPr>
              <a:xfrm>
                <a:off x="6913657" y="2443889"/>
                <a:ext cx="171569" cy="171598"/>
              </a:xfrm>
              <a:custGeom>
                <a:avLst/>
                <a:gdLst/>
                <a:ahLst/>
                <a:cxnLst/>
                <a:rect l="l" t="t" r="r" b="b"/>
                <a:pathLst>
                  <a:path w="5740" h="5741" extrusionOk="0">
                    <a:moveTo>
                      <a:pt x="1" y="1"/>
                    </a:moveTo>
                    <a:lnTo>
                      <a:pt x="1" y="5740"/>
                    </a:lnTo>
                    <a:lnTo>
                      <a:pt x="5740" y="5740"/>
                    </a:lnTo>
                    <a:cubicBezTo>
                      <a:pt x="5740" y="2597"/>
                      <a:pt x="3192" y="1"/>
                      <a:pt x="1" y="1"/>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1" name="Google Shape;25491;p148"/>
              <p:cNvSpPr/>
              <p:nvPr/>
            </p:nvSpPr>
            <p:spPr>
              <a:xfrm>
                <a:off x="6823986" y="2653181"/>
                <a:ext cx="51261" cy="20654"/>
              </a:xfrm>
              <a:custGeom>
                <a:avLst/>
                <a:gdLst/>
                <a:ahLst/>
                <a:cxnLst/>
                <a:rect l="l" t="t" r="r" b="b"/>
                <a:pathLst>
                  <a:path w="1715" h="691" extrusionOk="0">
                    <a:moveTo>
                      <a:pt x="0" y="0"/>
                    </a:moveTo>
                    <a:lnTo>
                      <a:pt x="0" y="691"/>
                    </a:lnTo>
                    <a:lnTo>
                      <a:pt x="1715" y="691"/>
                    </a:lnTo>
                    <a:lnTo>
                      <a:pt x="17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2" name="Google Shape;25492;p148"/>
              <p:cNvSpPr/>
              <p:nvPr/>
            </p:nvSpPr>
            <p:spPr>
              <a:xfrm>
                <a:off x="6823986" y="2698016"/>
                <a:ext cx="51261" cy="19967"/>
              </a:xfrm>
              <a:custGeom>
                <a:avLst/>
                <a:gdLst/>
                <a:ahLst/>
                <a:cxnLst/>
                <a:rect l="l" t="t" r="r" b="b"/>
                <a:pathLst>
                  <a:path w="1715" h="668" extrusionOk="0">
                    <a:moveTo>
                      <a:pt x="0" y="1"/>
                    </a:moveTo>
                    <a:lnTo>
                      <a:pt x="0" y="667"/>
                    </a:lnTo>
                    <a:lnTo>
                      <a:pt x="1715" y="667"/>
                    </a:lnTo>
                    <a:lnTo>
                      <a:pt x="171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3" name="Google Shape;25493;p148"/>
              <p:cNvSpPr/>
              <p:nvPr/>
            </p:nvSpPr>
            <p:spPr>
              <a:xfrm>
                <a:off x="6951378" y="2514370"/>
                <a:ext cx="51291" cy="20684"/>
              </a:xfrm>
              <a:custGeom>
                <a:avLst/>
                <a:gdLst/>
                <a:ahLst/>
                <a:cxnLst/>
                <a:rect l="l" t="t" r="r" b="b"/>
                <a:pathLst>
                  <a:path w="1716" h="692" extrusionOk="0">
                    <a:moveTo>
                      <a:pt x="1" y="1"/>
                    </a:moveTo>
                    <a:lnTo>
                      <a:pt x="1" y="691"/>
                    </a:lnTo>
                    <a:lnTo>
                      <a:pt x="1715" y="691"/>
                    </a:lnTo>
                    <a:lnTo>
                      <a:pt x="1715"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4" name="Google Shape;25494;p148"/>
              <p:cNvSpPr/>
              <p:nvPr/>
            </p:nvSpPr>
            <p:spPr>
              <a:xfrm>
                <a:off x="6951378" y="2559206"/>
                <a:ext cx="51291" cy="19967"/>
              </a:xfrm>
              <a:custGeom>
                <a:avLst/>
                <a:gdLst/>
                <a:ahLst/>
                <a:cxnLst/>
                <a:rect l="l" t="t" r="r" b="b"/>
                <a:pathLst>
                  <a:path w="1716" h="668" extrusionOk="0">
                    <a:moveTo>
                      <a:pt x="1" y="1"/>
                    </a:moveTo>
                    <a:lnTo>
                      <a:pt x="1" y="668"/>
                    </a:lnTo>
                    <a:lnTo>
                      <a:pt x="1715" y="668"/>
                    </a:lnTo>
                    <a:lnTo>
                      <a:pt x="1715"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495" name="Google Shape;25495;p148"/>
          <p:cNvGrpSpPr/>
          <p:nvPr/>
        </p:nvGrpSpPr>
        <p:grpSpPr>
          <a:xfrm>
            <a:off x="6273437" y="2335763"/>
            <a:ext cx="343827" cy="288290"/>
            <a:chOff x="6082937" y="2473809"/>
            <a:chExt cx="343827" cy="288290"/>
          </a:xfrm>
        </p:grpSpPr>
        <p:sp>
          <p:nvSpPr>
            <p:cNvPr id="25496" name="Google Shape;25496;p148"/>
            <p:cNvSpPr/>
            <p:nvPr/>
          </p:nvSpPr>
          <p:spPr>
            <a:xfrm>
              <a:off x="6271575" y="2550687"/>
              <a:ext cx="155189" cy="211412"/>
            </a:xfrm>
            <a:custGeom>
              <a:avLst/>
              <a:gdLst/>
              <a:ahLst/>
              <a:cxnLst/>
              <a:rect l="l" t="t" r="r" b="b"/>
              <a:pathLst>
                <a:path w="5192" h="7073" extrusionOk="0">
                  <a:moveTo>
                    <a:pt x="2596" y="0"/>
                  </a:moveTo>
                  <a:lnTo>
                    <a:pt x="0" y="7073"/>
                  </a:lnTo>
                  <a:lnTo>
                    <a:pt x="5192" y="7073"/>
                  </a:lnTo>
                  <a:lnTo>
                    <a:pt x="2596"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7" name="Google Shape;25497;p148"/>
            <p:cNvSpPr/>
            <p:nvPr/>
          </p:nvSpPr>
          <p:spPr>
            <a:xfrm>
              <a:off x="6349140" y="2550687"/>
              <a:ext cx="77624" cy="211412"/>
            </a:xfrm>
            <a:custGeom>
              <a:avLst/>
              <a:gdLst/>
              <a:ahLst/>
              <a:cxnLst/>
              <a:rect l="l" t="t" r="r" b="b"/>
              <a:pathLst>
                <a:path w="2597" h="7073" extrusionOk="0">
                  <a:moveTo>
                    <a:pt x="1" y="0"/>
                  </a:moveTo>
                  <a:lnTo>
                    <a:pt x="1" y="7073"/>
                  </a:lnTo>
                  <a:lnTo>
                    <a:pt x="2597" y="7073"/>
                  </a:lnTo>
                  <a:lnTo>
                    <a:pt x="1"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8" name="Google Shape;25498;p148"/>
            <p:cNvSpPr/>
            <p:nvPr/>
          </p:nvSpPr>
          <p:spPr>
            <a:xfrm>
              <a:off x="6082937" y="2588409"/>
              <a:ext cx="157341" cy="173691"/>
            </a:xfrm>
            <a:custGeom>
              <a:avLst/>
              <a:gdLst/>
              <a:ahLst/>
              <a:cxnLst/>
              <a:rect l="l" t="t" r="r" b="b"/>
              <a:pathLst>
                <a:path w="5264" h="5811" extrusionOk="0">
                  <a:moveTo>
                    <a:pt x="2620" y="0"/>
                  </a:moveTo>
                  <a:lnTo>
                    <a:pt x="0" y="5811"/>
                  </a:lnTo>
                  <a:lnTo>
                    <a:pt x="5263" y="5811"/>
                  </a:lnTo>
                  <a:lnTo>
                    <a:pt x="2620"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9" name="Google Shape;25499;p148"/>
            <p:cNvSpPr/>
            <p:nvPr/>
          </p:nvSpPr>
          <p:spPr>
            <a:xfrm>
              <a:off x="6161220" y="2588409"/>
              <a:ext cx="78342" cy="173691"/>
            </a:xfrm>
            <a:custGeom>
              <a:avLst/>
              <a:gdLst/>
              <a:ahLst/>
              <a:cxnLst/>
              <a:rect l="l" t="t" r="r" b="b"/>
              <a:pathLst>
                <a:path w="2621" h="5811" extrusionOk="0">
                  <a:moveTo>
                    <a:pt x="1" y="0"/>
                  </a:moveTo>
                  <a:lnTo>
                    <a:pt x="1" y="5811"/>
                  </a:lnTo>
                  <a:lnTo>
                    <a:pt x="2621" y="5811"/>
                  </a:lnTo>
                  <a:lnTo>
                    <a:pt x="1"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0" name="Google Shape;25500;p148"/>
            <p:cNvSpPr/>
            <p:nvPr/>
          </p:nvSpPr>
          <p:spPr>
            <a:xfrm>
              <a:off x="6178317" y="2486602"/>
              <a:ext cx="153067" cy="275496"/>
            </a:xfrm>
            <a:custGeom>
              <a:avLst/>
              <a:gdLst/>
              <a:ahLst/>
              <a:cxnLst/>
              <a:rect l="l" t="t" r="r" b="b"/>
              <a:pathLst>
                <a:path w="5121" h="9217" extrusionOk="0">
                  <a:moveTo>
                    <a:pt x="2549" y="1"/>
                  </a:moveTo>
                  <a:lnTo>
                    <a:pt x="0" y="9217"/>
                  </a:lnTo>
                  <a:lnTo>
                    <a:pt x="5121" y="9217"/>
                  </a:lnTo>
                  <a:lnTo>
                    <a:pt x="2549"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1" name="Google Shape;25501;p148"/>
            <p:cNvSpPr/>
            <p:nvPr/>
          </p:nvSpPr>
          <p:spPr>
            <a:xfrm>
              <a:off x="6170486" y="2507256"/>
              <a:ext cx="69793" cy="74755"/>
            </a:xfrm>
            <a:custGeom>
              <a:avLst/>
              <a:gdLst/>
              <a:ahLst/>
              <a:cxnLst/>
              <a:rect l="l" t="t" r="r" b="b"/>
              <a:pathLst>
                <a:path w="2335" h="2501" extrusionOk="0">
                  <a:moveTo>
                    <a:pt x="1834" y="0"/>
                  </a:moveTo>
                  <a:lnTo>
                    <a:pt x="1" y="2048"/>
                  </a:lnTo>
                  <a:lnTo>
                    <a:pt x="501" y="2501"/>
                  </a:lnTo>
                  <a:lnTo>
                    <a:pt x="2334" y="453"/>
                  </a:lnTo>
                  <a:lnTo>
                    <a:pt x="1834"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2" name="Google Shape;25502;p148"/>
            <p:cNvSpPr/>
            <p:nvPr/>
          </p:nvSpPr>
          <p:spPr>
            <a:xfrm>
              <a:off x="6272262" y="2504417"/>
              <a:ext cx="58405" cy="49139"/>
            </a:xfrm>
            <a:custGeom>
              <a:avLst/>
              <a:gdLst/>
              <a:ahLst/>
              <a:cxnLst/>
              <a:rect l="l" t="t" r="r" b="b"/>
              <a:pathLst>
                <a:path w="1954" h="1644" extrusionOk="0">
                  <a:moveTo>
                    <a:pt x="406" y="0"/>
                  </a:moveTo>
                  <a:lnTo>
                    <a:pt x="1" y="572"/>
                  </a:lnTo>
                  <a:lnTo>
                    <a:pt x="1549" y="1643"/>
                  </a:lnTo>
                  <a:lnTo>
                    <a:pt x="1954" y="1072"/>
                  </a:lnTo>
                  <a:lnTo>
                    <a:pt x="406"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3" name="Google Shape;25503;p148"/>
            <p:cNvSpPr/>
            <p:nvPr/>
          </p:nvSpPr>
          <p:spPr>
            <a:xfrm>
              <a:off x="6127055" y="2557084"/>
              <a:ext cx="67671" cy="67641"/>
            </a:xfrm>
            <a:custGeom>
              <a:avLst/>
              <a:gdLst/>
              <a:ahLst/>
              <a:cxnLst/>
              <a:rect l="l" t="t" r="r" b="b"/>
              <a:pathLst>
                <a:path w="2264" h="2263" extrusionOk="0">
                  <a:moveTo>
                    <a:pt x="1144" y="0"/>
                  </a:moveTo>
                  <a:cubicBezTo>
                    <a:pt x="525" y="0"/>
                    <a:pt x="1" y="500"/>
                    <a:pt x="1" y="1143"/>
                  </a:cubicBezTo>
                  <a:cubicBezTo>
                    <a:pt x="1" y="1763"/>
                    <a:pt x="525" y="2263"/>
                    <a:pt x="1144" y="2263"/>
                  </a:cubicBezTo>
                  <a:cubicBezTo>
                    <a:pt x="1763" y="2263"/>
                    <a:pt x="2263" y="1763"/>
                    <a:pt x="2263" y="1143"/>
                  </a:cubicBezTo>
                  <a:cubicBezTo>
                    <a:pt x="2263" y="500"/>
                    <a:pt x="1763" y="0"/>
                    <a:pt x="1144"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4" name="Google Shape;25504;p148"/>
            <p:cNvSpPr/>
            <p:nvPr/>
          </p:nvSpPr>
          <p:spPr>
            <a:xfrm>
              <a:off x="6314975" y="2522202"/>
              <a:ext cx="67671" cy="67641"/>
            </a:xfrm>
            <a:custGeom>
              <a:avLst/>
              <a:gdLst/>
              <a:ahLst/>
              <a:cxnLst/>
              <a:rect l="l" t="t" r="r" b="b"/>
              <a:pathLst>
                <a:path w="2264" h="2263" extrusionOk="0">
                  <a:moveTo>
                    <a:pt x="1144" y="0"/>
                  </a:moveTo>
                  <a:cubicBezTo>
                    <a:pt x="525" y="0"/>
                    <a:pt x="1" y="524"/>
                    <a:pt x="1" y="1144"/>
                  </a:cubicBezTo>
                  <a:cubicBezTo>
                    <a:pt x="1" y="1763"/>
                    <a:pt x="525" y="2263"/>
                    <a:pt x="1144" y="2263"/>
                  </a:cubicBezTo>
                  <a:cubicBezTo>
                    <a:pt x="1763" y="2263"/>
                    <a:pt x="2263" y="1763"/>
                    <a:pt x="2263" y="1144"/>
                  </a:cubicBezTo>
                  <a:cubicBezTo>
                    <a:pt x="2263" y="524"/>
                    <a:pt x="1763" y="0"/>
                    <a:pt x="1144"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5" name="Google Shape;25505;p148"/>
            <p:cNvSpPr/>
            <p:nvPr/>
          </p:nvSpPr>
          <p:spPr>
            <a:xfrm>
              <a:off x="6254477" y="2486602"/>
              <a:ext cx="76907" cy="275496"/>
            </a:xfrm>
            <a:custGeom>
              <a:avLst/>
              <a:gdLst/>
              <a:ahLst/>
              <a:cxnLst/>
              <a:rect l="l" t="t" r="r" b="b"/>
              <a:pathLst>
                <a:path w="2573" h="9217" extrusionOk="0">
                  <a:moveTo>
                    <a:pt x="1" y="1"/>
                  </a:moveTo>
                  <a:lnTo>
                    <a:pt x="1" y="9217"/>
                  </a:lnTo>
                  <a:lnTo>
                    <a:pt x="2573" y="9217"/>
                  </a:lnTo>
                  <a:lnTo>
                    <a:pt x="1"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6" name="Google Shape;25506;p148"/>
            <p:cNvSpPr/>
            <p:nvPr/>
          </p:nvSpPr>
          <p:spPr>
            <a:xfrm>
              <a:off x="6349857" y="2521484"/>
              <a:ext cx="34194" cy="68358"/>
            </a:xfrm>
            <a:custGeom>
              <a:avLst/>
              <a:gdLst/>
              <a:ahLst/>
              <a:cxnLst/>
              <a:rect l="l" t="t" r="r" b="b"/>
              <a:pathLst>
                <a:path w="1144" h="2287" extrusionOk="0">
                  <a:moveTo>
                    <a:pt x="1" y="1"/>
                  </a:moveTo>
                  <a:lnTo>
                    <a:pt x="1" y="2287"/>
                  </a:lnTo>
                  <a:cubicBezTo>
                    <a:pt x="620" y="2287"/>
                    <a:pt x="1144" y="1787"/>
                    <a:pt x="1144" y="1168"/>
                  </a:cubicBezTo>
                  <a:cubicBezTo>
                    <a:pt x="1144" y="548"/>
                    <a:pt x="596" y="24"/>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7" name="Google Shape;25507;p148"/>
            <p:cNvSpPr/>
            <p:nvPr/>
          </p:nvSpPr>
          <p:spPr>
            <a:xfrm>
              <a:off x="6161220" y="2556366"/>
              <a:ext cx="34194" cy="68358"/>
            </a:xfrm>
            <a:custGeom>
              <a:avLst/>
              <a:gdLst/>
              <a:ahLst/>
              <a:cxnLst/>
              <a:rect l="l" t="t" r="r" b="b"/>
              <a:pathLst>
                <a:path w="1144" h="2287" extrusionOk="0">
                  <a:moveTo>
                    <a:pt x="1" y="1"/>
                  </a:moveTo>
                  <a:lnTo>
                    <a:pt x="1" y="2287"/>
                  </a:lnTo>
                  <a:cubicBezTo>
                    <a:pt x="620" y="2287"/>
                    <a:pt x="1144" y="1787"/>
                    <a:pt x="1144" y="1167"/>
                  </a:cubicBezTo>
                  <a:cubicBezTo>
                    <a:pt x="1144" y="524"/>
                    <a:pt x="620"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8" name="Google Shape;25508;p148"/>
            <p:cNvSpPr/>
            <p:nvPr/>
          </p:nvSpPr>
          <p:spPr>
            <a:xfrm>
              <a:off x="6221030" y="2474497"/>
              <a:ext cx="67641" cy="67671"/>
            </a:xfrm>
            <a:custGeom>
              <a:avLst/>
              <a:gdLst/>
              <a:ahLst/>
              <a:cxnLst/>
              <a:rect l="l" t="t" r="r" b="b"/>
              <a:pathLst>
                <a:path w="2263" h="2264" extrusionOk="0">
                  <a:moveTo>
                    <a:pt x="1120" y="1"/>
                  </a:moveTo>
                  <a:cubicBezTo>
                    <a:pt x="500" y="1"/>
                    <a:pt x="0" y="501"/>
                    <a:pt x="0" y="1120"/>
                  </a:cubicBezTo>
                  <a:cubicBezTo>
                    <a:pt x="0" y="1739"/>
                    <a:pt x="500" y="2263"/>
                    <a:pt x="1120" y="2263"/>
                  </a:cubicBezTo>
                  <a:cubicBezTo>
                    <a:pt x="1739" y="2263"/>
                    <a:pt x="2263" y="1739"/>
                    <a:pt x="2263" y="1120"/>
                  </a:cubicBezTo>
                  <a:cubicBezTo>
                    <a:pt x="2263" y="501"/>
                    <a:pt x="1739" y="1"/>
                    <a:pt x="1120"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9" name="Google Shape;25509;p148"/>
            <p:cNvSpPr/>
            <p:nvPr/>
          </p:nvSpPr>
          <p:spPr>
            <a:xfrm>
              <a:off x="6254477" y="2473809"/>
              <a:ext cx="34194" cy="68358"/>
            </a:xfrm>
            <a:custGeom>
              <a:avLst/>
              <a:gdLst/>
              <a:ahLst/>
              <a:cxnLst/>
              <a:rect l="l" t="t" r="r" b="b"/>
              <a:pathLst>
                <a:path w="1144" h="2287" extrusionOk="0">
                  <a:moveTo>
                    <a:pt x="1" y="0"/>
                  </a:moveTo>
                  <a:lnTo>
                    <a:pt x="1" y="2286"/>
                  </a:lnTo>
                  <a:cubicBezTo>
                    <a:pt x="644" y="2286"/>
                    <a:pt x="1144" y="1786"/>
                    <a:pt x="1144" y="1143"/>
                  </a:cubicBezTo>
                  <a:cubicBezTo>
                    <a:pt x="1144" y="524"/>
                    <a:pt x="644" y="24"/>
                    <a:pt x="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10" name="Google Shape;25510;p148"/>
          <p:cNvGrpSpPr/>
          <p:nvPr/>
        </p:nvGrpSpPr>
        <p:grpSpPr>
          <a:xfrm>
            <a:off x="5523800" y="2301473"/>
            <a:ext cx="343857" cy="343827"/>
            <a:chOff x="5409500" y="2453873"/>
            <a:chExt cx="343857" cy="343827"/>
          </a:xfrm>
        </p:grpSpPr>
        <p:sp>
          <p:nvSpPr>
            <p:cNvPr id="25511" name="Google Shape;25511;p148"/>
            <p:cNvSpPr/>
            <p:nvPr/>
          </p:nvSpPr>
          <p:spPr>
            <a:xfrm>
              <a:off x="5571804" y="2516493"/>
              <a:ext cx="20684" cy="41338"/>
            </a:xfrm>
            <a:custGeom>
              <a:avLst/>
              <a:gdLst/>
              <a:ahLst/>
              <a:cxnLst/>
              <a:rect l="l" t="t" r="r" b="b"/>
              <a:pathLst>
                <a:path w="692" h="1383" extrusionOk="0">
                  <a:moveTo>
                    <a:pt x="1" y="1"/>
                  </a:moveTo>
                  <a:lnTo>
                    <a:pt x="1" y="1382"/>
                  </a:lnTo>
                  <a:lnTo>
                    <a:pt x="691" y="1382"/>
                  </a:lnTo>
                  <a:lnTo>
                    <a:pt x="69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2" name="Google Shape;25512;p148"/>
            <p:cNvSpPr/>
            <p:nvPr/>
          </p:nvSpPr>
          <p:spPr>
            <a:xfrm>
              <a:off x="5489965" y="2566320"/>
              <a:ext cx="56253" cy="19967"/>
            </a:xfrm>
            <a:custGeom>
              <a:avLst/>
              <a:gdLst/>
              <a:ahLst/>
              <a:cxnLst/>
              <a:rect l="l" t="t" r="r" b="b"/>
              <a:pathLst>
                <a:path w="1882" h="668" extrusionOk="0">
                  <a:moveTo>
                    <a:pt x="0" y="1"/>
                  </a:moveTo>
                  <a:lnTo>
                    <a:pt x="0" y="668"/>
                  </a:lnTo>
                  <a:lnTo>
                    <a:pt x="1881" y="668"/>
                  </a:lnTo>
                  <a:lnTo>
                    <a:pt x="188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3" name="Google Shape;25513;p148"/>
            <p:cNvSpPr/>
            <p:nvPr/>
          </p:nvSpPr>
          <p:spPr>
            <a:xfrm>
              <a:off x="5621631" y="2566320"/>
              <a:ext cx="56283" cy="19967"/>
            </a:xfrm>
            <a:custGeom>
              <a:avLst/>
              <a:gdLst/>
              <a:ahLst/>
              <a:cxnLst/>
              <a:rect l="l" t="t" r="r" b="b"/>
              <a:pathLst>
                <a:path w="1883" h="668" extrusionOk="0">
                  <a:moveTo>
                    <a:pt x="1" y="1"/>
                  </a:moveTo>
                  <a:lnTo>
                    <a:pt x="1" y="668"/>
                  </a:lnTo>
                  <a:lnTo>
                    <a:pt x="1882" y="668"/>
                  </a:lnTo>
                  <a:lnTo>
                    <a:pt x="1882"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4" name="Google Shape;25514;p148"/>
            <p:cNvSpPr/>
            <p:nvPr/>
          </p:nvSpPr>
          <p:spPr>
            <a:xfrm>
              <a:off x="5571804" y="2604071"/>
              <a:ext cx="20684" cy="42713"/>
            </a:xfrm>
            <a:custGeom>
              <a:avLst/>
              <a:gdLst/>
              <a:ahLst/>
              <a:cxnLst/>
              <a:rect l="l" t="t" r="r" b="b"/>
              <a:pathLst>
                <a:path w="692" h="1429" extrusionOk="0">
                  <a:moveTo>
                    <a:pt x="1" y="0"/>
                  </a:moveTo>
                  <a:lnTo>
                    <a:pt x="1" y="1429"/>
                  </a:lnTo>
                  <a:lnTo>
                    <a:pt x="691" y="1429"/>
                  </a:lnTo>
                  <a:lnTo>
                    <a:pt x="691"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5" name="Google Shape;25515;p148"/>
            <p:cNvSpPr/>
            <p:nvPr/>
          </p:nvSpPr>
          <p:spPr>
            <a:xfrm>
              <a:off x="5697792" y="2604071"/>
              <a:ext cx="20684" cy="42713"/>
            </a:xfrm>
            <a:custGeom>
              <a:avLst/>
              <a:gdLst/>
              <a:ahLst/>
              <a:cxnLst/>
              <a:rect l="l" t="t" r="r" b="b"/>
              <a:pathLst>
                <a:path w="692" h="1429" extrusionOk="0">
                  <a:moveTo>
                    <a:pt x="1" y="0"/>
                  </a:moveTo>
                  <a:lnTo>
                    <a:pt x="1" y="1429"/>
                  </a:lnTo>
                  <a:lnTo>
                    <a:pt x="691" y="1429"/>
                  </a:lnTo>
                  <a:lnTo>
                    <a:pt x="691"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6" name="Google Shape;25516;p148"/>
            <p:cNvSpPr/>
            <p:nvPr/>
          </p:nvSpPr>
          <p:spPr>
            <a:xfrm>
              <a:off x="5697792" y="2690902"/>
              <a:ext cx="20684" cy="42743"/>
            </a:xfrm>
            <a:custGeom>
              <a:avLst/>
              <a:gdLst/>
              <a:ahLst/>
              <a:cxnLst/>
              <a:rect l="l" t="t" r="r" b="b"/>
              <a:pathLst>
                <a:path w="692" h="1430" extrusionOk="0">
                  <a:moveTo>
                    <a:pt x="1" y="0"/>
                  </a:moveTo>
                  <a:lnTo>
                    <a:pt x="1" y="1429"/>
                  </a:lnTo>
                  <a:lnTo>
                    <a:pt x="691" y="1429"/>
                  </a:lnTo>
                  <a:lnTo>
                    <a:pt x="691"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7" name="Google Shape;25517;p148"/>
            <p:cNvSpPr/>
            <p:nvPr/>
          </p:nvSpPr>
          <p:spPr>
            <a:xfrm>
              <a:off x="5571804" y="2690902"/>
              <a:ext cx="20684" cy="42743"/>
            </a:xfrm>
            <a:custGeom>
              <a:avLst/>
              <a:gdLst/>
              <a:ahLst/>
              <a:cxnLst/>
              <a:rect l="l" t="t" r="r" b="b"/>
              <a:pathLst>
                <a:path w="692" h="1430" extrusionOk="0">
                  <a:moveTo>
                    <a:pt x="1" y="0"/>
                  </a:moveTo>
                  <a:lnTo>
                    <a:pt x="1" y="1429"/>
                  </a:lnTo>
                  <a:lnTo>
                    <a:pt x="691" y="1429"/>
                  </a:lnTo>
                  <a:lnTo>
                    <a:pt x="691"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8" name="Google Shape;25518;p148"/>
            <p:cNvSpPr/>
            <p:nvPr/>
          </p:nvSpPr>
          <p:spPr>
            <a:xfrm>
              <a:off x="5445100" y="2604071"/>
              <a:ext cx="20684" cy="42713"/>
            </a:xfrm>
            <a:custGeom>
              <a:avLst/>
              <a:gdLst/>
              <a:ahLst/>
              <a:cxnLst/>
              <a:rect l="l" t="t" r="r" b="b"/>
              <a:pathLst>
                <a:path w="692" h="1429" extrusionOk="0">
                  <a:moveTo>
                    <a:pt x="1" y="0"/>
                  </a:moveTo>
                  <a:lnTo>
                    <a:pt x="1" y="1429"/>
                  </a:lnTo>
                  <a:lnTo>
                    <a:pt x="691" y="1429"/>
                  </a:lnTo>
                  <a:lnTo>
                    <a:pt x="691"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9" name="Google Shape;25519;p148"/>
            <p:cNvSpPr/>
            <p:nvPr/>
          </p:nvSpPr>
          <p:spPr>
            <a:xfrm>
              <a:off x="5445100" y="2691620"/>
              <a:ext cx="20684" cy="42743"/>
            </a:xfrm>
            <a:custGeom>
              <a:avLst/>
              <a:gdLst/>
              <a:ahLst/>
              <a:cxnLst/>
              <a:rect l="l" t="t" r="r" b="b"/>
              <a:pathLst>
                <a:path w="692" h="1430" extrusionOk="0">
                  <a:moveTo>
                    <a:pt x="1" y="0"/>
                  </a:moveTo>
                  <a:lnTo>
                    <a:pt x="1" y="1429"/>
                  </a:lnTo>
                  <a:lnTo>
                    <a:pt x="691" y="1429"/>
                  </a:lnTo>
                  <a:lnTo>
                    <a:pt x="691"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0" name="Google Shape;25520;p148"/>
            <p:cNvSpPr/>
            <p:nvPr/>
          </p:nvSpPr>
          <p:spPr>
            <a:xfrm>
              <a:off x="5662222" y="2549970"/>
              <a:ext cx="91135" cy="64084"/>
            </a:xfrm>
            <a:custGeom>
              <a:avLst/>
              <a:gdLst/>
              <a:ahLst/>
              <a:cxnLst/>
              <a:rect l="l" t="t" r="r" b="b"/>
              <a:pathLst>
                <a:path w="3049" h="2144" extrusionOk="0">
                  <a:moveTo>
                    <a:pt x="0" y="0"/>
                  </a:moveTo>
                  <a:lnTo>
                    <a:pt x="0" y="2144"/>
                  </a:lnTo>
                  <a:lnTo>
                    <a:pt x="3048" y="2144"/>
                  </a:lnTo>
                  <a:lnTo>
                    <a:pt x="3048"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1" name="Google Shape;25521;p148"/>
            <p:cNvSpPr/>
            <p:nvPr/>
          </p:nvSpPr>
          <p:spPr>
            <a:xfrm>
              <a:off x="5662222" y="2637518"/>
              <a:ext cx="91135" cy="64084"/>
            </a:xfrm>
            <a:custGeom>
              <a:avLst/>
              <a:gdLst/>
              <a:ahLst/>
              <a:cxnLst/>
              <a:rect l="l" t="t" r="r" b="b"/>
              <a:pathLst>
                <a:path w="3049" h="2144" extrusionOk="0">
                  <a:moveTo>
                    <a:pt x="0" y="0"/>
                  </a:moveTo>
                  <a:lnTo>
                    <a:pt x="0" y="2144"/>
                  </a:lnTo>
                  <a:lnTo>
                    <a:pt x="3048" y="2144"/>
                  </a:lnTo>
                  <a:lnTo>
                    <a:pt x="3048"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2" name="Google Shape;25522;p148"/>
            <p:cNvSpPr/>
            <p:nvPr/>
          </p:nvSpPr>
          <p:spPr>
            <a:xfrm>
              <a:off x="5409500" y="2549970"/>
              <a:ext cx="91164" cy="64084"/>
            </a:xfrm>
            <a:custGeom>
              <a:avLst/>
              <a:gdLst/>
              <a:ahLst/>
              <a:cxnLst/>
              <a:rect l="l" t="t" r="r" b="b"/>
              <a:pathLst>
                <a:path w="3050" h="2144" extrusionOk="0">
                  <a:moveTo>
                    <a:pt x="1" y="0"/>
                  </a:moveTo>
                  <a:lnTo>
                    <a:pt x="1" y="2144"/>
                  </a:lnTo>
                  <a:lnTo>
                    <a:pt x="3049" y="2144"/>
                  </a:lnTo>
                  <a:lnTo>
                    <a:pt x="3049" y="0"/>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3" name="Google Shape;25523;p148"/>
            <p:cNvSpPr/>
            <p:nvPr/>
          </p:nvSpPr>
          <p:spPr>
            <a:xfrm>
              <a:off x="5409500" y="2637518"/>
              <a:ext cx="91164" cy="64084"/>
            </a:xfrm>
            <a:custGeom>
              <a:avLst/>
              <a:gdLst/>
              <a:ahLst/>
              <a:cxnLst/>
              <a:rect l="l" t="t" r="r" b="b"/>
              <a:pathLst>
                <a:path w="3050" h="2144" extrusionOk="0">
                  <a:moveTo>
                    <a:pt x="1" y="0"/>
                  </a:moveTo>
                  <a:lnTo>
                    <a:pt x="1" y="2144"/>
                  </a:lnTo>
                  <a:lnTo>
                    <a:pt x="3049" y="2144"/>
                  </a:lnTo>
                  <a:lnTo>
                    <a:pt x="3049" y="0"/>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4" name="Google Shape;25524;p148"/>
            <p:cNvSpPr/>
            <p:nvPr/>
          </p:nvSpPr>
          <p:spPr>
            <a:xfrm>
              <a:off x="5671458" y="2724349"/>
              <a:ext cx="72633" cy="73350"/>
            </a:xfrm>
            <a:custGeom>
              <a:avLst/>
              <a:gdLst/>
              <a:ahLst/>
              <a:cxnLst/>
              <a:rect l="l" t="t" r="r" b="b"/>
              <a:pathLst>
                <a:path w="2430" h="2454" extrusionOk="0">
                  <a:moveTo>
                    <a:pt x="1215" y="1"/>
                  </a:moveTo>
                  <a:cubicBezTo>
                    <a:pt x="548" y="1"/>
                    <a:pt x="1" y="548"/>
                    <a:pt x="1" y="1215"/>
                  </a:cubicBezTo>
                  <a:cubicBezTo>
                    <a:pt x="1" y="1906"/>
                    <a:pt x="548" y="2454"/>
                    <a:pt x="1215" y="2454"/>
                  </a:cubicBezTo>
                  <a:cubicBezTo>
                    <a:pt x="1882" y="2454"/>
                    <a:pt x="2430" y="1906"/>
                    <a:pt x="2430" y="1215"/>
                  </a:cubicBezTo>
                  <a:cubicBezTo>
                    <a:pt x="2430" y="548"/>
                    <a:pt x="1882"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5" name="Google Shape;25525;p148"/>
            <p:cNvSpPr/>
            <p:nvPr/>
          </p:nvSpPr>
          <p:spPr>
            <a:xfrm>
              <a:off x="5418766" y="2724349"/>
              <a:ext cx="72633" cy="73350"/>
            </a:xfrm>
            <a:custGeom>
              <a:avLst/>
              <a:gdLst/>
              <a:ahLst/>
              <a:cxnLst/>
              <a:rect l="l" t="t" r="r" b="b"/>
              <a:pathLst>
                <a:path w="2430" h="2454" extrusionOk="0">
                  <a:moveTo>
                    <a:pt x="1215" y="1"/>
                  </a:moveTo>
                  <a:cubicBezTo>
                    <a:pt x="548" y="1"/>
                    <a:pt x="1" y="548"/>
                    <a:pt x="1" y="1215"/>
                  </a:cubicBezTo>
                  <a:cubicBezTo>
                    <a:pt x="1" y="1906"/>
                    <a:pt x="548" y="2454"/>
                    <a:pt x="1215" y="2454"/>
                  </a:cubicBezTo>
                  <a:cubicBezTo>
                    <a:pt x="1882" y="2454"/>
                    <a:pt x="2430" y="1906"/>
                    <a:pt x="2430" y="1215"/>
                  </a:cubicBezTo>
                  <a:cubicBezTo>
                    <a:pt x="2430" y="548"/>
                    <a:pt x="1882" y="1"/>
                    <a:pt x="1215"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6" name="Google Shape;25526;p148"/>
            <p:cNvSpPr/>
            <p:nvPr/>
          </p:nvSpPr>
          <p:spPr>
            <a:xfrm>
              <a:off x="5581788" y="2516493"/>
              <a:ext cx="9266" cy="41338"/>
            </a:xfrm>
            <a:custGeom>
              <a:avLst/>
              <a:gdLst/>
              <a:ahLst/>
              <a:cxnLst/>
              <a:rect l="l" t="t" r="r" b="b"/>
              <a:pathLst>
                <a:path w="310" h="1383" extrusionOk="0">
                  <a:moveTo>
                    <a:pt x="0" y="1"/>
                  </a:moveTo>
                  <a:lnTo>
                    <a:pt x="0" y="1382"/>
                  </a:lnTo>
                  <a:lnTo>
                    <a:pt x="310" y="1382"/>
                  </a:lnTo>
                  <a:lnTo>
                    <a:pt x="310"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7" name="Google Shape;25527;p148"/>
            <p:cNvSpPr/>
            <p:nvPr/>
          </p:nvSpPr>
          <p:spPr>
            <a:xfrm>
              <a:off x="5581788" y="2604071"/>
              <a:ext cx="9266" cy="42713"/>
            </a:xfrm>
            <a:custGeom>
              <a:avLst/>
              <a:gdLst/>
              <a:ahLst/>
              <a:cxnLst/>
              <a:rect l="l" t="t" r="r" b="b"/>
              <a:pathLst>
                <a:path w="310" h="1429" extrusionOk="0">
                  <a:moveTo>
                    <a:pt x="0" y="0"/>
                  </a:moveTo>
                  <a:lnTo>
                    <a:pt x="0" y="1429"/>
                  </a:lnTo>
                  <a:lnTo>
                    <a:pt x="310" y="1429"/>
                  </a:lnTo>
                  <a:lnTo>
                    <a:pt x="310"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8" name="Google Shape;25528;p148"/>
            <p:cNvSpPr/>
            <p:nvPr/>
          </p:nvSpPr>
          <p:spPr>
            <a:xfrm>
              <a:off x="5581788" y="2690902"/>
              <a:ext cx="9266" cy="42743"/>
            </a:xfrm>
            <a:custGeom>
              <a:avLst/>
              <a:gdLst/>
              <a:ahLst/>
              <a:cxnLst/>
              <a:rect l="l" t="t" r="r" b="b"/>
              <a:pathLst>
                <a:path w="310" h="1430" extrusionOk="0">
                  <a:moveTo>
                    <a:pt x="0" y="0"/>
                  </a:moveTo>
                  <a:lnTo>
                    <a:pt x="0" y="1429"/>
                  </a:lnTo>
                  <a:lnTo>
                    <a:pt x="310" y="1429"/>
                  </a:lnTo>
                  <a:lnTo>
                    <a:pt x="310"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9" name="Google Shape;25529;p148"/>
            <p:cNvSpPr/>
            <p:nvPr/>
          </p:nvSpPr>
          <p:spPr>
            <a:xfrm>
              <a:off x="5536205" y="2549970"/>
              <a:ext cx="90447" cy="64084"/>
            </a:xfrm>
            <a:custGeom>
              <a:avLst/>
              <a:gdLst/>
              <a:ahLst/>
              <a:cxnLst/>
              <a:rect l="l" t="t" r="r" b="b"/>
              <a:pathLst>
                <a:path w="3026" h="2144" extrusionOk="0">
                  <a:moveTo>
                    <a:pt x="1" y="0"/>
                  </a:moveTo>
                  <a:lnTo>
                    <a:pt x="1" y="2144"/>
                  </a:lnTo>
                  <a:lnTo>
                    <a:pt x="3025" y="2144"/>
                  </a:lnTo>
                  <a:lnTo>
                    <a:pt x="3025"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0" name="Google Shape;25530;p148"/>
            <p:cNvSpPr/>
            <p:nvPr/>
          </p:nvSpPr>
          <p:spPr>
            <a:xfrm>
              <a:off x="5536205" y="2637518"/>
              <a:ext cx="90447" cy="64084"/>
            </a:xfrm>
            <a:custGeom>
              <a:avLst/>
              <a:gdLst/>
              <a:ahLst/>
              <a:cxnLst/>
              <a:rect l="l" t="t" r="r" b="b"/>
              <a:pathLst>
                <a:path w="3026" h="2144" extrusionOk="0">
                  <a:moveTo>
                    <a:pt x="1" y="0"/>
                  </a:moveTo>
                  <a:lnTo>
                    <a:pt x="1" y="2144"/>
                  </a:lnTo>
                  <a:lnTo>
                    <a:pt x="3025" y="2144"/>
                  </a:lnTo>
                  <a:lnTo>
                    <a:pt x="3025"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1" name="Google Shape;25531;p148"/>
            <p:cNvSpPr/>
            <p:nvPr/>
          </p:nvSpPr>
          <p:spPr>
            <a:xfrm>
              <a:off x="5544754" y="2724349"/>
              <a:ext cx="73350" cy="73350"/>
            </a:xfrm>
            <a:custGeom>
              <a:avLst/>
              <a:gdLst/>
              <a:ahLst/>
              <a:cxnLst/>
              <a:rect l="l" t="t" r="r" b="b"/>
              <a:pathLst>
                <a:path w="2454" h="2454" extrusionOk="0">
                  <a:moveTo>
                    <a:pt x="1239" y="1"/>
                  </a:moveTo>
                  <a:cubicBezTo>
                    <a:pt x="548" y="1"/>
                    <a:pt x="1" y="548"/>
                    <a:pt x="1" y="1215"/>
                  </a:cubicBezTo>
                  <a:cubicBezTo>
                    <a:pt x="1" y="1906"/>
                    <a:pt x="548" y="2454"/>
                    <a:pt x="1239" y="2454"/>
                  </a:cubicBezTo>
                  <a:cubicBezTo>
                    <a:pt x="1906" y="2454"/>
                    <a:pt x="2454" y="1906"/>
                    <a:pt x="2454" y="1215"/>
                  </a:cubicBezTo>
                  <a:cubicBezTo>
                    <a:pt x="2454" y="548"/>
                    <a:pt x="1906" y="1"/>
                    <a:pt x="1239"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2" name="Google Shape;25532;p148"/>
            <p:cNvSpPr/>
            <p:nvPr/>
          </p:nvSpPr>
          <p:spPr>
            <a:xfrm>
              <a:off x="5528374" y="2453873"/>
              <a:ext cx="107514" cy="72633"/>
            </a:xfrm>
            <a:custGeom>
              <a:avLst/>
              <a:gdLst/>
              <a:ahLst/>
              <a:cxnLst/>
              <a:rect l="l" t="t" r="r" b="b"/>
              <a:pathLst>
                <a:path w="3597" h="2430" extrusionOk="0">
                  <a:moveTo>
                    <a:pt x="1" y="0"/>
                  </a:moveTo>
                  <a:lnTo>
                    <a:pt x="1" y="2429"/>
                  </a:lnTo>
                  <a:lnTo>
                    <a:pt x="3597" y="2429"/>
                  </a:lnTo>
                  <a:lnTo>
                    <a:pt x="3597"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3" name="Google Shape;25533;p148"/>
            <p:cNvSpPr/>
            <p:nvPr/>
          </p:nvSpPr>
          <p:spPr>
            <a:xfrm>
              <a:off x="5581788" y="2724349"/>
              <a:ext cx="36316" cy="73350"/>
            </a:xfrm>
            <a:custGeom>
              <a:avLst/>
              <a:gdLst/>
              <a:ahLst/>
              <a:cxnLst/>
              <a:rect l="l" t="t" r="r" b="b"/>
              <a:pathLst>
                <a:path w="1215" h="2454" extrusionOk="0">
                  <a:moveTo>
                    <a:pt x="0" y="1"/>
                  </a:moveTo>
                  <a:lnTo>
                    <a:pt x="0" y="2454"/>
                  </a:lnTo>
                  <a:cubicBezTo>
                    <a:pt x="667" y="2454"/>
                    <a:pt x="1215" y="1906"/>
                    <a:pt x="1215" y="1215"/>
                  </a:cubicBezTo>
                  <a:cubicBezTo>
                    <a:pt x="1215" y="572"/>
                    <a:pt x="667" y="1"/>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4" name="Google Shape;25534;p148"/>
            <p:cNvSpPr/>
            <p:nvPr/>
          </p:nvSpPr>
          <p:spPr>
            <a:xfrm>
              <a:off x="5581788" y="2549970"/>
              <a:ext cx="44865" cy="64084"/>
            </a:xfrm>
            <a:custGeom>
              <a:avLst/>
              <a:gdLst/>
              <a:ahLst/>
              <a:cxnLst/>
              <a:rect l="l" t="t" r="r" b="b"/>
              <a:pathLst>
                <a:path w="1501" h="2144" extrusionOk="0">
                  <a:moveTo>
                    <a:pt x="0" y="0"/>
                  </a:moveTo>
                  <a:lnTo>
                    <a:pt x="0" y="2144"/>
                  </a:lnTo>
                  <a:lnTo>
                    <a:pt x="1500" y="2144"/>
                  </a:lnTo>
                  <a:lnTo>
                    <a:pt x="1500" y="0"/>
                  </a:lnTo>
                  <a:close/>
                </a:path>
              </a:pathLst>
            </a:custGeom>
            <a:solidFill>
              <a:srgbClr val="9EAA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5" name="Google Shape;25535;p148"/>
            <p:cNvSpPr/>
            <p:nvPr/>
          </p:nvSpPr>
          <p:spPr>
            <a:xfrm>
              <a:off x="5581788" y="2637518"/>
              <a:ext cx="44865" cy="64084"/>
            </a:xfrm>
            <a:custGeom>
              <a:avLst/>
              <a:gdLst/>
              <a:ahLst/>
              <a:cxnLst/>
              <a:rect l="l" t="t" r="r" b="b"/>
              <a:pathLst>
                <a:path w="1501" h="2144" extrusionOk="0">
                  <a:moveTo>
                    <a:pt x="0" y="0"/>
                  </a:moveTo>
                  <a:lnTo>
                    <a:pt x="0" y="2144"/>
                  </a:lnTo>
                  <a:lnTo>
                    <a:pt x="1500" y="2144"/>
                  </a:lnTo>
                  <a:lnTo>
                    <a:pt x="1500"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6" name="Google Shape;25536;p148"/>
            <p:cNvSpPr/>
            <p:nvPr/>
          </p:nvSpPr>
          <p:spPr>
            <a:xfrm>
              <a:off x="5581788" y="2453873"/>
              <a:ext cx="53413" cy="72633"/>
            </a:xfrm>
            <a:custGeom>
              <a:avLst/>
              <a:gdLst/>
              <a:ahLst/>
              <a:cxnLst/>
              <a:rect l="l" t="t" r="r" b="b"/>
              <a:pathLst>
                <a:path w="1787" h="2430" extrusionOk="0">
                  <a:moveTo>
                    <a:pt x="0" y="0"/>
                  </a:moveTo>
                  <a:lnTo>
                    <a:pt x="0" y="2429"/>
                  </a:lnTo>
                  <a:lnTo>
                    <a:pt x="1786" y="2429"/>
                  </a:lnTo>
                  <a:lnTo>
                    <a:pt x="1786"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37" name="Google Shape;25537;p148"/>
          <p:cNvGrpSpPr/>
          <p:nvPr/>
        </p:nvGrpSpPr>
        <p:grpSpPr>
          <a:xfrm>
            <a:off x="4782742" y="2305747"/>
            <a:ext cx="344544" cy="340270"/>
            <a:chOff x="4744642" y="2458147"/>
            <a:chExt cx="344544" cy="340270"/>
          </a:xfrm>
        </p:grpSpPr>
        <p:sp>
          <p:nvSpPr>
            <p:cNvPr id="25538" name="Google Shape;25538;p148"/>
            <p:cNvSpPr/>
            <p:nvPr/>
          </p:nvSpPr>
          <p:spPr>
            <a:xfrm>
              <a:off x="4877743" y="2458147"/>
              <a:ext cx="76907" cy="76907"/>
            </a:xfrm>
            <a:custGeom>
              <a:avLst/>
              <a:gdLst/>
              <a:ahLst/>
              <a:cxnLst/>
              <a:rect l="l" t="t" r="r" b="b"/>
              <a:pathLst>
                <a:path w="2573" h="2573" extrusionOk="0">
                  <a:moveTo>
                    <a:pt x="1287" y="0"/>
                  </a:moveTo>
                  <a:cubicBezTo>
                    <a:pt x="572" y="0"/>
                    <a:pt x="1" y="572"/>
                    <a:pt x="1" y="1286"/>
                  </a:cubicBezTo>
                  <a:cubicBezTo>
                    <a:pt x="1" y="2001"/>
                    <a:pt x="572" y="2572"/>
                    <a:pt x="1287" y="2572"/>
                  </a:cubicBezTo>
                  <a:cubicBezTo>
                    <a:pt x="2001" y="2572"/>
                    <a:pt x="2573" y="2001"/>
                    <a:pt x="2573" y="1286"/>
                  </a:cubicBezTo>
                  <a:cubicBezTo>
                    <a:pt x="2573" y="572"/>
                    <a:pt x="2001" y="0"/>
                    <a:pt x="1287"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9" name="Google Shape;25539;p148"/>
            <p:cNvSpPr/>
            <p:nvPr/>
          </p:nvSpPr>
          <p:spPr>
            <a:xfrm>
              <a:off x="4966009" y="2490159"/>
              <a:ext cx="76190" cy="76907"/>
            </a:xfrm>
            <a:custGeom>
              <a:avLst/>
              <a:gdLst/>
              <a:ahLst/>
              <a:cxnLst/>
              <a:rect l="l" t="t" r="r" b="b"/>
              <a:pathLst>
                <a:path w="2549" h="2573" extrusionOk="0">
                  <a:moveTo>
                    <a:pt x="1287" y="1"/>
                  </a:moveTo>
                  <a:cubicBezTo>
                    <a:pt x="572" y="1"/>
                    <a:pt x="1" y="572"/>
                    <a:pt x="1" y="1287"/>
                  </a:cubicBezTo>
                  <a:cubicBezTo>
                    <a:pt x="1" y="2001"/>
                    <a:pt x="572" y="2573"/>
                    <a:pt x="1287" y="2573"/>
                  </a:cubicBezTo>
                  <a:cubicBezTo>
                    <a:pt x="1977" y="2573"/>
                    <a:pt x="2549" y="2001"/>
                    <a:pt x="2549" y="1287"/>
                  </a:cubicBezTo>
                  <a:cubicBezTo>
                    <a:pt x="2549" y="572"/>
                    <a:pt x="1977" y="1"/>
                    <a:pt x="1287"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0" name="Google Shape;25540;p148"/>
            <p:cNvSpPr/>
            <p:nvPr/>
          </p:nvSpPr>
          <p:spPr>
            <a:xfrm>
              <a:off x="5012279" y="2570594"/>
              <a:ext cx="76907" cy="76190"/>
            </a:xfrm>
            <a:custGeom>
              <a:avLst/>
              <a:gdLst/>
              <a:ahLst/>
              <a:cxnLst/>
              <a:rect l="l" t="t" r="r" b="b"/>
              <a:pathLst>
                <a:path w="2573" h="2549" extrusionOk="0">
                  <a:moveTo>
                    <a:pt x="1287" y="1"/>
                  </a:moveTo>
                  <a:cubicBezTo>
                    <a:pt x="572" y="1"/>
                    <a:pt x="1" y="572"/>
                    <a:pt x="1" y="1287"/>
                  </a:cubicBezTo>
                  <a:cubicBezTo>
                    <a:pt x="1" y="1977"/>
                    <a:pt x="572" y="2549"/>
                    <a:pt x="1287" y="2549"/>
                  </a:cubicBezTo>
                  <a:cubicBezTo>
                    <a:pt x="1977" y="2549"/>
                    <a:pt x="2573" y="1977"/>
                    <a:pt x="2573" y="1287"/>
                  </a:cubicBezTo>
                  <a:cubicBezTo>
                    <a:pt x="2573" y="572"/>
                    <a:pt x="1977"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1" name="Google Shape;25541;p148"/>
            <p:cNvSpPr/>
            <p:nvPr/>
          </p:nvSpPr>
          <p:spPr>
            <a:xfrm>
              <a:off x="4995899" y="2661729"/>
              <a:ext cx="76907" cy="76907"/>
            </a:xfrm>
            <a:custGeom>
              <a:avLst/>
              <a:gdLst/>
              <a:ahLst/>
              <a:cxnLst/>
              <a:rect l="l" t="t" r="r" b="b"/>
              <a:pathLst>
                <a:path w="2573" h="2573" extrusionOk="0">
                  <a:moveTo>
                    <a:pt x="1287" y="0"/>
                  </a:moveTo>
                  <a:cubicBezTo>
                    <a:pt x="596" y="0"/>
                    <a:pt x="1" y="595"/>
                    <a:pt x="1" y="1286"/>
                  </a:cubicBezTo>
                  <a:cubicBezTo>
                    <a:pt x="1" y="2000"/>
                    <a:pt x="596" y="2572"/>
                    <a:pt x="1287" y="2572"/>
                  </a:cubicBezTo>
                  <a:cubicBezTo>
                    <a:pt x="2001" y="2572"/>
                    <a:pt x="2573" y="2000"/>
                    <a:pt x="2573" y="1286"/>
                  </a:cubicBezTo>
                  <a:cubicBezTo>
                    <a:pt x="2573" y="595"/>
                    <a:pt x="2001" y="0"/>
                    <a:pt x="1287" y="0"/>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2" name="Google Shape;25542;p148"/>
            <p:cNvSpPr/>
            <p:nvPr/>
          </p:nvSpPr>
          <p:spPr>
            <a:xfrm>
              <a:off x="4924731" y="2721510"/>
              <a:ext cx="76907" cy="76907"/>
            </a:xfrm>
            <a:custGeom>
              <a:avLst/>
              <a:gdLst/>
              <a:ahLst/>
              <a:cxnLst/>
              <a:rect l="l" t="t" r="r" b="b"/>
              <a:pathLst>
                <a:path w="2573" h="2573" extrusionOk="0">
                  <a:moveTo>
                    <a:pt x="1286" y="0"/>
                  </a:moveTo>
                  <a:cubicBezTo>
                    <a:pt x="596" y="0"/>
                    <a:pt x="0" y="572"/>
                    <a:pt x="0" y="1286"/>
                  </a:cubicBezTo>
                  <a:cubicBezTo>
                    <a:pt x="0" y="2001"/>
                    <a:pt x="596" y="2572"/>
                    <a:pt x="1286" y="2572"/>
                  </a:cubicBezTo>
                  <a:cubicBezTo>
                    <a:pt x="2001" y="2572"/>
                    <a:pt x="2572" y="2001"/>
                    <a:pt x="2572" y="1286"/>
                  </a:cubicBezTo>
                  <a:cubicBezTo>
                    <a:pt x="2572" y="572"/>
                    <a:pt x="2001" y="0"/>
                    <a:pt x="1286" y="0"/>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3" name="Google Shape;25543;p148"/>
            <p:cNvSpPr/>
            <p:nvPr/>
          </p:nvSpPr>
          <p:spPr>
            <a:xfrm>
              <a:off x="4831473" y="2721510"/>
              <a:ext cx="76907" cy="76907"/>
            </a:xfrm>
            <a:custGeom>
              <a:avLst/>
              <a:gdLst/>
              <a:ahLst/>
              <a:cxnLst/>
              <a:rect l="l" t="t" r="r" b="b"/>
              <a:pathLst>
                <a:path w="2573" h="2573" extrusionOk="0">
                  <a:moveTo>
                    <a:pt x="1287" y="0"/>
                  </a:moveTo>
                  <a:cubicBezTo>
                    <a:pt x="572" y="0"/>
                    <a:pt x="1" y="572"/>
                    <a:pt x="1" y="1286"/>
                  </a:cubicBezTo>
                  <a:cubicBezTo>
                    <a:pt x="1" y="2001"/>
                    <a:pt x="572" y="2572"/>
                    <a:pt x="1287" y="2572"/>
                  </a:cubicBezTo>
                  <a:cubicBezTo>
                    <a:pt x="2001" y="2572"/>
                    <a:pt x="2573" y="2001"/>
                    <a:pt x="2573" y="1286"/>
                  </a:cubicBezTo>
                  <a:cubicBezTo>
                    <a:pt x="2573" y="572"/>
                    <a:pt x="2001" y="0"/>
                    <a:pt x="1287" y="0"/>
                  </a:cubicBez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4" name="Google Shape;25544;p148"/>
            <p:cNvSpPr/>
            <p:nvPr/>
          </p:nvSpPr>
          <p:spPr>
            <a:xfrm>
              <a:off x="4760304" y="2661729"/>
              <a:ext cx="76907" cy="76907"/>
            </a:xfrm>
            <a:custGeom>
              <a:avLst/>
              <a:gdLst/>
              <a:ahLst/>
              <a:cxnLst/>
              <a:rect l="l" t="t" r="r" b="b"/>
              <a:pathLst>
                <a:path w="2573" h="2573" extrusionOk="0">
                  <a:moveTo>
                    <a:pt x="1286" y="0"/>
                  </a:moveTo>
                  <a:cubicBezTo>
                    <a:pt x="572" y="0"/>
                    <a:pt x="0" y="595"/>
                    <a:pt x="0" y="1286"/>
                  </a:cubicBezTo>
                  <a:cubicBezTo>
                    <a:pt x="0" y="2000"/>
                    <a:pt x="572" y="2572"/>
                    <a:pt x="1286" y="2572"/>
                  </a:cubicBezTo>
                  <a:cubicBezTo>
                    <a:pt x="2001" y="2572"/>
                    <a:pt x="2572" y="2000"/>
                    <a:pt x="2572" y="1286"/>
                  </a:cubicBezTo>
                  <a:cubicBezTo>
                    <a:pt x="2572" y="595"/>
                    <a:pt x="2001" y="0"/>
                    <a:pt x="1286" y="0"/>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5" name="Google Shape;25545;p148"/>
            <p:cNvSpPr/>
            <p:nvPr/>
          </p:nvSpPr>
          <p:spPr>
            <a:xfrm>
              <a:off x="4744642" y="2570594"/>
              <a:ext cx="76190" cy="76190"/>
            </a:xfrm>
            <a:custGeom>
              <a:avLst/>
              <a:gdLst/>
              <a:ahLst/>
              <a:cxnLst/>
              <a:rect l="l" t="t" r="r" b="b"/>
              <a:pathLst>
                <a:path w="2549" h="2549" extrusionOk="0">
                  <a:moveTo>
                    <a:pt x="1286" y="1"/>
                  </a:moveTo>
                  <a:cubicBezTo>
                    <a:pt x="572" y="1"/>
                    <a:pt x="0" y="572"/>
                    <a:pt x="0" y="1287"/>
                  </a:cubicBezTo>
                  <a:cubicBezTo>
                    <a:pt x="0" y="1977"/>
                    <a:pt x="572" y="2549"/>
                    <a:pt x="1286" y="2549"/>
                  </a:cubicBezTo>
                  <a:cubicBezTo>
                    <a:pt x="1977" y="2549"/>
                    <a:pt x="2549" y="1977"/>
                    <a:pt x="2549" y="1287"/>
                  </a:cubicBezTo>
                  <a:cubicBezTo>
                    <a:pt x="2549" y="572"/>
                    <a:pt x="1977" y="1"/>
                    <a:pt x="1286"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6" name="Google Shape;25546;p148"/>
            <p:cNvSpPr/>
            <p:nvPr/>
          </p:nvSpPr>
          <p:spPr>
            <a:xfrm>
              <a:off x="4790912" y="2490159"/>
              <a:ext cx="76190" cy="76907"/>
            </a:xfrm>
            <a:custGeom>
              <a:avLst/>
              <a:gdLst/>
              <a:ahLst/>
              <a:cxnLst/>
              <a:rect l="l" t="t" r="r" b="b"/>
              <a:pathLst>
                <a:path w="2549" h="2573" extrusionOk="0">
                  <a:moveTo>
                    <a:pt x="1286" y="1"/>
                  </a:moveTo>
                  <a:cubicBezTo>
                    <a:pt x="572" y="1"/>
                    <a:pt x="0" y="572"/>
                    <a:pt x="0" y="1287"/>
                  </a:cubicBezTo>
                  <a:cubicBezTo>
                    <a:pt x="0" y="2001"/>
                    <a:pt x="572" y="2573"/>
                    <a:pt x="1286" y="2573"/>
                  </a:cubicBezTo>
                  <a:cubicBezTo>
                    <a:pt x="1977" y="2573"/>
                    <a:pt x="2548" y="2001"/>
                    <a:pt x="2548" y="1287"/>
                  </a:cubicBezTo>
                  <a:cubicBezTo>
                    <a:pt x="2548" y="572"/>
                    <a:pt x="1977" y="1"/>
                    <a:pt x="1286"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7" name="Google Shape;25547;p148"/>
            <p:cNvSpPr/>
            <p:nvPr/>
          </p:nvSpPr>
          <p:spPr>
            <a:xfrm>
              <a:off x="4893406" y="2638236"/>
              <a:ext cx="89730" cy="20654"/>
            </a:xfrm>
            <a:custGeom>
              <a:avLst/>
              <a:gdLst/>
              <a:ahLst/>
              <a:cxnLst/>
              <a:rect l="l" t="t" r="r" b="b"/>
              <a:pathLst>
                <a:path w="3002" h="691" extrusionOk="0">
                  <a:moveTo>
                    <a:pt x="1" y="0"/>
                  </a:moveTo>
                  <a:lnTo>
                    <a:pt x="1" y="691"/>
                  </a:lnTo>
                  <a:lnTo>
                    <a:pt x="3001" y="691"/>
                  </a:lnTo>
                  <a:lnTo>
                    <a:pt x="3001"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8" name="Google Shape;25548;p148"/>
            <p:cNvSpPr/>
            <p:nvPr/>
          </p:nvSpPr>
          <p:spPr>
            <a:xfrm>
              <a:off x="4893406" y="2596927"/>
              <a:ext cx="89730" cy="20684"/>
            </a:xfrm>
            <a:custGeom>
              <a:avLst/>
              <a:gdLst/>
              <a:ahLst/>
              <a:cxnLst/>
              <a:rect l="l" t="t" r="r" b="b"/>
              <a:pathLst>
                <a:path w="3002" h="692" extrusionOk="0">
                  <a:moveTo>
                    <a:pt x="1" y="1"/>
                  </a:moveTo>
                  <a:lnTo>
                    <a:pt x="1" y="692"/>
                  </a:lnTo>
                  <a:lnTo>
                    <a:pt x="3001" y="692"/>
                  </a:lnTo>
                  <a:lnTo>
                    <a:pt x="300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9" name="Google Shape;25549;p148"/>
            <p:cNvSpPr/>
            <p:nvPr/>
          </p:nvSpPr>
          <p:spPr>
            <a:xfrm>
              <a:off x="4851410" y="2638236"/>
              <a:ext cx="20684" cy="20654"/>
            </a:xfrm>
            <a:custGeom>
              <a:avLst/>
              <a:gdLst/>
              <a:ahLst/>
              <a:cxnLst/>
              <a:rect l="l" t="t" r="r" b="b"/>
              <a:pathLst>
                <a:path w="692" h="691" extrusionOk="0">
                  <a:moveTo>
                    <a:pt x="1" y="0"/>
                  </a:moveTo>
                  <a:lnTo>
                    <a:pt x="1" y="691"/>
                  </a:lnTo>
                  <a:lnTo>
                    <a:pt x="691" y="691"/>
                  </a:lnTo>
                  <a:lnTo>
                    <a:pt x="691"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0" name="Google Shape;25550;p148"/>
            <p:cNvSpPr/>
            <p:nvPr/>
          </p:nvSpPr>
          <p:spPr>
            <a:xfrm>
              <a:off x="4851410" y="2596927"/>
              <a:ext cx="20684" cy="20684"/>
            </a:xfrm>
            <a:custGeom>
              <a:avLst/>
              <a:gdLst/>
              <a:ahLst/>
              <a:cxnLst/>
              <a:rect l="l" t="t" r="r" b="b"/>
              <a:pathLst>
                <a:path w="692" h="692" extrusionOk="0">
                  <a:moveTo>
                    <a:pt x="1" y="1"/>
                  </a:moveTo>
                  <a:lnTo>
                    <a:pt x="1" y="692"/>
                  </a:lnTo>
                  <a:lnTo>
                    <a:pt x="691" y="692"/>
                  </a:lnTo>
                  <a:lnTo>
                    <a:pt x="69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1" name="Google Shape;25551;p148"/>
            <p:cNvSpPr/>
            <p:nvPr/>
          </p:nvSpPr>
          <p:spPr>
            <a:xfrm>
              <a:off x="4916899" y="2458147"/>
              <a:ext cx="38468" cy="76907"/>
            </a:xfrm>
            <a:custGeom>
              <a:avLst/>
              <a:gdLst/>
              <a:ahLst/>
              <a:cxnLst/>
              <a:rect l="l" t="t" r="r" b="b"/>
              <a:pathLst>
                <a:path w="1287" h="2573" extrusionOk="0">
                  <a:moveTo>
                    <a:pt x="1" y="0"/>
                  </a:moveTo>
                  <a:lnTo>
                    <a:pt x="1" y="2572"/>
                  </a:lnTo>
                  <a:cubicBezTo>
                    <a:pt x="691" y="2572"/>
                    <a:pt x="1286" y="2001"/>
                    <a:pt x="1286" y="1286"/>
                  </a:cubicBezTo>
                  <a:cubicBezTo>
                    <a:pt x="1286" y="572"/>
                    <a:pt x="715" y="0"/>
                    <a:pt x="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2" name="Google Shape;25552;p148"/>
            <p:cNvSpPr/>
            <p:nvPr/>
          </p:nvSpPr>
          <p:spPr>
            <a:xfrm>
              <a:off x="4916899" y="2596927"/>
              <a:ext cx="66236" cy="20684"/>
            </a:xfrm>
            <a:custGeom>
              <a:avLst/>
              <a:gdLst/>
              <a:ahLst/>
              <a:cxnLst/>
              <a:rect l="l" t="t" r="r" b="b"/>
              <a:pathLst>
                <a:path w="2216" h="692" extrusionOk="0">
                  <a:moveTo>
                    <a:pt x="1" y="1"/>
                  </a:moveTo>
                  <a:lnTo>
                    <a:pt x="1" y="692"/>
                  </a:lnTo>
                  <a:lnTo>
                    <a:pt x="2215" y="692"/>
                  </a:lnTo>
                  <a:lnTo>
                    <a:pt x="2215"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3" name="Google Shape;25553;p148"/>
            <p:cNvSpPr/>
            <p:nvPr/>
          </p:nvSpPr>
          <p:spPr>
            <a:xfrm>
              <a:off x="4916899" y="2638236"/>
              <a:ext cx="66236" cy="20654"/>
            </a:xfrm>
            <a:custGeom>
              <a:avLst/>
              <a:gdLst/>
              <a:ahLst/>
              <a:cxnLst/>
              <a:rect l="l" t="t" r="r" b="b"/>
              <a:pathLst>
                <a:path w="2216" h="691" extrusionOk="0">
                  <a:moveTo>
                    <a:pt x="1" y="0"/>
                  </a:moveTo>
                  <a:lnTo>
                    <a:pt x="1" y="691"/>
                  </a:lnTo>
                  <a:lnTo>
                    <a:pt x="2215" y="691"/>
                  </a:lnTo>
                  <a:lnTo>
                    <a:pt x="221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54" name="Google Shape;25554;p148"/>
          <p:cNvGrpSpPr/>
          <p:nvPr/>
        </p:nvGrpSpPr>
        <p:grpSpPr>
          <a:xfrm>
            <a:off x="4037379" y="2324552"/>
            <a:ext cx="346696" cy="323203"/>
            <a:chOff x="4075479" y="2467383"/>
            <a:chExt cx="346696" cy="323203"/>
          </a:xfrm>
        </p:grpSpPr>
        <p:sp>
          <p:nvSpPr>
            <p:cNvPr id="25555" name="Google Shape;25555;p148"/>
            <p:cNvSpPr/>
            <p:nvPr/>
          </p:nvSpPr>
          <p:spPr>
            <a:xfrm>
              <a:off x="4163057" y="2489472"/>
              <a:ext cx="192910" cy="53413"/>
            </a:xfrm>
            <a:custGeom>
              <a:avLst/>
              <a:gdLst/>
              <a:ahLst/>
              <a:cxnLst/>
              <a:rect l="l" t="t" r="r" b="b"/>
              <a:pathLst>
                <a:path w="6454" h="1787" extrusionOk="0">
                  <a:moveTo>
                    <a:pt x="0" y="0"/>
                  </a:moveTo>
                  <a:lnTo>
                    <a:pt x="0" y="1786"/>
                  </a:lnTo>
                  <a:lnTo>
                    <a:pt x="6454" y="1786"/>
                  </a:lnTo>
                  <a:lnTo>
                    <a:pt x="6454"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6" name="Google Shape;25556;p148"/>
            <p:cNvSpPr/>
            <p:nvPr/>
          </p:nvSpPr>
          <p:spPr>
            <a:xfrm>
              <a:off x="4163057" y="2516493"/>
              <a:ext cx="192910" cy="25676"/>
            </a:xfrm>
            <a:custGeom>
              <a:avLst/>
              <a:gdLst/>
              <a:ahLst/>
              <a:cxnLst/>
              <a:rect l="l" t="t" r="r" b="b"/>
              <a:pathLst>
                <a:path w="6454" h="859" extrusionOk="0">
                  <a:moveTo>
                    <a:pt x="0" y="1"/>
                  </a:moveTo>
                  <a:lnTo>
                    <a:pt x="0" y="858"/>
                  </a:lnTo>
                  <a:lnTo>
                    <a:pt x="6454" y="858"/>
                  </a:lnTo>
                  <a:lnTo>
                    <a:pt x="6454"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7" name="Google Shape;25557;p148"/>
            <p:cNvSpPr/>
            <p:nvPr/>
          </p:nvSpPr>
          <p:spPr>
            <a:xfrm>
              <a:off x="4076914" y="2467383"/>
              <a:ext cx="97561" cy="97561"/>
            </a:xfrm>
            <a:custGeom>
              <a:avLst/>
              <a:gdLst/>
              <a:ahLst/>
              <a:cxnLst/>
              <a:rect l="l" t="t" r="r" b="b"/>
              <a:pathLst>
                <a:path w="3264" h="3264" extrusionOk="0">
                  <a:moveTo>
                    <a:pt x="1620" y="1"/>
                  </a:moveTo>
                  <a:cubicBezTo>
                    <a:pt x="715" y="1"/>
                    <a:pt x="1" y="739"/>
                    <a:pt x="1" y="1620"/>
                  </a:cubicBezTo>
                  <a:cubicBezTo>
                    <a:pt x="1" y="2525"/>
                    <a:pt x="715" y="3263"/>
                    <a:pt x="1620" y="3263"/>
                  </a:cubicBezTo>
                  <a:cubicBezTo>
                    <a:pt x="2525" y="3263"/>
                    <a:pt x="3263" y="2525"/>
                    <a:pt x="3263" y="1620"/>
                  </a:cubicBezTo>
                  <a:cubicBezTo>
                    <a:pt x="3263" y="739"/>
                    <a:pt x="2525" y="1"/>
                    <a:pt x="1620"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8" name="Google Shape;25558;p148"/>
            <p:cNvSpPr/>
            <p:nvPr/>
          </p:nvSpPr>
          <p:spPr>
            <a:xfrm>
              <a:off x="4076914" y="2516493"/>
              <a:ext cx="97561" cy="48452"/>
            </a:xfrm>
            <a:custGeom>
              <a:avLst/>
              <a:gdLst/>
              <a:ahLst/>
              <a:cxnLst/>
              <a:rect l="l" t="t" r="r" b="b"/>
              <a:pathLst>
                <a:path w="3264" h="1621" extrusionOk="0">
                  <a:moveTo>
                    <a:pt x="1" y="1"/>
                  </a:moveTo>
                  <a:cubicBezTo>
                    <a:pt x="1" y="882"/>
                    <a:pt x="739" y="1620"/>
                    <a:pt x="1620" y="1620"/>
                  </a:cubicBezTo>
                  <a:cubicBezTo>
                    <a:pt x="2525" y="1620"/>
                    <a:pt x="3263" y="882"/>
                    <a:pt x="326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9" name="Google Shape;25559;p148"/>
            <p:cNvSpPr/>
            <p:nvPr/>
          </p:nvSpPr>
          <p:spPr>
            <a:xfrm>
              <a:off x="4354534" y="2489472"/>
              <a:ext cx="67641" cy="53413"/>
            </a:xfrm>
            <a:custGeom>
              <a:avLst/>
              <a:gdLst/>
              <a:ahLst/>
              <a:cxnLst/>
              <a:rect l="l" t="t" r="r" b="b"/>
              <a:pathLst>
                <a:path w="2263" h="1787" extrusionOk="0">
                  <a:moveTo>
                    <a:pt x="0" y="0"/>
                  </a:moveTo>
                  <a:lnTo>
                    <a:pt x="0" y="1786"/>
                  </a:lnTo>
                  <a:lnTo>
                    <a:pt x="1358" y="1786"/>
                  </a:lnTo>
                  <a:cubicBezTo>
                    <a:pt x="1596" y="1786"/>
                    <a:pt x="1834" y="1667"/>
                    <a:pt x="1977" y="1524"/>
                  </a:cubicBezTo>
                  <a:cubicBezTo>
                    <a:pt x="2167" y="1334"/>
                    <a:pt x="2263" y="1072"/>
                    <a:pt x="2215" y="786"/>
                  </a:cubicBezTo>
                  <a:cubicBezTo>
                    <a:pt x="2167" y="333"/>
                    <a:pt x="1739" y="0"/>
                    <a:pt x="1334"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0" name="Google Shape;25560;p148"/>
            <p:cNvSpPr/>
            <p:nvPr/>
          </p:nvSpPr>
          <p:spPr>
            <a:xfrm>
              <a:off x="4354886" y="2516493"/>
              <a:ext cx="66954" cy="26393"/>
            </a:xfrm>
            <a:custGeom>
              <a:avLst/>
              <a:gdLst/>
              <a:ahLst/>
              <a:cxnLst/>
              <a:rect l="l" t="t" r="r" b="b"/>
              <a:pathLst>
                <a:path w="2240" h="883" extrusionOk="0">
                  <a:moveTo>
                    <a:pt x="2239" y="1"/>
                  </a:moveTo>
                  <a:cubicBezTo>
                    <a:pt x="2239" y="9"/>
                    <a:pt x="2239" y="17"/>
                    <a:pt x="2239" y="25"/>
                  </a:cubicBezTo>
                  <a:lnTo>
                    <a:pt x="2239" y="25"/>
                  </a:lnTo>
                  <a:lnTo>
                    <a:pt x="2239" y="1"/>
                  </a:lnTo>
                  <a:close/>
                  <a:moveTo>
                    <a:pt x="1" y="25"/>
                  </a:moveTo>
                  <a:lnTo>
                    <a:pt x="1" y="882"/>
                  </a:lnTo>
                  <a:lnTo>
                    <a:pt x="1358" y="882"/>
                  </a:lnTo>
                  <a:cubicBezTo>
                    <a:pt x="1596" y="882"/>
                    <a:pt x="1810" y="763"/>
                    <a:pt x="1977" y="620"/>
                  </a:cubicBezTo>
                  <a:cubicBezTo>
                    <a:pt x="2138" y="436"/>
                    <a:pt x="2233" y="252"/>
                    <a:pt x="2239" y="25"/>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1" name="Google Shape;25561;p148"/>
            <p:cNvSpPr/>
            <p:nvPr/>
          </p:nvSpPr>
          <p:spPr>
            <a:xfrm>
              <a:off x="4163057" y="2714396"/>
              <a:ext cx="192910" cy="53413"/>
            </a:xfrm>
            <a:custGeom>
              <a:avLst/>
              <a:gdLst/>
              <a:ahLst/>
              <a:cxnLst/>
              <a:rect l="l" t="t" r="r" b="b"/>
              <a:pathLst>
                <a:path w="6454" h="1787" extrusionOk="0">
                  <a:moveTo>
                    <a:pt x="0" y="0"/>
                  </a:moveTo>
                  <a:lnTo>
                    <a:pt x="0" y="1786"/>
                  </a:lnTo>
                  <a:lnTo>
                    <a:pt x="6454" y="1786"/>
                  </a:lnTo>
                  <a:lnTo>
                    <a:pt x="6454"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2" name="Google Shape;25562;p148"/>
            <p:cNvSpPr/>
            <p:nvPr/>
          </p:nvSpPr>
          <p:spPr>
            <a:xfrm>
              <a:off x="4163057" y="2741447"/>
              <a:ext cx="192910" cy="25646"/>
            </a:xfrm>
            <a:custGeom>
              <a:avLst/>
              <a:gdLst/>
              <a:ahLst/>
              <a:cxnLst/>
              <a:rect l="l" t="t" r="r" b="b"/>
              <a:pathLst>
                <a:path w="6454" h="858" extrusionOk="0">
                  <a:moveTo>
                    <a:pt x="0" y="0"/>
                  </a:moveTo>
                  <a:lnTo>
                    <a:pt x="0" y="858"/>
                  </a:lnTo>
                  <a:lnTo>
                    <a:pt x="6454" y="858"/>
                  </a:lnTo>
                  <a:lnTo>
                    <a:pt x="6454"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3" name="Google Shape;25563;p148"/>
            <p:cNvSpPr/>
            <p:nvPr/>
          </p:nvSpPr>
          <p:spPr>
            <a:xfrm>
              <a:off x="4076914" y="2692337"/>
              <a:ext cx="97561" cy="98248"/>
            </a:xfrm>
            <a:custGeom>
              <a:avLst/>
              <a:gdLst/>
              <a:ahLst/>
              <a:cxnLst/>
              <a:rect l="l" t="t" r="r" b="b"/>
              <a:pathLst>
                <a:path w="3264" h="3287" extrusionOk="0">
                  <a:moveTo>
                    <a:pt x="1620" y="0"/>
                  </a:moveTo>
                  <a:cubicBezTo>
                    <a:pt x="715" y="0"/>
                    <a:pt x="1" y="738"/>
                    <a:pt x="1" y="1643"/>
                  </a:cubicBezTo>
                  <a:cubicBezTo>
                    <a:pt x="1" y="2548"/>
                    <a:pt x="715" y="3286"/>
                    <a:pt x="1620" y="3286"/>
                  </a:cubicBezTo>
                  <a:cubicBezTo>
                    <a:pt x="2525" y="3286"/>
                    <a:pt x="3263" y="2548"/>
                    <a:pt x="3263" y="1643"/>
                  </a:cubicBezTo>
                  <a:cubicBezTo>
                    <a:pt x="3263" y="738"/>
                    <a:pt x="2525" y="0"/>
                    <a:pt x="1620"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4" name="Google Shape;25564;p148"/>
            <p:cNvSpPr/>
            <p:nvPr/>
          </p:nvSpPr>
          <p:spPr>
            <a:xfrm>
              <a:off x="4076914" y="2741447"/>
              <a:ext cx="97561" cy="49139"/>
            </a:xfrm>
            <a:custGeom>
              <a:avLst/>
              <a:gdLst/>
              <a:ahLst/>
              <a:cxnLst/>
              <a:rect l="l" t="t" r="r" b="b"/>
              <a:pathLst>
                <a:path w="3264" h="1644" extrusionOk="0">
                  <a:moveTo>
                    <a:pt x="1" y="0"/>
                  </a:moveTo>
                  <a:cubicBezTo>
                    <a:pt x="1" y="929"/>
                    <a:pt x="739" y="1643"/>
                    <a:pt x="1620" y="1643"/>
                  </a:cubicBezTo>
                  <a:cubicBezTo>
                    <a:pt x="2525" y="1643"/>
                    <a:pt x="3263" y="881"/>
                    <a:pt x="3263"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5" name="Google Shape;25565;p148"/>
            <p:cNvSpPr/>
            <p:nvPr/>
          </p:nvSpPr>
          <p:spPr>
            <a:xfrm>
              <a:off x="4354534" y="2714396"/>
              <a:ext cx="67641" cy="53413"/>
            </a:xfrm>
            <a:custGeom>
              <a:avLst/>
              <a:gdLst/>
              <a:ahLst/>
              <a:cxnLst/>
              <a:rect l="l" t="t" r="r" b="b"/>
              <a:pathLst>
                <a:path w="2263" h="1787" extrusionOk="0">
                  <a:moveTo>
                    <a:pt x="0" y="0"/>
                  </a:moveTo>
                  <a:lnTo>
                    <a:pt x="0" y="1786"/>
                  </a:lnTo>
                  <a:lnTo>
                    <a:pt x="1358" y="1786"/>
                  </a:lnTo>
                  <a:cubicBezTo>
                    <a:pt x="1596" y="1786"/>
                    <a:pt x="1834" y="1667"/>
                    <a:pt x="1977" y="1524"/>
                  </a:cubicBezTo>
                  <a:cubicBezTo>
                    <a:pt x="2167" y="1358"/>
                    <a:pt x="2263" y="1072"/>
                    <a:pt x="2215" y="786"/>
                  </a:cubicBezTo>
                  <a:cubicBezTo>
                    <a:pt x="2167" y="334"/>
                    <a:pt x="1739" y="0"/>
                    <a:pt x="1334"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6" name="Google Shape;25566;p148"/>
            <p:cNvSpPr/>
            <p:nvPr/>
          </p:nvSpPr>
          <p:spPr>
            <a:xfrm>
              <a:off x="4354886" y="2741447"/>
              <a:ext cx="66954" cy="26363"/>
            </a:xfrm>
            <a:custGeom>
              <a:avLst/>
              <a:gdLst/>
              <a:ahLst/>
              <a:cxnLst/>
              <a:rect l="l" t="t" r="r" b="b"/>
              <a:pathLst>
                <a:path w="2240" h="882" extrusionOk="0">
                  <a:moveTo>
                    <a:pt x="2239" y="0"/>
                  </a:moveTo>
                  <a:cubicBezTo>
                    <a:pt x="2239" y="8"/>
                    <a:pt x="2239" y="16"/>
                    <a:pt x="2239" y="24"/>
                  </a:cubicBezTo>
                  <a:lnTo>
                    <a:pt x="2239" y="24"/>
                  </a:lnTo>
                  <a:lnTo>
                    <a:pt x="2239" y="0"/>
                  </a:lnTo>
                  <a:close/>
                  <a:moveTo>
                    <a:pt x="1" y="24"/>
                  </a:moveTo>
                  <a:lnTo>
                    <a:pt x="1" y="881"/>
                  </a:lnTo>
                  <a:lnTo>
                    <a:pt x="1358" y="881"/>
                  </a:lnTo>
                  <a:cubicBezTo>
                    <a:pt x="1596" y="881"/>
                    <a:pt x="1810" y="762"/>
                    <a:pt x="1977" y="619"/>
                  </a:cubicBezTo>
                  <a:cubicBezTo>
                    <a:pt x="2138" y="458"/>
                    <a:pt x="2233" y="253"/>
                    <a:pt x="2239" y="2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7" name="Google Shape;25567;p148"/>
            <p:cNvSpPr/>
            <p:nvPr/>
          </p:nvSpPr>
          <p:spPr>
            <a:xfrm>
              <a:off x="4142403" y="2601919"/>
              <a:ext cx="192940" cy="53413"/>
            </a:xfrm>
            <a:custGeom>
              <a:avLst/>
              <a:gdLst/>
              <a:ahLst/>
              <a:cxnLst/>
              <a:rect l="l" t="t" r="r" b="b"/>
              <a:pathLst>
                <a:path w="6455" h="1787" extrusionOk="0">
                  <a:moveTo>
                    <a:pt x="0" y="1"/>
                  </a:moveTo>
                  <a:lnTo>
                    <a:pt x="0" y="1787"/>
                  </a:lnTo>
                  <a:lnTo>
                    <a:pt x="6454" y="1787"/>
                  </a:lnTo>
                  <a:lnTo>
                    <a:pt x="6454"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8" name="Google Shape;25568;p148"/>
            <p:cNvSpPr/>
            <p:nvPr/>
          </p:nvSpPr>
          <p:spPr>
            <a:xfrm>
              <a:off x="4142403" y="2628252"/>
              <a:ext cx="192940" cy="25676"/>
            </a:xfrm>
            <a:custGeom>
              <a:avLst/>
              <a:gdLst/>
              <a:ahLst/>
              <a:cxnLst/>
              <a:rect l="l" t="t" r="r" b="b"/>
              <a:pathLst>
                <a:path w="6455" h="859" extrusionOk="0">
                  <a:moveTo>
                    <a:pt x="0" y="1"/>
                  </a:moveTo>
                  <a:lnTo>
                    <a:pt x="0" y="858"/>
                  </a:lnTo>
                  <a:lnTo>
                    <a:pt x="6454" y="858"/>
                  </a:lnTo>
                  <a:lnTo>
                    <a:pt x="6454"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9" name="Google Shape;25569;p148"/>
            <p:cNvSpPr/>
            <p:nvPr/>
          </p:nvSpPr>
          <p:spPr>
            <a:xfrm>
              <a:off x="4323209" y="2579143"/>
              <a:ext cx="97531" cy="98248"/>
            </a:xfrm>
            <a:custGeom>
              <a:avLst/>
              <a:gdLst/>
              <a:ahLst/>
              <a:cxnLst/>
              <a:rect l="l" t="t" r="r" b="b"/>
              <a:pathLst>
                <a:path w="3263" h="3287" extrusionOk="0">
                  <a:moveTo>
                    <a:pt x="1620" y="1"/>
                  </a:moveTo>
                  <a:cubicBezTo>
                    <a:pt x="739" y="1"/>
                    <a:pt x="0" y="739"/>
                    <a:pt x="0" y="1644"/>
                  </a:cubicBezTo>
                  <a:cubicBezTo>
                    <a:pt x="0" y="2549"/>
                    <a:pt x="739" y="3287"/>
                    <a:pt x="1620" y="3287"/>
                  </a:cubicBezTo>
                  <a:cubicBezTo>
                    <a:pt x="2525" y="3287"/>
                    <a:pt x="3263" y="2549"/>
                    <a:pt x="3263" y="1644"/>
                  </a:cubicBezTo>
                  <a:cubicBezTo>
                    <a:pt x="3263" y="739"/>
                    <a:pt x="2525" y="1"/>
                    <a:pt x="1620"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0" name="Google Shape;25570;p148"/>
            <p:cNvSpPr/>
            <p:nvPr/>
          </p:nvSpPr>
          <p:spPr>
            <a:xfrm>
              <a:off x="4323209" y="2628252"/>
              <a:ext cx="97531" cy="49139"/>
            </a:xfrm>
            <a:custGeom>
              <a:avLst/>
              <a:gdLst/>
              <a:ahLst/>
              <a:cxnLst/>
              <a:rect l="l" t="t" r="r" b="b"/>
              <a:pathLst>
                <a:path w="3263" h="1644" extrusionOk="0">
                  <a:moveTo>
                    <a:pt x="0" y="1"/>
                  </a:moveTo>
                  <a:cubicBezTo>
                    <a:pt x="0" y="906"/>
                    <a:pt x="739" y="1644"/>
                    <a:pt x="1644" y="1644"/>
                  </a:cubicBezTo>
                  <a:cubicBezTo>
                    <a:pt x="2525" y="1644"/>
                    <a:pt x="3263" y="930"/>
                    <a:pt x="326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1" name="Google Shape;25571;p148"/>
            <p:cNvSpPr/>
            <p:nvPr/>
          </p:nvSpPr>
          <p:spPr>
            <a:xfrm>
              <a:off x="4075479" y="2601919"/>
              <a:ext cx="67671" cy="53413"/>
            </a:xfrm>
            <a:custGeom>
              <a:avLst/>
              <a:gdLst/>
              <a:ahLst/>
              <a:cxnLst/>
              <a:rect l="l" t="t" r="r" b="b"/>
              <a:pathLst>
                <a:path w="2264" h="1787" extrusionOk="0">
                  <a:moveTo>
                    <a:pt x="930" y="1"/>
                  </a:moveTo>
                  <a:cubicBezTo>
                    <a:pt x="525" y="1"/>
                    <a:pt x="96" y="310"/>
                    <a:pt x="49" y="763"/>
                  </a:cubicBezTo>
                  <a:cubicBezTo>
                    <a:pt x="1" y="1072"/>
                    <a:pt x="96" y="1334"/>
                    <a:pt x="287" y="1501"/>
                  </a:cubicBezTo>
                  <a:cubicBezTo>
                    <a:pt x="430" y="1668"/>
                    <a:pt x="668" y="1787"/>
                    <a:pt x="906" y="1787"/>
                  </a:cubicBezTo>
                  <a:lnTo>
                    <a:pt x="2263" y="1787"/>
                  </a:lnTo>
                  <a:lnTo>
                    <a:pt x="2263"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2" name="Google Shape;25572;p148"/>
            <p:cNvSpPr/>
            <p:nvPr/>
          </p:nvSpPr>
          <p:spPr>
            <a:xfrm>
              <a:off x="4075845" y="2628252"/>
              <a:ext cx="66924" cy="27080"/>
            </a:xfrm>
            <a:custGeom>
              <a:avLst/>
              <a:gdLst/>
              <a:ahLst/>
              <a:cxnLst/>
              <a:rect l="l" t="t" r="r" b="b"/>
              <a:pathLst>
                <a:path w="2239" h="906" extrusionOk="0">
                  <a:moveTo>
                    <a:pt x="0" y="1"/>
                  </a:moveTo>
                  <a:lnTo>
                    <a:pt x="0" y="25"/>
                  </a:lnTo>
                  <a:lnTo>
                    <a:pt x="1" y="25"/>
                  </a:lnTo>
                  <a:cubicBezTo>
                    <a:pt x="0" y="17"/>
                    <a:pt x="0" y="9"/>
                    <a:pt x="0" y="1"/>
                  </a:cubicBezTo>
                  <a:close/>
                  <a:moveTo>
                    <a:pt x="1" y="25"/>
                  </a:moveTo>
                  <a:cubicBezTo>
                    <a:pt x="7" y="253"/>
                    <a:pt x="101" y="459"/>
                    <a:pt x="262" y="620"/>
                  </a:cubicBezTo>
                  <a:cubicBezTo>
                    <a:pt x="405" y="787"/>
                    <a:pt x="643" y="906"/>
                    <a:pt x="882" y="906"/>
                  </a:cubicBezTo>
                  <a:lnTo>
                    <a:pt x="2239" y="906"/>
                  </a:lnTo>
                  <a:lnTo>
                    <a:pt x="2239" y="25"/>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73" name="Google Shape;25573;p148"/>
          <p:cNvGrpSpPr/>
          <p:nvPr/>
        </p:nvGrpSpPr>
        <p:grpSpPr>
          <a:xfrm>
            <a:off x="3273847" y="2321713"/>
            <a:ext cx="344544" cy="298274"/>
            <a:chOff x="3378578" y="2464543"/>
            <a:chExt cx="344544" cy="298274"/>
          </a:xfrm>
        </p:grpSpPr>
        <p:sp>
          <p:nvSpPr>
            <p:cNvPr id="25574" name="Google Shape;25574;p148"/>
            <p:cNvSpPr/>
            <p:nvPr/>
          </p:nvSpPr>
          <p:spPr>
            <a:xfrm>
              <a:off x="3436954" y="2515088"/>
              <a:ext cx="227104" cy="195780"/>
            </a:xfrm>
            <a:custGeom>
              <a:avLst/>
              <a:gdLst/>
              <a:ahLst/>
              <a:cxnLst/>
              <a:rect l="l" t="t" r="r" b="b"/>
              <a:pathLst>
                <a:path w="7598" h="6550" extrusionOk="0">
                  <a:moveTo>
                    <a:pt x="1906" y="0"/>
                  </a:moveTo>
                  <a:lnTo>
                    <a:pt x="0" y="3287"/>
                  </a:lnTo>
                  <a:lnTo>
                    <a:pt x="1906" y="6549"/>
                  </a:lnTo>
                  <a:lnTo>
                    <a:pt x="5692" y="6549"/>
                  </a:lnTo>
                  <a:lnTo>
                    <a:pt x="7597" y="3287"/>
                  </a:lnTo>
                  <a:lnTo>
                    <a:pt x="5692"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5" name="Google Shape;25575;p148"/>
            <p:cNvSpPr/>
            <p:nvPr/>
          </p:nvSpPr>
          <p:spPr>
            <a:xfrm>
              <a:off x="3550118" y="2515088"/>
              <a:ext cx="113941" cy="195780"/>
            </a:xfrm>
            <a:custGeom>
              <a:avLst/>
              <a:gdLst/>
              <a:ahLst/>
              <a:cxnLst/>
              <a:rect l="l" t="t" r="r" b="b"/>
              <a:pathLst>
                <a:path w="3812" h="6550" extrusionOk="0">
                  <a:moveTo>
                    <a:pt x="1" y="0"/>
                  </a:moveTo>
                  <a:lnTo>
                    <a:pt x="1" y="6549"/>
                  </a:lnTo>
                  <a:lnTo>
                    <a:pt x="1906" y="6549"/>
                  </a:lnTo>
                  <a:lnTo>
                    <a:pt x="3811" y="3287"/>
                  </a:lnTo>
                  <a:lnTo>
                    <a:pt x="1906"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6" name="Google Shape;25576;p148"/>
            <p:cNvSpPr/>
            <p:nvPr/>
          </p:nvSpPr>
          <p:spPr>
            <a:xfrm>
              <a:off x="3464722" y="2706565"/>
              <a:ext cx="173003" cy="56253"/>
            </a:xfrm>
            <a:custGeom>
              <a:avLst/>
              <a:gdLst/>
              <a:ahLst/>
              <a:cxnLst/>
              <a:rect l="l" t="t" r="r" b="b"/>
              <a:pathLst>
                <a:path w="5788" h="1882" extrusionOk="0">
                  <a:moveTo>
                    <a:pt x="1096" y="0"/>
                  </a:moveTo>
                  <a:lnTo>
                    <a:pt x="334" y="715"/>
                  </a:lnTo>
                  <a:lnTo>
                    <a:pt x="0" y="1882"/>
                  </a:lnTo>
                  <a:lnTo>
                    <a:pt x="5787" y="1882"/>
                  </a:lnTo>
                  <a:lnTo>
                    <a:pt x="5501" y="715"/>
                  </a:lnTo>
                  <a:lnTo>
                    <a:pt x="4739"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7" name="Google Shape;25577;p148"/>
            <p:cNvSpPr/>
            <p:nvPr/>
          </p:nvSpPr>
          <p:spPr>
            <a:xfrm>
              <a:off x="3463287" y="2464543"/>
              <a:ext cx="174438" cy="56253"/>
            </a:xfrm>
            <a:custGeom>
              <a:avLst/>
              <a:gdLst/>
              <a:ahLst/>
              <a:cxnLst/>
              <a:rect l="l" t="t" r="r" b="b"/>
              <a:pathLst>
                <a:path w="5836" h="1882" extrusionOk="0">
                  <a:moveTo>
                    <a:pt x="1" y="1"/>
                  </a:moveTo>
                  <a:lnTo>
                    <a:pt x="310" y="1167"/>
                  </a:lnTo>
                  <a:lnTo>
                    <a:pt x="1096" y="1882"/>
                  </a:lnTo>
                  <a:lnTo>
                    <a:pt x="4716" y="1882"/>
                  </a:lnTo>
                  <a:lnTo>
                    <a:pt x="5502" y="1167"/>
                  </a:lnTo>
                  <a:lnTo>
                    <a:pt x="5835"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8" name="Google Shape;25578;p148"/>
            <p:cNvSpPr/>
            <p:nvPr/>
          </p:nvSpPr>
          <p:spPr>
            <a:xfrm>
              <a:off x="3379296" y="2606193"/>
              <a:ext cx="118185" cy="155906"/>
            </a:xfrm>
            <a:custGeom>
              <a:avLst/>
              <a:gdLst/>
              <a:ahLst/>
              <a:cxnLst/>
              <a:rect l="l" t="t" r="r" b="b"/>
              <a:pathLst>
                <a:path w="3954" h="5216" extrusionOk="0">
                  <a:moveTo>
                    <a:pt x="1144" y="1"/>
                  </a:moveTo>
                  <a:lnTo>
                    <a:pt x="1" y="239"/>
                  </a:lnTo>
                  <a:lnTo>
                    <a:pt x="2882" y="5216"/>
                  </a:lnTo>
                  <a:lnTo>
                    <a:pt x="3954" y="3358"/>
                  </a:lnTo>
                  <a:lnTo>
                    <a:pt x="2144" y="239"/>
                  </a:lnTo>
                  <a:lnTo>
                    <a:pt x="1144"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9" name="Google Shape;25579;p148"/>
            <p:cNvSpPr/>
            <p:nvPr/>
          </p:nvSpPr>
          <p:spPr>
            <a:xfrm>
              <a:off x="3535173" y="2626847"/>
              <a:ext cx="74785" cy="19937"/>
            </a:xfrm>
            <a:custGeom>
              <a:avLst/>
              <a:gdLst/>
              <a:ahLst/>
              <a:cxnLst/>
              <a:rect l="l" t="t" r="r" b="b"/>
              <a:pathLst>
                <a:path w="2502" h="667" extrusionOk="0">
                  <a:moveTo>
                    <a:pt x="1" y="0"/>
                  </a:moveTo>
                  <a:lnTo>
                    <a:pt x="1" y="667"/>
                  </a:lnTo>
                  <a:lnTo>
                    <a:pt x="2501" y="667"/>
                  </a:lnTo>
                  <a:lnTo>
                    <a:pt x="250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0" name="Google Shape;25580;p148"/>
            <p:cNvSpPr/>
            <p:nvPr/>
          </p:nvSpPr>
          <p:spPr>
            <a:xfrm>
              <a:off x="3535173" y="2580577"/>
              <a:ext cx="74785" cy="19967"/>
            </a:xfrm>
            <a:custGeom>
              <a:avLst/>
              <a:gdLst/>
              <a:ahLst/>
              <a:cxnLst/>
              <a:rect l="l" t="t" r="r" b="b"/>
              <a:pathLst>
                <a:path w="2502" h="668" extrusionOk="0">
                  <a:moveTo>
                    <a:pt x="1" y="0"/>
                  </a:moveTo>
                  <a:lnTo>
                    <a:pt x="1" y="667"/>
                  </a:lnTo>
                  <a:lnTo>
                    <a:pt x="2501" y="667"/>
                  </a:lnTo>
                  <a:lnTo>
                    <a:pt x="250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1" name="Google Shape;25581;p148"/>
            <p:cNvSpPr/>
            <p:nvPr/>
          </p:nvSpPr>
          <p:spPr>
            <a:xfrm>
              <a:off x="3492490" y="2626847"/>
              <a:ext cx="21371" cy="19937"/>
            </a:xfrm>
            <a:custGeom>
              <a:avLst/>
              <a:gdLst/>
              <a:ahLst/>
              <a:cxnLst/>
              <a:rect l="l" t="t" r="r" b="b"/>
              <a:pathLst>
                <a:path w="715" h="667" extrusionOk="0">
                  <a:moveTo>
                    <a:pt x="0" y="0"/>
                  </a:moveTo>
                  <a:lnTo>
                    <a:pt x="0" y="667"/>
                  </a:lnTo>
                  <a:lnTo>
                    <a:pt x="714" y="667"/>
                  </a:lnTo>
                  <a:lnTo>
                    <a:pt x="71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2" name="Google Shape;25582;p148"/>
            <p:cNvSpPr/>
            <p:nvPr/>
          </p:nvSpPr>
          <p:spPr>
            <a:xfrm>
              <a:off x="3492490" y="2580577"/>
              <a:ext cx="21371" cy="19967"/>
            </a:xfrm>
            <a:custGeom>
              <a:avLst/>
              <a:gdLst/>
              <a:ahLst/>
              <a:cxnLst/>
              <a:rect l="l" t="t" r="r" b="b"/>
              <a:pathLst>
                <a:path w="715" h="668" extrusionOk="0">
                  <a:moveTo>
                    <a:pt x="0" y="0"/>
                  </a:moveTo>
                  <a:lnTo>
                    <a:pt x="0" y="667"/>
                  </a:lnTo>
                  <a:lnTo>
                    <a:pt x="714" y="667"/>
                  </a:lnTo>
                  <a:lnTo>
                    <a:pt x="71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3" name="Google Shape;25583;p148"/>
            <p:cNvSpPr/>
            <p:nvPr/>
          </p:nvSpPr>
          <p:spPr>
            <a:xfrm>
              <a:off x="3378578" y="2465261"/>
              <a:ext cx="118185" cy="148792"/>
            </a:xfrm>
            <a:custGeom>
              <a:avLst/>
              <a:gdLst/>
              <a:ahLst/>
              <a:cxnLst/>
              <a:rect l="l" t="t" r="r" b="b"/>
              <a:pathLst>
                <a:path w="3954" h="4978" extrusionOk="0">
                  <a:moveTo>
                    <a:pt x="2882" y="0"/>
                  </a:moveTo>
                  <a:lnTo>
                    <a:pt x="1" y="4978"/>
                  </a:lnTo>
                  <a:lnTo>
                    <a:pt x="2144" y="4978"/>
                  </a:lnTo>
                  <a:lnTo>
                    <a:pt x="3954" y="1858"/>
                  </a:lnTo>
                  <a:lnTo>
                    <a:pt x="2882"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4" name="Google Shape;25584;p148"/>
            <p:cNvSpPr/>
            <p:nvPr/>
          </p:nvSpPr>
          <p:spPr>
            <a:xfrm>
              <a:off x="3550836" y="2580577"/>
              <a:ext cx="59122" cy="19967"/>
            </a:xfrm>
            <a:custGeom>
              <a:avLst/>
              <a:gdLst/>
              <a:ahLst/>
              <a:cxnLst/>
              <a:rect l="l" t="t" r="r" b="b"/>
              <a:pathLst>
                <a:path w="1978" h="668" extrusionOk="0">
                  <a:moveTo>
                    <a:pt x="1" y="0"/>
                  </a:moveTo>
                  <a:lnTo>
                    <a:pt x="1" y="667"/>
                  </a:lnTo>
                  <a:lnTo>
                    <a:pt x="1977" y="667"/>
                  </a:lnTo>
                  <a:lnTo>
                    <a:pt x="1977" y="0"/>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5" name="Google Shape;25585;p148"/>
            <p:cNvSpPr/>
            <p:nvPr/>
          </p:nvSpPr>
          <p:spPr>
            <a:xfrm>
              <a:off x="3550836" y="2626847"/>
              <a:ext cx="59122" cy="19937"/>
            </a:xfrm>
            <a:custGeom>
              <a:avLst/>
              <a:gdLst/>
              <a:ahLst/>
              <a:cxnLst/>
              <a:rect l="l" t="t" r="r" b="b"/>
              <a:pathLst>
                <a:path w="1978" h="667" extrusionOk="0">
                  <a:moveTo>
                    <a:pt x="1" y="0"/>
                  </a:moveTo>
                  <a:lnTo>
                    <a:pt x="1" y="667"/>
                  </a:lnTo>
                  <a:lnTo>
                    <a:pt x="1977" y="667"/>
                  </a:lnTo>
                  <a:lnTo>
                    <a:pt x="1977" y="0"/>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6" name="Google Shape;25586;p148"/>
            <p:cNvSpPr/>
            <p:nvPr/>
          </p:nvSpPr>
          <p:spPr>
            <a:xfrm>
              <a:off x="3550836" y="2706565"/>
              <a:ext cx="86173" cy="56253"/>
            </a:xfrm>
            <a:custGeom>
              <a:avLst/>
              <a:gdLst/>
              <a:ahLst/>
              <a:cxnLst/>
              <a:rect l="l" t="t" r="r" b="b"/>
              <a:pathLst>
                <a:path w="2883" h="1882" extrusionOk="0">
                  <a:moveTo>
                    <a:pt x="1" y="0"/>
                  </a:moveTo>
                  <a:lnTo>
                    <a:pt x="1" y="1882"/>
                  </a:lnTo>
                  <a:lnTo>
                    <a:pt x="2882" y="1882"/>
                  </a:lnTo>
                  <a:lnTo>
                    <a:pt x="2573" y="715"/>
                  </a:lnTo>
                  <a:lnTo>
                    <a:pt x="181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7" name="Google Shape;25587;p148"/>
            <p:cNvSpPr/>
            <p:nvPr/>
          </p:nvSpPr>
          <p:spPr>
            <a:xfrm>
              <a:off x="3550118" y="2464543"/>
              <a:ext cx="86173" cy="56253"/>
            </a:xfrm>
            <a:custGeom>
              <a:avLst/>
              <a:gdLst/>
              <a:ahLst/>
              <a:cxnLst/>
              <a:rect l="l" t="t" r="r" b="b"/>
              <a:pathLst>
                <a:path w="2883" h="1882" extrusionOk="0">
                  <a:moveTo>
                    <a:pt x="1" y="1"/>
                  </a:moveTo>
                  <a:lnTo>
                    <a:pt x="1" y="1882"/>
                  </a:lnTo>
                  <a:lnTo>
                    <a:pt x="1811" y="1882"/>
                  </a:lnTo>
                  <a:lnTo>
                    <a:pt x="2573" y="1167"/>
                  </a:lnTo>
                  <a:lnTo>
                    <a:pt x="2883"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8" name="Google Shape;25588;p148"/>
            <p:cNvSpPr/>
            <p:nvPr/>
          </p:nvSpPr>
          <p:spPr>
            <a:xfrm>
              <a:off x="3604220" y="2606193"/>
              <a:ext cx="118902" cy="155906"/>
            </a:xfrm>
            <a:custGeom>
              <a:avLst/>
              <a:gdLst/>
              <a:ahLst/>
              <a:cxnLst/>
              <a:rect l="l" t="t" r="r" b="b"/>
              <a:pathLst>
                <a:path w="3978" h="5216" extrusionOk="0">
                  <a:moveTo>
                    <a:pt x="2906" y="1"/>
                  </a:moveTo>
                  <a:lnTo>
                    <a:pt x="1835" y="239"/>
                  </a:lnTo>
                  <a:lnTo>
                    <a:pt x="1" y="3358"/>
                  </a:lnTo>
                  <a:lnTo>
                    <a:pt x="1073" y="5216"/>
                  </a:lnTo>
                  <a:lnTo>
                    <a:pt x="3978" y="239"/>
                  </a:lnTo>
                  <a:lnTo>
                    <a:pt x="2906"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9" name="Google Shape;25589;p148"/>
            <p:cNvSpPr/>
            <p:nvPr/>
          </p:nvSpPr>
          <p:spPr>
            <a:xfrm>
              <a:off x="3604220" y="2464543"/>
              <a:ext cx="118902" cy="148792"/>
            </a:xfrm>
            <a:custGeom>
              <a:avLst/>
              <a:gdLst/>
              <a:ahLst/>
              <a:cxnLst/>
              <a:rect l="l" t="t" r="r" b="b"/>
              <a:pathLst>
                <a:path w="3978" h="4978" extrusionOk="0">
                  <a:moveTo>
                    <a:pt x="1073" y="1"/>
                  </a:moveTo>
                  <a:lnTo>
                    <a:pt x="1" y="1858"/>
                  </a:lnTo>
                  <a:lnTo>
                    <a:pt x="1835" y="4978"/>
                  </a:lnTo>
                  <a:lnTo>
                    <a:pt x="3978" y="4978"/>
                  </a:lnTo>
                  <a:lnTo>
                    <a:pt x="1073"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90" name="Google Shape;25590;p148"/>
          <p:cNvGrpSpPr/>
          <p:nvPr/>
        </p:nvGrpSpPr>
        <p:grpSpPr>
          <a:xfrm>
            <a:off x="2571021" y="2377936"/>
            <a:ext cx="343109" cy="197305"/>
            <a:chOff x="2747167" y="2520767"/>
            <a:chExt cx="343109" cy="197305"/>
          </a:xfrm>
        </p:grpSpPr>
        <p:sp>
          <p:nvSpPr>
            <p:cNvPr id="25591" name="Google Shape;25591;p148"/>
            <p:cNvSpPr/>
            <p:nvPr/>
          </p:nvSpPr>
          <p:spPr>
            <a:xfrm>
              <a:off x="2908036" y="2619733"/>
              <a:ext cx="174408" cy="98338"/>
            </a:xfrm>
            <a:custGeom>
              <a:avLst/>
              <a:gdLst/>
              <a:ahLst/>
              <a:cxnLst/>
              <a:rect l="l" t="t" r="r" b="b"/>
              <a:pathLst>
                <a:path w="5835" h="3290" extrusionOk="0">
                  <a:moveTo>
                    <a:pt x="0" y="0"/>
                  </a:moveTo>
                  <a:lnTo>
                    <a:pt x="929" y="2024"/>
                  </a:lnTo>
                  <a:cubicBezTo>
                    <a:pt x="1239" y="2691"/>
                    <a:pt x="1882" y="3167"/>
                    <a:pt x="2596" y="3286"/>
                  </a:cubicBezTo>
                  <a:cubicBezTo>
                    <a:pt x="2602" y="3289"/>
                    <a:pt x="2608" y="3290"/>
                    <a:pt x="2614" y="3290"/>
                  </a:cubicBezTo>
                  <a:cubicBezTo>
                    <a:pt x="2723" y="3290"/>
                    <a:pt x="2793" y="2882"/>
                    <a:pt x="2906" y="2882"/>
                  </a:cubicBezTo>
                  <a:cubicBezTo>
                    <a:pt x="3019" y="2882"/>
                    <a:pt x="3132" y="3290"/>
                    <a:pt x="3225" y="3290"/>
                  </a:cubicBezTo>
                  <a:cubicBezTo>
                    <a:pt x="3230" y="3290"/>
                    <a:pt x="3234" y="3289"/>
                    <a:pt x="3239" y="3286"/>
                  </a:cubicBezTo>
                  <a:cubicBezTo>
                    <a:pt x="3978" y="3167"/>
                    <a:pt x="4620" y="2739"/>
                    <a:pt x="4906" y="2024"/>
                  </a:cubicBezTo>
                  <a:lnTo>
                    <a:pt x="5835"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2" name="Google Shape;25592;p148"/>
            <p:cNvSpPr/>
            <p:nvPr/>
          </p:nvSpPr>
          <p:spPr>
            <a:xfrm>
              <a:off x="2994867" y="2618299"/>
              <a:ext cx="87578" cy="98996"/>
            </a:xfrm>
            <a:custGeom>
              <a:avLst/>
              <a:gdLst/>
              <a:ahLst/>
              <a:cxnLst/>
              <a:rect l="l" t="t" r="r" b="b"/>
              <a:pathLst>
                <a:path w="2930" h="3312" extrusionOk="0">
                  <a:moveTo>
                    <a:pt x="1" y="0"/>
                  </a:moveTo>
                  <a:lnTo>
                    <a:pt x="1" y="48"/>
                  </a:lnTo>
                  <a:lnTo>
                    <a:pt x="1" y="2906"/>
                  </a:lnTo>
                  <a:cubicBezTo>
                    <a:pt x="140" y="2906"/>
                    <a:pt x="234" y="3312"/>
                    <a:pt x="327" y="3312"/>
                  </a:cubicBezTo>
                  <a:cubicBezTo>
                    <a:pt x="329" y="3312"/>
                    <a:pt x="332" y="3311"/>
                    <a:pt x="334" y="3311"/>
                  </a:cubicBezTo>
                  <a:cubicBezTo>
                    <a:pt x="1073" y="3192"/>
                    <a:pt x="1715" y="2739"/>
                    <a:pt x="2001" y="2025"/>
                  </a:cubicBezTo>
                  <a:lnTo>
                    <a:pt x="2930"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3" name="Google Shape;25593;p148"/>
            <p:cNvSpPr/>
            <p:nvPr/>
          </p:nvSpPr>
          <p:spPr>
            <a:xfrm>
              <a:off x="2757120" y="2521454"/>
              <a:ext cx="172286" cy="96873"/>
            </a:xfrm>
            <a:custGeom>
              <a:avLst/>
              <a:gdLst/>
              <a:ahLst/>
              <a:cxnLst/>
              <a:rect l="l" t="t" r="r" b="b"/>
              <a:pathLst>
                <a:path w="5764" h="3241" extrusionOk="0">
                  <a:moveTo>
                    <a:pt x="3206" y="1"/>
                  </a:moveTo>
                  <a:cubicBezTo>
                    <a:pt x="3091" y="1"/>
                    <a:pt x="2998" y="384"/>
                    <a:pt x="2882" y="430"/>
                  </a:cubicBezTo>
                  <a:cubicBezTo>
                    <a:pt x="2766" y="430"/>
                    <a:pt x="2650" y="1"/>
                    <a:pt x="2556" y="1"/>
                  </a:cubicBezTo>
                  <a:cubicBezTo>
                    <a:pt x="2554" y="1"/>
                    <a:pt x="2551" y="1"/>
                    <a:pt x="2549" y="2"/>
                  </a:cubicBezTo>
                  <a:cubicBezTo>
                    <a:pt x="1811" y="121"/>
                    <a:pt x="1192" y="573"/>
                    <a:pt x="882" y="1288"/>
                  </a:cubicBezTo>
                  <a:lnTo>
                    <a:pt x="1" y="3240"/>
                  </a:lnTo>
                  <a:lnTo>
                    <a:pt x="5764" y="3240"/>
                  </a:lnTo>
                  <a:lnTo>
                    <a:pt x="4883" y="1288"/>
                  </a:lnTo>
                  <a:cubicBezTo>
                    <a:pt x="4549" y="597"/>
                    <a:pt x="3954" y="121"/>
                    <a:pt x="3216" y="2"/>
                  </a:cubicBezTo>
                  <a:cubicBezTo>
                    <a:pt x="3212" y="1"/>
                    <a:pt x="3209" y="1"/>
                    <a:pt x="3206"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4" name="Google Shape;25594;p148"/>
            <p:cNvSpPr/>
            <p:nvPr/>
          </p:nvSpPr>
          <p:spPr>
            <a:xfrm>
              <a:off x="2843981" y="2521454"/>
              <a:ext cx="86143" cy="96873"/>
            </a:xfrm>
            <a:custGeom>
              <a:avLst/>
              <a:gdLst/>
              <a:ahLst/>
              <a:cxnLst/>
              <a:rect l="l" t="t" r="r" b="b"/>
              <a:pathLst>
                <a:path w="2882" h="3241" extrusionOk="0">
                  <a:moveTo>
                    <a:pt x="323" y="1"/>
                  </a:moveTo>
                  <a:cubicBezTo>
                    <a:pt x="209" y="1"/>
                    <a:pt x="116" y="384"/>
                    <a:pt x="0" y="430"/>
                  </a:cubicBezTo>
                  <a:lnTo>
                    <a:pt x="0" y="3240"/>
                  </a:lnTo>
                  <a:lnTo>
                    <a:pt x="2882" y="3240"/>
                  </a:lnTo>
                  <a:lnTo>
                    <a:pt x="2001" y="1288"/>
                  </a:lnTo>
                  <a:cubicBezTo>
                    <a:pt x="1667" y="597"/>
                    <a:pt x="1072" y="121"/>
                    <a:pt x="334" y="2"/>
                  </a:cubicBezTo>
                  <a:cubicBezTo>
                    <a:pt x="330" y="1"/>
                    <a:pt x="327" y="1"/>
                    <a:pt x="323" y="1"/>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5" name="Google Shape;25595;p148"/>
            <p:cNvSpPr/>
            <p:nvPr/>
          </p:nvSpPr>
          <p:spPr>
            <a:xfrm>
              <a:off x="2833281" y="2520767"/>
              <a:ext cx="19249" cy="97561"/>
            </a:xfrm>
            <a:custGeom>
              <a:avLst/>
              <a:gdLst/>
              <a:ahLst/>
              <a:cxnLst/>
              <a:rect l="l" t="t" r="r" b="b"/>
              <a:pathLst>
                <a:path w="644" h="3264" extrusionOk="0">
                  <a:moveTo>
                    <a:pt x="334" y="1"/>
                  </a:moveTo>
                  <a:cubicBezTo>
                    <a:pt x="215" y="1"/>
                    <a:pt x="96" y="1"/>
                    <a:pt x="1" y="25"/>
                  </a:cubicBezTo>
                  <a:lnTo>
                    <a:pt x="1" y="3263"/>
                  </a:lnTo>
                  <a:lnTo>
                    <a:pt x="644" y="3263"/>
                  </a:lnTo>
                  <a:lnTo>
                    <a:pt x="644" y="25"/>
                  </a:lnTo>
                  <a:cubicBezTo>
                    <a:pt x="525" y="1"/>
                    <a:pt x="453" y="1"/>
                    <a:pt x="334"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6" name="Google Shape;25596;p148"/>
            <p:cNvSpPr/>
            <p:nvPr/>
          </p:nvSpPr>
          <p:spPr>
            <a:xfrm>
              <a:off x="2985631" y="2619733"/>
              <a:ext cx="19249" cy="98248"/>
            </a:xfrm>
            <a:custGeom>
              <a:avLst/>
              <a:gdLst/>
              <a:ahLst/>
              <a:cxnLst/>
              <a:rect l="l" t="t" r="r" b="b"/>
              <a:pathLst>
                <a:path w="644" h="3287" extrusionOk="0">
                  <a:moveTo>
                    <a:pt x="0" y="0"/>
                  </a:moveTo>
                  <a:lnTo>
                    <a:pt x="0" y="3263"/>
                  </a:lnTo>
                  <a:cubicBezTo>
                    <a:pt x="96" y="3286"/>
                    <a:pt x="215" y="3286"/>
                    <a:pt x="334" y="3286"/>
                  </a:cubicBezTo>
                  <a:cubicBezTo>
                    <a:pt x="453" y="3286"/>
                    <a:pt x="524" y="3286"/>
                    <a:pt x="643" y="3263"/>
                  </a:cubicBezTo>
                  <a:lnTo>
                    <a:pt x="643"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7" name="Google Shape;25597;p148"/>
            <p:cNvSpPr/>
            <p:nvPr/>
          </p:nvSpPr>
          <p:spPr>
            <a:xfrm>
              <a:off x="2833281" y="2643197"/>
              <a:ext cx="20684" cy="20684"/>
            </a:xfrm>
            <a:custGeom>
              <a:avLst/>
              <a:gdLst/>
              <a:ahLst/>
              <a:cxnLst/>
              <a:rect l="l" t="t" r="r" b="b"/>
              <a:pathLst>
                <a:path w="692" h="692" extrusionOk="0">
                  <a:moveTo>
                    <a:pt x="1" y="1"/>
                  </a:moveTo>
                  <a:lnTo>
                    <a:pt x="1" y="692"/>
                  </a:lnTo>
                  <a:lnTo>
                    <a:pt x="692" y="692"/>
                  </a:lnTo>
                  <a:lnTo>
                    <a:pt x="692"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8" name="Google Shape;25598;p148"/>
            <p:cNvSpPr/>
            <p:nvPr/>
          </p:nvSpPr>
          <p:spPr>
            <a:xfrm>
              <a:off x="2833281" y="2678079"/>
              <a:ext cx="20684" cy="20684"/>
            </a:xfrm>
            <a:custGeom>
              <a:avLst/>
              <a:gdLst/>
              <a:ahLst/>
              <a:cxnLst/>
              <a:rect l="l" t="t" r="r" b="b"/>
              <a:pathLst>
                <a:path w="692" h="692" extrusionOk="0">
                  <a:moveTo>
                    <a:pt x="1" y="1"/>
                  </a:moveTo>
                  <a:lnTo>
                    <a:pt x="1" y="691"/>
                  </a:lnTo>
                  <a:lnTo>
                    <a:pt x="692" y="691"/>
                  </a:lnTo>
                  <a:lnTo>
                    <a:pt x="692"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9" name="Google Shape;25599;p148"/>
            <p:cNvSpPr/>
            <p:nvPr/>
          </p:nvSpPr>
          <p:spPr>
            <a:xfrm>
              <a:off x="2985631" y="2542138"/>
              <a:ext cx="20654" cy="20654"/>
            </a:xfrm>
            <a:custGeom>
              <a:avLst/>
              <a:gdLst/>
              <a:ahLst/>
              <a:cxnLst/>
              <a:rect l="l" t="t" r="r" b="b"/>
              <a:pathLst>
                <a:path w="691" h="691" extrusionOk="0">
                  <a:moveTo>
                    <a:pt x="0" y="0"/>
                  </a:moveTo>
                  <a:lnTo>
                    <a:pt x="0" y="691"/>
                  </a:lnTo>
                  <a:lnTo>
                    <a:pt x="691" y="691"/>
                  </a:lnTo>
                  <a:lnTo>
                    <a:pt x="691"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0" name="Google Shape;25600;p148"/>
            <p:cNvSpPr/>
            <p:nvPr/>
          </p:nvSpPr>
          <p:spPr>
            <a:xfrm>
              <a:off x="2985631" y="2575586"/>
              <a:ext cx="20654" cy="20684"/>
            </a:xfrm>
            <a:custGeom>
              <a:avLst/>
              <a:gdLst/>
              <a:ahLst/>
              <a:cxnLst/>
              <a:rect l="l" t="t" r="r" b="b"/>
              <a:pathLst>
                <a:path w="691" h="692" extrusionOk="0">
                  <a:moveTo>
                    <a:pt x="0" y="1"/>
                  </a:moveTo>
                  <a:lnTo>
                    <a:pt x="0" y="691"/>
                  </a:lnTo>
                  <a:lnTo>
                    <a:pt x="691" y="691"/>
                  </a:lnTo>
                  <a:lnTo>
                    <a:pt x="69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1" name="Google Shape;25601;p148"/>
            <p:cNvSpPr/>
            <p:nvPr/>
          </p:nvSpPr>
          <p:spPr>
            <a:xfrm>
              <a:off x="2843981" y="2520767"/>
              <a:ext cx="9983" cy="97561"/>
            </a:xfrm>
            <a:custGeom>
              <a:avLst/>
              <a:gdLst/>
              <a:ahLst/>
              <a:cxnLst/>
              <a:rect l="l" t="t" r="r" b="b"/>
              <a:pathLst>
                <a:path w="334" h="3264" extrusionOk="0">
                  <a:moveTo>
                    <a:pt x="0" y="1"/>
                  </a:moveTo>
                  <a:lnTo>
                    <a:pt x="0" y="3263"/>
                  </a:lnTo>
                  <a:lnTo>
                    <a:pt x="334" y="3263"/>
                  </a:lnTo>
                  <a:lnTo>
                    <a:pt x="334" y="25"/>
                  </a:lnTo>
                  <a:cubicBezTo>
                    <a:pt x="215" y="1"/>
                    <a:pt x="119" y="1"/>
                    <a:pt x="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2" name="Google Shape;25602;p148"/>
            <p:cNvSpPr/>
            <p:nvPr/>
          </p:nvSpPr>
          <p:spPr>
            <a:xfrm>
              <a:off x="2843264" y="2643197"/>
              <a:ext cx="9266" cy="20684"/>
            </a:xfrm>
            <a:custGeom>
              <a:avLst/>
              <a:gdLst/>
              <a:ahLst/>
              <a:cxnLst/>
              <a:rect l="l" t="t" r="r" b="b"/>
              <a:pathLst>
                <a:path w="310" h="692" extrusionOk="0">
                  <a:moveTo>
                    <a:pt x="0" y="1"/>
                  </a:moveTo>
                  <a:lnTo>
                    <a:pt x="0" y="692"/>
                  </a:lnTo>
                  <a:lnTo>
                    <a:pt x="310" y="692"/>
                  </a:lnTo>
                  <a:lnTo>
                    <a:pt x="310"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3" name="Google Shape;25603;p148"/>
            <p:cNvSpPr/>
            <p:nvPr/>
          </p:nvSpPr>
          <p:spPr>
            <a:xfrm>
              <a:off x="2843264" y="2678079"/>
              <a:ext cx="9266" cy="20684"/>
            </a:xfrm>
            <a:custGeom>
              <a:avLst/>
              <a:gdLst/>
              <a:ahLst/>
              <a:cxnLst/>
              <a:rect l="l" t="t" r="r" b="b"/>
              <a:pathLst>
                <a:path w="310" h="692" extrusionOk="0">
                  <a:moveTo>
                    <a:pt x="0" y="1"/>
                  </a:moveTo>
                  <a:lnTo>
                    <a:pt x="0" y="691"/>
                  </a:lnTo>
                  <a:lnTo>
                    <a:pt x="310" y="691"/>
                  </a:lnTo>
                  <a:lnTo>
                    <a:pt x="310"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4" name="Google Shape;25604;p148"/>
            <p:cNvSpPr/>
            <p:nvPr/>
          </p:nvSpPr>
          <p:spPr>
            <a:xfrm>
              <a:off x="2994867" y="2542138"/>
              <a:ext cx="10013" cy="20654"/>
            </a:xfrm>
            <a:custGeom>
              <a:avLst/>
              <a:gdLst/>
              <a:ahLst/>
              <a:cxnLst/>
              <a:rect l="l" t="t" r="r" b="b"/>
              <a:pathLst>
                <a:path w="335" h="691" extrusionOk="0">
                  <a:moveTo>
                    <a:pt x="1" y="0"/>
                  </a:moveTo>
                  <a:lnTo>
                    <a:pt x="1" y="691"/>
                  </a:lnTo>
                  <a:lnTo>
                    <a:pt x="334" y="691"/>
                  </a:lnTo>
                  <a:lnTo>
                    <a:pt x="334"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5" name="Google Shape;25605;p148"/>
            <p:cNvSpPr/>
            <p:nvPr/>
          </p:nvSpPr>
          <p:spPr>
            <a:xfrm>
              <a:off x="2994867" y="2575586"/>
              <a:ext cx="10013" cy="20684"/>
            </a:xfrm>
            <a:custGeom>
              <a:avLst/>
              <a:gdLst/>
              <a:ahLst/>
              <a:cxnLst/>
              <a:rect l="l" t="t" r="r" b="b"/>
              <a:pathLst>
                <a:path w="335" h="692" extrusionOk="0">
                  <a:moveTo>
                    <a:pt x="1" y="1"/>
                  </a:moveTo>
                  <a:lnTo>
                    <a:pt x="1" y="691"/>
                  </a:lnTo>
                  <a:lnTo>
                    <a:pt x="334" y="691"/>
                  </a:lnTo>
                  <a:lnTo>
                    <a:pt x="334"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6" name="Google Shape;25606;p148"/>
            <p:cNvSpPr/>
            <p:nvPr/>
          </p:nvSpPr>
          <p:spPr>
            <a:xfrm>
              <a:off x="2994867" y="2619733"/>
              <a:ext cx="10013" cy="98248"/>
            </a:xfrm>
            <a:custGeom>
              <a:avLst/>
              <a:gdLst/>
              <a:ahLst/>
              <a:cxnLst/>
              <a:rect l="l" t="t" r="r" b="b"/>
              <a:pathLst>
                <a:path w="335" h="3287" extrusionOk="0">
                  <a:moveTo>
                    <a:pt x="1" y="0"/>
                  </a:moveTo>
                  <a:lnTo>
                    <a:pt x="1" y="3286"/>
                  </a:lnTo>
                  <a:cubicBezTo>
                    <a:pt x="120" y="3286"/>
                    <a:pt x="215" y="3286"/>
                    <a:pt x="334" y="3263"/>
                  </a:cubicBezTo>
                  <a:lnTo>
                    <a:pt x="334"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7" name="Google Shape;25607;p148"/>
            <p:cNvSpPr/>
            <p:nvPr/>
          </p:nvSpPr>
          <p:spPr>
            <a:xfrm>
              <a:off x="2747167" y="2609750"/>
              <a:ext cx="343107" cy="20684"/>
            </a:xfrm>
            <a:custGeom>
              <a:avLst/>
              <a:gdLst/>
              <a:ahLst/>
              <a:cxnLst/>
              <a:rect l="l" t="t" r="r" b="b"/>
              <a:pathLst>
                <a:path w="11479" h="692" extrusionOk="0">
                  <a:moveTo>
                    <a:pt x="0" y="1"/>
                  </a:moveTo>
                  <a:lnTo>
                    <a:pt x="0" y="691"/>
                  </a:lnTo>
                  <a:lnTo>
                    <a:pt x="11479" y="691"/>
                  </a:lnTo>
                  <a:lnTo>
                    <a:pt x="11479" y="1"/>
                  </a:lnTo>
                  <a:close/>
                </a:path>
              </a:pathLst>
            </a:custGeom>
            <a:solidFill>
              <a:srgbClr val="9A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8" name="Google Shape;25608;p148"/>
            <p:cNvSpPr/>
            <p:nvPr/>
          </p:nvSpPr>
          <p:spPr>
            <a:xfrm>
              <a:off x="2918707" y="2609750"/>
              <a:ext cx="171569" cy="20684"/>
            </a:xfrm>
            <a:custGeom>
              <a:avLst/>
              <a:gdLst/>
              <a:ahLst/>
              <a:cxnLst/>
              <a:rect l="l" t="t" r="r" b="b"/>
              <a:pathLst>
                <a:path w="5740" h="692" extrusionOk="0">
                  <a:moveTo>
                    <a:pt x="1" y="1"/>
                  </a:moveTo>
                  <a:lnTo>
                    <a:pt x="1" y="691"/>
                  </a:lnTo>
                  <a:lnTo>
                    <a:pt x="5740" y="691"/>
                  </a:lnTo>
                  <a:lnTo>
                    <a:pt x="5740"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09" name="Google Shape;25609;p148"/>
          <p:cNvGrpSpPr/>
          <p:nvPr/>
        </p:nvGrpSpPr>
        <p:grpSpPr>
          <a:xfrm>
            <a:off x="1818367" y="2287932"/>
            <a:ext cx="343110" cy="344542"/>
            <a:chOff x="2065928" y="2440332"/>
            <a:chExt cx="343110" cy="344542"/>
          </a:xfrm>
        </p:grpSpPr>
        <p:sp>
          <p:nvSpPr>
            <p:cNvPr id="25610" name="Google Shape;25610;p148"/>
            <p:cNvSpPr/>
            <p:nvPr/>
          </p:nvSpPr>
          <p:spPr>
            <a:xfrm>
              <a:off x="2166987" y="2480923"/>
              <a:ext cx="141679" cy="303951"/>
            </a:xfrm>
            <a:custGeom>
              <a:avLst/>
              <a:gdLst/>
              <a:ahLst/>
              <a:cxnLst/>
              <a:rect l="l" t="t" r="r" b="b"/>
              <a:pathLst>
                <a:path w="4740" h="10169" extrusionOk="0">
                  <a:moveTo>
                    <a:pt x="453" y="0"/>
                  </a:moveTo>
                  <a:lnTo>
                    <a:pt x="1" y="5073"/>
                  </a:lnTo>
                  <a:lnTo>
                    <a:pt x="453" y="10169"/>
                  </a:lnTo>
                  <a:lnTo>
                    <a:pt x="4287" y="10169"/>
                  </a:lnTo>
                  <a:lnTo>
                    <a:pt x="4740" y="5073"/>
                  </a:lnTo>
                  <a:lnTo>
                    <a:pt x="4287"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1" name="Google Shape;25611;p148"/>
            <p:cNvSpPr/>
            <p:nvPr/>
          </p:nvSpPr>
          <p:spPr>
            <a:xfrm>
              <a:off x="2065928" y="2481641"/>
              <a:ext cx="114628" cy="303234"/>
            </a:xfrm>
            <a:custGeom>
              <a:avLst/>
              <a:gdLst/>
              <a:ahLst/>
              <a:cxnLst/>
              <a:rect l="l" t="t" r="r" b="b"/>
              <a:pathLst>
                <a:path w="3835" h="10145" extrusionOk="0">
                  <a:moveTo>
                    <a:pt x="0" y="0"/>
                  </a:moveTo>
                  <a:lnTo>
                    <a:pt x="0" y="10145"/>
                  </a:lnTo>
                  <a:lnTo>
                    <a:pt x="3834" y="10145"/>
                  </a:lnTo>
                  <a:lnTo>
                    <a:pt x="3834"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2" name="Google Shape;25612;p148"/>
            <p:cNvSpPr/>
            <p:nvPr/>
          </p:nvSpPr>
          <p:spPr>
            <a:xfrm>
              <a:off x="2123587" y="2481641"/>
              <a:ext cx="56970" cy="303234"/>
            </a:xfrm>
            <a:custGeom>
              <a:avLst/>
              <a:gdLst/>
              <a:ahLst/>
              <a:cxnLst/>
              <a:rect l="l" t="t" r="r" b="b"/>
              <a:pathLst>
                <a:path w="1906" h="10145" extrusionOk="0">
                  <a:moveTo>
                    <a:pt x="0" y="0"/>
                  </a:moveTo>
                  <a:lnTo>
                    <a:pt x="0" y="10145"/>
                  </a:lnTo>
                  <a:lnTo>
                    <a:pt x="1905" y="10145"/>
                  </a:lnTo>
                  <a:lnTo>
                    <a:pt x="1905"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3" name="Google Shape;25613;p148"/>
            <p:cNvSpPr/>
            <p:nvPr/>
          </p:nvSpPr>
          <p:spPr>
            <a:xfrm>
              <a:off x="2238186" y="2481641"/>
              <a:ext cx="70481" cy="303234"/>
            </a:xfrm>
            <a:custGeom>
              <a:avLst/>
              <a:gdLst/>
              <a:ahLst/>
              <a:cxnLst/>
              <a:rect l="l" t="t" r="r" b="b"/>
              <a:pathLst>
                <a:path w="2358" h="10145" extrusionOk="0">
                  <a:moveTo>
                    <a:pt x="0" y="0"/>
                  </a:moveTo>
                  <a:lnTo>
                    <a:pt x="0" y="10145"/>
                  </a:lnTo>
                  <a:lnTo>
                    <a:pt x="1905" y="10145"/>
                  </a:lnTo>
                  <a:lnTo>
                    <a:pt x="2358" y="5049"/>
                  </a:lnTo>
                  <a:lnTo>
                    <a:pt x="1905"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4" name="Google Shape;25614;p148"/>
            <p:cNvSpPr/>
            <p:nvPr/>
          </p:nvSpPr>
          <p:spPr>
            <a:xfrm>
              <a:off x="2294410" y="2481641"/>
              <a:ext cx="114628" cy="303234"/>
            </a:xfrm>
            <a:custGeom>
              <a:avLst/>
              <a:gdLst/>
              <a:ahLst/>
              <a:cxnLst/>
              <a:rect l="l" t="t" r="r" b="b"/>
              <a:pathLst>
                <a:path w="3835" h="10145" extrusionOk="0">
                  <a:moveTo>
                    <a:pt x="1" y="0"/>
                  </a:moveTo>
                  <a:lnTo>
                    <a:pt x="1" y="10145"/>
                  </a:lnTo>
                  <a:lnTo>
                    <a:pt x="3835" y="10145"/>
                  </a:lnTo>
                  <a:lnTo>
                    <a:pt x="3835"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5" name="Google Shape;25615;p148"/>
            <p:cNvSpPr/>
            <p:nvPr/>
          </p:nvSpPr>
          <p:spPr>
            <a:xfrm>
              <a:off x="2352068" y="2481641"/>
              <a:ext cx="56970" cy="303234"/>
            </a:xfrm>
            <a:custGeom>
              <a:avLst/>
              <a:gdLst/>
              <a:ahLst/>
              <a:cxnLst/>
              <a:rect l="l" t="t" r="r" b="b"/>
              <a:pathLst>
                <a:path w="1906" h="10145" extrusionOk="0">
                  <a:moveTo>
                    <a:pt x="1" y="0"/>
                  </a:moveTo>
                  <a:lnTo>
                    <a:pt x="1" y="10145"/>
                  </a:lnTo>
                  <a:lnTo>
                    <a:pt x="1906" y="10145"/>
                  </a:lnTo>
                  <a:lnTo>
                    <a:pt x="1906"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6" name="Google Shape;25616;p148"/>
            <p:cNvSpPr/>
            <p:nvPr/>
          </p:nvSpPr>
          <p:spPr>
            <a:xfrm>
              <a:off x="2087270" y="2441767"/>
              <a:ext cx="71198" cy="71198"/>
            </a:xfrm>
            <a:custGeom>
              <a:avLst/>
              <a:gdLst/>
              <a:ahLst/>
              <a:cxnLst/>
              <a:rect l="l" t="t" r="r" b="b"/>
              <a:pathLst>
                <a:path w="2382" h="2382" extrusionOk="0">
                  <a:moveTo>
                    <a:pt x="1191" y="0"/>
                  </a:moveTo>
                  <a:cubicBezTo>
                    <a:pt x="524" y="0"/>
                    <a:pt x="1" y="524"/>
                    <a:pt x="1" y="1191"/>
                  </a:cubicBezTo>
                  <a:cubicBezTo>
                    <a:pt x="1" y="1834"/>
                    <a:pt x="524" y="2382"/>
                    <a:pt x="1191" y="2382"/>
                  </a:cubicBezTo>
                  <a:cubicBezTo>
                    <a:pt x="1834" y="2382"/>
                    <a:pt x="2382" y="1834"/>
                    <a:pt x="2382" y="1191"/>
                  </a:cubicBezTo>
                  <a:cubicBezTo>
                    <a:pt x="2382" y="524"/>
                    <a:pt x="1834" y="0"/>
                    <a:pt x="1191"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7" name="Google Shape;25617;p148"/>
            <p:cNvSpPr/>
            <p:nvPr/>
          </p:nvSpPr>
          <p:spPr>
            <a:xfrm>
              <a:off x="2201869" y="2441677"/>
              <a:ext cx="71228" cy="71288"/>
            </a:xfrm>
            <a:custGeom>
              <a:avLst/>
              <a:gdLst/>
              <a:ahLst/>
              <a:cxnLst/>
              <a:rect l="l" t="t" r="r" b="b"/>
              <a:pathLst>
                <a:path w="2383" h="2385" extrusionOk="0">
                  <a:moveTo>
                    <a:pt x="1269" y="1"/>
                  </a:moveTo>
                  <a:cubicBezTo>
                    <a:pt x="1243" y="1"/>
                    <a:pt x="1217" y="2"/>
                    <a:pt x="1191" y="3"/>
                  </a:cubicBezTo>
                  <a:cubicBezTo>
                    <a:pt x="548" y="3"/>
                    <a:pt x="1" y="527"/>
                    <a:pt x="1" y="1194"/>
                  </a:cubicBezTo>
                  <a:cubicBezTo>
                    <a:pt x="1" y="1837"/>
                    <a:pt x="548" y="2385"/>
                    <a:pt x="1191" y="2385"/>
                  </a:cubicBezTo>
                  <a:cubicBezTo>
                    <a:pt x="1858" y="2385"/>
                    <a:pt x="2382" y="1837"/>
                    <a:pt x="2382" y="1194"/>
                  </a:cubicBezTo>
                  <a:cubicBezTo>
                    <a:pt x="2382" y="553"/>
                    <a:pt x="1898" y="1"/>
                    <a:pt x="1269"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8" name="Google Shape;25618;p148"/>
            <p:cNvSpPr/>
            <p:nvPr/>
          </p:nvSpPr>
          <p:spPr>
            <a:xfrm>
              <a:off x="2216097" y="2544978"/>
              <a:ext cx="43460" cy="19967"/>
            </a:xfrm>
            <a:custGeom>
              <a:avLst/>
              <a:gdLst/>
              <a:ahLst/>
              <a:cxnLst/>
              <a:rect l="l" t="t" r="r" b="b"/>
              <a:pathLst>
                <a:path w="1454" h="668" extrusionOk="0">
                  <a:moveTo>
                    <a:pt x="1" y="1"/>
                  </a:moveTo>
                  <a:lnTo>
                    <a:pt x="1" y="667"/>
                  </a:lnTo>
                  <a:lnTo>
                    <a:pt x="1454" y="667"/>
                  </a:lnTo>
                  <a:lnTo>
                    <a:pt x="14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9" name="Google Shape;25619;p148"/>
            <p:cNvSpPr/>
            <p:nvPr/>
          </p:nvSpPr>
          <p:spPr>
            <a:xfrm>
              <a:off x="2216097" y="2588409"/>
              <a:ext cx="43460" cy="20654"/>
            </a:xfrm>
            <a:custGeom>
              <a:avLst/>
              <a:gdLst/>
              <a:ahLst/>
              <a:cxnLst/>
              <a:rect l="l" t="t" r="r" b="b"/>
              <a:pathLst>
                <a:path w="1454" h="691" extrusionOk="0">
                  <a:moveTo>
                    <a:pt x="1" y="0"/>
                  </a:moveTo>
                  <a:lnTo>
                    <a:pt x="1" y="691"/>
                  </a:lnTo>
                  <a:lnTo>
                    <a:pt x="1454" y="691"/>
                  </a:lnTo>
                  <a:lnTo>
                    <a:pt x="145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0" name="Google Shape;25620;p148"/>
            <p:cNvSpPr/>
            <p:nvPr/>
          </p:nvSpPr>
          <p:spPr>
            <a:xfrm>
              <a:off x="2216097" y="2631809"/>
              <a:ext cx="43460" cy="20684"/>
            </a:xfrm>
            <a:custGeom>
              <a:avLst/>
              <a:gdLst/>
              <a:ahLst/>
              <a:cxnLst/>
              <a:rect l="l" t="t" r="r" b="b"/>
              <a:pathLst>
                <a:path w="1454" h="692" extrusionOk="0">
                  <a:moveTo>
                    <a:pt x="1" y="1"/>
                  </a:moveTo>
                  <a:lnTo>
                    <a:pt x="1" y="692"/>
                  </a:lnTo>
                  <a:lnTo>
                    <a:pt x="1454" y="692"/>
                  </a:lnTo>
                  <a:lnTo>
                    <a:pt x="14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1" name="Google Shape;25621;p148"/>
            <p:cNvSpPr/>
            <p:nvPr/>
          </p:nvSpPr>
          <p:spPr>
            <a:xfrm>
              <a:off x="2216097" y="2675240"/>
              <a:ext cx="43460" cy="20684"/>
            </a:xfrm>
            <a:custGeom>
              <a:avLst/>
              <a:gdLst/>
              <a:ahLst/>
              <a:cxnLst/>
              <a:rect l="l" t="t" r="r" b="b"/>
              <a:pathLst>
                <a:path w="1454" h="692" extrusionOk="0">
                  <a:moveTo>
                    <a:pt x="1" y="1"/>
                  </a:moveTo>
                  <a:lnTo>
                    <a:pt x="1" y="691"/>
                  </a:lnTo>
                  <a:lnTo>
                    <a:pt x="1454" y="691"/>
                  </a:lnTo>
                  <a:lnTo>
                    <a:pt x="14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2" name="Google Shape;25622;p148"/>
            <p:cNvSpPr/>
            <p:nvPr/>
          </p:nvSpPr>
          <p:spPr>
            <a:xfrm>
              <a:off x="2101498" y="2544978"/>
              <a:ext cx="43460" cy="19967"/>
            </a:xfrm>
            <a:custGeom>
              <a:avLst/>
              <a:gdLst/>
              <a:ahLst/>
              <a:cxnLst/>
              <a:rect l="l" t="t" r="r" b="b"/>
              <a:pathLst>
                <a:path w="1454" h="668" extrusionOk="0">
                  <a:moveTo>
                    <a:pt x="1" y="1"/>
                  </a:moveTo>
                  <a:lnTo>
                    <a:pt x="1" y="667"/>
                  </a:lnTo>
                  <a:lnTo>
                    <a:pt x="1454" y="667"/>
                  </a:lnTo>
                  <a:lnTo>
                    <a:pt x="14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3" name="Google Shape;25623;p148"/>
            <p:cNvSpPr/>
            <p:nvPr/>
          </p:nvSpPr>
          <p:spPr>
            <a:xfrm>
              <a:off x="2101498" y="2588409"/>
              <a:ext cx="43460" cy="20654"/>
            </a:xfrm>
            <a:custGeom>
              <a:avLst/>
              <a:gdLst/>
              <a:ahLst/>
              <a:cxnLst/>
              <a:rect l="l" t="t" r="r" b="b"/>
              <a:pathLst>
                <a:path w="1454" h="691" extrusionOk="0">
                  <a:moveTo>
                    <a:pt x="1" y="0"/>
                  </a:moveTo>
                  <a:lnTo>
                    <a:pt x="1" y="691"/>
                  </a:lnTo>
                  <a:lnTo>
                    <a:pt x="1454" y="691"/>
                  </a:lnTo>
                  <a:lnTo>
                    <a:pt x="145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4" name="Google Shape;25624;p148"/>
            <p:cNvSpPr/>
            <p:nvPr/>
          </p:nvSpPr>
          <p:spPr>
            <a:xfrm>
              <a:off x="2101498" y="2631809"/>
              <a:ext cx="43460" cy="20684"/>
            </a:xfrm>
            <a:custGeom>
              <a:avLst/>
              <a:gdLst/>
              <a:ahLst/>
              <a:cxnLst/>
              <a:rect l="l" t="t" r="r" b="b"/>
              <a:pathLst>
                <a:path w="1454" h="692" extrusionOk="0">
                  <a:moveTo>
                    <a:pt x="1" y="1"/>
                  </a:moveTo>
                  <a:lnTo>
                    <a:pt x="1" y="692"/>
                  </a:lnTo>
                  <a:lnTo>
                    <a:pt x="1454" y="692"/>
                  </a:lnTo>
                  <a:lnTo>
                    <a:pt x="14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5" name="Google Shape;25625;p148"/>
            <p:cNvSpPr/>
            <p:nvPr/>
          </p:nvSpPr>
          <p:spPr>
            <a:xfrm>
              <a:off x="2101498" y="2675240"/>
              <a:ext cx="43460" cy="20684"/>
            </a:xfrm>
            <a:custGeom>
              <a:avLst/>
              <a:gdLst/>
              <a:ahLst/>
              <a:cxnLst/>
              <a:rect l="l" t="t" r="r" b="b"/>
              <a:pathLst>
                <a:path w="1454" h="692" extrusionOk="0">
                  <a:moveTo>
                    <a:pt x="1" y="1"/>
                  </a:moveTo>
                  <a:lnTo>
                    <a:pt x="1" y="691"/>
                  </a:lnTo>
                  <a:lnTo>
                    <a:pt x="1454" y="691"/>
                  </a:lnTo>
                  <a:lnTo>
                    <a:pt x="14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6" name="Google Shape;25626;p148"/>
            <p:cNvSpPr/>
            <p:nvPr/>
          </p:nvSpPr>
          <p:spPr>
            <a:xfrm>
              <a:off x="2330009" y="2544978"/>
              <a:ext cx="43430" cy="19967"/>
            </a:xfrm>
            <a:custGeom>
              <a:avLst/>
              <a:gdLst/>
              <a:ahLst/>
              <a:cxnLst/>
              <a:rect l="l" t="t" r="r" b="b"/>
              <a:pathLst>
                <a:path w="1453" h="668" extrusionOk="0">
                  <a:moveTo>
                    <a:pt x="0" y="1"/>
                  </a:moveTo>
                  <a:lnTo>
                    <a:pt x="0" y="667"/>
                  </a:lnTo>
                  <a:lnTo>
                    <a:pt x="1453" y="667"/>
                  </a:lnTo>
                  <a:lnTo>
                    <a:pt x="145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7" name="Google Shape;25627;p148"/>
            <p:cNvSpPr/>
            <p:nvPr/>
          </p:nvSpPr>
          <p:spPr>
            <a:xfrm>
              <a:off x="2330009" y="2588409"/>
              <a:ext cx="43430" cy="20654"/>
            </a:xfrm>
            <a:custGeom>
              <a:avLst/>
              <a:gdLst/>
              <a:ahLst/>
              <a:cxnLst/>
              <a:rect l="l" t="t" r="r" b="b"/>
              <a:pathLst>
                <a:path w="1453" h="691" extrusionOk="0">
                  <a:moveTo>
                    <a:pt x="0" y="0"/>
                  </a:moveTo>
                  <a:lnTo>
                    <a:pt x="0" y="691"/>
                  </a:lnTo>
                  <a:lnTo>
                    <a:pt x="1453" y="691"/>
                  </a:lnTo>
                  <a:lnTo>
                    <a:pt x="145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8" name="Google Shape;25628;p148"/>
            <p:cNvSpPr/>
            <p:nvPr/>
          </p:nvSpPr>
          <p:spPr>
            <a:xfrm>
              <a:off x="2330009" y="2631809"/>
              <a:ext cx="43430" cy="20684"/>
            </a:xfrm>
            <a:custGeom>
              <a:avLst/>
              <a:gdLst/>
              <a:ahLst/>
              <a:cxnLst/>
              <a:rect l="l" t="t" r="r" b="b"/>
              <a:pathLst>
                <a:path w="1453" h="692" extrusionOk="0">
                  <a:moveTo>
                    <a:pt x="0" y="1"/>
                  </a:moveTo>
                  <a:lnTo>
                    <a:pt x="0" y="692"/>
                  </a:lnTo>
                  <a:lnTo>
                    <a:pt x="1453" y="692"/>
                  </a:lnTo>
                  <a:lnTo>
                    <a:pt x="145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9" name="Google Shape;25629;p148"/>
            <p:cNvSpPr/>
            <p:nvPr/>
          </p:nvSpPr>
          <p:spPr>
            <a:xfrm>
              <a:off x="2330009" y="2675240"/>
              <a:ext cx="43430" cy="20684"/>
            </a:xfrm>
            <a:custGeom>
              <a:avLst/>
              <a:gdLst/>
              <a:ahLst/>
              <a:cxnLst/>
              <a:rect l="l" t="t" r="r" b="b"/>
              <a:pathLst>
                <a:path w="1453" h="692" extrusionOk="0">
                  <a:moveTo>
                    <a:pt x="0" y="1"/>
                  </a:moveTo>
                  <a:lnTo>
                    <a:pt x="0" y="691"/>
                  </a:lnTo>
                  <a:lnTo>
                    <a:pt x="1453" y="691"/>
                  </a:lnTo>
                  <a:lnTo>
                    <a:pt x="145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0" name="Google Shape;25630;p148"/>
            <p:cNvSpPr/>
            <p:nvPr/>
          </p:nvSpPr>
          <p:spPr>
            <a:xfrm>
              <a:off x="2316469" y="2441767"/>
              <a:ext cx="71228" cy="71198"/>
            </a:xfrm>
            <a:custGeom>
              <a:avLst/>
              <a:gdLst/>
              <a:ahLst/>
              <a:cxnLst/>
              <a:rect l="l" t="t" r="r" b="b"/>
              <a:pathLst>
                <a:path w="2383" h="2382" extrusionOk="0">
                  <a:moveTo>
                    <a:pt x="1192" y="0"/>
                  </a:moveTo>
                  <a:cubicBezTo>
                    <a:pt x="549" y="0"/>
                    <a:pt x="1" y="524"/>
                    <a:pt x="1" y="1191"/>
                  </a:cubicBezTo>
                  <a:cubicBezTo>
                    <a:pt x="1" y="1834"/>
                    <a:pt x="549" y="2382"/>
                    <a:pt x="1192" y="2382"/>
                  </a:cubicBezTo>
                  <a:cubicBezTo>
                    <a:pt x="1858" y="2382"/>
                    <a:pt x="2382" y="1834"/>
                    <a:pt x="2382" y="1191"/>
                  </a:cubicBezTo>
                  <a:cubicBezTo>
                    <a:pt x="2382" y="524"/>
                    <a:pt x="1858" y="0"/>
                    <a:pt x="1192"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1" name="Google Shape;25631;p148"/>
            <p:cNvSpPr/>
            <p:nvPr/>
          </p:nvSpPr>
          <p:spPr>
            <a:xfrm>
              <a:off x="2237469" y="2544978"/>
              <a:ext cx="22089" cy="19967"/>
            </a:xfrm>
            <a:custGeom>
              <a:avLst/>
              <a:gdLst/>
              <a:ahLst/>
              <a:cxnLst/>
              <a:rect l="l" t="t" r="r" b="b"/>
              <a:pathLst>
                <a:path w="739" h="668" extrusionOk="0">
                  <a:moveTo>
                    <a:pt x="0" y="1"/>
                  </a:moveTo>
                  <a:lnTo>
                    <a:pt x="0" y="667"/>
                  </a:lnTo>
                  <a:lnTo>
                    <a:pt x="739" y="667"/>
                  </a:lnTo>
                  <a:lnTo>
                    <a:pt x="739"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2" name="Google Shape;25632;p148"/>
            <p:cNvSpPr/>
            <p:nvPr/>
          </p:nvSpPr>
          <p:spPr>
            <a:xfrm>
              <a:off x="2237469" y="2588409"/>
              <a:ext cx="22089" cy="20654"/>
            </a:xfrm>
            <a:custGeom>
              <a:avLst/>
              <a:gdLst/>
              <a:ahLst/>
              <a:cxnLst/>
              <a:rect l="l" t="t" r="r" b="b"/>
              <a:pathLst>
                <a:path w="739" h="691" extrusionOk="0">
                  <a:moveTo>
                    <a:pt x="0" y="0"/>
                  </a:moveTo>
                  <a:lnTo>
                    <a:pt x="0" y="691"/>
                  </a:lnTo>
                  <a:lnTo>
                    <a:pt x="739" y="691"/>
                  </a:lnTo>
                  <a:lnTo>
                    <a:pt x="739" y="0"/>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3" name="Google Shape;25633;p148"/>
            <p:cNvSpPr/>
            <p:nvPr/>
          </p:nvSpPr>
          <p:spPr>
            <a:xfrm>
              <a:off x="2237469" y="2631809"/>
              <a:ext cx="22089" cy="20684"/>
            </a:xfrm>
            <a:custGeom>
              <a:avLst/>
              <a:gdLst/>
              <a:ahLst/>
              <a:cxnLst/>
              <a:rect l="l" t="t" r="r" b="b"/>
              <a:pathLst>
                <a:path w="739" h="692" extrusionOk="0">
                  <a:moveTo>
                    <a:pt x="0" y="1"/>
                  </a:moveTo>
                  <a:lnTo>
                    <a:pt x="0" y="692"/>
                  </a:lnTo>
                  <a:lnTo>
                    <a:pt x="739" y="692"/>
                  </a:lnTo>
                  <a:lnTo>
                    <a:pt x="739"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4" name="Google Shape;25634;p148"/>
            <p:cNvSpPr/>
            <p:nvPr/>
          </p:nvSpPr>
          <p:spPr>
            <a:xfrm>
              <a:off x="2237469" y="2675240"/>
              <a:ext cx="22089" cy="20684"/>
            </a:xfrm>
            <a:custGeom>
              <a:avLst/>
              <a:gdLst/>
              <a:ahLst/>
              <a:cxnLst/>
              <a:rect l="l" t="t" r="r" b="b"/>
              <a:pathLst>
                <a:path w="739" h="692" extrusionOk="0">
                  <a:moveTo>
                    <a:pt x="0" y="1"/>
                  </a:moveTo>
                  <a:lnTo>
                    <a:pt x="0" y="691"/>
                  </a:lnTo>
                  <a:lnTo>
                    <a:pt x="739" y="691"/>
                  </a:lnTo>
                  <a:lnTo>
                    <a:pt x="739"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5" name="Google Shape;25635;p148"/>
            <p:cNvSpPr/>
            <p:nvPr/>
          </p:nvSpPr>
          <p:spPr>
            <a:xfrm>
              <a:off x="2237469" y="2440332"/>
              <a:ext cx="35629" cy="72633"/>
            </a:xfrm>
            <a:custGeom>
              <a:avLst/>
              <a:gdLst/>
              <a:ahLst/>
              <a:cxnLst/>
              <a:rect l="l" t="t" r="r" b="b"/>
              <a:pathLst>
                <a:path w="1192" h="2430" extrusionOk="0">
                  <a:moveTo>
                    <a:pt x="0" y="1"/>
                  </a:moveTo>
                  <a:lnTo>
                    <a:pt x="0" y="2430"/>
                  </a:lnTo>
                  <a:cubicBezTo>
                    <a:pt x="667" y="2430"/>
                    <a:pt x="1191" y="1882"/>
                    <a:pt x="1191" y="1239"/>
                  </a:cubicBezTo>
                  <a:cubicBezTo>
                    <a:pt x="1191" y="572"/>
                    <a:pt x="667" y="1"/>
                    <a:pt x="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6" name="Google Shape;25636;p148"/>
            <p:cNvSpPr/>
            <p:nvPr/>
          </p:nvSpPr>
          <p:spPr>
            <a:xfrm>
              <a:off x="2351350" y="2544978"/>
              <a:ext cx="22089" cy="19967"/>
            </a:xfrm>
            <a:custGeom>
              <a:avLst/>
              <a:gdLst/>
              <a:ahLst/>
              <a:cxnLst/>
              <a:rect l="l" t="t" r="r" b="b"/>
              <a:pathLst>
                <a:path w="739" h="668" extrusionOk="0">
                  <a:moveTo>
                    <a:pt x="1" y="1"/>
                  </a:moveTo>
                  <a:lnTo>
                    <a:pt x="1" y="667"/>
                  </a:lnTo>
                  <a:lnTo>
                    <a:pt x="739" y="667"/>
                  </a:lnTo>
                  <a:lnTo>
                    <a:pt x="739"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7" name="Google Shape;25637;p148"/>
            <p:cNvSpPr/>
            <p:nvPr/>
          </p:nvSpPr>
          <p:spPr>
            <a:xfrm>
              <a:off x="2351350" y="2588409"/>
              <a:ext cx="22089" cy="20654"/>
            </a:xfrm>
            <a:custGeom>
              <a:avLst/>
              <a:gdLst/>
              <a:ahLst/>
              <a:cxnLst/>
              <a:rect l="l" t="t" r="r" b="b"/>
              <a:pathLst>
                <a:path w="739" h="691" extrusionOk="0">
                  <a:moveTo>
                    <a:pt x="1" y="0"/>
                  </a:moveTo>
                  <a:lnTo>
                    <a:pt x="1" y="691"/>
                  </a:lnTo>
                  <a:lnTo>
                    <a:pt x="739" y="691"/>
                  </a:lnTo>
                  <a:lnTo>
                    <a:pt x="739" y="0"/>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8" name="Google Shape;25638;p148"/>
            <p:cNvSpPr/>
            <p:nvPr/>
          </p:nvSpPr>
          <p:spPr>
            <a:xfrm>
              <a:off x="2351350" y="2631809"/>
              <a:ext cx="22089" cy="20684"/>
            </a:xfrm>
            <a:custGeom>
              <a:avLst/>
              <a:gdLst/>
              <a:ahLst/>
              <a:cxnLst/>
              <a:rect l="l" t="t" r="r" b="b"/>
              <a:pathLst>
                <a:path w="739" h="692" extrusionOk="0">
                  <a:moveTo>
                    <a:pt x="1" y="1"/>
                  </a:moveTo>
                  <a:lnTo>
                    <a:pt x="1" y="692"/>
                  </a:lnTo>
                  <a:lnTo>
                    <a:pt x="739" y="692"/>
                  </a:lnTo>
                  <a:lnTo>
                    <a:pt x="739"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9" name="Google Shape;25639;p148"/>
            <p:cNvSpPr/>
            <p:nvPr/>
          </p:nvSpPr>
          <p:spPr>
            <a:xfrm>
              <a:off x="2351350" y="2675240"/>
              <a:ext cx="22089" cy="20684"/>
            </a:xfrm>
            <a:custGeom>
              <a:avLst/>
              <a:gdLst/>
              <a:ahLst/>
              <a:cxnLst/>
              <a:rect l="l" t="t" r="r" b="b"/>
              <a:pathLst>
                <a:path w="739" h="692" extrusionOk="0">
                  <a:moveTo>
                    <a:pt x="1" y="1"/>
                  </a:moveTo>
                  <a:lnTo>
                    <a:pt x="1" y="691"/>
                  </a:lnTo>
                  <a:lnTo>
                    <a:pt x="739" y="691"/>
                  </a:lnTo>
                  <a:lnTo>
                    <a:pt x="739"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0" name="Google Shape;25640;p148"/>
            <p:cNvSpPr/>
            <p:nvPr/>
          </p:nvSpPr>
          <p:spPr>
            <a:xfrm>
              <a:off x="2353503" y="2440332"/>
              <a:ext cx="35599" cy="72633"/>
            </a:xfrm>
            <a:custGeom>
              <a:avLst/>
              <a:gdLst/>
              <a:ahLst/>
              <a:cxnLst/>
              <a:rect l="l" t="t" r="r" b="b"/>
              <a:pathLst>
                <a:path w="1191" h="2430" extrusionOk="0">
                  <a:moveTo>
                    <a:pt x="0" y="1"/>
                  </a:moveTo>
                  <a:lnTo>
                    <a:pt x="0" y="2430"/>
                  </a:lnTo>
                  <a:cubicBezTo>
                    <a:pt x="643" y="2430"/>
                    <a:pt x="1191" y="1882"/>
                    <a:pt x="1191" y="1239"/>
                  </a:cubicBezTo>
                  <a:cubicBezTo>
                    <a:pt x="1191" y="572"/>
                    <a:pt x="619" y="48"/>
                    <a:pt x="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1" name="Google Shape;25641;p148"/>
            <p:cNvSpPr/>
            <p:nvPr/>
          </p:nvSpPr>
          <p:spPr>
            <a:xfrm>
              <a:off x="2122869" y="2544978"/>
              <a:ext cx="22089" cy="19967"/>
            </a:xfrm>
            <a:custGeom>
              <a:avLst/>
              <a:gdLst/>
              <a:ahLst/>
              <a:cxnLst/>
              <a:rect l="l" t="t" r="r" b="b"/>
              <a:pathLst>
                <a:path w="739" h="668" extrusionOk="0">
                  <a:moveTo>
                    <a:pt x="0" y="1"/>
                  </a:moveTo>
                  <a:lnTo>
                    <a:pt x="0" y="667"/>
                  </a:lnTo>
                  <a:lnTo>
                    <a:pt x="739" y="667"/>
                  </a:lnTo>
                  <a:lnTo>
                    <a:pt x="739"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2" name="Google Shape;25642;p148"/>
            <p:cNvSpPr/>
            <p:nvPr/>
          </p:nvSpPr>
          <p:spPr>
            <a:xfrm>
              <a:off x="2122869" y="2588409"/>
              <a:ext cx="22089" cy="20654"/>
            </a:xfrm>
            <a:custGeom>
              <a:avLst/>
              <a:gdLst/>
              <a:ahLst/>
              <a:cxnLst/>
              <a:rect l="l" t="t" r="r" b="b"/>
              <a:pathLst>
                <a:path w="739" h="691" extrusionOk="0">
                  <a:moveTo>
                    <a:pt x="0" y="0"/>
                  </a:moveTo>
                  <a:lnTo>
                    <a:pt x="0" y="691"/>
                  </a:lnTo>
                  <a:lnTo>
                    <a:pt x="739" y="691"/>
                  </a:lnTo>
                  <a:lnTo>
                    <a:pt x="739" y="0"/>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3" name="Google Shape;25643;p148"/>
            <p:cNvSpPr/>
            <p:nvPr/>
          </p:nvSpPr>
          <p:spPr>
            <a:xfrm>
              <a:off x="2122869" y="2631809"/>
              <a:ext cx="22089" cy="20684"/>
            </a:xfrm>
            <a:custGeom>
              <a:avLst/>
              <a:gdLst/>
              <a:ahLst/>
              <a:cxnLst/>
              <a:rect l="l" t="t" r="r" b="b"/>
              <a:pathLst>
                <a:path w="739" h="692" extrusionOk="0">
                  <a:moveTo>
                    <a:pt x="0" y="1"/>
                  </a:moveTo>
                  <a:lnTo>
                    <a:pt x="0" y="692"/>
                  </a:lnTo>
                  <a:lnTo>
                    <a:pt x="739" y="692"/>
                  </a:lnTo>
                  <a:lnTo>
                    <a:pt x="739"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4" name="Google Shape;25644;p148"/>
            <p:cNvSpPr/>
            <p:nvPr/>
          </p:nvSpPr>
          <p:spPr>
            <a:xfrm>
              <a:off x="2122869" y="2675240"/>
              <a:ext cx="22089" cy="20684"/>
            </a:xfrm>
            <a:custGeom>
              <a:avLst/>
              <a:gdLst/>
              <a:ahLst/>
              <a:cxnLst/>
              <a:rect l="l" t="t" r="r" b="b"/>
              <a:pathLst>
                <a:path w="739" h="692" extrusionOk="0">
                  <a:moveTo>
                    <a:pt x="0" y="1"/>
                  </a:moveTo>
                  <a:lnTo>
                    <a:pt x="0" y="691"/>
                  </a:lnTo>
                  <a:lnTo>
                    <a:pt x="739" y="691"/>
                  </a:lnTo>
                  <a:lnTo>
                    <a:pt x="739"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5" name="Google Shape;25645;p148"/>
            <p:cNvSpPr/>
            <p:nvPr/>
          </p:nvSpPr>
          <p:spPr>
            <a:xfrm>
              <a:off x="2122869" y="2440332"/>
              <a:ext cx="35599" cy="72633"/>
            </a:xfrm>
            <a:custGeom>
              <a:avLst/>
              <a:gdLst/>
              <a:ahLst/>
              <a:cxnLst/>
              <a:rect l="l" t="t" r="r" b="b"/>
              <a:pathLst>
                <a:path w="1191" h="2430" extrusionOk="0">
                  <a:moveTo>
                    <a:pt x="0" y="1"/>
                  </a:moveTo>
                  <a:lnTo>
                    <a:pt x="0" y="2430"/>
                  </a:lnTo>
                  <a:cubicBezTo>
                    <a:pt x="643" y="2430"/>
                    <a:pt x="1191" y="1882"/>
                    <a:pt x="1191" y="1239"/>
                  </a:cubicBezTo>
                  <a:cubicBezTo>
                    <a:pt x="1191" y="572"/>
                    <a:pt x="643" y="48"/>
                    <a:pt x="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46" name="Google Shape;25646;p148"/>
          <p:cNvGrpSpPr/>
          <p:nvPr/>
        </p:nvGrpSpPr>
        <p:grpSpPr>
          <a:xfrm>
            <a:off x="1083084" y="2357615"/>
            <a:ext cx="345262" cy="239928"/>
            <a:chOff x="1392491" y="2490877"/>
            <a:chExt cx="345262" cy="239928"/>
          </a:xfrm>
        </p:grpSpPr>
        <p:sp>
          <p:nvSpPr>
            <p:cNvPr id="25647" name="Google Shape;25647;p148"/>
            <p:cNvSpPr/>
            <p:nvPr/>
          </p:nvSpPr>
          <p:spPr>
            <a:xfrm>
              <a:off x="1517074" y="2492311"/>
              <a:ext cx="95409" cy="168012"/>
            </a:xfrm>
            <a:custGeom>
              <a:avLst/>
              <a:gdLst/>
              <a:ahLst/>
              <a:cxnLst/>
              <a:rect l="l" t="t" r="r" b="b"/>
              <a:pathLst>
                <a:path w="3192" h="5621" extrusionOk="0">
                  <a:moveTo>
                    <a:pt x="0" y="0"/>
                  </a:moveTo>
                  <a:lnTo>
                    <a:pt x="0" y="5620"/>
                  </a:lnTo>
                  <a:lnTo>
                    <a:pt x="3191" y="5620"/>
                  </a:lnTo>
                  <a:lnTo>
                    <a:pt x="3191"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8" name="Google Shape;25648;p148"/>
            <p:cNvSpPr/>
            <p:nvPr/>
          </p:nvSpPr>
          <p:spPr>
            <a:xfrm>
              <a:off x="1641627" y="2562763"/>
              <a:ext cx="95409" cy="168042"/>
            </a:xfrm>
            <a:custGeom>
              <a:avLst/>
              <a:gdLst/>
              <a:ahLst/>
              <a:cxnLst/>
              <a:rect l="l" t="t" r="r" b="b"/>
              <a:pathLst>
                <a:path w="3192" h="5622" extrusionOk="0">
                  <a:moveTo>
                    <a:pt x="1" y="1"/>
                  </a:moveTo>
                  <a:lnTo>
                    <a:pt x="1" y="5621"/>
                  </a:lnTo>
                  <a:lnTo>
                    <a:pt x="3192" y="5621"/>
                  </a:lnTo>
                  <a:lnTo>
                    <a:pt x="3192"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9" name="Google Shape;25649;p148"/>
            <p:cNvSpPr/>
            <p:nvPr/>
          </p:nvSpPr>
          <p:spPr>
            <a:xfrm>
              <a:off x="1690049" y="2562763"/>
              <a:ext cx="47704" cy="168042"/>
            </a:xfrm>
            <a:custGeom>
              <a:avLst/>
              <a:gdLst/>
              <a:ahLst/>
              <a:cxnLst/>
              <a:rect l="l" t="t" r="r" b="b"/>
              <a:pathLst>
                <a:path w="1596" h="5622" extrusionOk="0">
                  <a:moveTo>
                    <a:pt x="0" y="1"/>
                  </a:moveTo>
                  <a:lnTo>
                    <a:pt x="0" y="5621"/>
                  </a:lnTo>
                  <a:lnTo>
                    <a:pt x="1596" y="5621"/>
                  </a:lnTo>
                  <a:lnTo>
                    <a:pt x="1596"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0" name="Google Shape;25650;p148"/>
            <p:cNvSpPr/>
            <p:nvPr/>
          </p:nvSpPr>
          <p:spPr>
            <a:xfrm>
              <a:off x="1640909" y="2490877"/>
              <a:ext cx="96126" cy="98278"/>
            </a:xfrm>
            <a:custGeom>
              <a:avLst/>
              <a:gdLst/>
              <a:ahLst/>
              <a:cxnLst/>
              <a:rect l="l" t="t" r="r" b="b"/>
              <a:pathLst>
                <a:path w="3216" h="3288" extrusionOk="0">
                  <a:moveTo>
                    <a:pt x="1" y="1"/>
                  </a:moveTo>
                  <a:lnTo>
                    <a:pt x="1" y="2358"/>
                  </a:lnTo>
                  <a:lnTo>
                    <a:pt x="1597" y="3287"/>
                  </a:lnTo>
                  <a:lnTo>
                    <a:pt x="3216" y="2406"/>
                  </a:lnTo>
                  <a:lnTo>
                    <a:pt x="3216" y="48"/>
                  </a:lnTo>
                  <a:lnTo>
                    <a:pt x="3216"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1" name="Google Shape;25651;p148"/>
            <p:cNvSpPr/>
            <p:nvPr/>
          </p:nvSpPr>
          <p:spPr>
            <a:xfrm>
              <a:off x="1688614" y="2492311"/>
              <a:ext cx="48422" cy="96844"/>
            </a:xfrm>
            <a:custGeom>
              <a:avLst/>
              <a:gdLst/>
              <a:ahLst/>
              <a:cxnLst/>
              <a:rect l="l" t="t" r="r" b="b"/>
              <a:pathLst>
                <a:path w="1620" h="3240" extrusionOk="0">
                  <a:moveTo>
                    <a:pt x="1" y="0"/>
                  </a:moveTo>
                  <a:lnTo>
                    <a:pt x="1" y="3239"/>
                  </a:lnTo>
                  <a:lnTo>
                    <a:pt x="1620" y="2358"/>
                  </a:lnTo>
                  <a:lnTo>
                    <a:pt x="1620"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2" name="Google Shape;25652;p148"/>
            <p:cNvSpPr/>
            <p:nvPr/>
          </p:nvSpPr>
          <p:spPr>
            <a:xfrm>
              <a:off x="1393209" y="2562763"/>
              <a:ext cx="95409" cy="168042"/>
            </a:xfrm>
            <a:custGeom>
              <a:avLst/>
              <a:gdLst/>
              <a:ahLst/>
              <a:cxnLst/>
              <a:rect l="l" t="t" r="r" b="b"/>
              <a:pathLst>
                <a:path w="3192" h="5622" extrusionOk="0">
                  <a:moveTo>
                    <a:pt x="1" y="1"/>
                  </a:moveTo>
                  <a:lnTo>
                    <a:pt x="1" y="5621"/>
                  </a:lnTo>
                  <a:lnTo>
                    <a:pt x="3192" y="5621"/>
                  </a:lnTo>
                  <a:lnTo>
                    <a:pt x="3192"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3" name="Google Shape;25653;p148"/>
            <p:cNvSpPr/>
            <p:nvPr/>
          </p:nvSpPr>
          <p:spPr>
            <a:xfrm>
              <a:off x="1440914" y="2562763"/>
              <a:ext cx="47704" cy="168042"/>
            </a:xfrm>
            <a:custGeom>
              <a:avLst/>
              <a:gdLst/>
              <a:ahLst/>
              <a:cxnLst/>
              <a:rect l="l" t="t" r="r" b="b"/>
              <a:pathLst>
                <a:path w="1596" h="5622" extrusionOk="0">
                  <a:moveTo>
                    <a:pt x="0" y="1"/>
                  </a:moveTo>
                  <a:lnTo>
                    <a:pt x="0" y="5621"/>
                  </a:lnTo>
                  <a:lnTo>
                    <a:pt x="1596" y="5621"/>
                  </a:lnTo>
                  <a:lnTo>
                    <a:pt x="1596"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4" name="Google Shape;25654;p148"/>
            <p:cNvSpPr/>
            <p:nvPr/>
          </p:nvSpPr>
          <p:spPr>
            <a:xfrm>
              <a:off x="1392491" y="2490877"/>
              <a:ext cx="96126" cy="98278"/>
            </a:xfrm>
            <a:custGeom>
              <a:avLst/>
              <a:gdLst/>
              <a:ahLst/>
              <a:cxnLst/>
              <a:rect l="l" t="t" r="r" b="b"/>
              <a:pathLst>
                <a:path w="3216" h="3288" extrusionOk="0">
                  <a:moveTo>
                    <a:pt x="1" y="1"/>
                  </a:moveTo>
                  <a:lnTo>
                    <a:pt x="1" y="2358"/>
                  </a:lnTo>
                  <a:lnTo>
                    <a:pt x="1620" y="3287"/>
                  </a:lnTo>
                  <a:lnTo>
                    <a:pt x="3216" y="2406"/>
                  </a:lnTo>
                  <a:lnTo>
                    <a:pt x="3216" y="48"/>
                  </a:lnTo>
                  <a:lnTo>
                    <a:pt x="3216"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5" name="Google Shape;25655;p148"/>
            <p:cNvSpPr/>
            <p:nvPr/>
          </p:nvSpPr>
          <p:spPr>
            <a:xfrm>
              <a:off x="1440914" y="2492311"/>
              <a:ext cx="47704" cy="96844"/>
            </a:xfrm>
            <a:custGeom>
              <a:avLst/>
              <a:gdLst/>
              <a:ahLst/>
              <a:cxnLst/>
              <a:rect l="l" t="t" r="r" b="b"/>
              <a:pathLst>
                <a:path w="1596" h="3240" extrusionOk="0">
                  <a:moveTo>
                    <a:pt x="0" y="0"/>
                  </a:moveTo>
                  <a:lnTo>
                    <a:pt x="0" y="3239"/>
                  </a:lnTo>
                  <a:lnTo>
                    <a:pt x="1596" y="2358"/>
                  </a:lnTo>
                  <a:lnTo>
                    <a:pt x="1596"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6" name="Google Shape;25656;p148"/>
            <p:cNvSpPr/>
            <p:nvPr/>
          </p:nvSpPr>
          <p:spPr>
            <a:xfrm>
              <a:off x="1565466" y="2492311"/>
              <a:ext cx="47734" cy="168012"/>
            </a:xfrm>
            <a:custGeom>
              <a:avLst/>
              <a:gdLst/>
              <a:ahLst/>
              <a:cxnLst/>
              <a:rect l="l" t="t" r="r" b="b"/>
              <a:pathLst>
                <a:path w="1597" h="5621" extrusionOk="0">
                  <a:moveTo>
                    <a:pt x="1" y="0"/>
                  </a:moveTo>
                  <a:lnTo>
                    <a:pt x="1" y="5620"/>
                  </a:lnTo>
                  <a:lnTo>
                    <a:pt x="1596" y="5620"/>
                  </a:lnTo>
                  <a:lnTo>
                    <a:pt x="1596"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7" name="Google Shape;25657;p148"/>
            <p:cNvSpPr/>
            <p:nvPr/>
          </p:nvSpPr>
          <p:spPr>
            <a:xfrm>
              <a:off x="1517791" y="2632527"/>
              <a:ext cx="95409" cy="98278"/>
            </a:xfrm>
            <a:custGeom>
              <a:avLst/>
              <a:gdLst/>
              <a:ahLst/>
              <a:cxnLst/>
              <a:rect l="l" t="t" r="r" b="b"/>
              <a:pathLst>
                <a:path w="3192" h="3288" extrusionOk="0">
                  <a:moveTo>
                    <a:pt x="1619" y="1"/>
                  </a:moveTo>
                  <a:lnTo>
                    <a:pt x="0" y="929"/>
                  </a:lnTo>
                  <a:lnTo>
                    <a:pt x="0" y="3287"/>
                  </a:lnTo>
                  <a:lnTo>
                    <a:pt x="3191" y="3287"/>
                  </a:lnTo>
                  <a:lnTo>
                    <a:pt x="3191" y="929"/>
                  </a:lnTo>
                  <a:lnTo>
                    <a:pt x="1619"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8" name="Google Shape;25658;p148"/>
            <p:cNvSpPr/>
            <p:nvPr/>
          </p:nvSpPr>
          <p:spPr>
            <a:xfrm>
              <a:off x="1565466" y="2632527"/>
              <a:ext cx="47734" cy="98278"/>
            </a:xfrm>
            <a:custGeom>
              <a:avLst/>
              <a:gdLst/>
              <a:ahLst/>
              <a:cxnLst/>
              <a:rect l="l" t="t" r="r" b="b"/>
              <a:pathLst>
                <a:path w="1597" h="3288" extrusionOk="0">
                  <a:moveTo>
                    <a:pt x="1" y="1"/>
                  </a:moveTo>
                  <a:lnTo>
                    <a:pt x="1" y="3287"/>
                  </a:lnTo>
                  <a:lnTo>
                    <a:pt x="1596" y="3287"/>
                  </a:lnTo>
                  <a:lnTo>
                    <a:pt x="1596" y="929"/>
                  </a:lnTo>
                  <a:lnTo>
                    <a:pt x="1"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59" name="Google Shape;25659;p148"/>
          <p:cNvGrpSpPr/>
          <p:nvPr/>
        </p:nvGrpSpPr>
        <p:grpSpPr>
          <a:xfrm>
            <a:off x="1083084" y="2839920"/>
            <a:ext cx="344543" cy="345977"/>
            <a:chOff x="1392491" y="2982751"/>
            <a:chExt cx="344543" cy="345977"/>
          </a:xfrm>
        </p:grpSpPr>
        <p:sp>
          <p:nvSpPr>
            <p:cNvPr id="25660" name="Google Shape;25660;p148"/>
            <p:cNvSpPr/>
            <p:nvPr/>
          </p:nvSpPr>
          <p:spPr>
            <a:xfrm>
              <a:off x="1438044" y="3029021"/>
              <a:ext cx="253437" cy="252720"/>
            </a:xfrm>
            <a:custGeom>
              <a:avLst/>
              <a:gdLst/>
              <a:ahLst/>
              <a:cxnLst/>
              <a:rect l="l" t="t" r="r" b="b"/>
              <a:pathLst>
                <a:path w="8479" h="8455" extrusionOk="0">
                  <a:moveTo>
                    <a:pt x="4216" y="0"/>
                  </a:moveTo>
                  <a:cubicBezTo>
                    <a:pt x="1906" y="0"/>
                    <a:pt x="1" y="1858"/>
                    <a:pt x="1" y="4215"/>
                  </a:cubicBezTo>
                  <a:cubicBezTo>
                    <a:pt x="1" y="6549"/>
                    <a:pt x="1882" y="8454"/>
                    <a:pt x="4216" y="8454"/>
                  </a:cubicBezTo>
                  <a:cubicBezTo>
                    <a:pt x="5478" y="8454"/>
                    <a:pt x="6597" y="7907"/>
                    <a:pt x="7383" y="7049"/>
                  </a:cubicBezTo>
                  <a:cubicBezTo>
                    <a:pt x="8074" y="6311"/>
                    <a:pt x="8479" y="5311"/>
                    <a:pt x="8479" y="4215"/>
                  </a:cubicBezTo>
                  <a:cubicBezTo>
                    <a:pt x="8479" y="1905"/>
                    <a:pt x="6574" y="0"/>
                    <a:pt x="4216"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1" name="Google Shape;25661;p148"/>
            <p:cNvSpPr/>
            <p:nvPr/>
          </p:nvSpPr>
          <p:spPr>
            <a:xfrm>
              <a:off x="1564061" y="3029021"/>
              <a:ext cx="127421" cy="252720"/>
            </a:xfrm>
            <a:custGeom>
              <a:avLst/>
              <a:gdLst/>
              <a:ahLst/>
              <a:cxnLst/>
              <a:rect l="l" t="t" r="r" b="b"/>
              <a:pathLst>
                <a:path w="4263" h="8455" extrusionOk="0">
                  <a:moveTo>
                    <a:pt x="0" y="0"/>
                  </a:moveTo>
                  <a:lnTo>
                    <a:pt x="0" y="8454"/>
                  </a:lnTo>
                  <a:cubicBezTo>
                    <a:pt x="1262" y="8454"/>
                    <a:pt x="2381" y="7907"/>
                    <a:pt x="3167" y="7049"/>
                  </a:cubicBezTo>
                  <a:cubicBezTo>
                    <a:pt x="3858" y="6311"/>
                    <a:pt x="4263" y="5311"/>
                    <a:pt x="4263" y="4215"/>
                  </a:cubicBezTo>
                  <a:cubicBezTo>
                    <a:pt x="4263" y="1905"/>
                    <a:pt x="2358"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2" name="Google Shape;25662;p148"/>
            <p:cNvSpPr/>
            <p:nvPr/>
          </p:nvSpPr>
          <p:spPr>
            <a:xfrm>
              <a:off x="1392491" y="2983468"/>
              <a:ext cx="178712" cy="345259"/>
            </a:xfrm>
            <a:custGeom>
              <a:avLst/>
              <a:gdLst/>
              <a:ahLst/>
              <a:cxnLst/>
              <a:rect l="l" t="t" r="r" b="b"/>
              <a:pathLst>
                <a:path w="5979" h="11551" extrusionOk="0">
                  <a:moveTo>
                    <a:pt x="5740" y="0"/>
                  </a:moveTo>
                  <a:cubicBezTo>
                    <a:pt x="4240" y="0"/>
                    <a:pt x="2763" y="596"/>
                    <a:pt x="1692" y="1691"/>
                  </a:cubicBezTo>
                  <a:cubicBezTo>
                    <a:pt x="620" y="2763"/>
                    <a:pt x="1" y="4215"/>
                    <a:pt x="1" y="5763"/>
                  </a:cubicBezTo>
                  <a:cubicBezTo>
                    <a:pt x="1" y="7311"/>
                    <a:pt x="596" y="8740"/>
                    <a:pt x="1692" y="9836"/>
                  </a:cubicBezTo>
                  <a:cubicBezTo>
                    <a:pt x="2763" y="10907"/>
                    <a:pt x="4240" y="11503"/>
                    <a:pt x="5740" y="11550"/>
                  </a:cubicBezTo>
                  <a:lnTo>
                    <a:pt x="5978" y="10598"/>
                  </a:lnTo>
                  <a:lnTo>
                    <a:pt x="5740" y="9693"/>
                  </a:lnTo>
                  <a:cubicBezTo>
                    <a:pt x="3597" y="9645"/>
                    <a:pt x="1858" y="7907"/>
                    <a:pt x="1858" y="5739"/>
                  </a:cubicBezTo>
                  <a:cubicBezTo>
                    <a:pt x="1858" y="3572"/>
                    <a:pt x="3597" y="1834"/>
                    <a:pt x="5740" y="1834"/>
                  </a:cubicBezTo>
                  <a:lnTo>
                    <a:pt x="5978" y="905"/>
                  </a:lnTo>
                  <a:lnTo>
                    <a:pt x="5740"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3" name="Google Shape;25663;p148"/>
            <p:cNvSpPr/>
            <p:nvPr/>
          </p:nvSpPr>
          <p:spPr>
            <a:xfrm>
              <a:off x="1564061" y="3233320"/>
              <a:ext cx="127421" cy="93257"/>
            </a:xfrm>
            <a:custGeom>
              <a:avLst/>
              <a:gdLst/>
              <a:ahLst/>
              <a:cxnLst/>
              <a:rect l="l" t="t" r="r" b="b"/>
              <a:pathLst>
                <a:path w="4263" h="3120" extrusionOk="0">
                  <a:moveTo>
                    <a:pt x="2929" y="0"/>
                  </a:moveTo>
                  <a:cubicBezTo>
                    <a:pt x="2215" y="810"/>
                    <a:pt x="1167" y="1286"/>
                    <a:pt x="0" y="1286"/>
                  </a:cubicBezTo>
                  <a:lnTo>
                    <a:pt x="0" y="3120"/>
                  </a:lnTo>
                  <a:cubicBezTo>
                    <a:pt x="1548" y="3120"/>
                    <a:pt x="2977" y="2524"/>
                    <a:pt x="4096" y="1429"/>
                  </a:cubicBezTo>
                  <a:lnTo>
                    <a:pt x="4263" y="1262"/>
                  </a:lnTo>
                  <a:lnTo>
                    <a:pt x="3810" y="310"/>
                  </a:lnTo>
                  <a:lnTo>
                    <a:pt x="2929" y="0"/>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4" name="Google Shape;25664;p148"/>
            <p:cNvSpPr/>
            <p:nvPr/>
          </p:nvSpPr>
          <p:spPr>
            <a:xfrm>
              <a:off x="1564061" y="2982751"/>
              <a:ext cx="172973" cy="288319"/>
            </a:xfrm>
            <a:custGeom>
              <a:avLst/>
              <a:gdLst/>
              <a:ahLst/>
              <a:cxnLst/>
              <a:rect l="l" t="t" r="r" b="b"/>
              <a:pathLst>
                <a:path w="5787" h="9646" extrusionOk="0">
                  <a:moveTo>
                    <a:pt x="0" y="0"/>
                  </a:moveTo>
                  <a:lnTo>
                    <a:pt x="0" y="1834"/>
                  </a:lnTo>
                  <a:cubicBezTo>
                    <a:pt x="2167" y="1834"/>
                    <a:pt x="3906" y="3596"/>
                    <a:pt x="3906" y="5740"/>
                  </a:cubicBezTo>
                  <a:cubicBezTo>
                    <a:pt x="3906" y="6740"/>
                    <a:pt x="3525" y="7669"/>
                    <a:pt x="2882" y="8359"/>
                  </a:cubicBezTo>
                  <a:lnTo>
                    <a:pt x="4239" y="9645"/>
                  </a:lnTo>
                  <a:cubicBezTo>
                    <a:pt x="5215" y="8574"/>
                    <a:pt x="5739" y="7192"/>
                    <a:pt x="5739" y="5763"/>
                  </a:cubicBezTo>
                  <a:cubicBezTo>
                    <a:pt x="5787" y="4216"/>
                    <a:pt x="5192" y="2787"/>
                    <a:pt x="4072" y="1691"/>
                  </a:cubicBezTo>
                  <a:cubicBezTo>
                    <a:pt x="2977" y="596"/>
                    <a:pt x="1548" y="0"/>
                    <a:pt x="0"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65" name="Google Shape;25665;p148"/>
          <p:cNvGrpSpPr/>
          <p:nvPr/>
        </p:nvGrpSpPr>
        <p:grpSpPr>
          <a:xfrm>
            <a:off x="1816932" y="2836237"/>
            <a:ext cx="344543" cy="344056"/>
            <a:chOff x="2064494" y="2993421"/>
            <a:chExt cx="344543" cy="344056"/>
          </a:xfrm>
        </p:grpSpPr>
        <p:sp>
          <p:nvSpPr>
            <p:cNvPr id="25666" name="Google Shape;25666;p148"/>
            <p:cNvSpPr/>
            <p:nvPr/>
          </p:nvSpPr>
          <p:spPr>
            <a:xfrm>
              <a:off x="2119312" y="3014793"/>
              <a:ext cx="85426" cy="100371"/>
            </a:xfrm>
            <a:custGeom>
              <a:avLst/>
              <a:gdLst/>
              <a:ahLst/>
              <a:cxnLst/>
              <a:rect l="l" t="t" r="r" b="b"/>
              <a:pathLst>
                <a:path w="2858" h="3358" extrusionOk="0">
                  <a:moveTo>
                    <a:pt x="1215" y="0"/>
                  </a:moveTo>
                  <a:lnTo>
                    <a:pt x="0" y="3120"/>
                  </a:lnTo>
                  <a:lnTo>
                    <a:pt x="619" y="3358"/>
                  </a:lnTo>
                  <a:lnTo>
                    <a:pt x="1691" y="667"/>
                  </a:lnTo>
                  <a:lnTo>
                    <a:pt x="2858" y="667"/>
                  </a:lnTo>
                  <a:lnTo>
                    <a:pt x="2858"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7" name="Google Shape;25667;p148"/>
            <p:cNvSpPr/>
            <p:nvPr/>
          </p:nvSpPr>
          <p:spPr>
            <a:xfrm>
              <a:off x="2118595" y="3213384"/>
              <a:ext cx="84021" cy="101088"/>
            </a:xfrm>
            <a:custGeom>
              <a:avLst/>
              <a:gdLst/>
              <a:ahLst/>
              <a:cxnLst/>
              <a:rect l="l" t="t" r="r" b="b"/>
              <a:pathLst>
                <a:path w="2811" h="3382" extrusionOk="0">
                  <a:moveTo>
                    <a:pt x="620" y="0"/>
                  </a:moveTo>
                  <a:lnTo>
                    <a:pt x="0" y="238"/>
                  </a:lnTo>
                  <a:lnTo>
                    <a:pt x="1215" y="3382"/>
                  </a:lnTo>
                  <a:lnTo>
                    <a:pt x="2810" y="3382"/>
                  </a:lnTo>
                  <a:lnTo>
                    <a:pt x="2810" y="2691"/>
                  </a:lnTo>
                  <a:lnTo>
                    <a:pt x="1667" y="2691"/>
                  </a:lnTo>
                  <a:lnTo>
                    <a:pt x="620"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8" name="Google Shape;25668;p148"/>
            <p:cNvSpPr/>
            <p:nvPr/>
          </p:nvSpPr>
          <p:spPr>
            <a:xfrm>
              <a:off x="2166270" y="3108021"/>
              <a:ext cx="70511" cy="32789"/>
            </a:xfrm>
            <a:custGeom>
              <a:avLst/>
              <a:gdLst/>
              <a:ahLst/>
              <a:cxnLst/>
              <a:rect l="l" t="t" r="r" b="b"/>
              <a:pathLst>
                <a:path w="2359" h="1097" extrusionOk="0">
                  <a:moveTo>
                    <a:pt x="1168" y="1"/>
                  </a:moveTo>
                  <a:lnTo>
                    <a:pt x="1" y="477"/>
                  </a:lnTo>
                  <a:lnTo>
                    <a:pt x="263" y="1096"/>
                  </a:lnTo>
                  <a:lnTo>
                    <a:pt x="1311" y="667"/>
                  </a:lnTo>
                  <a:lnTo>
                    <a:pt x="2359" y="667"/>
                  </a:lnTo>
                  <a:lnTo>
                    <a:pt x="2359"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9" name="Google Shape;25669;p148"/>
            <p:cNvSpPr/>
            <p:nvPr/>
          </p:nvSpPr>
          <p:spPr>
            <a:xfrm>
              <a:off x="2166270" y="3187738"/>
              <a:ext cx="69793" cy="32789"/>
            </a:xfrm>
            <a:custGeom>
              <a:avLst/>
              <a:gdLst/>
              <a:ahLst/>
              <a:cxnLst/>
              <a:rect l="l" t="t" r="r" b="b"/>
              <a:pathLst>
                <a:path w="2335" h="1097" extrusionOk="0">
                  <a:moveTo>
                    <a:pt x="263" y="1"/>
                  </a:moveTo>
                  <a:lnTo>
                    <a:pt x="1" y="620"/>
                  </a:lnTo>
                  <a:lnTo>
                    <a:pt x="1168" y="1096"/>
                  </a:lnTo>
                  <a:lnTo>
                    <a:pt x="2335" y="1096"/>
                  </a:lnTo>
                  <a:lnTo>
                    <a:pt x="2335" y="453"/>
                  </a:lnTo>
                  <a:lnTo>
                    <a:pt x="1287" y="453"/>
                  </a:lnTo>
                  <a:lnTo>
                    <a:pt x="263"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0" name="Google Shape;25670;p148"/>
            <p:cNvSpPr/>
            <p:nvPr/>
          </p:nvSpPr>
          <p:spPr>
            <a:xfrm>
              <a:off x="2064494" y="3102341"/>
              <a:ext cx="124582" cy="124582"/>
            </a:xfrm>
            <a:custGeom>
              <a:avLst/>
              <a:gdLst/>
              <a:ahLst/>
              <a:cxnLst/>
              <a:rect l="l" t="t" r="r" b="b"/>
              <a:pathLst>
                <a:path w="4168" h="4168" extrusionOk="0">
                  <a:moveTo>
                    <a:pt x="2096" y="0"/>
                  </a:moveTo>
                  <a:cubicBezTo>
                    <a:pt x="953" y="0"/>
                    <a:pt x="0" y="929"/>
                    <a:pt x="0" y="2096"/>
                  </a:cubicBezTo>
                  <a:cubicBezTo>
                    <a:pt x="0" y="3239"/>
                    <a:pt x="953" y="4168"/>
                    <a:pt x="2096" y="4168"/>
                  </a:cubicBezTo>
                  <a:cubicBezTo>
                    <a:pt x="3239" y="4168"/>
                    <a:pt x="4168" y="3239"/>
                    <a:pt x="4168" y="2096"/>
                  </a:cubicBezTo>
                  <a:cubicBezTo>
                    <a:pt x="4168" y="929"/>
                    <a:pt x="3239" y="0"/>
                    <a:pt x="2096" y="0"/>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1" name="Google Shape;25671;p148"/>
            <p:cNvSpPr/>
            <p:nvPr/>
          </p:nvSpPr>
          <p:spPr>
            <a:xfrm>
              <a:off x="2193321" y="2993421"/>
              <a:ext cx="183674" cy="64084"/>
            </a:xfrm>
            <a:custGeom>
              <a:avLst/>
              <a:gdLst/>
              <a:ahLst/>
              <a:cxnLst/>
              <a:rect l="l" t="t" r="r" b="b"/>
              <a:pathLst>
                <a:path w="6145" h="2144" extrusionOk="0">
                  <a:moveTo>
                    <a:pt x="1096" y="1"/>
                  </a:moveTo>
                  <a:cubicBezTo>
                    <a:pt x="477" y="1"/>
                    <a:pt x="1" y="501"/>
                    <a:pt x="25" y="1120"/>
                  </a:cubicBezTo>
                  <a:cubicBezTo>
                    <a:pt x="49" y="1691"/>
                    <a:pt x="525" y="2144"/>
                    <a:pt x="1096" y="2144"/>
                  </a:cubicBezTo>
                  <a:lnTo>
                    <a:pt x="6145" y="2144"/>
                  </a:lnTo>
                  <a:lnTo>
                    <a:pt x="6145"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2" name="Google Shape;25672;p148"/>
            <p:cNvSpPr/>
            <p:nvPr/>
          </p:nvSpPr>
          <p:spPr>
            <a:xfrm>
              <a:off x="2225363" y="3086679"/>
              <a:ext cx="183674" cy="64084"/>
            </a:xfrm>
            <a:custGeom>
              <a:avLst/>
              <a:gdLst/>
              <a:ahLst/>
              <a:cxnLst/>
              <a:rect l="l" t="t" r="r" b="b"/>
              <a:pathLst>
                <a:path w="6145" h="2144" extrusionOk="0">
                  <a:moveTo>
                    <a:pt x="1096" y="0"/>
                  </a:moveTo>
                  <a:cubicBezTo>
                    <a:pt x="477" y="0"/>
                    <a:pt x="1" y="500"/>
                    <a:pt x="24" y="1120"/>
                  </a:cubicBezTo>
                  <a:cubicBezTo>
                    <a:pt x="48" y="1691"/>
                    <a:pt x="524" y="2144"/>
                    <a:pt x="1096" y="2144"/>
                  </a:cubicBezTo>
                  <a:lnTo>
                    <a:pt x="6145" y="2144"/>
                  </a:lnTo>
                  <a:lnTo>
                    <a:pt x="6145"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3" name="Google Shape;25673;p148"/>
            <p:cNvSpPr/>
            <p:nvPr/>
          </p:nvSpPr>
          <p:spPr>
            <a:xfrm>
              <a:off x="2225363" y="3179907"/>
              <a:ext cx="183674" cy="64114"/>
            </a:xfrm>
            <a:custGeom>
              <a:avLst/>
              <a:gdLst/>
              <a:ahLst/>
              <a:cxnLst/>
              <a:rect l="l" t="t" r="r" b="b"/>
              <a:pathLst>
                <a:path w="6145" h="2145" extrusionOk="0">
                  <a:moveTo>
                    <a:pt x="1096" y="1"/>
                  </a:moveTo>
                  <a:cubicBezTo>
                    <a:pt x="477" y="1"/>
                    <a:pt x="1" y="501"/>
                    <a:pt x="24" y="1144"/>
                  </a:cubicBezTo>
                  <a:cubicBezTo>
                    <a:pt x="48" y="1692"/>
                    <a:pt x="524" y="2144"/>
                    <a:pt x="1096" y="2144"/>
                  </a:cubicBezTo>
                  <a:lnTo>
                    <a:pt x="6145" y="2144"/>
                  </a:lnTo>
                  <a:lnTo>
                    <a:pt x="6145"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4" name="Google Shape;25674;p148"/>
            <p:cNvSpPr/>
            <p:nvPr/>
          </p:nvSpPr>
          <p:spPr>
            <a:xfrm>
              <a:off x="2193321" y="3273164"/>
              <a:ext cx="183674" cy="64084"/>
            </a:xfrm>
            <a:custGeom>
              <a:avLst/>
              <a:gdLst/>
              <a:ahLst/>
              <a:cxnLst/>
              <a:rect l="l" t="t" r="r" b="b"/>
              <a:pathLst>
                <a:path w="6145" h="2144" extrusionOk="0">
                  <a:moveTo>
                    <a:pt x="1096" y="1"/>
                  </a:moveTo>
                  <a:cubicBezTo>
                    <a:pt x="477" y="1"/>
                    <a:pt x="1" y="525"/>
                    <a:pt x="25" y="1144"/>
                  </a:cubicBezTo>
                  <a:cubicBezTo>
                    <a:pt x="49" y="1715"/>
                    <a:pt x="525" y="2144"/>
                    <a:pt x="1096" y="2144"/>
                  </a:cubicBezTo>
                  <a:lnTo>
                    <a:pt x="6145" y="2144"/>
                  </a:lnTo>
                  <a:lnTo>
                    <a:pt x="6145"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5" name="Google Shape;25675;p148"/>
            <p:cNvSpPr/>
            <p:nvPr/>
          </p:nvSpPr>
          <p:spPr>
            <a:xfrm>
              <a:off x="2191916" y="3024029"/>
              <a:ext cx="185079" cy="32072"/>
            </a:xfrm>
            <a:custGeom>
              <a:avLst/>
              <a:gdLst/>
              <a:ahLst/>
              <a:cxnLst/>
              <a:rect l="l" t="t" r="r" b="b"/>
              <a:pathLst>
                <a:path w="6192" h="1073" extrusionOk="0">
                  <a:moveTo>
                    <a:pt x="0" y="1"/>
                  </a:moveTo>
                  <a:cubicBezTo>
                    <a:pt x="0" y="596"/>
                    <a:pt x="477" y="1072"/>
                    <a:pt x="1072" y="1072"/>
                  </a:cubicBezTo>
                  <a:lnTo>
                    <a:pt x="6192" y="1072"/>
                  </a:lnTo>
                  <a:lnTo>
                    <a:pt x="6192"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6" name="Google Shape;25676;p148"/>
            <p:cNvSpPr/>
            <p:nvPr/>
          </p:nvSpPr>
          <p:spPr>
            <a:xfrm>
              <a:off x="2223928" y="3118920"/>
              <a:ext cx="185109" cy="32042"/>
            </a:xfrm>
            <a:custGeom>
              <a:avLst/>
              <a:gdLst/>
              <a:ahLst/>
              <a:cxnLst/>
              <a:rect l="l" t="t" r="r" b="b"/>
              <a:pathLst>
                <a:path w="6193" h="1072" extrusionOk="0">
                  <a:moveTo>
                    <a:pt x="1" y="0"/>
                  </a:moveTo>
                  <a:cubicBezTo>
                    <a:pt x="1" y="595"/>
                    <a:pt x="477" y="1072"/>
                    <a:pt x="1073" y="1072"/>
                  </a:cubicBezTo>
                  <a:lnTo>
                    <a:pt x="6193" y="1072"/>
                  </a:lnTo>
                  <a:lnTo>
                    <a:pt x="619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7" name="Google Shape;25677;p148"/>
            <p:cNvSpPr/>
            <p:nvPr/>
          </p:nvSpPr>
          <p:spPr>
            <a:xfrm>
              <a:off x="2223928" y="3211232"/>
              <a:ext cx="185109" cy="32072"/>
            </a:xfrm>
            <a:custGeom>
              <a:avLst/>
              <a:gdLst/>
              <a:ahLst/>
              <a:cxnLst/>
              <a:rect l="l" t="t" r="r" b="b"/>
              <a:pathLst>
                <a:path w="6193" h="1073" extrusionOk="0">
                  <a:moveTo>
                    <a:pt x="1" y="1"/>
                  </a:moveTo>
                  <a:cubicBezTo>
                    <a:pt x="1" y="596"/>
                    <a:pt x="477" y="1072"/>
                    <a:pt x="1073" y="1072"/>
                  </a:cubicBezTo>
                  <a:lnTo>
                    <a:pt x="6193" y="1072"/>
                  </a:lnTo>
                  <a:lnTo>
                    <a:pt x="6193"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8" name="Google Shape;25678;p148"/>
            <p:cNvSpPr/>
            <p:nvPr/>
          </p:nvSpPr>
          <p:spPr>
            <a:xfrm>
              <a:off x="2191916" y="3305405"/>
              <a:ext cx="185079" cy="32072"/>
            </a:xfrm>
            <a:custGeom>
              <a:avLst/>
              <a:gdLst/>
              <a:ahLst/>
              <a:cxnLst/>
              <a:rect l="l" t="t" r="r" b="b"/>
              <a:pathLst>
                <a:path w="6192" h="1073" extrusionOk="0">
                  <a:moveTo>
                    <a:pt x="0" y="0"/>
                  </a:moveTo>
                  <a:cubicBezTo>
                    <a:pt x="0" y="596"/>
                    <a:pt x="477" y="1072"/>
                    <a:pt x="1072" y="1072"/>
                  </a:cubicBezTo>
                  <a:lnTo>
                    <a:pt x="6192" y="1072"/>
                  </a:lnTo>
                  <a:lnTo>
                    <a:pt x="619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9" name="Google Shape;25679;p148"/>
            <p:cNvSpPr/>
            <p:nvPr/>
          </p:nvSpPr>
          <p:spPr>
            <a:xfrm>
              <a:off x="2064494" y="3164961"/>
              <a:ext cx="124582" cy="61962"/>
            </a:xfrm>
            <a:custGeom>
              <a:avLst/>
              <a:gdLst/>
              <a:ahLst/>
              <a:cxnLst/>
              <a:rect l="l" t="t" r="r" b="b"/>
              <a:pathLst>
                <a:path w="4168" h="2073" extrusionOk="0">
                  <a:moveTo>
                    <a:pt x="0" y="1"/>
                  </a:moveTo>
                  <a:cubicBezTo>
                    <a:pt x="0" y="1168"/>
                    <a:pt x="929" y="2073"/>
                    <a:pt x="2096" y="2073"/>
                  </a:cubicBezTo>
                  <a:cubicBezTo>
                    <a:pt x="3263" y="2073"/>
                    <a:pt x="4168" y="1168"/>
                    <a:pt x="4168" y="1"/>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80" name="Google Shape;25680;p148"/>
          <p:cNvGrpSpPr/>
          <p:nvPr/>
        </p:nvGrpSpPr>
        <p:grpSpPr>
          <a:xfrm>
            <a:off x="2556667" y="2838182"/>
            <a:ext cx="343109" cy="344545"/>
            <a:chOff x="2747167" y="2990582"/>
            <a:chExt cx="343109" cy="344545"/>
          </a:xfrm>
        </p:grpSpPr>
        <p:sp>
          <p:nvSpPr>
            <p:cNvPr id="25681" name="Google Shape;25681;p148"/>
            <p:cNvSpPr/>
            <p:nvPr/>
          </p:nvSpPr>
          <p:spPr>
            <a:xfrm>
              <a:off x="2773500" y="2991987"/>
              <a:ext cx="290441" cy="330314"/>
            </a:xfrm>
            <a:custGeom>
              <a:avLst/>
              <a:gdLst/>
              <a:ahLst/>
              <a:cxnLst/>
              <a:rect l="l" t="t" r="r" b="b"/>
              <a:pathLst>
                <a:path w="9717" h="11051" extrusionOk="0">
                  <a:moveTo>
                    <a:pt x="9717" y="1"/>
                  </a:moveTo>
                  <a:cubicBezTo>
                    <a:pt x="9169" y="477"/>
                    <a:pt x="8598" y="954"/>
                    <a:pt x="7978" y="1406"/>
                  </a:cubicBezTo>
                  <a:cubicBezTo>
                    <a:pt x="7669" y="1644"/>
                    <a:pt x="7454" y="2573"/>
                    <a:pt x="7097" y="2787"/>
                  </a:cubicBezTo>
                  <a:cubicBezTo>
                    <a:pt x="7048" y="2812"/>
                    <a:pt x="6996" y="2822"/>
                    <a:pt x="6941" y="2822"/>
                  </a:cubicBezTo>
                  <a:cubicBezTo>
                    <a:pt x="6675" y="2822"/>
                    <a:pt x="6349" y="2586"/>
                    <a:pt x="6072" y="2586"/>
                  </a:cubicBezTo>
                  <a:cubicBezTo>
                    <a:pt x="6014" y="2586"/>
                    <a:pt x="5959" y="2596"/>
                    <a:pt x="5907" y="2621"/>
                  </a:cubicBezTo>
                  <a:cubicBezTo>
                    <a:pt x="5240" y="2930"/>
                    <a:pt x="4525" y="3192"/>
                    <a:pt x="3811" y="3406"/>
                  </a:cubicBezTo>
                  <a:cubicBezTo>
                    <a:pt x="3501" y="3502"/>
                    <a:pt x="3215" y="4097"/>
                    <a:pt x="2906" y="4168"/>
                  </a:cubicBezTo>
                  <a:cubicBezTo>
                    <a:pt x="2875" y="4177"/>
                    <a:pt x="2844" y="4181"/>
                    <a:pt x="2811" y="4181"/>
                  </a:cubicBezTo>
                  <a:cubicBezTo>
                    <a:pt x="2511" y="4181"/>
                    <a:pt x="2128" y="3852"/>
                    <a:pt x="1816" y="3852"/>
                  </a:cubicBezTo>
                  <a:cubicBezTo>
                    <a:pt x="1790" y="3852"/>
                    <a:pt x="1764" y="3854"/>
                    <a:pt x="1739" y="3859"/>
                  </a:cubicBezTo>
                  <a:cubicBezTo>
                    <a:pt x="1167" y="3930"/>
                    <a:pt x="596" y="3978"/>
                    <a:pt x="1" y="4002"/>
                  </a:cubicBezTo>
                  <a:lnTo>
                    <a:pt x="1" y="11051"/>
                  </a:lnTo>
                  <a:lnTo>
                    <a:pt x="9717" y="11051"/>
                  </a:lnTo>
                  <a:lnTo>
                    <a:pt x="9717"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2" name="Google Shape;25682;p148"/>
            <p:cNvSpPr/>
            <p:nvPr/>
          </p:nvSpPr>
          <p:spPr>
            <a:xfrm>
              <a:off x="2825479" y="3093075"/>
              <a:ext cx="61932" cy="227822"/>
            </a:xfrm>
            <a:custGeom>
              <a:avLst/>
              <a:gdLst/>
              <a:ahLst/>
              <a:cxnLst/>
              <a:rect l="l" t="t" r="r" b="b"/>
              <a:pathLst>
                <a:path w="2072" h="7622" extrusionOk="0">
                  <a:moveTo>
                    <a:pt x="2072" y="1"/>
                  </a:moveTo>
                  <a:cubicBezTo>
                    <a:pt x="1405" y="191"/>
                    <a:pt x="714" y="358"/>
                    <a:pt x="0" y="429"/>
                  </a:cubicBezTo>
                  <a:lnTo>
                    <a:pt x="0" y="7621"/>
                  </a:lnTo>
                  <a:lnTo>
                    <a:pt x="2072" y="7621"/>
                  </a:lnTo>
                  <a:lnTo>
                    <a:pt x="207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3" name="Google Shape;25683;p148"/>
            <p:cNvSpPr/>
            <p:nvPr/>
          </p:nvSpPr>
          <p:spPr>
            <a:xfrm>
              <a:off x="2950032" y="3033295"/>
              <a:ext cx="61962" cy="287602"/>
            </a:xfrm>
            <a:custGeom>
              <a:avLst/>
              <a:gdLst/>
              <a:ahLst/>
              <a:cxnLst/>
              <a:rect l="l" t="t" r="r" b="b"/>
              <a:pathLst>
                <a:path w="2073" h="9622" extrusionOk="0">
                  <a:moveTo>
                    <a:pt x="2072" y="0"/>
                  </a:moveTo>
                  <a:cubicBezTo>
                    <a:pt x="1429" y="476"/>
                    <a:pt x="715" y="858"/>
                    <a:pt x="1" y="1215"/>
                  </a:cubicBezTo>
                  <a:lnTo>
                    <a:pt x="1" y="9621"/>
                  </a:lnTo>
                  <a:lnTo>
                    <a:pt x="2072" y="9621"/>
                  </a:lnTo>
                  <a:lnTo>
                    <a:pt x="207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4" name="Google Shape;25684;p148"/>
            <p:cNvSpPr/>
            <p:nvPr/>
          </p:nvSpPr>
          <p:spPr>
            <a:xfrm>
              <a:off x="3011965" y="2990582"/>
              <a:ext cx="51291" cy="331002"/>
            </a:xfrm>
            <a:custGeom>
              <a:avLst/>
              <a:gdLst/>
              <a:ahLst/>
              <a:cxnLst/>
              <a:rect l="l" t="t" r="r" b="b"/>
              <a:pathLst>
                <a:path w="1716" h="11074" extrusionOk="0">
                  <a:moveTo>
                    <a:pt x="1715" y="0"/>
                  </a:moveTo>
                  <a:cubicBezTo>
                    <a:pt x="1191" y="524"/>
                    <a:pt x="596" y="1001"/>
                    <a:pt x="0" y="1453"/>
                  </a:cubicBezTo>
                  <a:lnTo>
                    <a:pt x="0" y="11074"/>
                  </a:lnTo>
                  <a:lnTo>
                    <a:pt x="1715" y="11074"/>
                  </a:lnTo>
                  <a:lnTo>
                    <a:pt x="1715"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5" name="Google Shape;25685;p148"/>
            <p:cNvSpPr/>
            <p:nvPr/>
          </p:nvSpPr>
          <p:spPr>
            <a:xfrm>
              <a:off x="2918707" y="3069582"/>
              <a:ext cx="31355" cy="251315"/>
            </a:xfrm>
            <a:custGeom>
              <a:avLst/>
              <a:gdLst/>
              <a:ahLst/>
              <a:cxnLst/>
              <a:rect l="l" t="t" r="r" b="b"/>
              <a:pathLst>
                <a:path w="1049" h="8408" extrusionOk="0">
                  <a:moveTo>
                    <a:pt x="1049" y="1"/>
                  </a:moveTo>
                  <a:cubicBezTo>
                    <a:pt x="691" y="144"/>
                    <a:pt x="358" y="286"/>
                    <a:pt x="1" y="406"/>
                  </a:cubicBezTo>
                  <a:lnTo>
                    <a:pt x="1" y="8407"/>
                  </a:lnTo>
                  <a:lnTo>
                    <a:pt x="1049" y="8407"/>
                  </a:lnTo>
                  <a:lnTo>
                    <a:pt x="1049"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6" name="Google Shape;25686;p148"/>
            <p:cNvSpPr/>
            <p:nvPr/>
          </p:nvSpPr>
          <p:spPr>
            <a:xfrm>
              <a:off x="2747167" y="3314443"/>
              <a:ext cx="343107" cy="20684"/>
            </a:xfrm>
            <a:custGeom>
              <a:avLst/>
              <a:gdLst/>
              <a:ahLst/>
              <a:cxnLst/>
              <a:rect l="l" t="t" r="r" b="b"/>
              <a:pathLst>
                <a:path w="11479" h="692" extrusionOk="0">
                  <a:moveTo>
                    <a:pt x="0" y="1"/>
                  </a:moveTo>
                  <a:lnTo>
                    <a:pt x="0" y="691"/>
                  </a:lnTo>
                  <a:lnTo>
                    <a:pt x="11479" y="691"/>
                  </a:lnTo>
                  <a:lnTo>
                    <a:pt x="11479"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7" name="Google Shape;25687;p148"/>
            <p:cNvSpPr/>
            <p:nvPr/>
          </p:nvSpPr>
          <p:spPr>
            <a:xfrm>
              <a:off x="2918707" y="3314443"/>
              <a:ext cx="171569" cy="20684"/>
            </a:xfrm>
            <a:custGeom>
              <a:avLst/>
              <a:gdLst/>
              <a:ahLst/>
              <a:cxnLst/>
              <a:rect l="l" t="t" r="r" b="b"/>
              <a:pathLst>
                <a:path w="5740" h="692" extrusionOk="0">
                  <a:moveTo>
                    <a:pt x="1" y="1"/>
                  </a:moveTo>
                  <a:lnTo>
                    <a:pt x="1" y="691"/>
                  </a:lnTo>
                  <a:lnTo>
                    <a:pt x="5740" y="691"/>
                  </a:lnTo>
                  <a:lnTo>
                    <a:pt x="5740"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88" name="Google Shape;25688;p148"/>
          <p:cNvGrpSpPr/>
          <p:nvPr/>
        </p:nvGrpSpPr>
        <p:grpSpPr>
          <a:xfrm>
            <a:off x="3274565" y="2824641"/>
            <a:ext cx="343826" cy="344842"/>
            <a:chOff x="3379296" y="2977041"/>
            <a:chExt cx="343826" cy="344842"/>
          </a:xfrm>
        </p:grpSpPr>
        <p:sp>
          <p:nvSpPr>
            <p:cNvPr id="25689" name="Google Shape;25689;p148"/>
            <p:cNvSpPr/>
            <p:nvPr/>
          </p:nvSpPr>
          <p:spPr>
            <a:xfrm>
              <a:off x="3565781" y="3048957"/>
              <a:ext cx="157341" cy="156624"/>
            </a:xfrm>
            <a:custGeom>
              <a:avLst/>
              <a:gdLst/>
              <a:ahLst/>
              <a:cxnLst/>
              <a:rect l="l" t="t" r="r" b="b"/>
              <a:pathLst>
                <a:path w="5264" h="5240" extrusionOk="0">
                  <a:moveTo>
                    <a:pt x="2644" y="0"/>
                  </a:moveTo>
                  <a:cubicBezTo>
                    <a:pt x="1192" y="0"/>
                    <a:pt x="1" y="1167"/>
                    <a:pt x="1" y="2620"/>
                  </a:cubicBezTo>
                  <a:cubicBezTo>
                    <a:pt x="1" y="4072"/>
                    <a:pt x="1192" y="5239"/>
                    <a:pt x="2644" y="5239"/>
                  </a:cubicBezTo>
                  <a:cubicBezTo>
                    <a:pt x="4073" y="5239"/>
                    <a:pt x="5264" y="4072"/>
                    <a:pt x="5264" y="2620"/>
                  </a:cubicBezTo>
                  <a:cubicBezTo>
                    <a:pt x="5264" y="1167"/>
                    <a:pt x="4073" y="0"/>
                    <a:pt x="2644"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0" name="Google Shape;25690;p148"/>
            <p:cNvSpPr/>
            <p:nvPr/>
          </p:nvSpPr>
          <p:spPr>
            <a:xfrm>
              <a:off x="3533051" y="3164961"/>
              <a:ext cx="156624" cy="156624"/>
            </a:xfrm>
            <a:custGeom>
              <a:avLst/>
              <a:gdLst/>
              <a:ahLst/>
              <a:cxnLst/>
              <a:rect l="l" t="t" r="r" b="b"/>
              <a:pathLst>
                <a:path w="5240" h="5240" extrusionOk="0">
                  <a:moveTo>
                    <a:pt x="2620" y="1"/>
                  </a:moveTo>
                  <a:cubicBezTo>
                    <a:pt x="1167" y="1"/>
                    <a:pt x="0" y="1168"/>
                    <a:pt x="0" y="2620"/>
                  </a:cubicBezTo>
                  <a:cubicBezTo>
                    <a:pt x="0" y="4073"/>
                    <a:pt x="1167" y="5240"/>
                    <a:pt x="2620" y="5240"/>
                  </a:cubicBezTo>
                  <a:cubicBezTo>
                    <a:pt x="4073" y="5240"/>
                    <a:pt x="5240" y="4073"/>
                    <a:pt x="5240" y="2620"/>
                  </a:cubicBezTo>
                  <a:cubicBezTo>
                    <a:pt x="5240" y="1168"/>
                    <a:pt x="4073" y="1"/>
                    <a:pt x="2620"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1" name="Google Shape;25691;p148"/>
            <p:cNvSpPr/>
            <p:nvPr/>
          </p:nvSpPr>
          <p:spPr>
            <a:xfrm>
              <a:off x="3472553" y="2977759"/>
              <a:ext cx="152349" cy="156624"/>
            </a:xfrm>
            <a:custGeom>
              <a:avLst/>
              <a:gdLst/>
              <a:ahLst/>
              <a:cxnLst/>
              <a:rect l="l" t="t" r="r" b="b"/>
              <a:pathLst>
                <a:path w="5097" h="5240" extrusionOk="0">
                  <a:moveTo>
                    <a:pt x="2620" y="1"/>
                  </a:moveTo>
                  <a:cubicBezTo>
                    <a:pt x="1191" y="1"/>
                    <a:pt x="0" y="1168"/>
                    <a:pt x="0" y="2620"/>
                  </a:cubicBezTo>
                  <a:cubicBezTo>
                    <a:pt x="0" y="4049"/>
                    <a:pt x="1167" y="5240"/>
                    <a:pt x="2620" y="5240"/>
                  </a:cubicBezTo>
                  <a:cubicBezTo>
                    <a:pt x="4096" y="5240"/>
                    <a:pt x="5097" y="4073"/>
                    <a:pt x="5097" y="2620"/>
                  </a:cubicBezTo>
                  <a:cubicBezTo>
                    <a:pt x="5097" y="1168"/>
                    <a:pt x="4049" y="1"/>
                    <a:pt x="2620"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2" name="Google Shape;25692;p148"/>
            <p:cNvSpPr/>
            <p:nvPr/>
          </p:nvSpPr>
          <p:spPr>
            <a:xfrm>
              <a:off x="3401355" y="3164812"/>
              <a:ext cx="173721" cy="157072"/>
            </a:xfrm>
            <a:custGeom>
              <a:avLst/>
              <a:gdLst/>
              <a:ahLst/>
              <a:cxnLst/>
              <a:rect l="l" t="t" r="r" b="b"/>
              <a:pathLst>
                <a:path w="5812" h="5255" extrusionOk="0">
                  <a:moveTo>
                    <a:pt x="3002" y="1"/>
                  </a:moveTo>
                  <a:cubicBezTo>
                    <a:pt x="2195" y="1"/>
                    <a:pt x="1388" y="375"/>
                    <a:pt x="858" y="1077"/>
                  </a:cubicBezTo>
                  <a:cubicBezTo>
                    <a:pt x="1" y="2244"/>
                    <a:pt x="263" y="3864"/>
                    <a:pt x="1430" y="4745"/>
                  </a:cubicBezTo>
                  <a:cubicBezTo>
                    <a:pt x="1902" y="5089"/>
                    <a:pt x="2448" y="5255"/>
                    <a:pt x="2986" y="5255"/>
                  </a:cubicBezTo>
                  <a:cubicBezTo>
                    <a:pt x="3750" y="5255"/>
                    <a:pt x="4499" y="4921"/>
                    <a:pt x="5002" y="4292"/>
                  </a:cubicBezTo>
                  <a:cubicBezTo>
                    <a:pt x="5049" y="4269"/>
                    <a:pt x="5073" y="4197"/>
                    <a:pt x="5097" y="4173"/>
                  </a:cubicBezTo>
                  <a:cubicBezTo>
                    <a:pt x="5812" y="3197"/>
                    <a:pt x="5764" y="1840"/>
                    <a:pt x="5002" y="958"/>
                  </a:cubicBezTo>
                  <a:cubicBezTo>
                    <a:pt x="4883" y="816"/>
                    <a:pt x="4716" y="649"/>
                    <a:pt x="4526" y="506"/>
                  </a:cubicBezTo>
                  <a:cubicBezTo>
                    <a:pt x="4070" y="165"/>
                    <a:pt x="3536" y="1"/>
                    <a:pt x="3002"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3" name="Google Shape;25693;p148"/>
            <p:cNvSpPr/>
            <p:nvPr/>
          </p:nvSpPr>
          <p:spPr>
            <a:xfrm>
              <a:off x="3379296" y="3048957"/>
              <a:ext cx="156624" cy="156624"/>
            </a:xfrm>
            <a:custGeom>
              <a:avLst/>
              <a:gdLst/>
              <a:ahLst/>
              <a:cxnLst/>
              <a:rect l="l" t="t" r="r" b="b"/>
              <a:pathLst>
                <a:path w="5240" h="5240" extrusionOk="0">
                  <a:moveTo>
                    <a:pt x="2620" y="0"/>
                  </a:moveTo>
                  <a:cubicBezTo>
                    <a:pt x="1167" y="0"/>
                    <a:pt x="1" y="1167"/>
                    <a:pt x="1" y="2620"/>
                  </a:cubicBezTo>
                  <a:cubicBezTo>
                    <a:pt x="1" y="4072"/>
                    <a:pt x="1167" y="5239"/>
                    <a:pt x="2620" y="5239"/>
                  </a:cubicBezTo>
                  <a:cubicBezTo>
                    <a:pt x="4073" y="5239"/>
                    <a:pt x="5240" y="4072"/>
                    <a:pt x="5240" y="2620"/>
                  </a:cubicBezTo>
                  <a:cubicBezTo>
                    <a:pt x="5240" y="1167"/>
                    <a:pt x="4073" y="0"/>
                    <a:pt x="2620" y="0"/>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4" name="Google Shape;25694;p148"/>
            <p:cNvSpPr/>
            <p:nvPr/>
          </p:nvSpPr>
          <p:spPr>
            <a:xfrm>
              <a:off x="3550836" y="3193447"/>
              <a:ext cx="24241" cy="99683"/>
            </a:xfrm>
            <a:custGeom>
              <a:avLst/>
              <a:gdLst/>
              <a:ahLst/>
              <a:cxnLst/>
              <a:rect l="l" t="t" r="r" b="b"/>
              <a:pathLst>
                <a:path w="811" h="3335" extrusionOk="0">
                  <a:moveTo>
                    <a:pt x="1" y="0"/>
                  </a:moveTo>
                  <a:lnTo>
                    <a:pt x="1" y="3334"/>
                  </a:lnTo>
                  <a:cubicBezTo>
                    <a:pt x="48" y="3311"/>
                    <a:pt x="72" y="3239"/>
                    <a:pt x="96" y="3215"/>
                  </a:cubicBezTo>
                  <a:cubicBezTo>
                    <a:pt x="811" y="2239"/>
                    <a:pt x="763" y="882"/>
                    <a:pt x="1" y="0"/>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5" name="Google Shape;25695;p148"/>
            <p:cNvSpPr/>
            <p:nvPr/>
          </p:nvSpPr>
          <p:spPr>
            <a:xfrm>
              <a:off x="3550836" y="2977041"/>
              <a:ext cx="78342" cy="157341"/>
            </a:xfrm>
            <a:custGeom>
              <a:avLst/>
              <a:gdLst/>
              <a:ahLst/>
              <a:cxnLst/>
              <a:rect l="l" t="t" r="r" b="b"/>
              <a:pathLst>
                <a:path w="2621" h="5264" extrusionOk="0">
                  <a:moveTo>
                    <a:pt x="1" y="1"/>
                  </a:moveTo>
                  <a:lnTo>
                    <a:pt x="1" y="5264"/>
                  </a:lnTo>
                  <a:cubicBezTo>
                    <a:pt x="1430" y="5264"/>
                    <a:pt x="2620" y="4097"/>
                    <a:pt x="2620" y="2644"/>
                  </a:cubicBezTo>
                  <a:cubicBezTo>
                    <a:pt x="2620" y="1192"/>
                    <a:pt x="1477" y="25"/>
                    <a:pt x="1" y="1"/>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6" name="Google Shape;25696;p148"/>
            <p:cNvSpPr/>
            <p:nvPr/>
          </p:nvSpPr>
          <p:spPr>
            <a:xfrm>
              <a:off x="3493177" y="3101624"/>
              <a:ext cx="116063" cy="116063"/>
            </a:xfrm>
            <a:custGeom>
              <a:avLst/>
              <a:gdLst/>
              <a:ahLst/>
              <a:cxnLst/>
              <a:rect l="l" t="t" r="r" b="b"/>
              <a:pathLst>
                <a:path w="3883" h="3883" extrusionOk="0">
                  <a:moveTo>
                    <a:pt x="1930" y="0"/>
                  </a:moveTo>
                  <a:cubicBezTo>
                    <a:pt x="858" y="0"/>
                    <a:pt x="1" y="858"/>
                    <a:pt x="1" y="1929"/>
                  </a:cubicBezTo>
                  <a:cubicBezTo>
                    <a:pt x="1" y="3001"/>
                    <a:pt x="858" y="3882"/>
                    <a:pt x="1930" y="3882"/>
                  </a:cubicBezTo>
                  <a:cubicBezTo>
                    <a:pt x="3001" y="3882"/>
                    <a:pt x="3883" y="3001"/>
                    <a:pt x="3883" y="1929"/>
                  </a:cubicBezTo>
                  <a:cubicBezTo>
                    <a:pt x="3883" y="858"/>
                    <a:pt x="3001" y="0"/>
                    <a:pt x="1930"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7" name="Google Shape;25697;p148"/>
            <p:cNvSpPr/>
            <p:nvPr/>
          </p:nvSpPr>
          <p:spPr>
            <a:xfrm>
              <a:off x="3550118" y="3102341"/>
              <a:ext cx="57688" cy="115346"/>
            </a:xfrm>
            <a:custGeom>
              <a:avLst/>
              <a:gdLst/>
              <a:ahLst/>
              <a:cxnLst/>
              <a:rect l="l" t="t" r="r" b="b"/>
              <a:pathLst>
                <a:path w="1930" h="3859" extrusionOk="0">
                  <a:moveTo>
                    <a:pt x="1" y="0"/>
                  </a:moveTo>
                  <a:lnTo>
                    <a:pt x="1" y="3858"/>
                  </a:lnTo>
                  <a:cubicBezTo>
                    <a:pt x="1073" y="3858"/>
                    <a:pt x="1930" y="2977"/>
                    <a:pt x="1930" y="1905"/>
                  </a:cubicBezTo>
                  <a:cubicBezTo>
                    <a:pt x="1930" y="834"/>
                    <a:pt x="1096" y="0"/>
                    <a:pt x="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98" name="Google Shape;25698;p148"/>
          <p:cNvGrpSpPr/>
          <p:nvPr/>
        </p:nvGrpSpPr>
        <p:grpSpPr>
          <a:xfrm>
            <a:off x="4038814" y="2846730"/>
            <a:ext cx="343826" cy="319615"/>
            <a:chOff x="4076914" y="2999130"/>
            <a:chExt cx="343826" cy="319615"/>
          </a:xfrm>
        </p:grpSpPr>
        <p:sp>
          <p:nvSpPr>
            <p:cNvPr id="25699" name="Google Shape;25699;p148"/>
            <p:cNvSpPr/>
            <p:nvPr/>
          </p:nvSpPr>
          <p:spPr>
            <a:xfrm>
              <a:off x="4273382" y="2999130"/>
              <a:ext cx="147358" cy="319614"/>
            </a:xfrm>
            <a:custGeom>
              <a:avLst/>
              <a:gdLst/>
              <a:ahLst/>
              <a:cxnLst/>
              <a:rect l="l" t="t" r="r" b="b"/>
              <a:pathLst>
                <a:path w="4930" h="10693" extrusionOk="0">
                  <a:moveTo>
                    <a:pt x="0" y="0"/>
                  </a:moveTo>
                  <a:lnTo>
                    <a:pt x="0" y="10693"/>
                  </a:lnTo>
                  <a:lnTo>
                    <a:pt x="3501" y="10693"/>
                  </a:lnTo>
                  <a:lnTo>
                    <a:pt x="3501" y="7002"/>
                  </a:lnTo>
                  <a:lnTo>
                    <a:pt x="4930" y="5358"/>
                  </a:lnTo>
                  <a:lnTo>
                    <a:pt x="3501" y="3691"/>
                  </a:lnTo>
                  <a:lnTo>
                    <a:pt x="3501"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0" name="Google Shape;25700;p148"/>
            <p:cNvSpPr/>
            <p:nvPr/>
          </p:nvSpPr>
          <p:spPr>
            <a:xfrm>
              <a:off x="4273382" y="3158565"/>
              <a:ext cx="147358" cy="160181"/>
            </a:xfrm>
            <a:custGeom>
              <a:avLst/>
              <a:gdLst/>
              <a:ahLst/>
              <a:cxnLst/>
              <a:rect l="l" t="t" r="r" b="b"/>
              <a:pathLst>
                <a:path w="4930" h="5359" extrusionOk="0">
                  <a:moveTo>
                    <a:pt x="0" y="1"/>
                  </a:moveTo>
                  <a:lnTo>
                    <a:pt x="0" y="5359"/>
                  </a:lnTo>
                  <a:lnTo>
                    <a:pt x="3501" y="5359"/>
                  </a:lnTo>
                  <a:lnTo>
                    <a:pt x="3501" y="1668"/>
                  </a:lnTo>
                  <a:lnTo>
                    <a:pt x="4930"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1" name="Google Shape;25701;p148"/>
            <p:cNvSpPr/>
            <p:nvPr/>
          </p:nvSpPr>
          <p:spPr>
            <a:xfrm>
              <a:off x="4303273" y="3029738"/>
              <a:ext cx="44177" cy="20654"/>
            </a:xfrm>
            <a:custGeom>
              <a:avLst/>
              <a:gdLst/>
              <a:ahLst/>
              <a:cxnLst/>
              <a:rect l="l" t="t" r="r" b="b"/>
              <a:pathLst>
                <a:path w="1478" h="691" extrusionOk="0">
                  <a:moveTo>
                    <a:pt x="1" y="0"/>
                  </a:moveTo>
                  <a:lnTo>
                    <a:pt x="1" y="691"/>
                  </a:lnTo>
                  <a:lnTo>
                    <a:pt x="1477" y="691"/>
                  </a:lnTo>
                  <a:lnTo>
                    <a:pt x="147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2" name="Google Shape;25702;p148"/>
            <p:cNvSpPr/>
            <p:nvPr/>
          </p:nvSpPr>
          <p:spPr>
            <a:xfrm>
              <a:off x="4303273" y="3078130"/>
              <a:ext cx="44177" cy="20684"/>
            </a:xfrm>
            <a:custGeom>
              <a:avLst/>
              <a:gdLst/>
              <a:ahLst/>
              <a:cxnLst/>
              <a:rect l="l" t="t" r="r" b="b"/>
              <a:pathLst>
                <a:path w="1478" h="692" extrusionOk="0">
                  <a:moveTo>
                    <a:pt x="1" y="0"/>
                  </a:moveTo>
                  <a:lnTo>
                    <a:pt x="1" y="691"/>
                  </a:lnTo>
                  <a:lnTo>
                    <a:pt x="1477" y="691"/>
                  </a:lnTo>
                  <a:lnTo>
                    <a:pt x="147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3" name="Google Shape;25703;p148"/>
            <p:cNvSpPr/>
            <p:nvPr/>
          </p:nvSpPr>
          <p:spPr>
            <a:xfrm>
              <a:off x="4175133" y="2999130"/>
              <a:ext cx="148105" cy="319614"/>
            </a:xfrm>
            <a:custGeom>
              <a:avLst/>
              <a:gdLst/>
              <a:ahLst/>
              <a:cxnLst/>
              <a:rect l="l" t="t" r="r" b="b"/>
              <a:pathLst>
                <a:path w="4955" h="10693" extrusionOk="0">
                  <a:moveTo>
                    <a:pt x="1" y="0"/>
                  </a:moveTo>
                  <a:lnTo>
                    <a:pt x="1" y="10693"/>
                  </a:lnTo>
                  <a:lnTo>
                    <a:pt x="3526" y="10693"/>
                  </a:lnTo>
                  <a:lnTo>
                    <a:pt x="3526" y="7002"/>
                  </a:lnTo>
                  <a:lnTo>
                    <a:pt x="4954" y="5358"/>
                  </a:lnTo>
                  <a:lnTo>
                    <a:pt x="3526" y="3691"/>
                  </a:lnTo>
                  <a:lnTo>
                    <a:pt x="3526"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4" name="Google Shape;25704;p148"/>
            <p:cNvSpPr/>
            <p:nvPr/>
          </p:nvSpPr>
          <p:spPr>
            <a:xfrm>
              <a:off x="4175728" y="3158565"/>
              <a:ext cx="148105" cy="160181"/>
            </a:xfrm>
            <a:custGeom>
              <a:avLst/>
              <a:gdLst/>
              <a:ahLst/>
              <a:cxnLst/>
              <a:rect l="l" t="t" r="r" b="b"/>
              <a:pathLst>
                <a:path w="4955" h="5359" extrusionOk="0">
                  <a:moveTo>
                    <a:pt x="1" y="1"/>
                  </a:moveTo>
                  <a:lnTo>
                    <a:pt x="1" y="5359"/>
                  </a:lnTo>
                  <a:lnTo>
                    <a:pt x="3526" y="5359"/>
                  </a:lnTo>
                  <a:lnTo>
                    <a:pt x="3526" y="1668"/>
                  </a:lnTo>
                  <a:lnTo>
                    <a:pt x="495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5" name="Google Shape;25705;p148"/>
            <p:cNvSpPr/>
            <p:nvPr/>
          </p:nvSpPr>
          <p:spPr>
            <a:xfrm>
              <a:off x="4076914" y="2999130"/>
              <a:ext cx="147388" cy="319614"/>
            </a:xfrm>
            <a:custGeom>
              <a:avLst/>
              <a:gdLst/>
              <a:ahLst/>
              <a:cxnLst/>
              <a:rect l="l" t="t" r="r" b="b"/>
              <a:pathLst>
                <a:path w="4931" h="10693" extrusionOk="0">
                  <a:moveTo>
                    <a:pt x="1" y="0"/>
                  </a:moveTo>
                  <a:lnTo>
                    <a:pt x="1" y="10693"/>
                  </a:lnTo>
                  <a:lnTo>
                    <a:pt x="3501" y="10693"/>
                  </a:lnTo>
                  <a:lnTo>
                    <a:pt x="3501" y="7002"/>
                  </a:lnTo>
                  <a:lnTo>
                    <a:pt x="4930" y="5358"/>
                  </a:lnTo>
                  <a:lnTo>
                    <a:pt x="3501" y="3691"/>
                  </a:lnTo>
                  <a:lnTo>
                    <a:pt x="3501"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6" name="Google Shape;25706;p148"/>
            <p:cNvSpPr/>
            <p:nvPr/>
          </p:nvSpPr>
          <p:spPr>
            <a:xfrm>
              <a:off x="4107521" y="3029738"/>
              <a:ext cx="44177" cy="20654"/>
            </a:xfrm>
            <a:custGeom>
              <a:avLst/>
              <a:gdLst/>
              <a:ahLst/>
              <a:cxnLst/>
              <a:rect l="l" t="t" r="r" b="b"/>
              <a:pathLst>
                <a:path w="1478" h="691" extrusionOk="0">
                  <a:moveTo>
                    <a:pt x="1" y="0"/>
                  </a:moveTo>
                  <a:lnTo>
                    <a:pt x="1" y="691"/>
                  </a:lnTo>
                  <a:lnTo>
                    <a:pt x="1477" y="691"/>
                  </a:lnTo>
                  <a:lnTo>
                    <a:pt x="147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7" name="Google Shape;25707;p148"/>
            <p:cNvSpPr/>
            <p:nvPr/>
          </p:nvSpPr>
          <p:spPr>
            <a:xfrm>
              <a:off x="4107521" y="3078130"/>
              <a:ext cx="44177" cy="20684"/>
            </a:xfrm>
            <a:custGeom>
              <a:avLst/>
              <a:gdLst/>
              <a:ahLst/>
              <a:cxnLst/>
              <a:rect l="l" t="t" r="r" b="b"/>
              <a:pathLst>
                <a:path w="1478" h="692" extrusionOk="0">
                  <a:moveTo>
                    <a:pt x="1" y="0"/>
                  </a:moveTo>
                  <a:lnTo>
                    <a:pt x="1" y="691"/>
                  </a:lnTo>
                  <a:lnTo>
                    <a:pt x="1477" y="691"/>
                  </a:lnTo>
                  <a:lnTo>
                    <a:pt x="147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8" name="Google Shape;25708;p148"/>
            <p:cNvSpPr/>
            <p:nvPr/>
          </p:nvSpPr>
          <p:spPr>
            <a:xfrm>
              <a:off x="4205741" y="3218345"/>
              <a:ext cx="43460" cy="20684"/>
            </a:xfrm>
            <a:custGeom>
              <a:avLst/>
              <a:gdLst/>
              <a:ahLst/>
              <a:cxnLst/>
              <a:rect l="l" t="t" r="r" b="b"/>
              <a:pathLst>
                <a:path w="1454" h="692" extrusionOk="0">
                  <a:moveTo>
                    <a:pt x="1" y="1"/>
                  </a:moveTo>
                  <a:lnTo>
                    <a:pt x="1" y="692"/>
                  </a:lnTo>
                  <a:lnTo>
                    <a:pt x="1454" y="692"/>
                  </a:lnTo>
                  <a:lnTo>
                    <a:pt x="1454"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9" name="Google Shape;25709;p148"/>
            <p:cNvSpPr/>
            <p:nvPr/>
          </p:nvSpPr>
          <p:spPr>
            <a:xfrm>
              <a:off x="4205741" y="3267485"/>
              <a:ext cx="43460" cy="19937"/>
            </a:xfrm>
            <a:custGeom>
              <a:avLst/>
              <a:gdLst/>
              <a:ahLst/>
              <a:cxnLst/>
              <a:rect l="l" t="t" r="r" b="b"/>
              <a:pathLst>
                <a:path w="1454" h="667" extrusionOk="0">
                  <a:moveTo>
                    <a:pt x="1" y="0"/>
                  </a:moveTo>
                  <a:lnTo>
                    <a:pt x="1" y="667"/>
                  </a:lnTo>
                  <a:lnTo>
                    <a:pt x="1454" y="667"/>
                  </a:lnTo>
                  <a:lnTo>
                    <a:pt x="1454" y="0"/>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0" name="Google Shape;25710;p148"/>
            <p:cNvSpPr/>
            <p:nvPr/>
          </p:nvSpPr>
          <p:spPr>
            <a:xfrm>
              <a:off x="4076914" y="3158565"/>
              <a:ext cx="147388" cy="160181"/>
            </a:xfrm>
            <a:custGeom>
              <a:avLst/>
              <a:gdLst/>
              <a:ahLst/>
              <a:cxnLst/>
              <a:rect l="l" t="t" r="r" b="b"/>
              <a:pathLst>
                <a:path w="4931" h="5359" extrusionOk="0">
                  <a:moveTo>
                    <a:pt x="1" y="1"/>
                  </a:moveTo>
                  <a:lnTo>
                    <a:pt x="1" y="5359"/>
                  </a:lnTo>
                  <a:lnTo>
                    <a:pt x="3501" y="5359"/>
                  </a:lnTo>
                  <a:lnTo>
                    <a:pt x="3501" y="1668"/>
                  </a:lnTo>
                  <a:lnTo>
                    <a:pt x="4930"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11" name="Google Shape;25711;p148"/>
          <p:cNvGrpSpPr/>
          <p:nvPr/>
        </p:nvGrpSpPr>
        <p:grpSpPr>
          <a:xfrm>
            <a:off x="4804083" y="2846013"/>
            <a:ext cx="301859" cy="343826"/>
            <a:chOff x="4765983" y="2998413"/>
            <a:chExt cx="301859" cy="343826"/>
          </a:xfrm>
        </p:grpSpPr>
        <p:sp>
          <p:nvSpPr>
            <p:cNvPr id="25712" name="Google Shape;25712;p148"/>
            <p:cNvSpPr/>
            <p:nvPr/>
          </p:nvSpPr>
          <p:spPr>
            <a:xfrm>
              <a:off x="4807979" y="3040409"/>
              <a:ext cx="259864" cy="259834"/>
            </a:xfrm>
            <a:custGeom>
              <a:avLst/>
              <a:gdLst/>
              <a:ahLst/>
              <a:cxnLst/>
              <a:rect l="l" t="t" r="r" b="b"/>
              <a:pathLst>
                <a:path w="8694" h="8693" extrusionOk="0">
                  <a:moveTo>
                    <a:pt x="4335" y="0"/>
                  </a:moveTo>
                  <a:cubicBezTo>
                    <a:pt x="1930" y="0"/>
                    <a:pt x="1" y="1929"/>
                    <a:pt x="1" y="4335"/>
                  </a:cubicBezTo>
                  <a:cubicBezTo>
                    <a:pt x="1" y="6764"/>
                    <a:pt x="1930" y="8693"/>
                    <a:pt x="4335" y="8693"/>
                  </a:cubicBezTo>
                  <a:cubicBezTo>
                    <a:pt x="6740" y="8693"/>
                    <a:pt x="8693" y="6764"/>
                    <a:pt x="8693" y="4335"/>
                  </a:cubicBezTo>
                  <a:cubicBezTo>
                    <a:pt x="8693" y="1953"/>
                    <a:pt x="6740" y="24"/>
                    <a:pt x="4335"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3" name="Google Shape;25713;p148"/>
            <p:cNvSpPr/>
            <p:nvPr/>
          </p:nvSpPr>
          <p:spPr>
            <a:xfrm>
              <a:off x="4807979" y="3169953"/>
              <a:ext cx="259864" cy="130291"/>
            </a:xfrm>
            <a:custGeom>
              <a:avLst/>
              <a:gdLst/>
              <a:ahLst/>
              <a:cxnLst/>
              <a:rect l="l" t="t" r="r" b="b"/>
              <a:pathLst>
                <a:path w="8694" h="4359" extrusionOk="0">
                  <a:moveTo>
                    <a:pt x="1" y="1"/>
                  </a:moveTo>
                  <a:cubicBezTo>
                    <a:pt x="1" y="2430"/>
                    <a:pt x="1930" y="4359"/>
                    <a:pt x="4335" y="4359"/>
                  </a:cubicBezTo>
                  <a:cubicBezTo>
                    <a:pt x="6740" y="4359"/>
                    <a:pt x="8693" y="2430"/>
                    <a:pt x="86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4" name="Google Shape;25714;p148"/>
            <p:cNvSpPr/>
            <p:nvPr/>
          </p:nvSpPr>
          <p:spPr>
            <a:xfrm>
              <a:off x="4859958" y="3091641"/>
              <a:ext cx="156624" cy="156653"/>
            </a:xfrm>
            <a:custGeom>
              <a:avLst/>
              <a:gdLst/>
              <a:ahLst/>
              <a:cxnLst/>
              <a:rect l="l" t="t" r="r" b="b"/>
              <a:pathLst>
                <a:path w="5240" h="5241" extrusionOk="0">
                  <a:moveTo>
                    <a:pt x="2620" y="1"/>
                  </a:moveTo>
                  <a:cubicBezTo>
                    <a:pt x="1191" y="1"/>
                    <a:pt x="0" y="1168"/>
                    <a:pt x="0" y="2621"/>
                  </a:cubicBezTo>
                  <a:cubicBezTo>
                    <a:pt x="0" y="4049"/>
                    <a:pt x="1191" y="5240"/>
                    <a:pt x="2620" y="5240"/>
                  </a:cubicBezTo>
                  <a:cubicBezTo>
                    <a:pt x="4049" y="5240"/>
                    <a:pt x="5240" y="4073"/>
                    <a:pt x="5240" y="2621"/>
                  </a:cubicBezTo>
                  <a:cubicBezTo>
                    <a:pt x="5240" y="1192"/>
                    <a:pt x="4049" y="1"/>
                    <a:pt x="2620"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5" name="Google Shape;25715;p148"/>
            <p:cNvSpPr/>
            <p:nvPr/>
          </p:nvSpPr>
          <p:spPr>
            <a:xfrm>
              <a:off x="4859958" y="3169953"/>
              <a:ext cx="156624" cy="78342"/>
            </a:xfrm>
            <a:custGeom>
              <a:avLst/>
              <a:gdLst/>
              <a:ahLst/>
              <a:cxnLst/>
              <a:rect l="l" t="t" r="r" b="b"/>
              <a:pathLst>
                <a:path w="5240" h="2621" extrusionOk="0">
                  <a:moveTo>
                    <a:pt x="0" y="1"/>
                  </a:moveTo>
                  <a:cubicBezTo>
                    <a:pt x="0" y="1429"/>
                    <a:pt x="1191" y="2620"/>
                    <a:pt x="2620" y="2620"/>
                  </a:cubicBezTo>
                  <a:cubicBezTo>
                    <a:pt x="4049" y="2620"/>
                    <a:pt x="5240" y="1453"/>
                    <a:pt x="5240"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6" name="Google Shape;25716;p148"/>
            <p:cNvSpPr/>
            <p:nvPr/>
          </p:nvSpPr>
          <p:spPr>
            <a:xfrm>
              <a:off x="4765983" y="2998413"/>
              <a:ext cx="171598" cy="343825"/>
            </a:xfrm>
            <a:custGeom>
              <a:avLst/>
              <a:gdLst/>
              <a:ahLst/>
              <a:cxnLst/>
              <a:rect l="l" t="t" r="r" b="b"/>
              <a:pathLst>
                <a:path w="5741" h="11503" extrusionOk="0">
                  <a:moveTo>
                    <a:pt x="5740" y="0"/>
                  </a:moveTo>
                  <a:cubicBezTo>
                    <a:pt x="2597" y="0"/>
                    <a:pt x="1" y="2596"/>
                    <a:pt x="1" y="5740"/>
                  </a:cubicBezTo>
                  <a:cubicBezTo>
                    <a:pt x="1" y="8907"/>
                    <a:pt x="2549" y="11503"/>
                    <a:pt x="5740" y="11503"/>
                  </a:cubicBezTo>
                  <a:lnTo>
                    <a:pt x="5740"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7" name="Google Shape;25717;p148"/>
            <p:cNvSpPr/>
            <p:nvPr/>
          </p:nvSpPr>
          <p:spPr>
            <a:xfrm>
              <a:off x="4765983" y="3169953"/>
              <a:ext cx="171598" cy="172286"/>
            </a:xfrm>
            <a:custGeom>
              <a:avLst/>
              <a:gdLst/>
              <a:ahLst/>
              <a:cxnLst/>
              <a:rect l="l" t="t" r="r" b="b"/>
              <a:pathLst>
                <a:path w="5741" h="5764" extrusionOk="0">
                  <a:moveTo>
                    <a:pt x="1" y="1"/>
                  </a:moveTo>
                  <a:cubicBezTo>
                    <a:pt x="1" y="3168"/>
                    <a:pt x="2549" y="5764"/>
                    <a:pt x="5740" y="5764"/>
                  </a:cubicBezTo>
                  <a:lnTo>
                    <a:pt x="5740"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8" name="Google Shape;25718;p148"/>
            <p:cNvSpPr/>
            <p:nvPr/>
          </p:nvSpPr>
          <p:spPr>
            <a:xfrm>
              <a:off x="4833625" y="3139346"/>
              <a:ext cx="43430" cy="19967"/>
            </a:xfrm>
            <a:custGeom>
              <a:avLst/>
              <a:gdLst/>
              <a:ahLst/>
              <a:cxnLst/>
              <a:rect l="l" t="t" r="r" b="b"/>
              <a:pathLst>
                <a:path w="1453" h="668" extrusionOk="0">
                  <a:moveTo>
                    <a:pt x="0" y="1"/>
                  </a:moveTo>
                  <a:lnTo>
                    <a:pt x="0" y="667"/>
                  </a:lnTo>
                  <a:lnTo>
                    <a:pt x="1453" y="667"/>
                  </a:lnTo>
                  <a:lnTo>
                    <a:pt x="145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9" name="Google Shape;25719;p148"/>
            <p:cNvSpPr/>
            <p:nvPr/>
          </p:nvSpPr>
          <p:spPr>
            <a:xfrm>
              <a:off x="4833625" y="3182776"/>
              <a:ext cx="43430" cy="20654"/>
            </a:xfrm>
            <a:custGeom>
              <a:avLst/>
              <a:gdLst/>
              <a:ahLst/>
              <a:cxnLst/>
              <a:rect l="l" t="t" r="r" b="b"/>
              <a:pathLst>
                <a:path w="1453" h="691" extrusionOk="0">
                  <a:moveTo>
                    <a:pt x="0" y="0"/>
                  </a:moveTo>
                  <a:lnTo>
                    <a:pt x="0" y="691"/>
                  </a:lnTo>
                  <a:lnTo>
                    <a:pt x="1453" y="691"/>
                  </a:lnTo>
                  <a:lnTo>
                    <a:pt x="1453" y="0"/>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20" name="Google Shape;25720;p148"/>
          <p:cNvGrpSpPr/>
          <p:nvPr/>
        </p:nvGrpSpPr>
        <p:grpSpPr>
          <a:xfrm>
            <a:off x="5518328" y="2848853"/>
            <a:ext cx="345262" cy="345262"/>
            <a:chOff x="5408813" y="3001253"/>
            <a:chExt cx="345262" cy="345262"/>
          </a:xfrm>
        </p:grpSpPr>
        <p:sp>
          <p:nvSpPr>
            <p:cNvPr id="25721" name="Google Shape;25721;p148"/>
            <p:cNvSpPr/>
            <p:nvPr/>
          </p:nvSpPr>
          <p:spPr>
            <a:xfrm>
              <a:off x="5429437" y="3022594"/>
              <a:ext cx="152379" cy="150944"/>
            </a:xfrm>
            <a:custGeom>
              <a:avLst/>
              <a:gdLst/>
              <a:ahLst/>
              <a:cxnLst/>
              <a:rect l="l" t="t" r="r" b="b"/>
              <a:pathLst>
                <a:path w="5098" h="5050" extrusionOk="0">
                  <a:moveTo>
                    <a:pt x="1" y="1"/>
                  </a:moveTo>
                  <a:lnTo>
                    <a:pt x="1" y="4740"/>
                  </a:lnTo>
                  <a:lnTo>
                    <a:pt x="263" y="5050"/>
                  </a:lnTo>
                  <a:lnTo>
                    <a:pt x="2120" y="5050"/>
                  </a:lnTo>
                  <a:cubicBezTo>
                    <a:pt x="3740" y="5050"/>
                    <a:pt x="5097" y="3740"/>
                    <a:pt x="5049" y="2073"/>
                  </a:cubicBezTo>
                  <a:lnTo>
                    <a:pt x="5049" y="263"/>
                  </a:lnTo>
                  <a:lnTo>
                    <a:pt x="474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2" name="Google Shape;25722;p148"/>
            <p:cNvSpPr/>
            <p:nvPr/>
          </p:nvSpPr>
          <p:spPr>
            <a:xfrm>
              <a:off x="5430154" y="3174945"/>
              <a:ext cx="152349" cy="150915"/>
            </a:xfrm>
            <a:custGeom>
              <a:avLst/>
              <a:gdLst/>
              <a:ahLst/>
              <a:cxnLst/>
              <a:rect l="l" t="t" r="r" b="b"/>
              <a:pathLst>
                <a:path w="5097" h="5049" extrusionOk="0">
                  <a:moveTo>
                    <a:pt x="263" y="0"/>
                  </a:moveTo>
                  <a:lnTo>
                    <a:pt x="1" y="310"/>
                  </a:lnTo>
                  <a:lnTo>
                    <a:pt x="1" y="5049"/>
                  </a:lnTo>
                  <a:lnTo>
                    <a:pt x="4740" y="5049"/>
                  </a:lnTo>
                  <a:lnTo>
                    <a:pt x="5073" y="4882"/>
                  </a:lnTo>
                  <a:lnTo>
                    <a:pt x="5097" y="4882"/>
                  </a:lnTo>
                  <a:lnTo>
                    <a:pt x="5097" y="2977"/>
                  </a:lnTo>
                  <a:cubicBezTo>
                    <a:pt x="5097" y="1334"/>
                    <a:pt x="3763" y="0"/>
                    <a:pt x="2120" y="0"/>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3" name="Google Shape;25723;p148"/>
            <p:cNvSpPr/>
            <p:nvPr/>
          </p:nvSpPr>
          <p:spPr>
            <a:xfrm>
              <a:off x="5581788" y="3022594"/>
              <a:ext cx="150915" cy="150944"/>
            </a:xfrm>
            <a:custGeom>
              <a:avLst/>
              <a:gdLst/>
              <a:ahLst/>
              <a:cxnLst/>
              <a:rect l="l" t="t" r="r" b="b"/>
              <a:pathLst>
                <a:path w="5049" h="5050" extrusionOk="0">
                  <a:moveTo>
                    <a:pt x="310" y="1"/>
                  </a:moveTo>
                  <a:lnTo>
                    <a:pt x="0" y="263"/>
                  </a:lnTo>
                  <a:lnTo>
                    <a:pt x="0" y="2073"/>
                  </a:lnTo>
                  <a:cubicBezTo>
                    <a:pt x="0" y="3716"/>
                    <a:pt x="1334" y="5050"/>
                    <a:pt x="2977" y="5050"/>
                  </a:cubicBezTo>
                  <a:lnTo>
                    <a:pt x="4882" y="5050"/>
                  </a:lnTo>
                  <a:lnTo>
                    <a:pt x="5049" y="4740"/>
                  </a:lnTo>
                  <a:lnTo>
                    <a:pt x="5049"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4" name="Google Shape;25724;p148"/>
            <p:cNvSpPr/>
            <p:nvPr/>
          </p:nvSpPr>
          <p:spPr>
            <a:xfrm>
              <a:off x="5582475" y="3173510"/>
              <a:ext cx="150944" cy="152349"/>
            </a:xfrm>
            <a:custGeom>
              <a:avLst/>
              <a:gdLst/>
              <a:ahLst/>
              <a:cxnLst/>
              <a:rect l="l" t="t" r="r" b="b"/>
              <a:pathLst>
                <a:path w="5050" h="5097" extrusionOk="0">
                  <a:moveTo>
                    <a:pt x="2978" y="1"/>
                  </a:moveTo>
                  <a:cubicBezTo>
                    <a:pt x="1335" y="1"/>
                    <a:pt x="1" y="1334"/>
                    <a:pt x="1" y="2977"/>
                  </a:cubicBezTo>
                  <a:lnTo>
                    <a:pt x="1" y="4930"/>
                  </a:lnTo>
                  <a:lnTo>
                    <a:pt x="310" y="5097"/>
                  </a:lnTo>
                  <a:lnTo>
                    <a:pt x="5050" y="5097"/>
                  </a:lnTo>
                  <a:lnTo>
                    <a:pt x="5050" y="334"/>
                  </a:lnTo>
                  <a:lnTo>
                    <a:pt x="4883"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5" name="Google Shape;25725;p148"/>
            <p:cNvSpPr/>
            <p:nvPr/>
          </p:nvSpPr>
          <p:spPr>
            <a:xfrm>
              <a:off x="5409500" y="3001253"/>
              <a:ext cx="85456" cy="85456"/>
            </a:xfrm>
            <a:custGeom>
              <a:avLst/>
              <a:gdLst/>
              <a:ahLst/>
              <a:cxnLst/>
              <a:rect l="l" t="t" r="r" b="b"/>
              <a:pathLst>
                <a:path w="2859" h="2859" extrusionOk="0">
                  <a:moveTo>
                    <a:pt x="1358" y="1"/>
                  </a:moveTo>
                  <a:cubicBezTo>
                    <a:pt x="596" y="1"/>
                    <a:pt x="1" y="596"/>
                    <a:pt x="1" y="1334"/>
                  </a:cubicBezTo>
                  <a:lnTo>
                    <a:pt x="1" y="2858"/>
                  </a:lnTo>
                  <a:lnTo>
                    <a:pt x="2859" y="2858"/>
                  </a:lnTo>
                  <a:lnTo>
                    <a:pt x="2859"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6" name="Google Shape;25726;p148"/>
            <p:cNvSpPr/>
            <p:nvPr/>
          </p:nvSpPr>
          <p:spPr>
            <a:xfrm>
              <a:off x="5408813" y="3261776"/>
              <a:ext cx="84738" cy="84738"/>
            </a:xfrm>
            <a:custGeom>
              <a:avLst/>
              <a:gdLst/>
              <a:ahLst/>
              <a:cxnLst/>
              <a:rect l="l" t="t" r="r" b="b"/>
              <a:pathLst>
                <a:path w="2835" h="2835" extrusionOk="0">
                  <a:moveTo>
                    <a:pt x="0" y="1"/>
                  </a:moveTo>
                  <a:lnTo>
                    <a:pt x="0" y="1501"/>
                  </a:lnTo>
                  <a:cubicBezTo>
                    <a:pt x="0" y="2239"/>
                    <a:pt x="596" y="2835"/>
                    <a:pt x="1334" y="2835"/>
                  </a:cubicBezTo>
                  <a:lnTo>
                    <a:pt x="2834" y="2835"/>
                  </a:lnTo>
                  <a:lnTo>
                    <a:pt x="2834"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7" name="Google Shape;25727;p148"/>
            <p:cNvSpPr/>
            <p:nvPr/>
          </p:nvSpPr>
          <p:spPr>
            <a:xfrm>
              <a:off x="5669336" y="3261776"/>
              <a:ext cx="84738" cy="84738"/>
            </a:xfrm>
            <a:custGeom>
              <a:avLst/>
              <a:gdLst/>
              <a:ahLst/>
              <a:cxnLst/>
              <a:rect l="l" t="t" r="r" b="b"/>
              <a:pathLst>
                <a:path w="2835" h="2835" extrusionOk="0">
                  <a:moveTo>
                    <a:pt x="0" y="1"/>
                  </a:moveTo>
                  <a:lnTo>
                    <a:pt x="0" y="2835"/>
                  </a:lnTo>
                  <a:lnTo>
                    <a:pt x="1501" y="2835"/>
                  </a:lnTo>
                  <a:cubicBezTo>
                    <a:pt x="2215" y="2835"/>
                    <a:pt x="2810" y="2239"/>
                    <a:pt x="2834" y="1501"/>
                  </a:cubicBezTo>
                  <a:lnTo>
                    <a:pt x="2834"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8" name="Google Shape;25728;p148"/>
            <p:cNvSpPr/>
            <p:nvPr/>
          </p:nvSpPr>
          <p:spPr>
            <a:xfrm>
              <a:off x="5668619" y="3001970"/>
              <a:ext cx="85456" cy="84738"/>
            </a:xfrm>
            <a:custGeom>
              <a:avLst/>
              <a:gdLst/>
              <a:ahLst/>
              <a:cxnLst/>
              <a:rect l="l" t="t" r="r" b="b"/>
              <a:pathLst>
                <a:path w="2859" h="2835" extrusionOk="0">
                  <a:moveTo>
                    <a:pt x="0" y="0"/>
                  </a:moveTo>
                  <a:lnTo>
                    <a:pt x="0" y="2834"/>
                  </a:lnTo>
                  <a:lnTo>
                    <a:pt x="2834" y="2834"/>
                  </a:lnTo>
                  <a:lnTo>
                    <a:pt x="2858" y="1334"/>
                  </a:lnTo>
                  <a:cubicBezTo>
                    <a:pt x="2858" y="596"/>
                    <a:pt x="2263" y="0"/>
                    <a:pt x="1525" y="0"/>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9" name="Google Shape;25729;p148"/>
            <p:cNvSpPr/>
            <p:nvPr/>
          </p:nvSpPr>
          <p:spPr>
            <a:xfrm>
              <a:off x="5429437" y="3022594"/>
              <a:ext cx="303264" cy="303264"/>
            </a:xfrm>
            <a:custGeom>
              <a:avLst/>
              <a:gdLst/>
              <a:ahLst/>
              <a:cxnLst/>
              <a:rect l="l" t="t" r="r" b="b"/>
              <a:pathLst>
                <a:path w="10146" h="10146" extrusionOk="0">
                  <a:moveTo>
                    <a:pt x="4740" y="1"/>
                  </a:moveTo>
                  <a:lnTo>
                    <a:pt x="4740" y="2073"/>
                  </a:lnTo>
                  <a:cubicBezTo>
                    <a:pt x="4740" y="3502"/>
                    <a:pt x="3573" y="4692"/>
                    <a:pt x="2144" y="4740"/>
                  </a:cubicBezTo>
                  <a:lnTo>
                    <a:pt x="1" y="4740"/>
                  </a:lnTo>
                  <a:lnTo>
                    <a:pt x="1" y="5407"/>
                  </a:lnTo>
                  <a:lnTo>
                    <a:pt x="2073" y="5407"/>
                  </a:lnTo>
                  <a:cubicBezTo>
                    <a:pt x="3549" y="5407"/>
                    <a:pt x="4740" y="6598"/>
                    <a:pt x="4740" y="8074"/>
                  </a:cubicBezTo>
                  <a:lnTo>
                    <a:pt x="4740" y="10146"/>
                  </a:lnTo>
                  <a:lnTo>
                    <a:pt x="5407" y="10146"/>
                  </a:lnTo>
                  <a:lnTo>
                    <a:pt x="5407" y="8074"/>
                  </a:lnTo>
                  <a:cubicBezTo>
                    <a:pt x="5407" y="6598"/>
                    <a:pt x="6597" y="5407"/>
                    <a:pt x="8074" y="5407"/>
                  </a:cubicBezTo>
                  <a:lnTo>
                    <a:pt x="10146" y="5407"/>
                  </a:lnTo>
                  <a:lnTo>
                    <a:pt x="10146" y="4740"/>
                  </a:lnTo>
                  <a:lnTo>
                    <a:pt x="8002" y="4740"/>
                  </a:lnTo>
                  <a:cubicBezTo>
                    <a:pt x="6574" y="4692"/>
                    <a:pt x="5407" y="3549"/>
                    <a:pt x="5407" y="2073"/>
                  </a:cubicBezTo>
                  <a:lnTo>
                    <a:pt x="540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0" name="Google Shape;25730;p148"/>
            <p:cNvSpPr/>
            <p:nvPr/>
          </p:nvSpPr>
          <p:spPr>
            <a:xfrm>
              <a:off x="5582475" y="3022594"/>
              <a:ext cx="150944" cy="303264"/>
            </a:xfrm>
            <a:custGeom>
              <a:avLst/>
              <a:gdLst/>
              <a:ahLst/>
              <a:cxnLst/>
              <a:rect l="l" t="t" r="r" b="b"/>
              <a:pathLst>
                <a:path w="5050" h="10146" extrusionOk="0">
                  <a:moveTo>
                    <a:pt x="1" y="1"/>
                  </a:moveTo>
                  <a:lnTo>
                    <a:pt x="1" y="10146"/>
                  </a:lnTo>
                  <a:lnTo>
                    <a:pt x="310" y="10146"/>
                  </a:lnTo>
                  <a:lnTo>
                    <a:pt x="310" y="8074"/>
                  </a:lnTo>
                  <a:cubicBezTo>
                    <a:pt x="310" y="6598"/>
                    <a:pt x="1501" y="5407"/>
                    <a:pt x="2978" y="5407"/>
                  </a:cubicBezTo>
                  <a:lnTo>
                    <a:pt x="5050" y="5407"/>
                  </a:lnTo>
                  <a:lnTo>
                    <a:pt x="5050" y="4740"/>
                  </a:lnTo>
                  <a:lnTo>
                    <a:pt x="5050" y="4716"/>
                  </a:lnTo>
                  <a:lnTo>
                    <a:pt x="2906" y="4716"/>
                  </a:lnTo>
                  <a:cubicBezTo>
                    <a:pt x="1477" y="4692"/>
                    <a:pt x="310" y="3502"/>
                    <a:pt x="310" y="2073"/>
                  </a:cubicBezTo>
                  <a:lnTo>
                    <a:pt x="310"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31" name="Google Shape;25731;p148"/>
          <p:cNvGrpSpPr/>
          <p:nvPr/>
        </p:nvGrpSpPr>
        <p:grpSpPr>
          <a:xfrm>
            <a:off x="6254299" y="2917182"/>
            <a:ext cx="343827" cy="184865"/>
            <a:chOff x="6082937" y="3069582"/>
            <a:chExt cx="343827" cy="184865"/>
          </a:xfrm>
        </p:grpSpPr>
        <p:sp>
          <p:nvSpPr>
            <p:cNvPr id="25732" name="Google Shape;25732;p148"/>
            <p:cNvSpPr/>
            <p:nvPr/>
          </p:nvSpPr>
          <p:spPr>
            <a:xfrm>
              <a:off x="6161220" y="3069582"/>
              <a:ext cx="106827" cy="184391"/>
            </a:xfrm>
            <a:custGeom>
              <a:avLst/>
              <a:gdLst/>
              <a:ahLst/>
              <a:cxnLst/>
              <a:rect l="l" t="t" r="r" b="b"/>
              <a:pathLst>
                <a:path w="3574" h="6169" extrusionOk="0">
                  <a:moveTo>
                    <a:pt x="906" y="1"/>
                  </a:moveTo>
                  <a:lnTo>
                    <a:pt x="1" y="1549"/>
                  </a:lnTo>
                  <a:lnTo>
                    <a:pt x="1" y="4621"/>
                  </a:lnTo>
                  <a:lnTo>
                    <a:pt x="906" y="6169"/>
                  </a:lnTo>
                  <a:lnTo>
                    <a:pt x="2692" y="6169"/>
                  </a:lnTo>
                  <a:lnTo>
                    <a:pt x="3573" y="4621"/>
                  </a:lnTo>
                  <a:lnTo>
                    <a:pt x="3573" y="1549"/>
                  </a:lnTo>
                  <a:lnTo>
                    <a:pt x="269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3" name="Google Shape;25733;p148"/>
            <p:cNvSpPr/>
            <p:nvPr/>
          </p:nvSpPr>
          <p:spPr>
            <a:xfrm>
              <a:off x="6320684" y="3069582"/>
              <a:ext cx="106080" cy="184391"/>
            </a:xfrm>
            <a:custGeom>
              <a:avLst/>
              <a:gdLst/>
              <a:ahLst/>
              <a:cxnLst/>
              <a:rect l="l" t="t" r="r" b="b"/>
              <a:pathLst>
                <a:path w="3549" h="6169" extrusionOk="0">
                  <a:moveTo>
                    <a:pt x="882" y="1"/>
                  </a:moveTo>
                  <a:lnTo>
                    <a:pt x="0" y="1549"/>
                  </a:lnTo>
                  <a:lnTo>
                    <a:pt x="0" y="4621"/>
                  </a:lnTo>
                  <a:lnTo>
                    <a:pt x="882" y="6169"/>
                  </a:lnTo>
                  <a:lnTo>
                    <a:pt x="2644" y="6169"/>
                  </a:lnTo>
                  <a:lnTo>
                    <a:pt x="3549" y="4621"/>
                  </a:lnTo>
                  <a:lnTo>
                    <a:pt x="2644" y="3073"/>
                  </a:lnTo>
                  <a:lnTo>
                    <a:pt x="3549" y="1549"/>
                  </a:lnTo>
                  <a:lnTo>
                    <a:pt x="2644"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4" name="Google Shape;25734;p148"/>
            <p:cNvSpPr/>
            <p:nvPr/>
          </p:nvSpPr>
          <p:spPr>
            <a:xfrm>
              <a:off x="6161220" y="3163313"/>
              <a:ext cx="106827" cy="91135"/>
            </a:xfrm>
            <a:custGeom>
              <a:avLst/>
              <a:gdLst/>
              <a:ahLst/>
              <a:cxnLst/>
              <a:rect l="l" t="t" r="r" b="b"/>
              <a:pathLst>
                <a:path w="3574" h="3049" extrusionOk="0">
                  <a:moveTo>
                    <a:pt x="1" y="1"/>
                  </a:moveTo>
                  <a:lnTo>
                    <a:pt x="1" y="1525"/>
                  </a:lnTo>
                  <a:lnTo>
                    <a:pt x="906" y="3049"/>
                  </a:lnTo>
                  <a:lnTo>
                    <a:pt x="2692" y="3049"/>
                  </a:lnTo>
                  <a:lnTo>
                    <a:pt x="3573" y="1525"/>
                  </a:lnTo>
                  <a:lnTo>
                    <a:pt x="3573"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5" name="Google Shape;25735;p148"/>
            <p:cNvSpPr/>
            <p:nvPr/>
          </p:nvSpPr>
          <p:spPr>
            <a:xfrm>
              <a:off x="6320684" y="3162122"/>
              <a:ext cx="106080" cy="91135"/>
            </a:xfrm>
            <a:custGeom>
              <a:avLst/>
              <a:gdLst/>
              <a:ahLst/>
              <a:cxnLst/>
              <a:rect l="l" t="t" r="r" b="b"/>
              <a:pathLst>
                <a:path w="3549" h="3049" extrusionOk="0">
                  <a:moveTo>
                    <a:pt x="0" y="1"/>
                  </a:moveTo>
                  <a:lnTo>
                    <a:pt x="0" y="1525"/>
                  </a:lnTo>
                  <a:lnTo>
                    <a:pt x="882" y="3049"/>
                  </a:lnTo>
                  <a:lnTo>
                    <a:pt x="2644" y="3049"/>
                  </a:lnTo>
                  <a:lnTo>
                    <a:pt x="3549" y="1525"/>
                  </a:lnTo>
                  <a:lnTo>
                    <a:pt x="2644"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6" name="Google Shape;25736;p148"/>
            <p:cNvSpPr/>
            <p:nvPr/>
          </p:nvSpPr>
          <p:spPr>
            <a:xfrm>
              <a:off x="6082937" y="3115852"/>
              <a:ext cx="106080" cy="91135"/>
            </a:xfrm>
            <a:custGeom>
              <a:avLst/>
              <a:gdLst/>
              <a:ahLst/>
              <a:cxnLst/>
              <a:rect l="l" t="t" r="r" b="b"/>
              <a:pathLst>
                <a:path w="3549" h="3049" extrusionOk="0">
                  <a:moveTo>
                    <a:pt x="905" y="1"/>
                  </a:moveTo>
                  <a:lnTo>
                    <a:pt x="0" y="1525"/>
                  </a:lnTo>
                  <a:lnTo>
                    <a:pt x="905" y="3049"/>
                  </a:lnTo>
                  <a:lnTo>
                    <a:pt x="2644" y="3049"/>
                  </a:lnTo>
                  <a:lnTo>
                    <a:pt x="3549" y="1525"/>
                  </a:lnTo>
                  <a:lnTo>
                    <a:pt x="2644" y="1"/>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7" name="Google Shape;25737;p148"/>
            <p:cNvSpPr/>
            <p:nvPr/>
          </p:nvSpPr>
          <p:spPr>
            <a:xfrm>
              <a:off x="6082937" y="3162122"/>
              <a:ext cx="106080" cy="45582"/>
            </a:xfrm>
            <a:custGeom>
              <a:avLst/>
              <a:gdLst/>
              <a:ahLst/>
              <a:cxnLst/>
              <a:rect l="l" t="t" r="r" b="b"/>
              <a:pathLst>
                <a:path w="3549" h="1525" extrusionOk="0">
                  <a:moveTo>
                    <a:pt x="0" y="1"/>
                  </a:moveTo>
                  <a:lnTo>
                    <a:pt x="905" y="1525"/>
                  </a:lnTo>
                  <a:lnTo>
                    <a:pt x="2644" y="1525"/>
                  </a:lnTo>
                  <a:lnTo>
                    <a:pt x="3549"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8" name="Google Shape;25738;p148"/>
            <p:cNvSpPr/>
            <p:nvPr/>
          </p:nvSpPr>
          <p:spPr>
            <a:xfrm>
              <a:off x="6241655" y="3115852"/>
              <a:ext cx="105392" cy="91135"/>
            </a:xfrm>
            <a:custGeom>
              <a:avLst/>
              <a:gdLst/>
              <a:ahLst/>
              <a:cxnLst/>
              <a:rect l="l" t="t" r="r" b="b"/>
              <a:pathLst>
                <a:path w="3526" h="3049" extrusionOk="0">
                  <a:moveTo>
                    <a:pt x="882" y="1"/>
                  </a:moveTo>
                  <a:lnTo>
                    <a:pt x="1" y="1525"/>
                  </a:lnTo>
                  <a:lnTo>
                    <a:pt x="882" y="3049"/>
                  </a:lnTo>
                  <a:lnTo>
                    <a:pt x="2644" y="3049"/>
                  </a:lnTo>
                  <a:lnTo>
                    <a:pt x="3526" y="1525"/>
                  </a:lnTo>
                  <a:lnTo>
                    <a:pt x="2644" y="1"/>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9" name="Google Shape;25739;p148"/>
            <p:cNvSpPr/>
            <p:nvPr/>
          </p:nvSpPr>
          <p:spPr>
            <a:xfrm>
              <a:off x="6241655" y="3162122"/>
              <a:ext cx="105392" cy="45582"/>
            </a:xfrm>
            <a:custGeom>
              <a:avLst/>
              <a:gdLst/>
              <a:ahLst/>
              <a:cxnLst/>
              <a:rect l="l" t="t" r="r" b="b"/>
              <a:pathLst>
                <a:path w="3526" h="1525" extrusionOk="0">
                  <a:moveTo>
                    <a:pt x="1" y="1"/>
                  </a:moveTo>
                  <a:lnTo>
                    <a:pt x="882" y="1525"/>
                  </a:lnTo>
                  <a:lnTo>
                    <a:pt x="2644" y="1525"/>
                  </a:lnTo>
                  <a:lnTo>
                    <a:pt x="3526"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40" name="Google Shape;25740;p148"/>
          <p:cNvGrpSpPr/>
          <p:nvPr/>
        </p:nvGrpSpPr>
        <p:grpSpPr>
          <a:xfrm>
            <a:off x="6984893" y="2826667"/>
            <a:ext cx="343109" cy="343140"/>
            <a:chOff x="6742117" y="2993421"/>
            <a:chExt cx="343109" cy="343140"/>
          </a:xfrm>
        </p:grpSpPr>
        <p:sp>
          <p:nvSpPr>
            <p:cNvPr id="25741" name="Google Shape;25741;p148"/>
            <p:cNvSpPr/>
            <p:nvPr/>
          </p:nvSpPr>
          <p:spPr>
            <a:xfrm>
              <a:off x="6750665" y="3055354"/>
              <a:ext cx="288319" cy="271222"/>
            </a:xfrm>
            <a:custGeom>
              <a:avLst/>
              <a:gdLst/>
              <a:ahLst/>
              <a:cxnLst/>
              <a:rect l="l" t="t" r="r" b="b"/>
              <a:pathLst>
                <a:path w="9646" h="9074" extrusionOk="0">
                  <a:moveTo>
                    <a:pt x="9645" y="0"/>
                  </a:moveTo>
                  <a:lnTo>
                    <a:pt x="8097" y="1024"/>
                  </a:lnTo>
                  <a:lnTo>
                    <a:pt x="6883" y="786"/>
                  </a:lnTo>
                  <a:lnTo>
                    <a:pt x="5454" y="2168"/>
                  </a:lnTo>
                  <a:lnTo>
                    <a:pt x="4858" y="2763"/>
                  </a:lnTo>
                  <a:lnTo>
                    <a:pt x="3906" y="2453"/>
                  </a:lnTo>
                  <a:lnTo>
                    <a:pt x="2143" y="4335"/>
                  </a:lnTo>
                  <a:lnTo>
                    <a:pt x="1310" y="3811"/>
                  </a:lnTo>
                  <a:lnTo>
                    <a:pt x="0" y="5263"/>
                  </a:lnTo>
                  <a:lnTo>
                    <a:pt x="0" y="9074"/>
                  </a:lnTo>
                  <a:lnTo>
                    <a:pt x="5454" y="6287"/>
                  </a:lnTo>
                  <a:lnTo>
                    <a:pt x="9645" y="2739"/>
                  </a:lnTo>
                  <a:lnTo>
                    <a:pt x="9645"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2" name="Google Shape;25742;p148"/>
            <p:cNvSpPr/>
            <p:nvPr/>
          </p:nvSpPr>
          <p:spPr>
            <a:xfrm>
              <a:off x="6913657" y="3055354"/>
              <a:ext cx="125329" cy="187948"/>
            </a:xfrm>
            <a:custGeom>
              <a:avLst/>
              <a:gdLst/>
              <a:ahLst/>
              <a:cxnLst/>
              <a:rect l="l" t="t" r="r" b="b"/>
              <a:pathLst>
                <a:path w="4193" h="6288" extrusionOk="0">
                  <a:moveTo>
                    <a:pt x="4192" y="0"/>
                  </a:moveTo>
                  <a:lnTo>
                    <a:pt x="2644" y="977"/>
                  </a:lnTo>
                  <a:lnTo>
                    <a:pt x="1430" y="739"/>
                  </a:lnTo>
                  <a:lnTo>
                    <a:pt x="1" y="2144"/>
                  </a:lnTo>
                  <a:lnTo>
                    <a:pt x="1" y="6287"/>
                  </a:lnTo>
                  <a:lnTo>
                    <a:pt x="4192" y="2739"/>
                  </a:lnTo>
                  <a:lnTo>
                    <a:pt x="419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3" name="Google Shape;25743;p148"/>
            <p:cNvSpPr/>
            <p:nvPr/>
          </p:nvSpPr>
          <p:spPr>
            <a:xfrm>
              <a:off x="6750665" y="3137223"/>
              <a:ext cx="288319" cy="192910"/>
            </a:xfrm>
            <a:custGeom>
              <a:avLst/>
              <a:gdLst/>
              <a:ahLst/>
              <a:cxnLst/>
              <a:rect l="l" t="t" r="r" b="b"/>
              <a:pathLst>
                <a:path w="9646" h="6454" extrusionOk="0">
                  <a:moveTo>
                    <a:pt x="9645" y="0"/>
                  </a:moveTo>
                  <a:lnTo>
                    <a:pt x="7549" y="1524"/>
                  </a:lnTo>
                  <a:lnTo>
                    <a:pt x="6549" y="1048"/>
                  </a:lnTo>
                  <a:lnTo>
                    <a:pt x="5454" y="2286"/>
                  </a:lnTo>
                  <a:lnTo>
                    <a:pt x="5192" y="2620"/>
                  </a:lnTo>
                  <a:lnTo>
                    <a:pt x="4120" y="2096"/>
                  </a:lnTo>
                  <a:lnTo>
                    <a:pt x="2596" y="3929"/>
                  </a:lnTo>
                  <a:lnTo>
                    <a:pt x="1620" y="3572"/>
                  </a:lnTo>
                  <a:lnTo>
                    <a:pt x="0" y="5263"/>
                  </a:lnTo>
                  <a:lnTo>
                    <a:pt x="0" y="6406"/>
                  </a:lnTo>
                  <a:lnTo>
                    <a:pt x="5454" y="6406"/>
                  </a:lnTo>
                  <a:lnTo>
                    <a:pt x="9645" y="6454"/>
                  </a:lnTo>
                  <a:lnTo>
                    <a:pt x="9645"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4" name="Google Shape;25744;p148"/>
            <p:cNvSpPr/>
            <p:nvPr/>
          </p:nvSpPr>
          <p:spPr>
            <a:xfrm>
              <a:off x="6913657" y="3137223"/>
              <a:ext cx="125329" cy="192910"/>
            </a:xfrm>
            <a:custGeom>
              <a:avLst/>
              <a:gdLst/>
              <a:ahLst/>
              <a:cxnLst/>
              <a:rect l="l" t="t" r="r" b="b"/>
              <a:pathLst>
                <a:path w="4193" h="6454" extrusionOk="0">
                  <a:moveTo>
                    <a:pt x="4192" y="0"/>
                  </a:moveTo>
                  <a:lnTo>
                    <a:pt x="2096" y="1548"/>
                  </a:lnTo>
                  <a:lnTo>
                    <a:pt x="1096" y="1072"/>
                  </a:lnTo>
                  <a:lnTo>
                    <a:pt x="1" y="2334"/>
                  </a:lnTo>
                  <a:lnTo>
                    <a:pt x="1" y="6406"/>
                  </a:lnTo>
                  <a:lnTo>
                    <a:pt x="4192" y="6454"/>
                  </a:lnTo>
                  <a:lnTo>
                    <a:pt x="4192"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5" name="Google Shape;25745;p148"/>
            <p:cNvSpPr/>
            <p:nvPr/>
          </p:nvSpPr>
          <p:spPr>
            <a:xfrm>
              <a:off x="6742117" y="2993421"/>
              <a:ext cx="343107" cy="343137"/>
            </a:xfrm>
            <a:custGeom>
              <a:avLst/>
              <a:gdLst/>
              <a:ahLst/>
              <a:cxnLst/>
              <a:rect l="l" t="t" r="r" b="b"/>
              <a:pathLst>
                <a:path w="11479" h="11480" extrusionOk="0">
                  <a:moveTo>
                    <a:pt x="0" y="1"/>
                  </a:moveTo>
                  <a:lnTo>
                    <a:pt x="0" y="11479"/>
                  </a:lnTo>
                  <a:lnTo>
                    <a:pt x="11479" y="11479"/>
                  </a:lnTo>
                  <a:lnTo>
                    <a:pt x="11479" y="10288"/>
                  </a:lnTo>
                  <a:lnTo>
                    <a:pt x="10836" y="10288"/>
                  </a:lnTo>
                  <a:lnTo>
                    <a:pt x="10836" y="10836"/>
                  </a:lnTo>
                  <a:lnTo>
                    <a:pt x="691" y="10836"/>
                  </a:lnTo>
                  <a:lnTo>
                    <a:pt x="691" y="667"/>
                  </a:lnTo>
                  <a:lnTo>
                    <a:pt x="1215" y="667"/>
                  </a:lnTo>
                  <a:lnTo>
                    <a:pt x="1215"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6" name="Google Shape;25746;p148"/>
            <p:cNvSpPr/>
            <p:nvPr/>
          </p:nvSpPr>
          <p:spPr>
            <a:xfrm>
              <a:off x="6913657" y="3300215"/>
              <a:ext cx="171569" cy="36346"/>
            </a:xfrm>
            <a:custGeom>
              <a:avLst/>
              <a:gdLst/>
              <a:ahLst/>
              <a:cxnLst/>
              <a:rect l="l" t="t" r="r" b="b"/>
              <a:pathLst>
                <a:path w="5740" h="1216" extrusionOk="0">
                  <a:moveTo>
                    <a:pt x="5097" y="1"/>
                  </a:moveTo>
                  <a:lnTo>
                    <a:pt x="5097" y="524"/>
                  </a:lnTo>
                  <a:lnTo>
                    <a:pt x="1" y="524"/>
                  </a:lnTo>
                  <a:lnTo>
                    <a:pt x="1" y="1215"/>
                  </a:lnTo>
                  <a:lnTo>
                    <a:pt x="5740" y="1215"/>
                  </a:lnTo>
                  <a:lnTo>
                    <a:pt x="5740"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47" name="Google Shape;25747;p148"/>
          <p:cNvGrpSpPr/>
          <p:nvPr/>
        </p:nvGrpSpPr>
        <p:grpSpPr>
          <a:xfrm>
            <a:off x="7755746" y="2845503"/>
            <a:ext cx="257713" cy="343827"/>
            <a:chOff x="7451123" y="3002687"/>
            <a:chExt cx="257713" cy="343827"/>
          </a:xfrm>
        </p:grpSpPr>
        <p:sp>
          <p:nvSpPr>
            <p:cNvPr id="25748" name="Google Shape;25748;p148"/>
            <p:cNvSpPr/>
            <p:nvPr/>
          </p:nvSpPr>
          <p:spPr>
            <a:xfrm>
              <a:off x="7555769" y="3256784"/>
              <a:ext cx="46987" cy="89730"/>
            </a:xfrm>
            <a:custGeom>
              <a:avLst/>
              <a:gdLst/>
              <a:ahLst/>
              <a:cxnLst/>
              <a:rect l="l" t="t" r="r" b="b"/>
              <a:pathLst>
                <a:path w="1572" h="3002" extrusionOk="0">
                  <a:moveTo>
                    <a:pt x="786" y="1"/>
                  </a:moveTo>
                  <a:cubicBezTo>
                    <a:pt x="357" y="1"/>
                    <a:pt x="0" y="358"/>
                    <a:pt x="0" y="763"/>
                  </a:cubicBezTo>
                  <a:lnTo>
                    <a:pt x="0" y="3002"/>
                  </a:lnTo>
                  <a:lnTo>
                    <a:pt x="1572" y="3002"/>
                  </a:lnTo>
                  <a:lnTo>
                    <a:pt x="1572" y="763"/>
                  </a:lnTo>
                  <a:cubicBezTo>
                    <a:pt x="1572" y="310"/>
                    <a:pt x="1215" y="1"/>
                    <a:pt x="810"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9" name="Google Shape;25749;p148"/>
            <p:cNvSpPr/>
            <p:nvPr/>
          </p:nvSpPr>
          <p:spPr>
            <a:xfrm>
              <a:off x="7579950" y="3256784"/>
              <a:ext cx="22806" cy="89730"/>
            </a:xfrm>
            <a:custGeom>
              <a:avLst/>
              <a:gdLst/>
              <a:ahLst/>
              <a:cxnLst/>
              <a:rect l="l" t="t" r="r" b="b"/>
              <a:pathLst>
                <a:path w="763" h="3002" extrusionOk="0">
                  <a:moveTo>
                    <a:pt x="1" y="1"/>
                  </a:moveTo>
                  <a:lnTo>
                    <a:pt x="1" y="3002"/>
                  </a:lnTo>
                  <a:lnTo>
                    <a:pt x="763" y="3002"/>
                  </a:lnTo>
                  <a:lnTo>
                    <a:pt x="763" y="763"/>
                  </a:lnTo>
                  <a:cubicBezTo>
                    <a:pt x="763" y="310"/>
                    <a:pt x="406"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0" name="Google Shape;25750;p148"/>
            <p:cNvSpPr/>
            <p:nvPr/>
          </p:nvSpPr>
          <p:spPr>
            <a:xfrm>
              <a:off x="7551495" y="3201995"/>
              <a:ext cx="56970" cy="56970"/>
            </a:xfrm>
            <a:custGeom>
              <a:avLst/>
              <a:gdLst/>
              <a:ahLst/>
              <a:cxnLst/>
              <a:rect l="l" t="t" r="r" b="b"/>
              <a:pathLst>
                <a:path w="1906" h="1906" extrusionOk="0">
                  <a:moveTo>
                    <a:pt x="953" y="0"/>
                  </a:moveTo>
                  <a:cubicBezTo>
                    <a:pt x="405" y="0"/>
                    <a:pt x="0" y="429"/>
                    <a:pt x="0" y="953"/>
                  </a:cubicBezTo>
                  <a:cubicBezTo>
                    <a:pt x="0" y="1500"/>
                    <a:pt x="405" y="1905"/>
                    <a:pt x="953" y="1905"/>
                  </a:cubicBezTo>
                  <a:cubicBezTo>
                    <a:pt x="1477" y="1905"/>
                    <a:pt x="1905" y="1500"/>
                    <a:pt x="1905" y="953"/>
                  </a:cubicBezTo>
                  <a:cubicBezTo>
                    <a:pt x="1905" y="429"/>
                    <a:pt x="1453" y="0"/>
                    <a:pt x="9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1" name="Google Shape;25751;p148"/>
            <p:cNvSpPr/>
            <p:nvPr/>
          </p:nvSpPr>
          <p:spPr>
            <a:xfrm>
              <a:off x="7579263" y="3201995"/>
              <a:ext cx="28485" cy="56970"/>
            </a:xfrm>
            <a:custGeom>
              <a:avLst/>
              <a:gdLst/>
              <a:ahLst/>
              <a:cxnLst/>
              <a:rect l="l" t="t" r="r" b="b"/>
              <a:pathLst>
                <a:path w="953" h="1906" extrusionOk="0">
                  <a:moveTo>
                    <a:pt x="0" y="0"/>
                  </a:moveTo>
                  <a:lnTo>
                    <a:pt x="0" y="1905"/>
                  </a:lnTo>
                  <a:cubicBezTo>
                    <a:pt x="524" y="1905"/>
                    <a:pt x="953" y="1500"/>
                    <a:pt x="953" y="953"/>
                  </a:cubicBezTo>
                  <a:cubicBezTo>
                    <a:pt x="953" y="429"/>
                    <a:pt x="524" y="0"/>
                    <a:pt x="0"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2" name="Google Shape;25752;p148"/>
            <p:cNvSpPr/>
            <p:nvPr/>
          </p:nvSpPr>
          <p:spPr>
            <a:xfrm>
              <a:off x="7455397" y="3256784"/>
              <a:ext cx="47017" cy="89730"/>
            </a:xfrm>
            <a:custGeom>
              <a:avLst/>
              <a:gdLst/>
              <a:ahLst/>
              <a:cxnLst/>
              <a:rect l="l" t="t" r="r" b="b"/>
              <a:pathLst>
                <a:path w="1573" h="3002" extrusionOk="0">
                  <a:moveTo>
                    <a:pt x="762" y="1"/>
                  </a:moveTo>
                  <a:cubicBezTo>
                    <a:pt x="358" y="1"/>
                    <a:pt x="0" y="358"/>
                    <a:pt x="0" y="763"/>
                  </a:cubicBezTo>
                  <a:lnTo>
                    <a:pt x="0" y="3002"/>
                  </a:lnTo>
                  <a:lnTo>
                    <a:pt x="1572" y="3002"/>
                  </a:lnTo>
                  <a:lnTo>
                    <a:pt x="1572" y="763"/>
                  </a:lnTo>
                  <a:cubicBezTo>
                    <a:pt x="1572" y="310"/>
                    <a:pt x="1215" y="1"/>
                    <a:pt x="810"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3" name="Google Shape;25753;p148"/>
            <p:cNvSpPr/>
            <p:nvPr/>
          </p:nvSpPr>
          <p:spPr>
            <a:xfrm>
              <a:off x="7479609" y="3256784"/>
              <a:ext cx="22806" cy="89730"/>
            </a:xfrm>
            <a:custGeom>
              <a:avLst/>
              <a:gdLst/>
              <a:ahLst/>
              <a:cxnLst/>
              <a:rect l="l" t="t" r="r" b="b"/>
              <a:pathLst>
                <a:path w="763" h="3002" extrusionOk="0">
                  <a:moveTo>
                    <a:pt x="0" y="1"/>
                  </a:moveTo>
                  <a:lnTo>
                    <a:pt x="0" y="3002"/>
                  </a:lnTo>
                  <a:lnTo>
                    <a:pt x="762" y="3002"/>
                  </a:lnTo>
                  <a:lnTo>
                    <a:pt x="762" y="763"/>
                  </a:lnTo>
                  <a:cubicBezTo>
                    <a:pt x="762" y="310"/>
                    <a:pt x="429" y="1"/>
                    <a:pt x="0"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4" name="Google Shape;25754;p148"/>
            <p:cNvSpPr/>
            <p:nvPr/>
          </p:nvSpPr>
          <p:spPr>
            <a:xfrm>
              <a:off x="7451123" y="3201995"/>
              <a:ext cx="56970" cy="56970"/>
            </a:xfrm>
            <a:custGeom>
              <a:avLst/>
              <a:gdLst/>
              <a:ahLst/>
              <a:cxnLst/>
              <a:rect l="l" t="t" r="r" b="b"/>
              <a:pathLst>
                <a:path w="1906" h="1906" extrusionOk="0">
                  <a:moveTo>
                    <a:pt x="953" y="0"/>
                  </a:moveTo>
                  <a:cubicBezTo>
                    <a:pt x="405" y="0"/>
                    <a:pt x="0" y="429"/>
                    <a:pt x="0" y="953"/>
                  </a:cubicBezTo>
                  <a:cubicBezTo>
                    <a:pt x="0" y="1500"/>
                    <a:pt x="405" y="1905"/>
                    <a:pt x="953" y="1905"/>
                  </a:cubicBezTo>
                  <a:cubicBezTo>
                    <a:pt x="1477" y="1905"/>
                    <a:pt x="1906" y="1500"/>
                    <a:pt x="1906" y="953"/>
                  </a:cubicBezTo>
                  <a:cubicBezTo>
                    <a:pt x="1906" y="429"/>
                    <a:pt x="1453" y="0"/>
                    <a:pt x="9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5" name="Google Shape;25755;p148"/>
            <p:cNvSpPr/>
            <p:nvPr/>
          </p:nvSpPr>
          <p:spPr>
            <a:xfrm>
              <a:off x="7478174" y="3201995"/>
              <a:ext cx="28485" cy="56970"/>
            </a:xfrm>
            <a:custGeom>
              <a:avLst/>
              <a:gdLst/>
              <a:ahLst/>
              <a:cxnLst/>
              <a:rect l="l" t="t" r="r" b="b"/>
              <a:pathLst>
                <a:path w="953" h="1906" extrusionOk="0">
                  <a:moveTo>
                    <a:pt x="0" y="0"/>
                  </a:moveTo>
                  <a:lnTo>
                    <a:pt x="0" y="1905"/>
                  </a:lnTo>
                  <a:cubicBezTo>
                    <a:pt x="548" y="1905"/>
                    <a:pt x="953" y="1500"/>
                    <a:pt x="953" y="953"/>
                  </a:cubicBezTo>
                  <a:cubicBezTo>
                    <a:pt x="953" y="429"/>
                    <a:pt x="548" y="0"/>
                    <a:pt x="0"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6" name="Google Shape;25756;p148"/>
            <p:cNvSpPr/>
            <p:nvPr/>
          </p:nvSpPr>
          <p:spPr>
            <a:xfrm>
              <a:off x="7656140" y="3256784"/>
              <a:ext cx="47704" cy="89730"/>
            </a:xfrm>
            <a:custGeom>
              <a:avLst/>
              <a:gdLst/>
              <a:ahLst/>
              <a:cxnLst/>
              <a:rect l="l" t="t" r="r" b="b"/>
              <a:pathLst>
                <a:path w="1596" h="3002" extrusionOk="0">
                  <a:moveTo>
                    <a:pt x="786" y="1"/>
                  </a:moveTo>
                  <a:cubicBezTo>
                    <a:pt x="357" y="1"/>
                    <a:pt x="0" y="358"/>
                    <a:pt x="0" y="763"/>
                  </a:cubicBezTo>
                  <a:lnTo>
                    <a:pt x="0" y="3002"/>
                  </a:lnTo>
                  <a:lnTo>
                    <a:pt x="1596" y="3002"/>
                  </a:lnTo>
                  <a:lnTo>
                    <a:pt x="1596" y="763"/>
                  </a:lnTo>
                  <a:cubicBezTo>
                    <a:pt x="1596" y="310"/>
                    <a:pt x="1238" y="1"/>
                    <a:pt x="810"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7" name="Google Shape;25757;p148"/>
            <p:cNvSpPr/>
            <p:nvPr/>
          </p:nvSpPr>
          <p:spPr>
            <a:xfrm>
              <a:off x="7680322" y="3256784"/>
              <a:ext cx="23523" cy="89730"/>
            </a:xfrm>
            <a:custGeom>
              <a:avLst/>
              <a:gdLst/>
              <a:ahLst/>
              <a:cxnLst/>
              <a:rect l="l" t="t" r="r" b="b"/>
              <a:pathLst>
                <a:path w="787" h="3002" extrusionOk="0">
                  <a:moveTo>
                    <a:pt x="1" y="1"/>
                  </a:moveTo>
                  <a:lnTo>
                    <a:pt x="1" y="3002"/>
                  </a:lnTo>
                  <a:lnTo>
                    <a:pt x="787" y="3002"/>
                  </a:lnTo>
                  <a:lnTo>
                    <a:pt x="787" y="763"/>
                  </a:lnTo>
                  <a:cubicBezTo>
                    <a:pt x="787" y="310"/>
                    <a:pt x="429" y="1"/>
                    <a:pt x="1" y="1"/>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8" name="Google Shape;25758;p148"/>
            <p:cNvSpPr/>
            <p:nvPr/>
          </p:nvSpPr>
          <p:spPr>
            <a:xfrm>
              <a:off x="7651866" y="3201995"/>
              <a:ext cx="56970" cy="56970"/>
            </a:xfrm>
            <a:custGeom>
              <a:avLst/>
              <a:gdLst/>
              <a:ahLst/>
              <a:cxnLst/>
              <a:rect l="l" t="t" r="r" b="b"/>
              <a:pathLst>
                <a:path w="1906" h="1906" extrusionOk="0">
                  <a:moveTo>
                    <a:pt x="953" y="0"/>
                  </a:moveTo>
                  <a:cubicBezTo>
                    <a:pt x="429" y="0"/>
                    <a:pt x="0" y="429"/>
                    <a:pt x="0" y="953"/>
                  </a:cubicBezTo>
                  <a:cubicBezTo>
                    <a:pt x="0" y="1500"/>
                    <a:pt x="429" y="1905"/>
                    <a:pt x="953" y="1905"/>
                  </a:cubicBezTo>
                  <a:cubicBezTo>
                    <a:pt x="1500" y="1905"/>
                    <a:pt x="1905" y="1500"/>
                    <a:pt x="1905" y="953"/>
                  </a:cubicBezTo>
                  <a:cubicBezTo>
                    <a:pt x="1905" y="429"/>
                    <a:pt x="1453" y="0"/>
                    <a:pt x="9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9" name="Google Shape;25759;p148"/>
            <p:cNvSpPr/>
            <p:nvPr/>
          </p:nvSpPr>
          <p:spPr>
            <a:xfrm>
              <a:off x="7680322" y="3201995"/>
              <a:ext cx="28515" cy="56970"/>
            </a:xfrm>
            <a:custGeom>
              <a:avLst/>
              <a:gdLst/>
              <a:ahLst/>
              <a:cxnLst/>
              <a:rect l="l" t="t" r="r" b="b"/>
              <a:pathLst>
                <a:path w="954" h="1906" extrusionOk="0">
                  <a:moveTo>
                    <a:pt x="1" y="0"/>
                  </a:moveTo>
                  <a:lnTo>
                    <a:pt x="1" y="1905"/>
                  </a:lnTo>
                  <a:cubicBezTo>
                    <a:pt x="548" y="1905"/>
                    <a:pt x="953" y="1500"/>
                    <a:pt x="953" y="953"/>
                  </a:cubicBezTo>
                  <a:cubicBezTo>
                    <a:pt x="953" y="429"/>
                    <a:pt x="501" y="0"/>
                    <a:pt x="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0" name="Google Shape;25760;p148"/>
            <p:cNvSpPr/>
            <p:nvPr/>
          </p:nvSpPr>
          <p:spPr>
            <a:xfrm>
              <a:off x="7555769" y="3057476"/>
              <a:ext cx="46987" cy="89730"/>
            </a:xfrm>
            <a:custGeom>
              <a:avLst/>
              <a:gdLst/>
              <a:ahLst/>
              <a:cxnLst/>
              <a:rect l="l" t="t" r="r" b="b"/>
              <a:pathLst>
                <a:path w="1572" h="3002" extrusionOk="0">
                  <a:moveTo>
                    <a:pt x="786" y="1"/>
                  </a:moveTo>
                  <a:cubicBezTo>
                    <a:pt x="357" y="1"/>
                    <a:pt x="0" y="358"/>
                    <a:pt x="0" y="763"/>
                  </a:cubicBezTo>
                  <a:lnTo>
                    <a:pt x="0" y="3001"/>
                  </a:lnTo>
                  <a:lnTo>
                    <a:pt x="1572" y="3001"/>
                  </a:lnTo>
                  <a:lnTo>
                    <a:pt x="1572" y="763"/>
                  </a:lnTo>
                  <a:cubicBezTo>
                    <a:pt x="1572" y="310"/>
                    <a:pt x="1215" y="1"/>
                    <a:pt x="810"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1" name="Google Shape;25761;p148"/>
            <p:cNvSpPr/>
            <p:nvPr/>
          </p:nvSpPr>
          <p:spPr>
            <a:xfrm>
              <a:off x="7579950" y="3057476"/>
              <a:ext cx="22806" cy="89730"/>
            </a:xfrm>
            <a:custGeom>
              <a:avLst/>
              <a:gdLst/>
              <a:ahLst/>
              <a:cxnLst/>
              <a:rect l="l" t="t" r="r" b="b"/>
              <a:pathLst>
                <a:path w="763" h="3002" extrusionOk="0">
                  <a:moveTo>
                    <a:pt x="1" y="1"/>
                  </a:moveTo>
                  <a:lnTo>
                    <a:pt x="1" y="3001"/>
                  </a:lnTo>
                  <a:lnTo>
                    <a:pt x="763" y="3001"/>
                  </a:lnTo>
                  <a:lnTo>
                    <a:pt x="763" y="763"/>
                  </a:lnTo>
                  <a:cubicBezTo>
                    <a:pt x="763" y="310"/>
                    <a:pt x="406"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2" name="Google Shape;25762;p148"/>
            <p:cNvSpPr/>
            <p:nvPr/>
          </p:nvSpPr>
          <p:spPr>
            <a:xfrm>
              <a:off x="7551495" y="3002687"/>
              <a:ext cx="56970" cy="56970"/>
            </a:xfrm>
            <a:custGeom>
              <a:avLst/>
              <a:gdLst/>
              <a:ahLst/>
              <a:cxnLst/>
              <a:rect l="l" t="t" r="r" b="b"/>
              <a:pathLst>
                <a:path w="1906" h="1906" extrusionOk="0">
                  <a:moveTo>
                    <a:pt x="953" y="0"/>
                  </a:moveTo>
                  <a:cubicBezTo>
                    <a:pt x="405" y="0"/>
                    <a:pt x="0" y="429"/>
                    <a:pt x="0" y="953"/>
                  </a:cubicBezTo>
                  <a:cubicBezTo>
                    <a:pt x="0" y="1500"/>
                    <a:pt x="405" y="1905"/>
                    <a:pt x="953" y="1905"/>
                  </a:cubicBezTo>
                  <a:cubicBezTo>
                    <a:pt x="1477" y="1905"/>
                    <a:pt x="1905" y="1500"/>
                    <a:pt x="1905" y="953"/>
                  </a:cubicBezTo>
                  <a:cubicBezTo>
                    <a:pt x="1905" y="429"/>
                    <a:pt x="1453" y="0"/>
                    <a:pt x="9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3" name="Google Shape;25763;p148"/>
            <p:cNvSpPr/>
            <p:nvPr/>
          </p:nvSpPr>
          <p:spPr>
            <a:xfrm>
              <a:off x="7579263" y="3002687"/>
              <a:ext cx="28485" cy="56970"/>
            </a:xfrm>
            <a:custGeom>
              <a:avLst/>
              <a:gdLst/>
              <a:ahLst/>
              <a:cxnLst/>
              <a:rect l="l" t="t" r="r" b="b"/>
              <a:pathLst>
                <a:path w="953" h="1906" extrusionOk="0">
                  <a:moveTo>
                    <a:pt x="0" y="0"/>
                  </a:moveTo>
                  <a:lnTo>
                    <a:pt x="0" y="1905"/>
                  </a:lnTo>
                  <a:cubicBezTo>
                    <a:pt x="524" y="1905"/>
                    <a:pt x="953" y="1500"/>
                    <a:pt x="953" y="953"/>
                  </a:cubicBezTo>
                  <a:cubicBezTo>
                    <a:pt x="953" y="429"/>
                    <a:pt x="524" y="0"/>
                    <a:pt x="0"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4" name="Google Shape;25764;p148"/>
            <p:cNvSpPr/>
            <p:nvPr/>
          </p:nvSpPr>
          <p:spPr>
            <a:xfrm>
              <a:off x="7455397" y="3057476"/>
              <a:ext cx="47017" cy="89730"/>
            </a:xfrm>
            <a:custGeom>
              <a:avLst/>
              <a:gdLst/>
              <a:ahLst/>
              <a:cxnLst/>
              <a:rect l="l" t="t" r="r" b="b"/>
              <a:pathLst>
                <a:path w="1573" h="3002" extrusionOk="0">
                  <a:moveTo>
                    <a:pt x="762" y="1"/>
                  </a:moveTo>
                  <a:cubicBezTo>
                    <a:pt x="358" y="1"/>
                    <a:pt x="0" y="358"/>
                    <a:pt x="0" y="763"/>
                  </a:cubicBezTo>
                  <a:lnTo>
                    <a:pt x="0" y="3001"/>
                  </a:lnTo>
                  <a:lnTo>
                    <a:pt x="1572" y="3001"/>
                  </a:lnTo>
                  <a:lnTo>
                    <a:pt x="1572" y="763"/>
                  </a:lnTo>
                  <a:cubicBezTo>
                    <a:pt x="1572" y="310"/>
                    <a:pt x="1215" y="1"/>
                    <a:pt x="810"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5" name="Google Shape;25765;p148"/>
            <p:cNvSpPr/>
            <p:nvPr/>
          </p:nvSpPr>
          <p:spPr>
            <a:xfrm>
              <a:off x="7479609" y="3057476"/>
              <a:ext cx="22806" cy="89730"/>
            </a:xfrm>
            <a:custGeom>
              <a:avLst/>
              <a:gdLst/>
              <a:ahLst/>
              <a:cxnLst/>
              <a:rect l="l" t="t" r="r" b="b"/>
              <a:pathLst>
                <a:path w="763" h="3002" extrusionOk="0">
                  <a:moveTo>
                    <a:pt x="0" y="1"/>
                  </a:moveTo>
                  <a:lnTo>
                    <a:pt x="0" y="3001"/>
                  </a:lnTo>
                  <a:lnTo>
                    <a:pt x="762" y="3001"/>
                  </a:lnTo>
                  <a:lnTo>
                    <a:pt x="762" y="763"/>
                  </a:lnTo>
                  <a:cubicBezTo>
                    <a:pt x="762" y="310"/>
                    <a:pt x="429" y="1"/>
                    <a:pt x="0"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6" name="Google Shape;25766;p148"/>
            <p:cNvSpPr/>
            <p:nvPr/>
          </p:nvSpPr>
          <p:spPr>
            <a:xfrm>
              <a:off x="7451123" y="3002687"/>
              <a:ext cx="56970" cy="56970"/>
            </a:xfrm>
            <a:custGeom>
              <a:avLst/>
              <a:gdLst/>
              <a:ahLst/>
              <a:cxnLst/>
              <a:rect l="l" t="t" r="r" b="b"/>
              <a:pathLst>
                <a:path w="1906" h="1906" extrusionOk="0">
                  <a:moveTo>
                    <a:pt x="953" y="0"/>
                  </a:moveTo>
                  <a:cubicBezTo>
                    <a:pt x="405" y="0"/>
                    <a:pt x="0" y="429"/>
                    <a:pt x="0" y="953"/>
                  </a:cubicBezTo>
                  <a:cubicBezTo>
                    <a:pt x="0" y="1500"/>
                    <a:pt x="405" y="1905"/>
                    <a:pt x="953" y="1905"/>
                  </a:cubicBezTo>
                  <a:cubicBezTo>
                    <a:pt x="1477" y="1905"/>
                    <a:pt x="1906" y="1500"/>
                    <a:pt x="1906" y="953"/>
                  </a:cubicBezTo>
                  <a:cubicBezTo>
                    <a:pt x="1906" y="429"/>
                    <a:pt x="1453" y="0"/>
                    <a:pt x="9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7" name="Google Shape;25767;p148"/>
            <p:cNvSpPr/>
            <p:nvPr/>
          </p:nvSpPr>
          <p:spPr>
            <a:xfrm>
              <a:off x="7478174" y="3002687"/>
              <a:ext cx="28485" cy="56970"/>
            </a:xfrm>
            <a:custGeom>
              <a:avLst/>
              <a:gdLst/>
              <a:ahLst/>
              <a:cxnLst/>
              <a:rect l="l" t="t" r="r" b="b"/>
              <a:pathLst>
                <a:path w="953" h="1906" extrusionOk="0">
                  <a:moveTo>
                    <a:pt x="0" y="0"/>
                  </a:moveTo>
                  <a:lnTo>
                    <a:pt x="0" y="1905"/>
                  </a:lnTo>
                  <a:cubicBezTo>
                    <a:pt x="548" y="1905"/>
                    <a:pt x="953" y="1500"/>
                    <a:pt x="953" y="953"/>
                  </a:cubicBezTo>
                  <a:cubicBezTo>
                    <a:pt x="953" y="429"/>
                    <a:pt x="548" y="0"/>
                    <a:pt x="0"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8" name="Google Shape;25768;p148"/>
            <p:cNvSpPr/>
            <p:nvPr/>
          </p:nvSpPr>
          <p:spPr>
            <a:xfrm>
              <a:off x="7656140" y="3057476"/>
              <a:ext cx="47704" cy="89730"/>
            </a:xfrm>
            <a:custGeom>
              <a:avLst/>
              <a:gdLst/>
              <a:ahLst/>
              <a:cxnLst/>
              <a:rect l="l" t="t" r="r" b="b"/>
              <a:pathLst>
                <a:path w="1596" h="3002" extrusionOk="0">
                  <a:moveTo>
                    <a:pt x="786" y="1"/>
                  </a:moveTo>
                  <a:cubicBezTo>
                    <a:pt x="357" y="1"/>
                    <a:pt x="0" y="358"/>
                    <a:pt x="0" y="763"/>
                  </a:cubicBezTo>
                  <a:lnTo>
                    <a:pt x="0" y="3001"/>
                  </a:lnTo>
                  <a:lnTo>
                    <a:pt x="1596" y="3001"/>
                  </a:lnTo>
                  <a:lnTo>
                    <a:pt x="1596" y="763"/>
                  </a:lnTo>
                  <a:cubicBezTo>
                    <a:pt x="1596" y="310"/>
                    <a:pt x="1238" y="1"/>
                    <a:pt x="810"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9" name="Google Shape;25769;p148"/>
            <p:cNvSpPr/>
            <p:nvPr/>
          </p:nvSpPr>
          <p:spPr>
            <a:xfrm>
              <a:off x="7680322" y="3057476"/>
              <a:ext cx="23523" cy="89730"/>
            </a:xfrm>
            <a:custGeom>
              <a:avLst/>
              <a:gdLst/>
              <a:ahLst/>
              <a:cxnLst/>
              <a:rect l="l" t="t" r="r" b="b"/>
              <a:pathLst>
                <a:path w="787" h="3002" extrusionOk="0">
                  <a:moveTo>
                    <a:pt x="1" y="1"/>
                  </a:moveTo>
                  <a:lnTo>
                    <a:pt x="1" y="3001"/>
                  </a:lnTo>
                  <a:lnTo>
                    <a:pt x="787" y="3001"/>
                  </a:lnTo>
                  <a:lnTo>
                    <a:pt x="787" y="763"/>
                  </a:lnTo>
                  <a:cubicBezTo>
                    <a:pt x="787" y="310"/>
                    <a:pt x="429" y="1"/>
                    <a:pt x="1" y="1"/>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0" name="Google Shape;25770;p148"/>
            <p:cNvSpPr/>
            <p:nvPr/>
          </p:nvSpPr>
          <p:spPr>
            <a:xfrm>
              <a:off x="7651866" y="3002687"/>
              <a:ext cx="56970" cy="56970"/>
            </a:xfrm>
            <a:custGeom>
              <a:avLst/>
              <a:gdLst/>
              <a:ahLst/>
              <a:cxnLst/>
              <a:rect l="l" t="t" r="r" b="b"/>
              <a:pathLst>
                <a:path w="1906" h="1906" extrusionOk="0">
                  <a:moveTo>
                    <a:pt x="953" y="0"/>
                  </a:moveTo>
                  <a:cubicBezTo>
                    <a:pt x="429" y="0"/>
                    <a:pt x="0" y="429"/>
                    <a:pt x="0" y="953"/>
                  </a:cubicBezTo>
                  <a:cubicBezTo>
                    <a:pt x="0" y="1500"/>
                    <a:pt x="429" y="1905"/>
                    <a:pt x="953" y="1905"/>
                  </a:cubicBezTo>
                  <a:cubicBezTo>
                    <a:pt x="1500" y="1905"/>
                    <a:pt x="1905" y="1500"/>
                    <a:pt x="1905" y="953"/>
                  </a:cubicBezTo>
                  <a:cubicBezTo>
                    <a:pt x="1905" y="429"/>
                    <a:pt x="1453" y="0"/>
                    <a:pt x="9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1" name="Google Shape;25771;p148"/>
            <p:cNvSpPr/>
            <p:nvPr/>
          </p:nvSpPr>
          <p:spPr>
            <a:xfrm>
              <a:off x="7680322" y="3002687"/>
              <a:ext cx="28515" cy="56970"/>
            </a:xfrm>
            <a:custGeom>
              <a:avLst/>
              <a:gdLst/>
              <a:ahLst/>
              <a:cxnLst/>
              <a:rect l="l" t="t" r="r" b="b"/>
              <a:pathLst>
                <a:path w="954" h="1906" extrusionOk="0">
                  <a:moveTo>
                    <a:pt x="1" y="0"/>
                  </a:moveTo>
                  <a:lnTo>
                    <a:pt x="1" y="1905"/>
                  </a:lnTo>
                  <a:cubicBezTo>
                    <a:pt x="548" y="1905"/>
                    <a:pt x="953" y="1500"/>
                    <a:pt x="953" y="953"/>
                  </a:cubicBezTo>
                  <a:cubicBezTo>
                    <a:pt x="953" y="429"/>
                    <a:pt x="501" y="0"/>
                    <a:pt x="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72" name="Google Shape;25772;p148"/>
          <p:cNvGrpSpPr/>
          <p:nvPr/>
        </p:nvGrpSpPr>
        <p:grpSpPr>
          <a:xfrm>
            <a:off x="7710911" y="3410667"/>
            <a:ext cx="345949" cy="344544"/>
            <a:chOff x="7406288" y="3567852"/>
            <a:chExt cx="345949" cy="344544"/>
          </a:xfrm>
        </p:grpSpPr>
        <p:sp>
          <p:nvSpPr>
            <p:cNvPr id="25773" name="Google Shape;25773;p148"/>
            <p:cNvSpPr/>
            <p:nvPr/>
          </p:nvSpPr>
          <p:spPr>
            <a:xfrm>
              <a:off x="7502385" y="3816987"/>
              <a:ext cx="171569" cy="95409"/>
            </a:xfrm>
            <a:custGeom>
              <a:avLst/>
              <a:gdLst/>
              <a:ahLst/>
              <a:cxnLst/>
              <a:rect l="l" t="t" r="r" b="b"/>
              <a:pathLst>
                <a:path w="5740" h="3192" extrusionOk="0">
                  <a:moveTo>
                    <a:pt x="4501" y="1"/>
                  </a:moveTo>
                  <a:cubicBezTo>
                    <a:pt x="3953" y="382"/>
                    <a:pt x="3310" y="620"/>
                    <a:pt x="2596" y="620"/>
                  </a:cubicBezTo>
                  <a:cubicBezTo>
                    <a:pt x="2120" y="620"/>
                    <a:pt x="1691" y="549"/>
                    <a:pt x="1310" y="358"/>
                  </a:cubicBezTo>
                  <a:lnTo>
                    <a:pt x="24" y="1144"/>
                  </a:lnTo>
                  <a:lnTo>
                    <a:pt x="0" y="2597"/>
                  </a:lnTo>
                  <a:cubicBezTo>
                    <a:pt x="786" y="2978"/>
                    <a:pt x="1643" y="3192"/>
                    <a:pt x="2572" y="3192"/>
                  </a:cubicBezTo>
                  <a:cubicBezTo>
                    <a:pt x="3763" y="3192"/>
                    <a:pt x="4834" y="2835"/>
                    <a:pt x="5739" y="2239"/>
                  </a:cubicBezTo>
                  <a:lnTo>
                    <a:pt x="4501"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4" name="Google Shape;25774;p148"/>
            <p:cNvSpPr/>
            <p:nvPr/>
          </p:nvSpPr>
          <p:spPr>
            <a:xfrm>
              <a:off x="7579263" y="3816987"/>
              <a:ext cx="94692" cy="95409"/>
            </a:xfrm>
            <a:custGeom>
              <a:avLst/>
              <a:gdLst/>
              <a:ahLst/>
              <a:cxnLst/>
              <a:rect l="l" t="t" r="r" b="b"/>
              <a:pathLst>
                <a:path w="3168" h="3192" extrusionOk="0">
                  <a:moveTo>
                    <a:pt x="1905" y="1"/>
                  </a:moveTo>
                  <a:cubicBezTo>
                    <a:pt x="1358" y="382"/>
                    <a:pt x="715" y="620"/>
                    <a:pt x="0" y="620"/>
                  </a:cubicBezTo>
                  <a:lnTo>
                    <a:pt x="0" y="3192"/>
                  </a:lnTo>
                  <a:cubicBezTo>
                    <a:pt x="1191" y="3192"/>
                    <a:pt x="2262" y="2835"/>
                    <a:pt x="3167" y="2239"/>
                  </a:cubicBezTo>
                  <a:lnTo>
                    <a:pt x="1905"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5" name="Google Shape;25775;p148"/>
            <p:cNvSpPr/>
            <p:nvPr/>
          </p:nvSpPr>
          <p:spPr>
            <a:xfrm>
              <a:off x="7636921" y="3728721"/>
              <a:ext cx="115316" cy="154501"/>
            </a:xfrm>
            <a:custGeom>
              <a:avLst/>
              <a:gdLst/>
              <a:ahLst/>
              <a:cxnLst/>
              <a:rect l="l" t="t" r="r" b="b"/>
              <a:pathLst>
                <a:path w="3858" h="5169" extrusionOk="0">
                  <a:moveTo>
                    <a:pt x="1238" y="1"/>
                  </a:moveTo>
                  <a:cubicBezTo>
                    <a:pt x="1238" y="120"/>
                    <a:pt x="1286" y="239"/>
                    <a:pt x="1286" y="358"/>
                  </a:cubicBezTo>
                  <a:cubicBezTo>
                    <a:pt x="1286" y="1406"/>
                    <a:pt x="762" y="2358"/>
                    <a:pt x="0" y="2930"/>
                  </a:cubicBezTo>
                  <a:lnTo>
                    <a:pt x="24" y="4406"/>
                  </a:lnTo>
                  <a:lnTo>
                    <a:pt x="1286" y="5169"/>
                  </a:lnTo>
                  <a:cubicBezTo>
                    <a:pt x="2834" y="4121"/>
                    <a:pt x="3858" y="2358"/>
                    <a:pt x="3858" y="358"/>
                  </a:cubicBezTo>
                  <a:cubicBezTo>
                    <a:pt x="3834" y="287"/>
                    <a:pt x="3834" y="168"/>
                    <a:pt x="3810" y="48"/>
                  </a:cubicBezTo>
                  <a:lnTo>
                    <a:pt x="123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6" name="Google Shape;25776;p148"/>
            <p:cNvSpPr/>
            <p:nvPr/>
          </p:nvSpPr>
          <p:spPr>
            <a:xfrm>
              <a:off x="7406975" y="3719485"/>
              <a:ext cx="134565" cy="175126"/>
            </a:xfrm>
            <a:custGeom>
              <a:avLst/>
              <a:gdLst/>
              <a:ahLst/>
              <a:cxnLst/>
              <a:rect l="l" t="t" r="r" b="b"/>
              <a:pathLst>
                <a:path w="4502" h="5859" extrusionOk="0">
                  <a:moveTo>
                    <a:pt x="1287" y="0"/>
                  </a:moveTo>
                  <a:lnTo>
                    <a:pt x="1" y="1072"/>
                  </a:lnTo>
                  <a:cubicBezTo>
                    <a:pt x="120" y="3168"/>
                    <a:pt x="1406" y="4954"/>
                    <a:pt x="3192" y="5859"/>
                  </a:cubicBezTo>
                  <a:lnTo>
                    <a:pt x="3216" y="4406"/>
                  </a:lnTo>
                  <a:lnTo>
                    <a:pt x="4502" y="3644"/>
                  </a:lnTo>
                  <a:cubicBezTo>
                    <a:pt x="3454" y="3215"/>
                    <a:pt x="2716" y="2263"/>
                    <a:pt x="2597" y="1096"/>
                  </a:cubicBezTo>
                  <a:lnTo>
                    <a:pt x="1287"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7" name="Google Shape;25777;p148"/>
            <p:cNvSpPr/>
            <p:nvPr/>
          </p:nvSpPr>
          <p:spPr>
            <a:xfrm>
              <a:off x="7616984" y="3586354"/>
              <a:ext cx="134565" cy="165172"/>
            </a:xfrm>
            <a:custGeom>
              <a:avLst/>
              <a:gdLst/>
              <a:ahLst/>
              <a:cxnLst/>
              <a:rect l="l" t="t" r="r" b="b"/>
              <a:pathLst>
                <a:path w="4502" h="5526" extrusionOk="0">
                  <a:moveTo>
                    <a:pt x="1310" y="1"/>
                  </a:moveTo>
                  <a:lnTo>
                    <a:pt x="0" y="2239"/>
                  </a:lnTo>
                  <a:cubicBezTo>
                    <a:pt x="1048" y="2692"/>
                    <a:pt x="1786" y="3645"/>
                    <a:pt x="1905" y="4811"/>
                  </a:cubicBezTo>
                  <a:lnTo>
                    <a:pt x="3215" y="5526"/>
                  </a:lnTo>
                  <a:lnTo>
                    <a:pt x="4501" y="4811"/>
                  </a:lnTo>
                  <a:cubicBezTo>
                    <a:pt x="4382" y="2692"/>
                    <a:pt x="3096" y="906"/>
                    <a:pt x="1310" y="1"/>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8" name="Google Shape;25778;p148"/>
            <p:cNvSpPr/>
            <p:nvPr/>
          </p:nvSpPr>
          <p:spPr>
            <a:xfrm>
              <a:off x="7483853" y="3568569"/>
              <a:ext cx="172316" cy="95409"/>
            </a:xfrm>
            <a:custGeom>
              <a:avLst/>
              <a:gdLst/>
              <a:ahLst/>
              <a:cxnLst/>
              <a:rect l="l" t="t" r="r" b="b"/>
              <a:pathLst>
                <a:path w="5765" h="3192" extrusionOk="0">
                  <a:moveTo>
                    <a:pt x="3192" y="1"/>
                  </a:moveTo>
                  <a:cubicBezTo>
                    <a:pt x="2001" y="1"/>
                    <a:pt x="930" y="358"/>
                    <a:pt x="1" y="953"/>
                  </a:cubicBezTo>
                  <a:lnTo>
                    <a:pt x="1287" y="3192"/>
                  </a:lnTo>
                  <a:cubicBezTo>
                    <a:pt x="1811" y="2811"/>
                    <a:pt x="2478" y="2573"/>
                    <a:pt x="3192" y="2573"/>
                  </a:cubicBezTo>
                  <a:cubicBezTo>
                    <a:pt x="3668" y="2573"/>
                    <a:pt x="4073" y="2668"/>
                    <a:pt x="4454" y="2834"/>
                  </a:cubicBezTo>
                  <a:lnTo>
                    <a:pt x="5740" y="2072"/>
                  </a:lnTo>
                  <a:lnTo>
                    <a:pt x="5764" y="596"/>
                  </a:lnTo>
                  <a:cubicBezTo>
                    <a:pt x="5002" y="215"/>
                    <a:pt x="4097" y="1"/>
                    <a:pt x="3192"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9" name="Google Shape;25779;p148"/>
            <p:cNvSpPr/>
            <p:nvPr/>
          </p:nvSpPr>
          <p:spPr>
            <a:xfrm>
              <a:off x="7579263" y="3567852"/>
              <a:ext cx="76907" cy="84738"/>
            </a:xfrm>
            <a:custGeom>
              <a:avLst/>
              <a:gdLst/>
              <a:ahLst/>
              <a:cxnLst/>
              <a:rect l="l" t="t" r="r" b="b"/>
              <a:pathLst>
                <a:path w="2573" h="2835" extrusionOk="0">
                  <a:moveTo>
                    <a:pt x="0" y="1"/>
                  </a:moveTo>
                  <a:lnTo>
                    <a:pt x="0" y="2573"/>
                  </a:lnTo>
                  <a:cubicBezTo>
                    <a:pt x="476" y="2573"/>
                    <a:pt x="881" y="2644"/>
                    <a:pt x="1262" y="2835"/>
                  </a:cubicBezTo>
                  <a:lnTo>
                    <a:pt x="2548" y="2096"/>
                  </a:lnTo>
                  <a:lnTo>
                    <a:pt x="2572" y="620"/>
                  </a:lnTo>
                  <a:cubicBezTo>
                    <a:pt x="1810" y="239"/>
                    <a:pt x="953" y="25"/>
                    <a:pt x="0"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0" name="Google Shape;25780;p148"/>
            <p:cNvSpPr/>
            <p:nvPr/>
          </p:nvSpPr>
          <p:spPr>
            <a:xfrm>
              <a:off x="7406288" y="3598460"/>
              <a:ext cx="116033" cy="153784"/>
            </a:xfrm>
            <a:custGeom>
              <a:avLst/>
              <a:gdLst/>
              <a:ahLst/>
              <a:cxnLst/>
              <a:rect l="l" t="t" r="r" b="b"/>
              <a:pathLst>
                <a:path w="3882" h="5145" extrusionOk="0">
                  <a:moveTo>
                    <a:pt x="2596" y="1"/>
                  </a:moveTo>
                  <a:cubicBezTo>
                    <a:pt x="1048" y="1025"/>
                    <a:pt x="0" y="2787"/>
                    <a:pt x="0" y="4787"/>
                  </a:cubicBezTo>
                  <a:lnTo>
                    <a:pt x="0" y="5145"/>
                  </a:lnTo>
                  <a:lnTo>
                    <a:pt x="1286" y="4430"/>
                  </a:lnTo>
                  <a:lnTo>
                    <a:pt x="2620" y="5145"/>
                  </a:lnTo>
                  <a:cubicBezTo>
                    <a:pt x="2620" y="5026"/>
                    <a:pt x="2596" y="4907"/>
                    <a:pt x="2596" y="4787"/>
                  </a:cubicBezTo>
                  <a:cubicBezTo>
                    <a:pt x="2596" y="3740"/>
                    <a:pt x="3096" y="2787"/>
                    <a:pt x="3882" y="2216"/>
                  </a:cubicBezTo>
                  <a:lnTo>
                    <a:pt x="3834" y="739"/>
                  </a:lnTo>
                  <a:lnTo>
                    <a:pt x="2596"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1" name="Google Shape;25781;p148"/>
            <p:cNvSpPr/>
            <p:nvPr/>
          </p:nvSpPr>
          <p:spPr>
            <a:xfrm>
              <a:off x="7478174" y="3639051"/>
              <a:ext cx="202893" cy="202893"/>
            </a:xfrm>
            <a:custGeom>
              <a:avLst/>
              <a:gdLst/>
              <a:ahLst/>
              <a:cxnLst/>
              <a:rect l="l" t="t" r="r" b="b"/>
              <a:pathLst>
                <a:path w="6788" h="6788" extrusionOk="0">
                  <a:moveTo>
                    <a:pt x="3406" y="0"/>
                  </a:moveTo>
                  <a:cubicBezTo>
                    <a:pt x="1525" y="0"/>
                    <a:pt x="0" y="1524"/>
                    <a:pt x="0" y="3382"/>
                  </a:cubicBezTo>
                  <a:cubicBezTo>
                    <a:pt x="0" y="5263"/>
                    <a:pt x="1525" y="6787"/>
                    <a:pt x="3406" y="6787"/>
                  </a:cubicBezTo>
                  <a:cubicBezTo>
                    <a:pt x="5263" y="6787"/>
                    <a:pt x="6788" y="5263"/>
                    <a:pt x="6788" y="3382"/>
                  </a:cubicBezTo>
                  <a:cubicBezTo>
                    <a:pt x="6788" y="1524"/>
                    <a:pt x="5263" y="0"/>
                    <a:pt x="3406"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2" name="Google Shape;25782;p148"/>
            <p:cNvSpPr/>
            <p:nvPr/>
          </p:nvSpPr>
          <p:spPr>
            <a:xfrm>
              <a:off x="7579950" y="3638333"/>
              <a:ext cx="101118" cy="203611"/>
            </a:xfrm>
            <a:custGeom>
              <a:avLst/>
              <a:gdLst/>
              <a:ahLst/>
              <a:cxnLst/>
              <a:rect l="l" t="t" r="r" b="b"/>
              <a:pathLst>
                <a:path w="3383" h="6812" extrusionOk="0">
                  <a:moveTo>
                    <a:pt x="1" y="0"/>
                  </a:moveTo>
                  <a:lnTo>
                    <a:pt x="1" y="6811"/>
                  </a:lnTo>
                  <a:cubicBezTo>
                    <a:pt x="1882" y="6811"/>
                    <a:pt x="3383" y="5287"/>
                    <a:pt x="3383" y="3430"/>
                  </a:cubicBezTo>
                  <a:cubicBezTo>
                    <a:pt x="3383" y="1548"/>
                    <a:pt x="1882" y="24"/>
                    <a:pt x="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83" name="Google Shape;25783;p148"/>
          <p:cNvGrpSpPr/>
          <p:nvPr/>
        </p:nvGrpSpPr>
        <p:grpSpPr>
          <a:xfrm>
            <a:off x="6984893" y="3404145"/>
            <a:ext cx="343109" cy="344544"/>
            <a:chOff x="6742117" y="3575683"/>
            <a:chExt cx="343109" cy="344544"/>
          </a:xfrm>
        </p:grpSpPr>
        <p:sp>
          <p:nvSpPr>
            <p:cNvPr id="25784" name="Google Shape;25784;p148"/>
            <p:cNvSpPr/>
            <p:nvPr/>
          </p:nvSpPr>
          <p:spPr>
            <a:xfrm>
              <a:off x="6967041" y="3708815"/>
              <a:ext cx="118185" cy="77594"/>
            </a:xfrm>
            <a:custGeom>
              <a:avLst/>
              <a:gdLst/>
              <a:ahLst/>
              <a:cxnLst/>
              <a:rect l="l" t="t" r="r" b="b"/>
              <a:pathLst>
                <a:path w="3954" h="2596" extrusionOk="0">
                  <a:moveTo>
                    <a:pt x="1096" y="0"/>
                  </a:moveTo>
                  <a:lnTo>
                    <a:pt x="1" y="1310"/>
                  </a:lnTo>
                  <a:lnTo>
                    <a:pt x="1096" y="2596"/>
                  </a:lnTo>
                  <a:lnTo>
                    <a:pt x="3954" y="2596"/>
                  </a:lnTo>
                  <a:lnTo>
                    <a:pt x="3954" y="0"/>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5" name="Google Shape;25785;p148"/>
            <p:cNvSpPr/>
            <p:nvPr/>
          </p:nvSpPr>
          <p:spPr>
            <a:xfrm>
              <a:off x="6967758" y="3748658"/>
              <a:ext cx="117468" cy="39186"/>
            </a:xfrm>
            <a:custGeom>
              <a:avLst/>
              <a:gdLst/>
              <a:ahLst/>
              <a:cxnLst/>
              <a:rect l="l" t="t" r="r" b="b"/>
              <a:pathLst>
                <a:path w="3930" h="1311" extrusionOk="0">
                  <a:moveTo>
                    <a:pt x="1" y="1"/>
                  </a:moveTo>
                  <a:lnTo>
                    <a:pt x="1120" y="1310"/>
                  </a:lnTo>
                  <a:lnTo>
                    <a:pt x="3930" y="1310"/>
                  </a:lnTo>
                  <a:lnTo>
                    <a:pt x="3930"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6" name="Google Shape;25786;p148"/>
            <p:cNvSpPr/>
            <p:nvPr/>
          </p:nvSpPr>
          <p:spPr>
            <a:xfrm>
              <a:off x="6742117" y="3607726"/>
              <a:ext cx="118185" cy="78312"/>
            </a:xfrm>
            <a:custGeom>
              <a:avLst/>
              <a:gdLst/>
              <a:ahLst/>
              <a:cxnLst/>
              <a:rect l="l" t="t" r="r" b="b"/>
              <a:pathLst>
                <a:path w="3954" h="2620" extrusionOk="0">
                  <a:moveTo>
                    <a:pt x="0" y="0"/>
                  </a:moveTo>
                  <a:lnTo>
                    <a:pt x="0" y="2620"/>
                  </a:lnTo>
                  <a:lnTo>
                    <a:pt x="2858" y="2620"/>
                  </a:lnTo>
                  <a:lnTo>
                    <a:pt x="3954" y="1310"/>
                  </a:lnTo>
                  <a:lnTo>
                    <a:pt x="2858"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7" name="Google Shape;25787;p148"/>
            <p:cNvSpPr/>
            <p:nvPr/>
          </p:nvSpPr>
          <p:spPr>
            <a:xfrm>
              <a:off x="6742117" y="3648287"/>
              <a:ext cx="117468" cy="38468"/>
            </a:xfrm>
            <a:custGeom>
              <a:avLst/>
              <a:gdLst/>
              <a:ahLst/>
              <a:cxnLst/>
              <a:rect l="l" t="t" r="r" b="b"/>
              <a:pathLst>
                <a:path w="3930" h="1287" extrusionOk="0">
                  <a:moveTo>
                    <a:pt x="0" y="1"/>
                  </a:moveTo>
                  <a:lnTo>
                    <a:pt x="0" y="1287"/>
                  </a:lnTo>
                  <a:lnTo>
                    <a:pt x="2834" y="1287"/>
                  </a:lnTo>
                  <a:lnTo>
                    <a:pt x="3930"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8" name="Google Shape;25788;p148"/>
            <p:cNvSpPr/>
            <p:nvPr/>
          </p:nvSpPr>
          <p:spPr>
            <a:xfrm>
              <a:off x="6742117" y="3809156"/>
              <a:ext cx="118185" cy="78342"/>
            </a:xfrm>
            <a:custGeom>
              <a:avLst/>
              <a:gdLst/>
              <a:ahLst/>
              <a:cxnLst/>
              <a:rect l="l" t="t" r="r" b="b"/>
              <a:pathLst>
                <a:path w="3954" h="2621" extrusionOk="0">
                  <a:moveTo>
                    <a:pt x="0" y="1"/>
                  </a:moveTo>
                  <a:lnTo>
                    <a:pt x="0" y="2620"/>
                  </a:lnTo>
                  <a:lnTo>
                    <a:pt x="2858" y="2620"/>
                  </a:lnTo>
                  <a:lnTo>
                    <a:pt x="3954" y="1311"/>
                  </a:lnTo>
                  <a:lnTo>
                    <a:pt x="2858"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9" name="Google Shape;25789;p148"/>
            <p:cNvSpPr/>
            <p:nvPr/>
          </p:nvSpPr>
          <p:spPr>
            <a:xfrm>
              <a:off x="6742117" y="3849030"/>
              <a:ext cx="117468" cy="39186"/>
            </a:xfrm>
            <a:custGeom>
              <a:avLst/>
              <a:gdLst/>
              <a:ahLst/>
              <a:cxnLst/>
              <a:rect l="l" t="t" r="r" b="b"/>
              <a:pathLst>
                <a:path w="3930" h="1311" extrusionOk="0">
                  <a:moveTo>
                    <a:pt x="0" y="0"/>
                  </a:moveTo>
                  <a:lnTo>
                    <a:pt x="0" y="1310"/>
                  </a:lnTo>
                  <a:lnTo>
                    <a:pt x="2834" y="1310"/>
                  </a:lnTo>
                  <a:lnTo>
                    <a:pt x="3930"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0" name="Google Shape;25790;p148"/>
            <p:cNvSpPr/>
            <p:nvPr/>
          </p:nvSpPr>
          <p:spPr>
            <a:xfrm>
              <a:off x="6903703" y="3770030"/>
              <a:ext cx="20654" cy="56970"/>
            </a:xfrm>
            <a:custGeom>
              <a:avLst/>
              <a:gdLst/>
              <a:ahLst/>
              <a:cxnLst/>
              <a:rect l="l" t="t" r="r" b="b"/>
              <a:pathLst>
                <a:path w="691" h="1906" extrusionOk="0">
                  <a:moveTo>
                    <a:pt x="0" y="0"/>
                  </a:moveTo>
                  <a:lnTo>
                    <a:pt x="0" y="1905"/>
                  </a:lnTo>
                  <a:lnTo>
                    <a:pt x="691" y="1905"/>
                  </a:lnTo>
                  <a:lnTo>
                    <a:pt x="691"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1" name="Google Shape;25791;p148"/>
            <p:cNvSpPr/>
            <p:nvPr/>
          </p:nvSpPr>
          <p:spPr>
            <a:xfrm>
              <a:off x="6903703" y="3575683"/>
              <a:ext cx="20654" cy="49857"/>
            </a:xfrm>
            <a:custGeom>
              <a:avLst/>
              <a:gdLst/>
              <a:ahLst/>
              <a:cxnLst/>
              <a:rect l="l" t="t" r="r" b="b"/>
              <a:pathLst>
                <a:path w="691" h="1668" extrusionOk="0">
                  <a:moveTo>
                    <a:pt x="0" y="1"/>
                  </a:moveTo>
                  <a:lnTo>
                    <a:pt x="0" y="1668"/>
                  </a:lnTo>
                  <a:lnTo>
                    <a:pt x="691" y="1668"/>
                  </a:lnTo>
                  <a:lnTo>
                    <a:pt x="69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2" name="Google Shape;25792;p148"/>
            <p:cNvSpPr/>
            <p:nvPr/>
          </p:nvSpPr>
          <p:spPr>
            <a:xfrm>
              <a:off x="6903703" y="3669658"/>
              <a:ext cx="20654" cy="56970"/>
            </a:xfrm>
            <a:custGeom>
              <a:avLst/>
              <a:gdLst/>
              <a:ahLst/>
              <a:cxnLst/>
              <a:rect l="l" t="t" r="r" b="b"/>
              <a:pathLst>
                <a:path w="691" h="1906" extrusionOk="0">
                  <a:moveTo>
                    <a:pt x="0" y="0"/>
                  </a:moveTo>
                  <a:lnTo>
                    <a:pt x="0" y="1905"/>
                  </a:lnTo>
                  <a:lnTo>
                    <a:pt x="691" y="1905"/>
                  </a:lnTo>
                  <a:lnTo>
                    <a:pt x="691"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3" name="Google Shape;25793;p148"/>
            <p:cNvSpPr/>
            <p:nvPr/>
          </p:nvSpPr>
          <p:spPr>
            <a:xfrm>
              <a:off x="6903703" y="3870371"/>
              <a:ext cx="20654" cy="49857"/>
            </a:xfrm>
            <a:custGeom>
              <a:avLst/>
              <a:gdLst/>
              <a:ahLst/>
              <a:cxnLst/>
              <a:rect l="l" t="t" r="r" b="b"/>
              <a:pathLst>
                <a:path w="691" h="1668" extrusionOk="0">
                  <a:moveTo>
                    <a:pt x="0" y="1"/>
                  </a:moveTo>
                  <a:lnTo>
                    <a:pt x="0" y="1668"/>
                  </a:lnTo>
                  <a:lnTo>
                    <a:pt x="691" y="1668"/>
                  </a:lnTo>
                  <a:lnTo>
                    <a:pt x="691"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4" name="Google Shape;25794;p148"/>
            <p:cNvSpPr/>
            <p:nvPr/>
          </p:nvSpPr>
          <p:spPr>
            <a:xfrm>
              <a:off x="6881644" y="3614840"/>
              <a:ext cx="64084" cy="64084"/>
            </a:xfrm>
            <a:custGeom>
              <a:avLst/>
              <a:gdLst/>
              <a:ahLst/>
              <a:cxnLst/>
              <a:rect l="l" t="t" r="r" b="b"/>
              <a:pathLst>
                <a:path w="2144" h="2144" extrusionOk="0">
                  <a:moveTo>
                    <a:pt x="1072" y="1"/>
                  </a:moveTo>
                  <a:cubicBezTo>
                    <a:pt x="476" y="1"/>
                    <a:pt x="0" y="477"/>
                    <a:pt x="0" y="1072"/>
                  </a:cubicBezTo>
                  <a:cubicBezTo>
                    <a:pt x="0" y="1668"/>
                    <a:pt x="476" y="2144"/>
                    <a:pt x="1072" y="2144"/>
                  </a:cubicBezTo>
                  <a:cubicBezTo>
                    <a:pt x="1667" y="2144"/>
                    <a:pt x="2143" y="1668"/>
                    <a:pt x="2143" y="1072"/>
                  </a:cubicBezTo>
                  <a:cubicBezTo>
                    <a:pt x="2143" y="477"/>
                    <a:pt x="1667" y="1"/>
                    <a:pt x="1072"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5" name="Google Shape;25795;p148"/>
            <p:cNvSpPr/>
            <p:nvPr/>
          </p:nvSpPr>
          <p:spPr>
            <a:xfrm>
              <a:off x="6881644" y="3646882"/>
              <a:ext cx="64084" cy="32042"/>
            </a:xfrm>
            <a:custGeom>
              <a:avLst/>
              <a:gdLst/>
              <a:ahLst/>
              <a:cxnLst/>
              <a:rect l="l" t="t" r="r" b="b"/>
              <a:pathLst>
                <a:path w="2144" h="1072" extrusionOk="0">
                  <a:moveTo>
                    <a:pt x="0" y="0"/>
                  </a:moveTo>
                  <a:cubicBezTo>
                    <a:pt x="0" y="596"/>
                    <a:pt x="476" y="1072"/>
                    <a:pt x="1072" y="1072"/>
                  </a:cubicBezTo>
                  <a:cubicBezTo>
                    <a:pt x="1667" y="1072"/>
                    <a:pt x="2143" y="596"/>
                    <a:pt x="2143"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6" name="Google Shape;25796;p148"/>
            <p:cNvSpPr/>
            <p:nvPr/>
          </p:nvSpPr>
          <p:spPr>
            <a:xfrm>
              <a:off x="6881644" y="3715928"/>
              <a:ext cx="64084" cy="64084"/>
            </a:xfrm>
            <a:custGeom>
              <a:avLst/>
              <a:gdLst/>
              <a:ahLst/>
              <a:cxnLst/>
              <a:rect l="l" t="t" r="r" b="b"/>
              <a:pathLst>
                <a:path w="2144" h="2144" extrusionOk="0">
                  <a:moveTo>
                    <a:pt x="1072" y="0"/>
                  </a:moveTo>
                  <a:cubicBezTo>
                    <a:pt x="476" y="0"/>
                    <a:pt x="0" y="476"/>
                    <a:pt x="0" y="1072"/>
                  </a:cubicBezTo>
                  <a:cubicBezTo>
                    <a:pt x="0" y="1667"/>
                    <a:pt x="476" y="2143"/>
                    <a:pt x="1072" y="2143"/>
                  </a:cubicBezTo>
                  <a:cubicBezTo>
                    <a:pt x="1667" y="2143"/>
                    <a:pt x="2143" y="1667"/>
                    <a:pt x="2143" y="1072"/>
                  </a:cubicBezTo>
                  <a:cubicBezTo>
                    <a:pt x="2143" y="476"/>
                    <a:pt x="1667" y="0"/>
                    <a:pt x="1072" y="0"/>
                  </a:cubicBez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7" name="Google Shape;25797;p148"/>
            <p:cNvSpPr/>
            <p:nvPr/>
          </p:nvSpPr>
          <p:spPr>
            <a:xfrm>
              <a:off x="6881644" y="3748658"/>
              <a:ext cx="64084" cy="32072"/>
            </a:xfrm>
            <a:custGeom>
              <a:avLst/>
              <a:gdLst/>
              <a:ahLst/>
              <a:cxnLst/>
              <a:rect l="l" t="t" r="r" b="b"/>
              <a:pathLst>
                <a:path w="2144" h="1073" extrusionOk="0">
                  <a:moveTo>
                    <a:pt x="0" y="1"/>
                  </a:moveTo>
                  <a:cubicBezTo>
                    <a:pt x="0" y="596"/>
                    <a:pt x="476" y="1072"/>
                    <a:pt x="1072" y="1072"/>
                  </a:cubicBezTo>
                  <a:cubicBezTo>
                    <a:pt x="1667" y="1072"/>
                    <a:pt x="2143" y="596"/>
                    <a:pt x="2143"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8" name="Google Shape;25798;p148"/>
            <p:cNvSpPr/>
            <p:nvPr/>
          </p:nvSpPr>
          <p:spPr>
            <a:xfrm>
              <a:off x="6881644" y="3816987"/>
              <a:ext cx="64084" cy="64114"/>
            </a:xfrm>
            <a:custGeom>
              <a:avLst/>
              <a:gdLst/>
              <a:ahLst/>
              <a:cxnLst/>
              <a:rect l="l" t="t" r="r" b="b"/>
              <a:pathLst>
                <a:path w="2144" h="2145" extrusionOk="0">
                  <a:moveTo>
                    <a:pt x="1072" y="1"/>
                  </a:moveTo>
                  <a:cubicBezTo>
                    <a:pt x="476" y="1"/>
                    <a:pt x="0" y="477"/>
                    <a:pt x="0" y="1072"/>
                  </a:cubicBezTo>
                  <a:cubicBezTo>
                    <a:pt x="0" y="1668"/>
                    <a:pt x="476" y="2144"/>
                    <a:pt x="1072" y="2144"/>
                  </a:cubicBezTo>
                  <a:cubicBezTo>
                    <a:pt x="1667" y="2120"/>
                    <a:pt x="2143" y="1644"/>
                    <a:pt x="2143" y="1072"/>
                  </a:cubicBezTo>
                  <a:cubicBezTo>
                    <a:pt x="2143" y="477"/>
                    <a:pt x="1667" y="1"/>
                    <a:pt x="1072"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9" name="Google Shape;25799;p148"/>
            <p:cNvSpPr/>
            <p:nvPr/>
          </p:nvSpPr>
          <p:spPr>
            <a:xfrm>
              <a:off x="6881644" y="3849030"/>
              <a:ext cx="64084" cy="32072"/>
            </a:xfrm>
            <a:custGeom>
              <a:avLst/>
              <a:gdLst/>
              <a:ahLst/>
              <a:cxnLst/>
              <a:rect l="l" t="t" r="r" b="b"/>
              <a:pathLst>
                <a:path w="2144" h="1073" extrusionOk="0">
                  <a:moveTo>
                    <a:pt x="0" y="0"/>
                  </a:moveTo>
                  <a:cubicBezTo>
                    <a:pt x="0" y="596"/>
                    <a:pt x="476" y="1072"/>
                    <a:pt x="1072" y="1072"/>
                  </a:cubicBezTo>
                  <a:cubicBezTo>
                    <a:pt x="1667" y="1072"/>
                    <a:pt x="2143" y="596"/>
                    <a:pt x="2143" y="0"/>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00" name="Google Shape;25800;p148"/>
          <p:cNvGrpSpPr/>
          <p:nvPr/>
        </p:nvGrpSpPr>
        <p:grpSpPr>
          <a:xfrm>
            <a:off x="6254299" y="3426840"/>
            <a:ext cx="343826" cy="344544"/>
            <a:chOff x="6082937" y="3579240"/>
            <a:chExt cx="343826" cy="344544"/>
          </a:xfrm>
        </p:grpSpPr>
        <p:sp>
          <p:nvSpPr>
            <p:cNvPr id="25801" name="Google Shape;25801;p148"/>
            <p:cNvSpPr/>
            <p:nvPr/>
          </p:nvSpPr>
          <p:spPr>
            <a:xfrm>
              <a:off x="6175478" y="3579240"/>
              <a:ext cx="64084" cy="128168"/>
            </a:xfrm>
            <a:custGeom>
              <a:avLst/>
              <a:gdLst/>
              <a:ahLst/>
              <a:cxnLst/>
              <a:rect l="l" t="t" r="r" b="b"/>
              <a:pathLst>
                <a:path w="2144" h="4288" extrusionOk="0">
                  <a:moveTo>
                    <a:pt x="334" y="1"/>
                  </a:moveTo>
                  <a:lnTo>
                    <a:pt x="0" y="1858"/>
                  </a:lnTo>
                  <a:lnTo>
                    <a:pt x="334" y="2454"/>
                  </a:lnTo>
                  <a:lnTo>
                    <a:pt x="1072" y="3740"/>
                  </a:lnTo>
                  <a:lnTo>
                    <a:pt x="1882" y="4287"/>
                  </a:lnTo>
                  <a:lnTo>
                    <a:pt x="2144" y="2454"/>
                  </a:lnTo>
                  <a:lnTo>
                    <a:pt x="1882" y="1858"/>
                  </a:lnTo>
                  <a:lnTo>
                    <a:pt x="334"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2" name="Google Shape;25802;p148"/>
            <p:cNvSpPr/>
            <p:nvPr/>
          </p:nvSpPr>
          <p:spPr>
            <a:xfrm>
              <a:off x="6230984" y="3633342"/>
              <a:ext cx="195779" cy="82616"/>
            </a:xfrm>
            <a:custGeom>
              <a:avLst/>
              <a:gdLst/>
              <a:ahLst/>
              <a:cxnLst/>
              <a:rect l="l" t="t" r="r" b="b"/>
              <a:pathLst>
                <a:path w="6550" h="2764" extrusionOk="0">
                  <a:moveTo>
                    <a:pt x="25" y="1"/>
                  </a:moveTo>
                  <a:lnTo>
                    <a:pt x="25" y="2454"/>
                  </a:lnTo>
                  <a:lnTo>
                    <a:pt x="1" y="2454"/>
                  </a:lnTo>
                  <a:lnTo>
                    <a:pt x="3263" y="2763"/>
                  </a:lnTo>
                  <a:lnTo>
                    <a:pt x="5597" y="2454"/>
                  </a:lnTo>
                  <a:lnTo>
                    <a:pt x="6550" y="1239"/>
                  </a:lnTo>
                  <a:lnTo>
                    <a:pt x="5597"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3" name="Google Shape;25803;p148"/>
            <p:cNvSpPr/>
            <p:nvPr/>
          </p:nvSpPr>
          <p:spPr>
            <a:xfrm>
              <a:off x="6082937" y="3579240"/>
              <a:ext cx="101805" cy="84738"/>
            </a:xfrm>
            <a:custGeom>
              <a:avLst/>
              <a:gdLst/>
              <a:ahLst/>
              <a:cxnLst/>
              <a:rect l="l" t="t" r="r" b="b"/>
              <a:pathLst>
                <a:path w="3406" h="2835" extrusionOk="0">
                  <a:moveTo>
                    <a:pt x="0" y="1"/>
                  </a:moveTo>
                  <a:lnTo>
                    <a:pt x="0" y="2430"/>
                  </a:lnTo>
                  <a:lnTo>
                    <a:pt x="1691" y="2835"/>
                  </a:lnTo>
                  <a:lnTo>
                    <a:pt x="3406" y="2430"/>
                  </a:lnTo>
                  <a:lnTo>
                    <a:pt x="3406"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4" name="Google Shape;25804;p148"/>
            <p:cNvSpPr/>
            <p:nvPr/>
          </p:nvSpPr>
          <p:spPr>
            <a:xfrm>
              <a:off x="6175478" y="3651844"/>
              <a:ext cx="64084" cy="128168"/>
            </a:xfrm>
            <a:custGeom>
              <a:avLst/>
              <a:gdLst/>
              <a:ahLst/>
              <a:cxnLst/>
              <a:rect l="l" t="t" r="r" b="b"/>
              <a:pathLst>
                <a:path w="2144" h="4288" extrusionOk="0">
                  <a:moveTo>
                    <a:pt x="334" y="1"/>
                  </a:moveTo>
                  <a:lnTo>
                    <a:pt x="0" y="1835"/>
                  </a:lnTo>
                  <a:lnTo>
                    <a:pt x="334" y="2430"/>
                  </a:lnTo>
                  <a:lnTo>
                    <a:pt x="1072" y="3716"/>
                  </a:lnTo>
                  <a:lnTo>
                    <a:pt x="1882" y="4287"/>
                  </a:lnTo>
                  <a:lnTo>
                    <a:pt x="2144" y="2430"/>
                  </a:lnTo>
                  <a:lnTo>
                    <a:pt x="1882" y="1835"/>
                  </a:lnTo>
                  <a:lnTo>
                    <a:pt x="33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5" name="Google Shape;25805;p148"/>
            <p:cNvSpPr/>
            <p:nvPr/>
          </p:nvSpPr>
          <p:spPr>
            <a:xfrm>
              <a:off x="6230984" y="3705945"/>
              <a:ext cx="195779" cy="81899"/>
            </a:xfrm>
            <a:custGeom>
              <a:avLst/>
              <a:gdLst/>
              <a:ahLst/>
              <a:cxnLst/>
              <a:rect l="l" t="t" r="r" b="b"/>
              <a:pathLst>
                <a:path w="6550" h="2740" extrusionOk="0">
                  <a:moveTo>
                    <a:pt x="25" y="1"/>
                  </a:moveTo>
                  <a:lnTo>
                    <a:pt x="25" y="2430"/>
                  </a:lnTo>
                  <a:lnTo>
                    <a:pt x="1" y="2430"/>
                  </a:lnTo>
                  <a:lnTo>
                    <a:pt x="3263" y="2739"/>
                  </a:lnTo>
                  <a:lnTo>
                    <a:pt x="5597" y="2430"/>
                  </a:lnTo>
                  <a:lnTo>
                    <a:pt x="6550" y="1215"/>
                  </a:lnTo>
                  <a:lnTo>
                    <a:pt x="5597"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6" name="Google Shape;25806;p148"/>
            <p:cNvSpPr/>
            <p:nvPr/>
          </p:nvSpPr>
          <p:spPr>
            <a:xfrm>
              <a:off x="6082937" y="3651844"/>
              <a:ext cx="101805" cy="84021"/>
            </a:xfrm>
            <a:custGeom>
              <a:avLst/>
              <a:gdLst/>
              <a:ahLst/>
              <a:cxnLst/>
              <a:rect l="l" t="t" r="r" b="b"/>
              <a:pathLst>
                <a:path w="3406" h="2811" extrusionOk="0">
                  <a:moveTo>
                    <a:pt x="0" y="1"/>
                  </a:moveTo>
                  <a:lnTo>
                    <a:pt x="0" y="2406"/>
                  </a:lnTo>
                  <a:lnTo>
                    <a:pt x="1691" y="2811"/>
                  </a:lnTo>
                  <a:lnTo>
                    <a:pt x="3406" y="2406"/>
                  </a:lnTo>
                  <a:lnTo>
                    <a:pt x="3406"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7" name="Google Shape;25807;p148"/>
            <p:cNvSpPr/>
            <p:nvPr/>
          </p:nvSpPr>
          <p:spPr>
            <a:xfrm>
              <a:off x="6175478" y="3723760"/>
              <a:ext cx="64084" cy="128138"/>
            </a:xfrm>
            <a:custGeom>
              <a:avLst/>
              <a:gdLst/>
              <a:ahLst/>
              <a:cxnLst/>
              <a:rect l="l" t="t" r="r" b="b"/>
              <a:pathLst>
                <a:path w="2144" h="4287" extrusionOk="0">
                  <a:moveTo>
                    <a:pt x="334" y="0"/>
                  </a:moveTo>
                  <a:lnTo>
                    <a:pt x="0" y="1834"/>
                  </a:lnTo>
                  <a:lnTo>
                    <a:pt x="334" y="2429"/>
                  </a:lnTo>
                  <a:lnTo>
                    <a:pt x="1072" y="3715"/>
                  </a:lnTo>
                  <a:lnTo>
                    <a:pt x="1882" y="4287"/>
                  </a:lnTo>
                  <a:lnTo>
                    <a:pt x="2144" y="2429"/>
                  </a:lnTo>
                  <a:lnTo>
                    <a:pt x="1882" y="1834"/>
                  </a:lnTo>
                  <a:lnTo>
                    <a:pt x="334"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8" name="Google Shape;25808;p148"/>
            <p:cNvSpPr/>
            <p:nvPr/>
          </p:nvSpPr>
          <p:spPr>
            <a:xfrm>
              <a:off x="6230984" y="3777861"/>
              <a:ext cx="195779" cy="81869"/>
            </a:xfrm>
            <a:custGeom>
              <a:avLst/>
              <a:gdLst/>
              <a:ahLst/>
              <a:cxnLst/>
              <a:rect l="l" t="t" r="r" b="b"/>
              <a:pathLst>
                <a:path w="6550" h="2739" extrusionOk="0">
                  <a:moveTo>
                    <a:pt x="25" y="0"/>
                  </a:moveTo>
                  <a:lnTo>
                    <a:pt x="25" y="2453"/>
                  </a:lnTo>
                  <a:lnTo>
                    <a:pt x="1" y="2453"/>
                  </a:lnTo>
                  <a:lnTo>
                    <a:pt x="3263" y="2739"/>
                  </a:lnTo>
                  <a:lnTo>
                    <a:pt x="5597" y="2453"/>
                  </a:lnTo>
                  <a:lnTo>
                    <a:pt x="6550" y="1215"/>
                  </a:lnTo>
                  <a:lnTo>
                    <a:pt x="5597"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9" name="Google Shape;25809;p148"/>
            <p:cNvSpPr/>
            <p:nvPr/>
          </p:nvSpPr>
          <p:spPr>
            <a:xfrm>
              <a:off x="6082937" y="3723760"/>
              <a:ext cx="101805" cy="84738"/>
            </a:xfrm>
            <a:custGeom>
              <a:avLst/>
              <a:gdLst/>
              <a:ahLst/>
              <a:cxnLst/>
              <a:rect l="l" t="t" r="r" b="b"/>
              <a:pathLst>
                <a:path w="3406" h="2835" extrusionOk="0">
                  <a:moveTo>
                    <a:pt x="0" y="0"/>
                  </a:moveTo>
                  <a:lnTo>
                    <a:pt x="0" y="2405"/>
                  </a:lnTo>
                  <a:lnTo>
                    <a:pt x="1691" y="2834"/>
                  </a:lnTo>
                  <a:lnTo>
                    <a:pt x="3406" y="2405"/>
                  </a:lnTo>
                  <a:lnTo>
                    <a:pt x="3406"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0" name="Google Shape;25810;p148"/>
            <p:cNvSpPr/>
            <p:nvPr/>
          </p:nvSpPr>
          <p:spPr>
            <a:xfrm>
              <a:off x="6175478" y="3795646"/>
              <a:ext cx="64084" cy="128138"/>
            </a:xfrm>
            <a:custGeom>
              <a:avLst/>
              <a:gdLst/>
              <a:ahLst/>
              <a:cxnLst/>
              <a:rect l="l" t="t" r="r" b="b"/>
              <a:pathLst>
                <a:path w="2144" h="4287" extrusionOk="0">
                  <a:moveTo>
                    <a:pt x="334" y="0"/>
                  </a:moveTo>
                  <a:lnTo>
                    <a:pt x="0" y="1858"/>
                  </a:lnTo>
                  <a:lnTo>
                    <a:pt x="334" y="2453"/>
                  </a:lnTo>
                  <a:lnTo>
                    <a:pt x="1882" y="4287"/>
                  </a:lnTo>
                  <a:lnTo>
                    <a:pt x="2144" y="2453"/>
                  </a:lnTo>
                  <a:lnTo>
                    <a:pt x="1882" y="1858"/>
                  </a:lnTo>
                  <a:lnTo>
                    <a:pt x="334" y="0"/>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1" name="Google Shape;25811;p148"/>
            <p:cNvSpPr/>
            <p:nvPr/>
          </p:nvSpPr>
          <p:spPr>
            <a:xfrm>
              <a:off x="6230984" y="3849747"/>
              <a:ext cx="195779" cy="73350"/>
            </a:xfrm>
            <a:custGeom>
              <a:avLst/>
              <a:gdLst/>
              <a:ahLst/>
              <a:cxnLst/>
              <a:rect l="l" t="t" r="r" b="b"/>
              <a:pathLst>
                <a:path w="6550" h="2454" extrusionOk="0">
                  <a:moveTo>
                    <a:pt x="1" y="0"/>
                  </a:moveTo>
                  <a:lnTo>
                    <a:pt x="1" y="2453"/>
                  </a:lnTo>
                  <a:lnTo>
                    <a:pt x="5597" y="2453"/>
                  </a:lnTo>
                  <a:lnTo>
                    <a:pt x="6550" y="1239"/>
                  </a:lnTo>
                  <a:lnTo>
                    <a:pt x="5597" y="0"/>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2" name="Google Shape;25812;p148"/>
            <p:cNvSpPr/>
            <p:nvPr/>
          </p:nvSpPr>
          <p:spPr>
            <a:xfrm>
              <a:off x="6082937" y="3795646"/>
              <a:ext cx="102523" cy="73350"/>
            </a:xfrm>
            <a:custGeom>
              <a:avLst/>
              <a:gdLst/>
              <a:ahLst/>
              <a:cxnLst/>
              <a:rect l="l" t="t" r="r" b="b"/>
              <a:pathLst>
                <a:path w="3430" h="2454" extrusionOk="0">
                  <a:moveTo>
                    <a:pt x="0" y="0"/>
                  </a:moveTo>
                  <a:lnTo>
                    <a:pt x="0" y="2453"/>
                  </a:lnTo>
                  <a:lnTo>
                    <a:pt x="3430" y="2453"/>
                  </a:lnTo>
                  <a:lnTo>
                    <a:pt x="3430" y="0"/>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13" name="Google Shape;25813;p148"/>
          <p:cNvGrpSpPr/>
          <p:nvPr/>
        </p:nvGrpSpPr>
        <p:grpSpPr>
          <a:xfrm>
            <a:off x="5552286" y="3415452"/>
            <a:ext cx="286885" cy="344545"/>
            <a:chOff x="5437986" y="3567852"/>
            <a:chExt cx="286885" cy="344545"/>
          </a:xfrm>
        </p:grpSpPr>
        <p:sp>
          <p:nvSpPr>
            <p:cNvPr id="25814" name="Google Shape;25814;p148"/>
            <p:cNvSpPr/>
            <p:nvPr/>
          </p:nvSpPr>
          <p:spPr>
            <a:xfrm>
              <a:off x="5473585" y="3717333"/>
              <a:ext cx="229944" cy="47017"/>
            </a:xfrm>
            <a:custGeom>
              <a:avLst/>
              <a:gdLst/>
              <a:ahLst/>
              <a:cxnLst/>
              <a:rect l="l" t="t" r="r" b="b"/>
              <a:pathLst>
                <a:path w="7693" h="1573" extrusionOk="0">
                  <a:moveTo>
                    <a:pt x="0" y="1"/>
                  </a:moveTo>
                  <a:lnTo>
                    <a:pt x="0" y="1573"/>
                  </a:lnTo>
                  <a:lnTo>
                    <a:pt x="7692" y="1573"/>
                  </a:lnTo>
                  <a:lnTo>
                    <a:pt x="7692"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5" name="Google Shape;25815;p148"/>
            <p:cNvSpPr/>
            <p:nvPr/>
          </p:nvSpPr>
          <p:spPr>
            <a:xfrm>
              <a:off x="5473585" y="3740827"/>
              <a:ext cx="229944" cy="22806"/>
            </a:xfrm>
            <a:custGeom>
              <a:avLst/>
              <a:gdLst/>
              <a:ahLst/>
              <a:cxnLst/>
              <a:rect l="l" t="t" r="r" b="b"/>
              <a:pathLst>
                <a:path w="7693" h="763" extrusionOk="0">
                  <a:moveTo>
                    <a:pt x="0" y="1"/>
                  </a:moveTo>
                  <a:lnTo>
                    <a:pt x="0" y="763"/>
                  </a:lnTo>
                  <a:lnTo>
                    <a:pt x="7692" y="763"/>
                  </a:lnTo>
                  <a:lnTo>
                    <a:pt x="7692"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6" name="Google Shape;25816;p148"/>
            <p:cNvSpPr/>
            <p:nvPr/>
          </p:nvSpPr>
          <p:spPr>
            <a:xfrm>
              <a:off x="5473585" y="3820544"/>
              <a:ext cx="251285" cy="47017"/>
            </a:xfrm>
            <a:custGeom>
              <a:avLst/>
              <a:gdLst/>
              <a:ahLst/>
              <a:cxnLst/>
              <a:rect l="l" t="t" r="r" b="b"/>
              <a:pathLst>
                <a:path w="8407" h="1573" extrusionOk="0">
                  <a:moveTo>
                    <a:pt x="0" y="1"/>
                  </a:moveTo>
                  <a:lnTo>
                    <a:pt x="0" y="1573"/>
                  </a:lnTo>
                  <a:lnTo>
                    <a:pt x="8407" y="1573"/>
                  </a:lnTo>
                  <a:lnTo>
                    <a:pt x="8407"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7" name="Google Shape;25817;p148"/>
            <p:cNvSpPr/>
            <p:nvPr/>
          </p:nvSpPr>
          <p:spPr>
            <a:xfrm>
              <a:off x="5473585" y="3844038"/>
              <a:ext cx="251285" cy="22806"/>
            </a:xfrm>
            <a:custGeom>
              <a:avLst/>
              <a:gdLst/>
              <a:ahLst/>
              <a:cxnLst/>
              <a:rect l="l" t="t" r="r" b="b"/>
              <a:pathLst>
                <a:path w="8407" h="763" extrusionOk="0">
                  <a:moveTo>
                    <a:pt x="0" y="1"/>
                  </a:moveTo>
                  <a:lnTo>
                    <a:pt x="0" y="763"/>
                  </a:lnTo>
                  <a:lnTo>
                    <a:pt x="8407" y="763"/>
                  </a:lnTo>
                  <a:lnTo>
                    <a:pt x="8407"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8" name="Google Shape;25818;p148"/>
            <p:cNvSpPr/>
            <p:nvPr/>
          </p:nvSpPr>
          <p:spPr>
            <a:xfrm>
              <a:off x="5474990" y="3613405"/>
              <a:ext cx="207885" cy="47017"/>
            </a:xfrm>
            <a:custGeom>
              <a:avLst/>
              <a:gdLst/>
              <a:ahLst/>
              <a:cxnLst/>
              <a:rect l="l" t="t" r="r" b="b"/>
              <a:pathLst>
                <a:path w="6955" h="1573" extrusionOk="0">
                  <a:moveTo>
                    <a:pt x="1" y="1"/>
                  </a:moveTo>
                  <a:lnTo>
                    <a:pt x="1" y="1573"/>
                  </a:lnTo>
                  <a:lnTo>
                    <a:pt x="6955" y="1573"/>
                  </a:lnTo>
                  <a:lnTo>
                    <a:pt x="6955"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9" name="Google Shape;25819;p148"/>
            <p:cNvSpPr/>
            <p:nvPr/>
          </p:nvSpPr>
          <p:spPr>
            <a:xfrm>
              <a:off x="5474990" y="3637616"/>
              <a:ext cx="207885" cy="22806"/>
            </a:xfrm>
            <a:custGeom>
              <a:avLst/>
              <a:gdLst/>
              <a:ahLst/>
              <a:cxnLst/>
              <a:rect l="l" t="t" r="r" b="b"/>
              <a:pathLst>
                <a:path w="6955" h="763" extrusionOk="0">
                  <a:moveTo>
                    <a:pt x="1" y="1"/>
                  </a:moveTo>
                  <a:lnTo>
                    <a:pt x="1" y="763"/>
                  </a:lnTo>
                  <a:lnTo>
                    <a:pt x="6955" y="763"/>
                  </a:lnTo>
                  <a:lnTo>
                    <a:pt x="6955"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0" name="Google Shape;25820;p148"/>
            <p:cNvSpPr/>
            <p:nvPr/>
          </p:nvSpPr>
          <p:spPr>
            <a:xfrm>
              <a:off x="5437986" y="3567852"/>
              <a:ext cx="35629" cy="20684"/>
            </a:xfrm>
            <a:custGeom>
              <a:avLst/>
              <a:gdLst/>
              <a:ahLst/>
              <a:cxnLst/>
              <a:rect l="l" t="t" r="r" b="b"/>
              <a:pathLst>
                <a:path w="1192" h="692" extrusionOk="0">
                  <a:moveTo>
                    <a:pt x="1" y="1"/>
                  </a:moveTo>
                  <a:lnTo>
                    <a:pt x="1" y="691"/>
                  </a:lnTo>
                  <a:lnTo>
                    <a:pt x="1191" y="691"/>
                  </a:lnTo>
                  <a:lnTo>
                    <a:pt x="834"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1" name="Google Shape;25821;p148"/>
            <p:cNvSpPr/>
            <p:nvPr/>
          </p:nvSpPr>
          <p:spPr>
            <a:xfrm>
              <a:off x="5439420" y="3609160"/>
              <a:ext cx="35599" cy="19937"/>
            </a:xfrm>
            <a:custGeom>
              <a:avLst/>
              <a:gdLst/>
              <a:ahLst/>
              <a:cxnLst/>
              <a:rect l="l" t="t" r="r" b="b"/>
              <a:pathLst>
                <a:path w="1191" h="667" extrusionOk="0">
                  <a:moveTo>
                    <a:pt x="0" y="0"/>
                  </a:moveTo>
                  <a:lnTo>
                    <a:pt x="0" y="667"/>
                  </a:lnTo>
                  <a:lnTo>
                    <a:pt x="1191" y="667"/>
                  </a:lnTo>
                  <a:lnTo>
                    <a:pt x="1191"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2" name="Google Shape;25822;p148"/>
            <p:cNvSpPr/>
            <p:nvPr/>
          </p:nvSpPr>
          <p:spPr>
            <a:xfrm>
              <a:off x="5439420" y="3649004"/>
              <a:ext cx="35599" cy="20684"/>
            </a:xfrm>
            <a:custGeom>
              <a:avLst/>
              <a:gdLst/>
              <a:ahLst/>
              <a:cxnLst/>
              <a:rect l="l" t="t" r="r" b="b"/>
              <a:pathLst>
                <a:path w="1191" h="692" extrusionOk="0">
                  <a:moveTo>
                    <a:pt x="0" y="1"/>
                  </a:moveTo>
                  <a:lnTo>
                    <a:pt x="0" y="691"/>
                  </a:lnTo>
                  <a:lnTo>
                    <a:pt x="1191" y="691"/>
                  </a:lnTo>
                  <a:lnTo>
                    <a:pt x="1191"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3" name="Google Shape;25823;p148"/>
            <p:cNvSpPr/>
            <p:nvPr/>
          </p:nvSpPr>
          <p:spPr>
            <a:xfrm>
              <a:off x="5439420" y="3689595"/>
              <a:ext cx="35599" cy="20654"/>
            </a:xfrm>
            <a:custGeom>
              <a:avLst/>
              <a:gdLst/>
              <a:ahLst/>
              <a:cxnLst/>
              <a:rect l="l" t="t" r="r" b="b"/>
              <a:pathLst>
                <a:path w="1191" h="691" extrusionOk="0">
                  <a:moveTo>
                    <a:pt x="0" y="0"/>
                  </a:moveTo>
                  <a:lnTo>
                    <a:pt x="0" y="691"/>
                  </a:lnTo>
                  <a:lnTo>
                    <a:pt x="1191" y="691"/>
                  </a:lnTo>
                  <a:lnTo>
                    <a:pt x="1191"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4" name="Google Shape;25824;p148"/>
            <p:cNvSpPr/>
            <p:nvPr/>
          </p:nvSpPr>
          <p:spPr>
            <a:xfrm>
              <a:off x="5439420" y="3730874"/>
              <a:ext cx="35599" cy="20654"/>
            </a:xfrm>
            <a:custGeom>
              <a:avLst/>
              <a:gdLst/>
              <a:ahLst/>
              <a:cxnLst/>
              <a:rect l="l" t="t" r="r" b="b"/>
              <a:pathLst>
                <a:path w="1191" h="691" extrusionOk="0">
                  <a:moveTo>
                    <a:pt x="0" y="0"/>
                  </a:moveTo>
                  <a:lnTo>
                    <a:pt x="0" y="691"/>
                  </a:lnTo>
                  <a:lnTo>
                    <a:pt x="1191" y="691"/>
                  </a:lnTo>
                  <a:lnTo>
                    <a:pt x="1191"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5" name="Google Shape;25825;p148"/>
            <p:cNvSpPr/>
            <p:nvPr/>
          </p:nvSpPr>
          <p:spPr>
            <a:xfrm>
              <a:off x="5439420" y="3740827"/>
              <a:ext cx="35599" cy="9296"/>
            </a:xfrm>
            <a:custGeom>
              <a:avLst/>
              <a:gdLst/>
              <a:ahLst/>
              <a:cxnLst/>
              <a:rect l="l" t="t" r="r" b="b"/>
              <a:pathLst>
                <a:path w="1191" h="311" extrusionOk="0">
                  <a:moveTo>
                    <a:pt x="0" y="1"/>
                  </a:moveTo>
                  <a:lnTo>
                    <a:pt x="0" y="310"/>
                  </a:lnTo>
                  <a:lnTo>
                    <a:pt x="1191" y="310"/>
                  </a:lnTo>
                  <a:lnTo>
                    <a:pt x="1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6" name="Google Shape;25826;p148"/>
            <p:cNvSpPr/>
            <p:nvPr/>
          </p:nvSpPr>
          <p:spPr>
            <a:xfrm>
              <a:off x="5439420" y="3770717"/>
              <a:ext cx="35599" cy="20684"/>
            </a:xfrm>
            <a:custGeom>
              <a:avLst/>
              <a:gdLst/>
              <a:ahLst/>
              <a:cxnLst/>
              <a:rect l="l" t="t" r="r" b="b"/>
              <a:pathLst>
                <a:path w="1191" h="692" extrusionOk="0">
                  <a:moveTo>
                    <a:pt x="0" y="1"/>
                  </a:moveTo>
                  <a:lnTo>
                    <a:pt x="0" y="691"/>
                  </a:lnTo>
                  <a:lnTo>
                    <a:pt x="1191" y="691"/>
                  </a:lnTo>
                  <a:lnTo>
                    <a:pt x="1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7" name="Google Shape;25827;p148"/>
            <p:cNvSpPr/>
            <p:nvPr/>
          </p:nvSpPr>
          <p:spPr>
            <a:xfrm>
              <a:off x="5439420" y="3810591"/>
              <a:ext cx="35599" cy="20684"/>
            </a:xfrm>
            <a:custGeom>
              <a:avLst/>
              <a:gdLst/>
              <a:ahLst/>
              <a:cxnLst/>
              <a:rect l="l" t="t" r="r" b="b"/>
              <a:pathLst>
                <a:path w="1191" h="692" extrusionOk="0">
                  <a:moveTo>
                    <a:pt x="0" y="0"/>
                  </a:moveTo>
                  <a:lnTo>
                    <a:pt x="0" y="691"/>
                  </a:lnTo>
                  <a:lnTo>
                    <a:pt x="1191" y="691"/>
                  </a:lnTo>
                  <a:lnTo>
                    <a:pt x="1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8" name="Google Shape;25828;p148"/>
            <p:cNvSpPr/>
            <p:nvPr/>
          </p:nvSpPr>
          <p:spPr>
            <a:xfrm>
              <a:off x="5439420" y="3851869"/>
              <a:ext cx="35599" cy="20684"/>
            </a:xfrm>
            <a:custGeom>
              <a:avLst/>
              <a:gdLst/>
              <a:ahLst/>
              <a:cxnLst/>
              <a:rect l="l" t="t" r="r" b="b"/>
              <a:pathLst>
                <a:path w="1191" h="692" extrusionOk="0">
                  <a:moveTo>
                    <a:pt x="0" y="1"/>
                  </a:moveTo>
                  <a:lnTo>
                    <a:pt x="0" y="691"/>
                  </a:lnTo>
                  <a:lnTo>
                    <a:pt x="1191" y="691"/>
                  </a:lnTo>
                  <a:lnTo>
                    <a:pt x="1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9" name="Google Shape;25829;p148"/>
            <p:cNvSpPr/>
            <p:nvPr/>
          </p:nvSpPr>
          <p:spPr>
            <a:xfrm>
              <a:off x="5439420" y="3891743"/>
              <a:ext cx="35599" cy="20654"/>
            </a:xfrm>
            <a:custGeom>
              <a:avLst/>
              <a:gdLst/>
              <a:ahLst/>
              <a:cxnLst/>
              <a:rect l="l" t="t" r="r" b="b"/>
              <a:pathLst>
                <a:path w="1191" h="691" extrusionOk="0">
                  <a:moveTo>
                    <a:pt x="0" y="0"/>
                  </a:moveTo>
                  <a:lnTo>
                    <a:pt x="0" y="691"/>
                  </a:lnTo>
                  <a:lnTo>
                    <a:pt x="834" y="691"/>
                  </a:lnTo>
                  <a:lnTo>
                    <a:pt x="1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0" name="Google Shape;25830;p148"/>
            <p:cNvSpPr/>
            <p:nvPr/>
          </p:nvSpPr>
          <p:spPr>
            <a:xfrm>
              <a:off x="5464319" y="3568569"/>
              <a:ext cx="19967" cy="343825"/>
            </a:xfrm>
            <a:custGeom>
              <a:avLst/>
              <a:gdLst/>
              <a:ahLst/>
              <a:cxnLst/>
              <a:rect l="l" t="t" r="r" b="b"/>
              <a:pathLst>
                <a:path w="668" h="11503" extrusionOk="0">
                  <a:moveTo>
                    <a:pt x="1" y="1"/>
                  </a:moveTo>
                  <a:lnTo>
                    <a:pt x="1" y="11503"/>
                  </a:lnTo>
                  <a:lnTo>
                    <a:pt x="668" y="11503"/>
                  </a:lnTo>
                  <a:lnTo>
                    <a:pt x="668"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1" name="Google Shape;25831;p148"/>
            <p:cNvSpPr/>
            <p:nvPr/>
          </p:nvSpPr>
          <p:spPr>
            <a:xfrm>
              <a:off x="5464319" y="3740827"/>
              <a:ext cx="19967" cy="171569"/>
            </a:xfrm>
            <a:custGeom>
              <a:avLst/>
              <a:gdLst/>
              <a:ahLst/>
              <a:cxnLst/>
              <a:rect l="l" t="t" r="r" b="b"/>
              <a:pathLst>
                <a:path w="668" h="5740" extrusionOk="0">
                  <a:moveTo>
                    <a:pt x="1" y="1"/>
                  </a:moveTo>
                  <a:lnTo>
                    <a:pt x="1" y="5740"/>
                  </a:lnTo>
                  <a:lnTo>
                    <a:pt x="668" y="5740"/>
                  </a:lnTo>
                  <a:lnTo>
                    <a:pt x="668"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32" name="Google Shape;25832;p148"/>
          <p:cNvGrpSpPr/>
          <p:nvPr/>
        </p:nvGrpSpPr>
        <p:grpSpPr>
          <a:xfrm>
            <a:off x="4782742" y="3453174"/>
            <a:ext cx="344543" cy="284764"/>
            <a:chOff x="4744642" y="3605574"/>
            <a:chExt cx="344543" cy="284764"/>
          </a:xfrm>
        </p:grpSpPr>
        <p:sp>
          <p:nvSpPr>
            <p:cNvPr id="25833" name="Google Shape;25833;p148"/>
            <p:cNvSpPr/>
            <p:nvPr/>
          </p:nvSpPr>
          <p:spPr>
            <a:xfrm>
              <a:off x="4980237" y="3713059"/>
              <a:ext cx="64114" cy="168729"/>
            </a:xfrm>
            <a:custGeom>
              <a:avLst/>
              <a:gdLst/>
              <a:ahLst/>
              <a:cxnLst/>
              <a:rect l="l" t="t" r="r" b="b"/>
              <a:pathLst>
                <a:path w="2145" h="5645" extrusionOk="0">
                  <a:moveTo>
                    <a:pt x="1073" y="1"/>
                  </a:moveTo>
                  <a:lnTo>
                    <a:pt x="1" y="977"/>
                  </a:lnTo>
                  <a:lnTo>
                    <a:pt x="1" y="5645"/>
                  </a:lnTo>
                  <a:lnTo>
                    <a:pt x="2144" y="5645"/>
                  </a:lnTo>
                  <a:lnTo>
                    <a:pt x="2144" y="977"/>
                  </a:lnTo>
                  <a:lnTo>
                    <a:pt x="1073"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4" name="Google Shape;25834;p148"/>
            <p:cNvSpPr/>
            <p:nvPr/>
          </p:nvSpPr>
          <p:spPr>
            <a:xfrm>
              <a:off x="4884857" y="3732278"/>
              <a:ext cx="64114" cy="148822"/>
            </a:xfrm>
            <a:custGeom>
              <a:avLst/>
              <a:gdLst/>
              <a:ahLst/>
              <a:cxnLst/>
              <a:rect l="l" t="t" r="r" b="b"/>
              <a:pathLst>
                <a:path w="2145" h="4979" extrusionOk="0">
                  <a:moveTo>
                    <a:pt x="1073" y="1"/>
                  </a:moveTo>
                  <a:lnTo>
                    <a:pt x="1" y="1001"/>
                  </a:lnTo>
                  <a:lnTo>
                    <a:pt x="1" y="4978"/>
                  </a:lnTo>
                  <a:lnTo>
                    <a:pt x="2144" y="4978"/>
                  </a:lnTo>
                  <a:lnTo>
                    <a:pt x="2144" y="1001"/>
                  </a:lnTo>
                  <a:lnTo>
                    <a:pt x="1073"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5" name="Google Shape;25835;p148"/>
            <p:cNvSpPr/>
            <p:nvPr/>
          </p:nvSpPr>
          <p:spPr>
            <a:xfrm>
              <a:off x="4790195" y="3752933"/>
              <a:ext cx="64084" cy="128168"/>
            </a:xfrm>
            <a:custGeom>
              <a:avLst/>
              <a:gdLst/>
              <a:ahLst/>
              <a:cxnLst/>
              <a:rect l="l" t="t" r="r" b="b"/>
              <a:pathLst>
                <a:path w="2144" h="4288" extrusionOk="0">
                  <a:moveTo>
                    <a:pt x="1072" y="1"/>
                  </a:moveTo>
                  <a:lnTo>
                    <a:pt x="1" y="977"/>
                  </a:lnTo>
                  <a:lnTo>
                    <a:pt x="1" y="4287"/>
                  </a:lnTo>
                  <a:lnTo>
                    <a:pt x="2144" y="4287"/>
                  </a:lnTo>
                  <a:lnTo>
                    <a:pt x="2144" y="977"/>
                  </a:lnTo>
                  <a:lnTo>
                    <a:pt x="1072" y="1"/>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6" name="Google Shape;25836;p148"/>
            <p:cNvSpPr/>
            <p:nvPr/>
          </p:nvSpPr>
          <p:spPr>
            <a:xfrm>
              <a:off x="4790195" y="3699549"/>
              <a:ext cx="64084" cy="56970"/>
            </a:xfrm>
            <a:custGeom>
              <a:avLst/>
              <a:gdLst/>
              <a:ahLst/>
              <a:cxnLst/>
              <a:rect l="l" t="t" r="r" b="b"/>
              <a:pathLst>
                <a:path w="2144" h="1906" extrusionOk="0">
                  <a:moveTo>
                    <a:pt x="1072" y="0"/>
                  </a:moveTo>
                  <a:lnTo>
                    <a:pt x="1" y="977"/>
                  </a:lnTo>
                  <a:lnTo>
                    <a:pt x="1" y="1906"/>
                  </a:lnTo>
                  <a:lnTo>
                    <a:pt x="1072" y="929"/>
                  </a:lnTo>
                  <a:lnTo>
                    <a:pt x="2144" y="1906"/>
                  </a:lnTo>
                  <a:lnTo>
                    <a:pt x="2144" y="977"/>
                  </a:lnTo>
                  <a:lnTo>
                    <a:pt x="1072"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7" name="Google Shape;25837;p148"/>
            <p:cNvSpPr/>
            <p:nvPr/>
          </p:nvSpPr>
          <p:spPr>
            <a:xfrm>
              <a:off x="4790195" y="3646165"/>
              <a:ext cx="64084" cy="56970"/>
            </a:xfrm>
            <a:custGeom>
              <a:avLst/>
              <a:gdLst/>
              <a:ahLst/>
              <a:cxnLst/>
              <a:rect l="l" t="t" r="r" b="b"/>
              <a:pathLst>
                <a:path w="2144" h="1906" extrusionOk="0">
                  <a:moveTo>
                    <a:pt x="1072" y="0"/>
                  </a:moveTo>
                  <a:lnTo>
                    <a:pt x="1" y="977"/>
                  </a:lnTo>
                  <a:lnTo>
                    <a:pt x="1" y="1906"/>
                  </a:lnTo>
                  <a:lnTo>
                    <a:pt x="1072" y="929"/>
                  </a:lnTo>
                  <a:lnTo>
                    <a:pt x="2144" y="1906"/>
                  </a:lnTo>
                  <a:lnTo>
                    <a:pt x="2144" y="977"/>
                  </a:lnTo>
                  <a:lnTo>
                    <a:pt x="1072"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8" name="Google Shape;25838;p148"/>
            <p:cNvSpPr/>
            <p:nvPr/>
          </p:nvSpPr>
          <p:spPr>
            <a:xfrm>
              <a:off x="4822237" y="3646165"/>
              <a:ext cx="32042" cy="56970"/>
            </a:xfrm>
            <a:custGeom>
              <a:avLst/>
              <a:gdLst/>
              <a:ahLst/>
              <a:cxnLst/>
              <a:rect l="l" t="t" r="r" b="b"/>
              <a:pathLst>
                <a:path w="1072" h="1906" extrusionOk="0">
                  <a:moveTo>
                    <a:pt x="0" y="0"/>
                  </a:moveTo>
                  <a:lnTo>
                    <a:pt x="0" y="929"/>
                  </a:lnTo>
                  <a:lnTo>
                    <a:pt x="1072" y="1906"/>
                  </a:lnTo>
                  <a:lnTo>
                    <a:pt x="1072" y="977"/>
                  </a:lnTo>
                  <a:lnTo>
                    <a:pt x="0"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9" name="Google Shape;25839;p148"/>
            <p:cNvSpPr/>
            <p:nvPr/>
          </p:nvSpPr>
          <p:spPr>
            <a:xfrm>
              <a:off x="4820802" y="3699549"/>
              <a:ext cx="32072" cy="56970"/>
            </a:xfrm>
            <a:custGeom>
              <a:avLst/>
              <a:gdLst/>
              <a:ahLst/>
              <a:cxnLst/>
              <a:rect l="l" t="t" r="r" b="b"/>
              <a:pathLst>
                <a:path w="1073" h="1906" extrusionOk="0">
                  <a:moveTo>
                    <a:pt x="1" y="0"/>
                  </a:moveTo>
                  <a:lnTo>
                    <a:pt x="1" y="929"/>
                  </a:lnTo>
                  <a:lnTo>
                    <a:pt x="1072" y="1906"/>
                  </a:lnTo>
                  <a:lnTo>
                    <a:pt x="1072" y="977"/>
                  </a:lnTo>
                  <a:lnTo>
                    <a:pt x="1"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0" name="Google Shape;25840;p148"/>
            <p:cNvSpPr/>
            <p:nvPr/>
          </p:nvSpPr>
          <p:spPr>
            <a:xfrm>
              <a:off x="4820802" y="3752933"/>
              <a:ext cx="32072" cy="128168"/>
            </a:xfrm>
            <a:custGeom>
              <a:avLst/>
              <a:gdLst/>
              <a:ahLst/>
              <a:cxnLst/>
              <a:rect l="l" t="t" r="r" b="b"/>
              <a:pathLst>
                <a:path w="1073" h="4288" extrusionOk="0">
                  <a:moveTo>
                    <a:pt x="1" y="1"/>
                  </a:moveTo>
                  <a:lnTo>
                    <a:pt x="1" y="4287"/>
                  </a:lnTo>
                  <a:lnTo>
                    <a:pt x="1072" y="4287"/>
                  </a:lnTo>
                  <a:lnTo>
                    <a:pt x="1072" y="977"/>
                  </a:lnTo>
                  <a:lnTo>
                    <a:pt x="1"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1" name="Google Shape;25841;p148"/>
            <p:cNvSpPr/>
            <p:nvPr/>
          </p:nvSpPr>
          <p:spPr>
            <a:xfrm>
              <a:off x="4884857" y="3678894"/>
              <a:ext cx="64114" cy="56970"/>
            </a:xfrm>
            <a:custGeom>
              <a:avLst/>
              <a:gdLst/>
              <a:ahLst/>
              <a:cxnLst/>
              <a:rect l="l" t="t" r="r" b="b"/>
              <a:pathLst>
                <a:path w="2145" h="1906" extrusionOk="0">
                  <a:moveTo>
                    <a:pt x="1073" y="1"/>
                  </a:moveTo>
                  <a:lnTo>
                    <a:pt x="1" y="1001"/>
                  </a:lnTo>
                  <a:lnTo>
                    <a:pt x="1" y="1906"/>
                  </a:lnTo>
                  <a:lnTo>
                    <a:pt x="1073" y="930"/>
                  </a:lnTo>
                  <a:lnTo>
                    <a:pt x="2144" y="1906"/>
                  </a:lnTo>
                  <a:lnTo>
                    <a:pt x="2144" y="1001"/>
                  </a:lnTo>
                  <a:lnTo>
                    <a:pt x="1073"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2" name="Google Shape;25842;p148"/>
            <p:cNvSpPr/>
            <p:nvPr/>
          </p:nvSpPr>
          <p:spPr>
            <a:xfrm>
              <a:off x="4884857" y="3625510"/>
              <a:ext cx="64114" cy="56970"/>
            </a:xfrm>
            <a:custGeom>
              <a:avLst/>
              <a:gdLst/>
              <a:ahLst/>
              <a:cxnLst/>
              <a:rect l="l" t="t" r="r" b="b"/>
              <a:pathLst>
                <a:path w="2145" h="1906" extrusionOk="0">
                  <a:moveTo>
                    <a:pt x="1073" y="1"/>
                  </a:moveTo>
                  <a:lnTo>
                    <a:pt x="1" y="1001"/>
                  </a:lnTo>
                  <a:lnTo>
                    <a:pt x="1" y="1906"/>
                  </a:lnTo>
                  <a:lnTo>
                    <a:pt x="1073" y="929"/>
                  </a:lnTo>
                  <a:lnTo>
                    <a:pt x="2144" y="1906"/>
                  </a:lnTo>
                  <a:lnTo>
                    <a:pt x="2144" y="1001"/>
                  </a:lnTo>
                  <a:lnTo>
                    <a:pt x="1073"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3" name="Google Shape;25843;p148"/>
            <p:cNvSpPr/>
            <p:nvPr/>
          </p:nvSpPr>
          <p:spPr>
            <a:xfrm>
              <a:off x="4916899" y="3625510"/>
              <a:ext cx="32072" cy="56970"/>
            </a:xfrm>
            <a:custGeom>
              <a:avLst/>
              <a:gdLst/>
              <a:ahLst/>
              <a:cxnLst/>
              <a:rect l="l" t="t" r="r" b="b"/>
              <a:pathLst>
                <a:path w="1073" h="1906" extrusionOk="0">
                  <a:moveTo>
                    <a:pt x="1" y="1"/>
                  </a:moveTo>
                  <a:lnTo>
                    <a:pt x="1" y="929"/>
                  </a:lnTo>
                  <a:lnTo>
                    <a:pt x="1072" y="1906"/>
                  </a:lnTo>
                  <a:lnTo>
                    <a:pt x="1072" y="1001"/>
                  </a:lnTo>
                  <a:lnTo>
                    <a:pt x="1"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4" name="Google Shape;25844;p148"/>
            <p:cNvSpPr/>
            <p:nvPr/>
          </p:nvSpPr>
          <p:spPr>
            <a:xfrm>
              <a:off x="4916899" y="3678894"/>
              <a:ext cx="32072" cy="56970"/>
            </a:xfrm>
            <a:custGeom>
              <a:avLst/>
              <a:gdLst/>
              <a:ahLst/>
              <a:cxnLst/>
              <a:rect l="l" t="t" r="r" b="b"/>
              <a:pathLst>
                <a:path w="1073" h="1906" extrusionOk="0">
                  <a:moveTo>
                    <a:pt x="1" y="1"/>
                  </a:moveTo>
                  <a:lnTo>
                    <a:pt x="1" y="930"/>
                  </a:lnTo>
                  <a:lnTo>
                    <a:pt x="1072" y="1906"/>
                  </a:lnTo>
                  <a:lnTo>
                    <a:pt x="1072" y="1001"/>
                  </a:lnTo>
                  <a:lnTo>
                    <a:pt x="1"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5" name="Google Shape;25845;p148"/>
            <p:cNvSpPr/>
            <p:nvPr/>
          </p:nvSpPr>
          <p:spPr>
            <a:xfrm>
              <a:off x="4916899" y="3732278"/>
              <a:ext cx="32072" cy="148822"/>
            </a:xfrm>
            <a:custGeom>
              <a:avLst/>
              <a:gdLst/>
              <a:ahLst/>
              <a:cxnLst/>
              <a:rect l="l" t="t" r="r" b="b"/>
              <a:pathLst>
                <a:path w="1073" h="4979" extrusionOk="0">
                  <a:moveTo>
                    <a:pt x="1" y="1"/>
                  </a:moveTo>
                  <a:lnTo>
                    <a:pt x="1" y="4978"/>
                  </a:lnTo>
                  <a:lnTo>
                    <a:pt x="1072" y="4978"/>
                  </a:lnTo>
                  <a:lnTo>
                    <a:pt x="1072" y="1001"/>
                  </a:lnTo>
                  <a:lnTo>
                    <a:pt x="1"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6" name="Google Shape;25846;p148"/>
            <p:cNvSpPr/>
            <p:nvPr/>
          </p:nvSpPr>
          <p:spPr>
            <a:xfrm>
              <a:off x="4980237" y="3659675"/>
              <a:ext cx="64114" cy="56970"/>
            </a:xfrm>
            <a:custGeom>
              <a:avLst/>
              <a:gdLst/>
              <a:ahLst/>
              <a:cxnLst/>
              <a:rect l="l" t="t" r="r" b="b"/>
              <a:pathLst>
                <a:path w="2145" h="1906" extrusionOk="0">
                  <a:moveTo>
                    <a:pt x="1073" y="1"/>
                  </a:moveTo>
                  <a:lnTo>
                    <a:pt x="1" y="977"/>
                  </a:lnTo>
                  <a:lnTo>
                    <a:pt x="1" y="1906"/>
                  </a:lnTo>
                  <a:lnTo>
                    <a:pt x="1073" y="930"/>
                  </a:lnTo>
                  <a:lnTo>
                    <a:pt x="2144" y="1906"/>
                  </a:lnTo>
                  <a:lnTo>
                    <a:pt x="2144" y="977"/>
                  </a:lnTo>
                  <a:lnTo>
                    <a:pt x="1073"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7" name="Google Shape;25847;p148"/>
            <p:cNvSpPr/>
            <p:nvPr/>
          </p:nvSpPr>
          <p:spPr>
            <a:xfrm>
              <a:off x="4980237" y="3605574"/>
              <a:ext cx="64114" cy="57000"/>
            </a:xfrm>
            <a:custGeom>
              <a:avLst/>
              <a:gdLst/>
              <a:ahLst/>
              <a:cxnLst/>
              <a:rect l="l" t="t" r="r" b="b"/>
              <a:pathLst>
                <a:path w="2145" h="1907" extrusionOk="0">
                  <a:moveTo>
                    <a:pt x="1073" y="1"/>
                  </a:moveTo>
                  <a:lnTo>
                    <a:pt x="1" y="977"/>
                  </a:lnTo>
                  <a:lnTo>
                    <a:pt x="1" y="1906"/>
                  </a:lnTo>
                  <a:lnTo>
                    <a:pt x="1073" y="906"/>
                  </a:lnTo>
                  <a:lnTo>
                    <a:pt x="2144" y="1906"/>
                  </a:lnTo>
                  <a:lnTo>
                    <a:pt x="2144" y="977"/>
                  </a:lnTo>
                  <a:lnTo>
                    <a:pt x="1073"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8" name="Google Shape;25848;p148"/>
            <p:cNvSpPr/>
            <p:nvPr/>
          </p:nvSpPr>
          <p:spPr>
            <a:xfrm>
              <a:off x="5012279" y="3713059"/>
              <a:ext cx="32072" cy="168729"/>
            </a:xfrm>
            <a:custGeom>
              <a:avLst/>
              <a:gdLst/>
              <a:ahLst/>
              <a:cxnLst/>
              <a:rect l="l" t="t" r="r" b="b"/>
              <a:pathLst>
                <a:path w="1073" h="5645" extrusionOk="0">
                  <a:moveTo>
                    <a:pt x="1" y="1"/>
                  </a:moveTo>
                  <a:lnTo>
                    <a:pt x="1" y="5645"/>
                  </a:lnTo>
                  <a:lnTo>
                    <a:pt x="1072" y="5645"/>
                  </a:lnTo>
                  <a:lnTo>
                    <a:pt x="1072" y="977"/>
                  </a:lnTo>
                  <a:lnTo>
                    <a:pt x="1"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9" name="Google Shape;25849;p148"/>
            <p:cNvSpPr/>
            <p:nvPr/>
          </p:nvSpPr>
          <p:spPr>
            <a:xfrm>
              <a:off x="4744642" y="3869684"/>
              <a:ext cx="343107" cy="20654"/>
            </a:xfrm>
            <a:custGeom>
              <a:avLst/>
              <a:gdLst/>
              <a:ahLst/>
              <a:cxnLst/>
              <a:rect l="l" t="t" r="r" b="b"/>
              <a:pathLst>
                <a:path w="11479" h="691" extrusionOk="0">
                  <a:moveTo>
                    <a:pt x="0" y="0"/>
                  </a:moveTo>
                  <a:lnTo>
                    <a:pt x="0" y="691"/>
                  </a:lnTo>
                  <a:lnTo>
                    <a:pt x="11479" y="691"/>
                  </a:lnTo>
                  <a:lnTo>
                    <a:pt x="11479"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0" name="Google Shape;25850;p148"/>
            <p:cNvSpPr/>
            <p:nvPr/>
          </p:nvSpPr>
          <p:spPr>
            <a:xfrm>
              <a:off x="4916899" y="3869684"/>
              <a:ext cx="172286" cy="20654"/>
            </a:xfrm>
            <a:custGeom>
              <a:avLst/>
              <a:gdLst/>
              <a:ahLst/>
              <a:cxnLst/>
              <a:rect l="l" t="t" r="r" b="b"/>
              <a:pathLst>
                <a:path w="5764" h="691" extrusionOk="0">
                  <a:moveTo>
                    <a:pt x="1" y="0"/>
                  </a:moveTo>
                  <a:lnTo>
                    <a:pt x="1" y="691"/>
                  </a:lnTo>
                  <a:lnTo>
                    <a:pt x="5764" y="691"/>
                  </a:lnTo>
                  <a:lnTo>
                    <a:pt x="5764"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1" name="Google Shape;25851;p148"/>
            <p:cNvSpPr/>
            <p:nvPr/>
          </p:nvSpPr>
          <p:spPr>
            <a:xfrm>
              <a:off x="5012279" y="3605574"/>
              <a:ext cx="32072" cy="57000"/>
            </a:xfrm>
            <a:custGeom>
              <a:avLst/>
              <a:gdLst/>
              <a:ahLst/>
              <a:cxnLst/>
              <a:rect l="l" t="t" r="r" b="b"/>
              <a:pathLst>
                <a:path w="1073" h="1907" extrusionOk="0">
                  <a:moveTo>
                    <a:pt x="1" y="1"/>
                  </a:moveTo>
                  <a:lnTo>
                    <a:pt x="1" y="906"/>
                  </a:lnTo>
                  <a:lnTo>
                    <a:pt x="1072" y="1906"/>
                  </a:lnTo>
                  <a:lnTo>
                    <a:pt x="1072" y="977"/>
                  </a:lnTo>
                  <a:lnTo>
                    <a:pt x="1"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2" name="Google Shape;25852;p148"/>
            <p:cNvSpPr/>
            <p:nvPr/>
          </p:nvSpPr>
          <p:spPr>
            <a:xfrm>
              <a:off x="5012279" y="3658987"/>
              <a:ext cx="32072" cy="56970"/>
            </a:xfrm>
            <a:custGeom>
              <a:avLst/>
              <a:gdLst/>
              <a:ahLst/>
              <a:cxnLst/>
              <a:rect l="l" t="t" r="r" b="b"/>
              <a:pathLst>
                <a:path w="1073" h="1906" extrusionOk="0">
                  <a:moveTo>
                    <a:pt x="1" y="0"/>
                  </a:moveTo>
                  <a:lnTo>
                    <a:pt x="1" y="905"/>
                  </a:lnTo>
                  <a:lnTo>
                    <a:pt x="1072" y="1905"/>
                  </a:lnTo>
                  <a:lnTo>
                    <a:pt x="1072" y="976"/>
                  </a:lnTo>
                  <a:lnTo>
                    <a:pt x="1"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53" name="Google Shape;25853;p148"/>
          <p:cNvGrpSpPr/>
          <p:nvPr/>
        </p:nvGrpSpPr>
        <p:grpSpPr>
          <a:xfrm>
            <a:off x="4038814" y="3437541"/>
            <a:ext cx="343827" cy="294000"/>
            <a:chOff x="4076914" y="3589941"/>
            <a:chExt cx="343827" cy="294000"/>
          </a:xfrm>
        </p:grpSpPr>
        <p:sp>
          <p:nvSpPr>
            <p:cNvPr id="25854" name="Google Shape;25854;p148"/>
            <p:cNvSpPr/>
            <p:nvPr/>
          </p:nvSpPr>
          <p:spPr>
            <a:xfrm>
              <a:off x="4108956" y="3698114"/>
              <a:ext cx="73350" cy="99683"/>
            </a:xfrm>
            <a:custGeom>
              <a:avLst/>
              <a:gdLst/>
              <a:ahLst/>
              <a:cxnLst/>
              <a:rect l="l" t="t" r="r" b="b"/>
              <a:pathLst>
                <a:path w="2454" h="3335" extrusionOk="0">
                  <a:moveTo>
                    <a:pt x="1905" y="1"/>
                  </a:moveTo>
                  <a:lnTo>
                    <a:pt x="0" y="2978"/>
                  </a:lnTo>
                  <a:lnTo>
                    <a:pt x="548" y="3335"/>
                  </a:lnTo>
                  <a:lnTo>
                    <a:pt x="2453" y="358"/>
                  </a:lnTo>
                  <a:lnTo>
                    <a:pt x="1905"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5" name="Google Shape;25855;p148"/>
            <p:cNvSpPr/>
            <p:nvPr/>
          </p:nvSpPr>
          <p:spPr>
            <a:xfrm>
              <a:off x="4205053" y="3695992"/>
              <a:ext cx="67641" cy="74755"/>
            </a:xfrm>
            <a:custGeom>
              <a:avLst/>
              <a:gdLst/>
              <a:ahLst/>
              <a:cxnLst/>
              <a:rect l="l" t="t" r="r" b="b"/>
              <a:pathLst>
                <a:path w="2263" h="2501" extrusionOk="0">
                  <a:moveTo>
                    <a:pt x="500" y="0"/>
                  </a:moveTo>
                  <a:lnTo>
                    <a:pt x="0" y="453"/>
                  </a:lnTo>
                  <a:lnTo>
                    <a:pt x="1477" y="2167"/>
                  </a:lnTo>
                  <a:lnTo>
                    <a:pt x="1739" y="2501"/>
                  </a:lnTo>
                  <a:lnTo>
                    <a:pt x="2263" y="2048"/>
                  </a:lnTo>
                  <a:lnTo>
                    <a:pt x="1477" y="1143"/>
                  </a:lnTo>
                  <a:lnTo>
                    <a:pt x="500"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6" name="Google Shape;25856;p148"/>
            <p:cNvSpPr/>
            <p:nvPr/>
          </p:nvSpPr>
          <p:spPr>
            <a:xfrm>
              <a:off x="4249171" y="3730156"/>
              <a:ext cx="23523" cy="40591"/>
            </a:xfrm>
            <a:custGeom>
              <a:avLst/>
              <a:gdLst/>
              <a:ahLst/>
              <a:cxnLst/>
              <a:rect l="l" t="t" r="r" b="b"/>
              <a:pathLst>
                <a:path w="787" h="1358" extrusionOk="0">
                  <a:moveTo>
                    <a:pt x="1" y="0"/>
                  </a:moveTo>
                  <a:lnTo>
                    <a:pt x="1" y="1024"/>
                  </a:lnTo>
                  <a:lnTo>
                    <a:pt x="263" y="1358"/>
                  </a:lnTo>
                  <a:lnTo>
                    <a:pt x="787" y="905"/>
                  </a:lnTo>
                  <a:lnTo>
                    <a:pt x="1"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7" name="Google Shape;25857;p148"/>
            <p:cNvSpPr/>
            <p:nvPr/>
          </p:nvSpPr>
          <p:spPr>
            <a:xfrm>
              <a:off x="4284053" y="3667506"/>
              <a:ext cx="75472" cy="98966"/>
            </a:xfrm>
            <a:custGeom>
              <a:avLst/>
              <a:gdLst/>
              <a:ahLst/>
              <a:cxnLst/>
              <a:rect l="l" t="t" r="r" b="b"/>
              <a:pathLst>
                <a:path w="2525" h="3311" extrusionOk="0">
                  <a:moveTo>
                    <a:pt x="1953" y="1"/>
                  </a:moveTo>
                  <a:lnTo>
                    <a:pt x="1" y="2954"/>
                  </a:lnTo>
                  <a:lnTo>
                    <a:pt x="572" y="3311"/>
                  </a:lnTo>
                  <a:lnTo>
                    <a:pt x="2525" y="358"/>
                  </a:lnTo>
                  <a:lnTo>
                    <a:pt x="1953"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8" name="Google Shape;25858;p148"/>
            <p:cNvSpPr/>
            <p:nvPr/>
          </p:nvSpPr>
          <p:spPr>
            <a:xfrm>
              <a:off x="4098255" y="3834085"/>
              <a:ext cx="19967" cy="36316"/>
            </a:xfrm>
            <a:custGeom>
              <a:avLst/>
              <a:gdLst/>
              <a:ahLst/>
              <a:cxnLst/>
              <a:rect l="l" t="t" r="r" b="b"/>
              <a:pathLst>
                <a:path w="668" h="1215" extrusionOk="0">
                  <a:moveTo>
                    <a:pt x="1" y="0"/>
                  </a:moveTo>
                  <a:lnTo>
                    <a:pt x="1" y="1215"/>
                  </a:lnTo>
                  <a:lnTo>
                    <a:pt x="668" y="1215"/>
                  </a:lnTo>
                  <a:lnTo>
                    <a:pt x="668"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9" name="Google Shape;25859;p148"/>
            <p:cNvSpPr/>
            <p:nvPr/>
          </p:nvSpPr>
          <p:spPr>
            <a:xfrm>
              <a:off x="4182277" y="3713776"/>
              <a:ext cx="20654" cy="155219"/>
            </a:xfrm>
            <a:custGeom>
              <a:avLst/>
              <a:gdLst/>
              <a:ahLst/>
              <a:cxnLst/>
              <a:rect l="l" t="t" r="r" b="b"/>
              <a:pathLst>
                <a:path w="691" h="5193" extrusionOk="0">
                  <a:moveTo>
                    <a:pt x="0" y="1"/>
                  </a:moveTo>
                  <a:lnTo>
                    <a:pt x="0" y="5192"/>
                  </a:lnTo>
                  <a:lnTo>
                    <a:pt x="691" y="5192"/>
                  </a:lnTo>
                  <a:lnTo>
                    <a:pt x="691"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0" name="Google Shape;25860;p148"/>
            <p:cNvSpPr/>
            <p:nvPr/>
          </p:nvSpPr>
          <p:spPr>
            <a:xfrm>
              <a:off x="4270543" y="3801325"/>
              <a:ext cx="20654" cy="67671"/>
            </a:xfrm>
            <a:custGeom>
              <a:avLst/>
              <a:gdLst/>
              <a:ahLst/>
              <a:cxnLst/>
              <a:rect l="l" t="t" r="r" b="b"/>
              <a:pathLst>
                <a:path w="691" h="2264" extrusionOk="0">
                  <a:moveTo>
                    <a:pt x="0" y="1"/>
                  </a:moveTo>
                  <a:lnTo>
                    <a:pt x="0" y="2263"/>
                  </a:lnTo>
                  <a:lnTo>
                    <a:pt x="691" y="2263"/>
                  </a:lnTo>
                  <a:lnTo>
                    <a:pt x="691"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1" name="Google Shape;25861;p148"/>
            <p:cNvSpPr/>
            <p:nvPr/>
          </p:nvSpPr>
          <p:spPr>
            <a:xfrm>
              <a:off x="4361648" y="3678894"/>
              <a:ext cx="19967" cy="190818"/>
            </a:xfrm>
            <a:custGeom>
              <a:avLst/>
              <a:gdLst/>
              <a:ahLst/>
              <a:cxnLst/>
              <a:rect l="l" t="t" r="r" b="b"/>
              <a:pathLst>
                <a:path w="668" h="6384" extrusionOk="0">
                  <a:moveTo>
                    <a:pt x="0" y="1"/>
                  </a:moveTo>
                  <a:lnTo>
                    <a:pt x="0" y="6383"/>
                  </a:lnTo>
                  <a:lnTo>
                    <a:pt x="667" y="6383"/>
                  </a:lnTo>
                  <a:lnTo>
                    <a:pt x="667"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2" name="Google Shape;25862;p148"/>
            <p:cNvSpPr/>
            <p:nvPr/>
          </p:nvSpPr>
          <p:spPr>
            <a:xfrm>
              <a:off x="4076914" y="3863257"/>
              <a:ext cx="343137" cy="20684"/>
            </a:xfrm>
            <a:custGeom>
              <a:avLst/>
              <a:gdLst/>
              <a:ahLst/>
              <a:cxnLst/>
              <a:rect l="l" t="t" r="r" b="b"/>
              <a:pathLst>
                <a:path w="11480" h="692" extrusionOk="0">
                  <a:moveTo>
                    <a:pt x="1" y="1"/>
                  </a:moveTo>
                  <a:lnTo>
                    <a:pt x="1" y="691"/>
                  </a:lnTo>
                  <a:lnTo>
                    <a:pt x="11479" y="691"/>
                  </a:lnTo>
                  <a:lnTo>
                    <a:pt x="11479"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3" name="Google Shape;25863;p148"/>
            <p:cNvSpPr/>
            <p:nvPr/>
          </p:nvSpPr>
          <p:spPr>
            <a:xfrm>
              <a:off x="4248454" y="3863257"/>
              <a:ext cx="171598" cy="20684"/>
            </a:xfrm>
            <a:custGeom>
              <a:avLst/>
              <a:gdLst/>
              <a:ahLst/>
              <a:cxnLst/>
              <a:rect l="l" t="t" r="r" b="b"/>
              <a:pathLst>
                <a:path w="5741" h="692" extrusionOk="0">
                  <a:moveTo>
                    <a:pt x="1" y="1"/>
                  </a:moveTo>
                  <a:lnTo>
                    <a:pt x="1" y="691"/>
                  </a:lnTo>
                  <a:lnTo>
                    <a:pt x="5740" y="691"/>
                  </a:lnTo>
                  <a:lnTo>
                    <a:pt x="5740"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4" name="Google Shape;25864;p148"/>
            <p:cNvSpPr/>
            <p:nvPr/>
          </p:nvSpPr>
          <p:spPr>
            <a:xfrm>
              <a:off x="4076914" y="3780701"/>
              <a:ext cx="64084" cy="6408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20" y="1667"/>
                    <a:pt x="2120" y="1072"/>
                  </a:cubicBezTo>
                  <a:cubicBezTo>
                    <a:pt x="2144" y="477"/>
                    <a:pt x="1668" y="0"/>
                    <a:pt x="1072"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5" name="Google Shape;25865;p148"/>
            <p:cNvSpPr/>
            <p:nvPr/>
          </p:nvSpPr>
          <p:spPr>
            <a:xfrm>
              <a:off x="4108956" y="3780701"/>
              <a:ext cx="32042" cy="64084"/>
            </a:xfrm>
            <a:custGeom>
              <a:avLst/>
              <a:gdLst/>
              <a:ahLst/>
              <a:cxnLst/>
              <a:rect l="l" t="t" r="r" b="b"/>
              <a:pathLst>
                <a:path w="1072" h="2144" extrusionOk="0">
                  <a:moveTo>
                    <a:pt x="0" y="0"/>
                  </a:moveTo>
                  <a:lnTo>
                    <a:pt x="0" y="2144"/>
                  </a:lnTo>
                  <a:cubicBezTo>
                    <a:pt x="596" y="2144"/>
                    <a:pt x="1072" y="1667"/>
                    <a:pt x="1072" y="1072"/>
                  </a:cubicBezTo>
                  <a:cubicBezTo>
                    <a:pt x="1072" y="477"/>
                    <a:pt x="596"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6" name="Google Shape;25866;p148"/>
            <p:cNvSpPr/>
            <p:nvPr/>
          </p:nvSpPr>
          <p:spPr>
            <a:xfrm>
              <a:off x="4160905" y="3660392"/>
              <a:ext cx="64084" cy="64084"/>
            </a:xfrm>
            <a:custGeom>
              <a:avLst/>
              <a:gdLst/>
              <a:ahLst/>
              <a:cxnLst/>
              <a:rect l="l" t="t" r="r" b="b"/>
              <a:pathLst>
                <a:path w="2144" h="2144" extrusionOk="0">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7" name="Google Shape;25867;p148"/>
            <p:cNvSpPr/>
            <p:nvPr/>
          </p:nvSpPr>
          <p:spPr>
            <a:xfrm>
              <a:off x="4192948" y="3660392"/>
              <a:ext cx="32042" cy="64084"/>
            </a:xfrm>
            <a:custGeom>
              <a:avLst/>
              <a:gdLst/>
              <a:ahLst/>
              <a:cxnLst/>
              <a:rect l="l" t="t" r="r" b="b"/>
              <a:pathLst>
                <a:path w="1072" h="2144" extrusionOk="0">
                  <a:moveTo>
                    <a:pt x="0" y="1"/>
                  </a:moveTo>
                  <a:lnTo>
                    <a:pt x="0" y="2144"/>
                  </a:lnTo>
                  <a:cubicBezTo>
                    <a:pt x="596" y="2144"/>
                    <a:pt x="1072" y="1668"/>
                    <a:pt x="1072" y="1072"/>
                  </a:cubicBezTo>
                  <a:cubicBezTo>
                    <a:pt x="1072" y="477"/>
                    <a:pt x="596" y="1"/>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8" name="Google Shape;25868;p148"/>
            <p:cNvSpPr/>
            <p:nvPr/>
          </p:nvSpPr>
          <p:spPr>
            <a:xfrm>
              <a:off x="4248454" y="3747941"/>
              <a:ext cx="64114" cy="64114"/>
            </a:xfrm>
            <a:custGeom>
              <a:avLst/>
              <a:gdLst/>
              <a:ahLst/>
              <a:cxnLst/>
              <a:rect l="l" t="t" r="r" b="b"/>
              <a:pathLst>
                <a:path w="2145" h="2145" extrusionOk="0">
                  <a:moveTo>
                    <a:pt x="1073" y="1"/>
                  </a:moveTo>
                  <a:cubicBezTo>
                    <a:pt x="477" y="1"/>
                    <a:pt x="1" y="477"/>
                    <a:pt x="1" y="1072"/>
                  </a:cubicBezTo>
                  <a:cubicBezTo>
                    <a:pt x="1" y="1668"/>
                    <a:pt x="477" y="2144"/>
                    <a:pt x="1073" y="2144"/>
                  </a:cubicBezTo>
                  <a:cubicBezTo>
                    <a:pt x="1668" y="2144"/>
                    <a:pt x="2144" y="1668"/>
                    <a:pt x="2144" y="1072"/>
                  </a:cubicBezTo>
                  <a:cubicBezTo>
                    <a:pt x="2144" y="477"/>
                    <a:pt x="1668" y="1"/>
                    <a:pt x="1073"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9" name="Google Shape;25869;p148"/>
            <p:cNvSpPr/>
            <p:nvPr/>
          </p:nvSpPr>
          <p:spPr>
            <a:xfrm>
              <a:off x="4280496" y="3747941"/>
              <a:ext cx="32072" cy="64114"/>
            </a:xfrm>
            <a:custGeom>
              <a:avLst/>
              <a:gdLst/>
              <a:ahLst/>
              <a:cxnLst/>
              <a:rect l="l" t="t" r="r" b="b"/>
              <a:pathLst>
                <a:path w="1073" h="2145" extrusionOk="0">
                  <a:moveTo>
                    <a:pt x="1" y="1"/>
                  </a:moveTo>
                  <a:lnTo>
                    <a:pt x="1" y="2144"/>
                  </a:lnTo>
                  <a:cubicBezTo>
                    <a:pt x="596" y="2144"/>
                    <a:pt x="1072" y="1668"/>
                    <a:pt x="1072" y="1072"/>
                  </a:cubicBezTo>
                  <a:cubicBezTo>
                    <a:pt x="1072" y="477"/>
                    <a:pt x="596"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0" name="Google Shape;25870;p148"/>
            <p:cNvSpPr/>
            <p:nvPr/>
          </p:nvSpPr>
          <p:spPr>
            <a:xfrm>
              <a:off x="4322492" y="3589941"/>
              <a:ext cx="98248" cy="98248"/>
            </a:xfrm>
            <a:custGeom>
              <a:avLst/>
              <a:gdLst/>
              <a:ahLst/>
              <a:cxnLst/>
              <a:rect l="l" t="t" r="r" b="b"/>
              <a:pathLst>
                <a:path w="3287" h="3287" extrusionOk="0">
                  <a:moveTo>
                    <a:pt x="1620" y="0"/>
                  </a:moveTo>
                  <a:cubicBezTo>
                    <a:pt x="715" y="0"/>
                    <a:pt x="1" y="762"/>
                    <a:pt x="1" y="1643"/>
                  </a:cubicBezTo>
                  <a:cubicBezTo>
                    <a:pt x="1" y="2572"/>
                    <a:pt x="739" y="3286"/>
                    <a:pt x="1620" y="3286"/>
                  </a:cubicBezTo>
                  <a:cubicBezTo>
                    <a:pt x="2549" y="3286"/>
                    <a:pt x="3263" y="2548"/>
                    <a:pt x="3263" y="1643"/>
                  </a:cubicBezTo>
                  <a:cubicBezTo>
                    <a:pt x="3287" y="762"/>
                    <a:pt x="2549" y="0"/>
                    <a:pt x="1620"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1" name="Google Shape;25871;p148"/>
            <p:cNvSpPr/>
            <p:nvPr/>
          </p:nvSpPr>
          <p:spPr>
            <a:xfrm>
              <a:off x="4372319" y="3589941"/>
              <a:ext cx="48422" cy="98966"/>
            </a:xfrm>
            <a:custGeom>
              <a:avLst/>
              <a:gdLst/>
              <a:ahLst/>
              <a:cxnLst/>
              <a:rect l="l" t="t" r="r" b="b"/>
              <a:pathLst>
                <a:path w="1620" h="3311" extrusionOk="0">
                  <a:moveTo>
                    <a:pt x="1" y="0"/>
                  </a:moveTo>
                  <a:lnTo>
                    <a:pt x="1" y="3310"/>
                  </a:lnTo>
                  <a:cubicBezTo>
                    <a:pt x="882" y="3310"/>
                    <a:pt x="1620" y="2596"/>
                    <a:pt x="1620" y="1667"/>
                  </a:cubicBezTo>
                  <a:cubicBezTo>
                    <a:pt x="1620" y="762"/>
                    <a:pt x="882" y="0"/>
                    <a:pt x="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72" name="Google Shape;25872;p148"/>
          <p:cNvGrpSpPr/>
          <p:nvPr/>
        </p:nvGrpSpPr>
        <p:grpSpPr>
          <a:xfrm>
            <a:off x="3325493" y="3405372"/>
            <a:ext cx="222831" cy="343827"/>
            <a:chOff x="3439793" y="3572126"/>
            <a:chExt cx="222831" cy="343827"/>
          </a:xfrm>
        </p:grpSpPr>
        <p:sp>
          <p:nvSpPr>
            <p:cNvPr id="25873" name="Google Shape;25873;p148"/>
            <p:cNvSpPr/>
            <p:nvPr/>
          </p:nvSpPr>
          <p:spPr>
            <a:xfrm>
              <a:off x="3439793" y="3794928"/>
              <a:ext cx="222830" cy="121025"/>
            </a:xfrm>
            <a:custGeom>
              <a:avLst/>
              <a:gdLst/>
              <a:ahLst/>
              <a:cxnLst/>
              <a:rect l="l" t="t" r="r" b="b"/>
              <a:pathLst>
                <a:path w="7455" h="4049" extrusionOk="0">
                  <a:moveTo>
                    <a:pt x="3716" y="1"/>
                  </a:moveTo>
                  <a:lnTo>
                    <a:pt x="1" y="2025"/>
                  </a:lnTo>
                  <a:lnTo>
                    <a:pt x="3716" y="4049"/>
                  </a:lnTo>
                  <a:lnTo>
                    <a:pt x="7455" y="2025"/>
                  </a:lnTo>
                  <a:lnTo>
                    <a:pt x="3716"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4" name="Google Shape;25874;p148"/>
            <p:cNvSpPr/>
            <p:nvPr/>
          </p:nvSpPr>
          <p:spPr>
            <a:xfrm>
              <a:off x="3550836" y="3794211"/>
              <a:ext cx="111789" cy="121742"/>
            </a:xfrm>
            <a:custGeom>
              <a:avLst/>
              <a:gdLst/>
              <a:ahLst/>
              <a:cxnLst/>
              <a:rect l="l" t="t" r="r" b="b"/>
              <a:pathLst>
                <a:path w="3740" h="4073" extrusionOk="0">
                  <a:moveTo>
                    <a:pt x="1" y="1"/>
                  </a:moveTo>
                  <a:lnTo>
                    <a:pt x="1" y="4073"/>
                  </a:lnTo>
                  <a:lnTo>
                    <a:pt x="3740" y="2049"/>
                  </a:lnTo>
                  <a:lnTo>
                    <a:pt x="1"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5" name="Google Shape;25875;p148"/>
            <p:cNvSpPr/>
            <p:nvPr/>
          </p:nvSpPr>
          <p:spPr>
            <a:xfrm>
              <a:off x="3439793" y="3720890"/>
              <a:ext cx="222830" cy="121054"/>
            </a:xfrm>
            <a:custGeom>
              <a:avLst/>
              <a:gdLst/>
              <a:ahLst/>
              <a:cxnLst/>
              <a:rect l="l" t="t" r="r" b="b"/>
              <a:pathLst>
                <a:path w="7455" h="4050" extrusionOk="0">
                  <a:moveTo>
                    <a:pt x="3716" y="1"/>
                  </a:moveTo>
                  <a:lnTo>
                    <a:pt x="1" y="2025"/>
                  </a:lnTo>
                  <a:lnTo>
                    <a:pt x="3716" y="4049"/>
                  </a:lnTo>
                  <a:lnTo>
                    <a:pt x="7455" y="2025"/>
                  </a:lnTo>
                  <a:lnTo>
                    <a:pt x="3716"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6" name="Google Shape;25876;p148"/>
            <p:cNvSpPr/>
            <p:nvPr/>
          </p:nvSpPr>
          <p:spPr>
            <a:xfrm>
              <a:off x="3550836" y="3720203"/>
              <a:ext cx="111789" cy="121742"/>
            </a:xfrm>
            <a:custGeom>
              <a:avLst/>
              <a:gdLst/>
              <a:ahLst/>
              <a:cxnLst/>
              <a:rect l="l" t="t" r="r" b="b"/>
              <a:pathLst>
                <a:path w="3740" h="4073" extrusionOk="0">
                  <a:moveTo>
                    <a:pt x="1" y="0"/>
                  </a:moveTo>
                  <a:lnTo>
                    <a:pt x="1" y="4072"/>
                  </a:lnTo>
                  <a:lnTo>
                    <a:pt x="3740" y="2048"/>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7" name="Google Shape;25877;p148"/>
            <p:cNvSpPr/>
            <p:nvPr/>
          </p:nvSpPr>
          <p:spPr>
            <a:xfrm>
              <a:off x="3439793" y="3646882"/>
              <a:ext cx="222830" cy="121025"/>
            </a:xfrm>
            <a:custGeom>
              <a:avLst/>
              <a:gdLst/>
              <a:ahLst/>
              <a:cxnLst/>
              <a:rect l="l" t="t" r="r" b="b"/>
              <a:pathLst>
                <a:path w="7455" h="4049" extrusionOk="0">
                  <a:moveTo>
                    <a:pt x="3716" y="0"/>
                  </a:moveTo>
                  <a:lnTo>
                    <a:pt x="1" y="2024"/>
                  </a:lnTo>
                  <a:lnTo>
                    <a:pt x="3716" y="4049"/>
                  </a:lnTo>
                  <a:lnTo>
                    <a:pt x="7455" y="2024"/>
                  </a:lnTo>
                  <a:lnTo>
                    <a:pt x="3716" y="0"/>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8" name="Google Shape;25878;p148"/>
            <p:cNvSpPr/>
            <p:nvPr/>
          </p:nvSpPr>
          <p:spPr>
            <a:xfrm>
              <a:off x="3550836" y="3646165"/>
              <a:ext cx="111789" cy="121742"/>
            </a:xfrm>
            <a:custGeom>
              <a:avLst/>
              <a:gdLst/>
              <a:ahLst/>
              <a:cxnLst/>
              <a:rect l="l" t="t" r="r" b="b"/>
              <a:pathLst>
                <a:path w="3740" h="4073" extrusionOk="0">
                  <a:moveTo>
                    <a:pt x="1" y="0"/>
                  </a:moveTo>
                  <a:lnTo>
                    <a:pt x="1" y="4073"/>
                  </a:lnTo>
                  <a:lnTo>
                    <a:pt x="3740" y="2048"/>
                  </a:lnTo>
                  <a:lnTo>
                    <a:pt x="1" y="0"/>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9" name="Google Shape;25879;p148"/>
            <p:cNvSpPr/>
            <p:nvPr/>
          </p:nvSpPr>
          <p:spPr>
            <a:xfrm>
              <a:off x="3439793" y="3573561"/>
              <a:ext cx="222830" cy="121025"/>
            </a:xfrm>
            <a:custGeom>
              <a:avLst/>
              <a:gdLst/>
              <a:ahLst/>
              <a:cxnLst/>
              <a:rect l="l" t="t" r="r" b="b"/>
              <a:pathLst>
                <a:path w="7455" h="4049" extrusionOk="0">
                  <a:moveTo>
                    <a:pt x="3716" y="0"/>
                  </a:moveTo>
                  <a:lnTo>
                    <a:pt x="1" y="2025"/>
                  </a:lnTo>
                  <a:lnTo>
                    <a:pt x="3716" y="4049"/>
                  </a:lnTo>
                  <a:lnTo>
                    <a:pt x="7455" y="2025"/>
                  </a:lnTo>
                  <a:lnTo>
                    <a:pt x="3716"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0" name="Google Shape;25880;p148"/>
            <p:cNvSpPr/>
            <p:nvPr/>
          </p:nvSpPr>
          <p:spPr>
            <a:xfrm>
              <a:off x="3550836" y="3572126"/>
              <a:ext cx="111789" cy="122459"/>
            </a:xfrm>
            <a:custGeom>
              <a:avLst/>
              <a:gdLst/>
              <a:ahLst/>
              <a:cxnLst/>
              <a:rect l="l" t="t" r="r" b="b"/>
              <a:pathLst>
                <a:path w="3740" h="4097" extrusionOk="0">
                  <a:moveTo>
                    <a:pt x="1" y="1"/>
                  </a:moveTo>
                  <a:lnTo>
                    <a:pt x="1" y="4097"/>
                  </a:lnTo>
                  <a:lnTo>
                    <a:pt x="3740" y="2073"/>
                  </a:lnTo>
                  <a:lnTo>
                    <a:pt x="1"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81" name="Google Shape;25881;p148"/>
          <p:cNvGrpSpPr/>
          <p:nvPr/>
        </p:nvGrpSpPr>
        <p:grpSpPr>
          <a:xfrm>
            <a:off x="2579155" y="3418322"/>
            <a:ext cx="344545" cy="344544"/>
            <a:chOff x="2745732" y="3570722"/>
            <a:chExt cx="344545" cy="344544"/>
          </a:xfrm>
        </p:grpSpPr>
        <p:sp>
          <p:nvSpPr>
            <p:cNvPr id="25882" name="Google Shape;25882;p148"/>
            <p:cNvSpPr/>
            <p:nvPr/>
          </p:nvSpPr>
          <p:spPr>
            <a:xfrm>
              <a:off x="2893808" y="3570722"/>
              <a:ext cx="49139" cy="65489"/>
            </a:xfrm>
            <a:custGeom>
              <a:avLst/>
              <a:gdLst/>
              <a:ahLst/>
              <a:cxnLst/>
              <a:rect l="l" t="t" r="r" b="b"/>
              <a:pathLst>
                <a:path w="1644" h="2191" extrusionOk="0">
                  <a:moveTo>
                    <a:pt x="0" y="0"/>
                  </a:moveTo>
                  <a:lnTo>
                    <a:pt x="0" y="2191"/>
                  </a:lnTo>
                  <a:lnTo>
                    <a:pt x="1643" y="2191"/>
                  </a:lnTo>
                  <a:lnTo>
                    <a:pt x="1643"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3" name="Google Shape;25883;p148"/>
            <p:cNvSpPr/>
            <p:nvPr/>
          </p:nvSpPr>
          <p:spPr>
            <a:xfrm>
              <a:off x="2918707" y="3570722"/>
              <a:ext cx="24958" cy="65489"/>
            </a:xfrm>
            <a:custGeom>
              <a:avLst/>
              <a:gdLst/>
              <a:ahLst/>
              <a:cxnLst/>
              <a:rect l="l" t="t" r="r" b="b"/>
              <a:pathLst>
                <a:path w="835" h="2191" extrusionOk="0">
                  <a:moveTo>
                    <a:pt x="1" y="0"/>
                  </a:moveTo>
                  <a:lnTo>
                    <a:pt x="1" y="2191"/>
                  </a:lnTo>
                  <a:lnTo>
                    <a:pt x="834" y="2191"/>
                  </a:lnTo>
                  <a:lnTo>
                    <a:pt x="83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4" name="Google Shape;25884;p148"/>
            <p:cNvSpPr/>
            <p:nvPr/>
          </p:nvSpPr>
          <p:spPr>
            <a:xfrm>
              <a:off x="2893808" y="3610476"/>
              <a:ext cx="49139" cy="245696"/>
            </a:xfrm>
            <a:custGeom>
              <a:avLst/>
              <a:gdLst/>
              <a:ahLst/>
              <a:cxnLst/>
              <a:rect l="l" t="t" r="r" b="b"/>
              <a:pathLst>
                <a:path w="1644" h="8220" extrusionOk="0">
                  <a:moveTo>
                    <a:pt x="842" y="1"/>
                  </a:moveTo>
                  <a:cubicBezTo>
                    <a:pt x="823" y="1"/>
                    <a:pt x="805" y="2"/>
                    <a:pt x="786" y="4"/>
                  </a:cubicBezTo>
                  <a:cubicBezTo>
                    <a:pt x="334" y="27"/>
                    <a:pt x="0" y="385"/>
                    <a:pt x="0" y="837"/>
                  </a:cubicBezTo>
                  <a:lnTo>
                    <a:pt x="0" y="8220"/>
                  </a:lnTo>
                  <a:lnTo>
                    <a:pt x="1643" y="8220"/>
                  </a:lnTo>
                  <a:lnTo>
                    <a:pt x="1643" y="837"/>
                  </a:lnTo>
                  <a:cubicBezTo>
                    <a:pt x="1643" y="623"/>
                    <a:pt x="1548" y="432"/>
                    <a:pt x="1405" y="242"/>
                  </a:cubicBezTo>
                  <a:cubicBezTo>
                    <a:pt x="1253" y="111"/>
                    <a:pt x="1041" y="1"/>
                    <a:pt x="842"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5" name="Google Shape;25885;p148"/>
            <p:cNvSpPr/>
            <p:nvPr/>
          </p:nvSpPr>
          <p:spPr>
            <a:xfrm>
              <a:off x="2918707" y="3610565"/>
              <a:ext cx="24958" cy="245606"/>
            </a:xfrm>
            <a:custGeom>
              <a:avLst/>
              <a:gdLst/>
              <a:ahLst/>
              <a:cxnLst/>
              <a:rect l="l" t="t" r="r" b="b"/>
              <a:pathLst>
                <a:path w="835" h="8217" extrusionOk="0">
                  <a:moveTo>
                    <a:pt x="1" y="1"/>
                  </a:moveTo>
                  <a:lnTo>
                    <a:pt x="1" y="8217"/>
                  </a:lnTo>
                  <a:lnTo>
                    <a:pt x="834" y="8217"/>
                  </a:lnTo>
                  <a:lnTo>
                    <a:pt x="834" y="834"/>
                  </a:lnTo>
                  <a:cubicBezTo>
                    <a:pt x="834" y="620"/>
                    <a:pt x="739" y="429"/>
                    <a:pt x="596" y="239"/>
                  </a:cubicBezTo>
                  <a:cubicBezTo>
                    <a:pt x="453" y="96"/>
                    <a:pt x="239" y="1"/>
                    <a:pt x="1"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6" name="Google Shape;25886;p148"/>
            <p:cNvSpPr/>
            <p:nvPr/>
          </p:nvSpPr>
          <p:spPr>
            <a:xfrm>
              <a:off x="2873154" y="3826253"/>
              <a:ext cx="89012" cy="89012"/>
            </a:xfrm>
            <a:custGeom>
              <a:avLst/>
              <a:gdLst/>
              <a:ahLst/>
              <a:cxnLst/>
              <a:rect l="l" t="t" r="r" b="b"/>
              <a:pathLst>
                <a:path w="2978" h="2978" extrusionOk="0">
                  <a:moveTo>
                    <a:pt x="1501" y="0"/>
                  </a:moveTo>
                  <a:cubicBezTo>
                    <a:pt x="667" y="0"/>
                    <a:pt x="1" y="667"/>
                    <a:pt x="1" y="1477"/>
                  </a:cubicBezTo>
                  <a:cubicBezTo>
                    <a:pt x="1" y="2310"/>
                    <a:pt x="667" y="2977"/>
                    <a:pt x="1501" y="2977"/>
                  </a:cubicBezTo>
                  <a:cubicBezTo>
                    <a:pt x="2334" y="2977"/>
                    <a:pt x="2977" y="2287"/>
                    <a:pt x="2977" y="1477"/>
                  </a:cubicBezTo>
                  <a:cubicBezTo>
                    <a:pt x="2977" y="643"/>
                    <a:pt x="2334" y="0"/>
                    <a:pt x="1501"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7" name="Google Shape;25887;p148"/>
            <p:cNvSpPr/>
            <p:nvPr/>
          </p:nvSpPr>
          <p:spPr>
            <a:xfrm>
              <a:off x="2917990" y="3826941"/>
              <a:ext cx="44177" cy="88325"/>
            </a:xfrm>
            <a:custGeom>
              <a:avLst/>
              <a:gdLst/>
              <a:ahLst/>
              <a:cxnLst/>
              <a:rect l="l" t="t" r="r" b="b"/>
              <a:pathLst>
                <a:path w="1478" h="2955" extrusionOk="0">
                  <a:moveTo>
                    <a:pt x="46" y="1"/>
                  </a:moveTo>
                  <a:cubicBezTo>
                    <a:pt x="31" y="1"/>
                    <a:pt x="16" y="1"/>
                    <a:pt x="1" y="1"/>
                  </a:cubicBezTo>
                  <a:lnTo>
                    <a:pt x="1" y="2954"/>
                  </a:lnTo>
                  <a:cubicBezTo>
                    <a:pt x="834" y="2954"/>
                    <a:pt x="1477" y="2264"/>
                    <a:pt x="1477" y="1454"/>
                  </a:cubicBezTo>
                  <a:cubicBezTo>
                    <a:pt x="1477" y="635"/>
                    <a:pt x="857" y="1"/>
                    <a:pt x="46"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8" name="Google Shape;25888;p148"/>
            <p:cNvSpPr/>
            <p:nvPr/>
          </p:nvSpPr>
          <p:spPr>
            <a:xfrm>
              <a:off x="3021918" y="3570722"/>
              <a:ext cx="49139" cy="114628"/>
            </a:xfrm>
            <a:custGeom>
              <a:avLst/>
              <a:gdLst/>
              <a:ahLst/>
              <a:cxnLst/>
              <a:rect l="l" t="t" r="r" b="b"/>
              <a:pathLst>
                <a:path w="1644" h="3835" extrusionOk="0">
                  <a:moveTo>
                    <a:pt x="1" y="0"/>
                  </a:moveTo>
                  <a:lnTo>
                    <a:pt x="1" y="3834"/>
                  </a:lnTo>
                  <a:lnTo>
                    <a:pt x="1644" y="3834"/>
                  </a:lnTo>
                  <a:lnTo>
                    <a:pt x="1644"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9" name="Google Shape;25889;p148"/>
            <p:cNvSpPr/>
            <p:nvPr/>
          </p:nvSpPr>
          <p:spPr>
            <a:xfrm>
              <a:off x="3046129" y="3570722"/>
              <a:ext cx="24928" cy="114628"/>
            </a:xfrm>
            <a:custGeom>
              <a:avLst/>
              <a:gdLst/>
              <a:ahLst/>
              <a:cxnLst/>
              <a:rect l="l" t="t" r="r" b="b"/>
              <a:pathLst>
                <a:path w="834" h="3835" extrusionOk="0">
                  <a:moveTo>
                    <a:pt x="0" y="0"/>
                  </a:moveTo>
                  <a:lnTo>
                    <a:pt x="0" y="3834"/>
                  </a:lnTo>
                  <a:lnTo>
                    <a:pt x="834" y="3834"/>
                  </a:lnTo>
                  <a:lnTo>
                    <a:pt x="83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0" name="Google Shape;25890;p148"/>
            <p:cNvSpPr/>
            <p:nvPr/>
          </p:nvSpPr>
          <p:spPr>
            <a:xfrm>
              <a:off x="3021918" y="3659585"/>
              <a:ext cx="49139" cy="196587"/>
            </a:xfrm>
            <a:custGeom>
              <a:avLst/>
              <a:gdLst/>
              <a:ahLst/>
              <a:cxnLst/>
              <a:rect l="l" t="t" r="r" b="b"/>
              <a:pathLst>
                <a:path w="1644" h="6577" extrusionOk="0">
                  <a:moveTo>
                    <a:pt x="825" y="1"/>
                  </a:moveTo>
                  <a:cubicBezTo>
                    <a:pt x="804" y="1"/>
                    <a:pt x="783" y="2"/>
                    <a:pt x="763" y="4"/>
                  </a:cubicBezTo>
                  <a:cubicBezTo>
                    <a:pt x="334" y="28"/>
                    <a:pt x="1" y="385"/>
                    <a:pt x="1" y="837"/>
                  </a:cubicBezTo>
                  <a:lnTo>
                    <a:pt x="1" y="6577"/>
                  </a:lnTo>
                  <a:lnTo>
                    <a:pt x="1644" y="6577"/>
                  </a:lnTo>
                  <a:lnTo>
                    <a:pt x="1644" y="837"/>
                  </a:lnTo>
                  <a:cubicBezTo>
                    <a:pt x="1644" y="623"/>
                    <a:pt x="1549" y="409"/>
                    <a:pt x="1406" y="242"/>
                  </a:cubicBezTo>
                  <a:cubicBezTo>
                    <a:pt x="1254" y="111"/>
                    <a:pt x="1042" y="1"/>
                    <a:pt x="825"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1" name="Google Shape;25891;p148"/>
            <p:cNvSpPr/>
            <p:nvPr/>
          </p:nvSpPr>
          <p:spPr>
            <a:xfrm>
              <a:off x="3046129" y="3660392"/>
              <a:ext cx="24928" cy="195779"/>
            </a:xfrm>
            <a:custGeom>
              <a:avLst/>
              <a:gdLst/>
              <a:ahLst/>
              <a:cxnLst/>
              <a:rect l="l" t="t" r="r" b="b"/>
              <a:pathLst>
                <a:path w="834" h="6550" extrusionOk="0">
                  <a:moveTo>
                    <a:pt x="0" y="1"/>
                  </a:moveTo>
                  <a:lnTo>
                    <a:pt x="0" y="6550"/>
                  </a:lnTo>
                  <a:lnTo>
                    <a:pt x="834" y="6550"/>
                  </a:lnTo>
                  <a:lnTo>
                    <a:pt x="834" y="810"/>
                  </a:lnTo>
                  <a:cubicBezTo>
                    <a:pt x="834" y="596"/>
                    <a:pt x="739" y="382"/>
                    <a:pt x="596" y="239"/>
                  </a:cubicBezTo>
                  <a:cubicBezTo>
                    <a:pt x="453" y="96"/>
                    <a:pt x="239" y="1"/>
                    <a:pt x="0"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2" name="Google Shape;25892;p148"/>
            <p:cNvSpPr/>
            <p:nvPr/>
          </p:nvSpPr>
          <p:spPr>
            <a:xfrm>
              <a:off x="3001294" y="3826253"/>
              <a:ext cx="88983" cy="89012"/>
            </a:xfrm>
            <a:custGeom>
              <a:avLst/>
              <a:gdLst/>
              <a:ahLst/>
              <a:cxnLst/>
              <a:rect l="l" t="t" r="r" b="b"/>
              <a:pathLst>
                <a:path w="2977" h="2978" extrusionOk="0">
                  <a:moveTo>
                    <a:pt x="1500" y="0"/>
                  </a:moveTo>
                  <a:cubicBezTo>
                    <a:pt x="667" y="0"/>
                    <a:pt x="0" y="667"/>
                    <a:pt x="0" y="1477"/>
                  </a:cubicBezTo>
                  <a:cubicBezTo>
                    <a:pt x="0" y="2310"/>
                    <a:pt x="691" y="2977"/>
                    <a:pt x="1500" y="2977"/>
                  </a:cubicBezTo>
                  <a:cubicBezTo>
                    <a:pt x="2334" y="2977"/>
                    <a:pt x="2977" y="2287"/>
                    <a:pt x="2977" y="1477"/>
                  </a:cubicBezTo>
                  <a:cubicBezTo>
                    <a:pt x="2977" y="643"/>
                    <a:pt x="2334" y="0"/>
                    <a:pt x="1500"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3" name="Google Shape;25893;p148"/>
            <p:cNvSpPr/>
            <p:nvPr/>
          </p:nvSpPr>
          <p:spPr>
            <a:xfrm>
              <a:off x="3046129" y="3826941"/>
              <a:ext cx="44148" cy="88325"/>
            </a:xfrm>
            <a:custGeom>
              <a:avLst/>
              <a:gdLst/>
              <a:ahLst/>
              <a:cxnLst/>
              <a:rect l="l" t="t" r="r" b="b"/>
              <a:pathLst>
                <a:path w="1477" h="2955" extrusionOk="0">
                  <a:moveTo>
                    <a:pt x="45" y="1"/>
                  </a:moveTo>
                  <a:cubicBezTo>
                    <a:pt x="30" y="1"/>
                    <a:pt x="15" y="1"/>
                    <a:pt x="0" y="1"/>
                  </a:cubicBezTo>
                  <a:lnTo>
                    <a:pt x="0" y="2954"/>
                  </a:lnTo>
                  <a:cubicBezTo>
                    <a:pt x="834" y="2954"/>
                    <a:pt x="1477" y="2264"/>
                    <a:pt x="1477" y="1454"/>
                  </a:cubicBezTo>
                  <a:cubicBezTo>
                    <a:pt x="1477" y="635"/>
                    <a:pt x="857" y="1"/>
                    <a:pt x="45"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4" name="Google Shape;25894;p148"/>
            <p:cNvSpPr/>
            <p:nvPr/>
          </p:nvSpPr>
          <p:spPr>
            <a:xfrm>
              <a:off x="2766386" y="3570722"/>
              <a:ext cx="49139" cy="163020"/>
            </a:xfrm>
            <a:custGeom>
              <a:avLst/>
              <a:gdLst/>
              <a:ahLst/>
              <a:cxnLst/>
              <a:rect l="l" t="t" r="r" b="b"/>
              <a:pathLst>
                <a:path w="1644" h="5454" extrusionOk="0">
                  <a:moveTo>
                    <a:pt x="0" y="0"/>
                  </a:moveTo>
                  <a:lnTo>
                    <a:pt x="0" y="5454"/>
                  </a:lnTo>
                  <a:lnTo>
                    <a:pt x="1644" y="5454"/>
                  </a:lnTo>
                  <a:lnTo>
                    <a:pt x="1644"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5" name="Google Shape;25895;p148"/>
            <p:cNvSpPr/>
            <p:nvPr/>
          </p:nvSpPr>
          <p:spPr>
            <a:xfrm>
              <a:off x="2790597" y="3570722"/>
              <a:ext cx="24928" cy="163020"/>
            </a:xfrm>
            <a:custGeom>
              <a:avLst/>
              <a:gdLst/>
              <a:ahLst/>
              <a:cxnLst/>
              <a:rect l="l" t="t" r="r" b="b"/>
              <a:pathLst>
                <a:path w="834" h="5454" extrusionOk="0">
                  <a:moveTo>
                    <a:pt x="0" y="0"/>
                  </a:moveTo>
                  <a:lnTo>
                    <a:pt x="0" y="5454"/>
                  </a:lnTo>
                  <a:lnTo>
                    <a:pt x="834" y="5454"/>
                  </a:lnTo>
                  <a:lnTo>
                    <a:pt x="83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6" name="Google Shape;25896;p148"/>
            <p:cNvSpPr/>
            <p:nvPr/>
          </p:nvSpPr>
          <p:spPr>
            <a:xfrm>
              <a:off x="2766386" y="3708486"/>
              <a:ext cx="49139" cy="147686"/>
            </a:xfrm>
            <a:custGeom>
              <a:avLst/>
              <a:gdLst/>
              <a:ahLst/>
              <a:cxnLst/>
              <a:rect l="l" t="t" r="r" b="b"/>
              <a:pathLst>
                <a:path w="1644" h="4941" extrusionOk="0">
                  <a:moveTo>
                    <a:pt x="894" y="0"/>
                  </a:moveTo>
                  <a:cubicBezTo>
                    <a:pt x="858" y="0"/>
                    <a:pt x="822" y="4"/>
                    <a:pt x="786" y="11"/>
                  </a:cubicBezTo>
                  <a:cubicBezTo>
                    <a:pt x="334" y="35"/>
                    <a:pt x="0" y="392"/>
                    <a:pt x="0" y="845"/>
                  </a:cubicBezTo>
                  <a:lnTo>
                    <a:pt x="0" y="4941"/>
                  </a:lnTo>
                  <a:lnTo>
                    <a:pt x="1644" y="4941"/>
                  </a:lnTo>
                  <a:lnTo>
                    <a:pt x="1644" y="845"/>
                  </a:lnTo>
                  <a:cubicBezTo>
                    <a:pt x="1644" y="606"/>
                    <a:pt x="1548" y="416"/>
                    <a:pt x="1405" y="249"/>
                  </a:cubicBezTo>
                  <a:cubicBezTo>
                    <a:pt x="1284" y="108"/>
                    <a:pt x="1094" y="0"/>
                    <a:pt x="894" y="0"/>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7" name="Google Shape;25897;p148"/>
            <p:cNvSpPr/>
            <p:nvPr/>
          </p:nvSpPr>
          <p:spPr>
            <a:xfrm>
              <a:off x="2790597" y="3708815"/>
              <a:ext cx="24928" cy="147358"/>
            </a:xfrm>
            <a:custGeom>
              <a:avLst/>
              <a:gdLst/>
              <a:ahLst/>
              <a:cxnLst/>
              <a:rect l="l" t="t" r="r" b="b"/>
              <a:pathLst>
                <a:path w="834" h="4930" extrusionOk="0">
                  <a:moveTo>
                    <a:pt x="0" y="0"/>
                  </a:moveTo>
                  <a:lnTo>
                    <a:pt x="0" y="4930"/>
                  </a:lnTo>
                  <a:lnTo>
                    <a:pt x="834" y="4930"/>
                  </a:lnTo>
                  <a:lnTo>
                    <a:pt x="834" y="834"/>
                  </a:lnTo>
                  <a:cubicBezTo>
                    <a:pt x="834" y="595"/>
                    <a:pt x="738" y="405"/>
                    <a:pt x="595" y="238"/>
                  </a:cubicBezTo>
                  <a:cubicBezTo>
                    <a:pt x="453" y="71"/>
                    <a:pt x="238" y="0"/>
                    <a:pt x="0"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8" name="Google Shape;25898;p148"/>
            <p:cNvSpPr/>
            <p:nvPr/>
          </p:nvSpPr>
          <p:spPr>
            <a:xfrm>
              <a:off x="2745732" y="3826253"/>
              <a:ext cx="89012" cy="89012"/>
            </a:xfrm>
            <a:custGeom>
              <a:avLst/>
              <a:gdLst/>
              <a:ahLst/>
              <a:cxnLst/>
              <a:rect l="l" t="t" r="r" b="b"/>
              <a:pathLst>
                <a:path w="2978" h="2978" extrusionOk="0">
                  <a:moveTo>
                    <a:pt x="1501" y="0"/>
                  </a:moveTo>
                  <a:cubicBezTo>
                    <a:pt x="668" y="0"/>
                    <a:pt x="1" y="667"/>
                    <a:pt x="1" y="1477"/>
                  </a:cubicBezTo>
                  <a:cubicBezTo>
                    <a:pt x="1" y="2310"/>
                    <a:pt x="668" y="2977"/>
                    <a:pt x="1501" y="2977"/>
                  </a:cubicBezTo>
                  <a:cubicBezTo>
                    <a:pt x="2335" y="2977"/>
                    <a:pt x="2978" y="2287"/>
                    <a:pt x="2978" y="1477"/>
                  </a:cubicBezTo>
                  <a:cubicBezTo>
                    <a:pt x="2978" y="643"/>
                    <a:pt x="2335" y="0"/>
                    <a:pt x="1501"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9" name="Google Shape;25899;p148"/>
            <p:cNvSpPr/>
            <p:nvPr/>
          </p:nvSpPr>
          <p:spPr>
            <a:xfrm>
              <a:off x="2790597" y="3826941"/>
              <a:ext cx="44148" cy="88325"/>
            </a:xfrm>
            <a:custGeom>
              <a:avLst/>
              <a:gdLst/>
              <a:ahLst/>
              <a:cxnLst/>
              <a:rect l="l" t="t" r="r" b="b"/>
              <a:pathLst>
                <a:path w="1477" h="2955" extrusionOk="0">
                  <a:moveTo>
                    <a:pt x="45" y="1"/>
                  </a:moveTo>
                  <a:cubicBezTo>
                    <a:pt x="30" y="1"/>
                    <a:pt x="15" y="1"/>
                    <a:pt x="0" y="1"/>
                  </a:cubicBezTo>
                  <a:lnTo>
                    <a:pt x="0" y="2954"/>
                  </a:lnTo>
                  <a:cubicBezTo>
                    <a:pt x="834" y="2954"/>
                    <a:pt x="1477" y="2264"/>
                    <a:pt x="1477" y="1454"/>
                  </a:cubicBezTo>
                  <a:cubicBezTo>
                    <a:pt x="1477" y="635"/>
                    <a:pt x="857" y="1"/>
                    <a:pt x="45"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00" name="Google Shape;25900;p148"/>
          <p:cNvGrpSpPr/>
          <p:nvPr/>
        </p:nvGrpSpPr>
        <p:grpSpPr>
          <a:xfrm>
            <a:off x="1818367" y="3414224"/>
            <a:ext cx="343110" cy="343856"/>
            <a:chOff x="2065928" y="3571409"/>
            <a:chExt cx="343110" cy="343856"/>
          </a:xfrm>
        </p:grpSpPr>
        <p:sp>
          <p:nvSpPr>
            <p:cNvPr id="25901" name="Google Shape;25901;p148"/>
            <p:cNvSpPr/>
            <p:nvPr/>
          </p:nvSpPr>
          <p:spPr>
            <a:xfrm>
              <a:off x="2065928" y="3646165"/>
              <a:ext cx="56970" cy="96844"/>
            </a:xfrm>
            <a:custGeom>
              <a:avLst/>
              <a:gdLst/>
              <a:ahLst/>
              <a:cxnLst/>
              <a:rect l="l" t="t" r="r" b="b"/>
              <a:pathLst>
                <a:path w="1906" h="3240" extrusionOk="0">
                  <a:moveTo>
                    <a:pt x="0" y="0"/>
                  </a:moveTo>
                  <a:lnTo>
                    <a:pt x="0" y="3239"/>
                  </a:lnTo>
                  <a:lnTo>
                    <a:pt x="1905" y="3239"/>
                  </a:lnTo>
                  <a:lnTo>
                    <a:pt x="1619"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2" name="Google Shape;25902;p148"/>
            <p:cNvSpPr/>
            <p:nvPr/>
          </p:nvSpPr>
          <p:spPr>
            <a:xfrm>
              <a:off x="2089392" y="3646165"/>
              <a:ext cx="33507" cy="96844"/>
            </a:xfrm>
            <a:custGeom>
              <a:avLst/>
              <a:gdLst/>
              <a:ahLst/>
              <a:cxnLst/>
              <a:rect l="l" t="t" r="r" b="b"/>
              <a:pathLst>
                <a:path w="1121" h="3240" extrusionOk="0">
                  <a:moveTo>
                    <a:pt x="1" y="0"/>
                  </a:moveTo>
                  <a:lnTo>
                    <a:pt x="1" y="3239"/>
                  </a:lnTo>
                  <a:lnTo>
                    <a:pt x="1120" y="3239"/>
                  </a:lnTo>
                  <a:lnTo>
                    <a:pt x="83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3" name="Google Shape;25903;p148"/>
            <p:cNvSpPr/>
            <p:nvPr/>
          </p:nvSpPr>
          <p:spPr>
            <a:xfrm>
              <a:off x="2153477" y="3621953"/>
              <a:ext cx="69076" cy="121054"/>
            </a:xfrm>
            <a:custGeom>
              <a:avLst/>
              <a:gdLst/>
              <a:ahLst/>
              <a:cxnLst/>
              <a:rect l="l" t="t" r="r" b="b"/>
              <a:pathLst>
                <a:path w="2311" h="4050" extrusionOk="0">
                  <a:moveTo>
                    <a:pt x="334" y="1"/>
                  </a:moveTo>
                  <a:lnTo>
                    <a:pt x="0" y="4049"/>
                  </a:lnTo>
                  <a:lnTo>
                    <a:pt x="2310" y="4049"/>
                  </a:lnTo>
                  <a:lnTo>
                    <a:pt x="1977"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4" name="Google Shape;25904;p148"/>
            <p:cNvSpPr/>
            <p:nvPr/>
          </p:nvSpPr>
          <p:spPr>
            <a:xfrm>
              <a:off x="2188359" y="3621953"/>
              <a:ext cx="34194" cy="121054"/>
            </a:xfrm>
            <a:custGeom>
              <a:avLst/>
              <a:gdLst/>
              <a:ahLst/>
              <a:cxnLst/>
              <a:rect l="l" t="t" r="r" b="b"/>
              <a:pathLst>
                <a:path w="1144" h="4050" extrusionOk="0">
                  <a:moveTo>
                    <a:pt x="0" y="1"/>
                  </a:moveTo>
                  <a:lnTo>
                    <a:pt x="0" y="4049"/>
                  </a:lnTo>
                  <a:lnTo>
                    <a:pt x="1143" y="4049"/>
                  </a:lnTo>
                  <a:lnTo>
                    <a:pt x="83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5" name="Google Shape;25905;p148"/>
            <p:cNvSpPr/>
            <p:nvPr/>
          </p:nvSpPr>
          <p:spPr>
            <a:xfrm>
              <a:off x="2115038" y="3599894"/>
              <a:ext cx="48422" cy="144518"/>
            </a:xfrm>
            <a:custGeom>
              <a:avLst/>
              <a:gdLst/>
              <a:ahLst/>
              <a:cxnLst/>
              <a:rect l="l" t="t" r="r" b="b"/>
              <a:pathLst>
                <a:path w="1620" h="4835" extrusionOk="0">
                  <a:moveTo>
                    <a:pt x="0" y="0"/>
                  </a:moveTo>
                  <a:lnTo>
                    <a:pt x="0" y="4835"/>
                  </a:lnTo>
                  <a:lnTo>
                    <a:pt x="1620" y="4835"/>
                  </a:lnTo>
                  <a:lnTo>
                    <a:pt x="1620"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6" name="Google Shape;25906;p148"/>
            <p:cNvSpPr/>
            <p:nvPr/>
          </p:nvSpPr>
          <p:spPr>
            <a:xfrm>
              <a:off x="2138532" y="3599894"/>
              <a:ext cx="24928" cy="144518"/>
            </a:xfrm>
            <a:custGeom>
              <a:avLst/>
              <a:gdLst/>
              <a:ahLst/>
              <a:cxnLst/>
              <a:rect l="l" t="t" r="r" b="b"/>
              <a:pathLst>
                <a:path w="834" h="4835" extrusionOk="0">
                  <a:moveTo>
                    <a:pt x="0" y="0"/>
                  </a:moveTo>
                  <a:lnTo>
                    <a:pt x="0" y="4835"/>
                  </a:lnTo>
                  <a:lnTo>
                    <a:pt x="834" y="4835"/>
                  </a:lnTo>
                  <a:lnTo>
                    <a:pt x="83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7" name="Google Shape;25907;p148"/>
            <p:cNvSpPr/>
            <p:nvPr/>
          </p:nvSpPr>
          <p:spPr>
            <a:xfrm>
              <a:off x="2212540" y="3571409"/>
              <a:ext cx="49169" cy="171598"/>
            </a:xfrm>
            <a:custGeom>
              <a:avLst/>
              <a:gdLst/>
              <a:ahLst/>
              <a:cxnLst/>
              <a:rect l="l" t="t" r="r" b="b"/>
              <a:pathLst>
                <a:path w="1645" h="5741" extrusionOk="0">
                  <a:moveTo>
                    <a:pt x="1" y="1"/>
                  </a:moveTo>
                  <a:lnTo>
                    <a:pt x="1" y="5740"/>
                  </a:lnTo>
                  <a:lnTo>
                    <a:pt x="1644" y="5740"/>
                  </a:lnTo>
                  <a:lnTo>
                    <a:pt x="1644"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8" name="Google Shape;25908;p148"/>
            <p:cNvSpPr/>
            <p:nvPr/>
          </p:nvSpPr>
          <p:spPr>
            <a:xfrm>
              <a:off x="2237469" y="3571409"/>
              <a:ext cx="24928" cy="171598"/>
            </a:xfrm>
            <a:custGeom>
              <a:avLst/>
              <a:gdLst/>
              <a:ahLst/>
              <a:cxnLst/>
              <a:rect l="l" t="t" r="r" b="b"/>
              <a:pathLst>
                <a:path w="834" h="5741" extrusionOk="0">
                  <a:moveTo>
                    <a:pt x="0" y="1"/>
                  </a:moveTo>
                  <a:lnTo>
                    <a:pt x="0" y="5740"/>
                  </a:lnTo>
                  <a:lnTo>
                    <a:pt x="834" y="5740"/>
                  </a:lnTo>
                  <a:lnTo>
                    <a:pt x="83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9" name="Google Shape;25909;p148"/>
            <p:cNvSpPr/>
            <p:nvPr/>
          </p:nvSpPr>
          <p:spPr>
            <a:xfrm>
              <a:off x="2212540" y="3742979"/>
              <a:ext cx="57000" cy="97531"/>
            </a:xfrm>
            <a:custGeom>
              <a:avLst/>
              <a:gdLst/>
              <a:ahLst/>
              <a:cxnLst/>
              <a:rect l="l" t="t" r="r" b="b"/>
              <a:pathLst>
                <a:path w="1907" h="3263" extrusionOk="0">
                  <a:moveTo>
                    <a:pt x="1" y="0"/>
                  </a:moveTo>
                  <a:lnTo>
                    <a:pt x="1" y="3263"/>
                  </a:lnTo>
                  <a:lnTo>
                    <a:pt x="1644" y="3263"/>
                  </a:lnTo>
                  <a:lnTo>
                    <a:pt x="1906" y="0"/>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0" name="Google Shape;25910;p148"/>
            <p:cNvSpPr/>
            <p:nvPr/>
          </p:nvSpPr>
          <p:spPr>
            <a:xfrm>
              <a:off x="2237469" y="3742979"/>
              <a:ext cx="32759" cy="97531"/>
            </a:xfrm>
            <a:custGeom>
              <a:avLst/>
              <a:gdLst/>
              <a:ahLst/>
              <a:cxnLst/>
              <a:rect l="l" t="t" r="r" b="b"/>
              <a:pathLst>
                <a:path w="1096" h="3263" extrusionOk="0">
                  <a:moveTo>
                    <a:pt x="0" y="0"/>
                  </a:moveTo>
                  <a:lnTo>
                    <a:pt x="0" y="3263"/>
                  </a:lnTo>
                  <a:lnTo>
                    <a:pt x="834" y="3263"/>
                  </a:lnTo>
                  <a:lnTo>
                    <a:pt x="1096" y="0"/>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1" name="Google Shape;25911;p148"/>
            <p:cNvSpPr/>
            <p:nvPr/>
          </p:nvSpPr>
          <p:spPr>
            <a:xfrm>
              <a:off x="2301523" y="3742979"/>
              <a:ext cx="68358" cy="121025"/>
            </a:xfrm>
            <a:custGeom>
              <a:avLst/>
              <a:gdLst/>
              <a:ahLst/>
              <a:cxnLst/>
              <a:rect l="l" t="t" r="r" b="b"/>
              <a:pathLst>
                <a:path w="2287" h="4049" extrusionOk="0">
                  <a:moveTo>
                    <a:pt x="1" y="0"/>
                  </a:moveTo>
                  <a:lnTo>
                    <a:pt x="334" y="4049"/>
                  </a:lnTo>
                  <a:lnTo>
                    <a:pt x="1977" y="4049"/>
                  </a:lnTo>
                  <a:lnTo>
                    <a:pt x="2287" y="0"/>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2" name="Google Shape;25912;p148"/>
            <p:cNvSpPr/>
            <p:nvPr/>
          </p:nvSpPr>
          <p:spPr>
            <a:xfrm>
              <a:off x="2335688" y="3742979"/>
              <a:ext cx="33507" cy="121025"/>
            </a:xfrm>
            <a:custGeom>
              <a:avLst/>
              <a:gdLst/>
              <a:ahLst/>
              <a:cxnLst/>
              <a:rect l="l" t="t" r="r" b="b"/>
              <a:pathLst>
                <a:path w="1121" h="4049" extrusionOk="0">
                  <a:moveTo>
                    <a:pt x="1" y="0"/>
                  </a:moveTo>
                  <a:lnTo>
                    <a:pt x="1" y="4049"/>
                  </a:lnTo>
                  <a:lnTo>
                    <a:pt x="834" y="4049"/>
                  </a:lnTo>
                  <a:lnTo>
                    <a:pt x="1120" y="0"/>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3" name="Google Shape;25913;p148"/>
            <p:cNvSpPr/>
            <p:nvPr/>
          </p:nvSpPr>
          <p:spPr>
            <a:xfrm>
              <a:off x="2262367" y="3742979"/>
              <a:ext cx="49169" cy="144518"/>
            </a:xfrm>
            <a:custGeom>
              <a:avLst/>
              <a:gdLst/>
              <a:ahLst/>
              <a:cxnLst/>
              <a:rect l="l" t="t" r="r" b="b"/>
              <a:pathLst>
                <a:path w="1645" h="4835" extrusionOk="0">
                  <a:moveTo>
                    <a:pt x="1" y="0"/>
                  </a:moveTo>
                  <a:lnTo>
                    <a:pt x="1" y="4834"/>
                  </a:lnTo>
                  <a:lnTo>
                    <a:pt x="1644" y="4834"/>
                  </a:lnTo>
                  <a:lnTo>
                    <a:pt x="1644" y="0"/>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4" name="Google Shape;25914;p148"/>
            <p:cNvSpPr/>
            <p:nvPr/>
          </p:nvSpPr>
          <p:spPr>
            <a:xfrm>
              <a:off x="2286578" y="3742979"/>
              <a:ext cx="24958" cy="144518"/>
            </a:xfrm>
            <a:custGeom>
              <a:avLst/>
              <a:gdLst/>
              <a:ahLst/>
              <a:cxnLst/>
              <a:rect l="l" t="t" r="r" b="b"/>
              <a:pathLst>
                <a:path w="835" h="4835" extrusionOk="0">
                  <a:moveTo>
                    <a:pt x="1" y="0"/>
                  </a:moveTo>
                  <a:lnTo>
                    <a:pt x="1" y="4834"/>
                  </a:lnTo>
                  <a:lnTo>
                    <a:pt x="834" y="4834"/>
                  </a:lnTo>
                  <a:lnTo>
                    <a:pt x="834" y="0"/>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5" name="Google Shape;25915;p148"/>
            <p:cNvSpPr/>
            <p:nvPr/>
          </p:nvSpPr>
          <p:spPr>
            <a:xfrm>
              <a:off x="2360616" y="3742979"/>
              <a:ext cx="48422" cy="172286"/>
            </a:xfrm>
            <a:custGeom>
              <a:avLst/>
              <a:gdLst/>
              <a:ahLst/>
              <a:cxnLst/>
              <a:rect l="l" t="t" r="r" b="b"/>
              <a:pathLst>
                <a:path w="1620" h="5764" extrusionOk="0">
                  <a:moveTo>
                    <a:pt x="0" y="0"/>
                  </a:moveTo>
                  <a:lnTo>
                    <a:pt x="0" y="5763"/>
                  </a:lnTo>
                  <a:lnTo>
                    <a:pt x="1620" y="5763"/>
                  </a:lnTo>
                  <a:lnTo>
                    <a:pt x="1620" y="0"/>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6" name="Google Shape;25916;p148"/>
            <p:cNvSpPr/>
            <p:nvPr/>
          </p:nvSpPr>
          <p:spPr>
            <a:xfrm>
              <a:off x="2384110" y="3742979"/>
              <a:ext cx="24928" cy="172286"/>
            </a:xfrm>
            <a:custGeom>
              <a:avLst/>
              <a:gdLst/>
              <a:ahLst/>
              <a:cxnLst/>
              <a:rect l="l" t="t" r="r" b="b"/>
              <a:pathLst>
                <a:path w="834" h="5764" extrusionOk="0">
                  <a:moveTo>
                    <a:pt x="0" y="0"/>
                  </a:moveTo>
                  <a:lnTo>
                    <a:pt x="0" y="5763"/>
                  </a:lnTo>
                  <a:lnTo>
                    <a:pt x="834" y="5763"/>
                  </a:lnTo>
                  <a:lnTo>
                    <a:pt x="834" y="0"/>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7" name="Google Shape;25917;p148"/>
            <p:cNvSpPr/>
            <p:nvPr/>
          </p:nvSpPr>
          <p:spPr>
            <a:xfrm>
              <a:off x="2065928" y="3733713"/>
              <a:ext cx="343107" cy="19967"/>
            </a:xfrm>
            <a:custGeom>
              <a:avLst/>
              <a:gdLst/>
              <a:ahLst/>
              <a:cxnLst/>
              <a:rect l="l" t="t" r="r" b="b"/>
              <a:pathLst>
                <a:path w="11479" h="668" extrusionOk="0">
                  <a:moveTo>
                    <a:pt x="0" y="1"/>
                  </a:moveTo>
                  <a:lnTo>
                    <a:pt x="0" y="667"/>
                  </a:lnTo>
                  <a:lnTo>
                    <a:pt x="11479" y="667"/>
                  </a:lnTo>
                  <a:lnTo>
                    <a:pt x="11479"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8" name="Google Shape;25918;p148"/>
            <p:cNvSpPr/>
            <p:nvPr/>
          </p:nvSpPr>
          <p:spPr>
            <a:xfrm>
              <a:off x="2237469" y="3733713"/>
              <a:ext cx="171569" cy="19967"/>
            </a:xfrm>
            <a:custGeom>
              <a:avLst/>
              <a:gdLst/>
              <a:ahLst/>
              <a:cxnLst/>
              <a:rect l="l" t="t" r="r" b="b"/>
              <a:pathLst>
                <a:path w="5740" h="668" extrusionOk="0">
                  <a:moveTo>
                    <a:pt x="0" y="1"/>
                  </a:moveTo>
                  <a:lnTo>
                    <a:pt x="0" y="667"/>
                  </a:lnTo>
                  <a:lnTo>
                    <a:pt x="5740" y="667"/>
                  </a:lnTo>
                  <a:lnTo>
                    <a:pt x="5740"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19" name="Google Shape;25919;p148"/>
          <p:cNvGrpSpPr/>
          <p:nvPr/>
        </p:nvGrpSpPr>
        <p:grpSpPr>
          <a:xfrm>
            <a:off x="1091936" y="3508629"/>
            <a:ext cx="345979" cy="178684"/>
            <a:chOff x="1391774" y="3641890"/>
            <a:chExt cx="345979" cy="178684"/>
          </a:xfrm>
        </p:grpSpPr>
        <p:sp>
          <p:nvSpPr>
            <p:cNvPr id="25920" name="Google Shape;25920;p148"/>
            <p:cNvSpPr/>
            <p:nvPr/>
          </p:nvSpPr>
          <p:spPr>
            <a:xfrm>
              <a:off x="1522036" y="3641890"/>
              <a:ext cx="84051" cy="86860"/>
            </a:xfrm>
            <a:custGeom>
              <a:avLst/>
              <a:gdLst/>
              <a:ahLst/>
              <a:cxnLst/>
              <a:rect l="l" t="t" r="r" b="b"/>
              <a:pathLst>
                <a:path w="2812" h="2906" extrusionOk="0">
                  <a:moveTo>
                    <a:pt x="1" y="0"/>
                  </a:moveTo>
                  <a:lnTo>
                    <a:pt x="1" y="2263"/>
                  </a:lnTo>
                  <a:lnTo>
                    <a:pt x="763" y="2263"/>
                  </a:lnTo>
                  <a:lnTo>
                    <a:pt x="1406" y="2906"/>
                  </a:lnTo>
                  <a:lnTo>
                    <a:pt x="2073" y="2263"/>
                  </a:lnTo>
                  <a:lnTo>
                    <a:pt x="2811" y="2263"/>
                  </a:lnTo>
                  <a:lnTo>
                    <a:pt x="2811"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1" name="Google Shape;25921;p148"/>
            <p:cNvSpPr/>
            <p:nvPr/>
          </p:nvSpPr>
          <p:spPr>
            <a:xfrm>
              <a:off x="1564061" y="3641890"/>
              <a:ext cx="42025" cy="86860"/>
            </a:xfrm>
            <a:custGeom>
              <a:avLst/>
              <a:gdLst/>
              <a:ahLst/>
              <a:cxnLst/>
              <a:rect l="l" t="t" r="r" b="b"/>
              <a:pathLst>
                <a:path w="1406" h="2906" extrusionOk="0">
                  <a:moveTo>
                    <a:pt x="0" y="0"/>
                  </a:moveTo>
                  <a:lnTo>
                    <a:pt x="0" y="2906"/>
                  </a:lnTo>
                  <a:lnTo>
                    <a:pt x="667" y="2263"/>
                  </a:lnTo>
                  <a:lnTo>
                    <a:pt x="1405" y="2263"/>
                  </a:lnTo>
                  <a:lnTo>
                    <a:pt x="1405"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2" name="Google Shape;25922;p148"/>
            <p:cNvSpPr/>
            <p:nvPr/>
          </p:nvSpPr>
          <p:spPr>
            <a:xfrm>
              <a:off x="1391774" y="3641890"/>
              <a:ext cx="83333" cy="86860"/>
            </a:xfrm>
            <a:custGeom>
              <a:avLst/>
              <a:gdLst/>
              <a:ahLst/>
              <a:cxnLst/>
              <a:rect l="l" t="t" r="r" b="b"/>
              <a:pathLst>
                <a:path w="2788" h="2906" extrusionOk="0">
                  <a:moveTo>
                    <a:pt x="1" y="0"/>
                  </a:moveTo>
                  <a:lnTo>
                    <a:pt x="1" y="2263"/>
                  </a:lnTo>
                  <a:lnTo>
                    <a:pt x="739" y="2263"/>
                  </a:lnTo>
                  <a:lnTo>
                    <a:pt x="1406" y="2906"/>
                  </a:lnTo>
                  <a:lnTo>
                    <a:pt x="2049" y="2263"/>
                  </a:lnTo>
                  <a:lnTo>
                    <a:pt x="2787" y="2263"/>
                  </a:lnTo>
                  <a:lnTo>
                    <a:pt x="2787"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3" name="Google Shape;25923;p148"/>
            <p:cNvSpPr/>
            <p:nvPr/>
          </p:nvSpPr>
          <p:spPr>
            <a:xfrm>
              <a:off x="1434487" y="3641890"/>
              <a:ext cx="42025" cy="86860"/>
            </a:xfrm>
            <a:custGeom>
              <a:avLst/>
              <a:gdLst/>
              <a:ahLst/>
              <a:cxnLst/>
              <a:rect l="l" t="t" r="r" b="b"/>
              <a:pathLst>
                <a:path w="1406" h="2906" extrusionOk="0">
                  <a:moveTo>
                    <a:pt x="1" y="0"/>
                  </a:moveTo>
                  <a:lnTo>
                    <a:pt x="1" y="2906"/>
                  </a:lnTo>
                  <a:lnTo>
                    <a:pt x="644" y="2263"/>
                  </a:lnTo>
                  <a:lnTo>
                    <a:pt x="1406" y="2263"/>
                  </a:lnTo>
                  <a:lnTo>
                    <a:pt x="140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4" name="Google Shape;25924;p148"/>
            <p:cNvSpPr/>
            <p:nvPr/>
          </p:nvSpPr>
          <p:spPr>
            <a:xfrm>
              <a:off x="1497855" y="3774274"/>
              <a:ext cx="133847" cy="46300"/>
            </a:xfrm>
            <a:custGeom>
              <a:avLst/>
              <a:gdLst/>
              <a:ahLst/>
              <a:cxnLst/>
              <a:rect l="l" t="t" r="r" b="b"/>
              <a:pathLst>
                <a:path w="4478" h="1549" extrusionOk="0">
                  <a:moveTo>
                    <a:pt x="310" y="1"/>
                  </a:moveTo>
                  <a:lnTo>
                    <a:pt x="0" y="787"/>
                  </a:lnTo>
                  <a:lnTo>
                    <a:pt x="310" y="1549"/>
                  </a:lnTo>
                  <a:lnTo>
                    <a:pt x="4168" y="1549"/>
                  </a:lnTo>
                  <a:lnTo>
                    <a:pt x="4477" y="787"/>
                  </a:lnTo>
                  <a:lnTo>
                    <a:pt x="4168" y="1"/>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5" name="Google Shape;25925;p148"/>
            <p:cNvSpPr/>
            <p:nvPr/>
          </p:nvSpPr>
          <p:spPr>
            <a:xfrm>
              <a:off x="1564061" y="3774274"/>
              <a:ext cx="66924" cy="46300"/>
            </a:xfrm>
            <a:custGeom>
              <a:avLst/>
              <a:gdLst/>
              <a:ahLst/>
              <a:cxnLst/>
              <a:rect l="l" t="t" r="r" b="b"/>
              <a:pathLst>
                <a:path w="2239" h="1549" extrusionOk="0">
                  <a:moveTo>
                    <a:pt x="0" y="1"/>
                  </a:moveTo>
                  <a:lnTo>
                    <a:pt x="0" y="1549"/>
                  </a:lnTo>
                  <a:lnTo>
                    <a:pt x="1905" y="1549"/>
                  </a:lnTo>
                  <a:lnTo>
                    <a:pt x="2239" y="787"/>
                  </a:lnTo>
                  <a:lnTo>
                    <a:pt x="1905"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6" name="Google Shape;25926;p148"/>
            <p:cNvSpPr/>
            <p:nvPr/>
          </p:nvSpPr>
          <p:spPr>
            <a:xfrm>
              <a:off x="1392491" y="3774274"/>
              <a:ext cx="114628" cy="46300"/>
            </a:xfrm>
            <a:custGeom>
              <a:avLst/>
              <a:gdLst/>
              <a:ahLst/>
              <a:cxnLst/>
              <a:rect l="l" t="t" r="r" b="b"/>
              <a:pathLst>
                <a:path w="3835" h="1549" extrusionOk="0">
                  <a:moveTo>
                    <a:pt x="1" y="1"/>
                  </a:moveTo>
                  <a:lnTo>
                    <a:pt x="1" y="1549"/>
                  </a:lnTo>
                  <a:lnTo>
                    <a:pt x="3835" y="1549"/>
                  </a:lnTo>
                  <a:lnTo>
                    <a:pt x="3835"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7" name="Google Shape;25927;p148"/>
            <p:cNvSpPr/>
            <p:nvPr/>
          </p:nvSpPr>
          <p:spPr>
            <a:xfrm>
              <a:off x="1622407" y="3774274"/>
              <a:ext cx="114628" cy="46300"/>
            </a:xfrm>
            <a:custGeom>
              <a:avLst/>
              <a:gdLst/>
              <a:ahLst/>
              <a:cxnLst/>
              <a:rect l="l" t="t" r="r" b="b"/>
              <a:pathLst>
                <a:path w="3835" h="1549" extrusionOk="0">
                  <a:moveTo>
                    <a:pt x="1" y="1"/>
                  </a:moveTo>
                  <a:lnTo>
                    <a:pt x="1" y="1549"/>
                  </a:lnTo>
                  <a:lnTo>
                    <a:pt x="3835" y="1549"/>
                  </a:lnTo>
                  <a:lnTo>
                    <a:pt x="3835"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8" name="Google Shape;25928;p148"/>
            <p:cNvSpPr/>
            <p:nvPr/>
          </p:nvSpPr>
          <p:spPr>
            <a:xfrm>
              <a:off x="1653015" y="3641890"/>
              <a:ext cx="84021" cy="86860"/>
            </a:xfrm>
            <a:custGeom>
              <a:avLst/>
              <a:gdLst/>
              <a:ahLst/>
              <a:cxnLst/>
              <a:rect l="l" t="t" r="r" b="b"/>
              <a:pathLst>
                <a:path w="2811" h="2906" extrusionOk="0">
                  <a:moveTo>
                    <a:pt x="1" y="0"/>
                  </a:moveTo>
                  <a:lnTo>
                    <a:pt x="1" y="2263"/>
                  </a:lnTo>
                  <a:lnTo>
                    <a:pt x="739" y="2263"/>
                  </a:lnTo>
                  <a:lnTo>
                    <a:pt x="1406" y="2906"/>
                  </a:lnTo>
                  <a:lnTo>
                    <a:pt x="2073" y="2263"/>
                  </a:lnTo>
                  <a:lnTo>
                    <a:pt x="2811" y="2263"/>
                  </a:lnTo>
                  <a:lnTo>
                    <a:pt x="2811"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9" name="Google Shape;25929;p148"/>
            <p:cNvSpPr/>
            <p:nvPr/>
          </p:nvSpPr>
          <p:spPr>
            <a:xfrm>
              <a:off x="1695728" y="3641890"/>
              <a:ext cx="42025" cy="86860"/>
            </a:xfrm>
            <a:custGeom>
              <a:avLst/>
              <a:gdLst/>
              <a:ahLst/>
              <a:cxnLst/>
              <a:rect l="l" t="t" r="r" b="b"/>
              <a:pathLst>
                <a:path w="1406" h="2906" extrusionOk="0">
                  <a:moveTo>
                    <a:pt x="1" y="0"/>
                  </a:moveTo>
                  <a:lnTo>
                    <a:pt x="1" y="2906"/>
                  </a:lnTo>
                  <a:lnTo>
                    <a:pt x="668" y="2263"/>
                  </a:lnTo>
                  <a:lnTo>
                    <a:pt x="1406" y="2263"/>
                  </a:lnTo>
                  <a:lnTo>
                    <a:pt x="1406"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30" name="Google Shape;25930;p148"/>
          <p:cNvGrpSpPr/>
          <p:nvPr/>
        </p:nvGrpSpPr>
        <p:grpSpPr>
          <a:xfrm>
            <a:off x="1093371" y="4000887"/>
            <a:ext cx="343826" cy="345261"/>
            <a:chOff x="1393209" y="4143718"/>
            <a:chExt cx="343826" cy="345261"/>
          </a:xfrm>
        </p:grpSpPr>
        <p:sp>
          <p:nvSpPr>
            <p:cNvPr id="25931" name="Google Shape;25931;p148"/>
            <p:cNvSpPr/>
            <p:nvPr/>
          </p:nvSpPr>
          <p:spPr>
            <a:xfrm>
              <a:off x="1393209" y="4144435"/>
              <a:ext cx="199336" cy="181552"/>
            </a:xfrm>
            <a:custGeom>
              <a:avLst/>
              <a:gdLst/>
              <a:ahLst/>
              <a:cxnLst/>
              <a:rect l="l" t="t" r="r" b="b"/>
              <a:pathLst>
                <a:path w="6669" h="6074" extrusionOk="0">
                  <a:moveTo>
                    <a:pt x="5764" y="0"/>
                  </a:moveTo>
                  <a:cubicBezTo>
                    <a:pt x="2573" y="0"/>
                    <a:pt x="1" y="2572"/>
                    <a:pt x="1" y="5740"/>
                  </a:cubicBezTo>
                  <a:lnTo>
                    <a:pt x="2906" y="6073"/>
                  </a:lnTo>
                  <a:lnTo>
                    <a:pt x="5764" y="5740"/>
                  </a:lnTo>
                  <a:lnTo>
                    <a:pt x="6669" y="3072"/>
                  </a:lnTo>
                  <a:lnTo>
                    <a:pt x="5764"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2" name="Google Shape;25932;p148"/>
            <p:cNvSpPr/>
            <p:nvPr/>
          </p:nvSpPr>
          <p:spPr>
            <a:xfrm>
              <a:off x="1565466" y="4143718"/>
              <a:ext cx="171569" cy="199336"/>
            </a:xfrm>
            <a:custGeom>
              <a:avLst/>
              <a:gdLst/>
              <a:ahLst/>
              <a:cxnLst/>
              <a:rect l="l" t="t" r="r" b="b"/>
              <a:pathLst>
                <a:path w="5740" h="6669" extrusionOk="0">
                  <a:moveTo>
                    <a:pt x="1" y="1"/>
                  </a:moveTo>
                  <a:lnTo>
                    <a:pt x="1" y="2144"/>
                  </a:lnTo>
                  <a:lnTo>
                    <a:pt x="906" y="3096"/>
                  </a:lnTo>
                  <a:lnTo>
                    <a:pt x="1" y="4025"/>
                  </a:lnTo>
                  <a:lnTo>
                    <a:pt x="1" y="5740"/>
                  </a:lnTo>
                  <a:lnTo>
                    <a:pt x="2668" y="6669"/>
                  </a:lnTo>
                  <a:lnTo>
                    <a:pt x="5740" y="5740"/>
                  </a:lnTo>
                  <a:cubicBezTo>
                    <a:pt x="5740" y="2549"/>
                    <a:pt x="3144" y="1"/>
                    <a:pt x="1" y="1"/>
                  </a:cubicBez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3" name="Google Shape;25933;p148"/>
            <p:cNvSpPr/>
            <p:nvPr/>
          </p:nvSpPr>
          <p:spPr>
            <a:xfrm>
              <a:off x="1537698" y="4315975"/>
              <a:ext cx="199336" cy="172286"/>
            </a:xfrm>
            <a:custGeom>
              <a:avLst/>
              <a:gdLst/>
              <a:ahLst/>
              <a:cxnLst/>
              <a:rect l="l" t="t" r="r" b="b"/>
              <a:pathLst>
                <a:path w="6669" h="5764" extrusionOk="0">
                  <a:moveTo>
                    <a:pt x="930" y="1"/>
                  </a:moveTo>
                  <a:lnTo>
                    <a:pt x="1" y="2858"/>
                  </a:lnTo>
                  <a:lnTo>
                    <a:pt x="930" y="5764"/>
                  </a:lnTo>
                  <a:cubicBezTo>
                    <a:pt x="4073" y="5764"/>
                    <a:pt x="6669" y="3192"/>
                    <a:pt x="6669" y="1"/>
                  </a:cubicBezTo>
                  <a:lnTo>
                    <a:pt x="4526" y="1"/>
                  </a:lnTo>
                  <a:lnTo>
                    <a:pt x="3597" y="929"/>
                  </a:lnTo>
                  <a:lnTo>
                    <a:pt x="2668"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4" name="Google Shape;25934;p148"/>
            <p:cNvSpPr/>
            <p:nvPr/>
          </p:nvSpPr>
          <p:spPr>
            <a:xfrm>
              <a:off x="1393209" y="4288924"/>
              <a:ext cx="172286" cy="199336"/>
            </a:xfrm>
            <a:custGeom>
              <a:avLst/>
              <a:gdLst/>
              <a:ahLst/>
              <a:cxnLst/>
              <a:rect l="l" t="t" r="r" b="b"/>
              <a:pathLst>
                <a:path w="5764" h="6669" extrusionOk="0">
                  <a:moveTo>
                    <a:pt x="2906" y="1"/>
                  </a:moveTo>
                  <a:lnTo>
                    <a:pt x="1977" y="906"/>
                  </a:lnTo>
                  <a:lnTo>
                    <a:pt x="1" y="906"/>
                  </a:lnTo>
                  <a:cubicBezTo>
                    <a:pt x="1" y="4097"/>
                    <a:pt x="2573" y="6669"/>
                    <a:pt x="5764" y="6669"/>
                  </a:cubicBezTo>
                  <a:lnTo>
                    <a:pt x="5549" y="4906"/>
                  </a:lnTo>
                  <a:lnTo>
                    <a:pt x="4692" y="3763"/>
                  </a:lnTo>
                  <a:lnTo>
                    <a:pt x="5430" y="2858"/>
                  </a:lnTo>
                  <a:lnTo>
                    <a:pt x="5764" y="906"/>
                  </a:lnTo>
                  <a:lnTo>
                    <a:pt x="3811" y="906"/>
                  </a:lnTo>
                  <a:lnTo>
                    <a:pt x="2906"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5" name="Google Shape;25935;p148"/>
            <p:cNvSpPr/>
            <p:nvPr/>
          </p:nvSpPr>
          <p:spPr>
            <a:xfrm>
              <a:off x="1564061" y="4194262"/>
              <a:ext cx="172973" cy="149510"/>
            </a:xfrm>
            <a:custGeom>
              <a:avLst/>
              <a:gdLst/>
              <a:ahLst/>
              <a:cxnLst/>
              <a:rect l="l" t="t" r="r" b="b"/>
              <a:pathLst>
                <a:path w="5787" h="5002" extrusionOk="0">
                  <a:moveTo>
                    <a:pt x="4072" y="0"/>
                  </a:moveTo>
                  <a:lnTo>
                    <a:pt x="0" y="4073"/>
                  </a:lnTo>
                  <a:lnTo>
                    <a:pt x="2715" y="5001"/>
                  </a:lnTo>
                  <a:lnTo>
                    <a:pt x="5787" y="4073"/>
                  </a:lnTo>
                  <a:cubicBezTo>
                    <a:pt x="5787" y="2501"/>
                    <a:pt x="5120" y="1048"/>
                    <a:pt x="4072" y="0"/>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6" name="Google Shape;25936;p148"/>
            <p:cNvSpPr/>
            <p:nvPr/>
          </p:nvSpPr>
          <p:spPr>
            <a:xfrm>
              <a:off x="1443036" y="4315975"/>
              <a:ext cx="122459" cy="173003"/>
            </a:xfrm>
            <a:custGeom>
              <a:avLst/>
              <a:gdLst/>
              <a:ahLst/>
              <a:cxnLst/>
              <a:rect l="l" t="t" r="r" b="b"/>
              <a:pathLst>
                <a:path w="4097" h="5788" extrusionOk="0">
                  <a:moveTo>
                    <a:pt x="4097" y="1"/>
                  </a:moveTo>
                  <a:lnTo>
                    <a:pt x="1" y="4097"/>
                  </a:lnTo>
                  <a:cubicBezTo>
                    <a:pt x="1048" y="5121"/>
                    <a:pt x="2477" y="5788"/>
                    <a:pt x="4097" y="5788"/>
                  </a:cubicBezTo>
                  <a:lnTo>
                    <a:pt x="4097" y="3811"/>
                  </a:lnTo>
                  <a:lnTo>
                    <a:pt x="3168" y="2882"/>
                  </a:lnTo>
                  <a:lnTo>
                    <a:pt x="4097" y="1977"/>
                  </a:lnTo>
                  <a:lnTo>
                    <a:pt x="4097"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37" name="Google Shape;25937;p148"/>
          <p:cNvGrpSpPr/>
          <p:nvPr/>
        </p:nvGrpSpPr>
        <p:grpSpPr>
          <a:xfrm>
            <a:off x="1858751" y="3977888"/>
            <a:ext cx="272628" cy="345949"/>
            <a:chOff x="2101528" y="4149427"/>
            <a:chExt cx="272628" cy="345949"/>
          </a:xfrm>
        </p:grpSpPr>
        <p:sp>
          <p:nvSpPr>
            <p:cNvPr id="25938" name="Google Shape;25938;p148"/>
            <p:cNvSpPr/>
            <p:nvPr/>
          </p:nvSpPr>
          <p:spPr>
            <a:xfrm>
              <a:off x="2188359" y="4149427"/>
              <a:ext cx="99683" cy="345947"/>
            </a:xfrm>
            <a:custGeom>
              <a:avLst/>
              <a:gdLst/>
              <a:ahLst/>
              <a:cxnLst/>
              <a:rect l="l" t="t" r="r" b="b"/>
              <a:pathLst>
                <a:path w="3335" h="11574" extrusionOk="0">
                  <a:moveTo>
                    <a:pt x="1381" y="0"/>
                  </a:moveTo>
                  <a:lnTo>
                    <a:pt x="1381" y="2596"/>
                  </a:lnTo>
                  <a:lnTo>
                    <a:pt x="72" y="2596"/>
                  </a:lnTo>
                  <a:lnTo>
                    <a:pt x="405" y="3286"/>
                  </a:lnTo>
                  <a:lnTo>
                    <a:pt x="1358" y="3286"/>
                  </a:lnTo>
                  <a:lnTo>
                    <a:pt x="1358" y="6740"/>
                  </a:lnTo>
                  <a:lnTo>
                    <a:pt x="48" y="6740"/>
                  </a:lnTo>
                  <a:lnTo>
                    <a:pt x="357" y="7430"/>
                  </a:lnTo>
                  <a:lnTo>
                    <a:pt x="1310" y="7430"/>
                  </a:lnTo>
                  <a:lnTo>
                    <a:pt x="1310" y="10883"/>
                  </a:lnTo>
                  <a:lnTo>
                    <a:pt x="0" y="10883"/>
                  </a:lnTo>
                  <a:lnTo>
                    <a:pt x="334" y="11574"/>
                  </a:lnTo>
                  <a:lnTo>
                    <a:pt x="1977" y="11574"/>
                  </a:lnTo>
                  <a:lnTo>
                    <a:pt x="1977" y="9359"/>
                  </a:lnTo>
                  <a:lnTo>
                    <a:pt x="2929" y="9359"/>
                  </a:lnTo>
                  <a:lnTo>
                    <a:pt x="3239" y="8669"/>
                  </a:lnTo>
                  <a:lnTo>
                    <a:pt x="2072" y="8669"/>
                  </a:lnTo>
                  <a:lnTo>
                    <a:pt x="2072" y="5215"/>
                  </a:lnTo>
                  <a:lnTo>
                    <a:pt x="3025" y="5215"/>
                  </a:lnTo>
                  <a:lnTo>
                    <a:pt x="3334" y="4525"/>
                  </a:lnTo>
                  <a:lnTo>
                    <a:pt x="2072" y="4525"/>
                  </a:lnTo>
                  <a:lnTo>
                    <a:pt x="2072"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9" name="Google Shape;25939;p148"/>
            <p:cNvSpPr/>
            <p:nvPr/>
          </p:nvSpPr>
          <p:spPr>
            <a:xfrm>
              <a:off x="2237469" y="4151549"/>
              <a:ext cx="47704" cy="343825"/>
            </a:xfrm>
            <a:custGeom>
              <a:avLst/>
              <a:gdLst/>
              <a:ahLst/>
              <a:cxnLst/>
              <a:rect l="l" t="t" r="r" b="b"/>
              <a:pathLst>
                <a:path w="1596" h="11503" extrusionOk="0">
                  <a:moveTo>
                    <a:pt x="0" y="1"/>
                  </a:moveTo>
                  <a:lnTo>
                    <a:pt x="0" y="11503"/>
                  </a:lnTo>
                  <a:lnTo>
                    <a:pt x="334" y="11503"/>
                  </a:lnTo>
                  <a:lnTo>
                    <a:pt x="334" y="9288"/>
                  </a:lnTo>
                  <a:lnTo>
                    <a:pt x="1286" y="9288"/>
                  </a:lnTo>
                  <a:lnTo>
                    <a:pt x="1596" y="8598"/>
                  </a:lnTo>
                  <a:lnTo>
                    <a:pt x="334" y="8598"/>
                  </a:lnTo>
                  <a:lnTo>
                    <a:pt x="334" y="5216"/>
                  </a:lnTo>
                  <a:lnTo>
                    <a:pt x="1286" y="5216"/>
                  </a:lnTo>
                  <a:lnTo>
                    <a:pt x="1596" y="4525"/>
                  </a:lnTo>
                  <a:lnTo>
                    <a:pt x="334" y="4525"/>
                  </a:lnTo>
                  <a:lnTo>
                    <a:pt x="334"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0" name="Google Shape;25940;p148"/>
            <p:cNvSpPr/>
            <p:nvPr/>
          </p:nvSpPr>
          <p:spPr>
            <a:xfrm>
              <a:off x="2101528" y="4150054"/>
              <a:ext cx="98966" cy="97621"/>
            </a:xfrm>
            <a:custGeom>
              <a:avLst/>
              <a:gdLst/>
              <a:ahLst/>
              <a:cxnLst/>
              <a:rect l="l" t="t" r="r" b="b"/>
              <a:pathLst>
                <a:path w="3311" h="3266" extrusionOk="0">
                  <a:moveTo>
                    <a:pt x="1632" y="1"/>
                  </a:moveTo>
                  <a:cubicBezTo>
                    <a:pt x="718" y="1"/>
                    <a:pt x="1" y="769"/>
                    <a:pt x="24" y="1694"/>
                  </a:cubicBezTo>
                  <a:cubicBezTo>
                    <a:pt x="47" y="2575"/>
                    <a:pt x="786" y="3265"/>
                    <a:pt x="1667" y="3265"/>
                  </a:cubicBezTo>
                  <a:lnTo>
                    <a:pt x="3310" y="3265"/>
                  </a:lnTo>
                  <a:lnTo>
                    <a:pt x="3310" y="1622"/>
                  </a:lnTo>
                  <a:cubicBezTo>
                    <a:pt x="3310" y="765"/>
                    <a:pt x="2596" y="27"/>
                    <a:pt x="1714" y="3"/>
                  </a:cubicBezTo>
                  <a:cubicBezTo>
                    <a:pt x="1687" y="2"/>
                    <a:pt x="1660" y="1"/>
                    <a:pt x="1632"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1" name="Google Shape;25941;p148"/>
            <p:cNvSpPr/>
            <p:nvPr/>
          </p:nvSpPr>
          <p:spPr>
            <a:xfrm>
              <a:off x="2101528" y="4273262"/>
              <a:ext cx="98966" cy="98278"/>
            </a:xfrm>
            <a:custGeom>
              <a:avLst/>
              <a:gdLst/>
              <a:ahLst/>
              <a:cxnLst/>
              <a:rect l="l" t="t" r="r" b="b"/>
              <a:pathLst>
                <a:path w="3311" h="3288" extrusionOk="0">
                  <a:moveTo>
                    <a:pt x="1672" y="0"/>
                  </a:moveTo>
                  <a:cubicBezTo>
                    <a:pt x="740" y="0"/>
                    <a:pt x="0" y="777"/>
                    <a:pt x="24" y="1715"/>
                  </a:cubicBezTo>
                  <a:cubicBezTo>
                    <a:pt x="47" y="2597"/>
                    <a:pt x="786" y="3287"/>
                    <a:pt x="1667" y="3287"/>
                  </a:cubicBezTo>
                  <a:lnTo>
                    <a:pt x="3310" y="3287"/>
                  </a:lnTo>
                  <a:lnTo>
                    <a:pt x="3310" y="1644"/>
                  </a:lnTo>
                  <a:cubicBezTo>
                    <a:pt x="3310" y="787"/>
                    <a:pt x="2596" y="48"/>
                    <a:pt x="1714" y="1"/>
                  </a:cubicBezTo>
                  <a:cubicBezTo>
                    <a:pt x="1700" y="0"/>
                    <a:pt x="1686" y="0"/>
                    <a:pt x="167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2" name="Google Shape;25942;p148"/>
            <p:cNvSpPr/>
            <p:nvPr/>
          </p:nvSpPr>
          <p:spPr>
            <a:xfrm>
              <a:off x="2101528" y="4397097"/>
              <a:ext cx="98966" cy="98278"/>
            </a:xfrm>
            <a:custGeom>
              <a:avLst/>
              <a:gdLst/>
              <a:ahLst/>
              <a:cxnLst/>
              <a:rect l="l" t="t" r="r" b="b"/>
              <a:pathLst>
                <a:path w="3311" h="3288" extrusionOk="0">
                  <a:moveTo>
                    <a:pt x="1671" y="1"/>
                  </a:moveTo>
                  <a:cubicBezTo>
                    <a:pt x="739" y="1"/>
                    <a:pt x="0" y="754"/>
                    <a:pt x="24" y="1692"/>
                  </a:cubicBezTo>
                  <a:cubicBezTo>
                    <a:pt x="47" y="2597"/>
                    <a:pt x="786" y="3288"/>
                    <a:pt x="1667" y="3288"/>
                  </a:cubicBezTo>
                  <a:lnTo>
                    <a:pt x="3310" y="3288"/>
                  </a:lnTo>
                  <a:lnTo>
                    <a:pt x="3310" y="1645"/>
                  </a:lnTo>
                  <a:cubicBezTo>
                    <a:pt x="3310" y="787"/>
                    <a:pt x="2596" y="25"/>
                    <a:pt x="1714" y="2"/>
                  </a:cubicBezTo>
                  <a:cubicBezTo>
                    <a:pt x="1700" y="1"/>
                    <a:pt x="1685" y="1"/>
                    <a:pt x="1671"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3" name="Google Shape;25943;p148"/>
            <p:cNvSpPr/>
            <p:nvPr/>
          </p:nvSpPr>
          <p:spPr>
            <a:xfrm>
              <a:off x="2275907" y="4209177"/>
              <a:ext cx="98248" cy="97591"/>
            </a:xfrm>
            <a:custGeom>
              <a:avLst/>
              <a:gdLst/>
              <a:ahLst/>
              <a:cxnLst/>
              <a:rect l="l" t="t" r="r" b="b"/>
              <a:pathLst>
                <a:path w="3287" h="3265" extrusionOk="0">
                  <a:moveTo>
                    <a:pt x="1614" y="1"/>
                  </a:moveTo>
                  <a:cubicBezTo>
                    <a:pt x="1600" y="1"/>
                    <a:pt x="1586" y="1"/>
                    <a:pt x="1572" y="2"/>
                  </a:cubicBezTo>
                  <a:cubicBezTo>
                    <a:pt x="667" y="49"/>
                    <a:pt x="0" y="787"/>
                    <a:pt x="0" y="1645"/>
                  </a:cubicBezTo>
                  <a:lnTo>
                    <a:pt x="0" y="3264"/>
                  </a:lnTo>
                  <a:lnTo>
                    <a:pt x="1596" y="3264"/>
                  </a:lnTo>
                  <a:cubicBezTo>
                    <a:pt x="2453" y="3264"/>
                    <a:pt x="3215" y="2573"/>
                    <a:pt x="3263" y="1716"/>
                  </a:cubicBezTo>
                  <a:cubicBezTo>
                    <a:pt x="3286" y="778"/>
                    <a:pt x="2547" y="1"/>
                    <a:pt x="1614"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4" name="Google Shape;25944;p148"/>
            <p:cNvSpPr/>
            <p:nvPr/>
          </p:nvSpPr>
          <p:spPr>
            <a:xfrm>
              <a:off x="2275907" y="4332325"/>
              <a:ext cx="98248" cy="96873"/>
            </a:xfrm>
            <a:custGeom>
              <a:avLst/>
              <a:gdLst/>
              <a:ahLst/>
              <a:cxnLst/>
              <a:rect l="l" t="t" r="r" b="b"/>
              <a:pathLst>
                <a:path w="3287" h="3241" extrusionOk="0">
                  <a:moveTo>
                    <a:pt x="1616" y="1"/>
                  </a:moveTo>
                  <a:cubicBezTo>
                    <a:pt x="1601" y="1"/>
                    <a:pt x="1587" y="1"/>
                    <a:pt x="1572" y="1"/>
                  </a:cubicBezTo>
                  <a:cubicBezTo>
                    <a:pt x="667" y="25"/>
                    <a:pt x="0" y="763"/>
                    <a:pt x="0" y="1645"/>
                  </a:cubicBezTo>
                  <a:lnTo>
                    <a:pt x="0" y="3240"/>
                  </a:lnTo>
                  <a:lnTo>
                    <a:pt x="1596" y="3240"/>
                  </a:lnTo>
                  <a:cubicBezTo>
                    <a:pt x="2453" y="3240"/>
                    <a:pt x="3215" y="2550"/>
                    <a:pt x="3263" y="1692"/>
                  </a:cubicBezTo>
                  <a:cubicBezTo>
                    <a:pt x="3286" y="754"/>
                    <a:pt x="2548" y="1"/>
                    <a:pt x="161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45" name="Google Shape;25945;p148"/>
          <p:cNvGrpSpPr/>
          <p:nvPr/>
        </p:nvGrpSpPr>
        <p:grpSpPr>
          <a:xfrm>
            <a:off x="2569586" y="3980647"/>
            <a:ext cx="344545" cy="344545"/>
            <a:chOff x="2745732" y="4133047"/>
            <a:chExt cx="344545" cy="344545"/>
          </a:xfrm>
        </p:grpSpPr>
        <p:sp>
          <p:nvSpPr>
            <p:cNvPr id="25946" name="Google Shape;25946;p148"/>
            <p:cNvSpPr/>
            <p:nvPr/>
          </p:nvSpPr>
          <p:spPr>
            <a:xfrm>
              <a:off x="2745732" y="4456908"/>
              <a:ext cx="343855" cy="20684"/>
            </a:xfrm>
            <a:custGeom>
              <a:avLst/>
              <a:gdLst/>
              <a:ahLst/>
              <a:cxnLst/>
              <a:rect l="l" t="t" r="r" b="b"/>
              <a:pathLst>
                <a:path w="11504" h="692" extrusionOk="0">
                  <a:moveTo>
                    <a:pt x="1" y="1"/>
                  </a:moveTo>
                  <a:lnTo>
                    <a:pt x="1" y="692"/>
                  </a:lnTo>
                  <a:lnTo>
                    <a:pt x="11503" y="692"/>
                  </a:lnTo>
                  <a:lnTo>
                    <a:pt x="11503"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7" name="Google Shape;25947;p148"/>
            <p:cNvSpPr/>
            <p:nvPr/>
          </p:nvSpPr>
          <p:spPr>
            <a:xfrm>
              <a:off x="2918707" y="4456908"/>
              <a:ext cx="171569" cy="20684"/>
            </a:xfrm>
            <a:custGeom>
              <a:avLst/>
              <a:gdLst/>
              <a:ahLst/>
              <a:cxnLst/>
              <a:rect l="l" t="t" r="r" b="b"/>
              <a:pathLst>
                <a:path w="5740" h="692" extrusionOk="0">
                  <a:moveTo>
                    <a:pt x="1" y="1"/>
                  </a:moveTo>
                  <a:lnTo>
                    <a:pt x="1" y="692"/>
                  </a:lnTo>
                  <a:lnTo>
                    <a:pt x="5740" y="692"/>
                  </a:lnTo>
                  <a:lnTo>
                    <a:pt x="574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8" name="Google Shape;25948;p148"/>
            <p:cNvSpPr/>
            <p:nvPr/>
          </p:nvSpPr>
          <p:spPr>
            <a:xfrm>
              <a:off x="3026192" y="4369359"/>
              <a:ext cx="64084" cy="64114"/>
            </a:xfrm>
            <a:custGeom>
              <a:avLst/>
              <a:gdLst/>
              <a:ahLst/>
              <a:cxnLst/>
              <a:rect l="l" t="t" r="r" b="b"/>
              <a:pathLst>
                <a:path w="2144" h="2145" extrusionOk="0">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9" name="Google Shape;25949;p148"/>
            <p:cNvSpPr/>
            <p:nvPr/>
          </p:nvSpPr>
          <p:spPr>
            <a:xfrm>
              <a:off x="3026192" y="4290359"/>
              <a:ext cx="64084" cy="6408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0" name="Google Shape;25950;p148"/>
            <p:cNvSpPr/>
            <p:nvPr/>
          </p:nvSpPr>
          <p:spPr>
            <a:xfrm>
              <a:off x="3026192" y="4212047"/>
              <a:ext cx="64084" cy="64114"/>
            </a:xfrm>
            <a:custGeom>
              <a:avLst/>
              <a:gdLst/>
              <a:ahLst/>
              <a:cxnLst/>
              <a:rect l="l" t="t" r="r" b="b"/>
              <a:pathLst>
                <a:path w="2144" h="2145" extrusionOk="0">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1" name="Google Shape;25951;p148"/>
            <p:cNvSpPr/>
            <p:nvPr/>
          </p:nvSpPr>
          <p:spPr>
            <a:xfrm>
              <a:off x="3026192" y="4133047"/>
              <a:ext cx="64084" cy="6408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2" name="Google Shape;25952;p148"/>
            <p:cNvSpPr/>
            <p:nvPr/>
          </p:nvSpPr>
          <p:spPr>
            <a:xfrm>
              <a:off x="3058235" y="4369359"/>
              <a:ext cx="32042" cy="64114"/>
            </a:xfrm>
            <a:custGeom>
              <a:avLst/>
              <a:gdLst/>
              <a:ahLst/>
              <a:cxnLst/>
              <a:rect l="l" t="t" r="r" b="b"/>
              <a:pathLst>
                <a:path w="1072" h="2145" extrusionOk="0">
                  <a:moveTo>
                    <a:pt x="0" y="1"/>
                  </a:moveTo>
                  <a:lnTo>
                    <a:pt x="0" y="2144"/>
                  </a:lnTo>
                  <a:cubicBezTo>
                    <a:pt x="596" y="2144"/>
                    <a:pt x="1072" y="1668"/>
                    <a:pt x="1072" y="1072"/>
                  </a:cubicBezTo>
                  <a:cubicBezTo>
                    <a:pt x="1072" y="477"/>
                    <a:pt x="596" y="1"/>
                    <a:pt x="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3" name="Google Shape;25953;p148"/>
            <p:cNvSpPr/>
            <p:nvPr/>
          </p:nvSpPr>
          <p:spPr>
            <a:xfrm>
              <a:off x="3058235" y="4290359"/>
              <a:ext cx="32042" cy="64084"/>
            </a:xfrm>
            <a:custGeom>
              <a:avLst/>
              <a:gdLst/>
              <a:ahLst/>
              <a:cxnLst/>
              <a:rect l="l" t="t" r="r" b="b"/>
              <a:pathLst>
                <a:path w="1072" h="2144" extrusionOk="0">
                  <a:moveTo>
                    <a:pt x="0" y="0"/>
                  </a:moveTo>
                  <a:lnTo>
                    <a:pt x="0" y="2144"/>
                  </a:lnTo>
                  <a:cubicBezTo>
                    <a:pt x="596" y="2144"/>
                    <a:pt x="1072" y="1667"/>
                    <a:pt x="1072" y="1072"/>
                  </a:cubicBezTo>
                  <a:cubicBezTo>
                    <a:pt x="1072" y="477"/>
                    <a:pt x="596" y="0"/>
                    <a:pt x="0"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4" name="Google Shape;25954;p148"/>
            <p:cNvSpPr/>
            <p:nvPr/>
          </p:nvSpPr>
          <p:spPr>
            <a:xfrm>
              <a:off x="3058235" y="4211925"/>
              <a:ext cx="32042" cy="64114"/>
            </a:xfrm>
            <a:custGeom>
              <a:avLst/>
              <a:gdLst/>
              <a:ahLst/>
              <a:cxnLst/>
              <a:rect l="l" t="t" r="r" b="b"/>
              <a:pathLst>
                <a:path w="1072" h="2145" extrusionOk="0">
                  <a:moveTo>
                    <a:pt x="0" y="1"/>
                  </a:moveTo>
                  <a:lnTo>
                    <a:pt x="0" y="2144"/>
                  </a:lnTo>
                  <a:cubicBezTo>
                    <a:pt x="596" y="2144"/>
                    <a:pt x="1072" y="1668"/>
                    <a:pt x="1072" y="1073"/>
                  </a:cubicBezTo>
                  <a:cubicBezTo>
                    <a:pt x="1072" y="501"/>
                    <a:pt x="596" y="25"/>
                    <a:pt x="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5" name="Google Shape;25955;p148"/>
            <p:cNvSpPr/>
            <p:nvPr/>
          </p:nvSpPr>
          <p:spPr>
            <a:xfrm>
              <a:off x="3058235" y="4133047"/>
              <a:ext cx="32042" cy="64084"/>
            </a:xfrm>
            <a:custGeom>
              <a:avLst/>
              <a:gdLst/>
              <a:ahLst/>
              <a:cxnLst/>
              <a:rect l="l" t="t" r="r" b="b"/>
              <a:pathLst>
                <a:path w="1072" h="2144" extrusionOk="0">
                  <a:moveTo>
                    <a:pt x="0" y="0"/>
                  </a:moveTo>
                  <a:lnTo>
                    <a:pt x="0" y="2144"/>
                  </a:lnTo>
                  <a:cubicBezTo>
                    <a:pt x="596" y="2144"/>
                    <a:pt x="1072" y="1644"/>
                    <a:pt x="1072" y="1072"/>
                  </a:cubicBezTo>
                  <a:cubicBezTo>
                    <a:pt x="1072" y="477"/>
                    <a:pt x="596" y="0"/>
                    <a:pt x="0"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6" name="Google Shape;25956;p148"/>
            <p:cNvSpPr/>
            <p:nvPr/>
          </p:nvSpPr>
          <p:spPr>
            <a:xfrm>
              <a:off x="2932935" y="4369359"/>
              <a:ext cx="64114" cy="64114"/>
            </a:xfrm>
            <a:custGeom>
              <a:avLst/>
              <a:gdLst/>
              <a:ahLst/>
              <a:cxnLst/>
              <a:rect l="l" t="t" r="r" b="b"/>
              <a:pathLst>
                <a:path w="2145" h="2145" extrusionOk="0">
                  <a:moveTo>
                    <a:pt x="1073" y="1"/>
                  </a:moveTo>
                  <a:cubicBezTo>
                    <a:pt x="477" y="1"/>
                    <a:pt x="1" y="477"/>
                    <a:pt x="1" y="1072"/>
                  </a:cubicBezTo>
                  <a:cubicBezTo>
                    <a:pt x="1" y="1668"/>
                    <a:pt x="477" y="2144"/>
                    <a:pt x="1073" y="2144"/>
                  </a:cubicBezTo>
                  <a:cubicBezTo>
                    <a:pt x="1668" y="2144"/>
                    <a:pt x="2144" y="1668"/>
                    <a:pt x="2144" y="1072"/>
                  </a:cubicBezTo>
                  <a:cubicBezTo>
                    <a:pt x="2144" y="477"/>
                    <a:pt x="1668" y="1"/>
                    <a:pt x="107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7" name="Google Shape;25957;p148"/>
            <p:cNvSpPr/>
            <p:nvPr/>
          </p:nvSpPr>
          <p:spPr>
            <a:xfrm>
              <a:off x="2932935" y="4290359"/>
              <a:ext cx="64114" cy="64084"/>
            </a:xfrm>
            <a:custGeom>
              <a:avLst/>
              <a:gdLst/>
              <a:ahLst/>
              <a:cxnLst/>
              <a:rect l="l" t="t" r="r" b="b"/>
              <a:pathLst>
                <a:path w="2145" h="2144" extrusionOk="0">
                  <a:moveTo>
                    <a:pt x="1073" y="0"/>
                  </a:moveTo>
                  <a:cubicBezTo>
                    <a:pt x="477" y="0"/>
                    <a:pt x="1" y="477"/>
                    <a:pt x="1" y="1072"/>
                  </a:cubicBezTo>
                  <a:cubicBezTo>
                    <a:pt x="1" y="1667"/>
                    <a:pt x="477" y="2144"/>
                    <a:pt x="1073" y="2144"/>
                  </a:cubicBezTo>
                  <a:cubicBezTo>
                    <a:pt x="1668" y="2144"/>
                    <a:pt x="2144" y="1667"/>
                    <a:pt x="2144" y="1072"/>
                  </a:cubicBezTo>
                  <a:cubicBezTo>
                    <a:pt x="2144" y="477"/>
                    <a:pt x="1668" y="0"/>
                    <a:pt x="1073"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8" name="Google Shape;25958;p148"/>
            <p:cNvSpPr/>
            <p:nvPr/>
          </p:nvSpPr>
          <p:spPr>
            <a:xfrm>
              <a:off x="2932935" y="4212047"/>
              <a:ext cx="64114" cy="64114"/>
            </a:xfrm>
            <a:custGeom>
              <a:avLst/>
              <a:gdLst/>
              <a:ahLst/>
              <a:cxnLst/>
              <a:rect l="l" t="t" r="r" b="b"/>
              <a:pathLst>
                <a:path w="2145" h="2145" extrusionOk="0">
                  <a:moveTo>
                    <a:pt x="1073" y="1"/>
                  </a:moveTo>
                  <a:cubicBezTo>
                    <a:pt x="477" y="1"/>
                    <a:pt x="1" y="477"/>
                    <a:pt x="1" y="1072"/>
                  </a:cubicBezTo>
                  <a:cubicBezTo>
                    <a:pt x="1" y="1668"/>
                    <a:pt x="477" y="2144"/>
                    <a:pt x="1073" y="2144"/>
                  </a:cubicBezTo>
                  <a:cubicBezTo>
                    <a:pt x="1668" y="2144"/>
                    <a:pt x="2144" y="1668"/>
                    <a:pt x="2144" y="1072"/>
                  </a:cubicBezTo>
                  <a:cubicBezTo>
                    <a:pt x="2144" y="477"/>
                    <a:pt x="1668" y="1"/>
                    <a:pt x="107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9" name="Google Shape;25959;p148"/>
            <p:cNvSpPr/>
            <p:nvPr/>
          </p:nvSpPr>
          <p:spPr>
            <a:xfrm>
              <a:off x="2964977" y="4369359"/>
              <a:ext cx="32072" cy="64114"/>
            </a:xfrm>
            <a:custGeom>
              <a:avLst/>
              <a:gdLst/>
              <a:ahLst/>
              <a:cxnLst/>
              <a:rect l="l" t="t" r="r" b="b"/>
              <a:pathLst>
                <a:path w="1073" h="2145" extrusionOk="0">
                  <a:moveTo>
                    <a:pt x="1" y="1"/>
                  </a:moveTo>
                  <a:lnTo>
                    <a:pt x="1" y="2144"/>
                  </a:lnTo>
                  <a:cubicBezTo>
                    <a:pt x="596" y="2144"/>
                    <a:pt x="1072" y="1668"/>
                    <a:pt x="1072" y="1072"/>
                  </a:cubicBezTo>
                  <a:cubicBezTo>
                    <a:pt x="1072" y="477"/>
                    <a:pt x="596" y="1"/>
                    <a:pt x="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0" name="Google Shape;25960;p148"/>
            <p:cNvSpPr/>
            <p:nvPr/>
          </p:nvSpPr>
          <p:spPr>
            <a:xfrm>
              <a:off x="2964977" y="4290359"/>
              <a:ext cx="32072" cy="64084"/>
            </a:xfrm>
            <a:custGeom>
              <a:avLst/>
              <a:gdLst/>
              <a:ahLst/>
              <a:cxnLst/>
              <a:rect l="l" t="t" r="r" b="b"/>
              <a:pathLst>
                <a:path w="1073" h="2144" extrusionOk="0">
                  <a:moveTo>
                    <a:pt x="1" y="0"/>
                  </a:moveTo>
                  <a:lnTo>
                    <a:pt x="1" y="2144"/>
                  </a:lnTo>
                  <a:cubicBezTo>
                    <a:pt x="596" y="2144"/>
                    <a:pt x="1072" y="1667"/>
                    <a:pt x="1072" y="1072"/>
                  </a:cubicBezTo>
                  <a:cubicBezTo>
                    <a:pt x="1072" y="477"/>
                    <a:pt x="596" y="0"/>
                    <a:pt x="1"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1" name="Google Shape;25961;p148"/>
            <p:cNvSpPr/>
            <p:nvPr/>
          </p:nvSpPr>
          <p:spPr>
            <a:xfrm>
              <a:off x="2964977" y="4211925"/>
              <a:ext cx="32072" cy="64114"/>
            </a:xfrm>
            <a:custGeom>
              <a:avLst/>
              <a:gdLst/>
              <a:ahLst/>
              <a:cxnLst/>
              <a:rect l="l" t="t" r="r" b="b"/>
              <a:pathLst>
                <a:path w="1073" h="2145" extrusionOk="0">
                  <a:moveTo>
                    <a:pt x="1" y="1"/>
                  </a:moveTo>
                  <a:lnTo>
                    <a:pt x="1" y="2144"/>
                  </a:lnTo>
                  <a:cubicBezTo>
                    <a:pt x="596" y="2144"/>
                    <a:pt x="1072" y="1668"/>
                    <a:pt x="1072" y="1073"/>
                  </a:cubicBezTo>
                  <a:cubicBezTo>
                    <a:pt x="1072" y="501"/>
                    <a:pt x="596" y="25"/>
                    <a:pt x="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2" name="Google Shape;25962;p148"/>
            <p:cNvSpPr/>
            <p:nvPr/>
          </p:nvSpPr>
          <p:spPr>
            <a:xfrm>
              <a:off x="2839707" y="4369359"/>
              <a:ext cx="64084" cy="64114"/>
            </a:xfrm>
            <a:custGeom>
              <a:avLst/>
              <a:gdLst/>
              <a:ahLst/>
              <a:cxnLst/>
              <a:rect l="l" t="t" r="r" b="b"/>
              <a:pathLst>
                <a:path w="2144" h="2145" extrusionOk="0">
                  <a:moveTo>
                    <a:pt x="1072" y="1"/>
                  </a:moveTo>
                  <a:cubicBezTo>
                    <a:pt x="477" y="1"/>
                    <a:pt x="0" y="477"/>
                    <a:pt x="0" y="1072"/>
                  </a:cubicBezTo>
                  <a:cubicBezTo>
                    <a:pt x="0" y="1668"/>
                    <a:pt x="477" y="2144"/>
                    <a:pt x="1072" y="2144"/>
                  </a:cubicBezTo>
                  <a:cubicBezTo>
                    <a:pt x="1667" y="2144"/>
                    <a:pt x="2144" y="1668"/>
                    <a:pt x="2144" y="1072"/>
                  </a:cubicBezTo>
                  <a:cubicBezTo>
                    <a:pt x="2144" y="477"/>
                    <a:pt x="1667" y="1"/>
                    <a:pt x="1072" y="1"/>
                  </a:cubicBez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3" name="Google Shape;25963;p148"/>
            <p:cNvSpPr/>
            <p:nvPr/>
          </p:nvSpPr>
          <p:spPr>
            <a:xfrm>
              <a:off x="2839707" y="4290359"/>
              <a:ext cx="64084" cy="64084"/>
            </a:xfrm>
            <a:custGeom>
              <a:avLst/>
              <a:gdLst/>
              <a:ahLst/>
              <a:cxnLst/>
              <a:rect l="l" t="t" r="r" b="b"/>
              <a:pathLst>
                <a:path w="2144" h="2144" extrusionOk="0">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4" name="Google Shape;25964;p148"/>
            <p:cNvSpPr/>
            <p:nvPr/>
          </p:nvSpPr>
          <p:spPr>
            <a:xfrm>
              <a:off x="2871719" y="4369359"/>
              <a:ext cx="32072" cy="64114"/>
            </a:xfrm>
            <a:custGeom>
              <a:avLst/>
              <a:gdLst/>
              <a:ahLst/>
              <a:cxnLst/>
              <a:rect l="l" t="t" r="r" b="b"/>
              <a:pathLst>
                <a:path w="1073" h="2145" extrusionOk="0">
                  <a:moveTo>
                    <a:pt x="1" y="1"/>
                  </a:moveTo>
                  <a:lnTo>
                    <a:pt x="1" y="2144"/>
                  </a:lnTo>
                  <a:cubicBezTo>
                    <a:pt x="596" y="2144"/>
                    <a:pt x="1073" y="1668"/>
                    <a:pt x="1073" y="1072"/>
                  </a:cubicBezTo>
                  <a:cubicBezTo>
                    <a:pt x="1073" y="477"/>
                    <a:pt x="596" y="1"/>
                    <a:pt x="1"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5" name="Google Shape;25965;p148"/>
            <p:cNvSpPr/>
            <p:nvPr/>
          </p:nvSpPr>
          <p:spPr>
            <a:xfrm>
              <a:off x="2871719" y="4290359"/>
              <a:ext cx="32072" cy="64084"/>
            </a:xfrm>
            <a:custGeom>
              <a:avLst/>
              <a:gdLst/>
              <a:ahLst/>
              <a:cxnLst/>
              <a:rect l="l" t="t" r="r" b="b"/>
              <a:pathLst>
                <a:path w="1073" h="2144" extrusionOk="0">
                  <a:moveTo>
                    <a:pt x="1" y="0"/>
                  </a:moveTo>
                  <a:lnTo>
                    <a:pt x="1" y="2144"/>
                  </a:lnTo>
                  <a:cubicBezTo>
                    <a:pt x="596" y="2144"/>
                    <a:pt x="1073" y="1667"/>
                    <a:pt x="1073" y="1072"/>
                  </a:cubicBezTo>
                  <a:cubicBezTo>
                    <a:pt x="1073" y="477"/>
                    <a:pt x="596" y="0"/>
                    <a:pt x="1"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6" name="Google Shape;25966;p148"/>
            <p:cNvSpPr/>
            <p:nvPr/>
          </p:nvSpPr>
          <p:spPr>
            <a:xfrm>
              <a:off x="2746449" y="4369359"/>
              <a:ext cx="64084" cy="64114"/>
            </a:xfrm>
            <a:custGeom>
              <a:avLst/>
              <a:gdLst/>
              <a:ahLst/>
              <a:cxnLst/>
              <a:rect l="l" t="t" r="r" b="b"/>
              <a:pathLst>
                <a:path w="2144" h="2145" extrusionOk="0">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7" name="Google Shape;25967;p148"/>
            <p:cNvSpPr/>
            <p:nvPr/>
          </p:nvSpPr>
          <p:spPr>
            <a:xfrm>
              <a:off x="2746449" y="4290359"/>
              <a:ext cx="64084" cy="6408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8" name="Google Shape;25968;p148"/>
            <p:cNvSpPr/>
            <p:nvPr/>
          </p:nvSpPr>
          <p:spPr>
            <a:xfrm>
              <a:off x="2746449" y="4212047"/>
              <a:ext cx="64084" cy="64114"/>
            </a:xfrm>
            <a:custGeom>
              <a:avLst/>
              <a:gdLst/>
              <a:ahLst/>
              <a:cxnLst/>
              <a:rect l="l" t="t" r="r" b="b"/>
              <a:pathLst>
                <a:path w="2144" h="2145" extrusionOk="0">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9" name="Google Shape;25969;p148"/>
            <p:cNvSpPr/>
            <p:nvPr/>
          </p:nvSpPr>
          <p:spPr>
            <a:xfrm>
              <a:off x="2779209" y="4369359"/>
              <a:ext cx="32042" cy="64114"/>
            </a:xfrm>
            <a:custGeom>
              <a:avLst/>
              <a:gdLst/>
              <a:ahLst/>
              <a:cxnLst/>
              <a:rect l="l" t="t" r="r" b="b"/>
              <a:pathLst>
                <a:path w="1072" h="2145" extrusionOk="0">
                  <a:moveTo>
                    <a:pt x="0" y="1"/>
                  </a:moveTo>
                  <a:lnTo>
                    <a:pt x="0" y="2144"/>
                  </a:lnTo>
                  <a:cubicBezTo>
                    <a:pt x="595" y="2144"/>
                    <a:pt x="1072" y="1668"/>
                    <a:pt x="1072" y="1072"/>
                  </a:cubicBezTo>
                  <a:cubicBezTo>
                    <a:pt x="1072" y="477"/>
                    <a:pt x="572" y="1"/>
                    <a:pt x="0"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0" name="Google Shape;25970;p148"/>
            <p:cNvSpPr/>
            <p:nvPr/>
          </p:nvSpPr>
          <p:spPr>
            <a:xfrm>
              <a:off x="2779209" y="4290359"/>
              <a:ext cx="32042" cy="64084"/>
            </a:xfrm>
            <a:custGeom>
              <a:avLst/>
              <a:gdLst/>
              <a:ahLst/>
              <a:cxnLst/>
              <a:rect l="l" t="t" r="r" b="b"/>
              <a:pathLst>
                <a:path w="1072" h="2144" extrusionOk="0">
                  <a:moveTo>
                    <a:pt x="0" y="0"/>
                  </a:moveTo>
                  <a:lnTo>
                    <a:pt x="0" y="2144"/>
                  </a:lnTo>
                  <a:cubicBezTo>
                    <a:pt x="595" y="2144"/>
                    <a:pt x="1072" y="1667"/>
                    <a:pt x="1072" y="1072"/>
                  </a:cubicBezTo>
                  <a:cubicBezTo>
                    <a:pt x="1072" y="477"/>
                    <a:pt x="572" y="0"/>
                    <a:pt x="0"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1" name="Google Shape;25971;p148"/>
            <p:cNvSpPr/>
            <p:nvPr/>
          </p:nvSpPr>
          <p:spPr>
            <a:xfrm>
              <a:off x="2779209" y="4211925"/>
              <a:ext cx="32042" cy="64114"/>
            </a:xfrm>
            <a:custGeom>
              <a:avLst/>
              <a:gdLst/>
              <a:ahLst/>
              <a:cxnLst/>
              <a:rect l="l" t="t" r="r" b="b"/>
              <a:pathLst>
                <a:path w="1072" h="2145" extrusionOk="0">
                  <a:moveTo>
                    <a:pt x="0" y="1"/>
                  </a:moveTo>
                  <a:lnTo>
                    <a:pt x="0" y="2144"/>
                  </a:lnTo>
                  <a:cubicBezTo>
                    <a:pt x="595" y="2144"/>
                    <a:pt x="1072" y="1668"/>
                    <a:pt x="1072" y="1073"/>
                  </a:cubicBezTo>
                  <a:cubicBezTo>
                    <a:pt x="1072" y="501"/>
                    <a:pt x="572" y="25"/>
                    <a:pt x="0"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72" name="Google Shape;25972;p148"/>
          <p:cNvGrpSpPr/>
          <p:nvPr/>
        </p:nvGrpSpPr>
        <p:grpSpPr>
          <a:xfrm>
            <a:off x="3274565" y="3982673"/>
            <a:ext cx="343826" cy="343827"/>
            <a:chOff x="3379296" y="4149427"/>
            <a:chExt cx="343826" cy="343827"/>
          </a:xfrm>
        </p:grpSpPr>
        <p:sp>
          <p:nvSpPr>
            <p:cNvPr id="25973" name="Google Shape;25973;p148"/>
            <p:cNvSpPr/>
            <p:nvPr/>
          </p:nvSpPr>
          <p:spPr>
            <a:xfrm>
              <a:off x="3389966" y="4395692"/>
              <a:ext cx="46300" cy="47017"/>
            </a:xfrm>
            <a:custGeom>
              <a:avLst/>
              <a:gdLst/>
              <a:ahLst/>
              <a:cxnLst/>
              <a:rect l="l" t="t" r="r" b="b"/>
              <a:pathLst>
                <a:path w="1549" h="1573" extrusionOk="0">
                  <a:moveTo>
                    <a:pt x="1168" y="1"/>
                  </a:moveTo>
                  <a:lnTo>
                    <a:pt x="1" y="763"/>
                  </a:lnTo>
                  <a:lnTo>
                    <a:pt x="1" y="1573"/>
                  </a:lnTo>
                  <a:lnTo>
                    <a:pt x="25" y="1573"/>
                  </a:lnTo>
                  <a:lnTo>
                    <a:pt x="1549" y="549"/>
                  </a:lnTo>
                  <a:lnTo>
                    <a:pt x="1168"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4" name="Google Shape;25974;p148"/>
            <p:cNvSpPr/>
            <p:nvPr/>
          </p:nvSpPr>
          <p:spPr>
            <a:xfrm>
              <a:off x="3457608" y="4333790"/>
              <a:ext cx="39156" cy="46270"/>
            </a:xfrm>
            <a:custGeom>
              <a:avLst/>
              <a:gdLst/>
              <a:ahLst/>
              <a:cxnLst/>
              <a:rect l="l" t="t" r="r" b="b"/>
              <a:pathLst>
                <a:path w="1310" h="1548" extrusionOk="0">
                  <a:moveTo>
                    <a:pt x="738" y="0"/>
                  </a:moveTo>
                  <a:lnTo>
                    <a:pt x="0" y="1191"/>
                  </a:lnTo>
                  <a:lnTo>
                    <a:pt x="572" y="1548"/>
                  </a:lnTo>
                  <a:lnTo>
                    <a:pt x="1310" y="357"/>
                  </a:lnTo>
                  <a:lnTo>
                    <a:pt x="738"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5" name="Google Shape;25975;p148"/>
            <p:cNvSpPr/>
            <p:nvPr/>
          </p:nvSpPr>
          <p:spPr>
            <a:xfrm>
              <a:off x="3513832" y="4322372"/>
              <a:ext cx="44148" cy="39903"/>
            </a:xfrm>
            <a:custGeom>
              <a:avLst/>
              <a:gdLst/>
              <a:ahLst/>
              <a:cxnLst/>
              <a:rect l="l" t="t" r="r" b="b"/>
              <a:pathLst>
                <a:path w="1477" h="1335" extrusionOk="0">
                  <a:moveTo>
                    <a:pt x="381" y="1"/>
                  </a:moveTo>
                  <a:lnTo>
                    <a:pt x="0" y="573"/>
                  </a:lnTo>
                  <a:lnTo>
                    <a:pt x="1096" y="1335"/>
                  </a:lnTo>
                  <a:lnTo>
                    <a:pt x="1477" y="787"/>
                  </a:lnTo>
                  <a:lnTo>
                    <a:pt x="38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6" name="Google Shape;25976;p148"/>
            <p:cNvSpPr/>
            <p:nvPr/>
          </p:nvSpPr>
          <p:spPr>
            <a:xfrm>
              <a:off x="3580756" y="4312418"/>
              <a:ext cx="43430" cy="44177"/>
            </a:xfrm>
            <a:custGeom>
              <a:avLst/>
              <a:gdLst/>
              <a:ahLst/>
              <a:cxnLst/>
              <a:rect l="l" t="t" r="r" b="b"/>
              <a:pathLst>
                <a:path w="1453" h="1478" extrusionOk="0">
                  <a:moveTo>
                    <a:pt x="953" y="1"/>
                  </a:moveTo>
                  <a:lnTo>
                    <a:pt x="0" y="1025"/>
                  </a:lnTo>
                  <a:lnTo>
                    <a:pt x="500" y="1477"/>
                  </a:lnTo>
                  <a:lnTo>
                    <a:pt x="1453" y="453"/>
                  </a:lnTo>
                  <a:lnTo>
                    <a:pt x="953"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7" name="Google Shape;25977;p148"/>
            <p:cNvSpPr/>
            <p:nvPr/>
          </p:nvSpPr>
          <p:spPr>
            <a:xfrm>
              <a:off x="3632705" y="4246211"/>
              <a:ext cx="39186" cy="43460"/>
            </a:xfrm>
            <a:custGeom>
              <a:avLst/>
              <a:gdLst/>
              <a:ahLst/>
              <a:cxnLst/>
              <a:rect l="l" t="t" r="r" b="b"/>
              <a:pathLst>
                <a:path w="1311" h="1454" extrusionOk="0">
                  <a:moveTo>
                    <a:pt x="763" y="1"/>
                  </a:moveTo>
                  <a:lnTo>
                    <a:pt x="0" y="1073"/>
                  </a:lnTo>
                  <a:lnTo>
                    <a:pt x="572" y="1454"/>
                  </a:lnTo>
                  <a:lnTo>
                    <a:pt x="1310" y="382"/>
                  </a:lnTo>
                  <a:lnTo>
                    <a:pt x="763"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8" name="Google Shape;25978;p148"/>
            <p:cNvSpPr/>
            <p:nvPr/>
          </p:nvSpPr>
          <p:spPr>
            <a:xfrm>
              <a:off x="3379296" y="4149427"/>
              <a:ext cx="343825" cy="343825"/>
            </a:xfrm>
            <a:custGeom>
              <a:avLst/>
              <a:gdLst/>
              <a:ahLst/>
              <a:cxnLst/>
              <a:rect l="l" t="t" r="r" b="b"/>
              <a:pathLst>
                <a:path w="11503" h="11503" extrusionOk="0">
                  <a:moveTo>
                    <a:pt x="1" y="0"/>
                  </a:moveTo>
                  <a:lnTo>
                    <a:pt x="1" y="11502"/>
                  </a:lnTo>
                  <a:lnTo>
                    <a:pt x="11503" y="11502"/>
                  </a:lnTo>
                  <a:lnTo>
                    <a:pt x="11503" y="10288"/>
                  </a:lnTo>
                  <a:lnTo>
                    <a:pt x="10836" y="10288"/>
                  </a:lnTo>
                  <a:lnTo>
                    <a:pt x="10836" y="10812"/>
                  </a:lnTo>
                  <a:lnTo>
                    <a:pt x="691" y="10812"/>
                  </a:lnTo>
                  <a:lnTo>
                    <a:pt x="691" y="691"/>
                  </a:lnTo>
                  <a:lnTo>
                    <a:pt x="1215" y="691"/>
                  </a:lnTo>
                  <a:lnTo>
                    <a:pt x="1215"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9" name="Google Shape;25979;p148"/>
            <p:cNvSpPr/>
            <p:nvPr/>
          </p:nvSpPr>
          <p:spPr>
            <a:xfrm>
              <a:off x="3550836" y="4456220"/>
              <a:ext cx="172286" cy="37034"/>
            </a:xfrm>
            <a:custGeom>
              <a:avLst/>
              <a:gdLst/>
              <a:ahLst/>
              <a:cxnLst/>
              <a:rect l="l" t="t" r="r" b="b"/>
              <a:pathLst>
                <a:path w="5764" h="1239" extrusionOk="0">
                  <a:moveTo>
                    <a:pt x="5097" y="0"/>
                  </a:moveTo>
                  <a:lnTo>
                    <a:pt x="5097" y="524"/>
                  </a:lnTo>
                  <a:lnTo>
                    <a:pt x="1" y="524"/>
                  </a:lnTo>
                  <a:lnTo>
                    <a:pt x="1" y="1238"/>
                  </a:lnTo>
                  <a:lnTo>
                    <a:pt x="5764" y="1238"/>
                  </a:lnTo>
                  <a:lnTo>
                    <a:pt x="5764"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0" name="Google Shape;25980;p148"/>
            <p:cNvSpPr/>
            <p:nvPr/>
          </p:nvSpPr>
          <p:spPr>
            <a:xfrm>
              <a:off x="3421291" y="4360810"/>
              <a:ext cx="64084" cy="64114"/>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44" y="477"/>
                    <a:pt x="1644" y="1"/>
                    <a:pt x="1072"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1" name="Google Shape;25981;p148"/>
            <p:cNvSpPr/>
            <p:nvPr/>
          </p:nvSpPr>
          <p:spPr>
            <a:xfrm>
              <a:off x="3452616" y="4360123"/>
              <a:ext cx="32072" cy="64084"/>
            </a:xfrm>
            <a:custGeom>
              <a:avLst/>
              <a:gdLst/>
              <a:ahLst/>
              <a:cxnLst/>
              <a:rect l="l" t="t" r="r" b="b"/>
              <a:pathLst>
                <a:path w="1073" h="2144" extrusionOk="0">
                  <a:moveTo>
                    <a:pt x="0" y="0"/>
                  </a:moveTo>
                  <a:lnTo>
                    <a:pt x="0" y="2143"/>
                  </a:lnTo>
                  <a:cubicBezTo>
                    <a:pt x="596" y="2143"/>
                    <a:pt x="1072" y="1667"/>
                    <a:pt x="1072" y="1072"/>
                  </a:cubicBezTo>
                  <a:cubicBezTo>
                    <a:pt x="1072" y="500"/>
                    <a:pt x="596" y="24"/>
                    <a:pt x="0"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2" name="Google Shape;25982;p148"/>
            <p:cNvSpPr/>
            <p:nvPr/>
          </p:nvSpPr>
          <p:spPr>
            <a:xfrm>
              <a:off x="3468279" y="4288924"/>
              <a:ext cx="64084" cy="64084"/>
            </a:xfrm>
            <a:custGeom>
              <a:avLst/>
              <a:gdLst/>
              <a:ahLst/>
              <a:cxnLst/>
              <a:rect l="l" t="t" r="r" b="b"/>
              <a:pathLst>
                <a:path w="2144" h="2144" extrusionOk="0">
                  <a:moveTo>
                    <a:pt x="1072" y="1"/>
                  </a:moveTo>
                  <a:cubicBezTo>
                    <a:pt x="477" y="1"/>
                    <a:pt x="0" y="477"/>
                    <a:pt x="0" y="1072"/>
                  </a:cubicBezTo>
                  <a:cubicBezTo>
                    <a:pt x="0" y="1668"/>
                    <a:pt x="477" y="2144"/>
                    <a:pt x="1072" y="2144"/>
                  </a:cubicBezTo>
                  <a:cubicBezTo>
                    <a:pt x="1667" y="2144"/>
                    <a:pt x="2144" y="1668"/>
                    <a:pt x="2144" y="1072"/>
                  </a:cubicBezTo>
                  <a:cubicBezTo>
                    <a:pt x="2144" y="477"/>
                    <a:pt x="1667" y="1"/>
                    <a:pt x="1072"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3" name="Google Shape;25983;p148"/>
            <p:cNvSpPr/>
            <p:nvPr/>
          </p:nvSpPr>
          <p:spPr>
            <a:xfrm>
              <a:off x="3500291" y="4288924"/>
              <a:ext cx="32072" cy="64084"/>
            </a:xfrm>
            <a:custGeom>
              <a:avLst/>
              <a:gdLst/>
              <a:ahLst/>
              <a:cxnLst/>
              <a:rect l="l" t="t" r="r" b="b"/>
              <a:pathLst>
                <a:path w="1073" h="2144" extrusionOk="0">
                  <a:moveTo>
                    <a:pt x="1" y="1"/>
                  </a:moveTo>
                  <a:lnTo>
                    <a:pt x="1" y="2144"/>
                  </a:lnTo>
                  <a:cubicBezTo>
                    <a:pt x="596" y="2144"/>
                    <a:pt x="1073" y="1668"/>
                    <a:pt x="1073" y="1072"/>
                  </a:cubicBezTo>
                  <a:cubicBezTo>
                    <a:pt x="1073" y="477"/>
                    <a:pt x="596" y="1"/>
                    <a:pt x="1"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4" name="Google Shape;25984;p148"/>
            <p:cNvSpPr/>
            <p:nvPr/>
          </p:nvSpPr>
          <p:spPr>
            <a:xfrm>
              <a:off x="3539447" y="4332355"/>
              <a:ext cx="64114" cy="64084"/>
            </a:xfrm>
            <a:custGeom>
              <a:avLst/>
              <a:gdLst/>
              <a:ahLst/>
              <a:cxnLst/>
              <a:rect l="l" t="t" r="r" b="b"/>
              <a:pathLst>
                <a:path w="2145" h="2144" extrusionOk="0">
                  <a:moveTo>
                    <a:pt x="1072" y="0"/>
                  </a:moveTo>
                  <a:cubicBezTo>
                    <a:pt x="477" y="0"/>
                    <a:pt x="1" y="477"/>
                    <a:pt x="1" y="1072"/>
                  </a:cubicBezTo>
                  <a:cubicBezTo>
                    <a:pt x="1" y="1667"/>
                    <a:pt x="477" y="2144"/>
                    <a:pt x="1072" y="2144"/>
                  </a:cubicBezTo>
                  <a:cubicBezTo>
                    <a:pt x="1668" y="2144"/>
                    <a:pt x="2144" y="1667"/>
                    <a:pt x="2144" y="1072"/>
                  </a:cubicBezTo>
                  <a:cubicBezTo>
                    <a:pt x="2144" y="500"/>
                    <a:pt x="1668" y="0"/>
                    <a:pt x="1072" y="0"/>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5" name="Google Shape;25985;p148"/>
            <p:cNvSpPr/>
            <p:nvPr/>
          </p:nvSpPr>
          <p:spPr>
            <a:xfrm>
              <a:off x="3571490" y="4332355"/>
              <a:ext cx="32072" cy="64084"/>
            </a:xfrm>
            <a:custGeom>
              <a:avLst/>
              <a:gdLst/>
              <a:ahLst/>
              <a:cxnLst/>
              <a:rect l="l" t="t" r="r" b="b"/>
              <a:pathLst>
                <a:path w="1073" h="2144" extrusionOk="0">
                  <a:moveTo>
                    <a:pt x="0" y="0"/>
                  </a:moveTo>
                  <a:lnTo>
                    <a:pt x="0" y="2144"/>
                  </a:lnTo>
                  <a:cubicBezTo>
                    <a:pt x="596" y="2144"/>
                    <a:pt x="1072" y="1667"/>
                    <a:pt x="1072" y="1072"/>
                  </a:cubicBezTo>
                  <a:cubicBezTo>
                    <a:pt x="1072" y="500"/>
                    <a:pt x="596" y="0"/>
                    <a:pt x="0"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6" name="Google Shape;25986;p148"/>
            <p:cNvSpPr/>
            <p:nvPr/>
          </p:nvSpPr>
          <p:spPr>
            <a:xfrm>
              <a:off x="3598541" y="4271857"/>
              <a:ext cx="64084" cy="64084"/>
            </a:xfrm>
            <a:custGeom>
              <a:avLst/>
              <a:gdLst/>
              <a:ahLst/>
              <a:cxnLst/>
              <a:rect l="l" t="t" r="r" b="b"/>
              <a:pathLst>
                <a:path w="2144" h="2144" extrusionOk="0">
                  <a:moveTo>
                    <a:pt x="1072" y="0"/>
                  </a:moveTo>
                  <a:cubicBezTo>
                    <a:pt x="477" y="0"/>
                    <a:pt x="0" y="476"/>
                    <a:pt x="0" y="1072"/>
                  </a:cubicBezTo>
                  <a:cubicBezTo>
                    <a:pt x="0" y="1667"/>
                    <a:pt x="477" y="2143"/>
                    <a:pt x="1072" y="2143"/>
                  </a:cubicBezTo>
                  <a:cubicBezTo>
                    <a:pt x="1667" y="2143"/>
                    <a:pt x="2144" y="1667"/>
                    <a:pt x="2144" y="1072"/>
                  </a:cubicBezTo>
                  <a:cubicBezTo>
                    <a:pt x="2144" y="476"/>
                    <a:pt x="1667" y="0"/>
                    <a:pt x="1072" y="0"/>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7" name="Google Shape;25987;p148"/>
            <p:cNvSpPr/>
            <p:nvPr/>
          </p:nvSpPr>
          <p:spPr>
            <a:xfrm>
              <a:off x="3630583" y="4271140"/>
              <a:ext cx="32042" cy="64084"/>
            </a:xfrm>
            <a:custGeom>
              <a:avLst/>
              <a:gdLst/>
              <a:ahLst/>
              <a:cxnLst/>
              <a:rect l="l" t="t" r="r" b="b"/>
              <a:pathLst>
                <a:path w="1072" h="2144" extrusionOk="0">
                  <a:moveTo>
                    <a:pt x="0" y="0"/>
                  </a:moveTo>
                  <a:lnTo>
                    <a:pt x="0" y="2144"/>
                  </a:lnTo>
                  <a:cubicBezTo>
                    <a:pt x="595" y="2144"/>
                    <a:pt x="1072" y="1667"/>
                    <a:pt x="1072" y="1072"/>
                  </a:cubicBezTo>
                  <a:cubicBezTo>
                    <a:pt x="1072" y="500"/>
                    <a:pt x="595" y="24"/>
                    <a:pt x="0"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8" name="Google Shape;25988;p148"/>
            <p:cNvSpPr/>
            <p:nvPr/>
          </p:nvSpPr>
          <p:spPr>
            <a:xfrm>
              <a:off x="3642659" y="4201376"/>
              <a:ext cx="64114" cy="64084"/>
            </a:xfrm>
            <a:custGeom>
              <a:avLst/>
              <a:gdLst/>
              <a:ahLst/>
              <a:cxnLst/>
              <a:rect l="l" t="t" r="r" b="b"/>
              <a:pathLst>
                <a:path w="2145" h="2144" extrusionOk="0">
                  <a:moveTo>
                    <a:pt x="1073" y="1"/>
                  </a:moveTo>
                  <a:cubicBezTo>
                    <a:pt x="477" y="1"/>
                    <a:pt x="1" y="477"/>
                    <a:pt x="1" y="1072"/>
                  </a:cubicBezTo>
                  <a:cubicBezTo>
                    <a:pt x="1" y="1668"/>
                    <a:pt x="477" y="2144"/>
                    <a:pt x="1073" y="2144"/>
                  </a:cubicBezTo>
                  <a:cubicBezTo>
                    <a:pt x="1668" y="2144"/>
                    <a:pt x="2144" y="1668"/>
                    <a:pt x="2144" y="1072"/>
                  </a:cubicBezTo>
                  <a:cubicBezTo>
                    <a:pt x="2144" y="477"/>
                    <a:pt x="1668" y="1"/>
                    <a:pt x="1073"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9" name="Google Shape;25989;p148"/>
            <p:cNvSpPr/>
            <p:nvPr/>
          </p:nvSpPr>
          <p:spPr>
            <a:xfrm>
              <a:off x="3674701" y="4201376"/>
              <a:ext cx="32072" cy="64084"/>
            </a:xfrm>
            <a:custGeom>
              <a:avLst/>
              <a:gdLst/>
              <a:ahLst/>
              <a:cxnLst/>
              <a:rect l="l" t="t" r="r" b="b"/>
              <a:pathLst>
                <a:path w="1073" h="2144" extrusionOk="0">
                  <a:moveTo>
                    <a:pt x="1" y="1"/>
                  </a:moveTo>
                  <a:lnTo>
                    <a:pt x="1" y="2144"/>
                  </a:lnTo>
                  <a:cubicBezTo>
                    <a:pt x="596" y="2144"/>
                    <a:pt x="1072" y="1668"/>
                    <a:pt x="1072" y="1072"/>
                  </a:cubicBezTo>
                  <a:cubicBezTo>
                    <a:pt x="1072" y="477"/>
                    <a:pt x="596" y="1"/>
                    <a:pt x="1"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90" name="Google Shape;25990;p148"/>
          <p:cNvGrpSpPr/>
          <p:nvPr/>
        </p:nvGrpSpPr>
        <p:grpSpPr>
          <a:xfrm>
            <a:off x="4038814" y="3984588"/>
            <a:ext cx="343826" cy="343139"/>
            <a:chOff x="4076914" y="4146557"/>
            <a:chExt cx="343826" cy="343139"/>
          </a:xfrm>
        </p:grpSpPr>
        <p:sp>
          <p:nvSpPr>
            <p:cNvPr id="25991" name="Google Shape;25991;p148"/>
            <p:cNvSpPr/>
            <p:nvPr/>
          </p:nvSpPr>
          <p:spPr>
            <a:xfrm>
              <a:off x="4076914" y="4146557"/>
              <a:ext cx="189383" cy="339580"/>
            </a:xfrm>
            <a:custGeom>
              <a:avLst/>
              <a:gdLst/>
              <a:ahLst/>
              <a:cxnLst/>
              <a:rect l="l" t="t" r="r" b="b"/>
              <a:pathLst>
                <a:path w="6336" h="11361" extrusionOk="0">
                  <a:moveTo>
                    <a:pt x="5740" y="1"/>
                  </a:moveTo>
                  <a:cubicBezTo>
                    <a:pt x="2549" y="1"/>
                    <a:pt x="1" y="2573"/>
                    <a:pt x="1" y="5740"/>
                  </a:cubicBezTo>
                  <a:cubicBezTo>
                    <a:pt x="1" y="8526"/>
                    <a:pt x="1977" y="10860"/>
                    <a:pt x="4597" y="11360"/>
                  </a:cubicBezTo>
                  <a:lnTo>
                    <a:pt x="6335" y="5740"/>
                  </a:lnTo>
                  <a:lnTo>
                    <a:pt x="5740"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2" name="Google Shape;25992;p148"/>
            <p:cNvSpPr/>
            <p:nvPr/>
          </p:nvSpPr>
          <p:spPr>
            <a:xfrm>
              <a:off x="4215724" y="4318127"/>
              <a:ext cx="175126" cy="171569"/>
            </a:xfrm>
            <a:custGeom>
              <a:avLst/>
              <a:gdLst/>
              <a:ahLst/>
              <a:cxnLst/>
              <a:rect l="l" t="t" r="r" b="b"/>
              <a:pathLst>
                <a:path w="5859" h="5740" extrusionOk="0">
                  <a:moveTo>
                    <a:pt x="1120" y="0"/>
                  </a:moveTo>
                  <a:lnTo>
                    <a:pt x="0" y="5620"/>
                  </a:lnTo>
                  <a:cubicBezTo>
                    <a:pt x="358" y="5716"/>
                    <a:pt x="739" y="5739"/>
                    <a:pt x="1120" y="5739"/>
                  </a:cubicBezTo>
                  <a:cubicBezTo>
                    <a:pt x="3096" y="5739"/>
                    <a:pt x="4811" y="4763"/>
                    <a:pt x="5859" y="3239"/>
                  </a:cubicBezTo>
                  <a:lnTo>
                    <a:pt x="1715"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3" name="Google Shape;25993;p148"/>
            <p:cNvSpPr/>
            <p:nvPr/>
          </p:nvSpPr>
          <p:spPr>
            <a:xfrm>
              <a:off x="4249171" y="4318127"/>
              <a:ext cx="141679" cy="171569"/>
            </a:xfrm>
            <a:custGeom>
              <a:avLst/>
              <a:gdLst/>
              <a:ahLst/>
              <a:cxnLst/>
              <a:rect l="l" t="t" r="r" b="b"/>
              <a:pathLst>
                <a:path w="4740" h="5740" extrusionOk="0">
                  <a:moveTo>
                    <a:pt x="1" y="0"/>
                  </a:moveTo>
                  <a:lnTo>
                    <a:pt x="1" y="5739"/>
                  </a:lnTo>
                  <a:cubicBezTo>
                    <a:pt x="1977" y="5739"/>
                    <a:pt x="3692" y="4763"/>
                    <a:pt x="4740" y="3239"/>
                  </a:cubicBezTo>
                  <a:lnTo>
                    <a:pt x="596"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4" name="Google Shape;25994;p148"/>
            <p:cNvSpPr/>
            <p:nvPr/>
          </p:nvSpPr>
          <p:spPr>
            <a:xfrm>
              <a:off x="4249171" y="4146557"/>
              <a:ext cx="171569" cy="268382"/>
            </a:xfrm>
            <a:custGeom>
              <a:avLst/>
              <a:gdLst/>
              <a:ahLst/>
              <a:cxnLst/>
              <a:rect l="l" t="t" r="r" b="b"/>
              <a:pathLst>
                <a:path w="5740" h="8979" extrusionOk="0">
                  <a:moveTo>
                    <a:pt x="1" y="1"/>
                  </a:moveTo>
                  <a:lnTo>
                    <a:pt x="1" y="5740"/>
                  </a:lnTo>
                  <a:lnTo>
                    <a:pt x="4740" y="8979"/>
                  </a:lnTo>
                  <a:cubicBezTo>
                    <a:pt x="5359" y="8050"/>
                    <a:pt x="5740" y="6931"/>
                    <a:pt x="5740" y="5740"/>
                  </a:cubicBezTo>
                  <a:cubicBezTo>
                    <a:pt x="5740" y="2549"/>
                    <a:pt x="3168" y="1"/>
                    <a:pt x="1" y="1"/>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5" name="Google Shape;25995;p148"/>
            <p:cNvSpPr/>
            <p:nvPr/>
          </p:nvSpPr>
          <p:spPr>
            <a:xfrm>
              <a:off x="4121062" y="4190705"/>
              <a:ext cx="144518" cy="252003"/>
            </a:xfrm>
            <a:custGeom>
              <a:avLst/>
              <a:gdLst/>
              <a:ahLst/>
              <a:cxnLst/>
              <a:rect l="l" t="t" r="r" b="b"/>
              <a:pathLst>
                <a:path w="4835" h="8431" extrusionOk="0">
                  <a:moveTo>
                    <a:pt x="4263" y="0"/>
                  </a:moveTo>
                  <a:cubicBezTo>
                    <a:pt x="1905" y="0"/>
                    <a:pt x="0" y="1905"/>
                    <a:pt x="0" y="4263"/>
                  </a:cubicBezTo>
                  <a:cubicBezTo>
                    <a:pt x="0" y="6311"/>
                    <a:pt x="1453" y="8050"/>
                    <a:pt x="3406" y="8431"/>
                  </a:cubicBezTo>
                  <a:lnTo>
                    <a:pt x="4834" y="4263"/>
                  </a:lnTo>
                  <a:lnTo>
                    <a:pt x="4263"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6" name="Google Shape;25996;p148"/>
            <p:cNvSpPr/>
            <p:nvPr/>
          </p:nvSpPr>
          <p:spPr>
            <a:xfrm>
              <a:off x="4223555" y="4318127"/>
              <a:ext cx="129573" cy="127421"/>
            </a:xfrm>
            <a:custGeom>
              <a:avLst/>
              <a:gdLst/>
              <a:ahLst/>
              <a:cxnLst/>
              <a:rect l="l" t="t" r="r" b="b"/>
              <a:pathLst>
                <a:path w="4335" h="4263" extrusionOk="0">
                  <a:moveTo>
                    <a:pt x="834" y="0"/>
                  </a:moveTo>
                  <a:lnTo>
                    <a:pt x="0" y="4168"/>
                  </a:lnTo>
                  <a:cubicBezTo>
                    <a:pt x="262" y="4215"/>
                    <a:pt x="524" y="4263"/>
                    <a:pt x="834" y="4263"/>
                  </a:cubicBezTo>
                  <a:cubicBezTo>
                    <a:pt x="2287" y="4263"/>
                    <a:pt x="3573" y="3501"/>
                    <a:pt x="4335" y="2405"/>
                  </a:cubicBezTo>
                  <a:lnTo>
                    <a:pt x="1429"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7" name="Google Shape;25997;p148"/>
            <p:cNvSpPr/>
            <p:nvPr/>
          </p:nvSpPr>
          <p:spPr>
            <a:xfrm>
              <a:off x="4248454" y="4318127"/>
              <a:ext cx="104675" cy="127421"/>
            </a:xfrm>
            <a:custGeom>
              <a:avLst/>
              <a:gdLst/>
              <a:ahLst/>
              <a:cxnLst/>
              <a:rect l="l" t="t" r="r" b="b"/>
              <a:pathLst>
                <a:path w="3502" h="4263" extrusionOk="0">
                  <a:moveTo>
                    <a:pt x="1" y="0"/>
                  </a:moveTo>
                  <a:lnTo>
                    <a:pt x="1" y="4263"/>
                  </a:lnTo>
                  <a:cubicBezTo>
                    <a:pt x="1454" y="4263"/>
                    <a:pt x="2740" y="3501"/>
                    <a:pt x="3502" y="2405"/>
                  </a:cubicBezTo>
                  <a:lnTo>
                    <a:pt x="596"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8" name="Google Shape;25998;p148"/>
            <p:cNvSpPr/>
            <p:nvPr/>
          </p:nvSpPr>
          <p:spPr>
            <a:xfrm>
              <a:off x="4248454" y="4190705"/>
              <a:ext cx="127451" cy="199336"/>
            </a:xfrm>
            <a:custGeom>
              <a:avLst/>
              <a:gdLst/>
              <a:ahLst/>
              <a:cxnLst/>
              <a:rect l="l" t="t" r="r" b="b"/>
              <a:pathLst>
                <a:path w="4264" h="6669" extrusionOk="0">
                  <a:moveTo>
                    <a:pt x="1" y="0"/>
                  </a:moveTo>
                  <a:lnTo>
                    <a:pt x="1" y="4263"/>
                  </a:lnTo>
                  <a:lnTo>
                    <a:pt x="3502" y="6668"/>
                  </a:lnTo>
                  <a:cubicBezTo>
                    <a:pt x="3978" y="5978"/>
                    <a:pt x="4264" y="5144"/>
                    <a:pt x="4264" y="4263"/>
                  </a:cubicBezTo>
                  <a:cubicBezTo>
                    <a:pt x="4264" y="1905"/>
                    <a:pt x="2335" y="0"/>
                    <a:pt x="1" y="0"/>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99" name="Google Shape;25999;p148"/>
          <p:cNvGrpSpPr/>
          <p:nvPr/>
        </p:nvGrpSpPr>
        <p:grpSpPr>
          <a:xfrm>
            <a:off x="4782742" y="3972179"/>
            <a:ext cx="344544" cy="344544"/>
            <a:chOff x="4744642" y="4143718"/>
            <a:chExt cx="344544" cy="344544"/>
          </a:xfrm>
        </p:grpSpPr>
        <p:sp>
          <p:nvSpPr>
            <p:cNvPr id="26000" name="Google Shape;26000;p148"/>
            <p:cNvSpPr/>
            <p:nvPr/>
          </p:nvSpPr>
          <p:spPr>
            <a:xfrm>
              <a:off x="4766701" y="4337347"/>
              <a:ext cx="20684" cy="56970"/>
            </a:xfrm>
            <a:custGeom>
              <a:avLst/>
              <a:gdLst/>
              <a:ahLst/>
              <a:cxnLst/>
              <a:rect l="l" t="t" r="r" b="b"/>
              <a:pathLst>
                <a:path w="692" h="1906" extrusionOk="0">
                  <a:moveTo>
                    <a:pt x="1" y="0"/>
                  </a:moveTo>
                  <a:lnTo>
                    <a:pt x="1" y="1905"/>
                  </a:lnTo>
                  <a:lnTo>
                    <a:pt x="691" y="1905"/>
                  </a:lnTo>
                  <a:lnTo>
                    <a:pt x="691"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1" name="Google Shape;26001;p148"/>
            <p:cNvSpPr/>
            <p:nvPr/>
          </p:nvSpPr>
          <p:spPr>
            <a:xfrm>
              <a:off x="4766701" y="4143718"/>
              <a:ext cx="20684" cy="49857"/>
            </a:xfrm>
            <a:custGeom>
              <a:avLst/>
              <a:gdLst/>
              <a:ahLst/>
              <a:cxnLst/>
              <a:rect l="l" t="t" r="r" b="b"/>
              <a:pathLst>
                <a:path w="692" h="1668" extrusionOk="0">
                  <a:moveTo>
                    <a:pt x="1" y="1"/>
                  </a:moveTo>
                  <a:lnTo>
                    <a:pt x="1" y="1668"/>
                  </a:lnTo>
                  <a:lnTo>
                    <a:pt x="691" y="1668"/>
                  </a:lnTo>
                  <a:lnTo>
                    <a:pt x="69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2" name="Google Shape;26002;p148"/>
            <p:cNvSpPr/>
            <p:nvPr/>
          </p:nvSpPr>
          <p:spPr>
            <a:xfrm>
              <a:off x="4766701" y="4236975"/>
              <a:ext cx="20684" cy="56970"/>
            </a:xfrm>
            <a:custGeom>
              <a:avLst/>
              <a:gdLst/>
              <a:ahLst/>
              <a:cxnLst/>
              <a:rect l="l" t="t" r="r" b="b"/>
              <a:pathLst>
                <a:path w="692" h="1906" extrusionOk="0">
                  <a:moveTo>
                    <a:pt x="1" y="0"/>
                  </a:moveTo>
                  <a:lnTo>
                    <a:pt x="1" y="1905"/>
                  </a:lnTo>
                  <a:lnTo>
                    <a:pt x="691" y="1905"/>
                  </a:lnTo>
                  <a:lnTo>
                    <a:pt x="691"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3" name="Google Shape;26003;p148"/>
            <p:cNvSpPr/>
            <p:nvPr/>
          </p:nvSpPr>
          <p:spPr>
            <a:xfrm>
              <a:off x="5022262" y="4184309"/>
              <a:ext cx="66924" cy="60527"/>
            </a:xfrm>
            <a:custGeom>
              <a:avLst/>
              <a:gdLst/>
              <a:ahLst/>
              <a:cxnLst/>
              <a:rect l="l" t="t" r="r" b="b"/>
              <a:pathLst>
                <a:path w="2239" h="2025" extrusionOk="0">
                  <a:moveTo>
                    <a:pt x="333" y="0"/>
                  </a:moveTo>
                  <a:lnTo>
                    <a:pt x="0" y="1024"/>
                  </a:lnTo>
                  <a:lnTo>
                    <a:pt x="333" y="2024"/>
                  </a:lnTo>
                  <a:lnTo>
                    <a:pt x="2239" y="2024"/>
                  </a:lnTo>
                  <a:lnTo>
                    <a:pt x="2239"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4" name="Google Shape;26004;p148"/>
            <p:cNvSpPr/>
            <p:nvPr/>
          </p:nvSpPr>
          <p:spPr>
            <a:xfrm>
              <a:off x="5022262" y="4215604"/>
              <a:ext cx="66924" cy="30637"/>
            </a:xfrm>
            <a:custGeom>
              <a:avLst/>
              <a:gdLst/>
              <a:ahLst/>
              <a:cxnLst/>
              <a:rect l="l" t="t" r="r" b="b"/>
              <a:pathLst>
                <a:path w="2239" h="1025" extrusionOk="0">
                  <a:moveTo>
                    <a:pt x="0" y="1"/>
                  </a:moveTo>
                  <a:lnTo>
                    <a:pt x="333" y="1025"/>
                  </a:lnTo>
                  <a:lnTo>
                    <a:pt x="2239" y="1025"/>
                  </a:lnTo>
                  <a:lnTo>
                    <a:pt x="2239"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5" name="Google Shape;26005;p148"/>
            <p:cNvSpPr/>
            <p:nvPr/>
          </p:nvSpPr>
          <p:spPr>
            <a:xfrm>
              <a:off x="4766701" y="4438406"/>
              <a:ext cx="20684" cy="49857"/>
            </a:xfrm>
            <a:custGeom>
              <a:avLst/>
              <a:gdLst/>
              <a:ahLst/>
              <a:cxnLst/>
              <a:rect l="l" t="t" r="r" b="b"/>
              <a:pathLst>
                <a:path w="692" h="1668" extrusionOk="0">
                  <a:moveTo>
                    <a:pt x="1" y="1"/>
                  </a:moveTo>
                  <a:lnTo>
                    <a:pt x="1" y="1668"/>
                  </a:lnTo>
                  <a:lnTo>
                    <a:pt x="691" y="1668"/>
                  </a:lnTo>
                  <a:lnTo>
                    <a:pt x="691"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6" name="Google Shape;26006;p148"/>
            <p:cNvSpPr/>
            <p:nvPr/>
          </p:nvSpPr>
          <p:spPr>
            <a:xfrm>
              <a:off x="4828633" y="4184309"/>
              <a:ext cx="203611" cy="60527"/>
            </a:xfrm>
            <a:custGeom>
              <a:avLst/>
              <a:gdLst/>
              <a:ahLst/>
              <a:cxnLst/>
              <a:rect l="l" t="t" r="r" b="b"/>
              <a:pathLst>
                <a:path w="6812" h="2025" extrusionOk="0">
                  <a:moveTo>
                    <a:pt x="882" y="0"/>
                  </a:moveTo>
                  <a:lnTo>
                    <a:pt x="1" y="1024"/>
                  </a:lnTo>
                  <a:lnTo>
                    <a:pt x="882" y="2024"/>
                  </a:lnTo>
                  <a:lnTo>
                    <a:pt x="6811" y="2024"/>
                  </a:lnTo>
                  <a:lnTo>
                    <a:pt x="6811"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7" name="Google Shape;26007;p148"/>
            <p:cNvSpPr/>
            <p:nvPr/>
          </p:nvSpPr>
          <p:spPr>
            <a:xfrm>
              <a:off x="4828633" y="4215604"/>
              <a:ext cx="203611" cy="30637"/>
            </a:xfrm>
            <a:custGeom>
              <a:avLst/>
              <a:gdLst/>
              <a:ahLst/>
              <a:cxnLst/>
              <a:rect l="l" t="t" r="r" b="b"/>
              <a:pathLst>
                <a:path w="6812" h="1025" extrusionOk="0">
                  <a:moveTo>
                    <a:pt x="1" y="1"/>
                  </a:moveTo>
                  <a:lnTo>
                    <a:pt x="882" y="1025"/>
                  </a:lnTo>
                  <a:lnTo>
                    <a:pt x="6811" y="1025"/>
                  </a:lnTo>
                  <a:lnTo>
                    <a:pt x="6811"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8" name="Google Shape;26008;p148"/>
            <p:cNvSpPr/>
            <p:nvPr/>
          </p:nvSpPr>
          <p:spPr>
            <a:xfrm>
              <a:off x="5022262" y="4285368"/>
              <a:ext cx="66924" cy="60527"/>
            </a:xfrm>
            <a:custGeom>
              <a:avLst/>
              <a:gdLst/>
              <a:ahLst/>
              <a:cxnLst/>
              <a:rect l="l" t="t" r="r" b="b"/>
              <a:pathLst>
                <a:path w="2239" h="2025" extrusionOk="0">
                  <a:moveTo>
                    <a:pt x="333" y="1"/>
                  </a:moveTo>
                  <a:lnTo>
                    <a:pt x="0" y="1001"/>
                  </a:lnTo>
                  <a:lnTo>
                    <a:pt x="333" y="2025"/>
                  </a:lnTo>
                  <a:lnTo>
                    <a:pt x="2239" y="2025"/>
                  </a:lnTo>
                  <a:lnTo>
                    <a:pt x="2239"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9" name="Google Shape;26009;p148"/>
            <p:cNvSpPr/>
            <p:nvPr/>
          </p:nvSpPr>
          <p:spPr>
            <a:xfrm>
              <a:off x="5022262" y="4315975"/>
              <a:ext cx="66924" cy="30637"/>
            </a:xfrm>
            <a:custGeom>
              <a:avLst/>
              <a:gdLst/>
              <a:ahLst/>
              <a:cxnLst/>
              <a:rect l="l" t="t" r="r" b="b"/>
              <a:pathLst>
                <a:path w="2239" h="1025" extrusionOk="0">
                  <a:moveTo>
                    <a:pt x="0" y="1"/>
                  </a:moveTo>
                  <a:lnTo>
                    <a:pt x="333" y="1025"/>
                  </a:lnTo>
                  <a:lnTo>
                    <a:pt x="2239" y="1025"/>
                  </a:lnTo>
                  <a:lnTo>
                    <a:pt x="2239"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0" name="Google Shape;26010;p148"/>
            <p:cNvSpPr/>
            <p:nvPr/>
          </p:nvSpPr>
          <p:spPr>
            <a:xfrm>
              <a:off x="4828633" y="4285368"/>
              <a:ext cx="203611" cy="60527"/>
            </a:xfrm>
            <a:custGeom>
              <a:avLst/>
              <a:gdLst/>
              <a:ahLst/>
              <a:cxnLst/>
              <a:rect l="l" t="t" r="r" b="b"/>
              <a:pathLst>
                <a:path w="6812" h="2025" extrusionOk="0">
                  <a:moveTo>
                    <a:pt x="882" y="1"/>
                  </a:moveTo>
                  <a:lnTo>
                    <a:pt x="1" y="1001"/>
                  </a:lnTo>
                  <a:lnTo>
                    <a:pt x="882" y="2025"/>
                  </a:lnTo>
                  <a:lnTo>
                    <a:pt x="6811" y="2025"/>
                  </a:lnTo>
                  <a:lnTo>
                    <a:pt x="6811"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1" name="Google Shape;26011;p148"/>
            <p:cNvSpPr/>
            <p:nvPr/>
          </p:nvSpPr>
          <p:spPr>
            <a:xfrm>
              <a:off x="4828633" y="4315975"/>
              <a:ext cx="203611" cy="30637"/>
            </a:xfrm>
            <a:custGeom>
              <a:avLst/>
              <a:gdLst/>
              <a:ahLst/>
              <a:cxnLst/>
              <a:rect l="l" t="t" r="r" b="b"/>
              <a:pathLst>
                <a:path w="6812" h="1025" extrusionOk="0">
                  <a:moveTo>
                    <a:pt x="1" y="1"/>
                  </a:moveTo>
                  <a:lnTo>
                    <a:pt x="882" y="1025"/>
                  </a:lnTo>
                  <a:lnTo>
                    <a:pt x="6811" y="1025"/>
                  </a:lnTo>
                  <a:lnTo>
                    <a:pt x="6811"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2" name="Google Shape;26012;p148"/>
            <p:cNvSpPr/>
            <p:nvPr/>
          </p:nvSpPr>
          <p:spPr>
            <a:xfrm>
              <a:off x="5022262" y="4386456"/>
              <a:ext cx="66924" cy="60527"/>
            </a:xfrm>
            <a:custGeom>
              <a:avLst/>
              <a:gdLst/>
              <a:ahLst/>
              <a:cxnLst/>
              <a:rect l="l" t="t" r="r" b="b"/>
              <a:pathLst>
                <a:path w="2239" h="2025" extrusionOk="0">
                  <a:moveTo>
                    <a:pt x="333" y="0"/>
                  </a:moveTo>
                  <a:lnTo>
                    <a:pt x="0" y="1024"/>
                  </a:lnTo>
                  <a:lnTo>
                    <a:pt x="333" y="2025"/>
                  </a:lnTo>
                  <a:lnTo>
                    <a:pt x="2239" y="2025"/>
                  </a:lnTo>
                  <a:lnTo>
                    <a:pt x="2239"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3" name="Google Shape;26013;p148"/>
            <p:cNvSpPr/>
            <p:nvPr/>
          </p:nvSpPr>
          <p:spPr>
            <a:xfrm>
              <a:off x="5022262" y="4417064"/>
              <a:ext cx="66924" cy="29920"/>
            </a:xfrm>
            <a:custGeom>
              <a:avLst/>
              <a:gdLst/>
              <a:ahLst/>
              <a:cxnLst/>
              <a:rect l="l" t="t" r="r" b="b"/>
              <a:pathLst>
                <a:path w="2239" h="1001" extrusionOk="0">
                  <a:moveTo>
                    <a:pt x="0" y="0"/>
                  </a:moveTo>
                  <a:lnTo>
                    <a:pt x="333" y="1001"/>
                  </a:lnTo>
                  <a:lnTo>
                    <a:pt x="2239" y="1001"/>
                  </a:lnTo>
                  <a:lnTo>
                    <a:pt x="2239"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4" name="Google Shape;26014;p148"/>
            <p:cNvSpPr/>
            <p:nvPr/>
          </p:nvSpPr>
          <p:spPr>
            <a:xfrm>
              <a:off x="4828633" y="4386456"/>
              <a:ext cx="203611" cy="60527"/>
            </a:xfrm>
            <a:custGeom>
              <a:avLst/>
              <a:gdLst/>
              <a:ahLst/>
              <a:cxnLst/>
              <a:rect l="l" t="t" r="r" b="b"/>
              <a:pathLst>
                <a:path w="6812" h="2025" extrusionOk="0">
                  <a:moveTo>
                    <a:pt x="882" y="0"/>
                  </a:moveTo>
                  <a:lnTo>
                    <a:pt x="1" y="1024"/>
                  </a:lnTo>
                  <a:lnTo>
                    <a:pt x="882" y="2025"/>
                  </a:lnTo>
                  <a:lnTo>
                    <a:pt x="6811" y="2025"/>
                  </a:lnTo>
                  <a:lnTo>
                    <a:pt x="6811"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5" name="Google Shape;26015;p148"/>
            <p:cNvSpPr/>
            <p:nvPr/>
          </p:nvSpPr>
          <p:spPr>
            <a:xfrm>
              <a:off x="4828633" y="4417064"/>
              <a:ext cx="203611" cy="29920"/>
            </a:xfrm>
            <a:custGeom>
              <a:avLst/>
              <a:gdLst/>
              <a:ahLst/>
              <a:cxnLst/>
              <a:rect l="l" t="t" r="r" b="b"/>
              <a:pathLst>
                <a:path w="6812" h="1001" extrusionOk="0">
                  <a:moveTo>
                    <a:pt x="1" y="0"/>
                  </a:moveTo>
                  <a:lnTo>
                    <a:pt x="882" y="1001"/>
                  </a:lnTo>
                  <a:lnTo>
                    <a:pt x="6811" y="1001"/>
                  </a:lnTo>
                  <a:lnTo>
                    <a:pt x="6811"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6" name="Google Shape;26016;p148"/>
            <p:cNvSpPr/>
            <p:nvPr/>
          </p:nvSpPr>
          <p:spPr>
            <a:xfrm>
              <a:off x="4744642" y="4182874"/>
              <a:ext cx="64084" cy="64084"/>
            </a:xfrm>
            <a:custGeom>
              <a:avLst/>
              <a:gdLst/>
              <a:ahLst/>
              <a:cxnLst/>
              <a:rect l="l" t="t" r="r" b="b"/>
              <a:pathLst>
                <a:path w="2144" h="2144" extrusionOk="0">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7" name="Google Shape;26017;p148"/>
            <p:cNvSpPr/>
            <p:nvPr/>
          </p:nvSpPr>
          <p:spPr>
            <a:xfrm>
              <a:off x="4744642" y="4215604"/>
              <a:ext cx="64084" cy="32072"/>
            </a:xfrm>
            <a:custGeom>
              <a:avLst/>
              <a:gdLst/>
              <a:ahLst/>
              <a:cxnLst/>
              <a:rect l="l" t="t" r="r" b="b"/>
              <a:pathLst>
                <a:path w="2144" h="1073" extrusionOk="0">
                  <a:moveTo>
                    <a:pt x="0" y="1"/>
                  </a:moveTo>
                  <a:cubicBezTo>
                    <a:pt x="0" y="596"/>
                    <a:pt x="477" y="1072"/>
                    <a:pt x="1072" y="1072"/>
                  </a:cubicBezTo>
                  <a:cubicBezTo>
                    <a:pt x="1667" y="1072"/>
                    <a:pt x="2144" y="596"/>
                    <a:pt x="2144"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8" name="Google Shape;26018;p148"/>
            <p:cNvSpPr/>
            <p:nvPr/>
          </p:nvSpPr>
          <p:spPr>
            <a:xfrm>
              <a:off x="4744642" y="4283963"/>
              <a:ext cx="64084" cy="64084"/>
            </a:xfrm>
            <a:custGeom>
              <a:avLst/>
              <a:gdLst/>
              <a:ahLst/>
              <a:cxnLst/>
              <a:rect l="l" t="t" r="r" b="b"/>
              <a:pathLst>
                <a:path w="2144" h="2144" extrusionOk="0">
                  <a:moveTo>
                    <a:pt x="1072" y="0"/>
                  </a:moveTo>
                  <a:cubicBezTo>
                    <a:pt x="477" y="0"/>
                    <a:pt x="0" y="476"/>
                    <a:pt x="0" y="1072"/>
                  </a:cubicBezTo>
                  <a:cubicBezTo>
                    <a:pt x="0" y="1667"/>
                    <a:pt x="477" y="2143"/>
                    <a:pt x="1072" y="2143"/>
                  </a:cubicBezTo>
                  <a:cubicBezTo>
                    <a:pt x="1667" y="2119"/>
                    <a:pt x="2144" y="1643"/>
                    <a:pt x="2144" y="1072"/>
                  </a:cubicBezTo>
                  <a:cubicBezTo>
                    <a:pt x="2144" y="476"/>
                    <a:pt x="1667" y="0"/>
                    <a:pt x="1072" y="0"/>
                  </a:cubicBez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9" name="Google Shape;26019;p148"/>
            <p:cNvSpPr/>
            <p:nvPr/>
          </p:nvSpPr>
          <p:spPr>
            <a:xfrm>
              <a:off x="4744642" y="4315975"/>
              <a:ext cx="64084" cy="32072"/>
            </a:xfrm>
            <a:custGeom>
              <a:avLst/>
              <a:gdLst/>
              <a:ahLst/>
              <a:cxnLst/>
              <a:rect l="l" t="t" r="r" b="b"/>
              <a:pathLst>
                <a:path w="2144" h="1073" extrusionOk="0">
                  <a:moveTo>
                    <a:pt x="0" y="1"/>
                  </a:moveTo>
                  <a:cubicBezTo>
                    <a:pt x="0" y="596"/>
                    <a:pt x="477" y="1072"/>
                    <a:pt x="1072" y="1072"/>
                  </a:cubicBezTo>
                  <a:cubicBezTo>
                    <a:pt x="1667" y="1072"/>
                    <a:pt x="2144" y="596"/>
                    <a:pt x="2144"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0" name="Google Shape;26020;p148"/>
            <p:cNvSpPr/>
            <p:nvPr/>
          </p:nvSpPr>
          <p:spPr>
            <a:xfrm>
              <a:off x="4744642" y="4385022"/>
              <a:ext cx="64084" cy="64084"/>
            </a:xfrm>
            <a:custGeom>
              <a:avLst/>
              <a:gdLst/>
              <a:ahLst/>
              <a:cxnLst/>
              <a:rect l="l" t="t" r="r" b="b"/>
              <a:pathLst>
                <a:path w="2144" h="2144" extrusionOk="0">
                  <a:moveTo>
                    <a:pt x="1072" y="1"/>
                  </a:moveTo>
                  <a:cubicBezTo>
                    <a:pt x="477" y="1"/>
                    <a:pt x="0" y="477"/>
                    <a:pt x="0" y="1072"/>
                  </a:cubicBezTo>
                  <a:cubicBezTo>
                    <a:pt x="0" y="1668"/>
                    <a:pt x="477" y="2144"/>
                    <a:pt x="1072" y="2144"/>
                  </a:cubicBezTo>
                  <a:cubicBezTo>
                    <a:pt x="1667" y="2144"/>
                    <a:pt x="2144" y="1668"/>
                    <a:pt x="2144" y="1072"/>
                  </a:cubicBezTo>
                  <a:cubicBezTo>
                    <a:pt x="2144" y="477"/>
                    <a:pt x="1667" y="1"/>
                    <a:pt x="1072"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1" name="Google Shape;26021;p148"/>
            <p:cNvSpPr/>
            <p:nvPr/>
          </p:nvSpPr>
          <p:spPr>
            <a:xfrm>
              <a:off x="4744642" y="4416347"/>
              <a:ext cx="64084" cy="32759"/>
            </a:xfrm>
            <a:custGeom>
              <a:avLst/>
              <a:gdLst/>
              <a:ahLst/>
              <a:cxnLst/>
              <a:rect l="l" t="t" r="r" b="b"/>
              <a:pathLst>
                <a:path w="2144" h="1096" extrusionOk="0">
                  <a:moveTo>
                    <a:pt x="0" y="0"/>
                  </a:moveTo>
                  <a:cubicBezTo>
                    <a:pt x="0" y="596"/>
                    <a:pt x="477" y="1096"/>
                    <a:pt x="1072" y="1096"/>
                  </a:cubicBezTo>
                  <a:cubicBezTo>
                    <a:pt x="1667" y="1096"/>
                    <a:pt x="2144" y="620"/>
                    <a:pt x="2144" y="0"/>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22" name="Google Shape;26022;p148"/>
          <p:cNvGrpSpPr/>
          <p:nvPr/>
        </p:nvGrpSpPr>
        <p:grpSpPr>
          <a:xfrm>
            <a:off x="5514231" y="3980728"/>
            <a:ext cx="343857" cy="344544"/>
            <a:chOff x="5409500" y="4152266"/>
            <a:chExt cx="343857" cy="344544"/>
          </a:xfrm>
        </p:grpSpPr>
        <p:sp>
          <p:nvSpPr>
            <p:cNvPr id="26023" name="Google Shape;26023;p148"/>
            <p:cNvSpPr/>
            <p:nvPr/>
          </p:nvSpPr>
          <p:spPr>
            <a:xfrm>
              <a:off x="5519855" y="4314570"/>
              <a:ext cx="162303" cy="20654"/>
            </a:xfrm>
            <a:custGeom>
              <a:avLst/>
              <a:gdLst/>
              <a:ahLst/>
              <a:cxnLst/>
              <a:rect l="l" t="t" r="r" b="b"/>
              <a:pathLst>
                <a:path w="5430" h="691" extrusionOk="0">
                  <a:moveTo>
                    <a:pt x="0" y="0"/>
                  </a:moveTo>
                  <a:lnTo>
                    <a:pt x="0" y="691"/>
                  </a:lnTo>
                  <a:lnTo>
                    <a:pt x="5430" y="691"/>
                  </a:lnTo>
                  <a:lnTo>
                    <a:pt x="5430"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4" name="Google Shape;26024;p148"/>
            <p:cNvSpPr/>
            <p:nvPr/>
          </p:nvSpPr>
          <p:spPr>
            <a:xfrm>
              <a:off x="5519855" y="4324524"/>
              <a:ext cx="162303" cy="9296"/>
            </a:xfrm>
            <a:custGeom>
              <a:avLst/>
              <a:gdLst/>
              <a:ahLst/>
              <a:cxnLst/>
              <a:rect l="l" t="t" r="r" b="b"/>
              <a:pathLst>
                <a:path w="5430" h="311" extrusionOk="0">
                  <a:moveTo>
                    <a:pt x="0" y="0"/>
                  </a:moveTo>
                  <a:lnTo>
                    <a:pt x="0" y="310"/>
                  </a:lnTo>
                  <a:lnTo>
                    <a:pt x="5430" y="310"/>
                  </a:lnTo>
                  <a:lnTo>
                    <a:pt x="5430"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5" name="Google Shape;26025;p148"/>
            <p:cNvSpPr/>
            <p:nvPr/>
          </p:nvSpPr>
          <p:spPr>
            <a:xfrm>
              <a:off x="5519855" y="4350140"/>
              <a:ext cx="92569" cy="103240"/>
            </a:xfrm>
            <a:custGeom>
              <a:avLst/>
              <a:gdLst/>
              <a:ahLst/>
              <a:cxnLst/>
              <a:rect l="l" t="t" r="r" b="b"/>
              <a:pathLst>
                <a:path w="3097" h="3454" extrusionOk="0">
                  <a:moveTo>
                    <a:pt x="0" y="1"/>
                  </a:moveTo>
                  <a:lnTo>
                    <a:pt x="524" y="644"/>
                  </a:lnTo>
                  <a:lnTo>
                    <a:pt x="1667" y="644"/>
                  </a:lnTo>
                  <a:cubicBezTo>
                    <a:pt x="2096" y="644"/>
                    <a:pt x="2429" y="977"/>
                    <a:pt x="2429" y="1406"/>
                  </a:cubicBezTo>
                  <a:lnTo>
                    <a:pt x="2429" y="3454"/>
                  </a:lnTo>
                  <a:lnTo>
                    <a:pt x="3096" y="3454"/>
                  </a:lnTo>
                  <a:lnTo>
                    <a:pt x="3096" y="1430"/>
                  </a:lnTo>
                  <a:cubicBezTo>
                    <a:pt x="3096" y="620"/>
                    <a:pt x="2453" y="1"/>
                    <a:pt x="166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6" name="Google Shape;26026;p148"/>
            <p:cNvSpPr/>
            <p:nvPr/>
          </p:nvSpPr>
          <p:spPr>
            <a:xfrm>
              <a:off x="5519855" y="4196384"/>
              <a:ext cx="92569" cy="103240"/>
            </a:xfrm>
            <a:custGeom>
              <a:avLst/>
              <a:gdLst/>
              <a:ahLst/>
              <a:cxnLst/>
              <a:rect l="l" t="t" r="r" b="b"/>
              <a:pathLst>
                <a:path w="3097" h="3454" extrusionOk="0">
                  <a:moveTo>
                    <a:pt x="2429" y="1"/>
                  </a:moveTo>
                  <a:lnTo>
                    <a:pt x="2429" y="2025"/>
                  </a:lnTo>
                  <a:cubicBezTo>
                    <a:pt x="2429" y="2430"/>
                    <a:pt x="2096" y="2763"/>
                    <a:pt x="1667" y="2763"/>
                  </a:cubicBezTo>
                  <a:lnTo>
                    <a:pt x="524" y="2763"/>
                  </a:lnTo>
                  <a:lnTo>
                    <a:pt x="0" y="3454"/>
                  </a:lnTo>
                  <a:lnTo>
                    <a:pt x="1667" y="3454"/>
                  </a:lnTo>
                  <a:cubicBezTo>
                    <a:pt x="2453" y="3454"/>
                    <a:pt x="3096" y="2811"/>
                    <a:pt x="3096" y="2025"/>
                  </a:cubicBezTo>
                  <a:lnTo>
                    <a:pt x="3096"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7" name="Google Shape;26027;p148"/>
            <p:cNvSpPr/>
            <p:nvPr/>
          </p:nvSpPr>
          <p:spPr>
            <a:xfrm>
              <a:off x="5559011" y="4434849"/>
              <a:ext cx="86860" cy="61962"/>
            </a:xfrm>
            <a:custGeom>
              <a:avLst/>
              <a:gdLst/>
              <a:ahLst/>
              <a:cxnLst/>
              <a:rect l="l" t="t" r="r" b="b"/>
              <a:pathLst>
                <a:path w="2906" h="2073" extrusionOk="0">
                  <a:moveTo>
                    <a:pt x="0" y="1"/>
                  </a:moveTo>
                  <a:lnTo>
                    <a:pt x="0" y="2073"/>
                  </a:lnTo>
                  <a:lnTo>
                    <a:pt x="2905" y="2073"/>
                  </a:lnTo>
                  <a:lnTo>
                    <a:pt x="2905"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8" name="Google Shape;26028;p148"/>
            <p:cNvSpPr/>
            <p:nvPr/>
          </p:nvSpPr>
          <p:spPr>
            <a:xfrm>
              <a:off x="5559011" y="4152266"/>
              <a:ext cx="86860" cy="62679"/>
            </a:xfrm>
            <a:custGeom>
              <a:avLst/>
              <a:gdLst/>
              <a:ahLst/>
              <a:cxnLst/>
              <a:rect l="l" t="t" r="r" b="b"/>
              <a:pathLst>
                <a:path w="2906" h="2097" extrusionOk="0">
                  <a:moveTo>
                    <a:pt x="0" y="0"/>
                  </a:moveTo>
                  <a:lnTo>
                    <a:pt x="0" y="2096"/>
                  </a:lnTo>
                  <a:lnTo>
                    <a:pt x="2905" y="2096"/>
                  </a:lnTo>
                  <a:lnTo>
                    <a:pt x="2905"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9" name="Google Shape;26029;p148"/>
            <p:cNvSpPr/>
            <p:nvPr/>
          </p:nvSpPr>
          <p:spPr>
            <a:xfrm>
              <a:off x="5667184" y="4293199"/>
              <a:ext cx="86173" cy="61962"/>
            </a:xfrm>
            <a:custGeom>
              <a:avLst/>
              <a:gdLst/>
              <a:ahLst/>
              <a:cxnLst/>
              <a:rect l="l" t="t" r="r" b="b"/>
              <a:pathLst>
                <a:path w="2883" h="2073" extrusionOk="0">
                  <a:moveTo>
                    <a:pt x="1" y="1"/>
                  </a:moveTo>
                  <a:lnTo>
                    <a:pt x="1" y="2072"/>
                  </a:lnTo>
                  <a:lnTo>
                    <a:pt x="2882" y="2072"/>
                  </a:lnTo>
                  <a:lnTo>
                    <a:pt x="2882"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0" name="Google Shape;26030;p148"/>
            <p:cNvSpPr/>
            <p:nvPr/>
          </p:nvSpPr>
          <p:spPr>
            <a:xfrm>
              <a:off x="5667184" y="4324524"/>
              <a:ext cx="86173" cy="30637"/>
            </a:xfrm>
            <a:custGeom>
              <a:avLst/>
              <a:gdLst/>
              <a:ahLst/>
              <a:cxnLst/>
              <a:rect l="l" t="t" r="r" b="b"/>
              <a:pathLst>
                <a:path w="2883" h="1025" extrusionOk="0">
                  <a:moveTo>
                    <a:pt x="1" y="0"/>
                  </a:moveTo>
                  <a:lnTo>
                    <a:pt x="1" y="1024"/>
                  </a:lnTo>
                  <a:lnTo>
                    <a:pt x="2882" y="1024"/>
                  </a:lnTo>
                  <a:lnTo>
                    <a:pt x="2882" y="0"/>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1" name="Google Shape;26031;p148"/>
            <p:cNvSpPr/>
            <p:nvPr/>
          </p:nvSpPr>
          <p:spPr>
            <a:xfrm>
              <a:off x="5409500" y="4278971"/>
              <a:ext cx="126046" cy="90417"/>
            </a:xfrm>
            <a:custGeom>
              <a:avLst/>
              <a:gdLst/>
              <a:ahLst/>
              <a:cxnLst/>
              <a:rect l="l" t="t" r="r" b="b"/>
              <a:pathLst>
                <a:path w="4217" h="3025" extrusionOk="0">
                  <a:moveTo>
                    <a:pt x="1" y="0"/>
                  </a:moveTo>
                  <a:lnTo>
                    <a:pt x="1" y="3025"/>
                  </a:lnTo>
                  <a:lnTo>
                    <a:pt x="4216" y="3025"/>
                  </a:lnTo>
                  <a:lnTo>
                    <a:pt x="4216"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2" name="Google Shape;26032;p148"/>
            <p:cNvSpPr/>
            <p:nvPr/>
          </p:nvSpPr>
          <p:spPr>
            <a:xfrm>
              <a:off x="5409500" y="4324524"/>
              <a:ext cx="126046" cy="44865"/>
            </a:xfrm>
            <a:custGeom>
              <a:avLst/>
              <a:gdLst/>
              <a:ahLst/>
              <a:cxnLst/>
              <a:rect l="l" t="t" r="r" b="b"/>
              <a:pathLst>
                <a:path w="4217" h="1501" extrusionOk="0">
                  <a:moveTo>
                    <a:pt x="1" y="0"/>
                  </a:moveTo>
                  <a:lnTo>
                    <a:pt x="1" y="1501"/>
                  </a:lnTo>
                  <a:lnTo>
                    <a:pt x="4216" y="1501"/>
                  </a:lnTo>
                  <a:lnTo>
                    <a:pt x="4216"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3" name="Google Shape;26033;p148"/>
            <p:cNvSpPr/>
            <p:nvPr/>
          </p:nvSpPr>
          <p:spPr>
            <a:xfrm>
              <a:off x="5442977" y="4314570"/>
              <a:ext cx="19967" cy="20654"/>
            </a:xfrm>
            <a:custGeom>
              <a:avLst/>
              <a:gdLst/>
              <a:ahLst/>
              <a:cxnLst/>
              <a:rect l="l" t="t" r="r" b="b"/>
              <a:pathLst>
                <a:path w="668" h="691" extrusionOk="0">
                  <a:moveTo>
                    <a:pt x="0" y="0"/>
                  </a:moveTo>
                  <a:lnTo>
                    <a:pt x="0" y="691"/>
                  </a:lnTo>
                  <a:lnTo>
                    <a:pt x="667" y="691"/>
                  </a:lnTo>
                  <a:lnTo>
                    <a:pt x="66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4" name="Google Shape;26034;p148"/>
            <p:cNvSpPr/>
            <p:nvPr/>
          </p:nvSpPr>
          <p:spPr>
            <a:xfrm>
              <a:off x="5482134" y="4314570"/>
              <a:ext cx="19937" cy="20654"/>
            </a:xfrm>
            <a:custGeom>
              <a:avLst/>
              <a:gdLst/>
              <a:ahLst/>
              <a:cxnLst/>
              <a:rect l="l" t="t" r="r" b="b"/>
              <a:pathLst>
                <a:path w="667" h="691" extrusionOk="0">
                  <a:moveTo>
                    <a:pt x="0" y="0"/>
                  </a:moveTo>
                  <a:lnTo>
                    <a:pt x="0" y="691"/>
                  </a:lnTo>
                  <a:lnTo>
                    <a:pt x="667" y="691"/>
                  </a:lnTo>
                  <a:lnTo>
                    <a:pt x="66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5" name="Google Shape;26035;p148"/>
            <p:cNvSpPr/>
            <p:nvPr/>
          </p:nvSpPr>
          <p:spPr>
            <a:xfrm>
              <a:off x="5442977" y="4324524"/>
              <a:ext cx="19967" cy="9296"/>
            </a:xfrm>
            <a:custGeom>
              <a:avLst/>
              <a:gdLst/>
              <a:ahLst/>
              <a:cxnLst/>
              <a:rect l="l" t="t" r="r" b="b"/>
              <a:pathLst>
                <a:path w="668" h="311" extrusionOk="0">
                  <a:moveTo>
                    <a:pt x="0" y="0"/>
                  </a:moveTo>
                  <a:lnTo>
                    <a:pt x="0" y="310"/>
                  </a:lnTo>
                  <a:lnTo>
                    <a:pt x="667" y="310"/>
                  </a:lnTo>
                  <a:lnTo>
                    <a:pt x="667" y="0"/>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6" name="Google Shape;26036;p148"/>
            <p:cNvSpPr/>
            <p:nvPr/>
          </p:nvSpPr>
          <p:spPr>
            <a:xfrm>
              <a:off x="5482134" y="4324524"/>
              <a:ext cx="19937" cy="9296"/>
            </a:xfrm>
            <a:custGeom>
              <a:avLst/>
              <a:gdLst/>
              <a:ahLst/>
              <a:cxnLst/>
              <a:rect l="l" t="t" r="r" b="b"/>
              <a:pathLst>
                <a:path w="667" h="311" extrusionOk="0">
                  <a:moveTo>
                    <a:pt x="0" y="0"/>
                  </a:moveTo>
                  <a:lnTo>
                    <a:pt x="0" y="310"/>
                  </a:lnTo>
                  <a:lnTo>
                    <a:pt x="667" y="310"/>
                  </a:lnTo>
                  <a:lnTo>
                    <a:pt x="667" y="0"/>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37" name="Google Shape;26037;p148"/>
          <p:cNvGrpSpPr/>
          <p:nvPr/>
        </p:nvGrpSpPr>
        <p:grpSpPr>
          <a:xfrm>
            <a:off x="6254299" y="4008415"/>
            <a:ext cx="344544" cy="343109"/>
            <a:chOff x="6082937" y="4160815"/>
            <a:chExt cx="344544" cy="343109"/>
          </a:xfrm>
        </p:grpSpPr>
        <p:sp>
          <p:nvSpPr>
            <p:cNvPr id="26038" name="Google Shape;26038;p148"/>
            <p:cNvSpPr/>
            <p:nvPr/>
          </p:nvSpPr>
          <p:spPr>
            <a:xfrm>
              <a:off x="6082937" y="4160815"/>
              <a:ext cx="222830" cy="185079"/>
            </a:xfrm>
            <a:custGeom>
              <a:avLst/>
              <a:gdLst/>
              <a:ahLst/>
              <a:cxnLst/>
              <a:rect l="l" t="t" r="r" b="b"/>
              <a:pathLst>
                <a:path w="7455" h="6192" extrusionOk="0">
                  <a:moveTo>
                    <a:pt x="0" y="0"/>
                  </a:moveTo>
                  <a:lnTo>
                    <a:pt x="0" y="5739"/>
                  </a:lnTo>
                  <a:cubicBezTo>
                    <a:pt x="0" y="5739"/>
                    <a:pt x="2215" y="6192"/>
                    <a:pt x="2882" y="6192"/>
                  </a:cubicBezTo>
                  <a:cubicBezTo>
                    <a:pt x="3573" y="6192"/>
                    <a:pt x="5740" y="5739"/>
                    <a:pt x="5740" y="5739"/>
                  </a:cubicBezTo>
                  <a:cubicBezTo>
                    <a:pt x="5740" y="5739"/>
                    <a:pt x="7454" y="4311"/>
                    <a:pt x="7454" y="2858"/>
                  </a:cubicBezTo>
                  <a:cubicBezTo>
                    <a:pt x="7454" y="1238"/>
                    <a:pt x="5740" y="0"/>
                    <a:pt x="5740"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9" name="Google Shape;26039;p148"/>
            <p:cNvSpPr/>
            <p:nvPr/>
          </p:nvSpPr>
          <p:spPr>
            <a:xfrm>
              <a:off x="6168364" y="4160815"/>
              <a:ext cx="137404" cy="185079"/>
            </a:xfrm>
            <a:custGeom>
              <a:avLst/>
              <a:gdLst/>
              <a:ahLst/>
              <a:cxnLst/>
              <a:rect l="l" t="t" r="r" b="b"/>
              <a:pathLst>
                <a:path w="4597" h="6192" extrusionOk="0">
                  <a:moveTo>
                    <a:pt x="0" y="0"/>
                  </a:moveTo>
                  <a:lnTo>
                    <a:pt x="0" y="6192"/>
                  </a:lnTo>
                  <a:lnTo>
                    <a:pt x="24" y="6192"/>
                  </a:lnTo>
                  <a:cubicBezTo>
                    <a:pt x="715" y="6192"/>
                    <a:pt x="2882" y="5739"/>
                    <a:pt x="2882" y="5739"/>
                  </a:cubicBezTo>
                  <a:cubicBezTo>
                    <a:pt x="2882" y="5739"/>
                    <a:pt x="4572" y="4334"/>
                    <a:pt x="4572" y="2858"/>
                  </a:cubicBezTo>
                  <a:cubicBezTo>
                    <a:pt x="4596" y="1238"/>
                    <a:pt x="2882"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0" name="Google Shape;26040;p148"/>
            <p:cNvSpPr/>
            <p:nvPr/>
          </p:nvSpPr>
          <p:spPr>
            <a:xfrm>
              <a:off x="6254477" y="4160815"/>
              <a:ext cx="173003" cy="222830"/>
            </a:xfrm>
            <a:custGeom>
              <a:avLst/>
              <a:gdLst/>
              <a:ahLst/>
              <a:cxnLst/>
              <a:rect l="l" t="t" r="r" b="b"/>
              <a:pathLst>
                <a:path w="5788" h="7455" extrusionOk="0">
                  <a:moveTo>
                    <a:pt x="1" y="0"/>
                  </a:moveTo>
                  <a:lnTo>
                    <a:pt x="1" y="1739"/>
                  </a:lnTo>
                  <a:cubicBezTo>
                    <a:pt x="138" y="1687"/>
                    <a:pt x="263" y="1648"/>
                    <a:pt x="402" y="1648"/>
                  </a:cubicBezTo>
                  <a:cubicBezTo>
                    <a:pt x="456" y="1648"/>
                    <a:pt x="512" y="1654"/>
                    <a:pt x="572" y="1667"/>
                  </a:cubicBezTo>
                  <a:cubicBezTo>
                    <a:pt x="1191" y="1691"/>
                    <a:pt x="1668" y="2215"/>
                    <a:pt x="1715" y="2810"/>
                  </a:cubicBezTo>
                  <a:cubicBezTo>
                    <a:pt x="1739" y="3501"/>
                    <a:pt x="1168" y="4096"/>
                    <a:pt x="477" y="4096"/>
                  </a:cubicBezTo>
                  <a:cubicBezTo>
                    <a:pt x="310" y="4096"/>
                    <a:pt x="167" y="4072"/>
                    <a:pt x="1" y="4001"/>
                  </a:cubicBezTo>
                  <a:lnTo>
                    <a:pt x="1" y="5763"/>
                  </a:lnTo>
                  <a:cubicBezTo>
                    <a:pt x="1" y="5763"/>
                    <a:pt x="1239" y="7454"/>
                    <a:pt x="2906" y="7454"/>
                  </a:cubicBezTo>
                  <a:cubicBezTo>
                    <a:pt x="4454" y="7454"/>
                    <a:pt x="5788" y="5763"/>
                    <a:pt x="5788" y="5763"/>
                  </a:cubicBezTo>
                  <a:lnTo>
                    <a:pt x="5788" y="0"/>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1" name="Google Shape;26041;p148"/>
            <p:cNvSpPr/>
            <p:nvPr/>
          </p:nvSpPr>
          <p:spPr>
            <a:xfrm>
              <a:off x="6341309" y="4160815"/>
              <a:ext cx="86173" cy="222113"/>
            </a:xfrm>
            <a:custGeom>
              <a:avLst/>
              <a:gdLst/>
              <a:ahLst/>
              <a:cxnLst/>
              <a:rect l="l" t="t" r="r" b="b"/>
              <a:pathLst>
                <a:path w="2883" h="7431" extrusionOk="0">
                  <a:moveTo>
                    <a:pt x="1" y="0"/>
                  </a:moveTo>
                  <a:lnTo>
                    <a:pt x="1" y="7430"/>
                  </a:lnTo>
                  <a:cubicBezTo>
                    <a:pt x="1549" y="7430"/>
                    <a:pt x="2883" y="5739"/>
                    <a:pt x="2883" y="5739"/>
                  </a:cubicBezTo>
                  <a:lnTo>
                    <a:pt x="2883" y="0"/>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2" name="Google Shape;26042;p148"/>
            <p:cNvSpPr/>
            <p:nvPr/>
          </p:nvSpPr>
          <p:spPr>
            <a:xfrm>
              <a:off x="6203933" y="4331638"/>
              <a:ext cx="222830" cy="172286"/>
            </a:xfrm>
            <a:custGeom>
              <a:avLst/>
              <a:gdLst/>
              <a:ahLst/>
              <a:cxnLst/>
              <a:rect l="l" t="t" r="r" b="b"/>
              <a:pathLst>
                <a:path w="7455" h="5764" extrusionOk="0">
                  <a:moveTo>
                    <a:pt x="1692" y="1"/>
                  </a:moveTo>
                  <a:cubicBezTo>
                    <a:pt x="1692" y="1"/>
                    <a:pt x="1" y="1239"/>
                    <a:pt x="1" y="2882"/>
                  </a:cubicBezTo>
                  <a:cubicBezTo>
                    <a:pt x="1" y="4597"/>
                    <a:pt x="1692" y="5764"/>
                    <a:pt x="1692" y="5764"/>
                  </a:cubicBezTo>
                  <a:lnTo>
                    <a:pt x="7455" y="5764"/>
                  </a:lnTo>
                  <a:lnTo>
                    <a:pt x="7455" y="24"/>
                  </a:lnTo>
                  <a:lnTo>
                    <a:pt x="7455" y="1"/>
                  </a:lnTo>
                  <a:lnTo>
                    <a:pt x="5740" y="1"/>
                  </a:lnTo>
                  <a:cubicBezTo>
                    <a:pt x="5812" y="143"/>
                    <a:pt x="5835" y="286"/>
                    <a:pt x="5835" y="477"/>
                  </a:cubicBezTo>
                  <a:cubicBezTo>
                    <a:pt x="5835" y="1130"/>
                    <a:pt x="5264" y="1692"/>
                    <a:pt x="4591" y="1692"/>
                  </a:cubicBezTo>
                  <a:cubicBezTo>
                    <a:pt x="4577" y="1692"/>
                    <a:pt x="4563" y="1692"/>
                    <a:pt x="4549" y="1691"/>
                  </a:cubicBezTo>
                  <a:cubicBezTo>
                    <a:pt x="3906" y="1691"/>
                    <a:pt x="3406" y="1144"/>
                    <a:pt x="3359" y="524"/>
                  </a:cubicBezTo>
                  <a:cubicBezTo>
                    <a:pt x="3359" y="310"/>
                    <a:pt x="3406" y="143"/>
                    <a:pt x="3454"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3" name="Google Shape;26043;p148"/>
            <p:cNvSpPr/>
            <p:nvPr/>
          </p:nvSpPr>
          <p:spPr>
            <a:xfrm>
              <a:off x="6341309" y="4332355"/>
              <a:ext cx="86173" cy="171569"/>
            </a:xfrm>
            <a:custGeom>
              <a:avLst/>
              <a:gdLst/>
              <a:ahLst/>
              <a:cxnLst/>
              <a:rect l="l" t="t" r="r" b="b"/>
              <a:pathLst>
                <a:path w="2883" h="5740" extrusionOk="0">
                  <a:moveTo>
                    <a:pt x="1120" y="0"/>
                  </a:moveTo>
                  <a:cubicBezTo>
                    <a:pt x="1192" y="143"/>
                    <a:pt x="1216" y="286"/>
                    <a:pt x="1216" y="477"/>
                  </a:cubicBezTo>
                  <a:cubicBezTo>
                    <a:pt x="1216" y="1167"/>
                    <a:pt x="668" y="1691"/>
                    <a:pt x="1" y="1691"/>
                  </a:cubicBezTo>
                  <a:lnTo>
                    <a:pt x="1" y="5740"/>
                  </a:lnTo>
                  <a:lnTo>
                    <a:pt x="2883" y="5740"/>
                  </a:lnTo>
                  <a:lnTo>
                    <a:pt x="2883"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4" name="Google Shape;26044;p148"/>
            <p:cNvSpPr/>
            <p:nvPr/>
          </p:nvSpPr>
          <p:spPr>
            <a:xfrm>
              <a:off x="6082937" y="4280376"/>
              <a:ext cx="171569" cy="222830"/>
            </a:xfrm>
            <a:custGeom>
              <a:avLst/>
              <a:gdLst/>
              <a:ahLst/>
              <a:cxnLst/>
              <a:rect l="l" t="t" r="r" b="b"/>
              <a:pathLst>
                <a:path w="5740" h="7455" extrusionOk="0">
                  <a:moveTo>
                    <a:pt x="2912" y="0"/>
                  </a:moveTo>
                  <a:cubicBezTo>
                    <a:pt x="2239" y="0"/>
                    <a:pt x="1667" y="563"/>
                    <a:pt x="1667" y="1239"/>
                  </a:cubicBezTo>
                  <a:cubicBezTo>
                    <a:pt x="1667" y="1406"/>
                    <a:pt x="1691" y="1549"/>
                    <a:pt x="1763" y="1716"/>
                  </a:cubicBezTo>
                  <a:lnTo>
                    <a:pt x="0" y="1716"/>
                  </a:lnTo>
                  <a:lnTo>
                    <a:pt x="0" y="7455"/>
                  </a:lnTo>
                  <a:lnTo>
                    <a:pt x="3025" y="7455"/>
                  </a:lnTo>
                  <a:lnTo>
                    <a:pt x="4620" y="6859"/>
                  </a:lnTo>
                  <a:lnTo>
                    <a:pt x="4620" y="6859"/>
                  </a:lnTo>
                  <a:cubicBezTo>
                    <a:pt x="4615" y="6861"/>
                    <a:pt x="4611" y="6862"/>
                    <a:pt x="4607" y="6862"/>
                  </a:cubicBezTo>
                  <a:cubicBezTo>
                    <a:pt x="4493" y="6862"/>
                    <a:pt x="5115" y="6145"/>
                    <a:pt x="4930" y="6145"/>
                  </a:cubicBezTo>
                  <a:cubicBezTo>
                    <a:pt x="4263" y="6145"/>
                    <a:pt x="3787" y="5240"/>
                    <a:pt x="3787" y="4597"/>
                  </a:cubicBezTo>
                  <a:cubicBezTo>
                    <a:pt x="3787" y="3930"/>
                    <a:pt x="4382" y="3168"/>
                    <a:pt x="5073" y="3168"/>
                  </a:cubicBezTo>
                  <a:cubicBezTo>
                    <a:pt x="5240" y="3168"/>
                    <a:pt x="5597" y="3430"/>
                    <a:pt x="5740" y="3502"/>
                  </a:cubicBezTo>
                  <a:lnTo>
                    <a:pt x="4882" y="2597"/>
                  </a:lnTo>
                  <a:lnTo>
                    <a:pt x="4025" y="1739"/>
                  </a:lnTo>
                  <a:cubicBezTo>
                    <a:pt x="4073" y="1597"/>
                    <a:pt x="4096" y="1406"/>
                    <a:pt x="4096" y="1192"/>
                  </a:cubicBezTo>
                  <a:cubicBezTo>
                    <a:pt x="4073" y="572"/>
                    <a:pt x="3573" y="49"/>
                    <a:pt x="2953" y="1"/>
                  </a:cubicBezTo>
                  <a:cubicBezTo>
                    <a:pt x="2939" y="0"/>
                    <a:pt x="2926" y="0"/>
                    <a:pt x="2912" y="0"/>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5" name="Google Shape;26045;p148"/>
            <p:cNvSpPr/>
            <p:nvPr/>
          </p:nvSpPr>
          <p:spPr>
            <a:xfrm>
              <a:off x="6168364" y="4280376"/>
              <a:ext cx="86143" cy="222830"/>
            </a:xfrm>
            <a:custGeom>
              <a:avLst/>
              <a:gdLst/>
              <a:ahLst/>
              <a:cxnLst/>
              <a:rect l="l" t="t" r="r" b="b"/>
              <a:pathLst>
                <a:path w="2882" h="7455" extrusionOk="0">
                  <a:moveTo>
                    <a:pt x="42" y="0"/>
                  </a:moveTo>
                  <a:cubicBezTo>
                    <a:pt x="28" y="0"/>
                    <a:pt x="14" y="0"/>
                    <a:pt x="0" y="1"/>
                  </a:cubicBezTo>
                  <a:lnTo>
                    <a:pt x="0" y="7455"/>
                  </a:lnTo>
                  <a:lnTo>
                    <a:pt x="2882" y="7455"/>
                  </a:lnTo>
                  <a:lnTo>
                    <a:pt x="2882" y="5693"/>
                  </a:lnTo>
                  <a:cubicBezTo>
                    <a:pt x="2739" y="5764"/>
                    <a:pt x="2596" y="5788"/>
                    <a:pt x="2405" y="5788"/>
                  </a:cubicBezTo>
                  <a:cubicBezTo>
                    <a:pt x="1739" y="5788"/>
                    <a:pt x="1167" y="5216"/>
                    <a:pt x="1191" y="4502"/>
                  </a:cubicBezTo>
                  <a:cubicBezTo>
                    <a:pt x="1215" y="3930"/>
                    <a:pt x="1739" y="3406"/>
                    <a:pt x="2358" y="3383"/>
                  </a:cubicBezTo>
                  <a:cubicBezTo>
                    <a:pt x="2524" y="3383"/>
                    <a:pt x="2715" y="3406"/>
                    <a:pt x="2882" y="3454"/>
                  </a:cubicBezTo>
                  <a:lnTo>
                    <a:pt x="2882" y="1716"/>
                  </a:lnTo>
                  <a:lnTo>
                    <a:pt x="1167" y="1716"/>
                  </a:lnTo>
                  <a:cubicBezTo>
                    <a:pt x="1215" y="1549"/>
                    <a:pt x="1262" y="1406"/>
                    <a:pt x="1262" y="1239"/>
                  </a:cubicBezTo>
                  <a:cubicBezTo>
                    <a:pt x="1262" y="563"/>
                    <a:pt x="714" y="0"/>
                    <a:pt x="42" y="0"/>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46" name="Google Shape;26046;p148"/>
          <p:cNvGrpSpPr/>
          <p:nvPr/>
        </p:nvGrpSpPr>
        <p:grpSpPr>
          <a:xfrm>
            <a:off x="6984893" y="3997795"/>
            <a:ext cx="343109" cy="291878"/>
            <a:chOff x="6742117" y="4169334"/>
            <a:chExt cx="343109" cy="291878"/>
          </a:xfrm>
        </p:grpSpPr>
        <p:sp>
          <p:nvSpPr>
            <p:cNvPr id="26047" name="Google Shape;26047;p148"/>
            <p:cNvSpPr/>
            <p:nvPr/>
          </p:nvSpPr>
          <p:spPr>
            <a:xfrm>
              <a:off x="6772007" y="4229861"/>
              <a:ext cx="282610" cy="160181"/>
            </a:xfrm>
            <a:custGeom>
              <a:avLst/>
              <a:gdLst/>
              <a:ahLst/>
              <a:cxnLst/>
              <a:rect l="l" t="t" r="r" b="b"/>
              <a:pathLst>
                <a:path w="9455" h="5359" extrusionOk="0">
                  <a:moveTo>
                    <a:pt x="4359" y="0"/>
                  </a:moveTo>
                  <a:lnTo>
                    <a:pt x="4359" y="2405"/>
                  </a:lnTo>
                  <a:lnTo>
                    <a:pt x="1" y="2405"/>
                  </a:lnTo>
                  <a:lnTo>
                    <a:pt x="1" y="5358"/>
                  </a:lnTo>
                  <a:lnTo>
                    <a:pt x="691" y="5358"/>
                  </a:lnTo>
                  <a:lnTo>
                    <a:pt x="691" y="3096"/>
                  </a:lnTo>
                  <a:lnTo>
                    <a:pt x="4382" y="3096"/>
                  </a:lnTo>
                  <a:lnTo>
                    <a:pt x="4382" y="5358"/>
                  </a:lnTo>
                  <a:lnTo>
                    <a:pt x="5073" y="5358"/>
                  </a:lnTo>
                  <a:lnTo>
                    <a:pt x="5073" y="3096"/>
                  </a:lnTo>
                  <a:lnTo>
                    <a:pt x="8764" y="3096"/>
                  </a:lnTo>
                  <a:lnTo>
                    <a:pt x="8764" y="5358"/>
                  </a:lnTo>
                  <a:lnTo>
                    <a:pt x="9455" y="5358"/>
                  </a:lnTo>
                  <a:lnTo>
                    <a:pt x="9455" y="2405"/>
                  </a:lnTo>
                  <a:lnTo>
                    <a:pt x="5049" y="2405"/>
                  </a:lnTo>
                  <a:lnTo>
                    <a:pt x="5049"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8" name="Google Shape;26048;p148"/>
            <p:cNvSpPr/>
            <p:nvPr/>
          </p:nvSpPr>
          <p:spPr>
            <a:xfrm>
              <a:off x="6913657" y="4230549"/>
              <a:ext cx="140961" cy="160210"/>
            </a:xfrm>
            <a:custGeom>
              <a:avLst/>
              <a:gdLst/>
              <a:ahLst/>
              <a:cxnLst/>
              <a:rect l="l" t="t" r="r" b="b"/>
              <a:pathLst>
                <a:path w="4716" h="5360" extrusionOk="0">
                  <a:moveTo>
                    <a:pt x="1" y="1"/>
                  </a:moveTo>
                  <a:lnTo>
                    <a:pt x="1" y="5359"/>
                  </a:lnTo>
                  <a:lnTo>
                    <a:pt x="334" y="5359"/>
                  </a:lnTo>
                  <a:lnTo>
                    <a:pt x="334" y="3073"/>
                  </a:lnTo>
                  <a:lnTo>
                    <a:pt x="4025" y="3073"/>
                  </a:lnTo>
                  <a:lnTo>
                    <a:pt x="4025" y="5335"/>
                  </a:lnTo>
                  <a:lnTo>
                    <a:pt x="4716" y="5335"/>
                  </a:lnTo>
                  <a:lnTo>
                    <a:pt x="4716" y="2406"/>
                  </a:lnTo>
                  <a:lnTo>
                    <a:pt x="334" y="2406"/>
                  </a:lnTo>
                  <a:lnTo>
                    <a:pt x="334"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9" name="Google Shape;26049;p148"/>
            <p:cNvSpPr/>
            <p:nvPr/>
          </p:nvSpPr>
          <p:spPr>
            <a:xfrm>
              <a:off x="6742117" y="4377908"/>
              <a:ext cx="83303" cy="83303"/>
            </a:xfrm>
            <a:custGeom>
              <a:avLst/>
              <a:gdLst/>
              <a:ahLst/>
              <a:cxnLst/>
              <a:rect l="l" t="t" r="r" b="b"/>
              <a:pathLst>
                <a:path w="2787" h="2787" extrusionOk="0">
                  <a:moveTo>
                    <a:pt x="1405" y="1"/>
                  </a:moveTo>
                  <a:cubicBezTo>
                    <a:pt x="620" y="1"/>
                    <a:pt x="0" y="620"/>
                    <a:pt x="0" y="1382"/>
                  </a:cubicBezTo>
                  <a:cubicBezTo>
                    <a:pt x="0" y="2168"/>
                    <a:pt x="620" y="2787"/>
                    <a:pt x="1405" y="2787"/>
                  </a:cubicBezTo>
                  <a:cubicBezTo>
                    <a:pt x="2168" y="2787"/>
                    <a:pt x="2787" y="2168"/>
                    <a:pt x="2787" y="1382"/>
                  </a:cubicBezTo>
                  <a:cubicBezTo>
                    <a:pt x="2787" y="620"/>
                    <a:pt x="2168" y="1"/>
                    <a:pt x="1405"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0" name="Google Shape;26050;p148"/>
            <p:cNvSpPr/>
            <p:nvPr/>
          </p:nvSpPr>
          <p:spPr>
            <a:xfrm>
              <a:off x="6871661" y="4377908"/>
              <a:ext cx="84021" cy="83303"/>
            </a:xfrm>
            <a:custGeom>
              <a:avLst/>
              <a:gdLst/>
              <a:ahLst/>
              <a:cxnLst/>
              <a:rect l="l" t="t" r="r" b="b"/>
              <a:pathLst>
                <a:path w="2811" h="2787" extrusionOk="0">
                  <a:moveTo>
                    <a:pt x="1406" y="1"/>
                  </a:moveTo>
                  <a:cubicBezTo>
                    <a:pt x="620" y="1"/>
                    <a:pt x="1" y="620"/>
                    <a:pt x="1" y="1382"/>
                  </a:cubicBezTo>
                  <a:cubicBezTo>
                    <a:pt x="1" y="2168"/>
                    <a:pt x="644" y="2787"/>
                    <a:pt x="1406" y="2787"/>
                  </a:cubicBezTo>
                  <a:cubicBezTo>
                    <a:pt x="2192" y="2787"/>
                    <a:pt x="2811" y="2168"/>
                    <a:pt x="2811" y="1382"/>
                  </a:cubicBezTo>
                  <a:cubicBezTo>
                    <a:pt x="2811" y="620"/>
                    <a:pt x="2192" y="1"/>
                    <a:pt x="1406"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1" name="Google Shape;26051;p148"/>
            <p:cNvSpPr/>
            <p:nvPr/>
          </p:nvSpPr>
          <p:spPr>
            <a:xfrm>
              <a:off x="6913657" y="4377908"/>
              <a:ext cx="42025" cy="83303"/>
            </a:xfrm>
            <a:custGeom>
              <a:avLst/>
              <a:gdLst/>
              <a:ahLst/>
              <a:cxnLst/>
              <a:rect l="l" t="t" r="r" b="b"/>
              <a:pathLst>
                <a:path w="1406" h="2787" extrusionOk="0">
                  <a:moveTo>
                    <a:pt x="1" y="1"/>
                  </a:moveTo>
                  <a:lnTo>
                    <a:pt x="1" y="2787"/>
                  </a:lnTo>
                  <a:cubicBezTo>
                    <a:pt x="787" y="2787"/>
                    <a:pt x="1406" y="2168"/>
                    <a:pt x="1406" y="1382"/>
                  </a:cubicBezTo>
                  <a:cubicBezTo>
                    <a:pt x="1406" y="620"/>
                    <a:pt x="787"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2" name="Google Shape;26052;p148"/>
            <p:cNvSpPr/>
            <p:nvPr/>
          </p:nvSpPr>
          <p:spPr>
            <a:xfrm>
              <a:off x="7001923" y="4377908"/>
              <a:ext cx="83303" cy="83303"/>
            </a:xfrm>
            <a:custGeom>
              <a:avLst/>
              <a:gdLst/>
              <a:ahLst/>
              <a:cxnLst/>
              <a:rect l="l" t="t" r="r" b="b"/>
              <a:pathLst>
                <a:path w="2787" h="2787" extrusionOk="0">
                  <a:moveTo>
                    <a:pt x="1382" y="1"/>
                  </a:moveTo>
                  <a:cubicBezTo>
                    <a:pt x="620" y="1"/>
                    <a:pt x="1" y="620"/>
                    <a:pt x="1" y="1382"/>
                  </a:cubicBezTo>
                  <a:cubicBezTo>
                    <a:pt x="1" y="2168"/>
                    <a:pt x="620" y="2787"/>
                    <a:pt x="1382" y="2787"/>
                  </a:cubicBezTo>
                  <a:cubicBezTo>
                    <a:pt x="2168" y="2787"/>
                    <a:pt x="2787" y="2168"/>
                    <a:pt x="2787" y="1382"/>
                  </a:cubicBezTo>
                  <a:cubicBezTo>
                    <a:pt x="2787" y="620"/>
                    <a:pt x="2168"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3" name="Google Shape;26053;p148"/>
            <p:cNvSpPr/>
            <p:nvPr/>
          </p:nvSpPr>
          <p:spPr>
            <a:xfrm>
              <a:off x="6863830" y="4169334"/>
              <a:ext cx="98966" cy="85456"/>
            </a:xfrm>
            <a:custGeom>
              <a:avLst/>
              <a:gdLst/>
              <a:ahLst/>
              <a:cxnLst/>
              <a:rect l="l" t="t" r="r" b="b"/>
              <a:pathLst>
                <a:path w="3311" h="2859" extrusionOk="0">
                  <a:moveTo>
                    <a:pt x="1668" y="1"/>
                  </a:moveTo>
                  <a:lnTo>
                    <a:pt x="1" y="2859"/>
                  </a:lnTo>
                  <a:lnTo>
                    <a:pt x="3311" y="2859"/>
                  </a:lnTo>
                  <a:lnTo>
                    <a:pt x="1668" y="1"/>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4" name="Google Shape;26054;p148"/>
            <p:cNvSpPr/>
            <p:nvPr/>
          </p:nvSpPr>
          <p:spPr>
            <a:xfrm>
              <a:off x="6912939" y="4169334"/>
              <a:ext cx="49857" cy="85456"/>
            </a:xfrm>
            <a:custGeom>
              <a:avLst/>
              <a:gdLst/>
              <a:ahLst/>
              <a:cxnLst/>
              <a:rect l="l" t="t" r="r" b="b"/>
              <a:pathLst>
                <a:path w="1668" h="2859" extrusionOk="0">
                  <a:moveTo>
                    <a:pt x="1" y="1"/>
                  </a:moveTo>
                  <a:lnTo>
                    <a:pt x="1" y="2859"/>
                  </a:lnTo>
                  <a:lnTo>
                    <a:pt x="1668" y="2859"/>
                  </a:lnTo>
                  <a:lnTo>
                    <a:pt x="1"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55" name="Google Shape;26055;p148"/>
          <p:cNvGrpSpPr/>
          <p:nvPr/>
        </p:nvGrpSpPr>
        <p:grpSpPr>
          <a:xfrm>
            <a:off x="7711598" y="3982132"/>
            <a:ext cx="344574" cy="342421"/>
            <a:chOff x="7406975" y="4153671"/>
            <a:chExt cx="344574" cy="342421"/>
          </a:xfrm>
        </p:grpSpPr>
        <p:sp>
          <p:nvSpPr>
            <p:cNvPr id="26056" name="Google Shape;26056;p148"/>
            <p:cNvSpPr/>
            <p:nvPr/>
          </p:nvSpPr>
          <p:spPr>
            <a:xfrm>
              <a:off x="7518735" y="4264743"/>
              <a:ext cx="121054" cy="121025"/>
            </a:xfrm>
            <a:custGeom>
              <a:avLst/>
              <a:gdLst/>
              <a:ahLst/>
              <a:cxnLst/>
              <a:rect l="l" t="t" r="r" b="b"/>
              <a:pathLst>
                <a:path w="4050" h="4049" extrusionOk="0">
                  <a:moveTo>
                    <a:pt x="2025" y="0"/>
                  </a:moveTo>
                  <a:cubicBezTo>
                    <a:pt x="906" y="0"/>
                    <a:pt x="1" y="905"/>
                    <a:pt x="1" y="2024"/>
                  </a:cubicBezTo>
                  <a:cubicBezTo>
                    <a:pt x="1" y="3144"/>
                    <a:pt x="906" y="4048"/>
                    <a:pt x="2025" y="4048"/>
                  </a:cubicBezTo>
                  <a:cubicBezTo>
                    <a:pt x="3121" y="4048"/>
                    <a:pt x="4049" y="3144"/>
                    <a:pt x="4049" y="2024"/>
                  </a:cubicBezTo>
                  <a:cubicBezTo>
                    <a:pt x="4049" y="905"/>
                    <a:pt x="3121" y="0"/>
                    <a:pt x="2025"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7" name="Google Shape;26057;p148"/>
            <p:cNvSpPr/>
            <p:nvPr/>
          </p:nvSpPr>
          <p:spPr>
            <a:xfrm>
              <a:off x="7579950" y="4264026"/>
              <a:ext cx="60557" cy="121742"/>
            </a:xfrm>
            <a:custGeom>
              <a:avLst/>
              <a:gdLst/>
              <a:ahLst/>
              <a:cxnLst/>
              <a:rect l="l" t="t" r="r" b="b"/>
              <a:pathLst>
                <a:path w="2026" h="4073" extrusionOk="0">
                  <a:moveTo>
                    <a:pt x="1" y="0"/>
                  </a:moveTo>
                  <a:lnTo>
                    <a:pt x="1" y="4072"/>
                  </a:lnTo>
                  <a:cubicBezTo>
                    <a:pt x="1096" y="4072"/>
                    <a:pt x="2025" y="3168"/>
                    <a:pt x="2025" y="2048"/>
                  </a:cubicBezTo>
                  <a:cubicBezTo>
                    <a:pt x="2025" y="905"/>
                    <a:pt x="1096" y="0"/>
                    <a:pt x="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8" name="Google Shape;26058;p148"/>
            <p:cNvSpPr/>
            <p:nvPr/>
          </p:nvSpPr>
          <p:spPr>
            <a:xfrm>
              <a:off x="7406975" y="4347300"/>
              <a:ext cx="148822" cy="148792"/>
            </a:xfrm>
            <a:custGeom>
              <a:avLst/>
              <a:gdLst/>
              <a:ahLst/>
              <a:cxnLst/>
              <a:rect l="l" t="t" r="r" b="b"/>
              <a:pathLst>
                <a:path w="4979" h="4978" extrusionOk="0">
                  <a:moveTo>
                    <a:pt x="1" y="0"/>
                  </a:moveTo>
                  <a:cubicBezTo>
                    <a:pt x="358" y="2596"/>
                    <a:pt x="2382" y="4644"/>
                    <a:pt x="4978" y="4978"/>
                  </a:cubicBezTo>
                  <a:lnTo>
                    <a:pt x="4978" y="2620"/>
                  </a:lnTo>
                  <a:cubicBezTo>
                    <a:pt x="3692" y="2334"/>
                    <a:pt x="2668" y="1310"/>
                    <a:pt x="2359" y="0"/>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9" name="Google Shape;26059;p148"/>
            <p:cNvSpPr/>
            <p:nvPr/>
          </p:nvSpPr>
          <p:spPr>
            <a:xfrm>
              <a:off x="7602726" y="4153671"/>
              <a:ext cx="148822" cy="147388"/>
            </a:xfrm>
            <a:custGeom>
              <a:avLst/>
              <a:gdLst/>
              <a:ahLst/>
              <a:cxnLst/>
              <a:rect l="l" t="t" r="r" b="b"/>
              <a:pathLst>
                <a:path w="4979" h="4931" extrusionOk="0">
                  <a:moveTo>
                    <a:pt x="1" y="1"/>
                  </a:moveTo>
                  <a:lnTo>
                    <a:pt x="1" y="2335"/>
                  </a:lnTo>
                  <a:cubicBezTo>
                    <a:pt x="1287" y="2644"/>
                    <a:pt x="2311" y="3645"/>
                    <a:pt x="2621" y="4931"/>
                  </a:cubicBezTo>
                  <a:lnTo>
                    <a:pt x="4978" y="4931"/>
                  </a:lnTo>
                  <a:cubicBezTo>
                    <a:pt x="4621" y="2382"/>
                    <a:pt x="2597" y="311"/>
                    <a:pt x="1"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0" name="Google Shape;26060;p148"/>
            <p:cNvSpPr/>
            <p:nvPr/>
          </p:nvSpPr>
          <p:spPr>
            <a:xfrm>
              <a:off x="7406975" y="4153671"/>
              <a:ext cx="148822" cy="147388"/>
            </a:xfrm>
            <a:custGeom>
              <a:avLst/>
              <a:gdLst/>
              <a:ahLst/>
              <a:cxnLst/>
              <a:rect l="l" t="t" r="r" b="b"/>
              <a:pathLst>
                <a:path w="4979" h="4931" extrusionOk="0">
                  <a:moveTo>
                    <a:pt x="4978" y="1"/>
                  </a:moveTo>
                  <a:cubicBezTo>
                    <a:pt x="2430" y="358"/>
                    <a:pt x="358" y="2382"/>
                    <a:pt x="1" y="4931"/>
                  </a:cubicBezTo>
                  <a:lnTo>
                    <a:pt x="2359" y="4931"/>
                  </a:lnTo>
                  <a:cubicBezTo>
                    <a:pt x="2692" y="3645"/>
                    <a:pt x="3692" y="2644"/>
                    <a:pt x="4978" y="2335"/>
                  </a:cubicBezTo>
                  <a:lnTo>
                    <a:pt x="4978"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1" name="Google Shape;26061;p148"/>
            <p:cNvSpPr/>
            <p:nvPr/>
          </p:nvSpPr>
          <p:spPr>
            <a:xfrm>
              <a:off x="7602726" y="4347300"/>
              <a:ext cx="148822" cy="148792"/>
            </a:xfrm>
            <a:custGeom>
              <a:avLst/>
              <a:gdLst/>
              <a:ahLst/>
              <a:cxnLst/>
              <a:rect l="l" t="t" r="r" b="b"/>
              <a:pathLst>
                <a:path w="4979" h="4978" extrusionOk="0">
                  <a:moveTo>
                    <a:pt x="2621" y="0"/>
                  </a:moveTo>
                  <a:cubicBezTo>
                    <a:pt x="2335" y="1310"/>
                    <a:pt x="1311" y="2334"/>
                    <a:pt x="1" y="2620"/>
                  </a:cubicBezTo>
                  <a:lnTo>
                    <a:pt x="1" y="4978"/>
                  </a:lnTo>
                  <a:cubicBezTo>
                    <a:pt x="2597" y="4620"/>
                    <a:pt x="4621" y="2596"/>
                    <a:pt x="4978"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062" name="Google Shape;26062;p148"/>
          <p:cNvSpPr txBox="1"/>
          <p:nvPr/>
        </p:nvSpPr>
        <p:spPr>
          <a:xfrm>
            <a:off x="1048350" y="11586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rgbClr val="FFFFFF"/>
                </a:solidFill>
              </a:rPr>
              <a:t>Infographic Elements</a:t>
            </a:r>
            <a:endParaRPr sz="1600">
              <a:solidFill>
                <a:srgbClr val="FFFFFF"/>
              </a:solidFill>
            </a:endParaRPr>
          </a:p>
        </p:txBody>
      </p:sp>
      <p:sp>
        <p:nvSpPr>
          <p:cNvPr id="26063" name="Google Shape;26063;p148"/>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Premium Icons</a:t>
            </a:r>
            <a:endParaRPr sz="2400">
              <a:solidFill>
                <a:srgbClr val="FFFFFF"/>
              </a:solidFill>
            </a:endParaRPr>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6067"/>
        <p:cNvGrpSpPr/>
        <p:nvPr/>
      </p:nvGrpSpPr>
      <p:grpSpPr>
        <a:xfrm>
          <a:off x="0" y="0"/>
          <a:ext cx="0" cy="0"/>
          <a:chOff x="0" y="0"/>
          <a:chExt cx="0" cy="0"/>
        </a:xfrm>
      </p:grpSpPr>
      <p:pic>
        <p:nvPicPr>
          <p:cNvPr id="26068" name="Google Shape;26068;p14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Virtual Slides for Education Day by Slidesgo">
  <a:themeElements>
    <a:clrScheme name="Simple Light">
      <a:dk1>
        <a:srgbClr val="000000"/>
      </a:dk1>
      <a:lt1>
        <a:srgbClr val="FFFFFF"/>
      </a:lt1>
      <a:dk2>
        <a:srgbClr val="595959"/>
      </a:dk2>
      <a:lt2>
        <a:srgbClr val="E9F3FF"/>
      </a:lt2>
      <a:accent1>
        <a:srgbClr val="4C64D8"/>
      </a:accent1>
      <a:accent2>
        <a:srgbClr val="FFE599"/>
      </a:accent2>
      <a:accent3>
        <a:srgbClr val="FF952B"/>
      </a:accent3>
      <a:accent4>
        <a:srgbClr val="D5E6FC"/>
      </a:accent4>
      <a:accent5>
        <a:srgbClr val="00004D"/>
      </a:accent5>
      <a:accent6>
        <a:srgbClr val="A8CFFF"/>
      </a:accent6>
      <a:hlink>
        <a:srgbClr val="00004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3060</TotalTime>
  <Words>3650</Words>
  <Application>Microsoft Office PowerPoint</Application>
  <PresentationFormat>On-screen Show (16:9)</PresentationFormat>
  <Paragraphs>776</Paragraphs>
  <Slides>108</Slides>
  <Notes>108</Notes>
  <HiddenSlides>0</HiddenSlides>
  <MMClips>0</MMClips>
  <ScaleCrop>false</ScaleCrop>
  <HeadingPairs>
    <vt:vector size="6" baseType="variant">
      <vt:variant>
        <vt:lpstr>Fonts Used</vt:lpstr>
      </vt:variant>
      <vt:variant>
        <vt:i4>13</vt:i4>
      </vt:variant>
      <vt:variant>
        <vt:lpstr>Theme</vt:lpstr>
      </vt:variant>
      <vt:variant>
        <vt:i4>3</vt:i4>
      </vt:variant>
      <vt:variant>
        <vt:lpstr>Slide Titles</vt:lpstr>
      </vt:variant>
      <vt:variant>
        <vt:i4>108</vt:i4>
      </vt:variant>
    </vt:vector>
  </HeadingPairs>
  <TitlesOfParts>
    <vt:vector size="124" baseType="lpstr">
      <vt:lpstr>Proxima Nova</vt:lpstr>
      <vt:lpstr>Aldrich</vt:lpstr>
      <vt:lpstr>Proxima Nova Semibold</vt:lpstr>
      <vt:lpstr>Roboto Medium</vt:lpstr>
      <vt:lpstr>Didact Gothic</vt:lpstr>
      <vt:lpstr>Ubuntu</vt:lpstr>
      <vt:lpstr>Lato</vt:lpstr>
      <vt:lpstr>DM Sans</vt:lpstr>
      <vt:lpstr>Arial</vt:lpstr>
      <vt:lpstr>Amatic SC</vt:lpstr>
      <vt:lpstr>PT Sans</vt:lpstr>
      <vt:lpstr>Calibri</vt:lpstr>
      <vt:lpstr>Cambria Math</vt:lpstr>
      <vt:lpstr>Virtual Slides for Education Day by Slidesgo</vt:lpstr>
      <vt:lpstr>Slidesgo Final Pages</vt:lpstr>
      <vt:lpstr>Slidesgo Final Pages</vt:lpstr>
      <vt:lpstr>Titelblad</vt:lpstr>
      <vt:lpstr>EEN ALFABET</vt:lpstr>
      <vt:lpstr>Deterministic Finite Automata</vt:lpstr>
      <vt:lpstr>PowerPoint Presentation</vt:lpstr>
      <vt:lpstr>PowerPoint Presentation</vt:lpstr>
      <vt:lpstr>PowerPoint Presentation</vt:lpstr>
      <vt:lpstr>PowerPoint Presentation</vt:lpstr>
      <vt:lpstr>PowerPoint Presentation</vt:lpstr>
      <vt:lpstr>PowerPoint Presentation</vt:lpstr>
      <vt:lpstr>Non Deterministic Finite Automata</vt:lpstr>
      <vt:lpstr>PowerPoint Presentation</vt:lpstr>
      <vt:lpstr>PowerPoint Presentation</vt:lpstr>
      <vt:lpstr>PowerPoint Presentation</vt:lpstr>
      <vt:lpstr>PowerPoint Presentation</vt:lpstr>
      <vt:lpstr>PowerPoint Presentation</vt:lpstr>
      <vt:lpstr>PowerPoint Presentation</vt:lpstr>
      <vt:lpstr>Regular Expressions</vt:lpstr>
      <vt:lpstr>PowerPoint Presentation</vt:lpstr>
      <vt:lpstr>PowerPoint Presentation</vt:lpstr>
      <vt:lpstr>PowerPoint Presentation</vt:lpstr>
      <vt:lpstr>PowerPoint Presentation</vt:lpstr>
      <vt:lpstr>PowerPoint Presentation</vt:lpstr>
      <vt:lpstr>TABLE OF CONTENTS</vt:lpstr>
      <vt:lpstr>INTRODUCTION</vt:lpstr>
      <vt:lpstr>INTRODUCTION</vt:lpstr>
      <vt:lpstr>WHAT IS THIS TOPIC ABOUT?</vt:lpstr>
      <vt:lpstr>DEFINITION OF CONCEPTS</vt:lpstr>
      <vt:lpstr>A PICTURE ALWAYS REINFORCES THE CONCEPT</vt:lpstr>
      <vt:lpstr>DEFINITION OF CONCEPTS</vt:lpstr>
      <vt:lpstr>—SOMEONE FAMOUS</vt:lpstr>
      <vt:lpstr>—SOMEONE FAMOUS</vt:lpstr>
      <vt:lpstr>35%</vt:lpstr>
      <vt:lpstr>OUR STUDENTS</vt:lpstr>
      <vt:lpstr>STUDENT PROGRESS</vt:lpstr>
      <vt:lpstr>FEATURES OF THIS TOPIC</vt:lpstr>
      <vt:lpstr>FEATURES OF THE TOPIC </vt:lpstr>
      <vt:lpstr>FEATURES OF THIS TOPIC</vt:lpstr>
      <vt:lpstr>44,000,000</vt:lpstr>
      <vt:lpstr>16,000</vt:lpstr>
      <vt:lpstr>PRACTICAL USES OF THIS SUBJECT</vt:lpstr>
      <vt:lpstr>PENDING THINGS</vt:lpstr>
      <vt:lpstr>DEMO</vt:lpstr>
      <vt:lpstr>DID YOU KNOW THIS?</vt:lpstr>
      <vt:lpstr>DID YOU KNOW THIS?</vt:lpstr>
      <vt:lpstr>PROBLEM</vt:lpstr>
      <vt:lpstr>PROBLEM VS. SOLUTION</vt:lpstr>
      <vt:lpstr>PROCESS</vt:lpstr>
      <vt:lpstr>THIS IS A GRAPH</vt:lpstr>
      <vt:lpstr>AWESOME WORDS</vt:lpstr>
      <vt:lpstr>AWESOME WORDS</vt:lpstr>
      <vt:lpstr>OVERVIEW</vt:lpstr>
      <vt:lpstr>OVERVIEW</vt:lpstr>
      <vt:lpstr>ASSIGNMENT OF THIS LESSON</vt:lpstr>
      <vt:lpstr>PRIORITIES</vt:lpstr>
      <vt:lpstr>THIS IS ANOTHER GRAPH</vt:lpstr>
      <vt:lpstr>THIS IS A TIMELINE</vt:lpstr>
      <vt:lpstr>A PICTURE IS A WORTH A THOUSAND WORDS</vt:lpstr>
      <vt:lpstr>A PICTURE IS WORTH A THOUSAND WORDS</vt:lpstr>
      <vt:lpstr>TIMETABLE</vt:lpstr>
      <vt:lpstr>13,012,400</vt:lpstr>
      <vt:lpstr>EXERCISE</vt:lpstr>
      <vt:lpstr>25%</vt:lpstr>
      <vt:lpstr>THIS IS A TABLE</vt:lpstr>
      <vt:lpstr>ABOUT THIS LESSON</vt:lpstr>
      <vt:lpstr>WHAT IS THIS TOPIC ABOUT</vt:lpstr>
      <vt:lpstr>CLASS ATTENDANCE</vt:lpstr>
      <vt:lpstr>VANESSA DOE</vt:lpstr>
      <vt:lpstr>OUR TEACHERS</vt:lpstr>
      <vt:lpstr>OUR SCHOOLS</vt:lpstr>
      <vt:lpstr>DESKTOP MOCKUP</vt:lpstr>
      <vt:lpstr>TABLET MOCKUP</vt:lpstr>
      <vt:lpstr>PHONE MOCKUP</vt:lpstr>
      <vt:lpstr>OTHER MOCKUPS</vt:lpstr>
      <vt:lpstr>YOUR MATERIALS</vt:lpstr>
      <vt:lpstr>THIS TEXT SEEMS TO BE IMPORTANT...</vt:lpstr>
      <vt:lpstr>THANKS!</vt:lpstr>
      <vt:lpstr>EDUCATION ICON PACK</vt:lpstr>
      <vt:lpstr>TEACHER ICON PACK</vt:lpstr>
      <vt:lpstr>ALTERNATIVE RESOURCES</vt:lpstr>
      <vt:lpstr>ALTERNATIVE RESOURCES I</vt:lpstr>
      <vt:lpstr>ALTERNATIVE INFOGRAPHICS</vt:lpstr>
      <vt:lpstr>ALTERNATIVE INFOGRAPHICS I</vt:lpstr>
      <vt:lpstr>RESOURCES</vt:lpstr>
      <vt:lpstr>RESOURCES I</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Educational Icons</vt:lpstr>
      <vt:lpstr>Business Icons</vt:lpstr>
      <vt:lpstr>Help &amp; Support Icons</vt:lpstr>
      <vt:lpstr>Creative Process Icons</vt:lpstr>
      <vt:lpstr>Nature Icons</vt:lpstr>
      <vt:lpstr>SEO &amp; Marketing Icons</vt:lpstr>
      <vt:lpstr>Premium infographics</vt:lpstr>
      <vt:lpstr>Premium infographics</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Abdellah El Moussaoui</cp:lastModifiedBy>
  <cp:revision>15</cp:revision>
  <dcterms:modified xsi:type="dcterms:W3CDTF">2025-04-22T16:55:21Z</dcterms:modified>
</cp:coreProperties>
</file>